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76" r:id="rId3"/>
    <p:sldId id="267" r:id="rId4"/>
    <p:sldId id="292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90" r:id="rId27"/>
    <p:sldId id="489" r:id="rId28"/>
    <p:sldId id="492" r:id="rId29"/>
    <p:sldId id="493" r:id="rId30"/>
    <p:sldId id="494" r:id="rId31"/>
    <p:sldId id="495" r:id="rId32"/>
    <p:sldId id="497" r:id="rId33"/>
    <p:sldId id="498" r:id="rId34"/>
    <p:sldId id="499" r:id="rId35"/>
    <p:sldId id="500" r:id="rId36"/>
    <p:sldId id="501" r:id="rId37"/>
    <p:sldId id="502" r:id="rId38"/>
    <p:sldId id="503" r:id="rId39"/>
    <p:sldId id="504" r:id="rId40"/>
    <p:sldId id="505" r:id="rId41"/>
    <p:sldId id="506" r:id="rId42"/>
    <p:sldId id="507" r:id="rId43"/>
    <p:sldId id="508" r:id="rId44"/>
    <p:sldId id="509" r:id="rId45"/>
    <p:sldId id="510" r:id="rId46"/>
    <p:sldId id="511" r:id="rId47"/>
    <p:sldId id="512" r:id="rId48"/>
    <p:sldId id="513" r:id="rId49"/>
    <p:sldId id="514" r:id="rId50"/>
    <p:sldId id="515" r:id="rId51"/>
    <p:sldId id="516" r:id="rId52"/>
    <p:sldId id="517" r:id="rId53"/>
    <p:sldId id="51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F314F-B1C7-43F2-A36B-D752E28B7034}" v="404" dt="2023-07-04T07:08:57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09:07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27153 9660 29 0,'0'-2'0'15,"0"0"6"-15,0 0 5 0,0 0 7 0,0 1 10 16,0-1-4-16,0-2 1 0,0 0-10 0,0 2 3 16,0-5-1-16,0 3 10 0,0 1 14 0,0-1-8 15,0 0 10-15,0-1-14 0,0-1-8 0,0 0 1 0,0 1-3 16,0 1-16-16,0 0 9 0,0 1-14 0,0 1 11 16,0 0-6-16,0 0-3 0,0 0 15 0,0 0-10 15,0 2 40-15,2 0-33 0,0 2 7 0,0 0-17 16,-2 0 7-16,0 2-4 0,0-1 1 0,1 12-3 15,-1-2-9-15,0 0 9 0,0 0-1 0,0-2 6 16,0 2-4-16,0-1 6 0,2-1 0 0,0 2 2 0,0-2-10 16,0 0 2-16,2 2-4 0,-1 0 5 0,3 0-4 15,-1 2 3-15,-1 2 2 0,2 1 0 0,-3 1 6 16,1 3-15-16,0 0 4 0,1 6-4 0,-1 2 19 16,-2 3-9-16,0 2 3 0,-2 8-6 0,0 2 7 0,0 5 0 15,-2-2-2-15,2 2 1 0,0 4 3 0,0-6-17 16,2 3 8-16,2-5-10 0,1-7 20 0,3 0-14 15,-1-2 9-15,0 0-11 0,-1 0 7 0,1 2-1 16,3 4-4-16,-1 2 1 0,0 1 0 0,1 4-1 16,-5 0 2-16,3 6-2 0,-5 0 3 0,1 5-10 15,2-2 4-15,-1-1-5 0,3-6 19 0,-1-2-11 16,0-2 1-16,1-3-4 0,-1 3 8 0,1 0-3 0,3 3-2 16,0 4 0-16,-2 1 4 0,1 5-4 0,-3 2 2 15,-1 0-5-15,-3-3 0 0,1-3 2 0,-2-5 1 16,-2-5 0-16,2-3 4 0,-2-5-3 0,0-3 6 15,0-5-4-15,0 1 1 0,0-1 1 0,2 3-5 0,-2-1 6 16,0 3 0-16,0 1-6 0,0 2 3 0,0 1-4 16,0 3-5-16,0 5 9 0,-2 3-7 0,0-1 9 15,-2 0-5-15,2-2 4 0,0-1 1 0,2-1-2 16,0-3 0-16,0-4-1 0,0 0 1 0,0-4-1 16,0 0-2-16,2 0 2 0,2-1-2 0,0-1 3 0,-2 3-3 15,1-5 5-15,1 4 9 0,2-3-3 16,-3-2 26-16,1 3 3 0,-2-1-6 0,0 1 3 0,0 1-24 15,-1-3-4-15,1-1 0 0,0-2 0 0,-2-6 7 16,0 6-10-16,0-8 2 0,0 6-6 0,-2-2-3 0,0-3 3 16,1-3-2-16,-1-1 3 0,0-2-1 0,0 0-1 15,-2 0 2-15,2-4-1 0,1 2 11 0,-1-4-11 16,0 2 2-16,2-5-5 0,0 1-4 0,0-1 6 16,0 1 0-16,0-1 2 0,0-1-4 0,0 1 1 15,0-2 0-15,0-1 0 0,0-1 0 0,0 0 6 16,0 0-7-16,0 0 6 0,0 0-2 0,0 1-4 15,0 1 4-15,0 0-5 0,0-1-2 0,0 1 9 16,0-2-1-16,0 0 5 0,0 2-10 0,2-3 0 0,0 3-2 16,-1-2 3-16,1 2 6 0,0-1-1 0,0 1-5 15,0 0 1-15,2 0-9 0,-1-3 8 0,-1-1-3 16,9 8 3-16,2-3-8 0,0 1 14 0,4 0-3 16,1-1 7-16,1-1-3 0,1 0 2 0,3-3-3 15,-3 1 0-15,6-2-11 0,-4 0 7 0,4 0 1 0,2 0 1 16,-2 0-9-16,2 0 5 0,0 0-3 0,4 0 3 15,1 0-11-15,2 0 13 0,4 0-4 0,-2 0 5 16,1 0-4-16,6 0-8 0,-3 0 5 0,4-2-5 16,-1 1 14-16,-1-3-6 0,3 0 0 0,-5 2-3 15,4-1 3-15,-3 1 0 0,3 0 2 0,1 2-1 16,-1-2-6-16,1 2 6 0,3 0-3 0,-1 0 5 0,11 2-4 16,-1 2-2-16,-1 1 4 0,-1 1-1 0,-4-1-4 15,2 3 9-15,0-1-9 0,-6 2 9 0,0 1-2 16,-3-3-5-16,3 2 2 0,4 1-4 0,4-3 4 15,7 1-6-15,4-3 7 0,3 1-5 0,3-3 10 0,-1 1-5 16,-3 0 0-16,-2 0-2 0,-2-3-6 0,-6 3 7 16,4 0-3-16,2 0 5 0,0-1 2 0,8 3-7 15,3-1 2-15,2 1-3 0,3 0 5 0,-6-1-4 16,-1 1 1-16,-5-1-3 0,-3 1 12 0,1-1-6 16,4 1 3-16,7 1-6 0,4-3 3 0,-1 0 0 15,-1 0 4-15,-2-3-1 0,-2-1 5 0,-7 2-4 16,0-2-3-16,-4 0 2 0,-4 0 1 0,4 2-5 15,5 0 1-15,5-2-2 0,-1 0 3 0,0 0-4 0,-3 0 3 16,-3 0-3-16,1 0 15 0,-2-2-12 0,-2 0 5 16,0 0-7-16,-2 1 3 0,6-1 1 0,-2 0 2 15,1 2-1-15,3 0-8 0,-12 0 10 0,-3 2-11 16,-8-2 12-16,-5 2-5 0,-6 1-10 0,-3 1 9 0,-7 2-12 16,-1-1 3-16,-5 1-13 0,-4-3-16 0,-4 3-13 15,-4-2-188-15</inkml:trace>
  <inkml:trace contextRef="#ctx0" brushRef="#br0" timeOffset="885.28">27341 10317 146 0,'0'0'22'0,"0"0"-3"16,-2-2-7-16,0 0 10 0,0 1-19 0,2-1-10 0,0-2-14 15,0 0-10-15,0 1 3 0,0-3-9 0</inkml:trace>
  <inkml:trace contextRef="#ctx0" brushRef="#br0" timeOffset="2227.48">27389 10115 13 0,'0'0'13'0,"0"0"2"0,0 0 13 0,-2 0 9 0,2 0-3 15,0 0 7-15,-2 0 16 0,0 0-17 0,0 0 2 0,1 0-8 16,-1 0-6-16,0 0-1 0,0 0 2 0,0 0-3 16,0 0-4-16,0 0-3 0,-1 0-2 0,-1 0 2 15,0 0 0-15,1 0-5 0,-1 0 6 0,0 0-4 16,0 0 11-16,1 0-1 0,-1 0-5 0,2 0 1 16,-2 0-18-16,3 0 3 0,-1 0 0 0,0 0 0 15,0 0-8-15,0 0 2 0,0 0-1 0,0 0 4 16,1 0-3-16,-1 0-2 0,0 0-2 0,2 0 1 0,0 0 10 15,0 0-11-15,0 0 7 0,0 0-8 0,0-2 6 16,0 0-5-16,0 0-3 0,2 0-1 0,0 0-3 16,-1 1 19-16,1-1-9 0,2 0 11 0,0 0-13 0,11-5 14 15,5-3-7-15,6 1 8 0,0 2-18 0,0-1 5 16,0-1 0-16,-4 1 1 0,6-1 8 0,0 0-12 16,-2 0 6-16,2-1-8 0,0 1 8 0,-2 2 0 15,1-3-1-15,-1 3 1 0,0-1 11 0,0 1-11 16,2 0 4-16,-2 1-7 0,4-1 0 0,2 1-2 15,-1 0-1-15,10-1 1 0,0 1 10 0,2 1-7 16,1 1 5-16,-5 1-7 0,4-3-5 0,1 2 9 16,1-1-5-16,-1 1 6 0,-6 0-11 0,-1 1 9 0,0-1-1 15,-2 0 4-15,2-1-2 0,-3 1-3 0,1 0 3 16,-2 0-2-16,3 1 5 0,-3 1-10 0,1 0 3 16,-1 2-7-16,4 0 4 0,0 0 3 0,2 0 2 15,-4 0 1-15,1 0 1 0,-1 0-3 0,4 0-2 0,-2 0 0 16,0 0 9-16,0 0-7 0,-1 0-1 0,-3 0-1 15,1 0 4-15,-3 0-2 0,-1 0 5 0,0 0-5 16,-1 0-2-16,1 0-2 0,0 0 4 0,-1 0 0 16,3 2-2-16,-2-2 8 0,1 2-9 0,6 0 9 15,-3-1-8-15,-1 1 2 0,1 0 2 0,-5 0-1 16,3 2-4-16,-2-1 2 0,5 1-3 0,-5 0 4 16,-3 0 5-16,3 1-5 0,0 1-3 0,-4-3 0 0,0 1 1 15,0 0 1-15,-2 1 5 0,4 1-2 0,0-1 7 16,0 1-5-16,-1 0-3 0,-1-3 1 0,0 1-2 15,0 2-4-15,0-1 5 0,2 1-4 0,-2-1-4 0,2 1 9 16,0-1-2-16,-2 1 6 0,0 0-8 0,-6-1 6 16,4 1-5-16,-3-1 6 0,-1 3-5 0,8 1 1 15,-11-3-4-15,11 5 3 0,-2-2-8 0,-2 0 8 16,4 2 2-16,-6-3 1 0,0 1 1 0,-1-1-7 16,3-1 0-16,0 2-1 0,-2 1 13 0,0-1-11 15,-1 0 6-15,-3 0-9 0,1 3 3 0,0-1 1 16,-3 0 1-16,3 2 0 0,-2-2 0 0,-1-7 1 15,-1 11-5-15,0-2 4 0,2 1 10 0,-2-1-13 0,1 2 10 16,1 2-11-16,-2-2 4 0,2 3 4 0,-4-1-7 16,1 0 5-16,-4 0-9 0,5-1 7 0,-1 5 0 15,3-3 2-15,0 1 4 0,-2-1-4 0,-6-3-2 16,2-2-2-16,2 4-6 0,0-2 8 0,6 0 0 0,-3 1 1 16,1-1-6-16,2-2 8 0,-1 0-4 0,-5 0 5 15,2 0 0-15,0 2-3 0,4-2 0 0,-1 2-3 16,-1 2-6-16,-2-3 8 0,1 3 0 0,-1 0 1 15,2 0 4-15,-4-1-8 0,2 3 6 0,-2 1-6 16,-2 3 3-16,4-3 4 0,-2 4-3 0,-2 4 2 16,2-2-4-16,0 2 4 0,2 3-4 0,-2-5 4 15,-2 8-10-15,0-1 8 0,0-3-2 0,0 3 3 0,0-1-2 16,1 1 2-16,-1-1 1 0,2-4 0 0,-2 0-9 16,0-2 6-16,0-2-3 0,0-2 3 0,-1 0-2 0,3 1-1 15,0-3 1-15,0 2 1 0,5 1 3 0,-3-3-1 16,0 4 0-16,2 0 0 0,-3 0 5 0,3 2-4 15,0 0-1-15,1 2-1 0,-5 2-7 0,6 3 10 16,-4 5 1-16,-2-3 2 0,-2 4-10 0,2-4 1 16,0 4 1-16,-2 2 1 0,4-4 1 0,-6 0 6 15,2-2-3-15,0-1 6 0,1-1-8 0,1 1 2 16,-2-3 0-16,0-1 2 0,-2 0 12 0,0 1-12 16,3 5-1-16,-3-1-4 0,0 2-5 0,2 0 8 15,-3 2-3-15,1 2 5 0,-2 3-3 0,1 5-5 0,1 3 2 16,-1-2-3-16,-3 0 11 0,1-4-5 0,-3-1 4 15,3 3-6-15,0-5-2 0,1 2 5 0,0-6-3 16,1-4 5-16,1 4-2 0,0 2-6 0,1-1 3 16,1 5-4-16,0 0 14 0,0 1-8 0,0 4 3 0,0 0-5 15,1 4 0-15,-1-4-2 0,-2 0 5 0,2-3-4 16,-3-4 9-16,1-1-8 0,-2-5-2 0,-1-5 0 16,1-1 13-16,1-3-11 0,-3-2 11 0,1-2-12 15,-1 1 6-15,-1-1 8 0,2 0-3 0,-1 2 7 16,-1 2 11-16,2 0 0 0,-3 1 2 0,3 5-1 15,-2-1-7-15,3 2-9 0,2 3-2 0,1 1-3 16,1 0-13-16,0-2 8 0,0 0-6 0,4-6 8 0,-2 5 0 16,0-7 0-16,2 1-2 0,0 0 0 0,1-8 3 15,-1 0-9-15,2-5 3 0,-2-2-6 0,-2 0 5 16,1-4-14-16,-1 2-37 0,2-4-23 0,4 2-415 0</inkml:trace>
  <inkml:trace contextRef="#ctx0" brushRef="#br0" timeOffset="3520.11">31253 9391 1 0</inkml:trace>
  <inkml:trace contextRef="#ctx0" brushRef="#br0" timeOffset="4030.76">31271 9337 47 0,'2'0'13'0,"0"0"4"0,0 0 7 0,0 0-10 16,0 0-4-16,-1 2 1 0,1-1-5 0,-2 1-5 15,0 0-1-15,0 2-1 0,2 7 2 0,0 9 2 16,-2-1 0-16,0 5-3 0,0 0-1 0,-2 4 5 16,2-4-2-16,-2-3 3 0,-1 1-9 0,1 0 6 0,2 4-6 15,0-3 5-15,0 1-3 0,0-2 1 0,0-2-1 16,0 5 0-16,0-1 4 0,2 0-2 0,1 2 5 15,1 2-6-15,2 3-8 0,-1 3 4 0,1-1 0 16,1 6 3-16,1 0-1 0,-1 6 3 0,4 5-3 0,-3 2 2 16,1 5-14-16,-4 1 18 0,1-2-6 0,-2-4 8 15,-1-4-14-15,1-4 3 0,0-3 7 0,-1 0-3 16,1-4 2-16,0 0 3 0,1 0-3 0,1 1 4 16,1-1-4-16,3 4 5 0,-1 1-5 0,2 5 5 15,0 3-12-15,-3 2 6 0,1 7 1 0,-2-1 2 16,1 3-2-16,-3-3 4 0,-1-8-6 0,-2 2 6 15,0-4-2-15,0-2 3 0,0 1-1 0,-1 1 1 0,1 4 6 16,2 2-2-16,-2 0 8 0,2 3-6 0,3 8 2 16,0 0-5-16,1 0-4 0,1 0 2 0,0-2 5 15,1-3-3-15,-3-3-1 0,-1-3-2 0,-1-4-12 0,1 6 9 16,-2-2-2-16,-1 4 5 0,1 1-1 0,-2 6-2 16,0 2 2-16,0 7-1 0,-1-2 16 0,1-3-6 15,2-2 6-15,2-9-5 0,-1-3 3 0,1 1 48 16,1-2-24-16,1 3 26 0,-1 1-59 0,0 3 0 15,3 4 1-15,1 2-2 0,0 2-6 0,-4-1 5 16,3-1-3-16,-1-4 6 0,0 0-2 0,1-3-3 16,1-6 14-16,0 1-4 0,0-1 57 0,-2 4-38 15,-1-1 5-15,1 3-18 0,0 1-7 0,1 4-12 0,3 2 6 16,-4-2-7-16,2-4 0 0,-4-9 2 0,1-2-4 16,-1-5 5-16,-3-4 3 0,2 0-5 0,-3-6-1 15,1 0-1-15,3 0 4 0,1-3-4 0,1 0 5 16,0-5-6-16,-1 1-4 0,-3-2 7 0,1 0-4 15,0-2 4-15,-1-1-10 0,3 3-21 0,-1 0-46 0</inkml:trace>
  <inkml:trace contextRef="#ctx0" brushRef="#br0" timeOffset="5403.5">27329 10026 9 0,'0'0'5'0,"0"0"-2"0,0 0 7 16,0 0 0-16,0-2 1 0,0 0 4 0,0 0-3 16,0 0 6-16,0 0-3 0,0 0 25 0,-1 1 2 15,-1-1-1-15,0 0-2 0,0 0-11 0,-2 0-8 16,2 2 8-16,-12 0-8 0,-7 0-1 0,4 4 5 15,-3 3-1-15,-2 4 6 0,7-1 10 0,2-3-12 0,0 17-4 16,4 2-1-16,3 2-10 0,0-7 6 0,5 1 3 16,-12-4 1-16,5-3 7 0,3 2 6 0,3-10-10 15,2-1 8-15,0-2-10 0,0-1 5 0,0 1 6 16,2-2-5-16,1 0-7 0,3-2 8 0,16-9-8 0,2-8 7 16,2 4-12-16,-2-15-4 0,2 0-5 0,-5 4 2 15,-4 2-2-15,-6-1 8 0,-6 5 13 0,-3-1-3 16,11 1 42-16,-7 5-25 0,-3 2 2 0,-3 5-13 15,0 0-23-15,0 3-12 0,-1-1-8 0,-3 2-1 16,-15-2-9-16,-7 6-55 0,2 11-74 0</inkml:trace>
  <inkml:trace contextRef="#ctx0" brushRef="#br0" timeOffset="16378.27">27459 13340 65 0,'-1'0'6'0,"-1"0"31"0,-2 0 39 0,-2 0 5 16,-8-4 9-16,-1 2-27 0,4 0-49 0,-1 1 11 15,-2-1-16-15,1 2 6 0,-8 0-10 0,4 0 3 0,3 0-3 16,1 0 16-16,1 2-9 0,-1 1 5 0,-1 1-4 16,-1 2 22-16,2-1 3 0,2 3-1 0,-2 1-1 15,0-7-3-15,1 14 1 0,1 1-4 0,0 5 1 16,0 3-16-16,-2 6-11 0,2-1 3 0,0 0-6 16,0 5 9-16,-1-2-1 0,3 1-6 0,0 3 3 15,0-8-5-15,1 3 6 0,3 1-2 0,-1-3 1 16,0 0 1-16,1-2-7 0,3-4 9 0,-2 2-9 0,2 0 15 15,-16 2-11-15,7-2 8 0,5 0-8 0,2 2 3 16,4-2-6-16,0 1 1 0,0 1 0 0,2 0 10 0,2 0-13 16,0 2 2-16,1-1-4 0,5 7 4 0,-1-5 0 15,-2-5 2-15,4 0 0 0,-1-7-1 0,1-1 5 16,2 3-4-16,-4-8 5 0,2 5 0 0,13-5 3 16,2 2-3-16,6-6 2 0,0-5-10 0,1 4 8 15,2-7-2-15,-1 20 3 0,3-8-5 0,-2-6 5 16,2-3-4-16,-1-4 3 0,-5-6-13 0,-1-3 11 15,-1-4-6-15,-1-2 9 0,2-3-11 0,-2-1 3 16,-2 8-3-16,4-17 3 0,-3 0-4 0,3-5 5 16,2 3-1-16,1-3 2 0,-1 1-4 0,1 4 2 0,1 1 1 15,3-1 2-15,0-2 3 0,-2 2-7 0,-3-2 7 16,-4 4-6-16,-1 0 6 0,1 4-2 0,-2 0-6 16,-4 1 3-16,-3-1-2 0,-12 0 3 0,1-2 4 15,9-4-1-15,-6-4 8 0,-4 1-5 0,-5-5-2 16,-2-1-1-16,-4 0-6 0,-5-4 1 0,-2 1 4 0,-4 2-1 15,-5-2-2-15,-1 2 3 0,14 3-2 0,-30 0 3 16,3 9-6-16,-5 0 9 0,-2 4-7 0,2 3 7 16,0 0-7-16,2 3-4 0,-2-1 5 0,4 6-5 15,0 0 11-15,5 3-4 0,2 3 4 0,4 1-3 16,0-13 13-16,3 8-19 0,5 3 5 0,-1 5-7 16,2 1 5-16,2 1-7 0,-2 3 0 0,6 2-4 0,-2-4 2 15,2 24-24-15,-3 3-3 0,1 8-19 0,2 1-123 16</inkml:trace>
  <inkml:trace contextRef="#ctx0" brushRef="#br0" timeOffset="18199.96">11430 15906 165 0,'0'0'35'0,"0"0"52"0,-2-2-50 0,1 0-16 16,-1 0 0-16,0 0-6 0,0 1 1 0,0-3-9 15,2 0-3-15,0 0-1 0,0 1-3 0,0-1 6 16,0 0 3-16,0 1 1 0,0-1-7 0,0 2 6 16,2 0-6-16,0 0 7 0,0 0 1 0,0 1-11 15,-1-1 3-15,1 0-4 0,0 0 8 0,0 0 0 0,2 2 2 16,-1 0-1-16,-1 0-1 0,9 6-1 0,-3-3 4 16,-1 23-2-16,3 6 11 0,-3-2-12 0,4 3 5 15,-2-3-8-15,3-4 8 0,-1 2-6 0,2-2-3 16,-2 0 0-16,2-2 8 0,0-4 0 0,2 1-2 15,0-5 0-15,-1 1-3 0,1-2 8 0,2-4 5 0,0-2-3 16,-1 1-5-16,3-1 9 0,1-5-9 0,1-1 10 16,-1 12-1-16,2-4-16 0,1-3 8 0,1-3-9 15,0-1 16-15,2 0-19 0,-2-2 5 0,-9-2-8 16,5 0 10-16,-8 0-7 0,-3 0 9 0,6 0-8 16,-2 0 14-16,-2 0-10 0,-4 0-5 0,-3 0 1 0,-2 0 0 15,2 0 4-15,-1 0 3 0,1 0-1 0,0 0 3 16,-2 0-4-16,-1-2 5 0,3 0-3 0,0 0 9 15,0 0-10-15,-1-2-4 0,5-5-1 0,3-9-5 16,4-5 7-16,0 3 2 0,-1-8 1 0,-1 0-7 0,4-3-3 16,4 1 1-16,-3 0 0 0,3 1 3 0,-5-1-1 15,1 0-2-15,0 8 1 0,3 1 4 0,-1 3-10 16,1 1 8-16,-1-1-8 0,1 1 12 0,-3 6-6 16,5 0-1-16,0 3-2 0,2 1-3 0,2 3 8 15,6 0-5-15,-4 1 6 0,2 1-2 0,-1 0-7 16,3 0 5-16,5-20-6 0,6 11 9 0,-2 7 0 15,-1 4 3-15,-4 0-2 0,-1 2 2 0,0 1-9 16,-3 1 2-16,-4 2-3 0,-1 1 14 0,-2 1-11 0,1 1 5 16,0 2-7-16,0 0 6 0,-2-2 0 0,2 1-4 15,0 1 2-15,0 0-3 0,2 2 4 0,-1 2 1 16,1 0 1-16,0 1 7 0,2-12-4 0,0 18 0 0,-3 1-2 16,3-1 4-16,-4 0-7 0,-2 4 5 0,0 0-5 15,-5 0 11-15,0 0-3 0,-1-2-8 0,-1-3 3 16,-2-3-6-16,-2-1 6 0,-2-2 2 0,-4 0 0 15,-1-4-2-15,5 2-1 0,-9-4-1 0,7 0 0 16,-3 1 0-16,-3-1 2 0,3-2-1 0,-2 1 1 16,-1-1 0-16,-1-1 3 0,2-2-5 0,0-3 3 15,1 1-11-15,-1 0 10 0,1 2-3 0,-1-2 6 16,-2-2-6-16,2 2-3 0,1-1 7 0,3 3-6 0,3 0 1 16,-2-4 1-16,0 0-7 0,4 0 6 0,-1-2-5 15,-1-2-2-15,2-1 8 0,0-3-5 0,0 1 12 0,0-1-10 16,2-1 0-16,-1 0-2 0,1-2 5 0,2 0-1 15,0-1 2-15,3-1-2 0,1 0-3 0,-1 2 4 16,6-4-4-16,0 3 4 0,2-1-7 0,5 0 11 16,3 0-3-16,6-2 6 0,7 0-12 0,1-2-1 15,-2 0 2-15,2 1 0 0,-2-1 1 0,-1 0 3 16,-1 1-8-16,-7 1 6 0,0-2-5 0,-2 2 4 16,2-2 1-16,6 3 1 0,-1-1 1 0,1 2 0 15,3 2 0-15,6 1-1 0,4 1-7 0,3 3 4 0,-2 1 0 16,3-1 1-16,-5 4 1 0,-3-1-2 0,-4 1 2 15,-3 2-2-15,-7 0 4 0,3 2 0 0,4 0 1 16,1 1-1-16,6 3 9 0,9-1-8 0,4 1 2 16,3 3-3-16,6-1-2 0,-5-1 5 0,-4 1-5 15,-6 1 5-15,-7 0-10 0,-2 2 10 0,2 2-3 0,1 0 5 16,7 0-10-16,6 0 1 0,5 2 3 0,3 0-2 16,2 0 6-16,-2 0 1 0,-7 0-2 0,-6-4 2 15,-6 4-1-15,-3-2-3 0,2 0 0 0,3 0-3 16,6 0 0-16,8 0 6 0,1 0 1 0,8 0 1 15,-6-2-10-15,-6 0 7 0,-5-2-6 0,-9-2 6 16,-2 1-1-16,-6 1-6 0,4 0 9 0,0 1-8 16,2-1 4-16,4 2 0 0,-1-2-2 0,4 1 2 15,-1-1-1-15,3-2 4 0,-6 1-3 0,-6-1 5 0,-3-1-6 16,-11-1 1-16,-2-1 2 0,-1 0 2 0,1 0 2 0,0-3 4 16,1 1-6-16,-1-2 6 0,6 0 0 0,1-2 5 15,7-3 1-15,3-3 0 0,3-1-9 0,1-2-2 16,0 0 3-16,-1-2-3 0,-6 0 1 0,-1-2 0 15,-3-2-1-15,-6-1 1 0,0-3-2 0,-4 1-4 16,2-2 5-16,-2 1-4 0,0 3-1 0,3-3 7 16,-1 3-6-16,0 1 8 0,-4 2-5 0,8 0-10 15,-6 2 3-15,1 0-6 0,3 0-4 0,-6 2-18 16,2 2 1-16,-1 0-14 0,-3 3-92 0</inkml:trace>
  <inkml:trace contextRef="#ctx0" brushRef="#br0" timeOffset="25816.87">13606 14485 256 0,'0'0'-41'0,"0"0"21"0,-2 0-11 15,1 0 2-15,-1 0 30 0,0-1 2 0,0-1-7 0,0 0-3 16,0 0-2-16,-1 0-5 0,1 2-3 0,-6-4 2 15,-3 1 0-15,0-1 17 0,4 2 6 0,-6-3-1 16,3 1 0 0,1 0-7-16,-2 0 9 0,9 4-2 0,-5-3 2 0,5 3-9 0,-2-2 0 0,-3 0-1 15,3 2-5-15,-3-2-38 0</inkml:trace>
  <inkml:trace contextRef="#ctx0" brushRef="#br0" timeOffset="27667.77">13163 14675 39 0,'0'0'7'0,"0"0"-1"16,0 2 16-16,-2 0-11 0,0-1 8 0,0 1-11 15,0 0-1-15,0 2 5 0,0 0-3 0,1-1 8 16,-3 3-5-16,-2 3 7 0,1 0-8 0,-1 1 9 0,-1 1-17 16,1-2 8-16,1 2-10 0,-1 0 5 0,0 2 4 15,1 0-10-15,-3 2 8 0,3-2-11 0,-1 2 5 16,1-2-2-16,-1 0 2 0,2 0-3 0,1-2 15 15,-1-1 5-15,2-3 4 0,2-3 2 0,-2 1-14 16,2-1 1-16,0 0-5 0,-2 1-7 0,2-1 12 16,0 2-3-16,0-3 6 0,0 5-8 0,0 1-2 15,0 2-1-15,0 0 1 0,0 2-2 0,0-2-2 16,2 4 1-16,0 0-1 0,0 2-1 0,0 1 3 0,2 3-1 16,-1-1 1-16,-1 1-9 0,2 1 14 0,-2-5-7 15,0 1 12-15,-1 3-4 0,1-5-2 0,2 7 6 16,0-5-3-16,-2-5 4 0,1 4 6 0,-1-6-7 15,0-2 5-15,4 6-20 0,-3-6 7 0,1 1 2 0,2 1 3 16,1 2 3-16,-1-4-8 0,1 4-5 0,0-2 2 16,1-1 1-16,-4 3 1 0,7 1-2 0,2-1 1 15,0 0-4-15,0 0 3 0,0 0 3 0,2-1-2 16,-4-1-8-16,0 0 7 0,0 2-2 0,0-2 5 16,2-2-6-16,0 1-1 0,0-3-2 0,0 0 2 15,-2-1 2-15,2 0 4 0,-2 1 1 0,2-2 0 16,4-1-11-16,-4 2 7 0,-2-3-5 0,2 1 7 0,2 0 8 15,-4 1-17-15,4-1 12 0,0 2-14 16,-6-1 13-16,2-1-5 0,1 2-2 16,-5-3 0-16,6 1 9 0,-2 0-2 0,2-2 1 0,0-1-3 0,-2 1-7 15,4 0 4-15,-6 6-2 0,1-3 3 0,3 1 4 16,-6-4-6-16,4 1 4 0,0-1-5 16,0-2 3-16,2 0 9 15,2 0-7-15,-4-2 8 0,2 0-9 0,0-1-2 0,-1-1 2 0,-1-2-2 0,4-1 0 0,-8 3 3 16,2-1-7-16,1-1 6 0,-3 1-7 0,0 1 4 15,3-9 5-15,-3 0-2 0,2-2 17 16,1-2-16-16,-1-1 5 0,2-4-9 0,0-3 2 0,0-2 4 16,4-5-4-16,-2-1 4 0,2-3-8 0,2 1 5 15,-2 0-2-15,1 1 5 16,-1 5 0-16,0-5-8 16,0 6 8-16,-2 0-7 0,0-3 4 0,-2 5-2 15,2 0 1-15,-5 4 0 0,-3 1-3 0,3 3 2 0,-5-3 1 0,-1 4 3 0,9 1 5 0,-1-1-1 0,-5-1-8 16,-3 1 5-16,-2-2-5 0,0 1-2 0,-2-5 4 0,-2 3-4 15,1 1 2-15,-3-1 0 0,1 1 0 0,-1 3 0 16,0-1 8-16,1 0-7 0,-1 2 1 0,1 1-3 16,-1-1 4-16,1 4-3 0,-1-1 4 0,0 1-4 15,1 0-1-15,-1 2 0 0,-1-4-4 0,1 2 3 16,-1-2 6-16,-1 2-10 0,1-2 7 0,-2-2-8 16,1 4 5-16,-1-4 2 15,0 2-1-15,-2-2 1 0,1 2 2 0,3 2 2 0,-2 0 2 0,5-1-2 0,-7 1-6 16,-2 4 3-16,0-2-1 0,2 1 4 0,-2 1 4 15,1-3 6-15,-2 3-7 16,-1 0 5-16,-2 1-6 0,-3 4 4 0,3-2 1 0,0 1-2 16,-1 1-8-16,1-4 2 0,-5 3 2 0,-6 1-2 0,4 0-1 0,-8-17 2 15,4 8-3-15,0 4 2 0,1 3-5 0,-1 2 3 16,-4 2-1 0,6 4 1-16,-5 0 5 0,5 3-5 0,3 0 1 0,1 3-2 0,3-1-4 0,-3 4 4 15,0 2-1-15,1-13 2 0,1 20 3 0,3 4 2 16,-3-6 3-16,1 5-2 0,3-5-6 0,-1 0-4 15,2 3 4-15,2-7-1 16,2 5 11 0,-2-4-14-16,4-3 4 0,1 3-6 0,1-4 5 0,3 0-3 0,2 2-5 0,-3 0 5 15,1 0 2-15,0 1 1 0,2 1 2 0,-13 4-1 0,6-1 3 0,2 0-4 0,1 3-5 16,4-3 3-16,0 2-2 0,2 3 3 0,2 1 2 0,2 1-1 16,3 7-2-16,-1-3 6 0,0-1-4 0,-1 5 3 15,1-1-12-15,-1-1 12 0,3 4-2 16,-3-3 6-1,1-5-7-15,-2 3 0 0,1 0 0 0,1-5 0 0,-3-1-1 0,1-7 2 0,2 1-4 0,-3-5 3 16,3 0-1-16,1 0-3 0,-1-6 10 0,0 1-6 16,-3 1 5-16,16-2 0 15,-1-2-7-15,3-1 4 16,1 1-8-16,-1-1 6 0,1-2 2 0,0-1 2 16,0 3-7-16,1-2 3 0,-1-1 0 0,2 1 3 0,2 0-3 0,-2 0-3 0,-5-3 3 0,1 3 0 0,-1-2 12 15,-2 2-14-15,3-2 1 0,-3 9-3 0,-4-4 9 16,0-1-7-16,-2-3 2 0,-2-1-4 0,0 0 7 15,4 0 3-15,-3-2-3 0,3 0 2 0,0-2-6 0,0-2-4 16,1-3 4 0,3-4-2-16,0 9 10 0,-2-18-16 0,0-5 5 0,-2-2-8 0,0 1 16 15,-6-4 1-15,2 2-2 0,-1 0 0 0,-1 2-11 0,-1 6 12 16,-3-8-8-16,-1 7 10 0,0-6 1 0,0-1-4 16,0 4 0-16,0-2-2 31,0 1 3-31,-1 3-2 0,14 0 10 0,-4 0-10 0,-3-1 7 15,-3 3-8-15,-1-1-1 0,-2 3-2 0,-2-4 5 0,0-1-2 0,-4 1 4 0,1 0-4 0,-3 0 10 0,0 1-11 16,-1 1 3-16,-2 1-5 0,-1 1 9 0,1 1-1 0,2 2 1 16,-3 0-3-16,1 0 2 0,7 0-1 0,-11 4 0 15,-7-2-2-15,3 2-9 0,-3 2 9 0,-1 1-2 0,5 1 6 16,-1 1-5 0,-4-1 1-16,-1 0 0 0,-2 5 0 0,0-2 0 0,0 0-5 0,-2 2 0 15,5-1-2-15,3 1 10 0,1-9-3 0,4 3 2 0,-2 1-3 16,2 3 0-16,2 0-4 0,-2 3 2 15,2-1-1-15,0 2 9 16,3 0-6-16,-1 2 1 0,0 1-3 16,-2 3-2-16,0 1 2 0,-1-5 2 0,1 19 1 0,0-3 4 0,0 4-3 0,0 3 0 0,2 1-1 15,-3 1 1-15,5 1-4 0,-2 2 0 0,3-2 0 0,1 0 10 16,-1-2-2-16,2 2 5 0,1-1-5 0,-16 5-5 16,8-4 1-16,3 1-4 0,3-1 3 15,3 2 2-15,2 2-4 0,0-3 4 16,4 1-5-16,-1-6-4 0,3 2 3 0,1 0 0 15,1-4 2-15,-1 3 10 0,3-5-8 0,-1 0-3 0,2-1 0 0,0 0 0 0,0-3 0 16,0 1 3-16,-5-2-3 0,13-2-2 0,1-2 4 16,4-2-6-16,0 1 5 15,2-1 0-15,2-2-5 16,-2-1 8-16,4-1-6 0,-6-1 8 16,4 0-6-16,-8-2 1 0,3 13-2 0,-1-4 2 0,0-4 2 0,4-3-5 0,-6-4 4 0,-1 0-1 15,-2-2-1-15,-2-2 4 0,-1-1-2 0,1-1 9 0,-4 1-8 0,2-5 4 16,-1 1-4-16,1-17 0 0,-2 0 0 0,0-6-2 15,2-1 2-15,-2 0-2 0,2-3 6 0,-2 1-3 0,-2 2 2 32,-1-3-5-32,-3 3-2 0,1 1 1 0,-2 1 0 0,-1 5-2 15,16-2 6-15,-8 2-9 0,-3 0 9 0,-3 2-3 0,-1 0-6 0,-4 0 14 0,0 1-12 16,0-1 15-16,0 4-12 0,-2-4 3 0,-2 3-3 16,1 1 6-16,-1 3-7 0,2 6-2 15,-2 0 0 1,2 3 12-16,1 3-9 0,-1 1 7 0,0-2-7 0,0 3 0 0,2 1 7 0,-2-2-10 15,0 0 7-15,0 1-17 0,1-1-53 0,-1 2-37 0,0 0-35 0,0 0-397 16</inkml:trace>
  <inkml:trace contextRef="#ctx0" brushRef="#br0" timeOffset="29130.3">14002 14532 585 0,'0'0'45'0,"-2"0"67"0,0-2-60 0,0 0-14 16,0 0-7-16,-1 0-2 0,1 2-16 0,-7-3-7 15,-3-3 4-15,-1-1-6 0,2-1 7 0,0 3 5 0,0-6 1 16,-2-10 2-16,2 8 6 0,3 0 9 16,-3-5-3-16,0 1 6 0,-2 0 4 0,6-1-13 0,-3 5 7 15,7 3-9-15,-1-1 4 0,-2 2-2 16,-3 0 0-16,0-1-1 0,-4 3-10 0,4 0 17 15,-1 1-10-15,-1 0 12 0,-6-5-11 0,3 4-2 0,-5-1 1 0,2 5-2 16,-1 1-4-16,3 2-9 0,-2 2 1 0,-1 5-3 16,1 2 1-16,-7-5-4 0,0 24-1 0,1 9-1 15,5 0-2-15,-3 2-3 0,7 2 1 0,-7-4 0 16,4 4 7-16,3-6 0 0,-1 1-1 0,4-5-1 16,-1 1-4-16,3 1-2 0,0 1 0 0,3-1 0 15,3 4 6-15,1 0-2 0,-21 0-5 0,10 2 1 16,8 6-14-16,3-1 19 0,2 7-2 0,6 2 4 0,1-2-15 15,4 2 14-15,0-4-6 16,2-3 8-16,0 1-14 0,2-8 6 0,2 0 3 16,0-6 0-16,1-1 1 0,-12-5-1 0,14-2-1 0,1-7 1 0,1-3-7 0,-4-6 8 15,6 1-6-15,1-7 7 0,-1-1-3 0,2 15 14 16,-2-8-5 0,-2-5 8-16,2-4-3 0,0-2-3 0,1-6 3 15,-3-3-5-15,4 9-1 0,-2-29-1 0,4-2-2 0,-2-6 1 0,0-2 3 0,-2-9-3 16,2-4 1-16,-2-4-2 0,-3-3-2 0,1 0 3 15,-4-3-5-15,1 5 3 0,0 0-6 0,-3-1 3 16,3 1 3 0,-2 1 0-16,-1 1 0 0,-1-1-2 0,-2 1 1 0,-5 1-2 0,-7-4 3 15,27 5-3-15,-20 1 2 0,-8 2-1 0,-6 6 8 0,-3 10-2 0,-4 1 1 16,0 7-2-16,-2 2-6 0,8 2 11 0,-18 5-9 16,-4 3 9-16,1 1-14 15,-2 4 7 1,-1 5-3-16,-3 4 5 15,-1-18-7-15,-2 9-6 0,-4 7 6 0,-4 6-6 0,-1 9 1 0,-2 8 5 0,-10 7-5 16,0-19 5-16,-3 36 1 0,-6 5-4 0,8 4 5 0,5 4-5 0,2 5 4 0,11 0 5 0,4 0-7 0,6 1 5 16,3-5-18-16,9 5 10 0,4 3-4 0,4 3 5 15,7 7 0-15,3 2-8 0,-31 3 9 0,25 4-8 16,8-2 15-16,9-4-10 0,5-6-1 0,3-9-3 16,3-5 6-16,1-4-8 15,2-6 6-15,-15-4-6 16,28-5 8-16,4-7 13 0,0-4 3 0,6-10 3 0,1-1 10 0,2-8 3 0,0-3-3 15,2 20 2-15,-4-17-11 0,4-9 2 0,-2-9-4 0,-5-8 3 0,1-7-7 0,1 11 0 16,-1-30-4-16,1-1 0 0,-3-5-17 0,-3-2-16 16,-6-11-4-16,-1-10-7 0,-8-12-38 15,-8-14-80-15,-8-4-79 16</inkml:trace>
  <inkml:trace contextRef="#ctx0" brushRef="#br0" timeOffset="30454.52">17741 14688 839 0,'0'0'36'0,"0"-2"-3"0,0 0 12 16,0 0-7-16,0-1-6 0,2-16-24 0,2-1 9 15,3-1-2-15,3-1 2 0,1-2-15 0,2-4 2 16,0-4-3-16,-2 3 3 0,0-7 4 0,-2 8 3 16,-1 1-2-16,-3 4 1 0,-1 3-8 0,-2 1 17 15,0 5 0-15,-2-3 4 0,0 6-4 0,-2-2 7 16,0 5-7-16,0 5 7 0,-2-3-17 0,-5-1 0 0,-15-6-3 16,-6 1 2-16,-3 7-8 0,-8 5 10 0,-4 4-4 15,-3 7 5-15,-9 5-8 0,-1 5 10 0,4 1 5 16,2 4 1-16,8-15 9 0,3 24-11 0,-2 6 2 15,8 0-5-15,3 0-7 0,6 5-5 0,2-5-2 0,4 4-1 16,1-1-3-16,6 1 12 0,0 1-5 0,6 1 8 16,1 1-10-16,-18 0-5 0,11 1 8 0,7-1-6 15,6 0 4-15,4 4-3 0,5-2-4 0,6 0 2 16,0-1 0-16,4-3 5 0,1-1 0 0,2-4 2 16,-16-4-1-16,26-6 14 0,1-1-5 0,2-4 5 15,8-2-12-15,-4-2 14 0,4 1 2 0,-4-5 6 16,-2-1 17-16,7-2-13 0,1-4-5 0,-1-4-1 15,5-1-10-15,-7 18-4 0,5-11 1 0,3-9-3 0,0-4-8 16,2-8 1-16,8-3 3 0,-3-4-1 0,2-3 5 16,1-3-4-16,-6-1 0 0,-8-2 0 0,-3 15 12 0,-2-28-6 15,-8-4 2-15,2-4-5 0,-3-3-6 0,-8-4 13 16,-2-4-10-16,-5 2 10 0,0-3-6 0,-4 5-6 16,-4 0 8-16,-3 0-7 0,-3 4 5 0,22-1-4 15,-16 5 0-15,-9-1-1 0,-6 1-1 0,-5 3-3 16,-7-4 0-16,-5 1-1 0,16-10-3 0,-32-2 4 15,-8-2-4-15,-5 1 3 0,0 7-9 0,-5 0-1 16,5 5 8-16,0 2-7 0,-2 6-4 0,2 8-3 16,2 3-1-16,2 7 4 0,3 6 14 0,1 7-6 15,-1-18 2-15,-1 13-3 0,-1 11-2 0,-5 8 4 0,-2 6-3 16,2 11 3-16,-3-18 5 0,4 39-9 0,5 5 10 16,-2 8-8-16,3 2 7 0,6 4-5 0,0 2-1 15,6 0-1-15,5-2 7 0,4-4-4 0,2 0 1 16,5 3-1-16,4 1-1 0,5 5 6 0,5 2-1 15,-29 3 3-15,19 5-6 0,13-4 6 0,4-4-3 0,7-5 4 16,4-8-4-16,5-7-8 0,4-3-3 0,-16-8-5 16,35-1-31-16,7-4-49 0,11-7-6 0,17-8-30 15,9-12-169-15</inkml:trace>
  <inkml:trace contextRef="#ctx0" brushRef="#br0" timeOffset="34767.62">27515 11958 256 0,'0'0'-22'0,"0"0"18"15,-2 0 4-15,2 0 8 0,0 0 18 0,0 0-2 0,0 0-7 16,0 0-9-16,0 0 6 0,0 0 4 0,0 0 2 15,0 0 12-15,0 0-8 0,0 0 23 0,0 0 13 16,0 0-5-16,0 0 6 0,0 0-24 0,0 0 6 16,-2 0-1-16,1 0 3 0,-1 0-4 0,0 0-11 15,0 0-3-15,0 0-2 0,2 0-17 0,0 0 9 0,0 0-5 16,0 0 6-16,0 0-5 0,0 0 0 0,0 0 2 16,0 0-2-16,0 0 7 0,0 0 4 0,0 0-2 15,0 0 1-15,2 0-9 0,0 0 2 0,0 0-2 16,1 0 2-16,1 0 6 0,15-1-15 0,-5-3 9 0,-1 2-10 15,2-2 9-15,-2 1-15 0,4-1 2 0,-2 0-4 16,-2 2 2-16,2-1 0 0,0-1 3 0,1 2-1 16,3 0-2-16,-1 0 4 0,5 0-7 0,-1 1 6 15,4-1-3-15,4-2 0 0,3 2 2 0,6-2-1 16,0 1 0-16,9-1 1 0,6 0 0 0,2-1-1 16,0 1-6-16,-1-3 7 0,-3 1-2 0,-2 0 4 15,2 3-2-15,-5 1-3 0,-3 2 0 0,-1 0-1 16,0 0 5-16,-4 0 3 0,2 2 1 0,0 0-1 0,-1-1 0 15,7 1 1-15,1-2 0 0,-2 0 1 0,5 0 0 16,1 0 0-16,-2 0 0 0,0-3 0 0,0-3 3 16,-4-1-9-16,-1-1 2 0,1 3-3 0,-3-1 12 0,2 0-10 15,1-1 2-15,1 3-5 0,1 1 2 0,0-3-2 16,0 0 0-16,-5 3-2 0,3 1 0 0,-3 0 5 16,-2 2-2-16,5 0 4 0,-5 0-1 0,-2 0-8 15,0 0 8-15,-7 0-8 0,1 0 9 0,1 2-6 16,-3 0 0-16,1 0-3 0,-1-1 4 0,-1 1 0 15,0 2 4-15,1 0-2 0,1-2 8 0,-1-1-13 16,1 1 3-16,3-2-4 0,1 0 8 0,1 0 0 0,7 0-6 16,-5 0 2-16,-2-2 0 0,2 1 1 0,-5-1 2 15,-4-2-3-15,3 0 1 0,-5 1-1 0,-2-1 0 16,0 2-2-16,-4-2 2 0,-2 3 1 0,-1-3-1 16,-4 2 0-16,0 0 6 0,-2 0-2 0,-2 0 4 15,-2 2-5-15,0 0-3 0,1 0 0 0,-3 0 0 0,1 0 0 16,-1 0 0-16,-1 0 4 0,1 0-3 0,2-1 3 15,-1 1-7-15,1-2-1 0,0 0 4 0,-1 2-1 16,3-2 6-16,-2 0-2 0,0 0-6 0,1 0 3 16,-5 2-3-16,-1 0 3 0,2 0 5 0,-3 0-2 15,1 0-2-15,-2 0 4 0,0 0-7 0,1 0 5 16,1 0-2-16,0 0-2 0,-2 0 1 0,0 0-5 16,-1 0-2-16,1 0-10 0,0 0 6 0,0 0-8 0,-2 0 0 15,0 0 3-15,0 0-3 0,0 0 4 0,0 0 7 16,0 0 0-16,-2 0-3 0,0 0 0 0,2 0-16 15,0 0-19-15,0 0-14 0,0 0-8 0,0 0-103 0</inkml:trace>
  <inkml:trace contextRef="#ctx0" brushRef="#br0" timeOffset="35311.87">30983 11565 642 0,'-1'-2'27'0,"-1"0"48"16,0 0-39-16,0 0-21 0,0 1 8 0,0-1-12 16,0 0 8-16,1 0-18 0,-1 0 1 0,0 0-5 15,0 0 1-15,0 1 13 0,0-1 2 0,0 0 6 16,1 0 14-16,-1 0-19 0,0 0 5 0,0 0-10 15,2 1 5-15,0-1-5 0,0 0 8 0,0 2-6 16,0 0 9-16,0 0-10 0,0 0 0 0,0 0-3 16,0 0-8-16,0 0 8 0,0 0-12 0,0 0 12 0,0 0 0 15,0 2-7-15,0 0 10 0,0-1-10 0,0 1 1 16,2 2 4-16,0 0-4 0,0-1 5 0,1 9 4 0,20-3 1 16,-1 2 4-16,4 0-3 0,4-2 7 0,3 3-8 15,0-1-3-15,-1-4-1 0,7 2-7 0,-6-1 3 16,5 1-1-16,-5 0 2 0,-9 1-2 0,0-3 4 15,-2 1-1-15,-1-5-1 0,-3 3-4 0,-1 1 3 16,-8-1-3-16,1 1 2 0,-3 3-1 0,-1-5 6 16,-3-3-3-16,1 2 4 0,0-1-8 0,0 1 11 15,-1-2 2-15,1 2-1 0,-2-2-9 0,0 1 0 16,0 1-1-16,-1 0 1 0,1-1 4 0,-2 1 0 16,0 9-3-16,-3 2 2 0,-3 0-6 0,-5 1 3 0,3 3-3 15,-16-6 2-15,-4 4 3 0,2-1-1 0,-1-3 10 16,-3 2-7-16,2 2 4 0,-3-4 1 0,3 6-5 15,0-3 6-15,-2-1 6 0,2-4-13 0,2 0 9 16,0-3-11-16,6 1 0 0,-1 0 0 0,7 6-6 0,1-2 4 16,-2-3-11-16,5 1-22 0,1-6-9 0,4 3-9 15,1-3-75-15,-2 1-91 0,1 1-69 0</inkml:trace>
  <inkml:trace contextRef="#ctx0" brushRef="#br0" timeOffset="36081.89">28005 11515 608 0,'0'0'29'0,"0"0"1"15,0-2 2-15,0 0 0 0,0 0-9 0,0 0-6 16,0 0-13-16,2 1-1 0,0-1-2 0,0-2 10 0,0 2-1 15,0 0 5-15,-1 0-1 0,1 1 19 0,0-1-10 16,0 0 4-16,2 0-5 0,-2 0 17 0,-1 0-6 16,1 0 1-16,0 1-5 0,2-1-9 0,0 0-4 15,-1 0 5-15,1 0-6 0,0 0 3 0,-2 0 6 16,-1 1-7-16,1 1 6 0,-2 0-7 0,0 0-9 16,-2 1 8-16,1 1-10 0,-3 0-4 0,-24 17 4 15,2 3-1-15,-4 4 3 0,2-2-3 0,-3 2-3 16,-1 2-2-16,-1 0 1 0,-2-2 0 0,1 4 8 0,1-4-8 15,1 3 6-15,-1-1-13 0,5-4 12 0,-4-3-4 16,3-3 6-16,4 3-11 0,3-3 4 0,6 1 1 16,-1-4 2-16,2-4-2 0,8-4 5 0,-1 1-3 15,3-1 2-15,1-1-10 0,2-3 6 0,-2 3-1 16,4-4 4-16,-2 3 10 0,2 3-9 0,0-5 2 0,0 3-6 16,2 3-2-16,2-1 8 0,3 1-6 0,5 2 6 15,12 0-15-15,-2 0 5 0,4 6 3 0,-2-6 0 16,-2 2 10-16,2 0-9 0,1-3 3 0,-3-1-6 15,4 0 2-15,0 0 1 0,4-3 3 0,1 0-1 16,3-1 8-16,1-1-5 0,8 0 3 0,1-1-3 16,1 1-8-16,3 0 0 0,-9 18-8 0,2-7 4 15,-2-8-30-15,-4-1-33 0,-2-2-21 0,-5-1-10 0,0-1-130 16</inkml:trace>
  <inkml:trace contextRef="#ctx0" brushRef="#br0" timeOffset="36904.01">28475 10570 695 0,'0'0'39'16,"0"0"-3"-16,0-2 26 0,-2 0-1 0,0 0-7 16,0 0-25-16,1 0-19 0,-1 0-5 0,2 1-1 15,0 1 4-15,0 0 0 0,0 0 6 0,0 1-4 16,0 1 1-16,0 2 1 0,2 3-3 0,3 12 2 0,3 3-7 15,-1 2 7-15,0 1-3 0,3 2 5 0,-1-1-3 16,0 0-3-16,1 0 2 0,-3 0-4 0,0 4-5 16,1 0 0-16,-3 0-1 0,-1-1 1 0,-4-3-4 0,0-3 1 15,-2-5-5-15,-1-1 5 0,-1-2 3 0,-2-4-5 16,3-6 11-16,-1-1-9 0,-2 0 19 0,-9 1-9 16,1-3-6-16,1-4 0 0,1-3-1 0,1 1-8 15,0-24 8-15,2-5-7 0,1-2-6 0,5-1 6 16,1-1-4-16,0 2 6 0,-18 0 6 0,8 1-3 15,9 3 3-15,3 1-2 0,2 2 3 0,1 2 2 16,3-2-2-16,-1 4 3 0,5-2 5 0,-1 2-3 16,2 0 4-16,2-4-4 0,0 4 0 0,2 0 7 15,0 3-6-15,-4 3 5 0,21-3-13 0,1 1 5 0,6-1-3 16,4-1 3-16,1 4-5 0,5 3 5 0,-3 4-3 16,-3 5 2-16,-1 2-8 0,-3-16 1 0,-9 12-3 15,-2 8 2-15,-10 2 4 0,-5 4 5 16,0 3 5-16,-1 6-1 0,2 17 6 0,-6 1-4 0,-8 0 3 0,-11 1-2 15,-6-3 2-15,4-1-6 0,-20-4 0 0,-8-2-1 16,0 0-4-16,-4-3-1 0,1-1-2 0,7-1 3 16,1-4-1-16,9 1 0 0,1-3 0 0,3-2 0 15,7 1 4-15,1-5 0 0,4 0 0 0,3-1-1 16,4-4-6-16,3 0-3 0,1 0 0 0,0-1 1 16,0 1 3-16,0 0-4 0,0 0 5 0,0 0-3 0,-2 2 10 15,2-3-12-15,0 3 3 0,0-2-5 0,2 2 13 16,-1-1-8-16,16 1 1 0,9 0-4 0,4 1 4 15,1 1 5-15,5 1-7 0,-3 1 6 0,-3 1-4 0,-4 0 0 16,-8 3 2-16,3 1-2 0,-1-2 0 0,-5 4 2 16,-2-2 0-16,-6 3 1 0,6 3-2 0,-5-1 2 15,-1 1-1-15,-3-2 0 0,7 1 3 0,-3 1 2 16,-7-1 6-16,-1 1-3 0,-5 1 13 0,-3-1-13 16,-1-6 0-16,-6 4-4 0,-16-2 0 0,-12-2 2 15,0 3-2-15,3-1 0 0,-3-6-8 0,6 1 4 16,0-1-4-16,1-3 4 0,7-1 1 0,3-3-16 15,3 0 2-15,3 2-11 0,3-1-23 0,4 6-62 0,2-1 0 16,7-6-27-16,1 0-59 0</inkml:trace>
  <inkml:trace contextRef="#ctx0" brushRef="#br0" timeOffset="37561.01">29359 10588 859 0,'0'-2'31'15,"-2"0"-5"-15,0 1 18 0,0-3 6 0,0 0-11 0,1 0-25 16,-3 1-7-16,2-1 2 0,0 0-4 0,0 1-8 16,0 1 3-16,1 0-6 0,-1 0 6 0,0 0 0 0,0 0 0 15,0 0 2-15,0 2-1 0,0 0 1 0,1 0 7 16,1 0-5-16,0 2 5 0,0 0-4 0,0 0 6 15,0 2 0-15,0-2 1 0,0 11-4 0,0 0-3 16,0 3 3-16,0-1-4 0,0 4-3 0,1-1 9 16,1 3-7-16,0-1 6 0,0 1-8 0,0-1 10 15,0 2-6-15,0-3 6 0,-1 3-15 0,-1-3 7 16,2-1 3-16,0-3 2 0,-2-2-1 0,0-5-2 16,2 1 0-16,-2-5 1 0,0-1 4 0,2 1 8 15,0 0-3-15,0-1 6 0,-1-1 4 0,1 0-8 0,2-2 1 16,3-2-6-16,8-5-3 0,2 1-3 0,2-22 0 15,-3-1-2-15,6-1-3 0,1 0-2 0,-3-1 6 16,-1 1-5-16,1 2 7 0,1 0-6 0,-1 4-1 16,-1 4-1-16,-6 3 6 0,-6 4-3 0,-1 4-3 15,-3-1 0-15,3 5-7 0,-1 1-7 0,1 0 6 0,0 3-5 16,-5 1 19-16,3 0-10 0,0 0 6 0,-2 0-7 16,0 0 12-16,1 3-10 0,3 5 4 0,5 14-6 15,-4 0 11-15,1 2-2 0,-3 1-3 0,-3-3 1 16,0 2-6-16,-2-2 3 0,2-1 1 0,2 1 1 15,1-2 4-15,3 1-7 0,1-3 4 0,2-1-4 0,-2 0 5 16,10-8 1-16,-2 4-1 0,-1-4 1 0,5 3 1 16,-3-5-3-16,1-1 3 0,0 7-3 0,-5-6-1 15,5 0 7-15,-2-3-7 0,-2-2 8 0,1-2-4 0,1-2-3 16,2-3 6-16,1-3-6 0,-1-3 13 0,-3 0-14 16,1-4 8-16,1-13-9 0,-1 0 8 0,0-3-1 15,-2-1-3-15,-2-1 1 0,-2 1-4 0,-2 1 9 16,-3-3-2-16,-3 4 4 0,16-1-9 0,-8 1 4 15,-5 2 0-15,-4-5 2 0,-2 0 3 0,-4 1-7 16,-5-1 4-16,-1 7-5 0,-1 3 3 0,-2-1-6 16,4 7 0-16,1 6-2 0,3-2-17 0,-6 8-33 15,-4-1-8-15,2-3-13 0,2 1-81 0,-4 3-246 0</inkml:trace>
  <inkml:trace contextRef="#ctx0" brushRef="#br0" timeOffset="39357.56">13829 13327 66 0,'0'0'40'0,"0"0"-4"0,0 0 16 0,0 0 5 0,-2 0-11 15,0 0-2-15,1 0-18 0,-1 0-4 0,0 0-3 16,0 0-1-16,2 0-11 0,0 0 8 0,0 0-7 16,0 0 16-16,0 0-6 0,0 0 7 0,0 0-6 15,0 0 21-15,0 0-9 0,0 0 6 0,0 0-6 0,0 0 4 16,0 0-10-16,0 0-6 0,0 0 0 0,0 0-19 16,0 0 14-16,0 0-6 0,0 0 9 0,0 0-8 15,0 0-8-15,0 0 4 0,2 0-5 0,0 0 3 0,0 0 1 16,-1 0 4-16,3 0-2 0,0 0 7 0,3 0-1 15,8 0 0-15,6 0 0 0,-1 0 3 0,4 0-5 16,6-2 1-16,5 0-2 0,0-2-6 0,10 1 5 16,5-1-8-16,6 0 5 0,3 1-12 0,2-1 14 15,-1 0-6-15,-1 0 8 0,-5 3-12 0,-4-3 4 16,0 0 5-16,2-1-1 0,0 1 8 0,6-2-1 16,5 1-1-16,6-1-1 0,7 2-4 0,2 1-6 0,2 1-1 15,-8 0-1-15,-5 0-2 0,-4 2 9 16,-5 0-2-16,-6 0 4 0,5 0-7 0,1 2-4 15,3 2 5-15,6-1-2 0,3 3 8 0,3-2-6 0,-1-1-4 16,-3 1 0-16,-8-2 10 0,-1 0-7 0,-7-2 4 16,1 0-7-16,2-2 3 0,3-2 6 0,5-1-4 15,8-1 3-15,-3 1-9 0,5-3 8 0,0 1 3 0,-7-1-1 16,2 1-8-16,-15 1 9 0,-2-1-7 0,-6-1 8 16,-1 3-6-16,-6 1-5 0,0 0 6 0,-4 1-6 15,-4 1 9-15,1 0-4 0,-2 2-3 0,-4 0 1 16,-2 0 5-16,-4 0-6 0,4 0 11 0,-7 0-10 15,-4 0 12-15,-4 0-7 0,-1 0 3 0,-4 0-3 16,-1 0 11-16,1 0-4 0,0 0-2 0,-1 0-1 16,1 0 0-16,0 0-4 0,-2 0 6 0,0 0-4 0,-1 0 10 15,1 0-17-15,0 0 1 0,0 0-6 0,-2-2-2 16,0 0-31-16,0 0 3 0,-2 1-17 0,0-1-34 0,0 0-59 16,1 2-15-16,-14-4-19 0,-4-1-99 0</inkml:trace>
  <inkml:trace contextRef="#ctx0" brushRef="#br0" timeOffset="39702.9">17242 12909 607 0,'-2'0'45'0,"0"-2"-5"0,-2 0 19 0,-1 1 7 16,-4-5-16-16,-1 2-13 0,1-1-16 0,3 3-2 15,1 0-6-15,1 0-8 0,2 2-10 0,0 0-3 0,-1-2-2 16,-1 0 3-16,0 2 2 0,2 0 0 0,1 0-1 16,-1 0 4-16,0 2 2 0,0 0 4 0,2 2 0 15,0 0 6-15,0 3 2 0,6 8 3 0,-1-2-1 16,3-2 13-16,1 0-13 0,11 0 2 0,8 2-7 16,-4-3-5-16,8 3 6 0,-4-4 0 0,0 2 2 15,-3 0-8-15,3 2 5 0,4-2-5 0,-6 0 6 0,-4-1 1 16,-1-1-8-16,-7 0 8 0,1 0-9 0,-2-1 2 15,-2 1 3-15,-1 0 0 0,-5 1 3 0,-3-3 12 16,0 2-5-16,5 1 4 0,1 1-2 0,-4-2 12 0,-3 4-13 16,-1 0 6-16,-3 2-7 0,-7 2 5 15,-4-2-11-15,-27 3-5 0,-4 4 0 0,-5 1-11 16,-11 1-34-16,0 0-16 0,-6 4-14 0,0 3-122 0</inkml:trace>
  <inkml:trace contextRef="#ctx0" brushRef="#br0" timeOffset="40354.47">13900 13221 283 0,'0'0'35'0,"0"-2"33"0,0 0-22 0,0 0-9 15,0 1-14-15,0-1 7 0,0 0-16 0,0-2-3 16,2 0 9-16,-1 1-7 0,-1-1 4 0,2-2-5 16,0 3-1-16,0-1 2 0,-2 2 18 0,0 0 29 15,0 0 1-15,0 1 10 0,2-3 11 0,0 0-22 16,0 0-1-16,-1 3-10 0,1-1-32 0,0 0 0 15,0 0-5-15,0 0 3 0,-2 0-12 0,0 0-2 0,0 2 0 16,-2 0-1-16,0 0 4 0,0 0 3 0,0 0-5 16,-14 6 4-16,-1 1-1 0,-3 3-6 0,-5-1 5 15,3 0-6-15,2-1 7 0,-1-1 0 0,1 1-5 0,-1-1 4 16,-1 0-3-16,2 1-5 0,3-3 8 0,4-1-7 16,4 0 5-16,-1 0-2 0,5-3-4 0,1 1 2 15,-3 2 5-15,5-4-3 0,-2 4-6 0,0-1 1 16,1 1-9-16,-1 5 8 0,0 4 6 0,2 2-1 15,1 4 6-15,1-2-9 0,1-1 3 0,5 7-4 16,1-3 12-16,1 0-7 0,1 1 7 0,0-4-6 0,3 1 18 16,-5-5-11-16,-5 2 0 0,16-4-3 0,1-3 1 15,3 5-2-15,-3-4 5 0,3 0-4 0,4-1-5 16,0-5 7-16,4-1-12 0,1 17 6 0,3-8-36 16,3-6-78-16,2-1-31 0</inkml:trace>
  <inkml:trace contextRef="#ctx0" brushRef="#br0" timeOffset="41592.17">14962 12222 98 0,'0'0'23'0,"0"0"-4"0,0 0 14 0,0 0 8 16,0 0-7-16,0-2 18 0,0 0-14 0,-2 1 6 0,0-1-10 15,0 0-6-15,0 0-6 0,0 0-4 16,1 0 1-16,1 0-3 0,0 1 9 0,0-3-5 0,0 0 4 16,0 0-18-16,0 1 9 0,0-3-7 0,0 2 7 15,0-1-5-15,0 1 6 0,0 0-1 0,0 1 1 16,0-1-3-16,0 0-6 0,0 2 4 0,0 1-6 16,0-1-2-16,0 0 18 0,0 0-7 0,0 2 10 15,0 0-16-15,0 2 4 0,0 2-5 0,0 1 4 0,1 17-2 16,-1 1-2-16,0 1-1 0,0 0 0 0,0 2-5 15,-1 2-2-15,-1 0 8 0,-2 1-6 0,-2-1 9 16,-1 0-1-16,1-2-9 0,1 0 7 0,-1-2-2 16,1-3-3-16,-1-1 5 0,2-5-6 0,1-2 8 0,-1 0-8 15,2-6 3-15,0-1-4 0,2-2 7 0,-2-1-2 16,1 1-5-16,-1-2-1 0,0 0-40 0,0 0-45 16,2-1-11-16,0-1-16 0,0 0-79 0</inkml:trace>
  <inkml:trace contextRef="#ctx0" brushRef="#br0" timeOffset="42108.29">14893 12217 569 0,'0'0'28'15,"0"-2"1"-15,0 0 15 0,-2 0-10 0,0-2 0 16,0 1-19-16,2-1 0 0,0-4 0 0,0-3-1 15,0 4-7-15,4-6-3 0,4 0 5 0,-5 0-2 16,25-2 8-16,2 2 1 0,3 2-4 0,6 3 3 16,-2-1-11-16,-3 4 1 0,-4 1-5 0,-4-13 5 15,-4 10 0-15,-2 5 4 0,-7 2 2 0,-2 2-1 0,-1 1 6 16,-8-3 7-16,1 6-3 0,10 13 2 0,-5-1-11 16,-5 3 8-16,-3-3 0 0,-3 1 2 0,-5-1-14 15,-3-1 9-15,2 2-5 0,-21-3 5 0,4 1-14 16,-5 0 4-16,-7-2-6 0,9-1 5 0,-8 1-5 0,16-2 4 15,6 2-4-15,2-2 2 0,6-2-10 0,1-3 0 16,4 1 4-16,-1-3-3 0,1-1 1 0,0 1 6 16,2-1-4-16,0-1 5 0,2 0-1 0,11-2 3 15,22 1-2-15,4 20 1 0,4-9 1 0,-2-6 0 16,-8-5 4-16,1-1-6 0,-5 0 1 0,-1 0 3 16,0-2-4-16,-6 0 3 0,1 2-2 0,-9 0-1 15,1 0 3-15,-5-1-4 0,-3 1-1 0,-1 0 7 0,-5-2 1 16,3 2 4-16,0 0 10 0,-2 0-5 0,0 1-2 15,-2 1-1-15,0 4 2 0,-6 8-8 0,-5 1 7 16,0 5-7-16,-23-3 20 0,-5-1-10 0,-5-1-1 16,-3 0-3-16,1-4-1 0,-2 7 2 0,3-3 1 15,4-2-2-15,2 0-13 0,6-8 4 0,5 2-3 0,6-1 4 16,5-4-9-16,8-3-19 0,1 5-6 0,4-4-6 16,1 0-33-16,-1 1-50 0,0-1 12 0,2 0-22 15,1-2 23-15,1 0-19 0,1-2-5 0</inkml:trace>
  <inkml:trace contextRef="#ctx0" brushRef="#br0" timeOffset="42730.71">15532 12187 600 0,'0'0'32'0,"-2"-2"29"15,0 0 23-15,0 0 11 0,0 0-32 0,-1 1-22 16,-1-3-2-16,0 0-8 0,2 0-23 0,0 1 6 15,-1-1-4-15,1 0 5 0,0 1-7 0,0-1-1 16,0 2-3-16,0 0 1 0,1 0-3 0,-1 0-3 16,0 1 1-16,0-1-2 0,0 0 6 0,0 0-4 15,0 2 2-15,1 0-2 0,-1 0 8 0,2 2-5 16,0 0 0-16,0 0-2 0,-2 22 8 0,0 2-8 0,0 5 7 16,0 1-8-16,0-1 1 0,-1 7 1 0,1-3 0 15,-2 2 1-15,2-2 5 0,1-1-9 0,-1-3 0 16,0 1-5-16,0-3 6 0,2-6 0 0,0-1 1 15,0-3 0-15,0-5 8 0,0-1-11 0,2-1 7 0,0-3-8 16,-2-2 8-16,0-3 9 0,0-2-5 0,2 2 7 16,-1-1-2-16,1-1 2 0,0 0-5 0,0-2 2 15,2 0-17-15,-1-2 4 0,-1-5 1 0,11-23 2 16,0-2 1-16,2-1 5 0,0 3-10 0,-2 2 6 16,0-1-8-16,0 3 3 0,-2 2 1 0,0 1-1 15,-2 5-4-15,-1 3 10 0,-4 2-6 0,1 2 7 0,-3 2-12 16,2 3 5-16,1 0-2 0,-1 3 2 0,3-3 0 15,-5 6-10-15,2-2 3 0,2-1-6 0,3-1 8 16,-4 2 0-16,1 2 4 0,-2 0-3 0,1 2 2 16,-1 0 0-16,5 0 1 0,-3 18-1 0,-1 2-1 0,8 1 0 15,4-5 3-15,-4 1 0 0,2-3 0 0,-4-3 3 16,-3 0-7-16,3-2 5 0,4-1-5 0,1-3 9 16,1-3-3-16,5-2 5 0,1 13-6 0,1-4 4 15,-2-6 0-15,0-1 0 0,-1-4-5 0,-3-2 4 16,3-2-1-16,-3-1 3 0,1-3 5 0,-2-1-2 15,-1-2-1-15,-1 0-1 0,-2 7-1 0,-2-16 3 16,2-3-5-16,-4-1 4 0,1 0-4 0,-5-2 18 0,1 0 4 16,12-2 2-16,-5-1-1 0,-5 1 0 0,-3-7-2 15,-3-1 2-15,-2-1-2 0,0-4-10 0,-3 4 1 16,-3-2-5-16,0 4-9 0,1 0 4 0,-3-1-3 16,1 3 4-16,0-1-7 0,1 5-26 0,0 1-6 15,3 2-13-15,-1 2-70 0,0 3-130 0</inkml:trace>
  <inkml:trace contextRef="#ctx0" brushRef="#br0" timeOffset="44880.79">31464 10573 256 0,'0'0'11'0,"0"0"7"0,0 0 13 0,0 0-3 16,0 0-9-16,0 0-16 0,0 0-10 0,0 0 7 15,0 0-6-15,0 0 13 0,0 0-5 0,0 0-4 16,0 0 1-16,0 0-4 0,0 0 17 0,0 0 1 15,0 0 7-15,0 0 0 0,0 0 7 0,-2 0-3 16,1 0 4-16,-1 0-11 0,0 0-2 0,0 0 6 0,0 0-2 16,0 0 17-16,0 0 9 0,1 0-3 0,-1 0 4 15,0 0-8-15,0 0 9 0,0-2-14 0,0 1 11 16,0-1-14-16,1 0-9 0,-1 0 13 0,0 0-13 16,0 0-3-16,0 0 9 0,0 1-12 0,0-1 11 0,1 0-19 15,-1 0 1-15,0 0-3 0,0 0 2 0,-2 0 2 16,1 1 3-16,-5 1 1 0,-12-2-1 0,-3 2-8 15,5 2 9-15,-2 1-9 0,-1 1 8 0,1 2-9 16,-3 1-3-16,-1 2 11 0,9-3-7 0,-1 1 10 0,-1 3-16 16,4-3 6-16,2 0-7 0,2-1 14 0,1 0-14 15,3-3 2-15,-1 8-6 0,2 1 5 0,1 1 2 16,1 0-2-16,-2 0 3 0,2-2 10 0,-7 0-11 16,1 2 3-16,5-4-6 0,-1 2 4 0,2 0 1 15,2-3 2-15,0 1 0 0,0-3 12 0,0 1-12 16,2-1 5-16,0-1-6 0,0 1 13 0,0-2-1 15,12 7 1-15,7 0-1 0,1-2-2 0,-1-5-6 16,1 0 6-16,2-4-7 0,2 0-5 0,0-4 7 16,-2-2-3-16,-2-1 6 0,3-2-1 0,-7-1-4 0,-1 3 0 15,-4-1-1-15,-4 3-1 0,0 1 2 0,-5-11 1 16,-2 0 0-16,0-1-1 0,9-1 2 0,-4 2-1 16,-3 2 2-16,-2 0-7 0,-2 2-1 0,-2 0-1 0,0 5 0 15,-2 1-3-15,-12 1 4 0,-8-13-3 0,-4 6 2 16,0 6-3-16,-4 3 1 0,-1 2 2 0,1 5-1 15,-3 5-7-15,5-1 9 0,4 2-3 0,-1 2 5 16,8-4-3-16,2 1-5 0,4-1 2 0,4-2-1 16,0-1 5-16,5 5 0 0,-2 4 3 0,3-4-2 15,1 2-7-15,-7-2 8 0,1 0-6 0,3 2 8 0,1 0-5 16,2 0-1-16,0 0 1 0,2 0 1 0,0-3 5 16,2 1-4-16,2-2 0 0,-2-5-1 0,3 5 6 15,-1-3-6-15,1-3 3 0,10 8-4 0,2-1 0 16,3-3 5-16,1-5 1 0,3-2 1 0,-4-4-6 0,3-3 9 15,5-8-8-15,-6 0 8 0,4 2-12 0,-2-15 13 16,-2 0-5-16,1 1 7 0,-5 2-13 0,-5 3 8 16,-2 4 4-16,-7 3 0 0,5 4 1 0,-3 1-1 15,-3 3 1-15,-1-1 0 0,-2 3-1 0,0-1-16 16,0 3-1-16,0 1-5 0,-3-2-5 0,-25-13-7 16,-2 8-8-16,0 5-1 0,-5 4-31 0,5 0-40 15,-1 4-13-15,-3 2-12 0,8-1-57 0,6-1-18 16,1 1 5-16</inkml:trace>
  <inkml:trace contextRef="#ctx0" brushRef="#br0" timeOffset="45675.06">31440 10321 434 0,'0'-2'22'0,"0"0"-6"15,0 0-2-15,-5-16 4 0,-1-1-15 0,4 2-16 16,2 6-34-16,0 0 2 0,0 2-14 0,0 3-6 0,0 3 30 16,0-1 9-16,0 0 10 0,0 2 48 0,0 0 45 15,0-1-7-15,-2-1 18 0,0 0-14 0,-1 1 10 16,-10-5-8-16,-8-1 8 0,3 3-21 0,-8 1-24 15,7 1 5-15,-3 4-12 0,-4 0-8 0,6 0-11 16,-3 4 0-16,1 3-3 0,2 2-5 0,-3 4 2 16,-1 2-7-16,6-2 4 0,-3-2-4 0,3 10-2 15,1 3 6-15,4 6-4 0,0-2 9 0,4 1-9 16,-1 3 2-16,1-6-3 0,-2-2 2 0,2 2 1 0,-3 0-3 16,5-2 1-16,0 2-3 0,1-2 8 0,-1 2-6 15,3-2 6-15,0 0-7 0,-1 2 5 0,1-1 2 16,0 1 1-16,0 0 0 0,3 0-6 0,-1 0 2 15,-15 0-4-15,4 1 7 0,6 1-2 0,3 2 7 0,4 3-5 16,0-1 4-16,2-2 3 0,1-4-9 0,3 2 7 16,1 1-9-16,1-5 2 0,3 8 0 0,-2-8 1 15,1-2 11-15,1 2-9 0,0-5 4 0,2 1-6 16,-9-1-8-16,16-2 7 0,-1-2-2 0,3-2 6 16,-4-2-2-16,5-2-3 0,-7-2 5 0,5 1-3 15,-1-3 9-15,1-1-3 0,3-2 1 0,-6 11 0 16,5-2 5-16,3-3-4 0,0-7-2 0,2-1-1 15,3-1-11-15,1-7 7 0,3-3 1 0,2-4 3 0,-2-3-3 16,2 16-2-16,1-30-4 0,-1 1 4 0,0 5-6 0,-4-8 5 16,-1 8-5-16,-2-3 5 0,-1-7-2 0,-3 7 3 15,0-7 2-15,2 5-1 0,-4 1 0 0,-1 0-5 16,-3 2 3-16,-3 1-3 0,-2 2 15 0,-2 3-15 16,-4 0 10-16,0 1-11 0,-1-1 9 0,-3 2-3 15,6-1-4-15,-7-1 2 0,-2 2-1 0,0-1 0 16,12-1-1-16,-4 0 1 0,-5-3 4 0,-3-2-7 15,-2-5 3-15,-4-1-5 0,-1-6 11 0,-4-2-7 16,1 0 2-16,-3-2-3 0,0 6 2 0,0 2 0 16,-4-2-1-16,2 7-1 0,0 2-4 0,0 4 6 0,0 4-6 15,0-1 6-15,9 4-1 0,-11 4-1 0,1 2 0 16,-3 4-2-16,4-2-4 0,0 3 5 0,-2 2 1 16,0 2-1-16,-2-9 1 0,-1 0 1 0,1 6 0 15,-1 1 0-15,-1 4 4 0,-1 0-9 0,-1 4 5 0,1 3-6 16,-1 2 5-16,3 2-11 0,1 1-1 0,4-3-5 15,-2 13-25-15,4 2-74 0,0 2-35 0,-2 2-33 16,0 6-319-16</inkml:trace>
  <inkml:trace contextRef="#ctx0" brushRef="#br0" timeOffset="46952.03">17847 11595 45 0,'0'0'0'15,"0"0"18"-15,0-2 7 0,0 0 13 0,0 0 11 0,-2 0-12 16,0-2 2-16,1 1 4 0,1 1-12 16,-4-6 10-16,0 1-3 0,-1 0 12 0,-1-1 6 0,-7 3 0 15,-2-1 16-15,0 0-16 0,-1 3 3 0,1 1-7 16,0 0-1-16,-2-9-22 0,2 2 4 0,-3 1-11 16,-1 3-6-16,-1 1-5 0,1 2-3 0,2 2 2 15,-5 0-4-15,0 2 8 0,-2 2-2 0,0 1 4 16,-1 1-5-16,5-3 1 0,3 1 1 0,-1 2-1 15,3-3-4-15,-4 5 3 0,1-1 0 0,3-1 3 16,4-1 4-16,0 1-12 0,-2 1 0 0,2 3-3 0,-1-3 9 16,3 14-13-16,2-1 5 0,-4 6-7 0,1 0 10 15,1 4-6-15,3 1-1 0,5 5-2 0,-1-3 0 0,-19 0 2 16,10 1 1-16,6-6-1 0,1 1-2 0,4-3 9 16,2 0-2-16,1 0 5 0,5-7 1 0,-1-1-7 15,4 5 4-15,-3-8-6 0,3 3 0 0,-2 1 6 16,21-4-6-16,-4-1 5 0,-2 1-10 0,2-2 12 15,0 0-4-15,4-3 8 0,5-1-3 0,-2-4 0 16,-5 1 2-16,0-4-3 0,2 0 6 0,-4 14-8 16,2-4 4-16,1-9-7 0,1-3 0 0,-4 0 11 15,6-5-7-15,1-6 7 0,-1-2-13 0,3-6 7 0,2-1 4 16,0 14-1-16,-1-27-2 0,-3-3 5 0,-2-5-6 16,-5-5 7-16,0 0 7 0,-5-3-13 0,-3 1 9 15,-5 2-11-15,-1 1 7 0,-7 2 2 0,-3 3 0 16,17 4 2-16,-8 1 2 0,-8 5 10 0,-3 2-5 15,-1 2 6-15,-5 4-7 0,-5 0-7 0,-2 3 3 0,0 4-6 16,-17 1-8-16,-1 2-14 0,-7 1-9 0,1 2-3 16,-3 3-23-16,2 5-33 0,3-1-8 0,-4-19-17 15,4 12-110-15</inkml:trace>
  <inkml:trace contextRef="#ctx0" brushRef="#br0" timeOffset="47888.35">13829 11541 73 0,'0'0'13'0,"0"0"-3"0,-2-2 12 15,0 0 4-15,1 0-5 0,-1 0-11 0,0 0 2 0,-2 1 3 16,-1-3 3-16,-7-4 27 0,-1-1-2 0,0 0 3 15,-1 0-2-15,2 1 11 0,3 3-6 0,0-1-1 0,-4-1-4 16,2 1-14-16,5 4-15 0,-3-2 3 16,7 4-6-16,-7-3 9 0,-2-1-13 0,1 2 0 0,3 2-6 15,-1 0 1-15,-6 0 5 0,1 0 4 0,-10 4-2 16,5 0 2-16,-4 1-3 0,-1 3 10 0,3-1-6 16,-1 0 18-16,-3 5-5 0,4-3-4 0,1 0 1 15,-3 2-6-15,7-1-6 0,0 1-1 0,6-4-2 16,0 14-12-16,3-1 2 0,1 4 3 0,-3 2-1 15,6 4-2-15,0 3 6 0,1 4-11 0,-1 1 10 16,-21 0-4-16,9 5-3 0,6-2 5 0,3 4-3 0,3-5 2 16,2 1 0-16,0-4 0 0,0-7 2 0,0 0 5 15,2-4-7-15,1-2 10 0,3-4-8 0,1 1 5 0,3-3 6 16,1 1-8-16,0-2 9 0,0-1-14 0,15-3 15 16,0 0-5-16,4 0 7 0,1-3-15 0,5-1 10 15,-7-3-3-15,1-5 5 0,3 1-2 0,-3 17 5 16,2-10-7-16,-1-7 6 0,-3-4-10 0,-6-2 11 15,1-3 2-15,-3-4 3 0,-1-2 14 0,1 4-14 16,-1-21 5-16,1-2-8 0,-1-1-2 0,-1-2-5 16,1-6 4-16,-1-4-2 0,1-1 10 0,-4-4-13 15,1-2 0-15,-3 3-3 0,0-3 2 0,-1 2 0 0,-5 6 0 16,17-3 0-16,-11 3 9 0,-9 3 1 0,-4-2-1 16,-6 2-1-16,-7 0-2 0,-5 1 2 0,16 4-2 15,-35 1 0-15,-2 2-19 0,-6 10-25 0,-9 3-1 16,-13 12-11-16,-14 7-41 0,-20-22-75 0,-6 36-152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10:32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6874 4589 45 0,'0'0'0'0,"0"0"32"0,0 0 11 0,0-2 38 0,0 0 8 16,-2 1-12-16,0-1-1 0,2 0-42 0,0 0 10 15,0 0-15-15,0-2-2 0,0 1 4 0,0-1-7 0,0 0 7 16,0 1 3-16,0-1-3 0,0 0 2 0,0 2-5 15,0 0-10-15,0 1-5 0,0-1 0 0,0 0 0 16,0 0 10-16,0 2-10 0,0 0 5 0,0 2-7 16,0 0 13-16,0 1-14 0,0 16 3 0,0 5-8 15,2 4-8-15,-2-2 7 0,0-2-4 0,2-3 7 16,0-3-1-16,0 1 0 0,-2-4 5 0,0 1-4 16,0-3 5-16,0-2 3 0,1 1-1 0,1-1 4 0,0-2 4 15,0 0-3-15,0-1-2 0,0 1-1 0,0-2-12 16,-1-1 3-16,1-1-1 0,0-1 3 0,-2-2 3 15,4 2-6-15,0-1 2 0,-3-3-2 0,11 8 14 0,1-3 0 16,0-1-3-16,1-4 1 0,1 0 1 0,2-4-10 16,3-3 3-16,3-4-6 0,1-4 5 0,4 6-5 15,3-21 4-15,8-1-4 0,6-7 8 0,1 3 1 16,2-9 0-16,-3-3-1 0,5 3-10 0,0 3 0 16,2 0 2-16,-3 6 0 0,-9-1 6 0,-4 5-6 15,-3 1-1-15,-5 8-1 0,0-1-2 0,-6 5 0 16,-1 3-2-16,-5 2 0 0,1 4 2 0,0-1 0 15,-4 3 7-15,0 3-4 0,-4-1 11 0,-3 1-4 0,-1 2-4 16,1 0 2-16,-3 0 3 0,1 1-8 0,0-1 5 16,-1 0-7-16,1 0-1 0,-2 2-2 0,4-4 2 15,-3 1-1-15,1-1 0 0,0 2-13 0,-1 0-10 0,1 0-2 16,0 0-43-16,-2 1-228 0</inkml:trace>
  <inkml:trace contextRef="#ctx0" brushRef="#br0" timeOffset="2832.25">9128 7202 69 0,'0'0'0'16,"-2"0"8"-16,0 0 100 0,0 0-10 0,-1 0 11 15,-8 0-31-15,-4 0-13 0,-2 0-22 0,4 0 6 0,0-2-8 16,-2 0 6-16,0 0-4 0,0 0 0 0,2 0-1 16,-1-1 1-16,-5-1-8 0,0 0 2 0,3 2-5 15,-1 0 2-15,0 2-15 0,4 0 0 0,-3 0-4 16,-1 0 1-16,4 0-6 0,-2 0-3 0,4 0 0 15,3 0 0-15,1 0-6 0,3 0 9 0,1 0-9 16,-1 0 0-16,0 2 1 0,0 0 1 0,3 0 1 16,-1 0 5-16,0 0 11 0,2 0-7 0,0-1 8 0,2 1-12 15,0 0 0-15,7 2 4 0,28 9-3 0,-2-6 2 16,4-1-5-16,4-2 0 0,-4-4 0 0,6 0 7 16,-1 0-14-16,-1 0 3 0,-2 0-4 0,1-2 7 0,-1 2-2 15,4 0-1-15,5 0-2 0,2 3 2 0,7 3-5 16,3 1 6-16,1 1-5 0,4-1 10 0,-2 1-13 15,-1 1 6-15,-6-2-8 0,-8 1 16 0,-7-3-11 16,-6-1-2-16,0 2-2 0,0-1 11 0,-3-1-2 16,1 0 3-16,-2-1-5 0,1-1-6 0,-3 0 6 15,1-2-1-15,-2 0 4 0,-2 0 4 0,-4 0-9 16,4 0 11-16,-8 0-9 0,2 0 19 0,-5 0-5 0,-8 0 2 16,-5 0 1-16,0 0 23 0,-3 0-5 0,3 0-1 15,0 0-2-15,-2 0-5 0,0 0-4 0,-1 0-1 16,1 0-2-16,0 0-3 0,-2 0-13 0,0 0-2 15,-2 2-2-15,0 0 0 0,1 0-10 0,-3 0 6 0,0-1-12 16,0 1-25-16,1 0-174 0,-1 0-20 0</inkml:trace>
  <inkml:trace contextRef="#ctx0" brushRef="#br0" timeOffset="3946.77">13695 7166 60 0,'0'0'24'0,"-1"0"32"0,-1 0-3 0,0 0 5 15,0 0 5-15,0 0-4 0,-2 0-12 0,1 0 8 16,-1 0-2-16,0 0 7 0,-3 0 5 0,1 0-7 0,1 0-6 16,-1 0 0-16,-3 2-13 0,-6 0-7 0,8-2 7 15,1 0-7-15,0 0-1 0,3 2 1 0,-3-2-13 16,4 0 9-16,-1 0-11 0,-1 0-1 0,0 2 4 15,0-2-6-15,3 0 0 0,-1 0-19 0,0 2 7 16,0-1-9-16,0-1 11 0,2 0 8 0,0 0-7 0,2 0 6 16,2 0-14-16,9 0 2 0,16 0-1 0,7 0 2 15,-1-1 0-15,4-5 0 0,2 0 5 0,2 1-4 16,3-3-6-16,8 1 7 0,9 0-7 0,9-3 8 16,8 7-8-16,7-3 2 0,1 0 2 0,-5 1 1 15,-8 1 3-15,-9 0 2 0,-2 1-6 0,-3 1 2 16,0 2-2-16,6-2 5 0,2 0-2 0,5 2 4 0,-2 0-3 15,-1 0-5-15,-8 0 8 0,-9 0-7 0,-2 0 5 16,-17-2 4-16,-1 0-6 0,-7 1 5 0,-2 1-7 16,-5 0 3-16,-1-2 0 0,-5 0 0 0,-2 0 2 0,-3 2 9 15,-2 0 4-15,-1 0 1 0,-2 0 13 0,-3 0 13 16,1 0-8-16,2 0 9 0,0 0-15 0,-1 0-11 16,1 0 5-16,-2 0-10 0,0 0-12 0,0 0 5 15,-1 0-8-15,1 0 7 0,0 0-10 0,0 2-40 16,0 0-7-16,0 0-16 0,0-1-74 0,-1 1-56 15,3 2-30-15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16:10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23668 9043 256 0,'0'0'80'0,"0"0"-22"15,-2-1 36-15,0-1 8 0,0 0-51 0,1 0-11 0,-1 0-15 16,0 0-1-16,0 0-3 0,0 1-8 0,0-1-13 16,0 0 2-16,1 0-2 0,-1 0 11 0,0 0 0 15,0 0-1-15,0 2 1 0,2 0 11 0,0 0 0 16,0 0 1-16,0 0-3 0,0 2-11 0,0 0-2 16,0 0 5-16,0 4-4 0,4 16 6 0,1 6-11 15,-1 0 2-15,2 5-4 0,-3 2-3 0,1 4 11 0,2 4-8 16,-6 0 10-16,2-1-17 0,-2 1 12 0,0-4-4 15,1-4 7-15,1 2-6 0,-2-7 1 0,0-2-2 16,0-2 2-16,0-6 7 0,-2 1-6 0,1-4-3 16,-1-3-1-16,0-2-2 0,-2 1-1 0,2-6 7 0,0-3-5 15,1-1 1-15,-1 1-1 0,0 0-2 0,-2-2 0 16,0 0-10-16,1-1-2 0,-1-1-2 0,0 0 2 16,1-1 1-16,-1-1 12 0,2-2-8 0,-15-26 9 15,1-5-12-15,1-4 10 0,2-6 2 0,2-3 0 16,1 4-3-16,-1-5 1 0,6 7 0 0,1-1 2 15,0-4 7-15,4 7-8 0,0-3 1 0,0 2-3 0,6 4 10 16,3 2-3-16,2-1 3 0,2 5-4 0,2 1-3 16,2 0 16-16,-10 6-8 0,19 2 11 0,0 2 2 15,4 1 20-15,1-5 8 0,3 0 2 0,1-2 1 16,0 7-26-16,2 8-4 0,1 4-6 0,-3 3-14 0,-2 2-3 16,-1-17 0-16,-4 10 0 0,-4 9-7 0,-4 2 6 15,1 5-4-15,-5 5 7 0,-3-9 9 0,-7 25 8 16,11-4 3-16,-8 2 0 0,-7 0 1 0,-6-2 1 15,-3-1 3-15,-6-1 0 0,9 0-3 0,-26-1 7 16,-3-3-9-16,1 1 8 0,-1-2-21 0,1-3-3 16,-1 1-3-16,-1 0 1 0,1-2 0 0,-2-2-3 15,1 2 2-15,1-3-3 0,5 1-14 0,4-4-9 16,0 2-8-16,7-5 2 0,-3 2-20 0,7-4-93 0,2-1 2 16,7 3-39-16,2 0-52 0</inkml:trace>
  <inkml:trace contextRef="#ctx0" brushRef="#br0" timeOffset="258.5">24195 9300 1158 0,'0'0'5'0,"-2"0"-1"15,1-2-6-15,-1 0 0 0,0 2-6 0,0 0-2 16,-2 2 12-16,4 0-8 0,-7 37 10 0,-6 1-7 0,0 5 7 16,2-2-1-16,0-1 3 0,-1-3-4 0,3-1-4 15,0-9 7-15,0-3-6 0,-1 0 11 0,-1-5-4 16,2-6-2-16,-2-2-1 0,1-4-8 0,-1-2 7 16,4-3-3-16,-2-2 4 0,1 0-8 0,3 1-60 15,-1 1-21-15,4-4-23 0,0 0-156 0</inkml:trace>
  <inkml:trace contextRef="#ctx0" brushRef="#br0" timeOffset="542.63">24535 9413 692 0,'-2'-2'180'0,"-7"-13"417"15,-2-7-583-15,5 3-21 0,4 8 1 0,2 4-9 16,0-1-1-16,4 1 2 0,2 3 1 0,23 0-1 16,1 3 2-16,2-1 4 0,1-19 1 0,-1 8 1 15,1 6-5-15,-3 1 10 0,-2 3-7 0,-4 1 8 0,0 2-7 16,-4 0 2-16,1-2 0 0,-5 2 1 0,1 0-2 16,-6 0-12-16,0-2-6 0,-3 2-4 0,-1 0-27 15,1 0-14-15,3-2-12 0,-6 0-2 0,5-1-41 16,-8 3-49-16,1-2-17 0</inkml:trace>
  <inkml:trace contextRef="#ctx0" brushRef="#br0" timeOffset="713.36">24914 9099 298 0,'0'0'67'0,"0"0"-2"0,0 0 39 16,0 0-11-16,0 0-7 0,0 0-43 0,0 0-18 16,0 0-3-16,0 0-3 0,0 0-1 0,0 0-10 15,0 2-3-15,0 0-1 0,-2 0 2 0,0 0 5 16,0 1-2-16,-1 14 1 0,-3 3 0 0,0 6-10 0,-1 0 9 15,-2 0-9-15,-1 6 8 0,1-1-7 0,-2 7-1 16,2-1 0-16,1 0-4 0,3-2-1 0,-1-1-1 16,2-1-2-16,3-5-21 0,1-2-8 0,0-2-23 15</inkml:trace>
  <inkml:trace contextRef="#ctx0" brushRef="#br0" timeOffset="1173.46">25456 8951 870 0,'-2'0'56'0,"0"-2"14"0,0 0-33 16,1 0-30-16,-1 0-6 0,0 0-7 0,0 0-15 15,0 1 8-15,0-1-8 0,0 2 17 0,1 2-2 16,-3-1-1-16,2 3 1 0,-15 22 2 0,2 6-2 15,2 1 6-15,2 2-4 0,2 3 11 0,2-1 1 16,-1-2 6-16,3 4-2 0,-1-2 7 0,2 2-6 16,1 0-2-16,1-6 1 0,0-3-2 0,2-9 1 15,0-1-5-15,0-3 4 0,0-12 2 0,0 5 1 16,0-7 3-16,0 1-3 0,0-2-2 0,0 0-10 0,0 0 6 16,0-2-7-16,-2-2 9 0,2 0-9 0,-7-32 0 15,3-1-2-15,-2 0 2 0,4 0-6 0,-3-6 2 16,1 2-3-16,0-2 2 0,3 2 3 0,1 0-1 15,1 4 2-15,5-2 1 0,0 5-9 0,3 0 6 16,2 3-5-16,2 1 15 0,0 0-2 0,2-2-4 0,-2 8 2 16,4-2-2-16,-10 3 9 0,15 5 6 0,2 3 1 15,4 5 19-15,-2 3-24 0,2-12 4 0,2 8-11 16,-2 5-1-16,-4 6-8 0,2 3 5 0,-4 3-6 16,-5 1 0-16,-1 2 11 0,-8-1-3 0,-3 14 9 15,-1-4 5-15,9 2 5 0,-5-1-3 0,-8-3 2 16,-4 1-7-16,-4 0 1 0,-3-3-5 0,-7 1 4 0,-12-4-14 15,2 2-1-15,-1-2-4 0,3 0-6 0,0-2-67 16,1-2-131-16,3 1-21 0</inkml:trace>
  <inkml:trace contextRef="#ctx0" brushRef="#br0" timeOffset="1571.56">25788 9170 1193 0,'0'-2'4'0,"0"0"-1"0,2 0-1 0,0-2-3 16,-2 3-1-16,6-9-13 0,1 3 3 0,13 1-7 16,5 4 4-16,-7-11-8 0,-1 6 1 0,-2 3 5 0,-10 4-3 15,1 0 16-15,-2 2 7 0,-1 0 4 0,3 9 1 16,-1 17 6-16,-5 0 7 0,-7 2 2 0,-4 1 1 15,-6-1-7-15,12 5-2 0,-25-2-3 0,-2 1 3 16,8-4 5-16,-4-6-6 0,6-2 1 0,5-3-1 16,-1-5-3-16,10-4-3 0,-1-1-1 0,7-2-1 15,-5 3-6-15,3-3 8 0,2-3-2 0,2 1 5 16,0 1 4-16,0-4 0 0,0 0 2 0,24 14-3 16,8-4-6-16,11-1 3 0,-4-8-7 0,1-1 4 0,3-2-12 15,-2 0-8-15,2 0-1 0,-2 0-4 0,-10 0-12 16,-1-2 6-16,-4 1-2 0,-4-3 1 0,0 0-16 15,1-1-4-15,-3-3-7 0,1-1-1 0,1-4-46 0,0-2-13 16,0 9-26-16,2-21-2 0,-1-1-158 0</inkml:trace>
  <inkml:trace contextRef="#ctx0" brushRef="#br0" timeOffset="1723.4">26711 9185 1069 0,'0'0'45'0,"0"-2"84"0,-2 0-99 0,0 0-20 0,2 0 0 16,0 0-6-16,2 0 4 0,2 1-16 0,16-5 4 16,10 0-11-16,-2 1-18 0,-4 1-10 0,-2 0-10 15,-1 3 3-15,-1-3-13 0,-1 0 9 0,-3 0-13 16,-1 1 2-16,0-3-79 0,-6 2-121 0</inkml:trace>
  <inkml:trace contextRef="#ctx0" brushRef="#br0" timeOffset="1927.32">26711 8947 905 0,'0'0'19'0,"0"0"0"15,0 0-15-15,0 0 4 0,0 0-11 16,0 0 13-16,0 0-8 0,0 2 4 0,2 0-5 0,0 1 11 16,3 10-10-16,5 11 5 0,-3 2-5 0,-1 2 15 15,-1 4-15-15,-1-1 12 0,-4 3-12 0,0 1 8 0,0 0-10 16,-2 1-3-16,0-3-1 0,0-1 8 0,-1-5-17 15,1-2 8-15,2-1-14 0,2-4-3 0,3-3-25 16,3 3-14-16,-1-7-24 0,-3-5-254 0</inkml:trace>
  <inkml:trace contextRef="#ctx0" brushRef="#br0" timeOffset="2413.75">27532 8837 1146 0,'-2'0'20'0,"0"-2"-35"0,-2 1 23 0,1 1-16 15,1 0-13-15,-9 5 21 0,0-3-8 0,-2 28 11 16,-2 3-8-16,4 4-1 0,-1 2 5 0,-1 2-3 16,2 2 5-16,-2 1-2 0,0-1-1 0,-2 0 2 15,12 1 5-15,-5-3-4 0,-3-2-1 0,9-7 0 16,-9-8 10-16,7-7-5 0,3-10 2 0,-7 2-4 15,6-5-3-15,-1 0 4 0,1-1 1 0,0-1-1 0,0-2-14 16,0 0-2-16,0-2-4 0,-9-16 4 0,-2-17 10 16,4-8-4-16,3 0-4 0,4 2 1 0,1-3-1 15,1 3-1-15,0 0 7 0,1 2-6 0,1 0 1 0,2 0 10 16,2 0-6-16,-1 0 7 0,4 0-9 0,4-5 12 16,-1 8 0-16,-1 1 3 0,2 0-9 0,-2 12 5 15,6-3-5-15,-1 0 5 0,-5 6 0 0,17-2 8 16,0 3-2-16,11 10 3 0,-5-8-5 0,-1 8 15 15,4 2-8-15,-5 3 7 0,-3-15-19 0,-1 10-1 16,-4 7 6-16,-3 4-4 0,-5 2 3 0,-3 1 4 16,-1 3-5-16,-7 10 5 0,-1 12 5 0,18 7 0 15,-13-2 3-15,-7 2-4 0,-5 1-3 0,-7-7 1 0,-5 3-3 16,14-5 4-16,-31-1 7 0,-3-6-14 0,-2-3 7 16,1-4-10-16,3-2 3 0,1 0-6 0,3-4-1 15,-1 2-4-15,4-3-25 0,6-1-81 0,3 1-22 16,8-5-28-16,-3 3-167 0</inkml:trace>
  <inkml:trace contextRef="#ctx0" brushRef="#br0" timeOffset="2928.35">27734 9146 378 0,'-2'0'40'0,"0"0"-4"0,-1 0 34 16,-7 0 0-16,-4 0-4 0,-1 0-19 0,5 0-16 0,7 0-4 15,-1 0-3-15,0 0-16 0,1 0 12 16,-1 0-9-16,2 0 10 0,0 0-3 0,2 0-1 0,2 0 9 16,0 0-7-16,3 0-1 0,23-4-1 0,2 0-6 15,2 2 5-15,-1 0-3 0,-1 2-13 0,-2 4 1 16,-6 0-6-16,-2 3 5 0,-3 1-9 0,0 1 8 0,-2 0-8 16,-4-3 8-16,-4 12-4 0,4-1 5 0,-1 0-3 15,-5 0 14-15,-3-1 0 0,-2 3-6 0,0-4 4 16,-2-2 2-16,-3 0-4 0,-1-2 5 0,1-2-7 15,-3 4-6-15,1-2 0 0,1-2 1 0,1 1 0 16,3-7 0-16,0 1-1 0,-2 5-1 0,2-3 2 16,-1 7 2-16,1 7 4 0,2-1-6 0,3 9 5 15,3-2-4-15,1-4 31 0,5 4 0 0,-3-4 11 0,2 1 3 16,-2-3-7-16,-1 1-3 0,-5-5 0 0,-1-1-5 16,-2 0-9-16,0-4 3 0,-3 0-6 0,-3-1-7 15,-11-1-10-15,-18-2-6 0,2-1-2 0,-3 1-19 16,1-3-79-16,3 0-36 0,5 14-33 0,2-7-286 0</inkml:trace>
  <inkml:trace contextRef="#ctx0" brushRef="#br0" timeOffset="3940.38">29437 8678 154 0,'0'0'36'0,"0"0"49"0,0 0-23 0,-2-2 1 15,0 0 5-15,0 0-5 0,0 0-8 0,1 0-23 16,-1 0-4-16,0 1-5 0,0-1 1 0,-2 0-14 16,1 0 1-16,-1 0-7 0,0 0-8 0,0 0 8 15,1 1 2-15,1 1 3 0,-2 0 7 0,2 0 3 16,-1 0-2-16,-1 0 4 0,0 0 3 0,2 0 8 15,0 0-4-15,2 0 5 0,0 1-9 0,2 1-13 16,2 0 4-16,11 6-6 0,18 5-1 0,4-2 2 16,4 2-2-16,2-4 1 0,1 2-19 0,-8-3 13 0,1-1-10 15,2 2 10-15,-6-1-3 0,6 1 2 0,-5-2 5 16,-8 1-4-16,2-1-3 0,-8-1 0 0,-1-1 2 16,-3 1-1-16,-5-2 8 0,1-1-6 0,-3 1-3 0,-2-2 0 15,1 2 3-15,-5-2 4 0,1-1 3 0,-2-1-3 16,2 4-5-16,-1 0 4 0,1-2-3 0,-2 1 3 15,0 1-4-15,0 0 8 0,-2-2-1 0,2 7 4 16,-2-2-1-16,-2 3 3 0,0-3-8 0,-6 4 5 16,-5-1-4-16,-14 1-5 0,-7 2 13 0,-7-2-12 15,6 2 8-15,-13 0-2 0,-4 0 1 0,2-2 0 0,-1 2-3 16,5-2 3-16,3 0 1 0,8-1 3 0,2-1 1 16,7-2 1-16,5-1-7 0,5-1 5 15,3 1-10-15,5-2 1 0,1-2-8 0,3 1 2 0,2-1-16 0,2 0 3 16,-2 2-1-16,2-2 0 0,0-1-8 0,0 1-10 15,0 0 1-15,0 2-7 0,2 0-35 0,0-1-274 16</inkml:trace>
  <inkml:trace contextRef="#ctx0" brushRef="#br0" timeOffset="4663.55">30824 8486 871 0,'0'-1'27'0,"0"-1"-31"0,-2-8 32 0,-2-6-16 16,0-1-4-16,3 8-9 0,-1 1 1 0,0 3-3 15,2 3 3-15,0 0-4 0,-2-2 3 0,0 1-4 16,-2-1 16-16,1 0 1 0,-1 2 0 0,-7-3-2 15,-2 1-10-15,2 2 14 0,0 0-7 0,-1 2 11 16,1 0-7-16,0 0-7 0,2 0-1 0,-2 2-3 16,7-2 3-16,2 0 2 0,-3 4 0 0,1 1-1 0,-9 14-5 15,2 1 3-15,0 5 2 0,1 2 0 0,3 1-2 16,1 6-4-16,1 1 2 0,1 4-1 0,0-4 9 0,1-1-9 16,1-1 3-16,-2-9-5 0,-1 0 1 0,1-3 6 15,-2-3-5-15,1 1 5 0,3-4-7 0,0-4 7 16,0 0 2-16,2-4 4 0,0-1 6 0,0 0 1 15,0-5 1-15,0 1 1 0,2 2 11 0,2 0-5 16,-1-1 0-16,12 5-2 0,6-4-5 0,-1-4-2 16,8-2 3-16,-2-4-3 0,0-1 3 0,0-4-14 15,2-4 1-15,-2 0-4 0,-2-2-3 0,-2 15 3 16,-1-18 1-16,-5 5 2 0,1-2-5 0,-4 2 7 16,-4 4-9-16,-1 2 8 0,-5 3-9 0,-1 3 6 0,0-1-2 15,2 0 3-15,0 1-14 0,-1 1 2 0,-1 0 3 16,0 2-1-16,0 2 14 0,0 0-8 0,0 7 2 15,-1 21-3-15,-1-3-1 0,0-1 2 0,-1 2-5 16,-1-4 4-16,2 2-4 0,0-3 2 0,0-5 5 0,0 1-2 16,2-2 3-16,1-3-4 0,1-1-1 0,2-1-1 15,1-1 5-15,-1-4 7 0,8-1-4 0,7-1 4 16,3-1-8-16,2 13 3 0,2-4 2 0,5-6 0 16,-7-3-5-16,4-4 3 0,-4 0-4 0,-2-4 3 15,6-3 0-15,-6-3 7 0,-2-1-5 0,-1 0 5 16,-6 0-4-16,3 2-2 0,1-14 10 0,-8-3-7 15,2-1 14-15,-6-5-5 0,-3-3-5 0,3-4 4 0,-5-6 11 16,0 2 1-16,0-1 3 0,22-3-3 0,-11 3 0 16,-7 1-2-16,-5 1-3 0,-1 4 1 0,-1 5-7 15,-3 1-8-15,0 5 3 0,0 4-5 0,-1 1-5 0,-1 5 7 16,1 4-6-16,-1 2 6 0,1 0-8 0,1 4-5 16,0-1 4-16,2 4-6 0,2 3-4 0,-3-3-1 15,-1 2-3-15,-7-5 2 0,5 5-7 0,1 0 3 16,-3 2-8-16,4 0 4 0,1 2-19 0,-1 0-72 15,2 1 13-15,-3 10-37 0,1 8-36 0,4 3-154 16</inkml:trace>
  <inkml:trace contextRef="#ctx0" brushRef="#br0" timeOffset="5064.33">31704 8932 1029 0,'0'-2'16'16,"0"0"1"-16,0-1-1 0,0-3-6 0,2-7-2 15,0 4-8-15,-1-1-5 0,1 5 5 0,-2 1-7 16,2 0 7-16,0 1 0 0,0-1-4 0,0 0 4 16,1 1 0-16,-1 1 9 0,0 0 3 0,0 0-1 0,0 0-5 15,0 0 2-15,0 2-3 0,-1 0 4 0,1 0 2 16,0 2-2-16,0 0 8 0,-2 2-7 0,0 9 3 15,-2 3 5-15,-2 3-1 0,-1 0 6 0,-3-1 4 0,1 1-2 16,0-3 0-16,-3 3 0 0,1-2-2 0,0 1-8 16,1-1-8-16,1-2 2 0,-1 2-7 0,1-1 2 15,0 1 2-15,3-2-3 0,0 0 0 0,2-2-2 16,0-2 4-16,2-2-2 0,0 2 10 0,0-3-5 16,2-3-1-16,-2-3 0 0,2 2 2 0,2-2 9 15,14 11 8-15,7-2-3 0,1-4 2 0,5-3 3 16,4-4-2-16,8-6 6 0,4-3 13 0,6 0-15 15,5-4 2-15,3-2-9 0,4 0-14 0,-2 2 0 16,0 0-6-16,-5 0 3 0,-6 4-12 0,-4 0-30 0,-3 3-26 16,-8 2-13-16,0 2-191 0</inkml:trace>
  <inkml:trace contextRef="#ctx0" brushRef="#br0" timeOffset="10510.08">23577 10189 29 0,'0'-2'0'0,"0"0"5"16,-2 0 46-16,0 1-14 0,0-1 1 0,1-2-20 0,-1 0 1 16,2 2-13-16,-2-1 3 0,0-1-7 0,-2-2 2 15,2 3 9-15,2 1-6 0,-1-2 6 0,1 2-7 16,-4-1 14-16,0-1-2 0,2 0 3 0,0 2-11 0,1-1-2 16,-1 1 5-16,0 0-4 0,0 0-1 0,0 0 3 15,0 0 0-15,0 0 2 0,1 2-1 0,-1 0-4 16,0 0 2-16,0 0 0 0,0 0 4 0,0 2 5 15,2 0-7-15,0 0 6 0,0 0-12 0,0 2 4 16,0-1 2-16,0 12 0 0,0 4 3 0,0-1-15 16,2-1 2-16,2 7-5 0,1 0 6 0,1-1-2 15,0-3 0-15,1 2 0 0,2 1 7 0,-1-5-8 16,3 4 6-16,-4-9-6 0,-1-3 10 0,1 3 2 0,-3-8-4 16,2 3 6-16,-5-5 33 0,7 1-3 0,-3 0 5 15,3 0-9-15,-4-1-11 0,3 1-14 0,-1 0 10 16,-3-2-12-16,3 1 3 0,-1 1-4 0,5 2-7 15,-5-3 3-15,3 1-9 0,-5-2 4 0,1 0 0 0,-2-2 3 16,0 0 1-16,2 0-2 0,-3 0 6 0,3 0-6 16,0 0 1-16,0 0 11 0,1 0-9 0,3 0 12 15,-3 0-10-15,2-2-9 0,-1 0 10 0,0-2-9 16,1-3 16-16,0-6-17 0,5-4 2 0,-1 4-5 16,4 4 10-16,-2-10-8 0,1 4 5 0,1-1-6 15,2-1 1-15,0 2-1 0,1-2-1 0,5-1 0 16,-1-1 3-16,4 4-2 0,2 1-2 0,1 4 0 0,3-5 3 15,7 4 2-15,-4-5 0 0,6 3 1 0,-4 0-2 16,2 0 1-16,0 1-2 0,-2-2 0 0,4 2-7 0,-4 1 6 16,0 2 0-16,-3 0 1 0,-3-1 7 0,1 3-8 15,0 1 5-15,-5 3-5 0,-1 1 4 0,-1-15-2 16,-1 6-1-16,2 4 0 0,-2 1-3 0,0 4 3 16,0 2-4-16,0 0 5 0,0 2-7 0,1 4 4 15,-3-1 3-15,4 3 0 0,-4-1 6 0,4 2-8 16,0 2-1-16,-4 1-3 0,1 1 3 0,1 0 2 15,-4 0 4-15,1 0 0 0,-3 0 8 0,-3-2 2 16,0-9-1-16,-2 14 2 0,4-1 8 0,-6-2-6 0,2 2-1 16,-4-6-2-16,-2 1-6 0,3-1 8 0,-5-2-8 15,3 1 6-15,-3 3-8 0,-1-2 4 0,0-3 4 16,1 1-4-16,-1-1-4 0,0-1 7 0,-1 1-6 16,-3-4 6-16,4 5-1 0,-4-5 3 0,2 2-1 15,0-1 0-15,0 1-8 0,0 0 6 0,-1-2 8 0,1 0-3 16,-2-1 4-16,0 1-5 0,0 0-10 0,0 0 5 15,0 0-5-15,2 0 2 0,0 0-3 0,0-1 2 16,0 1-4-16,0 0-6 0,-1-2 5 0,1 0-7 16,0 0 1-16,0-2 4 0,0 0 1 0,0 1 1 15,-2-1-6-15,7-9 1 0,4-6-4 0,0 0 4 16,1-1-8-16,-1-1 11 0,0 2-2 0,-2 4 3 0,0-3-16 16,14 1 13-16,-3-2-4 0,2 4 6 0,3 0-14 15,-1 6 11-15,4-3-4 0,3 3 7 0,-1-2 0 0,5-1 0 16,2 5-5-16,6-1 3 0,0 2-7 15,-1 3 12-15,1-3-4 0,0 2 5 0,1 0-11 0,3-22 0 16,-3 11 5-16,-3 6-2 0,0 1 5 0,-4 2-1 16,0 2-2-16,-1 1 1 0,1 1-4 0,-4 0 3 15,2 0-1-15,2 1 3 0,-1 3 6 0,3 4-8 16,2 1 3-16,-4 0-4 0,-2 0 1 0,0 1 0 16,-9-1 1-16,6 6 1 0,-4 0 0 0,0 0 0 15,-1 1 1-15,-1-1 1 0,-1 0 2 0,-5-2-1 16,2 2-5-16,-1 0 2 0,-3-2 4 0,3 0-4 15,-3-2 5-15,3-2-5 0,-1 0 0 0,4 3 0 0,0-3-1 16,2-2 1-16,4 1 5 0,-2-3-3 0,2-1-3 16,-1-2 0-16,5-2-1 0,3 0 1 0,2 0 6 15,2-2-5-15,0-2 1 0,5-3 0 0,0-1-4 0,5 1 4 16,1-2 3-16,-4-2-2 0,-2-1 0 0,-1-2-2 16,-1-1-6-16,-1 0 6 0,3-2 0 0,1 2 0 15,-3 0 0-15,5-1 6 0,5-3-6 0,-6 2 7 16,4 1-7-16,-4-1 3 0,-5 0 2 0,1 1-2 15,-7 1-6-15,1-2 9 0,-1-2-6 0,-4 3 6 16,2-3-9-16,1-1 6 0,-3 18 3 0,4-20 0 16,-1-4 1-16,-1 0-8 0,2 2 2 0,-4 3-4 15,-5-1 3-15,2 3 1 0,-6 4-1 0,-3-1 3 0,1 3 0 16,-7-2-10-16,-6-2 1 0,-5 4-11 0,5 0-56 16,-5 6-247-16</inkml:trace>
  <inkml:trace contextRef="#ctx0" brushRef="#br0" timeOffset="16842.5">25332 8284 32 0,'0'0'0'0,"0"0"54"16,-2-2 14-16,0 0 26 0,0 0 0 0,-2 1-44 16,1-1-10-16,-1 2-19 0,-4-4 1 0,-1 0-3 15,4 2 4-15,-3-1-1 0,3 1 6 0,-3-2-8 0,-1-1-10 16,-2-1 12-16,1 0-14 0,9 6 13 0,-11-7-9 15,5 3-3-15,-2-1 6 0,-8-6-6 0,4 3 3 16,-4-1-6-16,-3 0 6 0,-1 1-6 0,5 3 4 16,-10-3-1-16,0 4-5 0,-4 1 3 0,-3 1-7 0,1 2 8 15,-1 0-2-15,-1 2 4 0,-1 1 1 0,2 1-6 16,-1 2 3-16,3-1-4 0,1 3 5 0,2-1 2 16,0 1-3-16,0-3 1 0,0 3-7 0,1-1 0 15,-5 0 1-15,-7 3-1 0,2-1-1 0,-6 0 5 16,0 1 0-16,3-1 2 0,-9 2-7 0,3 0 1 15,0 2 0-15,1 0 1 0,4 0 7 0,2 2-11 16,0 0 2-16,2 2-5 0,4-1 5 0,-1 3 1 16,1-17-3-16,-1 22 1 0,-1 4 2 0,0 3-5 0,-1-1 7 15,-3 2-5-15,-1-5 7 0,-3-2-4 0,-2 2-1 16,6-3-1-16,6 1-3 0,0 1 0 0,1-8-2 16,2 4 4-16,1-5 11 0,3 4-16 0,5-3 11 15,1-1-12-15,-1 0 10 0,5 3-6 0,-3 0-2 0,4 5 0 16,0-1 9-16,2 0-4 0,0 0-1 0,2 2-3 15,2 0-4-15,3 4 6 0,-1 1 2 0,5 3 1 16,-2 3 3-16,-18 2-3 0,9 0-1 0,6-2-1 16,3 2 0-16,4-2-3 0,0 0-2 0,4 4 0 15,3-4 6-15,0-3-3 0,5-3 9 0,-1-5-7 16,4 2 8-16,-1-2-7 0,-10 2 2 0,20-4-2 16,2 0 7-16,4 0-4 0,3 0-2 0,3 1-1 0,6-1-5 15,-1 2 5-15,-4-2-3 0,12 0 3 0,-10 0-3 16,9 2-2-16,-2 0 3 0,-5-2-2 0,6 4 4 0,-3-4 4 15,6 4 1-15,2-2 2 0,2-2 15 0,7 4-12 16,12-2 1-16,7 2-4 0,7-6-7 0,4-3 9 16,-4-1-6-16,0-8 5 0,-1-5-14 0,1 3 7 15,13-7-3-15,6 5 4 0,9 3-3 0,-1 1-4 16,-10-5-3-16,-10 4-1 0,-5-3-5 0,-3 5 10 16,9 0 1-16,1-1 1 0,6 1 6 0,2-4-3 15,-9 1-2-15,-2-1-1 0,-6 2 2 0,-2 1 0 16,10-1 3-16,5-4-3 0,4 1 7 0,2 29-7 15,-6-22 5-15,-3-11-5 0,-4-4-1 0,0-5 4 0,9-6-3 16,7-2 5-16,5-7 3 0,-3-4 1 0,-7-4-2 16,-11-3 0-16,-4 29-7 0,0-35 7 0,0 2 1 15,-5 3 1-15,1 1-8 0,-9-2 1 0,-13 1-2 16,-5-1 1-16,-10 0-5 0,-5-1 5 0,-2 3 3 0,-6-2 1 16,0-1-4-16,-1 3 8 0,-3-2-8 0,3-1 9 15,-3-3-4-15,1-5-5 0,-2-6 1 0,1-4-2 16,-3-4 4-16,-4 1 0 0,8 1 2 0,-14 0-1 15,-9 4 6-15,-3 2-8 0,14 4 2 0,-10 1-4 16,-7 6 5-16,-4 0 0 0,-7 2 4 0,-5 2-3 16,11-4 10-16,-29 0-4 0,-6-6 3 0,1-5-4 0,1-6 4 15,-4-5-1-15,0-4-1 0,-2 8 1 0,-3 1 5 16,-5 4-3-16,-3 7-4 0,-7 5 0 0,-4 2-9 16,-4 3 1-16,-5 5-2 0,-4 4 0 0,-1 2-8 0,1 6 6 15,2-1 3-15,-2 8 0 0,-8 2-5 0,-9 3 4 16,-12 2-3-16,-12 3 2 0,0-1-4 0,0-34 9 15,2 29-7-15,-10 11 7 0,-8 9-15 0,-16 5 6 16,-5 3 2-16,2 5 0 0,-6 5 2 0,-9 8-2 16,-4-31-6-16,-6 47 0 0,-1 12-23 0,0 13-160 15,-6 6-54-15</inkml:trace>
  <inkml:trace contextRef="#ctx0" brushRef="#br0" timeOffset="17930.47">28939 10889 51 0,'0'0'17'0,"0"0"-5"15,0-2 12-15,0 0-2 0,0 0-25 0,0 1-2 16,0-1 0-16,0 0 1 0,0 0 10 0,0 0-8 16,0-2 3-16,0 1-6 0,0-1-1 0,0 2 11 15,2-5 2-15,2-1 8 0,-1-1 33 0,1 2 1 16,2-3 0-16,-3 3-2 0,3-2-10 0,1-1-12 15,1 1 3-15,-3 0-5 0,-3-2 6 0,0 3-8 0,0-1 4 16,0 1-5-16,7 1 4 0,-3 0 0 0,1-3 1 16,-3 5 0-16,0-3 8 0,-3 5-1 0,3-3-3 15,-2 0 1-15,0 3-6 0,0-1 6 0,-2 0-3 0,2 1 4 16,-1-1 1-16,1 0-16 0,0 0 10 0,0 3-12 16,0-1 8-16,0 0-28 0,0 0 2 0,-1 0-11 15,1 0 15-15,-2 0-2 0,0 1 4 0,0 1-3 16,0 0 12-16,0 0-9 0,0 1 4 0,0 1-6 15,0 2 4-15,0 9 4 0,0 9-2 0,-2 4 1 16,1-2-6-16,-5 6 4 0,0 0-5 0,-3 1 5 0,0 5-1 16,1-3-2-16,-1 2 8 0,4 3-7 0,-1-1 6 15,0-4 1-15,-1-3 0 0,1-2 1 0,1-6-3 16,-1 0 3-16,1 1-5 0,1-7 5 0,0 1-4 16,2-4-7-16,1 0 6 0,1-6-5 0,-2 1 8 0,2-1-7 15,0-3-5-15,0-2 1 0,0 1-15 0,0 1-2 16,0 0-5-16,0 0 1 0,0-3-8 0,2 1-23 15,-1 0 5-15,7-2-12 0,12-4-6 0,8-7-53 16</inkml:trace>
  <inkml:trace contextRef="#ctx0" brushRef="#br0" timeOffset="18227.29">29403 10688 103 0,'0'0'87'0,"0"0"-3"0,-1 0 29 0,-1 0-11 16,0 0-15-16,-2 0-39 0,-7 0-3 0,-6 0-10 15,-3 4 5-15,-1 2-19 0,3 1 3 0,-1 2-8 0,4-1 5 16,2-1-13-16,4 1-7 0,2-3 8 0,1 8-9 16,-5 2 0-16,4 0 12 0,1 0-8 0,2 2 11 15,2 1-7-15,2-1 18 0,2 3-4 0,2-1 8 16,3 1-12-16,3 1 15 0,3 1 0 0,0-2 5 16,-10 1-3-16,16-3-5 0,0 1 4 0,-1 1-4 15,3 1-6-15,-5-1-4 0,-1-3-10 0,-2 0 5 16,-4 3-11-16,-3-5 9 0,0 5-3 0,-1-5 6 15,-3-6-2-15,4-1 3 0,-3-1 7 0,-1-3-5 0,0 2 1 16,-2-1 1-16,0 1-9 0,-2-3 6 0,-2 1-13 16,-20-2-11-16,0 15-3 0,0-6-6 0,-2-6-26 15,0-3-65-15,-4-2-19 0,2-2-19 0,1-1-79 0</inkml:trace>
  <inkml:trace contextRef="#ctx0" brushRef="#br0" timeOffset="18413.59">29190 10770 438 0,'0'0'91'0,"2"0"-54"0,0 0 93 16,1-2-26-16,7-1-14 0,16-7-18 0,3 1 6 15,3 0-13-15,-1 1-5 0,5-1-35 0,-3 2 6 16,4-1-16-16,-3 3 1 0,-5-1-14 0,3 0 1 16,-8 3-3-16,-2-1-2 0,-5 2 2 0,-6 0-5 15,-2 0 4-15,1 1-4 0,-5 1-11 0,6-2 3 16,-3 0-7-16,-1 0-8 0,6-2-9 0,4-1 3 0,2-1-6 15,5 1 2-15,0-1-68 0,2-1-38 0</inkml:trace>
  <inkml:trace contextRef="#ctx0" brushRef="#br0" timeOffset="18756.71">30335 10414 425 0,'0'-2'115'0,"-1"-15"222"0,-3-7-286 0,0 2-29 15,2 9 1-15,0 2-9 0,1-1-2 0,1 3-2 16,-2-2-5-16,2 4 5 0,0 1 7 0,0 4 0 16,0-2 7-16,-2 1-4 0,0-1 9 0,0 0-8 15,2 1-5-15,0 1 0 0,0 0-16 0,0 0 5 16,0 0 5-16,0 2-3 0,-2 0-2 0,0 2 4 16,1 2-3-16,-7 11 4 0,-5 18-3 0,4 2-5 15,0-3 3-15,-1 1-2 0,3-5 2 0,-2-2 2 16,-1 4-7-16,1-4 5 0,0 0-10 0,-1 2 10 15,1-1-3-15,0 1 6 0,0 0 0 0,-1 2-5 16,-1 1 4-16,0-1-5 0,0 2 4 0,0 1-3 0,0 2 2 16,-2 1-2-16,0 1 2 0,0 0-1 0,-2 2-7 15,2-4 3-15,0 1 0 0,0-3-8 0,0 0 0 16,0-1-9-16,0-2-37 0,0-1-74 0,0-1-11 16,2-6-23-16,1-1-53 0</inkml:trace>
  <inkml:trace contextRef="#ctx0" brushRef="#br0" timeOffset="18958.63">30224 11214 488 0,'0'0'208'0,"0"0"-277"0,0 0 242 0,2 0-133 0,0 0-22 16,0 0 48-16,1 0-17 0,1 0 24 0,11 0-35 16,-6 0-2-16,0 0 0 0,-3 0-3 0,-2 0-8 0,-1 0-10 15,1 0 5-15,-2 0-7 0,0 2 8 0,0-2-2 16,0 0-5-16,-1 0 2 0,1 0-17 0,0 0 0 15,-2-2 0-15,0 0-1 0,0 0-12 0,0-2-31 16,0 3-3-16,-2-14-11 0,-1 0-39 0,-3-5-75 16,2 5-7-16</inkml:trace>
  <inkml:trace contextRef="#ctx0" brushRef="#br0" timeOffset="19114.57">29907 10505 1154 0,'0'-2'36'0,"0"0"-4"0,0 0 1 0,0-2 3 16,0 1-18-16,0-1-26 0,0 0-28 0,0 1 2 0,0 1-9 15,0 0 1-15,0 0-24 0,1 0-41 0,1 2-9 16,0 0-259-16</inkml:trace>
  <inkml:trace contextRef="#ctx0" brushRef="#br0" timeOffset="19722.37">30430 10094 316 0,'-2'-2'51'0,"-3"1"6"0,-38-5-9 15,0-20-15-15,1 7-10 0,1 3-17 0,-4 1-11 16,-3 6 6-16,1 1-5 0,-1 3 12 0,-6 1-4 16,-3 0-1-16,-10-26 1 0,-5 17 13 0,-6 6-6 15,0 7 10-15,5 2-6 0,3 2 16 0,5 3-7 16,5 4 0-16,-3 2-1 0,-2 4 11 0,-2 1 2 0,-3 7 0 16,-5 1-1-16,10 0-6 0,-3 1-4 0,5 1-3 15,13-18-2-15,-8 30-20 0,13 5 3 0,5 7-3 0,4-2 3 16,5 6-3-16,3-6 0 0,0-4-2 0,6-1 0 15,1-4-1-15,5 0-3 0,4 1 5 0,3-3-4 16,5 4 9-16,1-2-5 0,-20 0 5 0,12 5-5 16,8 4 1-16,3-1 3 0,5-1 4 0,4-2 0 15,6 3 10-15,2-5-5 0,3 1-2 0,-18-8 1 16,28-9 8-16,7 3 0 0,4-3-1 0,4-6 2 16,3 1 2-16,9-3-4 0,7-3 4 0,8-1-6 0,0-3-9 15,3-1-1-15,-1-5-6 0,-5-1 5 0,1-3-4 16,1 1 3-16,3 28 0 0,6-19 2 0,7-8 3 15,0-3-8-15,2-4 8 0,-1-2-7 0,-10-1 9 0,-2-3-5 16,-4-1-4-16,-3 2 0 0,3-3 1 0,3-1-8 16,-3 0 5-16,6-2-6 0,-7 0 12 0,-5 2-8 15,-4-4 5-15,-14 2-6 0,0-5 3 0,-7-3 2 16,-2 16 1-16,-4-33 2 0,-1-8 2 0,-1-8 5 16,1-7-3-16,-3-11 4 0,3 3 2 0,-5-2-7 15,-6 1 7-15,-10 3-8 0,-4 2-3 0,19 4 3 16,-15-6-4-16,-13-6 5 0,-15-3-3 0,-11-5 2 0,18-3-2 15,-44 8 4-15,-3 5 10 0,-12 14-7 0,-11 10-1 16,-22 10-2-16,-10 9-5 0,-14 8-23 0,-1 7 0 16,8 11-13-16,-3-33-21 0,-8 27-76 0,-6 16-12 15,0 7-30-15,8 5-122 0</inkml:trace>
  <inkml:trace contextRef="#ctx0" brushRef="#br0" timeOffset="27860.13">9458 14742 61 0,'0'0'0'16,"0"0"18"-16,0 0 10 0,-1 0 6 0,-1 0 2 15,0-2-10-15,0 0-4 0,0 0-5 0,0 0-3 16,0 0-2-16,-1 1-11 0,-1-1 4 0,2 2 4 0,-5-2-2 15,-1 0 14-15,1 0-8 0,-1 2 2 0,-1-2-5 16,0 2 2-16,1 0-8 0,-1 0 10 0,-2 0-7 16,0 0 17-16,0 2-10 0,0 0-2 0,1 0-2 15,-3 0-4-15,6 0 6 0,-6 1 6 0,2 1-3 16,0 2-3-16,-2-1 3 0,-2 3-9 0,-6 3 7 16,3 0-11-16,-6 2 7 0,-4 2-2 0,4-2 3 15,-6 3-5-15,0-1 15 0,1 2-6 0,-3 0 6 0,2-1-14 16,1 1-2-16,4 0 9 0,-2-15-5 0,-3 18 9 15,6 2-3-15,-2 1-8 0,7-5 5 0,1 6-9 16,-1 0 2-16,0 1-2 0,3 1 1 0,-3 0-5 0,1-2 6 16,1 4-4-16,2 1 4 0,-2 1 3 0,2-6 4 15,1-2 0-15,1 1 1 0,-2-3 5 0,2 2-7 16,0-1 8-16,0-3-8 0,2-1 8 0,-1 0 2 16,1 0 1-16,2-3 0 0,0 3-4 0,-1 0-7 15,1 0-3-15,-2 1 1 0,2 1 4 0,0 1-6 16,1 2-2-16,4 1-1 0,-5 1 1 0,7 4-6 15,-3-1 4-15,1 3-4 0,-15 2 2 0,6-1 10 16,6 3-3-16,1-1 5 0,3 4-14 0,1 0-3 0,2-3 5 16,0-1-2-16,2-3 6 0,1 0-3 0,1 1-1 15,2-3 0-15,-1 0 1 0,1-2 0 0,-1-2 4 16,3-2-2-16,-1-1 5 0,1-1-8 0,1-1 0 0,0-1 0 16,-1-1 2-16,1 2 4 0,2 1-2 0,0 2 0 15,2 1-7-15,0-1 0 0,0 0 3 0,2 2 0 16,2 2 2-16,1 2 2 0,1 0-2 0,-1 2 1 15,-16-1-9-15,17-3 8 0,1 4-6 0,4 2 7 16,2-1-6-16,4-1 2 0,2 0 1 0,1-4 0 16,2 2 8-16,3 1-10 0,-1 1 2 0,4-4-5 15,-1-2 1-15,-2 0 9 0,2 0-1 0,-4 0 3 16,-3-5-12-16,0 5 7 0,1-2-8 0,-1 3 8 16,1-3-7-16,-1 0 8 0,4 0 1 0,0 3 1 0,4 1-10 15,6 0 6-15,1 0-4 0,10 0 4 0,-3-2-8 16,1 0 12-16,7-2-2 0,-5-1 5 0,1-1-11 0,0 0-6 15,-5 3 4-15,0-1-3 0,4-3 13 0,1-3-12 16,8 3 4-16,5-3-6 0,6 5 11 0,2-1 1 16,-2-1 0-16,-4-2 0 0,-9-1 4 0,-1 1-9 15,-3 3 3-15,-2 1-4 0,3-1 7 0,3 1-4 16,9-3 3-16,2-1-3 0,9 0 4 0,-1-2-2 16,-6-2-2-16,-6-2-1 0,-5-4-8 0,0 2 9 15,0-3 3-15,7 0 1 0,8 1 2 0,5-3-3 16,2 1-2-16,4-1 1 0,-8-2 4 0,-5 0 9 0,0 29 5 15,-6-18 1-15,6-7 5 0,6-2-7 0,6-3-5 16,7 1-1-16,-1 2-7 0,-7-2-3 0,-4 0 5 16,-9-2-5-16,0 0 0 0,12 2-3 0,4-1-2 15,1 1 0-15,9 2 7 0,-9-2-1 0,-10-2-3 0,0-2 2 16,-7-2 2-16,0 1-10 0,8-1 12 0,5 2-12 16,0-2 6-16,5-1 4 0,-7-1-8 0,-7-1 7 15,0-1-3-15,-8 1 0 0,2-1-1 0,6 3 0 16,1-3-8-16,3 1 12 0,5-4-5 0,-8 0 6 15,-1-2-8-15,-6-2 2 0,-7 0 1 0,0 0 1 16,7-3 10-16,2-3-10 0,3 3 5 0,3 1-6 16,-4 2 0-16,-4 0 0 0,-4-2 0 0,-5 1 0 0,-7-1 10 15,-5 0-3-15,-1 1-3 0,0-1-1 0,2-2-9 16,1 1 13-16,6-3-3 0,-1 1 8 0,-3-2-4 16,6-2 5-16,-9-1 5 0,1 1-2 0,3 0 8 0,-8-2-10 15,0 0 0-15,0 0-3 0,-4 2 6 0,2-2 0 16,0 0 1-16,0 2-1 0,8-2-2 0,0 0-3 15,-6 2 2-15,1 20-3 0,-4-26-1 0,-5-3-2 16,-1 1-4-16,-4 1 2 0,-6-5-3 0,-3-1 1 16,-2-2 6-16,-2-3-4 0,0 1 3 0,-2 2 1 15,0-2-5-15,0 4 4 0,0-2-5 0,1-2 4 16,-1 2 5-16,2 0-1 0,-2 2 1 0,2-4-7 0,-2 4 2 16,-2 2-3-16,2-3 6 0,-5-2-9 0,1 1 5 15,-7-6-5-15,2 1 6 0,0-1 3 0,-4-7-7 16,-2 4 6-16,-3-2-12 0,-2-1 7 0,-1 3-3 15,-1 2 5-15,22-3 4 0,-11 9-11 0,-7-3 11 16,-2 4-11-16,-2 2 10 0,-1-2 2 0,-1 2-9 0,0-2 7 16,-3-4-6-16,-3 0 11 0,1-1-6 0,-5-5 5 15,-1-1-12-15,-4 0 3 0,-3 2-4 0,1 0 2 16,0 1 0-16,1 4 0 0,-3 1 3 0,0 5-4 16,16-2-2-16,-25-2 6 0,-4 6 0 0,3-1 3 15,-1 3-8-15,-2 1 2 0,-3 1-3 0,2 1 1 16,-4-2-4-16,-2 1 2 0,-2-3 3 0,-6-3 0 15,-5-2 8-15,-2-2-10 0,-3 4 0 0,-1-2-3 0,3 4 6 16,-3 0-5-16,4 0 6 0,0 5-5 0,2-2 5 16,-1 4-1-16,1 2-3 0,-4-1 1 0,-5 2 1 15,-4 3 0-15,-2 2 0 0,-6-1 0 0,5 1-2 0,1 1 6 16,-2 3-5-16,6 1 4 0,-2-2-11 0,4 2 4 16,-2 2-1-16,-2-2 1 0,-8 2 1 0,-5 0 0 15,0 2 2-15,-5-2-1 0,3 4 1 0,2-2 3 16,0 0-4-16,5 3 1 0,3-1-7 0,-1 3 7 15,-5 1-1-15,0-3 4 0,-11-1-2 0,0 0 0 16,1-1-2-16,1 3 0 0,10-2-6 0,3 1 7 16,3 6 0-16,-3-1 3 0,-8 1-2 0,-5-2-1 15,-6 0-1-15,-4 3-1 0,6-1-5 0,0-32 4 0,3 21 0 16,1 11 0-16,-6 6-3 0,-7 5-2 0,-10-1 0 16,-7 1 0-16,-2 0-3 0,5 3 4 0,-1 2 0 15,-8 1 2-15,1 2-2 0,-16 0 2 0,1-1-6 16,7 3 5-16,-4 1 5 0,-2 5 0 0,-14 1 3 15,-5 0-3-15,-1 3-9 0,7 5 11 0,-1 1-2 0,-14 4 4 16,-1 0-4-16,-2-35-2 0,7 46 1 0,4 9-2 16,-10-3 6-16,1 5-2 0,3 0 0 0,4-3-1 15,4 7-7-15,-6-4-11 0,-1 2-12 0,10 6-4 16,-1 5-97-16,-3 17-158 0</inkml:trace>
  <inkml:trace contextRef="#ctx0" brushRef="#br0" timeOffset="35129.44">18438 15629 22 0,'0'0'8'16,"0"0"8"-16,0 0 28 0,0 0 11 0,0-2 8 0,0 0 0 16,0 1-12-16,0-1-1 0,0 0-1 0,0 0-20 15,0 0-19-15,0 0 7 0,0 0-9 0,0 1 5 16,0-1-6-16,0 2 1 0,0 0 2 0,0 0 21 0,0 0 10 15,0 0 0-15,0 0 6 0,0 0 15 0,0 0-13 16,0 0 1-16,0 2-6 0,0-1-14 0,0 1-9 16,0 0 1-16,0 2-4 0,0 3 5 0,0 8-13 15,0 0-4-15,0 0-2 0,0 2-5 0,0-3 6 16,0-1 2-16,1 2-1 0,1-2-7 0,0-3 1 16,2 3 0-16,0-2 2 0,-1-2 9 0,1 0-5 15,-2-1 1-15,2-1-3 0,-1 2 5 0,-1-1-6 16,0-3 3-16,0-1-3 0,0 0 10 0,0 0 14 0,1-1 2 15,1 1 2-15,0 0-9 0,-1-1-2 0,3 1-3 16,3 2 1-16,2-3-13 0,4 1 12 0,0-2-10 16,7-2 11-16,3-6-10 0,2-7 6 0,10-7-6 15,10 13 5-15,5-27-2 0,13-7 7 0,4-1 3 16,3-5-1-16,2 1-12 0,4-4-1 0,0-8-3 0,2-5 2 16,5-9-10-16,14-5-14 0,5-4 0 0,7 3-5 15,-7 5-15-15,-11 10-76 0,-6 9-77 0</inkml:trace>
  <inkml:trace contextRef="#ctx0" brushRef="#br0" timeOffset="42331.18">19134 8459 1 0,'0'0'0'0,"0"0"15"0,0 0 3 16,0 0 6-16,-2 0 3 0,0 0-15 0,0 0-3 0,0 0-5 16,1 0-5-16,-1 0 1 0,0 0-6 0,0 0 8 15,0 0-2-15,0 0 5 0,0-2-5 0,1 0 9 16,-1 0 5-16,0 0 0 0,0-2 6 0,2 3 3 15,-4-9-3-15,-12 1 3 0,1 3-5 0,-8-3 11 16,-4 2 1-16,2-1 2 0,-6 3 2 0,-6-1-5 16,3 1-4-16,-7-1 0 0,4 2-14 0,-2 1 15 0,0-1-10 15,6 0 12-15,-1-1-9 0,3 1-1 0,-4-2 8 16,-1 1-7-16,1-1 4 0,0 1-13 0,-2-3 4 16,0 3-7-16,-8-1-5 0,2-1 7 0,1 1-9 15,-7 0 9-15,3 1-9 0,-6-1 0 0,2 1 1 16,3 1 1-16,1-2 7 0,5 5-9 0,0-3 7 0,2 2-7 15,0-20 9-15,6 11-3 0,-4 3 1 0,0 3-2 16,-2 3-1-16,1 2-1 0,-1 0 2 0,-5 2 1 16,3 1 2-16,-11 3 0 0,0 1-8 0,0 1 7 15,-4 3-3-15,3-2-1 0,-1 2 3 0,2 2-3 16,2 0 2-16,-2 2 5 0,3 2-2 0,-5 0 1 16,-1 3-4-16,-5 0-1 0,-7 5 3 0,3 1-4 15,-1 3-1-15,-2-27-1 0,4 35 5 0,3 0-2 0,4 2 3 16,6 0-6-16,-2-5-1 0,4-1 1 0,0-3-1 15,-1 1 2-15,1-1-4 0,-4-2 3 0,2 0-3 16,-2-4 6-16,-2-2-4 0,8 1 4 0,-4-1 0 0,1 2-8 16,5 0 11-16,-3 4-11 0,7 0 4 0,2 3 3 15,5 1-3-15,0 1 3 0,1 3 6 0,1 1-1 16,-3-2-2-16,4 10 1 0,1-3-4 0,-3 5-7 16,6 8 4-16,-7-10-4 0,5 1 7 0,0-3 7 15,0-6-9-15,4 0 8 0,2-1-6 0,1-5-3 16,1 1 7-16,3-1-7 0,0 1 7 0,4 1 1 15,4 1 1-15,0 1-1 0,1 2-1 0,7 4-4 16,-1-2 0-16,-21 4 0 0,14 1 7 0,4 6-13 0,5 2 4 16,3-1-5-16,5 2 9 0,5-2-12 0,5-3 7 15,1 0-7-15,-4-9 11 0,1 0-4 0,-1-6-6 16,4 3 1-16,-12 1-1 0,23 2 6 0,5-2-1 0,1-2 1 16,-5 1-5-16,3 1 7 0,-1 0 3 0,0 4 0 15,1-2-8-15,1 0-1 0,4 0 1 0,2-6 1 16,3 2 13-16,7 1-12 0,2-3 2 0,7-1-5 15,1-5 4-15,-1-1-4 0,5 0 1 0,-4-3-2 16,0-1 1-16,0-3-1 0,-3-3 8 0,-2 1-4 16,1 2 4-16,3 1 1 0,3 0-8 0,5 3 6 15,7-3-1-15,1 1 4 0,-2 1-5 0,-3-2 4 16,-5 3-1-16,-1-3-7 0,2 0 10 0,0-1-9 0,4 0 4 16,7-3 0-16,5-1-1 0,5 4 0 0,-1-4-8 15,-2-1 0-15,-3 1-2 0,-4-4 3 0,-4 2 11 0,0-1-3 16,6-1 3-16,9 4-4 0,0-4 2 0,4 0-6 15,-2 2 3-15,-13-4-5 0,0 2 9 0,-9 2 2 16,2-4 2-16,1 4-1 0,2-3-5 0,8-1 1 16,1 2-1-16,3-9 1 0,-3 31 0 0,-3-21 11 15,-4-12-6-15,-5-4 6 0,7-2-13 0,2-1 7 16,3-1-3-16,3-3 5 0,3 0-6 0,0-2 0 16,-5-4 7-16,-3 1-4 0,-8-3 5 0,-5 2-8 15,5 3-3-15,-1-3 1 0,4 4 10 0,2-2-4 0,0-2 3 16,2 3-4-16,-8-3-6 0,-3 2 5 0,-6-2-3 15,-7 1 6-15,2-1 4 0,-1-2-12 0,6-1 9 16,0-1-9-16,4 1 12 0,4 0-12 0,5-3 8 16,-2 5-8-16,-3-3 5 0,1 1-3 0,-11-1-1 0,3-1 1 15,-3 2-2-15,4-1 4 0,-4 1-3 0,2-1 4 16,2 1-4-16,-4-4-2 0,4 2 2 0,-7-1 0 16,-8-1 6-16,-3 19 2 0,-7-25-9 0,-2-5 7 15,-1 1-2-15,-4-1-4 0,2-4 6 0,-1 4-6 16,-1-1 9-16,-1 1-5 0,-3 0 2 0,1 1-3 15,2 3 1-15,-6-3-4 0,5 1 3 0,-3 3-3 16,-7-1 10-16,5-1 1 0,-6 1-3 0,-1-1 0 16,5-3-13-16,-2-1 13 0,-5-6-4 0,5-3 7 0,-7-5-10 15,-2-2 1-15,4 2 0 0,-12-6 0 0,4 4 11 16,-3 2-6-16,-4 4 2 0,0 3-3 0,22 0 10 16,-13 4-4-16,-4 2 5 0,-5 2-6 0,-2 2 11 0,-3-1-14 15,-5 1 6-15,-3-3-9 0,-4-1 4 0,2-2-10 16,-4-3 6-16,3-1-5 0,-7-5 5 0,-1-4 3 15,-2-2-9-15,0 4 7 0,-1 1-6 0,20 3 5 16,-23 3 2-16,-2-1 1 0,2 3 1 0,1 2-7 16,-5 2 3-16,0 1-4 0,-3 3 1 0,0 0 0 15,-4 1-6-15,-6 0 3 0,-5 1-4 0,-5-4-4 16,-7-3 6-16,-3 1-5 0,-7-5 12 0,-2-1-4 16,3 0 2-16,-1-1-3 0,5 1 0 0,2 2-1 0,0 4 2 15,-4 2-1-15,-3 1 3 0,-6 3 1 0,-8 1-4 16,1 2 2-16,-2 2 4 0,3 0-9 0,4 4 8 15,-1 1-8-15,-1 5 2 0,-9 3 7 0,-6 3-6 0,-10 3 8 16,-7-2-4-16,5 3 1 0,-1 2-4 0,4-31 2 16,-7 24-10-16,-13 11-23 0,-6 7-5 0,-11 8-12 15,2 8-66-15,-13 12-115 0</inkml:trace>
  <inkml:trace contextRef="#ctx0" brushRef="#br0" timeOffset="55410.72">21800 15600 456 0,'0'0'18'0,"0"0"8"0,0-2 27 0,0 0 7 0,0 0-8 15,0 0-10-15,0-2-20 0,0 1-4 0,0-7 1 16,0-3-14-16,0-3 6 0,0 1 4 0,0 0 1 15,0-2 6-15,2-1 2 0,0 1-4 0,2 0 6 16,-1 1 10-16,1 4-7 0,1 1-1 0,1-2-2 16,-2 4-4-16,-2 2-13 0,-1-1 7 0,-1 4-11 15,0 1-1-15,2-1-4 0,0 2 1 0,0 0 0 16,0 2 10-16,-2 0-5 0,0 2 1 0,0 2-2 0,-4 11-5 16,-5 14 4-16,0 1-2 0,-1-2 3 0,1 2-6 15,0-4 5-15,0 2-4 0,-1-1 4 0,3-2 0 16,1-1-3-16,1 2 5 0,1-2-6 0,0 2 0 0,2-4 0 15,1 2 2-15,1 0-1 0,0-1 4 0,0-3-2 16,0-3-2-16,1-1 2 0,1-3-2 0,2 6 11 16,0-2-4-16,-1-4 6 0,5 2-5 0,-6-10 4 15,0-1-3-15,5 1 3 0,4 5-6 0,6-1 3 16,-1-2 2-16,1-3-1 0,0-2 1 0,1-2 8 16,1-2-9-16,1-3 8 0,-1-3-3 0,-2-3-10 15,-1 5 11-15,1-16-10 0,0-4 8 0,1 0-3 16,-3 0-10-16,0-2 5 0,2 0-6 0,-6 2 2 0,4 2 1 15,-2 2-3-15,-4 5-1 0,0 2 0 0,-3 4 1 16,-4 4 0-16,2 1-1 0,-3 3 2 0,-1 1 2 16,4-2-2-16,0 0-3 0,0 2-7 0,-1 1-1 15,-1-1 0-15,2 2 3 0,-2 2 3 0,0-1-2 16,1 3 1-16,7 9 4 0,3 8 0 0,-2-5-1 0,-2-1-2 16,-2-2-7-16,-1-5-2 0,3-1 3 0,8-5-2 15,-2 9 2-15,3-2 7 0,1-3-4 0,-2-4 6 16,1-2 2-16,-1-4 4 0,0-2 2 0,1-3-1 15,-1-2 5-15,0 9-9 0,-1-16 8 0,-1-1-8 16,-2 0 10-16,0-1 0 0,-2 0 0 0,-3-1 1 16,-1-1 4-16,-1 0 3 0,-4-2-1 0,1-1 1 0,16-2-4 15,-8 1 6-15,-5 0 1 0,-6 0 1 0,0 1-3 16,-2 3-1-16,-2 2 1 0,-2 3-1 0,1 4-1 0,1 7-20 16,2 3-2-16,-5-3-6 0,-6-1-9 0,-2-1-6 15,0 5-2-15,0 1-3 0,2 2-8 0,2 3-53 16,2 3-26-16,0 9-19 0,1 11-165 0</inkml:trace>
  <inkml:trace contextRef="#ctx0" brushRef="#br0" timeOffset="55831.67">22918 15531 808 0,'0'0'124'0,"0"0"-155"0,-2-2 139 0,0 0-74 16,-2 0-16-16,3 0-11 0,-3 1 8 0,2-1-11 15,0 0 3-15,0 0-4 0,0 0-7 0,1 2 3 16,-1 0-6-16,0 0 4 0,0 0 3 0,0 0-1 16,2 0 4-16,0 2-2 0,0 0 4 0,0 0-3 15,0 1 6-15,-2 10-3 0,0 4 3 0,-1 4-2 16,-3-1 11-16,-1 4 3 0,1 0-7 0,-1 4 5 0,-1 0-3 15,1 0-9-15,-4 1 11 0,0-1-12 0,1 2 2 16,-1 0-3-16,2-2-4 0,0-1 1 0,1-2 6 16,3-3 0-16,1-4 0 0,2 1-1 0,2-4 9 15,0-4 16-15,2 4 0 0,0-4 3 0,1-4-12 0,3 3-16 16,0-3 3-16,10 2-6 0,8 3 6 0,4-3-3 16,-4-2 2-16,-3-5-2 0,-1 13 12 0,4-4 4 15,-1-3 0-15,-1-5 1 0,4 1-6 0,-6-2-12 16,-1 0 3-16,0 0-7 0,-5-2 1 0,-1 0 3 15,0 0-2-15,-3 0 3 0,1 0-2 0,-4 0-4 16,1 0 0-16,-3 0-4 0,1 0-8 0,-3 0-26 16,1 0-13-16,-2 0-4 0,2-2-53 0,-2 0-33 15,1-15-23-15,3 4-22 0,-1 0-254 0</inkml:trace>
  <inkml:trace contextRef="#ctx0" brushRef="#br0" timeOffset="56187.3">23761 15538 503 0,'0'0'115'0,"0"0"-148"0,-2 0 127 0,0 0-68 0,0-2-24 15,0 1 6-15,0 1 4 0,1 0 0 0,-1 0 10 0,0 0-4 16,0 0 4-16,-2 0-3 0,2 0 8 0,1 0 5 16,-1 0 1-16,0 0 5 0,0 0 33 0,0 0-13 15,0 0 2-15,2 0-11 0,0 0-23 0,2 0-8 16,0 0 3-16,0 0-4 0,0 0 7 0,18 0-16 16,4 0 3-16,-3 0-8 0,3-2 2 0,-4 0 0 15,1-2-4-15,-3 0 2 0,3 1 0 0,-3 1-3 16,-1 0 0-16,0-2-5 0,-1 2-6 0,-3 1-25 15,2-1-5-15,-4 0-8 0,-3 2-26 0,-4 0-123 0,-3 0-53 16</inkml:trace>
  <inkml:trace contextRef="#ctx0" brushRef="#br0" timeOffset="56374.61">23666 15845 801 0,'0'0'111'0,"0"0"2"0,0 0-43 0,0 0-4 0,0 0-48 15,0 0 4-15,0 0-9 0,2 0 3 0,0 0-2 16,0 0 19-16,18 0-4 0,2 0 4 0,2 0-5 16,2-2-3-16,-1 0-14 0,2-2-3 0,-2 2-3 15,-1-1-1-15,0-1-7 0,0 0 3 0,2 0-4 0,2-1-9 16,-2-1-28-16,4-1-9 0,5-1-9 0,-4 1-56 16,12-2-176-16</inkml:trace>
  <inkml:trace contextRef="#ctx0" brushRef="#br0" timeOffset="57516.55">25406 14888 190 0,'0'0'101'0,"-2"0"-86"0,0 0 104 0,0 0-42 0,0 0-46 15,1 0-5-15,-1 0-4 0,0 0-2 0,0 0-8 0,0 0 8 16,0 0-4-16,0 0 5 0,1 0 1 0,-1 0 16 16,0 0 6-16,0 0 2 0,2 0 26 0,0 0-33 15,0 0 7-15,2 0-16 0,0 0-8 0,1-1 15 16,14-3-2-16,7-2 7 0,4 1 3 0,4-1 0 15,-1 1-3-15,5-1 2 0,3-1-2 0,3-1-16 16,6 1 5-16,-1-1-10 0,1 1-7 0,-3 1-6 16,-3 1-2-16,-3-1 0 0,-3 1 5 0,-3 1-8 15,-5 0 5-15,-4 0-7 0,-3 3 1 0,-7-1 3 16,1 0-3-16,-7 2 4 0,1 0 5 0,-5 0 1 0,-2 0 6 16,1 0-3-16,1 0 20 0,0 0-10 0,-2 0 0 15,-1 0-4-15,1 0-14 0,0 0 1 0,-2 0-5 16,0 0 2-16,-2 0-12 0,0 0 7 0,1 0 0 15,-25 0 3-15,5 0-7 0,-9 2 0 0,4 1 2 0,-1 1 0 16,-5 2 3-16,4-1-13 0,-2 1 2 0,-1-1-5 16,-6 3 6-16,-2-1 3 0,2 1-3 0,-6-1 4 15,2 2 4-15,2-1-5 0,2-1 5 0,4 1-4 16,-3 1 5-16,7-2 2 0,-1 3 0 0,2-1 1 16,2 0-3-16,6 1-5 0,-1-1 5 0,3 0-3 15,-1 0 6-15,4 1-3 0,-2-1 0 0,3 0 0 0,4-3 6 16,1-4-11-16,5 11 6 0,-5-2-7 0,0 2 5 15,3-4 1-15,2 0-5 0,1 1 4 0,1-1-5 16,0 2 5-16,0 2-3 0,2 0 3 0,0 0-4 0,2 0 2 16,2-4 4-16,1-1-1 0,1-3 6 0,14-1-3 15,-1 0 0-15,-1-1-1 0,5 3-1 0,-1 0 1 16,4-1 0-16,2 1 1 0,-4 1-2 0,-2-5-1 16,2 7 1-16,1-5 0 0,-1 2 1 0,0 1 2 15,-2-1-4-15,4 3 1 0,-2-5-1 0,-2 9 0 16,-3-6 3-16,-2 4-2 0,5-2-1 0,-5 1 0 15,5 1 0-15,-5-6 1 0,-2 3 5 0,-2-3 0 16,0-1-1-16,-4 2-1 0,2-3 3 0,-4-1-1 16,-1 4 2-16,1-1-2 0,-5 1 2 0,0 0 3 0,0-3 2 15,0 1-2-15,3 3 2 0,-3-3 8 0,0 2-6 16,0 1 6-16,-2 2-9 0,0 3-3 0,-2-3-2 16,-3 4-2-16,-1-2-12 0,-22 2 6 0,-3 4 1 0,-5-1 0 15,5 3-2-15,-5 1-3 0,3 1-1 0,0 3 1 16,-1 0 1-16,1 2 6 0,-2 2-3 0,3 2 3 15,0 1-5-15,5 3-1 0,1-1 3 0,-4 0-1 16,2 1-1-16,4-1 3 0,-6 3-4 0,6-5 5 16,5 4 1-16,-3-5-2 0,4-4 0 0,5 0-3 15,1-5 0-15,7-1-1 0,-8-1 1 0,5-5-2 16,5-4-8-16,-1 1 5 0,2 2-5 0,2-2 5 0,4 4-2 16,1-4 9-16,-3-7 0 0,22-1 4 0,4 1 2 15,8-2 1-15,1 0 2 0,4 20 0 0,1-9 10 16,5-6-10-16,5-5 4 0,0-2-6 0,3-2 8 15,12 1-8-15,2-3 0 0,3 0-2 0,3 0-5 0,-9 1 4 16,-6-1-5-16,-4 2 4 0,-6 2-2 0,-9 0-3 16,-4 0 3-16,-2 0-1 0,-3 0 3 0,-6 0-3 15,0 0 2-15,-4 2-2 0,-7 0 1 0,-2 0 5 16,-4 0-3-16,0-1 2 0,-3-1-9 0,-4 0 1 16,1 2-8-16,1 0-1 0,-2-2-72 0,0 0-183 15,0 0-38-15</inkml:trace>
  <inkml:trace contextRef="#ctx0" brushRef="#br0" timeOffset="58605.64">25556 16511 307 0,'0'0'138'0,"0"0"-148"16,-2 0 154-16,1 0-74 0,-1 0-33 0,0 0-6 16,0 0 0-16,0 0-1 0,0-2 2 0,0 2-12 0,1 0 6 15,-1-2-9-15,2 2-6 0,0 0 5 0,0-1-9 16,0 1 8-16,0-2-2 0,0 0-13 0,0 2 4 16,0 0-5-16,0 0 11 0,0 0-5 0,0 0 0 15,0 0-1-15,0 0 5 0,0 0 7 0,0 0-1 0,0 0 2 16,0 0-13-16,0 0-2 0,0 0 5 0,2 2-4 15,-2 0 6-15,1-1-4 0,1 1 0 0,0 0 0 16,0 0 7-16,0 0 7 0,0 0-5 0,0 0 5 16,-1-1 0-16,1 1-6 0,0 0-2 0,0 0-2 15,0 0-7-15,0 0 1 0,0 0 2 0,-1-1-3 16,-1 1-2-16,0 0 0 0,0 0 0 0,0 0 0 16,0 0 9-16,0 0-2 0,0-2 0 0,0 0 0 0,0 0 6 15,0 0-8-15,0 0 5 0,0 0-6 0,0 0 1 16,0 0 2-16,0 0-2 0,0 0 1 0,0 0-6 0,0 1-4 15,0 1 3-15,0 0-3 0,0 0 9 16,0 0-5-16,0 0 5 0,0 0-5 0,0-1 0 0,0 1 0 16,-1 0-4-16,1 2 4 0,-2 0-10 0,2-1 9 15,-2 10-2-15,0 6 3 0,0-2 0 0,2 5 5 16,0-2-4-16,0 1 4 0,0 3-2 0,2 0 0 16,0 2 0-16,2 2 0 0,-3-6 4 0,1 2 5 15,-2-3 2-15,0-6 1 0,0 1 13 0,-2-1 5 16,1 0 4-16,-3 0-1 0,-2-2 4 0,-1 2-10 0,-1-2 2 15,1-4-6-15,-4-2-6 0,-8 3-3 0,-3-5-1 16,2-1 0-16,-1 0-1 0,3-3-15 0,-1 12 7 16,0-3-9-16,3-5-1 0,-1-3-6 0,4-2-10 15,-2 0 1-15,2 0-47 0,2 0-127 0,2 0-9 16,-2-2-49-16,1 0-122 0</inkml:trace>
  <inkml:trace contextRef="#ctx0" brushRef="#br0" timeOffset="58778.44">25679 16259 752 0,'-2'-2'166'0,"0"0"349"0,0 0-488 16,-2 0-7-16,1 0-11 0,-1 0 6 0,0 1-6 16,1-1-16-16,-1 0 4 0,0 0-10 0,0 2-3 0,1 0-37 15,-1 0-3-15,0 0-17 0,1 2-54 0,-1 0-101 16,0 0-57-16</inkml:trace>
  <inkml:trace contextRef="#ctx0" brushRef="#br0" timeOffset="59026.57">25766 16714 1070 0,'0'0'45'0,"0"0"-1"0,0 0 8 0,-2-2-4 16,0 0-12-16,0 0-13 0,2 0 2 0,0 0-2 0,0 0 1 16,2 1-7-16,2-1-12 0,2-2 2 0,16-9-5 15,-2 4 2-15,1 1-7 0,1 3 3 0,-3 1-5 16,-3 0 5-16,-5 2-13 0,-1 2-1 0,-1 0-8 16,-7 0-37-16,3 0-64 0,-1 0 11 0,-2 0-26 15,2 0 13-15,-1 0-87 0,-1 2 25 0,0 0-33 16,-2 2 126-16</inkml:trace>
  <inkml:trace contextRef="#ctx0" brushRef="#br0" timeOffset="59145.28">25809 16847 105 0,'-2'0'58'0,"0"0"30"0,0 2 33 0,-2 0 15 0,1 0-80 16,-1 0 1-16,0 1 19 0,2 1-9 0,-1 4 29 0,1 4-35 15,2 0-14-15,2-1-2 0,0-6-26 0,5 6 9 16,0-5 3-16,21-2 1 0,2-2 2 0,-4 14-11 16,4-5-6-16,1-5-3 0,-3-4-28 0,-2-2-21 15,0-4 1-15,-5-3-7 0,-1-4-7 0,-1 9-79 16,-1-26-13-16,4-2-31 0,-3-3-103 0</inkml:trace>
  <inkml:trace contextRef="#ctx0" brushRef="#br0" timeOffset="59333.56">26566 16470 527 0,'0'0'47'0,"0"0"-4"0,0 2 46 0,0 0 1 15,-2 0-1-15,1 0 4 0,-1 1-12 0,0 5-4 0,-6 9-3 16,-1 1-8-16,0 3-9 0,-4 1-2 0,0 4-4 15,2-2-8-15,-2 4-14 0,2-2 1 0,-1 2-8 16,3 3-8-16,2-3-12 0,-1 6 3 0,5-5-5 16,-1-5 6-16,0 6-11 0,0-2-5 0,3-8-7 15,1 3-50-15,0-9-127 0,0-1-32 0</inkml:trace>
  <inkml:trace contextRef="#ctx0" brushRef="#br0" timeOffset="60008.55">26173 14539 425 0,'0'0'61'0,"0"0"3"16,0 0 3-16,0-2-14 0,0 1-11 0,0-1-18 0,0 0-15 15,0 0-1-15,0 2-4 0,0 0 7 0,0 0-1 16,0 0 0-16,0 0-1 0,2 2-4 0,-1 0 12 15,-1 0 6-15,0-1 2 0,0 1 17 0,0 2 6 16,0 0-4-16,0-1 7 0,0 1-4 0,0 0-6 16,0 0-1-16,0-1-4 0,0-1-11 0,0 0-3 15,0 0-3-15,0 0-1 0,0 0-7 0,0-1-10 16,0-1 6-16,0 0-7 0,0-1 2 0,0-1 2 16,0-2-5-16,0-5 2 0,4-12 0 0,2-3 1 15,-1 7-1-15,5-3 0 0,-1 1-1 0,-2 5 2 0,4-3 2 16,-5 8 0-16,-4 3 4 0,9 0-5 0,2 3 6 15,-2-7-5-15,0 3 6 0,-2 3-9 0,3 2-1 16,-3 2 0-16,0 0 1 0,0 2 4 0,-1 2 0 16,-3 0 1-16,1-1 3 0,0 5 5 0,-3 5-3 0,3 4 3 15,-2-12-13-15,-1 6-2 0,3-1-3 0,-1-9 0 16,5 12 2-16,3-9-65 0,0 4-11 0,2-3-31 16,3 8-155-16</inkml:trace>
  <inkml:trace contextRef="#ctx0" brushRef="#br0" timeOffset="60931.22">27536 14673 378 0,'0'0'39'0,"0"0"57"0,-2 0-38 0,0 0-27 16,0 0 2-16,0 0-12 0,0 0-17 0,0 0 4 16,1 0-1-16,-1 0 3 0,2 0 7 0,0 0 37 15,0 0-2-15,0 0 13 0,0 0-13 0,0 0-24 16,0-2-3-16,0 0-5 0,0 0 7 0,0 1-13 16,2-1 6-16,-1 0-8 0,1 0 1 0,0-2 4 15,0-1-9-15,5-6 6 0,1-1-9 0,-1 1 1 16,1-2 4-16,-3 4-4 0,3-6-1 0,-1-2 12 15,2-3-8-15,2-2 9 0,-3 3-3 0,-1 2-9 0,-1 3 7 16,-1 1-9-16,1-2 2 0,-2 5-1 0,-1-1-1 16,-1 0 2-16,0 6 3 0,0-3-4 0,-2 4 2 15,2 1-2-15,0-1 1 0,0 0 9 0,-2 2-9 0,0-1 9 16,0-3-11-16,0 2 11 0,0 1 0 0,0 1 1 16,0 0-16-16,0 0 3 0,0 0-7 0,0 0 5 15,0 1-2-15,0-1 1 0,0 2 7 0,0 0-3 16,0 2 11-16,0-1-3 0,1 7-3 0,5 18 0 15,-2 0-12-15,-1 4 5 0,-1-3-2 0,0 1 6 16,0 0 0-16,-2-2-7 0,0-2 6 0,0-1-6 16,0-3 3-16,0-1-1 0,0 1 1 0,0-1-1 0,0-3 1 15,-2-1 9-15,2-2-8 0,0-4 7 0,-2 3-11 16,2-7 5-16,0 3-1 0,-2-1 3 0,1-1-2 16,-1-1 2-16,0-1 6 0,0 1-3 0,0-1 0 15,-2 2-1-15,-7-1-7 0,-4-1 5 0,-5 3-3 0,1-3 1 16,5 2 4-16,-9-3-3 0,9 3-4 0,-5-4 5 15,6 2-6-15,7-1 7 0,1 1-3 0,-3-2-3 16,3 2 2-16,3-4-3 0,-4 3-6 0,3 1-6 16,1 0 2-16,0-1-2 0,0 1 8 0,2-2 7 15,2 0-1-15,0 0 4 0,13 1 9 0,11 1-4 16,3-2 1-16,1-2-2 0,0-4 1 0,1 1-9 16,1-1-1-16,-2 0-3 0,-3 0-2 0,-4 3-5 0,-3-1 6 15,-3 0-5-15,-2 2 10 0,-2 0-7 0,-4 0-4 16,-3 0-3-16,-3 0-17 0,1 0-57 0,0 0-4 15,-1 0-22-15,-1 0-48 0,0 0-57 0,0 2-22 16</inkml:trace>
  <inkml:trace contextRef="#ctx0" brushRef="#br0" timeOffset="61206.14">26862 15518 1153 0,'0'0'34'0,"0"0"0"16,-2 0-13-16,2 0-8 0,0 0-12 0,0 0-11 16,0 0 5-16,2 0 5 0,-1 0-1 0,11 0 3 15,17 2 11-15,6-2-5 0,12 0 8 0,3 0 1 0,9-4 0 16,10 0-4-16,7-5 2 0,2-4-1 0,6-2 5 16,-4 0 7-16,-6-1-6 0,0-7-2 0,-3 5 9 15,-1-3-10-15,1 5 9 0,-1 3-20 0,-5 0-1 16,-1 3-4-16,-14 3 2 0,-2 1-4 0,-5 4 1 15,-10 1 0-15,-1 1 2 0,-10 0 6 0,-5 0-11 16,-4 0 3-16,-2 0-4 0,-4 0 11 0,-5 0-9 16,4 1-9-16,-3 1-4 0,1 0-54 0,-2 0-18 15,0 0-12-15,0 0-7 0,-2 1-83 0</inkml:trace>
  <inkml:trace contextRef="#ctx0" brushRef="#br0" timeOffset="61722.26">27179 16053 707 0,'0'0'179'16,"-2"0"28"-16,0 0-62 0,0-2-67 0,1 0-29 15,-1 0-22-15,0 2-20 0,0 0 3 0,0-2-7 0,0 0 3 16,2 0 17-16,0 1-4 0,2-1 7 0,2 2-11 15,31-13 7-15,4-2-5 0,8 2 4 0,-1 2-14 16,-1-2 5-16,-5 0-5 0,-2 2 4 0,2-2-13 0,-2 3 9 16,-3 3-3-16,-2-1 7 0,-3 1-4 0,-6 1-7 15,2 3 4-15,-4 1-4 0,-1 0 8 0,-3 0-3 16,-1 2 1-16,-4-2-2 0,2 0-5 0,-4 2 2 16,-2 0-1-16,1 0 3 0,-7 0-4 0,1 0 7 15,0 0-6-15,-2 0 7 0,-1 0-10 0,3-1 3 16,0-1 0-16,0 0 2 0,-3 0-2 0,1 0-2 15,0 0 1-15,0 0-1 0,-2-1 4 0,0-1-3 16,0 0 0-16,0 1-3 0,-2-3-4 0,0 0 2 0,0 3-6 16,2 1 4-16,-3 0-5 0,-8-5-1 0,-1 1 3 15,-2 0-3-15,-3 3 11 0,0 3-5 0,-1 2 4 16,-1 5-3-16,0 6 2 0,1 0 3 0,-1 22 0 16,3-1 1-16,-3 1 4 0,4-2 2 0,0-1-3 0,4 1 1 15,4-1 1-15,1-4 2 0,4-4 4 0,-13-2-2 16,6-1 10-16,5 1 0 0,3-2-3 0,1-3 2 15,1 0-7-15,3-2 2 0,4-1-1 0,1-1 2 16,-7 0 1-16,16-1-9 0,1 1 4 0,1 0-7 16,1 0-2-16,1 0 0 0,-2-2-3 0,3 0 2 15,-1-2-10-15,-2-1-31 0,1-3 2 0,-3-1-17 0,1 0-35 16,-2-1-209-16,-1-1-70 0</inkml:trace>
  <inkml:trace contextRef="#ctx0" brushRef="#br0" timeOffset="62054.41">28178 16376 968 0,'-2'0'54'0,"0"0"109"0,0 0-143 0,0-2-3 16,-1 2-8-16,-1 0 3 0,2 0-17 0,0 0 5 0,1 0-1 15,-1 2 1-15,2-1-8 0,0 3 13 0,0 5-3 16,5 14 6-16,1-1-12 0,-1 2 8 0,3 0-7 16,-1 2 8-16,-1 0 1 0,-1 0 40 0,-1 0 1 15,0 0 12-15,-2-2 9 0,-2 1-7 0,0-1-1 0,0-2-3 16,-2-2-9-16,-2-1-7 0,-3 1-3 0,-1-3-2 16,-1 0-19-16,-2-2-4 0,2-2 1 0,-17-6-3 15,1 1-3-15,-2-3-19 0,-3-1-8 0,6 13-8 16,-4-6-60-16,0-8-90 0,6-3-23 0,1-3-29 15,3-5-137-15</inkml:trace>
  <inkml:trace contextRef="#ctx0" brushRef="#br0" timeOffset="62191.96">28559 15958 792 0,'0'0'124'0,"-2"0"252"0,0 0-333 0,0 0-10 16,0 0-5-16,0-2-2 0,0 2-28 0,1 0-25 15,-1 0-23-15,0 0-6 0,0 0-142 0,-2 0-175 16</inkml:trace>
  <inkml:trace contextRef="#ctx0" brushRef="#br0" timeOffset="62486.28">28581 16357 625 0,'0'0'53'15,"0"0"117"-15,0 0-157 0,2 0-7 0,0 0 3 0,-1-2-3 16,1 0 14-16,0 0 18 0,-2 1 4 0,0-1 2 16,0 0-3-16,0 2-1 0,-2 0-5 0,0 0 4 15,-1 0-6-15,-7 0-7 0,-10 2-6 0,0 3 0 16,-3 5-14-16,8-1 2 0,-1 2-4 0,5-2 0 16,3 12-10-16,3-3 3 0,3 1 4 0,-11-1 0 15,3 1 4-15,7-2 0 0,1 1 3 0,2-3 0 16,4 2 11-16,1-2 18 0,4 0-5 0,1-2 11 15,3 1 7-15,7-1 17 0,4 4-1 0,-1-6 4 0,-3 2-22 16,-3-2-24-16,-4 1-3 0,-2 1-4 0,-4-4-9 16,-5-2 13-16,0-3-2 0,2 2 6 0,-2-1 16 0,-1 1-31 15,-1 1-3-15,-5 4-18 0,-8 0-86 0,-34 8-242 16,-8 0-100-16</inkml:trace>
  <inkml:trace contextRef="#ctx0" brushRef="#br0" timeOffset="64096.75">28590 14244 476 0,'-2'0'92'0,"0"-2"-1"15,1 0-3-15,-1 1-13 0,-2-1-25 0,-2-2-24 0,-3 0-14 16,0-5 8-16,0-2-10 0,-3 2 4 0,3-1-14 15,-2-1 1-15,0 2-3 0,2-2 5 0,-1-2 1 16,-1 2-4-16,2-2 2 0,-2 1-5 0,3 3-1 16,-7-2 3-16,-3 4-2 0,3-3 6 0,-5 3-8 15,3-2 5-15,-4 1-6 0,-6 1 6 0,2 1-7 16,-4 1 4-16,3 1-4 0,0 0 12 0,0-1-9 16,-4 1 4-16,4 0-3 0,-4-1 10 0,-1-1-9 15,-1 0-9-15,3 1 0 0,1-1-13 0,0 1 17 0,0-3 3 16,-2 1 1-16,1 1-3 0,-1-3 3 0,-2 3 2 15,1 1 0-15,-3-1 1 0,3 1-2 0,-8-1-4 16,-6 2 1-16,-1 1 1 0,-10 1 4 0,4 0-4 16,-4 0 4-16,-1-2 2 0,5-22-1 0,-4 12 5 0,8 8-5 15,0 2 0-15,1 2 13 0,1 1-6 0,-1-1 8 16,3 0-6-16,-1 0 16 0,1-2-2 0,-5 1 4 16,-1-3-14-16,-4 2 0 0,-5-3-4 0,0 1 2 15,-3-1-8-15,3-1-4 0,3 1 1 0,2 1-1 16,0 1-2-16,1-1 5 0,-3 1-8 0,-7 1 6 0,0 2-10 15,-13 4 1-15,-1 0 9 0,-4 0-4 16,-1 0 9-16,6-1-6 0,0 1-2 0,7 2 1 0,2 3 2 16,-3-1-4-16,-1 1 3 0,-5 1-4 0,-6-1 11 15,-5 1-5-15,0-1 1 0,1 2-3 0,10 3-6 0,2-1 3 16,0 0 0-16,-6 4 1 0,-6 0 6 0,-5 1-6 16,-9 1 5-16,2-2-6 0,1 2 0 0,4 1 4 15,8-1-2-15,-2 1 4 0,-1 1 0 0,-10 3-3 16,0-1-1-16,1-1 0 0,-1 2 1 0,12-1 5 15,3 1 0-15,3 2 2 0,-2 2 1 0,1 4-9 16,-7 2 3-16,-5 1-2 0,2-2 11 0,2 3-9 16,8-30 2-16,6 36-5 0,3 3 1 0,3-2 5 15,-7-2-1-15,-2-4 3 0,-2 2-13 0,-3-1 8 0,5 1-6 16,3 2 7-16,9 0-9 0,4 2 9 0,5 3-1 16,7-1 4-16,0 5-2 0,3-1-4 0,3 3 3 15,-1 5-3-15,0-4 4 0,10 8-3 0,2-5-5 16,-1 0 2-16,10-2-1 0,-6-8 0 0,10 3 10 15,5-3-6-15,2-1 11 0,9 7-6 0,-1 0-2 0,-23 6 2 16,17 3 6-16,5 3-16 0,6 3 4 0,8 1-8 16,5 5 9-16,7-8-5 0,2-2 0 0,3-3-4 15,-24-10 0-15,37 2 20 0,4-1 0 0,1-3 8 16,2 0 2-16,3 1-14 0,4 1-1 0,7 4-6 16,3-2-9-16,6-3 2 0,12 5 1 0,9-10 1 15,10 5-2-15,5-3 0 0,-6-7 1 0,0 1 1 16,1-5 11-16,8 2-16 0,10-3 4 0,6-2-10 15,9-4 8-15,-8 0-5 0,1 0-2 0,6 0-1 0,5 3-5 16,5 1 11-16,2-2 5 0,-7 2 0 0,-5-3-1 16,11 1 11-16,4 0-7 0,7 0 8 0,-1-2-10 0,-7-4 6 15,5 1 1-15,10 1 1 0,3 0-8 0,-1-2 3 16,-1 0 2-16,-3-7 3 0,11-4 5 0,-4-7-9 16,0 0 1-16,-5 37-2 0,3-32-3 0,3-9 6 15,-7-6-3-15,-4-3 4 0,-13-10-3 0,14 1 7 16,-1-4-1-16,-11-8 2 0,-3 2-7 0,-14-3-2 15,-3 1-1-15,1-2 0 0,-3 1 10 0,-5-3-13 16,-11-1 7-16,-10 31-8 0,-6-37 10 0,-9-1 2 0,7-3-1 16,-1-5 2-16,-2-8 3 0,-1-7 7 0,-10-13-5 15,-11-3 6-15,-5-3 3 0,-8 1 23 0,-6 7 1 16,-3 1 6-16,-5 3 3 0,-3-1-4 0,-3-5-3 16,-1-5-1-16,1-8-12 0,-6-7-7 0,-2-5-4 15,-3 1-3-15,-2 6-21 0,-2 5 6 0,-2 0-1 0,-6-6 2 16,-5-7 0-16,28-13-1 0,-30-5-1 0,-15 3 0 15,-13 2-2-15,0 7 5 0,-9-1-1 0,29-12 1 16,-36-3-6-16,-8-6-6 0,-7 6-5 0,-10 13-1 16,-13 9-10-16,-18 0-1 0,-15 2-5 0,-17-2 1 15,-9 2-17-15,-13 11-8 0,-17 13 7 0,-24 16-12 16,-19 12-43-16,-34 13-204 0</inkml:trace>
  <inkml:trace contextRef="#ctx0" brushRef="#br0" timeOffset="79481.42">1885 16754 2 0,'0'0'0'0,"0"0"3"16,0 0 35-16,0 2-11 0,0 0 12 0,0 0-14 16,0 0 1-16,0 0-4 0,-2 0-2 0,0-1 2 15,0 1 17-15,0 0-11 0,2 0 7 0,0 0-9 16,0 0 2-16,0 0 19 0,0-1 6 0,0 1 5 16,0 0 13-16,0-2-29 0,0 0-2 0,0 0-8 15,0 0-10-15,0 0-7 0,0 0 0 0,2-2-2 0,0 0-1 16,0 1-13-16,0-1 0 0,0 0-3 0,0 0 10 15,-1-2 3-15,1 1-2 0,2-9 1 0,0-2-2 0,-1-1 0 16,3-4 6-16,-2 4-4 0,1-3 5 0,1-1-9 16,-1 2 4-16,3-1-4 0,-1-3 17 0,1 3-16 15,-3-3 7-15,1-1-9 0,-1 2 4 0,1-1-5 16,1-3-2-16,1 2 1 0,-1 0 8 0,1-1-6 16,-1 1-3-16,1-2 0 0,-1 0-2 0,2-4 0 15,1 2 7-15,1-2-4 0,0-2 1 0,0 4 6 16,-2-3-6-16,-3 3 7 0,1-2-5 0,-1 2 7 15,-1 0-4-15,1 2 4 0,0 0-2 0,-1 1-2 16,1 5 3-16,1-5-5 0,0 5 4 0,1 1-8 0,-1-1 3 16,-1 3-4-16,1-2 8 0,1-2-11 0,-3 5 4 15,3-3-7-15,-1 0 9 0,1 2 2 0,-1 0-2 16,0 1 1-16,1-1-2 0,-1 0-6 0,1 2 0 0,-3 0-2 16,1 0 8-16,-1 2-2 0,1 1 6 0,0-1-4 15,-1 0 11-15,1 0-10 0,-1 2 0 0,1-1-2 16,-1 1 6-16,-1 0-8 0,0 0 4 0,0-1-5 15,1 1 10-15,1 0 6 0,-1-2-4 0,-1 1 4 16,0 1-3-16,-1 0-4 0,1 1 3 0,0-1-5 16,3-6-1-16,-1 4 4 0,-1-2-1 0,-1 2 2 15,2 0-1-15,1-4-11 0,-1 0 5 0,1-2-6 16,1 3 5-16,-3 1 4 0,3-4-7 0,-3 6 5 0,1-4 0 16,-1 2-8-16,3-2 11 0,-5 8-9 0,1-3 10 0,0 1-8 15,-2 3 2-15,7-8-3 0,-3 2-3 0,1-1 11 16,0-3-7-16,-3 6 9 0,4-3-12 0,-3 4 5 15,1 0-3-15,1-4 3 0,-3 5-11 0,5-5 13 16,0 0-3-16,-1 2 7 0,1-2-4 0,-1 2 1 16,-5 6 0-16,3-3 1 0,-2 3 4 0,3-3-6 15,2 1 8-15,2 1-7 0,-1 1 2 0,-1-5 2 16,-2 3-7-16,1-2 7 0,5 1-3 0,-4 1 4 16,6-1 5-16,0 3-3 0,-4-3 8 0,2 1-3 15,0 0-5-15,2 1 3 0,-10 0-4 0,5 1-1 0,1-1-1 16,-8 1-1-16,12-1-5 0,0 2 5 0,-6 1 0 15,8-3 0-15,-4 2-3 0,0-1-4 0,6 1 0 16,-4-1-1-16,-1 1 6 0,5-2 1 0,-4 3 1 16,0-3-1-16,5 2-2 0,-3-3 2 0,0 1-6 15,-1 1 3-15,-1-3 0 0,0 3 4 0,2-3 6 0,1 3-6 16,1-1-3-16,-1 1 2 0,5 1-2 0,-5 0 2 16,1 0-5-16,1 1-4 0,3 1 5 0,1 0-3 15,0 0 9-15,0 0-8 0,2 0 0 0,-2 1-3 16,6-1 1-16,1 0 7 0,-1-2-6 0,7 0 6 15,-9-1-10-15,4 1 6 0,-1 0 1 0,-1-1 2 16,3 3 0-16,-1-2-3 0,-10 1-1 0,6-1 0 16,-6 2 3-16,1-13-9 0,3 2 8 0,-8 8-8 0,3-1 7 15,-3 2 1-15,3 2-2 0,-5 1 3 0,3 1 3 16,-2 0-8-16,3 0 2 0,0 0-4 0,1 0 7 16,1 1 0-16,-1 1 3 0,3 0-3 0,0 2-4 0,2-2 2 15,3 1-4-15,-1 1 4 0,2-2-3 0,3 0 5 16,1 2-3-16,-1-3 3 0,1 1-7 0,-1 2 3 15,-5-2-1-15,4 2 2 0,-1-3 6 0,1 1-8 16,-1 0 2-16,-3 0-5 0,2 0 9 0,-2 0-4 16,1 0 1-16,3-1-2 0,1 1 4 0,1 0-2 15,1 0 4-15,2 0-5 0,2 2-8 0,2-1 6 16,5 3 1-16,1-2 1 0,1 1 1 0,0 1 0 0,-3-1-1 16,0 1 1-16,1-1 1 0,-1 3 0 0,-5-3-3 15,-3-1 1-15,-3 2 0 0,-1-3-1 0,-1 1 1 16,3 0-2-16,2 0-1 0,-1-1 2 0,1 1 3 15,0 0 0-15,-2-1 1 0,2 1-3 0,4 0-2 16,-4 0 1-16,0-3 1 0,-1 1 0 0,-7 2 1 0,7 0 0 16,-1-1 2-16,-5-1-9 0,-3 0-5 0,-2 0-3 15,-3 0-16-15,-2 0-39 0,-3 0-9 0,-2-1-22 16,-6 1-140-16</inkml:trace>
  <inkml:trace contextRef="#ctx0" brushRef="#br0" timeOffset="80772.37">2680 14727 60 0,'0'0'24'15,"0"-2"-5"-15,0 0 13 0,0 0 4 0,0 0-7 16,1-1 5-16,1-5-4 0,2-7 7 0,0 2-5 0,-1-3 11 16,-1-1-2-16,0-2-6 0,0 1 1 0,0 7-13 15,3-8 5-15,1 1 3 0,-2 1-1 0,-1-4 7 16,1 5-15-16,0 1 5 0,-2 4-9 0,0-2 4 16,-1 5-17-16,3-3 5 0,-2 4-7 0,0-1 18 0,0-1-12 15,0 3 2-15,-2 1-4 0,0 3 10 0,1-2 1 16,1 1 6-16,0-1-4 0,0 2 2 0,-2 0 0 15,0 0-2-15,0 0 2 0,2 1-3 0,-2-1-8 16,2 0-3-16,0 2 0 0,-2 0-3 0,0 0 0 16,0 0 5-16,0 2-5 0,0 0-6 0,0-1 1 15,0 3 1-15,0 0 2 0,0 5 3 0,0 6-1 16,0-2-1-16,0 0 1 0,0 4-5 0,0-1 2 16,0 3-3-16,0 1 2 0,0-1-1 0,0 1 0 0,0-1 5 15,-2 3-3-15,0-1 4 0,0 1-6 0,0-2-4 16,2 3 1-16,-2-3 1 0,2 4 2 0,0 2 4 15,0-2-3-15,0 1-1 0,0 1-1 0,0-2 1 16,0 2 0-16,0-2 0 0,0 0 0 0,0 2-4 0,0 2 4 16,2 1 7-16,0 3-7 0,0-2 2 0,-2 1-4 15,0 3-1-15,-2-3 6 0,0 5-3 0,0-7 4 16,2 5-9-16,0-3 3 0,0-1 2 0,0-2 0 16,0-4 0-16,0 2-1 0,0-4 1 0,0 2-1 15,0 1 0-15,0 1-7 0,-2 0 0 0,1-2-1 16,-1 2 11-16,0 0 3 0,0 0-6 0,0 0 1 0,-2 0-7 15,1-2 7-15,1 0 5 0,0-2-1 0,2 0-10 16,0 1 6-16,0 3-7 0,0-2 7 0,0 2 5 16,2 2-3-16,2 0-1 0,-1-2-1 0,1-2-4 0,0 0-2 15,-1-4 5-15,1 6-4 0,2 2 5 0,-3-2 4 16,3 0-1-16,-1 2 1 0,-1-4-7 0,0 2 4 16,-2-2 0-16,-2-3 4 0,0-1-1 0,0 0-2 15,2-1-3-15,-2 1 1 0,0-1 0 0,0 0 2 16,0-1-1-16,0-1-1 0,0 0-6 0,0-3 7 15,0 1-4-15,0 0 4 0,0-2-8 0,0-4 10 16,0 3-2-16,0-3 5 0,0 0-3 0,0 0 4 16,0 1 0-16,0 1 1 0,0-2-2 0,0-1-8 0,1 1 3 15,-1-2-5-15,2 1 9 0,0 1-1 0,-2-3-1 16,2 1 0-16,-2-1 1 0,0-1-8 0,0-1-3 16,0 0-6-16,0-3-31 0,0 3-45 0,0 0-11 15,0-2-15-15,0 1-67 0</inkml:trace>
  <inkml:trace contextRef="#ctx0" brushRef="#br0" timeOffset="81534.19">2676 16918 301 0,'0'0'28'0,"0"-2"26"0,0 0-11 0,0 0-9 16,0-2 0-16,0-1-2 0,0-8-8 0,0 0 2 16,-2 0-3-16,2 6 5 0,-2-5 0 0,2 5 6 15,0-2 1-15,0 1 3 0,0 5 8 0,0-3-16 16,0 2 9-16,0 1-10 0,-2-1 7 0,0 0 1 15,2 2-12-15,-1-1 8 0,1 1-13 0,0 0-11 0,0 0 8 16,0 0-11-16,0 0-8 0,0 0 3 0,0 1 0 16,0-1 5-16,0 2-6 0,0 0 8 0,0 0-6 15,0 2 7-15,-2-1-5 0,0 3 3 0,0 5-5 16,-4 12 5-16,1-4-5 0,1-3 1 0,-3 9 6 0,-1-1-3 16,3-2 4-16,-1 4-2 0,1-1 0 0,-1-1 0 15,2-2-1-15,-1 1-2 0,-1-3-3 0,1-1 1 16,1-2-2-16,0 0-2 0,0-2 3 0,3-2-2 15,-1-4 3-15,2 1-4 0,0-4-2 0,0 1-1 16,0 1 4-16,0-4 0 0,0 1 6 0,0 1-3 16,2 0 9-16,-1-1-9 0,1 1 1 0,0-2-2 0,0 0 8 15,0 0-6-15,0 0-1 0,1-1-1 0,1 1 3 16,4-2-5-16,1 0 3 0,4 0-3 0,-8 0 0 16,5-2 1-16,3-1 0 0,0-3 0 0,-2 1 3 0,0-1-3 15,-4 2 5-15,1 1-4 0,1-3 6 0,0 0-3 16,1 1-2-16,-3-1 2 0,1 1 3 0,-1-1-8 15,-3 4 3-15,-1 0-3 0,-1 2 1 0,0 0-4 16,4-1 4-16,-1-1-3 0,3 2 8 0,-1 0-8 16,0 0 1-16,1 2-3 0,-3-1 7 0,3 5-6 15,-1 0 4-15,3-1-4 0,4 4 0 0,-2-3 4 16,1 0-1-16,1-1 3 0,-4-3 4 0,1 7-5 16,2-1 0-16,-4-5-1 0,8 3 0 0,0-4 0 0,-4-2 2 15,0 0-1-15,0-2 6 0,1-4-3 0,-1 1 0 16,2-4-1-16,-2-1 3 0,0 1-4 0,-2-8-1 15,2-1-1-15,-3 3-1 0,-3 0 5 0,1-5-1 16,-5-1 2-16,-1 3-2 0,0-3 2 0,11 3-4 0,-2-5 4 16,-3 1 0-16,-5 0 3 0,-3-1-3 0,0 1 1 15,-2 0-2-15,-1-2 6 0,-3 2 2 0,1 7-1 16,-1 0-6-16,2 6 2 0,-1-1 2 0,5 8-1 16,-2-1-2-16,-7 1-4 0,3-2-1 0,-1 0-1 15,1 3-6-15,2 1-14 0,-3-2 7 0,3 2-9 16,0 0-3-16,1 0-28 0,-1 2-5 0,0-1-8 15,2 1-32-15,1 2-72 0,1-2-40 0</inkml:trace>
  <inkml:trace contextRef="#ctx0" brushRef="#br0" timeOffset="82082.05">3370 16890 374 0,'0'0'99'0,"0"0"-131"0,0 0 117 16,-2 0-63-16,1-2-8 0,-1 0-11 0,0 0-1 16,2 0-4-16,0 1-5 0,0-1 10 0,0 0 6 15,0 0 0-15,0 0 14 0,0 2 14 0,0 0-3 0,0-2 9 16,0 1 13-16,0 1-1 0,0 0 0 0,0 0-2 15,0 0-15-15,0 0 4 0,0 0-9 0,0 0 5 16,0 0-21-16,0 0-4 0,0-2 6 0,0 2-6 16,0 0 1-16,0 0-7 0,0 0 2 0,0 0-1 15,0 0 11-15,0 2-13 0,0-1 1 0,0 1-5 16,0 0 4-16,0 2 1 0,0-1 4 0,0 16-4 16,0-4 0-16,0 2-2 0,-2 1 1 0,0-1-1 0,0-2 3 15,0 3 0-15,1-3-7 0,-1 0 5 0,0 2-3 16,0-1-3-16,0 1 3 0,0-2-3 0,0 2-2 15,1-6 0-15,-1 0 1 0,0-2 0 0,0 2 4 0,0-1 1 16,0-1 0-16,2-3 0 0,0-1 0 0,0-1-2 16,0-2 2-16,0 0-2 0,0-1 10 0,-2 3-11 15,1 0 4-15,1 0-6 0,0-1 1 0,0-1 6 16,0 0-6-16,0 0 5 0,0 0-6 0,0 0 4 16,1-1 2-16,1 1 0 0,0-2-12 0,0 0 6 15,0 0-2-15,0 0 4 0,0 0 0 0,1 0 5 16,1 0-6-16,3 0 2 0,8 0-3 0,0-2-2 15,0 1 6-15,2-1-3 0,5-2 8 0,-4 0-5 0,8-1 3 16,-11 1-4-16,0 0 4 0,2-1 0 0,-2 1-5 16,3-2 3-16,1 1-3 0,-2-1-6 0,-1 1-11 15,3-1-5-15,-2 1-90 0,5-1-283 0</inkml:trace>
  <inkml:trace contextRef="#ctx0" brushRef="#br0" timeOffset="89286.38">3095 16389 69 0,'0'0'0'0,"0"0"4"0,0 0 33 0,-1 0-19 15,-1 0 6-15,0 0-22 0,0 0 8 0,0 0 3 16,0 0 0-16,0 0 2 0,1 0 4 0,-1-2 26 0,0 0-11 16,0 0 14-16,-2 0-12 0,1 0-14 0,-5 0 4 15,-3-1-10-15,-2 1-7 0,2 0 1 0,-2 0-7 16,-4 0 5-16,-1 2-2 0,-3 0-6 0,3 0 10 16,-3 2-9-16,3 2 1 0,-1 0 1 0,0 1-2 0,-3 3 3 15,0-1 9-15,-2 0 7 0,-2 3 3 0,2-1 2 16,1-2 7-16,1 1-7 0,0 1-8 0,3-1 4 15,-3 1-8-15,2-2-9 0,-1 3 7 0,1-1-10 16,-1 0 1-16,1 2 4 0,-1 0 3 0,1 1 2 16,0 1 12-16,1 0-1 0,0 0 0 0,3-2 0 15,-3-8-7-15,2 14 4 0,-1 2-3 0,-3-1 3 16,7 1-5-16,-3-2-6 0,0-3-2 0,4 3-1 0,-5-4 1 16,5 8 0-16,-4-5 4 0,2-1-5 0,2 2-6 15,-2 0 4-15,2-1-2 0,-2 1 5 0,0 3 3 16,1-1-1-16,1 5 1 0,7 0-1 0,-9-2-2 0,6 1-4 15,-2 1 1-15,-11 0-2 0,12 0 4 0,-3 4 3 16,2-6-5-16,4 4 2 0,-1-3-9 0,6 1 6 16,-12-2 4-16,2 2-1 0,5 0-5 0,1 0 0 15,6-1-5-15,2-1 4 0,2 0 2 0,3 1-1 16,1-3 1-16,3 0-1 0,2 1 3 0,-7-1 16 16,12-1-6-16,-3 1 7 0,7-3-14 0,1 2 13 15,-1-5-5-15,4-4 5 0,-2 8-15 0,4-7 7 0,-2 4-4 16,0 0 5-16,-2-4-8 0,2 0-3 0,4-5 6 15,1-1-5-15,3 3 6 0,-1-3-8 0,6 5 1 16,-2 1-2-16,6-2 1 0,0 4 0 0,1-5 0 16,4 1 2-16,-5-4 4 0,7-3-4 0,-7 0-4 15,-2 19 1-15,1-10 0 0,-4-8-3 0,-3-3 8 0,-2-1-5 16,1-5 10-16,-3-1-9 0,3-5 0 0,3-1-1 16,2-1-4-16,2-3 8 0,0-4-7 0,7-1 7 15,-2 0-12-15,4-2 7 0,0 0 3 0,-3 1 0 16,-3 1 8-16,1 0-8 0,-6 1 3 0,-2 3-4 15,-2-1 1-15,-7 3-1 0,2-3 3 0,-6 17-1 16,-2-20-1-16,1 1 2 0,-1 1-1 0,-2 3 3 0,5 1-2 16,-5-1 1-16,0 2-2 0,-1-2 2 0,-2 1-9 15,-4-1 14-15,2-2-8 0,-2 1 11 0,-2-3-10 16,3-3 1-16,-1 0 2 0,-1-8-2 0,2 3-6 16,-4-3 7-16,-1 1 1 0,-2 3 4 0,-1-2-2 0,-4 0-6 15,0-1 2-15,16 3-3 0,-8 4 4 0,-5 2 0 16,-3 1-2-16,-2-3 3 0,0 2-1 0,-2 1-2 15,-2-1-1-15,-1 2 0 0,-3 1 9 0,-1-1-10 16,0-1 6-16,0 3-7 0,-3-3 12 0,-2 1-11 16,10-3 5-16,-20 3-5 0,-2-2 14 0,2 1-10 15,-4 3 1-15,0-1-4 0,-2 4 0 0,-1 0 7 16,-6 1-2-16,-8 1 4 0,-1 0-4 0,-10 1 0 0,-4 3-2 16,-5 4 2-16,-7 3-8 0,-4 0-8 0,4-26 0 15,1 19-4-15,4 11-16 0,0 11-73 0,-1 5-69 16</inkml:trace>
  <inkml:trace contextRef="#ctx0" brushRef="#br0" timeOffset="94724.04">2689 14788 256 0,'0'0'14'0,"0"0"16"0,-2 0 24 16,0 0 11-16,0 0 8 0,0 0-10 0,1 0-16 15,-1 2 1-15,-2 0-7 0,0 0-10 0,1 0-5 0,-1-1 1 16,2-1-1-16,0 0 15 0,-3 0-9 0,1 0 7 16,-2 0-8-16,3 0 5 0,-1 2-4 0,0 0-3 15,0 0 1-15,3 0-5 0,-1-2-6 0,0 2 3 16,0 0-5-16,0-1 0 0,0 1-1 0,0 0-3 16,1 0 1-16,-1 0-5 0,0 0 0 0,0 0 4 0,0-1-2 15,0 1 1-15,0 0-12 0,1 2 1 0,-1 0-3 16,-2 3 9-16,-2 4-2 0,1-2 1 0,-1 3-2 15,3-3-3-15,-1 2-1 0,0 2 5 0,0-2-3 16,3 0 7-16,-1 2 1 0,0 0-6 0,0 0 5 16,2-2-3-16,0 0-6 0,0 2 5 0,2 2-5 15,0-2 3-15,1-2 3 0,1 2-3 0,-2-5 2 0,4 3 3 16,-3-4-9-16,-1-3 5 0,4 4-5 0,-4-5 17 16,7-1-9-16,4 0 3 0,-2 5-4 0,-2-3 11 15,4 0-3-15,2-4-3 0,-2 0 0 0,2-2 0 0,0-5-10 16,-2-1 8-16,4 6-9 0,-4-16 6 0,-4 1-3 15,2-2-1-15,0 5 1 0,-7-3 0 0,3-2 3 16,-3 4-2-16,7-1 2 0,-4 3-1 0,-1 0-4 16,-2 2 6-16,-1 0-5 0,-1-1 8 0,-2 5-8 15,0-2 0-15,0 3-2 0,0 2 6 0,0 3-1 16,-2-3 1-16,-1 0-2 0,-3 0-7 0,-9-1 3 16,2 3-1-16,0 2 2 0,-3 4-1 0,3 1-1 15,-2 6 1-15,4 2-1 0,1 12 1 0,-1 1 0 0,4 0-5 16,-1 3 4-16,-1-3-1 0,7-2 6 0,-11-5-3 15,4-1 3-15,2 1-11 0,3 0 8 0,4-3-1 16,0-5 3-16,0-3-3 0,2-1 4 0,0-1-1 16,-1-1 1-16,1-1-5 0,-2-2 1 0,4 2-1 0,5 3 2 15,6 2 5-15,-2-3 2 0,-2-2-2 0,-1-2 1 16,-5-2-3-16,1 0-5 0,3 0 6 0,-3 0-6 16,1-2 1-16,-3 0 4 0,-1-4-4 0,-1-10 5 15,13-9 5-15,-6 7-8 0,-3-6 3 0,-2 0-5 16,-4 1 2-16,-2 1-2 0,0 2 1 0,-2 1-1 15,0 4 2-15,-1 4 1 0,1 5 1 0,2 3 0 16,-12-8-5-16,-1 3 2 0,-2 3-7 0,4 3 6 0,0 2-1 16,-4 4-6-16,2 3 9 0,1 2-6 0,-1-3 10 15,2 22-10-15,2-4 4 0,1 4-4 0,3-6 4 0,3-2 4 16,0 3-7-16,-10-1 4 0,6-7-5 0,3 0 7 16,3-6-1-16,2-2 3 0,0 1-4 0,0-1 2 15,0-3 0-15,0-2 0 0,3 1-3 0,10 7 0 16,10-1 0-16,-3-5 0 0,4-4 7 0,2-2-6 15,-3-6 6-15,4-3-5 0,-4-2 11 0,3 8-10 16,-4-25 3-16,-2 2-5 0,-5 4 6 0,-7-2-2 16,1 6 0-16,-2 3 1 0,-5 2 5 0,7 2 5 15,-3 4 0-15,-4-1-1 0,-2 5-13 0,0 3-9 0,-4-2-10 16,-20-7-4-16,-9 4-73 0,-12 9-312 16</inkml:trace>
  <inkml:trace contextRef="#ctx0" brushRef="#br0" timeOffset="98535.72">30055 14342 53 0,'0'0'0'0,"0"-1"7"0,0-1 76 0,0 0-22 16,0 0 9-16,0 0-41 0,0-1-1 0,0-1-22 0,0-4 2 16,4-6-4-16,1-3 5 0,1 2 0 0,-2 4 4 15,-1 2 0-15,3-3 22 0,-1 1 0 0,1 0 4 16,-2 4-2-16,-1-1 0 0,1 3 12 0,0-1-11 15,-2 2 10-15,0 1-24 0,-1-1-7 0,1 0 2 16,-2 2-4-16,4-1-3 0,0-1-10 0,-1 0 3 0,1 2-3 16,-2 1 15-16,0-1-8 0,0 0-2 0,0 0-1 15,-1 2 9-15,1 0 5 0,0 0-3 0,0 2 2 16,0 0-8-16,0 0 7 0,0 1-3 0,-2 1 2 16,1 18-8-16,-1-1 2 0,-1 8 3 0,-3-4-3 15,-2 2-1-15,1 5-7 0,-3-4 0 0,3 0-3 16,-1-1 1-16,2-4 0 0,1 1 0 0,-1-2-1 15,2-5-6-15,2-2 4 0,0-4-1 0,0-2 3 0,0 0 4 16,0-3-5-16,0-2 0 0,2-1-3 0,2 1 2 16,11 5 7-16,7 3-3 0,8-5 3 0,-1-5-17 0,12-2 9 15,2-8 2-15,7-5 3 0,8-5 8 0,1-6 0 16,4-4-4-16,0 15 4 0,2-24 1 0,-4-4 3 16,1 0 0-16,-5 8-1 0,1-1-13 0,-2 12 6 15,-4 2-6-15,-2 3 5 0,2 4-8 0,-15 4 3 16,0-1 0-16,-9 3 0 0,-8 1-17 0,6 1-30 15,-7 1-7-15,-2 0-10 0,3 1-49 0</inkml:trace>
  <inkml:trace contextRef="#ctx0" brushRef="#br0" timeOffset="101684.46">26888 13711 45 0,'-2'-2'16'0,"0"0"5"15,0 2 17-15,-26-16 9 0,-9-3-3 0,-9-1-5 16,-6-4-14-16,-10 5 1 0,-5-3-4 0,1 3-6 15,-3 1-12-15,2 1 4 0,2 6-6 0,0-2 14 0,0 5 23 16,-7-1-13-16,-3 2 16 0,-8-1-7 0,-6 1-7 16,1-1 15-16,7 1-15 0,6 1 9 0,14 5-10 15,0-27-1-15,3 17-1 0,-1 7 6 0,-2 4-15 16,-2 5 3-16,-4 5-6 0,0 3-4 0,-2 2 6 16,1 1-10-16,6 5 7 0,5 1-17 0,10-2 3 15,3-18 1-15,5 37 1 0,-2 4 6 0,2 3-13 16,2 3 7-16,-4-5-9 0,4 3 13 0,-8 1-8 0,-3 4 1 15,3 5-4-15,-3 3 7 0,4 5-9 0,3 11 6 16,2 0-5-16,0 2 8 0,7 2 4 0,2-4-4 16,8-5 3-16,4-5-11 0,1-6 4 0,4-3 0 15,2-1 2-15,1-2 6 0,3 2-8 0,1 1 3 16,-21 4-5-16,12 3 8 0,7 2-2 0,8-1-2 0,2 2-1 16,4-4-3-16,1-1 1 0,2-5 2 0,3-1 0 15,-1 2 7-15,2 3-7 0,2 4 2 0,1 7-3 16,-1 6 10-16,0 2-2 0,2 4-4 0,1-5 1 15,5-6-8-15,-1-8 11 0,2-8 5 0,-4-7 0 16,5 1-2-16,-22-1 3 0,34 0-5 0,2-2 5 16,-2-1 0-16,2 1-9 0,-1 4 1 0,-1-2-2 15,2-4 0-15,0-1 5 0,0-6 0 0,5 0 3 0,3 5-2 16,5-3-10-16,2-2 5 0,7-5-5 0,4-5 11 16,2 1-4-16,3-2 0 0,-7 2-1 0,0-1-3 0,-9 1-4 15,0 0-3-15,-4 0 1 0,2-1 0 0,2-3-8 16,2 2-3-16,11-4-2 0,3-1-7 0,8-7 8 15,0 3 9-15,-2-4-3 0,0-2 9 0,-7-2-2 16,-2-6-7-16,0-1 7 0,-2 26-2 0,9-15 3 16,11-14 2-16,5-2-2 0,2-7-6 0,-1-3-1 15,-11-2 0-15,-5-2 0 0,-3-1 9 0,-3-1-4 16,3 0 7-16,4-1-2 0,6-1 4 0,5-1-2 16,4-1-2-16,-5-1 1 0,-5 0 4 0,-12-1 8 15,-2-1 1-15,0-2 1 0,1-2-2 0,10-1 2 0,2-3-8 16,6 30 7-16,-1-35 2 0,-5-8 0 0,-8-1 2 15,-11-8-4-15,-3-3-8 0,-6-3 9 0,2-1 1 16,-4 2 3-16,2 5-5 0,-4 0-4 0,1 4 2 16,-5 1 0-16,-3 5 15 0,-8-1-4 0,1-1 6 0,-10-2-5 15,2-3 7-15,-2-8-2 0,-2-8-10 0,-3-11 6 16,1-2-12-16,-3-1-8 0,0 1 10 0,3 7-11 16,-1-1 3-16,-1 2-3 0,-3-2-5 0,-2-8 2 15,-2-7-10-15,-5-10 10 0,-1-1-6 0,31 3 6 16,-25 5-5-16,-11 8-2 0,-4 10 4 0,-5 1-6 15,-8 1-7-15,-3-8-22 0,-12-9-13 0,21-6-10 16,-45-1-107-16</inkml:trace>
  <inkml:trace contextRef="#ctx0" brushRef="#br0" timeOffset="102427.49">22175 14547 311 0,'0'0'15'0,"0"0"24"0,0 0-22 0,0 0-14 15,2 0 10-15,0 0-10 0,0 0 15 0,0 0-12 0,-1 0-1 16,3 0-3-16,0 2 2 0,0-1-3 0,-3-1 7 16,3 0-5-16,4 2 1 0,-1 0 10 0,0 2-8 15,1 0 10-15,-3-3-5 0,3 3 0 0,1 0 0 16,0 0-1-16,3 1-2 0,-3-1-1 0,2 1-4 0,0 1 3 16,0 0-3-16,-1-3-3 0,1 5 8 0,-2-3-7 15,2 3 11-15,0-5 9 0,0 10-9 0,2 0 9 16,-1 6-10-16,-1-2 2 0,0-1 1 0,-2 3-1 15,0 0-5-15,1-1 10 0,1 3-8 0,-2-1 8 16,2 2-11-16,-3-1 5 0,1 1 1 0,0-2-1 16,0 1-1-16,1-3-6 0,-1 1 2 0,0-2-5 15,1 1-6-15,1-1 9 0,-4-2 1 0,8-2 4 0,4-4 1 16,-1-3 21-16,8-1 0 0,-2-3 8 0,4 17 2 16,7-10-12-16,1-9-5 0,6-8-1 0,5-10-11 15,1 16-6-15,2-37-4 0,6-4 1 0,7-5-1 0,9-4-9 16,16-4 4-16,29-5-6 0,7-9 7 0,10-21-90 15,3-17-33-15</inkml:trace>
  <inkml:trace contextRef="#ctx0" brushRef="#br0" timeOffset="103975.21">3656 14424 29 0,'-2'0'14'0,"0"0"-5"0,1 0 10 15,-1 0 1-15,0 0 0 0,0 0 3 0,0 0-14 16,0 0 9-16,0 0-14 0,1 0-4 0,-1 0 0 16,0 0 1-16,0 0 1 0,0 0 1 0,0 0-1 15,0 0 1-15,1 0-1 0,-1 0-2 0,0 0-2 16,0 0-7-16,0 0-1 0,0 0-64 0</inkml:trace>
  <inkml:trace contextRef="#ctx0" brushRef="#br0" timeOffset="104760.54">3584 14058 53 0,'0'0'15'0,"0"0"21"0,0 0-11 0,0 0-8 0,0 0 8 15,0 0-9-15,0 0-5 0,0 0 1 0,0 0-11 16,0 0 8-16,0-1-16 0,0-1 6 0,0 0 0 16,0 0 2-16,0 0-1 0,0 0 7 0,0 0-3 15,0 1 5-15,0-1-13 0,0-2 9 0,0 0-5 0,-2 1 8 16,2-1-2-16,-2-4 11 0,-2 1-2 0,1 0 4 15,-1-1-5-15,2 3-1 0,0-1 1 0,0 2-3 16,2 1-3-16,0-1-11 0,0 2 1 0,0 0-3 16,0 0 13-16,-2-1-2 0,1-1 1 0,-1 0-2 15,0 0 2-15,2 1 11 0,0-1 0 0,0 0 5 16,0 1 8-16,0-1-8 0,2 0 7 0,0 0-8 16,-1 1 0-16,1-1 0 0,0 0-12 0,0 1 7 15,0-1-17-15,0 0 13 0,0 2-4 0,-1 0 8 0,1 1 0 16,0-1-2-16,0 0-1 0,0 0-2 0,0 0-8 15,-2 0 0-15,0 0 4 0,0 1-4 0,0-1-2 16,0 2 2-16,0 0 0 0,0 0 0 0,0 0-5 0,0 2 3 16,0-1-2-16,0 1 3 0,0 0-4 0,0 2 1 15,-2 0 4-15,0 3 0 0,0 4 5 0,-2 4-9 16,3 0-4-16,-1 2 0 0,0 1 7 0,0 1-4 16,0 3 1-16,-2 2-2 0,1 2 9 0,1 6-6 15,0 1 4-15,2 6-5 0,-2 0-9 0,-2 6 12 16,1 5-3-16,-1-4 5 0,-2-3-13 0,1-2 11 15,1-6-7-15,0 2 7 0,1-2-10 0,1-1 11 16,0-3-3-16,2-3 5 0,0 0-5 0,-2-2-2 0,0-2 2 16,0 0-3-16,1 1-6 0,-3-3 2 0,2-2 1 15,-2-1 0-15,1-2 5 0,1-3 3 0,-2-1 3 16,2-1-1-16,0-3 1 0,2-2-13 0,0-1 3 16,0-1-8-16,0-1-3 0,0-2-9 0,0 0-19 0,-2 2 6 15,1-1-47-15</inkml:trace>
  <inkml:trace contextRef="#ctx0" brushRef="#br0" timeOffset="105538.41">3482 13871 29 0,'0'0'17'0,"-2"0"-1"0,0 0 19 16,0 0-7-16,0 0 3 0,0 0-15 0,0 0-10 0,1 0 0 15,-1 0-6-15,0 0-7 0,2 0 13 0,0 0 2 16,0 0 4-16,0 0-5 0,-2 0 9 0,0 2-3 15,0 0 6-15,0-1 2 0,1 3 4 0,-3 9 3 16,0 8-2-16,0 1 0 0,1 2-10 0,1 0-8 0,0 2 1 16,0 2-7-16,0 0 4 0,2 2-2 0,0-1 0 15,0 3-1-15,0 1-6 0,0-1 6 0,0 1-6 16,0-1 3-16,0-1 1 0,0 1 2 0,2-1-1 16,0 1 6-16,0 0-9 0,0-3 3 0,0 3-4 15,1-1 2-15,-1-3 5 0,0 0-1 0,0-2 4 16,-2-2-2-16,0 0-2 0,0 1-5 0,0 1 2 15,2 0 0-15,0 0 3 0,-1 1 0 0,1 1 0 0,0 2-9 16,2 0 5-16,-2 1 0 0,0 1 1 0,-1-1-5 16,-1 5 6-16,0-1-3 0,0 6 6 0,0 0 1 15,0 1-6-15,-1 3 4 0,1-2-4 0,0-1 3 0,0-5 0 16,0 2 1-16,0-5-2 0,0 1-2 0,1 0 0 16,-1-3-4-16,2 1 4 0,0-3 5 0,0 3-7 15,0 3 6-15,0-3-7 0,0 4 11 0,-2-1-8 16,0 1 3-16,0 2-4 0,0 2 2 0,0 5 0 15,0-5 1-15,0 2-1 0,0-3-1 0,1 1-2 16,1 2 3-16,0-2-1 0,-2-6 9 0,0-1-5 16,0-1-7-16,0-3 3 0,0 1 0 0,2 1-3 15,-2-4 7-15,0 1-7 0,0 1 0 0,2 0 8 0,0 1-9 16,-2 1 9-16,2 3-10 0,-1-1 5 16,3 5 0-16,-2 1 2 0,-2-2 0 0,0 4-5 0,-2-5 3 15,0-3-3-15,2 8 11 0,0-4-13 0,0-1 9 16,0-2-10-16,0-5 14 0,0-2-8 0,0-1 1 15,0-6-3-15,2 3-1 0,0-2 6 0,0-1-3 0,2 1 4 16,-1-2-10-16,3 3 8 0,-1 1-2 0,1-2 5 16,0-1-1-16,-1 1-3 0,1-2 0 0,-1 1-1 15,1-1-4-15,-2-1 3 0,1-1-2 0,-1-1 3 16,0 0 2-16,-1 1 2 0,-1-3 0 0,0 2 1 16,0-1-2-16,-2-6-2 0,0 1-2 0,0-4-1 15,0-3-3-15,0 2-25 0,0-3-5 0,0 3-16 0,0-2-103 16</inkml:trace>
  <inkml:trace contextRef="#ctx0" brushRef="#br0" timeOffset="107520.07">3357 14950 49 0,'0'0'0'16,"0"0"0"-16,0 0 7 0,0-2-4 0,0 0 4 15,0 0-14-15,0 0 5 0,0 0-2 0,0-1 4 0,0-1 3 16,0 0-1-16,0 1 2 0,0-1-3 0,0 0-9 16,0 2 14-16,0-5-4 0,2 1 8 0,0 1-2 0,0-1 8 15,0-1-2-15,0 1 3 0,-1 1-4 16,1-1-4-16,0 0 4 0,0 1-3 0,0-1 6 0,0 1 3 15,1-1 5-15,1-1-2 0,0 1 4 0,-2 1-5 16,1-3-4-16,-1 3 3 0,2-3 5 0,-2 3-12 16,0-3 5-16,-1 3-7 0,1 1 5 0,0-2 3 15,0 1-5-15,0-1 4 0,0 1-3 0,-2 1-1 16,2-2 7-16,-2 3-5 0,0-1 9 0,0 0-5 16,0 2 2-16,0 0-2 0,0 1 4 0,0-3-2 15,0 0 3-15,0 0-1 0,0 1 2 0,0 1-12 0,0 0 4 16,0 0-5-16,0 0 7 0,0 0-6 0,-2 1-2 15,0-1 0-15,0 0-2 0,0 2-1 0,0 0 1 16,0 0-2-16,1 2 0 0,-1 0 3 0,0-1-6 16,0 1 4-16,0 2-9 0,-1 3 3 0,-3 8 0 0,0 0 0 15,3 2 0-15,-1 1 1 0,2-1-4 0,0 0 0 16,0 0-7-16,1-1 7 0,-1-1 3 0,2 0 1 16,0-2 0-16,0 0-5 0,0-4 4 0,0-1-5 15,2-1 0-15,-1 1 2 0,1-1-3 0,0-3 3 16,2 1 4-16,0 1 2 0,-3-2 0 0,7 3 0 15,-6-7-4-15,5 2-4 0,2 5 2 0,1-1-1 0,1-1 1 16,2 1 9-16,-4-4-9 0,-2-2 9 0,5 0-12 16,-5 0 8-16,4-2-4 0,-2 0 6 0,-3 0-7 15,1-2 9-15,-1 1-1 0,1-3 2 0,3 1-16 0,-3-8 7 16,-3-2-1-16,0 0 6 0,5 4 3 0,0-4-8 16,-3 2 4-16,-3 0-5 0,1 0 3 0,-2 2 2 15,0 0-2-15,0 0 2 0,-2-1-5 0,0 1-1 16,-2 2 2-16,0 0-1 0,-2-2 8 0,1 3-1 15,-1 1 0-15,0-1-1 0,2 5-11 0,-7-1 4 16,-4 2 1-16,-2-9 1 0,2 3-2 0,6 5 5 16,-4-1-9-16,-1 0 8 0,5 2-9 0,-6 1 11 15,6 1-2-15,-1 0 5 0,1 0-9 0,-3 0-1 16,3 0 4-16,0 0-2 0,-1 0 0 0,4 0 0 0,-1 0-5 16,-1 1 2-16,1 1 1 0,-1 0-2 0,-1 2 9 15,3-2-5-15,-3 1 7 0,1 1-5 0,-1-2-2 16,-1 7-1-16,3 4-3 0,1-2 7 0,0 1-4 15,1-1 5-15,1 0-4 0,-2-2-7 0,0 0 7 0,2-1-7 16,-3-1 6-16,-1 1 5 0,3-1-2 0,1-1 4 16,-2 3-5-16,2-3-1 0,2 1-3 0,0 0 0 15,0-3-6-15,0 2 13 0,0-3-6 0,0 1 6 16,0 0-11-16,0-2 12 0,2 1-3 0,-2-1 5 16,9 0-12-16,-1 4 7 0,-1-1-5 0,4 3 5 15,2-3-4-15,-2-1 1 0,-1-2 5 0,-3-2-4 0,2 0-4 16,1 0 9-16,1 0-6 0,2-2 7 0,-2 0-6 15,0-2 0-15,0-1 1 0,0-1 0 0,0-1-1 16,-1-1 0-16,-3 3 4 0,-1-12-1 0,3 2 5 16,-2-1-10-16,-3 1 0 0,0 2-4 0,7-2 11 15,-4 2 2-15,-1 2-2 0,-2-2 3 0,-2 2-3 0,-2 1-7 16,0 1 3-16,0 0-2 0,-2 3 11 0,0 1-10 16,-2-3 1-16,2 4-4 0,-1-1 2 0,-3 1 2 15,-5 2-1-15,2-1 3 0,3-1 2 0,-1 2-10 16,-3 0 7-16,3-3-8 0,-4-3 6 0,5 4 0 15,-1 1 2-15,-3-1 1 0,3 2 4 0,-2-2-7 16,-1 3 0-16,3 1-1 0,-2 0 2 0,0 0-6 0,-1 0 5 16,3 0-5-16,-4 3 8 0,1 1-5 0,3-2 0 15,-2 2-2-15,1-1 11 0,1 1-8 0,-1 2 4 16,3-3-6-16,-1-1 3 0,1 7 1 0,1 3-5 16,0-3 4-16,1 4-2 0,1 0-1 0,0 0 2 15,-7 0-2-15,1 0 3 0,1 0 0 0,1 0 2 0,2-2-2 16,1 0-3-16,1-2 3 0,2 1-3 0,0-3 3 15,0 2-6-15,0-1 8 0,0-3-7 0,2 3 8 16,0-3-4-16,-2-3 1 0,3 4 4 0,-3-4-4 16,4 1 0-16,0 1-1 0,-2-4-4 0,5 6 3 15,0-3 4-15,-1-1 2 0,3 0-3 0,1 0 2 16,-3-2-3-16,0 0 4 0,6 0-1 0,4-4-1 0,-2-1-7 16,-4-1 5-16,-3 1-2 0,-1-1 2 0,4-13-1 15,0 1 5-15,4-3-2 0,-4 3 3 0,2-1-8 16,0-1 2-16,-4 1 4 0,-1 1-2 0,3-1-1 0,-4 2 2 15,-1-1-1-15,0 3 2 0,5 0-4 0,-6 6 1 16,1-4 2-16,-2 5 2 0,-3 1 5 0,-1 1-9 16,0 3 0-16,0 1-1 0,0-2 1 0,0 0 4 15,-1 1-4-15,-1-1 2 0,0 2 2 0,-2 0-8 16,0 0 6-16,-1 2-8 0,-10 0 8 0,6 0-2 16,-1 2 0-16,-1 4 0 0,2-1-1 0,-4 5 1 15,-4-1 0-15,4 10 1 0,4-1-2 0,0 3-1 16,3-3 0-16,-3 1 0 0,3 1-2 0,3-1 1 0,-1 1 2 15,-9-1 1-15,4-3 6 0,3-1-5 0,2 0-1 16,3-2-1-16,1 0-7 0,0-4 7 0,0-1-3 16,1-1 4-16,1-1 3 0,2 1-1 0,-2-3 0 15,2 2-2-15,-4-5-5 0,3 1 6 0,5 4 0 0,-1-1 2 16,1-1 1-16,-3-2-2 0,3 0 0 0,-5-2-2 16,6 2-1-16,-3-2 1 0,1 0-2 0,5 0 2 15,-5 0-5-15,2-2 3 0,1-2 2 0,-7 2 0 16,1 0 9-16,0-3-1 0,-2-10-6 0,-1 0 3 15,11 0-4-15,-3-1-1 0,-2-1 6 0,-1 2-6 16,-2-2-1-16,-3 2 1 0,-1-1 1 0,0-1 2 16,-1 2-3-16,-1 0-2 0,-2 4-1 0,-2-2 1 0,1 2 10 15,3 5-9-15,-2-1 8 0,2 3-9 0,-1 1 7 16,-1-1-5-16,0 0-2 0,2 4 1 0,-5-4 2 16,1 1-1-16,-1-1-3 0,-2 0 1 0,3 4 3 0,-1 0-1 15,5 0 4-15,-2 0-4 0,-1 2-8 0,1 0 8 16,-2 2-5-16,1 14 5 0,1 1-1 0,-1 1 0 15,-1 1 0-15,-7-3 1 0,2 3 4 0,3-5-3 16,5 1 3-16,1 0-4 0,2-2-2 0,0-4 0 16,0 2-4-16,2-4 4 0,1 0 0 0,-1-3 0 15,2 1 4-15,-2-3-3 0,9 2-3 0,0-4 4 16,2-1 0-16,-4 7 2 0,4-1 0 0,0 1 2 16,2-3-4-16,0 1 2 0,-4-4-2 0,2 0 0 0,-5-2 6 15,-1 0-6-15,-1 0 0 0,-3 0 0 0,3 0-1 16,-2 0 1-16,1-2 8 0,1 0-7 0,-1-2 3 15,-1 2-4-15,0-11 10 0,7-3-8 0,-2-5 3 16,-1 1-5-16,-1-3-9 0,-1-1 11 0,-3 2-3 0,-3-4 5 16,0 2-4-16,0 0 7 0,0-2-3 0,-2 3 3 15,-3-3-3-15,-1 0-2 0,1 8 0 0,-3-1 1 16,3 6 3-16,1 6-3 0,-2-2 1 0,5 5-2 16,-9 2 0-16,-1-7-2 0,-2 1 3 0,0 5-4 15,0 1-8-15,-2 2 2 0,0 0-11 0,1 3 6 16,1 5-28-16,3-4-97 0,5 25-136 0</inkml:trace>
  <inkml:trace contextRef="#ctx0" brushRef="#br0" timeOffset="115167.19">2960 15709 229 0,'0'0'54'0,"0"0"11"0,0 0 16 16,-2 0-44-16,0 0 17 0,0-2-31 0,0 0-11 15,2 0 11-15,0 1-11 0,0-1 7 0,0 0-1 16,2 0 1-16,0 0 1 0,0 0 9 0,0 0 14 16,0 1-10-16,0-1 12 0,-1 0-10 0,-1 0-6 0,0 0 8 15,0 0-7-15,0 0 11 0,0 1-12 0,0-1-3 16,0 0-3-16,-1 0-7 0,-1 0-7 0,0 0 5 15,0 2-6-15,0 0 8 0,0 0 0 0,0 0-4 16,1 0 2-16,-1 0-3 0,0 0 1 0,0 0 3 0,0 0-1 16,0 0 8-16,0 0-3 0,1 0 1 0,1 0-3 15,0 0-3-15,0 0 0 0,1 0 2 0,1 0 0 16,0 0 1-16,0 0-10 0,0 0-4 0,2-2-1 16,5 1-2-16,6-3 8 0,-2 2 0 0,2-2 1 15,-1 1-5-15,1-1-2 0,0 0-2 0,0 0 0 16,4 1 1-16,-3-1 3 0,7-2 0 0,-1-1 1 15,0 1 4-15,2-1-10 0,2 0 9 0,-2 1-9 0,2 1 2 16,-1 1-1-16,-5 0-2 0,0 2 2 0,1 0 7 16,-3 1-7-16,1 1 0 0,-2 0-3 0,-6 0 5 15,-8 0 0-15,3 0 1 0,-4 0-2 0,2 0-2 0,-1 0 1 16,-1 0-1-16,0 0 1 0,0 0 0 0,0 0 0 16,-2 0-1-16,0 0 1 0,-2 1 0 0,-2 1-6 15,-5 0 3-15,-8 2-4 0,-3 0 8 0,-1-1-13 16,-3 3 9-16,-2-1-11 0,0 3 9 0,0-1-5 15,-2 1 2-15,2-1 0 0,0 0 12 0,0 1-4 16,0-1 0-16,-3 3 0 0,-3-1 4 0,-1 0-1 16,-4 2-2-16,1-1 1 0,1 1-4 0,0-2 10 15,5 0-3-15,2 2 7 0,-2 1 0 0,8-3-2 16,2-2-1-16,5-1-1 0,8-2-7 0,5-4-2 0,-2 1 2 16,0 1-1-16,1 0 1 0,1 0 8 0,0 0-2 15,2 0 4-15,0 0 4 0,2-1-6 0,1-1-1 16,9 0-2-16,10-1 3 0,13-5 0 0,0-3 3 15,-1-2-2-15,-3-1-5 0,-1 1-2 0,-2 0 3 0,0 0-2 16,-2 2-3-16,-4 1 1 0,-2 3-2 0,1-1 3 16,-1 1-1-16,-1 1 2 0,-1 0-7 0,-1 2 4 15,0 0 2-15,-2 1-6 0,0 1 5 0,-2 0-5 16,1 0 12-16,-2 0-8 0,-1 0 2 0,-2 0-4 16,-2 0 3-16,1 0-2 0,-3 0 0 0,-3 0-1 15,2 0 0-15,0 0-9 0,-2 0-2 0,-1 0-6 0,1 0-34 16,2 0-79-16,0 0-30 0,-1 0-43 0,-1 0-353 15</inkml:trace>
  <inkml:trace contextRef="#ctx0" brushRef="#br0" timeOffset="177321.24">20714 10150 535 0,'0'-2'0'0,"0"0"6"0,0 0 11 0,0 1 9 15,0-1 5-15,0-2-5 0,0 0-8 0,0 2-12 16,2 1-5-16,0-1 2 0,-1 0-7 0,1 0 4 15,0 0 0-15,2 0 3 0,0 0 4 0,-1 1-7 16,1-1-1-16,3-2-6 0,5 0-18 0,-3 2-55 0,0 2-26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31:14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14421 6973 429 0,'-1'0'0'0,"-1"0"11"16,0-2 111-16,-2 0-36 0,0 1 0 0,1-1-52 15,-1 2-1-15,-2-2-6 0,3 0 3 0,-1 0-5 16,0 0-10-16,2 0-9 0,1 1 4 0,-1-1-4 0,0 2 15 16,0 0 2-16,2 0-2 0,0 0 2 0,2 0 2 15,0 0 29-15,14 0-7 0,16 0 11 0,-2-2-18 16,7 0-7-16,-4 0 3 0,10-2-3 0,2 3 6 0,3-3-12 15,4-2 4-15,4-1-7 0,5-1 7 16,4 3-15-16,0 3 2 0,-2 0-8 0,-6 2-9 0,-3 0 8 16,-5 0-8-16,-5 4 7 0,-5 1-8 0,-7 1 8 15,-4 0 1-15,-4-1 2 0,-4 1-3 0,-3-3 2 16,-4 1 1-16,-2 0 1 0,-4-2 11 0,-1 0-9 16,-4-2 5-16,2 1-7 0,-1 1 5 0,1 0-3 15,0 0 0-15,-2 0 0 0,-1-2-11 0,1 0-4 16,0 0-3-16,-2 0-3 0,0 0-45 0,0-2-101 15,-2 0-28-15,0 0-45 0,1-1-318 0</inkml:trace>
  <inkml:trace contextRef="#ctx0" brushRef="#br0" timeOffset="381.32">14564 6654 521 0,'0'0'8'0,"0"0"52"16,0 0-8-16,0 0 22 0,0 0-62 0,0 0 8 15,0 0-7-15,0 0 12 0,0 0 25 0,0 0 8 16,2 0 0-16,0 0 2 0,2 0 1 0,20 0 3 16,4 0-2-16,3 0-1 0,7-2-20 0,-1 0-13 15,2 2 0-15,0 0-6 0,0 0-14 0,0 0 1 16,-8 0-3-16,3 0 2 0,-3 0-9 0,-5 0 5 16,0 0-3-16,-2 2 4 0,-3-2-10 0,-3 2 10 0,-1-2-5 15,-2 0 7-15,-6 0-10 0,0 0-10 0,6 0-3 16,-7 0-8-16,-6 0-59 0,1 0-101 0,1 0-46 15</inkml:trace>
  <inkml:trace contextRef="#ctx0" brushRef="#br0" timeOffset="505.57">14821 6570 500 0,'0'0'365'0,"0"0"-605"0,0-2 461 0,2 1-291 16,1-1 40-16</inkml:trace>
  <inkml:trace contextRef="#ctx0" brushRef="#br0" timeOffset="1845.5">15294 8249 196 0,'-2'0'35'0,"0"-2"-2"16,-1 0 1-16,-12-7 0 0,-6-4-14 0,1 0-14 15,1 2-1-15,-1-1 0 0,0 1 0 0,5 4 0 0,-9-4 13 16,1 0-8-16,-3 1 10 0,-3 3-14 0,-3 1 3 15,2 3-8-15,2-1 6 0,-1 2-1 0,1 2-8 16,-2 0 7-16,0 4-9 0,1-1 5 0,-1 3 1 16,-1 3 5-16,-1 1-3 0,0-1 1 0,1 2-3 15,-4 2-2-15,-4 4 2 0,-8 1 0 0,-9 5-5 16,3-3 4-16,4 0-1 0,-1 3 17 0,6-3 0 16,-1 2-8-16,-1 3 5 0,9-5-4 0,5-14 2 15,2 21 2-15,2 3-4 0,2 2-9 0,4 1 5 16,2 6 2-16,1 0 1 0,2 4 2 0,3-1-1 0,-3 1-2 15,2 2 1-15,2-1-4 0,0-3-8 0,0 2 6 16,2-6-6-16,2 2 3 0,3 2 2 0,0-2-1 16,3-2 3-16,-20 2 1 0,12-4 9 0,4 2-11 15,5-1 10-15,2 1 0 0,4 2 21 0,3-2-7 0,1 2 8 16,3 0-16-16,0-8-10 0,4 5 1 0,1-5-6 16,1-7-2-16,-8 6 5 0,19-4-2 0,6-5 2 15,-1 5-1-15,6-8-7 0,6-1 7 0,1-4-6 16,8-2 14-16,-2 0-7 0,2-2 0 0,5 3-4 15,-7-7-5-15,0 1 13 0,-2-3-2 0,-7-1 8 16,2 22-2-16,-3-11-4 0,1-7-5 0,3-6 2 0,3 0 5 16,-1-4-11-16,0-1 11 0,6-3-13 0,-2-3 8 15,0-2-7-15,-4-2 0 0,-5-1-1 0,2-5 3 16,-3 1 10-16,-1 18-2 0,-6-32 5 0,-5-3-4 0,0 0-1 16,-4-7 1-16,-4-3 0 0,-1 3 4 0,-3-5-1 15,-5 5-3-15,-2-1 1 0,-1-1-6 0,-7-1 7 16,1-1-1-16,20 2 1 0,-11-3-11 0,-7-1 7 15,-6-4 1-15,-2-1 2 0,-6-10-1 0,-3-4 13 16,-4-2-9-16,-3-1 10 0,-4 7-16 0,-3 9-2 16,22 6 1-16,-34 9-2 0,-6 8-6 0,-7 7 1 15,-2 4-7-15,-6 7 4 0,-3 2-17 0,0 7-9 16,1-22 2-16,-1 19-6 0,5 9-11 0,-1 11-96 0,1 8-11 16</inkml:trace>
  <inkml:trace contextRef="#ctx0" brushRef="#br0" timeOffset="2563.04">14492 12326 711 0,'-13'0'4'0,"-33"8"7"15,5 1-20-15,2 4 10 0,-6 5-8 0,2 7 10 16,1-16-2-16,-1 26-1 0,8 2 2 0,0 4-2 16,3 0 1-16,4 7-1 0,2 2-1 0,6 2-1 15,-1 4-6-15,5-2 8 0,3 0-4 0,3-2 5 16,3-2-1-16,3-4-3 0,-20 2 3 0,11 3-7 0,9 2-5 16,6 3 9-16,6 5 1 0,1 1 2 0,6 6-5 15,0 1 6-15,1-2-6 0,1 0 6 0,2-8-8 16,1-5 5-16,0-6 2 0,1-7-1 0,-17-4-4 15,25-5 23-15,5-1-5 0,1-6 15 0,6-1 16 0,-4-4-22 16,6-3 2-16,-4-2-10 0,0 0-9 0,5-4-8 16,-3-2 5-16,0-3-4 0,-4-5 15 0,0 1 1 15,0 19 1-15,2-12-1 0,2-7 7 0,0-6-1 16,0-3-4-16,0-4 2 0,7-4-3 0,-4-2 11 16,-1-2-2-16,5-5 4 0,-9 22 0 0,4-27 21 15,-2-5-4-15,-6-3 8 0,1-4-3 0,-5-7-3 16,-1-6 3-16,0-2-6 0,-4-8-9 0,-8-1-2 0,1-6-4 15,-8-3 3-15,-4 1-8 0,-3-1 0 0,26-2 4 16,-21-6-4-16,-11-3-6 0,-7-2 10 0,-8-6-6 16,-7 4 8-16,22 5-14 0,-52 6 5 0,-3 17-6 15,-14 9 6-15,-5 9-8 0,-4 13-8 0,-3 8-6 0,-3 15-8 16,3-25-93-16,-19 32-295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30:40.2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4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30T04:31:46.561"/>
    </inkml:context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4208 8030 407 0,'0'0'63'0,"0"0"10"0,-2 0-9 16,0 0-27-16,0 0-1 0,0 0 4 0,0 0 15 15,0 0-6-15,1 0 6 0,-1 0-23 0,0 0-16 0,0 0 0 16,0 0-4-16,0 0 8 0,0 0-3 0,1 0 7 16,-1 0-5-16,0 0 11 0,0 0-7 0,2 0 5 15,0 0-6-15,0 0 1 0,-2 0-17 0,0 0 0 16,0 0-3-16,1 0 4 0,-1 0-17 0,0 0-1 15,0 0-7-15,0 0-16 0,2 0-34 0,0 0-29 0</inkml:trace>
  <inkml:trace contextRef="#ctx0" brushRef="#br0" timeOffset="7748.96">4005 7417 730 0,'0'0'123'0,"0"0"26"16,-2 0-22-16,1-2-53 0,-1 0-1 0,0 0 15 15,0 0 9-15,0 1-4 0,0-1 4 0,-1 0-17 0,1 0-37 16,0 0-1-16,0 0-14 0,0 0-20 0,0 1 11 16,0 1-6-16,1 0 7 0,-1 1-3 0,2 1 0 15,0 2 5-15,0 20-4 0,0 2 8 0,0 2-7 16,2 4 3-16,-1 1-3 0,-1-1 0 0,2 3-5 16,-2 0-4-16,0 0 2 0,0 6-5 0,0-2-1 15,0 2-2-15,-2-4 0 0,1-1-4 0,-1-3-5 16,2 0 2-16,-2-1-5 0,2 1 1 0,0-3-5 0,0-4-3 15,0 0-3-15,0-6-26 0,2 1-55 0,0-4-24 16,-1-4-17-16,3 1-146 0,0-1-163 0</inkml:trace>
  <inkml:trace contextRef="#ctx0" brushRef="#br0" timeOffset="8045.54">3758 8371 1023 0,'0'0'94'0,"-2"0"-73"0,1 2 115 0,-3 0-45 0,2-2-5 16,-7 4-12-16,-1-1-2 0,5-1 0 0,-4 2 5 0,5-2-25 16,2-2 0-16,-2 2-8 0,2 0 0 15,1-1 3-15,1 1 2 0,0 0 0 0,1 0 0 0,1 0 0 16,2-2-5-16,22 5 2 0,-2-3-11 0,-2-2-16 15,4 0 0-15,-5 0-8 0,1 0-8 0,-1 2-2 16,-3-2 1-16,1 2-1 0,-1 0-6 0,-1 0-17 16,0 1-2-16,-2 1-5 0,-2 0-4 0,-4 0-8 15,-2-1-5-15,1 1-6 0,-3 0-67 0,1-1-94 16,-4-3-8-16,0 8-32 0,7 5-67 0</inkml:trace>
  <inkml:trace contextRef="#ctx0" brushRef="#br0" timeOffset="8186.38">3938 8839 568 0,'0'0'368'0,"0"0"-472"0,0 0 446 16,0 2-235-16,0 0 21 0,0 0 4 0,2 0-4 0,0-1 3 15,0 1-15-15,2 0-38 0,-1-2-5 0,9 0-14 16,4 0-47-16,1 0-20 0,0-2-9 0,1-1-6 16,3-3-56-16,1-5-174 0,4-6-69 0</inkml:trace>
  <inkml:trace contextRef="#ctx0" brushRef="#br0" timeOffset="9888.03">4029 5181 160 0,'0'0'24'15,"0"0"33"-15,0 0-16 0,-1 0 24 0,-1-1-14 16,0 1 16-16,0 0-16 0,0 0-7 0,0 0 8 0,0 0-12 16,1 0-12-16,-1 0 10 0,0 0-11 0,0 0 12 15,-2 0-2-15,1 0 0 0,1-2 5 0,0 0-3 16,0 0 9-16,0 0 7 0,-2 0-5 0,1 0 4 15,-1 1-15-15,0-3 5 0,1 0-4 0,-1 0 3 16,0 1-11-16,0-1 5 0,1 0-4 0,-1 2 3 16,-2-1-15-16,-3-3 4 0,2 2 4 0,-1 1 0 0,1 1 8 15,-2-2-4-15,1 2 1 0,4 2-1 0,-3 0 7 16,3 0-1-16,1 0 1 0,-1 0-2 0,0 0-9 0,0 0-2 16,3 0-4-16,-1 0 3 0,0 0-8 15,0 0 1-15,2 0 0 0,0 0 0 0,0 0-7 0,2-2-1 16,2 1-4-16,9-1 3 0,13-2-1 0,3 0-2 15,3 1 0-15,3-1 1 0,2 0 8 0,6 2-11 16,5 0 2-16,2 1-6 0,-1 1-2 0,6-2 12 16,-5 2-5-16,2 0 8 0,0 0-14 0,-9 0 0 15,2 0-1-15,-3 0 1 0,3 0 5 0,-4 0-5 16,0 0 6-16,1 0-6 0,-1 0 3 0,2 0 3 16,-2 0-1-16,-6 0 0 0,0 0-5 0,-3 2 3 0,-1-1-5 15,-1 3 3-15,-4 0-2 0,6 0 4 0,-10-1 2 16,6 3 0-16,-2-1-6 0,-8-1 1 0,3 0 3 15,-6-2 0-15,-4 0 0 0,-2-1 9 0,2 1-6 0,-3-2 7 16,-1 0-12-16,1 0 10 0,-3 0-3 0,-3 0 5 16,4 0-9-16,-5 0 1 0,3 0 3 0,0 0-1 15,0 0 0-15,-1-2-1 0,1 1-5 0,0-3 4 16,-4 2-4-16,9-11 6 0,-2-2-5 0,1 0 3 16,-3 0-7-16,-1 1 4 0,-2-1 1 0,-2 0 1 15,0 2-4-15,0-2 0 0,0 0-2 0,0 2 2 16,0-2 2-16,0 0-4 0,0 2 4 0,0 0-4 15,0 4 5-15,0-2-3 0,0 2 0 0,0 1-1 0,0 3 6 16,0 1-5-16,0 2 6 0,0-2-7 0,0 1 4 16,0-1-4-16,0 2-4 0,0 0 1 0,0 2 0 0,0 0 11 15,0 2-7-15,0 0 7 0,0 2-3 0,4 16-8 16,1 2 10-16,1-1-9 0,-1 1 11 0,1-1-10 16,1 1 2-16,1 0-5 0,-1 0 5 0,1 1 0 15,-1-1 5-15,0-2-3 0,-1-1 4 0,0 0-2 16,-1-1-5-16,1-1 2 0,-1 0-4 0,-1-3 6 15,0 1-2-15,-2-7 5 0,-1-1-2 0,1-1 3 16,0-3-2-16,0 1 1 0,0 2-7 0,0-3 5 16,-2-1 0-16,3 4 2 0,-1-2-6 0,0-1 8 15,0 1 2-15,0-2 2 0,0 0-1 0,0 0-5 0,-1-2 2 16,1 0-3-16,0 0 3 0,2-2-5 0,-2 0-2 16,1 0 0-16,1-2-4 0,2-5 7 0,3-6-3 15,-2 0 5-15,5-5-11 0,-3 1 1 0,0-1 3 16,0-1 0-16,1 1 1 0,-1-2 2 0,2-1-3 0,-2 3 3 15,1 1-2-15,-3 5-1 0,1 1-2 0,1 0 1 16,-2 1 1-16,-1 5-3 0,-1 0 3 0,1 1-3 16,0 2 6-16,1 1-5 0,-3 1 2 0,-2 2-4 15,3-4 5-15,3-2-1 0,1 3 2 0,-4 1-1 16,5 2 2-16,-7 0-2 0,1 0-1 0,2 2 1 16,1 1 3-16,4 3-2 0,-5-2 4 0,-1 3-4 15,1 8 1-15,-2-2-1 0,5 2-1 0,0 0 1 0,-3-4 0 16,1-2 5-16,-5 0-5 0,0-1 6 0,5-3-5 15,-3 1 0-15,2-4 0 0,-3 0 0 0,-1 0 7 16,6 3-8-16,1 1 7 0,-3-3-8 0,3 1 9 0,-5-4-3 16,-3 0-1-16,5 0 0 0,-2 0-9 0,3-2 10 15,-1-1-7-15,3-5 7 0,-2 1-7 0,1-8-2 16,3 0 3-16,-4 2-1 0,3 0 7 0,-3 2-9 16,0 2-1-16,1 1-3 0,-1 3 3 0,1 3 4 15,-5 0-4-15,5 0 3 0,-4 0-5 0,5-3 2 16,2-1 4-16,0 2-4 0,2 2-3 0,0 2 4 15,0 0 0-15,2 2 2 0,-2 2 4 0,2 2-2 0,0 1 1 16,0 0-2-16,-1 3 1 0,5 1-4 0,0 0 3 16,1-2-4-16,0 1 7 0,-1-3 0 0,1 0 1 15,1-1-1-15,-1-2-3 0,-1-1 2 0,1-1-2 16,1 0 3-16,-3-2 1 0,1 0-4 0,-6 0 5 0,2 0-4 16,1 0 5-16,-4 0-2 0,1 0-7 0,-6 0 3 15,-5 0-5-15,5 0 6 0,-1 0 1 0,-4 0 1 16,9 0-3-16,-4 0 0 0,-5 0 0 0,0 0 0 15,0 0 2-15,2 0-4 0,-1 0 1 0,5-2-4 16,-6 2 3-16,-1 0-22 0,3 0-13 0,0-2-8 16,0 1-94-16,-1 1-189 0,3-2-41 0</inkml:trace>
  <inkml:trace contextRef="#ctx0" brushRef="#br0" timeOffset="12440.18">8406 4947 507 0,'-2'0'66'0,"0"0"94"0,0 0-56 0,0 0-10 15,-1 0 5-15,-1 0-7 0,2 0-2 0,-2 0-28 16,1 0 2-16,-1 0-11 0,0-1-12 0,2 1 3 16,0-2-3-16,1 0 5 0,-1 0 1 0,0 2-1 15,0 0 5-15,0-2-4 0,0 2 6 0,0 0-1 16,1-2-5-16,-1 2 2 0,-2 0-14 0,0 0-5 15,1 0-4-15,1-2-1 0,0 2-13 0,0 0 0 16,0 0-1-16,0 0 0 0,0 0-10 0,1 0 3 16,-1 0 0-16,2 0 3 0,0 0 3 0,0 0-3 0,0 0 2 15,2 0-4-15,-1 0-2 0,3 0 3 0,4 0-2 16,6-1 3-16,3-1-1 0,4 0-8 0,-3 0 0 0,6 2-3 16,0-2 9-16,4 0-8 0,2 0 6 15,1-1-5-15,5-1 10 0,-1 0-4 0,6-1-1 0,2-1-1 16,1 2-2-16,6 1-1 0,-1-3-1 0,1 2 1 15,5 1 2-15,-4 1 2 0,1 0 2 0,-10 2-1 16,-5 0-4-16,0 0-6 0,1 0 7 0,-5 0-5 16,2 0 7-16,1 0-1 0,-5 0-7 0,4 0 5 15,-3 0 1-15,0 0-5 0,-3 0 6 0,1-2-7 0,2 0 12 16,1 0-6-16,-5 1 2 0,-2-1-3 16,-8 0-1-16,-5 0 5 0,2 0-1 0,-2 0 2 0,-2 2-5 15,1 0 2-15,-5 0 6 0,-1 0-2 0,-3 0 3 0,3 0 3 16,-2 0-7-16,-3 0 7 0,3 0 4 0,0 0 4 15,0 0 2-15,-1 0-1 0,1 0 3 0,-2 0-4 16,0 0 1-16,-1 0-4 0,1 0-10 0,0 0 6 16,0 0-9-16,0 0 7 0,0 0-17 0,0 0 6 15,-1 0 1-15,1 0 1 0,0 0-1 0,0 0-37 16,0 0 0-16,0 0-23 0,0 0-102 0,-1 0-229 16,3 0-68-16</inkml:trace>
  <inkml:trace contextRef="#ctx0" brushRef="#br0" timeOffset="14586.76">9794 4972 133 0,'0'0'60'0,"0"0"-17"0,0 0 59 15,0 0-10-15,0 0-22 0,0 0-8 0,0 0-8 16,0-2 0-16,0 0-27 0,0 0-4 0,0 0 7 16,0 0-5-16,2 0 16 0,0 1 11 0,0-1-7 15,0 0 7-15,0 0-21 0,0-2 15 0,-1 1-8 16,1-1 11-16,0 0-4 0,0 0 6 0,0 1-5 0,-2 1 3 16,2-2-21-16,0 0 5 0,-1-1 0 0,-1 3 0 15,0-2-4-15,0 2 0 0,0-1-2 0,0 1 3 16,0-2-3-16,0 0-8 0,0 1 2 0,0 1-3 15,0 0-4-15,0 0-2 0,-1 0-1 0,-1 0 0 16,0 2-7-16,0 0 8 0,0 2-7 0,-2 0 9 16,1 0-8-16,-1 2 0 0,2-1 2 0,-2 9-4 0,-1-1-5 15,3-2 9-15,-5 0-7 0,1 1 8 0,2-3-7 16,2-1 5-16,1-1 5 0,1-1-3 0,0-2 9 0,0 0 1 16,0 1-2-16,0 1 0 0,1 0-6 15,1-2 0-15,0-1 3 0,2 1-1 0,3-2 13 0,-1 0 1 16,7 0-8-16,-8 0 3 0,3-2-13 0,-4 2 15 15,-1-1 0-15,1-1 4 0,0 0 7 0,-2-2-12 16,-1 0 5-16,1 1-8 0,-2-1 0 0,0 0-11 16,0 1 1-16,-2-1-4 0,1 0 1 0,-1 2-14 15,-2 0 4-15,-2 1-9 0,-3-1 6 0,-4 0-13 16,4 2 1-16,7 0-7 0,-2 0-20 0,2 0-43 16,-1 2-26-16,-1 0-7 0,2-1-91 0,0 1-55 0,0 0 14 15</inkml:trace>
  <inkml:trace contextRef="#ctx0" brushRef="#br0" timeOffset="16443.43">9826 4972 150 0,'0'0'60'0,"0"0"-15"16,0 0 57-16,0-2-11 0,0 0-35 0,0 0 20 16,0 0-8-16,0 0 12 0,0-1-12 0,0-1 14 15,0 0-10-15,0 0 11 0,0 1-16 0,0-5-10 16,0 3 4-16,0-1-7 0,0 2-2 0,0 3 8 0,-2-5-11 15,2 4 8-15,0 0-17 0,0 0 0 0,-2-1 7 16,0-1-4-16,1 0 1 0,-1 1-7 0,0-1-5 16,0 2 2-16,0 0-2 0,0 0-12 0,0 0 10 15,1 1-12-15,-1-1 8 0,0 0-1 0,0 0-1 16,0 0 1-16,0 0 3 0,0 0-4 0,1 1 1 0,-1-1-2 16,0 2-12-16,0 0-1 0,0 0-1 0,0 0 1 15,0 0-8-15,1 0 3 0,-1 2-2 0,0-1 4 16,0 1 0-16,0 2-3 0,0 5-2 0,0 6 1 15,2 2 3-15,-1 1-5 0,1 1-1 0,0 1 0 16,0 1 10-16,0-3-9 0,1 3 7 0,1 1-8 16,0-1-2-16,2 1 2 0,0-2-2 0,1 4 2 0,1 1 6 15,-1-1-9-15,3 2 3 0,-3-2-6 0,1 2 7 16,-1 2 1-16,1-2 0 0,-2 0 0 0,-1-2 0 0,1 2 1 16,2-2 1-16,-3-4-3 0,1 6-3 0,-2-5 3 15,0 3-1-15,0 0 4 0,-2-9 2 0,0 2-4 16,0-3 0-16,-2-1-2 0,0 4 0 0,2-4 6 15,-2 2-3-15,-2-4 3 0,1 0-1 0,-1 0 2 16,0 1 1-16,1-3-1 0,-1 2-5 0,0-2 6 16,-1-1-4-16,-3 1 5 0,3-2-2 0,-12-1-1 15,4 1 3-15,-6-1-2 0,1 3 1 0,-8-3-1 16,4 1 1-16,-1 1-1 0,-1-3-3 0,2 3 1 16,-2-3-5-16,5 1 2 0,1-2 0 0,1-1 0 15,2 3 1-15,2-4-2 0,2 1 5 0,2-1-11 0,1 4 7 16,1-4-7-16,1 1 11 0,1-1-6 0,-1 2 5 15,4-4-5-15,0 0 3 0,-1 4 0 0,-1-1-5 16,0 1 2-16,2 0-8 0,0-2 8 0,1 0 0 16,-1-1 3-16,2 1 3 0,0 0-3 0,0 0-3 0,0 0 0 15,0 0-8-15,2 0 10 0,-1-1-1 0,1 1 3 16,0 0-5-16,2 0-2 0,0 0 3 0,7 3-3 16,2 1 4-16,5 1-3 0,-1-1 2 0,0 0-2 15,5 1 3-15,0 0-1 0,4 1 0 0,-2-3 0 16,1 1 0-16,-3 0 3 0,2-1 0 0,0-1 1 15,6 0-1-15,-4-1 0 0,-4 1 1 0,-2-2-1 0,-5 0-2 16,0 1 5-16,2 1-5 0,-6-2 4 0,-4 0-1 16,1 0-5-16,-3 0 1 0,1-1-1 0,-2 1 4 15,-2-2 5-15,-1 0 0 0,3 4 1 0,-4-2-8 0,8 9 6 16,-5-4-1-16,3 6 2 0,-4-1 0 0,0 1 1 16,-2 1 1-16,-2 1-1 0,-4 2-6 0,-1-2 4 15,-3 0-1-15,3-2 4 0,-17 1-2 0,-4 1 0 16,0-2-5-16,0 0 3 0,-3-2-7 0,1 1 3 15,2 1 1-15,-1 3 2 0,3-1-4 0,-2 2 7 16,2-6-8-16,2-2 6 0,-1-1-5 0,9 3-1 16,3-2 1-16,0-3-2 0,2 1-8 0,3-3 14 0,3 0-2 15,-1 1 4-15,2-3-12 0,1 0 5 0,1-2-4 16,-2 4 4-16,0-1-5 0,1 1 3 0,1 0-2 16,0-1 1-16,0 1-4 0,2 0 4 0,0 0 0 15,0-1 1-15,2 1 2 0,0 0-3 0,0-4 4 16,25 15-3-16,-1-6 8 0,2-2-7 0,2-1 1 0,-4-4-4 15,2 0 4-15,-2-1 1 0,-2 1-3 0,-2 2 2 16,-3-2-8-16,1 2 10 0,-7-1-2 0,0 1 5 16,0 0-3-16,-2-1-1 0,0 1 3 0,-3 0-4 15,-1 0 1-15,-3-3 3 0,0 1 0 0,3 8 0 16,1 1-5-16,-3 0 9 0,-1 2-8 0,-2 0 10 16,-2 2-6-16,-2 0 0 0,-4-1 4 0,-1 1-3 0,-4 2-4 15,3-2 5-15,-12 0-3 0,-8 0 5 0,-2-1-1 16,4-2-4-16,6-1 0 0,5-2-1 0,4-2-1 15,0-1-1-15,2-4 4 0,1 0-3 0,4-1 6 16,-1 3-7-16,1 0 0 0,0 0-2 0,3-4-3 0,-3 3-5 16,0-1-2-16,2 0 1 0,0 0 7 0,1 0 3 15,-1 0 1-15,0-1 0 0,0 1-1 0,2 0-2 16,0 0 4-16,0 0-1 0,2 0 3 0,0 1-4 16,0 1-4-16,-1 2 2 0,7 10-2 0,-1 3 8 15,4 5-4-15,-3-3 4 0,1 3-8 0,2 4 3 16,-1-1 2-16,1 11 0 0,-6-9 0 0,-1 7 3 15,0 1-3-15,-2 2 2 0,-1 5-3 0,1-5-1 16,-2-2 2-16,0-1-2 0,0-1 2 0,0 2 5 0,0-4-2 16,0 3 2-16,0 1-10 0,0-2 9 0,0-1-4 15,0 1 6-15,-2 0-6 0,2 0 2 0,-1-1-2 16,1-1 4-16,0-3-4 0,0 3 2 0,0-3-2 16,0-4 0-16,0 4 0 0,0-6 0 0,0 2 5 0,0-2-4 15,0-7 6-15,0 1-2 0,0 3 0 0,0-5-2 16,1 5-1-16,1-3 6 0,0-6-6 0,-2-1 5 15,0 0-6-15,0 0 2 0,0 0 2 0,0 0-2 16,0 0-5-16,0-3 3 0,0 1 0 0,0-1 1 16,0-3 2-16,0 4-1 0,0-3-3 0,0 0 0 15,0-3-5-15,0 1-13 0,0-2-5 0,0 2-6 0,0-1-54 16,0 1-130-16,0-2-31 0,2 0-47 0,0 0-235 16</inkml:trace>
  <inkml:trace contextRef="#ctx0" brushRef="#br0" timeOffset="16932.16">9119 8323 1027 0,'-2'0'119'0,"0"0"-90"0,-11 0 131 0,-13 2-48 16,4 0-23-16,1 0-12 0,6-1 3 0,4 1-5 15,2 0-2-15,3-2-31 0,3 0 5 0,1 0-15 16,0 0-11-16,-2 2-12 0,1 0-4 0,1 0 2 15,0 0 7-15,0-1 0 0,2 1 7 0,0 0-4 0,2 0 18 16,0 0-5-16,1-2 1 0,20 7-2 0,-1-3 1 16,2 0-4-16,2-2 3 0,4 1-4 0,-2-1 5 15,1 0-11-15,3-2-4 0,-2 0-1 0,3 2-5 16,2 0-7-16,1 0 8 0,-1-1-8 0,2 3 0 16,2 0 2-16,-2 0-4 0,2-1 2 0,4 1-5 0,-10 0 6 15,-1-1-3-15,-4 1 4 0,-4-2-2 0,2 2-4 16,0-1 2-16,-2 1-3 0,-7-2 6 0,1 0-4 15,-9-2 6-15,3 2-6 0,-1 0 1 0,-4-2 6 16,2 0-8-16,-3 0 7 0,0 0-6 0,-1 0-2 16,-1 0 3-16,-2 0-3 0,1 0-1 0,1 0-3 15,0 0-1-15,0 0-2 0,-1 0-15 0,-1 0-47 16,0 0-15-16,0 0-15 0,0 0-83 0,0 0-67 0,-2 0-18 16,0 0-44-16,0 0-325 0</inkml:trace>
  <inkml:trace contextRef="#ctx0" brushRef="#br0" timeOffset="17248.78">9340 8754 1452 0,'-2'0'43'15,"0"2"-1"-15,0-1 58 0,0 1-10 0,-2 0 9 16,1 0-29-16,1 0-24 0,0 0-11 0,0 0-3 0,0-1-23 15,2 1-3-15,0-2 3 0,2 0-5 0,2 0-5 16,7 0-7-16,13 0-3 0,-2-2 0 0,-1-1-3 16,-1-3-16-16,-3 2 5 0,2-1-8 0,-1 1 15 0,-7 2 0 15,0 0-2-15,-5 2-1 0,-2 0-9 0,-1 0 11 16,1 2 0-16,0 0 6 0,-2 0 16 0,0 2 7 16,-1-1-1-16,1 5 2 0,0 3 4 0,-2-4-4 15,0-3 5-15,0 4-6 0,0-3 1 0,0 1-3 16,2-1 6-16,-2-3-4 0,0 0 6 0,4 2-8 15,-2-4-6-15,9 7 1 0,2 1-9 0,3-3-43 16,1-3-8-16,5-2-44 0,3-4-345 0</inkml:trace>
  <inkml:trace contextRef="#ctx0" brushRef="#br0" timeOffset="23546.42">5465 3716 1227 0,'5'-16'2'0,"1"1"6"0,-1 2-6 0,3 0 10 0,-1 2 2 16,-1 1-1-16,-1 3 3 0,-1 0 8 0,7 1-9 15,-2 2-1-15,3-5-3 0,-3 3-3 0,-2 3-2 16,3-3 1-16,-5 4-3 0,3 0-3 0,-1 1 10 16,-1 1-5-16,-5 0 7 0,3 0-2 0,-2 0-7 15,2 1 6-15,-1 1-8 0,1 0-12 0,-2 2-107 16,0 1-65-16</inkml:trace>
  <inkml:trace contextRef="#ctx0" brushRef="#br0" timeOffset="25080.18">5444 3635 819 0,'0'0'46'0,"0"0"-1"0,-2-2 50 16,0 0-9-16,1-2 7 0,-1 1 0 0,2 1-15 15,-4-6-1-15,2 3-8 0,-2-3-18 0,3 3-20 16,-1 1 4-16,0 0-10 0,0 1 5 0,2 1-10 16,-2-2-1-16,0 0-3 0,0 2-3 0,1 1-6 15,-1 1 10-15,2 0-8 0,0 1 15 0,0 9 3 0,-2 31-8 16,2 5 5-16,0 2-17 0,0 2 12 16,0 1-2-16,0-3 4 0,0 0-9 0,0-3-2 0,-2-3-1 15,0-1 1-15,0 0 9 0,2-2-11 0,-2 2 1 16,1-2-5-16,-1-2 4 0,2 0 2 0,-2-2 6 15,2 1-4-15,0-5 0 0,-2 5 4 0,2-7-6 0,0-3 6 16,0-2 4-16,0-9-10 0,0 2 9 0,0-4-10 16,0 4-2-16,0-8 3 0,0-3 0 0,0-5 2 15,0 3 6-15,0 0 28 0,0-2-9 0,0 0 15 16,0-2-22-16,0-2-17 0,0-2 0 0,-2-20-6 16,-2-13 0-16,-1-4-10 0,-1-2 3 0,1-3-4 15,-3 1 4-15,3-3 1 0,-1-2-1 0,1 1 2 16,-1-1-4-16,0 2-3 0,3-2-1 0,-3-2 1 15,1-2 6-15,1 8-6 0,2 5 6 0,0 7-7 0,2 12 6 16,2-2-4-16,0 4-3 0,0 5 2 0,1 0 0 16,-1 7 2-16,2-1 3 0,0 2 0 0,1-1 4 0,-3 5-4 15,9-3-2-15,6 4-1 0,0-9 3 0,1 0 3 16,1 3-5-16,1 3 2 0,1 3-3 0,-1 2 2 16,1 2 2-16,-3 2 0 0,-1-1 3 0,0 5-4 15,-3-1 1-15,-1 2-2 0,-1-7-3 0,-3 17 6 16,0 1-1-16,-1 1 3 0,-3 1-4 0,-3-3 8 15,13 3 2-15,-6-2 2 0,-3 3 0 0,-6 1-2 16,-2 0-3-16,-6 2 1 0,-3 2-8 0,-2-2 1 16,11-4 4-16,-22 2 1 0,-2-2 8 0,4-3-8 0,-4-2-5 15,6-4 0-15,3 0 2 0,2-4-1 0,2-2 3 16,4 1-3-16,-1-4 2 0,3-1-5 0,1-1 0 16,3 0-3-16,1-2 4 0,0 0-7 0,-2 4 1 15,1-1-5-15,-1 1-8 0,2-2 13 0,0 0-2 0,2 0 5 16,0 0-4-16,2-1 8 0,0 1-1 0,0 0 3 15,0-2-3-15,16 6 2 0,3-1-2 0,-3-1 2 16,1 1-2-16,-1 1 1 0,1 1 0 0,-2-1 2 16,1 1 1-16,-3 1-8 0,4 1 6 0,-5-1-6 15,-1-1 11-15,0 0-5 0,0 1-1 0,-3-3-1 16,1 1-7-16,-4-2 0 0,1-1-16 0,3 1-4 16,0 0-135-16,4 1-112 0,5 1-28 0,3 0-45 0,3-1-291 15</inkml:trace>
  <inkml:trace contextRef="#ctx0" brushRef="#br0" timeOffset="25439.77">6222 3911 1183 0,'-2'0'36'0,"0"0"-5"0,1 0 44 15,-7 0-1-15,-10 0 0 0,-1 2-23 0,0 2-19 16,3 2-5-16,-1 3-5 0,0 2-25 0,4-9 3 0,0 16 1 15,6 1 1-15,-2 1-2 0,5-1-3 0,0 0-2 16,-5-6 1-16,1 1 3 0,5-1-3 0,1 0 4 16,2-1 0-16,2 1 6 0,1-2 4 0,3-2 3 15,1 0-1-15,3-1 5 0,8 1 15 0,-1-2-12 0,5 3 13 16,-1 1-8-16,1 0 4 0,0 2-4 0,-1 2 0 16,-1 3-6-16,-1-1-6 0,-3 2 9 0,-3-3-10 15,-1-1 13-15,-5 0 22 0,-1-2-3 0,5 2 11 16,-4-2 16-16,-1-2-7 0,-3 2 3 0,-3-4-6 15,0 1-9-15,-1-1-12 0,-5 0-1 0,-5 6-5 16,0-2-10-16,-13-2-8 0,-2 2-1 0,0-5-2 16,1 3-3-16,1-2-8 0,-2-3 0 0,4-1-2 15,3-1 0-15,6-2-11 0,0 3-18 0,8-3-8 0,1 0-162 16,0 2-173-16,1-1-82 0</inkml:trace>
  <inkml:trace contextRef="#ctx0" brushRef="#br0" timeOffset="27997.84">10233 6197 522 0,'0'0'0'0,"0"-2"11"16,-2 0 104-16,2 0-37 0,0-1 5 0,-2-7-53 15,0-4-2-15,2-1-1 0,0-4-1 0,2 4 1 16,2-1-11-16,-1 3 15 0,1 2 5 0,0-1 5 15,1 1 26-15,-1 2 9 0,0 0-4 0,0 3 6 16,-4 4-8-16,0 0 3 0,3-1-2 0,-1-1 3 16,0 0-4-16,0 2-19 0,0 1-3 0,0-1-7 15,-1 2-22-15,1 0-9 0,0 2 3 0,0 1-5 0,2 18 1 16,-1 18-4-16,-1 0 2 0,-2 3-4 0,0 7 1 16,0-3-1-16,-2 2 2 0,-1 1 0 0,-1-3 4 0,-2-1 5 15,3-5-1-15,-3-2 3 0,1-3 6 0,-1-7 2 16,2-2-3-16,2-6 2 0,1-1-6 0,1-8-7 15,0 0 0-15,0-5-2 0,0-1 0 0,0-3 4 16,0 2-3-16,0-1 2 0,0-1-4 0,0 0 0 16,-2 0 2-16,0-2-2 0,0 0 1 0,0-2-3 15,0-2 2-15,-5-12-3 0,-4-14-4 0,1-3 6 16,5-3-5-16,1-1 4 0,0-2-10 0,3-2 5 0,1 0 0 16,0 2 0-16,0 4-3 0,1 5 3 0,5 1-1 15,0 1 1-15,1 2-2 0,2 2 2 0,1 3-3 16,-1 5 3-16,2-1 2 0,-5 4 2 0,14 2 1 15,6 1-2-15,-6 3 4 0,1 1-7 0,1-8 5 16,-11 8-5-16,10-1 7 0,-5 3-1 0,-3 4-3 16,2 2 1-16,-6 0-6 0,-1 1 4 0,-3-1 1 0,1 19 3 15,-4 5-1-15,13-6 1 0,-2 6-1 0,-8-2 2 16,-5 0 2-16,0 0-3 0,-5 1 6 0,-3-1-6 16,-1 0 8-16,-2-2-7 0,0-1-3 0,-4-1 0 15,7 0-2-15,-16-1 0 0,-2 0 2 0,4-5-1 16,4 3 2-16,1-4-6 0,4 0 4 0,0 0-4 15,2-2 0-15,1 2 1 0,1 0-5 0,4-2 4 0,-1 1-3 16,2-3-2-16,2-2 3 0,-5 3-2 0,3-3 2 16,1 0 5-16,1 1-2 0,2-3 4 0,0-1-2 15,0 2-1-15,0-3 6 0,0-1-3 0,3 0 9 0,18 0-8 16,-3 11 6-16,1-4-5 0,-2-1 6 0,1-1-4 16,5 1-1-16,-7-5 0 0,1 1 0 0,-2 0-7 15,-8-2 1-15,2-1-2 0,1 1-3 0,-3 0 4 16,4 2-2-16,0 0 2 0,1-1-16 0,-3 1-32 15,4 1-21-15,2 1-6 0,0 0-91 0,-1-3-45 16,-2 1-2-16,1 0-17 0,-6-2-39 0</inkml:trace>
  <inkml:trace contextRef="#ctx0" brushRef="#br0" timeOffset="28244.33">10732 6658 427 0,'0'0'80'0,"0"0"0"0,0 0 65 0,0 0-16 0,-2-2 5 16,0 0-15-16,1 0-22 0,-1 0-4 0,2 0-5 15,0 0-15-15,0-1-15 0,0-1 9 0,0 0-10 16,0 1 14-16,0-1-16 0,0 0 1 0,0 0-6 16,0 3-4-16,0-1-3 0,0 0 2 0,0 0-1 15,0 0 1-15,0 2 0 0,0 0-6 0,0 0 4 16,0 2-12-16,0 2-4 0,0 1 2 0,2 18-4 0,-1 1-3 16,-1 0-14-16,0 0 3 0,0-2-7 15,0 0-2-15,0-3 3 0,0 3-5 0,0-3 1 0,0-2-26 16,0-3-65-16,0-6-25 0,0-3-19 0,2-1-134 15,0 0-214-15</inkml:trace>
  <inkml:trace contextRef="#ctx0" brushRef="#br0" timeOffset="28602.54">11050 6063 726 0,'-2'0'52'15,"0"-1"82"-15,0-1-37 0,0 0 20 0,0 0 5 16,0-2 1-16,-1 1-9 0,3 1-27 0,-4-4-5 0,4 4-6 16,-4 0-10-16,1 1 0 0,-1-1-3 0,2 2 0 15,-2-2-16-15,3 2-17 0,-3 0 0 0,2 0-6 16,-2 0-7-16,1 2 14 0,3 0-6 0,-17 27 8 15,6 3-15-15,5 1 2 0,2 1 2 0,3-3-1 16,1 3-4-16,0-1-2 0,0 4-3 0,-2 2 1 16,0 0-5-16,2 4 0 0,-2 0-3 0,0-1 1 15,0-1-5-15,0 0 0 0,-1 0-1 0,1-2 1 0,0-6-1 16,0 1 5-16,2-5-5 0,0-5 2 0,0 1-6 16,2-5-18-16,0-3-7 0,0-4-10 0,1-2-78 0,-1-6-61 15,0 3-17-15,0-4-16 0,0-1-92 0</inkml:trace>
  <inkml:trace contextRef="#ctx0" brushRef="#br0" timeOffset="28898.75">11345 5906 1163 0,'-2'0'43'0,"0"0"-7"0,-2 0 78 0,-3 0-3 16,3 0 12-16,-5 0-2 0,2 0-33 0,-1 0-4 15,1 0-15-15,3 0-49 0,0 1 0 0,1 1-2 16,-1 2 3-16,0 3-3 0,-3 12 6 0,3-2-10 0,0 5 7 16,1 0-5-16,3 2-3 0,0 4 1 0,0 2-4 15,1 3-2-15,1 1 9 0,2 5-4 0,0 3 4 16,-1-3-10-16,1 6 5 0,-2-6 6 0,-2 0-4 16,0 2 0-16,0-2 0 0,0 2-6 0,-2-4 4 15,2 0-5-15,-2-4-3 0,2 1 4 0,0-4-4 16,0-4 0-16,0-2-5 0,2-4-2 0,0-5-1 15,0-2-3-15,0-4-23 0,0-1-8 0,-1-5-10 0,1 1-70 16,2 0-60-16,2-1-7 0,7 5-19 0,-2-4-72 16</inkml:trace>
  <inkml:trace contextRef="#ctx0" brushRef="#br0" timeOffset="29149.96">11579 6082 909 0,'0'0'45'0,"0"0"-6"0,0-2 85 16,-2 0-8-16,0 0 18 0,0 2-9 0,0-1-26 16,1 1-9-16,-1 0-9 0,0 0-45 0,0 0-13 15,0 0 11-15,0 0-11 0,0 1 15 0,2 1 0 0,0 4-4 16,-3 16 4-16,1 4-3 0,0 6-2 0,0-1 2 16,0 10-2-16,0-4-2 0,1 4-4 0,-1 0 0 15,-2-2-1-15,2-2 1 0,0-2-8 0,0-1-6 16,1-1 1-16,-1-3-8 0,0-2-7 0,2-4 1 0,0-4-5 15,0-1-6-15,0-2-22 0,0-4-17 0,2-4-7 16,0-2-97-16,-2-5-53 0,0 0-15 0,1 2-16 16,3-1-111-16</inkml:trace>
  <inkml:trace contextRef="#ctx0" brushRef="#br0" timeOffset="29519.74">11586 6245 486 0,'0'-2'317'0,"-2"1"-399"0,1-1 383 0,-1-4-200 0,-8-18 10 15,5 2 0-15,-1-2-5 0,4 3 2 0,2 1-13 0,0 1-25 16,4-1 2-16,2 1-9 0,3 1 1 0,0 1-12 16,2 0-4-16,-1 6-5 0,8 2-27 0,1 3 2 15,-3 4-2-15,1-9-1 0,-2 4-15 0,-4 5 1 16,0 2 1-16,-3 0 0 0,-3 2 0 0,-1 0 0 16,-2 24 2-16,16 5 0 0,-6-1 8 0,-5 0-3 15,-5 3 0-15,-2-3 0 0,-2 3 14 0,-4-5-10 16,1-2 1-16,-4 0-5 0,-1-2 3 0,3-5-7 15,-2 1 4-15,-1-1-5 0,1-3-2 0,0 1 0 0,1-2 2 16,1-2-2-16,-1 0-3 0,1 0 3 0,1-2-5 16,-1 4 6-16,2-2-3 0,-1 0 2 0,2 0 2 15,1 0-2-15,1-2-2 0,0 0 4 0,2 0 1 16,0-3 3-16,0-1 11 0,0-1-1 0,2-1-2 0,0-1-1 16,-1 0-4-16,9-2 3 0,4 9 5 0,1-2-2 15,-2-3 2-15,4-1-16 0,0-1 1 0,-1-2-4 16,3-2 2-16,-4 0-2 0,3 0-5 0,1 0-1 15,-2 0-16-15,3-2-92 0,-5 0-15 0,0 0-37 16,3-1-137-16,5-1-272 0</inkml:trace>
  <inkml:trace contextRef="#ctx0" brushRef="#br0" timeOffset="29870.98">12091 6453 1161 0,'-2'0'34'0,"1"0"2"0,-3 0 44 16,0 0-1-16,-3 0 8 0,3 0 16 0,0 0-35 16,1 0-7-16,1 0-8 0,0 0-24 0,0 0 2 15,2 0-2-15,0 0 2 0,2-2 2 0,0 1 8 16,1-1-5-16,9-2 4 0,6-3 0 0,-1 3-14 16,-4 0 7-16,0 2-11 0,2 0-5 0,-6 2 6 15,2 0-2-15,-3 2 3 0,-5 0 3 0,1 0-5 0,-2 0 3 16,9 15-6-16,-2 1-7 0,-1 6-4 0,-5-1 0 15,-3 3-1-15,-5 1-1 0,-4 3-1 0,-3 0-4 16,-1 0 5-16,-1-1 1 0,-3-1-9 0,0-2 4 16,-1 2-4-16,3-6 10 0,0 2-8 0,2-1 1 0,5-7-2 15,1 1 1-15,3-6 0 0,2-2-2 0,1-1 2 16,1-3-5-16,0 1 5 0,0 0 4 0,0-1 1 16,0-1 1-16,0-2 6 0,7 3-6 0,12 6 6 15,1-5-9-15,-3-4 6 0,3-2 1 0,-1-2 2 16,1-2-1-16,-3-1-10 0,0-3 0 0,-4 1-3 15,-2-1-11-15,-2 1-12 0,0 3-14 0,-5-3-4 16,0-2-101-16,-2-1-138 0,3 3-41 0</inkml:trace>
  <inkml:trace contextRef="#ctx0" brushRef="#br0" timeOffset="30641.57">10775 6693 408 0,'0'0'44'0,"0"0"-1"0,-2 0 40 0,0 0-1 0,0 0 0 16,0 0 5-16,1 0-4 0,-1 0-6 0,0 0 1 15,0 0-23-15,0 0 3 0,0 0 2 0,0 0 2 16,1 0 7-16,-1 0-6 0,0 0 2 0,0 0-3 16,0 0-1-16,0 0-3 0,0 0-9 0,1 0 4 15,1 0-20-15,0 0 8 0,0 2-3 0,0 0 4 0,0-1 5 16,0 3-10-16,1 7 2 0,3 11-7 0,2 4-20 16,-1 2 4-16,-1 0-1 0,0 2 2 0,-1 0-6 15,1-3-5-15,0 1-2 0,0-4 1 0,-3-3 2 0,1-3-7 16,2 5 3-16,-2-5-3 0,2 1 7 0,-3-1-10 15,1-6-2-15,-2-3-7 0,2 6-46 0,-2-6-149 16,2 4-24-16,0-4-67 0,0-5-334 0</inkml:trace>
  <inkml:trace contextRef="#ctx0" brushRef="#br0" timeOffset="43061.09">9871 4814 80 0,'-2'0'0'0,"-2"0"27"0,-5 0 246 16,-2 0-80-16,1 0 18 0,-1 0-121 0,4 0 1 0,-3 0-10 15,9 0-10-15,-3 0 4 0,2 0-31 0,-2-2-13 16,1 0 4-16,-1 0-8 0,2 0 2 0,0 1 12 15,0-1-6-15,0 0 7 0,1 0-10 0,1 0-4 16,0 0 3-16,0 0-3 0,0 1 9 0,0-1-5 16,0 0 3-16,1 0-4 0,1 0-1 0,0 0-11 15,2 2-2-15,0 0-2 0,7 0 0 0,5 2-6 0,5 2 1 16,-1 0-4-16,6-1 1 0,2 3-2 0,-2-4 4 16,6 0-4-16,3-2 5 0,6 0-6 0,5-4 1 15,8-2-3-15,4-1 5 0,7-1-4 0,0 1-2 16,0 0 1-16,-4 1 7 0,-4 2-12 0,-3 2 7 0,-4 2-9 15,-5 0 8-15,-4 2-5 0,0 2 2 0,-4 0-1 16,0 1 7-16,2 1-9 0,-2-1 5 0,4 1-4 16,0-2 4-16,0-1-2 0,5-1 0 0,-3-2 0 15,-6 0 5-15,2 0-1 0,-2-3-2 0,0-3 1 16,2 0 0-16,-4-1 0 0,-3 0 0 0,0-1 0 0,-5 1-3 16,1-1-2-16,-4 3 3 0,-1-3-3 0,-1 3 1 15,0 1 2-15,-1 2-2 0,1 2 4 0,-2 0 4 16,-1 0-6-16,1 0 8 0,-3 0-6 0,2 0 11 15,-5 0 1-15,5 0 4 0,-4 0-2 0,0 0 5 16,3 0-5-16,3-2-3 0,-5 0 0 0,1 1-13 0,-4-1 10 16,-5 2-5-16,3-2 6 0,2 0-6 0,-2 0-7 15,-4 2 3-15,1 0-4 0,-3 0 8 0,-1 0-6 16,0 0 0-16,-2 0-5 0,1-2-4 0,1 2-84 16,0 0-48-16,-1 0-33 0,1 0-346 0</inkml:trace>
  <inkml:trace contextRef="#ctx0" brushRef="#br0" timeOffset="44271.09">11666 4842 72 0,'0'0'35'0,"-2"0"9"15,0 0 54-15,0-2 13 0,1 0-12 0,-3 0-14 16,0 0-37-16,1 0 4 0,-1 0-6 0,0-1 1 0,2 3-4 15,0-10-6-15,1 5 2 0,-5-2-15 0,4 3-15 16,0 0 2-16,0 0-5 0,1 1 6 0,1 1 5 16,-2-2 1-16,2 2 3 0,-2-1 18 0,0-1 15 15,0 0-4-15,0 0 6 0,0 3-9 0,1-1-3 16,-1 0-1-16,0 0-1 0,0 0-9 0,0 0-18 16,0 0 2-16,0 1-8 0,1-1-9 0,-1 0 2 15,0 0-1-15,2 2 2 0,0 0 4 0,0 0 11 16,0 0 0-16,2 0 3 0,0 0-7 0,5 0 3 0,21 2-7 15,3-2 4-15,3 0-8 0,7-2-2 0,3 0-2 16,4-2 0-16,4-1-3 0,-1-1 3 0,1 3 1 16,-2 1 0-16,-11-2-1 0,3 2-2 0,-8 0 3 15,-6-1-3-15,3 1 6 0,-10 2-2 0,1 0 5 16,-2 0-1-16,-3 0 18 0,-2 0-1 0,-2 0 3 0,-2 0-1 16,-2 0 9-16,-1 0-11 0,-1 0 2 0,1 0-4 15,-5 0 11-15,1 0-12 0,-2 0 2 0,2 0-6 16,-3 0-7-16,1 0-5 0,2 0 1 0,0 0-2 15,-1 0 5-15,1 0-14 0,0 0 2 0,-2 0-9 16,0 0-19-16,-1 0-52 0,1 0-37 0,0 0-9 16,0 0-157-16</inkml:trace>
  <inkml:trace contextRef="#ctx0" brushRef="#br0" timeOffset="47473.69">13725 5659 513 0,'0'0'74'0,"-2"0"127"15,0-2-142-15,1 0 38 0,-1 0-7 0,0 0 19 16,-2 0-5-16,0 0-28 0,1 1-2 0,-1-1-9 16,2 0-18-16,0 0 7 0,-1 0-2 0,-1 0 3 15,0 0-5-15,0 1-1 0,1-1 1 0,1 0-1 0,0 0-5 16,0 0-7-16,0 0 0 0,0 0-2 0,1 1 5 16,-1-1-7-16,0 0-1 0,0 0-3 0,0 0-7 15,0 0 1-15,0 0-1 0,1 1 2 0,-1-1 3 0,0 0-10 16,0 0 4-16,2 0-8 0,-2 0 0 0,0 2-2 15,0-2-3-15,1 1 2 0,-1-1-1 0,0 0 8 16,0 0-5-16,0 0 5 0,0 0-5 0,0 0-5 16,1 2 2-16,-1 0-5 0,0 0-13 0,0 0 6 15,0 0-4-15,0 0 5 0,0 2-4 0,1 0-1 16,-1 2 4-16,2 0-3 0,-6 20 0 0,2-2 7 16,3 2-2-16,-1 0 3 0,-2 2 0 0,0 4-3 15,1 0 1-15,1 1-1 0,0 1 3 0,0-1-2 16,0 1-2-16,2 0 0 0,0-1 2 0,-2-3 0 0,2 0 2 15,0 0-2-15,2 0 0 0,-2-3 0 0,0 1 2 16,0-3 0-16,0-5-1 0,2 1-2 0,-2-6-2 16,0 2 0-16,2 0 6 0,-2-8-4 0,2 4 4 15,0-2-3-15,-2-3 4 0,0 1-4 0,0 1 0 0,0-3-1 16,1 3-3-16,-1-4 4 0,2 3 0 0,0-1 2 16,-2-3 2-16,0-1-7 0,0 0 3 0,2 2-5 15,-2-2 5-15,4 5 2 0,-4-5-2 0,0 0 3 16,0 0-3-16,2 1 0 0,-1 1 1 0,1 0-1 15,0-1 2-15,0 1 0 0,0-2-2 0,0 0 0 16,0 0-1-16,-1 0 0 0,1-1 1 0,0 1 0 16,0 0 0-16,0 0-2 0,-2 0 6 0,0 0-3 0,0 0 2 15,0-1-3-15,2 1 1 0,0 0 1 0,-2 0 0 16,0 0 5-16,0 0-7 0,0 0 6 0,0-2-7 0,0 0 1 16,0 0 0-16,0 0 1 0,0 0-1 0,1 1 0 15,-1-1 1-15,0 0-1 0,0 0 0 0,0 0 0 16,0 0 3-16,0 0 0 0,0 0-4 0,0 0 2 15,0 2-4-15,0-2 5 0,0 0 4 0,0 0-3 16,0 0-1-16,0 0-2 0,0 0 1 0,0 0 0 16,0 0 4-16,0 0-4 0,0 0-3 0,0 0 3 15,0 0 0-15,0 0 1 0,0 0-6 0,0 0 4 16,0 0 0-16,0 0 4 0,0 0-3 0,0 0-1 0,0 0-1 16,0 0-1-16,0 0 1 0,0 0 1 0,0 0 1 15,0 0 1-15,0 0-2 0,0 0 1 0,0 0-1 16,-1 0 1-16,-1 0 2 0,0 0-3 0,0 0 0 15,0 0 0-15,0 0-1 0,0 0 1 0,1 0 0 16,-1 0 1-16,0 2-1 0,0 0 0 0,0 0 1 0,0-2-1 16,0 0 4-16,1 0-3 0,-1 0 0 0,0 0-1 15,0 0-1-15,0 0 1 0,0 0 0 0,0 0 1 16,1 0-2-16,-1 0 0 0,0 0 1 0,0 0 0 16,0 0-2-16,0 2 1 0,0 0 1 0,1-2 2 15,-1 0 4-15,0 1-7 0,0-1 4 0,0 0-5 16,0 2 2-16,-1-2 4 0,-1 2-7 0,0 0 6 0,1 0-4 15,1-2 2-15,-6 2-1 0,3 0 0 0,-3-1 0 16,1 1 0-16,-1-2 5 0,1 0-3 0,3 2-2 16,2-2 0-16,-5 2 0 0,0-2 2 0,-6 2 7 0,5-2-8 15,-1 2-1-15,3-2 0 0,-3 2 0 0,3-2 1 16,1 0 2-16,-1 0 1 0,3 0 2 0,-3 1-5 16,0 1 1-16,5-2-2 0,-1 0 6 0,0 0-6 15,0 0-2-15,-2 2-2 0,1 0 4 0,-1 0-1 16,2 0 1-16,0 0-1 0,0-1 0 0,0 1-1 15,1 0 2-15,1 0-1 0,0 0 4 0,0 0 0 16,1 0-2-16,1-1 0 0,2 1-1 0,-2-2-1 16,16 11 1-16,5 1-1 0,-5-5 1 0,3 0 1 0,-3-1-1 15,3 0 1-15,1 1-2 0,-3-1-2 0,3-1 3 16,-6 1-1-16,5 1 0 0,-3-1 3 0,-3-1-5 16,0 1 5-16,-2-1 0 0,0 1-2 0,2 1 3 15,-2-1-3-15,-4-2-1 0,4 1 2 0,-3 1-3 0,-3-2 3 16,6 3-1-16,-6-3 2 0,-1-2 3 0,0 1-2 15,-1 1-3-15,-1-2 0 0,1 2-3 0,-1-3 3 16,0 1 4-16,0 0-5 0,-3-2 1 0,3 2-1 16,-4 0 8-16,2 2-5 0,2 1 2 0,-2-1-4 15,-2-2 5-15,3 3 3 0,-1-1-4 0,0 0 3 16,0 1-3-16,0 3 5 0,0-1-1 0,-2 2 1 16,0 1-7-16,-2-1-2 0,-2 2 3 0,-2 0-2 15,5 0 5-15,-18 0-3 0,-5 2 1 0,0-1-2 0,0 1-1 16,-6 1 2-16,2-1 2 0,0-1 0 0,4-3 11 15,4 0-8-15,3-1 2 0,-2-1-4 0,-1-1 2 0,1-1 4 16,1-3-3-16,7 4 2 0,5-1-9 0,-7-3 7 16,2 0-9-16,0 7 7 0,0-1-6 0,5-5-3 15,1 1 6-15,-1 0-6 0,2-2 4 0,2-2-5 16,2 1 1-16,-3 5-3 0,-1 0 2 0,0 1 3 16,2-1 0-16,1 1 0 0,-1 0-1 0,2-1 1 15,0 0-1-15,0-1 0 0,2 1-5 0,1-1 3 16,1-3 0-16,16 2 1 0,1 11-1 0,-4-6 3 15,5 0-5-15,-2-3 4 0,1-2-1 0,5-1-2 0,-4-1 4 16,0 0-1-16,0 0 4 0,-3 0-3 0,-2 0 1 16,-2 1-1-16,-2 1-1 0,0 0 3 0,0 1-1 15,-8-3 2-15,3 2-4 0,1 1 1 0,-5-3 0 16,1 11 3-16,-1-2-3 0,-2 2 1 0,7-1-1 0,-2-1 1 16,1 5-3-16,-4-6 4 0,-3 3-4 0,1 0 3 15,-2-4 0-15,0 2 0 0,-2 0 1 0,1-1-2 16,-3 1-4-16,-2 0 0 0,1-2 4 0,1-1-2 15,-2 1 2-15,3-2 0 0,-3 3-3 0,1-1 4 16,1-2 4-16,-2 4-5 0,1 2 0 0,1 2-2 16,0 0-2-16,1 4 4 0,1 1 0 0,2 4 0 0,2 4-6 15,3 4 7-15,3 1-2 0,-1 2 2 0,2 6-6 16,1 0 7-16,-1 2-2 0,0 1 2 0,-1-5-2 16,-3 2 0-16,1-2 1 0,-3-2-1 0,3 2-3 0,-2-2 7 15,1-3-7-15,-1-3 7 0,0-3-7 0,-1 0 0 16,-1-4 5-16,0-2-3 0,0-1 1 0,0-4 8 15,0-1-8-15,0 1 7 0,-1-2-10 0,1 0 6 16,0-2 0-16,-2-4 2 0,0 2 1 0,0-2-6 16,0-1 2-16,0-1-4 0,0-1 5 0,0-1 0 15,0 1-1-15,0 0 0 0,0-3-2 0,0-1-1 16,0 2 1-16,0-2 0 0,0 0-1 0,0-1-1 16,2 3-4-16,0 0 0 0,-2 0-33 0,0-1-63 15,0-1-53-15,0 0-4 0,0 0-183 0,2 0-96 16</inkml:trace>
  <inkml:trace contextRef="#ctx0" brushRef="#br0" timeOffset="47897.94">13285 8707 820 0,'0'0'147'16,"-2"0"-139"-16,0 0 178 0,1 0-76 0,-1 0 20 0,0 0-15 15,0 0-8-15,0 0-3 0,0 0-44 0,0 0-39 16,1 0 4-16,-1 0-15 0,2 0 1 0,0 0 11 15,0 0-3-15,2 0 6 0,-1 0-4 0,1 0-6 16,22 4 4-16,8 0-4 0,1-1 5 0,6-1 6 16,0-2-13-16,0 0 12 0,0 0-6 0,6 0 8 15,-6-2 2-15,-6-1-1 0,6-5-11 0,-5 3-4 0,1-1-2 16,-2 2 0-16,-3 1-1 0,-6 1-10 0,-1 0 5 16,-3 0-5-16,-1 0 9 0,-5 2-5 0,-1 0 1 15,-1 0-2-15,-1 0-2 0,-4 0-1 0,-1 0-3 16,-1 0 1-16,1 0 0 0,-2 0-3 0,-1 0-5 0,3 0 0 15,-4 0-15-15,0 0-52 0,1 0-5 0,1 0-21 16,0 0-57-16,-2 0-58 0,-1 0-33 0,1 2-18 16,0 0-197-16</inkml:trace>
  <inkml:trace contextRef="#ctx0" brushRef="#br0" timeOffset="48079.34">13712 8975 841 0,'0'0'147'16,"-2"0"20"-16,0 0-20 0,1 0-47 0,-1 0-16 0,0 0 0 15,0 0 12-15,2 0-10 0,0 0 8 0,0 0-32 16,0 0-18-16,0 0 0 0,2 0-6 0,0 0-2 0,1 0-7 16,3 0-2-16,11 0-3 0,-6 0-21 0,0 0 2 15,2 0-7-15,-4 0 4 0,2 0 1 0,-1 0-3 16,-1 0 0-16,2 0-2 0,0 0-2 0,-1 0-9 16,1 0 0-16,0 0-8 0,-2 0-48 0,2 0-99 15,2 0-19-15,0 0-35 0,2 0-171 0</inkml:trace>
  <inkml:trace contextRef="#ctx0" brushRef="#br0" timeOffset="48856.65">14254 7387 1143 0,'0'0'21'0,"-2"0"-3"0,1 0 39 16,-1 0 9-16,0 0 1 0,0 0 10 0,0 0-43 15,0 0-4-15,2 0-13 0,0 0-13 0,0 2 8 16,0 0-3-16,0 3 6 0,10 21 6 0,1 4 9 16,0 2 2-16,-2 1 0 0,0 2-7 0,-3-1 3 15,-2 1-4-15,-2 0 3 0,-1-3-8 0,1-4-4 0,-2 0 2 16,0-6-1-16,0-3 6 0,0-3-11 0,-2-5 2 15,2-3-6-15,-1-1 2 0,1-5 3 0,-2 2-4 16,2 0 2-16,-2-3-20 0,2 1 2 0,-2 0-5 16,0-2 3-16,0-2-9 0,2 0 13 0,-9-33 2 0,3 0 4 15,3 0 11-15,1-3-5 0,0 1 0 16,-4-2-2-16,3 0-5 0,-3 0 2 0,1 4 1 0,-1 0 2 16,0-1 4-16,3 7-6 0,-1-3 5 0,4 6-5 15,0 0 5-15,2 6 11 0,0 5-8 0,1 2 8 16,1 2-3-16,0 3 2 0,0-1 6 0,-3 5-3 15,1 1 6-15,11 1 6 0,10-13-7 0,-7 8 6 16,3 1-22-16,-1 4 6 0,1 4-6 0,0 4 5 16,-3 1-4-16,-3 0-1 0,-2-5 3 0,-3 19-3 0,-4 1 1 15,-1 0 1-15,1 1 0 0,-2 1 1 0,13-2 4 16,-6 2-5-16,-3 2 0 0,-6 2 0 0,-2 0-4 16,-4 0 0-16,-5-2-1 0,-6 1 0 0,1-1 2 0,14-3-7 15,-17-5 6-15,4-1-6 0,0-6 7 0,-1-3-2 16,3-1 0-16,0-1 1 0,7-3 1 0,2-1 3 15,-1 0-6-15,1 2 5 0,0-2-4 0,3-2-3 16,-3 3-2-16,0 1 0 0,2 0 4 0,0-2-4 16,1 1 7-16,1 1-5 0,0 0 12 0,1-1-5 15,1 1-4-15,2 0 0 0,3-2 2 0,14 3 0 16,-3 3 4-16,5 1-4 0,-3 0-3 0,-1-1-3 16,-3-3 3-16,-1-1-3 0,-2 0 2 0,0-2-9 0,2 1-3 15,-4 1-3-15,4 7-11 0,-2-3-29 0,2-1-10 16,0 0-13-16,0-1-76 0,1 0-57 0,1-3-8 15,0-1-21-15,0-2-81 0</inkml:trace>
  <inkml:trace contextRef="#ctx0" brushRef="#br0" timeOffset="49199.87">14810 7584 528 0,'0'0'115'15,"0"0"10"-15,-2 0 17 0,0-2-30 0,0 0-6 16,0 0 14-16,0 1-11 0,0-1 5 0,1 0-10 15,-1 0-12-15,0 0-26 0,0 0-10 0,0 0-3 0,0 1-16 16,0 1-5-16,1 0 3 0,-1 0-5 0,0 0-6 16,2 0-7-16,0 0 6 0,0 1-5 0,0 1 6 15,0 2 9-15,0 7-9 0,-2 11 10 0,2-1-9 0,0 3 2 16,-2-4 1-16,0 5 0 0,0-3-3 0,1 2-2 16,-1-2 1-16,0-5 0 0,0 7 5 0,0-5-10 15,2-3-1-15,0-1-4 0,0-2-8 0,0 2-3 16,0-4 2-16,2 4-2 0,0-4 9 0,2 0-8 15,1 1-1-15,-3-7-3 0,2 1 0 0,-2-4 2 16,16-1 8-16,-1 11-4 0,3-1 2 0,4-2-3 16,0-4-5-16,-3-3 3 0,-3 0 0 0,1-2 1 15,-4 0-2-15,5 0 0 0,-5 0-10 0,0-2-9 0,0 0-4 16,-6 1-2-16,4-3-20 0,-4 2-22 0,-3 0-11 16,-2 0-5-16,1 1-50 0,1-3-20 0,-4 4-11 15,5-6-7-15,-7 4-60 0,6-5-163 0</inkml:trace>
  <inkml:trace contextRef="#ctx0" brushRef="#br0" timeOffset="49438.86">14891 7744 1012 0,'-2'0'204'0,"0"0"-245"0,1 0 252 0,-1 0-123 0,0 0 56 15,0 0-6-15,0 0-7 0,0 0-6 0,0 0-65 16,1 0-26-16,-1 0 8 0,2 0-10 0,0 0 30 15,2 0-8-15,-1 0-2 0,3 0-2 0,5 0-9 0,12 0-19 16,-1 0-3-16,-1 0-7 0,-4-2-12 0,0 0 0 16,1 0 2-16,-3 2-2 0,2-2-12 0,-6 2-9 15,-1 0-9-15,-3 0-5 0,-1 0-73 0,-2 0-70 16,0 0-11-16,2 0-20 0,-1 0-57 0,1-2-199 16</inkml:trace>
  <inkml:trace contextRef="#ctx0" brushRef="#br0" timeOffset="49592.5">14819 7610 1280 0,'0'0'43'0,"0"0"56"0,0 0-19 0,0 0 37 0,0 0 1 15,0 0 11-15,2 0-3 0,0 0-24 0,-1 0-3 16,23-6-7-16,4 1-15 0,4-1-15 0,3-1-7 0,-3 1-4 16,-3-1-29-16,1-1-13 0,-11 3 1 0,1-1-6 15,-1 1-8-15,-3-1-4 0,5 1-4 0,-4-1-3 16,-1 0-44-16,-1 3-182 0,0-1-37 0</inkml:trace>
  <inkml:trace contextRef="#ctx0" brushRef="#br0" timeOffset="52085.9">15563 8585 693 0,'-2'0'104'15,"1"2"222"-15,-1 0-270 0,0-2 39 0,0 0-5 0,0 0 13 16,0 1-25-16,0 1-36 0,1 0 3 0,-1 0-11 16,2 0 18-16,0 0 12 0,0-2 2 0,2 0 3 15,1 0 11-15,5 0-11 0,16 0 2 0,4 0-6 16,0 0-6-16,3-2-16 0,3 0-1 0,-1-2-5 15,0-1-5-15,-1 1-14 0,0-2 1 0,-3 3-8 16,3-1-10-16,-2 2 1 0,-4 0-1 0,-2-1 1 16,-6 1-1-16,3 0-3 0,-5 0-1 0,-3 2-1 0,0 0-4 15,-3 0 1-15,1 0 3 0,-4 0-1 0,-1 0-7 16,-1 0-18-16,-1 0-15 0,2 0-3 0,-3 0-63 16,3 0-23-16,-2 0-14 0,1 0-9 0,1 0-93 0</inkml:trace>
  <inkml:trace contextRef="#ctx0" brushRef="#br0" timeOffset="52336.7">15927 8791 1521 0,'-2'0'43'0,"1"2"40"0,-1 0 46 0,0-1-8 0,0-1-5 16,0 0-8-16,0 0-66 0,0 0-35 0,1 2-5 15,-1-2-8-15,0 0-10 0,2 0-12 0,0 2 3 0,0-2-6 16,0 2 3-16,2 0 12 0,0 0-3 0,-1 0 6 16,1-2 2-16,0 0 12 0,2 1-2 0,-2 1 3 15,1 0-7-15,1 0 6 0,0 0 0 0,5 0 3 16,-3-2-1-16,9 3-5 0,-6-1-4 0,0-2 0 16,6 0-2-16,0 0-52 0,2-2-10 0,-1-3-23 15,1-3-105-15,3-1-348 0</inkml:trace>
  <inkml:trace contextRef="#ctx0" brushRef="#br0" timeOffset="52607.6">16003 9006 918 0,'-1'0'161'0,"-1"0"21"0,-2 0-22 0,-5 2-48 16,-1 0-21-16,9-2 2 0,-1 0-24 0,-2 2 1 16,0 0-10-16,2 0-20 0,1-1-22 0,1 1 0 15,0 0-4-15,1 0 10 0,3 0-6 0,11 0-1 16,9-2-4-16,2 0-16 0,-2-4-58 0,0-2-33 0,0-3-22 15,2-2-239-15</inkml:trace>
  <inkml:trace contextRef="#ctx0" brushRef="#br0" timeOffset="65536.09">17361 2588 152 0,'-2'0'0'0,"0"0"9"16,0 0 90-16,0 0-5 0,0-2 15 0,1 0-29 16,-1 0 1-16,0 0-32 0,0 0 2 0,0 0-9 0,0 1-16 15,0-1 14-15,1 0-7 0,-1 0 9 0,0 0-1 16,0 0 4-16,0 0 1 0,0 1 1 0,0-1 2 16,1 0-11-16,-1 0 6 0,0 0-7 0,0 0 7 0,0 0-3 15,0 1-4-15,0-1 2 0,2 0 2 0,0 0-11 16,-1 0-3-16,-1 0-2 0,0 0-3 0,0 1-9 15,0-1 4-15,2 0-10 0,0 0-12 0,0 0 10 16,0 0-6-16,0 0 8 0,2 2-7 0,0 0 8 16,7-1 2-16,15-1-1 0,8-2-8 0,1 2 8 15,10-3-6-15</inkml:trace>
  <inkml:trace contextRef="#ctx1" brushRef="#br0">25906 12184 0,'0'0'0,"0"0"0,0 0 0,0 0 0,0 0 0,-46 0 16,37 0-16</inkml:trace>
  <inkml:trace contextRef="#ctx0" brushRef="#br0" timeOffset="69211.96">18991 2753 600 0,'0'0'92'0,"-2"-2"20"16,0 0-30-16,0 0-33 0,0-1-7 0,1-3 45 0,-3-5 6 16,2 2-7-16,-2-3 4 0,2 5-31 0,1-2-10 15,-1 1-1-15,0 1-3 0,2-1-9 0,0 3 6 16,0-3-1-16,0 3 4 0,0 1 7 0,0-1-1 15,0 1 0-15,0 0-1 0,0 0-4 0,2 1-16 16,-2-1 2-16,2 2-6 0,-1 0 0 0,1 0-6 16,0 1 0-16,0-1-2 0,0 2 0 0,0 0-2 15,0 0-2-15,-1 2-1 0,1-1-14 0,-2 3 7 0,10 20-5 16,-3 0 6-16,0 4-5 0,1 6-1 16,-1-3 2-16,3 8-2 0,1 0-4 0,0-2 4 0,2 6-1 15,-2 2 3-15,0-3-1 0,0 5 3 0,0-1-5 16,-1-3 3-16,-1 1-9 0,-2 1 11 0,1 1-3 0,-3 1 5 15,-1-1-10-15,0 4 2 0,-2 1 1 0,1-3 0 16,-1 2 6-16,0-6-5 0,0 1 3 0,0-2-3 16,0-4 5-16,0 0-5 0,-1-6 2 0,1-3-3 15,0 1 3-15,0-1-4 0,0 0 1 0,2 0-2 16,-1-4 4-16,1 0-1 0,0-2-1 0,-1-2 0 0,1 0-2 16,0-3 2-16,0 1 4 0,-1-3-1 15,1 0 3-15,0-4-8 0,-1 0 2 0,-1-4-2 0,0-2 9 16,0 1-3-16,0-1 5 0,-2-3-3 0,0 0 4 15,0-1 12-15,0 1-2 0,0-2 7 0,0 2 3 16,0-3-9-16,0 1 0 0,0 0-3 0,-2 2 0 0,0 0-6 16,-2-1-3-16,-3 1-1 0,-8 3-5 0,0-1-2 15,-3 0-1-15,-3-3 0 0,-1 1 3 0,2-2-3 16,-6 0 4-16,1-2-4 0,1 0-3 0,0 2-1 16,4-1 2-16,-8 3-1 0,4 0-1 0,-4 1 1 15,2 1-2-15,5 0 3 0,1 1-1 0,1 0 3 16,3-1-2-16,3 0 1 0,2-1-6 0,3-1 3 15,1 0 2-15,3-3 0 0,2-1-3 0,0 0 2 16,-5 10 0-16,3-5 1 0,2 1-2 0,0 1 1 0,2 1-4 16,0 3 3-16,2-2-14 0,0-5 7 0,4 3 0 15,9 4 3-15,11 2 3 0,5-1 6 16,1-5-3-16,1-1 4 0,-3-3 1 0,3-1-2 0,1-2 2 0,-5 0-2 16,5 0 0-16,-6 0 0 0,1 2-3 0,-3-2 1 15,0 2-5-15,-1 2 4 0,-3-1 5 0,0 3-2 16,-3-1 5-16,-3 3-4 0,-1-3-1 0,2 3-1 15,-2 1 0-15,-2-1 1 0,2 3-1 0,-2-6 1 16,-4 8-1-16,0 2 2 0,-1 0 4 0,-3-2-2 16,1 2 8-16,-3-2 7 0,-1 0-3 0,8-2 5 15,-5-2-4-15,-1 1 5 0,0-1 0 0,-3 0 0 0,-1 4-3 16,-3 0-9-16,-5 2 2 0,-1 0-4 0,-2 0 0 16,-15-2-2-16,-4 3 0 0,-1 3 0 0,-5-2-2 15,3 1 3-15,-4 1-7 0,2-3 5 0,-1 3-4 16,-1-2 1-16,2-1 3 0,0 1-4 0,1 0 3 0,3 3-5 15,1-3 1-15,0 0-2 0,10-1 6 0,-3 1-8 16,10 0 6-16,0 1-6 0,0-1 6 0,8-2-1 16,-4-4-3-16,7 0 1 0,0-1-1 0,-6-1-3 15,1 2 2-15,5-5-3 0,-2 3 0 0,4-4-3 16,0 3 4-16,0 1-4 0,2-3 5 0,0-1 3 16,0-1-3-16,17 0 3 0,7-1-2 0,3 1 0 15,-3 13-2-15,2-4 3 0,4-2-3 0,-1-4 8 0,3-1-2 16,3 0 5-16,-4-3-6 0,3 1 2 15,-3-2-2-15,-3 0 1 0,-2 1-2 0,-2-1-3 0,-4 2 4 16,-2 0-2-16,-3-2 13 0,-4 1-9 0,-2 1 3 16,-2 0-5-16,-3-1 3 0,-4-3 6 0,-2 2-1 15,5 6 4-15,1 3 0 0,-1 6-1 0,-5-3-1 0,-1 7 1 16,-7-1-5-16,-1-1-4 0,7 5 0 0,-22-2-2 16,-2-3 4-16,0-3-6 0,0-1 3 0,2-4-4 15,2 2 3-15,3-1 4 0,2-5-3 0,4-3 5 16,6-1-11-16,1-1 2 0,3 0-2 0,1-2 3 15,2 2-5-15,-4 2-2 0,0-1-1 0,2 1 0 16,1 0-4-16,-1 0 3 0,0-3 5 0,2 3-1 16,0 0 12-16,0 0-4 0,2-1 0 0,0 3-1 0,5 9 1 15,2 3 3-15,1 3-6 0,-1 5 4 0,0 2-2 16,-3 3-2-16,-1 4 6 0,-1 3-5 0,0 2 1 0,-1 3 2 16,1 4-2-16,0 3 1 0,-2 2-1 0,0-2 4 15,1 2-4-15,-1-4 3 0,0 0-6 0,2 2 5 16,-2-5 3-16,1 1 1 0,-1-5 0 0,2 4-6 15,0-4 2-15,-3 0-2 0,3 1 1 0,0 3 5 16,0-3-2-16,-1-1 2 0,3 2-3 0,-1 2-4 16,1-5 2-16,0 3-1 0,-1-6 6 0,1 2-4 15,-1 0 0-15,-1 0-2 0,2 6 4 0,-3-2-2 16,1-1 1-16,-2-1-1 0,0-2 3 0,-2 0-5 16,0-4 3-16,0-1-3 0,0 1 0 0,0-2 8 0,0-1-2 15,1 0 4-15,-1-1-6 0,2-3 7 0,-2 2-4 16,0-4 4-16,2 0-11 0,0 2 8 0,-2-2-2 15,0-2 4-15,0 2-7 0,2-4 1 0,-2-3-4 16,0 1 3-16,0-1 2 0,0 5 2 0,0 0 1 0,0-4-2 16,0 1-3-16,0-6-3 0,0-2 3 0,0-1-2 15,0 3 3-15,0-2-5 0,0-2-1 0,0-7-4 16,0 0-16-16,0 0-15 0,0-3-13 0,0 3-2 16,0-2-68-16,0 2-53 0,0-1-58 0,0-1-16 15,0 2-361-15</inkml:trace>
  <inkml:trace contextRef="#ctx0" brushRef="#br0" timeOffset="69539.87">18779 8319 1195 0,'0'0'30'0,"0"0"43"0,0 0-15 0,0 0 30 0,0 0-2 16,0 2 9-16,2 0-16 0,0 0-20 0,2 0 0 16,1 0-6-16,16 1 2 0,5 1-1 0,-2-2 2 15,2 0-2-15,5-2 5 0,5 0-16 0,4-4 3 0,-1-2-10 16,0 1-12-16,-1-3-14 0,-5 3 3 0,-3-1-6 15,-1 1-4-15,-4-1 1 0,-1 1-7 0,-4 1 4 16,0 0-8-16,-3 0-33 0,2 1-10 0,-6 1-12 16,-2 2-58-16,-4 0-66 0,-3 0 1 0,-2 0-29 15,2 0-61-15</inkml:trace>
  <inkml:trace contextRef="#ctx0" brushRef="#br0" timeOffset="69711.17">19035 8646 1387 0,'0'2'133'0,"0"0"-150"0,0 0 163 0,0-1-77 0,0 3 30 0,2-2 21 16,0 2-1-16,2-1 5 0,0-1-33 0,20 11-26 15,0-5-12-15,0-3-2 0,2-3-30 0,0-2-14 16,0-2 3-16,0-1-5 0,0-5-2 0,-4 1-43 16,0-4-23-16,3-2-15 0,-3-2-149 0,0 9-490 15</inkml:trace>
  <inkml:trace contextRef="#ctx0" brushRef="#br0" timeOffset="70850.56">20064 5191 1013 0,'0'-2'28'0,"0"0"-6"0,-2-2 27 16,-2-5 14-16,-1-10-6 0,-1 1 47 0,1 1-24 16,-1 2 5-16,2 4-14 0,3 4-17 0,-1 1-10 15,2 4 2-15,-2-1-4 0,0-1 4 0,0 2-16 16,2 0 6-16,0 0-8 0,0 2 10 0,0 0-7 16,0 2 1-16,0 2-3 0,0 13 1 0,2 7-14 0,0 5 1 15,2-1-5-15,-3 0-6 0,1 6 4 0,0-7-9 16,0 1 8-16,0 0-7 0,0-9-1 0,0 3 4 15,-2-9-4-15,0-2-1 0,0-3-4 0,0-3 4 16,0-3-3-16,0 2 11 0,0-2-5 0,0 1 2 16,0-1-1-16,0 0 2 0,0 0-4 0,-2-2 4 0,0 0-1 15,0-2 11-15,0-2-3 0,-7-14-4 0,-4-16 2 16,4 3 4-16,1-8-10 0,3 2 6 0,1-4-8 16,0 2 8-16,4 3-11 0,0 1 5 0,4 5-5 15,1 3 11-15,3 2-1 0,3 1-2 0,0 4 1 16,-5-2 6-16,20 3 0 0,2 0 9 0,3 5-6 15,3 4 4-15,1 3-2 0,6 3-5 0,0 2 3 0,-4-20-10 16,0 11-2-16,-6 7 0 0,-1 4-1 0,0 2 0 16,-6 2-1-16,-11-1 2 0,-2 1-2 0,-3 0 0 15,-7-4-3-15,11 15 1 0,-3 5-1 0,-5 1 6 0,-4 1 2 16,-4 0-6-16,-7 4 5 0,-4 0-5 0,4 0 8 16,-25 0-3-16,1 0 4 0,-4-2 0 0,2 0-8 15,4-3 10-15,3-3-10 0,0-1 7 0,6 0 4 16,0-4-4-16,3 2 5 0,5 1 0 0,3-4-4 15,2 1 1-15,5-2-3 0,2-2-8 0,2 2 1 16,-3-3-1-16,-1-1 2 0,3 0 3 0,-1 1-6 16,0 1 1-16,2 0-2 0,2 1 3 0,0 1 4 15,2-4-3-15,2 3 3 0,0-3 2 0,1 0-4 16,16 6 5-16,-1-3-5 0,0-1-2 0,5-3-3 0,1-3-1 16,-2 5 0-16,4-3-2 0,-2 1-5 0,-2-1 0 15,4-1-3-15,-4 0-8 0,4 3-23 0,-4 1-7 16,-2-5-5-16,4 3-22 0,-2-2-11 0,4-1-2 15,2 3-6-15,-4 1-29 0,1-1 12 0,-2-2-2 0,-3-3 6 16,0 14 6-16,-1-5-14 0,1-3 4 0,0-3-3 16,0-2 25-16,1-2 46 0,1-4-4 0,-2-4 19 15,0-3 18-15,1 0 16 0,-1-4-1 0,-2 2 7 16,5 11 2-16,-3-18 22 0,0 1-3 0,-1-1 8 16,-3 0 0-16,-5 3 7 0,0 2 2 0,-4 0 1 15,-3 6 12-15,-2-6 6 0,-2 0 7 0,3 8-4 0,3-4 13 16,-3 0-9-16,-1-1-4 0,-4 3 0 0,0 2-5 15,-2 1-8-15,-2 1 6 0,-7 3-8 0,-9 0 1 16,-3-13-10-16,3 6 3 0,0 3-5 0,-1 4 3 16,1 2-13-16,-3 4 0 0,5 2-4 0,-3 1 1 0,3 0-11 15,1 3 4-15,2 1-7 0,0 0-6 0,2 13-3 16,0 0-4-16,2 0 3 0,0 1-1 0,2 2 0 16,1 1-3-16,1 2 2 0,5 0-6 0,0-3 2 15,-14-1 2-15,4 0-1 0,7-3-2 0,3-1-4 16,2-2 4-16,0-3-3 0,2-2 7 0,3 0-4 15,1-4-5-15,1-2 3 0,8 1-3 0,9-5 0 16,6-1 4-16,0 14-1 0,1-5 4 0,7-5-1 16,-1-6-1-16,7-2 0 0,1-2 2 0,1-4 2 0,3-1 1 15,-9 1 0-15,1 1-3 0,-4-1 1 0,-5 1-3 16,-4-1 3-16,-8 4-2 0,-3 0-2 0,-6 2 1 16,-2 0-1-16,-5 0 5 0,2 0-8 0,-3 0 1 15,1 0-7-15,0 0-30 0,-1 0-171 0,-1 0-28 0,0 0-81 16,2 0-415-16</inkml:trace>
  <inkml:trace contextRef="#ctx0" brushRef="#br0" timeOffset="71982.28">20045 5206 72 0,'0'0'0'0,"0"0"16"16,0-2 163-16,0 0-20 0,0 0 19 0,0 0-66 16,0-2-8-16,0 1-30 0,0-1-8 0,0-7 5 15,0 3-7-15,-1-1-13 0,-1 2 6 0,2 1-9 16,-2 1 14-16,0-1-9 0,2 2 6 0,-2-1-6 0,0 1 3 16,0 0-9-16,1 1 3 0,1 1-4 0,-2-2 18 15,0 0-11-15,0 1-1 0,0 1-5 0,0 0-18 0,0 0-9 16,1 0 1-16,-1 0-3 0,0 2 9 0,0 0 4 15,0 2-1-15,0 0 2 0,2 5-7 0,-2 25 2 16,2 0-3-16,0 7 1 0,0 3-8 0,2-1 2 16,2 6-4-16,0-7 3 0,-1 5-5 0,3 3 1 15,-2-7 2-15,1 2-2 0,-1-8 5 0,0-3 0 16,1-1-1-16,1-3-1 0,1-2-10 0,1-4 3 16,-1 1-7-16,2-5 6 0,1 1-10 0,-1-4 2 15,0-1 5-15,-1-2-4 0,-6-1-4 0,9-4 4 16,-2 1-8-16,0-5 7 0,-3 3-6 0,1-2-31 0,-3-3-7 15,0 1-17-15,-2-2-94 0,1 4-449 0</inkml:trace>
  <inkml:trace contextRef="#ctx0" brushRef="#br0" timeOffset="73450.88">19992 2471 809 0,'0'0'20'0,"-2"0"37"0,0 0-45 0,0 0 19 16,0-2-7-16,0 0 12 0,0 0 9 0,1 0-1 15,-1 2 7-15,0 0-6 0,0-2-2 0,0 2-25 16,0 0 1-16,0 0-8 0,1 0 3 0,-1 0 7 16,0 0 2-16,2 0 2 0,0 0 11 0,0 0-1 15,2 0-1-15,1 0-1 0,10 0-6 0,17 0 4 16,5-2 2-16,8 1 1 0,5-3 9 0,14-2-15 16,6-1 0-16,9-2-6 0,2-3-10 0,1-1 0 0,-2 4-4 15,-7-2 2-15,1 0-3 0,-5 3-8 0,4 1 5 16,7 3-5-16,1 2 2 0,9 2-2 0,-1 0 0 15,-2 2-2-15,-3 0 3 0,-2 2 0 0,-8 1 0 0,3 1 0 16,-3 0 2-16,4-3-5 0,6 3 3 0,3-1-2 16,1-3 2-16,-5 0 0 0,-3-2-4 0,-7-2 2 15,-1 0-13-15,3-3 12 0,-3-1 2 0,6-1 2 16,2 1 0-16,-3 1-1 0,-1-1-2 0,-11 2 2 16,-3-1 1-16,-7 1 1 0,-2 0-2 0,-5 1 0 15,-5-1-3-15,0 2 5 0,1 0-4 0,-3 2 5 16,0 0-3-16,-3 0 1 0,-7 0 1 0,3 0-2 0,-4 2 0 15,-2 0 0-15,0 0 3 0,-8 0-1 0,-1 0 3 16,-4-1 3-16,0 1 2 0,0 0 0 0,-6-2-3 0,5 2 4 16,-5-2-3-16,-3 0 4 0,3 0-3 15,-1 0 0-15,1 0-3 0,-1 0 3 0,-3 0-8 0,1 0 11 16,0 2-6-16,0-2 7 0,-1 0-6 0,1 0 6 16,-2 0 3-16,0 0 0 0,0 0 7 0,-1 0-14 15,-1 0 7-15,0 0-7 0,0 0 6 0,0 0-16 16,-1 0-1-16,-1 0-5 0,0 0 3 0,0 0-8 15,-2 0 7-15,1-2-6 0,-1 2 14 0,-7-2-3 16,-2-2-2-16,0 3 1 0,3-1 3 0,-1 0-2 16,2 0 4-16,-2 0-4 0,-4 0 2 0,0 0 8 0,0 1-8 15,-3 1 8-15,-1 0-10 0,-1 0 0 0,-3 0 1 16,1 1-1-16,0 1 4 0,0 2 7 0,-1 0-4 16,1 1 5-16,2 1-12 0,3-1 9 0,0 1-3 15,2 0 5-15,0-1 2 0,4-1-7 0,4-2 9 0,1 0-9 16,4-2 13-16,1 0-9 0,-3 1 0 0,0 1-2 15,0 0-7-15,3 0-1 0,-1 0 0 0,0 0 0 16,2 0 8-16,0-1 1 0,2 1 1 0,1-2 1 16,10 0 9-16,15-3-11 0,0-5 1 0,0-1-5 15,-4 1-1-15,-7 3 6 0,-2-1-5 0,-6 3 5 16,-2 1-6-16,-3 0 9 0,-2 2 2 0,2-2 2 16,-1 0 5-16,1 0 7 0,-2 0-5 0,0 1 4 0,0-1-16 15,-2 2-6-15,0 0-2 0,-2 0 0 0,0 0 2 16,-2 2-3-16,1-2 2 0,-9 3-2 0,3 1 1 0,4-2 3 15,3-2 3-15,-2 2 0 0,0 0 8 0,2-1 0 16,1 1 0-16,-1 0 1 0,0 0 8 0,2 0 6 16,0 0 3-16,0 0-1 0,2-1-2 0,0-1-16 15,-1 0-1-15,1 0-4 0,0 0 3 0,0 0-18 16,0 0 3-16,0 0-11 0,0 0-12 0,-1 0-149 16,1 0-70-16,0 0-80 0,-2 2-730 0</inkml:trace>
  <inkml:trace contextRef="#ctx0" brushRef="#br0" timeOffset="77607.8">23460 2016 256 0,'0'-2'55'0,"0"0"-5"15,0 0 59-15,0-2 28 0,0-5-1 0,0-2 5 0,0-2-22 16,-2 0-6-16,0 6-9 0,0-5-42 0,1 7-8 16,-1-1 1-16,0 3-1 0,2 1 9 0,0 0-8 15,0 0 6-15,-9-5-7 0,1 1 4 0,-1 0-2 16,3 5-7-16,-1-1 1 0,1 0-25 0,3 2 0 16,-1 0-6-16,0 0 4 0,0 0-14 0,3 0 3 15,-3 7 3-15,2 23 0 0,-2-2 5 0,-14 5-6 16,7 3 2-16,5-5-2 0,4 1 7 0,2 3-3 0,4 4 1 15,0-2-2-15,-1 2-3 0,5 2 3 0</inkml:trace>
  <inkml:trace contextRef="#ctx0" brushRef="#br0" timeOffset="78015.33">24147 1750 137 0,'0'0'60'0,"0"0"-7"0,0-2 41 15,0 2-8-15,0 0-7 0,0 0-42 0,0 0 0 16,0 2 9-16,-2 0-4 0,0 0 15 0,0 2 2 0,2-3-11 16,-3 11 8-16,-1 1-16 0,2-4 10 0,0 0 0 15,0-1 2-15,1-3-1 0,-1 1 4 0,2-3 2 16,0-1 0-16,-2 2 5 0,0 0-15 0,0-1-3 15,0 1-5-15,0 0-22 0,1 0-1 0,-1-3-2 16,0 1-1-16,0 0-10 0,0 0-5 0,0 0-4 0,0 0-3 16,1 0-42-16,-1-2-141 0,0 0-74 0</inkml:trace>
  <inkml:trace contextRef="#ctx0" brushRef="#br0" timeOffset="78798.56">23659 2263 350 0,'-2'0'39'0,"-2"0"-2"0,-14-8 50 15,-5-3-7-15,-5-6 8 0,2 12 5 0,0-25-19 16,6 4 5-16,1-4-10 0,6-3 0 0,2 0-31 16,0-8 9-16,7 4-15 0,1 3 13 0,1 4 8 15,0 3-4-15,0 1 5 0,-2 3-8 0,3 5 1 16,-1-1 5-16,-9 4-3 0,3 2 4 0,4 4 5 16,-1-2 0-16,1 3 3 0,2 3 1 0,0 1-12 15,2 2-3-15,0 0-2 0,-1-1-1 0,-1-1-4 16,0 0 2-16,0 1-4 0,0 1-13 0,0 0-18 0,0 0-2 15,1 0-3-15,-1 0 7 0,0 2-2 0,0 0 4 16,2 2-3-16,0 2-5 0,2 27 1 0,2 8 2 16,1 12-1-16,3 4 0 0,-3 8-5 0,3 2 0 15,1 2-1-15,0 4 5 0,0-6-2 0,1 3 7 0,-1-4-5 16,-2-5 2-16,1-1 9 0,-4-1-7 0,-3-1 9 16,-1-2 3-16,2-4 4 0,0-2 7 0,2-7-5 15,0-4-9-15,1-3-1 0,-1-5-8 0,-2-3 6 16,0-4-2-16,-1-3-9 0,-1-2 6 0,0-4-7 15,0 0 5-15,0-4-5 0,0-5-3 0,0-1-1 16,0 1-3-16,0 0-4 0,0 0-1 0,0-1-2 16,0 1-22-16,0-2-26 0,0 0-16 0,0 0-6 15,0-2-80-15,0-2-22 0,0 0-16 0,0-2-6 0,2-3-108 16</inkml:trace>
  <inkml:trace contextRef="#ctx0" brushRef="#br0" timeOffset="79172.48">24132 1856 767 0,'0'-2'164'0,"0"-2"-201"16,-2-12 199-16,0-10-101 0,-1 0 10 0,1 2 26 0,0 1-5 16,0 5 12-16,0-1-9 0,0 2-33 0,1 3 2 15,1 1-13-15,0 3-4 0,0 1 6 0,0 2-2 16,0 3 3-16,0 0-5 0,0 1-9 0,0-1-4 15,0 0-3-15,0 0-27 0,0 3 3 0,0-1 1 16,0 0 2-16,0 2 12 0,0 0 2 0,0 2-3 0,0 1 1 16,0 14-4-16,1 16-8 0,-1 5 5 0,0 4-6 15,0 5 5-15,0 1-6 0,0 4 2 0,0 7-3 16,0-3 2-16,0 5-3 0,2 1-3 0,0-5 0 16,2 5-5-16,0-7 7 0,-1-3 1 0,3-2 2 15,-2-1 2-15,1-3-4 0,1-3 0 0,1-2-2 16,1-4-4-16,-3 0 2 0,1-2 0 0,-3-3 1 0,-1-4-6 15,0-8 0-15,0 0 0 0,-2-3 1 0,2-2-8 16,-2 0-23-16,0-8-5 0,0 1-7 0,0-3-31 16,0-1-39-16,0 0-13 0,0-1-11 0,0 1-71 0,0 0-61 15,0 0-54-15</inkml:trace>
  <inkml:trace contextRef="#ctx0" brushRef="#br0" timeOffset="79482.42">24244 2385 1473 0,'-2'0'40'0,"0"0"-1"0,-4 0 27 0,-10 0 7 16,3 0-3-16,-2 0 51 0,5 0-44 0,7 0-1 15,1 0-22-15,-2 0-62 0,2 0 8 0,0 0-3 0,2 0 9 16,2 0 24-16,2 0-9 0,35-4 4 0,17-1-6 15,1-3 8-15,10 1 4 0,4-2 1 0,3-1 1 16,6 1-6-16,3-2 0 0,10-2-4 0,2 2 3 16,3 0-7-16,1 0-2 0,-10 0-2 0,0-1-1 15,-7 3-8-15,-3-2 1 0,1 0-2 0,2 2 1 16,-4-3-3-16,-6 3 3 0,-5-2 1 0,-11 4 0 0,-8 1-7 16,-5 0-1-16,-12 3-4 0,-6 1 2 0,-7 0-9 15,-10 2-6-15,1 0-23 0,-5 0 5 0,-1 0-78 16,-1 2-108-16,0 0 5 0,-2 1-54 0,-11 22-144 0</inkml:trace>
  <inkml:trace contextRef="#ctx0" brushRef="#br0" timeOffset="79861.03">24429 3345 877 0,'0'0'107'0,"-2"0"15"0,0-2-39 0,1 0-16 15,-3 1-25-15,-2-1 88 0,-9-11-20 0,1 0-3 0,1-2-13 16,-4 0-46-16,0 2 0 0,1 2-1 0,-7-2 1 16,1 0 3-16,-6 4-13 0,-2-1-2 0,4 7-4 15,-3-16-6-15,-1 8-3 0,0 3 6 0,-3 7-4 16,3 1 10-16,-1 5 5 0,1 3 0 0,0 3 1 15,0 4-6-15,3 1-6 0,1-12-4 0,-2 22 1 16,4 2-14-16,-1 2 0 0,3 1 1 0,5 4-1 16,-1-1-10-16,1 1 10 0,2-1-8 0,2 1 9 15,2 0-7-15,9-3 5 0,1 1-5 0,-18-5 5 0,8-6-2 16,5 0-1-16,4-3 2 0,4 0-3 0,8 5 2 16,1-4-1-16,-4 2 0 0,21-3-2 0,-2-4-6 0,5-4-2 15,1 0-1-15,0-2-1 0,3-1-6 0,-2-1-28 16,4-5-1-16,1 0-11 0,1 20-28 0,3-7-60 15,1-7-5-15,2-3-24 0,-3-3-79 0,-3 0-211 16</inkml:trace>
  <inkml:trace contextRef="#ctx0" brushRef="#br0" timeOffset="80214.03">24518 3954 467 0,'0'0'16'0,"0"0"-4"0,0 0 93 0,0-2-10 0,0 0 30 16,0 1-28-16,0-1-11 0,0-2-2 0,-2 0 0 16,1-1 3-16,-1-3-6 0,-4-3 0 0,2 2-1 15,-1-2-5-15,1 3 0 0,2 5-4 0,0-1 2 16,-1 0-14-16,-7-3 10 0,-3-1-4 0,-3 1 4 16,-1 1-27-16,-3 3-1 0,-5 3-5 0,1 5 5 15,6 3 1-15,-4 5 5 0,-1 1 2 0,3-10 0 16,-1 17-4-16,3-1-11 0,1 4 3 0,0-2-5 0,-1 3 3 15,5 1-5-15,2-4-5 0,5 2 0 0,2 0-4 16,3-2-7-16,-14 3 4 0,7-5-5 0,5 0 4 16,3-3-11-16,1 2 2 0,5-5-4 0,1-1-5 0,3-3 1 15,23-3-6-15,4-3 4 0,0 18-9 0,4-13-10 16,-2-7-10-16,-2-4-5 0,4-3-74 0,-4-3-48 16,-3-1-7-16,-1 0-14 0,-1 0-26 0,-4-1-131 15,-1-1-80-15</inkml:trace>
  <inkml:trace contextRef="#ctx0" brushRef="#br0" timeOffset="80593.17">24667 4192 465 0,'0'0'164'0,"-2"0"-215"0,0 0 201 15,0 0-107-15,0 0 17 0,1 0 10 0,-1 0-11 16,0 0 9-16,0 0-13 0,0 0-2 0,0 0 1 0,0 0-3 15,1 0-5-15,-1 0 7 0,0 0 3 0,0 0 3 16,0 0 10-16,0 0-13 0,2 0 3 0,0 0-7 16,0 0-4-16,0 0 11 0,0 0-11 0,0 0 8 15,0 0-19-15,0-2 9 0,0 0-2 0,0 0 2 16,2 0-3-16,0 0 5 0,0 1 2 0,2-1-1 16,10-7-11-16,7-3 5 0,-1 3-10 0,4 0 6 0,1 3-21 15,-1 1-4-15,-2 3 3 0,2 2-4 0,-2 2-5 16,-5 1-11-16,0 5 3 0,-8-3-4 0,-1 1 15 15,-3 20-2-15,14 2 4 0,-8 3-3 0,-6 5 6 0,-5-5 1 16,-3 8-4-16,-7-4 4 0,-3-1-4 0,-3 1 6 16,1-5 2-16,0 0 0 0,2-6 0 0,4-8 2 15,3-3-5-15,2-3 3 0,1-3-8 0,1-1-7 16,0 1 3-16,2-3-5 0,0-2-6 0,0 1 2 16,2 1 0-16,0-2 2 0,0-2-5 0,24 6-7 15,7-6-6-15,0-6 1 0,3-3-16 0,1-8-44 16,0-3-9-16,4 16-19 0,0-26-98 0,5 2-320 15</inkml:trace>
  <inkml:trace contextRef="#ctx0" brushRef="#br0" timeOffset="84348.02">25632 2211 51 0,'0'0'32'0,"0"0"-5"16,0-2 22-16,0 0 1 0,0 0-4 0,0-2-5 16,0-3 28-16,-2-2-6 0,2 5 8 0,0 0-18 0,0-1-3 15,0 1 2-15,0 2-5 0,-1-2-21 0,-1 1 15 16,0 1 0-16,0 0 7 0,0 0 9 0,0 0 3 16,1 2-11-16,-3 0 7 0,0 0-21 0,-7 4-7 15,2 0 7-15,-1 1-7 0,3 1 14 0,0-1-4 16,1 3 5-16,0-3-3 0,3-1 24 0,1 0-6 15,0-2 4-15,2 0-8 0,0-1-4 0,-4 3-11 16,1 0-1-16,-1 0-4 0,2-1-12 0,0-1-4 16,0 0 2-16,0 0-3 0,1 0 8 0,1 0-2 0,0-1-2 15,0 3 0-15,1 0 2 0,1-4-1 0,28 17 5 16,11-3-4-16,7-4 6 0,13-5 6 0,1-3-4 16,6-2 4-16,1-4-6 0,-2-3-4 0,3-2 2 15,-3-2-3-15,6-1 5 0,-3-1-19 0,10-1 5 16,4-3-9-16,-3 4 1 0,1 2 1 0,-11 0-3 0,-12 5 1 15,-7 0-5-15,-11 3-1 0,-4 1 3 0,-9 0-1 16,-6 2 7-16,-3 0-3 0,-5 2-3 0,-2 0 0 16,-5 0 2-16,-3-2 3 0,-1 0 3 0,1 0-1 15,-2 0 5-15,2 1-6 0,-1 1 3 0,1 0-5 16,0 0 5-16,-2 0-10 0,0-2 0 0,-1 0-2 0,1 2-9 16,0-2-26-16,0 0-12 0,0 0-10 0,0 0-88 15,0 0-83-15,-1 0-29 0,1 0-42 0,2 0-327 16</inkml:trace>
  <inkml:trace contextRef="#ctx0" brushRef="#br0" timeOffset="85692.6">26592 2342 758 0,'0'0'16'0,"0"0"-1"0,0 0 43 0,0-1 2 16,-2-1 11-16,1 0 22 0,-1 0-29 0,0 0 7 15,0 0-14-15,0-1-2 0,0-1-4 0,0 0-3 16,1 0 3-16,-1 1-4 0,0-1 0 0,-6-5 2 0,1-1-1 16,1 1 3-16,-1-2 7 0,0 0-7 0,-1-2 7 15,3 2 3-15,1 3-11 0,0-1 6 0,2 4-10 16,0-1-1-16,1 2-12 0,-1 1 4 0,2 1-7 15,0 0 1-15,-2-2-11 0,0 0 2 0,0 1-5 16,0-1-8-16,0 2 1 0,1 0-2 0,-1 0 3 0,0 1-4 16,0-1-10-16,0 0-1 0,0 0-2 0,2 0 2 15,0 0 8-15,0 2-2 0,0 0 4 0,0 0-9 16,0 2 4-16,0 0 1 0,0 2 2 0,-2 16-4 16,1 6-1-16,-1 4 1 0,2 1 0 0,-2 5 6 0,2 1-4 15,0 4 1-15,0-1-2 0,0 5-1 0,4 1 2 16,-1 1-4-16,1 3 4 0,2 0-2 0,-1 2 1 15,-3-4-1-15,0-1 3 0,5-3-3 0,-1 1 3 16,1 1-3-16,-3-5 3 0,-2 0-1 0,-2-6-3 16,0-3 4-16,0-1-4 0,0-5 0 0,0 0 6 15,0-1-5-15,0-1 6 0,0-4-4 0,0 1 0 16,2-3 2-16,0-1-2 0,-1-2-4 0,1-2 2 16,2 0-1-16,-2-4 1 0,2 0 1 0,-3-1 2 0,3-1 2 15,-2-3-1-15,-2 0 8 0,0-1-2 0,0-1 4 16,0 4-3-16,0-4 2 0,0 1-2 0,0 1-1 15,-2 2 0-15,0-1-4 0,0 3-1 0,-20-1 0 0,-2-1 1 16,-2-1 0-16,0 1-1 0,6 1-5 16,-3 1 1-16,1 1 3 0,0-4 0 0,1-1 4 0,3 0-5 15,-1 0-4-15,4 1 0 0,2-1 1 0,4-2 0 16,0 1 4-16,1-1-2 0,1 0-1 0,3 0 1 16,2-2-4-16,1 2-3 0,-3 2 4 0,0-1-4 15,0 1 4-15,3 0 1 0,-1-2-2 0,0-1 2 16,0 3 2-16,0 0-2 0,2-1 2 0,0 1-2 15,2 0 0-15,0 0 2 0,2-3-2 0,23 14 3 0,3-2 6 16,2-3-6-16,3-3 1 0,8-1-3 0,1-3 2 16,3 1 1-16,1 2 0 0,-5-3-1 0,-3 1-8 15,-2 2 3-15,-3-1 0 0,0 1 2 0,-3-1 0 0,-3 1 6 16,-3 1-6-16,-3-1 4 0,-1 1-7 0,-5-1 6 16,-1-1-3-16,-5-1 5 0,1 2-3 0,-5-3-1 15,0 1 6-15,-1 0-6 0,-4-4 2 0,0 7-1 16,7 4 0-16,-3-1 1 0,-1 3 8 0,-1 2-2 15,-2-2 2-15,-2 5-2 0,-2 3 5 0,-2-5-1 16,-3 3-2-16,-3-1 1 0,-3 1 0 0,4 0-6 16,-17-3 6-16,-2 3-5 0,-1-2 11 0,-5-1-10 15,-3 3 3-15,-6-2-5 0,1 1 1 0,-8 1-2 0,3-1-1 16,-3-1 2-16,2 0 1 0,11-1-5 0,-2-1 0 16,7 0-1-16,4-2-1 0,4 0 0 0,2-2 0 15,7-2 0-15,2-1 6 0,6-1-8 0,1-1 2 16,4-2-6-16,0-3 0 0,0 3-2 0,2-2 2 15,-3 4 0-15,1-3 4 0,0 3 0 0,0-1-1 0,2 3 1 16,0-3 2-16,0-1 0 0,2 2 1 0,0-3 0 16,20 3-1-16,2-2 0 0,0 1-2 0,6-1 2 15,-2 0 2-15,5 1-3 0,4 3 2 0,-3-5-3 16,1 5 5-16,-5-1-2 0,-8-1 0 0,2 7-1 16,-1 0 1-16,-5-2 3 0,-1 2-4 0,-6 0 2 15,-2-2-3-15,-3 4 0 0,-2 2 3 0,7-1-2 0,-4 1 4 16,-3 2 1-16,-4 3-6 0,-4-2 3 0,-5 5-4 15,-6-1 4-15,9-2 0 0,-25-2 2 0,-3-1-7 0,8 3 3 16,0-5-2-16,4-4 2 0,5 2-1 0,-1-6-2 16,5-3 0-16,7 3-2 0,3-5-12 0,-1 1 7 15,0 1-2-15,2-1 4 0,-1 7-2 0,3-3 8 16,1 4-3-16,5 0 3 0,3 2-7 0,4 1 4 16,11 1 2-16,6 3 0 0,-6 1 0 0,-1 5 8 15,-3 0-3-15,-7 7 4 0,2 4-6 0,-4 4 3 16,2 4-2-16,-2 5 2 0,-7 0-4 0,22 4 1 15,-15 2 3-15,-7 3-2 0,-6 1 2 0,-2-3 2 16,-1 1-7-16,-1-6 5 0,0 0 0 0,-1-4-2 0,-2-2 3 16,1-1-4-16,3 1 2 0,1-3 2 0,2 2 2 15,0-3-1-15,0 1-1 0,2 3-1 0,2-1-2 16,4 1 1-16,3-3-2 0,0 0-2 0,1-4 1 16,-3-6-1-16,2 2 2 0,-1-3 5 0,-3 0-3 0,1-3 4 15,0-3-5-15,-1 2-2 0,-3-4 0 0,0-1-1 16,0-3 8-16,0 2-4 0,-1-1 2 0,1-5-4 15,0 3-3-15,0-4 3 0,0-2 1 0,-2-2 2 16,0 2 5-16,0-2-6 0,0-2 0 0,0 1-2 16,0-3-6-16,0-1 8 0,0-1-3 0,0 1 4 15,0-1-6-15,0-1-12 0,0 0 1 0,0-2-8 16,0-1-33-16,0 1-84 0,0 0-21 0,0 0-25 0,2 2-117 16,0-1-193-16</inkml:trace>
  <inkml:trace contextRef="#ctx0" brushRef="#br0" timeOffset="86052.48">26258 7207 894 0,'-2'0'241'0,"0"0"-308"0,1 0 285 16,-3 0-150-16,0 0 0 0,0 0 14 0,1 0-1 15,-1 0 2-15,0 0-27 0,2 0-26 0,-1 2-1 0,-1 0-8 16,2 0-10-16,0 0 8 0,0-1-3 0,2 1 6 16,0 0 11-16,2 0 3 0,0-2 8 0,32 9-4 15,3-5 16-15,5-4-10 0,7-4 0 0,8-1-4 16,-1-5-2-16,0 1-15 0,-4 0 0 0,-4 0-7 15,-4-1-11-15,-1-1 0 0,-6 0-2 0,-5 0 1 16,-1 0-4-16,-3 1-18 0,-2 3-3 0,-4 1-8 0,-1 3-33 16,-8 3-33-16,-2 0-3 0,-4 0-8 0,-1 0-4 15,-2 0-13-15,-1 0 4 0,-1 2-12 0,0-1-46 16,-2 3-66-16,0-2-42 0</inkml:trace>
  <inkml:trace contextRef="#ctx0" brushRef="#br0" timeOffset="86192.93">26542 7393 821 0,'-2'2'108'0,"0"-1"-3"0,1 1 14 15,-3 0-5-15,0 0-29 0,0 0-12 0,3 2 8 16,-5 5-1-16,2-2 4 0,2 1 9 0,2-3-3 16,0 1 11-16,0-2-9 0,2-1 1 0,2-1-37 15,18 13-5-15,4-4-10 0,2-5-23 0,7-6-12 16,3-4-6-16,-1-3-10 0,2-6-94 0,-2-4-152 0,2 15-64 16</inkml:trace>
  <inkml:trace contextRef="#ctx0" brushRef="#br0" timeOffset="86953.44">27170 4195 1038 0,'0'-1'27'0,"0"-1"6"15,0 0 27-15,0-2 2 0,0 0 10 0,0 1 26 16,0-1-4-16,0 2 7 0,0 0-33 0,0 1-43 15,0-1 1-15,0 0-14 0,0 0-7 0,0 2 16 16,0 0-7-16,0 2 10 0,0 2-3 0,0 16 2 16,0 15 0-16,0 2-1 0,0 0-5 0,0 4-8 0,0 0 5 15,0 2-7-15,0 0 4 0,0-4-3 0,0-2-2 16,0-4 0-16,0 1-7 0,0-7 6 0,0 1-4 16,0-11 6-16,0-2-7 0,0-6 1 0,0 0 0 15,0-3 2-15,0-4-1 0,0 2 10 0,0-1-4 16,0-1 5-16,0 0-2 0,0 0-2 0,0-2 1 0,0 0-2 15,-2-2-8-15,0-9 0 0,-5-23 2 0,-1-5-1 16,3 2 8-16,-1-5-6 0,0-5 1 0,3 3-1 16,-1-5 3-16,2 5 3 0,2-1 1 0,0 6-1 15,0 2-8-15,4 5 6 0,1 5-3 0,1 4 5 16,1 5-3-16,3 1-1 0,-1 2 4 0,-5 0-1 0,16 4 8 16,4 2 21-16,-1 2-8 0,4 1 11 15,3 2-13-15,-2-14-2 0,2 7-5 0,-2 5 1 0,-2 4-15 16,-4 2 4-16,-4 4-6 0,-5 1 5 0,0 1-6 0,-3 0 1 15,-1 1 5-15,-3 12-3 0,7-1 6 0,-2 4-2 16,-4 1 3-16,-3 1-4 0,-4 0-6 0,-2 2 9 16,-5 2-5-16,-5-2 6 0,-2 2-6 0,10-4-2 15,-22 4 3-15,-8-2-3 0,3 0 3 0,-1 3 0 16,-1-3-1-16,3 0 0 0,2-3-3 0,6-5-1 16,2 1-2-16,7-3 1 0,0-3 0 0,7-1-2 15,2-1 1-15,2-2-1 0,-3-2-2 0,1-1 1 16,2 0 2-16,0 1-1 0,1 2 4 0,1-3-1 15,0 3 0-15,1-3 0 0,1-1 2 0,2 1 13 0,11-2-3 16,9 1 6-16,-2-1-6 0,4 13-6 0,2-4 2 16,-4-4-4-16,2-2-3 0,-2-1-4 0,4-2-3 15,-2-3 0-15,-2 1-16 0,1 0-42 0,-5-2 5 16,2 0-20-16,2 0-34 0,-1 0-56 0,1-2-7 16,0 0-14-16,0 1-31 0,-2-3-78 0,2 0-39 0</inkml:trace>
  <inkml:trace contextRef="#ctx0" brushRef="#br0" timeOffset="87267.89">27920 4630 573 0,'0'-2'63'0,"0"0"94"16,0 0-48-16,0-1 6 0,0 1 1 0,0-9-1 0,2-8-10 15,0 2-16-15,-1 1 1 0,1-1-5 0,0 4 5 16,-2 7-3-16,0 1 2 0,0 1-4 0,0 0-3 16,0 3-25-16,2-3-5 0,0 0-9 0,0 2-30 0,0 0-4 15,-1 1 2-15,1-1-2 0,0 2 3 0,0 2 1 16,0 1-3-16,2 7 1 0,5 17-3 0,-4-1 9 15,1 8 0-15,-4-1 3 0,-2 3 7 0,0-1-7 16,-4-4 5-16,0-1-6 0,-1 0 3 0,1-4 8 16,-1 2-7-16,1-4 6 0,0-2-11 0,0-3 1 15,3-3-1-15,-1-1 1 0,2-2-5 0,0-2-4 16,0-1 2-16,2-3-4 0,-1 0 0 0,1-3 8 16,2 2-1-16,7-1 5 0,6-1 6 0,0-2-6 0,9 0 0 15,-4 0-2-15,-2-1-2 0,1 14-7 0,-6-7-1 16,1-1-2-16,-1-1-8 0,0-3-13 0,0 1-14 15,-4-2-2-15,6-2-69 0,-3 0-69 0,-1 0-24 16,6-2-21-16,3-3-146 0</inkml:trace>
  <inkml:trace contextRef="#ctx0" brushRef="#br0" timeOffset="88482.6">26726 2233 47 0,'-2'0'0'0,"2"-2"0"0,-2 0 20 16,0 0-4-16,1-1 11 0,-1-1 0 0,2 0-13 15,-4-5 5-15,2 3-5 0,-2-1 42 0,3 1 27 16,-1 1 4-16,-2-1 2 0,-2-1-8 0,5 3 5 15,-9 0-2-15,5 1 2 0,-5-3-7 0,3 2 7 0,-2 1 0 16,-1 1 2-16,-1-2-14 0,9 4-6 0,-1-2-13 16,-1 0 4-16,0 2-28 0,1 0-9 0,1 0 8 15,0 0-7-15,0 0 18 0,2 0 2 0,0 0 1 16,2 0 1-16,2 0-1 0,29 2-1 0,6 0 0 0,6-2-1 16,-3-4-5-16,8 1-6 0,4-3 0 0,6-1-2 15,5 1-10-15,7-1-1 0,10-1-6 0,7 5 3 16,0-1-14-16,0 2 1 0,-9 4 0 0,-8 0 0 15,-3 1 2-15,-4 1-1 0,-2 4-1 0,2 5 0 16,-2 1 1-16,4 1-3 0,-7-2 1 0,-3 0-2 16,-3-2 5-16,-8-3 2 0,-3-4-2 0,-4-3 2 0,0 1-3 15,-9-2 3-15,1-2 2 0,-3-1-1 0,-4-3 2 16,2-1-6-16,-3 1 8 0,1-1-6 0,-2-1 7 16,-3 3-2-16,-1-3-5 0,-1 1 4 0,-2-1-5 0,-4 3 5 15,-2 1-1-15,-3 2 4 0,-3 0 6 0,1 1-3 16,0-1 0-16,0-2-2 0,-1 0-7 0,1 1 3 15,0-1-3-15,-1 0 3 0,-1 0-3 0,2-3-1 16,-2 3 2-16,0-1-2 0,0-3 0 0,-1 3 4 16,1-5-5-16,-2 5 4 0,0-1-8 0,0 1 2 15,0 3-2-15,0 0 2 0,0 0-2 0,0 0-2 16,-2-1 4-16,1-1-3 0,-3 0 4 0,2 4-1 16,-9-5-5-16,0 1 1 0,0 2-3 0,-2 0 1 0,1 2 5 15,-1 2-2-15,0 2 9 0,0 1 0 0,0 1 0 16,0 1 0-16,0 3 0 0,4-9 8 0,-2 11-7 15,2-5 8-15,3 4 2 0,1-2-14 0,1-1 9 16,2-1-12-16,-4-1-1 0,3-1-3 0,1 8 1 16,-7-1-1-16,1-1 4 0,1 4-1 0,5-8-4 0,0 6 1 15,0 2 3-15,2-6-1 0,0 6 0 0,0-4-2 16,0-2 3-16,4 4-3 0,-2-7 2 0,1 1-3 16,1 1 0-16,0-3 3 0,0-1 1 0,7 5 1 15,0-1 0-15,2-3 1 0,2 1-1 0,1-2 2 16,3-4 7-16,0 0-9 0,-1-4 6 0,1-4-6 15,-4-1 9-15,1-2 0 0,-3 0 0 0,-2-13 0 16,-1 3 0-16,-5-5 2 0,-1 4 1 0,-2 2 0 0,13-4 5 16,-6-1-5-16,-3 1-3 0,-5-2 1 0,-1 4-5 15,-1 2 0-15,-5-5 5 0,-1 7-4 0,-1-1 10 16,1 6-7-16,1 4 5 0,1 2-5 0,-3 3 3 0,-5-5-14 16,0 1-2-16,-2 3-4 0,0 3-4 0,2 2 6 15,-1 2 0-15,-1 3 1 0,2 3-10 0,2 1-31 16,1 17-12-16,5 7-9 0,1-3-57 0,-15 2-58 15,6-1-11-15,6 3-21 0,3-1-87 0</inkml:trace>
  <inkml:trace contextRef="#ctx1" brushRef="#br1" timeOffset="55698.78">25878 17838 0,'0'0'0</inkml:trace>
  <inkml:trace contextRef="#ctx0" brushRef="#br1" timeOffset="131139.5">12344 4821 33 0,'0'0'33'0,"0"0"8"0,0 0 51 16,0 0 10-16,0 0-2 0,0 0-13 0,0 0-50 0,0 0 12 15,0 0-18-15,0-2 19 0,0 0-16 0,0 1 4 16,0-1-6-16,0 0 15 0,0 0-20 0,0-2 14 0,0 1-17 16,0-1 12-16,0 0 1 0,0 2-9 15,0-1 7-15,0-1-2 0,0 2-4 0,0-2-3 0,0 1-1 16,0-1-3-16,0 2-5 0,0-2 2 0,0 1-5 15,0-1-1-15,0 0 9 0,0 2 5 0,0 1 1 16,0-1 9-16,0 0 0 0,0-2-3 0,0 0 2 16,0 1-2-16,0-1-3 0,0 0 0 0,0 1-3 15,0-1-7-15,-2 2 5 0,0-2 0 0,0 1 2 16,0 1 7-16,0 0-17 0,1 0 6 0,-1 0-11 16,0 0 3-16,0 0 0 0,0 1-5 0,0-1 3 0,0 0-6 15,1 0 0-15,-1 0-2 0,0 0 1 0,0 0-6 16,0 1 6-16,0-1-1 0,0 0 2 0,1 0-1 0,-1 0-1 15,2 0 0-15,0 0-1 0,0 1 4 0,0-1-7 16,0 0 4-16,0 0-6 0,-2 2 4 0,2 0 0 16,0 0-3-16,0 0 2 0,0 0-1 0,0 0-2 15,0 0 0-15,0 0-4 0,0 0-2 0,0 2 6 16,0 0 4-16,0 0 0 0,0-1 0 0,0 1-4 16,0 2 0-16,0 0-1 0,0 7 2 0,0 2 2 15,0 2-1-15,0-4 2 0,0 0 0 0,0 0-2 16,0 0 1-16,2 0-1 0,0 2-1 0,-1-3-3 0,1 3 2 15,0-2-1-15,0 0 5 0,0-2-6 0,0 2 2 16,0 0-3-16,-1-1 12 0,1-1-3 0,0-2-5 16,-2 1 3-16,0-1-2 0,0 1-2 0,0-3 6 0,0-1-4 15,0 2 13-15,0-3-12 0,0 1 7 0,0 0-8 16,0-1 7-16,0 1 0 0,0 0-1 0,0 0 0 16,0-1-2-16,0-1 4 0,0 2 1 0,0 0 1 15,0-3-3-15,0 3 5 0,0-2-7 0,-2 2 6 16,0-1-9-16,1 1 7 0,-1 0-1 0,0 0 1 15,2-3-4-15,-2 3-1 0,2-2 1 0,-4 0-1 16,-3 0-2-16,3 0 1 0,-1 1 1 0,-3 3 0 16,-1-1-4-16,2-1 0 0,-3 2 1 0,3-3-1 0,-1 1 4 15,1-2 3-15,0 0-8 0,1 0 6 0,-3 1-10 16,-1-1 6-16,1 0 1 0,-4 2 2 0,4-2-5 0,0 0 0 16,-1-1-1-16,1 1 1 0,0 0 4 0,-1 0-4 15,5 0 3-15,-1 0-3 0,1 0 1 0,-3-1 6 16,1 1-5-16,1 0 6 0,1-2-9 0,-1 2 2 15,2-2 1-15,1 0 1 0,1 0-3 0,-2 2 8 16,0 0-5-16,1 0 5 0,1-1-9 0,0 1-1 16,0-2-3-16,0 0 0 0,0 0-2 0,1 0 2 15,-1 0 1-15,0 0 0 0,0 2-2 0,2-2 0 16,0 2 2-16,0 0-1 0,0 0 4 0,2-2-8 16,0 2 5-16,0-2-6 0,1 0 6 0,12 1-1 0,0 1-3 15,0 0 4-15,2 0 4 0,-3-2-3 0,7 0 1 16,-4 0-5-16,-1 0 6 0,-1 0-1 0,-2 0 1 15,0 0 0-15,0 0 0 0,0 0 0 0,2 0 0 16,0 2 0-16,0 0-1 0,-2-2 1 0,-2 2 0 16,-2-2 0-16,0 1 0 0,1 1 2 0,-3-2-2 0,0 2 2 15,1 0-2-15,-3-2 0 0,1 0 0 0,-2 0 0 16,1 0-1-16,-1 0 6 0,0 0-3 0,-2 0 5 16,-1 0-9-16,1 0 4 0,2 2-1 0,0 0 5 15,-1 0 2-15,1-1-6 0,0 1 1 0,-2 0-2 16,0 0 8-16,-1 0-3 0,1 0 4 0,0 0-4 15,0-1 3-15,-2 1 2 0,0 0-4 0,0 0 4 0,-2 0-7 16,0 2 0-16,0-1 3 0,-1 1-2 0,-3 0-3 16,-11 7 1-16,3-2 1 0,-3 2 1 0,-2 0 3 15,1 1 0-15,1-3-2 0,0-2 3 0,1-1 6 0,1-1-5 16,2 1 2-16,4-2-4 0,1-2 0 0,6-2-3 16,-3 1-1-16,1 1 0 0,2-2-4 0,-2 2 2 15,1 0-2-15,-1 0 0 0,0 0-1 0,1 0 1 16,-1-1 4-16,2 1-1 0,-2 0 1 0,1 0-4 15,1 0 1-15,0 0-1 0,0-2 4 0,0 0-5 16,-2 0-1-16,3 0-2 0,-1 2 3 0,0-1 1 16,0 1-1-16,0 0-1 0,0 0 1 0,0 0 1 0,2 0-3 15,0 0 2-15,0-1-5 0,0 1 4 0,0 0-1 16,2 0 1-16,0 0-4 0,0 2 2 0,2-3-1 16,1 3 0-16,12 5 2 0,0-1-5 0,-2-4 7 15,-1-1-6-15,3 1 2 0,-2-2-2 0,2 0 0 16,-3 0 0-16,1-1 9 0,-4 1-4 0,1-2 3 0,-3 0-2 15,-4 0 4-15,1 0-3 0,-2 0-1 0,-2 0-1 16,-1 0 6-16,3 2 5 0,0 0-3 0,0 0 2 16,-1-2 1-16,-1 0-9 0,0 0 5 0,0 2-6 15,0 0 3-15,0-1-2 0,-2 1 4 0,0 0-3 16,0 0 0-16,-2 0 2 0,0 0-3 0,0 0 2 16,-2-1-1-16,1 1 0 0,-5 2 1 0,1 0-1 0,-1-2 0 15,5-1 5-15,1-1-5 0,0 0 4 0,0 0-5 16,-2 2-2-16,1 0 3 0,-1 0-2 0,0 0 4 15,2 0-4-15,0 0 1 0,1-1-1 0,-1 1 1 0,0 0 0 16,0 0-1-16,0 0 0 0,0 0 0 0,0 1 2 16,1 1-1-16,-3 5 2 0,-2 8-7 0,3-2 6 15,-1 0-2-15,0-2 2 0,0 2-5 0,3-1 6 16,-1 5-1-16,0-2 4 0,2-1-5 0,0-1-3 16,0 2 3-16,0 0-1 0,0-4 6 0,0 3-6 15,0-4 0-15,0 1-1 0,2-2 2 0,0 2-2 16,-1-2 3-16,1 0-1 0,0-2 1 0,-2 1 2 15,0-3-3-15,2 2 2 0,-2-3-2 0,0-1 1 0,0 1-1 16,0-2 0-16,0-1 0 0,0 1-1 0,0-2 2 16,0 2-2-16,0-2 0 0,0-1-1 0,0 1 0 15,0 0 0-15,2 2 5 0,0 0-3 0,0-1 3 16,-1 1-3-16,1 0 6 0,0-2-9 0,0-1 3 0,0 1-5 16,0 0 8-16,0 0-3 0,-1 0 1 0,1 0-1 15,0 0 3-15,0-1-1 0,0 1-1 0,0 0 1 16,0 0-2-16,-1 0-2 0,-1 0 1 0,2 0-1 15,0-1 2-15,-2 1 2 0,0 0 1 0,2 0-1 16,-2 0-2-16,0 0 0 0,0 0 0 0,0-1 0 16,0-1 0-16,2 0 0 0,-2 0-1 0,0 0 1 15,0 0 4-15,0 0-5 0,2 0 0 0,-2 0-2 16,0 0 7-16,2 0-6 0,-2 0 2 0,1 0-4 0,1 0 7 16,0 0-6-16,0 0 2 0,0 0-4 0,0 0 8 15,0 0-2-15,-1 0 4 0,1 0-4 0,0 0 7 0,0 0-8 16,0 0 0-16,2 0-2 0,-1 0 2 0,1 0 3 15,0 0-4-15,-1 0 1 0,1 0 0 0,0 0 0 16,3 0 2-16,1 0-3 0,-1 0-4 0,2 0 6 16,-1 0-1-16,1 0 2 0,-1 0-8 0,1 0 6 15,2 2-3-15,2 0 3 0,0-2 0 0,0 0-3 16,4 2 5-16,1 0-5 0,1 0 4 0,-1-2-1 16,1 0 0-16,0 2 0 0,3-1-4 0,0 1 5 15,2 0-3-15,-7 0 4 0,0 0-5 0,3 0 2 0,2 0 1 16,-1-1-1-16,7 1-1 0,-4-2 2 0,-4 0-1 15,4 0 1-15,-5 0-9 0,0 0 5 0,1 0-2 16,-3 0 4-16,-3 0 1 0,1-2 2 0,0 1 0 16,0-1 2-16,0 0 1 0,-4 0-3 0,4-2 2 0,-2 2-3 15,2-1-4-15,-4 1 3 0,2 0-3 0,-2 0 4 16,0 0 2-16,-2 2-2 0,4-2 0 0,-1 2 0 16,2 0 4-16,-1 0-7 0,2 0 3 0,-2 0-4 15,-2 0 8-15,1 0-3 0,-1 0 0 0,0 0-1 16,0 0-2-16,2 0 1 0,-4 0 1 0,2 0 2 15,4 0 1-15,-2 0-4 0,0 0-1 0,0 0 0 16,-7 0 7-16,3 0-3 0,-1 0-1 0,1 0-1 0,0 0-3 16,-1 0 6-16,1 0-3 0,0 0 2 0,2 0-7 15,0 0 5-15,2 0 0 0,-3 0 1 0,-3 0-1 16,2 0 4-16,-5 0-1 0,5 0 1 0,-3 0-9 16,5 0 5-16,-2 0 0 0,-1 0 4 0,5 0-4 0,-4 0 2 15,2 0-3-15,-5 0 3 0,3 0-2 0,-2 0 5 16,-1 0-2-16,3-1 2 0,-3 1-6 0,-1 0 0 15,3 0 1-15,-3 0 0 0,1 0 6 0,-2 0-4 16,1-2 2-16,-3 2-4 0,2-2-1 0,-2 2 1 16,1-2 0-16,1 2 1 0,0 0 0 0,0-2 0 15,-1 2-1-15,1 0 2 0,-2 0 0 0,0 0-6 16,0 0 4-16,-1 0-3 0,1-2 4 0,0 2 4 0,0 0-5 16,0-2 4-16,0 2-4 0,1 0-2 0,-1 0 2 15,0 0-3-15,0-1 3 0,0 1 2 0,0 0 0 16,0 0 2-16,-1 0 5 0,1 0-6 0,0 0 5 15,0-2-6-15,0 2 5 0,0-2-3 0,-2 0-2 16,0 0 0-16,0 0-1 0,0 0 2 0,0 1 2 0,0-1-1 16,0 0-6-16,0 0 5 0,0 0-5 0,0 0 6 15,0 0-1-15,0 1-3 0,-2-1 0 0,0 0-1 16,0 0-3-16,0-2 4 0,0 1 1 0,1-1 2 16,-1 0 4-16,-2 0-3 0,0 1-3 0,1-1 2 15,1 4 6-15,-4-4-2 0,-1-1 3 0,-1-1-3 16,3 2 3-16,-1 1-3 0,2 1 3 0,1 0-5 15,-1 0-5-15,0 0 4 0,-1 0-4 0,-1 1 5 0,-3-1-6 16,0 0 1-16,1 2-2 0,-3 0 2 0,7 0-1 16,-3 2 4-16,-1 0 0 0,3-1 1 0,-6 7-7 0,9-8 2 15,-5 5 1-15,3-3 1 0,0 4 1 0,0-1 0 16,-1 3 0-16,3-4 0 0,-2 1-2 0,2-1-2 16,1 0-2-16,1-1 1 0,0 1 6 0,0 0-3 15,0-2-2-15,0-1-1 0,0 1 5 0,1 2-3 16,1 0 1-16,0-1-4 0,0-1 6 0,0 0 3 15,2 0 3-15,-1-2-4 0,12 2-7 0,0-2 7 16,-2 0-3-16,0-2 6 0,-6 0-1 0,-1 0-1 16,1-1 2-16,-3 1-2 0,5-8 3 0,-5-3 2 0,-2 2-7 15,5 2 5-15,-1 0-1 0,-2-1 1 0,-3 5 1 16,-1-1-1-16,0 3 6 0,0 1-2 0,0-2 4 16,-1 0-5-16,-1 2-7 0,0 1-4 0,0-1-1 15,0 0 0-15,0 2 0 0,0 0 4 0,-1 0-3 16,-1 2 4-16,0 0-5 0,1-1-20 0,-1 1-2 0,0 0-15 15,0 2-81-15,3 0-204 0,-1-1-55 0</inkml:trace>
  <inkml:trace contextRef="#ctx0" brushRef="#br1" timeOffset="132256.03">12474 5038 317 0,'0'0'37'16,"0"0"-5"-16,0-1 48 0,0-1-6 0,0 0 4 15,0 0-21-15,0 0-7 0,0 0 6 0,0 0-4 16,0 1 24-16,0-1 10 0,2 0-3 0,-2 0 5 0,0 0-4 15,0 0-9-15,0 0 4 0,0 1-8 0,0-1-17 16,0 0-7-16,0 0-8 0,0 0 2 0,0 0-14 0,0 0-1 16,0 1-4-16,0-1 0 0,0 0-20 15,0 0-11-15,0 0 6 0,0 2-7 0,0 0 13 0,0 0-1 16,0 0-2-16,1 0 1 0,1 0-1 0,0 2 5 16,0 0 0-16,0 0 2 0,0 0 2 0,0-1-1 15,1 3-3-15,1 0 1 0,-2 3 3 0,7 4-8 16,0 4 6-16,1 0-6 0,-5 2 16 0,3 1-11 15,3-1 6-15,-4 0-9 0,3 1 3 0,-5 1 2 16,-1 0 4-16,-2-3 0 0,0 1 3 0,7-4-3 16,-4-4-3-16,1 2 2 0,-2-1 6 0,-2-1 0 0,-1 0 2 15,1-1-1-15,-2-3 1 0,0-1-9 0,0-2 6 16,0 2-8-16,0-1-2 0,0 1 14 0,0 0 2 16,0-2 9-16,0-1 22 0,0 1-21 0,0 0-3 15,0-2-6-15,0 0-19 0,0-2-3 0,0-1-2 16,2-5 1-16,4-18-1 0,-3-4 3 0,1 1 0 0,0-1 2 15,0-2-7-15,1 3 2 0,1-1-4 0,-3 4 4 16,3 2 0-16,0 2-1 0,-3 3 3 0,1 2-2 16,0 2-4-16,-1 4-2 0,3 0 1 0,-2 4 0 15,-2-1 7-15,11 3 2 0,1-1 1 0,-1 1 0 16,0 1-3-16,4 2 6 0,0 0-3 0,0-9 2 0,-4 4-6 16,1-1 0-16,-1 4 1 0,-1 3 1 0,1-1 7 15,-4 2-7-15,0 0 1 0,-1 0-3 0,-3 0 2 16,1 0-2-16,-1 2-6 0,1-1 1 0,-1 1-10 0,-3-2-34 15,0 0-30-15,2 2-9 0,0 0-136 0,7 5-145 16,-2-1-113-16</inkml:trace>
  <inkml:trace contextRef="#ctx0" brushRef="#br1" timeOffset="132788.79">12930 5228 591 0,'-1'0'27'15,"-1"-2"44"-15,0 0 2 0,0 0 26 0,0 0-9 0,0 1 7 16,1-1-54-16,-1 0-4 0,0 0 5 0,0 0-4 16,0 0 8-16,0 0 18 0,2 1-1 0,-2-1 7 15,1 0 4-15,-1 0-12 0,0 0-2 0,2 0-3 16,0 0-24-16,0 1-2 0,0-1-8 0,0 2 5 15,0 0-5-15,0 0 11 0,0 0-2 0,0 2 2 16,0-1-16-16,0 5 5 0,-6 16-7 0,3 1 4 16,-1-1-13-16,0 2 1 0,2-2-1 0,2-1 1 15,-2-3 2-15,1-3-13 0,-1 0 8 0,0 0-10 0,2-2 3 16,0 4 0-16,0-8-4 0,0 2 4 0,0-7-3 0,0 3-6 16,0-3 2-16,2-1-3 0,0 1 1 0,-1 0-34 15,1 0-2-15,0-3-8 0,0 1 19 16,0 0 12-16,2 0 5 0,-1-2-2 0,1-2-6 0,-2 2 18 15,9-4-4-15,-2-18 8 0,0-2-7 0,1-2 10 16,-3 2-5-16,-1 2 7 0,1 7-5 0,-1 0 3 16,-3 4 0-16,3 3 1 0,-4 1 2 0,-2 5 3 15,2-2 2-15,1 1-1 0,1-1 2 0,0 0 2 16,-2 2-2-16,0 1 2 0,-1-1 2 0,1 0 3 0,0 0-1 16,0 2 1-16,0 0-1 0,0 2 8 15,0 0-2-15,-1 1 2 0,1 5 1 0,2 9-7 0,-2-3 4 16,0 3-6-16,0-2-1 0,-2 2-4 0,0-1-2 15,0-3 0-15,0-1-4 0,0-3-5 0,0-2 2 16,0 1-2-16,0-1 1 0,0-1-10 0,0 1-6 16,0-1-6-16,0-1-43 0,0-1-72 0,0-2-11 0,0 0-23 15,1 1-68-15</inkml:trace>
  <inkml:trace contextRef="#ctx0" brushRef="#br1" timeOffset="133132.89">12825 5094 1048 0,'0'0'53'0,"-2"0"-3"0,0 0 77 16,0 0-14-16,-2 0 14 0,1 0-34 0,1 0-25 15,0 0-5-15,0 0-5 0,0 0-9 0,0 0-19 0,1 0 5 16,-1 0-11-16,0 0-4 0,0 0 1 0,0 0-3 16,2 0 4-16,0 0-2 0,0 0 0 0,2 0 5 15,0 0-4-15,2 0 4 0,20 2-10 0,2-2-1 16,-4 2-4-16,0-2-6 0,1 0-1 0,-5 0 1 0,1 0 0 15,-3 0-5-15,-1 0-7 0,4 0-11 0,-1 0-3 16,5 0-85-16,-1-2-227 0</inkml:trace>
  <inkml:trace contextRef="#ctx0" brushRef="#br1" timeOffset="138075.87">13677 3562 53 0,'0'-2'0'0,"0"1"11"0,0-3 126 16,0 2-12-16,0-11 17 0,0 0-37 0,0 0-12 0,0 0-15 15,0 2-4-15,0 2 1 0,0-1-4 0,0 1-18 16,0 0 10-16,0 1-12 0,0 1 10 0,0 1 1 15,0-1-8-15,0 0 5 0,0-1-13 0,0 3-10 16,0 1 6-16,0-2-7 0,0 4 13 0,0-1-15 16,0-1 5-16,0 2-8 0,0-2 6 0,0 3-11 15,0-3 5-15,0 0-7 0,0 0 3 0,0 1-5 0,0-1-2 16,0 0 0-16,0 1-7 0,0 1 3 0,0 0-3 16,0 0 3-16,0 0-3 0,0 0-2 0,0 0-1 15,0 1 0-15,0-1-2 0,0 0-7 0,2 0-2 16,0 0-3-16,-2 0 1 0,1 0 2 0,1 2 2 15,0 0-2-15,0 0-2 0,0 0 0 0,0 0 1 0,0 2 0 16,-1 0 0-16,1 0 3 0,0 2 0 0,0-1 2 16,2 9-2-16,-1 2 3 0,1 3-5 0,2 0 6 15,-1 1-6-15,-1 3 1 0,0-1 3 0,-1 3-1 16,3 3 9-16,0-2-2 0,-1 2-6 0,-1 0 3 16,0 0-9-16,-1 0 10 0,-1-2-1 0,0 2 5 15,0-4 1-15,0-2 4 0,-2-1 0 0,0-2 2 16,0-1 7-16,0-4 1 0,0 1-1 0,0-6-1 0,0-1-6 15,0 1-1-15,0-3 2 0,0-1-2 0,0 1-2 16,0 0-1-16,0 0-4 0,0-1 2 0,0 1-9 16,0 0 7-16,0-1-6 0,0-1 4 0,0 0-6 0,0 0 2 15,2 0 2-15,-1 0-2 0,-1 0-3 0,0-1 2 16,0 1-4-16,0 0 2 0,0 0-1 0,0 0-15 16,0 0 2-16,0 0-10 0,0-1-27 0,2 1-157 15,0 0-12-15,0 0-66 0,0 0-186 0</inkml:trace>
  <inkml:trace contextRef="#ctx0" brushRef="#br1" timeOffset="139053.35">13868 3978 560 0,'0'0'112'0,"0"0"-115"0,-2 0 128 0,0-2-55 15,1 1 29-15,-1-1 0 0,-2 0 2 0,0 0-8 16,2 2-37-16,-5-2-19 0,3 2 3 0,-7-4-7 16,2 1 9-16,-2-1 8 0,-2 0-10 0,3 2 7 15,-1 1-18-15,-2-1 10 0,-5 0 6 0,-1 2 0 0,-3 0 9 16,0 0-8-16,-1 2 4 0,1 3-5 16,2 1-1-16,-6 1-15 0,3 1 1 0,1-1-6 0,0 2 5 15,7-1-16-15,-4 1 1 0,5-1-7 0,-1-1-11 16,4-1 10-16,-1 1-5 0,3-1 9 0,4-3-15 0,-1-1 8 15,0 9-3-15,1-1 6 0,1 1-2 0,-1 0-3 16,-3 2 0-16,3 0-1 0,1 2 4 0,0 0 5 16,2 1-5-16,0 1 3 0,1 1-10 0,-11-1 3 15,1 2 0-15,2-1 2 0,3-1 4 0,1 0-6 16,1-1 3-16,2 1-3 0,0-2 0 0,2 0 4 16,0 0-4-16,0 1 3 0,4 1-4 0,0-2 0 15,0-2 2-15,1 2-1 0,3 2-4 0,1 1 6 16,-2-1-4-16,1-2 3 0,1 0-1 0,-3-6 3 0,5 8 0 15,-9-1 2-15,5-1-5 0,4 4 3 0,0-4-3 16,-1 1 2-16,3-1-9 0,0-4 6 0,-2 0 1 16,2 2 0-16,-2-3-1 0,2 3 1 0,0-2-3 15,0-2 3-15,2 4 4 0,1-5-6 0,-1-1 3 16,4 2-3-16,-8-5 6 0,2 3-8 0,0 1 5 0,-2-3-4 16,4 3 5-16,0-3 2 0,-2 3-6 0,0-4 4 15,0-1 2-15,0 1-5 0,-2-2 1 0,-2 1-2 16,2-1 4-16,0 0-1 0,1 7 6 0,-3-3-5 15,0-2-1-15,2-1 6 0,0 1-6 0,-1-2 7 16,1-2-3-16,0 0-3 0,2 0 6 0,0-2-5 16,0-2 10-16,0-1-14 0,2-1 2 0,-2 1-4 0,0-3 8 15,0 1-1-15,0-2 0 0,4-2-2 0,-4 3-4 16,0 1 5-16,-2-1-3 0,0 1 4 0,0-1-2 16,2-1-3-16,-2 2 3 0,2-3-3 0,2 1 8 0,-2 0-7 15,4-2 5-15,-6 9-5 0,-2-11 0 0,2 0 7 16,-5 0-9-16,7 4 7 0,0 1-2 0,-2-5-1 15,-4 0 8-15,1-2-7 0,-5-1 4 0,3 1-2 16,3 2-1-16,-3-2 1 0,-4 0 4 0,9-2 2 16,-2 2-4-16,-1 1 1 0,-3 1-9 0,-1 1 11 15,1-2-1-15,-1 2 3 0,0-2-12 0,-2 2 3 16,0-1-1-16,-1 2 2 0,-1 0 0 0,0-2 2 0,0 2-3 16,0 0 3-16,0 0 0 0,0 0 5 0,0 1-4 15,0 1 2-15,0-2-6 0,-1 2-3 0,-1-1 4 16,-2 1-3-16,2 2 6 0,-2-3 3 0,3 5-6 15,-3-3 4-15,0 3-8 0,2 1 3 0,-1-2-2 16,-1 1 3-16,0-1-11 0,2 3 7 0,-1-3 0 0,3 4 4 16,-2-2 0-16,0 1-4 0,0-1 0 0,-2-1-1 15,4 3-2-15,-2-2 5 0,1 0 0 0,-1 1 1 16,-2-3-5-16,0 2 2 0,-1-1-1 0,-5 1 2 16,5-2 3-16,-3 3-4 0,1-3 1 0,0 1-2 15,1 1 1-15,1-2 0 0,-3 3-1 0,4-3 1 16,-1-1 2-16,-1-1 0 0,1 3 1 0,-1-5-1 15,1 5 1-15,1-1-7 0,0 1 3 0,2 3-4 0,0 0 6 16,2 0-3-16,-1 2 2 0,-3-4-4 0,0 1-5 16,0-1 0-16,1 2-9 0,-1 0 3 0,0 0-35 15,2 0-105-15,1 1-18 0,-1-1-40 0,0 2-166 0</inkml:trace>
  <inkml:trace contextRef="#ctx0" brushRef="#br1" timeOffset="139796.13">13846 4006 665 0,'0'0'26'15,"0"0"-3"-15,0 0 49 0,0 0-3 0,0-2 9 16,-2 0-4-16,2 1-44 0,0-1 4 0,0 0-17 15,0 0 7-15,0 0 14 0,0 0-1 0,0 0 3 16,0 1-12-16,0-1 5 0,0 0-1 0,0 0 3 16,2 0 6-16,0 0-25 0,0 0 8 0,-1 1-12 15,1-1 23-15,0 0-17 0,0 0 10 0,0 0-11 0,2 2 8 16,-1 0-11-16,1 0 1 0,3 0-3 0,6 0-2 0,0 2 6 16,2 2-8-16,0-1 8 0,2 3-10 0,-2 0 1 15,0 1 3-15,3 2-1 0,-3-1-1 16,-2-1-3-16,2 2 6 0,-2-7-4 0,-2 11 1 0,2 0-1 15,-6 2-3-15,3 0 3 0,-3 0 8 0,-1 2-4 16,5-3 3-16,-6 1-4 0,-1 0 3 0,0-2 2 16,5 0-5-16,0 2 3 0,-1 0-9 0,-3-2-4 15,-1 0 1-15,0 0-1 0,-2-2-4 0,-2 0-15 16,0-2-13-16,0-1-12 0,-2 3-152 0,0 0-256 16</inkml:trace>
  <inkml:trace contextRef="#ctx0" brushRef="#br1" timeOffset="140382.7">13775 4234 133 0,'0'0'84'0,"0"-1"-8"0,0-1 53 16,0 0 4-16,0 0-14 0,0-2-8 0,0-1-26 0,0-5 3 16,0 1-12-16,0 4-8 0,0-1-5 0,0 2 4 15,0 2-3-15,0-3 9 0,0 3-16 0,0 0 1 16,0 0-5-16,0 1 7 0,0-1 0 0,0 0-2 16,0-2-2-16,0 0-10 0,0 1-30 0,0 1 3 15,0 0-13-15,0 0-1 0,0 0 9 0,0 0 0 16,0 2 4-16,0 0 9 0,0 0-2 0,0 0 3 0,0 2-6 15,0 0-8-15,0 0 0 0,0 2-2 0,0 3 1 16,0 8-2-16,0 0 0 0,0 1-3 0,0 1 1 16,0 0-11-16,2 0 14 0,-2-1-7 0,0-1 8 15,2 2-9-15,0-2 1 0,0 1 0 0,0 1-1 16,-2 0-2-16,1 3-2 0,-1-5 5 0,0 4-5 0,0-6 5 16,0 2-1-16,0-1-3 0,0-2 2 0,0-3-9 15,0-4 9-15,0 3-3 0,0-6 6 0,0 1-12 16,0 3-4-16,0-2-11 0,0-1 5 0,0 1-34 0,2 0-65 15,0 0 6-15,0-3-27 0,0 1-11 0,0 0-94 16,0 0-58-16</inkml:trace>
  <inkml:trace contextRef="#ctx0" brushRef="#br1" timeOffset="140913.2">13547 4368 746 0,'0'0'43'0,"0"0"-5"0,0 0 68 0,0-2-6 0,0 0 9 16,0 1-33-16,0-1-27 0,0 0-1 0,0 0-7 15,0 0 1-15,0 0 9 0,0 0-7 0,0 1 6 16,0-1-9-16,0 0 2 0,2 0 2 0,0 0-1 15,0 0-4-15,-1 0-2 0,1 1 2 0,0-1-2 16,0 0-6-16,0 0-3 0,0 0-4 0,-1 2 1 16,1 0-3-16,2 0 2 0,0 0-6 0,-1 0 3 0,-1 0-13 15,9 0 4-15,-3 0 0 0,3 2 1 0,-5-2-7 16,3 2 1-16,2 2 3 0,-5-3-2 0,5 5-6 16,-6-2 2-16,5 3-4 0,1-5 4 0,-2 9-3 0,0-2 0 15,-1-1-1-15,-1 1 1 0,-1-1 6 0,-1 3-4 16,-1-4-1-16,0 4-2 0,1 2 9 0,1 0-10 15,-1-2 8-15,1 1-8 0,-4-3 9 0,2 0-9 16,-1-1 1-16,1-3-4 0,0-1 3 0,-1 0 8 16,-1-3-4-16,0 1 5 0,2 0-5 0,0 0-5 15,1 0 4-15,1 2-3 0,-3-3 10 0,1 1-4 16,2 0 0-16,-1 0-1 0,1-2-1 0,1 0 4 16,-1 0-5-16,3-2 4 0,-1 0 1 0,-1-1-7 0,2-5 4 15,-1 4-5-15,-1-9 6 0,1 4-3 0,-1 2 1 16,0-1-2-16,-1 1-4 0,0-1 4 0,-3 1 0 15,-1 1 2-15,0 1-6 0,0 3 5 0,0 0-5 16,-2 0 5-16,2 0-12 0,1-1-5 0,1-1-6 0,0 0 0 16,-1 1-33-16,-1-1-133 0,0 2-3 0,0 0-59 15,0 0-157-15</inkml:trace>
  <inkml:trace contextRef="#ctx0" brushRef="#br1" timeOffset="142137.72">13785 4882 369 0,'0'0'64'0,"0"0"78"16,0 0-40-16,0 0-20 0,0 0-10 0,0-1-2 16,0-1-29-16,0 0 2 0,0 0 2 0,0 0-1 15,0 0 3-15,0 0-14 0,0 1 7 0,0-1-8 16,0 0 10-16,0 0 5 0,0 0-5 0,-2 0 7 0,0 0 8 16,0 1 3-16,0-1-1 0,2 0 0 0,-2 0-14 15,0 2-2-15,1-2 3 0,-1 0-1 0,0 2-5 16,0-2 3-16,0 2-10 0,2 0 6 0,0 0-26 0,0 0-3 15,0 0-7-15,0 0 4 0,-2 0-6 0,0 0 13 16,1 2 0-16,-1 0 2 0,0 0-1 0,0 2 1 16,0 3-1-16,-2 10 1 0,1 0-5 0,-1-1-4 15,0 1 0-15,1 2-2 0,-1-1 0 0,0 4-1 16,2 1 4-16,0-1-4 0,1 2 2 0,-1 0-2 16,0 0 0-16,-2 2 0 0,2 0 3 0,0 0-11 15,-1-1 4-15,1-1-4 0,-2 0 7 0,2 0 3 16,0-2-5-16,2 2 4 0,0-1-5 0,0-3 3 0,0 1-3 15,2 3 4-15,2-2 0 0,-2-4-4 0,2 3 4 16,-1-3-4-16,1 1 0 0,0-4 2 0,-1 2-1 16,-1-6 2-16,2 0-3 0,-2-2-2 0,0-1 3 15,0-1-1-15,-2-5 5 0,0 2-4 0,0-1-1 16,1 1 0-16,1 0-4 0,0-1 4 0,0 1-5 0,0-2 5 16,0 0 0-16,0 0 2 0,-1-2-2 0,1 0 0 15,0-2-5-15,0 0 3 0,0-9 2 0,0-13 0 16,0 0-1-16,-1-8-8 0,-1 2 4 0,0-3-4 15,-1-2-2-15,-3 1 8 0,-2 1-4 0,1-2 7 16,1 1 0-16,-2 1-2 0,1-1 2 0,1 8-2 16,-1 2 6-16,3 7 2 0,0 3-1 0,0 4-2 0,2 5-5 15,0 1 6-15,0 2 1 0,-2-2 1 0,0 1-6 16,2-1 6-16,0 2-1 0,0 0 3 0,0 0 2 0,0 1-2 16,0 1-2-16,0 0 2 0,0 1 3 15,0 1-3-15,0 0-1 0,0 2-1 0,0 0-4 0,0 9 4 16,0 0-2-16,0 0 3 0,0 3-6 0,0-1 6 15,0 4-1-15,0-3 1 0,2 3-6 0,0 0 2 16,-2-3 1-16,0 3 1 0,0 1-5 0,0-1 2 16,0 1-2-16,0-5 4 0,0 0 0 0,0 2-7 15,0-6 2-15,0 4-4 0,0-8 8 0,0-1-2 16,0-3-2-16,0 1-1 0,0 0-1 0,0-1-1 16,0 1 4-16,0 0-1 0,0-2 8 0,0 0-5 0,0-1-1 15,0 1-1-15,0-2 1 0,0-2-2 0,0 1 3 16,0-5-4-16,2-24 3 0,0 1 2 0,-2-3-3 15,0-5 1-15,0 5 1 0,0-5 0 0,0-2-1 16,-2 2-1-16,-2 0-1 0,0 2 1 0,1 1 2 0,-3 5-2 16,2 3-3-16,-1 0 5 0,1 5-5 0,0 4 6 15,1 3-6-15,1 4 4 0,0 1 3 0,0 2 0 16,2 3-4-16,0 0 7 0,0 2-7 0,-2-1 7 16,0-1-10-16,1 0 2 0,-1 2 4 0,0 0-3 15,0 1-3-15,2-1 2 0,0 2-7 0,0 0 7 16,0 2 1-16,0 1-3 0,0 5 3 0,-2 20-1 15,2-1 2-15,2 9-1 0,0-1 0 0,2 4-1 0,-3-2 1 16,-1 4-2-16,0 0 2 0,0 0-2 0,0 1 2 16,2-4 6-16,-2-5-2 0,0-3 2 0,0 1-8 0,0-3 1 15,0-2 1-15,0-2 0 0,-2-2 0 0,2 1 1 16,0 3-3-16,0-4 3 0,0-2 4 0,0-3-5 16,0-2 0-16,0-2-2 0,0 0 0 0,2-2 1 15,-2-3 5-15,2-1-4 0,0 0 2 0,-2-3-1 16,2 0-4-16,0 1 2 0,-2-3-12 0,0 0-10 15,0 0-9-15,3 2-6 0,1-1-92 0,0 1-93 16,0-2-55-16</inkml:trace>
  <inkml:trace contextRef="#ctx0" brushRef="#br1" timeOffset="146849.28">11363 5033 468 0,'0'0'31'0,"0"0"42"0,0 0-2 0,0 0 24 16,0 0-6-16,0-2 8 0,0 0-43 0,-1 2-8 15,1 0-6-15,-2-2 3 0,0 0 5 0,2 1 2 16,0-1 9-16,0 0-6 0,0 0 10 0,0 0-6 16,2 0 5-16,0 0-4 0,-1 1 4 0,1-1-15 15,0 0-2-15,0 0-3 0,2 0-9 0,-1 0-12 16,-1 2 4-16,11-7-5 0,-2 1 3 0,2 1-2 15,4-1-2-15,-2 1 0 0,2 1-9 0,-1 0-2 0,-1 2-2 16,4-1 1-16,-2 1-2 0,1 0 4 0,3 0-3 16,-1 2 2-16,0-2-9 0,-1 2 1 0,0-2 2 15,-5 2 2-15,-1 0 6 0,-2 0-10 0,-3 0 2 16,-1 0-3-16,-3 0 1 0,-2 0 0 0,0 0-2 0,1 0 1 16,1 0-15-16,0 0-32 0,0 0-10 0,-3 0-10 15,1 0-67-15,0 0-52 0,0 0-4 0,0 0-22 16,0 2-85-16</inkml:trace>
  <inkml:trace contextRef="#ctx0" brushRef="#br1" timeOffset="147178.92">11610 4877 611 0,'0'0'74'0,"0"0"-24"16,0 0 74-16,-1-2-13 0,-1 0 6 0,0 0-13 16,0 0-4-16,0 1-7 0,0-1-29 0,0 0 9 15,1 0 3-15,-1 0-2 0,0 0-7 0,2 0-20 16,0 1-7-16,0 1-6 0,0 0-30 0,0 0 11 16,0 0 4-16,0 0 2 0,0 0 15 0,0 0-12 0,0 1 0 15,0 1-4-15,0 2-2 0,0-2-4 0,-4 15 1 16,0 1-3-16,1 1-3 0,-1 1 4 0,0 1-5 15,1 1 3-15,1 2-14 0,0 0 3 0,0-2 4 16,0 1-1-16,0-1 3 0,0-2-4 0,2 5-2 16,0-5 1-16,0-1-1 0,0-1-12 0,0-5-3 0,2-2-4 15,-2-3-20-15,0-3-88 0,2 3 0 0,-2-6-37 16,2 3-70-16,0 1-184 0</inkml:trace>
  <inkml:trace contextRef="#ctx0" brushRef="#br1" timeOffset="147661.66">11716 5813 355 0,'0'0'83'0,"0"0"-42"0,0 0 93 0,-2 0-26 16,0 0-2-16,1 0 2 0,-1 0-14 0,0 0 7 16,0 0-35-16,0 0 1 0,0 0 4 0,0 0-3 15,-1 0 3-15,-1 0-15 0,0 0-1 0,1 0-5 16,-1 0-13-16,2 0-10 0,0 0-6 0,0 0-3 16,0 0-29-16,1 0 16 0,-1 0-6 0,2 0 10 15,2 0 2-15,-1 0 1 0,3 0 4 0,17-6-4 0,6-3-4 16,3 0 0-16,0-1-3 0,-2 1 2 0,0 0-11 15,-1 1 6-15,-1 3-6 0,2-1 4 0,-9 2-9 16,1 3-4-16,-3-1-3 0,0 0-1 0,-2 0-20 0,-2 2-103 16,-2 0 0-16,-8 0-53 0,-1 0-155 0</inkml:trace>
  <inkml:trace contextRef="#ctx0" brushRef="#br1" timeOffset="148499.37">10584 5336 627 0,'-2'0'35'0,"0"0"50"0,0-2-37 0,0 0 35 0,0 0-10 16,0 0 16-16,1 0-27 0,-1-1-10 0,0-1-3 15,2 2 0-15,-4-9-2 0,0 0 6 0,3 1 1 16,-1 3-1-16,2 1-12 0,0 1-13 0,0 1-1 16,0 2-2-16,0-1 3 0,0-1 0 0,0 0-6 0,0 0 2 15,0 1-17-15,0-1-3 0,0 2 4 0,0 0-4 16,0 0 2-16,0 1 1 0,0-1 1 0,0 0 0 16,0 0 2-16,0 2-7 0,2 0 1 0,-1 0-3 15,1 2 8-15,0 0-7 0,0 0 6 0,0 1-6 16,2 5-1-16,5 12 5 0,-2-1-4 0,1 5 6 0,-1-4-7 15,-1 1 6-15,-1-1-5 0,-1-1 5 16,0-3-11-16,-1 1 6 0,-1-2-2 0,2 2 4 0,0-3-1 16,-2-4-6-16,-1 1 5 0,1-4-5 0,0-1 6 0,-2-2 7 15,2 1-6-15,-2-3 6 0,0 0-13 16,0 0 8-16,0 0-2 0,0-1 6 0,2 3-7 0,-2-2-1 16,2 2 2-16,0-1-1 0,-1 1 6 0,1 0-6 15,0-2-2-15,0 0 0 0,0-1 3 0,0 1 1 16,0 0 4-16,-1 0-3 0,1 0 8 0,0 0 7 15,0 0-4-15,0-2 6 0,0 0-7 0,0 0-5 16,-1-2 3-16,3 0-4 0,0-2 1 0,0 0-4 16,5-10 1-16,-2 1-3 0,1-4-1 0,-1-4 7 15,1 1-2-15,-3-2 3 0,-1 5-11 0,0-1 0 0,-1 1-2 16,1 2 2-16,-2 0-1 0,0 6 5 0,1-4-4 16,-1 5 5-16,0 1-6 0,0-2 1 0,0 3 1 15,0-1 1-15,0-3 3 0,-1 3-6 0,1 0 1 0,-2 3-3 16,2-2 4-16,0 1-10 0,0 1 2 15,2-3-8-15,-3 3-3 0,1 0-33 0,2-1-36 0,-4 3-1 16,2-2-120-16,0 2-64 0,5-3-33 0</inkml:trace>
  <inkml:trace contextRef="#ctx0" brushRef="#br1" timeOffset="149063.48">11000 5621 600 0,'0'0'35'0,"0"-1"40"0,0-1 11 0,0 0 12 16,0 0-2-16,0-2 1 0,0 2-35 0,0-5 8 15,0 1-7-15,0-1 9 0,0 1-3 0,0 3 6 16,0-1-3-16,0 0 2 0,0 1-14 0,0 1-1 0,0 0-6 15,0 0 3-15,0 0-20 0,0 0-14 0,0 0-1 16,0 1-4-16,0-1-7 0,0 0 2 0,0 2-2 16,0 0 1-16,0 2-3 0,0 0 4 0,0 1-1 15,0 1 1-15,0 11-10 0,0-2 0 0,0 0-1 16,0-2 0-16,0 0-1 0,0 0 4 0,0-3-3 16,0-3 3-16,0 1-10 0,0-2-1 0,0 1 3 0,0-1-3 15,0 0-16-15,0-3-51 0,0 1-6 0,0 0-14 16,0 2-21-16,0 0 10 0,0-1 1 0,0-1 1 15,0 0-12-15,0 0 25 0,0-2 8 0,1 0 11 16,1 0 53-16,0-2 16 0,0 0-3 0,-2 0 8 16,9-18 3-16,0 1 23 0,1 1 2 0,-3 3 7 15,2-2 16-15,-1 6-10 0,-3 2 2 0,1-1-5 0,1 1-6 16,-3 4 5-16,0-1-6 0,0 0 6 0,-3 6-8 16,3-1 12-16,2-3-3 0,1 0 6 0,-1 2 7 15,1 0-4-15,-3 1 6 0,-2 1-8 0,0 0-7 0,1 0-4 16,5 0-2-16,-6 0 0 0,1 1-4 0,1 1-18 15,-2 0 1-15,7 9-7 0,-1 0-7 0,-5-1 9 16,1-3-8-16,2 6 7 0,-3-2-9 0,1 0-7 16,0 1 1-16,-2-5-6 0,1 2-16 0,-1-1-87 15,0-1 8-15,-2-3-39 0,0 0-41 0,2 1-60 16,0 1-68-16</inkml:trace>
  <inkml:trace contextRef="#ctx0" brushRef="#br1" timeOffset="149299.82">10922 5425 465 0,'0'0'327'0,"0"0"-415"0,-2 0 395 0,0 0-209 16,0 0 10-16,0 0-3 0,2 0-7 0,0 0 0 15,0-2-37-15,0 2 8 0,0-2-1 0,0 0 8 16,0 0 20-16,2 0-27 0,0 1 1 0,0-1-12 0,0 0-18 15,-1 2-7-15,1 0 2 0,2 0-6 0,0 0-7 16,-1 0-11-16,1 0-4 0,-2 0-1 0,7 0-6 16,4-2-3-16,0 0 0 0,8 0-3 0,1-1-7 15,4-1-105-15,4-4-39 0,7-1-44 0,2-4-309 0</inkml:trace>
  <inkml:trace contextRef="#ctx0" brushRef="#br1" timeOffset="150843.42">14810 4177 221 0,'0'0'124'0,"0"-2"-138"0,0 0 157 0,0 0-72 16,0 1 60-16,0-3-31 0,1-7 3 0,3-6-13 15,0 0-12-15,0 1-6 0,-1-3 1 0,1 0-5 16,0 1-3-16,-1 1 3 0,1 0-3 0,-2 3 3 0,0 2-1 15,-2 3-6-15,0 0 3 0,0 1-5 0,0 1 3 16,0 0-1-16,0 1-1 0,0 2-2 0,0 2-33 16,-2-1-7-16,0-1-4 0,-2 2 2 0,-1 0 0 15,-10-1 5-15,-4 3-2 0,-1 1 2 0,0 7-5 0,1 1 3 16,-1 4-3-16,1-7 3 0,0 16-3 0,6-2-7 16,0-3 0-16,4 0-4 0,4-2-9 0,1-2 7 15,2 2-1-15,-7-2 3 0,1-2-11 0,3 0 9 16,1 2-3-16,2-4 4 0,2 0-6 0,0-1-2 15,0-3 3-15,0 1-2 0,0 0 0 0,0-3 3 16,2 1-6-16,0 0 6 0,2-1-8 0,-3-3 7 16,11 8-3-16,-1-3 3 0,0-1-5 0,2-2 3 15,2-2 3-15,0 0-1 0,-1-2 0 0,1-4 0 0,-2 1-4 16,0-3 2-16,-2 1-5 0,1 2 9 0,-1-10-1 16,-2-2 5-16,0 0-3 0,1 2 4 0,-9 1-5 15,5 1 4-15,-2 1-3 0,5 1 0 0,-4 4 5 16,-1-1-3-16,-2 5 13 0,-2 1 4 0,2-2 7 0,0 0-3 15,0 1-4-15,-1 1-8 0,1 0-9 0,0 0 3 16,-2 0-9-16,0 2 2 0,0 0 0 0,0 2 0 16,0 0 0-16,0 2 0 0,0 12 0 0,0 9 0 15,0-3 3-15,0 0-4 0,0 2 5 0,0-1-4 16,0 1 3-16,2 0-4 0,0 0-2 0,2-2 0 0,-1 2 2 16,-1-1 4-16,-2 3-3 0,0 0 2 0,0-2-3 15,0-4-1-15,-2 4 3 0,-1-3-1 0,-3-3 3 16,-1 1 0-16,-1-4 0 0,3-2-1 0,-5 2 1 0,1-2-1 15,2-6 6-15,-12 0-4 0,-1 3 13 0,3-7 17 16,-2-1-2-16,3 0 7 0,-1 9-4 0,0-3 2 16,2-5-7-16,4-1 4 0,-2-2-8 0,6 0-7 15,-4-2 3-15,1 1-5 0,5-1-13 0,1 0-4 16,2 2 0-16,-1-2 1 0,-1 0-1 0,0 0-4 16,0 0-6-16,3 1 1 0,-1-1-18 0,0 0-5 15,0 0-10-15,0 0-4 0,2 2-82 0,0 0-77 16,2 0-4-16,0 0-28 0,0 0-59 0,20 2-252 15</inkml:trace>
  <inkml:trace contextRef="#ctx0" brushRef="#br1" timeOffset="151446.21">15172 4312 1217 0,'-2'0'23'0,"0"0"35"16,0 0 20-16,0-1 19 0,0-1-7 0,0 0 1 15,1 0-61-15,-1 0-20 0,0 0 2 0,0 0-6 16,0 2 0-16,0 0 13 0,0 0-5 0,1 0 7 16,1 0-6-16,0 2 16 0,0 0-5 0,0 2 9 15,-2 11 0-15,-2 11-4 0,0 0 0 0,-1 5-3 0,1-5 2 16,0 0 0-16,1 0 5 0,-1-3-4 0,0 1-2 16,2-6-10-16,0-3-2 0,1-4-1 0,1-1-7 15,0-3-3-15,0 4 4 0,0-5-3 0,0-1 6 0,0-1-6 16,0 0-1-16,0-1 0 0,0 1 1 0,0-2 19 15,0 0-3-15,0 0 8 0,0 0-4 0,0-1-15 16,1-1 2-16,1 0-5 0,0-1 2 0,0-1-9 16,0-2 5-16,0-2-6 0,3-12 2 0,-1-3 0 15,0 3-5-15,-1-3 3 0,1 1-4 0,0 1 5 16,1 1-2-16,1 1 3 0,-2 6-5 0,1-2 1 16,-1 4 1-16,0 1-1 0,-1 1-8 0,1 1 9 15,-2 4-6-15,5-3 6 0,-1 1-10 0,3-1 10 0,-1 3 0 16,1 0 2-16,-2 2-6 0,3 0 7 0,-3 2 0 15,-3 0 3-15,0-1-1 0,-3 14 1 0,1-2-4 16,0 4 3-16,0-2-8 0,0-6 1 0,0 0 2 0,1-3 1 16,-1-2 0-16,2 1-1 0,-2-1 2 0,-2-2 0 15,4 2 2-15,-1-1-1 0,1-1-2 0,0 0 2 16,-1 0-3-16,1-2 1 0,2-2-2 0,1-2 0 16,2-3 1-16,-1-8-2 0,1-9 3 0,2 0-2 15,0 1-1-15,1 7 4 0,-1 3-4 0,-2 3 3 16,-3 5 2-16,-1 1-3 0,-1 2 3 0,-2 2-3 15,3-3 0-15,-1 1 9 0,0 0-3 0,1 2 6 0,-1 0-5 16,-2 0-1-16,2 2 0 0,-3-2-1 0,1 16-5 16,0 5-4-16,13-1 1 0,-6-1-3 0,-1-2 0 15,-3 1-11-15,-1-7-4 0,0 4-7 0,-3-6-57 0,1 1-99 16,0-1-9-16,0-5-32 0,0-1-70 0</inkml:trace>
  <inkml:trace contextRef="#ctx0" brushRef="#br1" timeOffset="151865.6">15656 4062 1276 0,'0'-2'40'0,"-2"0"67"0,0 0-24 0,1-1 35 0,-3-5-10 16,-2-3 9-16,4 5-69 0,1 1-18 0,1 3-8 15,-2-2 0-15,0 1-6 0,0 1-12 0,0 0 10 16,0 0-11-16,2 0 7 0,0 2-2 0,0 0 4 15,0 2-1-15,0 0 16 0,2 2-7 0,-2 1-5 0,6 17 2 16,-1 1-5-16,1 1 3 0,-2 2 3 0,1 2-2 16,1 0 0-16,-1-1-9 0,1 1 1 0,-1 2-3 15,1-2 3-15,-2-4-2 0,-1 2-2 0,3-4 1 16,0 0-2-16,-3-7-1 0,1-2 0 0,-2-7 0 16,-2-2 4-16,2 1-3 0,0 1 5 0,-2-4-4 15,0-1 6-15,3 3 12 0,1 0 0 0,0 0 4 0,-2-3 9 16,-1 1-11-16,1-2-3 0,0 0-4 0,0-2-8 15,0-1-4-15,13-27 1 0,-4-2-4 0,0-3-3 0,-2 0 6 16,1-2-3-16,-3-2 5 0,2 3-7 0,1 1 1 16,-1 0 1-16,0 2-1 0,-3-3 9 0,1 3 5 15,-1-1-4-15,1 7 4 0,-1 2-3 0,1 5 0 16,-1 1 4-16,-1 3-3 0,1 3-10 0,-2 3-1 16,-4 7-1-16,0-1 1 0,1 0-6 0,1 1-11 15,0-1-3-15,0 2-3 0,0 0-11 0,0 0-51 16,1 2-11-16,-1 0-22 0,6 4-119 0,-1 9-94 15,2 17-28-15</inkml:trace>
  <inkml:trace contextRef="#ctx0" brushRef="#br1" timeOffset="152292.69">16198 4082 1373 0,'0'0'33'0,"0"0"-1"0,-2 0 126 0,1-2-17 0,-1 1 36 16,0-1-72-16,0 0-64 0,0 0-8 0,0 2-12 15,0 0-4-15,1 0 2 0,-1 2 0 0,0 0 1 16,0 1 0-16,-4 10 0 0,-3 8 1 0,2 1-1 16,1 0 3-16,1 1-1 0,1-1-4 0,0 0 1 15,0 0-11-15,3-1 3 0,-1-1 1 0,0-3-1 0,2-2-4 16,0-2 1-16,0 0-5 0,0 0 4 0,0 2-7 16,0-8-9-16,0-1 1 0,0-3-4 0,0-1-11 15,0 0-21-15,0 0-10 0,0 0-6 0,0 2-49 0,0-1-1 16,2-1-4-16,0 0 2 0,-1 0-9 0,1-2-3 15,0 0 6-15,0-2-1 0,0-2 29 0,3-3 31 16,10-15 1-16,-2-1 13 0,-2 3 30 0,1-2 19 16,-3 1 2-16,-2 4 8 0,1 3 14 0,-3 1 31 15,-1 3 1-15,-2 5 11 0,2-1 22 0,-4 4-13 16,1-1-7-16,3-1-2 0,0 0-22 0,0 2 36 16,-1 0-8-16,1 1 11 0,0-1-35 0,-1 2 2 15,1 0 6-15,0 2-2 0,0-1 13 0,-1 3-10 0,1 2-6 16,7 12 2-16,-2 1-9 0,-3-1-18 0,0 1 8 15,-3-2-12-15,-1-1 1 0,0 3-14 0,0-6-4 16,0 4-2-16,0-6-7 0,-2-2 3 0,0-1-4 16,0-3 1-16,0 1-17 0,1 1-21 0,-1-5-5 0,2 4-9 15,-2-3-35-15,2 1-67 0,0 0-1 0,0-2-31 16,0-1-91-16,0 1-282 0</inkml:trace>
  <inkml:trace contextRef="#ctx0" brushRef="#br1" timeOffset="152485.81">16104 4142 1415 0,'-2'0'56'0,"0"-2"71"0,0 0 23 0,0 0-12 16,0 0-4-16,1 0-13 0,-1 1-87 0,0-1 3 16,2 0-2-16,0-2 6 0,2 0 4 0,0 1-8 15,1-1 2-15,10-5-4 0,11-6-14 0,-3 4-15 16,1 1 0-16,-2 3-5 0,3 1-4 0,-5 3-36 15,3-1-36-15,1 2-11 0,-2 2-247 0</inkml:trace>
  <inkml:trace contextRef="#ctx0" brushRef="#br1" timeOffset="154575.82">13686 3564 627 0,'-2'0'38'0,"0"0"9"0,1 0 16 16,-1 0-21-16,0 0 11 0,0-2 14 0,0 0-2 16,0 1-7-16,2-1 0 0,0 0-34 0,0-2 13 0,0 0 0 15,0 3 4-15,0-7-1 0,0 1 18 16,0-6-1-16,-2 2 7 0,1-2-3 0,-3-4-6 0,-2 0 3 16,-1-1-4-16,-1-1 1 0,1-1 9 0,0 1-13 15,1 2 11-15,-1-1-10 0,-1 1-10 0,-1-1-1 16,1 1-5-16,-1 0-11 0,2 2-3 0,-1 2 2 0,3 2-3 15,-1 2-7-15,1 0 3 0,1 1-8 0,-2-3 5 16,5 4-11-16,-3-3-2 0,2 3 3 0,0 1-4 16,2 3-3-16,0-1 2 0,0 2 0 0,0-4 1 15,0-1 1-15,0 3 1 0,0-1 0 0,0 1 0 16,0 0-1-16,2 1 1 0,0-1 0 0,0 2 0 0,0 0 4 16,-1 0-5-16,1 0 4 0,0 1-3 0,0-1 3 15,0 0-4-15,0 0 0 0,0 0-1 16,-1 0 0-16,1 0 1 0,0 1 1 0,0-1 0 0,0 0 2 0,1 0 1 15,1 0 0-15,2 0 0 0,5-3-6 0,6-3 7 16,-3 3-5-16,5-3 7 0,-4 3-5 0,2-1-5 16,-3 1 5-16,3-1-4 0,2-1 7 0,-6 1-7 15,3 0 1-15,-1 1-2 0,0-1 3 0,0 3 1 16,0-3-1-16,3 0 2 0,1 1-2 0,0-1 0 16,1 3-2-16,0-1 1 0,5 0 1 0,-1 0-4 15,5 1 2-15,1-3-3 0,4 1 7 0,5 1-4 16,5-2 3-16,4 1-3 0,4-1 4 0,-3 1-2 15,1-3 1-15,0-1-1 0,0 0 0 0,0-2 1 16,-7 1-2-16,0 3 1 0,-4-1-2 0,1 3-1 0,1 1 0 16,2 0 1-16,0 1 3 0,3 1 1 0,4-2 2 15,4 0-3-15,2-1-4 0,-1-1 2 0,5 3-1 16,-3-3 1-16,3 0-2 0,-3 1 2 0,-3-1-1 0,0 1 1 16,0-1-1-16,3-1 1 0,8-3-2 0,2-1 2 15,6 2 0-15,-3 0 0 0,-5 1 4 0,-3-1-4 16,-5 0 0-16,-1-2 3 0,-2 1-3 0,-4 1 1 15,-2 2-6-15,0-1 7 0,2 1 0 0,1-1 2 16,1 5-8-16,1-1 6 0,-4 2-5 0,3 2 3 16,-6 0-7-16,2 0 7 0,-1 2-4 0,-3 2 4 15,1-1-3-15,-8-1 4 0,0 0 0 0,-2 0 2 0,-1-2-8 16,-1 0 6-16,1 0-3 0,-3 0 3 0,3-2-6 16,1 0 7-16,0 0 0 0,2-1 4 0,4-1-4 15,0 0-5-15,2-1 0 0,-2 1-2 0,-4 0 9 0,4 0-5 16,-2 1 1-16,0-1-2 0,0 0 9 0,0 1-6 15,-4-3-1-15,0 0-1 0,-1 1 0 0,-3 1 2 16,3-1 3-16,-3 1-1 0,1 0 0 0,-1-1-7 16,1 1 2-16,1 0-3 0,-1 0 11 0,1 1-7 15,3 1 4-15,-5 0-6 0,2 0 4 0,-1 0 4 16,1-1-5-16,-5 1 5 0,4 0-9 0,-2 0 4 16,1-2 1-16,-1 2 1 0,-2 1-2 0,1-1 3 15,-4 0-3-15,2 0 1 0,-4 2-6 0,-1 0 7 0,-2 0 0 16,-1 0 3-16,1 0-5 0,3 0 0 0,-1 2 0 15,0-2 0-15,-1 2 5 0,1 0-5 0,-2-1-3 16,5-1 1-16,-1 0 5 0,0 0-4 0,2 0 6 16,0 0-6-16,3 0 4 0,-4 0-2 0,2-1-1 0,1-1 0 15,2-2 0-15,-2 0 5 0,-4 2-1 0,-2 1 2 16,-3-1-2-16,5 0-5 0,-2 0 3 0,-1 2-3 16,-1 0 11-16,-7 0-6 0,0 0 2 0,-4 0-3 15,1 0-2-15,-1 2 2 0,-2-2 0 0,3 2 1 16,-3 0 3-16,2-1-3 0,-3-1-2 0,-2 0 3 15,-2 0 5-15,-1 0-6 0,1 0 5 0,0 0-6 16,2 2 5-16,0 0 6 0,-1 0-3 0,1 0 5 0,0 0 0 16,-1-2 2-16,1 0-2 0,0 0 0 0,0 0-5 15,-1 0 1-15,1 0-3 0,0 0 1 0,-1 0-11 16,-1 0 8-16,0 0-2 0,0 0 5 0,0 0-6 0,0 0 9 16,0 0-4-16,-1 0 5 0,1 0-14 0,-2 0 11 15,0 0-3-15,0 0 7 0,0 0-11 0,0 0-4 16,-2 0 5-16,1 0-4 0,-3 0 4 0,-2 0 8 15,-12 0-8-15,1 0 10 0,-2 0 7 0,-1 0-13 16,0 2 7-16,1-1-10 0,0 3 2 0,5 0-4 16,-1 0-2-16,2-1 0 0,3 1-3 0,3 0 4 15,1-2-3-15,3-1 4 0,-5 5-5 0,3-2 1 0,1-1-1 16,0 1 1-16,2 0-3 0,-1 3 2 0,-1-1 3 16,0-1-2-16,2 1-1 0,1 0 7 0,1-3-6 15,0 1 7-15,0 2-7 0,0-3 3 0,0 1 0 16,1 0 0-16,1-1-5 0,0-1 6 0,0 0-4 15,2 0 3-15,-1 0 0 0,5 0-5 0,1-2 3 16,0 0-3-16,1 0 6 0,-5-2 2 0,5-2 1 0,-7 2-1 16,1 0-10-16,0 1 8 0,-2-3-2 0,-1 0 6 15,1 0-7-15,-2 1 7 0,0 1-5 0,-2 0 5 16,1 0-8-16,-1 0 6 0,-2 2-3 0,-9 0 3 16,-2 4-7-16,2 2-4 0,6-3 5 0,-3 5-4 15,7-6 4-15,-8 12 1 0,3-2-3 0,3-1 3 16,3-2 7-16,2-3-1 0,0 1 6 0,0-1-4 0,0-3 11 15,2 1 19-15,-1 0-3 0,3-2 7 0,-2-2-12 16,13 1-4-16,-4-1-5 0,2-1 2 0,-6-1-7 16,-3 0-6-16,-2 2-4 0,9-15-2 0,-2-2-14 15,-5 2-4-15,-2 2-5 0,-2 0-1 0,-2 4-44 0,-2 4-126 16,-7 3-24-16,-24-17-52 0,-6 14-253 0</inkml:trace>
  <inkml:trace contextRef="#ctx0" brushRef="#br1" timeOffset="156775.94">13692 5757 245 0,'0'0'47'0,"-2"0"55"0,0 0-40 0,0 0 1 16,2 0-1-16,0 0 4 0,0-2 12 0,-2 0-14 16,0 0 8-16,1 1-7 0,-1-1 9 0,0 0-15 15,0 0 0-15,0 0-4 0,0 0-2 0,0 2-1 16,1 0-3-16,-1 0 0 0,-2 0-21 0,0 0 7 16,1 0-7-16,-1 0 8 0,2 0-3 0,0 0 13 0,0 0-8 15,0 0 7-15,1 0-17 0,-1 0 5 0,0 0 2 16,0 0 1-16,0 0-1 0,0 0-3 0,0 0 6 15,1 0-3-15,-1 0 11 0,0 0-1 0,2 0-7 0,0 0 2 16,0-2-21-16,0 2-1 0,0-1-2 0,0-1 1 16,0 0 2-16,0 0-6 0,0 0-2 0,0 0-1 15,2 0-1-15,0 1-10 0,-1-1 9 0,3 0-8 16,0 0 7-16,5 0-3 0,2-2-3 0,2 1 2 16,4-3 0-16,0 2 2 0,-1 1-3 0,1-1 2 15,2 0-1-15,-1 1-6 0,1-1 7 0,3-2-6 0,-3 3 11 16,1-1-2-16,2-2-4 0,4 1 1 0,-1-1-8 15,2-1 6-15,3 1 0 0,4-1 3 0,1 1-5 16,4-1 3-16,0 1-2 0,0-1 1 0,5-1-2 0,-5 1 6 16,-2 1-3-16,-3 3 3 0,-3-1-6 0,3 2 0 15,-6-2 2-15,-2 2 1 0,0 1-2 0,-4-1 1 16,2 0 0-16,-2 0 0 0,-1 0 2 0,1-2-4 16,2 1 0-16,0-1 0 0,4 0-1 0,0 1-1 15,-2-1 2-15,2-2 0 0,-2 3 2 0,2-3-2 16,2 0 0-16,1 1 0 0,1 1 5 0,-3 0-4 15,8 1 0-15,-7 1 0 0,-2-2-3 0,2 2 5 0,-8-1-3 16,6-1 5-16,2 0-5 0,-1 0-3 0,1 1 3 16,-6 1-2-16,0-2 2 0,0 0 0 0,-1 1 0 15,-3 1 2-15,4 0 3 0,-3 0-4 0,1 0-1 16,2 0 0-16,-2 1 3 0,-1-1-4 0,-1-2 4 0,2 0-5 16,4 3 3-16,0-1-2 0,0 0 0 0,0 2-2 15,4-2 1-15,0 2 1 0,0 0 0 0,3 0 1 16,-7 0 5-16,4-2-3 0,-4 0 0 0,-2 0-2 15,2 2-3-15,-2-1 3 0,-2-3 1 0,6 0 1 16,-2 0-5-16,2 1 3 0,2-3 0 0,-8 2 0 16,4-1 3-16,-4 1 0 0,1-1-1 0,1-1 1 15,-6 2-6-15,3 1 2 0,-1-1-2 0,-1 0 3 0,-1 0-4 16,-1 3 4-16,0-3 0 0,-3 2 1 0,3 0 7 16,0-2-12-16,0 3 8 0,1-1-9 0,1 0 12 0,1 0-8 15,-1-2 1-15,7 1-2 0,0-1 2 0,-2 2 2 16,2-2-2-16,0 1 2 0,-2-1-5 0,2-2 0 15,-2 1 0-15,-2 1 2 0,3 0 9 0,-3 1-6 16,6-3 3-16,-6 2-4 0,-3 1-1 0,5-1-3 16,-8 0 0-16,1 2 0 0,2-1 5 0,-8 1 2 15,2 0 1-15,-2 2 0 0,-2 0-4 0,0 0 3 16,3 0-2-16,-5 0 3 0,2 0-3 0,-1 0-4 0,1 0 3 16,-2 0-2-16,1 0 10 0,1 0-2 0,-1 0 1 15,-1 0-3-15,0 0-7 0,-1 0 9 0,1 0-5 16,-1 0 8-16,0 0-10 0,-3 0 4 0,1 0-1 15,0 0 2-15,-1 0 0 0,-1 0-8 0,0 0-1 0,0 0-4 16,2 0-20-16,-1 0-62 0,1 0-57 0,0-2-17 16,0 0-303-16</inkml:trace>
  <inkml:trace contextRef="#ctx0" brushRef="#br1" timeOffset="158725.17">17216 2664 524 0,'0'0'62'0,"0"-2"87"0,0 0-47 0,0 0-1 15,0 0 0-15,0 0-1 0,0-1 2 0,0-1-42 16,0 0 6-16,0 2-19 0,-2-3 0 0,0-1 20 16,0 1-7-16,2 1 9 0,-2 0-21 0,1 1-13 15,1-1 3-15,0 0-6 0,0 0 7 0,0 1-14 0,0 1 0 16,0-2-6-16,0 2-2 0,0-1 9 0,0 1-3 16,0-2 5-16,0 2-8 0,0 0 10 0,0 0-5 15,0 1 7-15,0-1-2 0,0 0 10 0,0-2-1 16,0 0 2-16,0 1-14 0,0-1-1 0,0 2-2 15,0 0-1-15,0 0-15 0,0 1-6 0,0-1-2 0,0 0-2 16,0 0-9-16,0 0 12 0,0 0-6 0,0 2 7 16,0 0-7-16,0 0 4 0,0 0 1 0,0 2 0 15,1 0 0-15,1 2 2 0,0 1 0 0,7 16 0 16,-1 1 0-16,1 6 5 0,-1 0-3 0,-3 3 3 16,-1 1-6-16,0 1 1 0,-3 3 2 0,-1-5-1 15,0-1 3-15,0-4-8 0,0 0 2 0,0 2-3 0,0-2 10 16,0-2-7-16,2 0 5 0,0-4-5 0,0 1 2 15,0 1 6-15,0-5-11 0,0 1 8 0,-2-3-11 16,1 0 8-16,1 0 3 0,0-2 0 0,0 0-3 0,0 0 3 16,0-2-3-16,0 2 3 0,-1 0-5 0,1-4 1 15,0 2 0-15,-2-1-1 0,0-3 0 0,0 1 3 16,0-1-3-16,0 0 2 0,0-1-4 0,0-2 3 16,0 1 0-16,0-1 2 0,0 0-1 0,0-2 9 15,0-1-6-15,0 3 6 0,0-2-12 0,0 2 7 16,-2-1-4-16,-1 1 5 0,-1-2-4 0,-15 11 2 15,1-4 1-15,-5 1 0 0,3-5 2 0,1 1 3 0,-3-3 5 16,0 1-3-16,0 0-1 0,-1 0 3 0,1 1-10 16,2-1 8-16,1 0-7 0,4-1 4 0,2-1 4 15,4 0-2-15,1 0-3 0,5-2 2 0,-3 0-5 16,2 0 4-16,1 2-9 0,-1 0 2 0,0-1 0 16,2 1 1-16,1-2 2 0,-1 0-6 0,0 0 4 0,0 0-4 15,0 0 5-15,0 0 2 0,0 0-7 0,1 2 4 16,-1 0-4-16,2 0 2 0,0 0 1 0,0 0-2 15,0-1-2-15,0 1 1 0,2 0-2 0,-1 0 2 16,1 0 5-16,2 0-5 0,0 0 3 0,7 1-3 16,7 3 1-16,1-1-4 0,3-1 2 0,2 0-3 15,1 0 4-15,1-1 0 0,3 1 0 0,1 0-1 0,-2-1 1 16,-2 1 2-16,0 0-2 0,-6-2 0 0,3 1 1 0,-5 1 0 16,-1 0-1-16,-4 0 0 0,-4-3 1 0,-1 1 0 15,1 2 3-15,-2 0-4 0,-1-2-4 0,-4-2 4 16,-1 0 0-16,1 0 2 0,0 0 2 0,0 7 2 15,2-1-4-15,-4-5 3 0,3 7-3 0,3 1 2 16,-4-2 6-16,2 5-5 0,-3-1 1 0,-1 0 2 16,-3 7-6-16,-3-1 6 0,-7 7-5 0,-2-3 5 15,8-5-3-15,-21 1 4 0,6 0-8 0,-8 0 3 16,2-1-1-16,0-1 0 0,2-4-3 0,6 4 2 0,-2-2 1 16,5 4-1-16,0-6-1 0,2 0-1 0,2-2 0 15,4-1 0-15,0 1 2 0,3-1 0 0,1-3-2 16,1 1 1-16,0-1 3 0,1 1-5 0,1-1 3 15,0 1-4-15,0-2 2 0,0-1 0 0,-2 3-1 16,3-2 1-16,1-2 0 0,0-1-1 0,0 1-2 0,0 0 1 16,0 0-4-16,0 0 6 0,0 0-3 0,-2 1 3 15,2 1-5-15,0 0 2 0,2 0 2 0,-1-1-1 16,3-1 1-16,5 2 0 0,12 3-1 0,3-1 0 16,2-4-4-16,-2-2 8 0,-2 0-4 0,3 0 5 15,-7 0-2-15,1-2-5 0,-3 2 4 0,-4 0-4 16,-1 0 6-16,-9 0 0 0,1 0-2 0,1 0 0 0,-2 0 0 15,0 0 3-15,0 0 3 0,-1 0 0 0,1 0 2 16,-2 0-7-16,0 0 0 0,0 2-1 0,0 0 3 16,-2-1-1-16,1 1 2 0,-1 2-1 0,2-2-3 0,-8 11-2 15,1 0 2-15,-1 0 0 0,1 2 4 0,0 0-3 16,1-2 1-16,0 3-1 0,1 1 2 0,-1 2-3 16,3 1-1-16,-1 2 0 0,0 0 3 0,2-1-3 15,0 3 4-15,1 2-3 0,1 0 4 0,0 0 0 16,-2 0-5-16,0-2 2 0,0 0-4 0,0 4 4 15,0 2-1-15,0 0 2 0,1-1-1 0,-1-3-3 16,0 2 2-16,0 0-2 0,0 0 1 0,0 0 1 16,0 1 0-16,1-3 1 0,-1-1 1 0,2 1-2 0,0-4 0 15,0 0 0-15,0 0 0 0,0-3 4 0,0-2-4 16,0-1 2-16,0 1-5 0,0-4 4 0,2 2-1 16,-1-4 2-16,1 2 0 0,0 0-5 0,0-2 3 15,0 0-5-15,0 0 5 0,0-1 0 0,-1-1 0 0,1-2 0 16,0 3 4-16,0-3-1 0,0 1-2 0,0-1-1 15,0-1-2-15,-2-1 3 0,0-1 0 0,0 1 1 16,0 1-5-16,0-2 4 0,0 1-1 0,0 1 1 16,0-2 2-16,0-1 0 0,0 1-3 0,0 2 0 15,0-3-2-15,0 1-3 0,0 2 10 0,0-3-6 16,0 3 6-16,0-2-4 0,1 1-4 0,-1-3 2 0,0 2-5 16,0-1 6-16,0-1 1 0,0 0 2 0,2 2-6 15,0 0 3-15,0-1 0 0,-2 1 1 0,0 0 4 16,0-2-1-16,0-1-2 0,0 3 1 0,0-2 2 0,0 0-5 15,0 0 2-15,0 0-3 0,0-1-1 0,0 1 2 16,0 0 0-16,0 0 2 0,0 0 2 0,0 0-1 16,-2 0-2-16,0-1 1 0,0 1-2 0,1 0 1 15,-1 0 4-15,0 0-2 0,0 0-3 0,0 0-4 16,-2-1 5-16,1 1-2 0,-5 2 12 0,-5 2-11 16,-3-1 0-16,1-1-4 0,-6 1 4 0,-1 3 0 15,-2-1-3-15,-4 3 2 0,-2-1 0 0,1-2 3 16,-3 3 1-16,-1 1 0 0,-3 0-8 0,1 0 1 0,-4-2 4 15,7-1 0-15,3-1 7 0,3-1-5 0,2-1 3 16,0 3-3-16,-2-1 6 0,1-1 2 0,5-3 1 16,5 1 1-16,2-2 10 0,4 0 4 0,-2 2-6 15,0-3 4-15,1 1-15 0,5-2-6 0,1 0 3 0,0 0-4 16,1 2 2-16,-1 0-3 0,0 0 0 0,2 0-2 16,0 0-9-16,1-1-10 0,-1-1-5 0,0 0-3 15,0 0-33-15,0 0-57 0,0 0-29 0,2 0-26 16,0 0-251-16</inkml:trace>
  <inkml:trace contextRef="#ctx0" brushRef="#br1" timeOffset="159463.32">17665 3484 298 0,'0'0'54'0,"0"-1"76"16,0-1-25-16,0 0 1 0,0 0-2 0,0 0-2 15,0-2-26-15,0 3-11 0,0-3 4 0,0 2-5 16,0-2 13-16,-2 1-1 0,0 1-4 0,2 0 1 16,-1 0-15-16,-1 0-8 0,2 0 1 0,-2 0-4 15,2 1 0-15,-2-1-1 0,0 0-2 0,2 0 1 16,0 0-9-16,0 0-10 0,0 0-4 0,0 1-3 0,0-1-3 15,0 0-8-15,0 0 7 0,0 0-6 0,0 2 13 16,0 0 3-16,0 0-2 0,0 2 4 0,0 0 6 16,0 5-16-16,4 17 7 0,0 2-11 0,-1 4 3 0,1 2-5 15,0-3-2-15,-2 1 0 0,1 3-1 0,1-5 1 16,0 2 2-16,-1 0-2 0,1-6 0 0,0 2 3 16,1 0-10-16,-1-4 9 0,2 0-6 0,-3-5 3 15,1-2 0-15,0 0-2 0,0 0-1 0,-3-4 14 16,1 0 3-16,-2-4 2 0,0 1 0 0,0-4 1 15,0-1-1-15,0-1 2 0,0 0 0 0,0 2-2 16,0-1 0-16,0 1 0 0,0 0 6 0,0-2 3 16,0 0-8-16,0-1 4 0,0 1-20 0,0-2-5 0,-2 0 2 15,1-2-4-15,-1-1 4 0,-2-10-6 16,-5-15 4-16,1-4-5 0,3 3 3 0,-1-5-4 0,4 1 2 16,-1-3-3-16,1 3 3 0,0 3-5 0,2 1 0 15,0 3-1-15,0 1 5 0,2 3-3 0,1 4 1 16,1 3-1-16,2 0 8 0,1 0-4 0,2-2 3 0,1 3-5 15,1-1-4-15,-4 2 11 0,14 0-5 0,-1 2 7 16,4-4-7-16,-3 2-1 0,-1 2 4 0,2-2-1 16,-1 3 5-16,-1 3-5 0,1-1 1 0,-5 3-2 15,1-1 3-15,-4 3-7 0,-4 1 2 0,-1 0-3 16,-3 0 11-16,-1 0-6 0,0 0-1 0,-1-1-2 16,1-1-2-16,0 2-6 0,0 0 5 0,-1 0-6 15,-1 0-11-15,0 1-25 0,0-1-30 0,0 2-3 0,0 0-154 16,-1 0-102-16,-1 2-34 0</inkml:trace>
  <inkml:trace contextRef="#ctx0" brushRef="#br1" timeOffset="160011.54">17981 3904 668 0,'0'0'23'0,"0"-2"-5"0,0 0 106 0,0 0-15 15,2 1 33-15,0-3-44 0,-1 0-24 0,1 0 6 16,-2 1-8-16,2-1 24 0,0 0 4 0,0 1 4 0,0-1-4 16,0 0-13-16,-2 0-13 0,0 1-1 0,0 1-2 15,0 0 5-15,0 0-7 0,0 0-3 0,0 0-3 16,0 1-17-16,0-1-19 0,0 0 5 0,0 2-10 15,0 0 2-15,0 0-4 0,-2 2 3 0,0 0-4 16,0-1-1-16,0 3-3 0,2-2-5 0,-9 13 3 16,0 2-6-16,1-3-6 0,1 3 3 0,1 0-4 15,1 0 6-15,1-3 0 0,0 1-5 0,2 0 3 16,2-2-7-16,0 0 4 0,0 0 3 0,0-2 0 0,2 0-4 16,2 1 5-16,0-1-5 0,-1-2 5 0,3 0 3 0,-1 1-8 15,-1-3 3-15,9 0-5 0,-2 1 2 0,4-3 1 16,0-1 2-16,-6 0-1 0,8-2 7 0,-2 9-9 15,-8-7 5-15,10 3-5 0,0-1 6 0,-8-5 3 16,4 1-8-16,-2-2 6 0,-5 0-4 0,1 0 5 16,2-2 2-16,-5 2-1 0,3-3 2 0,3-3-4 15,-3 1 3-15,2-5-4 0,-3-8-1 0,3-3-1 16,-5 3 1-16,2-3-1 0,1-1-4 0,8 2 5 16,-2-5-3-16,-6 5 5 0,-1 0-2 0,-2-1 6 0,-4 3-3 15,0 3 5-15,-2-2 0 0,-2 4 0 0,0 4 0 16,-3-2 0-16,5 7-3 0,-13 0-5 0,-11 0 1 15,2-12-3-15,-4 5-4 0,-5 5-6 0,5 6-3 16,-7 4-1-16,3 3-8 0,-1 4-73 0,1 2-23 0,4 2-33 16,-1 4-221-16,4-10-362 0</inkml:trace>
  <inkml:trace contextRef="#ctx0" brushRef="#br0" timeOffset="191402.71">20224 2485 256 0,'0'0'27'15,"0"0"35"-15,0 0 13 0,0 0 15 0,0 0-6 0,0 0 1 16,0 0-6-16,0 0 10 0,0 0-10 0,0 0-13 16,0 0 1-16,0 0-6 0,0 0 1 0,0 0-14 15,0 0 3-15,0 0-8 0,2 0 1 0,-1 0-6 16,1 0 7-16,-2 0-5 0,0 0 2 0,0 0 1 16,0 0-1-16,0 0 3 0,0 0 9 0,0 0-15 15,0 0 3-15,0 0-7 0,0 0-1 0,0 0 0 16,0 0-4-16,-2 0 3 0,1 0-6 0,-1 0-4 0,0 0 3 15,0 0-5-15,-2 0-10 0,1 0 11 0,-3 0-13 16,-5 0 11-16,-2 0-11 0,0-1 3 0,0 1-4 16,-2-2 2-16,-2 0-6 0,1 2 3 0,-5-2 6 15,3 2-4-15,-1 0 3 0,0 0-2 0,-1 0-1 16,0 0 1-16,-1 0 3 0,1 0-2 0,5 0 3 0,-11 0-3 16,2 0 3-16,-4 0-5 0,0 0 0 0,6 0-1 15,1 0-2-15,1 0 0 0,-4 0 1 0,2 0-1 16,-3 2 2-16,1 0 2 0,2 0-3 0,-2-1 3 15,3 1 0-15,1 0-5 0,1 0 2 0,1 0-4 16,-1 2-1-16,1-1 2 0,-1 1 2 0,1 0-1 16,1-2 2-16,-2 1 0 0,3 1-3 0,1-2 3 0,0 2-3 15,0-1-2-15,0 1 7 0,0-2-4 0,4 0 9 16,2 0-11-16,0-1 0 0,-3 1-2 0,1 0-1 16,0-2 4-16,-2 2-1 0,2-2 3 0,-2 2-1 15,0-2 0-15,0 2-1 0,-4 0 1 0,4-1 1 0,2 1 2 16,-2 0-3-16,4 0 3 0,-4 0-2 0,0 0-3 15,2 0 7-15,-2-1-5 0,0-1 7 0,0 2-4 16,4-2-5-16,-1 0 2 0,-1 0-1 0,-2 0 0 16,2 0 2-16,2 0-2 0,-2 0 2 0,1 0-1 15,-1 0-1-15,-4 2-1 0,6-2-2 0,-6 0-1 16,0 0 1-16,6 0-1 0,-8 2 0 0,8-2 6 16,2 0-6-16,-3 0 7 0,3 0-11 0,1 0 4 0,1 0-1 15,-1 0 1-15,1 0-10 0,1 0 5 0,0 0-4 16,0 0 5-16,3 2 0 0,-1-2-7 0,0 2 4 15,0 0-5-15,2-1 7 0,0-1-5 0,0 0 2 16,2 2-2-16,2-2 1 0,9 2-28 0,11 0-54 0,-6 0-1 16,8-2-249-16</inkml:trace>
  <inkml:trace contextRef="#ctx0" brushRef="#br0" timeOffset="-204890.83">6917 10766 756 0,'0'0'0'0,"-2"0"8"0,0 0 75 0,0 0-17 16,0 0 18-16,0 0-19 0,0 0 13 0,1 0-26 15,-1 0 3-15,0-1-15 0,0-1-8 0,0 2-4 0,0 0 0 16,2 0-3-16,0 0-11 0,0 0-11 15,0 0 3-15,-2 0-5 0,2 0 5 0,-1 0-3 0,-1 0 7 16,2 0-4-16,-2 2 14 0,0-1-4 0,0 1-3 16,0 0 3-16,0 2 5 0,1 1 4 0,-5 5 4 15,0 1-1-15,1-2 8 0,1-1-12 0,0-3 4 0,1 1-6 16,1-3 2-16,0-1 0 0,-9 0-3 0,3 4 2 16,-1 1 0-16,2-3-13 0,-1 0 8 0,-1-1-10 15,2-1 1-15,1-2 3 0,0 0-4 0,5 0 4 16,-1 0-8-16,0 0 1 0,-2-2-4 0,0 0 2 15,1 1-12-15,1-1 9 0,0-2-7 0,0 0 7 16,0 1-9-16,0-7 0 0,2 1 6 0,0 0-5 16,2-1 3-16,2 1 6 0,0 2-4 0,-1-1 5 0,16 1-3 15,0-1-1-15,5 3 2 0,-4 1-1 0,2 0 1 16,3 1 2-16,1 1-3 0,0 0 3 0,1-17-2 0,-1 10 0 16,0 4 4-16,0 1-2 0,-1 4 2 0,-1 0-2 15,2 2 2-15,2 1-1 0,-1 1 4 0,-1 0 3 16,0 1-2-16,0 1 2 0,0 0 1 0,2-1 7 15,-6-1-5-15,-1 0 6 0,-1-1 0 0,-1 1-4 16,-4-2 8-16,1 2-7 0,-1-1 3 0,-2 1 2 16,0 0-4-16,-3-2 4 0,-1 1-9 0,-4-1-1 15,1 0 0-15,0 0-1 0,-3 0-9 0,1 0 4 16,0-1-5-16,1 1 6 0,1 0-2 0,-1 0-3 16,-1-2-1-16,2 2-1 0,-3-2-15 0,1 0-31 0,2 0-7 15,-3 0-9-15,1 0-39 0,0 0-65 0,1 0-9 16,-1 0-31-16,2-2-144 0</inkml:trace>
  <inkml:trace contextRef="#ctx0" brushRef="#br0" timeOffset="-204470.93">7214 10750 1167 0,'0'0'24'0,"0"0"-2"16,-2 0-3-16,0 0 8 0,0 0-13 0,0 0 23 15,-1 0 35-15,-1 0-1 0,0 0 11 0,-5 2 1 0,0-1-30 16,-1 3-1-16,1 0-11 0,2-2-5 0,-3 1-12 16,3 1 8-16,-1 0-10 0,1 1 6 0,0-3 1 15,-1 15 3-15,-1 0-2 0,1 1 0 0,-1 3-10 16,2 1-1-16,-3 2-2 0,3 2-2 0,0 4 0 15,-3 0-4-15,3 1 3 0,1 1-5 0,1-4-4 16,1 5 3-16,2 4-3 0,-18-2-2 0,7 1-5 16,5-1 1-16,3-2-3 0,3-1 8 0,2-1 2 15,2-3-2-15,0-4 2 0,1 1-6 0,3 1 2 0,-1-6-1 16,3 2 1-16,-1-3-1 0,1-1 3 0,-1-3-1 16,2 0 0-16,-1-2 4 0,-1-2-1 0,1-1 6 15,-1-3-4-15,8 0 8 0,2-1-5 0,-4 0 1 0,2-3 0 16,-1 1 5-16,-1 0-11 0,2-2-1 0,-2-1-4 15,-2 9-5-15,1-3-36 0,-5-3-8 0,0-2-13 16,4 1-63-16,-1-1-50 0,5-2-46 0,-1 0-34 16,12-5-486-16</inkml:trace>
  <inkml:trace contextRef="#ctx0" brushRef="#br0" timeOffset="-203816.33">7812 11953 65 0,'0'0'38'16,"0"0"0"-16,0 0 49 0,0 0-13 0,0 0 13 15,0-2-2-15,0 0-9 0,0 0 10 0,0 0-12 16,0 1-2-16,0-3 0 0,0 0-9 0,0 2 8 16,0-1-3-16,0-5 3 0,0 3 0 0,0-3-1 0,0 1 0 15,0 3 6-15,0-3-2 0,0 1 2 0,0 0-12 16,-2 1-4-16,2 3 1 0,0-2-2 0,-2-1-5 16,0 1-12-16,-2-3-2 0,4 5-4 0,-3-2-6 15,-1 0-8-15,2 4 1 0,-7-7-4 0,-1 1-1 0,1 3-5 16,-2-1 8-16,0 2-8 0,0 0 3 0,-2 2-2 15,0 0-5-15,-2 2 3 0,-2 4-4 0,2 1-4 16,-1 2 0-16,1 2-2 0,0-1 4 0,0 12-4 16,2-2 1-16,2 3-3 0,0-5-4 0,1 3 3 15,1 1 2-15,2-2 1 0,-1 3 4 0,3-5-7 16,-1 1-1-16,-7-1-2 0,4 1 4 0,1-2 0 16,5-1 0-16,1-3-1 0,0 0-3 0,2-3 7 15,2 1 2-15,0-2 2 0,1 0 5 0,1-1-5 0,0-3 2 16,0-1-4-16,12 2-1 0,3-3 7 0,-1-1 0 15,-1 9 1-15,0-1 0 0,-2-5-4 0,1 1-1 16,1-2-2-16,0-4-5 0,0 0-2 0,-3 0-6 0,1-2 1 16,-2 0-9-16,-2 0-39 0,-1 0-9 15,-1 0-15-15,0 0-65 0,-1 1-69 0,-1 1-17 0,1 0-30 16,-3 0-174-16</inkml:trace>
  <inkml:trace contextRef="#ctx0" brushRef="#br0" timeOffset="-203218.14">8250 12226 375 0,'0'0'98'0,"-2"0"212"0,0 0-289 0,0 0 35 15,0 0-6-15,0 0 17 0,1 0-4 0,-1 0-24 0,-2 0 4 16,0 0-10-16,1 0-6 0,-1 0-9 0,0 0-4 16,2 0 0-16,-1 0-4 0,1 0 3 0,-2 0-8 15,0 0 5-15,1 0-10 0,-3 0 6 0,-1 0 3 16,3 0 1-16,2 0-1 0,-2 0 13 0,1 0-3 0,-1 0 6 15,0 0-1-15,0 0 2 0,1 0 4 0,1 0-2 16,0 0 3-16,-2 0-12 0,1 0 6 0,-1 0-7 16,0 0 1-16,0 0 4 0,1 0-8 0,-1 0 7 15,0 0-5-15,1 0 1 0,-1 0 8 0,0 0-5 16,2 0 2-16,0 0-1 0,1 0-1 0,-1 0 2 16,0 0 6-16,0 0-6 0,0 0-1 0,0 0-1 15,0 0-2-15,1 0 0 0,-1 0-1 0,0 0 2 0,0 0 1 16,0 0-6-16,0 0 1 0,0 0-3 0,-1 0-7 15,-1 0 8-15,0 2-6 0,1 0 6 0,-3-1-13 0,-3 1 7 16,-2 2-3-16,-1 0 5 0,3-1-1 0,0 3-2 16,0 0 2-16,-1-1-2 0,1-3-4 0,0 15 5 15,-1-1-2-15,3 1 5 0,-2 4 3 0,1-1 0 16,1 2-1-16,1 1 0 0,1-3-9 0,3-2-2 16,-11 1-2-16,4-2 1 0,3 1 0 0,4-3 4 15,2 0-4-15,0-4 5 0,4 2-1 0,1 0 2 16,-1-4 4-16,2-1-3 0,-4-1 1 0,16-3-6 15,4 3 4-15,1-1-5 0,-3-2-3 0,1-2 1 16,-5 9-5-16,5 0 5 0,-5-6 2 0,3 1-25 0,0-4 7 16,-3-2-18-16,3-2-31 0,3-4-50 0,-5 1-10 15,3-4-16-15,1-1-76 0,-5 1-128 0</inkml:trace>
  <inkml:trace contextRef="#ctx0" brushRef="#br0" timeOffset="-202845.17">8487 12356 589 0,'0'0'51'0,"0"0"-49"0,0 0 63 0,0 0-25 15,-2-2 28-15,1 0 22 0,-1 0 0 0,0 0 5 0,0 1-8 16,0-1-13-16,0 0-5 0,0 0-1 0,1 0-6 16,-1 0-6-16,0 0 5 0,0 1-5 0,0-1 8 15,0 0-22-15,1 0 2 0,-1 0-9 0,0 0-2 16,0 0-13-16,0 1 7 0,0 1-8 0,0 0 4 0,1 0-3 15,-1 0-4-15,0 0 2 0,0 0 0 0,0 0-4 16,0 0-2-16,0 0-1 0,1 0-5 0,-1 1 6 16,0 1-4-16,0 0 4 0,0 0-3 0,0 2-3 15,0-1 3-15,-5 16-4 0,1 0-5 0,1 1 3 16,1 0-1-16,0 3 1 0,3 3 1 0,-1 0 5 16,0 1-3-16,2 3 3 0,0 0-9 0,0 0 6 15,2-3-5-15,0 1 6 0,-2-4-1 0,1-1 2 0,1-1 0 16,0-2-2-16,2-1-3 0,-2 0 10 0,0-5-1 15,-1-1 5-15,3 0-4 0,-2-1 2 0,0-1 0 16,0-2 0-16,-2-3-7 0,0-1-5 0,2 3 1 16,-2-5-1-16,0 1 1 0,1 0-19 0,1-1-2 0,-2-1-13 15,2 2-69-15,0 0-237 0</inkml:trace>
  <inkml:trace contextRef="#ctx0" brushRef="#br0" timeOffset="-200330.09">8836 11409 316 0,'0'0'0'16,"-1"0"10"-16,-1-2 102 0,0 0-25 0,0 0 2 16,0 0-36-16,0 1-5 0,0-1 8 0,1 0 3 0,-1 0-1 15,0 0-8-15,0 0-1 0,0 0-5 0,0 1 1 16,0-1-20-16,1 0-1 0,-1 0 3 0,0 0-1 16,0 2 22-16,0 0-5 0,0 0 3 0,0 0-6 15,1 0-5-15,-1 0 7 0,0 0-3 0,0 0 4 16,0 0-12-16,0 0-9 0,0 0-4 0,1 0-1 15,-1 0-14-15,0 0 11 0,2 0-5 0,0 0 8 16,2 0 0-16,0 0-4 0,1 0 4 0,12 0-5 0,15-2 0 16,3 2-5-16,1-2 2 0,-3 1-3 0,5-1 0 15,-3-2 3-15,0 0-5 0,1 1 4 0,-6 1-11 16,-1 0 8-16,-2 0-2 0,-3 0 6 0,-2 0-7 0,1 0 6 16,-3 1-3-16,-3-1 3 0,0 0-11 0,-2 2 5 15,-2 0 3-15,0 0 2 0,-3 0 1 0,-3 0 2 16,-1 0-5-16,0 0 5 0,-2 0-2 0,-1 0 0 15,3-2-2-15,0 0-1 0,0 0-7 0,-1 2 0 16,-1 0-4-16,0-2 2 0,0 1-18 0,0 1-48 16,0 0-7-16,-1-2-23 0,1 0-104 0,2 0-197 15</inkml:trace>
  <inkml:trace contextRef="#ctx0" brushRef="#br0" timeOffset="-199975.58">8887 11658 780 0,'0'0'27'15,"-2"0"-1"-15,0 0-2 0,0 0 0 0,0 0-7 0,0 0 31 16,0 0 36-16,1 0-4 0,-1 0 8 0,0 0-47 15,0 0-27-15,0 0 2 0,2 0-7 0,0 0 18 0,0 0 5 16,2 0-1-16,0 0 3 0,3 0-3 0,20-2-2 16,-1 0 1-16,5 0-2 0,1 0-3 0,0 2 6 15,1-2 0-15,1 1 2 0,-6 1-14 0,4-2-8 16,-3 0-3-16,1 0 0 0,0 2 0 0,-6 0 0 16,3 0 2-16,-5 0 0 0,2 0 8 0,-1 0-2 15,-1 0-1-15,-3 0 2 0,0 0 9 0,-4 0-8 16,0 0 6-16,-4 0-8 0,-2 0-5 0,-3 0-3 15,0 0-1-15,-2 0 0 0,1 0 0 0,1 0-9 16,0 0-6-16,-1 0-9 0,-1 0-90 0,0 0-545 16</inkml:trace>
  <inkml:trace contextRef="#ctx0" brushRef="#br0" timeOffset="-199213.67">10769 10826 784 0,'0'0'59'16,"0"0"8"-16,0 0-26 0,0 0-10 0,0-2-11 15,0 0 68-15,0 0-3 0,0 0 9 0,0 1-11 0,0-3-11 16,0 0-7-16,-2 0-1 0,2 1-2 0,-1-5-7 16,-3 1-3-16,0-1-4 0,2 5 0 0,-1-3-8 0,1 2-13 15,-8 3 8-15,-1-1-11 0,0 0 0 16,0 0-11-16,-2-7-2 0,0 1-1 0,6 5 0 0,-3-1 1 16,-1 0-2-16,2 2 0 0,-8 0-15 0,0 2 5 15,3 0 0-15,-5 2 2 0,-1 2 1 0,-3 3 7 16,3 1-4-16,-2 1 6 0,-3 2 7 0,5 0-5 15,-4 4 4-15,7-4-6 0,0-1-6 0,1 8-1 16,1 3 0-16,2 1-1 0,0-2-2 0,4 6 8 16,1-1-9-16,-1 2 5 0,2 3-11 0,3-2 6 15,-4 0 0-15,7 0 3 0,-3-4-4 0,-13 2 1 0,4 4 1 16,6-6 1-16,3-2 4 0,2 0-3 0,2-7 6 16,2 0-5-16,4 3 8 0,-1-5-8 0,3 0 5 15,-1-1-5-15,2-1 2 0,15-2-1 0,4-2-6 16,-2-1 4-16,0-2-7 0,2-1 8 0,-2-1-1 0,0 0 4 15,0 15-15-15,-2-6-12 0,0-5-4 0,2-3-4 16,-3-3-27-16,1 0-43 0,-2 0-10 0,0-3-13 16,2-1-64-16,-3 2-127 0,1 0-60 0</inkml:trace>
  <inkml:trace contextRef="#ctx0" brushRef="#br0" timeOffset="-198844.34">11141 11427 476 0,'0'0'122'0,"0"0"22"0,-2 0-67 15,0 0-47-15,0-1-21 0,2-1 31 0,-2 0 26 16,0 0 8-16,0 0 2 0,2 0 6 0,-1 0-23 16,-1 1-2-16,0-1-7 0,0 0-3 0,0 0-8 15,0 0 9-15,0 0-9 0,-1-1 12 0,-1-1-1 16,-2 0-5-16,-5-3 2 0,-2 1-16 0,0 1-5 15,-5-1-1-15,-1 2 0 0,3 4-4 0,-3 0 17 16,2 2-10-16,1 2 11 0,-3 3-19 0,2 3-2 0,-1-9-1 16,1 20 0-16,-2 1 0 0,3 0-7 0,1-1-3 15,4 1-2-15,-2 0-6 0,3-1 5 0,3-1-1 0,1-1 2 16,5-2-1-16,-11-1 2 0,5-3-1 16,1 0 0-16,3 0-5 0,1-3 3 0,2 3 4 15,0-2-2-15,0-2 2 0,2 0 0 0,1 1-4 0,1-3 2 16,2 2 0-16,-4-5 5 0,12 0-3 0,1-1 3 15,-2 7-3-15,0-1-4 0,0-2 3 0,0-1-4 16,0-2-2-16,0-1-8 0,2-1-3 0,0-2-4 16,0-2-20-16,3-1-27 0,1-3-5 0,3-3-14 15,2-2-82-15,-3 1-127 0,1-1-58 0</inkml:trace>
  <inkml:trace contextRef="#ctx0" brushRef="#br0" timeOffset="-198485.87">11423 11635 924 0,'0'0'11'0,"0"0"0"0,-2-1 31 16,0-1 9-16,0 0 5 0,-1 0 39 0,-1 0-15 15,0 0 0-15,0 0-4 0,1 1-13 0,-1-1-23 16,0 0 2-16,1 0-8 0,-1 0 1 0,0 0-10 0,0 0 1 15,3 1-3-15,-1-1 1 0,0 0 2 0,0 0-1 16,0 0 1-16,0 0-7 0,0 0 16 0,1 1-10 16,-1-1 10-16,0 0-23 0,0 2-6 0,0 0 4 0,0 0-4 15,0 0 7-15,1 2-1 0,-1 0-3 0,0 3 3 16,-4 17 3-16,1 4-8 0,1 0 7 0,0 2-7 16,2 2 5-16,1 0-11 0,1 1 3 0,0 1-4 15,0-3 1-15,0 1 3 0,1 2-4 0,3-6 3 16,2 2 2-16,-1-2-4 0,-1-8 1 0,0 4-1 15,-1-3 0-15,-1-6 2 0,2 4-1 0,-2-8 0 16,0 0-11-16,0-1-25 0,-2-5-25 0,0 1-3 0,0-2-124 16,0 0-76-16,3 2-60 0</inkml:trace>
  <inkml:trace contextRef="#ctx0" brushRef="#br0" timeOffset="-197997.99">11935 11299 712 0,'0'-2'15'0,"0"1"35"0,0-3-35 0,0-4 50 0,2-12 0 16,0 5 19-16,0 0 17 0,0 4-18 0,0 0 7 0,-1 0-12 15,-1 3 2-15,0 3-10 0,0-1 0 0,0 3-5 16,0 1-13-16,0-2 6 0,0 0-4 0,0 1 4 16,-1 1-22-16,-1 0-18 0,0 0-5 0,0 0-2 15,0 2-10-15,-2 0 15 0,1 0-5 0,-12 8 8 16,0 1-2-16,4-7-4 0,2 16-3 0,1 3-1 16,1-6-9-16,3-2 2 0,0-2-2 0,-5 0 1 15,3-2 1-15,3-1-2 0,-1 1 4 0,2-4-4 0,2-1 4 16,0-2-1-16,0 0 5 0,0 2-1 0,0-1 8 15,0 1 3-15,2-2-2 0,0 0 3 0,0 0-3 16,0-1 1-16,-1-1-2 0,3 0 2 0,0 0-7 0,0 0-3 16,-1-1 2-16,1-1-1 0,0 0 8 0,-2 0 2 15,-1-2 3-15,1 1 1 0,0-1 11 0,0 0-2 16,-2 0-4-16,0 1 1 0,0 1-14 0,0 0 1 16,0 0-2-16,0 0 1 0,-2 0-12 0,0 1 0 15,0-1-2-15,1 2 1 0,-1 0-4 0,-2 0 4 16,0 0-4-16,2 0 4 0,-1 0-12 0,1 2-14 15,0-1-11-15,0 1-13 0,0 0-161 0,0 0-277 16</inkml:trace>
  <inkml:trace contextRef="#ctx0" brushRef="#br0" timeOffset="-196750.18">12947 10518 58 0,'0'0'17'0,"0"-2"1"16,0 0 13-16,0 0 2 0,2 0 11 0,-2-1 31 16,0-1-4-16,2 0 11 0,0 0-7 0,-2 1-17 0,0-1 5 15,0-2-12-15,2-3-15 0,-2 4 3 0,0-5 0 16,0-3 2-16,0 6 5 0,0-2 3 0,0-3 6 16,0 9-1-16,0-5 20 0,0-1-16 0,0 3 3 15,-2-7-9-15,0 0-8 0,0 0 9 0,0 2-8 0,0 0 6 16,2 4-15-16,0-3-5 0,0 5 5 0,0-1-4 15,0 3 11-15,0-1-9 0,0 2-4 0,0-2-1 16,0 2-10-16,0 1-4 0,0-1 4 0,0-2-4 16,0 0 6-16,0 1 8 0,0-1-5 0,0 0 5 15,0 2-14-15,0 0-9 0,0 1 0 0,0-1-3 16,0 0 1-16,0 0-16 0,0 0 4 0,0 0-8 0,0 2 12 16,0 0 1-16,0 2-1 0,0 0 1 0,0 2 3 15,0 24 4-15,0-1 2 0,0 5 0 0,2 0-4 16,-2 1 3-16,0-1 0 0,0 1 1 0,0 4 0 15,0 0 2-15,0 2-2 0,0 2 1 0,0 2-8 0,0-1 9 16,-4 3-4-16,3 1 8 0,1 3-11 0,0-3 4 16,-2 1-5-16,2-1 5 0,-2-5 2 0,-2 2-2 15,0-3 6-15,1-4-5 0,-1 1 5 0,0-9-3 16,3-2 1-16,-3-4-2 0,0 0-5 0,2-5 6 16,0 0-5-16,2-4 4 0,0-6-8 0,0 0-14 15,0-3 2-15,0-2-8 0,0 0-15 0,0 0-73 16,0 1 10-16,0 1-32 0,2-2-8 0,0 0-140 0,0 0-92 15</inkml:trace>
  <inkml:trace contextRef="#ctx0" brushRef="#br0" timeOffset="-195953.52">12927 10462 753 0,'0'0'208'0,"0"-2"-285"0,-2 0 246 0,0-1-139 0,-7-16-22 16,3 6 18-16,1 0 3 0,1 4 6 0,2 3 27 15,0 1-8-15,0-1-6 0,2 0-2 0,0 1-29 16,0-3 5-16,0 5-2 0,0-1 3 0,0-2-3 0,0 3 3 16,4-3 7-16,2-1-2 0,1-1 25 0,15 1-5 15,1-1-4-15,1-5 0 0,0 2 6 0,4-2-8 16,1 0 6-16,3 4-9 0,1-2-12 0,1 2-11 15,-1 1-1-15,-3 1-3 0,3 5-5 0,-5-17-1 16,4 6 1-16,-1 8-1 0,-5 3-4 0,0 2 5 16,-1 0-2-16,-7 4 3 0,6 1-6 0,-7 1 2 15,-2 1-1-15,3 2 2 0,-6-1 7 0,-1-1-5 16,2-5 1-16,-4 15-2 0,2-2 1 0,-2-2-4 16,-1 3 4-16,1 1-3 0,-2 2 8 0,1 1-1 0,-3-1-7 15,-3 1 5-15,0-3-9 0,0 0 7 0,11 1 0 16,-4-1 3-16,-3-2 0 0,-1 3 0 0,-3-3 0 15,-2 0-1-15,0 2-3 0,-2-3 10 0,-1 1-5 0,-5 0 6 16,-3 2-9-16,2-2 4 0,-15 0 1 0,-6-1 0 16,4 1-3-16,-5 0-10 0,-8 0 1 0,9 0-3 15,-2 0 3-15,3-2 5 0,3 2-4 0,0-2 4 16,1-2-9-16,3 0 3 0,2 0 1 0,3-2 1 16,0 2 0-16,4-1 0 0,2-3 0 0,0-1-1 15,2-1-2-15,3 1 1 0,-3-1 0 0,3-1 3 16,1 2 0-16,1-3-3 0,0 1-2 0,2 0 1 0,1 0-4 15,-1-1 3-15,2-1 2 0,-2 0 0 0,0 0 1 16,0 0-2-16,0 1-1 0,-1 1 0 0,-1 0 5 16,2 0-3-16,0-1 3 0,0 1-2 0,0-2 2 0,1 0-1 15,-1 0 0-15,0-1-1 0,0 1 3 0,0 0-4 16,0 0 2-16,0 0-2 0,1 0 6 0,-1 0-4 16,2-1-2-16,0 1 0 0,0 0 1 0,0 0-1 15,0 0 0-15,2 2 0 0,-1-1-2 0,1 1 2 16,0 0-1-16,2-1 2 0,-2-1 4 0,13 6-1 15,-1-1-2-15,3-1-1 0,2 1-3 0,-1-1 1 16,3 3 2-16,-1 2-1 0,4-2 4 0,0 3-5 16,2-1 3-16,4 0-3 0,-2 2 4 0,4-2-2 0,-6 0-1 15,0-3 0-15,-4-1 4 0,-4 2-4 0,3 2-2 16,-3-1-2-16,1-1-1 0,-2-2 9 0,-4-1 0 16,0 0 2-16,-2-1-12 0,-2 1 8 0,0 1-3 15,-3-3 5-15,-1-1-4 0,3 3 3 0,-1 0-4 0,1-1 2 16,3 3 0-16,-7-7 1 0,1 3 2 0,1 0-2 15,-3-2-2-15,1 1 5 0,0 1-4 0,0 0 3 16,-1 0 0-16,1-3-2 0,0 3 3 0,-1-2-3 16,1 2 0-16,0-1-2 0,0 1 0 0,-1 0 0 15,-1-2-5-15,0 0-12 0,0-1-7 0,0 1-6 16,0 0-71-16,-1 0-190 0,1 0-67 0</inkml:trace>
  <inkml:trace contextRef="#ctx0" brushRef="#br0" timeOffset="-195288.76">14345 11227 543 0,'0'0'0'16,"0"0"0"-16,0 0 16 0,0 0 16 0,0 0 0 15,0-2 54-15,0 0-5 0,-2 0-7 0,1 0 2 16,1 1-16-16,0-1-1 0,0 0-1 0,0 0 0 16,0 0-11-16,0 0 1 0,0 0 3 0,0 1-1 0,0-1-6 15,0 0-7-15,0 0 2 0,0 0-2 0,0 0 6 16,0 0-6-16,0 1 1 0,0-1-1 0,0 0 8 0,0 0-5 16,0 0 2-16,0-2-4 0,0 1-5 0,0-3 0 15,0 1-3-15,0 1 1 0,0 0-2 0,-2 1 4 16,-2-5-6-16,0 1 5 0,1-1-17 0,-1 3 14 15,0-1-2-15,-7-1 4 0,4 1-11 0,-5-1-10 16,-4-3-1-16,5 7-4 0,-4-1-6 0,0 2 3 16,0 2-5-16,0 0 4 0,-1 2-5 0,-1 4 1 15,4-1 2-15,-2 3 0 0,2-1 2 0,0 2 3 16,-2-7-2-16,2 15 2 0,0 3 0 0,2 1-9 16,0-5 8-16,0 3-6 0,-2-2 14 0,2-1-12 15,-1 3-2-15,3 1-1 0,0-1 10 0,3 1-10 0,1-1 7 16,1-2-7-16,2-1 11 0,-9-1-8 0,2 2 2 15,1-2-4-15,3 1 6 0,3-1 2 0,2 0-2 16,0 2 1-16,2-2-4 0,1 0 4 0,3-1 1 0,1 1 3 16,1-2-4-16,-4 0 1 0,18-2-3 0,0-1 3 15,0-3 0-15,3-1-5 0,-1-3 2 0,2 1-4 16,0-2-3-16,0 15-3 0,-6-8-9 0,4-3 2 16,-3-6-31-16,1 0-66 0,2-6-15 0,-2-1-34 15,4-5-211-15</inkml:trace>
  <inkml:trace contextRef="#ctx0" brushRef="#br0" timeOffset="-194854.28">14683 11596 952 0,'0'0'26'0,"0"0"63"0,0 0-77 0,0 0 70 0,0 0-3 16,0 0 24-16,0-1 0 0,0-1-24 0,0 0-4 16,0 0-7-16,0 0-20 0,0 0-2 0,0 0-4 15,-2 1 2-15,1-3-2 0,-1 0 0 0,0 0 5 16,0 1-5-16,0-1 5 0,0 0-16 0,0 1 5 0,1 1-7 15,-1 0 5-15,0 0-1 0,-2 0-11 0,0 0 4 16,1 0-27-16,-1 2 8 0,-3-1-1 0,-3 1 4 16,3 0-4-16,-4 1-5 0,-2 3 6 0,-4 5-5 15,2 1 5-15,4-1-5 0,4-2-1 0,5 10 0 16,-2 0 8-16,2 0-7 0,-2-3-1 0,-7 1-1 16,4 0 5-16,1 0-5 0,3 2 5 0,1-2-5 15,2-2 9-15,0 0-2 0,2-2-1 0,1 0-2 16,3 0-6-16,-1-2 0 0,1-1-2 0,-4-3 2 0,9-1 2 15,0 0-5-15,2-1 5 0,0-1-5 0,2 0-5 16,0 7-18-16,-4-3-4 0,4-2-5 0,0-3-35 0,0 1-103 16,3-2-23-16,-1-2-41 0,1-3-207 0</inkml:trace>
  <inkml:trace contextRef="#ctx0" brushRef="#br0" timeOffset="-194429.19">15134 11531 1063 0,'-1'0'73'16,"-1"0"149"-16,-2 0-210 0,0 0 59 0,1 0-13 15,-3 0 31-15,-3-1 6 0,1-1-11 0,1 0-2 16,5 2-5-16,0 0-17 0,-2 0-14 0,3 0-2 16,-3-2-6-16,2 2-11 0,-2-2-4 0,1 0-2 15,-1 0-1-15,2 1-10 0,0 1-8 0,-2 0 7 0,3 0-6 16,-1 0 12-16,0 0-3 0,0 0 2 0,0 0-2 15,0 0 8-15,0 0-2 0,1 1 3 0,-1 1-2 16,0 0-5-16,0 0-1 0,0 2-5 0,0-1 4 16,0 5-4-16,1 5-1 0,-1 0-1 0,0 4-1 15,0-3-2-15,2 3 1 0,-2 2 4 0,-2 3-4 0,3 2-2 16,-3 6 2-16,2 0-4 0,2-1 4 0,0 3 0 16,0-1 2-16,0 1 1 0,0-2-2 0,0-3-6 15,0-2 2-15,0 1 1 0,0-4 2 0,0-2 0 0,0 1-4 16,2-3 3-16,0-3-3 0,1 4 8 0,-1-4-8 15,2-2 1-15,0-2-1 0,-2-4 5 0,-1 2-2 16,1-1 3-16,0-3-3 0,0 1 5 0,-2-2-6 16,2 1 2-16,0-1-4 0,0 0-3 0,-1-1 4 15,1 1-5-15,0 0 5 0,0 0-4 0,0-1-16 16,0-1 0-16,0 0-10 0,-1 0-46 0,1 0-138 16,0 0-68-16</inkml:trace>
  <inkml:trace contextRef="#ctx0" brushRef="#br1" timeOffset="-180545.82">18863 2606 318 0,'-2'0'0'0,"0"0"97"0,0-2 5 0,0 0 5 16,0 1 14-16,1-1-65 0,-1 0 15 0,2 0 24 15,0-2 1-15,0 1-6 0,0 1-33 0,0-4-22 16,0 2 6-16,0 3-11 0,2-3-6 0,-1 0 10 15,1 2-5-15,0 0 9 0,0 1-2 0,0-1 2 0,0 2-4 16,0 0 2-16,-1 0-11 0,1 0 1 0,0 2 5 16,0-1-1-16,0 1 12 0,0 0-7 0,0 0 3 15,-1 0-3-15,1 0 14 0,0 0-8 0,0-2 1 0,0 0-4 16,0-2-10-16,1 0-6 0,5-9-2 16,9-19-2-16,-4-2-10 0,0 3 5 0,0-3-5 0,0 1 6 15,-2-3-8-15,-2-1-2 0,-2 0 1 0,1-2-2 16,-1-2-3-16,1 0 4 0,-5 1-1 0,1 7 2 15,0 5-2-15,0 4 0 0,-3 5-2 0,1 6 2 16,-2 1-1-16,0 5 8 0,0 3-3 0,0-2 1 16,0 1-13-16,0 1 0 0,0 0-3 0,-2 2 2 15,1 2-2-15,-3 5 6 0,-13 27 2 0,2 5-1 16,2 0 0-16,0 1 0 0,-2 5 2 0,2-6-1 0,2 2-3 16,0-2 0-16,2-2 0 0,0-2 1 0,-1 0 4 15,5-3 0-15,-3 0 1 0,3-5-1 0,3-1-1 16,0-5 6-16,-2-1-7 0,2-5 5 0,2-4-8 0,0-1 8 15,0-5-2-15,0 1 5 0,0-3 5 0,0 1 3 16,0-2 2-16,0 0-1 0,0 0 2 0,2-2-1 16,0-2 1-16,0-2-2 0,5-20 0 0,1-6-9 15,-3 1 2-15,1-1-5 0,-2-2-2 0,-2 1 4 16,-2-3-2-16,0 1 3 0,0-1-4 0,1 7-4 16,1-5-1-16,0 8-1 0,2-4 0 0,-2 2 9 15,0 6-4-15,-1-1 5 0,-1 12-4 0,0 7 1 16,0-2-5-16,0 1 2 0,0-1-4 0,0 2 1 0,0 0 5 15,0 2-4-15,0 2 2 0,2 0-4 0,-2 4 0 16,8 23-2-16,-5-5 6 0,1 4 2 0,-2-4-1 16,2-1-1-16,-1-1-5 0,1-4 6 0,0-1-2 0,0-2 5 15,-3-6-6-15,1-1 4 0,0-3-3 0,-2-3 4 16,0 0-5-16,2 2-7 0,0-1-4 0,0-1-8 16,0 0-67-16,-1-2-225 0,1 0-38 0</inkml:trace>
  <inkml:trace contextRef="#ctx0" brushRef="#br1" timeOffset="-178391.22">18991 2584 548 0,'-2'0'64'0,"0"0"-54"0,0 0 71 0,0 0-24 16,-14 0 20-16,-1 0 28 0,-2-2-3 0,10 2 5 15,4 0-38-15,-5-2-1 0,7 2-10 0,1 0 6 0,0 0-13 16,-2-2-17-16,2-1 7 0,0-1-11 0,1-7 0 15,1-4 7-15,0 0-3 0,1 0 7 0,1 0 1 16,4-1-2-16,-1-1 3 0,3-2-4 0,-1 4-8 0,3-1 0 16,1-5-5-16,-2 3 5 0,2-5-7 0,0 5-9 15,0-1 1-15,1 1-3 0,1-3 4 0,0 3-2 16,-12-3 0-16,16 5-1 0,-2-5-8 0,2 1 0 16,1 3-1-16,5-5 1 0,-7 5 1 0,3 2 0 15,-1-3 0-15,-3 1 0 0,4 2-3 0,-2 2 2 16,-1 0-1-16,1 4 0 0,2-2-1 0,-3 0-5 15,5 1 3-15,1-1-3 0,0 0 6 0,2-2 1 16,2 0-4-16,2 0 3 0,2 0 0 0,1 0-1 16,-1 0 0-16,2-2 0 0,1 0 0 0,2 2 3 0,3 0 0 15,1-2 0-15,1 2-7 0,1 0 2 0,2 0 3 16,-4 4 0-16,-2-2-2 0,-4 2-1 0,3-1 0 16,-5 1 1-16,3 2 2 0,1-1-8 0,2 3 1 15,0-3-3-15,2 3 10 0,4-1-6 0,3-1 5 0,3 1-5 16,-3-3 5-16,2 1 0 0,3 1-3 0,-5 0 2 15,2-1-7-15,-3-1 3 0,-4 3-3 0,-2 1 4 16,0 1-2-16,-4 0 3 0,0-1-1 0,0 3 2 16,-1 0 4-16,-3-2-4 0,3-16 0 0,1 7-2 15,4 4-4-15,-2 1 4 0,0 3 1 0,2 1 1 16,-3-2-3-16,3 3 3 0,3-3-5 0,-1 1 5 0,0-1-2 16,2-1 0-16,-2-1-1 0,-1 1-1 0,3-1 2 15,2 1-2-15,-4-1 6 0,5-1-5 0,0 2 3 16,1 1-3-16,3 1 2 0,0-1-3 0,2 0 2 15,2 3 0-15,-4-1-2 0,-4 0 2 0,1 2 4 0,-3 1-4 16,-1-1 4-16,-4-2-3 0,0 0 3 0,-2 1-2 16,2-1-2-16,-2 2 0 0,2 0 0 0,-1-2-2 15,1-1 2-15,1 1-3 0,1 0 1 0,4 3 5 16,5-1 0-16,-9 0 2 0,3 0-5 0,-1 2 6 16,-8 0-4-16,4-2 5 0,-2 2-8 0,-1-2 5 15,1 2-7-15,0 0 6 0,-4 0-4 0,1 0-2 16,-1 2 5-16,2-2-4 0,3 2 1 0,-1 2 2 0,0-1 1 15,4 1 2-15,-2 0-4 0,0 0 1 0,2-1 0 16,-2 1 0-16,0-2-4 0,-2 0 5 0,-6 0 0 16,6-1 4-16,-1 1 2 0,5 0-5 0,-4-2-2 15,-4 0 0-15,-1 0 2 0,-1 0 4 0,-1 0-3 16,1 2 1-16,1 0-10 0,-4 0 9 0,2 0-2 0,1-1 4 16,1 1-8-16,-3 0 2 0,5 0 0 0,1 2 2 15,0-1 1-15,4 1-4 0,-5 0 2 0,1 1-3 16,-3-1 5-16,-1 0-2 0,5 0 2 0,-3-3-2 15,0 3 3-15,3 0-4 0,-3 0 1 0,0-1-1 16,1 1 4-16,-1 0-2 0,1 1-2 0,-3-1 0 16,1 0 5-16,1 1-6 0,-1-1 1 0,-2 0-2 0,-1-1 2 15,3 1 3-15,-2 0 2 0,-3 0-1 0,3-3-2 16,0 1 6-16,-4 0-3 0,4 0 3 0,-5-2-4 0,-2 0 0 16,-1 0 3-16,2 0-3 0,-2 0 0 0,8 0-1 15,-6 0 1-15,0 0 0 0,1 0 0 0,-5 0 3 16,0 0-3-16,1 0 3 0,-1 0-7 0,-1 2 2 15,3 0-4-15,-3 0 2 0,1-1-6 0,-1 1 9 16,1 0-3-16,-1 0 5 0,-1 0-8 0,1 0 6 16,1 0 0-16,1-1 3 0,1 1-4 0,2 0 1 15,2 0-1-15,-2 0 0 0,2 0-1 0,-4 0-1 16,3-1 3-16,-3 1-1 0,-2 0 6 0,4 2-7 16,-5 0 2-16,1-1-3 0,-1 1 8 0,-4-2-6 0,3 2 1 15,-3-3-3-15,4 3-4 0,-4 0 4 0,3 0 2 16,-1-1 2-16,0 1 4 0,1 0-7 0,3-1-1 15,1 1 0-15,-2-2 3 0,5 2 1 0,-5-2 2 16,2-1 0-16,2 1-4 0,1 2-2 0,-3 0 2 0,2-3-1 16,0 3 9-16,0 0-7 0,0 0 0 0,-3-3-2 15,-3 3-1-15,1 0 0 0,-4 0 0 0,-2-3 0 16,0 3 3-16,-2-2-3 0,4 2 0 0,-2-1-1 16,-2 1 6-16,0 0-7 0,0 0 2 0,0-1-4 15,0 1 5-15,2 0 0 0,2-1 4 0,2 3-3 16,-2-2-1-16,0-1-1 0,-8-1 2 0,2 0-1 0,1 0 0 15,-3 0 0-15,2 2-3 0,-5-3 2 0,2 1 4 16,-4-2 0-16,1 2-3 0,5 2 0 0,-6-4-10 16,1 2 11-16,1 0-2 0,0 3 5 0,1 3-3 15,1-1 2-15,-2 0-2 0,-1 1 2 0,1 1-4 0,-2-1-1 16,0-1 2-16,1 2 0 0,1 1 3 0,0-1-2 16,-2 0-4-16,0-1 1 0,-1-1-3 0,-1 0 9 15,0 1-4-15,2 1 4 0,0 4-10 0,0-2 7 16,-2 0-2-16,0 1 3 0,0-5-2 0,0 6 1 15,0-2 0-15,0 0 0 0,0 6-4 0,0-6 0 16,0 2-1-16,-2 0 1 0,0-2 6 0,0 0 1 16,1 1-1-16,-1-5 0 0,0 2-7 0,0 2-1 15,0 1 4-15,0-3-1 0,0 0 1 0,1 2 1 0,-3 4 1 16,2 0-1-16,0 0 0 0,0-8 2 0,0 1-1 16,1 1 2-16,-1-2-2 0,0 3 0 0,2-7 0 15,0 1 0-15,0 0-3 0,-2 0 1 0,0-1 0 16,0 1 3-16,0 0 5 0,2-1-5 0,0-1 1 0,0 0-2 15,0 0 11-15,0 0-5 0,0 0 3 0,0 0-6 16,0-2-1-16,0 0-5 0,0 0 2 0,0 0-2 16,0-2 6-16,0 0 1 0,0 0-1 0,0-2 1 15,0 1 5-15,2-9-4 0,-2-2 0 0,0 4-1 16,0 1-4-16,0 0 0 0,0 5 1 0,0-2 0 16,0 3 3-16,-2-1-5 0,1 0 4 0,-1 1-4 0,0-1 0 15,-2 0 5-15,0 2-7 0,3 2 5 16,-9-3-11-16,5 1 7 0,-1 0 1 0,4 2 2 0,0 0-4 15,-3 0-2-15,1 0-1 0,2 0 0 0,0 0 0 0,-1 2 4 16,-1 1-2-16,4-1 2 0,-6 9-4 0,3-1 5 16,1-1 2-16,2-2 0 0,0 1-4 0,0-3 1 15,2 3-1-15,1-3 1 0,-1-1 4 0,2 2 0 16,7 3-1-16,4 0 1 0,-4-3 2 0,6-1-3 16,1-1 2-16,1-2-3 0,1 0-2 0,-3-2 8 15,-4-2-5-15,-2 0 5 0,2-3-3 0,-5 1-1 16,1-2 1-16,-5 4-1 0,-2-11 0 0,9-1 3 15,-2-3 0-15,-3 4 1 0,-3 2-4 0,-1 1-1 0,-2 3 1 16,0 3-1-16,-2-3-3 0,0 3 1 0,-1 0-4 16,-10-5 5-16,-6 0 1 0,-1 3-4 0,1 4 1 15,-3 2-2-15,1 4 4 0,-1 5 0 0,-2 3 0 16,4-1-1-16,-5 4-4 0,7-2 4 0,3-2-1 16,2-2 4-16,6-5-8 0,3 7 4 0,0 2-2 0,2-2 3 15,-7 0-4-15,5-3 7 0,1-1-7 0,1-1 6 16,2-1-8-16,0-1 9 0,0-2 7 0,2 1 0 15,1 1 2-15,18 5-6 0,5-5 1 0,0-4-1 16,0-4 5-16,-8-1-5 0,3-4-4 0,1-6 0 16,-5 11 1-16,1-15 2 0,-5 1 4 0,-5 3-3 15,-1-2 1-15,-5 2 2 0,0 6 0 0,0 2 3 0,0 3 9 16,-2 2-2-16,1-2-3 0,1 1 1 0,-2-1-8 16,0 0-2-16,-2 2-1 0,1 1-1 0,-3-1-1 15,0 2-3-15,-3 0 0 0,-4 2-2 0,-2 1-4 0,3 1-10 16,7-2-5-16,-1 2-5 0,4-3-43 0,-6 14-343 15,6-4-53-15</inkml:trace>
  <inkml:trace contextRef="#ctx0" brushRef="#br1" timeOffset="-175108.38">17747 9188 1328 0,'0'0'164'0,"0"0"-196"16,0 2 196-16,0 0-95 0,0 0 39 0,0 0 35 15,0 1-5-15,0 1 9 0,0 0-36 0,0 0-23 16,0-1-1-16,0 3-9 0,2 3-16 0,0-3-7 0,-1-3-4 15,1 1-2-15,8-2-28 0,3 7-13 16,1 0 3-16,3-1-6 0,2-3-5 0,1-1-37 0,2-2-12 16,4-4-17-16,6-5-135 0,7-8-424 0</inkml:trace>
  <inkml:trace contextRef="#ctx0" brushRef="#br1" timeOffset="-112546.53">3912 5161 256 0,'0'0'-32'0,"0"0"39"16,0-2 36-16,0 0 22 0,-1 0 39 0,-1-1-8 15,0-1-40-15,2 0-8 0,-4-5 0 0,0 0-15 0,1-1-5 16,-1 1-2-16,0 2 2 0,2-1 3 0,1 3 15 15,1 1 1-15,0 0 4 0,0 2 4 0,-2-1-22 16,0-1 1-16,0 0-9 0,0 2-11 0,0 1 15 16,2-1 0-16,0 0 5 0,0 2 7 0,0 0-8 15,0 0-5-15,0 2-1 0,2 0-10 0,0 1 3 16,-2-1 1-16,7 17-1 0,1 1-3 0,-3 4-4 16,3 4 4-16,-3 4-5 0,3 7 3 0,-1 2 3 0,3 12-2 15,-1 7 2-15,0-1-5 0,2 10-7 0,0 0-6 16,2 1 2-16,-1 3-2 0,-1-1 0 0,0 4 8 15,-2 2-6-15,0 0 5 0,1-6-1 0,-3-1-3 16,-1-10 3-16,-1-5-4 0,-1-4 18 0,-2-6-3 0,0-7 11 16,-2-3 9-16,0-5-8 0,0-5 4 0,0-2-8 15,0-3-6-15,0-3-2 0,0-5-6 0,0-1 4 16,0-3-6-16,0-5-1 0,0-3 3 0,0 1-2 16,0 2 9-16,0 0-10 0,0-1 8 0,0-1-8 15,-2 0 0-15,0 0-8 0,0-2 0 0,0 0-2 16,0-2-3-16,0-2 3 0,-7-14-3 0,-2-14 3 0,0 1 2 15,0-8-7-15,2-8 3 0,-3-8-4 0,1-3 8 16,0-11-4-16,0-3-1 0,2-2-3 0,-1-6-1 16,1 2 10-16,2 4-2 0,1 1 3 0,1 4-2 15,1 3-4-15,0-1 4 0,2 4-2 0,2 11-3 0,-2 7 7 16,2 10-3-16,0 7 6 0,0 0-1 0,0 11-4 16,0 1 4-16,0 3-4 0,0 7 1 0,0 1 1 15,0 3-4-15,0-2 2 0,0 0-10 0,-1 2-3 16,1 1 4-16,0 1-3 0,0 1 12 0,0 3 0 15,-4 33 0-15,2 12 1 0,2-3-3 0,0 4 1 16,4 6-4-16,-2-6 3 0,3 6 2 0,-1 1-5 16,0 4 5-16,-1 1-5 0,-1 6 10 0,0 7-7 15,0 5 3-15,0 3-5 0,0-1 5 0,-1-4 0 0,1-6 0 16,0-3 1-16,2-4 6 0,-2-2-6 0,0-2 1 16,1-1-2-16,1-3 11 0,0-1-6 0,-2-2 3 15,1-2-5-15,1-6-2 0,0-1 1 0,-1-4 1 16,1-6 0-16,0 4 7 0,-2-8-8 0,0-5 6 0,-1-5-6 15,1-3 2-15,-2-1 5 0,0-2-7 0,0-6 6 16,0-1-9-16,0-5 16 0,0-1-3 0,0 0 7 16,0 2-6-16,0 0 5 0,0-1-2 0,0-1 2 15,0 0-13-15,0-2-2 0,-2-2-4 0,1-2 0 16,-12-29-3-16,1-10 2 0,-1-9 1 0,2-7 0 16,2 1 1-16,2-7-6 0,-1 6 5 0,3 5-6 15,1 2 1-15,0 7 5 0,2 6-2 0,2 10 2 0,0 1 1 16,0 9-1-16,2 3-2 0,0 3 0 0,0 3-1 15,-2 5 3-15,0 1-1 0,0 0 1 0,2 1-1 16,0-1-1-16,-1 2 1 0,1 0-1 0,0 0 2 0,0 2 3 16,0 0-3-16,0 2 3 0,0 2-3 0,5 13-5 15,2 18 3-15,-1 4-6 0,-5 5 5 0,-1 7 2 16,-2 2 1-16,0 3 0 0,0 5-2 0,0-1-1 16,-2 1 3-16,1 2 0 0,-3-5 7 0,0-2-2 15,2-6-2-15,-1-4 0 0,-1-1-6 0,0-8 9 16,2-2-6-16,0-3 8 0,2-6 2 0,0-4 5 15,-1 0 3-15,1-7-3 0,0 2 1 0,0-4 4 16,0-4-1-16,0-2 1 0,0-1-1 0,0-2 1 0,0-2 0 16,0-1 0-16,0 3-2 0,0 0-2 0,0 0 1 15,0-1-2-15,0-1 2 0,0 0-9 0,0 0 1 16,0 0-2-16,0 0 1 0,0-1-3 0,0 1-2 16,0 0 0-16,0 0-6 0,0-2-27 0,0 0-25 15,0 0-10-15,0 0-179 0,0 0-405 0</inkml:trace>
  <inkml:trace contextRef="#ctx0" brushRef="#br1" timeOffset="-83819.6">22404 11650 256 0,'0'-2'141'0,"0"1"-56"0,0-1 62 0,0-2 4 16,-2-11-91-16,0 0-8 0,0 4-9 0,0 0 4 15,0 2-2-15,0-1 3 0,2 5-7 0,0 1 8 16,0 0-6-16,0 3 11 0,0-1-8 0,0 0-6 16,0-2 1-16,0 0-11 0,0 1-23 0,0 1 7 0,0 0-12 15,0 0-1-15,0 0 4 0,0 0-3 0,-1 2 4 16,1 0-2-16,-2 2 1 0,2 2 0 0,-4 16 2 16,-2 12 2-16,-1 5-7 0,0 4 1 0,-3 4-2 15,1 3 9-15,0 6-3 0,-1 1-2 0,1 5-1 16,0 1-1-16,0-5 6 0,1-4 1 0,-1-2 0 15,0-4-9-15,-1 1 8 0,1 1-6 0,0-2 7 16,-2 1 1-16,-1 1-2 0,1-5 2 0,2-1-4 0,2 3-1 16,1-6 9-16,0 0 3 0,1-6 2 0,1-5 8 15,0-4-5-15,3-3 0 0,-1-6-1 0,0-4 4 16,2-2-5-16,0-3 1 0,0-4-2 0,0-1-2 0,0 1 9 16,0 2 3-16,0 0 2 0,0-1 9 0,0-1-13 15,0 0-5-15,0-2-3 0,0 0-15 0,0-2-3 16,0-1 1-16,-2-31-2 0,0 4 1 0,2-9 3 15,0 0-1-15,2-1 0 0,2-3-5 0,-1-2 1 16,3-1-3-16,-2-2 3 0,1-2-7 0,5 1 9 16,-3 1 0-16,2-2 3 0,1-2-5 0,-1-6 0 15,-2 6-1-15,1-2 0 0,-1 2 4 0,1 4-2 0,-3 0 1 16,1 5-2-16,-3 4-4 0,1 8 5 0,2-3-1 16,-1 6 1-16,3 1-7 0,-3 2 4 0,3-1-2 15,1 2 4-15,0 2-1 0,2-2-5 0,2 0 3 16,2 1-3-16,-13-1 6 0,20 0-3 0,4 2 2 15,4 0-1-15,2-1 4 0,5 5-3 0,-2-3-2 16,8 6 0-16,-1 2 3 0,1 6 1 0,-8 0 0 0,-1 1 0 16,-3 2-9-16,-5-12 4 0,4 3-4 0,-8 7 5 15,-1 6-9-15,1 2 5 0,-1 3 2 0,-8 3 1 16,-2 1 6-16,-2 8-2 0,-2 9 0 0,-3 2-2 16,-2 1 0-16,17 1 2 0,-8 0-2 0,-6 0 2 15,-1 1 1-15,-4-1 0 0,-2 1 3 0,-3-1-2 0,-5 0-1 16,-1 0 7-16,-2 3-2 0,-2-1 4 0,-1 1-5 15,14-1 4-15,-24-3-1 0,2 3 2 0,-6-6-3 16,-5-2 1-16,-1-2-1 0,-8-1 2 0,1-5 6 0,4 3-6 16,2-4 1-16,-2-2-4 0,5 0-5 0,1-4 6 15,1-3-3-15,6-1 5 0,1 1 4 0,2-4-6 16,3-1 5-16,5 1-6 0,0 9 5 0,6-5-6 16,0-2 2-16,-1-1-4 0,3-1 4 0,3-2-3 15,2 0-1-15,-1 2-1 0,-1-2-7 0,0 0 0 16,2 0 2-16,0 0-3 0,1 2-6 0,-1 0 2 15,2 0-2-15,0 0 3 0,0-1 6 0,2 1 0 16,-1 2 1-16,3 5 0 0,17 8 2 0,-1-2 1 16,-1 2-2-16,-1-3 1 0,4 5-4 0,-1 0 2 0,1-1 2 15,0 1 0-15,1-1-5 0,-1-1 7 0,4-2-2 16,2 0 5-16,5-2-3 0,-3 0-1 0,-2-2 1 16,3 0-1-16,-8-4-1 0,6 1 6 0,-1-3-6 0,0-1 6 15,0 2-5-15,-6-4 1 0,2 1 1 0,-3-1 0 16,-1 13 4-16,1-4-5 0,-1-3 2 0,-5-5-4 15,0 1 4-15,-4-2 5 0,0 0-2 0,-4-2 2 16,1 0-4-16,-3 0-1 0,-1 0 1 0,-2 0-1 16,0 0 3-16,0 0-8 0,1 0-10 0,1 0-5 15,0 0-74-15,0 0-77 0,-3 0-12 0,1 0-24 16,0 0-76-16,-2 0-110 0</inkml:trace>
  <inkml:trace contextRef="#ctx0" brushRef="#br1" timeOffset="-83335.08">23666 12430 311 0,'0'0'125'0,"0"0"-117"0,0 0 135 16,0-2-58-16,2 0-38 0,0 1-12 0,0-1-2 16,0 0-2-16,-1 0 4 0,3 0 28 0,0 0 8 15,0 0 7-15,-1 1 26 0,1-1-10 0,0 0-7 0,-1-2-2 16,1 0-25-16,-2 1-18 0,0-1 4 0,2-3-9 16,-1-1-1-16,-1 1-2 0,0-1-2 0,-2 3 1 15,0-3-7-15,0 3-11 0,0-1 0 0,0 2-4 16,0 3 0-16,0-1-2 0,-2-2 0 0,0 4-1 15,-18-11-2-15,-6 2 0 0,-4 5 3 0,2 4-2 16,-3 5 1-16,-6 7 4 0,3 1-6 0,-3 5 7 16,2 1-5-16,7-17 1 0,0 20 0 0,6 0 1 0,1 0-1 15,6 1-6-15,1-1-1 0,4-2-1 0,3 4 2 16,1-3-1-16,4-3 0 0,-11 1-2 0,6-4-3 16,0 2 6-16,3-1 3 0,4 1 3 0,0-2 12 0,2-4-6 15,1 0 4-15,1-3-5 0,-2 3 2 0,20 0-9 16,2-7 3-16,4 3-5 0,0-5 2 0,-2 0 3 15,6 0-4-15,-6 14 2 0,-2-5-16 0,-6-5-15 16,-5-4-11-16,0 0-6 0,4-2-84 0,2 0-33 16,-8-2-14-16,4-2-1 0,-8 2-28 0,-1 0-70 15,9-3-61-15</inkml:trace>
  <inkml:trace contextRef="#ctx0" brushRef="#br1" timeOffset="-82931.21">24034 12798 799 0,'0'-2'311'0,"0"0"-393"0,-2-2 351 0,2 2-189 16,-2-5-69-16,0 0-5 0,2 3 1 0,-2-5-3 15,0-1 2-15,1 3-6 0,-1-2 3 0,2 5-4 16,0-2-2-16,-2 1 3 0,0-1 0 0,0 1 3 0,0-1 5 15,-1 0 22-15,-1 1 0 0,0-1 8 0,-9 1 4 16,0-5 0-16,-2 1-6 0,-1 2 3 0,-3 1-11 16,-1 2-8-16,-1 4-1 0,-1 0-3 0,0 4-6 0,-3 4-2 15,-1 5 1-15,2 1-2 0,2-6 0 0,2 20-1 16,-1 0-4-16,-1-2 1 0,3 0-4 0,3-2 3 16,5-2 5-16,7 0-2 0,-2-1-2 0,-5-5 7 15,0 3-8-15,5-4 8 0,3 2-1 0,3-3 3 16,2 1 5-16,-1-4-3 0,5 1 5 0,0-3 6 15,-3 0-7-15,18-1 7 0,-1-3-3 0,2-3-4 16,6 0 5-16,0 16-7 0,0-7-12 0,0-5-3 16,0-4-7-16,1-2 1 0,-5-4-35 0,-1 0-50 15,1-3 4-15,2-2-21 0,0-2-19 0,-2-2-45 0,0 0-6 16,-2 0-15-16,4 0-39 0</inkml:trace>
  <inkml:trace contextRef="#ctx0" brushRef="#br1" timeOffset="-82696.58">24357 12783 902 0,'-2'0'85'16,"0"-2"-5"-16,0 0 22 0,0 0 4 0,1 0-25 15,-1 1-8-15,0-1-15 0,0 0-1 0,0 0-5 16,0 0-9-16,-1 0-13 0,-1 0-7 0,-4 1 1 0,-1-1-9 16,4 2 8-16,1 0 3 0,0 2 1 0,-3 18 7 15,-1 13-9-15,3 3 3 0,-6-3-5 0,1 4 4 16,3 0-13-16,-1 1 5 0,3-1-7 0,-16-4-5 15,8 2 2-15,8-3-5 0,1 1 6 0,2-5-1 0,2-4-7 16,2-3 5-16,-2-8-5 0,2 0-3 16,-2-6-26-16,0-3-4 0,0-2-8 0,2 1-23 0,0 1-59 15,0-2 2-15,-1 0-27 0,1-2-49 0,0 0-162 16</inkml:trace>
  <inkml:trace contextRef="#ctx0" brushRef="#br1" timeOffset="-82260.87">24682 11975 625 0,'0'0'107'0,"0"0"-2"15,-2-2-26-15,0 0-2 0,0 1-44 0,0-1-3 0,0 0-3 16,1 0-2-16,-1 0 0 0,0 0 2 0,0 0 5 15,0 1 7-15,2-1 0 0,0 2 40 0,0 0 15 16,2 0 2-16,0 0-1 0,2 0-26 0,16-2-10 16,8-2-3-16,3-1-1 0,1-3-7 0,3 1-9 15,2-1-5-15,2 1 0 0,2 1-13 0,-2 1-11 16,-7-1 0-16,-6 2-3 0,0 1-5 0,-2 1 1 16,0 0-2-16,0-2-1 0,-7 1-5 0,-4 1-13 0,-4 0 0 15,-3 0-8-15,-3 2-37 0,-1 0-41 0,2 0-3 16,-2 0-15-16,2-2-42 0,-3 2-61 0,1 0-17 15</inkml:trace>
  <inkml:trace contextRef="#ctx0" brushRef="#br1" timeOffset="-82073.7">24609 12217 937 0,'0'0'165'16,"0"0"7"-16,0 0-69 0,0 0-17 0,0 0-66 15,0 0-10-15,2 0 61 0,0 0-14 0,11-2 28 16,19-4-24-16,5 1 3 0,4-1-6 0,5-3 7 15,2 1 1-15,8-1-14 0,3 0 5 0,-3-2-12 0,5 1-14 16,-7-1-24-16,2 2-2 0,-4 0-5 0,-6-1-1 16,4 1-48-16,-3 0-9 0,-3 1-25 0,1-1-138 0,-6 3-93 15,-2 1-66-15</inkml:trace>
  <inkml:trace contextRef="#ctx0" brushRef="#br1" timeOffset="-52885.65">25957 11556 9 0,'0'0'17'16,"0"-2"3"-16,0 0-4 0,0 0-5 0,0 0-9 16,0-2-12-16,0-1 10 0,0-6 6 0,2 0-4 0,2-2 8 15,-2 0 34-15,0 0-5 0,-1 3 18 0,1 1 29 16,0 3-10-16,0-1 10 0,0 0-13 0,0-1-4 16,0 3 16-16,-1-3-22 0,1 1 15 0,0 1-51 0,-2 4-13 15,4-3 11-15,-4 3-13 0,4-2 4 0,-3 0 5 16,1 1-9-16,0-1 8 0,0 0-15 0,2 2 9 15,-1 1 6-15,1-1 2 0,-2 2 15 0,5-2-2 16,-1 2 4-16,5 0-3 0,0 0 1 0,-1 2-6 16,3 1-2-16,-4 1-1 0,0 2-5 0,-1-1 0 15,-1 3-4-15,2 5 4 0,-3 3-7 0,1 1 3 16,-1-2 0-16,-1 4 1 0,3-3-4 0,-3 3-12 16,3 1 5-16,-3-1-5 0,-3 1 14 0,0-1 2 0,0 1-4 15,11-1 3-15,-2 1-8 0,-3 1-2 16,-5-1 1-16,-1-1 0 0,0-3 4 0,-2 3 2 0,0-6-3 15,0-2 2-15,0 2-9 0,0-5 3 0,-2 1 2 16,0-2-1-16,2-3 4 0,-2 1 14 0,1-1-7 0,-1 0 10 16,0 0 3-16,0-1-10 0,-2-1 7 0,1 0-9 15,-1-2 0-15,0 0-8 0,0-2-2 0,1 0-2 16,-1 0-6-16,-3-11 1 0,5-9-1 0,-2-4 3 16,-2 2 3-16,-10-2-9 0,5 2 6 0,1-4-7 15,7 0 1-15,3 2 0 0,0 0-1 0,1 4 0 16,1 0 0-16,4-2 0 0,1 3-2 0,4-3 2 15,1 0-1-15,2 0 1 0,3-2 0 0,-13 2 0 0,20-2 1 16,-2 7-1-16,1 4 0 0,-1 0-1 0,-4 6-3 16,-3 0 5-16,-2-2-1 0,0 9 0 0,-4 0-5 15,-1 0 2-15,-3-2-3 0,-3 4 2 0,2-2-10 0,0 1 1 16,-1-1-1-16,-1 2 2 0,2 0-2 0,0 0-7 16,-2 0-4-16,-1 0-3 0,3 2-28 0,0 1-34 15,-4-1 3-15,9 11-16 0,2 4-37 0,-1 1-80 16,-3 1-91-16</inkml:trace>
  <inkml:trace contextRef="#ctx0" brushRef="#br1" timeOffset="-52337.4">26503 11819 970 0,'0'-2'0'0,"0"0"1"0,0 1-1 0,0-1 2 0,0-2 0 16,0 2 9-16,0-3-3 0,-2-3-5 0,2 5 3 16,0-1 5-16,0 2 5 0,0-2 4 0,0 1-1 15,0-1 5-15,0 2 5 0,0 0 9 0,0 0-1 16,0 2 30-16,0 2-19 0,0 0-5 0,0 5-5 16,0 25-16-16,0-1-1 0,0 5 1 0,2-3-1 0,-2 1 11 15,0 1-8-15,0 0 4 0,-2 0-6 0,0-3-2 16,1-2 12-16,1-6-8 0,0-2 10 15,-2-1-7-15,0-1-10 0,0-1 4 0,0-5-7 0,0-1-1 16,2-1 3-16,0-5-3 0,0 0 2 0,0-1-7 0,0-2 3 16,0-2 1-16,0 1 1 0,0 1 5 0,-2 0-3 15,1-2-2-15,1-1-1 0,0 1-8 0,0 0-7 16,0-2-1-16,0-2-2 0,0 0 6 0,0-1-3 16,0-7 3-16,0-12-6 0,0-2 0 0,1-2-3 15,3 0 2-15,4-4-2 0,-1 1 3 0,0-5-3 16,1 1 1-16,1 1 1 0,0 1 10 0,1 3-6 15,-3 5 3-15,1 3-5 0,-1 3 3 0,0 2-4 16,-1 2 1-16,-2 6-1 0,-2 3 0 0,-1 2 6 0,9-5 0 16,1 1 0-16,-2 3 0 0,0 1-4 0,1 2 1 15,1 2 0-15,-4 0 3 0,1 1-2 0,1 5 3 16,-5 16 0-16,3-2 11 0,-1 2-4 0,-4-3 2 16,14 3-3-16,-5 0 2 0,1 4-1 0,-7-6-3 0,1 2 3 15,-3-3 0-15,-1-5-6 0,0 3 4 0,-2-6-5 16,0 0 5-16,0 0-6 0,0-4 2 0,0 1-2 15,0-3 1-15,0-1-10 0,0-3 3 0,0-1-6 16,0 2 1-16,0 0-37 0,0-1 0 0,0 1-16 16,0-2-40-16,0 0-61 0,2 0-13 0,0-2-19 15,0 0-93-15</inkml:trace>
  <inkml:trace contextRef="#ctx0" brushRef="#br1" timeOffset="-52118.61">26503 11812 1458 0,'-2'0'21'0,"0"-2"46"0,1 0-53 0,-1 0-16 15,0 0 3-15,0 0-7 0,2 2 9 0,0-1 8 16,0-1 5-16,2 0 0 0,2 0 19 0,9-3-1 16,13-5-6-16,-2 1 2 0,0 0-19 0,4-2-7 0,1 1 3 15,-3 1-4-15,2 2-8 0,-5 1 1 16,-1 0-8-16,0 1 2 0,-3-1-38 0,-1 3-47 0,-3-1-16 15,2 0-12-15,-2 0-71 0,0 1-140 0</inkml:trace>
  <inkml:trace contextRef="#ctx0" brushRef="#br1" timeOffset="-51712.43">27437 11192 1012 0,'-2'-2'29'0,"0"-2"63"0,-11-16-93 15,4 3-4-15,-2-3 2 0,4 3-1 0,1 4 1 16,0 0 12-16,3 4-9 0,-1 1 9 0,2 3-7 0,0 1 18 16,0 0 4-16,1 0 7 0,-1 3 26 0,-2-1-9 15,0 0-1-15,1 0-5 0,-1 0-10 0,0 0-4 16,0 0-2-16,1 2-2 0,-1 0-10 0,0 2 1 15,1 2-3-15,-5 7 2 0,-3 11 1 0,0 10-3 16,3-2 3-16,3 5-5 0,1 6-11 0,0-2 1 16,3 3 1-16,-3-1 1 0,0 4 0 0,-1 1 0 15,-3 3-2-15,-1 4 2 0,0 3 3 0,-3 4-4 16,3-1 2-16,-2 2 0 0,2-7 8 0,-1 0-9 0,3-8 0 16,1-7-3-16,1-2 3 0,1-5-2 0,0 0 6 15,3-6-4-15,-1-4 9 0,0-4-11 0,0-3 4 16,0-4-5-16,2-5 3 0,0-2-2 0,-2-1-10 15,0 1 3-15,1 0-32 0,-1-2-16 0,0 0-6 0,0-1-4 16,0-1-29-16,0 0-21 0,2-1 1 0,0-7-11 16,0-27-26-16,0-8-56 0</inkml:trace>
  <inkml:trace contextRef="#ctx0" brushRef="#br1" timeOffset="-51452.1">27619 11036 624 0,'0'0'78'15,"0"-2"-63"-15,0 0 86 0,0 0-34 0,0 0-23 16,0 0-17-16,-2 1 7 0,0-1-7 0,0 2 14 0,1 0 2 16,-1 0-10-16,0 2 6 0,0-1-13 0,0 3-4 15,-2 4 3-15,-3 8-5 0,0 7-6 0,-1 3 7 16,4-2-3-16,-1 7 3 0,1 1-12 0,0 5 11 16,1 6 0-16,1-3 4 0,0 1-3 0,0 0 3 15,0 0-8-15,0 5 6 0,-3 1-9 0,-1 1 2 16,1 4 1-16,1 2-1 0,2 0-3 0,-1-2 3 15,1-6-4-15,-2-1 3 0,0-3-12 0,1-3 3 0,-1-1 1 16,0-11 0-16,0 3 0 0,3-8-3 0,-1-3-2 16,0 0 1-16,2-10 0 0,-2 2-1 0,2-4-5 15,0-3-1-15,0 2-37 0,0-3-33 0,0 1-7 16,0 0-12-16,0-2-55 0,0 0-152 0</inkml:trace>
  <inkml:trace contextRef="#ctx0" brushRef="#br1" timeOffset="-50828.8">28011 11234 1029 0,'0'-2'10'0,"0"1"12"0,-2-3-12 0,0 0-13 16,0 0-4-16,2 3-3 0,0-1-4 0,0 0 2 15,-2 2 19-15,1 0-6 0,-1 2 47 0,0 1-8 16,-13 33-7-16,2 1 3 0,0 2-3 0,0 2-4 16,-2 3 7-16,2-1-7 0,2 0 1 0,0-2 1 15,2-2-11-15,-1-2 8 0,5-4-22 0,1-1 10 16,0-3-1-16,4-6 3 0,0 1-6 0,0-7-1 16,0-3 0-16,0 3-1 0,0-10 2 0,0 3 0 15,0-3 0-15,0-3-1 0,0 0-10 0,0-1 25 16,0-1-6-16,0 0 12 0,0 0-14 0,0 0-14 0,0-2 6 15,0-2-9-15,0 0-1 0,-2-11 4 0,-1-19-8 16,1-1 8-16,0 0-4 0,2-3 0 0,2-1 3 16,0 0-3-16,1-2-2 0,3 0 3 0,1 0-5 15,1 6 5-15,1-3 4 0,0 5-8 0,1 1 7 0,3 2-8 16,-2 6 2-16,2 2-2 0,-6 7 3 0,19 3 0 16,-2 1 10-16,1-8-3 0,-1 6 0 0,-6 6-2 15,5 5-4-15,-10 0-2 0,1 1-1 0,-1 3-1 16,-5 0 3-16,1 1 0 0,-3 3 1 0,7 12 0 15,-6 1 2-15,-3-1 4 0,-4 2-6 0,-4-3 4 16,-3 3-5-16,-3-1 8 0,1-3 0 0,0-3 2 0,5 2-8 16,-20-6 5-16,-2 2-5 0,7-2 4 0,1 0-10 15,5-3 2-15,0 1 5 0,2 2-2 0,3 0-1 0,1 2 1 16,1 0 0-16,1 4 1 0,-1-2 2 0,4 0-6 16,-9 0 1-16,2 1-2 0,3 1 9 0,3-2 5 15,1 0-3-15,2-6 3 0,0 4-8 0,3 0 4 16,3-2 1-16,1 0 1 0,-3-5 14 0,9-1-5 15,11 3 6-15,0-1-5 0,2 1 10 0,0-6-10 16,-3 12 0-16,-1-3-4 0,4-1-7 0,0-5-7 16,-2-1 0-16,0-2-3 0,-3-2-1 0,-7 0-2 15,3 0-18-15,-6 0 2 0,0-2-92 0,-3 2-66 16,-1-2-26-16,-3 2-30 0,0 0-261 0</inkml:trace>
  <inkml:trace contextRef="#ctx0" brushRef="#br1" timeOffset="-50557.83">28601 11595 1459 0,'0'-2'70'0,"-2"0"-86"0,1 0 74 0,-1 0-41 15,0 0-32-15,0 0-12 0,0 1 6 0,0 1-5 16,0 0 22-16,1 0 11 0,1 1-2 0,0 3 7 0,-2 13 0 15,-2 13-1-15,0-1 9 0,1 5-6 0,-1-1 8 16,0 1 0-16,0-1-9 0,1 2 6 0,-1-5-18 0,0-2 7 16,2-2-8-16,1-4 7 0,-1 2-10 0,2-3 3 15,0-5 1-15,0-3 0 0,0 0-7 0,0 0 2 16,0-5-10-16,0-1 3 0,0-3-44 0,0 0-51 16,0-1-5-16,0 1-24 0,0 0-104 0</inkml:trace>
  <inkml:trace contextRef="#ctx0" brushRef="#br1" timeOffset="-50217.54">29047 11127 1127 0,'0'-2'8'0,"0"0"0"0,-2 0 5 0,0-2-4 0,0 1 1 15,0-1-6-15,1 0 3 0,-1 1-7 0,0 1 4 16,0 0-14-16,0 0 27 0,0 0 7 0,0 2 8 16,1 2 26-16,-1 0-13 0,2 0 0 0,-13 29-5 15,3 1-8-15,3 5-4 0,3 0-2 0,1 0-2 16,3 2-12-16,0-4-3 0,0 3 3 0,0-5-3 0,0 2-4 16,-2 2 1-16,0-1 0 0,-2 1 0 0,0-2 2 15,3 0-3-15,-1-3-5 0,2 1 3 0,0 1-3 16,0-3 0-16,2-3 2 0,-1-4-2 0,1-3-9 0,2-6 2 15,-2-4-3-15,0-6 2 0,0 1-9 0,-1-1-34 16,-1-3 8-16,2 2-16 0,0 0 1 0,0-2-55 16,0-1-18-16,0-1-15 0,-2-1-88 0</inkml:trace>
  <inkml:trace contextRef="#ctx0" brushRef="#br1" timeOffset="-49923.51">29275 11058 382 0,'0'-2'83'0,"0"0"7"0,0 0-4 0,0-1-27 16,0-3-8-16,0-5-1 0,0 4 24 0,0-5 3 16,0 7 2-16,0-1-9 0,0 3 2 0,0-1-4 15,0 0 3-15,0 0-25 0,0 3-22 0,0-1 0 0,0 0-5 16,-2 2 6-16,1 2-1 0,-1 1 1 0,0 12-2 16,-2 17-1-16,0 5-11 0,4 4 2 0,0-2-4 15,0 3-1-15,0 1-8 0,0-2 2 0,2 2-2 16,0-1 7-16,0-4 2 0,0 1 0 0,-2-2 0 15,2 0-2-15,0-2-4 0,-1 0 1 0,1-3-1 16,0 1 8-16,-2-3-11 0,0-4 2 0,0-5-3 16,0-1 6-16,0-3-5 0,2 1 5 0,0-3-4 0,-2-4 0 15,0 0-7-15,0-7-6 0,0 2-2 0,0-3-32 16,0 1-9-16,2 0-18 0,-2-1 0 0,2-1-107 16,-1-2-168-16</inkml:trace>
  <inkml:trace contextRef="#ctx0" brushRef="#br1" timeOffset="-49317.29">29808 11043 1121 0,'-2'0'21'0,"0"-2"0"0,1 0-9 0,-1 1 4 15,0-1-11-15,0 0 16 0,0 0-8 0,0 0-2 16,0 2-2-16,1 0-4 0,-3 0 1 0,0 2-2 15,0 2 2-15,-5 12-1 0,-2 12 5 0,2 4 1 16,3 1 1-16,1 4 4 0,1 2 5 0,2 0-2 0,0-3 2 16,0-3-3-16,-1 0 0 0,-3 1-1 0,4-3-2 15,0 1-10-15,2-4 9 0,-2 2-2 0,1-4 3 16,-3-2-16-16,2-2 5 0,0-2-3 0,2-5 6 16,0 0-5-16,0-4 6 0,0-1-1 0,0-5 3 15,0-3-3-15,-2 2-3 0,0-1 3 0,1 1-4 16,-1-2-3-16,-2 0-6 0,0-2-3 0,-9 0 2 0,-2-4 8 15,-3-5-6-15,1-2 3 0,0-2-7 0,1-13-2 16,1-2 11-16,2-4-3 0,0 1 5 0,2-3-3 16,5 1 1-16,1-6 1 0,-18 0 0 0,10 0-1 0,6-4-1 15,5 2 1-15,4 6 1 0,3 0 6 0,3 5 2 16,3 4-1-16,2 0 2 0,0 4-5 0,-9 5 3 16,24 0-1-16,1 3 2 0,5 4 10 0,1 1 28 15,-2 3-4-15,5 5 9 0,-3-5-18 0,2-16-3 16,0 11-5-16,-3 7 0 0,-5 4-18 0,-6 4-3 15,-1 1-2-15,-5 3 0 0,-3 1-8 0,-4-2 5 16,-1 6-4-16,-5 10 4 0,-2 1-4 0,16 5 5 16,-9 1 2-16,-7 5 1 0,-4-3 0 0,-5 1-3 0,-4-1 5 15,-6-2-3-15,13 1 7 0,-29-5-5 0,0 2 0 16,-1-6 0-16,-1 2 2 0,5-3-1 0,2-4-4 16,6-1 2-16,5-3-3 0,6 0-1 0,2-3 5 15,0-3-5-15,7-1 12 0,0-3-11 0,0 1 1 16,-2 0-2-16,1-1 2 0,-1 1-4 0,2 0 1 0,0 0-3 15,0-1 0-15,2 1 3 0,0-2 0 0,2 0 1 16,2 0 5-16,11 5-6 0,9 2-2 0,2-3-2 16,0-2-5-16,-2-3 3 0,2-1-5 0,-2 0 0 15,-2 0-42-15,-3-1-149 0,-2-1-2 0,1 0-82 16,1-2-332-16</inkml:trace>
  <inkml:trace contextRef="#ctx0" brushRef="#br1" timeOffset="-48969.29">30263 11511 1497 0,'0'0'5'0,"0"-2"3"0,2 0 6 16,0 0-10-16,1 1 8 0,5-3-1 0,18-11 2 15,0 2 2-15,5 2-1 0,-6 3 0 0,-1 3 1 16,-9 3-8-16,-6 2 5 0,2 0-17 0,-4 2 7 15,5 2 3-15,-5-1 1 0,-5-1 8 0,11 19-11 0,-6 1 3 16,-7 2-4-16,-3 2 10 0,-9 2 2 0,-1-4-2 16,4 2 1-16,-24 2-1 0,-1-8 15 0,3 4 3 15,3-1 2-15,4-3-1 0,3-3-15 0,6-2-3 16,1-6-4-16,1 2-9 0,3 2 5 0,3 0 3 0,-1-2-1 16,5-3-3-16,-1-5 8 0,4-1-4 0,0 0 8 15,0 0 13-15,-4 3-4 0,1 3 5 0,1-3-5 16,2 1 6-16,0-4-1 0,2 2 1 0,-1-1-2 15,3-1-5-15,24 9-12 0,-4-5-1 0,8-4-5 16,-3-2-2-16,5-2-3 0,3-2 3 0,-5-1-3 16,-1-1 3-16,3-3-20 0,-7-1-12 0,1-1-11 15,0-2-111-15,-4 2-111 0,0-2-72 0</inkml:trace>
  <inkml:trace contextRef="#ctx0" brushRef="#br1" timeOffset="-46074.27">31022 11390 299 0,'-1'0'42'0,"-1"0"1"0,0-2 31 0,-2 1 6 16,0 1-19-16,-9-4-16 0,2 0-13 0,2 2 1 16,2 0-3-16,1 1 7 0,0-1-5 0,3 2 9 0,-1-2-8 15,0 0 19-15,1 0-19 0,-1 2 8 0,2 0-10 16,0 0 19-16,0 0 17 0,0 0-1 0,2-2 8 16,0 2 4-16,2-2-21 0,2 1 3 0,13-3-9 15,18-4 2-15,6 3-23 0,0-3-1 0,1 1-8 16,3 0-10-16,0 1-1 0,1 2-2 0,-7 1-1 15,-4 1-14-15,-5 0 7 0,-4 0 0 0,-2 0 3 0,-4 0 1 16,-7 2-5-16,0 0 0 0,-5 0-4 0,-1 0-6 16,-1 0-8-16,-1 0 1 0,-3 0-3 0,0 0-6 15,2 0-22-15,0 0-3 0,-1 0-9 0,-1 0-47 0,0 0-35 16,0 0-20-16,0 0-4 0,-2 0-63 0</inkml:trace>
  <inkml:trace contextRef="#ctx0" brushRef="#br1" timeOffset="-45828.15">31204 11227 296 0,'-1'-2'48'0,"-1"0"60"0,0-2-31 0,-2-5-7 15,-1-4-7-15,1-2 1 0,-2-3-12 0,4 3 2 0,1-2 10 16,1 2-5-16,0 6 8 0,0 0-9 0,0 0-4 16,0 7-1-16,0-6-15 0,0 5-2 0,1-1-3 15,-1 2 1-15,2-2-12 0,0 1-15 0,-2-1 2 16,0 2-5-16,2 0 3 0,-2 0 5 0,0 2-4 0,0 2 6 15,2 0 8-15,0 11-5 0,1 20-2 0,-1 1-2 16,-2 3-8-16,0 2 1 0,-2 0 8 0,-3-6-6 16,-1 3 6-16,1-3-1 0,-1-1-5 0,1-1 3 15,-3 3-5-15,3-3-1 0,-1 3 3 0,0-3-1 16,3-1 0-16,1-2 3 0</inkml:trace>
  <inkml:trace contextRef="#ctx0" brushRef="#br1" timeOffset="-45499.9">31975 10852 846 0,'-2'-2'9'0,"0"0"1"0,-1 0 5 15,-1 0 0-15,-2-1-19 0,-1-3-2 0,-2 1 1 16,7 5-3-16,-2-4-14 0,0 2-9 0,2 0-1 16,1-2 0-16,-1 1 19 0,2-1 6 0,0 0 4 0,0 1 0 15,0-1 10-15,0 0-6 0,0 0 1 0,0 3-2 16,0-1 3-16,0 0-12 0,0 0-5 0,0 0-5 15,2 0-27-15</inkml:trace>
  <inkml:trace contextRef="#ctx0" brushRef="#br1" timeOffset="-43570.94">32107 11095 273 0,'0'-2'30'0,"0"0"-3"0,-4-14 13 15,0-8 10-15,2 3-10 0,-1-1 26 0,1 5-8 16,-2-1 1-16,2 3-4 0,0 2-2 0,-1 0-9 15,1 3-1-15,0 3-3 0,0 0-3 0,2 3-11 16,0 0 2-16,0 2-6 0,0 0-10 0,0 1-2 16,-2-3-9-16,0 0 4 0,1 2-8 0,-1 0 6 15,2 2 2-15,-2 0 1 0,0 2 7 0,-4 17 1 16,-5 33 3-16,0 0-4 0,0 11-1 0,0-2-6 0,-2-1 5 16,2 1-6-16,0-11 7 0,-2-2-1 0,-2-3-4 15,0-2 1-15,-2-1-10 0,2-3 13 0,4 0-9 16,0-3 12-16,2-5-10 0,0-1 1 0,-1-4 4 15,3-2-4-15,-1-5 4 0,3-5-6 0,1-1 2 16,2-5-2-16,0-3 10 0,2-3 8 0,-1 2-3 0,-1 0 3 16,0-2-12-16,0-1-8 0,0-1 0 0,0 0-1 15,0-1 4-15,1-9-3 0,-7-23 7 0,4 1-7 16,3-3 7-16,-1 0-5 0,0-1 3 0,2 3-3 16,0-2-1-16,0 1-2 0,0-3 2 0,2 2-1 15,0-2-1-15,1 0 4 0,1 1-8 0,2-3 7 16,1 2-6-16,2 0 4 0,-1 0 1 0,1 0 2 0,4-2-4 15,0 4 0-15,2 3 3 0,3 4-1 0,-10 2 12 16,25 2 7-16,1 4 1 0,5 3 1 0,1 2-4 16,1 4-5-16,-2 3-7 0,-3 5 3 0,-3 1-17 15,-7-13 7-15,-4 8-3 0,-3 5 3 0,-1 2-3 0,-5 3-1 16,-1 5 1-16,-3 3-1 0,-4 21 2 0,-3 3 8 16,21 4 4-16,-12 2 2 0,-9 0-3 0,-4-1-6 15,-6-2 2-15,-3-1 0 0,-2-4 8 0,-2-3-2 16,13-1-3-16,-25-6 2 0,1 1 1 0,-6-6-1 15,2-3 4-15,-1 0-4 0,1-2-2 0,-2-4 1 16,6 1 1-16,2-3 0 0,6-1-6 0,7-3 3 16,-1 1-10-16,9-2 6 0,-1 0-5 0,2-2 2 15,2 2 4-15,-4 1-2 0,1 1 2 0,1 0-5 0,0 0 1 16,0-1-2-16,2 1 10 0,0 0 1 0,0-1-4 16,2 1 2-16,0 0-5 0,13 1-2 0,13 5 4 15,-4-1-4-15,9 2 0 0,-5 2 3 0,-4-2-6 16,0 2 3-16,-3-2-10 0,-3 1-6 0,1-3 6 0,-2-4-8 15,-1 1-5-15,-1-2-2 0,2-1-5 16,-2 9 2-16,0-3-9 0,-1-4-64 0,1-1 12 0,2-2-29 16,0-2 14-16,3-4 24 0,1-3 2 0,5-6 7 15,-2 0 6-15,5-4 10 0,3-1-9 0,1-1 11 16,3 0 12-16,-3 3 29 0,-1 3 5 0,-6 0 4 16,-4 2 15-16,-4 1 1 0,-1 1 10 0,-6 3-3 0,-5 3 34 15,-4 3 16-15,1-2-8 0,-1-2 7 0,0 2-22 16,-2 0 8-16,-2 1 3 0,-1-1-1 0,-23-6-13 15,-10 5-1-15,-5 3-4 0,2 1 3 0,2 3-1 16,0 2-9-16,4 1-6 0,5 2 0 0,6-1-18 0,5-1 0 16,2 3-4-16,4-3 1 0,2 0-12 0,3 1 12 15,4 7 0-15,-9 1 4 0,2 1-5 0,3 0 6 16,4 0 0-16,2-1 1 0,6 3-5 0,3-1 1 16,-3 1-1-16,27 1 2 0,3 1 0 0,3 1 0 15,5 4 0-15,2-4 1 0,-3 4 10 0,2 2 16 16,-6-6-3-16,-4 6 4 0,-2 0-20 0,-7-6 1 15,-9-1-1-15,-6-4 4 0,-5-4 0 0,-4 0 3 16,7 0 2-16,-3-2 1 0,-5 2 9 0,-1-2 0 0,-5-2-7 16,-19 2 2-16,-28-3-19 0,-11-1 0 0,1 2-5 15,1-1 2-15,0-1-24 0,3 3-146 0,1 1-52 16</inkml:trace>
  <inkml:trace contextRef="#ctx1" brushRef="#br1" timeOffset="936.66">4336 6725 0,'0'0'0,"0"0"0,0 0 15,0 0-15,0 0 16</inkml:trace>
  <inkml:trace contextRef="#ctx0" brushRef="#br1" timeOffset="119982.09">6516 5038 97 0,'0'0'0'0,"0"0"9"16,0 0 105-16,0 0-10 0,0 0 10 0,0 0-34 0,0-1-18 15,-2-1-19-15,2 0-1 0,0 0-3 0,0 0-17 16,0 0 5-16,0 0-12 0,0 1 9 0,0-1-18 16,0 0 0-16,0 0 5 0,0 0-4 0,2 0 12 15,-1 0-11-15,3 1 8 0,-2 1-10 0,11-6 0 0,2 0 4 16,2-1-2-16,-3 1 4 0,9-1 3 0,-1 0-6 15,0 1 2-15,2 0-4 0,2 3-7 0,0-1 3 16,4-2 0-16,-2 3 3 0,-6 1 6 0,4 0-12 16,0 0 5-16,-2 2-5 0,6-2 4 0,-2 2 4 15,3 0-9-15,1 0 6 0,1 0-7 0,3 0 6 16,3 0-2-16,3 0 2 0,5 0-3 0,7 0 0 16,-6 0 2-16,6-2-2 0,5-3-4 0,-1-1 10 0,5 1-6 15,-4-3 8-15,-7 3-6 0,-7-3-2 0,-1 1 2 16,-3 1-3-16,0 1 0 0,-4 1-2 0,0 0 2 15,-1 2-2-15,-3 1 0 0,-3-1 5 0,-2 0 2 16,-4 0 1-16,-2 0-2 0,0 2-4 0,1 0 1 16,-10 0-1-16,0 0 3 0,-6 0 5 0,-3 0-2 0,-1 0 4 15,1 0 13-15,0 0 18 0,0 0-8 0,-1 0 9 16,1 0-20-16,-2 0-15 0,0 0 6 0,0 0-9 16,-2 0 6-16,0 0-5 0,0-2-1 0,0 0-1 15,-2 1-3-15,0-1-3 0,0 2 8 0,0-2-5 16,-2 2 12-16,-12-4-7 0,-1 2-5 0,-2 0 0 15,-1 1-5-15,0-1 6 0,-3 0 4 0,-1 2-1 16,2 0-6-16,-4 0 4 0,-2 0-5 0,-2 0 6 0,2 2 3 16,1 1-8-16,-5 1 3 0,1 0-5 0,-3 1 7 15,-3 1 1-15,4-2-2 0,-5 1 1 0,-1-1 5 16,-5 2-11-16,1-1 9 0,-1 1-8 0,1-1 7 0,4-1-7 16,-4 2-1-16,6-3-2 0,0 3 7 0,0-1 0 15,0 3 1-15,0-1-2 0,-4 1-1 0,2-1 1 16,0 1-3-16,0 1 2 0,0 0-5 0,0 0 5 15,-2 1 5-15,0-3-1 0,0 1 4 0,6-3-5 16,1 1 0-16,7-3 0 0,4-1-1 0,5-2-1 16,5 0-1-16,3 0 1 0,3 0-2 0,1 0 6 15,-1 0-7-15,3 0 6 0,1 0-13 0,1 0 9 0,0 0 0 16,0 0 2-16,2 0-2 0,2 0 7 0,0 0-2 16,13-2 4-16,18-5-9 0,12-2 1 0,1-1-5 15,-1-1 3-15,3 0-9 0,-2 2 12 0,3-2 5 16,4 0 0-16,3-2-7 0,4 1 2 0,5-1-2 15,5 2 4-15,4 2-4 0,4 0 0 0,-3 1-1 0,-7 3 1 16,-3-1 4-16,-9 1-6 0,-4 3 4 16,0-2-3-16,0 2 5 0,-4 2-3 0,4 0-3 0,-5 2 0 15,-5 0 7-15,7 0-3 0,-9 0 1 0,3-1-3 16,2 1 1-16,-8 0 0 0,0 0 5 0,-4-2-4 16,-3 0 0-16,-4 0 0 0,-4 0-3 0,-3 0 1 15,-4 0-1-15,-2 0 7 0,0 0-3 0,-4 0 4 0,-1 0-10 16,-5 0 16-16,-1 0-3 0,0 0 9 0,2 0 6 15,-1 0-9-15,1 0 2 0,-2 0-7 0,0-2-11 16,-2 0 7-16,0 0-2 0,-2 1 4 0,-2 1 0 16,-22-4-9-16,-11 0 0 0,-6 2-3 0,-1 0 9 0,-6 2-2 15,1 0 0-15,-4-1-3 0,-1 1-8 0,0 0 7 16,-4 0 0-16,8 0 3 0,-4 1 1 0,0 3-4 16,-1 0 2-16,-1 1-2 0,-9 1 4 0,0 0-7 15,-4-1 3-15,-1-1-3 0,7 0 14 0,0-1-10 16,7 1 0-16,4 0-2 0,6-1-3 0,1 1 8 15,2 0-1-15,4 0 3 0,-3 1-7 0,4-1 1 16,1 1-4-16,4 1 4 0,-1 0 4 0,-1-1-7 16,2-1 9-16,3 0-8 0,4-1 1 0,9-1 6 0,6 0-12 15,7-2 10-15,-3 2-12 0,3 0-4 0,1 0 10 16,-1-1-8-16,2 1 4 0,0 0 5 0,2 0 0 16,0 0 2-16,2 0 8 0,2 0-4 0,24 9-3 0,12-2 1 15,3-5-1-15,0-4-1 0,3-2 2 0,3-2-2 16,3-3 7-16,7-1-4 0,6-1 2 0,6 0-3 15,5-1-2-15,3 1 6 0,-2 0-5 0,1-2 5 16,-4 0-6-16,-5-1-2 0,-4 3 5 0,0-2-5 16,-1 2-2-16,1-1 8 0,2 3-8 0,0 1 9 15,-6 1-8-15,-3-1 4 0,-2 1-2 0,-14 1 2 16,1 0-5-16,-11 2 4 0,-4 1 1 0,-6 1 1 16,-4 0 6-16,-6 0-5 0,-3 0 1 0,-5 0-2 0,-3 0 1 15,3 0 15-15,0 0-4 0,-2 0 6 0,0 0-16 16,-2 0 5-16,0 0-6 0,-2 0 5 0,-21 3-5 15,-25 7 5-15,-4-1 1 0,-7-2-1 0,-4-1-5 0,-1-1-2 16,5 1-2-16,0 0 1 0,1-1 3 0,2 3-1 16,-1-1 3-16,-3 2-4 0,-5 1-4 0,-7 1 6 15,-10-2-3-15,-5 2 6 0,0-2-3 0,5-1-3 16,8 1 0-16,7-1-2 0,6-1-5 0,9-1 11 16,2-1-2-16,3 1 5 0,4-1-9 0,-1 1 3 15,-1-1-4-15,3 1 3 0,1-2-7 0,7 1 10 16,5-1-4-16,-1 0 5 0,6-1-6 0,3-1-2 0,6 0 1 15,10-2-2-15,3 0 2 0,-2 2-13 0,1 0 9 16,1 0-9-16,0 0 16 0,2-1 0 0,4 1 0 16,25 2-1-16,25-2-13 0,4-2 12 0,5-6 0 15,0-3 3-15,0-2 10 0,4-2-4 0,5-2-4 16,8 0 2-16,2 2-3 0,14 0 5 0,-3 0-5 16,-2 0 4-16,-2 0-7 0,-12 2-7 0,1 0 0 0,-4 2-6 15,4-1-24-15,2 3-15 0,1 3-10 0,1-1-15 16,2-1-169-16</inkml:trace>
  <inkml:trace contextRef="#ctx0" brushRef="#br1" timeOffset="138358.15">13948 5982 256 0,'0'0'-73'15,"0"0"41"-15,0 0-21 0,0 0 1 0,0 0 61 16,0 0-2-16,0 0 1 0,0 0 2 0,0 0-6 16,0 0 1-16,0 0-8 0,0 0 4 0,0 0-5 15,0 0 5-15,0 0 2 0,0 0-1 0,0 0 2 0,0 0 3 16,-2 0-3-16,0 0 7 0,0 0-6 0,1 2 12 15,-1-1 6-15,0 1-7 0,0 0 8 0,0 0 0 16,0 0 1-16,0 0 5 0,-1 0-5 0,-1-1 0 0,0 1 3 16,1 0-3-16,-1 0 3 0,0 0-9 0,0 0 8 15,1 0-3-15,1-2 6 0,-2 1-3 0,0 1-1 16,3-2 0-16,-3 2 0 0,0 0 0 0,0 0-9 16,1 0 1-16,1-2-4 0,-2 2 2 0,2-2-9 15,-1 1 8-15,-1 1-8 0,0 0 1 0,2-2 9 16,-7 6-8-16,2-3 10 0,-1 1 4 0,-1 2-5 15,0-1 8-15,3-3-6 0,-1 2 7 0,1-2-3 16,2 0-6-16,-1-1 3 0,-1 1-6 0,2-2 3 0,-1 2 4 16,-1 0-1-16,-1 0 8 0,1 0-7 0,3-2 4 15,1 0-6-15,0 0 1 0,-2 2-6 0,0-1-5 16,1-1 3-16,1 0-9 0,0 0 4 0,0 0-8 16,0 2 4-16,0 0-7 0,1 0 1 0,-1-2 2 0,0 0 0 15,0 0 6-15,2 2 2 0,0-2 1 0,0 0-2 16,0 0 3-16,0 0-2 0,0 2 7 0,2-2-7 15,0 0 3-15,0 0-6 0,1 0 0 0,12 1-2 16,2 1-4-16,0 0 3 0,1 0 2 0,1 0 1 16,-1 0-3-16,3 0 2 0,1-2-7 0,2 0 4 15,0 0-2-15,2-2 5 0,2 0-2 0,2 0 3 16,1 2-7-16,7 0 2 0,2-2 2 0,1 0 1 16,4-1-6-16,1-1 8 0,-1-2-5 0,7 3 5 0,-4-3-11 15,-2 1 8-15,1-1-4 0,-6-1 5 0,0 1-9 16,-2-1 5-16,0-1 3 0,1 1 1 0,1 1 3 0,-2 1-10 15,4-1 3-15,-2 2-4 0,-2 1 5 0,3-1 3 16,5 0-4-16,-4 2 2 0,3 0 3 0,-1 1-3 16,-6-1 2-16,0 0-3 0,-2 0 4 0,-6 0-3 15,-1 0 0-15,-2-1-1 0,-2 1-3 0,2-2 5 16,-2 2 2-16,-2 0 2 0,0 0-4 0,-2 1-5 16,2-1 2-16,2 0-3 0,0-2 10 0,2 0-6 15,0 1 5-15,2 1-6 0,-2 0 3 0,5-2-4 16,2 1 0-16,-3-1-1 0,-1 0 12 0,3-1-6 0,-6-1 1 15,3 0-4-15,5 1 0 0,-5-1 3 0,-1 3-3 16,-2-1 2-16,-8 0 0 0,-1 0 0 0,-1 3 3 16,-3-1-4-16,-4 0-6 0,2 2 6 0,-2 0-1 0,-1 0 3 15,1 0-2-15,-4 0 3 0,1 0-4 16,-1 0 1-16,-3 0-2 0,-1 0 4 0,1 0 2 0,0 0 0 16,0 0 1-16,-3 0 0 0,1 0-3 0,2-2 2 15,0 0 9-15,-1 0 35 0,1 0-10 0,-2 1 12 16,0-1-39-16,0 0 7 0,0 0-6 0,-1 0 5 15,1 0-13-15,0 0 7 0,-2 1-3 0,0-1 3 16,0 0-3-16,0 0-1 0,0 0-1 0,0 0-1 16,-2 0-1-16,0 1-5 0,1-1 4 0,-1 0-5 0,0 0 1 15,0 0-5-15,-2 0-3 0,1 0-1 0,-1 2-3 16,2 0 7-16,-5 0-1 0,-1 0 4 0,-1 2-1 16,1 0 0-16,-1 2 1 0,2 0-1 0,-1 1 3 0,-1-3 4 15,3 7-2-15,-1 1 2 0,0 1-3 0,1 0 1 16,1 2-1-16,3 2 0 0,0-4-4 0,-9 4 0 15,1 0-1-15,5-2 2 0,-1 3 11 0,3-5-9 16,1 1 3-16,2-1-5 0,0-2 3 0,0 0 3 16,2 1-1-16,1-1 2 0,-1-5 6 0,0-1-5 15,2 1 4-15,5 2-3 0,4-1 10 0,0-1-12 16,4-1 3-16,-3-1-6 0,3-2 2 0,2 0 0 16,-3-2 5-16,1-1-5 0,0-3-1 0,-2 1 8 0,0-3-9 15,-2 1 9-15,-2-1-11 0,0 1 6 0,-2 1-3 16,-1-7 3-16,-1 0-10 0,-1 0 12 0,-5 0-5 15,3 4 6-15,5-2-10 0,-5 4 5 0,0-1 2 16,0 1 2-16,-3-1-2 0,-1 3-6 0,0 1 2 0,0 2-3 16,0 0 6-16,-1-1-2 0,-3-1-1 0,-2 0 0 15,-12-3-2-15,1 3 2 0,-3 2-2 0,-1 2 0 16,3 0 3-16,-1 2-3 0,2 2 5 0,4-1-5 16,2 1 2-16,2 0-2 0,1 0-2 0,1-1 0 15,0 1 4-15,5-4-4 0,-2 7 2 0,-5 5-2 16,3-3-7-16,1 2-10 0,-1 2-13 0,1 2-7 15,3-2-127-15,2 2-150 0,0 5-109 0</inkml:trace>
  <inkml:trace contextRef="#ctx0" brushRef="#br1" timeOffset="139733.64">16200 8347 349 0,'0'0'26'16,"0"0"45"-16,0 0-55 0,0 0-8 0,0 0-4 15,0 0-1-15,0 0 2 0,0 0-2 0,0 0-3 16,0 0 0-16,-2 0 1 0,0 0 20 0,1 0 6 0,-1 0 5 16,0 0 19-16,0 0 4 0,2 0-3 0,-2 0 2 15,2 0-11-15,0 0-20 0,0 0 3 0,0 0-9 16,-2 0-1-16,2 0-5 0,0 0 6 0,0 0-3 15,0 0 13-15,0 0 10 0,0 0-3 0,0 0 8 16,0 0 10-16,0 0 2 0,0 0 3 0,0 0-4 0,-2 0-14 16,2 0-9-16,-1 0-1 0,-1 0-1 0,2 0 3 15,0 0-12-15,0 0 3 0,0 0-5 0,0 0 8 16,0-2-10-16,0 0 1 0,0 1-4 0,0-1 5 16,0-2-6-16,-2-7 2 0,0-6-2 0,0-3 3 15,0 1-8-15,0-1-1 0,1-1-1 0,1-3 1 0,-2 2-5 16,2-4 3-16,-2-2-3 0,0 2 5 0,0-7-5 15,0 1 0-15,0-7-2 0,1 0 4 0,1 2-2 16,0-2 0-16,0 4 0 0,0-1 0 0,0-1 0 16,0 4 1-16,1 5 1 0,-1 4 0 0,2 2-1 15,-2 5 3-15,0 4-4 0,0 0 0 0,0 4 0 16,0 1-3-16,0 4 2 0,0 1 2 0,0 1-1 16,0-2 5-16,0 0-4 0,0 1 7 15,0-1-7-15,0 2-3 0,0 0-1 0,0 0-10 0,0 1 4 16,0-1-1-16,0 0 1 0,0 0 1 0,0 0 10 15,0 2-3-15,0 0 3 0,0 0-6 0,0 2 4 0,0 0 4 16,0 2-2-16,0-1-5 0,0 8 4 0,-2 6-5 16,1-2 6-16,-1-4 0 0,0 4-3 0,2-6 2 0,0 1-3 15,0-1 8-15,0-4-2 0,0-1 0 0,0 2-2 16,0-3-4-16,0-1 5 0,0 0 2 0,0 2 1 16,0 0-4-16,0-1 10 0,2-1-4 0,0 0 6 15,-1 0-6-15,1 0 6 0,0-2-9 0,0 0 8 16,0-2-11-16,0 0 1 0,0-2 4 0,1-5-2 15,3-11 3-15,-2 3-6 0,-1-2 0 0,-1 3-2 16,-2 1 0-16,0-2 3 0,0 4-2 0,0 2 3 0,0 0-4 16,0 1 0-16,0 3 2 0,-2 1-1 0,0 1 3 15,2 3 4-15,0 0-8 0,-1-2 7 0,-1 1-12 0,0 1 5 16,-2 0-3-16,0 2 2 0,-7-2-12 16,0 2 7-16,-4 4-1 0,2 3 2 0,0-3-4 0,4 20 5 15,0-2 4-15,1 1-1 0,5-1 1 0,-1 0-1 16,-7-5-2-16,2 3 3 0,3-3 5 0,4 0-5 15,2 0 2-15,0-6-2 0,2-2 2 0,0-2 3 16,2 1 1-16,-1-3 0 0,1 1-2 0,0-4 0 16,7 5 3-16,0-1 0 0,2-1 7 0,2-1-7 15,1 0 4-15,3-4-4 0,1-2 10 0,-1-4-9 16,1-3 4-16,1-2-4 0,-1 9-4 0,1-16 4 16,-1-3-6-16,-3-1 6 0,-2 1-4 0,-4 1 3 0,0 0-3 15,-5 3 2-15,-3-2-3 0,-1 3-2 0,2 1 1 16,7 0-2-16,-4 2 4 0,-3 2 1 0,-2 0-3 0,-2 1 2 15,0 3-2-15,0 1 3 0,0 3-1 0,0 1 1 16,-2 2 3-16,-16-13-11 0,-3 3 2 0,3 7-6 16,-5 1 3-16,5 2-1 0,-1 4 5 0,4-1-5 15,4 1 5-15,4 0-3 0,1-2 1 0,4-2-1 16,-1 3-1-16,-1 1 6 0,0 0-8 0,2-1 8 16,0 1-5-16,1 0 2 0,-1 0 3 0,2-1-2 15,0 1-11-15,0 0-12 0,2-2-1 0,-1-1-5 16,3 1-17-16,5 0-64 0,6-2 3 0,-2 0-25 0,-3-2-37 15,1 0-85-15,-4-1-46 0</inkml:trace>
  <inkml:trace contextRef="#ctx0" brushRef="#br1" timeOffset="144513.63">16830 5952 425 0,'-2'0'98'0,"0"0"-17"0,0-2 68 0,-2 0 24 0,1 0-42 16,-1 2-8-16,-9-5-6 0,4 1-14 0,-4 0 6 15,1 1-55-15,7 3-4 0,-3-2 3 0,5 2-3 16,1 0 2-16,0 0-9 0,-2-2-7 0,1 2 1 16,-1 0-3-16,2 0-12 0,0 0 8 0,0 0-9 15,1 0 4-15,-1 0-4 0,2 0 5 0,0 0-2 16,0 0 13-16,2 0 1 0,-1 0-4 0,3 0 2 16,9 0-15-16,7 0 0 0,6 2 1 0,-1 0 0 0,1 0 0 15,1-1-10-15,1 1-4 0,2 0 1 0,0 0-2 16,-1 0-4-16,-1-2 3 0,2 0-4 0,-4 0-1 0,0 0 0 15,0 0 2-15,-7 0-1 0,-1 0 3 0,-1 0-2 16,-2 0 0-16,-6 0-1 0,2 0-6 0,-5 0 6 16,-3 0-2-16,-1 0 5 0,2 0-1 0,0 0 6 15,-1 0-4-15,1 0 6 0,-2 0 5 0,0 0 14 16,0 0-4-16,0 0 5 0,-1 0-15 0,1 0-10 16,-2 0-2-16,0 0-2 0,0 0 0 0,0 0-1 15,0 0 4-15,-2 0-4 0,1 2 0 0,-1 0-2 0,0-1 1 16,0 1-1-16,0 2 4 0,0 0-4 0,-5 14-1 15,1 5 1-15,1-3 9 0,-1 6-9 0,-1 2 2 16,-1-2-4-16,-1 7-1 0,2 2 7 0,-1 3-4 16,3 4 3-16,1-1-8 0,-2 2 5 0,3 0 0 15,-1 1 1-15,0-1 3 0,0 1-6 0,3-1 2 0,1-4-4 16,0 4 3-16,0-2 1 0,0 0 1 0,0 1 0 16,0 1-3-16,1 1 5 0,3 1-3 0,0-6 5 15,0 4-5-15,-1-2 0 0,3 1 3 0,1 1-2 16,3-6 1-16,-1 0-2 0,0-5-2 0,0-1 0 15,3-3 2-15,-1 0 0 0,0-4 1 0,-2-5 1 16,0 1 2-16,1-3-5 0,-5-4 1 0,1-2-2 16,-1 0 8-16,-1-3-6 0,0-1 6 0,-2-3-6 0,0 1 8 15,-1-1-4-15,1 0-1 0,0-1 0 0,0 1 8 16,-2 0 2-16,0 0 1 0,0-1 0 0,0 1 2 16,0 0-2-16,0-2 0 0,0-1-1 0,0 1-1 0,0 0-2 15,0 2 1-15,0-2 0 0,0 0-4 0,-2 1 6 16,0 1-5-16,-1 2 4 0,-12-3-9 0,-6 3 3 15,1-2-3-15,-4-1 4 0,0 1-1 0,1 0-3 16,-3-1 3-16,4 1-4 0,-2 0 0 0,2-2 0 16,-1 1-1-16,1 3 1 0,0 0-5 0,1 1 3 15,-3 0-1-15,4 1 2 0,1 1-1 0,1 0 0 16,1 1-3-16,2 1 3 0,0-2 4 0,6-3-5 16,0-1 4-16,3 3-6 0,4-3 0 0,0-1 0 0,0 2 0 15,-1-3-1-15,-1 1 0 0,2 0-14 0,0-1 2 16,0 1-7-16,1-2-14 0,-1 0-24 0,0 0-16 15,0 0-4-15,0-1-71 0,0 1-55 0,0 0-2 16,1 0-28-16,-1 0-97 0</inkml:trace>
  <inkml:trace contextRef="#ctx0" brushRef="#br1" timeOffset="144831.73">16815 7382 1232 0,'0'0'51'0,"0"0"-5"15,-2 0 33-15,0 0 20 0,0 0-16 0,0 0 41 0,0 0-53 16,-1 1 3-16,-1 1-20 0,2-2-14 0,-5 6-5 16,-6 3-3-16,2-3 0 0,-2 9-3 0,1 1-8 15,0 3 1-15,-1-2-3 0,1 1 3 0,1 1 4 16,0-3-1-16,4 3 2 0,-4-2-11 0,1-2 5 15,7-1-11-15,-5-2 8 0,3 1-16 0,1 0 3 16,2 0 5-16,-7 0-4 0,1 0-2 0,3 0 5 16,1-2-7-16,0 0 6 0,2-2-3 0,2-1 6 15,0-3-4-15,0 3 4 0,0-1-6 0,2 0-8 0,4 3 9 16,-2-7-9-16,-1-1 3 0,12 8-6 0,9-1-1 16,-1-4-1-16,3-3-3 0,-2-2-20 0,2-5-9 15,-2-3-9-15,0-3-93 0,6-6-98 0,-6 1-49 16</inkml:trace>
  <inkml:trace contextRef="#ctx0" brushRef="#br1" timeOffset="145394.8">16835 5731 485 0,'0'0'65'16,"0"0"91"-16,0 0-71 0,0 0 35 0,0 0-6 0,0 0 15 15,2-2-15-15,-2 2-23 0,0 0-11 0,2 0-2 16,-2 0-24-16,0 0 24 0,0 0 2 0,0 0 7 15,0 0 3-15,0 0-40 0,0 0-1 0,-2 0-13 16,0 0-9-16,0 0 3 0,-3 0 1 0,-14 2 0 16,-5 2-6-16,4-1-5 0,1 1 0 0,2 0-1 0,3 0-5 15,-3-1 5-15,4 1-6 0,2 0 6 0,-4 1-9 16,0 1-3-16,0 1 3 0,0 3-3 0,4-3-3 16,2 0-1-16,-2 12 0 0,3 1 1 0,-7 1-2 0,6-1 1 15,4 3 1-15,3-5 1 0,2 1 8 0,3-1-8 16,3-3 5-16,1 0-5 0,1-6 3 0,-4-1-6 15,16 1-2-15,-5-7-1 0,2 2-4 0,3 9-18 16,0-4-6-16,-3-5-5 0,2-4-37 0,1 0-130 16,2-4-2-16,2-4-61 0,1-1-179 0</inkml:trace>
  <inkml:trace contextRef="#ctx0" brushRef="#br1" timeOffset="146101.69">17600 6002 555 0,'0'-2'180'0,"0"0"-209"0,0 1 215 0,0-1-102 16,0-2 29-16,0 0 8 0,0 1-5 0,-2-1 2 16,0 0-22-16,1 0-38 0,-1 1 5 0,0 1-18 15,0 0-12-15,0 0 7 0,0 0-3 0,0 0 2 16,1 1-14-16,-1 1-9 0,0 0-1 0,0 1-1 16,0 1 2-16,2 0 14 0,0 0-5 0,-4 18 8 0,1 3-6 15,1 1-6-15,0 2 1 0,0 3-4 0,0 3-5 16,0 3 2-16,-1 2-1 0,-1 4 0 0,-2-2-7 15,-3 2 4-15,0 0 3 0,-2-2 0 0,1 0 4 0,1-2-12 16,0-2 2-16,3-1-5 0,-1-3 1 0,1 1-1 16,3-4-3-16,-1-2 2 0,2-4 7 0,0-1-8 15,2-5 5-15,0-3-6 0,0-2-11 0,0-1 4 16,2-3-7-16,-2-3 4 0,0-2-27 0,0-1-35 16,2 3-14-16,0 0-10 0,0-2-72 0,-1 0-47 15,1-1-23-15,2-1-28 0,0 0-288 0</inkml:trace>
  <inkml:trace contextRef="#ctx0" brushRef="#br1" timeOffset="146583.16">17552 6030 1042 0,'0'0'20'0,"0"0"0"0,0 0 45 0,0 0 6 0,0-2 10 15,2 0 45-15,0 0-39 0,-1-1 0 0,1-1-15 16,6-7-14-16,-5 0-2 0,16 0 1 0,0 3-3 15,1 1-18-15,-1-1-13 0,-3 3 1 0,5 1-4 16,-5 0-5-16,1-7-5 0,0 2-6 0,-2 3 3 16,-2 4-6-16,-4 2-2 0,0 0 1 0,-3 0-1 15,-1 2 6-15,-1 0 11 0,-2-2-1 0,13 22 3 0,-6 1-10 16,-3 1 2-16,-4-2-1 0,-2 2 1 0,-4 2 0 16,-4 0 2-16,-3 2 2 0,0-4-1 0,-4 2 6 0,0-4 4 15,1 1-5-15,10-1 6 0,-13-5-6 0,2 1-4 16,2-3 0-16,0-6-2 0,2 4-8 0,2-5-1 15,0-1 4-15,3 1-2 0,-1-5 4 0,1 3 1 16,-1-2-8-16,1 3 5 0,0-1-7 0,3-1 4 16,-1 1 3-16,0-4-1 0,2 3 4 0,-1-3-6 15,1 2-6-15,0 0 1 0,0-1-7 0,-3 5 6 16,3-5 2-16,-4 7 1 0,4-5 2 0,0 5 2 16,1 1-3-16,1 0 1 0,0 0-6 0,1 2 10 15,3 0-4-15,2-2 6 0,1 2-8 0,1-2 7 16,1 0-1-16,-4 1 2 0,12-3-3 0,-4-2 8 0,0 3 0 15,2-5 2-15,2 3-2 0,-2-3-2 0,-2 1-2 16,0-3 1-16,-4 3-4 0,0-4-3 0,-1 0 0 16,-3 0 0-16,1 1 0 0,-3-1-3 0,3 0 0 0,-2 0-1 15,-1 0 0-15,1 0-1 0,0-1-1 0,1 3-1 16,-1-2-11-16,0 0-18 0,0 0-9 0,1 1-4 16,1 1-39-16,-3-2-140 0,3 2-10 0,0-1-61 15,-3-1-185-15</inkml:trace>
  <inkml:trace contextRef="#ctx0" brushRef="#br1" timeOffset="147138.5">18079 6665 474 0,'0'0'82'0,"0"0"-67"0,0 0 103 15,0 0-36-15,0-2 43 0,0 0-4 0,0 0-12 16,0 1 0-16,0-1-52 0,2 0-11 0,0 0 4 15,0 0-6-15,0-2 8 0,-1 1-9 0,-1-1 3 16,4-5-4-16,-2 1-2 0,0 1 0 0,0-1-2 0,0 3 4 16,-1-3 11-16,-1 3-11 0,0-1 4 0,2-1-7 15,-2 1 2-15,0 3-1 0,0-3-4 0,0 2 0 16,0 2-20-16,0-1 6 0,0-1-7 0,0 0 6 16,-2 1-10-16,1 1 8 0,-1 0 3 0,0 0 0 15,-2 0-1-15,-9 0-11 0,-4 0-2 0,-1 2-2 0,-3 4-7 16,3 2 7-16,-1 1-5 0,1 2 7 0,1 1-11 15,2-1 4-15,-1 2 3 0,1-5 1 0,2 10-1 16,0 1-2-16,3 2 2 0,1-1-1 0,2 3 1 16,-1 1 3-16,3 2-3 0,1-2 4 0,-2 1 4 0,-10 1-2 15,5 0-2-15,3 0 0 0,3 0 5 0,1-3-2 16,2-1 2-16,2-1-2 0,0-5 9 0,2 3-2 16,0-6-1-16,1 0-2 0,1 2-9 0,0-3 2 15,-2-7 3-15,1 3-3 0,9-2 0 0,4 1-3 16,1 1-1-16,2 7 0 0,-1-4 0 0,3-1-3 15,1-5-2-15,0-1-2 0,-1-2-16 0,-3 0-24 16,-1-2 0-16,3-3-15 0,-3-1-55 0,3-3-79 16,1 0-12-16,-5 1-25 0,1 1-74 0</inkml:trace>
  <inkml:trace contextRef="#ctx0" brushRef="#br1" timeOffset="147501.34">18324 6748 914 0,'0'0'51'0,"0"0"90"15,-2 0-83-15,1 0 52 0,-1 0-11 0,0 0 21 16,0 0-43-16,0 0-40 0,0 0-3 0,0 0-11 0,1 0 0 16,-1 0 29-16,0 0-3 0,0 2 8 0,0 0-27 15,0 2-4-15,-1 5-5 0,-7 10 4 0,1-1-5 0,-2 3 5 16,0 1-1-16,0 0 2 0,-1 1 3 0,3 1-7 15,0 0 0-15,1-4-2 0,3-1-4 0,1-1 2 16,0-3 1-16,3 2-1 0,-1 0-2 0,0-6-1 16,2 4-1-16,0-8 2 0,0 4 1 0,2 2-2 15,0-7-4-15,-1-1 1 0,3 1-6 0,-4-4 7 16,19 2-1-16,-1 9 2 0,-3-6 2 0,4 0-5 16,-6-3 0-16,0-2-3 0,3 0 4 0,1-2-12 15,-2 0 5-15,2 0-7 0,-1-4 8 0,-4 0-13 16,-1-1 6-16,0-1-10 0,0 1 0 0,-2-1-29 0,2-1-9 15,1-1-10-15,-3 1-67 0,-2 1-24 0,3 4-4 16,-5-7-8-16,1-2-40 0,-4 2-138 0</inkml:trace>
  <inkml:trace contextRef="#ctx0" brushRef="#br1" timeOffset="147752.86">18300 7012 1071 0,'-2'0'120'15,"0"0"6"-15,1 0 7 0,-1 0-9 0,0 0-26 16,0 0 29-16,0 0-35 0,0 0-10 0,0 0-10 0,1 0-46 16,-1 0 14-16,2 0 3 0,0 0 2 0,2 0 13 15,-1 0-13-15,3 0-3 0,9-2-6 0,6-3-24 16,-3-3 0-16,7-1-1 0,-5 0 1 0,1-2-4 16,-1-1-8-16,-1 1-2 0,0 0-3 0,-4 2-7 0,-2 1-22 15,-4 7-13-15,-1-11-5 0,0 5-75 0,-3-2-36 16,5-1-9-16,-3 1-11 0,1-2-60 0,-4 5-132 15</inkml:trace>
  <inkml:trace contextRef="#ctx0" brushRef="#br1" timeOffset="147937.93">18321 6724 1163 0,'0'0'59'0,"0"0"-3"0,0 0 82 16,0 0-7-16,0 0 11 0,0 0-20 0,0 0-30 0,0 0-1 15,0 0-8-15,0 0-2 0,1 0 11 0,1 0-6 16,2 0 6-16,-2 0-8 0,15 0-15 0,-1 0 0 15,-1-2-10-15,2 1-22 0,0-3-21 0,-1 0 2 16,3-1-8-16,-1-1-5 0,-1 1-3 0,-2-1-2 16,2 0-1-16,-4 1-9 0,2-3-11 0,1 1-18 0,1 0-4 15,0-1-122-15,1-1-165 0,1-2-51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2322 249 1360 0 0,'-6'0'2246'0'0,"5"1"-2109"0"0,-1-1 1 0 0,1 0-1 0 0,-1 0 0 0 0,1 0 1 0 0,-1 0-1 0 0,0 0 0 0 0,1-1 0 0 0,-1 1 1 0 0,1 0-1 0 0,-1-1 0 0 0,1 1 1 0 0,-1-1-1 0 0,1 1 0 0 0,0-1 1 0 0,-1 0-1 0 0,1 0 0 0 0,0 0 0 0 0,-1 0 1 0 0,1 0-1 0 0,-1-1 0 0 0,-2 1 38 0 0,0 0-1 0 0,0 0 0 0 0,0 1 0 0 0,0-1 1 0 0,0 1-1 0 0,0 0 0 0 0,0 0 1 0 0,-6 1-1 0 0,3-1 90 0 0,-39 0 635 0 0,46 0-874 0 0,0-2-10 0 0,0 2 40 0 0,0-1-1 0 0,0 1 1 0 0,0-1 0 0 0,0 1 0 0 0,0-1 0 0 0,0 0 0 0 0,0 1 0 0 0,0-1 0 0 0,0 1 0 0 0,0-1 0 0 0,0 1-1 0 0,0-1 1 0 0,-1 1 0 0 0,1-1 0 0 0,0 1 0 0 0,0-1 0 0 0,-1 1 0 0 0,1-1 0 0 0,0 1 0 0 0,-1-1 0 0 0,1 1-1 0 0,0-1 1 0 0,-1 1 0 0 0,1-1 0 0 0,-1 1 0 0 0,1 0 0 0 0,-1-1 0 0 0,1 1 0 0 0,-1 0 0 0 0,1 0 0 0 0,-1-1-1 0 0,1 1 1 0 0,-1 0 0 0 0,1 0 0 0 0,-1 0 0 0 0,1-1 0 0 0,-1 1 0 0 0,1 0 0 0 0,-1 0 0 0 0,0 0 0 0 0,0 0-1 0 0,0 0-39 0 0,-1 0-1 0 0,1 0 1 0 0,0 0-1 0 0,0-1 1 0 0,-1 1-1 0 0,1-1 1 0 0,0 1-1 0 0,0-1 1 0 0,0 1-1 0 0,0-1 1 0 0,0 1-1 0 0,-1-1 1 0 0,0-2-1 0 0,-2 0-133 0 0,4 6 322 0 0,4 13 221 0 0,-5-11-314 0 0,0 0-1 0 0,0 0 0 0 0,-1 0 1 0 0,0 0-1 0 0,1 0 1 0 0,-2 0-1 0 0,1 0 0 0 0,0-1 1 0 0,-1 1-1 0 0,0-1 1 0 0,0 0-1 0 0,-7 8 0 0 0,-14 22 180 0 0,24-33-299 0 0,0-1-1 0 0,-1 1 0 0 0,1-1 1 0 0,-1 1-1 0 0,1-1 0 0 0,0 1 1 0 0,0 0-1 0 0,-1-1 0 0 0,1 1 1 0 0,0 0-1 0 0,0-1 0 0 0,0 1 1 0 0,0 0-1 0 0,0 0 0 0 0,0-1 1 0 0,0 1-1 0 0,0 0 0 0 0,0-1 1 0 0,0 1-1 0 0,0 0 0 0 0,0-1 1 0 0,1 1-1 0 0,-1 1 0 0 0,1-2 7 0 0,-1 1 0 0 0,1-1 0 0 0,-1 0-1 0 0,1 0 1 0 0,0 1 0 0 0,-1-1-1 0 0,1 0 1 0 0,-1 0 0 0 0,1 0 0 0 0,0 1-1 0 0,-1-1 1 0 0,1 0 0 0 0,-1 0-1 0 0,1 0 1 0 0,0 0 0 0 0,-1 0 0 0 0,1 0-1 0 0,0 0 1 0 0,-1-1 0 0 0,2 1-1 0 0,2-1-100 0 0,0 0-1 0 0,1 0 1 0 0,-1-1-1 0 0,0 0 1 0 0,8-4-1 0 0,7-6-506 0 0,-12 8 572 0 0,0-1 1 0 0,0 1-1 0 0,-1-1 1 0 0,11-11 0 0 0,-14 13 67 0 0,-1 1 0 0 0,0-1 0 0 0,-1 0 0 0 0,1 0 0 0 0,0 0 0 0 0,-1 0 0 0 0,0-1 0 0 0,0 1 0 0 0,0 0 0 0 0,0-1 0 0 0,0 1 0 0 0,-1 0 0 0 0,1-1 0 0 0,-1 1 0 0 0,0-5 0 0 0,0 7-18 0 0,0 0 0 0 0,0 0 1 0 0,0 0-1 0 0,0 0 0 0 0,0 0 0 0 0,-1 1 0 0 0,1-1 0 0 0,0 0 1 0 0,-1 0-1 0 0,1 0 0 0 0,0 0 0 0 0,-1 0 0 0 0,1 1 1 0 0,-1-1-1 0 0,0 0 0 0 0,1 0 0 0 0,-1 1 0 0 0,1-1 0 0 0,-1 0 1 0 0,0 1-1 0 0,0-1 0 0 0,1 0 0 0 0,-1 1 0 0 0,0-1 0 0 0,0 1 1 0 0,0 0-1 0 0,0-1 0 0 0,1 1 0 0 0,-1 0 0 0 0,0-1 1 0 0,0 1-1 0 0,0 0 0 0 0,0 0 0 0 0,-1 0 0 0 0,-11-5 150 0 0,8 3-383 0 0,5 2 192 0 0,15 2 69 0 0,0-2 76 0 0,-31 0-112 0 0,7 1-75 0 0,11 4-29 0 0,-1-4 117 0 0,0 0 1 0 0,0 0-1 0 0,-1 0 0 0 0,1-1 1 0 0,0 1-1 0 0,-1 1 1 0 0,1-1-1 0 0,-1 0 1 0 0,1 0-1 0 0,-1 0 1 0 0,0 0-1 0 0,1 0 1 0 0,-1 0-1 0 0,0 0 1 0 0,0 2-1 0 0,0-2-4 0 0,0 0 1 0 0,0 0-1 0 0,0 0 1 0 0,0 0-1 0 0,0 0 0 0 0,-1 0 1 0 0,1 0-1 0 0,0 0 0 0 0,-1 0 1 0 0,1 0-1 0 0,-1 0 0 0 0,1 0 1 0 0,-1 0-1 0 0,1-1 0 0 0,-1 1 1 0 0,0 0-1 0 0,0 0 1 0 0,1 0-1 0 0,-1-1 0 0 0,0 1 1 0 0,0 0-1 0 0,0-1 0 0 0,1 1 1 0 0,-1-1-1 0 0,0 1 0 0 0,0-1 1 0 0,0 1-1 0 0,0-1 0 0 0,0 0 1 0 0,0 0-1 0 0,0 1 0 0 0,0-1 1 0 0,-2 0-1 0 0,-4 1 36 0 0,0-1 1 0 0,-1 1-1 0 0,-14-3 0 0 0,5 1-108 0 0,17 1 121 0 0,0 0-64 0 0,-1-2 6 0 0,1 1 0 0 0,0-1 1 0 0,-1 0-1 0 0,1 1 1 0 0,-1-1-1 0 0,0 1 1 0 0,1-1-1 0 0,-1 1 0 0 0,0-1 1 0 0,0 1-1 0 0,0-1 1 0 0,0 1-1 0 0,0 0 0 0 0,0-1 1 0 0,0 1-1 0 0,-1 0 1 0 0,1 0-1 0 0,0 0 1 0 0,-3-2-1 0 0,-13-14-61 0 0,17 17 48 0 0,-1-1 0 0 0,1 0 0 0 0,0 1 1 0 0,0-1-1 0 0,0 1 0 0 0,0-1 0 0 0,0 1 0 0 0,0-1 0 0 0,0 1 0 0 0,0-1 1 0 0,0 1-1 0 0,0-1 0 0 0,0 1 0 0 0,1-1 0 0 0,-1 1 0 0 0,0-1 1 0 0,0 1-1 0 0,0-1 0 0 0,1 1 0 0 0,-1-1 0 0 0,0 1 0 0 0,1-1 0 0 0,-1 1 1 0 0,0 0-1 0 0,1-1 0 0 0,-1 1 0 0 0,0-1 0 0 0,1 1 0 0 0,-1 0 1 0 0,1-1-1 0 0,-1 1 0 0 0,1 0 0 0 0,-1 0 0 0 0,1 0 0 0 0,-1-1 0 0 0,1 1 1 0 0,-1 0-1 0 0,1 0 0 0 0,-1 0 0 0 0,1 0 0 0 0,-1 0 0 0 0,1 0 1 0 0,-1 0-1 0 0,1 0 0 0 0,0 0 0 0 0,26-3-140 0 0,-26 3 153 0 0,12 1 9 0 0,1 0 0 0 0,18 5 0 0 0,2 0 81 0 0,13-6 998 0 0,-78 0-345 0 0,29 0-742 0 0,0 0 0 0 0,0 1 0 0 0,0-1 0 0 0,0 0 0 0 0,0-1 0 0 0,0 1 0 0 0,0 0 0 0 0,0 0 0 0 0,0-1 0 0 0,0 0 0 0 0,0 1 0 0 0,1-1 0 0 0,-1 0 0 0 0,0 0 0 0 0,0 0 0 0 0,0 0 0 0 0,1 0 0 0 0,-1 0 1 0 0,1 0-1 0 0,-1-1 0 0 0,1 1 0 0 0,-3-3 0 0 0,1 3 3 0 0,0 0 0 0 0,0 1 0 0 0,0-1 0 0 0,-1 1 1 0 0,1 0-1 0 0,0 0 0 0 0,0 0 0 0 0,0 0 0 0 0,-5 1 1 0 0,-1-1-21 0 0,-38 0-174 0 0,29 0 68 0 0,25 0 66 0 0,61 0 172 0 0,-68 0-116 0 0,0 0 0 0 0,0 0 0 0 0,0 0 0 0 0,0 0 0 0 0,0 0 0 0 0,0 0 0 0 0,1 0 0 0 0,-1 0 0 0 0,0 0 0 0 0,0 0 0 0 0,0 0 0 0 0,0 0 0 0 0,0 0 1 0 0,0 0-1 0 0,1 0 0 0 0,-1 0 0 0 0,0 0 0 0 0,0 0 0 0 0,0 0 0 0 0,0 0 0 0 0,0 0 0 0 0,0 0 0 0 0,1 0 0 0 0,-1 0 0 0 0,0 0 0 0 0,0 1 1 0 0,0-1-1 0 0,0 0 0 0 0,0 0 0 0 0,0 0 0 0 0,0 0 0 0 0,0 0 0 0 0,1 0 0 0 0,-1 0 0 0 0,0 0 0 0 0,0 1 0 0 0,0-1 0 0 0,0 0 0 0 0,0 0 0 0 0,0 0 1 0 0,0 0-1 0 0,0 0 0 0 0,0 0 0 0 0,0 1 0 0 0,0-1 0 0 0,0 0 0 0 0,0 0 0 0 0,0 0 0 0 0,0 0 0 0 0,0 0 0 0 0,0 1 0 0 0,-8 2 273 0 0,-18-4-124 0 0,-50-10-1 0 0,23 3-147 0 0,36 7 32 0 0,1-2-1 0 0,0 0 1 0 0,-1 0-1 0 0,1-2 1 0 0,0 0-1 0 0,-22-11 1 0 0,26 12-48 0 0,-1 0-1 0 0,1 1 1 0 0,-1 0 0 0 0,1 1 0 0 0,-1 1-1 0 0,0 0 1 0 0,0 1 0 0 0,0 0 0 0 0,-23 3 0 0 0,26-1 18 0 0,0 0 1 0 0,0 1 0 0 0,1 0-1 0 0,-13 5 1 0 0,14-4-1 0 0,1-1 0 0 0,-1 0 0 0 0,0-1 0 0 0,-1 0 0 0 0,1 0-1 0 0,-17 1 1 0 0,0 0-172 0 0,25-3 165 0 0,0 0 0 0 0,0 0 0 0 0,0 0 1 0 0,0 0-1 0 0,0 0 0 0 0,0 0 0 0 0,0 0 0 0 0,-1 0 0 0 0,1 0 0 0 0,0 0 0 0 0,0 1 0 0 0,0-1 0 0 0,0 0 0 0 0,0 0 0 0 0,0 0 0 0 0,0 0 0 0 0,0 0 0 0 0,0 0 0 0 0,0 0 0 0 0,0 0 1 0 0,0 0-1 0 0,0 0 0 0 0,0 0 0 0 0,0 1 0 0 0,0-1 0 0 0,0 0 0 0 0,0 0 0 0 0,0 0 0 0 0,0 0 0 0 0,0 0 0 0 0,0 0 0 0 0,0 0 0 0 0,0 0 0 0 0,0 0 0 0 0,0 0 0 0 0,0 1 0 0 0,0-1 1 0 0,0 0-1 0 0,0 0 0 0 0,0 0 0 0 0,0 0 0 0 0,0 0 0 0 0,0 0 0 0 0,0 0 0 0 0,0 0 0 0 0,1 0 0 0 0,-1 0 0 0 0,0 0 0 0 0,0 0 0 0 0,0 0 0 0 0,0 0 0 0 0,0 1 0 0 0,0-1 0 0 0,0 0 0 0 0,0 0 1 0 0,0 0-1 0 0,0 0 0 0 0,0 0 0 0 0,1 0 0 0 0,13 5-55 0 0,0-1 37 0 0,-1-1 0 0 0,1-1 0 0 0,-1 0 0 0 0,1-1 0 0 0,0 0 0 0 0,0-1 0 0 0,0-1 0 0 0,-1 0 0 0 0,15-3 0 0 0,8-5-21 0 0,0-1 0 0 0,38-17-1 0 0,-34 12-53 0 0,-11 2 114 0 0,0 2-1 0 0,1 2 1 0 0,58-12 0 0 0,-85 21 55 0 0,-1 0-1 0 0,1-1 1 0 0,0 1-1 0 0,-1-1 0 0 0,1 1 1 0 0,-1-1-1 0 0,1 0 1 0 0,-1 0-1 0 0,4-2 0 0 0,-6 3-60 0 0,0 0 0 0 0,0 0-1 0 0,0 0 1 0 0,1-1-1 0 0,-1 1 1 0 0,0 0-1 0 0,0 0 1 0 0,0-1-1 0 0,0 1 1 0 0,1 0-1 0 0,-1 0 1 0 0,0-1-1 0 0,0 1 1 0 0,0 0-1 0 0,0-1 1 0 0,0 1 0 0 0,0 0-1 0 0,0 0 1 0 0,0-1-1 0 0,0 1 1 0 0,0 0-1 0 0,0-1 1 0 0,0 1-1 0 0,0 0 1 0 0,0-1-1 0 0,0 1 1 0 0,0 0-1 0 0,0 0 1 0 0,-1-1-1 0 0,-11-12-86 0 0,6 9 76 0 0,0 0 0 0 0,0 1 0 0 0,0-1 0 0 0,0 1-1 0 0,0 1 1 0 0,-1-1 0 0 0,0 1 0 0 0,1 1 0 0 0,-1-1-1 0 0,0 1 1 0 0,0 0 0 0 0,-13 0 0 0 0,-3 2 6 0 0,0 1 0 0 0,-36 8-1 0 0,36-5-3 0 0,0-1 0 0 0,-28 0 0 0 0,-112 5 404 0 0,0 0 396 0 0,159-9-819 0 0,0 0-1 0 0,0 0 0 0 0,0-1 0 0 0,0 0 0 0 0,0 0 0 0 0,0 0 0 0 0,0 0 0 0 0,0-1 1 0 0,-6-2-1 0 0,60 38-730 0 0,-34-27 732 0 0,0-1-1 0 0,1 0 1 0 0,0-1-1 0 0,0-1 1 0 0,30 3-1 0 0,87-1-13 0 0,-91-7 21 0 0,81 11 0 0 0,11 14 154 0 0,-133-24-118 0 0,-1 0 1 0 0,0 0 0 0 0,0 0-1 0 0,1 0 1 0 0,-1 0-1 0 0,0 1 1 0 0,1-1 0 0 0,-1 1-1 0 0,0-1 1 0 0,0 1 0 0 0,0-1-1 0 0,0 1 1 0 0,1-1 0 0 0,-1 1-1 0 0,0 0 1 0 0,0 0 0 0 0,0 0-1 0 0,0 0 1 0 0,0-1 0 0 0,-1 1-1 0 0,1 0 1 0 0,0 1 0 0 0,0-1-1 0 0,0 2 1 0 0,-1-2-15 0 0,0 0-1 0 0,0 0 0 0 0,-1 0 1 0 0,1 1-1 0 0,0-1 1 0 0,-1 0-1 0 0,1 0 1 0 0,-1 0-1 0 0,1 0 1 0 0,-1 0-1 0 0,0 0 1 0 0,1 0-1 0 0,-1 0 1 0 0,0 0-1 0 0,0 0 1 0 0,0-1-1 0 0,0 1 1 0 0,0 0-1 0 0,0 0 0 0 0,0-1 1 0 0,0 1-1 0 0,0 0 1 0 0,0-1-1 0 0,0 1 1 0 0,0-1-1 0 0,-1 1 1 0 0,-9 2 13 0 0,0 0 1 0 0,0 0-1 0 0,0-1 0 0 0,0-1 1 0 0,0 0-1 0 0,-1 0 1 0 0,1-1-1 0 0,-21-3 1 0 0,-7 2 65 0 0,-72 2 362 0 0,-139-4-186 0 0,222 2-292 0 0,-1 1 1 0 0,1 1-1 0 0,-1 1 1 0 0,1 2-1 0 0,0 1 1 0 0,-33 10-1 0 0,32-9 29 0 0,1-1-1 0 0,-52 3 0 0 0,44-6-2 0 0,-11 0 44 0 0,0-3-1 0 0,-59-8 1 0 0,-45-1 14 0 0,89 11-33 0 0,15 0-26 0 0,0-2 1 0 0,-88-12-1 0 0,123 11-72 0 0,0 1 1 0 0,-22 1-1 0 0,21 0-14 0 0,-21 15 284 0 0,10-9-118 0 0,1 0-1 0 0,0 2 1 0 0,-42 20 0 0 0,36-15 137 0 0,-49 16 0 0 0,66-26-217 0 0,0 0 1 0 0,1 1-1 0 0,-1 1 0 0 0,1 0 1 0 0,-12 7-1 0 0,20-8-4 0 0,0-1 1 0 0,0 0-1 0 0,0 1 1 0 0,1 0-1 0 0,-1 0 0 0 0,1 0 1 0 0,-3 8-1 0 0,-4 5-8 0 0,6-11 1 0 0,0 0 0 0 0,1 0 0 0 0,-1 1 0 0 0,1-1 0 0 0,0 1 0 0 0,1 0 0 0 0,0 0-1 0 0,0-1 1 0 0,0 1 0 0 0,1 0 0 0 0,0 0 0 0 0,0 0 0 0 0,1 0 0 0 0,1 7-1 0 0,4 11 3 0 0,0 0 0 0 0,15 37-1 0 0,-11-36 42 0 0,8 35 1 0 0,19 184 751 0 0,-33-201-670 0 0,-3-1 0 0 0,-2 1 0 0 0,-10 72 0 0 0,8-91-123 0 0,1 0 1 0 0,1 0-1 0 0,1 0 1 0 0,5 42-1 0 0,27 98-39 0 0,-2-13 24 0 0,-27-129 23 0 0,9 52 25 0 0,0 98 0 0 0,-6-34 55 0 0,-1 49 66 0 0,-7-155-154 0 0,2-14 52 0 0,-1 0 1 0 0,0 0-1 0 0,-2 0 1 0 0,0-1-1 0 0,-1 1 0 0 0,-1-1 1 0 0,-9 24-1 0 0,10-33-69 0 0,0 1 0 0 0,0 0 0 0 0,1 0 0 0 0,1 0 0 0 0,0 0 0 0 0,0 1 0 0 0,1-1 0 0 0,0 0-1 0 0,1 1 1 0 0,0-1 0 0 0,2 15 0 0 0,1-9-22 0 0,0 0-1 0 0,2-1 1 0 0,0 1 0 0 0,0-1-1 0 0,1-1 1 0 0,15 26-1 0 0,26 37 45 0 0,28 53 12 0 0,-68-113-18 0 0,0 0 1 0 0,-2 1-1 0 0,0-1 0 0 0,-1 1 1 0 0,3 29-1 0 0,-4-13 100 0 0,-2 1 0 0 0,-3 34-1 0 0,1-61-23 0 0,0 1 0 0 0,-1-1-1 0 0,0 0 1 0 0,-1 1 0 0 0,0-1-1 0 0,0 0 1 0 0,-1-1 0 0 0,-6 11-1 0 0,-11 26-185 0 0,19-38 90 0 0,0 0 1 0 0,1-1 0 0 0,-1 1 0 0 0,1 0 0 0 0,1 0 0 0 0,-1 0 0 0 0,1 0 0 0 0,0-1 0 0 0,0 1 0 0 0,1 0-1 0 0,1 7 1 0 0,1 2-51 0 0,2 0 0 0 0,12 26 0 0 0,-16-38 87 0 0,1 3 38 0 0,0 1 1 0 0,-1 0 0 0 0,1-1 0 0 0,-1 1-1 0 0,-1 0 1 0 0,1 0 0 0 0,-1 10-1 0 0,0-13-57 0 0,0-4-46 0 0,0-1 0 0 0,0 1 0 0 0,0 0 0 0 0,0 0 0 0 0,0-1 0 0 0,0 1 0 0 0,0 0 0 0 0,0 0 0 0 0,0-1 0 0 0,0 1 0 0 0,0 0 0 0 0,0 0 0 0 0,0-1 0 0 0,0 1 0 0 0,0 0 0 0 0,0 0 0 0 0,-1 0 0 0 0,1-1 0 0 0,0 1 0 0 0,0 0 0 0 0,0 0 0 0 0,0-1 0 0 0,0 1 0 0 0,0 0 0 0 0,-1 0 0 0 0,1 0 0 0 0,0 0 0 0 0,0-1 0 0 0,0 1 0 0 0,-1 0 0 0 0,1 0 0 0 0,0 0 0 0 0,0 0 0 0 0,0 0 0 0 0,-1 0 0 0 0,1-1 0 0 0,0 1 0 0 0,0 0 0 0 0,-1 0 0 0 0,1 0 0 0 0,0 0 0 0 0,0 0 0 0 0,-1 0 0 0 0,1 0 0 0 0,0 0 0 0 0,0 0 0 0 0,-1 0 1 0 0,1 0-1 0 0,0 0 0 0 0,0 0 0 0 0,-1 0 0 0 0,1 1 0 0 0,0-1 0 0 0,0 0 0 0 0,0 0 0 0 0,-1 0 0 0 0,1 0 0 0 0,0 0 0 0 0,0 0 0 0 0,0 1 0 0 0,-1-1 0 0 0,1 0 0 0 0,0 0 0 0 0,0 1 0 0 0,11-25-7441 0 0,-4 16 3585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1584 0 0,'0'0'168'0'0,"-2"0"-48"0"0,0 0-32 0 0,0 0-152 0 0,1-2-280 0 0,-1 0 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50 800 0 0,'-2'-20'7156'0'0,"-7"7"-3886"0"0,7 11-3090 0 0,-1 0 0 0 0,0 1 0 0 0,0 0 0 0 0,0-1 0 0 0,0 1 0 0 0,0 0 0 0 0,0 0 0 0 0,0 1 0 0 0,-6-2-1 0 0,-14 0 267 0 0,0 1-1 0 0,0 0 1 0 0,0 2-1 0 0,-40 6 0 0 0,-37 1 48 0 0,-32-13-537 0 0,158 15 201 0 0,27-1-147 0 0,1-2 0 0 0,84 0 1 0 0,-79-6-19 0 0,111 18 0 0 0,-41 8 38 0 0,89 17 165 0 0,-158-35 19 0 0,103 2 0 0 0,54-11 817 0 0,-215 0-1122 0 0,0 1 1 0 0,0 0-1 0 0,0 0 0 0 0,1 0 1 0 0,-1 0-1 0 0,0 0 0 0 0,0 1 1 0 0,0-1-1 0 0,-1 0 0 0 0,1 1 1 0 0,0 0-1 0 0,0-1 0 0 0,-1 1 1 0 0,3 3-1 0 0,2 2-4866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9650 0 0,'-120'0'4212'0'0,"144"8"-4020"0"0,-8-1-132 0 0,16 2 212 0 0,1-2-1 0 0,1-2 1 0 0,35 2 0 0 0,103-3-254 0 0,-154-4-226 0 0,-18 0 9 0 0,1 0 1 0 0,-1 0-1 0 0,1 0 0 0 0,-1-1 0 0 0,1 1 1 0 0,-1 0-1 0 0,1-1 0 0 0,-1 1 0 0 0,1 0 1 0 0,-1 0-1 0 0,0-1 0 0 0,1 1 0 0 0,-1-1 0 0 0,0 1 1 0 0,1 0-1 0 0,-1-1 0 0 0,0 1 0 0 0,1-1 1 0 0,-1 1-1 0 0,0-1 0 0 0,0 1 0 0 0,1-1 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7170 0 0,'-7'8'3611'0'0,"-14"73"-113"0"0,16-69-3025 0 0,3-9-308 0 0,1 1 1 0 0,-1 0 0 0 0,1-1 0 0 0,0 1 0 0 0,0 0-1 0 0,0 0 1 0 0,-1 6 0 0 0,3-9-277 0 0,-1 1 1 0 0,0-1-1 0 0,0 0 1 0 0,1 1 0 0 0,-1-1-1 0 0,0 0 1 0 0,1 1-1 0 0,0-1 1 0 0,-1 0-1 0 0,1 0 1 0 0,0 1-1 0 0,0-1 1 0 0,-1 0-1 0 0,1 0 1 0 0,0 0-1 0 0,0 0 1 0 0,0 0-1 0 0,0 0 1 0 0,0 0-1 0 0,1 0 1 0 0,-1-1-1 0 0,0 1 1 0 0,0 0-1 0 0,1-1 1 0 0,-1 1-1 0 0,2 0 1 0 0,5 2-1519 0 0,2 1-2051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1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529 914 2048 0 0,'-14'0'1255'0'0,"1"-1"-1108"0"0,-1 2 0 0 0,0-1 0 0 0,1 2-1 0 0,-1 0 1 0 0,1 0 0 0 0,-1 1 0 0 0,1 1-1 0 0,-17 7 1 0 0,-8 6-1 0 0,-50 31 0 0 0,61-32-62 0 0,0 0 0 0 0,0-3 0 0 0,-2 0 0 0 0,-41 12 0 0 0,58-22 199 0 0,0-1-1 0 0,0-1 1 0 0,-22 1 0 0 0,34-4-240 0 0,0 0 1 0 0,0 0-1 0 0,0 0 1 0 0,1 0-1 0 0,-1 1 1 0 0,1-1-1 0 0,-1 0 1 0 0,1 0 0 0 0,0 1-1 0 0,0-1 1 0 0,-1 0-1 0 0,1 1 1 0 0,2-3-1 0 0,8-5 35 0 0,1 0-1 0 0,0 0 0 0 0,0 1 1 0 0,1 1-1 0 0,0 0 1 0 0,0 1-1 0 0,20-7 0 0 0,16-8 79 0 0,233-102 411 0 0,61 8 498 0 0,-76 19-411 0 0,-230 79-508 0 0,0-1 0 0 0,-1-2 0 0 0,-2-2 1 0 0,62-49-1 0 0,-88 63-52 0 0,-1 0-1 0 0,1 0 1 0 0,8-12 0 0 0,-14 17-51 0 0,-1 1-1 0 0,1-1 1 0 0,0 0 0 0 0,-1 1-1 0 0,1-1 1 0 0,-1 0 0 0 0,0 0-1 0 0,0 0 1 0 0,0 0-1 0 0,0 0 1 0 0,0 0 0 0 0,-1-1-1 0 0,0 1 1 0 0,1 0 0 0 0,-1 0-1 0 0,-1-4 1 0 0,1 6-49 0 0,-1 0-1 0 0,1 0 1 0 0,-1 0 0 0 0,0 0 0 0 0,1 0-1 0 0,-1 0 1 0 0,0 0 0 0 0,0 1-1 0 0,0-1 1 0 0,0 0 0 0 0,1 1 0 0 0,-1-1-1 0 0,0 0 1 0 0,0 1 0 0 0,0-1-1 0 0,0 1 1 0 0,-1 0 0 0 0,1-1 0 0 0,0 1-1 0 0,0 0 1 0 0,-1-1 0 0 0,-25-2-139 0 0,18 3 110 0 0,1 1 0 0 0,-1 0 0 0 0,1 1 0 0 0,0 0 0 0 0,-1 0 0 0 0,1 0 0 0 0,0 1 0 0 0,-12 7 0 0 0,-22 6-9 0 0,25-10 49 0 0,1 0 0 0 0,0 1-1 0 0,1 1 1 0 0,0 0 0 0 0,-21 15-1 0 0,30-19 10 0 0,-89 65 39 0 0,81-58-28 0 0,2 0 1 0 0,-1 1-1 0 0,1 1 0 0 0,-17 25 1 0 0,-4 24 7 0 0,32-59-37 0 0,-1-1-1 0 0,1 0 1 0 0,0 1-1 0 0,0 0 1 0 0,1-1 0 0 0,-1 1-1 0 0,1 0 1 0 0,-1-1-1 0 0,1 1 1 0 0,0 0 0 0 0,0-1-1 0 0,0 1 1 0 0,0 0-1 0 0,1 4 1 0 0,-1-5 0 0 0,1-1-1 0 0,-1 1 1 0 0,1 0-1 0 0,0-1 1 0 0,0 1 0 0 0,-1-1-1 0 0,1 1 1 0 0,0-1 0 0 0,0 0-1 0 0,1 1 1 0 0,-1-1 0 0 0,0 0-1 0 0,0 0 1 0 0,1 1 0 0 0,-1-1-1 0 0,0 0 1 0 0,1 0 0 0 0,-1-1-1 0 0,1 1 1 0 0,-1 0-1 0 0,1 0 1 0 0,0-1 0 0 0,2 2-1 0 0,43 17-44 0 0,-38-15 54 0 0,-1 0 0 0 0,1 0 0 0 0,0-1 0 0 0,0 0 0 0 0,14 2-1 0 0,-6-3 1 0 0,0-1 0 0 0,0-1-1 0 0,1-1 1 0 0,-1 0 0 0 0,0-1-1 0 0,0-1 1 0 0,-1-1-1 0 0,26-8 1 0 0,9-8 59 0 0,65-34-1 0 0,-34 14 35 0 0,-20 11-4 0 0,100-40 331 0 0,-146 62-82 0 0,-12 2-191 0 0,-11 3-211 0 0,-4 3 39 0 0,0 1 0 0 0,1 0 0 0 0,-1 1-1 0 0,1 0 1 0 0,-1 0 0 0 0,1 1 0 0 0,-13 7 0 0 0,-1 0 2 0 0,9-4 14 0 0,1 0-1 0 0,0 2 0 0 0,1 0 1 0 0,0 0-1 0 0,0 1 0 0 0,1 1 1 0 0,0 0-1 0 0,-12 15 0 0 0,-77 110-4 0 0,78-104-8 0 0,-183 247 89 0 0,189-256-43 0 0,-17 27 0 0 0,28-40-22 0 0,1-1-1 0 0,1 1 1 0 0,-1 0 0 0 0,1 1-1 0 0,1-1 1 0 0,-2 12-1 0 0,3-15-2 0 0,0-1 1 0 0,0 0-1 0 0,0 0 0 0 0,-4 7 0 0 0,3-8-1 0 0,1 0 1 0 0,0 0-1 0 0,0 0 1 0 0,0 0-1 0 0,1 0 0 0 0,0 0 1 0 0,-1 7-1 0 0,2-6-7 0 0,0-1-1 0 0,0 0 0 0 0,0 1 0 0 0,1-1 1 0 0,0 0-1 0 0,1 8 0 0 0,-1-12 3 0 0,-1 1 1 0 0,1-1-1 0 0,0 1 0 0 0,-1-1 0 0 0,1 1 1 0 0,0-1-1 0 0,0 1 0 0 0,0-1 1 0 0,0 0-1 0 0,0 1 0 0 0,0-1 0 0 0,0 0 1 0 0,0 0-1 0 0,1 0 0 0 0,-1 0 0 0 0,0 0 1 0 0,1 0-1 0 0,-1 0 0 0 0,1 0 1 0 0,-1-1-1 0 0,1 1 0 0 0,-1-1 0 0 0,4 2 1 0 0,4-1 9 0 0,-1 1 1 0 0,1 0-1 0 0,-1 0 0 0 0,1 1 1 0 0,8 5-1 0 0,-12-6 0 0 0,-1 0 0 0 0,1 0 0 0 0,0-1 0 0 0,-1 1 0 0 0,1-1 0 0 0,0 0-1 0 0,0 0 1 0 0,0-1 0 0 0,0 1 0 0 0,6-1 0 0 0,1-1 43 0 0,0-1 0 0 0,22-6 0 0 0,-29 6-37 0 0,0 0 0 0 0,0 0-1 0 0,0 0 1 0 0,0-1 0 0 0,0 0-1 0 0,-1 0 1 0 0,1 0 0 0 0,-1-1-1 0 0,0 1 1 0 0,6-8 0 0 0,6-7 39 0 0,15-24 0 0 0,-8 10-10 0 0,25-29 31 0 0,64-109 0 0 0,-97 144-72 0 0,-2-1 1 0 0,0 0 0 0 0,-2-1-1 0 0,-1 0 1 0 0,-1-1-1 0 0,-2 0 1 0 0,6-40 0 0 0,-12 64-9 0 0,0 0 1 0 0,0 0 0 0 0,1 1 0 0 0,-1-1 0 0 0,1 0 0 0 0,5-8 0 0 0,-5 9-5 0 0,1 0 0 0 0,-2 0 0 0 0,1 0 0 0 0,0 0 0 0 0,-1 0 0 0 0,0 0 0 0 0,0-1 1 0 0,0 1-1 0 0,1-7 0 0 0,-3 11 8 0 0,1-1 0 0 0,0 1 0 0 0,0-1 1 0 0,0 1-1 0 0,-1-1 0 0 0,1 1 0 0 0,0-1 0 0 0,0 1 1 0 0,-1-1-1 0 0,1 1 0 0 0,0-1 0 0 0,-1 1 0 0 0,1-1 1 0 0,-1 1-1 0 0,1 0 0 0 0,0-1 0 0 0,-1 1 1 0 0,1 0-1 0 0,-1-1 0 0 0,1 1 0 0 0,-1 0 0 0 0,1 0 1 0 0,-1-1-1 0 0,0 1 0 0 0,1 0 0 0 0,-1 0 0 0 0,1 0 1 0 0,-1 0-1 0 0,1 0 0 0 0,-1 0 0 0 0,1 0 0 0 0,-1 0 1 0 0,0 0-1 0 0,1 0 0 0 0,-1 0 0 0 0,1 0 0 0 0,-1 0 1 0 0,1 0-1 0 0,-1 0 0 0 0,1 1 0 0 0,-2-1 0 0 0,0 1-3 0 0,0-1-1 0 0,-1 1 0 0 0,1 0 0 0 0,0 0 1 0 0,0 0-1 0 0,-1 0 0 0 0,1 0 0 0 0,0 0 1 0 0,0 0-1 0 0,-3 3 0 0 0,-2 5 4 0 0,1 0 0 0 0,0 0 0 0 0,0 1-1 0 0,1-1 1 0 0,-7 19 0 0 0,-18 58-13 0 0,19-48 19 0 0,2 1 0 0 0,1 0 0 0 0,-4 76 0 0 0,10-96-13 0 0,-1 0 0 0 0,-1-1-1 0 0,-5 19 1 0 0,4-21 10 0 0,1 1-1 0 0,0-1 1 0 0,1 1-1 0 0,0 28 0 0 0,4-15 10 0 0,1-1-1 0 0,2 0 0 0 0,0 0 1 0 0,2-1-1 0 0,1 0 0 0 0,21 51 1 0 0,-19-55 41 0 0,-8-20-39 0 0,0-1-1 0 0,0 0 0 0 0,0 1 0 0 0,1-1 1 0 0,-1 0-1 0 0,1 0 0 0 0,0 0 1 0 0,0 0-1 0 0,0 0 0 0 0,0-1 0 0 0,0 1 1 0 0,0-1-1 0 0,1 1 0 0 0,-1-1 0 0 0,1 0 1 0 0,0 0-1 0 0,0 0 0 0 0,0 0 0 0 0,0 0 1 0 0,4 1-1 0 0,5 2 31 0 0,1-1 0 0 0,-1 0 0 0 0,16 2 1 0 0,26 8 99 0 0,-48-12-125 0 0,0 0 0 0 0,0-1 0 0 0,0 0 0 0 0,1 0 1 0 0,-1-1-1 0 0,0 1 0 0 0,0-2 0 0 0,1 1 0 0 0,-1-1 0 0 0,0 1 1 0 0,0-2-1 0 0,0 1 0 0 0,0-1 0 0 0,7-2 0 0 0,12-3 74 0 0,-21 6-76 0 0,0 0 0 0 0,1 0 0 0 0,-1-1 0 0 0,0 0 0 0 0,0 0 0 0 0,0 0 0 0 0,0 0 0 0 0,0 0 0 0 0,-1-1 0 0 0,7-5 0 0 0,-2-1 11 0 0,-1 0-1 0 0,0 0 1 0 0,6-10-1 0 0,-9 13-16 0 0,15-26 73 0 0,-1 0 1 0 0,-1-1 0 0 0,-2-1-1 0 0,-1 0 1 0 0,-2-1 0 0 0,-1 0 0 0 0,-2-1-1 0 0,-1-1 1 0 0,4-69 0 0 0,-9 88-74 0 0,0 0 0 0 0,1 0 0 0 0,7-21 0 0 0,-6 22-20 0 0,0-1 0 0 0,-1 1 0 0 0,-1 0 0 0 0,1-20 0 0 0,-3 7-6 0 0,-2 0-1 0 0,-1 0 1 0 0,-6-31 0 0 0,5 46 5 0 0,0 1-1 0 0,-1 0 1 0 0,0 0 0 0 0,-2 0-1 0 0,1 1 1 0 0,-2-1 0 0 0,0 1-1 0 0,-11-16 1 0 0,16 27 11 0 0,0 0 1 0 0,1 1 0 0 0,-1-1-1 0 0,-1 0 1 0 0,1 0 0 0 0,0 1-1 0 0,0-1 1 0 0,-1 1 0 0 0,1 0-1 0 0,-1 0 1 0 0,1 0 0 0 0,-1 0-1 0 0,1 0 1 0 0,-1 1 0 0 0,1-1-1 0 0,-1 1 1 0 0,0-1 0 0 0,-3 1-1 0 0,-21-6-46 0 0,13 1 17 0 0,9 3 16 0 0,0 0 1 0 0,1 1 0 0 0,-1-1-1 0 0,0 1 1 0 0,0 0-1 0 0,0 0 1 0 0,0 0-1 0 0,0 1 1 0 0,0 0-1 0 0,0 0 1 0 0,-1 0 0 0 0,-8 2-1 0 0,11-2 7 0 0,1 1-1 0 0,-1-1 1 0 0,1 1-1 0 0,0-1 1 0 0,-1 1 0 0 0,1 0-1 0 0,0 0 1 0 0,0 0-1 0 0,0 0 1 0 0,-1 0-1 0 0,1 1 1 0 0,0-1 0 0 0,0 0-1 0 0,1 1 1 0 0,-1 0-1 0 0,0-1 1 0 0,0 1-1 0 0,1 0 1 0 0,-1 0 0 0 0,1 0-1 0 0,0 0 1 0 0,0 0-1 0 0,-1 0 1 0 0,1 1-1 0 0,0-1 1 0 0,1 0 0 0 0,-2 3-1 0 0,-15 49-49 0 0,2-1 0 0 0,2 2 0 0 0,-7 65 0 0 0,12-66 70 0 0,4-34-24 0 0,-11 32-1 0 0,10-39 1 0 0,1 0 0 0 0,0 0 1 0 0,1 0-1 0 0,1 1 0 0 0,-2 27 0 0 0,5-20 5 0 0,1 0-1 0 0,1 1 0 0 0,5 21 1 0 0,-6-33 26 0 0,1-1 0 0 0,0 0 0 0 0,0 0 0 0 0,1 0 0 0 0,0-1 0 0 0,1 1 0 0 0,0-1 0 0 0,0 0 0 0 0,8 9 0 0 0,-5-10-4 0 0,1-2-1 0 0,0 1 1 0 0,-1-1 0 0 0,2 0 0 0 0,-1-1 0 0 0,11 4-1 0 0,-14-6-8 0 0,0 0 0 0 0,0 0 0 0 0,0-1 0 0 0,0 0 0 0 0,0 0 0 0 0,0 0 0 0 0,1-1 0 0 0,-1 0 0 0 0,0 0 0 0 0,0-1-1 0 0,0 0 1 0 0,1 0 0 0 0,-1 0 0 0 0,0-1 0 0 0,10-3 0 0 0,-8 1 0 0 0,-1 0 1 0 0,0 0-1 0 0,0 0 0 0 0,0-1 0 0 0,0 0 0 0 0,-1 0 1 0 0,0-1-1 0 0,0 1 0 0 0,-1-1 0 0 0,1-1 1 0 0,4-8-1 0 0,13-20 50 0 0,-3-1 0 0 0,-1-2 0 0 0,-2 0 0 0 0,-1 0 0 0 0,-2-2 0 0 0,-2 0 0 0 0,-1 0 0 0 0,-2-1 0 0 0,3-42 1 0 0,-8 56-20 0 0,1 1 0 0 0,10-28 0 0 0,-8 31-16 0 0,-1-1 0 0 0,0 1 0 0 0,1-26 0 0 0,-5 19 8 0 0,-4-56-1 0 0,1 76-14 0 0,0 0-1 0 0,-1 0 1 0 0,0 0-1 0 0,-1 1 1 0 0,0-1-1 0 0,0 1 1 0 0,-1-1-1 0 0,0 1 1 0 0,-7-12-1 0 0,8 19-11 0 0,1-1-1 0 0,-1 1 0 0 0,1 0 0 0 0,-1 0 0 0 0,0 0 1 0 0,0 0-1 0 0,0 1 0 0 0,0-1 0 0 0,0 1 1 0 0,0-1-1 0 0,-6-1 0 0 0,-11-5-38 0 0,14 6 24 0 0,1-1 1 0 0,-1 2-1 0 0,1-1 1 0 0,-1 1-1 0 0,0-1 1 0 0,1 2-1 0 0,-1-1 1 0 0,0 1-1 0 0,0-1 1 0 0,0 2-1 0 0,0-1 1 0 0,1 1-1 0 0,-1 0 1 0 0,0 0-1 0 0,1 0 1 0 0,-9 4-1 0 0,-6-1-53 0 0,14-2 55 0 0,0 0 0 0 0,1 1 1 0 0,-1-1-1 0 0,1 1 0 0 0,0 0 1 0 0,0 0-1 0 0,0 1 0 0 0,0 0 1 0 0,0 0-1 0 0,1 0 0 0 0,-1 0 1 0 0,1 1-1 0 0,-3 4 0 0 0,-9 13-3 0 0,-22 37 0 0 0,30-46 5 0 0,-1 4 5 0 0,0 1-1 0 0,1 0 1 0 0,0 0-1 0 0,2 1 0 0 0,-7 28 1 0 0,6-9-22 0 0,-3 71 1 0 0,9-99 14 0 0,-1-1 1 0 0,0 1 0 0 0,0 0 0 0 0,-8 17 0 0 0,7-17 4 0 0,-1-1 0 0 0,1 1 0 0 0,1 0 0 0 0,0 0 0 0 0,-1 10 0 0 0,3-14-4 0 0,-1 0 1 0 0,1 1 0 0 0,1-1 0 0 0,-1 0 0 0 0,1 0 0 0 0,3 11 0 0 0,-4-15 8 0 0,1 0 1 0 0,0 0-1 0 0,0 0 1 0 0,1 0-1 0 0,-1-1 0 0 0,0 1 1 0 0,0 0-1 0 0,1-1 0 0 0,-1 1 1 0 0,1-1-1 0 0,-1 0 0 0 0,1 1 1 0 0,0-1-1 0 0,0 0 0 0 0,-1 0 1 0 0,1 0-1 0 0,0 0 0 0 0,0-1 1 0 0,0 1-1 0 0,0 0 0 0 0,0-1 1 0 0,0 1-1 0 0,3-1 1 0 0,-1 1 11 0 0,-1 0 0 0 0,0-1 0 0 0,1 0 1 0 0,-1 0-1 0 0,1 0 0 0 0,-1 0 1 0 0,1 0-1 0 0,-1-1 0 0 0,1 1 1 0 0,-1-1-1 0 0,0 0 0 0 0,1 0 1 0 0,-1-1-1 0 0,0 1 0 0 0,6-4 1 0 0,-5 3-5 0 0,0-2 1 0 0,-1 1-1 0 0,1 0 1 0 0,0-1 0 0 0,-1 0-1 0 0,0 0 1 0 0,0 0-1 0 0,0 0 1 0 0,4-9 0 0 0,1-6 9 0 0,0 0 0 0 0,-2-1 0 0 0,0 1 0 0 0,3-28 0 0 0,-6 35 3 0 0,5-36-25 0 0,3-54 0 0 0,-9 84-5 0 0,1 0-1 0 0,1 1 0 0 0,9-28 1 0 0,-7 26 2 0 0,0 0-1 0 0,4-35 1 0 0,-8 32 12 0 0,-1 1 0 0 0,-1 0 0 0 0,-5-42-1 0 0,4 53-1 0 0,-1 1 0 0 0,0-1 0 0 0,-1 1-1 0 0,0 0 1 0 0,0 0 0 0 0,-1 0 0 0 0,0 1-1 0 0,-1-1 1 0 0,0 1 0 0 0,0 0 0 0 0,-7-8-1 0 0,9 13-1 0 0,0 0 1 0 0,-1 0-1 0 0,1 0 0 0 0,-1 1 0 0 0,1-1 0 0 0,-1 1 1 0 0,0 0-1 0 0,0 0 0 0 0,0 0 0 0 0,0 0 0 0 0,0 1 1 0 0,0 0-1 0 0,-1 0 0 0 0,1 0 0 0 0,0 0 0 0 0,-1 1 1 0 0,1-1-1 0 0,-1 1 0 0 0,1 0 0 0 0,0 1 0 0 0,-8 0 1 0 0,-3 2-42 0 0,1 1 1 0 0,0 1-1 0 0,0 0 1 0 0,-25 13 0 0 0,29-13 18 0 0,0 1 0 0 0,1 0 0 0 0,-1 1 0 0 0,2 0 0 0 0,-1 1 0 0 0,1 0 0 0 0,-11 13 0 0 0,-45 69-84 0 0,48-66 87 0 0,-17 30 22 0 0,1 0 1 0 0,3 2-1 0 0,3 1 1 0 0,2 2-1 0 0,-27 102 1 0 0,46-139-12 0 0,3-14 1 0 0,1 1 1 0 0,-2-1-1 0 0,1 0 1 0 0,-1 0-1 0 0,-5 10 0 0 0,5-13-6 0 0,1 0 0 0 0,-1 0 0 0 0,1 0-1 0 0,1 0 1 0 0,-1 1 0 0 0,1-1-1 0 0,-2 9 1 0 0,3-12 6 0 0,0 1 1 0 0,0-1-1 0 0,-1 1 0 0 0,2-1 0 0 0,-1 0 1 0 0,0 1-1 0 0,0-1 0 0 0,1 1 0 0 0,0-1 0 0 0,-1 1 1 0 0,1-1-1 0 0,0 0 0 0 0,0 1 0 0 0,0-1 1 0 0,0 0-1 0 0,1 0 0 0 0,-1 0 0 0 0,3 3 0 0 0,-2-3 12 0 0,1-1 0 0 0,-1 1-1 0 0,1-1 1 0 0,0 0-1 0 0,-1 0 1 0 0,1 0-1 0 0,5 1 1 0 0,6 4 3 0 0,-9-4 6 0 0,0 0 1 0 0,-1-1 0 0 0,1 1-1 0 0,0-1 1 0 0,0 0 0 0 0,0 0-1 0 0,0 0 1 0 0,0-1 0 0 0,0 0-1 0 0,1 0 1 0 0,-1 0 0 0 0,0 0-1 0 0,0-1 1 0 0,0 0 0 0 0,0 0-1 0 0,0 0 1 0 0,-1-1 0 0 0,1 0-1 0 0,0 0 1 0 0,-1 0 0 0 0,9-5-1 0 0,-4 1 16 0 0,-1 1-1 0 0,0-2 1 0 0,0 1-1 0 0,0-1 1 0 0,-1-1-1 0 0,0 1 1 0 0,0-1-1 0 0,0 0 1 0 0,8-16-1 0 0,-3 2 6 0 0,0-2-1 0 0,-2 1 0 0 0,0-1 0 0 0,-2-1 1 0 0,-1 1-1 0 0,0-1 0 0 0,-2-1 0 0 0,2-26 1 0 0,-4 31-2 0 0,1-1 1 0 0,12-36-1 0 0,-9 36-11 0 0,-1 0 1 0 0,5-36-1 0 0,-10 44-13 0 0,0 1-1 0 0,-1-1 1 0 0,0 0 0 0 0,-1 1 0 0 0,0-1-1 0 0,-1 1 1 0 0,-1-1 0 0 0,0 1-1 0 0,-1 0 1 0 0,-11-24 0 0 0,9 23 10 0 0,4 10-19 0 0,1 0 0 0 0,-1 1 0 0 0,0-1-1 0 0,0 0 1 0 0,0 1 0 0 0,-1-1 0 0 0,1 1 0 0 0,-1 0 0 0 0,0 0 0 0 0,0 0 0 0 0,0 0 0 0 0,-4-3 0 0 0,-3 0 3 0 0,-1 1-1 0 0,0 0 1 0 0,0 0 0 0 0,-1 1 0 0 0,1 0 0 0 0,-1 1 0 0 0,0 1 0 0 0,-22-3-1 0 0,25 4-18 0 0,-1-1-1 0 0,1 0 0 0 0,-18-6 1 0 0,20 5 2 0 0,1 1 0 0 0,-1 0 1 0 0,0 0-1 0 0,0 0 0 0 0,0 1 1 0 0,0 0-1 0 0,0 1 0 0 0,0 0 1 0 0,-7 0-1 0 0,-28 11-114 0 0,13-2 69 0 0,23-8 51 0 0,0 1 0 0 0,0-1 0 0 0,1 1 0 0 0,-1 0 0 0 0,0 0 0 0 0,1 1 0 0 0,0-1 0 0 0,0 1 0 0 0,0 1 0 0 0,0-1 0 0 0,0 1 0 0 0,-6 6 0 0 0,-14 13-7 0 0,2 2 1 0 0,0 0-1 0 0,2 2 1 0 0,1 0-1 0 0,1 1 1 0 0,1 1-1 0 0,2 1 0 0 0,1 0 1 0 0,1 1-1 0 0,-13 46 1 0 0,20-52 8 0 0,-4 10-11 0 0,2 0 0 0 0,-7 57 1 0 0,14-72-5 0 0,-1 0 1 0 0,-2 0 0 0 0,-11 33-1 0 0,13-42 12 0 0,0 0-1 0 0,1 0 1 0 0,0 0 0 0 0,0 1-1 0 0,2-1 1 0 0,-1 1-1 0 0,1-1 1 0 0,1 0-1 0 0,0 1 1 0 0,1-1 0 0 0,5 20-1 0 0,4 2-5 0 0,1-1 0 0 0,26 47 0 0 0,-37-76 16 0 0,2 2-6 0 0,0-1 0 0 0,-1 0-1 0 0,1 1 1 0 0,1-1 0 0 0,-1 0 0 0 0,1-1 0 0 0,-1 1 0 0 0,1-1 0 0 0,0 1-1 0 0,7 3 1 0 0,3 1 8 0 0,31 13-1 0 0,-6-3 35 0 0,-34-16-38 0 0,1 1 1 0 0,-1-1-1 0 0,0 0 1 0 0,1-1 0 0 0,-1 1-1 0 0,1-1 1 0 0,-1 0 0 0 0,1 0-1 0 0,0-1 1 0 0,-1 0-1 0 0,10 0 1 0 0,-1-3 11 0 0,0 1 1 0 0,0-2-1 0 0,16-5 0 0 0,-21 6 2 0 0,-3 0-1 0 0,0 1-1 0 0,0-1 1 0 0,-1 0-1 0 0,1-1 0 0 0,0 1 1 0 0,-1-1-1 0 0,0 0 1 0 0,0-1-1 0 0,0 1 1 0 0,-1-1-1 0 0,6-6 1 0 0,4-9 43 0 0,21-37 1 0 0,-19 30-8 0 0,3-7-4 0 0,-1 0-1 0 0,-1-2 1 0 0,-2 0-1 0 0,-2-1 0 0 0,-1 0 1 0 0,-2-1-1 0 0,-2-1 1 0 0,-1 1-1 0 0,2-58 0 0 0,-7 77-38 0 0,0 0 0 0 0,10-36 0 0 0,-8 42-3 0 0,-1-2-1 0 0,0 1 1 0 0,-1 0 0 0 0,-1-1-1 0 0,0 1 1 0 0,-1-20-1 0 0,-4 11-3 0 0,0 1-1 0 0,-1 0 1 0 0,-1 0-1 0 0,-2 0 1 0 0,-13-30-1 0 0,9 23 38 0 0,10 24-30 0 0,1 0-1 0 0,-1 0 1 0 0,-1 0-1 0 0,1 0 1 0 0,-1 0-1 0 0,0 0 0 0 0,0 1 1 0 0,0-1-1 0 0,-6-4 1 0 0,-1 0 11 0 0,-1 0 1 0 0,0 1 0 0 0,0 0-1 0 0,-1 0 1 0 0,0 2-1 0 0,0-1 1 0 0,-1 2 0 0 0,0 0-1 0 0,-24-7 1 0 0,-18-6-4 0 0,45 13-10 0 0,-1 1-1 0 0,0 0 0 0 0,1 1 1 0 0,-1 1-1 0 0,-21-3 0 0 0,14 5-23 0 0,0 2 0 0 0,0 0-1 0 0,0 1 1 0 0,1 1-1 0 0,-1 1 1 0 0,1 0 0 0 0,0 1-1 0 0,-21 11 1 0 0,17-8 6 0 0,9-3 9 0 0,0 0 0 0 0,0 1 0 0 0,0 1 1 0 0,1 0-1 0 0,0 0 0 0 0,1 1 0 0 0,0 1 0 0 0,1 0 0 0 0,-16 20 0 0 0,6-4-16 0 0,1 1 1 0 0,2 0-1 0 0,-15 35 0 0 0,20-33 4 0 0,0 0 1 0 0,2 0-1 0 0,2 1 0 0 0,1 0 1 0 0,1 1-1 0 0,1-1 0 0 0,1 39 1 0 0,1-49-3 0 0,-1 0 1 0 0,-8 33-1 0 0,7-36 5 0 0,1 0-1 0 0,0-1 1 0 0,1 1-1 0 0,0 30 1 0 0,4-27 10 0 0,0 0-1 0 0,2-1 1 0 0,0 1 0 0 0,11 29 0 0 0,37 70-5 0 0,-50-115 16 0 0,1-1-1 0 0,0 1 0 0 0,-1 0 0 0 0,1-1 0 0 0,1 0 0 0 0,-1 1 1 0 0,0-1-1 0 0,1 0 0 0 0,-1-1 0 0 0,1 1 0 0 0,0-1 1 0 0,0 1-1 0 0,0-1 0 0 0,0 0 0 0 0,1-1 0 0 0,-1 1 0 0 0,8 1 1 0 0,27 13 43 0 0,-36-14-40 0 0,-1 0 1 0 0,1-1-1 0 0,0 1 0 0 0,0-1 1 0 0,0 0-1 0 0,0 0 1 0 0,0 0-1 0 0,0 0 0 0 0,0-1 1 0 0,0 1-1 0 0,0-1 1 0 0,0 0-1 0 0,1 0 0 0 0,-1 0 1 0 0,0 0-1 0 0,0 0 1 0 0,0-1-1 0 0,0 0 0 0 0,0 1 1 0 0,0-1-1 0 0,0 0 1 0 0,0 0-1 0 0,0-1 1 0 0,0 1-1 0 0,0-1 0 0 0,-1 1 1 0 0,1-1-1 0 0,0 0 1 0 0,-1 0-1 0 0,0 0 0 0 0,1 0 1 0 0,-1-1-1 0 0,0 1 1 0 0,0 0-1 0 0,2-4 0 0 0,4-8-13 0 0,-1 0 0 0 0,0 0 0 0 0,5-17 0 0 0,-1 3-6 0 0,-5 10 5 0 0,0-1 0 0 0,-1 1 0 0 0,3-26 0 0 0,8-30-12 0 0,-5 41-4 0 0,-3 12-2 0 0,-2 0 1 0 0,-1-1 0 0 0,5-34 0 0 0,-7 16-17 0 0,-2 1 0 0 0,-7-65 0 0 0,3 81 6 0 0,-1 0-1 0 0,-1 1 1 0 0,-1 0-1 0 0,-1 0 0 0 0,-1 1 1 0 0,-10-22-1 0 0,8 20 8 0 0,9 19 22 0 0,0 0 1 0 0,-1 1-1 0 0,1-1 0 0 0,-1 0 1 0 0,0 1-1 0 0,0-1 0 0 0,0 1 1 0 0,-1-1-1 0 0,1 1 0 0 0,-1 0 1 0 0,-5-5-1 0 0,0 3-15 0 0,-1 0 1 0 0,0 0-1 0 0,0 1 0 0 0,0 1 0 0 0,-1-1 1 0 0,1 1-1 0 0,-1 1 0 0 0,0 0 0 0 0,-15-1 1 0 0,18 2 10 0 0,-1-1 0 0 0,1 0 0 0 0,0 0 0 0 0,-11-5 1 0 0,14 5-3 0 0,-1 0 1 0 0,1 1 0 0 0,0-1-1 0 0,-1 1 1 0 0,1 0 0 0 0,-1 0-1 0 0,1 0 1 0 0,-1 0 0 0 0,0 1-1 0 0,1 0 1 0 0,-1 0 0 0 0,1 0 0 0 0,-1 1-1 0 0,-6 1 1 0 0,8-2 2 0 0,0 1 0 0 0,0 0 0 0 0,0 0-1 0 0,1 0 1 0 0,-1 0 0 0 0,0 0 0 0 0,0 1 0 0 0,1-1 0 0 0,-1 1 0 0 0,1 0 0 0 0,-1 0 0 0 0,1 0-1 0 0,0 0 1 0 0,-1 0 0 0 0,1 0 0 0 0,0 0 0 0 0,1 1 0 0 0,-1-1 0 0 0,0 1 0 0 0,1 0 0 0 0,-1-1-1 0 0,1 1 1 0 0,-1 3 0 0 0,-16 41-1 0 0,1 1 0 0 0,3 0-1 0 0,3 1 1 0 0,1 1 0 0 0,-6 99-1 0 0,14-130 5 0 0,-1 0 1 0 0,-10 34-1 0 0,8-38-2 0 0,1 0 1 0 0,1 0-1 0 0,1 1 0 0 0,0-1 1 0 0,0 20-1 0 0,4-15-1 0 0,1 0-1 0 0,1-1 1 0 0,0 1-1 0 0,2-1 1 0 0,0 0-1 0 0,14 28 1 0 0,-7-13 2 0 0,-9-27 10 0 0,0-1 0 0 0,0 1 0 0 0,0 0 0 0 0,1-1 0 0 0,0 0 0 0 0,0 0 0 0 0,0 0 0 0 0,1-1 0 0 0,0 0 0 0 0,0 0 0 0 0,0 0 0 0 0,0-1 0 0 0,1 0 0 0 0,10 5 0 0 0,-2-2 18 0 0,1 0 1 0 0,-1-2-1 0 0,1 0 1 0 0,0 0 0 0 0,32 3-1 0 0,-34-6 16 0 0,0 1 0 0 0,19 7 1 0 0,-24-7-23 0 0,0 0 1 0 0,-1-1 0 0 0,1 1-1 0 0,1-2 1 0 0,-1 0-1 0 0,0 0 1 0 0,0 0 0 0 0,17-2-1 0 0,-19 0-1 0 0,1 0 0 0 0,-1-1-1 0 0,1 0 1 0 0,-1 0 0 0 0,0-1-1 0 0,0 0 1 0 0,0 0 0 0 0,0-1-1 0 0,0 1 1 0 0,-1-1 0 0 0,1-1-1 0 0,-1 0 1 0 0,0 1 0 0 0,-1-2-1 0 0,1 1 1 0 0,-1-1 0 0 0,0 0-1 0 0,0 0 1 0 0,-1 0 0 0 0,0 0-1 0 0,5-10 1 0 0,3-9 6 0 0,-1-1 1 0 0,-1 1-1 0 0,-2-2 0 0 0,0 1 1 0 0,-2-1-1 0 0,-1 0 0 0 0,3-41 1 0 0,-6 50-23 0 0,1 1-1 0 0,0 0 1 0 0,7-18 0 0 0,-5 16-1 0 0,0 1 0 0 0,3-28-1 0 0,-6 10-16 0 0,-1-1 0 0 0,-2 1 0 0 0,-2-1 0 0 0,-8-43 0 0 0,-1 24-11 0 0,-2 1-1 0 0,-21-53 1 0 0,21 66 17 0 0,11 32 2 0 0,0 0-1 0 0,0-1 1 0 0,-1 1 0 0 0,-1 1-1 0 0,0-1 1 0 0,0 1 0 0 0,0 0-1 0 0,-10-12 1 0 0,-4 0-32 0 0,-1 1-1 0 0,-1 1 1 0 0,-26-19 0 0 0,36 31 36 0 0,1 0 0 0 0,-2 0 0 0 0,1 1 1 0 0,-1 1-1 0 0,0 0 0 0 0,0 0 0 0 0,0 1 0 0 0,-1 1 0 0 0,-13-3 1 0 0,-27-5-27 0 0,45 8 16 0 0,-1 0 0 0 0,1 1 1 0 0,-1 1-1 0 0,1-1 0 0 0,-1 1 0 0 0,0 1 0 0 0,1-1 0 0 0,-1 1 0 0 0,0 1 0 0 0,1 0 0 0 0,-14 3 0 0 0,13-1 5 0 0,0 1 0 0 0,1 0 0 0 0,0 0 0 0 0,0 1-1 0 0,0 0 1 0 0,0 0 0 0 0,1 1 0 0 0,-1 0 0 0 0,2 0 0 0 0,-1 1-1 0 0,-9 13 1 0 0,-3 5-2 0 0,2 1 1 0 0,-16 33-1 0 0,25-44 9 0 0,-18 34 3 0 0,2 1-1 0 0,2 2 1 0 0,2 0-1 0 0,-20 85 1 0 0,18-53-69 0 0,13-53 42 0 0,1-1 0 0 0,-6 54 0 0 0,11-48 13 0 0,2 0-1 0 0,2-1 1 0 0,1 1-1 0 0,1-1 1 0 0,3 1-1 0 0,0-1 0 0 0,3 0 1 0 0,1-1-1 0 0,23 56 1 0 0,-20-56-4 0 0,-11-27 14 0 0,0-1 1 0 0,0 0 0 0 0,1 1 0 0 0,0-1 0 0 0,0 0-1 0 0,0-1 1 0 0,9 11 0 0 0,-4-7 20 0 0,0-1 1 0 0,1 0-1 0 0,0 0 0 0 0,0-1 1 0 0,1-1-1 0 0,0 1 0 0 0,0-1 1 0 0,0-1-1 0 0,1 0 0 0 0,0-1 1 0 0,20 6-1 0 0,-17-6-2 0 0,0 0 1 0 0,14 6-1 0 0,-18-6-9 0 0,0 0 0 0 0,0-1 0 0 0,1 0 0 0 0,13 1 0 0 0,-10-3 0 0 0,0-1 0 0 0,0-1 0 0 0,0 0 0 0 0,0-1 0 0 0,0 0 0 0 0,0-2 0 0 0,-1 1 0 0 0,18-8 0 0 0,22-5 24 0 0,-44 14-21 0 0,0 0-1 0 0,-1-1 1 0 0,1 0 0 0 0,0-1-1 0 0,-1 1 1 0 0,0-2 0 0 0,0 1-1 0 0,0-1 1 0 0,10-8 0 0 0,20-20 40 0 0,-2-1 1 0 0,57-67 0 0 0,-74 76-25 0 0,-1-1 0 0 0,-1-1 0 0 0,-1 0 0 0 0,-1-1 1 0 0,17-45-1 0 0,-28 60-1 0 0,-1 0 1 0 0,0 0 0 0 0,0-18-1 0 0,8-30 86 0 0,-4 37-67 0 0,-2 10-32 0 0,-1 0 0 0 0,-1 1 1 0 0,0-1-1 0 0,-1-1 0 0 0,-1 1 0 0 0,0-24 0 0 0,-3 15-9 0 0,-2 0 0 0 0,-1 0 0 0 0,-1 0 0 0 0,-1 0 0 0 0,0 1 0 0 0,-16-30-1 0 0,7 16 13 0 0,13 27-11 0 0,0 0-1 0 0,-1 1 0 0 0,0-1 1 0 0,-1 1-1 0 0,0 0 1 0 0,0 0-1 0 0,-10-11 1 0 0,-3 3-7 0 0,0 0 1 0 0,-2 1-1 0 0,1 1 0 0 0,-2 0 1 0 0,0 2-1 0 0,0 0 0 0 0,-1 2 1 0 0,-1 0-1 0 0,0 2 1 0 0,0 0-1 0 0,0 1 0 0 0,-1 2 1 0 0,-45-5-1 0 0,50 7 1 0 0,0 0 0 0 0,-27-9-1 0 0,29 7-11 0 0,-1 0 0 0 0,-26-2 0 0 0,37 6-2 0 0,-1 1-1 0 0,1 0 1 0 0,-1 0 0 0 0,1 1-1 0 0,0 0 1 0 0,-1 1 0 0 0,1-1 0 0 0,0 1-1 0 0,-12 5 1 0 0,11-4-3 0 0,0 1 0 0 0,0 0 0 0 0,0 0 0 0 0,1 1 1 0 0,-1 0-1 0 0,1 0 0 0 0,0 1 0 0 0,0-1 0 0 0,1 2 0 0 0,0-1 0 0 0,-8 11 0 0 0,-15 26-11 0 0,1 0-1 0 0,3 2 0 0 0,2 1 1 0 0,2 1-1 0 0,2 0 0 0 0,1 2 1 0 0,4 0-1 0 0,1 1 0 0 0,2 0 1 0 0,3 1-1 0 0,-2 53 0 0 0,6-73 8 0 0,-11 52-1 0 0,9-62 9 0 0,2 1 0 0 0,0 0 0 0 0,1 1 0 0 0,2-1 0 0 0,1 26 0 0 0,2-22-15 0 0,2 1 1 0 0,2-1-1 0 0,0 0 1 0 0,1-1-1 0 0,2 0 1 0 0,11 25-1 0 0,-10-28-8 0 0,-9-18 33 0 0,0 0 0 0 0,1 0 0 0 0,-1 0 1 0 0,1 0-1 0 0,0-1 0 0 0,1 1 0 0 0,-1-1 0 0 0,0 1 1 0 0,1-1-1 0 0,0 0 0 0 0,0 0 0 0 0,0 0 0 0 0,0 0 1 0 0,4 2-1 0 0,4 1-27 0 0,0-1 0 0 0,0-1 0 0 0,1 0 1 0 0,15 3-1 0 0,18 7-42 0 0,-33-9 66 0 0,1-1 0 0 0,0 0-1 0 0,26 3 1 0 0,-31-6 12 0 0,-1-1 1 0 0,1 0-1 0 0,0 0 1 0 0,0-1-1 0 0,-1 0 0 0 0,1 0 1 0 0,-1-1-1 0 0,12-4 0 0 0,-4 1 8 0 0,0 0-7 0 0,0 0-1 0 0,-1-1 1 0 0,0 0-1 0 0,0-1 1 0 0,-1 0-1 0 0,0-1 1 0 0,18-15-1 0 0,30-33 82 0 0,70-84-1 0 0,-105 108-21 0 0,-1-1 0 0 0,-2 0 0 0 0,-1-2 0 0 0,28-64 0 0 0,-31 53 20 0 0,-2-1-1 0 0,-3 0 1 0 0,-1-1-1 0 0,-3-1 1 0 0,9-89-1 0 0,-18 121-67 0 0,2 1 0 0 0,0-1 0 0 0,7-18 0 0 0,-6 22-3 0 0,-1 1 0 0 0,0 0-1 0 0,-1-1 1 0 0,0 1 0 0 0,-1-1 0 0 0,0-15 0 0 0,-2 12 9 0 0,-1 0 0 0 0,-1 1 1 0 0,0-1-1 0 0,-2 1 0 0 0,1 0 1 0 0,-2 0-1 0 0,-9-18 0 0 0,4 5 2 0 0,9 23-20 0 0,0 0 0 0 0,0 0 0 0 0,0 0 0 0 0,0 1 0 0 0,-1-1 0 0 0,0 1 0 0 0,0-1 0 0 0,0 1 0 0 0,0 0 0 0 0,-6-5 0 0 0,-3-1-42 0 0,-1 1 0 0 0,0 0-1 0 0,0 1 1 0 0,-1 0-1 0 0,0 1 1 0 0,-1 0 0 0 0,1 2-1 0 0,-1-1 1 0 0,0 2-1 0 0,-1 0 1 0 0,1 1 0 0 0,-22-2-1 0 0,22 3-50 0 0,0 0 0 0 0,-25-9 0 0 0,31 8 54 0 0,0 0 0 0 0,-1 1 0 0 0,1 0-1 0 0,-1 0 1 0 0,1 1 0 0 0,-1 1 0 0 0,1-1 0 0 0,-1 1-1 0 0,0 1 1 0 0,-10 2 0 0 0,9-1 30 0 0,0 1-1 0 0,1 0 1 0 0,-1 1-1 0 0,1 0 1 0 0,0 1-1 0 0,0 0 1 0 0,1 1-1 0 0,-1 0 1 0 0,1 0 0 0 0,1 1-1 0 0,-1 0 1 0 0,1 0-1 0 0,0 1 1 0 0,1 0-1 0 0,0 1 1 0 0,0 0-1 0 0,0 0 1 0 0,-8 17-1 0 0,-3 10 12 0 0,1-1-1 0 0,2 2 0 0 0,2 0 1 0 0,1 1-1 0 0,1 0 0 0 0,3 1 1 0 0,1-1-1 0 0,-2 45 0 0 0,6-48-30 0 0,-11 38 0 0 0,9-50 7 0 0,0-1-1 0 0,2 1 1 0 0,1-1-1 0 0,0 1 0 0 0,3 33 1 0 0,2-33-8 0 0,1-1 0 0 0,2 1 0 0 0,0-1 0 0 0,1 0 0 0 0,13 28 0 0 0,-5-13-11 0 0,-12-29 30 0 0,0 0 0 0 0,0-1 0 0 0,0 1-1 0 0,1-1 1 0 0,0 0 0 0 0,0 0 0 0 0,1 0 0 0 0,0 0 0 0 0,10 10-1 0 0,0-6 10 0 0,0 0-1 0 0,0-1 0 0 0,1-1 0 0 0,0 0 0 0 0,1-1 1 0 0,0-1-1 0 0,0-1 0 0 0,1 0 0 0 0,0-1 1 0 0,0-1-1 0 0,21 2 0 0 0,-13-2 28 0 0,33 11 0 0 0,-43-10-8 0 0,0-1-1 0 0,0-1 1 0 0,1 0-1 0 0,-1-1 0 0 0,1 0 1 0 0,17-2-1 0 0,-17-2 14 0 0,0-1 0 0 0,0-1 0 0 0,-1 0 0 0 0,1-1-1 0 0,-1-1 1 0 0,22-11 0 0 0,-4 2 49 0 0,-20 8-51 0 0,-1 0 1 0 0,0 0-1 0 0,0-1 0 0 0,-1-1 1 0 0,0 0-1 0 0,20-20 0 0 0,57-74 122 0 0,-85 98-145 0 0,21-27 43 0 0,-2-1-1 0 0,0-1 0 0 0,-3-1 0 0 0,0-1 1 0 0,-3 0-1 0 0,-1-2 0 0 0,-2 0 1 0 0,-1-1-1 0 0,-2 0 0 0 0,7-50 1 0 0,4-119 9 0 0,-19 184-61 0 0,0 0 1 0 0,9-31-1 0 0,-7 37-3 0 0,-1 1-1 0 0,-1 0 1 0 0,0-1 0 0 0,-1 0-1 0 0,-2-32 1 0 0,-5 19 16 0 0,-1 0 0 0 0,-1 1 1 0 0,-2 0-1 0 0,-1 0 1 0 0,-2 1-1 0 0,-16-31 0 0 0,26 56-11 0 0,0-1-1 0 0,0 1 1 0 0,-1-1 0 0 0,0 1-1 0 0,0 0 1 0 0,0 0-1 0 0,0 1 1 0 0,-1-1-1 0 0,1 1 1 0 0,-1-1 0 0 0,-5-3-1 0 0,-1 2-98 0 0,1 0 1 0 0,0 1-1 0 0,-20-6 0 0 0,9 4-119 0 0,17 4 172 0 0,-9-2-231 0 0,-1 0 1 0 0,-23-5 0 0 0,30 9 138 0 0,0 0 1 0 0,0 0 0 0 0,0 0 0 0 0,0 0-1 0 0,0 1 1 0 0,0 0 0 0 0,0 1 0 0 0,0-1-1 0 0,-6 3 1 0 0,6-1-50 0 0,0-1 0 0 0,0 1-1 0 0,0 0 1 0 0,0 1 0 0 0,1-1 0 0 0,-1 1-1 0 0,1 1 1 0 0,-8 7 0 0 0,1 2-423 0 0,-19 28 1 0 0,22-29 371 0 0,-61 87-1601 0 0,-7 10-321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37:22.29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23154 8759 256 0,'0'0'17'0,"0"0"-3"0,0-2 14 0,-2 1 4 15,0-1-8-15,0 0-2 0,0-2 1 0,0 0 0 16,0 1 1-16,1-1-18 0,-1 0 17 0,0 1-2 16,0-5 10-16,0 1 12 0,2 3-11 0,0 0 0 0,0 1-4 15,-2-5-1-15,2 4-12 0,0 1 4 0,-2-1-7 16,2 0 1-16,0 1-4 0,0-1-2 0,0 2 2 15,0 0 10-15,0 0-8 0,0-1 1 0,0-1-4 16,0 2-1-16,0 0 16 0,0 0-1 0,0 0 5 16,0 2-9-16,0 0-6 0,0 0 0 0,0 2-2 15,0 2 0-15,0 3-1 0,-1 12-3 0,-1 5 0 0,2-2-7 16,0 1 0-16,0-1 1 0,-2-2 0 0,2-1 7 16,0 0-8-16,0-3 4 0,0-1-4 0,0 0 3 15,2-4 7-15,0 0-7 0,-1 0 7 0,1-1 1 0,2 1 7 16,0-2-2-16,-2-3 3 0,1 1 3 0,1-1 2 15,-2-3 3-15,3-1-3 0,7 0-2 0,-3 6-6 16,4-1 2-16,2 0-4 0,0-1-3 0,1-2 6 16,3-2-3-16,-1-2 4 0,7-6-1 0,2-3-6 15,9-6 5-15,6-4-6 0,1-5 4 0,11 17-12 16,-2-25 3-16,0-5-4 0,7-6 1 0,-5-5 1 16,2-4-2-16,-2 0 1 0,1 2 3 0,1 4-4 15,4-1 5-15,3 6-5 0,4 4-3 0,-1 4 9 0,-1 3-8 16,0 4 9-16,-5 2-7 0,-1 0-20 0,-5 1-13 15,-6 3-10-15,-5 1-89 0,0 3-113 0,-4-1-52 16</inkml:trace>
  <inkml:trace contextRef="#ctx0" brushRef="#br0" timeOffset="9076.59">6831 6899 256 0,'0'0'-14'15,"0"0"36"-15,0 2 28 0,0 0 4 0,-2-1 23 16,0 1-24-16,1 0-15 0,1 0 0 0,0 0 1 16,-2 0 2-16,2 0 12 0,0-1-5 0,0-1 4 0,-2 2-20 15,0-2-3-15,2 0-4 0,0 0 1 16,0 0-17-16,0 0 13 0,0 0-6 0,0 0 9 0,0 0-11 16,0 0-3-16,0-2 5 0,0 1-5 0,0-1 0 0,0 0 6 15,2 0-7-15,0-2 7 0,0 1-5 0,-1-1 7 16,-1 2 2-16,2-5 1 0,-2 1 9 0,2-1 2 15,0-1 2-15,-2 3-1 0,2-3-12 0,-2 3 0 16,2-5-6-16,0-1 4 0,-2 2-8 0,1-2-1 16,-1-2-1-16,2 0-1 0,0-2 1 0,0-2 0 15,0 2-1-15,0-1 1 0,0-3 2 0,-1 1-9 16,1-1 10-16,0-1-10 0,0 1 12 0,0-1-10 16,0-3 1-16,0 3-3 0,-1-2-1 0,1-3 1 15,0 1 0-15,0-2 1 0,0 4 5 0,0-4-7 0,0 2-2 16,-1 0 0-16,1-2 4 0,-2 2 0 0,2 1-1 15,-2 3 0-15,2-8 3 0,0 2-6 0,0 2 7 16,0-6-6-16,-1 8 3 0,1 0 0 0,0-1 0 0,0 3 0 16,0-2-2-16,0 1 1 0,-2 1-2 0,0 1 3 15,2 1 9-15,-2 1-15 0,1 0 8 0,-1 1-9 16,0-1 10-16,0 2-1 0,0 0-5 0,0 0 3 16,0 2-8-16,0 0 8 0,0 0-1 0,0 2 4 15,0 0-5-15,0 2 2 0,0-1 0 0,0 3 3 16,0 0 6-16,0-1-7 0,0 1 4 0,0 1-4 15,0 1 6-15,0 1-2 0,0 0-3 0,0-1 1 16,0 1-9-16,0-2 5 0,0 3-4 0,0 1 4 0,0-2-4 16,0 2 5-16,0 0 1 0,0 0 2 0,0 1-8 0,0-1 8 15,0 0-4-15,0 0 6 0,0 0-5 0,-1-2 3 16,-1 1 4-16,0-1-2 0,0 2-1 0,0 0 8 16,2 0-10-16,0 1 9 0,0-1-12 0,0 0-5 15,-2 0 3-15,2 0-5 0,0 0-3 0,0 2-5 16,0 0 4-16,0 0-2 0,0 2 10 0,0 0-3 15,0 2 0-15,0 11 1 0,0 5 6 0,0 0-4 16,0 1 2-16,2-3-3 0,0-1 0 0,0-2 0 16,0-2-1-16,0-4 1 0,-1-1-1 0,1-3 3 15,0 1 4-15,-2-2 1 0,0-3 8 0,2 3 1 16,0 0-6-16,0 0 5 0,0-3-7 0,-1 1 19 0,1 0-7 16,2 0 11-16,-2-2-6 0,0-2-10 0,0 0 9 15,-1-1-10-15,7-10 0 0,1-10-1 0,-1 3-6 16,-3-2 5-16,-3 1-2 0,0 3-2 0,-2-1 6 15,0 2-4-15,0 2 3 0,-2 2 14 0,0 2-11 0,0 4 12 16,0-2-10-16,1 3-4 0,-1 2 5 0,0 1-6 16,0-1-1-16,0 0-5 0,0 0-2 0,-1 3-1 15,-1-1-11-15,0 0 3 0,0 0-7 0,3 2 6 16,-1 0-15-16,0 0-21 0,0 0-7 0,0 0-14 16,0 2-100-16,2 0-76 0,0 0-45 0,2 1-24 0,2 3-324 15</inkml:trace>
  <inkml:trace contextRef="#ctx0" brushRef="#br0" timeOffset="10106.68">8146 6975 256 0,'0'0'85'16,"0"0"-43"-16,0 0 87 0,0 0-21 0,0 0-7 15,0 0-10-15,0 0 3 0,0 0-11 0,0 0-33 0,0 0-12 16,0 0 0-16,0 0-2 0,0 0 8 0,0 0-11 15,0 0-2-15,0 0-3 0,0 0-7 0,0 0 1 16,0 0 2-16,0 0-1 0,0 0 3 0,2 0 2 16,-1-2-1-16,1 0 2 0,0 0 5 0,0 1-6 15,0-1 2-15,0 0-5 0,0-2-8 0,-1 0-2 16,-1 1 3-16,4-8-2 0,2-2 4 0,-3 1-6 16,1-1-3-16,-2 2 1 0,2-2 3 0,-1-2-3 15,1 1 1-15,0-3-1 0,0 0 2 0,-1-3-7 0,1-3-1 16,-2 1-2-16,0-2-2 0,1-2 6 0,3 0-2 15,1-4 2-15,1 3-10 0,-1 1 6 0,1-4 2 16,-1 0 1-16,-1 0-6 0,-1 1 2 0,1 1 1 16,-1 0 1-16,-1 2 0 0,2-4-5 0,-3 2 3 0,1-1-2 15,0-1 9-15,0 0-3 0,-3 1-5 0,1 1 3 16,-2 2-5-16,2 2 5 0,0 1 1 0,-2-3 2 16,2 4-5-16,-2 0 1 0,2 1-1 0,-2-1 0 15,0 2-1-15,2-3 1 0,-1 1-1 0,1 0 0 16,0 0-1-16,0-1 0 0,0 5 0 0,0-1-1 15,0 2-1-15,-1 1 1 0,1 1 1 0,0-2 2 0,0 2 7 16,-2-1-11-16,0 1 2 0,0 2-5 0,0-2 4 16,0 0 2-16,0-2 2 0,0-1 0 0,0 1-6 15,0 2 2-15,0 0 0 0,0 2 1 0,0-2 3 16,0 2 1-16,0 8-2 0,0 1 0 0,0 0-5 0,0 3 9 16,0-3 1-16,0 0 2 0,0 0-4 0,0 1 3 15,0 1-7-15,0 0 5 0,0 0-15 0,0 0 2 16,0 0-2-16,0 1 3 0,0-1 3 0,0 0 3 15,0 2-1-15,0 0 3 0,0 2-6 0,0 0 6 16,0 1 0-16,0 8 3 0,-2 10-6 0,2-4 5 16,-2 3-6-16,2-3 5 0,0-1-8 0,0-1 2 15,0-2 2-15,0 0-1 0,0-3 5 0,0-3-4 16,0 0 1-16,0-1-3 0,0 0 2 0,0-3 0 0,0 1 2 16,2 0 0-16,0-1-1 0,0 1-2 0,0 0 3 15,0-2-2-15,1 0 3 0,1-1 9 0,0-1-5 16,-1 0 7-16,1-1-10 0,0-1 11 0,0-2-6 15,-3-16 7-15,5-6-8 0,-4 1 2 0,0-1 1 0,0 0-1 16,14 2-2-16,-6 2-1 0,-5 3 4 0,-1 3-1 16,-2 5 20-16,-2 1 14 0,0 8-4 0,0-3 5 15,0 1-8-15,0 0-9 0,0 1-4 0,-2-1-2 16,0 0-12-16,0 2-10 0,0 1 0 0,0-1-4 16,1 0-6-16,-1 0 1 0,0 0-2 0,0 2 1 15,0 0-4-15,0 0-8 0,2 0-9 0,0 2-5 16,0 0-73-16,0 0-65 0,0 0-20 0,0-1-19 0,2 1-134 15</inkml:trace>
  <inkml:trace contextRef="#ctx0" brushRef="#br0" timeOffset="10729.33">8361 5503 740 0,'0'0'37'16,"0"0"-3"-16,-2 0 32 0,0 0 18 0,1 1-10 15,-1-1 36-15,-2 0-29 0,0 0-5 0,1 0-8 0,-1 0-19 16,0 0-3-16,0 0-6 0,1 0 4 0,-1 0 2 16,0 0-17-16,2 0 8 0,1 0-13 0,-1 0 0 15,0 0-9-15,0 2 0 0,0 0-4 0,0 0-11 0,0 0 5 16,1 0-1-16,-1 1 4 0,0 3-1 0,-4 5-1 15,1 2 2-15,1-2-1 0,2-1 1 0,0-1-2 16,2-5-6-16,0-3 5 0,0 3-1 0,0-2 5 16,0 0 0-16,0 0 1 0,2 1-4 0,0 1 12 15,0-2 1-15,0 0 4 0,0 0 14 0,-1-2 0 16,1 0-3-16,0-2 0 0,0-2-12 0,5-13-7 16,3-5 1-16,-3-2-4 0,-3 2-1 0,-2 5 2 0,0 2 1 15,-2 6-1-15,0-2-1 0,0 5 16 0,0 1-1 16,0 1 7-16,0 0 4 0,0 2-21 0,0 1-2 15,-2-1-7-15,0 2-24 0,0 0 5 0,0 2 2 16,2-1 2-16,-17 33 7 0,6-8 0 0,4 3 0 0,5-10 0 16,2 0-1-16,0-6 1 0,0-4 0 0,2 0 0 15,0-3 0-15,0-3-12 0,-2-1 9 0,7 4-9 16,6 1 11-16,-2-3-14 0,2-2-4 0,-4-2-2 16,-1-2-20-16,-1-2-32 0,1-1-4 0,-3-16-10 15,-1-3-28-15,15-4-107 0,-8 2-26 0,-8 6-50 16,-3-2-318-16</inkml:trace>
  <inkml:trace contextRef="#ctx0" brushRef="#br0" timeOffset="11137.77">6941 5664 678 0,'0'0'26'0,"0"0"28"0,0-2 20 0,0 0 13 15,0 1 3-15,-2-1 33 0,2 0-15 0,-2 0 12 16,0 0-60-16,0 0-5 0,2 0-2 0,0 1 0 0,0-1 5 16,0 2-7-16,0 0 7 0,0 0-7 15,0 0 12-15,0 0-4 0,0 0-6 0,0 0 1 0,0 0-29 16,0 0-14-16,0 0 3 0,0 0-7 0,0 0-1 15,0 0-3-15,0 0 1 0,0 0 0 0,0 0-2 0,2 0-15 16,0 0-6-16,0 0-3 0,0 0-14 0,0 0-117 16,-1 0-27-16,3-2-58 0,-2 2-334 0</inkml:trace>
  <inkml:trace contextRef="#ctx0" brushRef="#br0" timeOffset="15287.13">11037 5816 29 0,'0'0'-3'0,"0"0"7"0,0-1 9 0,0-1 5 16,0 0 12-16,-2 0 1 0,0 0 4 0,0-2 1 15,0 1-2-15,0-1-9 0,2 2 7 0,-3-3-7 16,-5 1 7-16,-3 0-5 0,-4 0 4 0,2 3 5 0,-2-1-2 15,1 0-5-15,-1-9 3 0,-2 1 2 16,0 3 2-16,-3 1 9 0,-1 3-3 0,1-1-6 0,0 2 4 16,1 0-9-16,4 2-3 0,0 0-3 0,0 0-1 15,-3-2-11-15,1 1-2 0,0-1-3 0,1 0-1 16,1 0-10-16,2 0 3 0,-4-2 5 0,0 1-1 16,4-1 4-16,-1 0-8 0,-3-1-1 0,8 3-1 0,-1 0 6 15,-3-2-2-15,6 2 1 0,-4 1-3 16,-4-3-6-16,2 2 13 0,-2 0-8 0,0 0 9 0,-2 0-10 15,3 1 2-15,1-1 2 0,-2 0-1 0,2 2-1 16,0 0-1-16,-6 0 1 0,3 0-1 0,1 0 5 16,-2 0 0-16,0 0-2 0,-1 0 2 0,1 0-2 0,-2 0 1 15,3 0-1-15,-1 0 2 0,-2 0 3 0,3 0-7 16,-1 0 5-16,0 0-5 0,2-2 6 0,1 0-6 16,-3 0 9-16,0 0-6 0,0 1 19 0,4 1 0 15,-1 0-9-15,-1 0 6 0,2 0-8 0,-2 0-1 16,-2 0 4-16,2 0-3 0,-3 0 5 0,-1 1-10 15,-3 3 4-15,-4 0-6 0,-4 1 7 0,0 1-3 16,3 1 0-16,-5 1 0 0,-1-1-1 0,-3 3-2 0,1-1 2 16,0 0-2-16,5 0 1 0,0 1 2 0,-3-1-6 15,11-2 5-15,-4 3-2 0,2-1 4 0,1 0-5 16,1 1 4-16,2-1-8 0,3-2-1 0,-2 3 2 16,3-1-1-16,-1 0 4 0,0 2-5 0,0 0 1 0,3 1-2 15,-3-11 1-15,2 12 3 0,-2 2-1 0,2 4 2 16,-1-6 0-16,-1 2-1 0,-2 3-2 0,-1-5 0 15,0 4-4-15,-6 2 3 0,0-5 2 0,2 5 0 16,-1 3 5-16,-1-5-6 0,2 3 5 0,-4 3-5 16,2-5-3-16,4 4 7 0,-8-5-5 0,6 2 6 15,0 3-3-15,-2-2-1 0,6 6-2 0,-3-1 0 16,1 1 0-16,-2-2-1 0,2 2 9 0,-2-2-7 0,1 2-3 16,-1 0 8-16,2 2-8 0,1-2 8 0,1 3-5 15,0-1-9-15,-1 2 7 0,1 0-6 0,-6 1 14 16,4-1-7-16,-3-2 1 0,1 1-3 0,2-1 4 0,-8 2 3 15,2 0-3-15,1-2 2 0,-3 1-4 0,4-1 1 16,2 0-2-16,0 4 2 0,-4-5 0 0,5 5-2 16,-3 0 4-16,0-5-2 0,2-1 11 0,0 0-14 15,4 0 5-15,3 0-6 0,0-1 6 0,-1 2-1 16,1-2 0-16,2-1 0 0,-2 2-3 0,4-2 1 16,0 2 2-16,-1 2 0 0,2-1 5 0,0 3-7 15,0 0 0-15,1 3-2 0,0 3 3 0,0-1 2 16,-2 4-2-16,2 4 1 0,-2-3-2 0,5 9 1 0,-1-5 0 15,2-1 1-15,1 3 8 0,1-3-12 0,-1-4 6 16,2 0-6-16,1-6 5 0,-1-5-2 0,0 2-1 16,-13-4 0-16,4 2 6 0,4 0-3 0,4-2-2 15,-1 2 0-15,2-2 0 0,2 0-2 0,1 0 3 16,-1 1-2-16,0 3 4 0,2 4-1 0,0-3-2 0,0 3 0 16,2 1 0-16,1 0 3 0,1 0-3 0,2 3 3 15,-3-5 0-15,1 0-8 0,0 1 11 0,1-1-9 16,-1-1 3-16,2-3 6 0,-1-1-10 0,-1-4 8 15,2 1-6-15,-1-1 3 0,1-4 2 0,1 2-1 16,1-1-14-16,1 1 11 0,0-1-10 0,0-1 11 16,3-1-2-16,-1 1-1 0,0-3 4 0,-2 3-3 15,15 1-5-15,2 1 7 0,4 0-2 0,1-1 4 0,7 1-2 16,6 0 1-16,3 0 3 0,1 2 0 0,2 1 0 16,-2-1-5-16,-5 5 2 0,0-1-2 0,-6-2 5 0,-7-3-3 15,-1-3 4-15,-5 4-4 0,1-3-3 0,-3 5 5 16,0-2-8-16,0-6 9 0,1 1-1 0,-3-1-6 15,2-1 6-15,1-2-5 0,-1 4 2 0,-2-3 4 16,3-1-2-16,-3 0 3 0,8 0-3 0,-2-2-6 16,2 0 3-16,7 2-4 0,-2-2 16 0,5 3-13 15,-5-3 5-15,2 2-5 0,-1-2 19 0,1 0-11 16,-2-2 4-16,1 1-8 0,-3-3-2 0,-3 0 1 16,2-2-1-16,-2 1 1 0,-4-3-7 0,2 3 6 0,0-4-1 15,2-1 3-15,3 3-2 0,-1-2 2 0,5-1-3 16,-1 1 1-16,-1 0 3 0,4 1-7 0,-3-1 6 15,1 0-4-15,-2-1 8 0,5 1-8 0,-3 0 1 16,-2 1-4-16,1-1 11 0,-6-2-3 0,1 0 3 16,-1 0-4-16,-6 0 1 0,4 14 4 0,-5-6-1 0,1-3 2 15,2-3 3-15,-3-2-3 0,1-2 4 0,0 0-4 16,0-2-6-16,4-2 3 0,0-2-2 0,0 1 3 16,2-3 0-16,0 1-5 0,2 0 4 0,1-1-3 15,-3 1 2-15,2 1-1 0,0 1-1 0,-1-1 1 16,3 0-3-16,0 1 0 0,-5-1 1 0,1 3 0 15,-4-1 2-15,2 0-4 0,-2 0 1 0,2 1 0 16,-3-1 2-16,-5 0 3 0,-1 1-6 0,2-1 4 0,-1-2-2 16,1 1 3-16,-1-1 1 0,-1 1-2 0,3-5-5 15,-1 1 3-15,1 0 1 0,3-2 3 0,-3 1 2 0,1 1-8 16,-1-2 1-16,0 0-2 0,1 2 10 0,-1-3-8 16,4 1 1-16,-1 2-3 0,-1 0 6 0,-5 3-4 15,1-1 8-15,3-1-8 0,-5 1-1 0,3-1 1 16,-1 1-4-16,1 0 3 0,5-3-1 0,-3 3 7 15,8-4-2-15,-10 1 3 0,1 1-13 0,4-2 7 16,-5 0 1-16,9-4 4 0,-4 2 0 0,2-2 1 16,-2 0 0-16,-2 0 0 0,3-1-6 0,-3 1 2 15,-2 2-3-15,-1 2 2 0,-2 0 7 0,-3 9-8 16,-1-13 1-16,2 2-3 0,-2 2 3 0,2 1 1 0,0 5 0 16,-2-3-1-16,4 3 3 0,-2-4-4 0,-1 1 4 15,3 1-4-15,-2-3 3 0,2-1-1 0,-3 0-2 16,3-2 1-16,0 2 0 0,0 2-1 0,1-4 1 15,-1 0-1-15,5 2-2 0,-3-2 2 0,-1-2 0 0,5 0 1 16,1 0 3-16,-2 0-1 0,0 0-4 0,1 1 1 16,-9-1 0-16,11-2 1 0,-5 2 2 0,0-2-3 15,1 1 1-15,-3-1-3 0,7 0 5 0,-9 1-4 16,7 1 2-16,-5-4-3 0,-3 1 0 0,4-1 1 16,-5-1 4-16,1-1 2 0,-2-1-3 0,0 0 1 15,0-1-3-15,0-3 3 0,0 2-2 0,0-4 3 0,0 0 1 16,0-1-7-16,0-1 7 0,-2 0-7 0,0 1 10 15,1-3-8-15,-3 4 2 0,0 0-2 0,-1-1 4 16,1 5 0-16,2-6-1 0,-2 0 0 0,1 0-3 0,3-3 14 16,-2 3-5-16,0-1 7 0,0-3-11 0,0 3 0 15,2-1 4-15,0 2-3 0,-2-1 1 0,0 1-2 16,1 0-2-16,-5 1 1 0,2-1 4 0,-3-2-1 16,-1 5-4-16,3 2 2 0,-3 1-6 0,1-2 1 15,-2 0 5-15,14-3-2 0,-3-1-1 0,-6 2 4 16,-1-2-5-16,-1 1 6 0,-1-1-7 0,-1-2 1 15,-1 3 4-15,-2-1-4 0,2-2-1 0,-1 1 4 16,1-1-5-16,0 3 7 0,0-1 0 0,-1 0-3 0,1 0 0 16,0 1-2-16,1 1-4 0,-1 2 5 0,0 0-1 15,-1 2 2-15,-1 0-8 0,0-6 8 0,2 6 1 16,0-6 3-16,-3 4-5 0,1 2 5 0,0 0-6 16,0 0 5-16,0-2-6 0,0-2 6 0,-2 4-6 0,0-2 4 15,0 3 1-15,0-1-1 0,-2 0 1 0,-2 4-4 16,-1-4-5-16,-3 1 8 0,3 1 1 0,-3 0 2 15,-1-2 0-15,0-2-5 0,-1 1 1 0,-1 0-3 16,0-1 2-16,-2-2-2 0,0 2 0 0,0 0 0 16,0 0-4-16,-2-2 11 0,0 0-6 0,-1-4 6 15,-1 1-11-15,2-1 4 0,-4-5 0 0,5 6 0 0,-1 1 3 16,-2-5-3-16,2 3 3 0,-2-3-3 0,1-2 0 16,-1-1 0-16,2 9 4 0,-2-3-2 0,1 4 5 15,-3 1-5-15,17 1-2 0,-22 1-1 0,2 3 5 16,-4-2-6-16,-2 4 4 0,-3-3-6 0,-3 1 4 0,4 3 4 15,-3 1-3-15,3 1 4 0,-3 0-3 0,-1 1-3 16,3 1 1-16,1 0 0 0,4 0 7 0,0 0-7 16,0 0 1-16,0 1-2 0,2-1 6 0,0 2-5 15,2-2 2-15,-1 4-4 0,-1 0 6 0,4-1-4 16,-2 3 5-16,-3-2-5 0,3 2 8 0,-2 1-9 16,-4-3-3-16,-2 4-1 0,-5-3-2 0,-8 3 7 15,-5 1 0-15,-8-1 3 0,-5 1-1 0,-6-1 0 16,4 1-2-16,0 1 0 0,4-1-7 0,5-1 7 15,0 5-2-15,4-24 4 0,0 13-1 0,-2 11-1 0,-8 2 4 16,-7 0-3-16,-9 0-5 0,-2 4-1 0,4 3-1 16,2 4 1-16,9 1 4 0,9 1 1 0,4 1-1 15,7-1 1-15,2 2-6 0,8 0-25 0,3 0-8 0,2 2-14 16,0-1-104-16,8-3-341 0</inkml:trace>
  <inkml:trace contextRef="#ctx0" brushRef="#br0" timeOffset="23841.13">23129 11648 392 0,'0'0'0'0,"0"-1"8"0,-1-1 88 15,-1 0-10-15,0 0 13 0,0 0-36 0,0 0-6 16,0 0-19-16,0 1-9 0,1-1 5 0,1 0-11 15,0 0-7-15,0 0 3 0,0 0-5 0,0 0-2 0,0 1-7 16,0-1 7-16,0 0-6 0,0 2-2 0,0 0 5 16,1 0 1-16,1 2 5 0,0 0 7 0,-2-1-5 15,13 25 1-15,0 6-2 0,0 1-5 0,0 6-7 16,-4 0-1-16,3 4 0 0,-3-2-1 0,-2 3 5 16,1 1-1-16,-3-6 2 0,1 4-6 0,-2-8 10 15,-1-2-6-15,-1-3 9 0,0-4 2 0,0-4 1 16,0-1 5-16,0-3-2 0,-1-3 2 0,1-4 8 0,0-1-11 15,-2-5 10-15,0 1-10 0,0-4 11 16,0 1 4-16,0 1 3 0,0 0 30 0,0 0-18 0,0-3 0 16,0 1-10-16,0 0-23 0,0-2-14 0,0 0 1 15,0-2-4-15,-2 0 5 0,0-1-1 0,-1-12-3 16,-5-13 1-16,1-2 0 0,1 1-1 0,3-7 2 0,-1 1-3 16,2-4 2-16,0-2-2 0,2 2 3 0,0-4-3 15,2 3 3-15,0 2-5 0,2 1 1 0,-1 4-4 16,1 0 7-16,2 3 1 0,1 2 0 0,0 2 1 15,3 0 1-15,1 4 11 0,2-1-3 0,0 5 4 16,-9 3-14-16,14 4-1 0,1 3 0 0,-6 3-1 16,-2 1 2-16,-2 0-3 0,-1 3 1 0,1-1-1 15,-4 0-5-15,3-4 1 0,-1 1 0 0,1 1-1 0,1 0-7 16,-3 2 0-16,3 1-1 0,-5 1 1 0,3 0-6 16,-3 0-53-16,1 0 0 0,1 0-21 0,-2 1-36 15,-1 1-81-15,1 8-22 0</inkml:trace>
  <inkml:trace contextRef="#ctx0" brushRef="#br0" timeOffset="24231.11">23570 12205 569 0,'-2'-1'72'16,"0"-1"133"-16,0 0-175 0,0 0-2 0,0 0-13 16,0 0 8-16,1 0-15 0,1 1-7 0,0-1 5 0,0 0-6 15,0 0 13-15,0 0 1 0,0 0 0 0,0 0 0 16,0 1 1-16,0-1 14 0,0 0-1 0,0 0 5 16,0 0 0-16,0 2 5 0,0 0 0 0,0 0-1 15,1 2-17-15,1 0 4 0,0 0-2 0,2 1 3 16,0 1-9-16,3 5 3 0,10 6-5 0,-4 0 4 15,2 0-6-15,-2 2-5 0,1-1 0 0,3 3-2 0,0 0 0 16,0 3 4-16,-1-2 2 0,-1 1 0 0,-2-3-6 16,0-1 5-16,-2-2-2 0,-2-4 4 0,3 2-5 15,-3-4 3-15,2 2-4 0,-4-3 3 0,1-3-3 0,-3 1-2 16,-1-2 1-16,0-1-1 0,-2-3 6 0,0 2-12 16,-1-2 2-16,3 4-6 0,0 0 6 0,0-3-15 15,-1 1-1-15,1 0-6 0,-2-2-15 0,0 0-30 16,0 0-14-16,-1-2-11 0,1 0-95 0,0 1-155 15</inkml:trace>
  <inkml:trace contextRef="#ctx0" brushRef="#br0" timeOffset="24712.22">23906 12217 147 0,'0'0'36'0,"0"0"-4"16,0 0 30-16,0 0-2 0,0 0-4 0,0 0-9 15,0-2 10-15,0 0-3 0,-2 0 4 0,2 0-6 16,-2 0-13-16,2 0 2 0,-2 1-5 0,0-1 3 0,0 0-10 16,0 0 3-16,2 0-6 0,0 0 1 0,0 0 5 15,0 1-6-15,0-1 5 0,0 0-15 0,0 0-8 16,0 0 11-16,-1 0-9 0,1 0 12 0,0 1-7 16,0-1-6-16,0 0 3 0,0 0 5 0,0 0-9 15,-2 0 9-15,0 0-8 0,2 1 5 0,0 1-1 16,0 0-2-16,0 0 3 0,0 0-4 0,0 0-8 15,0 0 2-15,0 0-3 0,0 0 12 0,-2 0-1 16,0 0 9-16,0 1-7 0,0 1 3 0,2 0-7 0,-11 22-4 16,-7 4 1-16,-1 0 2 0,-5 2-2 0,2 5 2 15,-6 0-2-15,-2 1-6 0,-3-1 10 0,-2-2-9 16,3 1 10-16,-1 1-8 0,3-4-4 0,-2-1 3 16,3-4-4-16,3-2 6 0,3-1-16 0,8-7 2 0,4 3-11 15,0-4-37-15,4 1-179 0,1 1-54 0</inkml:trace>
  <inkml:trace contextRef="#ctx0" brushRef="#br0" timeOffset="28219.41">24357 11944 153 0,'-2'0'82'15,"0"0"-6"-15,0-2 17 0,0 0 6 0,1 0-31 16,-1 0-21-16,-2 0 7 0,0 0-5 0,2 1 5 16,1-1-17-16,-1 0 8 0,0 0-6 0,0 0 9 0,0 0 10 15,0 0-8-15,0 1-3 0,1-1-4 0,-1 0-18 16,0 0-3-16,0 2 7 0,2 0-5 0,0 0 18 15,0 0-8-15,2 0-3 0,0 0-2 0,1 0 1 0,12 0-4 16,9 0-1-16,0-2-2 0,8-2-7 0,0 1-5 16,-3-1 5-16,-1 0-7 0,-4-1-2 0,-1 1-4 15,-3 0 1-15,2 1-1 0,-1-1 7 0,-5 2-12 16,3-2 5-16,-4 2-6 0,0 1 3 0,-4-1 1 16,2-2-6-16,-2 0 5 0,0 2-9 0,0-1-4 15,0-1-1-15,-3 2-6 0,-1 0-36 0,1-1-126 16,-5 1-9-16</inkml:trace>
  <inkml:trace contextRef="#ctx0" brushRef="#br0" timeOffset="28483.24">24661 11613 833 0,'-2'-2'54'0,"1"0"53"15,-1 1-36-15,0-1-25 0,0 0-14 0,0 0 2 16,0 0-26-16,0 0-11 0,1 0 6 0,-1 2-6 16,0 0 7-16,0 0 2 0,0 2 1 0,0 2 0 15,-7 18-4-15,0 10 10 0,3 3-7 0,2 4 7 16,3 2-14-16,-1 0 5 0,2 1-2 0,0-3 6 0,0-5-4 16,0 5-3-16,0-6 2 0,0-1-2 0,0-2 6 15,0-10-2-15,0 0 4 0,2-3-6 0,-1-6-6 16,1 0-11-16,0-3-17 0,0-3 0 0,0 1-86 0,-2-4-188 15</inkml:trace>
  <inkml:trace contextRef="#ctx0" brushRef="#br0" timeOffset="28929.09">25209 11401 1283 0,'0'0'22'0,"-2"0"0"0,0-1-8 0,0-1-9 16,1 0-5-16,-1 0-25 0,0 2 13 0,0 0-1 0,0 2 5 15,0 0 3-15,2 1 2 0,0 14 2 0,0 9-2 16,2 0-1-16,2 6 8 0,1-1-3 0,1 3 5 16,1 3-3-16,-1 0 3 0,-2 2 1 0,-1 2 1 15,1 3 2-15,0-3 0 0,-2-2 1 0,0-4-1 16,-1-7 3-16,-1 2-3 0,2-4 2 0,0-7-2 15,0-1 5-15,-2-10 0 0,0 1-3 0,0-2 2 0,0-5-1 16,0 2 11-16,0 0 7 0,0-1-3 0,0-1 1 16,0 0-8-16,0 0-11 0,0-2 4 0,-2 0-23 15,0-2 4-15,-1-18 1 0,-3-16 0 0,2-8 0 16,4-1 4-16,0-5-1 0,0 0 1 0,4 5-10 16,0 5 3-16,3-1 2 0,1 2 2 0,1 3 9 0,2 5-4 15,0-1-1-15,0 6-1 0,0 2 0 0,2 0 3 16,-11 5 6-16,19 3-1 0,1 1 18 0,2 4-5 15,-2 0 3-15,1 3-4 0,-3 3 0 0,-3-7-11 16,0 5-2-16,-3 3-2 0,-1 4 1 0,0 0-7 16,-3 2 3-16,-3 0-3 0,1 2 4 0,-5-2-10 15,-1-2 0-15,9 14-7 0,0 7-15 0,-3-1-40 0,-4 3-7 16,-3 1-14-16,-1 0-47 0,-1 0-47 16,-3 2-13-16,-2 0-21 0,-1 2-150 0</inkml:trace>
  <inkml:trace contextRef="#ctx0" brushRef="#br0" timeOffset="29389.82">25612 11739 916 0,'0'-1'45'0,"0"-1"73"16,0 0-65-16,0 0-18 0,0 0-5 0,0 0-7 15,0 0-29-15,0 2 6 0,0 0 3 0,0 2 3 0,0 0 18 16,0 2 12-16,-2 24-4 0,0 9 7 0,0 2-9 15,1-2-1-15,-1-2-2 0,0 0 1 0,0-1-8 16,-2-6-5-16,2 3-3 0,1-7 1 0,-1-1-5 16,0-5-1-16,2-5 2 0,0 0-1 0,0-3 4 0,0-5-3 15,0 1-4-15,0-3 1 0,0 1-4 0,0 0 7 16,0-2 4-16,0 0 0 0,0-1-5 0,0 1-11 16,0-2-3-16,0 0-2 0,2-2-3 0,0-1 8 15,7-20-6-15,4-6 6 0,2-5-5 0,3-3 1 16,3-4 3-16,-1-1 0 0,-1 4 3 0,-1 3-2 15,-1 7 3-15,-4 6-1 0,-2 5 4 0,-4 6 0 16,-3 6-2-16,-2 1 2 0,2 0-3 0,-1 1-2 0,1 1-2 16,0 0 3-16,0 0 9 0,-1 2 3 0,1 2 4 15,0 2-3-15,7 16 7 0,-2 10 5 0,-1-1 3 16,-5-5-2-16,-1 4 0 0,0 0-7 0,-2-2 1 16,2 0-2-16,0-2-10 0,0-5 0 0,-1 1-2 15,1 1 3-15,0-6-5 0,0-1 1 0,0 1-3 0,0-5 3 16,0 1-4-16,-1-4-4 0,1 1-4 0,-2-5-1 15,0 1-19-15,0-2-6 0,2 2-7 0,0-1-4 16,-2 1-77-16,0-2-75 0,0 0-22 0,0 0-25 16,0-2-183-16</inkml:trace>
  <inkml:trace contextRef="#ctx0" brushRef="#br0" timeOffset="29554.9">25345 11840 818 0,'0'-2'151'0,"0"0"307"0,0-2-410 0,0-3-29 16,3-8-5-16,5 0-6 0,3 0 2 0,7-3 4 16,18-1 5-16,1 2-2 0,2-1 7 0,2 3-18 15,1 0 3-15,1 4-9 0,0 2-1 0,-1 1-11 16,-1 3-2-16,-2-1-4 0,-5 2-16 0,-3-1-92 16,3 3-9-16,-8-15-38 0,5 4-124 0</inkml:trace>
  <inkml:trace contextRef="#ctx0" brushRef="#br0" timeOffset="29897.56">25981 11000 1157 0,'-1'-1'38'0,"-5"-9"38"15,-7-8-30-15,6 7-26 0,1 3-7 0,2 3-3 16,1 1-18-16,-1 0 2 0,0 2-5 0,2 0 4 0,0 1-5 16,1 1 10-16,-1 0 1 0,0 1 3 0,2 3 2 15,2 9 13-15,7 11-1 0,6 4 8 0,0-6 24 16,-8 4 3-16,25 2 2 0,3-4-4 0,2 4-12 0,4 0-13 16,2 0 4-16,5 3-7 0,-2 1 5 0,4 3-9 15,6 4 0-15,-2 4-3 0,4 3-9 0,-10 5 9 16,-7 4-10-16,-6 10 9 0,-5 8-9 0,-1 8 0 15,-8-1 6-15,-8 2-5 0,18-2 5 0,-23-12-2 16,-14-4 3-16,-9-7-3 0,-7-7-7 0,9 4-2 16,-35 0-8-16,-13-2 0 0,1 4-38 0,-9-4-65 15,1 3-24-15,-1 3-24 0,-5-1-182 0</inkml:trace>
  <inkml:trace contextRef="#ctx0" brushRef="#br0" timeOffset="30357.67">23161 11323 541 0,'-2'-3'83'0,"-7"-23"127"0,-2-2-122 0,1 2-52 15,3 2-1-15,0 1-17 0,-1 5-19 0,4 7-1 16,-1 0 2-16,1 3 0 0,-1-1 12 0,-1 2 10 15,1 3 1-15,-12-5 2 0,-2 5-7 0,-1 4 2 16,-4 7 0-16,-8-3 1 0,-1 39 1 0,-4 9 13 16,-6 5-8-16,6 3 11 0,-4 5-10 0,7 9-3 0,3 6 1 15,1 13-2-15,8 7-4 0,3 4-2 0,1 0-3 16,5-8 0-16,5-10-11 0,6-10-3 0,-27-2 2 16,23-7-2-16,12 4 7 0,10-3-1 0,7-5-5 0,-14-3 1 15,39-3-16-15,10-10 10 0,7-3-7 0,0-7 5 16,4-7-22-16,3-4-26 0,6-11-32 0,9-6-6 15,8-1-165-15</inkml:trace>
  <inkml:trace contextRef="#ctx0" brushRef="#br0" timeOffset="30982.41">27259 11206 242 0,'0'-3'65'0,"-8"-23"87"16,-3-15-55-16,2 6-28 0,2 1 6 0,3 3-12 15,0 3-2-15,2 2 7 0,0 2-5 0,2 1 7 16,0 5-11-16,0 1 2 0,0 4-7 0,0 4 6 0,0-2-9 16,0 1 1-16,0 5-4 0,0 3 0 0,0 0-16 15,0-2-10-15,0 1-4 0,0-1-3 0,0 0-6 16,0 2-15-16,0 1 5 0,0-1-10 0,0 0 18 0,0 2 1 16,0 2 6-16,0 1-4 0,0 22 7 0,0 19-13 15,0 6 2-15,-1 6-5 0,-1 2 1 0,-2 5 0 16,-2 2 0-16,-3 0-1 0,2 1-2 0,-4-2 1 15,1-1 2-15,1 2 1 0,-2 3 5 0,3 3-4 16,3 1 0-16,-3 1 0 0,3-5-2 0,-1-3 1 16,1-5 0-16,3-8-1 0,0-6-1 0,0-7 3 15,0-3 0-15,0-9 1 0,2-1 3 0,0-1-8 16,0-3 1-16,0-4-2 0,0-3 4 0,0-2-11 0,0-2 1 16,0-1-7-16,0-5-13 0,0-1-3 0,0 0-8 15,0-1-1-15,0 1-62 0,0-2-33 0,0 0-9 16,0 0-8-16,0-2-73 0</inkml:trace>
  <inkml:trace contextRef="#ctx0" brushRef="#br0" timeOffset="31273.6">27587 11069 916 0,'0'-2'55'0,"-1"0"80"16,-1-1-57-16,2-1-23 0,-2 0-8 0,0 1-5 0,0-1-14 15,0 0-7-15,0 2-1 0,1 0-5 0,-1 1-18 16,0 1 10-16,0 0-2 0,0 1 5 0,-7 16-1 16,-4 18-6-16,4 1 4 0,-1-1-6 0,3 4-1 0,0-2 8 15,1 2-5-15,2 4 7 0,1-1-6 0,-3 3 4 16,0 3 0-16,-1 4-1 0,-2 4-7 0,-2 7 4 16,1 0-2-16,1 8 4 0,2-1 5 0,-1-1-5 15,1 0 4-15,-1-10-5 0,1-5 3 0,3-9 8 16,0-6-3-16,1-6 5 0,1-1 1 0,0-6-4 15,2 0-2-15,0 0-2 0,0-4-2 0,0-2-1 16,2-3 0-16,0-2-3 0,0-6-4 0,-2-1-1 16,0-3 0-16,0-3-3 0,0 0-16 0,1 2-22 0,1-1-16 15,-2 1-11-15,0-2-147 0,0 0-263 0</inkml:trace>
  <inkml:trace contextRef="#ctx0" brushRef="#br0" timeOffset="32115.17">28022 11589 419 0,'-2'-2'87'0,"2"-2"92"0,-7-18-51 0,1 5-69 0,2 4-1 16,1 4-23-16,1 2-14 0,2 3-9 0,0 0 2 16,0 2-3-16,0 1-2 0,0-1 12 0,0-2-6 0,0 0 11 15,0 1 15-15,0 1-6 0,0 0 4 0,0 0-7 16,0 2 5-16,2 0 4 0,0 2 2 0,-1 2 0 16,5 12 4-16,3 20-25 0,1 4 4 0,-5 9-10 15,-1 3 6-15,0 5-12 0,-4 4 1 0,-2-3-5 16,0 0-2-16,0-6 0 0,0-4-2 0,0-7 1 15,0-8 6-15,1-7-7 0,-1-7 4 0,0-1-5 16,0-5 5-16,2-3 0 0,0-5 3 0,0-1-2 16,0-2 5-16,0 1 5 0,0 1 2 0,0 0 2 0,-2-2 4 15,0 0-12-15,0-1-2 0,1-1-3 0,-1-1-4 16,0-3-3-16,-6-22-1 0,3-17 0 0,3-3 0 0,2-6 0 16,6-6-3-16,3-1 3 0,4-1-1 0,4 1 1 15,-1 3-2-15,1 8 1 0,2 3 1 0,-3 6-3 16,3 4 7-16,-2 7-6 0,-1 2 2 0,-8 6-1 15,16 1 1-15,-2 4 1 0,0 6 5 0,2 4 4 16,1 1-5-16,1-13 6 0,-6 8-3 0,-3 3-9 16,-2 4 1-16,-1 2-4 0,-1 2 2 0,-1 2-3 15,-1 2 5-15,-8-5-4 0,-1 11 9 0,0 8-6 16,11 2 2-16,-4 2-2 0,-5 1 4 0,-4 1-1 0,-4 0 0 16,-3 0 1-16,-4 1 3 0,-2-1-6 0,-2 0 3 15,13-1-3-15,-18-1 5 0,-1-2-5 0,5-5 1 16,1-2-2-16,-4-1-3 0,10 1 4 0,0 2 1 15,5-4 2-15,2 0-5 0,-5-4 2 0,3-1-2 16,0-1 3-16,2 0 4 0,0-1-3 0,1 1 0 0,1-1-1 16,0 3-2-16,0 2 5 0,1 1-2 0,5-1 3 15,0-2-11-15,-1 0 13 0,3 2-9 16,6 1 10-16,3-1-8 0,0 2 6 0,-2-4 2 0,3 2-2 16,1 2-5-16,-2-2 3 0,-1 4-4 0,3-6 4 15,-4 3 3-15,-2-3-8 0,2 0 2 0,-2-1-5 16,0-1 3-16,0 0-3 0,-4-3-3 0,2 0-1 15,-4 0-25-15,3-3-48 0,-1 1-8 0,0 6-14 0,1-3-40 16,-5-1-73-16,1-2-14 0</inkml:trace>
  <inkml:trace contextRef="#ctx0" brushRef="#br0" timeOffset="32401.29">28867 11960 959 0,'0'-2'157'0,"-2"1"292"0,0-1-377 0,0 0-65 0,0 0-1 16,0 0-18-16,1 0-2 0,-1 2 16 0,0 0-5 15,2 2 10-15,0 2 5 0,0 14-1 0,0 14 4 16,0 0-4-16,0-3 1 0,0 3-6 0,-2-1 0 16,0 1-1-16,0-2 4 0,-1-2-6 0,-3-1-1 0,0-1-2 15,1 0-3-15,1-1 1 0,2-3 0 0,0-2-1 16,2-3-14-16,0-4-10 0,0-2-1 0,0-5-4 15,0-1-22-15,0-3-3 0,0 0-16 0,0 2 7 16,0-1-38-16,2 1-32 0,0-2-20 0,0 0-11 16,2-2-129-16</inkml:trace>
  <inkml:trace contextRef="#ctx0" brushRef="#br0" timeOffset="32713.33">29260 11600 525 0,'0'-2'83'0,"0"0"-3"0,0-11 49 15,-1-11-20-15,1 8-3 0,0-1-41 0,0 4-15 16,0 4 9-16,0 1-12 0,0 1 3 0,0 3-18 16,0 0-3-16,0 2-5 0,0-1-17 0,0-1-5 15,0 2 0-15,0 0-1 0,0 0 8 0,0 1 5 16,0 1 6-16,1 0 0 0,1 1 18 0,0 1-7 16,-2 4-2-16,6 22-1 0,-1 3 1 0,-1 5-8 15,-2 6 1-15,-2 10-3 0,-2 8-11 0,-2 8-8 16,-1 1 1-16,-5 3-1 0,-1-3 9 0,0-6-8 15,0-1-2-15,0-10-2 0,2-4 3 0,1-7-1 16,1-2 5-16,1-4-4 0,2-3-2 0,3-6-5 0,-1-4-8 16,2-4 3-16,0-1-16 0,0-6-18 0,0 0-1 15,0-3-7-15,2-3-17 0,-1-1-14 0,1 0 4 16,0-2-6-16,0-1 5 0,2 1-31 0,-2-2-7 0,12-3-8 16,3-7-32-16,-2-1 28 0,4-20-2 0,-1-5 12 15,1-1 13-15</inkml:trace>
  <inkml:trace contextRef="#ctx0" brushRef="#br0" timeOffset="32943.29">29600 11634 204 0,'0'-4'70'16,"11"-24"-6"-16,13-30 63 0,-1 6-8 0,-8 2 0 16,-2 4-29-16,-4 9 8 0,-4 1-2 0,1 12 4 0,-2 4 11 15,-2 3-25-15,-2 8-2 0,0 3-12 0,0 4-29 16,0-1-14-16,0-1-3 0,0 2-5 0,0 0-11 16,0 2 11-16,-2 0-5 0,0 2 5 0,0 2-11 0,-7 22 0 15,1 5 3-15,3 5-3 0,1 1 0 0,0 0 2 16,2 2 4-16,2 4-2 0,0-1 4 0,0 9-8 15,0-1-5-15,2 5 1 0,-2 3 1 0,0 1-2 16,2 4-3-16,0-5 0 0,-2-6-2 0,0-6 2 16,-4-3-2-16,1-4 1 0,-1-2-3 0,0-7-5 15,0-6 7-15,1-3-6 0,-1-1 6 0,2-5-16 16,0-2-1-16,0-4-6 0,2-1-8 0,0-7-52 16,0 3 7-16,-1 0-23 0,-1 0-7 0,2-1-52 0,0-1-9 15,2 0-36-15,-1 0-238 0</inkml:trace>
  <inkml:trace contextRef="#ctx0" brushRef="#br0" timeOffset="33533.49">30272 11398 873 0,'0'0'92'15,"0"0"9"-15,0-2-17 0,0 0-36 0,0 2-13 16,0 0-37-16,0 0 2 0,0 0 9 0,0 2-2 0,0 2 28 15,0 12-15-15,-2 16 5 0,1 3-9 16,-1 6 1-16,0 4-6 0,0 3 2 0,0 6-4 0,-2 1-3 16,-1 3 5-16,1-4-2 0,0-8 3 0,-1-1 0 15,1-6-11-15,0-4 6 0,1-7-5 0,1-6 18 0,0-5 9 16,2-6-4-16,0-4 6 0,0-1-2 0,0-2-10 16,0-1 3-16,0 1-5 0,0 0 10 0,-2-2-14 15,0 0 3-15,0-1-9 0,1-1 3 0,-1 0-16 16,0-1 6-16,0-5-11 0,-5-27 2 0,1-5 8 15,2-1-1-15,4-7 2 0,0-2 4 0,4-8-4 16,2-1-1-16,-1 1-1 0,1 4 2 0,3 5 0 16,0 3 0-16,1 5 0 0,3 0 4 0,0 5-5 0,0 5 2 15,1 3-3-15,1 3 2 0,-7 5 0 16,14 3 0-16,2 0 1 0,-2 2 5 0,6 6 1 0,4-1-2 16,1 6 1-16,-1-1-1 0,-2-16 3 0,-1 8 5 15,-1 4-3-15,4 5 0 0,-4 4 0 0,-4 3-4 16,-6 3 4-16,-3 1-7 0,-4 0 1 0,-2 4 3 15,-7 9-3-15,0 4 5 0,15 2 5 0,-10 2-2 16,-7 2 3-16,-7 5-12 0,-10 0 1 0,12 4 0 0,-34 1 1 16,2-3 3-16,-1-1-1 0,5-5 2 0,7-1 1 15,2-6 11-15,7-1-8 0,0-2 3 0,3-7-4 16,6 1-2-16,1-2-6 0,3 2 6 0,-5-6-4 16,1 2 17-16,3-4 1 0,-1 2-1 0,4-3 1 15,0 1-7-15,2-3-4 0,0 3-4 0,0 0 1 0,0-5-6 16,4 5-4-16,-2-5 4 0,2 0-4 0,11 7 2 15,5-2-6-15,4-2-6 0,0-1 0 0,-3-4-19 16,3-2-12-16,-6 0-7 0,3-2-8 0,1-4-73 0,-3-1-32 16,-1 0-16-16,-3-1-3 0,-2 1-48 0</inkml:trace>
  <inkml:trace contextRef="#ctx0" brushRef="#br0" timeOffset="33829.4">30935 11869 792 0,'0'0'102'0,"0"0"2"0,0-2-5 16,0 1-19-16,0-1-26 0,0 0-31 0,0 0 1 0,0 0 5 16,2 0 1-16,0 0 43 0,0-1-18 0,1 1 0 15,1 0-12-15,0 0-31 0,0 0 1 0,-3 2 1 16,5-2 1-16,-2 2 11 0,-2 0 10 0,1 2-9 16,5 9 6-16,3 21-31 0,-7 0 8 0,-6-1-4 0,-8 1 4 15,-3 1-3-15,-3-1 0 0,-3-3 1 0,15-3-2 16,-14-1-6-16,3-5 12 0,4-1-1 0,3-5 5 15,1-2-2-15,5 1 1 0,-5-4 5 0,3-2-1 16,0 3 14-16,2-5-6 0,2-1 0 0,0 0-2 16,0-3 0-16,2 3-4 0,2 0-2 0,15 7-1 15,16-2-13-15,2-5-3 0,6-4 0 0,-1-4-2 16,3-3-4-16,-4-1-13 0,-8 3-4 0,-3-1-4 0,-6 1-30 16,-3 1-57-16,-7 0-11 0,-6 2-22 0,-4 2-109 15</inkml:trace>
  <inkml:trace contextRef="#ctx0" brushRef="#br0" timeOffset="34244.29">31514 11648 1009 0,'-1'-1'84'0,"-1"-1"140"0,-2 0-161 16,0 0-42-16,1 0-4 0,-1 0-10 0,2 0-7 15,0 2 5-15,0 0 1 0,0 0 2 0,2 0 19 16,2 0 31-16,0 0-4 0,11 2 12 0,24 4 2 0,6-2 1 16,2-3-4-16,1-1-1 0,4 0-25 0,4-1-18 15,0-1 3-15,2-2-9 0,-1 0-5 0,-3 1-10 16,-4-1 1-16,-5 2-3 0,-6 0 0 0,-5 0-22 15,-6 0-5-15,-8 1-11 0,-5 1-73 0,-3 0-61 16,-7 0-26-16,1-2-14 0,0 0-126 0</inkml:trace>
  <inkml:trace contextRef="#ctx0" brushRef="#br0" timeOffset="34514.55">31799 11418 1040 0,'0'0'54'0,"0"0"-2"0,0-2 19 0,0 0-12 0,0 1-8 16,0-1-37-16,0 0 0 0,0 0 2 0,1 2 2 16,1 0 24-16,0 0 10 0,0 0 7 0,0 2-1 15,0 2 2-15,3 9-21 0,5 18-3 0,-3 3-6 16,-3 5-13-16,-1 1-8 0,-1 5-4 0,-2 3 0 16,0 2 0-16,0 2-6 0,0-3-1 0,0-1-4 15,0-4-2-15,-2-5-10 0,-1 0 3 0,-3-5-11 16,2-8-37-16,1-4-14 0,-1-3-9 0,2-6 3 0,0 0-9 15,2-4-22-15,0-2 12 0,0-3-15 0,0 0-12 16,2 0-141-16</inkml:trace>
  <inkml:trace contextRef="#ctx0" brushRef="#br0" timeOffset="35216.19">32473 11240 812 0,'0'-2'76'0,"0"0"-6"0,1-13 42 16,3-5-11-16,0 7-12 0,-4 11-54 0,0 0-21 0,2-2 3 16,0 3-7-16,1-1 5 0,1 2 14 0,0 0 0 15,-2 0 5-15,3 20 14 0,-3 17-14 0,20 0-1 16,-9 2-6-16,-9-1-16 0,-4 1-1 0,-4-2 2 16,-3 0 0-16,-2 0-3 0,-3 0-2 0,1-2-3 0,-2 1 2 15,2-7 3-15,0 1-2 0,2-4 3 0,1-4-4 16,1-3 2-16,1-6 11 0,3-6-6 0,1-3 8 15,0 0-13-15,0 0 11 0,-2-1-2 0,1 1 5 16,-1-2 1-16,0 0-11 0,0-2 1 0,1 0-4 16,-1-2 2-16,4 0-5 0,-17-24 0 0,4-6-4 15,4-3-2-15,5-2-5 0,4-2 2 0,6-4-2 16,1-1 2-16,4-3 3 0,2-1-3 0,4-2 3 16,2 0 0-16,1 0 1 0,1 1 2 0,1 1-1 15,0 2-4-15,0 7 4 0,-18 2-2 0,22 7 2 0,6 8 1 16,-8 5-3-16,5 8 3 0,-4 5-2 0,-5 0 7 0,4-11-11 15,-7 10 2-15,-4 3-6 0,4 2 1 0,-10 0 10 16,4 4-1-16,-3-1 4 0,-7 5-7 0,18 20 4 16,-10 1-3-16,-7-3 5 0,-4 4-2 0,-5 2 0 15,-4-1-3-15,-4 1 2 0,13 1-6 0,-30-3 3 16,1-2 1-16,7 3 1 0,3-7-1 0,8-3-1 16,2 3 2-16,2-6-2 0,5 1-2 0,2-2-1 15,0-2 3-15,-7-2-2 0,4-2-1 0,1 0-1 16,2-2-3-16,2-1 2 0,0-1-7 0,0-1 1 0,2-3-2 15,0 1 4-15,22 13 5 0,11-2-1 0,-7-8 0 16,4-5-1-16,5-2 1 0,0-6-2 0,4-3 7 16,3-2-3-16,-1-4 3 0,2-2 2 0,-3-1-5 15,-3-1 3-15,-5 2-2 0,-8 3-2 0,-6 1 4 16,-7 3-2-16,-4 3 9 0,-3 3-2 0,-6 2 3 0,4-3 0 16,-1-3 8-16,-1 3-16 0,-2 3 0 0,0-2-5 15,-2 0-5-15,1 4 9 0,-29-3-5 0,6 3 6 16,0 5-7-16,7 3 2 0,0 1 3 0,6-2-1 15,2 3 5-15,3 8-2 0,-7 1 2 0,4-1-1 16,3 3 11-16,4 3 2 0,4 2-3 0,8 2 2 16,3 2-3-16,7 5-1 0,-11 0 5 0,21 0-4 0,2 4 13 15,-3-3 15-15,-1-1-5 0,0 0 7 0,-6-5-11 16,-3-6-10-16,-6 2 8 0,-8-11-9 0,-1-2 11 16,3-4 0-16,-5-3-4 0,-2 1 2 0,0 1-12 0,-7 3-25 15,-58-2-9-15,-19 2-13 0,-18-2-100 0,-13 1-487 16</inkml:trace>
  <inkml:trace contextRef="#ctx0" brushRef="#br0" timeOffset="36351.56">22463 13533 256 0,'0'-2'394'0,"0"0"-188"15,-2 0 111-15,0-1 4 0,0-1-296 0,0 0-6 16,1 1-9-16,-1-1-5 0,2 0 3 0,0 2-9 0,0 0 1 16,0 1 1-16,0-1 0 0,0 0 3 0,2 0 0 15,-1 0-2-15,1 0 2 0,2 0-1 0,3-1 1 16,8-3 1-16,4 1 0 0,-1 1 3 0,7 0-4 16,-1 2-3-16,7 0 0 0,6 2-2 0,6 0 1 15,-4 0 1-15,9 0-1 0,1-1-1 0,5-1 0 16,7-2-1-16,0 0 2 0,6-1 1 0,5-1-1 15,10-1 1-15,16 1-1 0,5 1 2 0,12-3 2 0,5 1-2 16,1-3 2-16,7 3 1 0,11-4-4 0,10 0 6 16,11-2-5-16,1 0 6 0,12 2 1 0,3-1-7 15,8 1 6-15,5 0-5 0,10 0-4 0,5 0 2 16,4 2-3-16,4 1 11 0,5-1-10 0,4 1 5 16,4 1-6-16,5 0 3 0,8 1-2 0,-6 0 1 0,7 1-1 15,6-1 4-15,-5-1-2 0,-1 1-4 0,3 3 3 16,-5-1 0-16,-1 2 3 0,4 0-2 0,-8 0 1 15,-6 2 1-15,3 0 0 0,-8 2 11 0,-8 2-6 16,-5 0 20-16,-2 1-3 0,-9 3-8 0,-7 1 5 16,-5 0-1-16,-7 2 6 0,-10 0 2 0,-7-1-3 15,-7-1-3-15,-13 0 5 0,-9 4-4 0,-7-2 3 16,-12 1-8-16,-6-3-8 0,-10 2 1 0,-13 0-4 0,-10-2-5 16,-11 1-3-16,-9-1 0 0,-10-2-2 0,-5 1-8 15,-9-3-45-15,-6 1-28 0,-9 0-14 0,-6-3-165 0,-5-1-231 16</inkml:trace>
  <inkml:trace contextRef="#ctx0" brushRef="#br0" timeOffset="36817.68">22378 13604 1690 0,'-2'-2'19'16,"-2"-2"0"-16,-18-24 0 0,-2 2-2 0,5 9-4 15,2 4 1-15,6 4 7 0,-2 0-3 0,8 3 3 16,3 3-12-16,-2-1-35 0,2 0 7 0,0 0-14 0,2 1 27 16,2-1-4-16,20-11 2 0,32-9-4 0,9 7-2 15,12 1 3-15,16 3-3 0,11 0 1 0,7 0-6 0,10 1 8 16,-2-1-5-16,9 2 5 0,12-2-7 0,20 2 5 16,7 2 2-16,6-2 1 0,9 0 10 0,9-1 1 15,6-1 2-15,11 4-1 0,0 0-3 0,12 0 3 16,2 1 2-16,13-1 2 0,6 1 5 0,-1 1 0 15,7 0 0-15,2-1 0 0,-2 1-6 0,11 1 4 16,4 1-2-16,-6 1 4 0,6-2-4 0,2 1-5 16,-9-3-1-16,5 3 0 0,0-3-5 0,-13 1 4 15,-2 3-5-15,-3 0 5 0,-12 1-9 0,-13 3 3 0,-7 0-3 16,-11 0-1-16,-9 0-41 0,-16 3-185 0,-18 3-44 16</inkml:trace>
  <inkml:trace contextRef="#ctx0" brushRef="#br0" timeOffset="39239.87">11642 13409 260 0,'0'-2'0'0,"0"0"16"0,0-2 154 0,2-3-28 16,3-10 15-16,-1 4-73 0,3-4-8 0,1 2-19 16,-1 1-7-16,1 1 7 0,-1 1-17 0,1 1-19 15,-7 2 0-15,11 0-8 0,-5 3-10 0,2 1 1 16,1 3-1-16,-5-2 3 0,3-2 15 0,-3 3 18 15,1 1 0-15,-1 0 4 0,-1 2-21 0,2 0-10 16,-3 0-4-16,1 2 0 0,0 16-4 0,12 8 3 16,-3 4-5-16,-3-2 5 0,-5 0-3 0,-1-6 0 0,2 2 1 15,-1-7 0-15,1-2 16 0,-1-4 39 0,-1-4-2 16,2 1 11-16,-5-8-18 0,18 13-14 0,7-2 6 16,-2-7-7-16,10-4 7 0,5-8-8 0,3-10-6 0,10 7 3 15,2-34-10-15,9-11-12 0,0 1 4 0,8-5-7 16,7-1-3-16,11 0-3 0,6-4-5 0,12-13 1 15,9-4-31-15,-3-13-117 0,2-3-37 0,-6 12-43 16,7 3-283-16</inkml:trace>
  <inkml:trace contextRef="#ctx0" brushRef="#br0" timeOffset="42559.58">5509 14472 53 0,'0'0'0'0,"0"0"31"0,0 0 9 16,-2-1 17-16,0-1 3 0,1 0-32 0,-1 0-10 0,0 0-8 15,0-2-1-15,-2 1 5 0,2 1 12 0,-9-6 26 16,-2-5-7-16,0-3 12 0,0 1-15 0,-2 2 17 16,-1-2-5-16,-1 4 7 0,-3 2-18 0,-3-4 1 15,1 2-2-15,-6 1 2 0,0 1-14 0,-3 2-10 16,-4-1 0-16,-1 4-3 0,-1 1 5 0,-2-3-11 15,2 4 4-15,-4-1-5 0,0 1 17 0,4-4-10 16,-4 1-3-16,8 1-3 0,-1-2 3 0,3-1-1 16,-1-1 2-16,1-1-4 0,-1 0-3 0,2 3-3 15,1 1 3-15,-5 1-3 0,-3 0 5 0,-5 2-6 16,-7 1 6-16,1-24-5 0,-2 12 7 0,-4 10-6 0,2 3 1 16,-2 3-2-16,2 5 5 0,4 1-7 0,0 4 3 15,3 2-4-15,1 2-1 0,1 3 7 0,2 1-4 16,-2-20 6-16,-3 27 7 0,-4 4-3 0,-6-1 1 15,0 1-1-15,-1 3 4 0,-1-1-13 0,4 5 8 0,0 0-9 16,6-2 11-16,6 0-4 0,-1 0-7 0,4 2 3 16,2 2-7-16,5 2 1 0,2-1 6 0,6 5-4 15,0-3 1-15,9 1-4 0,-1 1 3 0,4 1-1 16,3 1 3-16,0-2-4 0,7 4-5 0,-24 2 2 16,15-5 4-16,11 1-2 0,0-3 0 0,4-4-2 15,5 1 1-15,2-1 1 0,4-2 0 0,2 2 0 16,1 2 0-16,4 1-4 0,-18-1 5 0,31 1-5 0,3 1 0 15,4 3 4-15,8 2-2 0,10 1 2 0,3-1-8 16,6-4 8-16,3 1-4 0,-5-5 5 0,2 1 6 16,-3-4-8-16,-1-6 4 0,8-1-4 0,3-4 6 0,13 0-5 15,9-4 6-15,10 0-6 0,4 0 4 0,-8-5-2 16,0-3-5-16,-4-3 3 0,7 0 0 0,16-3 3 16,5-3 2-16,-2-3 1 0,-5-2-2 0,-10 33-4 15,3-28 0-15,12-10-1 0,6-7 6 0,3-3 7 16,-7-3 0-16,-9-5 1 0,4-1-5 0,1-2 2 15,10 0-7-15,-6-1 5 0,-11-2-1 0,-9-3 2 16,-12-2 4-16,6-3-4 0,6 33-7 0,0-42 9 16,-1-3-1-16,-12-8 4 0,-9-7 2 0,-12-3 15 0,-4-5-3 15,-5-1 8-15,2 2-6 0,-2 1-6 0,0 1-7 16,-2 4 2-16,-7-6-14 0,-6-1 3 0,-9-3 3 16,-9-1-1-16,-6 3-2 0,-17 4 1 0,-5 1 4 15,23 2-1-15,-19 7 3 0,-12 1 10 0,-7 2-6 16,-9 4 7-16,10-2-9 0,-36-3-4 0,-6-5 3 0,-8-1-2 15,-3-4 11-15,-5-2-10 0,-1 0-3 0,-5 2-2 16,-6 0 2-16,-9 2-4 0,-8 6 5 0,-16 1-4 16,-6 6 10-16,0 1-11 0,-3 5-1 0,-3 1-4 15,-7 4-9-15,-20 2 6 0,-6 2-13 0,1 16 7 16,-9 10-48-16,-12-28-17 0,-6 46-24 0,-11 26-5 16,-13-24-150-16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6-29T10:18:47.242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6-29T10:18:47.243"/>
    </inkml:context>
  </inkml:definitions>
  <inkml:trace contextRef="#ctx0" brushRef="#br0">11247 15528 0,'0'0'0,"0"0"15,0 0-15,0 0 16,0 0-16</inkml:trace>
  <inkml:trace contextRef="#ctx1" brushRef="#br0">7420 6049 1068 0,'0'0'17'16,"0"0"-2"-16,-2-2 50 0,1 1 0 0,-1-1 13 16,-1 0 8-16,1 2-7 0,-8-1 2 0,0-1-3 0,0 0-12 15,4 2-12-15,-1 0-9 0,1 0 1 0,1 0-16 16,1 0-11-16,3 0 3 0,-3 0-7 0,1 0-7 15,0 0 0-15,0 0-6 0,1 0 4 0,0 2-6 0,1 0 4 16,-1-2 1-16,2 0 2 0,0 0-5 0,2 0 4 16,4 0 1-16,32 0 0 0,12-5 2 0,12-2 3 15,14-3-6-15,5 0 3 0,2-1-9 0,-2-3-2 16,-2 1 2-16,5 0 0 0,5 1 10 0,8 1-10 16,3-1 5-16,-5 2-5 0,-4 0 11 0,-10 2-9 15,-5-2 3-15,-5 4-3 0,-2-1 6 0,0 0 1 16,-4 3 0-16,-6 0 1 0,-11 3 0 0,-5-1 8 15,-12 0-4-15,-6 2 6 0,-7 0 3 0,-10 0 8 0,-3 0 3 16,-1 0 1-16,-1 0 11 0,-1 0-5 0,-1 2-3 16,-1 0-2-16,0-1-17 0,-1 1-4 0,-1 0-5 15,-1-2 0-15,-14 6-10 0,7-3 2 0,2 1 1 16,3-3-2-16,0 1 0 0,-1 0-158 0,-3-1-35 0,3 1-95 16,2-2-618-16</inkml:trace>
  <inkml:trace contextRef="#ctx1" brushRef="#br0" timeOffset="1">7912 4898 985 0,'0'-2'95'0,"-2"0"176"16,1 1-169-16,-1-3 21 0,0 1 1 0,-1 0 2 15,0 0-35-15,-1 1-26 0,-4-3-8 0,-2 2-5 16,-1 3-37-16,1 0 3 0,0 3-5 0,0 4 5 15,-2 9 1-15,-2 12-4 0,-3 0 0 0,7 2-2 0,-5-2-8 16,9 2-3-16,-1-2 1 0,1 0-1 0,-11-2 2 16,7-1 1-16,4 2-4 0,2-6 5 0,4-1 0 15,0-2-5-15,4 2 4 0,0-4-13 0,3 2-81 0,-2-1-217 16,0-4-121-16</inkml:trace>
  <inkml:trace contextRef="#ctx1" brushRef="#br0" timeOffset="2">4482 4990 580 0,'0'-1'87'0,"0"-1"30"0,-1-6 25 16,-6-20-78-16,2 3 40 0,2-3-24 0,1 5-4 15,1-1 3-15,-1 3-3 0,2 1-5 0,0 4-17 16,0 1 3-16,0 2-8 0,0 1-13 0,0 5-10 16,0 1-11-16,0 3 5 0,0-1-16 0,0 3 2 15,2-1 1-15,-1 2-1 0,1 2 0 0,-1 3-7 16,8 29 4-16,-4 6-3 0,-2 1 3 0,-3 2 7 15,0 0-8-15,-3-2 6 0,-2-1-11 0,-2 3 6 16,1-7 1-16,-1 1 3 0,0-6-2 0,1-3-2 0,1-3 4 16,0-2-3-16,0-2 4 0,0-6 4 0,2-2 0 15,1-3 3-15,0 0 3 0,1-3 31 0,-1-1-4 16,2-2 12-16,-2-1-9 0,1-1-22 0,-1-1 1 16,0-1-7-16,1-1 1 0,-1-1-13 0,-3-11 3 0,-3-15-4 15,1-2 3-15,2-3-4 0,2 0-1 0,0-3-3 16,1-1-3-16,2-1 5 0,0 0-4 0,2-3 4 15,1-2 0-15,4 3-8 0,-1 1 7 0,1 4-8 16,4-1 8-16,1 3-4 0,1 1 0 0,4 3-3 16,-2 6 7-16,-12 4-2 0,20 1-1 0,-2 5 0 15,-1 1-5-15,0 6-2 0,0 1 6 0,1-10-3 0,1 5 7 16,-2 7-1-16,-1 3-2 0,0 1 0 0,-3 4-2 16,-1 2 2-16,-2 3-2 0,-5-2 2 0,-3 15 5 15,-1 0 1-15,10 2-1 0,-5 0-1 0,-6-2 1 0,-3 2-2 16,-3-2 7-16,-4 2-6 0,-1-5 1 0,-2-1 2 15,-2 0-5-15,9-5 4 0,-17 1-6 0,0-3 8 16,4-4-3-16,-2 0 4 0,3 1-5 0,0-3-4 16,2-1 2-16,0 0-2 0,1-2 11 0,1-1-11 15,-1 1 4-15,4 1-6 0,0 1 2 0,-1 0 2 16,1 0-2-16,0 1 1 0,0 1-2 0,1 3-4 16,-1 0 2-16,-1 1-2 0,3 1 5 0,1-1 3 15,3-1-5-15,1 2 3 0,-8-1-9 0,4-1 4 0,0 2 0 16,4-2 0-16,-1 0 0 0,2-2 3 0,0 0-2 15,2-1 1-15,1-1 2 0,0-1-2 0,6 0 6 16,10-1-5-16,1 1 7 0,2-2 1 0,1 0-7 16,2 0 6-16,1 1-3 0,0-3-5 0,2 3 8 0,-1-1-7 15,-2 0 6-15,1 1 0 0,0-1-3 0,-4-1 2 16,-1-1 1-16,-4 1-7 0,-4 1 7 0,-1-1-6 16,-3 6 8-16,0-3 5 0,-1 0-9 0,-3-3 9 15,-2-1-3-15,-1-1-1 0,1 2 3 0,0 0-2 16,1-1 6-16,-1 1-15 0,-1 0 5 0,-1-1-13 15,1 1-58-15,0-2-123 0,-1 0-31 0,1 0-45 16,1 0-279-16</inkml:trace>
  <inkml:trace contextRef="#ctx1" brushRef="#br0" timeOffset="3">5319 5195 760 0,'0'-2'0'15,"0"1"6"-15,0-3 100 0,0 3 31 0,0-11 14 0,0 4-9 16,0 0-29-16,0 1-39 0,0 2 3 0,-2-2-6 15,1 4-5-15,1 2-29 0,-3-3-1 0,-7-2-10 16,-5-1-15-16,0 4-5 0,-2 3 4 0,3 1-4 16,-3 4 3-16,4 2-2 0,1 0-4 0,4-3 2 15,0 13 0-15,4-2-8 0,3 0 5 0,-9-2-4 16,2 2 9-16,4-4-3 0,3 1 7 0,1-1-3 16,0-1 14-16,3 2-5 0,2-2-4 0,2 1 2 15,1 1 0-15,-3 0-3 0,11-1 8 0,-1 1-6 0,0-2 10 16,-3 4 1-16,-1 1 2 0,-4-3 0 0,-2 1 6 15,-4-3-1-15,6-2 1 0,-2 0 0 0,-2 1 14 16,-3-3-20-16,0-2 1 0,0-1-10 0,0-1-6 0,-15 3-3 16,-9-4 0-16,-3 16-2 0,1-7-5 0,-1-5-41 15,4-4-41-15,2-1-7 0,3 0-174 0,1 0-362 16</inkml:trace>
  <inkml:trace contextRef="#ctx1" brushRef="#br0" timeOffset="4">3776 6414 476 0,'0'0'36'0,"0"-2"-10"0,0 0 120 16,0-1-14-16,-2-5 30 0,-1-10-51 0,0 1 1 15,-2-1-9-15,0 3 5 0,0 0-17 0,0 4-22 16,0-2 3-16,-2-4-11 0,4 7-17 0,-2-1-9 16,0-1 0-16,4 5-3 0,-3 1 5 0,1-2-12 15,3 4 6-15,-2 1-7 0,2 1 2 0,0 1-14 16,0-1-2-16,-1-1-4 0,-1-1-3 0,0 3-3 0,1-1 2 15,-1 0-2-15,0 2 0 0,1 0-1 0,-1 2 3 16,0 3-1-16,-4 25-1 0,2 3 4 0,3 5-4 16,-1-2 5-16,2 5-3 0,0-1-2 0,0 1-1 0,3 2-1 15,1 4 5-15,-1 0-3 0,-1 5 0 0,-1 2-1 16,1 1-4-16,1 2 6 0,1 3-1 0,-3-4 2 16,3 3-1-16,-1-4-1 0,-1-5 3 0,-1-6-3 15,-1-6 0-15,0-2 0 0,0-1 2 0,0-2 0 16,0 0-3-16,0-3 4 0,0-2-4 0,0-3 5 15,0-4-2-15,0-1-2 0,0-5 7 0,0-2-7 0,0-1 12 16,0-6 11-16,2 3 0 0,-2-6 5 0,0 0 0 16,0-1-10-16,0-1 1 0,2 3-4 0,-1-1-3 15,1 0-5-15,-1-1-7 0,1 0 2 0,0-1-6 16,-1 1-9-16,1 0-12 0,0-2-9 0,1 0-125 0,0 0-213 16,1 0-160-16</inkml:trace>
  <inkml:trace contextRef="#ctx1" brushRef="#br0" timeOffset="5">3631 10374 1527 0,'0'0'24'0,"-2"0"-3"0,0 0 39 0,-1 0-12 0,-3 0 10 15,1 0-34-15,1 0 13 0,1 0-1 0,0 0 2 16,1 2-19-16,0-1 1 0,1-1-2 0,1 0 4 15,1 0 4-15,3 0 6 0,20 2-3 0,3-2 3 16,-2-2-16-16,-4 1 2 0,4-3-10 0,-5 3 5 16,-2-1-18-16,-2 2 12 0,-1 0-5 0,-2 0 8 0,-3 0-10 15,-3 0-4-15,-2 0-4 0,-2 0-4 0,0 0-31 16,1 0 3-16,-3 2-2 0,1-1 6 0,0 1 24 16,-1 0 8-16,1 1 5 0,-2 0-1 0,0 1 0 0,0 4-5 15,0-2-2-15,0 1 2 0,0 1 1 0,0 1-4 16,0-1-2-16,0 0 0 0,2-1 5 0,-1-1 0 15,1-2 0-15,-2-3 0 0,5 3-6 0,8 4-4 16,2-3-70-16,0-4 8 0,1-2-347 0</inkml:trace>
  <inkml:trace contextRef="#ctx1" brushRef="#br0" timeOffset="6">8902 5887 256 0,'0'0'12'15,"0"0"21"-15,0 0 33 0,0 0 12 0,0 0 5 16,0 0-15-16,0-2-11 0,0 1-4 0,0-1 3 15,0 0-2-15,0 1 2 0,0-1 0 0,0 0-1 0,0 1-14 16,0-1 4-16,0 0-6 0,0 1 5 0,0-3-14 16,0 1 0-16,0 0-7 0,0 0 5 0,0-1 4 0,0 1 28 15,0 0-2-15,0-2 9 0,0 1-18 0,0-2-10 16,0 1 5-16,0 0-7 0,2 0-4 0,-2 3-12 16,0-1 0-16,0 1-5 0,0 1-10 0,1-3 1 15,1 1-5-15,0 0 5 0,-1-1-1 0,1 1-6 16,-2 2 3-16,0-1-4 0,0 0 4 0,0 1-2 15,0-1-2-15,0 0 0 0,0 1 4 0,0 1-2 16,0 0 3-16,0 0-4 0,0 0 1 0,0 0 1 16,0 0-2-16,0 0 1 0,0 0 5 0,0 0-3 15,0 0 0-15,0 1-3 0,0 1-5 0,0 0 9 0,0-1 2 16,0 1 1-16,0 0-6 0,0-1 0 0,0 1 0 16,0-1-1-16,0 1-2 0,0 0 3 0,0-1-3 15,0 1 3-15,0 0 1 0,0-1-2 0,0 1 0 16,0 0-1-16,-2-1 2 0,2 1-1 0,0 0 6 0,-1-1-4 15,-1 1 2-15,2 0 0 0,0-1-3 0,0-1 2 16,0 0-1-16,0 0-5 0,0 0 3 0,0 0-4 16,0 0 11-16,0 0-7 0,0 0 2 0,0 0-3 15,0 0 6-15,0 0-4 0,0 0 2 0,0 0-2 16,0 0 4-16,0 0-3 0,0 0 1 0,0 0-1 16,0 0 5-16,0 0 4 0,0 0 0 0,0-1 1 15,0-1 2-15,0 0 9 0,0 1-3 0,2-1 4 0,-1 0-10 16,1 1 1-16,0-1-2 0,-1 0 1 0,1 1-10 15,0-1-5-15,-1 0 2 0,1 1-1 0,0-1 7 0,-1 0-5 16,1 1-1-16,-2-1-1 0,0 1 5 0,0 1-6 16,0 0 3-16,0 0-3 0,0 1 4 0,0 1-6 15,0 1 0-15,-3 7-3 0,-2 8 6 0,0 2 0 16,0 1-2-16,1 3 0 0,0 0-6 0,0 4 10 16,3 2-1-16,-1 2 5 0,0-1-4 0,1 7-3 15,-3-3 2-15,3 3-2 0,1 0-3 0,0-7 1 16,0 5-1-16,-2-4 1 0,0-3 3 0,2 4 1 15,0-5 3-15,0 2-1 0,0 0-3 0,0-2 0 16,-1 0 0-16,1-1 1 0,0 1 6 0,-2-2-7 0,0 0 0 16,-1-1-1-16,0-2 4 0,0-3 1 0,-1 0 1 15,1-4 0-15,0 1 1 0,-1-4 2 0,-1 2 22 16,2-3-5-16,-2-2 76 0,0-1-64 0,0 1 10 16,0-1-28-16,0-1 3 0,4-2-11 0,-14-2 2 15,0 1-4-15,0 0 3 0,-1 0 3 0,-1 1-4 0,1-1 2 16,-3-3-9-16,3 1 4 0,-1 0 0 0,3-1 1 15,0 3 2-15,3-2-6 0,-1 6 0 0,1-1-2 16,1-3-2-16,0 0 4 0,2-2-4 0,1-1 4 16,0-1-3-16,2 1-6 0,1 0 6 0,0-1-6 15,1 1 4-15,1 0-2 0,1-1-2 0,-1 1 0 16,0 0 4-16,2 1-4 0,0 0 2 0,0 4-4 0,4 4-1 16,-1-4 6-16,4 3 1 0,-4-2 0 0,15 2 4 15,2 0-5-15,1 2 0 0,4-3-2 0,0 1 3 16,1-1 1-16,4-3-1 0,-2-2 2 0,3-1 1 0,-1-2-1 15,0 4 3-15,-1-1-4 0,-4 1-3 0,-3-4 2 16,-4 3-1-16,-2-1 1 0,-4 2 0 0,-1 2 0 16,-4-3 0-16,-2 3 0 0,2-2 0 0,-6 2 0 15,4-1 0-15,0 3-1 0,-2-1 0 0,-1 3 2 16,-2 3 2-16,-3-3 1 0,-5 4 0 0,3-2 2 16,-23 0-5-16,-4 2 5 0,2-3 0 0,-3 1 2 15,5 0 1-15,-1 0-2 0,2 2-3 0,2-1 6 0,2-3-5 16,0 1 5-16,5-1-5 0,2-1-6 0,1-2 4 15,3-1-4-15,2 0 8 0,4-2-3 0,-1-1-1 16,5 0-1-16,1-1-2 0,-2 2-3 0,-1 0 3 16,1 0-2-16,1 2 5 0,1-1-1 0,1-1-2 15,0 0 0-15,3 2-3 0,0-2 4 0,7 0-1 16,12 0 2-16,2-1 0 0,1-2-1 0,1 3 2 0,1-2-2 16,-1 2-4-16,2 0 3 0,2 0-1 0,-5 0 1 15,-4 0-4-15,-3 3 5 0,-1 1-1 0,-4-1 2 16,5 5-3-16,-9 2 1 0,-4-2 0 0,-1 7 0 15,11 2-3-15,-5 2 3 0,-6 1 4 0,-8-2-1 16,-7 7-5-16,-4-5 4 0,8 3-4 0,-19 1 5 0,-4-9-2 16,-1 5 2-16,-2-8 0 0,1-3 0 0,3 3-1 15,2-1 1-15,1-1-1 0,3 2 1 0,1-2-3 16,4-4-1-16,2-1 2 0,2-2-1 0,5-1 7 0,0 0-4 16,3-2-1-16,2 0 0 0,3 0-4 0,-1-2 0 15,0 0 3-15,1 0-1 0,-1 1 6 0,0-1-6 16,2 0 0-16,0 2-1 0,0-1 1 0,0 1-2 15,0-2 0-15,2 2 0 0,1 0 0 0,-1 1 2 16,8 3 0-16,-2 1 2 0,0-1-1 0,1 3 2 16,-3 1-3-16,1 0 3 0,0 4-15 0,-4 3 12 15,2 0-6-15,-2 3 8 0,2 1-2 0,-2 5-2 16,1 0 2-16,-1 4-1 0,-1 2 3 0,17 1-2 0,-5 2-3 16,-6 4 0-16,-5-4 0 0,0 3 0 0,-1 0 6 15,-2-4-3-15,0 0-1 0,0-2 3 0,0 1-2 16,0-1 4-16,0 2 0 0,0-1-3 0,-2-1-4 15,1-2 2-15,-3 0 1 0,1 0 0 0,0-5 5 16,1-2-5-16,-1 4-2 0,0 0 5 0,-1-2-3 16,3 1 3-16,-1 1-5 0,0-3 3 0,1-1-1 0,-1 0 1 15,2-6-1-15,-2 2 0 0,2 1 0 0,0-3 2 16,0 4-2-16,0-1 0 0,0-1 2 0,0-2-2 16,0 0 2-16,0-4 1 0,0 1-1 0,0-4-1 15,0 2-3-15,0-4 1 0,0 1 3 0,0-2-1 16,0 0 6-16,0-2-3 0,0 0-3 0,0 0 0 15,0-1-8-15,0-2 10 0,0 0-1 0,0 0 6 0,0-3-6 16,0 2 3-16,0-2-5 0,0 1 5 0,0 1-1 16,0-1-1-16,0-1-2 0,0-1-5 0,0 1-54 15,0 0-205-15,0-1-32 0</inkml:trace>
  <inkml:trace contextRef="#ctx1" brushRef="#br0" timeOffset="7">9396 7215 800 0,'0'-2'80'0,"0"-3"104"0,-2-13-86 0,0-2-17 0,1 7-12 15,1 6 2-15,0 2-21 0,0 4-15 0,-2-3-5 16,0 1-5-16,1 1-25 0,-1 1-6 0,0 1 5 0,1 0-4 16,-1 1 4-16,-8 18 6 0,-3 15-6 0,0 8 7 15,3 1-3-15,0 4 6 0,2 1 4 0,0 4 1 16,1-5 15-16,0 1 25 0,1 0 1 0,-1-8 6 15,2-1-9-15,2-5-16 0,0-3-4 0,-1-3-1 16,1-3-4-16,0-5 10 0,1-7 2 0,0-3 3 16,1-4-3-16,1-1-9 0,0-3 2 0,0 0-3 15,-2 1 3-15,0 0-3 0,1-1-3 0,1-1 0 0,0-1-12 16,0-1 0-16,0-2-3 0,-4-17 2 0,3-10 0 16,-1-6-8-16,2 3 5 0,0-5-6 0,2-4-4 15,-1 4 2-15,3-1-2 0,-1 2 2 0,0 3-1 0,2 1 2 16,2 3-3-16,0 2 1 0,-1 3 2 0,1 4-5 15,1 2 5-15,0 3-6 0,0 3-3 0,-6-2 4 16,15 3-1-16,1 4 3 0,2 0-4 0,-1 4 2 16,1-9-4-16,-2 5 3 0,-1 1-3 0,-2 6 4 15,0 1-1-15,-4 0 1 0,-3 1-10 0,1 3 12 16,-6-3-7-16,2 8 9 0,8 9-3 0,-5 2-3 16,-4-1 7-16,-4 3-4 0,-5-1 3 0,-4 2-2 15,0-3 2-15,-5 0-1 0,9 0 6 0,-16-2-4 16,1 0-1-16,2-1 1 0,0-1 3 0,3 1-3 0,0-2-2 15,2-4 0-15,0 2-7 0,3-3 7 0,2 2-1 16,1 3 3-16,2 0-3 0,2 0-5 0,-11 3 5 16,6-2-5-16,2 2 6 0,2-1 4 0,4-2-4 0,0-4 4 15,2-1-4-15,0 2-2 0,3-1 1 0,1 3-1 16,1-3 2-16,1-1 2 0,-1-5-2 0,9 7 2 16,1-3-5-16,1 0 10 0,-2-3-6 0,1-1 8 15,-2-1-10-15,-2-1 3 0,2-1 2 0,-4-1-1 16,2-1 2-16,-3 0 0 0,-1 0-2 0,-3 0 0 15,2 0-9-15,1 0-1 0,-1 0-17 0,4 0-3 0,-6 0-153 16,1 0-86-16,-2 0-53 0,1 2-18 0,-2-1-297 16</inkml:trace>
  <inkml:trace contextRef="#ctx1" brushRef="#br0" timeOffset="8">9902 7682 1114 0,'-1'0'35'0,"-1"-2"69"0,-1 1-71 0,-1-1 41 16,-1 1 2-16,-6-4 13 0,1 1 5 0,2 3-28 15,-2-1-1-15,7 2-11 0,-4 0-19 0,5 0-23 0,-1 0-1 16,-4 3-6-16,4 1-5 0,-5 9 0 0,-2 7 1 16,2 3-1-16,1-2 6 0,1 4-1 0,1 0-4 15,1 1 2-15,1-1-2 0,0-2-3 0,-1 0 1 16,1-1-2-16,0-3 10 0,-1 1-3 0,3-3-1 15,-2-1-1-15,1-2-2 0,0-1 3 0,1-2-2 0,-1-1-1 16,0-2-22-16,2 1-150 0,0-3-7 0,0-1-67 16,0-3-200-16</inkml:trace>
  <inkml:trace contextRef="#ctx1" brushRef="#br0" timeOffset="9">10090 7373 1047 0,'0'-1'50'0,"0"-3"106"0,0 1-118 0,-3-10 23 15,0 1 7-15,0 2 4 0,1 2 7 0,0-3-16 16,1 4-6-16,1 2-2 0,0 2-13 0,0 1-25 16,0 0 6-16,-2-1-14 0,2 0-15 0,0 1 7 15,0 0-4-15,0 1 5 0,0 1-9 0,0 1 7 16,0 1-5-16,0 3 5 0,0 22-3 0,0 4 5 15,0-1-3-15,0 6 2 0,0 0-5 0,-2 4 2 16,-1 3 3-16,-2 3-1 0,-2-1 0 0,3-4 7 16,-1 7-7-16,0-13 7 0,0 4-4 0,1-4-2 0,1-9 6 15,1 1-5-15,1-6 7 0,1-1-6 0,0-3 2 16,0-1-3-16,0-3 0 0,0-1-2 0,0-2-6 16,0-2-8-16,0-1-105 0,0-2-157 0,0-2-43 15</inkml:trace>
  <inkml:trace contextRef="#ctx1" brushRef="#br0" timeOffset="10">10467 7246 656 0,'-2'-2'118'0,"-1"1"248"0,1 1-298 16,-13-3 15-16,9-4-4 0,-4 0 4 0,3 2-12 15,-3 4 27-15,-8-1-17 0,8-6 15 0,-3 0-52 16,3 3-28-16,7 5 4 0,-7-2-13 0,3 2-7 0,4 0 1 15,0 0-1-15,-1 2 4 0,-1 4 2 0,-8 17-3 16,5 4-2-16,3 2-1 0,2 5-8 0,3 5 14 16,0 2-5-16,0 6 9 0,3 2-8 0,-1 2 4 15,-2-1 0-15,0 1 1 0,-4-3 21 0,3 0-2 16,-1-7-2-16,2-4-3 0,-2-4-20 0,1-5 5 16,-2 0-2-16,-1-3 3 0,3-2-1 0,1-2 7 15,0-1-6-15,0-4 4 0,0 1-8 0,0-5-5 16,0 1-3-16,0-5-11 0,0-1-113 0,0-6-127 15,0 1-54-15</inkml:trace>
  <inkml:trace contextRef="#ctx1" brushRef="#br0" timeOffset="11">10749 7314 1236 0,'-2'0'54'0,"1"0"-57"0,-1 0 61 0,0 0-28 15,-11 0-10-15,2 2 61 0,1 1-24 0,-2 5 32 16,1 0-48-16,-1 15-21 0,1 7-1 0,1 0-7 16,0 5-3-16,5 3-4 0,-3 0 2 0,-4 4-4 15,9 0-3-15,-1-1 3 0,1-3 0 0,-15-5 2 0,5 3 3 16,6-8 4-16,2-1-3 0,4-4 4 0,-1-6 5 16,0-1-3-16,2-3 8 0,0-3-7 0,0-2 2 0,0-3-2 15,0 0-3-15,0-1 4 0,0-1 18 0,0 0 4 16,0-1 1-16,0 0-2 0,0-1-18 0,-1-1 1 15,-1 0-5-15,0-1 3 0,2-1-11 0,-6-23 2 16,1-3-2-16,0-10 1 0,1 3-3 0,1-9 3 16,0-1 0-16,1 1 0 0,2-4-4 0,0 3 0 15,4 4 0-15,-1 5 0 0,3 2-1 0,1 5-4 16,0 4-1-16,1 4-1 0,0 2 2 0,0 4 0 16,-1 4-2-16,0 1 1 0,-2 3 1 0,8 2-5 15,0 2 5-15,0-7-4 0,0 4 4 0,-1 1-3 0,-1 3 3 16,-1 2-3-16,-1 2 6 0,-4-1-6 0,-2 1 1 15,12 19-3-15,-5 3 6 0,-5 2 0 0,-4 2-1 16,-2 2 0-16,-4 0 0 0,-2-1 2 0,-1-1 0 16,-2-1 0-16,-2-1 4 0,1-1-3 0,-1 0 0 0,4-4-1 15,0 1 7-15,1-4-8 0,0-2 6 0,1 1-7 16,-1 3 4-16,2-5-1 0,4-4 0 0,-1 4 1 16,0-5 0-16,2 1-1 0,0 1-1 0,2-2 1 15,0 0 6-15,-1-2-9 0,3 2 2 0,1-2-4 16,-2-3 11-16,0 0-6 0,4-2 2 0,3 1-4 15,0-1 12-15,-1 0-13 0,5-1 7 0,-3 0-10 0,4 8-3 16,0-2-155-16,1-2-21 0,4-1-62 0,2-1-221 16</inkml:trace>
  <inkml:trace contextRef="#ctx1" brushRef="#br0" timeOffset="12">10997 7712 997 0,'0'-2'21'0,"-2"1"30"0,0-1-13 0,1 0 42 15,-1 1-9-15,0-3 17 0,2 1-31 0,0-4-12 0,0-3-2 16,2-1-1-16,1 3-2 0,4-2 5 0,-5 3 0 16,9 2 0-16,9 0-11 0,-7 2-1 0,-1-4-11 15,4 6 5-15,-3-9-17 0,2 3-7 0,-2 4 4 16,-1 3-6-16,0 2 10 0,-8-1 2 0,5 2 7 15,-6 26-1-15,14-3 29 0,-4 10-19 0,-8-1 3 0,-7 0-10 16,-5 4-3-16,-4-7 0 0,-4 1 3 0,0-7 3 16,2-3 31-16,0-1-25 0,3-4 9 0,2-3-17 15,1 0-7-15,4-5-6 0,-1-1 1 0,3 0-3 16,1-3 0-16,0-1 4 0,0-1-2 0,0-3 4 16,1 3-2-16,1-4 0 0,18 11 2 0,-2-4-2 15,3-6-7-15,1-1 1 0,-1-3-4 0,1-4 2 0,-1-1-7 16,1-2-80-16,-2 0-18 0,-1-1-30 0,-1 3-140 15</inkml:trace>
  <inkml:trace contextRef="#ctx1" brushRef="#br0" timeOffset="13">8060 9677 1209 0,'0'0'4'0,"0"0"3"16,0 0 18-16,0 0 7 0,2 0 8 0,0 0 55 0,1 0-7 15,14 0 7-15,4 0-9 0,7 0-13 0,10 0-4 16,0 0-13-16,3 0 6 0,1 0-18 0,2-2-17 16,-1-1 1-16,0 0-9 0,1 0-15 0,-4-1 4 15,0 1 1-15,-2 0 1 0,-2-1-9 0,-3 1 7 16,0 1-7-16,-2 1 8 0,-4-1-3 0,-6 2-6 16,-1-2 1-16,-5 2-2 0,1 0-8 0,-2 0-58 15,-5 0-16-15,0 0-22 0,-6 0-122 0,0 0-175 0</inkml:trace>
  <inkml:trace contextRef="#ctx1" brushRef="#br0" timeOffset="14">8584 9836 1278 0,'0'0'34'0,"0"0"-36"0,0 0 35 0,0 0-16 16,0 0-3-16,0 0 51 0,0 0 0 0,1 0 17 15,1 0 3-15,1 0-22 0,4 0-9 0,8-4-5 16,3 1-37-16,-2 0-6 0,1-1-3 0,-1 1 0 15,-1 2 4-15,0-1-24 0,-3 0-34 0,-1 2-19 0,1-1-295 16</inkml:trace>
  <inkml:trace contextRef="#ctx1" brushRef="#br0" timeOffset="15">8778 5806 97 0,'0'0'38'0,"0"0"-2"0,-1 0 43 0,-1 0-6 15,-1 0 5-15,-5-2-15 0,-2 1-3 0,1-1 1 0,1 2-1 16,0 0-6-16,3 0-15 0,0 0-7 0,3 0 1 15,-1 0 3-15,1 0-1 0,1 0 2 0,-1 0-4 16,-1-2-4-16,-1 2-16 0,1 0 5 0,2 0-10 16,-1 0 2-16,0 0-1 0,1 0 8 0,-1 0-4 15,0 0 21-15,1 0 16 0,-1 0-6 0,0 0 9 16,1 2-11-16,-1 0-8 0,0-1 0 0,1 1-2 16,-1 0 1-16,0-1 2 0,1 3-2 0,-1-1 0 0,0 0-17 15,1 1 6-15,-1-1-6 0,1 0 5 0,-1 0-15 16,0 1 6-16,2-1-4 0,0 0 4 0,0 1-4 15,0-3 2-15,2 1-1 0,0 0 0 0,-1 1-11 0,2-1 10 16,7 4-7-16,5 2 9 0,0-1-12 0,3 0 2 16,2-1 0-16,5 1 3 0,1-1 4 0,9 1-7 15,-4-4 4-15,10 1-5 0,1-1 1 0,1-1 0 16,3-1 1-16,0-1 2 0,2 0 12 0,-2-1-9 16,2-4 3-16,-2-2-4 0,4-1 6 0,4 0-6 15,-1-1-1-15,8 3-1 0,-8-1 0 0,1 2-3 16,-2 0 2-16,-8 2-2 0,2 0 0 0,-4 1 0 15,-1 0 1-15,-2-1 1 0,-1 1 7 0,4 1-9 0,1-1 0 16,1-1-1-16,4-1 5 0,3-1-5 0,4 2 1 16,1-2-2-16,3 0 8 0,1 0-6 0,-6-1 1 15,-1-1-1-15,-5 0 8 0,-5-1-6 0,-4 0 3 16,1 0-4-16,-1 1 1 0,1-1 4 0,1 1-1 0,1 2 2 16,0 0-4-16,3 0 2 0,-2 2-6 0,3 0 3 15,-8-1-5-15,5 3 7 0,-8 1 1 0,-1 0 2 16,1 0-8-16,-5 0 2 0,1 0-3 0,-5 0 3 15,1 0 0-15,-1 0-3 0,-1 0 8 0,1 0-6 16,-2 0 1-16,0-2 2 0,1 1-5 0,3-1 3 16,0 0 4-16,2 1-4 0,0-1 1 0,-4 0-2 15,5 1 4-15,-3-1-9 0,0 0 5 0,2 1-5 0,-7 1 11 16,2-2-1-16,1 2-2 0,-2 0-1 0,-1 0-10 16,-5 0 8-16,-3 0 0 0,-2-2 4 0,0 2-3 15,-1 0 3-15,-1 0-4 0,-1 0 4 0,-2 0-4 16,1 0 4-16,-4 0 1 0,0 0 1 0,3-1 2 0,2-1-3 15,-2 0 4-15,0 1-2 0,-1-1 13 0,1-1-1 16,2-2-5-16,-2 2 2 0,4-2-9 0,-4 1 2 16,2-1 3-16,-2 0-1 0,0 0 1 0,-1 2-12 15,0 0 2-15,-4 1-2 0,0 0 7 0,-1 2 1 16,-1 0-6-16,3-1 4 0,-1-1-11 0,0 1 12 16,1-1 2-16,-1 0 2 0,-1 1 1 0,-1-1-5 15,1 0 2-15,0 2-3 0,-1 0 7 0,1 0-4 0,0 0-3 16,-1 0-1-16,1 0-7 0,0 0 6 0,-1 0 1 15,1 0 1-15,-1 0-9 0,1 0 7 0,0 0-3 16,-1 0 5-16,1 0-13 0,0 0 11 0,-1 0-6 16,1 0 8-16,0 0-8 0,-1 0 1 0,1 0 3 15,0 0-1-15,-1 0 3 0,1 2 7 0,0 0-2 0,-1-1 5 16,1 1 5-16,0 0-6 0,-2-1-1 0,0 2-2 16,0 1-2-16,0-1-1 0,0 0-1 0,0 1-1 15,0-3-5-15,0 4 1 0,0 0-1 0,0 2 1 16,0 3 1-16,0 1-4 0,0 1 2 0,-2 3-3 15,0-2 2-15,-1 3 5 0,0 1 0 0,-1 0 0 16,1-1-9-16,0 2 5 0,-1 0 0 0,1 1 1 0,0-1 1 16,1-2-4-16,1 2-1 0,-1 1 1 0,0-1 3 15,1 3 2-15,1-1 0 0,0 5-1 0,0-4-5 16,0 1 3-16,0 4-3 0,0-1 3 0,0 5 0 0,0-6 1 16,-2 4-2-16,0-3 1 0,1-2-1 0,-1 0 4 15,0-4-1-15,1-4 2 0,-3-1-3 0,3-2 2 16,-1-4 1-16,0 2 0 0,1-3 0 0,-1-1-4 15,2-2 6-15,0-1-5 0,0-1 1 0,0 1 0 16,-2 2-1-16,1-2 2 0,1-1 3 0,0 1-3 16,-2 2-2-16,0 0 1 0,2-2-2 0,-1 2 0 15,-1 0 0-15,1 0 0 0,-3 2 8 0,1-1-5 16,-2 1 1-16,2-2-2 0,-4 2 2 0,-4-2-4 16,-6 1 5-16,4-1-5 0,-2 0 6 0,0 2-2 0,2-2 1 15,-4-2 0-15,3 0 9 0,-5-1 0 0,3 1 2 16,4-1-1-16,-1 3-3 0,5-4 0 0,-2 8-7 15,5-6 4-15,0 0-10 0,0 1 6 0,3-4-5 16,-6 5 5-16,7-5-8 0,-1 0 3 0,0 0 3 16,-1 1 0-16,0 1-1 0,1-1-3 0,0 1 1 0,1 0 0 15,1-1 3-15,0 1-2 0,0 0-3 0,1-1 1 16,1 1-3-16,1 0 8 0,15 6-2 0,6-1 3 16,-3-2-6-16,-1-4 1 0,1 1 2 0,-1-1-2 15,2-1 3-15,-3 0-7 0,1 2 4 0,-3 0-5 16,-2-1 4-16,-1 1 3 0,-2 0-2 0,1-1 1 0,-1 3-1 15,-4-3 0-15,0 3 0 0,0-1 1 0,-1 0 1 16,-2 1-4-16,-2-3 5 0,1 1-5 0,1 4 7 16,1 4-6-16,-3-1-2 0,1 2-1 0,-3 1 4 0,-1 1 2 15,0 0 3-15,-1 0-2 0,-4 1 0 0,-2 0 0 16,-1 0-1-16,5 1 3 0,-15-2 11 0,-1 2 0 16,1-2 0-16,-2 0 0 0,-1 0-3 0,-1-1-2 15,1-4-2-15,3 4 1 0,1-2-15 0,-1-1 5 16,3 1 1-16,-4-3 2 0,4 5 4 0,1-4-7 15,1 3 0-15,3-1-3 0,2-3 1 0,2 6 2 16,1 0 2-16,1-1 0 0,1-1-2 0,0-4-1 16,-2 0 1-16,0 1 0 0,1-2 1 0,3 3 0 15,1-4-1-15,0-2 1 0,1 0 8 0,1 1-8 0,1-1 3 16,-1-3-3-16,16 10 6 0,2-4-5 0,-2-2-1 16,0-1 0-16,0-3 1 0,-1 0-5 0,0-2 8 15,1 1-7-15,-3-1 4 0,-2 0-2 0,2 1-2 16,-1-1 0-16,1 0 4 0,0 1-1 0,-2 1 0 0,1 0 0 15,-3 0-5-15,-1 0 6 0,-2 0-6 0,1 0 7 16,-6 0-2-16,0 0-1 0,0 0 2 0,1 1-2 16,-1 1 0-16,-1 0 0 0,-1 1-2 0,1 5 0 15,-2 12-2-15,-3-2 2 0,-4 4 2 0,-3 1-2 16,0-2 0-16,0-2 4 0,-1-1-3 0,-1-2 2 16,1 2-7-16,1-1 6 0,0 3-2 0,2 0 2 15,1 3-2-15,2 1 1 0,2 1-1 0,1 3 2 0,2 4-3 16,0 4-1-16,3 2-1 0,4 7 0 0,3-1 5 15,0 1-3-15,1-2 6 0,1-4-4 0,-1-1 5 16,-1 0-1-16,0-5-4 0,-1-5 1 0,-1 0-3 0,0-3 4 16,-1-2 5-16,-2-4-1 0,-2-1-2 0,0-3 0 15,-1-2-2-15,0-5 2 0,-2 0 8 0,0-3 1 16,0-3-1-16,0 1 0 0,0 0-7 0,0-1-19 16,-2 0-28-16,0-1-6 0,-1-1-159 0,0 0-163 15,-4-3-65-15</inkml:trace>
  <inkml:trace contextRef="#ctx1" brushRef="#br0" timeOffset="16">9757 5930 242 0,'0'0'37'15,"0"0"-1"-15,-2 0 18 0,1 0-11 0,-2 0-2 16,-4 0-17-16,-5-2 0 0,1 1 6 0,1-1-5 16,-2 0 0-16,2 2 14 0,2 0 3 0,-5-1 4 0,3 1 9 15,-1 0 8-15,-4 0-3 0,5 0 6 0,-2 0 6 16,1 0-14-16,-1 0 9 0,2 0-10 0,-1-2 14 15,2 2 3-15,0-2-8 0,4 2 5 0,-2-1-26 16,2 1 13-16,2 0-10 0,-4-2 11 0,5 2-19 0,-1 0-7 16,0-2 3-16,0 1-6 0,-1-1-1 0,1 0-16 15,1 1 0-15,1-1-4 0,-1 0-7 0,0 1-2 16,1-1 0-16,-1 1-1 0,2-1 1 0,0 0 0 16,0 1-2-16,2-1 0 0,-1 2 6 0,9 0-10 15,18 0 8-15,2 0-9 0,5 2 7 0,3 1 2 16,0 2-2-16,3-2 1 0,-3 2-4 0,1-2 6 15,-2-1-2-15,-3-2 5 0,-1 0-8 0,-1 0 4 0,-3 0-2 16,0-2 3-16,-1-1 5 0,-4 0-8 0,-1-1 3 16,-1 0-3-16,-6 0 10 0,-2 1-6 0,-6 1 8 15,-3 1-8-15,0-1 17 0,-2 0 37 0,0 1-7 16,1-3 14-16,-3 1-25 0,1 0-12 0,-2 1-3 16,0-5-3-16,0 1-6 0,-2-1-1 0,-1 1-4 0,0-1 3 15,-2 0-4-15,0 1-1 0,1-1 1 0,-2-1-2 16,-1 0 1-16,4-2-3 0,0-2 1 0,-7-3-1 15,2 1 5-15,1-3-7 0,4-1 2 0,1-2-5 16,2-1-3-16,0-6 4 0,2 1-3 0,1 3 3 16,0 1-2-16,1 6 0 0,-1 1 3 0,-2 6-3 15,3-4 0-15,-4 10-2 0,1-2 0 0,-1 3-2 0,2-1-5 16,0 1-3-16,-1 1 3 0,1 1-3 0,0 0 5 16,-1 1-3-16,1 3 0 0,6 17 0 0,0 2 10 15,-1 4-3-15,0-4 1 0,-1 0-1 0,1 2 1 16,-2-5 2-16,1 1 0 0,1-1 0 0,0 0 0 0,-1-2 0 15,1-2 0-15,-1 1 1 0,1-1-1 0,-2-2 3 16,2 0-3-16,-1-2 2 0,1 0-2 0,-2-4 4 16,0 0-2-16,-2-3 2 0,0 0-4 0,-1-2 4 15,0 1-1-15,-1-1 2 0,-1-1-1 0,4 1 5 16,-1 0-1-16,0 0 0 0,2-1-4 0,0 0 6 16,-2-2-3-16,2 0 2 0,-1 0-4 0,1 0-1 15,3-4 1-15,-2 1-1 0,3-3-2 0,-1 1 2 16,0-12 3-16,-1 1-1 0,1-3 2 0,-1 3-8 0,1-2 4 15,0 1-4-15,0 2 3 0,2-1-3 0,-3 1 0 16,0 0 0-16,-1 2-2 0,2 5 1 0,1 3-5 16,1 1 4-16,-4-1-4 0,1 0-6 0,1 1 1 15,-3 2-2-15,0 2 8 0,1 0-6 0,1 3 8 0,1 0-7 16,-1 21 5-16,-2-1 5 0,-2-2-5 0,2 1 6 16,-2-1 3-16,1-3-2 0,-1 0 2 0,-1-3-3 15,3 0-3-15,-4-5 5 0,6-2-3 0,-2-1 5 16,-2-2-5-16,-3-3 8 0,2-2 2 0,8 6 3 15,-5-4-2-15,3 1 1 0,0-3-6 0,0 0 6 16,2-3 0-16,0-4-8 0,0 6 7 0,-2-18-7 0,4 0-3 16,1 0 4-16,2 1-6 0,3 2 4 0,2 3-3 15,1-1-5-15,1-1 3 0,1 7-3 0,2 0 12 16,1 3-11-16,2-12 4 0,-1 6-6 0,-3 4 5 16,-2 4 2-16,-2 1-1 0,-1 2 1 0,-4 0-1 0,3 2 5 15,-3 0-2-15,-5-1 2 0,0 1-1 0,-5-2-7 16,-2 0 2-16,4 2-4 0,-4-1 4 0,-1-1-92 15,1 2-11-15,0 0-40 0,-1-1-146 0,0-1-318 16</inkml:trace>
  <inkml:trace contextRef="#ctx1" brushRef="#br0" timeOffset="17">10331 4399 1164 0,'0'0'3'15,"0"-2"-2"-15,-1 1 13 0,-1-1-5 0,0 0 7 16,1 1 6-16,-1-1 52 0,1 0-10 0,-1 1 19 15,2-1-34-15,0 2-28 0,0 0 4 0,2 0-13 0,-1 2-4 16,1 1-5-16,8 14 3 0,5 17-2 0,-1 8 11 16,0 4-9-16,-4 5 3 0,-1 5-4 0,0-1 5 15,-4-3 23-15,-2-2-2 0,0-9 8 0,1-1-5 0,-1-7-9 16,0-5-1-16,-1-3-2 0,-1-2 3 0,1-3-1 16,0-4 1-16,-2-3-1 0,0-1 0 0,0-4 7 15,0-1-5-15,0-2 5 0,0-3-6 0,0-1 12 16,0 2 1-16,0 1 1 0,0-3-7 0,-2 1-9 15,0 0-3-15,1-2-2 0,-1-2-4 0,1 0 5 16,-1-1-5-16,-10-20 3 0,2-2-3 0,2-3-11 16,2-5 10-16,1-2-11 0,0-1 8 0,0-2-4 0,3 0-1 15,2-3 0-15,0 0 3 0,0 1-5 0,0 4-2 16,2 1-1-16,4 2-3 0,1 3 4 0,4 0 1 16,3 4 0-16,-1 1-3 0,-8 4-4 0,20 3 2 15,1-1-2-15,5 1 1 0,-4 2 6 0,-1 3-4 0,-1-1 3 16,-5 4-7-16,-2 5 3 0,-3-1 1 0,-4 1 0 15,2 3 2-15,-6 1-6 0,3-8 6 0,-2 4-5 16,-3 4 8-16,0-1-7 0,-2 2 1 0,-1 0-6 16,1 0-21-16,1 2-196 0,-1-1 5 0,-1 3-96 15,1 9-276-15</inkml:trace>
  <inkml:trace contextRef="#ctx1" brushRef="#br0" timeOffset="18">10737 4856 707 0,'0'-1'26'0,"0"-3"36"15,-1-4-38-15,-2-15 15 0,1 5 3 0,0-2 9 16,1 0 48-16,-1 4 2 0,0-1-7 0,1 6 0 15,-1-1-28-15,0 1-2 0,1-1 1 0,1 5-4 16,-2 1-12-16,2 1-22 0,-2 2-1 0,1-1-8 16,-1 3-13-16,0-1-3 0,1 0 0 0,1 2-1 0,-2 2 5 15,2 1-6-15,-2 9 2 0,-1 13-3 0,1 3 2 16,2 1 0-16,0 3-1 0,0-1 1 0,2-1 3 16,1-2 0-16,1-3 2 0,-3-1-2 0,1 0-4 15,0-3 11-15,1-1 0 0,-1 0 8 0,-1-2 23 0,1-2-6 16,-2-1 1-16,0-2-5 0,0-1-9 0,0 0 7 15,0-4-4-15,0-2 6 0,0-1-8 0,0 0 2 16,0-1 4-16,0-1-2 0,-2 0 2 0,1 1-1 16,-1-1 0-16,0-1-1 0,1-1-12 0,-1-1-3 15,2 0-5-15,0-1 2 0,0-1-6 0,2-1 3 16,-2-1 0-16,10-12 1 0,0-1-8 0,-9 2 1 16,17 1-1-16,0 0 1 0,6 3-3 0,-3-1 2 0,2 2-2 15,2 2 1-15,0 0-5 0,-1-1 1 0,4 6 0 16,-4-12 2-16,-6 7 1 0,0 5-2 0,-3 3 0 15,-5 0-1-15,3 3-3 0,-3 2 3 0,-4-2 0 16,4 6 1-16,-6 10 3 0,-3 1-1 0,12 2 2 16,-8-2-1-16,-5-1 1 0,-5 4 11 0,-3-3-4 0,-3 2 7 15,1-4-3-15,-18-3 15 0,-4 0-4 0,6-2 7 16,1-2-4-16,0-4 12 0,2 0 1 0,0-6 4 16,2 14 1-16,3-7-12 0,-1-1-2 0,3-4-3 15,1-3-3-15,3 0-4 0,1-1-1 0,1-3-1 16,0 1-10-16,4 0-1 0,-1-1-6 0,4 3 3 15,-1-1-6-15,3 0 2 0,-3-2-1 0,1-1 0 0,1 1-15 16,2 3-173-16,-1-3-20 0,-1 1-85 0,0 1-381 16</inkml:trace>
  <inkml:trace contextRef="#ctx1" brushRef="#br0" timeOffset="19">12409 6590 60 0,'0'0'2'0,"0"0"10"16,-1-1 12-16,-1-1 1 0,0 1 11 0,1-3-5 15,-1 1-6-15,-1-4 7 0,-1-3-8 0,1-1 3 0,2 3 9 16,1-4 10-16,0-1 0 0,0 1 25 0,1 2 26 16,1-1-2-16,-1-2 11 0,1 3 5 0,0-2-4 15,1 1 2-15,-1 1 0 0,-1 0-1 0,-1 3-38 16,2-3 4-16,-2 4-14 0,0-1 7 0,0 4-38 15,2-1 3-15,-1 3-17 0,1-1-11 0,0 0 1 16,-2 2-3-16,1 0 3 0,1 2-9 0,0 1 3 16,1 16-5-16,2 7 5 0,-2 2 1 0,-1 2-2 15,-1 3 2-15,-1 2-1 0,0 2 1 0,0 5 0 0,0 2 1 16,-1 6-1-16,1 1-4 0,3 0 11 0,0 1-8 16,-1-6 9-16,0-3-11 0,1-4 6 0,0-2-2 15,-1-6 4-15,1-5-3 0,-1-2 23 0,0-5 22 16,-1-5-2-16,-1-4 56 0,0-4-41 0,0-1 3 0,0-3-12 15,0 1 27-15,0 0-15 0,0-1-1 0,0 0-7 16,0-2-23-16,0 0-5 0,0-2-1 0,0-1-2 16,-1-12-10-16,1-12-3 0,0-6 2 0,0 0-2 15,1-5 3-15,2-3-10 0,2 3 5 0,0-3-6 16,4 1 9-16,1 7-11 0,1-2 5 0,2 7-6 16,1 4 4-16,-3 4-5 0,1 2-2 0,-7 4 0 0,13 1 3 15,2 3 0-15,-4 0-1 0,1 2 1 0,-3 3 0 16,-2 2-1-16,-2 1 1 0,-2-4-2 0,2-1-5 15,-2 4-13-15,2-1-28 0,0 4-2 0,-3 0-158 0,-2 2 4 16,-2 0-52-16,12 21 8 0,-4 11-312 0</inkml:trace>
  <inkml:trace contextRef="#ctx1" brushRef="#br0" timeOffset="20">12800 7131 1034 0,'0'0'75'0,"0"0"-94"15,0 0 96-15,-1 0-49 0,-1 0 19 0,1 0-16 16,-1 1 4-16,0 1-7 0,1-1 14 0,-1 3 29 0,-6 11-8 16,-2 3 14-16,2-2-27 0,1-1 9 0,0 0-5 15,1 2 5-15,-1-3-15 0,2 1-11 0,0 0-2 16,2-2-4-16,1-1-10 0,1-4-7 0,-1 0 2 0,2-1-4 16,0-2 0-16,0 0 3 0,0-3-3 0,0-1 4 15,0 3 3-15,0-1-5 0,0-1 1 0,0-1-3 16,0 1-2-16,2-2 0 0,-1 0-5 0,1-2 3 15,0 1-7-15,1-3 7 0,-3 3-3 0,2-11 4 16,6-1-5-16,-2 1 2 0,3 1 1 0,-3 1 0 16,1 3-4-16,-2 1 5 0,1 2-4 0,-1 3 5 15,-1-1-12-15,1-1 3 0,0-1-3 0,-1 3 3 16,3-1-3-16,0 2 4 0,-1 0 3 0,3 0-1 0,-3 2 6 16,1-1-3-16,-1 3 2 0,1 1-3 0,-2-2 3 15,-2 10-2-15,0 0-1 0,-1-1 1 0,0-1 0 16,1-2 0-16,-1 1 0 0,-1-2 1 0,3 0 6 0,-1-3-5 15,0 0-2-15,-3-3-2 0,0-1-20 0,0 1-63 16,4 1 0-16,-3 1-25 0,1-3-43 0,0 1-26 16,-1 0-27-16,1-2-11 0,0 0-203 0</inkml:trace>
  <inkml:trace contextRef="#ctx1" brushRef="#br0" timeOffset="21">12697 7142 940 0,'-2'0'109'0,"0"-2"25"0,1 1-43 0,-1-3-51 15,0 1-7-15,1 0 12 0,-3-4 22 0,3 2 1 16,1 4 5-16,0-4-6 0,0 1-21 0,1 1-5 16,-1 1-6-16,2-1-23 0,23-3-2 0,3-3-3 0,3 3 1 15,2 1-1-15,2-4-7 0,-1 8-3 0,3-19-13 16,-1 7-103-16,-1 6-323 0</inkml:trace>
  <inkml:trace contextRef="#ctx1" brushRef="#br0" timeOffset="22">12092 7958 406 0,'0'0'36'15,"0"0"-4"-15,-1-2 33 0,-1 1-10 0,1-1 1 16,-1 0-38-16,0 1 25 0,1-3-9 0,-1 1 14 16,2 0-16-16,-2-4 37 0,1-4 3 0,1 6 11 15,0 0-3-15,0-2 3 0,0 2-12 0,0 0 7 16,0 2-35-16,0 0-23 0,0-1 3 0,1 1-8 0,1 1 7 15,0 1-5-15,-1-1-5 0,1 2 1 0,0 2-6 16,-1 1-5-16,2 7 3 0,4 20-5 0,-2 1 0 0,-2 4 8 16,1 1-1-16,1 5 2 0,-2 2-3 15,2 0 2-15,0 3-1 0,1 1 0 0,1-1-6 0,0-3 1 16,-1 0 0-16,2-2 2 0,-1-3 6 0,0-2-6 16,-1-1 2-16,-1-7-2 0,0-1 2 0,0-3 13 15,-2-2 4-15,-1-2 6 0,0-1 26 0,-2 0-11 16,0-3 2-16,0-1-7 0,-2-2-13 0,0-1 14 15,1-2-2-15,-1-2 6 0,0 0-1 0,1-1-19 16,-1-1 2-16,-1 3-8 0,1-3-4 0,1 1-7 16,-3 3-4-16,1-2 1 0,-2 4-7 0,2-3 2 0,-1 3 1 15,1 0 1-15,0-1 3 0,1-1-4 0,0 0 3 16,1 0-3-16,-1-2 6 0,1 0-2 0,1-1 2 16,0-2-1-16,0 0 3 0,0-2-3 0,0 1-3 15,0-1 2-15,-2 0 14 0,2 0-4 0,-2 1 9 0,2-1-8 16,-1 0 8-16,-1-1-3 0,0 0 0 0,1-1-1 15,-1 1-10-15,0 0-2 0,1-1 0 0,-1 1 0 16,0-2 0-16,1 0-3 0,-1 0 1 0,0 0-3 16,1 0-2-16,-1 0 1 0,0 0-3 0,1 0 2 15,-1 0-4-15,2 0 2 0,0 0 0 0,0 0 2 16,0 0 5-16,0 0-8 0,0 0 3 0,0 0-3 0,0 0 4 16,0 0-1-16,0 0-1 0,2 0-1 0,-1 0-2 15,1 2 5-15,0-1-1 0,-1 1 2 0,3 0-4 16,-1-1 1-16,4 2 0 0,1 2 1 0,0 0 0 15,-1 0 0-15,1 2-2 0,0 0 1 0,2-1-1 0,-2-1 7 16,-1 0-4-16,3 2 5 0,1 1-7 0,1-1 1 16,-2-3 2-16,0 1-1 0,-7-5-4 0,4 2 4 15,1 1-1-15,-1-1 3 0,-1 0-1 0,-1-1-2 16,0-1 1-16,-2 2-1 0,1-2 3 0,-1 2-3 16,0-1 0-16,1-1-1 0,-1 2 1 0,0 0-3 15,0-2 3-15,1 0-1 0,-1 0 3 0,-1 0-2 16,1 0 0-16,0 0 0 0,1 0 5 0,-1 0-4 0,0 0 1 15,-1 0-2-15,0 0 5 0,-1 0-5 0,1 0 3 16,-1 0-3-16,1 0 3 0,0 0 1 0,-1 0-3 16,1 0 2-16,-2 0-3 0,0-2-5 0,0 0-6 15,0 1-6-15,-2-1-60 0,1 0-14 0,-1 1-6 16,0-1-1-16,1 0-15 0,-1 1-18 0,1-1-7 0,-1 0-4 16,0 1-28-16,1-1-31 0,-1 2-20 0,0 0-13 15,1 0-153-15</inkml:trace>
  <inkml:trace contextRef="#ctx1" brushRef="#br0" timeOffset="23">11922 9282 686 0,'-1'0'240'0,"-2"0"-277"15,-27-1 276-15,0-1-136 0,-6-1-16 0,9 1 7 16,4 1-4-16,-1-3 3 0,5 3-20 0,5-1-5 16,2 0-4-16,7 2-1 0,3 0-27 0,-1-1-19 15,1-1 1-15,1 0-6 0,1 2-7 0,1 0 4 16,19-3-2-16,23-4 3 0,7 1 0 0,4 1-7 16,6-2 2-16,6 1-3 0,1 2-2 0,7-2 7 0,9 2-1 15,-4 1 7-15,0 0-3 0,-8 1-10 0,-11 1 3 16,-4 1-4-16,-13 0 9 0,-5 0-3 0,-7 1-2 15,-8 1 2-15,-1-1 1 0,-6 1 1 0,-1-2 0 16,-5 0 1-16,-2 0-5 0,-4 0-4 0,-3 0-17 0,2 0 0 16,1 0-95-16,-3 0-79 0,1 0-19 0,-2 0-35 15,0 0-214-15</inkml:trace>
  <inkml:trace contextRef="#ctx1" brushRef="#br0" timeOffset="24">12109 9477 1044 0,'-2'0'139'0,"1"0"292"0,-1 0-402 16,0 0-14-16,1 0 2 0,-1 0-1 0,0 0 23 15,1 0 1-15,1 0 1 0,0 0-3 0,1 0-19 0,3 0-8 16,4-1-4-16,12-3 0 0,1 1-6 0,1 1-4 16,-6 1 3-16,2-1-4 0,-1 0 7 0,-4 2-3 15,-1 0 3-15,-4 0-3 0,0 0 3 0,-3 0-3 16,0 0-3-16,-2 0 1 0,1 0-7 0,1 0 0 15,-4 0-38-15,7 0 7 0,-6 0-192 0</inkml:trace>
  <inkml:trace contextRef="#ctx1" brushRef="#br0" timeOffset="25">14801 5778 336 0,'0'-2'14'16,"0"1"-5"-16,0-3 24 0,-2-6 2 0,-3-16 1 16,2 1 10-16,-2-6 37 0,2 3-5 0,-1 0 14 15,-2-10-7-15,1 5 9 0,-2-4-7 0,1 4 6 16,2 9-23-16,1 0-11 0,-2 1-3 0,2 4-4 15,-2 2-17-15,1 2-17 0,1 4 6 0,2 2-11 16,-1 3-10-16,2 2-2 0,0 3-4 0,0-1 2 0,-2-1-9 16,1-1 4-16,-1 1-9 0,0 2 8 0,1-1-11 15,-1 0 11-15,2 2 7 0,0 0-1 0,0 0 6 16,0 0-5-16,0 2 0 0,0 0 1 0,2-1 11 0,-1 1-3 16,1-1-1-16,0 1 0 0,-1 0-1 0,1-1 0 15,0 1 1-15,-1 0-2 0,1-1-3 0,-2 1 5 16,0 0-2-16,0 1 3 0,0 0-2 0,0 1-1 15,0-3 0-15,0 1-1 0,0 0-1 0,0-1 0 16,0 1 2-16,0 0-2 0,0-1-4 0,0 1 0 16,-2-1 0-16,1 1 2 0,-1 0 10 0,0-2-6 15,1 0 8-15,-1 0-7 0,0 0 7 0,1 0-1 16,-1 0-5-16,0 0 4 0,1 0-1 0,-1 0-7 0,0 0-2 16,1 0-1-16,-1 0 3 0,0 0-7 0,1 0 5 15,-1 0-5-15,0 0 5 0,1 0-2 0,-1 0 0 16,1 0-1-16,-1 0 2 0,2 0-1 0,0 0 3 15,0 0-3-15,0 0-1 0,0 0 9 0,0 0-2 0,0 0 8 16,0 0 11-16,0 0 8 0,0-2-1 0,0 0 1 16,0 1-17-16,0-1-5 0,0 1-1 0,0-1-1 15,0 0-8-15,-2 1 6 0,1-1-4 0,-1-1 3 16,0-1-9-16,1 3 5 0,-1-1-1 0,0 0 3 16,1 1-7-16,-1-1 2 0,0 0 1 0,1 1 1 15,-1-1 3-15,0 0-4 0,1 1 2 0,-1-1-1 0,0 0 13 16,2 1-1-16,0-1-1 0,0 1 0 0,0-1-3 15,0 0 7-15,0 1-8 0,0-1 7 0,0 0-8 16,-1 1-2-16,-1-1 4 0,1 0-3 0,1 1 2 0,-2-1-8 16,2 0 2-16,0 1-2 0,0-1 3 0,0 0-3 15,0 1 0-15,0-1-2 0,0 0-2 0,0 1 7 16,0 1 0-16,0 0 3 0,-2 0-9 0,2 0 2 16,-1 0 1-16,-1 0 0 0,0 0 0 0,1 0 2 15,1 0-5-15,-2 0 4 0,2 0-4 0,-2 0 2 16,1 0 3-16,1 0-1 0,0 0-3 0,0 1 2 15,0 1 1-15,-2 0 1 0,2-1-5 0,-2 3-93 0,1-1-30 16,-3 14-43-16,1 6-327 0</inkml:trace>
  <inkml:trace contextRef="#ctx1" brushRef="#br0" timeOffset="26">11913 9221 1002 0,'-2'0'27'0,"0"0"14"0,-1 0 17 0,-4-1-21 0,-6-3 5 16,-7-2-7-16,5 1 22 0,1 2 0 0,-5-2 3 16,5 1-2-16,-3 1-8 0,-1-2-8 0,1 2-2 15,-1 1 0-15,0-1 1 0,2 1-4 0,-1 0 3 0,4 1-2 16,0-1 15-16,1 0-13 0,6 2 2 0,2 0-6 16,1 0 4-16,0 0-21 0,1 0 3 0,0 0-10 15,1 0-4-15,1 0-7 0,0 0 2 0,1 0-3 16,3 0 7-16,12 4-5 0,20 4 0 0,2-3-2 15,7 0-8-15,1 2 10 0,-1-1-4 0,4 2 5 16,-2 1-6-16,2 1 2 0,4 1 2 0,3 1 0 0,7-1 3 16,9 1-4-16,1-4 0 0,6-1 0 0,0-2 5 15,-4-4-6-15,4 1 6 0,2-2-5 0,5-2 13 16,11-4-11-16,10-1 3 0,2-6-5 0,-5-4 1 0,-3-2 4 16,-1-1-1-16,13 0 2 0,1 2-4 0,4 3-1 15,-4 0 1-15,-11 0-1 0,-3-1 0 0,1 2-1 16,5 0 3-16,-1 4-1 0,-2 5 5 0,-14 1-6 15,-12 3-2-15,-11-1-2 0,-1 2 2 0,-4 0 3 16,0 0 3-16,0 2 1 0,-5-1 1 0,-2-1-7 16,-9 0 0-16,-4 0-1 0,0-1 4 0,-6-1-1 15,1-1 3-15,-6 1-3 0,-3-1 5 0,-4 0-4 0,-4-1 2 16,-2 1-2-16,-2 1-1 0,-4 1 6 0,-1-1-6 16,-3 0 6-16,-1 1-4 0,-1 1-1 0,-1 0-1 15,-3 0-2-15,1 0-14 0,1-2-161 0,1 0-56 16</inkml:trace>
  <inkml:trace contextRef="#ctx1" brushRef="#br0" timeOffset="27">14969 5418 214 0,'0'-2'71'15,"-2"1"-7"-15,1-3 54 0,-12-19 4 0,-1 2-12 16,1 3-20-16,-2-4-7 0,2 2-8 0,2 2 3 16,-1 0-12-16,2 0-8 0,0 0-2 0,2-1-4 15,0 3-20-15,1 1-2 0,1 2 3 0,1 3 0 0,0 2 8 16,0-1-14-16,1 4-1 0,3 2-5 0,-1 0-8 16,-3 1 21-16,0-1 4 0,0 0 5 0,0 1-1 0,2 2-22 15,0 0-2-15,1 0-6 0,-1 7-7 0,-15 22 2 16,4 8-2-16,8-1 2 0,4 7-7 0,2 0 2 15,3 3 1-15,2 2 1 0,4-3-4 0,1 7 0 16,-1 3-3-16,3-1 3 0,0 3 5 0,-3-6-5 16,1 2 5-16,2 4-5 0,-4 1 4 0,2 8 6 15,-3-6-8-15,1 4 9 0,-3-6 4 0,0-5 15 16,-2 0-5-16,-1-9 6 0,-1-1-10 0,-1-7-9 16,0-2 7-16,0-8-7 0,-1-1 2 0,-1-5 3 15,0-4-4-15,1-3 4 0,-1-3 1 0,1 0-4 0,1-5 1 16,0 0-2-16,-2-2 10 0,0 1-7 0,1-1 0 15,-1-1-5-15,0-1-10 0,1 1-4 0,-1-2 1 16,0 0-3-16,1 0-2 0,1-2 3 0,0 1-3 16,0-3 4-16,0-1 2 0,0-6-1 0,0 2 1 15,0 3-2-15,0 1-3 0,0 3 6 0,0-1-5 0,0 0 5 16,0-1-8-16,0 3 4 0,-2-1-2 0,0 2 1 16,-1 2-4-16,-2-1-4 0,-16 4 6 0,-2 25-5 15,-2 1 12-15,-2 4 4 0,-1 5-1 0,-3 4 1 16,3 3-5-16,-7 0 1 0,1 1 7 0,4 0-2 15,-5 0 4-15,2-2 2 0,2-3-6 0,-4-3 5 16,7-5 0-16,2-2-4 0,1-5 4 0,7-2-2 0,-2-4 2 16,4-3-6-16,2-2 2 0,4-4-3 0,4 0-2 15,4-4 6-15,-6 1-1 0,5-5 4 0,1-2 9 16,0 0 1-16,1 0-1 0,1 1 0 0,0-3-8 0,1 1 3 16,3-2 1-16,17-3-2 0,9-7-10 0,3-7 7 15,3 12-5-15,-5-29 6 0,4-4-7 0,1-2-4 16,-3-8 2-16,7-3-2 0,-9-4 8 0,-3-1-7 15,-1 0 3-15,-6 2-3 0,1 6 1 0,-6 5-1 16,1 5-2-16,-1 6 1 0,-1 6 4 0,-3 5-5 16,-1 4 1-16,-4 2-3 0,1 2 3 0,0 5 0 15,-3-1-1-15,0 3 0 0,-1 3 0 0,-1-1 0 16,-2 3-1-16,3-3-1 0,-1 1-7 0,0 1 7 16,1 1-4-16,-1-1 4 0,0 0 0 0,1 2 0 0,-1 0 3 15,2 0-3-15,6 4 0 0,4 4-3 0,2 4-4 16,4-4 2-16,1 18-2 0,1 6 4 0,3 4 6 15,-1 2-4-15,5 5-5 0,-1 0 9 0,3 3-2 16,-8-5 4-16,3 1-4 0,-4-6 9 0,0-1-7 0,3 1 6 16,-7-8-8-16,0 0 3 0,-4-3 0 0,0-5 2 15,2-2 1-15,-6-5-3 0,-1-3 7 0,0-2-6 16,-3-1 6-16,-1-4 3 0,1 0-3 0,-2 1 3 16,-4-3 0-16,3 1-10 0,-3 0 1 0,1-1-3 15,0 1-5-15,-2 0-70 0,0-1-5 0,0 1-30 16,1 1-76-16,1 6-164 0,-2-1-115 0</inkml:trace>
  <inkml:trace contextRef="#ctx1" brushRef="#br0" timeOffset="28">14245 7385 1411 0,'-4'-2'11'0,"-7"-1"24"0,-6-2-10 0,7 2-16 15,5 1 3-15,2 2-9 0,0-2-2 0,-1 1 40 16,3 1-9-16,-1 0 19 0,1 0-9 0,1 0-10 16,1 1-3-16,1 1-4 0,6 3-24 0,17 7 5 0,0 11-1 15,9 6 1-15,-4 3-6 0,5 2 0 0,3 8 0 16,-9 1 0-16,6 1 1 0,-4 7 5 0,2-4-6 16,-6-1 4-16,2-3 7 0,-1-4 24 0,-6-2-6 15,6-4 9-15,-3-3-17 0,-2-2-9 0,2-2 1 16,-2-3-5-16,-2-1-1 0,1-3 9 0,-3-2-8 0,0-4 9 15,-1-1-2-15,-2-7 2 0,2 0-2 0,-1-4-3 16,-2 9-20-16,1-1-97 0,-1-5-2 0,0-4-42 16,0-1-95-16,1-4-295 0</inkml:trace>
  <inkml:trace contextRef="#ctx1" brushRef="#br0" timeOffset="29">15408 7254 1124 0,'0'0'62'0,"0"0"-2"0,-2-1-7 16,1 1-2-16,-1 0-25 0,1 0-23 0,-3 0 22 16,-2 1 9-16,-8 8 8 0,0-4 58 0,-1 21-26 15,-2 4 2-15,1 3-14 0,-2 0-23 0,-2 5-8 16,-2 3-3-16,-2 5-2 0,-3 6-9 0,2-1-8 16,-4 2 2-16,2-4-5 0,-1 1-1 0,3-4-2 15,1-3 1-15,-1-4-1 0,7-4-2 0,0-2 11 16,4-3-9-16,3-4 8 0,-1-1-12 0,4-7-86 0,1-1-1 15,3-7-46-15,0-2-163 0</inkml:trace>
  <inkml:trace contextRef="#ctx1" brushRef="#br0" timeOffset="30">14769 7243 1007 0,'-1'0'17'0,"-1"-2"35"0,0 1 9 0,-1-3 15 0,-2-2-12 15,-3-6-7-15,3 4 11 0,0 0-10 0,0-1 9 16,3 4-4-16,-1-1-4 0,3 4 1 0,-1-1-13 16,-1-1-19-16,0 1 0 0,2 2-5 0,0-1-1 0,0 0-7 15,0 1 0-15,0 1-4 0,2 1 0 0,0 1-10 16,-1 1 4-16,9 17-5 0,0 8 10 0,-2 3-10 15,-1 1 3-15,-1 3-5 0,-1-1 8 0,-1-1-3 16,-1 2 0-16,0-2-1 0,-1-2 4 0,0-3 4 16,-1 0 5-16,-1-9-4 0,0 2-2 0,0-1-2 15,0-4-10-15,0 3 0 0,0-8-80 0,0-4-90 16,0 3-34-16,0-7-30 0,0 0-243 0</inkml:trace>
  <inkml:trace contextRef="#ctx1" brushRef="#br0" timeOffset="31">14677 7420 976 0,'-2'0'45'0,"1"-2"60"15,-3 0-44-15,1 2-23 0,-7-3 0 0,0 0-7 16,0-1-2-16,2 3-10 0,0-1 5 0,1 2-7 16,-4 0-8-16,9 0 28 0,-1 2-2 0,1-2 14 15,-11 18-1-15,3 3-22 0,2 2 0 0,3-1-5 16,5 3-4-16,1-1 0 0,4 1-5 0,2-2 5 15,1-4 0-15,1-3 23 0,-1-3 6 0,-2-5 4 0,-1 2 4 16,10-5-17-16,-2 5-1 0,-1-3-3 0,0-2 3 16,1-2 0-16,2 0 3 0,-1-3-3 0,3-1-4 15,-1-6-5-15,1-3-3 0,-1 7-1 0,-1-22-16 0,0 7 2 16,0 0-5-16,-2-2 4 0,0 4-3 0,1 1 2 16,-4-2-3-16,-1 2 2 0,3 2-11 0,0 0-90 15,-3 0-46-15,3 1-35 0,4 1-315 0</inkml:trace>
  <inkml:trace contextRef="#ctx1" brushRef="#br0" timeOffset="32">16035 7025 1233 0,'0'-2'0'16,"0"-1"1"-16,-3-28 8 0,3-3-8 0,2 0 8 0,-1 2 7 15,-1 3 79-15,0 1-17 0,0 3 38 0,-1 3 7 16,-4 3-23-16,0 2 1 0,-2 4-18 0,1 1-57 15,1 6-8-15,-15 1-1 0,-3 3-2 0,-4-14-7 16,-2 6 0-16,1 8-1 0,-9 7 0 0,1 8-6 0,-4-10 4 16,4 30-3-16,1 5 4 0,6 2-2 0,6 0 1 15,4-2-1-15,8 0 1 0,3-9-6 0,4 1 2 16,-12-3 1-16,7-8 1 0,6 5 1 0,3-6 10 16,3-2-1-16,2-3 3 0,2-1-4 0,-2-9 7 15,21 14-4-15,2-6 5 0,5-4-8 0,0-7 6 16,-1-3-3-16,-1-4 4 0,-8-1-6 0,2-5-7 15,-2-1 2-15,-3 11-4 0,-2-18-2 0,0 4 6 0,-6 1-2 16,-4-6 3-16,0 7-5 0,-4 0 1 0,1 2-1 16,-4 7 2-16,1-1 0 0,1 2-5 0,0 0-1 15,1 2 0-15,-3 1-6 0,1 0-4 0,0 2 4 16,-1 2-5-16,1 0 1 0,1 6 7 0,7 22-3 16,-5-2 6-16,-2 0-3 0,-1 0-2 0,0 2 5 0,-1 1-4 15,1-1 7-15,0 1-2 0,1 1-1 0,-1 1 0 16,-2 3 0-16,1 2-1 0,-1 2-2 0,0 2 1 15,0 0-2-15,0 4 8 0,-1 0-2 0,-3-1 5 16,-1 1-11-16,-3-5 8 0,0-1-6 0,0-10 6 16,-2-2-4-16,0-7 8 0,0-4 7 0,2-6-3 15,1-4-7-15,-1-2 14 0,-4-2-10 0,2-1 14 0,4 3 3 16,-11 3 8-16,6-5 6 0,-4-3-3 0,0-3 5 16,7-2-18-16,1 0 3 0,4-20-7 0,1-4-4 15,-1-1-7-15,0-5 0 0,-17-1-1 0,8-4-2 16,11 6-3-16,1 2-2 0,3 2 1 0,2 6 1 0,1-3-2 15,6 3-1-15,0 0 0 0,1 5 0 0,-8 0-3 16,13 3 3-16,3 1-2 0,-2 2 1 0,0 1-4 16,-2 2 4-16,3 2-3 0,-4 1 4 0,1 1-9 15,1 3-4-15,-3-1-7 0,4 3-64 0,0-1-90 16,-3-10-7-16,2 4-26 0,-1 3-40 0,-2 4-182 16</inkml:trace>
  <inkml:trace contextRef="#ctx1" brushRef="#br0" timeOffset="33">16375 7373 929 0,'0'0'49'0,"0"0"2"0,0 0 42 0,0-1-5 0,0-1 2 15,-1 0 5-15,-1 1-30 0,0 1-9 0,1 0-6 16,-1 0-39-16,0 0 12 0,1 0-6 0,-1 1 10 16,-1 1 12-16,-1 1-11 0,-4 11 4 0,-3 5-9 15,1 3-3-15,2 1 5 0,1-2-2 0,0 4 3 16,1-2-2-16,1-1-3 0,0 1 5 0,0-3-5 15,0 1 10-15,0 2-15 0,2-3 5 0,-1-2-9 16,1-3 2-16,1-2 6 0,1-1-4 0,-1-5 3 0,0 2-9 16,2-4 12-16,0-3-4 0,0 1 8 0,-1 1 1 15,-1-1 11-15,2 0-2 0,0-1 4 0,0 0-9 16,0-1-10-16,0 1-3 0,0-2-2 0,0-2-10 0,0 1 3 16,0-3-2-16,2-7 3 0,1-7-6 0,0-1-2 15,2 0 3-15,2-3-3 0,0 1 4 0,-1-1-6 16,1 1 3-16,-2 2-3 0,1 3-1 0,-1 3 1 15,0 3 0-15,0 2-1 0,-2 3-5 0,-1 1 5 16,0 4-9-16,4-5 8 0,3 0-13 0,-1 2 7 16,2 1 0-16,1 2 3 0,-2 2 1 0,-3 1 0 15,-3 9 0-15,11 6 1 0,-4 4 7 0,0 4-3 16,-6-4 0-16,0-1-1 0,-3-5 2 0,-1-7-2 16,2-1 1-16,0 4-1 0,-1-3-3 0,-1-4 10 0,0 2-1 15,0-4 5-15,2 1-7 0,0-1 11 0,-1-1-4 16,1-1 6-16,0-1-4 0,1-1-6 0,7-4-1 15,0-5-2-15,3-17-2 0,2 1 1 0,-4-1 0 16,3 3-1-16,0-1-1 0,0 2 3 0,-1 0-4 16,3 5 2-16,-1 3-6 0,-3 3 6 0,-1 4-3 0,-1 6 1 15,-2-4-15-15,-1 2 5 0,-2 3 2 0,0 1 1 16,0 0 1-16,0 0 6 0,0 1-4 0,0 3 4 16,0 19 0-16,-4 0-4 0,3 2 2 0,-3-6-2 15,16 6 2-15,-9-7 2 0,-1-1 0 0,-2-2 1 16,-2-5-11-16,0-2-161 0,0 2 13 0,-3-7-69 0,2 0-53 15,0 1-236-15</inkml:trace>
  <inkml:trace contextRef="#ctx1" brushRef="#br0" timeOffset="34">16892 6919 794 0,'0'-2'94'0,"0"1"20"0,-2-7 9 15,-4-12-53-15,2 5 14 0,1-2-6 0,1 11-4 16,1-2-3-16,-1 1 0 0,2 4-14 0,0 1-23 16,0-1 1-16,0-1-10 0,0 3-16 0,0-1-6 15,0 2-3-15,0 2 0 0,0-1 3 0,3 34 3 0,1 1-2 16,-1 4 2-16,2 0-1 0,-2 1-4 0,1 4 4 16,-3-3-5-16,1 1-2 0,-1-5 2 0,1-1-1 15,0-1 1-15,1-1 5 0,0-1-3 0,1-1 0 0,-1-3-2 16,2-3 8-16,0-3 2 0,-2-5 5 0,0-3-4 15,1-3 9-15,-1-3 25 0,0 0 3 0,-1-7 9 16,-2-1 18-16,3 1-10 0,1-1-5 0,-1-2-3 16,8 0-19-16,1-5-19 0,5 3 4 0,1-29-8 15,-3-5 17-15,8-1-17 0,-4-1 7 0,5-3-11 16,2 1 10-16,-8-3-9 0,0 1 2 0,-6-5-4 16,1 6 4-16,-1 3-2 0,1 2 1 0,-5 3 0 0,0 3 8 15,-3 10-10-15,8 2 1 0,-9 11-6 0,-3 2-14 16,1 2-10-16,0 0-7 0,-1 1-3 0,1 0-47 15,0 1-90-15,-1 1-1 0,1 1-37 0,1 19-76 0</inkml:trace>
  <inkml:trace contextRef="#ctx1" brushRef="#br0" timeOffset="35">17532 7322 1120 0,'0'0'4'0,"0"0"2"0,-1 2 22 16,-1-1 15-16,0 1 4 0,2 0 77 0,-8 18-5 15,-2 3-13-15,0 1 1 0,0 3-39 0,0 1-11 0,2 0 0 16,-2 3-6-16,2-1-5 0,0 0-14 0,0 1 7 16,1-6-11-16,2-4-7 0,2-1-6 0,1-2-2 15,0-6 0-15,1 1-2 0,1-5-3 0,0-1 3 16,0-2-1-16,0-2 16 0,0-1-6 0,0 1 2 0,0-1-4 16,0 0-2-16,1-1-5 0,1-1 2 0,0-1-3 15,-1-1 3-15,1-1-13 0,5-7 5 0,4-12-6 16,1-1 7-16,-1-3 2 0,-1-1-8 0,0 3 6 15,0-1-11-15,-2 5 5 0,0 2 0 0,-1 5 1 16,0 1-2-16,-4 5-2 0,-1 4-1 0,1 0 0 16,0 1-7-16,4-1 11 0,1 0-5 0,0 1 5 15,1 2-9-15,-3 2 9 0,2 1-3 0,-1 2 4 0,-2 1-1 16,-2 13-5-16,1 2 5 0,5-6-3 0,3 5 8 16,-5-4 0-16,-2 1-2 0,-2 1 0 0,-3-7 0 15,0 3-3-15,0-4 4 0,0-4-3 0,0 2-1 0,0-6-45 16,0 1-14-16,-2 1-13 0,1-1-74 0,-1-1-49 15,0-1-19-15,1 1-21 0,-3-2-180 0</inkml:trace>
  <inkml:trace contextRef="#ctx1" brushRef="#br0" timeOffset="36">17465 7420 1117 0,'0'-2'44'0,"0"0"49"0,0-1-7 0,0 0 1 15,0-6 8-15,1-1-4 0,3-3 8 0,0 2-29 0,3-1-3 16,-5 2-6-16,18 0-8 0,1-1-29 0,5 3 2 15,-1-2-12-15,0 1-6 0,0 3-5 0,-4 1 0 16,-1 1-2-16,1 1-4 0,-4-8-116 0,-4 4-45 16,-5 4-59-16,-1 1-463 0</inkml:trace>
  <inkml:trace contextRef="#ctx1" brushRef="#br0" timeOffset="37">11365 6528 759 0,'0'0'78'15,"0"0"-3"-15,0-2 26 0,0 0 3 0,0 1-18 16,-2-1 6-16,2 0-31 0,-2 1 2 0,2-1-8 15,0 2 27-15,0 0 4 0,0 0 7 0,0 0-8 16,0 0-25-16,2 0-18 0,0 0-15 0,1 0 4 0,0 0-16 16,7 0-5-16,2 0 2 0,3 0-7 0,-2 0-5 15,0 0 8-15,0 2-3 0,-1-2 6 0,-1 1-8 16,1 1-3-16,-4-2-2 0,0 0-7 0,-3 0-71 0,0 0-47 16,0 0-24-16,-2 0-8 0,-1 0-105 0</inkml:trace>
  <inkml:trace contextRef="#ctx1" brushRef="#br0" timeOffset="38">11465 6448 978 0,'0'0'40'0,"0"0"-7"0,0-1 14 16,0-1 10-16,0 1-16 0,0-1 3 0,0 0 3 16,0 1-2-16,0-1 3 0,0 2-12 0,0 0-2 0,0 2-7 15,0 1 3-15,2 7-10 0,0 16-13 0,-1 2 9 16,1 5-11-16,-2 2 0 0,0 1-1 0,0 2 0 15,0 2 0-15,0 5 8 0,3-3-7 0,2 10-2 16,0-3-6-16,0 4-62 0,-2 7-166 0,1-4-88 0</inkml:trace>
  <inkml:trace contextRef="#ctx1" brushRef="#br0" timeOffset="39">11424 8397 900 0,'0'0'20'0,"0"0"-28"15,0 2 26-15,0 0-12 0,0-1 23 0,0 1 87 16,0-1-11-16,2 1 33 0,-1 0-39 0,1-1-25 15,1 1-6-15,6 1-5 0,5 2-23 0,5-1-21 16,-3-4-5-16,6 0-4 0,2-2-8 0,-2-1 2 16,-4-1 2-16,-3 1 1 0,-5 0 7 0,4-4-52 0,-2 1-39 15,1-4-24-15,4 8-298 0</inkml:trace>
  <inkml:trace contextRef="#ctx1" brushRef="#br0" timeOffset="40">11299 7202 644 0,'0'0'276'0,"0"0"-357"16,-2-2 326-16,0 0-174 0,1 1 0 0,-1-1-18 15,0 0 4-15,1 1-13 0,-1-1-22 0,0 0-22 16,1 2 7-16,-1 0-10 0,0 0 2 0,1 2 7 16,-1 0 1-16,2-1 4 0,0 4 1 0,0 10 0 15,2 2-7-15,1 2 6 0,2 5 6 0,0-1-11 0,0-2 8 16,0 2-9-16,0 0 14 0,0 1-5 0,0-1 12 15,0-2-6-15,-2-1 38 0,0-2-29 0,1-3 8 16,-3-2-17-16,1-3 2 0,0-2 2 0,-1 4-3 16,-1-9 2-16,2 2-5 0,-2-2 24 0,2 1 3 15,-1-1 7-15,1 0 4 0,-1-1-9 0,1-2-9 0,0 0 2 16,-1-2-20-16,1-1-6 0,3-13-1 0,2-11-1 16,-1 1-2-16,1-2 3 0,-1-2-3 0,-1 2 2 15,0 1-5-15,0 1-4 0,-1 3 3 0,-1 3-4 16,0 2 2-16,-1 5 0 0,-1 3-2 0,1 1 0 15,-2 5-10-15,0 0 0 0,2 1 3 0,-2 0-3 16,0-1-7-16,1 3-58 0,-1-1-15 0,2 0-17 16,0 1-64-16,-1 1-131 0,1 0-110 0</inkml:trace>
  <inkml:trace contextRef="#ctx1" brushRef="#br0" timeOffset="41">11609 7431 893 0,'-2'0'13'0,"1"0"32"0,-3 2-30 0,-1-1 38 16,-3 4 9-16,0 2 11 0,5 6 40 0,-4 12-6 15,2 1-6-15,0-1-2 0,2 3-41 0,-1-6-26 16,3 1-3-16,-14-2-7 0,5-1-8 0,3 2-1 16,4-9 1-16,1 0-3 0,2-8-1 0,0 0 3 0,0 0-5 15,0-3 4-15,0 1-1 0,0 0 5 0,0 0 0 16,0-1 1-16,2 0-4 0,0-1-6 0,-1-1 3 15,1 0-4-15,0-1 2 0,1-1-6 0,5-8 3 16,-6-8-5-16,8 0 0 0,0 3 0 0,-5 2-1 16,1 3 1-16,-1 3 1 0,-3 2-2 0,4 0 1 0,-2 4-4 15,-3 1 2-15,6-4-4 0,-4 3 2 0,2-1-1 16,2 2-1-16,-4 0 8 0,4 0-1 0,-4 0 5 16,0 2-2-16,-1-2-6 0,0 13 1 0,6-2-2 15,-5 3 6-15,1-4-3 0,-1 1 2 0,3-3-2 16,-1 1 10-16,0 2-10 0,-1-4 2 0,-3-2-7 0,-1-2-32 15,0 0-116-15,0 1-21 0,0-1-55 0,-1 0-302 16</inkml:trace>
  <inkml:trace contextRef="#ctx1" brushRef="#br0" timeOffset="42">11541 7466 954 0,'0'0'189'0,"-1"0"-225"15,-1-2 228-15,0 0-114 0,1 1 13 0,-1-1 1 16,0 1-1-16,1-1 2 0,1 0 1 0,0 1-38 15,0-1 5-15,0 0-17 0,1 1-18 0,1-1-23 16,1 0 3-16,9-1-7 0,8-2 8 0,3 0-1 16,0 2-3-16,2-1-4 0,3 1-65 0,3 0-375 15</inkml:trace>
  <inkml:trace contextRef="#ctx0" brushRef="#br0" timeOffset="44">24839 16465 0,'0'0'16</inkml:trace>
  <inkml:trace contextRef="#ctx1" brushRef="#br0" timeOffset="44">14766 8333 971 0,'0'0'9'0,"0"-2"-3"16,0 1 2-16,0-1 7 0,0-18-6 0,0 2 7 15,2-2 14-15,1 0 0 0,2 2 10 0,0 0 41 0,-2 6-2 16,1 2 5-16,-3 5-7 0,-1 2-9 0,2 0-36 16,0 0 5-16,-1 1-17 0,1 0-8 0,-1 2-9 15,3 0 1-15,-1 2-2 0,2 5 8 0,13 24 5 16,-5 2 7-16,-3 5-2 0,-1 2 16 0,-3 4 3 16,-1 4-8-16,-2 0 6 0,1 0-12 0,-1-4-6 15,0-2 0-15,1-3-3 0,1-2-1 0,0-3-9 16,1-1 4-16,2-1-7 0,1-3 0 0,-1-4 5 15,0 0-3-15,-1-3 5 0,-1-3 0 0,-1-2-2 0,0-2-9 16,-1-4-9-16,-3-2-128 0,-1-6-250 0</inkml:trace>
  <inkml:trace contextRef="#ctx1" brushRef="#br0" timeOffset="45">14760 5337 849 0,'-2'-2'36'16,"0"-1"-4"-16,-4-7 52 0,-4-5-51 0,3 5-3 0,2 2-11 15,2 2 3-15,1 2-9 0,2 3 5 0,-3-3-6 16,0 1-1-16,-1 0-3 0,3 1-6 0,-1 0 3 16,0 1-6-16,1-1 27 0,-1 0-4 0,2 2 15 15,2 0 15-15,-1 0-13 0,8 0 5 0,20 0-9 16,11 0-3-16,8 0 8 0,13-1-7 0,15-6 5 15,5-1-22-15,14-4 3 0,-1-3-4 0,2 1 2 16,3-3-4-16,7 1-1 0,9-3 6 0,11 3-6 0,4-1 0 16,-6 4-6-16,10 0-1 0,1 5 0 0,9-1 7 15,-1 3-13-15,-8 3 3 0,-6 1-7 0,0 2 5 0,3 0 7 16,-3 2 0-16,-12 1 1 0,-8 0-7 0,-8 0-2 16,1 1 1-16,3-1 0 0,-4-1 0 0,-10-1 3 15,-10-1-5-15,-15 0 5 0,-3 2-2 0,-7-2 0 16,-5 0 5-16,-5 0-3 0,-1 2 7 0,-6-1-3 15,-6 1 3-15,-8 0-1 0,-7-2 7 0,-6 0-31 16,-4 1-25-16,-5-1-10 0,0 2-134 0</inkml:trace>
  <inkml:trace contextRef="#ctx1" brushRef="#br0" timeOffset="46">18300 5273 458 0,'0'0'31'15,"0"0"2"-15,0-2 13 0,0 0-15 0,0 1 4 16,0-1-17-16,0 0-1 0,0-1 4 0,0 0 1 16,0-1 49-16,0 1 6 0,0-5 1 0,1 0-4 15,1-1-17-15,0 1-5 0,-1-2 6 0,1 4-4 0,0-3 14 16,-1 3-10-16,-1-1 0 0,0 1-2 0,0 1 18 15,0 1 4-15,0-1 3 0,0 4-3 0,0-3-10 0,0 3-23 16,-1-3-1-16,-1 1-9 0,0 1-13 0,1 1-12 16,-1-1 1-16,0 2-6 0,1 0-5 0,-1 2 7 15,0 1-4-15,-3 10 5 0,-1 12-8 0,1 5 0 16,3 1-1-16,2 7 1 0,4 2 1 0,0 4-2 16,3 4 0-16,1 2-1 0,1-1 2 0,-1 3 4 15,0-5-3-15,2-2 2 0,0 0-7 0,0-7 3 16,0 1 2-16,0 1-1 0,0 0 0 0,-1-1 1 15,1 2 2-15,0-1 1 0,0 0 1 0,-3-4 1 16,-2 0-1-16,-2 1 2 0,0-6 8 0,1-1-6 0,-1-7 4 16,0 0-4-16,0-1 1 0,1-3-5 0,-1-2-1 15,0-2-1-15,1 0 2 0,-1-4 1 0,0 4-1 16,-1-2 1-16,0-3-2 0,-2-2 0 0,0 1-1 16,0-3 0-16,-2 3 4 0,-1-1 1 0,-1-2 2 0,3 3 0 15,-17-4 8-15,-1 0-6 0,1 0 3 0,0-1-5 16,0 0 2-16,0-3-3 0,1 3-2 0,-1 9 0 15,3-5-3-15,2-1 5 0,0-2-4 0,3-2 3 16,2-1-6-16,1-1 0 0,0 1-1 0,1 0-1 16,3-2 3-16,-1 0-6 0,3 0 6 0,-3 1-6 15,1 1 6-15,1 0-4 0,1-1 4 0,-1 1-4 16,0 0 3-16,2-1 2 0,0 1-4 0,2 0 4 0,0-1 4 16,1 1-8-16,15 3 6 0,4 0-6 0,2 0 7 15,1-2-4-15,5 0 2 0,0 1-2 0,1-1-3 16,2 0 1-16,-2 1-1 0,-1-1 1 0,-2 2-1 0,-6 0-2 15,-4-2-3-15,-5 2 1 0,3 2 4 0,-1-1-3 16,-2 1 2-16,1 1-2 0,-9-6 3 0,-2 13-3 16,-1 1 3-16,9 1-4 0,-3 1 2 0,-4 0 2 15,-4 3-2-15,-7-1 2 0,-5 2 6 0,3 2-6 16,-19 0 1-16,-7-3-2 0,-3 2 0 0,0 0 5 16,0 0-1-16,3 1 1 0,2-1-7 0,2-4 7 15,3-2-3-15,1 4 6 0,6-4-3 0,5-1-3 16,4-1 4-16,5-3-5 0,6-2-3 0,-8 0 3 0,3 0 0 15,3-2 3-15,1 2 2 0,2-4 4 0,2 1-4 16,1-2 4-16,10-2 2 0,13-1-5 0,4 0 1 16,2 16-3-16,1-7-2 0,-2-4-1 0,-1-2-1 15,-4-2 0-15,-3-1-2 0,-3 1 2 0,-7-1-1 0,4 1 1 16,-9-1 3-16,2 1-13 0,-2 0 11 0,-5 1-11 16,-3-3 5-16,12 16 4 0,-2 3-7 0,-5 3 6 15,-4 3-4-15,-2 4 5 0,-4 1-3 0,0 4 4 16,-2 0 1-16,-1 3-1 0,1 3 0 0,-1 2-3 15,2 3 0-15,-1-3 5 0,-3 0-1 0,2 2 2 16,0-4-5-16,1 2-2 0,4 1 4 0,1-2-1 16,2-1 1-16,0-1 0 0,0-1 1 0,0-1-1 0,2 2 3 15,-1 1-3-15,3-1 0 0,1 1 1 0,-2 0 6 16,0-1-8-16,0 0 3 0,-1-1-2 0,3-1 5 0,-2-3-1 16,2-2-1-16,-1-8 0 0,-1 1-2 0,0-4 4 15,1-3 2-15,-1 1 0 0,0-3-6 0,-1-6 3 16,-1 1-1-16,1-2 3 0,0 0 5 0,-2-2-5 15,0 0 5-15,0 0-4 0,0 1 3 0,0 1-3 16,0-4-1-16,0 1 0 0,0-2 2 0,0 0-5 16,0 0-2-16,0 0 0 0,0 1-1 0,0-4 4 15,0 3 0-15,0-3 4 0,0-1 1 0,0 1-4 16,0 1 0-16,0 0-1 0,0 1 4 0,0-1-1 16,-2 0-1-16,0-1 0 0,1 0-4 0,-3-1 0 0,-4 4 0 15,-12 4-1-15,6-5 2 0,-6 0-5 0,0-1 4 16,-2 0-3-16,-1-1 4 0,-1 0-5 0,1-1 3 15,-2 3-1-15,-3-1 7 0,-4 0-7 0,-2 1-3 16,2-1-1-16,-2 0 5 0,-3 2-3 0,-1 0 6 0,-5 2-6 16,-4-1 8-16,-5 1-6 0,-4-1 1 0,-6 3-1 15,-1-3 0-15,-1 3-2 0,1-1 0 0,3-2 0 16,-1 1 5-16,2 0-2 0,-5 1 1 0,-2 0-2 16,-5 0 4-16,-5-1-3 0,0 0-1 0,0-1 0 15,5-1 2-15,3-1 0 0,2-1-1 0,2 0 0 16,-1 0-1-16,-4 1-2 0,1-3 6 0,-3 1-5 0,-3 0 2 15,10-2 5-15,-1 0-9 0,6 1 6 0,8 1-7 16,1 0-1-16,1 1 5 0,-1 2-3 0,-1 2 9 16,-3 1-5-16,-4-2 4 0,0 3-5 0,-1-1 0 15,1 0 2-15,5 2-2 0,5-3 1 0,4 1-4 0,3 0 3 16,4-3-2-16,4 2 3 0,2-2 1 0,3-2 2 16,0-1 0-16,3-1 0 0,-3 1 0 0,3 0 2 15,2-2-4-15,2 0 2 0,1 0-2 0,0 0 3 16,2 0 0-16,0 0-1 0,0 0-3 0,-4-2-2 15,4 0 1-15,1 1-2 0,-1-1 2 0,3 2 3 16,-1-2 0-16,1 2 1 0,4 0-1 0,-3-1-3 16,3 1-1-16,-1-2-1 0,1 2 3 0,2 0-5 15,-2-2 6-15,3 2-7 0,-1 0 8 0,1 0-4 0,1 0-2 16,3 0-1-16,-1 0-2 0,0 0-15 0,3 0-32 16,-1 0 0-16,-1 0-154 0,3 0-91 0,-1 0-68 15</inkml:trace>
  <inkml:trace contextRef="#ctx1" brushRef="#br0" timeOffset="47">19399 6604 1057 0,'0'-2'33'0,"-2"0"10"0,1 1-18 16,1-3-16-16,-5-14-3 0,1 0-2 0,4 3 5 15,0 0 2-15,0 2 7 0,0 0 62 0,0 1-1 16,0 1 12-16,0 3-13 0,0 1-23 0,0 4-28 15,0-1-2-15,-1 1-8 0,-1 1-5 0,0 1 1 16,2-1-6-16,0 2 3 0,0 2-7 0,0 16 0 16,0 18 0-16,0 4 1 0,0 4 2 0,0 4-7 15,0 7 7-15,0 3-7 0,-1-1 0 0,-3-2 8 16,-1-5-5-16,-1-9 10 0,1-2 29 0,0-7 6 16,0-9 3-16,0 0-3 0,2-8-15 0,-1 0-14 15,3-4 3-15,1-7-4 0,-2 1 16 0,1-2 13 0,-1 0 7 16,0-1 0-16,1 0-1 0,-1-2-24 0,0 0 2 15,1-2-6-15,-1-3 2 0,-8-23 0 0,2-7-5 16,3-1 4-16,0-4 0 0,3-6-8 0,2 0-1 16,2-4-3-16,3 1-2 0,0 2-8 0,3 3 4 0,-1 4-7 15,3 2-1-15,-1 5 7 0,3 3-3 0,1 4 4 16,4 0-9-16,-16 6-1 0,19-2 3 0,0 6-1 16,-2-1-2-16,-1 6-2 0,1 6-1 0,-5 1 1 15,0-5-2-15,-1 4-2 0,1 0-3 0,-3 3 1 16,1 2-1-16,-1 2-81 0,0 1-16 0,0 2-32 15,0-2-135-15,2 19-329 0</inkml:trace>
  <inkml:trace contextRef="#ctx1" brushRef="#br0" timeOffset="48">19772 6888 959 0,'-2'1'44'0,"1"1"9"0,-3 1-30 15,-11 16-19-15,-1 9-4 0,-2 3 35 0,1 4 58 16,2-2-2-16,2-2 16 0,2-3-22 0,4-8 2 16,4-2-12-16,1-6 5 0,-6-1-37 0,3-1-11 15,3-5-1-15,1 2-1 0,1-2 9 0,0-4 26 0,1 3 5 16,3-1 6-16,15 7-1 0,6-5-15 0,2-7-3 16,-3-4 0-16,3-4 2 0,-1-5-10 0,-3 0-1 15,-5 12-2-15,0-14-7 0,-8-4 4 0,-1-1 2 16,-6 2-1-16,12-1 1 0,-9 3-21 0,-2 1-3 0,-4 1-7 15,-4-2-14-15,-4-1-6 0,3 4-1 0,-25 1-1 16,1 4-6-16,-4 1-26 0,-2 3-33 0,2-14-4 16,2 10-161-16,1 8-113 0,-1 4-97 0</inkml:trace>
  <inkml:trace contextRef="#ctx1" brushRef="#br0" timeOffset="49">18552 5063 256 0,'0'0'-42'0,"0"0"36"15,0 0 6-15,0 0 12 0,0 0 46 0,0 0-5 0,0 0 6 16,-1 0-8-16,-1 0 7 0,0 0-21 0,1 0-7 16,-1-2-1-16,0 1-2 0,1-1 7 0,-3 0 0 15,-4 1 6-15,-2-1-5 0,-1 0 8 0,-3 1 1 16,3-1-1-16,-4 0 1 0,0 1-6 0,0-1 11 16,2 2 1-16,-3 0 3 0,1 0-2 0,-2 0-9 0,2 0-2 15,1 0-1-15,-1 2 3 0,1-1 4 0,1 1-2 16,2-2 0-16,2 2-13 0,3-2-9 0,1 0-3 15,3 0-2-15,1 0-15 0,-3 1 4 0,1 1 6 16,1 0-2-16,1-1 5 0,1 1-3 0,1 0-6 16,3-1 3-16,14 4-8 0,21 2 7 0,9-2 0 0,8-2 2 15,5-3 1-15,10-2 1 0,0-1 3 0,0-2-1 16,0-1 1-16,0-1 11 0,5 2-10 0,17 0 9 16,-3 2-11-16,11-2-6 0,-2 1 1 0,-10-1-3 15,9 2 4-15,-9 2-7 0,6-1 6 0,0 0-7 16,-3 2-2-16,-1 0 11 0,-15 0-10 0,-9 0 11 15,-6 0-12-15,-11-1 3 0,-4-1-1 0,-6 0 3 0,-6 2-1 16,-4 0-3-16,0 0 4 0,-5 0-3 0,-2 0 15 16,-4 0 11-16,0-1 5 0,-6-1 0 0,-3 0-3 15,3 1 1-15,-3-1-3 0,0 0 4 0,-2 1-3 0,-5 1-3 16,-1 0-7-16,1-2 3 0,6-1-14 0,-5 1-7 16,5-1 5-16,-4 1-6 0,-2 0 6 0,4-1-5 15,-4 2 1-15,2-1-1 0,-2 0-1 0,0 1 1 16,1-1-1-16,-1 0 2 0,0 1-2 0,1-1 6 15,-3 0-6-15,1 1 6 0,0-1-11 0,-1 0 8 16,1 1-3-16,0-1 7 0,-1 2-2 0,1-2-3 16,-1 2 4-16,1 0-4 0,0-1 0 0,-2 1-1 15,0-2 2-15,0 0-2 0,0 1 10 0,0-1-7 16,0 1 0-16,0-1-2 0,0 0-4 0,0 1 3 0,0-1-1 16,0 0 1-16,0 1-3 0,0-1 5 0,0 0-2 15,0 1 3-15,0-1-9 0,0 2 1 0,0 0 4 16,0 0 0-16,0-2 3 0,0 2-3 0,0 0-1 15,0 0 0-15,0 0 1 0,0 0-4 0,0 0 4 0,0 0-4 16,0 0 3-16,0 0 5 0,0 0-6 0,0 0 6 16,0 0-7-16,0 0 3 0,0 2 0 0,0 0 0 15,1-1-4-15,-1-1 5 0,2 0-3 0,0 0 4 16,-1 0-2-16,1 0 7 0,0 0-1 0,-1 0 0 16,1 0-14-16,0 0 7 0,-1 0-3 0,1 0 5 15,0 0 4-15,-1 0-6 0,3 0 3 0,-1 0-4 0,0 0 1 16,0 0 5-16,1 0-4 0,-3 0 5 0,1 0-9 15,0 0 3-15,-1 0-1 0,1 0 2 0,0 0 0 16,-1 0 0-16,1 0 2 0,0 0 0 0,-1 0-4 0,3 0 4 16,-1 0-5-16,5 0 6 0,0 0-2 0,9-1-1 15,-1-1 0-15,1-1-1 0,4-1-2 0,-1 1 1 16,-5 1 1-16,1-1-1 0,1 0 4 0,-2 0-6 16,0 1 5-16,-4 0-3 0,2 1 4 0,-1-1-1 15,0 0-2-15,-3 2 1 0,1 0 0 0,-1 0 0 16,-1 0 0-16,0 0 0 0,2-1 2 0,-3 1 2 15,1-2-4-15,2-1 3 0,-2-1-9 0,0 1 8 16,1 0-2-16,-3 1 3 0,2-1-8 0,-1 1 7 16,1 0-2-16,-3 1 3 0,0-1-7 0,-2 2 4 0,-1 0 1 15,1 0 1-15,-1 0-3 0,0 0 4 0,1-1-3 16,0-1 5-16,1 0-5 0,-1 1 1 0,-1-1-1 16,-1 0 1-16,1 2-6 0,0 0 3 0,-1 0 2 0,1 0 2 15,-2 0 3-15,0 0-1 0,0 0-5 0,0 0 3 16,0 0-2-16,-2-1 0 0,1-1 3 0,-1 2-3 15,0 0-6-15,1 0 7 0,-1 0-1 0,-1-2 3 16,-1 1 0-16,1-1-1 0,0 2-2 0,-1 0 0 16,1 0-1-16,-2 0 1 0,2 0 0 0,-2 0 0 15,2 0-1-15,1 0-5 0,-1 2 6 0,-1-1-5 16,1 4 2-16,1 10 4 0,-1 3-5 0,1 0 5 0,-1 2-5 16,1 0 2-16,-11 0 1 0,3 1-1 0,2 3-4 15,2 0 3-15,2 1-4 0,1 5 4 0,1 0 2 0,2 1 3 16,0 4-1-16,0-1 0 0,2 4-8 0,0 0 8 15,-1 2-2-15,3 0 3 0,-1-3-3 0,2 3 0 16,-2-7 1-16,0 2 0 0,1-4 4 0,-1-3-2 16,-1 0 0-16,1-3-1 0,-1-2-4 0,-1 0 3 15,1-1 1-15,0-2 1 0,-2-4-3 0,0-1 4 16,0 2-1-16,0-4 3 0,-2 0-7 0,0-1 10 16,-1-1-8-16,-2 1 10 0,0-2-3 0,0-2-3 15,0 0 6-15,2-3-5 0,-5 0 1 0,-4-2 9 0,-1 1-5 16,0 6 7-16,-2-2-2 0,0-2 5 0,0-1-6 15,4-1 5-15,-1-1-8 0,2-1-4 0,-2-1 3 16,1 1-4-16,-2 0-6 0,1-1 0 0,4 1 0 16,0 0 0-16,3-2 3 0,-2 1-6 0,2 1 3 15,2-2-4-15,0 1 4 0,-1 1-3 0,1 1-2 16,1 1 1-16,1-1 1 0,-1 0 3 0,2 1 1 0,0 1-1 16,2 0 0-16,-1-2-4 0,16 2 5 0,4 0-3 15,1-4 2-15,-1 1 0 0,-1 0 0 0,1-1 1 16,1 1-1-16,-1 0 5 0,2 13-11 0,2-4 9 15,-2-3-11-15,-1-1 8 0,-1 0 0 0,-1-1 2 16,0-1 0-16,-2 2 0 0,-1-1-2 0,-6-1 0 16,2 4 2-16,-4-3-2 0,-5-1 1 0,0 8-2 0,7 4-2 15,-4-2 3-15,-2 4 2 0,-3 1-1 0,-2-3 6 16,-4-1-2-16,-6 4-4 0,-3 0 2 0,3 1 3 16,-13 1-3-16,-3 1 1 0,-2-1-4 0,0-3 0 0,1 4-2 15,1-3 3-15,1-2-1 0,-1 1 6 0,4-1-3 16,1-2 1-16,3-1-2 0,3 0 0 0,3-2-2 15,4-3-1-15,1 0 0 0,6-2-2 0,-6 2 7 16,2 0-3-16,2-2 4 0,1 1-6 0,2-4 3 16,0 0 1-16,2-1 0 0,-1 0 1 0,9-3-8 15,8 13 4-15,2-4-4 0,3-2 9 0,1-3-2 16,-1-4 2-16,0-1-3 0,0 0 2 0,-5 0-7 16,0 0 3-16,-5 0-3 0,-1 0 4 0,-2 0 1 15,-4 0 0-15,-2 0 0 0,1 0-2 0,-4 0 0 0,1 0-4 16,1 4 4-16,-1-1 1 0,8 14-1 0,-2 2 1 15,-3 3-2-15,-5 1-1 0,0 3 2 0,-3 6-3 16,-2 2 3-16,0 3-3 0,0 1 3 0,0-2 1 0,0 2 0 16,2 0-3-16,-1 0-4 0,1 3 2 0,1-3 0 15,1 0 7-15,-1 0-5 0,2 0 6 0,0 0-5 16,0 4 4-16,0 2-2 0,0 2-4 0,0 4 2 16,0-1-1-16,0 4 2 0,0 2 0 0,0-6 1 15,0 1-1-15,0-4 0 0,0-5 4 0,0-1-4 16,0-7 4-16,0-2-5 0,0-4 1 0,0-4-2 15,2 0 5-15,-1-1 0 0,1-4 0 0,0 0 0 16,-1-3 2-16,-1-2 2 0,0-1-3 0,0-3 3 0,0-2-1 16,0 0 2-16,0-4-2 0,0-1 2 0,0-1 5 15,0 3-10-15,0-1-1 0,0 0-11 0,0-1-78 0,0 0-77 16,0-1-11-16,0-1-24 0,0 0-95 0</inkml:trace>
  <inkml:trace contextRef="#ctx1" brushRef="#br0" timeOffset="50">21695 6192 1442 0,'-2'-1'5'0,"0"-2"-1"0,-8-19 38 0,1 1 1 16,2 6 10-16,2 3-3 0,3 7-11 0,1 2-12 0,-1 0 3 15,0-1-21-15,1 3-5 0,-1-1 5 0,0 2-5 16,1 2 0-16,-3 9-4 0,-2 30-1 0,4 7 0 16,1 4 2-16,1-3 1 0,0 1 4 0,0-1-4 15,0-6 0-15,0-2-1 0,0-4-1 0,0-3 4 16,0-1 23-16,0-3 1 0,0 0 4 0,0-5-3 16,0-2-5-16,0-5 8 0,0-5-4 0,0-1 3 15,0-4-17-15,0-1 10 0,0-4 1 0,0 0 5 0,-2-1 14 16,0 0-9-16,1-1 3 0,-1-1-4 0,0-1-1 15,1-3-18-15,-8-11 1 0,-2-14-6 0,3-1 0 16,1-3-8-16,4 0 3 0,1-5-4 0,2 0 0 16,2-7 3-16,3-4-4 0,1-4 4 0,2-3-2 0,2 0-5 15,0 1 2-15,3 4-6 0,2 3 0 0,0 8-2 16,2 7 2-16,-2 9 0 0,-10 4 7 0,18 3-4 16,-2 4 3-16,4 5-5 0,-4 3 9 0,4-12-3 15,-2 7-1-15,-5 7-2 0,5 3-2 0,-9 2 6 16,-6 1 0-16,0 4 2 0,4 11-3 0,-2 7 2 15,-5 1 1-15,-5 4 0 0,-4-2 7 0,-6 3-10 16,-5 1 1-16,14-4-3 0,-22 0 8 0,0-3-3 0,1-1 0 16,2 4-2-16,2-3-6 0,3-2 5 0,2 2-3 15,2-5 3-15,2 3 0 0,4-3 3 0,4 0 0 16,-12-2 3-16,4 0 1 0,4-2-5 0,4 1 2 16,1-2-1-16,1 0 3 0,3-2-6 0,2 0 3 15,2 0-3-15,-6-3 9 0,20-2-1 0,4 1 2 0,-3-4-3 16,7-2 1-16,0-1 0 0,-2 14-3 0,0-4 1 15,0-6-11-15,5-2-69 0,-2-4-9 0,5 0-25 16,-3-4-71-16,0 1 11 0,4-4-26 0,-8 1 8 16,3-2-131-16</inkml:trace>
  <inkml:trace contextRef="#ctx1" brushRef="#br0" timeOffset="51">22616 6445 363 0,'0'0'109'0,"0"-1"-7"15,0-1 62-15,-2 0 1 0,0 1-20 0,1-3-27 0,-1 1-12 16,-15-4 4-16,-2 2-4 0,0 0 12 0,1 2-24 15,-1-10-8-15,-3 3-7 0,-3 3-43 0,2 6-14 16,-3 2-3-16,-1 6-3 0,1 6-7 0,1-9 10 16,-1 24 0-16,3 1 2 0,0 1-9 0,0 1-7 15,3 2-2-15,2 2 1 0,4-2 5 0,9 0-7 16,-13 0 5-16,10-5-4 0,6 0 14 0,6-1-8 16,1-6 0-16,4-3 0 0,-4-3 8 0,22-6-4 15,3-4 3-15,4-2-5 0,6 18-2 0,3-11-3 16,5-8-2-16,6-7-4 0,2-7-48 0,2-3-104 15,1-4-26-15,-7-1-58 0,-1 18-406 0</inkml:trace>
  <inkml:trace contextRef="#ctx1" brushRef="#br0" timeOffset="52">21120 4972 102 0,'-1'0'43'0,"-1"0"-4"16,-1 0 45-16,-1 0-6 0,-10-5-4 0,-1 0 10 15,1 0-4-15,1 0 5 0,0 0 0 0,3 2-2 16,0-2-4-16,0 0 0 0,4 2-19 0,-3-2-30 16,3 1 13-16,1 1-19 0,-2-2 3 0,2 2-2 15,-3-4-3-15,2 2 2 0,1 2-9 0,0 0 4 16,0 1-3-16,0-1 5 0,0-1 5 0,1 3-6 15,1-1 2-15,0 1-3 0,0-1 8 0,-2-3-5 16,-2-2 0-16,-1 2-2 0,0 0 2 0,1-1 5 16,2 4-3-16,-2-1 3 0,1 0-3 0,-1-2-3 0,2 1 2 15,-1-1-6-15,4 5-8 0,0 0-4 0,1 0 0 16,-3-1-3-16,1-3-7 0,1 3 1 0,1-1 2 16,1 0 0-16,1 1 4 0,3 1-1 0,11 0 1 15,14 3 1-15,8 2 9 0,4 2-5 0,8 1 0 0,14-1-1 16,8-1 0-16,12-4 4 0,1-4-6 0,-3-1 4 15,-4-4-4-15,1 1 0 0,1-4 2 0,2 0-2 16,5-2 0-16,1 1-2 0,-1-1 9 0,0-1-5 16,-7 0 17-16,-3-1 4 0,-3 0-2 0,-4-1 3 15,0 2-5-15,2 1-14 0,-3 4 8 0,-1-1-10 16,-1 0 8-16,-6-1-7 0,-2 0-4 0,-9 0 1 16,-3 3-1-16,-3 1 4 0,-3-1-6 0,-2 2 4 0,-3 0-6 15,-6 0 5-15,1 2 1 0,-7 0-1 0,0-1-5 16,-3 1 4-16,-9 1-1 0,8 1 3 0,-3-1 0 15,1 2-5-15,-2 0 6 0,-6 0-6 0,1 0-1 0,2 0 1 16,6 0 0-16,-1 0 1 0,1 0-2 0,0 0 4 16,2 0-7-16,-1 0 5 0,0 2-6 0,0-2 6 15,1 1-1-15,-2 1 4 0,2 0-6 0,-2-2 1 16,-4 0 2-16,-1 0-1 0,-2 0-6 0,-2 0 11 16,-1 1-6-16,-3-1 9 0,0 0-7 0,-2 0 17 15,-1 0 1-15,1 2 6 0,0 0 11 0,1-2-10 16,-3 0-2-16,1 0-3 0,-1 0-7 0,1 0-5 0,0 0 4 15,-1 0-4-15,1 0 5 0,-2 0 1 0,0 0-2 16,0 0 1-16,0 0 0 0,0 0-8 0,0 0 0 16,0 0-3-16,0 0 6 0,0 0-10 0,0 0 4 15,-2 0-6-15,1 0 3 0,-1 0-1 0,0 0 0 16,1 0-1-16,-1 1 3 0,1 1-6 0,-1-1 3 0,0 3-5 16,-3 7 0-16,-5 17 3 0,2 2 1 0,0 10 1 15,-2 3 2-15,0 3-5 0,0-1 4 0,0-3-5 16,0 3 6-16,2-4 1 0,0 2-2 0,-4-1 0 15,2 1-5-15,-1 1 4 0,-1 1-3 0,2 1 3 16,1-1 0-16,2-1 2 0,0-1 2 0,2-3 1 0,4-6-4 16,-1-6 3-16,2 1-3 0,0-10 4 0,0 1-7 15,0-5 4-15,2-2 0 0,-1-3 2 0,3 2 3 16,-4-11 2-16,1 4 0 0,1-1 1 0,0-1 8 16,-1 0-6-16,1 1 7 0,0-3-7 0,-1 1 7 0,1 0 0 15,0-1-4-15,-1 1 3 0,1-2-3 0,-2 0-6 16,0 0 4-16,-2 0-6 0,1 0-3 0,-6 0 0 15,-16 1-3-15,-7 4 3 0,0 2-3 0,-1 3 0 16,-5 1 0-16,4-1 0 0,3 2-2 0,1 0 2 16,3-1 0-16,3-1 0 0,3 0-1 0,5-2 1 15,4-1-3-15,2-1 3 0,5 1-2 0,-5 5 2 16,1-1 0-16,4-1-1 0,1 2-5 0,2-3 6 16,2 1-2-16,3 0 3 0,1-1-1 0,24-4-1 0,5 1 3 15,4-1-3-15,1-2-1 0,3 19 1 0,-4-9 1 16,6-6 0-16,-4-4 0 0,1 0 2 0,-1-1-4 15,-5 1 4-15,0 1-1 0,-8-1-1 0,-3 2 0 16,-3 0-1-16,-3 1-6 0,-4-1 5 0,-1 2 1 16,-6-2 1-16,-2 0 2 0,-4 10 2 0,10 3 1 0,-6-2 0 15,-3 3 2-15,-3 4-3 0,-4-2-2 0,-8 2 0 16,10 0 1-16,-29 4 6 0,-5-2-1 0,-1-2 1 16,-2 1-10-16,-3-5 1 0,6 0 2 0,-2 0 1 15,4-5 1-15,2 3 5 0,4-7-9 0,5 0 7 16,7 1-7-16,2-4-2 0,6 1 0 0,3-3-2 15,2 0 1-15,-2 2 3 0,2-1 3 0,1-1-1 0,2 0-3 16,0 2 1-16,2-4 0 0,-2-1 1 0,21 1 0 16,-1 10-4-16,3-1 3 0,2-4-5 0,1-1 6 15,0-1-3-15,1 1 0 0,-1 1-2 0,-4 0 4 0,-4 1-2 16,2 4 2-16,-10-8-4 0,1 18 0 0,-1 5 4 16,-7 2-3-16,1 8 3 0,17 3 0 0,-8 7 0 15,-6 3 0-15,-4 0 2 0,-3 1 3 0,0-5-5 16,-1 3 3-16,-1-4-3 0,-1-1-8 0,-1-2 11 15,-1-4-6-15,2-4 8 0,0 0-8 0,1-4 3 16,0-1 0-16,1 1 0 0,1 1 3 0,0-1-8 16,0-1 2-16,0-1-3 0,0 0 9 0,1-3-2 15,3 0 4-15,-3-2-5 0,3-1 0 0,-1-4 2 0,-1-7-2 16,-1 3 2-16,1-4 9 0,0-1-4 0,-1 5 1 16,-1-10-2-16,0 2 0 0,0-6 5 0,0 3-6 15,0-1 0-15,0 0-34 0,0-1-67 0,0 0-3 16,0-2-25-16,0 0-54 0,-1-2-46 0,-3-16-46 15,1-20-25-15,5-7-395 0</inkml:trace>
  <inkml:trace contextRef="#ctx1" brushRef="#br0" timeOffset="53">23956 5841 1341 0,'-2'-2'18'0,"0"0"-3"16,1 1 33-16,-1-1-1 0,0 0 4 0,1 1-13 0,-1-1-27 16,2 1 2-16,0-1-8 0,0 2 14 0,0 0-3 15,0 2 7-15,2 1-6 0,4 20-2 0,4 8 0 16,0 2-4-16,-2 4 4 0,-1-1-7 0,-4 0-5 16,-3 4 5-16,2-2-4 0,-2-2 15 0,2-6-4 15,-1-5 4-15,-1-5-3 0,0-2 10 0,0-5 8 16,-1-1-7-16,-1-4 5 0,2-5-14 0,0 0 10 15,0 1-5-15,-2-1 5 0,1-1-2 0,-1-1-1 16,0 1-3-16,-1-2 0 0,0-2-6 0,-1-1 4 0,1-12 2 16,2-15-1-16,-19-3 6 0,8-1-13 0,2-4 3 15,5 0-8-15,4 3 0 0,1-1-5 0,3 1-1 16,4 0-1-16,1 2-2 0,3 4 0 0,4-1-2 16,0 3 0-16,2 1-8 0,-11 3 7 0,17 1 3 0,0 4 1 15,4 0 2-15,-4 5-3 0,0 1-1 0,2 6-1 16,-4 4 2-16,-1-11-4 0,-5 6 2 0,-4 4-3 15,-1 3 0-15,-3 0 4 0,0 2 1 0,-6-2 0 16,9 13 4-16,0 8-3 0,-5 1 0 0,-5 1 0 16,-3 0 10-16,-6-2-9 0,-2 3 4 0,-4-1-6 15,12-2 6-15,-19 2-7 0,2-3 0 0,6 0-1 16,-1 0 7-16,3-4-1 0,2 2 4 0,4-3-4 0,-3-1 0 16,4 0 0-16,1 1-4 0,2 0 2 0,-8 0-2 15,2-2 4-15,4-1-3 0,3-4 2 0,1 7 0 0,1-2-3 16,3 0 9-16,4 0-7 0,-1-4 6 0,2-3-4 15,16 1 1-15,-5-2-1 0,5 0-2 0,-2 1 2 16,-5-4-4-16,4 1 0 0,-3 1-32 0,-1 9-48 16,4-3 0-16,-6-4-13 0,1-2 9 0,-4-3 26 15,0 1-2-15,-3-2 12 0,0 0 15 0,0-2 15 16,0-3 3-16,2-3 3 0,-3 2 6 0,1-14 2 16,-1-2 2-16,-3 4 2 0,1-3 9 0,-1 6-9 15,1 0 1-15,-4 2-3 0,2 4-2 0,0 1 6 16,-2 3 0-16,1 4 4 0,-3-3 4 0,1 4 23 0,0-1 1 15,-1 1 6-15,1 0-7 0,0 0-10 0,1-2-3 16,0 0-1-16,1 2-5 0,-3 2 2 0,1 1 3 16,1 14-2-16,-3 16 3 0,-3 0 12 0,-4-2-8 15,-3-1 9-15,0-2-17 0,1-2-3 0,-1 3 4 0,1-3-3 16,3-1 9-16,1-5 8 0,2-1-2 0,1-2 5 16,2-2-7-16,2-4-2 0,-1-2-1 0,4 1 0 15,0-4 3-15,3-1-8 0,14 0-1 0,4 12-3 16,4-6-1-16,6-3-1 0,4-6 0 0,-1-2-2 15,3-7-11-15,-1-1 7 0,2-2-3 0,1 0 5 16,1 0-7-16,-5 1-71 0,-1-1-34 0,-6 1-22 16,-1 1-181-16</inkml:trace>
  <inkml:trace contextRef="#ctx1" brushRef="#br0" timeOffset="54">23591 4629 16 0,'0'0'0'0,"0"-2"9"16,0 0 113-16,-2 1 21 0,1-1 28 0,-1-1-29 15,0-1-7-15,1 1-54 0,1 0-9 0,-4-6-1 0,3 4-23 16,-1 1-16-16,0 0 0 0,1 1-6 0,1 1 3 16,0 1 8-16,-4-3 0 0,1 1 3 0,0 0 10 15,1 1-16-15,-1 0 6 0,0 1-9 0,1-1 10 16,0 0-11-16,1 1 1 0,-1-1-7 0,0 1-10 0,1-1 5 16,-1 0-2-16,2 1 3 0,0-1 4 0,2 0 7 15,-1 1 6-15,8-1-1 0,17-5 1 0,5 2-14 16,2 2-6-16,7-2 0 0,3 2-1 0,5 1-1 15,3-1-1-15,8 1 0 0,-1 1-5 0,-3-1-4 16,1 0 2-16,-10 2-4 0,-2 0 0 0,-7 0 3 16,-4-1-2-16,-7 1 2 0,-3 0 1 0,-3-2 0 15,-3 0 2-15,-3 2-2 0,0-1 4 0,-4-1-5 0,-2 0 6 16,0 1-6-16,-1-1 13 0,-1 0-4 0,-1 1-1 16,-1 1-1-16,0-2-3 0,-2 2-3 0,1-2-3 15,1 1 0-15,-1-1-3 0,0-3-1 0,1 0 1 16,1 2-1-16,0-4-6 0,-2 4 1 0,2-2 0 15,-4 0 1-15,4 2 0 0,-1-2 3 0,-1 2-2 0,2-2 3 16,-3 1 0-16,3 1 5 0,-4-2-4 0,1 3 4 16,0-1-5-16,-1 0 3 0,1-1 2 0,-2 3-2 15,1-2-1-15,-1 1 0 0,0 0-1 0,0 1 1 16,2-3 7-16,-2 1-9 0,0 0 3 0,0 1-5 16,-2 0 5-16,1 1 1 0,-1-1-4 0,-1 0 1 15,0 2 0-15,-2 0-1 0,-5 0 7 0,3 0-7 16,1 2 0-16,-1 0 1 0,4-1 0 0,1-1 1 15,-1 4-3-15,-1 1 2 0,-2 6 0 0,1-1 4 0,1 2-1 16,4-2 3-16,0-1-7 0,2 1 5 0,1 0 3 16,2-1 1-16,0-3 7 0,4-1-5 0,9-2 5 15,3-1 3-15,2 13-4 0,-1-7 3 0,6-1-4 0,-7-7 4 16,2 0 2-16,2-4-1 0,-7 0-5 0,0-3 14 16,-6 2-13-16,-4 0 13 0,-1 0-9 0,-2-2 7 15,-4-6 2-15,11-3-1 0,-5 1-15 0,-4-2 5 16,-3 1-7-16,-2-1 4 0,-4 1-14 0,-3-1-27 15,1 4-16-15,7-2-9 0,-18 2-98 0,-4 0-50 16,-3 1-10-16,-4 1-16 0,0 1-71 0</inkml:trace>
  <inkml:trace contextRef="#ctx1" brushRef="#br0" timeOffset="55">24381 3573 1057 0,'0'-1'21'0,"0"-3"1"16,-4-17 77-16,-1 3-1 0,0 3 0 0,0 0-2 16,-2 2-5-16,0-1-10 0,1 3-1 0,1 3-6 15,2 1-19-15,-1 4-34 0,1-1 1 0,0 3-14 16,-1-1-9-16,1 2-1 0,1 0 1 0,1 2 0 16,-4 6 1-16,-3 18-1 0,3-1-2 0,5-2-1 0,0 0 4 15,3 1 1-15,4-3-1 0,1-1 0 0,2 0-6 16,0-5 7-16,-9-1 6 0,16-4 1 0,-2-3 18 0,-1-4 21 15,3 9-1-15,-2-4 9 0,0-3 7 0,1-3-7 16,1-4 3-16,-1-3-5 0,4-5-11 0,-3-1-2 16,-1 4-8-16,1-16 6 0,-4-2-7 0,-2 0-10 15,1 1 9-15,-1-3-10 0,1 2 2 0,-5-3-13 16,-1 0 0-16,-4 0-2 0,14 0 6 0,-6 8-9 16,-6 9 2-16,-1-3-4 0,-3 10 6 0,0 0-35 15,0 1-22-15,0 0-12 0,0-1-112 0,0 3-15 16,0-1 0-16,0 2-5 0,0 2-11 0,0 1-12 15,1 13-2-15,3 9-2 0,2-3-11 0</inkml:trace>
  <inkml:trace contextRef="#ctx1" brushRef="#br0" timeOffset="56">24908 3542 300 0,'0'0'117'0,"2"0"-9"0,-1 0 119 0,1 0-14 16,0 0-30-16,-1 0-67 0,1 0 1 0,0 0-24 16,-1 0-16-16,1 0-14 0,1 1-1 0,0 1-2 15,1 0 13-15,1-1 7 0,5 3-3 0,3-1 0 16,0 0-20-16,2 1 1 0,1-1-3 0,1-1 1 15,-2-2-10-15,-2 0-16 0,0 0 4 0,-1-2-8 16,-4 0-1-16,-1 1 3 0,-4-1-5 0,0 0 5 16,0-1-10-16,-1 0-29 0,0-1-23 0,-2 1-11 0,0 0-132 15,-2 1-82-15,-3 2-62 0</inkml:trace>
  <inkml:trace contextRef="#ctx1" brushRef="#br0" timeOffset="57">20597 8209 1515 0,'-2'0'-3'0,"1"0"3"16,-1 0-11-16,0 0-9 0,1 0 4 0,1 0 0 16,0 0 30-16,0 0 10 0,0 0 9 0,0 0 41 15,0 0 19-15,0 0-5 0,0 0 7 0,0 0-15 0,1 0-16 16,1 0-4-16,1 0-4 0,9 0-19 0,14 3-16 16,4 1 0-16,5-1-7 0,-1 0-11 0,6 0 3 15,0 1-3-15,-4-1 2 0,5 0-1 0,-3 1 9 16,2-3-5-16,-2 1 4 0,-2-2-9 0,-1 0-3 15,-2 0-13-15,-2 0-3 0,2-2-78 0,-8-1-94 16,-4 0-6-16,1-2-42 0,-9 1-156 0</inkml:trace>
  <inkml:trace contextRef="#ctx1" brushRef="#br0" timeOffset="58">20817 8401 883 0,'-2'0'531'0,"0"0"-772"0,-1 0 634 0,1 0-373 16,-1 1-60-16,1 1 20 0,1-1-3 0,1 1 11 15,1 1 5-15,1 1 20 0,13 6 10 0,16 3 5 16,6-7 41-16,5-2-36 0,6-6 1 0,5-3-15 16,8-5-10-16,7-3 0 0,-2-3-6 0,3-4-12 15,-3-3-173-15</inkml:trace>
  <inkml:trace contextRef="#ctx1" brushRef="#br0" timeOffset="59">23035 7803 1568 0,'-2'0'24'0,"0"0"1"0,1 0 19 0,-3-2-4 0,1 0 3 16,2 2-1-16,-1 0-18 0,-1-1 1 0,-1-1-9 15,3 0-17-15,-1 1 7 0,2 1-4 0,0 0 8 16,2 0 11-16,1 0 14 0,30-4-2 0,3 1 5 15,9-2-10-15,6-1-20 0,5 1 6 0,4 0-10 16,-3 0 0-16,3 0 1 0,-6 0 0 0,-9 2 1 16,-2 1 4-16,-10 0-3 0,-7 2-4 0,-4 0-3 15,-6 2-54-15,-3 0-135 0,-3-1-27 0,-5 1-57 0,-2-1-324 16</inkml:trace>
  <inkml:trace contextRef="#ctx1" brushRef="#br0" timeOffset="60">23281 8083 1090 0,'0'0'16'0,"0"0"2"0,0 0-25 16,1 0 2-16,1 0-13 0,0 0 19 0,1 0 31 15,4 0-1-15,9-1 10 0,10-3-6 0,-2 0-18 16,2-1-3-16,4-2-4 0,-6 0-6 0,3 2 8 16,-4 0-1-16,-8 2 0 0,0 0-21 0,-7 1-278 0</inkml:trace>
  <inkml:trace contextRef="#ctx1" brushRef="#br0" timeOffset="61">23447 8105 318 0,'0'0'42'0,"-1"0"93"16,-1 0-166-16</inkml:trace>
  <inkml:trace contextRef="#ctx1" brushRef="#br0" timeOffset="62">14550 9018 309 0,'0'0'37'0,"0"0"-2"0,0 0 31 0,-2 0 1 16,1 0 1-16,-1 0 26 0,2 0-12 0,0 0 0 16,0 0-11-16,0 0-41 0,0 0 17 0,0-1-3 15,0-1 10-15,0 0 9 0,0-1 7 0,0 0-7 16,0-9 7-16,0-1-1 0,0 3-1 0,0-2-3 0,0 1-1 15,0 1-10-15,0 2-13 0,0 1 10 0,0 2-10 16,0 2 5-16,0-1-19 0,0 1 0 0,0 0-6 16,0 1-7-16,0 1 3 0,2 1-3 0,-1 0 4 15,1 1 9-15,-2 4 2 0,5 22-1 0,0 7-1 16,-4 1-15-16,1 3 2 0,0 2 2 0,-2-2-1 16,0 3 4-16,0-1-11 0,0-3 5 0,-2-2-5 15,0-5 13-15,1-2 10 0,1-5-8 0,-2 2 8 0,2-4-11 16,0 1-3-16,0 1 6 0,0-2-5 0,0 3 6 15,0-1-3-15,2 1 0 0,-1 0-2 0,1 0 0 0,0 3-2 16,-2-4-4-16,1 2 2 0,1-2 0 0,0-2-11 16,-1 1 6-16,1-7-8 0,-2-2 7 0,0-2-1 15,0-4-1-15,0-2 0 0,0-2 4 0,0 0 1 16,0 1 4-16,0-1-2 0,-2-1-1 0,1-1-2 16,1-1-6-16,0 0 4 0,-2-1-3 0,2-4-4 15,-5-27 5-15,0 1-6 0,4 0 2 0,1-2-4 16,0-2 2-16,3 0-2 0,0 2 2 0,2 0 2 15,0 0-5-15,-2 0 3 0,1 3-3 0,-3 2-1 16,1 4-1-16,1-1 1 0,-1 8 0 0,-2 2-6 0,0 4 5 16,0 4-6-16,0 1 3 0,0 4-17 0,0-1 5 15,0-1-9-15,0 3-2 0,0-1 0 0,0 2-4 16,0 0 2-16,0 2-7 0,0-1-11 0,0 3-9 16,-2 20-2-16,2 3-52 0,-1-2-12 0,-1 3-7 0,0-2-2 15,1 4-30-15,-3 3-5 0,3 2-19 0,-3 1 1 16,-1 4-88-16</inkml:trace>
  <inkml:trace contextRef="#ctx1" brushRef="#br0" timeOffset="63">14208 10060 253 0,'-1'0'4'0,"-1"-1"8"0,-1-1-6 0,-2 0 43 16,-8-4 9-16,-2-1 12 0,1 2 40 0,0 0 7 15,-1 0-4-15,2 2 5 0,-4 0-7 0,1-1-13 16,-3 4 0-16,-4 0-3 0,2 0-5 0,-4 0-16 0,4 2-4 15,-1 1-5-15,-3 1-11 0,7-1-4 0,-2 0 5 16,4 1-5-16,4-3 10 0,2 1-10 0,4-2 0 16,1 0-4-16,2 0-3 0,-1 0-24 0,1 0 1 15,1 0-11-15,1 0-9 0,-1 0 1 0,2 0 0 0,2 0 2 16,16-2 0-16,22-3-2 0,-1-1 3 0,9-3-3 16,0-1 1-16,1 1 1 0,6 0-2 0,4 3 1 15,1-1 3-15,-1 4-7 0,2-1 5 0,-1 1-6 16,-1-2 10-16,-5 0-7 0,-1 0 3 0,-7 0-3 15,-1 0 1-15,-4-3 11 0,-1 0-2 0,-2-2 6 0,-3 0-2 16,-1 2-5-16,-2-2 0 0,-4 0 0 0,-4 0 1 16,-4 2-2-16,0 0 0 0,-7 3-2 0,-1 1-2 15,-6 3 9-15,-2-1-6 0,-1 0 4 0,-1 1-24 16,-1-1-45-16,1 0 1 0,0 1-18 0,-2-1-27 0,0 0-16 16,-2 1-20-16,0-1-1 0,1 2-101 0,-19-2-187 15</inkml:trace>
  <inkml:trace contextRef="#ctx1" brushRef="#br0" timeOffset="64">14334 10430 1196 0,'-2'0'270'0,"0"0"-306"0,-1-1 301 16,-7-4-148-16,-1 0-62 0,1 0-6 0,6 3-6 15,1 0-3-15,0-1-41 0,1 1-10 0,1-1 6 0,1 0-4 16,0 0 8-16,3-1 6 0,13-7-5 0,21-9 7 16,1 5 6-16,1 2-10 0,-1 3 5 0,-3 2-8 15,0-1 2-15,-2 3-2 0,-4-1-2 0,-2 2 1 16,-4 2 4-16,-3 0 1 0,-1 1 5 0,-4 0-5 16,-2 1-4-16,-3-1-2 0,-3 2-8 0,-2 0 2 15,-2 0-26-15,0 0-35 0,-1 0 4 0,0 0-12 0,1 0 17 16,0 0 11-16,-1 0 5 0,0 0 1 0,-2 0 21 15,0 0 4-15,-2 2 7 0,-1-1-3 0,-15 9 16 16,-6 2 6-16,-2 1-3 0,5-3 7 0,2-2 25 0,0 2-4 16,7-5 5-16,4 0-8 0,0 0-8 0,6-5 16 15,-1 5 3-15,-4 5 2 0,0 0 0 0,4-2-10 16,1-1-5-16,2-6-1 0,0 2-15 0,4 1-9 16,17 9 1-16,9-1-5 0,3-7-30 0,3-5-185 15,1-2-100-15</inkml:trace>
  <inkml:trace contextRef="#ctx1" brushRef="#br0" timeOffset="65">4558 12377 256 0,'0'0'256'0,"-1"-1"-121"0,-1-1 74 16,0 0-3-16,1 1-191 0,-1-1-9 0,0 0-5 16,1 1-2-16,-1-1 1 0,0 0 1 0,1 1-4 0,-1-1 5 15,2 1-3-15,0-1 17 0,0 0 11 0,-2 2-1 16,1 0 5-16,-1 0 18 0,1 0-14 0,-1 0 2 15,0 0-9-15,1 2-18 0,-1 0 5 0,0-1 4 16,1 1-1-16,-1 1 0 0,0 2 1 0,-3 8 1 16,0 2 2-16,0 2 4 0,1-1 1 0,-3 1-3 0,0 1 4 15,2-2 0-15,-1 3 10 0,-1-3 0 0,2-1 3 16,-1 0-2-16,-1-2 2 0,0 0-9 0,1-3 6 16,-1 0-15-16,2-2-2 0,0 1 3 0,0-1-4 15,4-3-5-15,-3 0-2 0,4-4-1 0,-1 3 2 16,-1-1 6-16,0-1-7 0,1-1 5 0,-1 1-7 15,0-2-6-15,1 0 6 0,-1-2-5 0,1-1 7 0,-1-7 2 16,-1-13-9-16,3 0 1 0,0 1-3 0,1-1 0 16,3 3 0-16,0 1 0 0,1 2-1 0,2 1-9 0,-2 2 6 15,2 1-2-15,-1 2 4 0,-1 1-7 16,2 0 0-16,-1 2-1 0,-1 1 2 0,-1 2-5 0,9 3 4 16,-2-1 0-16,3 1 3 0,0 1-3 0,1-9 4 15,3 0-3-15,4 2 4 0,1 1-4 0,3 2 5 16,4 2-5-16,-2 1 4 0,4 0-7 0,2 2 3 15,7 0 4-15,-3 0 0 0,-3 0 0 0,0 0 5 16,-11 0-5-16,8 0 5 0,2 0-4 0,-7 0-4 16,-1-1 5-16,-6 1-4 0,-2 0 2 0,0 0 6 15,-3 0-5-15,-3 0 4 0,-2 0-5 0,-2 0 1 0,0 0 5 16,-4 0-2-16,-1 0 6 0,0 0-3 0,0 0 0 16,1 0-2-16,-3 0-5 0,1 0-55 0,0 0-7 15,-1 0-21-15,1 0-62 0,-2 1-75 0,0 1-14 16,0 0-30-16,0-1-136 0</inkml:trace>
  <inkml:trace contextRef="#ctx1" brushRef="#br0" timeOffset="66">4902 12493 318 0,'0'0'40'15,"-2"0"-4"-15,0 0 49 0,-1 0-2 0,0 0 5 0,1 0 8 16,-6-2 0-16,1 1-5 0,2-1 0 0,0 0-17 15,2 1-5-15,0-3 4 0,-1 1-6 0,4 1-6 16,-5-6-13-16,2 2-10 0,0-3 0 0,1 4-16 0,0-1-4 16,2 1 4-16,0 0-5 0,0 0-10 0,0 3 0 15,0-1-6-15,0 1 4 0,0 1 6 0,0-1-4 16,0 0 3-16,0 1-5 0,0-1-2 0,0 0-3 16,0 1 6-16,0-1-4 0,0 0 5 0,0 1 3 15,-1-3-3-15,-1 1 2 0,2 2 2 0,-1-3-6 16,-4 1 5-16,-5 0-4 0,1 1 15 0,4 0-3 15,2-1 4-15,0 0-5 0,-4-1-7 0,2-1 8 16,0 2-13-16,0 0 10 0,2 1-18 0,1 1 8 0,-1-1-5 16,3 0 4-16,0 1-8 0,0-1 3 0,-1 0 1 15,-3-1 0-15,1 0-3 0,0-1 7 0,1 1-4 16,-1 1 2-16,1 1-5 0,0-1 3 0,1 0 7 16,-1 1-4-16,0-1 6 0,1 0-2 0,-1 1-1 0,0-1 1 15,1 1 1-15,-2 1-5 0,-1 0 4 0,1 0-4 16,0 0-2-16,-1 1 1 0,-1 1-5 0,-5 3 4 15,1 3 4-15,-1 2-6 0,0 11 4 0,0 6-5 16,2 1 0-16,-2 7-1 0,1 1 0 0,1 4 0 16,-2 3 8-16,0 3-5 0,2 2 2 0,0 3-2 15,1-2 1-15,2 3-4 0,2-6 4 0,0 0-4 0,1 0 8 16,-19-6-4-16,7 0-1 0,8 1 0 0,4 0-4 16,2 2 5-16,3 3-3 0,2-1 4 0,2 1-5 15,1-1 3-15,1 1 3 0,0-3-1 0,1-3 2 0,0-6 6 16,0-1-1-16,2-3 4 0,1 0 9 15,0-4 5-15,0-4 2 0,-3-7-1 0,-6-1-6 0,7-4 0 16,4 0-2-16,0-2 1 0,1-1-2 0,-1 0-3 16,-2-2-2-16,-1-4 1 0,-4 3-9 0,4-3-3 15,1 1 0-15,-3 6-1 0,1-1 2 0,4-1 0 16,0-1 1-16,0 0-3 0,0-1-23 0,-5-3-178 16,0 1-39-16</inkml:trace>
  <inkml:trace contextRef="#ctx1" brushRef="#br0" timeOffset="67">5309 13672 177 0,'0'0'27'0,"0"0"11"0,0 0 44 15,0 0 12-15,0 0 2 0,0 0-10 0,0-2-13 16,0 1 2-16,0-1-2 0,0 1-12 0,0-1-12 16,0-1-2-16,0 1 0 0,2 0 9 0,0-1-18 15,-1 0 1-15,1-1-8 0,-1 1-6 0,1 0 14 16,-2-1 1-16,2-1 4 0,-1 2 8 0,1-2-8 0,-2 2 7 15,0 1-7-15,2-4 4 0,-2 4-7 0,0-1-4 16,0 1 1-16,1-1-2 0,1-1-9 0,-2 1-1 16,0 0-3-16,0 0-11 0,0-1 1 0,-2 3 2 15,1-1-1-15,-1 0 3 0,0 1-12 0,-1 1 2 16,-2 0-4-16,-6 0 10 0,1 1-9 0,-2 3 5 0,2-1-7 16,-1 2-4-16,1 1 11 0,-2 3-6 0,6-4 10 15,-1-4-7-15,0 8-3 0,4-1 3 0,1 3-3 16,-1-2-2-16,-5 1 0 0,1-1-2 0,2 1 1 15,2 0 0-15,0 0 1 0,1 2-1 0,2-2 1 16,0 1-3-16,0 2 4 0,2 1-3 0,3 0 3 16,0 1-5-16,0 0 2 0,1 0 4 0,1 2-1 0,-1-1 2 15,3 2-3-15,-3 0-1 0,1 2 0 0,-1-2 0 16,-1 2 2-16,-1 0-2 0,-3-2 2 0,-1 0 4 16,0 1-1-16,0-5 1 0,-3 1-1 0,0-1 5 15,-2-3 9-15,0-1 4 0,-2 0 2 0,4 0 16 0,-9-5 9 16,1 1-4-16,1-2 4 0,-2-3-15 0,1 8-3 15,-1-3-4-15,2-3 0 0,-1-1-10 0,3-2-3 16,-4 0-2-16,4 0-2 0,1 0-9 0,1-2 2 16,4 2-1-16,-5-1 0 0,4 1-7 0,0-2 5 15,-1 1-2-15,3-1 3 0,-1 0-9 0,1 1-5 16,-1-1-3-16,0 0-5 0,1 2-58 0,-1 0-64 16,0 0-5-16,2 0-21 0,0 0-51 0,0 0-162 15</inkml:trace>
  <inkml:trace contextRef="#ctx1" brushRef="#br0" timeOffset="68">5908 13674 687 0,'0'0'54'0,"0"0"-3"0,0-2 2 16,0 0 4-16,-1 1-21 0,-1-1-13 0,2 1-10 15,0-1 1-15,0 0-1 0,0 1 17 0,0-1 16 16,0 0 0-16,0 1 5 0,0-1 2 0,0 0-6 16,0 1-5-16,0-1 1 0,0-1-5 0,0-1-2 15,0 1 4-15,0 0-3 0,0-1 10 0,0 1-8 0,0 0-1 16,0-4-3-16,0 2-7 0,0 0-3 0,0 2 4 16,0 0-4-16,0-2 11 0,0 0-10 0,0 0-1 15,0 3-4-15,0-3-11 0,0 4-1 0,-2-3-2 16,1 1 0-16,-1 0-1 0,-1 1-2 0,-2-1 4 0,-5-2-3 15,-2 1-2-15,-1 3 1 0,2 1-5 0,-3 3 1 16,0 2-7-16,-1 3 2 0,-3 6 5 0,3-9-2 16,-2 11 4-16,-6 2 1 0,5 2-5 0,-2 2 3 15,4-3 3-15,-3 1 0 0,-2 0 4 0,1-2-4 16,0 0-3-16,4 4 2 0,4-1 0 0,1 2 0 16,3 0-1-16,-1 2-1 0,1 0-2 0,-8 0 1 15,6 0 0-15,3 1 6 0,5-1-6 0,2 1 5 0,2 1-5 16,3-8 6-16,3 1 2 0,2-3 2 0,0-2-2 15,5-2 4-15,3-2-1 0,3-4 1 0,-2-2-6 16,4 10 2-16,-2-5 1 0,2-5 0 0,4-4 5 0,-7-1-11 16,1-3 3-16,-3 0-10 0,-1-2-51 0,-4 0-145 15,2-2-41-15,-2-1-66 0,3 3-462 0</inkml:trace>
  <inkml:trace contextRef="#ctx1" brushRef="#br0" timeOffset="69">6186 14016 252 0,'0'0'116'16,"0"0"1"-16,-2 0 17 0,0-2-16 0,2 0-22 16,-1 1-30-16,-1-1 7 0,0 0-8 0,1 1 9 15,-1-1-4-15,0 0-5 0,1-1-4 0,-1 0-2 16,0-1-15-16,1 1-1 0,1 2 2 0,-2-4-4 15,0-2-12-15,1 2 8 0,-1-2 0 0,1 2 3 0,-1 1-4 16,0-1-6-16,1 1-8 0,-1 1 5 0,0 0-7 16,2 1-6-16,-1 0 3 0,-4 1-5 0,-5-8-1 15,2 4 5-15,-1 1-8 0,-1-1 6 0,2 3-9 0,0 0-6 16,-2 1 7-16,-2 1-6 0,-1 0 9 0,0 0-3 16,1 1-4-16,3 1 2 0,-3 1-4 0,4 1 0 15,-1 0 0-15,1 1-1 0,0-1-2 0,1 16 2 16,-1-2 1-16,-2 3 1 0,5 2 5 0,0 0-9 15,0 2 7-15,4-2-7 0,-3 0 9 0,3-1-7 16,-1 3-3-16,-13-2 0 0,5-2 4 0,4-3 12 16,4-6-4-16,0-2 6 0,2-2 3 0,0 0-3 15,0-4 5-15,0 1-5 0,2 0 0 0,-2-4 0 0,3 4-1 16,2-3 0-16,10 8-1 0,5 0-4 0,3-2 3 16,-1-5-4-16,1-3 4 0,-2 0-10 0,-1-1 2 15,0-1-2-15,0-1 5 0,-2-1 1 0,-2-1-2 16,-6 2 1-16,-2 0-3 0,-3 1-22 0,-3 2-12 0,0 0-10 15,3-3-83-15,-2-2-75 0,7 2-21 0,0 1-34 16,-2-3-246-16</inkml:trace>
  <inkml:trace contextRef="#ctx1" brushRef="#br0" timeOffset="70">6438 14263 1279 0,'0'-1'16'0,"0"-1"1"0,-2 0 1 15,1-1-5-15,-1 0-2 0,-1-5-1 0,-2-4 5 16,0 0 0-16,0 1 1 0,2 1-4 0,1 2-8 16,0 1 4-16,1-1-4 0,1 1 13 0,-2-1 7 15,2 1 0-15,0 4 2 0,0-2 2 0,0 3 13 16,0-1-4-16,0 0 8 0,0-2-6 0,-2-2-4 15,1 2 0-15,1 2-2 0,0 1-4 0,0-1-4 16,0 1 3-16,0 1-4 0,-2-3 2 0,0 1-11 0,1 0 1 16,-1 0-5-16,1-1-3 0,-1 3-7 0,0-1-1 15,1 0-1-15,-1 1-2 0,0 1-2 0,1 0 5 16,-1 0-2-16,0 0 1 0,1 1 3 0,-1 1-2 16,0 1 2-16,2-1-3 0,-3 11 0 0,0 5 1 0,-1 2 0 15,3 3 0-15,-1 0 3 0,2-1-3 0,0-2 3 16,0 3-9-16,0 0 7 0,0 2-5 0,0-2 5 15,0 0 5-15,0 2-9 0,0-2 6 0,0 0-6 16,0-3 9-16,0-4-1 0,0 1-1 0,0-4 2 16,0 0 4-16,0-3 2 0,0-2 3 0,0 1-4 15,0-3-10-15,0 1 10 0,0-4-7 0,0-1 9 0,0 1-11 16,0 0 2-16,0 1-15 0,0-1-5 0,0 0-152 16</inkml:trace>
  <inkml:trace contextRef="#ctx1" brushRef="#br0" timeOffset="71">6804 13168 179 0,'0'0'59'0,"0"0"-42"16,0-1 63-16,0-1-23 0,0 0-33 0,0 1-16 16,0-1 2-16,0 0-3 0,0 1 14 0,2-1 20 15,-2 1 6-15,0-1 8 0,0 0 41 0,0 1-12 16,0-1 5-16,0 0-11 0,0 1-9 0,-2-1 2 16,1 0-4-16,-1 1 4 0,1-1-10 0,-1 0-6 15,-1 1-7-15,-1-1 2 0,-1 0-20 0,-3-1 8 16,0 0-7-16,-2 0 6 0,2 1-8 0,-1 0-17 15,3 1 15-15,-1-1-15 0,1 2 11 0,1 0 1 16,-2 0-7-16,0 0 7 0,3 0-3 0,-1 0 0 0,0 0 3 16,0 0-3-16,1 0-7 0,3 0 0 0,-3 0-9 15,1 0 6-15,0 0-16 0,1 0-4 0,1 0 6 16,-1 0-5-16,2 0 5 0,0-2 3 0,2 1 0 0,1-1 2 16,20-3 0-16,8 0-5 0,6 0 3 0,2 0-4 15,6 0 9-15,1 2 2 0,-3-2-2 0,0 0 1 16,-5 0-6-16,1 2 6 0,-1-1-1 0,-8 1 1 15,1 0-12-15,-3-1 6 0,-4 1 1 0,-1-2 4 16,-4 2 17-16,-2 0-3 0,-2-1-2 0,-4 3 0 16,1-1 5-16,-4 0-9 0,-1 1 7 0,-2 1-9 15,-2 0 7-15,0 0-2 0,1-2-4 0,-1 0 3 0,0 1-3 16,-1-1-6-16,0 0 4 0,-1 2-6 0,1 0 1 16,-1 0-28-16,1 0-23 0,0 0-5 0,-2 0-99 15,0 0-92-15,0 0-37 0</inkml:trace>
  <inkml:trace contextRef="#ctx1" brushRef="#br0" timeOffset="72">6879 13329 689 0,'0'0'7'0,"0"0"6"0,0 0 0 0,-2 0-14 0,0-2 7 15,1 2-7-15,-1 0-7 0,-1 0 9 0,0 0-7 16,-2 0 5-16,-7 0 6 0,1 0-5 0,-3 0 11 16,-1 0 36-16,1 0 53 0,-1 2 0 0,0-1 14 15,3 1-15-15,-1 0-3 0,2-1-6 0,-1 1 0 16,-1 0-25-16,3-2-14 0,0 0 1 0,2 0-5 15,1 0-5-15,4 0-13 0,0 0-4 0,-1 0-2 0,1 0-22 16,0 0-3-16,1 0 2 0,0 0-2 0,2 0 13 16,0 0 11-16,2 0-3 0,1 0 5 0,17 0 1 15,13-4 8-15,8-4 1 0,6-2 1 0,5-3-9 16,3-2-11-16,-2 0 1 0,-2 0-4 0,-3 2-4 0,-5 1-1 16,0 3-6-16,-10 0 3 0,0 1-7 0,-7 3 9 15,-1 0-4-15,-4 0 6 0,-1 2-10 0,-5 0 12 16,-2-1-5-16,-3 3 8 0,-2-1-10 0,-5 2 7 15,-1 0-3-15,1-2 6 0,1 1-2 0,-1-1-114 16,-1 0-36-16,-1 1-59 0,1-1-411 0</inkml:trace>
  <inkml:trace contextRef="#ctx1" brushRef="#br0" timeOffset="73">9863 12822 831 0,'-2'0'29'0,"0"0"59"15,1 0-56-15,-3 0-12 0,3 0 5 0,-9 1-5 16,3 1 20-16,-4 3 21 0,3 0 9 0,-7 3 0 15,6-3 5-15,4-2-5 0,-1 1-7 0,3-1 1 16,-1 0-29-16,3 1-9 0,-1-1-7 0,0-2 2 16,1 1-5-16,-1 0 7 0,2-1 1 0,0 1 2 0,2 0 3 15,-1-1-6-15,1 1 3 0,1-2-4 0,1 0-4 16,-1 0 18-16,0 0-3 0,0 0 9 0,1 0 2 0,-1 0-10 16,0 0-3-16,-1 0-3 0,0 0-21 0,-1 0-4 15,1 0-12-15,-2 0-12 0,0 0-181 0</inkml:trace>
  <inkml:trace contextRef="#ctx1" brushRef="#br0" timeOffset="74">8633 12382 25 0,'0'0'7'0,"0"0"17"0,0 0 47 16,0-1 19-16,0-1 25 0,0 0-1 0,0 1-13 15,0-1-2-15,0 0-2 0,0-1-19 0,0 0-8 16,0-1-6-16,0-2 0 0,0-2-21 0,0 4-8 15,0-2 3-15,0-1-6 0,0 0-12 0,0 1 8 0,0 1-10 16,0-2 10-16,0-1-18 0,0 3 10 0,0 0-2 16,-1 0 5-16,1 4-4 0,-4-6-6 0,-1 0 6 15,4 2-4-15,-13 0 5 0,-2 4-4 0,-1-11-3 16,3 6 2-16,-10-1-8 0,1 5 1 0,-3 2 0 16,-4 4 0-16,4 4 0 0,-10 5 4 0,2 0-4 0,0 2 4 15,-4 3-2-15,3 1 0 0,2-1 2 0,4-2 0 16,2-12 6-16,2 17 0 0,2 4-5 0,2 0 2 15,-2 3-6-15,6 1 0 0,1 1 3 0,1 1-4 16,2 2-9-16,-1 4 8 0,3 1-4 0,1 5 6 16,3 0-9-16,1-2-1 0,2 0 2 0,3-4 1 15,-19-1 2-15,8-1 6 0,7-4-7 0,4-5 8 0,1-2-5 16,1-1 1-16,3-4 6 0,1 0-3 0,3-1 5 16,2 0 2-16,0-3-2 0,1 0 2 0,14-2-1 15,2-2 0-15,-1-2-2 0,2-3 2 0,3-2 2 0,2-1 0 16,-1 15-2-16,4-6 1 0,2-7 0 0,-5-5-10 15,-2 0 9-15,-3-4-9 0,-1-1 13 0,1-3-17 16,0-2 5-16,-5 2-11 0,-3-2-38 0,-2 0-78 16,0 0-6-16,-3 0-23 0,0 0-35 0,0 0-103 15,-4 4-50-15</inkml:trace>
  <inkml:trace contextRef="#ctx1" brushRef="#br0" timeOffset="75">9031 13112 1150 0,'0'0'16'16,"-2"-1"-2"-16,1-1-2 0,-1 0 3 0,0 1-9 15,-1-3 5-15,1 4-10 0,-11-10 8 0,5 4-8 16,1 1 7-16,-9-7 10 0,1 4-7 0,2 1 8 15,-7-2-9-15,2 2 12 0,1 4-2 0,-4-1 5 16,1 1 2-16,-3 3 8 0,0 0-2 0,0 2 4 16,-2 3-6-16,3 0 8 0,-1 3-2 0,0 3 3 0,2 1-1 15,1 1-16-15,0-6-1 0,4 14-7 0,1 2-15 16,2 0 1-16,1 1-1 0,2-1 0 0,4 2 1 16,2 1 2-16,3 0-1 0,-16 2 0 0,9-1-3 0,5 1 6 15,3-3 0-15,3 1 3 0,2-4-4 0,3-4 4 16,4 2 2-16,-4-9 1 0,-2 1 2 0,16-1 5 15,-1-1-5-15,3-2 5 0,0-3-10 0,-1 10 8 16,4-5-5-16,-2-5 6 0,-1-3-12 0,4-2 4 16,-1-4-2-16,4-1 2 0,-3-3-7 0,-1-3-63 15,2-4-9-15,-6 0-26 0,5 12-84 0,-3-16-149 16,-7-2-78-16</inkml:trace>
  <inkml:trace contextRef="#ctx1" brushRef="#br0" timeOffset="76">9255 13320 513 0,'0'0'134'0,"0"-1"-141"0,-1-1 152 0,-1-1-69 16,0-6-10-16,-3-7-19 0,2 1 5 0,0-1-9 16,1 1 14-16,1 0 18 0,-1 2-8 0,2-1 8 15,0 5-26-15,0 0-13 0,0 4 2 0,0 0-6 16,0 4 3-16,0-1-7 0,0-1-5 0,0-1-1 0,0 3-18 15,0-1-8-15,0 2 5 0,0 0-5 0,0 2 9 16,0 1 4-16,-2 17 3 0,1 6 2 0,-1 2 16 16,0-1-11-16,2-1 1 0,0 1-5 0,0-1-4 0,0 1-6 15,0-4 3-15,0 1-4 0,0-4-2 0,0 0 8 16,0 0-1-16,2-5 5 0,0 3-4 0,-1-3-125 16,3 0-58-16</inkml:trace>
  <inkml:trace contextRef="#ctx1" brushRef="#br0" timeOffset="77">10239 12230 242 0,'0'-1'64'0,"0"-3"-55"16,-5-20 77-16,0-8-32 0,2 1-14 0,1-1-17 0,1-1-5 15,1 0 0-15,0 4-2 0,0 2 35 0,0 3-13 16,0 4 21-16,0 2 4 0,-2 4 17 0,0 3 0 16,-1-1 1-16,1 6-20 0,-1-1-30 0,0 0 4 15,1 4-13-15,-1-2-6 0,1 2 11 0,-8-5-6 0,0 1 7 16,2 2-8-16,0 2-11 0,0 1 5 0,1 0-7 15,-1 2-6-15,1 0 4 0,0 2-4 0,1 1 5 16,-1 2 10-16,-1 2 3 0,3 16 1 0,-2 3 1 16,2 3-4-16,2 7-1 0,-2-5 2 0,4 7-2 15,-3-3 0-15,-16 1-9 0,7 4 0 0,7-4-2 16,2 4 6-16,3-4-10 0,1 2 3 0,0 0-5 16,0 3 4-16,0 4 3 0,-2 3 0 0,0 5 0 0,-1 1-5 15,0 2 8-15,-2 4 3 0,0-2 1 0,0 3 3 16,0-12 15-16,2-4 1 0,-1-9 6 0,1-8-1 0,1-5-16 15,1-3-3-15,-1-3-2 0,1-1-4 0,1-3-2 16,-2-1-1-16,0-2-1 0,1 0-9 0,1-2 10 16,-2 2-1-16,0-3 7 0,1 1-1 0,-1-3-10 15,0 1 3-15,2-1-4 0,0-3 1 0,0 0-26 16,-1 1-11-16,-1 0-9 0,0-1-61 0,2 0-32 16,0-2-15-16,0 0-19 0,0-2-179 0</inkml:trace>
  <inkml:trace contextRef="#ctx1" brushRef="#br0" timeOffset="78">10128 12215 1059 0,'-1'-1'20'0,"-1"-1"-4"0,-8-13 22 0,-5-8-2 0,14 3-1 15,-11 2-16-15,2 0-10 0,0 5 4 0,5 1-7 16,-1-4-4-16,3 4-2 0,1 1-2 0,-6 1 2 15,3 1 0-15,0 1 2 0,1 0 2 0,3-2 1 16,1 2 9-16,0-2 26 0,1-2-1 0,4 2 9 16,2-1 1-16,-2-1-9 0,18-1 5 0,3 3-7 0,2-1-6 15,2 1-14-15,3 3-4 0,5 2-2 0,-2 2-10 16,2 1 5-16,-5 1-6 0,-3-1 5 0,2-16-7 16,-3 8 3-16,-4 5-2 0,0 3 3 0,-4 2 0 0,-3 2-4 15,2 1 6-15,-5 2-5 0,0 2 7 0,-4-2-6 16,1 1 0-16,-4-1-1 0,0-3 3 0,1 13-3 15,-3-2 6-15,1 0-4 0,-2 0-1 0,0 1 0 16,-2 2-3-16,-1 1 3 0,-1-1 12 0,11 1-6 16,-4 1 5-16,-1 0-6 0,-4 2 10 0,-1 1-9 15,-2 1 6-15,-4-1-6 0,0 2 1 0,-3 0-5 16,-1-1 1-16,-2 3-1 0,-2-4 7 0,-3 1-2 16,12-1 1-16,-22-3-3 0,1 2-5 0,-1-2 4 0,-3 0-3 15,1 1 4-15,1-1-3 0,-4 0 9 0,1 0-7 16,0 0 7-16,0 0-8 0,1 1-4 0,1-1 8 15,-1-2-8-15,2-1 1 0,-1-2 5 0,4 1-5 0,2-3 8 16,1 1 1-16,2-1-3 0,1 1 1 0,-1-4-3 16,3-1 2-16,2-2 2 0,0-4 0 0,1 8 0 15,1-3 0-15,4-3 3 0,1-1-1 0,1 0 1 16,1-2-8-16,3 0 0 0,-1 0 1 0,-1 0 0 16,0 0 1-16,1 0-5 0,0-2 1 0,1 0-2 15,-1 1-4-15,2-1 6 0,0 0-3 0,0 1 3 16,0-1-6-16,2 1 6 0,-1-1 0 0,1 0 3 15,0 1-5-15,-1-1-1 0,1 0 1 0,-1 1-1 0,1-1 4 16,1 0-2-16,-1 1 0 0,0-1-1 0,-1 0 0 16,1 1-4-16,0-1 3 0,-1 0-4 0,1 2 0 15,0 0 8-15,-1 0-3 0,1 0 3 0,0 0-8 0,-1 2 6 16,1 0-7-16,1-1 6 0,0 1-4 0,1 1 6 16,-1 1-2-16,0 4 2 0,6 2-10 0,-1 3 8 15,3 5 1-15,3-3 1 0,0 2-5 0,3 1 3 16,1-2-4-16,0 2 4 0,2 2 0 0,5-3-3 15,1 6 1-15,1-5-2 0,2 0 3 0,-1-1 3 16,0-4 2-16,2 0-1 0,-3 2-6 0,4-2 3 16,-5-1-4-16,2-1 4 0,-3-1-3 0,-2 0 4 15,-1-2 3-15,-4-1-1 0,0 0-7 0,-3-2 7 0,0 0-3 16,-4-2 5-16,3-2-1 0,-5 1 3 0,0 5-6 16,-3-2 5-16,1-2-5 0,-2-1 5 0,0-1 0 15,-4-1 1-15,1 0-1 0,0 0 0 0,-1 0 3 16,3 2-4-16,-1 0-6 0,0-2-63 0,1 0-24 0,-1 0-25 15,0 0-191-15</inkml:trace>
  <inkml:trace contextRef="#ctx1" brushRef="#br0" timeOffset="79">11239 13053 8 0,'0'0'0'0,"0"0"12"16,0 0 132-16,0 0-9 0,0 0 14 0,0-2-43 15,0 0-12-15,0 1-31 0,0-1 4 0,0 1-7 16,0-1-13-16,0 0-24 0,0 1-3 0,0-1-6 15,0 0-1-15,0-1 10 0,0 0 2 0,2 1 1 0,-1 0 5 16,1-1-4-16,0 0 7 0,-1-1-4 0,-1 1 17 16,0 0-1-16,0-2-8 0,2-3 4 0,-2 1-11 0,0 0 7 15,0-1 0-15,0 3-1 0,0 0-20 0,0-3 7 16,0 3-7-16,0 0 6 0,-2-3-12 0,2 3 4 16,-1-2-5-16,-1 4 5 0,0-2-10 0,2 3 3 15,-3-1 1-15,0 1-1 0,-5-4-3 0,-4-1 4 16,-1 2-4-16,0 0 3 0,-1 2-14 0,0 1 13 15,4 2-8-15,-3 0 10 0,3 2-9 0,0 1 3 16,-4 1 3-16,1 1-3 0,-5 1-8 0,7-1 5 16,-3 2-4-16,9-4 5 0,-3 2-1 0,-3 2 7 15,-1 1-7-15,-3-7 6 0,0 13-7 0,4-3-1 0,1 2 7 16,0 1-4-16,0 2 1 0,0 1-2 0,0-1-1 16,2 2 0-16,-2 1 1 0,2 0 0 0,0 3 0 15,1-2 2-15,2 1-6 0,3-1 5 0,-11-2-1 16,5-1 3-16,1-1-9 0,4-3 11 0,3 1-3 0,0-3 10 15,2 1 10-15,1-4 3 0,2 0 0 0,0-1-1 16,10-2-7-16,6-4-2 0,6 3-4 0,1 12 1 16,0-4-4-16,0-6 6 0,-2-4-2 0,-3-2 1 15,5 0-8-15,2-3 0 0,-2-1 3 0,-5 0-2 16,-1-1 0-16,-4 1 2 0,-2-1-3 0,-2 2 3 16,-5 0 3-16,0-1-10 0,-1 1 7 0,-5 3-9 15,2-2-10-15,-1 1-107 0,-1-1-19 0,0 0-45 0,0 1-219 16</inkml:trace>
  <inkml:trace contextRef="#ctx1" brushRef="#br0" timeOffset="80">11487 13297 909 0,'0'0'1'0,"0"0"2"0,0-1-4 0,0-1 0 15,0 0-3-15,0 1-2 0,0-1 6 0,0 0-5 16,0 1 7-16,0-3-2 0,1 1-2 0,1 0 3 16,0-1-2-16,-1 1 17 0,3 0 23 0,-1 0 3 0,-3 1 7 15,5-5 20-15,-3 4-1 0,1-2 3 0,2-2-4 16,-2 1-5-16,0 1-8 0,2-3-2 0,-3 3 0 15,1-2 3-15,-1 2-25 0,0 0 6 0,-1 0-13 16,-1 2-1-16,0 0-6 0,0 1-4 0,0 0-1 16,0-1-8-16,0 0 0 0,-1-1 1 0,-1 3-1 15,0-1 0-15,1 0-3 0,-3 1 0 0,-2-1-1 0,-6 2-3 16,-1 0 5-16,0 2 3 0,0 1-1 0,-1 2-6 16,1 0 7-16,0 2-5 0,0-1 8 0,0 2-6 15,-1 2-1-15,3-5 0 0,-1 10 0 0,1 2 2 0,2-1 1 16,1 2-5-16,3 1 2 0,-1 0 0 0,4 0-1 15,-3-3 3-15,-8 2-2 0,5-1 4 0,3 1-4 16,1-2 3-16,4 3-3 0,0-6 10 0,0 0-9 16,2-1 7-16,0-6-7 0,1 2 13 0,2-1-1 15,-2 0 1-15,12-4-1 0,2 2-1 0,-3-3 0 16,3 9-2-16,3-1 2 0,-2-3 0 0,3-2 4 16,1-4-5-16,-1-1 4 0,1-1-8 0,-4-3 1 15,-2-1-4-15,3 2 1 0,-6 0-3 0,2-2-1 0,-2 0 5 16,-3 0-7-16,3-2-34 0,-3 1-62 0,5-4-3 15,-5 3-23-15,1-1-54 0,-1 1-76 0,-5 4-28 16</inkml:trace>
  <inkml:trace contextRef="#ctx1" brushRef="#br0" timeOffset="81">11970 13424 921 0,'-1'0'97'0,"-1"-1"203"0,0 1-263 15,-8-4-10-15,1 1-2 0,5 1-5 0,1 1-13 16,0-2-2-16,-1-1 0 0,3 1 0 0,-3-2-5 0,1-3 2 16,0-4 0-16,1-1 1 0,2 0 1 0,0 0 0 15,0 1-3-15,0 0 4 0,0 1 14 0,2 1 25 16,-1-2 0-16,1 4 6 0,0-2-8 0,-1 0-9 15,-1 0 0-15,0 2-2 0,0 2-4 0,0-1 2 16,0 0-8-16,0 4 5 0,0-2-22 0,0 2 8 16,0 1-1-16,0 0 3 0,0 1-6 0,-1-3-10 15,-1 1 2-15,0 0-3 0,1 1 7 0,1 1-7 16,0-1-4-16,-2 0 1 0,2 1 9 0,-1 1-13 0,-1 0 10 16,0 1-14-16,1 1 14 0,-1 3 4 0,-5 13 1 15,2 0 0-15,2 0-3 0,0 2-2 0,-1-2-3 16,1 2 2-16,0-2-3 0,1 5 3 0,1-1 1 15,-3 4 0-15,1 2-4 0,1-3 5 0,1 3-1 0,-1-1 2 16,0-1 3-16,2 5-6 0,0 1 1 0,4-4-2 16,-3 0 2-16,-1-5 5 0,0-1-1 0,0-3 3 15,2 1-8-15,-2 0 7 0,0-5-4 0,0 0 8 16,0-2 4-16,0-3 14 0,0 0-1 0,0-2 2 16,0-1-24-16,0-1 2 0,0-1 0 0,0-1 1 15,0-3-2-15,0 3-4 0,0-3-37 0,0 1-8 16,2 1-306-16</inkml:trace>
  <inkml:trace contextRef="#ctx1" brushRef="#br0" timeOffset="82">7869 5017 31 0,'0'0'55'0,"0"0"7"16,0 0 58-16,0 0 11 0,0-2-16 0,0 0-20 15,-2 1-11-15,1-1 2 0,-1 0-1 0,0 1-9 16,1-1-25-16,-1-1-6 0,0-1-5 0,2 1-11 0,-1-5-6 16,-1 1 14-16,1 2-10 0,1 0 31 0,0 0-8 15,0 0 2-15,-2-3-5 0,2 5 2 0,-2-4-2 16,1 1-3-16,-1 2-1 0,0 1-12 0,1 0-18 15,-1-1-3-15,0 1-5 0,1 2-6 0,-1-1 5 16,0 0-1-16,-1 2 1 0,0 0-10 0,1 0 10 16,-8 0 1-16,4 0 3 0,-3 2 0 0,3 0-8 15,-3 1 0-15,-4 3-2 0,2 1 3 0,2-2 4 16,1 2-5-16,-2 9 5 0,-1-1-2 0,-6 5 5 0,1-2-1 16,-1 3 1-16,-4 1-3 0,3-1 2 0,1 2-3 15,2-1 1-15,4 1-6 0,-2-3 4 0,3-2 1 16,1-1 1-16,-1-1-1 0,7-3 5 0,0 1-1 15,1-1 2-15,-8 0-4 0,5-3 3 0,2-2-1 0,1-1 1 16,2-4-3-16,0 2-6 0,0 2 6 0,0-4-4 16,0 0 12-16,0 0-14 0,0 1 4 0,0-3-5 15,2 3 6-15,-2-3 3 0,5 3-2 0,7-3 1 16,1 1-4-16,-5 5 0 0,2-1-3 0,-7-4 1 16,-1-2-4-16,3 2 9 0,0-1-2 0,0 1 4 15,1-1-6-15,-1 1 10 0,-1-2-7 0,1 0 2 0,-2 0-37 16,2 0-43-16,0 0-12 0,1 0-12 0,-1 0-68 15,0 0-107-15,4-2-46 0</inkml:trace>
  <inkml:trace contextRef="#ctx1" brushRef="#br0" timeOffset="83">7853 5010 293 0,'0'0'13'0,"0"0"59"0,0 0 23 0,-2-2 18 0,0 1 53 16,1-1-76-16,-1-1 10 0,0-1-33 0,-1-4 6 16,0 2-14-16,-2-6-3 0,3 5-3 0,-1-1-8 15,-1 2 8-15,3 1-4 0,-1 0 4 0,1 0-17 0,-1 1-7 16,0 1-1-16,1 0-4 0,-1-1-17 0,-1 3 4 15,-1-1-4-15,1 1 4 0,0-1-15 0,-2 2 5 16,-4 2 1-16,3 1 4 0,1 0 3 0,-2 12-3 16,1 11-2-16,-3-2 0 0,3 0-3 0,-2 3 6 15,-1-1-3-15,6 4 2 0,-4-2-6 0,6 0 1 16,-4 0 3-16,-12-1-1 0,7-4-1 0,2-2 3 16,3 1-5-16,2-3 5 0,1 3 2 0,2-6-3 15,0-1 3-15,0-5-3 0,0-2 8 0,0-3 7 0,0-1 5 16,0-1-1-16,2 0 10 0,0 1 17 0,-1-3-7 15,1 1 11-15,0 0-7 0,-1-2-26 0,1 0 4 16,0-2-12-16,-1-1-4 0,7-14-1 0,1-6 1 16,-1-3-1-16,-1 1-2 0,-3-3-3 0,1 0-3 0,-1 0 1 15,1-2 6-15,0 2-3 0,0 1 5 0,-2-2-5 16,-1 1 1-16,-1-1-6 0,-1 3-1 0,0 3-2 16,0 5 9-16,0 1-3 0,0 7-1 0,0 2 0 15,0 0-4-15,0 6-3 0,0-1 0 0,-1 0 0 16,-1 1 3-16,0 2 0 0,1 0-1 0,-1 2 1 15,-1 9 1-15,-6 25-2 0,3-3 3 0,1 4-5 16,2-1 5-16,-2 2 3 0,-2 2-2 0,2-1 3 0,0 1-3 16,2-2 1-16,-1-2 0 0,3 1 1 0,-1-6-2 15,1-3-2-15,-1-1 3 0,0-6-3 0,1 0 3 16,-1-6 5-16,0 4-2 0,1-5 5 0,1-5-2 0,0-3 2 16,0-4 3-16,0 1 0 0,0 0 19 0,0-1-5 15,0 0 3-15,0-1-4 0,0-1-9 0,0 0-9 16,0-1-1-16,0-3-2 0,0-14 9 0,0-6-7 15,0-6-1-15,-2-2-2 0,2 1-4 0,0 0 2 16,0-1 2-16,2 1 0 0,-1 0-3 0,-1-1 6 16,0 2-7-16,0 2 7 0,0 0-5 0,0 4-4 15,0 0 3-15,0 5-4 0,0 0 8 0,0 6-8 0,0 2 4 16,0 1-5-16,0 5 6 0,0 3-4 16,0-1 0-16,0 0-3 0,0 1-7 0,0 2 13 0,0 0-5 15,0 2 8-15,0 1 1 0,-1 18-4 0,-3 12-3 16,-1 4 0-16,-1 2-1 0,-2 1 4 0,1 1 5 15,-1 2-3-15,-1-3-2 0,1-2 0 0,0-4-2 0,1-5 2 16,1 0 3-16,2-9-5 0,1-2 2 0,1-5-4 16,1-3 5-16,1-3 1 0,0-2 3 0,0-2-2 15,0 1 3-15,0-1 1 0,0-2-2 0,0 1 4 16,0 0 8-16,0-2-3 0,0-2-4 0,0 0-1 16,1-9-7-16,3-19 3 0,-1-3 2 0,0-3-1 15,1-2-4-15,-3-3 3 0,-1-1-5 0,2 3 3 0,0-1-6 16,-1 5 1-16,1 2 4 0,0 5-2 0,-1 2 5 15,1 3-5-15,1 3 0 0,-1 5-2 0,-1 2 0 16,-1 6 2-16,0 2-4 0,0 2 4 0,0 0-6 0,0 1 3 16,0 0-1-16,0 2 1 0,0 0-4 0,0 2 8 15,0 1-1-15,0 15 5 0,0 6-7 0,0 0-1 16,-1-1 3-16,-4 2 0 0,0-2 9 0,-2-1-8 16,-1-1 1-16,1-1-3 0,1 0 0 0,1-4 5 15,0 1-4-15,2-1-3 0,-1-2-80 0,3-1-158 16,1 0-63-16</inkml:trace>
  <inkml:trace contextRef="#ctx1" brushRef="#br0" timeOffset="84">3769 6303 256 0,'0'0'-16'16,"0"0"32"-16,0 0 59 0,0 0 23 0,0 0 37 0,0 0-2 16,-1 0-57-16,-1 0 4 0,0-2-9 0,1 1 1 15,-1-1-13-15,0 1 1 0,1-1-5 0,-2 0-1 16,-1 1-8-16,1-1-3 0,-14-5-1 0,4 2-5 15,2 2-5-15,-1 0-1 0,5 1-3 0,-2 0-11 0,-3 1 12 16,0-1-1-16,6 0 5 0,-2 1-7 0,-1-1-1 16,1 2-1-16,-3 0 1 0,2 0 0 0,3 0 4 15,-1 0-3-15,4 0 4 0,0 0 3 0,-1 0-14 16,-2 0 0-16,1 0-7 0,3 0-3 0,-1 0-3 16,-1 0 11-16,3 0-8 0,-1 0 9 0,0 0-9 15,1 0 0-15,-1 0-1 0,1 0-1 0,1 0-2 16,0 0 0-16,0 0 1 0,0 0 3 0,1 0-11 15,2 0 0-15,4 0-4 0,16-1 9 0,-1-1-4 0,1 2 0 16,3 0-2-16,-3 0 5 0,0 2-4 0,-1-1 2 16,-1 1-3-16,2-1 4 0,2 1-1 0,2 0 0 15,1-1-1-15,1 1 1 0,1 0-1 0,1-1-2 16,7-1-1-16,-5 0-2 0,7 0 10 0,5-1-2 16,-6-3 5-16,4 3-8 0,-2-3 4 0,-6 1-3 0,0 0 5 15,-4 1-6-15,-3 1 4 0,-5-1-3 0,2-1 2 16,-2-1-10-16,-2 3 7 0,1-1 2 0,-2 2 2 15,0 0 0-15,-2 0 3 0,0 2-6 0,-2-1 3 16,2 1-9-16,-1 0 9 0,1-2-2 0,-1 0 5 16,-3 0-9-16,-2 0 6 0,1 0-2 0,-1 0 4 15,-4 0-3-15,4 0 4 0,-6 0 0 0,7 0 1 0,-1 0-6 16,-4 0 1-16,0 0 1 0,-3 0 2 0,-3 0 7 16,1 0-3-16,1 0 4 0,-3 0-4 0,4 0 3 0,-3 0-1 15,3 0-5-15,-3 0 3 0,-1 0-6 0,2 0 2 16,1 0 3-16,-1 0-1 0,-1 0 1 0,-1 0 4 15,1 0-8-15,0 0 7 0,-1-2-7 0,1 0 3 16,0 1 4-16,-1-1-4 0,-1 0-6 0,0 1 8 16,0-1-7-16,0-1 6 0,0-1-5 0,0 0 2 15,-3-10-1-15,0 1 2 0,1 0-2 0,-1-4 1 16,-1 1-3-16,3 1 2 0,-1-3-5 0,0 0 6 16,1 3 0-16,-1 2 2 0,1-2-7 0,1 3 9 0,-2-1-5 15,0 1 5-15,1 4-7 0,-1 0 0 0,0 0 4 16,2 3-4-16,-1-2 3 0,-1 0 0 0,2 4-4 15,0-2 2-15,0 2-7 0,0 0 6 0,0-2 1 16,0 1 1-16,0 1-10 0,0 0 6 0,0 1-3 16,0 0 4-16,0 1-1 0,0-1-2 0,0-1 1 0,0 0-1 15,0 1-2-15,0 0 5 0,2 1-1 0,-1-1 2 16,1 2-2-16,0 0-5 0,-1 2 7 0,1-1-6 16,1 1 6-16,-1 1 0 0,11 15-2 0,0 4 2 15,-1-1-2-15,-1 1-2 0,3 4 0 0,-3-3 0 16,-1 2 7-16,0 0-6 0,-2-7 2 0,0 3-3 15,1 3 0-15,-1-5 4 0,-1 1-2 0,2 3 2 16,-2-6-2-16,0-2 0 0,1 3-1 0,-3-7 1 0,0-1-3 16,0-1 4-16,0-1 1 0,-4-5 0 0,1 0-2 15,0 1 1-15,1-1-1 0,0 0 1 0,1 1 3 16,-1-1-3-16,0-1 6 0,0-1-6 0,1 1 6 0,-1 0-2 16,-1-2 0-16,1 0 1 0,-1 0-4 0,-1-2 4 15,3 0 1-15,-1-1 1 0,5-10-4 0,0-7 5 16,-1 0-9-16,-2 0 8 0,-2-1-7 0,2-6 1 15,-2-1 4-15,2 0-4 0,-1-3-2 0,-1 3 0 16,-1 3 1-16,-1 0 1 0,1 2-2 0,0 3-2 16,-1 4 2-16,1 4 1 0,0 2 1 0,-2 5-4 15,0 0-4-15,0 4 2 0,1-3 0 0,1 1 1 16,0 2-1-16,-1-1 2 0,1 2 3 0,1 2-1 0,0-1 3 16,2 7-3-16,9 21 5 0,-4 2-5 0,-2 0 0 15,-3 2-1-15,-2-1 1 0,0-3 2 0,2 3-2 16,-1-6 2-16,1-1-3 0,-2-7-4 0,0 0 2 15,0 0-1-15,-1-4 4 0,1-1 3 0,-1-5-1 0,0-1 2 16,-1-1-6-16,-1-2 1 0,4 2 1 0,-3-2 0 16,1-1 10-16,0 0-6 0,-1-1 3 0,1-1-2 15,1 1 16-15,0-2-7 0,1 0 1 0,-1 0-4 16,0-2-6-16,-1 1-4 0,0-2 5 0,1-4-5 16,4-6 3-16,-2 1-1 0,-2 1-2 0,0-1 3 15,0-3-3-15,-1 2-1 0,0 1 0 0,-1 2 0 0,-1 4-2 16,2-2 5-16,-2 1-6 0,2 0 6 0,-2 2-8 15,0 4 3-15,0-2 3 0,0 1-1 0,0 0-1 16,1-3 0-16,-1 4-3 0,2-3 3 0,1 1 1 0,1 0 0 16,-1 1 0-16,7-5-1 0,3 1-7 0,2 1 4 15,0 0 0-15,0 2 3 0,1-1 7 0,4 3-6 16,0-1 4-16,1 2-5 0,2 0-3 0,2-2 4 16,1 1-3-16,-1 1 3 0,3 0 0 0,0 0-4 15,5 0 3-15,0 0-5 0,4 0 4 0,-1 0-1 16,-5-2 1-16,1 0 0 0,-3-1 3 0,1-2-1 15,-2 2 0-15,3-2 0 0,-1 0 0 0,0 0 0 16,1 0 2-16,-1-2-2 0,0 1-4 0,-1 1 9 16,1-2-3-16,-4 2 6 0,-4 0-9 0,-1 0 2 15,-1 0 0-15,0 0 2 0,-4 1-3 0,-2 0-2 0,-4 1 1 16,-2 0-2-16,2-2 8 0,-5 3-5 0,0 0 4 16,3-3-5-16,-6 5 1 0,4-3 0 0,-3 1 2 0,1 1 0 15,1-2 1-15,-4 3-3 0,3-4 2 0,-3 1 0 16,1 0 4-16,-2 1-1 0,2-1-4 0,-2 1 3 15,0 0-1-15,1-1-2 0,1 0 0 0,0-1-1 16,-1 1 2-16,1 0-2 0,0 0 3 0,-1-1-4 16,-1 1 0-16,0 1 0 0,0-1 1 0,0 0 0 15,0-1 4-15,0 1-4 0,0 0-3 0,0-1 1 16,0 1 6-16,0 0-3 0,0 1 1 0,0-3-2 16,0-3 0-16,2 0 1 0,-1-4 2 0,-1 1 0 0,0-1 1 15,0-3 8-15,0 0 0 0,0 0 2 0,0-3 6 16,0 0-2-16,-1-3-3 0,-1-2 0 0,1-1-11 0,-3-2 1 15,1-5 1-15,0-6 0 0,-2-4 0 0,1-2-5 16,4-2 1-16,-1-1-2 0,-4 0 4 0,0-4-4 16,0 3 5-16,2 0-5 0,3 4 0 0,0 2 0 15,-2 3-2-15,0 3 2 0,1 4-1 0,-1 1 0 16,2 2 1-16,0 3 0 0,2-1 2 0,-2 0-1 16,-2 1-1-16,-3-3 0 0,0 5 0 0,0 1 3 15,0-3-3-15,2 6 3 0,-2-5-4 0,0 1 1 16,0 5 1-16,0-3 0 0,2 3-6 0,-1-1 5 15,1 1-4-15,0 3 4 0,1 2 1 0,1 3-2 0,1 4 1 16,0-1 0-16,0 0 4 0,0 2-4 0,0 0-1 16,0 4-2-16,0-1-2 0,-2-1 5 0,0 0-1 15,2 1 1-15,0 0 1 0,0 1-4 0,-1 1 4 0,-1 0-4 16,0 1 6-16,2 1-3 0,0 1 0 0,-3 19-1 16,1 1 2-16,2-2-6 0,0 4 3 0,2 0-3 15,0-2 10-15,1 0-7 0,0 0 1 0,2-1-4 16,2-3 9-16,-1-2-3 0,-1-4 2 0,0-1-3 15,2-1 0-15,-1-1-3 0,-2-3 3 0,9-4-3 16,-1 5 3-16,-1-1-3 0,4 0 3 0,0-4-3 16,3-3 3-16,-2-2 3 0,-1-1-2 0,-3-2 4 0,-6 2-5 15,1-19 6-15,-2-1-5 0,2 3 5 0,-1 0-6 16,-4-3 0-16,0 2 2 0,12-4 0 0,-5 2 4 16,-6 3 0-16,-3 0-3 0,-2 4 2 0,-1 4-4 15,0 4 0-15,-1 1 5 0,1 4-3 0,-8-5-2 0,-1 3-6 16,0 3-1-16,-2 2-6 0,2 5-57 0,-1 5-104 15,5 12-18-15,4 16-35 0,-2 6-146 0</inkml:trace>
  <inkml:trace contextRef="#ctx1" brushRef="#br0" timeOffset="85">7524 5961 191 0,'-2'0'10'0,"1"0"26"0,-1 0-11 0,0 0 61 0,1 2-5 16,-1 0 22-16,1-1-1 0,-1 1 11 0,0 0 0 16,1-1 1-16,-1 1-18 0,0-1 9 0,1 1 0 15,-1 0 5-15,0-1 1 0,1 1-30 0,-1-2 4 0,0 0-12 16,1 0-4-16,-1 0-26 0,0 0 1 0,2 0-10 15,0 0-9-15,0 0-2 0,0 0-3 0,0 0 3 16,0 0 0-16,0 0-1 0,0 0 5 0,-1 0-6 16,1 0-2-16,0-2 7 0,-2 1-4 0,0-1 7 15,2 0-2-15,0 1-1 0,0-1 5 0,0 1-3 16,0-1 4-16,0-1-1 0,0-2-2 0,0-10 1 0,0-3-2 16,0-2-5-16,4-3 0 0,1-2-1 0,0 0-1 15,0-3-6-15,-2-5 1 0,0 0-3 0,-3-10-3 16,0 0 0-16,0-5-2 0,2-5 1 0,0 2-6 15,-1-2-2-15,1 2 3 0,-2 3-2 0,0 5 6 0,0 2-10 16,0 3 2-16,0 5-5 0,0 2 5 0,0 3 2 16,0 1 0-16,0 2 1 0,0-1-4 0,-2-1 1 15,-3 1 0-15,0 0 1 0,0 1 8 0,2 2-7 16,0 0 0-16,-1-1-2 0,3 6 0 0,-1 2-1 16,0 1 3-16,1 2-2 0,1-2-3 0,0 0-1 15,0 5 1-15,0 0 0 0,0 2 10 0,0 1-9 16,0 2 3-16,0 4-4 0,0-3 4 0,0 1-3 15,0 1-1-15,0 1 0 0,0-1 3 0,0 1-2 0,0-1 1 16,0 2 0-16,0 0-2 0,0 2 3 0,0 1-1 16,1 8 1-16,1 9 0 0,1 8-2 0,1-3 3 15,-3 0-4-15,4 6-2 0,-1-8 9 0,1 4-6 16,0-4 6-16,-1 0-4 0,3-3 2 0,0 0-2 0,-1-4 1 16,1 1-6-16,-1-4 5 0,1 0-1 0,1-1 1 15,-1-2-1-15,-4-2 2 0,12-2-3 0,-7-2 2 16,6-3-4-16,-3 8 4 0,-4-6 2 0,4 2 1 15,-4-3 3-15,6-1-2 0,0-1 0 0,-1-1-2 16,-1-4 3-16,-2 0-2 0,1 1 3 0,-2-16-2 16,-3 1 3-16,-2-4 3 0,-1 1-4 0,3-4 3 0,-4 1-9 15,16 0 5-15,-6-5 0 0,-6 4 2 0,-3-2-11 16,0-2 7-16,-2 2-3 0,-2 3 5 0,0 1-5 16,-1 4 0-16,0 3 0 0,-1 4 0 0,1 0 10 0,0 5-4 15,-1-1 2-15,3 4-4 0,-1 2-9 0,2 1 7 16,-8-4-2-16,-5-1 4 0,0 4-6 0,-4 3 0 15,1 2-1-15,-1 4 3 0,5 1 5 0,-4 1-6 16,6 12 1-16,0 1-3 0,-5-3-1 0,7 4 2 16,-2 1-2-16,5 0 2 0,0-5-2 0,4 0 4 15,-3-1 0-15,3-2 2 0,-13 3-3 0,6-1-3 16,3-1 0-16,4-1 0 0,1-4 4 0,0-1-3 16,1 0-2-16,1-1 0 0,0-3-3 0,1 1 6 0,-2-4 0 15,3 0 2-15,16-1-4 0,-7 8 3 0,5 0-1 16,0-4 1-16,-1-4 0 0,-1-2 0 0,1-2 3 15,1-3-1-15,0-3 5 0,-2-2 0 0,3 5-3 16,-6-19 3-16,-3 0-2 0,1-4 0 0,-1 0 1 16,-2-1 0-16,2-3 1 0,-6 4 1 0,-3-2-4 0,16 2 3 15,-9 2-6-15,-5 3 9 0,-3 5-4 0,0 4 5 16,-1 3-10-16,-1 6 8 0,0 2-2 0,-1-1 2 16,-2 1-5-16,-15-4-3 0,-4 7 0 0,-1 9-1 15,0 6-3-15,-3 6 3 0,-2 17 1 0,4 5-1 16,-1-5 0-16,6-5-1 0,8-5 0 0,5-5 0 15,4-1-9-15,-6-8 10 0,2 3-6 0,5-7 7 16,3-2-14-16,0-1 8 0,0-2-6 0,0-4 7 0,3 1-3 16,20 11 9-16,-1-6-2 0,-3-6 3 0,5-2 0 15,0-4 5-15,-1-3 1 0,2-6 0 0,-5 3-5 0,-4 6 3 16,-1-17 1-16,-1-1 1 0,-3-2 4 0,-3 4-4 16,-3-4-1-16,-1 5 1 0,10-1 2 0,-4 0 0 15,-6 2 0-15,-4 3 0 0,0 3 1 0,-4 3 1 16,1 1 0-16,3 8-1 0,-16-11-13 0,-9 2 5 15,-2 7-3-15,4 3 5 0,-1 7-9 0,-1 4-124 16,2 4-11-16,-2-2-53 0,5 22-161 0</inkml:trace>
  <inkml:trace contextRef="#ctx1" brushRef="#br0" timeOffset="86">5879 4217 138 0,'0'0'70'16,"0"0"-14"-16,0-1 51 0,-2-1 9 0,0-1-20 0,1-1-35 15,-8-14 16-15,1 0-1 0,2-2 5 0,-1 0-8 16,0 1 2-16,1-3-9 0,-1 1 6 0,4 1-14 16,0 2-12-16,-1 0 3 0,1 3-6 0,0 0 4 15,1 5-5-15,0 0 6 0,1 2-7 0,1 3-1 0,0-2-5 16,0 4 2-16,0 1-2 0,-2-1 2 0,0 0-18 16,1 1-7-16,-1 0-1 0,0 1-9 0,1-1 6 15,-1 2-3-15,0 0 2 0,1 2-10 0,-1-1 6 16,1 1-2-16,1 0 3 0,-5 12-5 0,-2 8 1 15,2-4 0-15,2 2 1 0,-1 0 7 0,1 0-8 16,0-1 4-16,1 4-5 0,1 1 4 0,-1 0 3 16,0 3-6-16,1-1 4 0,1-1-7 0,0 0 3 15,0 0-1-15,0 1 1 0,0 0-7 0,0 2 7 0,0 2 1 16,0 0 3-16,0 3 3 0,0 2-8 0,0-1 1 16,0 1-5-16,0-2 4 0,0-2 68 0,-2-3-18 15,2 1 33-15,-2-3-46 0,2-5-19 0,-3 1 2 16,1-7-5-16,1-4 9 0,-1-1 2 0,0 2 0 0,2-6 2 15,0-1 5-15,0-3-4 0,-1 1-5 0,-1 1 0 16,2-1-5-16,0-1-10 0,0-1 5 0,-2 1-7 16,1-2 0-16,-1 0-3 0,0-2-1 0,1 1-2 15,-1-1-14-15,2-1-75 0,-8-19-9 0,3 1-30 16,2-7-101-16,3 1-179 0,0 1-59 0</inkml:trace>
  <inkml:trace contextRef="#ctx1" brushRef="#br0" timeOffset="87">5732 4001 799 0,'0'-2'164'0,"-2"1"-244"16,0-1 196-16,2 0-116 0,-3-6 1 0,1 1 22 16,1 1 8-16,-1 1 6 0,1-3 46 0,1 1-5 15,0 0 4-15,-2-1-8 0,2 3-15 0,0 0-15 16,0-1 4-16,0-1-8 0,0 4 1 0,0-5-4 0,0 4 1 15,0-1-3-15,0 0-8 0,0 4-10 0,0-4 5 16,0 3-5-16,0-1 8 0,0-1-13 0,0 1 1 16,0 0-3-16,2-2 4 0,-1 2-10 0,1-2 0 15,-1 1-1-15,16-1 6 0,6 2-5 0,5-2-2 0,0 2-1 16,2-1-1-16,3 0 1 0,3 2 0 0,4-20 1 16,4 13-3-16,4 7-3 0,3 2 4 0,4 5-2 15,-2 1 3-15,8 3 1 0,-8-1-2 0,-2 2 2 16,0-2-6-16,-7-1 7 0,4-1-8 0,2-1 7 15,1-1-13-15,5-3 11 0,2-1 0 0,10-3 3 16,3-2-4-16,-2-3 1 0,0-1 0 0,-9 0 0 16,-4-3 2-16,-4-1 10 0,3-2-3 0,1 0 4 15,2 0-13-15,3 2 8 0,5 1-7 0,0 2 6 0,0 1-10 16,-3 0 6-16,-7 3 1 0,-3 1 0 0,-6 1-3 16,-5 3 3-16,-4-1-4 0,-2 2 4 0,0 0-2 0,-1 0-2 15,-4 0 4-15,1 0-4 0,-4 0 5 0,5 0-7 16,-9 2 5-16,5-2-5 0,0 0 12 0,-11 0-10 15,10 0 3-15,-6 0-4 0,-9 0 6 0,7 0 0 16,-9 0-3-16,1 0 2 0,3-2 2 0,-7 2-2 16,4-1 1-16,1-1 0 0,-5 0 8 0,0 1-6 15,-6 1 9-15,0 0-8 0,1 0 5 0,0 0 1 16,1 0-4-16,-1 0 4 0,-1 0 3 0,-1 0-10 16,1 0 1-16,0 0-5 0,-1 0 4 0,-1 0-3 15,0 0 3-15,0 0-3 0,0 0 9 0,0 0-7 0,-1 0 3 16,-1 1-6-16,0 1 4 0,1 0-6 0,-1-1 5 15,0 1-5-15,-1-1 3 0,1 1-6 0,1 1 0 16,-1 1-2-16,0-1 8 0,-4 10-4 0,-1 2 2 16,2 2-3-16,2 2-1 0,3 3 2 0,0 1-2 0,2 3 1 15,1-1-7-15,0 2 5 0,2 1-1 0,0-2 3 16,0 2 4-16,2 2 3 0,-1 0-6 0,1 4 3 16,-1 1-8-16,-1 0 6 0,-1 1-1 0,-3-3 2 15,-1 0 1-15,-1 0-7 0,-3 0 5 0,-2 2-5 16,1 1 6-16,-2 1 2 0,1-3-1 0,-1-1 0 15,2-1-4-15,0-4 4 0,0-5-4 0,2 0 5 0,1-5-1 16,2-5 1-16,0-1-1 0,0-6 1 0,0 1 7 16,0-4 23-16,0-1-3 0,0 1 6 0,0-1-21 15,0 0-3-15,0-1-2 0,0 3 1 0,0-1-6 0,0-1 0 16,0-1 3-16,0 1-2 0,0-2 1 0,0 0-2 16,0 0 0-16,0 0 1 0,-1 0-1 0,-1-2 1 15,-1 1-7-15,-1-1 6 0,-12-1-9 0,3-7 5 16,-6-2 2-16,1-1 1 0,7 0-7 0,-6-1 4 15,7 3-1-15,-3-1 2 0,0 1-2 0,0 1 0 16,-2 0-4-16,0 0 3 0,2 0-2 0,3 2-1 16,0 0 3-16,3 1-2 0,1 2 6 0,-1 0-6 15,4 2 1-15,0-2-3 0,3 3 3 0,-2-1 0 16,0 0-2-16,2 1 1 0,0 0 1 0,0 1-1 0,0-1 1 16,0 0-2-16,-1-1 3 0,-1 0-4 0,2-1 4 15,0 3-6-15,0-1 1 0,2 1 8 0,-1-1-6 16,1 2 6-16,0 0-3 0,1 0-5 0,-1 0 5 0,9 5-3 15,-1 1 2-15,-2 1-1 0,1 13-1 0,-1 1 0 16,0 1 1-16,5 3 2 0,-3-4-3 0,-3 0 3 16,1 4 7-16,-3-2-7 0,3 2 4 0,2 2-6 15,3-1 2-15,-4-5-1 0,-1 3-2 0,-2-5 1 16,1-2 2-16,1 1 1 0,-3-1 2 0,-2-4-1 16,4 2-2-16,-2-2 3 0,2-2-4 0,-1 1 2 15,-2-2 2-15,-1-2-4 0,0-1 5 0,2-2-6 0,0 0 4 16,-2-4 4-16,1 1-1 0,1 1 8 0,-4-3 64 15,4 4-27-15,-3-4 17 0,1 1-27 0,0 1-19 16,1-2-5-16,-1-2-3 0,0 1 1 0,1-3-2 0,1-19-7 16,0-8 1-16,1 1-3 0,4 0-3 0,-2-4 2 15,4 6-3-15,1-2 2 0,-3 0-4 0,0 7 4 16,-2 3-1-16,0 4 3 0,2 2-3 0,-1 3 0 16,-1-1 1-16,-2 2-1 0,-1 2 3 0,-1 2 1 15,1-1-1-15,-4 4 0 0,1 1-7 0,0 0 9 16,1-1-2-16,0 0 6 0,0-1 0 0,1 1-9 15,-3 2 0-15,1-1-10 0,0 0-67 0,-1 1-114 0,-1-1-15 16,0 2-39-16,-1 0-139 0</inkml:trace>
  <inkml:trace contextRef="#ctx1" brushRef="#br0" timeOffset="88">5486 4742 222 0,'0'0'42'0,"1"-1"69"0,1-1-38 0,0-1-2 0,-1 0 18 16,4-11-8-16,-1 4 48 0,1-3-19 0,-2 0 0 15,-1 0-7-15,-1 0-6 0,-1 1-15 0,0 0-1 16,0 3-8-16,0 0-19 0,0 3-12 0,0 1 4 16,0 1-6-16,0 1 3 0,0 1-16 0,0-1-2 15,0 0-5-15,0 0-14 0,0 1-3 0,0 0-3 0,0 1 0 16,2 1 0-16,0 0 6 0,1 1-4 0,2 3 5 16,6 1-9-16,3 16 2 0,0 4 1 0,-2 0 0 15,-2-6-7-15,3 6 6 0,0-2-3 0,2-3 5 16,0 5 4-16,3-5-7 0,-5 3 2 0,2 2-3 15,0-2 2-15,-2-4 5 0,0 3-2 0,-1-6 5 0,0 3-5 16,1-1 5-16,0-3-1 0,0 0 5 0,-1-4 32 16,-2-3 19-16,-2-1 1 0,0-2 3 0,0-3-9 15,-1 3 10-15,0-1 2 0,-1 0 2 0,1-3 2 16,-1-1-18-16,1-1 1 0,0-3-8 0,-1-5-8 0,-1-26-15 16,2-1 0-16,-1-4-6 0,1-1-3 0,-2 1 1 15,1 2 2-15,-2 0-1 0,1 2-5 0,-4 3-8 16,19 0-5-16,-10 5 2 0,-3 3-1 0,-4 3 0 15,0 3 1-15,-1 0-2 0,0 6 4 0,-2 0-11 16,0 1-8-16,0 4-16 0,0 0-153 0,0 5-230 16,0-1-195-16</inkml:trace>
  <inkml:trace contextRef="#ctx1" brushRef="#br0" timeOffset="89">6738 2886 425 0,'0'-1'86'0,"0"-1"-92"16,0 0 107-16,-4-23-49 0,0 1 24 0,3 1-7 15,-4-7 5-15,0 0-4 0,0-1 7 0,0-2-8 16,0 8 2-16,-2-10-4 0,2 7-2 0,0 0-5 16,-3-3 0-16,3 11-2 0,0-2-1 0,0 4-6 0,0 0-5 15,2 3 0-15,0 4-9 0,1-1-7 0,0 4 2 16,2 3-4-16,0 0-9 0,-1 2-12 0,-1-1 2 16,0 3-4-16,2-1-4 0,0 2 4 0,0 0-6 0,0 2 5 15,-1 8 1-15,-3 23-8 0,3 6 3 0,-1 4-4 16,1 2 7-16,-1 3 1 0,-1 3-1 0,-1-2 0 15,1 3-8-15,-2-1 1 0,0 0 4 0,0 4 0 16,0 1 4-16,0 5-3 0,0-3-3 0,2-1 1 16,-2 1-3-16,2-7 13 0,-1-3 0 0,1-6 5 15,0-9-6-15,-1-4 10 0,3-6-4 0,-1-3 6 16,1-3-4-16,-1-6 1 0,0 1-3 0,2-7 1 0,0 0-11 16,0 0 9-16,0-4-4 0,-1 3 5 0,-1-1-9 15,0-1 3-15,1-1-8 0,-1 1 4 0,0 0-13 16,1-2-15-16,-1-2-1 0,0 0-8 0,-3-14-22 0,0-17-18 15,2-5-4-15,0-13-4 0,3-6-28 0,0-4-20 16,2-1 1-16,2 4-6 0,3-2 13 0,1 7 66 16,1 4 4-16,-1 1 23 0,-2 3 33 0,1 1-7 15,-2-2 5-15,0 3-3 0,-2-4 33 0,-1 9 30 16,-2 0 4-16,0 4 8 0,-2 2 6 0,-1-2-23 16,0 4 6-16,-2 0-8 0,0 4 15 0,1 1-18 15,1 4-2-15,1-1-5 0,2 2-5 0,0 0-9 16,0 2-2-16,2 0-3 0,1 0-5 0,4 0-3 15,1 1-1-15,2 2-2 0,-5 2-7 0,15 3 0 0,0 2 1 16,-2 5-1-16,2-10-7 0,-4 4 5 0,2 4-3 16,-1 5 2-16,-2 2-6 0,0 1 6 0,-1 4-2 15,0 1 2-15,-3-3-6 0,-1 13 2 0,-2 4 0 0,2-4 0 16,-1 0 7-16,-3 0-9 0,2-1 5 0,-4 1-6 16,4 2 3-16,-5 3 9 0,-1-2-11 0,14 4 10 15,-7 2-11-15,-6-1 3 0,-3 2 3 0,-5 3 0 16,-2 1 5-16,-4-1-6 0,-4 4 2 0,-2-4-4 15,-1 1 4-15,13-4-5 0,-18 0 4 0,-2-3-4 16,2-6 8-16,2 3-9 0,-2-1 4 0,3-4-4 0,0 1-1 16,0-3 3-16,4-2 2 0,1-1 1 0,3-1 1 15,4-3 5-15,-3 1-2 0,4-4 3 0,0 0 5 16,6-4-9-16,1 1 2 0,0 0-5 0,0-1-8 16,0 1 5-16,-2 1-7 0,2-1 8 0,0 1 0 0,0 0 5 15,2 1 3-15,1-1-2 0,12 5-3 0,10 4-3 16,1-2 0-16,4 0-2 0,0 0-2 0,-2-1 1 15,0 1-2-15,0 2 2 0,-4 0 4 0,1-1-4 16,2 2 5-16,-8-3-5 0,-2 0 7 0,-2-2-2 16,-2 1-1-16,-1-3 0 0,-3 1 0 0,1-1 1 15,-3-1 6-15,-4-3-4 0,4 3 9 0,-2-2-6 16,1 1-2-16,-1-1 0 0,0-1-4 0,-3-2-29 0,1 1-32 16,-1-1-4-16,1 0-141 0,-1 0-146 0,3 0-138 15</inkml:trace>
  <inkml:trace contextRef="#ctx1" brushRef="#br0" timeOffset="90">7385 2909 1063 0,'0'0'15'0,"-1"-1"12"0,-1-1 54 15,0 0 9-15,1 1 9 0,-1-3-6 0,1 1-1 16,1 1-19-16,-4-6-8 0,1-2-4 0,0 4-35 16,-1-1-7-16,3 2-6 0,-1 2 0 0,2 1-9 15,0 1 9-15,-2 1-3 0,-8-7 4 0,-1 2-10 0,-1 2-1 16,-1 3 2-16,-2 1-2 0,0 4 3 0,-1 4-6 16,-1 2 0-16,3-1-2 0,-3 16 4 0,1 1-1 15,-1 3 3-15,4 3-4 0,0-2 2 0,4 0 1 16,3 4 2-16,4-5-1 0,1-1 2 0,-14-5 16 15,6-5-4-15,3 0 9 0,4-3 7 0,2 1-3 16,0-7 2-16,2-1-3 0,-1 1 4 0,3-1-3 16,1-1-4-16,-4-8 0 0,13 10-16 0,-3-5-4 0,2-2 3 15,-1-1-4-15,1-2-4 0,2 0 3 0,0 0-6 16,1-2 4-16,1-1-4 0,-4-2-18 0,0 0-17 16,-1 0-7-16,-1-2-106 0,1 2-74 0,-1-1-13 15,1-1-34-15,-2 2-188 0</inkml:trace>
  <inkml:trace contextRef="#ctx1" brushRef="#br0" timeOffset="91">7626 3040 349 0,'0'0'34'0,"2"0"-3"15,0-2 92-15,-1 0-14 0,1 1 29 0,0-2-13 16,-2 1-28-16,1-6 7 0,1-1-16 0,-2 4-6 15,0 0-16-15,0 0 0 0,0 2-6 0,0-2-15 0,0 4-4 16,0-3-8-16,0 1 4 0,0 0-9 0,0 1-4 16,0 0 5-16,-3-1-6 0,-1 0 0 0,3 3-13 15,-4-4 3-15,0 1-7 0,0 2-5 0,0-1 1 16,-5-1-4-16,7 3 3 0,-1 0 4 0,-1 0-7 16,2 0 7-16,-2 0-6 0,-1 0 4 0,1 0 1 15,1 0 0-15,-1 0 1 0,4 0 1 0,-3 0-6 16,1 1 0-16,0 1-2 0,0 0 2 0,-1-1 1 15,3 1 1-15,-1-1 2 0,0 1-1 0,1 0-3 0,-1-1 0 16,0 1-1-16,1 0 0 0,-1-1 2 0,0 1 2 16,1 0 2-16,-1-1 7 0,2 1-4 0,0 0 2 15,0-1-2-15,0 1-4 0,0 0 2 0,0-1-6 16,0 1 6-16,0-2-3 0,0 0-7 0,0 0 5 0,0 0-5 16,0 0 11-16,0 0 1 0,0 0-8 0,0 0 4 15,0 0-7-15,0 0 3 0,0 0 9 0,0 0-3 16,0 0 7-16,0 0 8 0,0 0-10 0,0 0 7 15,0 0-19-15,0 0 9 0,0 0-2 0,0 0 5 16,0 0-4-16,0 0-9 0,-2 0 5 0,2 0-6 16,0 0 2-16,0 0 6 0,0 0-8 0,0 0 9 15,-1-2-4-15,-1 1 0 0,0-1 8 0,1 0-5 0,-1 1 15 16,1 1-15-16,1 0 3 0,-2-2-7 0,0 2 8 16,1 0-6-16,-1 0-3 0,0 0 0 0,1 0-1 0,-1 0 4 15,0 0 0-15,1 2 1 0,-1-1-7 0,0 3 1 16,1-1 2-16,-11 15-1 0,2 0 1 0,2 4 0 15,1-1-3-15,2-1 1 0,2 0-2 0,2-2 4 16,1-2 1-16,0 1 1 0,0-2-3 0,1-2-3 16,2 2 4-16,1-4-3 0,1 6 8 0,-2-9-5 15,2 2 2-15,2 0-2 0,-4-5 10 0,7 3 0 16,5 1 2-16,-2-3-1 0,0 4 6 0,2-3-6 16,0-4 2-16,-4 5-4 0,4 0-1 0,-3-3-1 15,-6-3-4-15,11 3 3 0,-9-5-4 0,4 0 6 16,1 0-1-16,-5-2 2 0,4-1-11 0,-1 0-10 0,-1-2-6 15,3-3-7-15,-3 1-78 0,2-1-59 0,-2-5-11 16,1-1-14-16,2 3-48 0,-3-1-132 0</inkml:trace>
  <inkml:trace contextRef="#ctx1" brushRef="#br0" timeOffset="92">7930 3101 188 0,'0'0'116'16,"0"0"-12"-16,0 0 94 0,0-2-8 0,0 1-7 15,0-1-38-15,0-1-30 0,0 1 2 0,-2-13-14 16,1 2-14-16,1-2-7 0,-2 0-5 0,0 2 0 15,1 0-7-15,-1 3-13 0,1 0 3 0,-1 2-10 0,0 1-12 16,2 2-3-16,0 2-3 0,0 1-1 0,-1-1-21 16,-1 0-8-16,0 1-1 0,1 0-1 0,-1 2 8 15,0 2-9-15,1 0 3 0,-8 12-6 0,-4 21 2 0,3 1 1 16,2 2 0-16,1 2 1 0,3 0 6 0,0-1-3 16,1-4-3-16,1 1 0 0,1-3-5 0,1-6 10 15,0 3 2-15,0-6 2 0,0-1-3 0,1 1-4 16,1-8-2-16,0 2-4 0,-1 0-48 0,1-3-384 15</inkml:trace>
  <inkml:trace contextRef="#ctx1" brushRef="#br0" timeOffset="93">3794 7320 79 0,'0'-1'0'0,"0"-1"17"0,-2-1 179 0,2 1-27 16,-3-9 13-16,-2-1-70 0,0 1-19 0,0-1-32 16,0-1-4-16,2 3-3 0,0 0-24 0,1 0-4 15,0-2 2-15,1 1-2 0,-1-1-4 0,1 1 3 16,1 4-2-16,0-4 3 0,0 2-3 0,0 1-9 16,0-2-3-16,0 7-1 0,0-2-2 0,0 2 8 0,0-1-3 15,0 1 4-15,0 1-4 0,0 1-7 0,0 1 5 16,0 0-5-16,0 1 1 0,0 3-7 0,1 12 1 15,2 12-1-15,1-1 12 0,-3 1-12 0,1 1 6 16,0 1-9-16,1 3 3 0,0 2 2 0,1 0-1 0,-1 3 1 16,0 3-3-16,2 3 4 0,0 3-3 0,0 6 4 15,0-1-5-15,2 5 2 0,-1-1 4 0,1-2-1 16,-1-1-2-16,-1-2-1 0,0-1 0 0,0-1 0 16,2 4 4-16,-2 2-8 0,1 2 4 0,-1 5-4 15,0-1 8-15,0 1-5 0,0 1 1 0,0-2-1 16,0-5 9-16,-2 1-6 0,1-6 0 0,-3-2-2 15,1 3 2-15,0 0-4 0,-1 3 6 0,1 1-4 0,0 4 2 16,-1-3-2-16,1-1-3 0,0-6 2 0,-2-4 11 16,1-4-2-16,1-3 11 0,0-6-1 0,-1-1 76 15,1-8-48-15,0-2 14 0,-1-2-30 0,1-4-13 0,-1 2-3 16,1-3-8-16,0 0 4 0,-1 0-9 0,1 1-2 16,0-1 7-16,-1 2-5 0,-1-2 11 0,0 0-11 15,0-1 3-15,0 1-6 0,0 0 1 0,0-2 5 16,0 1-3-16,0-3 4 0,0 1-9 0,0-2 3 15,0-2 2-15,0-2 1 0,0 1 0 0,0-4 1 16,0 4-3-16,0-5 2 0,0-1-4 0,0 3 3 16,0-1 0-16,0-1 2 0,0-1-5 0,0 1-28 15,0-1-23-15,0 1-6 0,0-2-119 0,0 0-83 0,0-2-62 16</inkml:trace>
  <inkml:trace contextRef="#ctx1" brushRef="#br0" timeOffset="94">3560 10014 105 0,'-2'0'52'0,"-3"0"-12"16,-34-2 80-16,-1 2 10 0,9-1 1 0,1-1 0 15,2-1-33-15,3-1 7 0,-1 1-16 0,4 2-1 16,2-3-10-16,2 3 1 0,0-1-4 0,2 2-8 0,1 0-13 16,0 0 4-16,5 0-8 0,-3 0-3 0,1 0-1 15,4 0-6-15,-2 0 4 0,5 0-6 0,-1 2-17 16,-3-1 1-16,6-1-6 0,-2 2 3 0,2 0-10 16,-1-1 1-16,1 1-5 0,0-1-5 0,1 1 0 15,1 0-1-15,-1-1 1 0,0 3-2 0,1-1 5 16,1 0-4-16,0 1 2 0,3 4-12 0,3 2 11 15,6-2 0-15,18 0 2 0,4-3-3 0,8-3 3 0,7 0-1 16,9 24 5-16,6-14 11 0,7-11-9 0,0-4 7 16,-5-5-8-16,-3-4 2 0,-2-3-1 0,0 0-5 15,5-4 2-15,8-3-5 0,6 2 6 0,0 5-6 16,1 2 5-16,-11 2 1 0,-11 1-5 0,-6 1 8 0,-14 3-8 16,1-1 1-16,-5 2 1 0,-2 0-5 0,0 0 2 15,-4 2 3-15,-2 1 6 0,-4 1 1 0,-5-1 1 16,-3 2-3-16,-5 0 5 0,0 0 3 0,-5 0 0 15,-2 0 4-15,-1 0-4 0,-1 0 0 0,3 0-1 16,-1 0-7-16,-1 0-3 0,-1 0 2 0,1 2-4 16,-2-1-9-16,0 1-122 0,0 0-21 0,0 1-54 15,-3 10-264-15</inkml:trace>
  <inkml:trace contextRef="#ctx1" brushRef="#br0" timeOffset="95">3766 10448 1484 0,'0'0'23'0,"-2"0"-3"0,1 0 10 0,-1 0 5 16,0 0-10-16,1 0-16 0,-1 0 14 0,2 0-3 15,0 0 10-15,0 0 11 0,2 0-12 0,-1 0 5 16,3 0-7-16,12 0-1 0,11 0-6 0,4 0-8 0,2 0 4 16,2 0-14-16,3 0 6 0,5 0-4 0,-2 0 4 15,3 0-6-15,-1 0 2 0,0 0-2 0,-6 0 1 16,-4 0 1-16,-2 0 2 0,-8 0 5 0,-2 0-4 16,1 0 1-16,-6-1 1 0,-1-1-4 0,-3 0-3 15,-4 1-61-15,-3 1-112 0,0 0-21 0,-3 0-43 16,1-2-205-16</inkml:trace>
  <inkml:trace contextRef="#ctx1" brushRef="#br0" timeOffset="96">3948 10941 953 0,'-2'0'149'0,"0"0"350"0,1 1-507 0,-1 1 17 16,2-1 0-16,0 1 10 0,2 0 27 0,4-1 17 15,21 6-11-15,7-2 8 0,3-2-41 0,6-3-8 16,6-1 1-16,1-3-6 0,4-1-4 0,-4-3-61 15,-3 0-60-15,3-4-53 0,1-1-688 0</inkml:trace>
  <inkml:trace contextRef="#ctx1" brushRef="#br0" timeOffset="97">6336 4482 256 0,'0'0'-8'0,"0"0"25"16,-2 0 44-16,0 0 23 0,1 0 36 0,-1 0 1 15,1 0-32-15,-1 0-3 0,0 0-7 0,1 0-24 16,-1-2-30-16,0 0 3 0,1 1-9 0,-1-1 16 0,0 0 1 16,1 1 5-16,-3-1-3 0,1 0 2 0,0 1-9 15,-1-1-2-15,3 2 1 0,-9-5 14 0,2 0-13 16,-2 0 5-16,5 4-9 0,2 1 1 0,-9-4 1 16,5 3-6-16,-4-3 2 0,-1 1-10 0,6 1-11 15,-4 1 4-15,8 1-6 0,-3 0 7 0,-3 0-5 16,3 0-1-16,-3 0-1 0,1 0-3 0,2 0 2 15,2 0-1-15,0 0 0 0,1 0-9 0,-1 1 6 16,-1 1 3-16,1 0 1 0,0-1-1 0,1 1-3 0,0 1 4 16,1 2-1-16,-6 8 4 0,1 4-3 0,1-1-4 15,0 3 1-15,0 0-1 0,0 0 3 0,0-1 3 16,1 2-1-16,1-1-1 0,0 3-2 0,1-1-2 16,2-6 1-16,0 2 7 0,2-1-7 0,1 4 5 0,2 0-6 15,2-2 8-15,1 2-8 0,-3-9 3 0,5 6-4 16,0-1 8-16,-2-1-2 0,2 2-1 0,0-4-1 15,-4-5-2-15,1 2 5 0,9 0-3 0,-4-3 7 16,1-2 8-16,-3-2 4 0,-3 2 5 0,1 1-3 16,7 4 1-16,-5-5-5 0,3 2-4 0,0-2 1 15,-8-3-3-15,5 1 0 0,-2-1 2 0,-1-2-2 0,3 0 0 16,-2 0-6-16,2-2 4 0,1 0-4 0,-4 1 10 16,-2-1-1-16,2 0 2 0,-1-1-2 0,1-2 0 15,-2 3 0-15,0-14-5 0,0-4 2 0,3 3-5 0,-3-2-1 16,2 1 3-16,-3 3-2 0,-2-5 7 0,1 0-12 15,-1 0 8-15,11 0-9 0,-4 2 11 0,-3 0-4 16,-1 0 0-16,-2 0 1 0,-1-2 10 0,-2 2 0 16,-2 0-4-16,-1-1 1 0,0 1-8 0,-2 3 2 15,-2-1 4-15,2 3-2 0,0 1 6 0,0 2-2 16,0 2 0-16,0 0-1 0,4 3-12 0,-9 1 6 16,0 1-6-16,-3 1 6 0,3-6-8 0,0 2-3 15,-2 1-1-15,6 3-1 0,-1 2 9 0,-4 0-8 0,4 0 4 16,-1 2-7-16,0-1 7 0,4 1-2 0,-6 5 4 15,0-1-2-15,1 2 6 0,0-1-6 0,4 8-1 16,-1 1-1-16,-1 1-2 0,-1 3 4 0,-2 0 0 16,2 1 1-16,-1 2-2 0,3-3 0 0,1 3-2 15,3 0 3-15,-11-3-4 0,2 5 2 0,6-4 0 0,1-1 1 16,4 0 2-16,0-4-2 0,2 1 1 0,1 1-2 16,1-5-3-16,2-1 4 0,1-4-2 0,-1-1 3 15,8-2-3-15,-3-2 3 0,1 0 1 0,4-1 1 16,-4 6 7-16,-1-1-5 0,-1-4 3 0,-7-3-4 15,4 0 6-15,1 0-5 0,2 0 2 0,0-2-8 16,-2-1-54-16,1-2-139 0,-4-1-42 0</inkml:trace>
  <inkml:trace contextRef="#ctx1" brushRef="#br0" timeOffset="98">7689 4571 613 0,'0'0'2'15,"-2"-2"24"-15,1 0 13 0,-1 1 6 0,1-1 50 16,-3-1-4-16,3 1-5 0,-11-8 2 0,2 0-16 0,-5 0 5 16,-1 1-3-16,3 2 3 0,-4 0-4 0,2 1-14 15,2 1-2-15,-4 1-6 0,-2 1-16 0,2-8-10 16,1 2 1-16,2 4-7 0,5 2-15 0,0 1 0 16,1 1-2-16,3 1 1 0,0 0-4 0,-1 0 1 15,1 1 0-15,0 1 0 0,0 1 2 0,0 7-4 16,1 8 2-16,1 1-4 0,2 2 4 0,-1 4 7 15,0 1-5-15,1-3 6 0,-3 1-5 0,1-5 11 16,1 3-1-16,1-1 4 0,-14 2-2 0,5-1-4 16,3-4-1-16,2 2-2 0,4 0-6 0,1-2 7 0,0 2-2 15,0-1 2-15,1 0-9 0,3 0 1 0,1 0 0 16,0-5 1-16,-1 1-3 0,3-1 0 0,-2-5 4 0,2 3-2 16,-2-5-1-16,3 1 5 0,7-3-4 0,1-4 5 15,1 1 1-15,4 0 1 0,-6 8-2 0,6 0 2 16,4-4 3-16,-2-4-10 0,5-4 6 0,-4-1-6 15,-6-4 15-15,5-3-1 0,-3 0-1 0,-2-1-1 16,-2-1-7-16,-3 11 6 0,-4-17-4 0,1-1 5 16,-2-2-2-16,0-2 3 0,4 3 2 0,-4-3 0 15,-2-5 0-15,-1-4-9 0,-3-1 8 0,1 2-10 0,1 0 1 16,-3 3-2-16,3-4-2 0,14 2 3 0,-8 6 9 16,-5 1-7-16,-4 1-1 0,-1 4-3 0,-1 1-5 15,-1 6 7-15,-1-1-1 0,-1 4 4 0,3 3-7 0,-3 0 6 16,3 2-6-16,-9 1 5 0,-3-8-4 0,-2 2-2 15,-2 1-1-15,1 2-3 0,-2 4-3 0,0 1 5 16,1 0 3-16,-3 3 0 0,-6 4 0 0,3-1-1 16,-2 4 0-16,0 2 0 0,5-2-3 0,-1 3 3 15,1-11-2-15,4 17 4 0,-1 3 2 0,1-2-4 16,-1 3 2-16,1 0-2 0,2 0-1 0,3 3 2 16,3 3-3-16,1-5 2 0,2 1-5 0,-11 1 7 15,7-7-4-15,1 5 4 0,5 0-4 0,3-5-1 16,0 3 4-16,1-6-2 0,3 2 2 0,1-3-3 0,1 0 6 15,2-2-6-15,-1-3 4 0,-4 0-2 0,12-1-3 16,3-1 3-16,4-2 0 0,-4-1 0 0,5-1 2 16,-5 9-1-16,0-5 6 0,7-1-5 0,-3-6-1 15,2-1-1-15,1-1-2 0,-5-4 4 0,1-2 3 0,-4-1 0 16,-6 0 2-16,4-2-3 0,-1-12 3 0,-3-3-2 16,2-3 11-16,-4 2-7 0,-5-5 3 0,1-6-4 15,-1 1 4-15,-3-4-5 0,21 2-1 0,-12 7 0 16,-5-2 3-16,-5 5-3 0,0 1 3 0,-2 4-3 15,-1 7 3-15,-2 3 4 0,-2 1-1 0,6 5 0 16,-13 2-5-16,-4 4-9 0,3-9 5 0,-1 2-6 0,-6 3-1 16,1 5-96-16,-5 5-39 0,-4 6-44 0,0 6-381 15</inkml:trace>
  <inkml:trace contextRef="#ctx1" brushRef="#br0" timeOffset="99">13543 11532 856 0,'-1'-2'0'16,"-1"0"7"-16,0-1 78 0,1 0-10 0,1 1 6 16,-5-6-37-16,3 5-11 0,2 1-27 0,-3-1 4 15,1-1-4-15,-1 3 13 0,1-1-6 0,0 0-3 0,1 1 0 16,-1-1-13-16,0 0 7 0,1 2-4 0,-1 0 7 15,1 0 6-15,-1 2-2 0,0 0 6 0,1 1-6 16,-1 4 9-16,-5 11 12 0,4 0-4 0,0 3 5 16,-1 3-19-16,3 0 0 0,-1 4-2 0,0 4 2 15,2 3-2-15,0 6 2 0,0 2-1 0,0 5 3 16,-1 3 13-16,-1 0-7 0,1 4 2 0,-1 1-4 0,0-3 5 16,-1-4 5-16,1-4-3 0,-1-7 1 0,0-2-9 15,-2-3-7-15,0-2 2 0,0-1-4 0,-2 2 8 16,2-4 11-16,-1-2 1 0,1-3 2 0,-2 0-10 0,2-5 4 15,0-3-5-15,0 0 4 0,4-7-5 0,-3 1-2 16,3-3 3-16,1-4-3 0,-2 1 0 0,0 1 2 16,1-1-2-16,-1-2 2 0,0 1 4 0,1-2-9 15,-3 0-2-15,3-2-4 0,-1-1-3 0,-9-22-6 16,2-4 0-16,4-4-1 0,5 0-7 0,0-2 0 16,2-1 1-16,1-2-1 0,1-4 7 0,-3-6-5 15,3-1 6-15,-3-6-5 0,1-4 10 0,-2 3-7 16,2-2 2-16,-1 8-3 0,1 4 8 0,1 5-2 15,0 6 2-15,1 4-3 0,-1 4-1 0,0 8 0 0,1-1 1 16,-1 5-1-16,0 2-1 0,1-1 0 0,-1 5 0 16,2-1 0-16,0 0 0 0,0 0 0 0,1 0 0 15,1 2 2-15,1-2 9 0,9 2-6 0,2-1 0 16,3 3-1-16,-1-3-2 0,4 4-1 0,2 0-1 0,1-3 0 16,-4 2-5-16,3-11 6 0,-1 6-3 0,-4 6 4 15,2 1-8-15,-4 3 3 0,2 1-1 0,-3 3 1 16,-2 2 2-16,-6 0-4 0,-1 1 5 0,-1-4-4 15,-1 15 9-15,-5 2-5 0,0 0 0 0,12 2-4 16,-5 2 4-16,-5 0 0 0,-1 2 0 0,-4 0-1 16,-4 3 3-16,-4-2 1 0,-4 1 2 0,-1 1-2 15,-3-2-4-15,9 2 2 0,-18 4-1 0,1-4 2 0,-3 0 3 16,-1-2-4-16,-2-6 1 0,-1-2-2 0,5-1 6 16,1-6-6-16,2 6 5 0,1-6-5 0,1-1 8 15,3 4-4-15,0-9-1 0,3 1-2 0,-2-1 0 0,2-2 1 16,4 4 2-16,1-2-2 0,2 2-1 0,3-2-1 15,-2-1 3-15,5-4-2 0,-3 4 0 0,5-3-1 16,-3 4-2-16,0 0 0 0,1-1 0 0,1-1 2 16,-3 4-4-16,3 1 4 0,1-2 0 0,0 4-3 15,1-3 4-15,4 1-3 0,-1-1 3 0,17-1 0 16,0 4-1-16,4-1 1 0,2 2-3 0,-1 1 3 16,0 1 2-16,1-2-1 0,-2 1-4 0,-6 1 4 0,1-3-4 15,2-2 5-15,-3 2-1 0,3 0-1 0,-2-2 2 16,-9-1-2-16,1 1 3 0,-1-1-5 0,-2 0 1 15,1-2 0-15,-2-1 7 0,-2 0-10 0,1-1 3 16,-2-1-6-16,0 1 1 0,-2-1-49 0,-1-2-11 16,-1 0-17-16,3 3-68 0,-1 0-87 0,0-1-38 15</inkml:trace>
  <inkml:trace contextRef="#ctx1" brushRef="#br0" timeOffset="100">14294 12358 1511 0,'0'0'34'0,"-2"-2"1"0,1 0-17 15,-1 1 2-15,1-3-17 0,-1 1 3 0,0 0 0 16,-1-1 0-16,0 1-1 0,-1 0-5 0,1-1 4 15,0 1-6-15,-1 0 5 0,1 0-2 0,0-1-1 16,0 3 6-16,-4-3-3 0,-1-1 17 0,-1 2 15 16,1 0 2-16,-3-1 5 0,1 3 3 0,0-1-16 15,-2 2 0-15,2 0-7 0,-3 0-8 0,0 2-6 16,0 1-1-16,0 2-3 0,-1 2-5 0,1 1-4 0,-2 2 3 16,-5-2-2-16,4 15 7 0,-1 0-3 0,4 4 1 15,3 2-1-15,0 0 7 0,-1 0-5 0,1 1 1 16,7-4-2-16,-2-1 3 0,-10 0 6 0,8-2 5 15,4 2-1-15,3 0 8 0,0-4 0 0,3-1-4 0,1-10 3 16,2 3 2-16,-1-5 7 0,0-1-1 0,0 3 1 16,10-7-7-16,1-1-11 0,-1 8 1 0,2-2-4 15,1-1-8-15,2-6-20 0,0-1-4 0,-6-3-10 16,3-2-36-16,-4 0-32 0,0-2-8 0,-1 1-9 16,-1-3-58-16,-1 3-84 0,0 4-36 0</inkml:trace>
  <inkml:trace contextRef="#ctx1" brushRef="#br0" timeOffset="101">14540 12584 1114 0,'0'0'46'0,"0"0"2"0,0-2 17 15,-2 0-10-15,2 1-3 0,0-1-9 0,0 1-22 0,0-3-7 16,0 1-3-16,0 1 0 0,0-3 1 0,0 0 8 16,0 0-7-16,0 0 1 0,0 2 9 0,0 0-1 15,0 1 4-15,0 1-3 0,-3-3 13 0,1 4-4 16,-6-5 7-16,-2 0-7 0,-6 0-2 0,-2 5 0 16,-4 2 0-16,1 3 3 0,-2 5-1 0,3 1-2 0,-3-6-1 15,1 17-15-15,1-1 4 0,3 4 2 0,3 0 0 16,3 3-2-16,2 0-6 0,2-2-3 0,1-2-1 15,4-3-5-15,-10-3 7 0,5 0-2 0,1 1 4 16,4-3 2-16,3-1-5 0,1-4 5 0,3-1-4 16,-1-1 0-16,0-4-2 0,1 0-4 0,15-4-1 15,5 14-36-15,-5-5-59 0,1-3-12 0,2-4-18 16,2-1-75-16,1-4-73 0,2-1-80 0</inkml:trace>
  <inkml:trace contextRef="#ctx1" brushRef="#br0" timeOffset="102">14773 12630 1572 0,'0'0'35'0,"-2"0"2"0,0-2 7 16,1 1-3-16,-1-1-5 0,0 0 12 0,1 1-27 15,-1-1 4-15,1 2-12 0,-1 0-8 0,-1 0 6 16,-1 2 0-16,1 1 2 0,-5 10-2 0,-10 24 4 0,4 2 0 15,3 1 3-15,-1 11 6 0,4-10-5 0,-2 4-1 16,4-5-1-16,-1-7-7 0,4 1 0 0,-1-9-3 16,3-2 0-16,-1 0-8 0,2-5 9 0,0-1-3 0,-2-4 4 15,2-1-18-15,-1-1-50 0,1-2-11 0,0-6-15 16,0 0-71-16,0 0-127 0,-2 1-76 0</inkml:trace>
  <inkml:trace contextRef="#ctx1" brushRef="#br0" timeOffset="103">14949 12212 832 0,'-1'0'13'0,"-1"0"36"0,-1 0-51 0,-2 0 9 16,-8 2-6-16,3 1 9 0,-2 0 1 0,4 1 40 15,0 1 6-15,1-2 9 0,0 0 7 0,2 1-6 16,2-3-5-16,2-1 1 0,-3 2-14 0,1 0 8 0,0-1 3 16,1 1 2-16,0 0 8 0,1-1-6 0,1 1-8 15,0-1 4-15,1 1-15 0,1-2-14 0,8 0 11 16,18 0-12-16,0-3 5 0,5-4-8 0,-2 2-2 15,7-1 0-15,2 1-13 0,-2 1-3 0,0 1-9 0,-12 0 3 16,4-1-12-16,-4 3 5 0,-4 1 2 0,-4 0 0 16,-3 0 2-16,-5 0 0 0,0 0-3 0,-2 0 1 15,-3 0 0-15,-2 0-19 0,0 1 7 0,1 1-15 16,-1-2-18-16,0 2-50 0,-1-1-9 0,0 1-19 16,-2 0-84-16,0-1-183 0</inkml:trace>
  <inkml:trace contextRef="#ctx1" brushRef="#br0" timeOffset="104">14887 12496 864 0,'-2'0'184'0,"0"0"383"0,1-1-525 0,-3-1 1 15,1 0-6-15,0 1 7 0,-1-1-5 0,1 0-7 16,2 1-1-16,-1-1 0 0,0 0 1 0,2 1 5 15,0-1 2-15,2-1 1 0,1-1 4 0,15-7-9 16,9-2 2-16,4 3-5 0,-1 2-6 0,1 1-15 16,1 2-2-16,1 0-3 0,-2 2 2 0,0 1-9 0,-4 0 2 15,-4 2-5-15,-5 0 4 0,-5 0 2 0,2 0-4 16,-7 0 2-16,4 0-18 0,-2 0-30 0,-7 0-6 16,5 0-14-16,-6 0-71 0,0 0-138 0,1 0-159 15</inkml:trace>
  <inkml:trace contextRef="#ctx1" brushRef="#br0" timeOffset="105">16405 11674 146 0,'0'0'48'15,"0"0"-7"-15,0 0 14 0,0 0 9 0,0 0-18 16,0-2 5-16,0 0-16 0,0 1 10 0,0-1-11 0,0 1 28 15,0-1-13-15,0 0-1 0,0 1-5 0,0-1 1 16,0 0 12-16,-2-1 7 0,2 0-2 0,0-1-1 16,0 1-26-16,0 0-1 0,-1-1-7 0,1 3 3 0,-2-4-20 15,0-2 12-15,1 2-15 0,-1 0 2 0,2 2-2 16,0 1-6-16,-2-1 4 0,1 0-5 0,-1-1 0 16,2 3 1-16,0-1 0 0,-2-1 0 0,1 0 7 15,-1-1-4-15,1 3 6 0,-1-1 2 0,0 0-3 16,1 1 7-16,-1-1-6 0,0 0 8 0,1 1-18 15,-1-1 4-15,0 0-6 0,1 1 12 0,-1-1-3 16,0 0 6-16,1 1-2 0,-1-1 19 0,0 0-7 16,1 1 0-16,-1-1-3 0,0 1-1 0,1-1 1 0,-1 0 3 15,1 1 0-15,-1-1 9 0,0 0-10 0,1 1-2 16,-1-1-3-16,0 0-15 0,1 1 4 0,-1-1-2 16,2 0 2-16,0 1-5 0,0-1-10 0,0 0 5 15,0 2-5-15,-2 0 8 0,1 2-11 0,-1 1 5 16,-1 9-5-16,-4 11 8 0,1 3 1 0,1 3-3 0,-2 0 4 15,0 6 3-15,2 1-6 0,0 1 4 0,1 6-3 16,-1-2 8-16,0 0-8 0,-2 7 6 0,2-2-5 16,-2 2 6-16,-1 2 4 0,0-6-7 0,1 1 5 15,1-5-4-15,-1-2 3 0,1-4-3 0,-1-4 3 16,2-2 2-16,0-5 14 0,2-3 3 0,-1-2 1 16,1-1-7-16,1-4 3 0,1-3 1 0,1-2 1 0,0-1 10 15,0-2-15-15,0-4 2 0,0 3-4 0,0-1 17 16,0 0-2-16,0-1 1 0,0-1-4 0,0-1-14 15,0 0-5-15,0-1 1 0,0-1-2 0,-2-4-6 16,-3-19 2-16,2 2 1 0,0-4 2 0,-1-1-2 0,-1 0 2 16,0-5-2-16,2-5 2 0,0-2 3 0,0-4-8 15,1-4 1-15,0-3-2 0,1-2 6 0,1-2-9 16,0 4 2-16,0 2-5 0,0 2 4 0,1 6 8 16,3 5-5-16,0 4 4 0,3 1-8 0,-2 5 1 15,2-1-2-15,-1 4 1 0,1 2 3 0,-1 2-3 16,3 1 6-16,1-2-4 0,0 6 2 0,-1-1 0 15,-4 0-2-15,14 2 2 0,2-4 4 0,2 1 4 16,2 2-1-16,3 3 0 0,0-2-9 0,7 4 1 0,-6-1 1 16,4-1 0-16,-1-1 0 0,-6 6 1 0,7 1-3 15,-6-12 2-15,-4 9-1 0,1 6 3 0,-4 2-2 16,0 4 2-16,-2 1 1 0,-3 1-3 0,-2 2 1 16,-1-3-2-16,-1 15 7 0,-1 2-8 0,0-1 5 0,-3-1-5 15,-1 1 8-15,-1-2-4 0,0-1 1 0,-3 0-2 16,8-5 0-16,0 4 5 0,-5-2-2 0,-4-2 1 15,-1 0-6-15,0 2 4 0,-1 0 0 0,-4 0 3 16,-2 1 3-16,-1-1-9 0,-4 1 3 0,7 1-3 16,-18-1 10-16,-3 1-6 0,1 1 1 0,-3-1-2 15,-2-1 1-15,-1-1 0 0,-4-2-1 0,2 0 0 16,2-1-7-16,1-2 10 0,4 0-6 0,-1-2 8 0,1 0-8 16,1 1 0-16,2-4 4 0,7 4-3 0,-1 0 3 15,4-3 1-15,0 4 0 0,-1-6 1 0,6-1-2 16,3-1-4-16,0-1 0 0,2 4-1 0,1-3 1 0,1 1-3 15,-1 0 1-15,-1 1-1 0,-1-1 7 0,3 0-4 16,-1 1 2-16,1 1-2 0,1-2-1 0,-2 5 2 16,2-3-4-16,0 2 3 0,0-1-1 0,0-1-1 15,2 0 2-15,1 2-2 0,2-1-2 0,1 3 4 16,1 1-2-16,6-2 2 0,4 5-3 0,-2-3 3 16,4 5 1-16,1 3 0 0,-2-5-1 0,5 9 0 15,-3-6-1-15,7 1 0 0,-9 1-1 0,-2-7 2 16,-3 4 4-16,-1-3-1 0,6 1-4 0,2-1-1 0,0-1-3 15,-2-3 4-15,-2 1 1 0,-2-3 2 0,-3-1-1 16,-3 0 0-16,2 0 2 0,-1-2-1 0,1 1-1 16,1-1 0-16,-4-1 2 0,-2 1-3 0,0 0 6 15,-4-3-6-15,3 2 8 0,-1 0-5 0,-2-2-2 0,3 1 1 16,-1 1 0-16,-1-2-70 0,-1 0-2 0,3 2-31 16,-1-1-60-16,0 1-54 0,1 0-9 0,-1-1-27 15,0 1-155-15</inkml:trace>
  <inkml:trace contextRef="#ctx1" brushRef="#br0" timeOffset="106">17214 12211 562 0,'0'0'102'16,"0"-2"-65"-16,-2 0 107 0,0 1-32 0,1-1 2 0,-1-1-14 15,0-1 0-15,1 1-10 0,-4-4-30 0,2 2-7 16,-7-1 1-16,1 1-5 0,0 0-11 0,-3 2-9 15,0 1-4-15,2-6-1 0,-1 1-17 0,1 2 2 16,2 2 0-16,-7 0 1 0,0 3-9 0,0 1 6 16,-1 4-5-16,-1 3 6 0,1 4-5 0,-4-7 15 15,0 16-6-15,4 3 9 0,-1-1-12 0,2-4-3 16,2 1-1-16,1-3-1 0,1 1-6 0,4-2 1 16,1-1 1-16,2 0 2 0,-5-2 4 0,2 1-11 0,2-1 1 15,3 0-4-15,2-1 11 0,4-1-3 0,-1-1 0 16,4 2-1-16,-4-2 5 0,17-1-5 0,1 1 5 15,1 2-6-15,-1-2 3 0,-3 0-1 0,2 1-3 16,0-1 2-16,-5 2-3 0,1-1 12 0,-3 1-3 0,-3 1 6 16,-2 2-7-16,-3 1 0 0,5-2 4 0,-3-4-3 15,-2 1 11-15,-3-1 6 0,-2 2 3 0,-2-1 0 16,-1-4 2-16,-6 4-4 0,-2-1-2 0,-11 2 1 16,1-2 4-16,-6-2-3 0,1 0-1 0,-2-3-1 15,2 3-11-15,1-3-4 0,3 2 0 0,1 1-2 16,4-4-1-16,4 1 1 0,-3-4-3 0,3 1 1 15,1 3-6-15,2-4-22 0,5 3-16 0,2-3-4 0,-1 1-71 16,3-2-54-16,-2 2 1 0,1-1-25 0,0-1-49 16,2 0-165-16</inkml:trace>
  <inkml:trace contextRef="#ctx1" brushRef="#br0" timeOffset="107">17600 12102 1033 0,'-2'0'272'0,"-1"0"-365"0,-12-2 316 16,-8-1-178-16,0 1-46 0,5 0 0 0,0 2-2 15,1 0 1-15,6 0-4 0,-1 2 15 0,0 0-6 0,7-1 10 16,-4 3 0-16,4-3 8 0,3-1 4 0,0 0-1 15,-1 2-4-15,0-1 1 0,1 3 2 0,0-1 0 16,1 0 8-16,1 1 5 0,1-1-4 0,1-1 5 16,3-1 5-16,21 8-16 0,4-4 6 0,3-5-11 15,2 0-7-15,-2-2-2 0,3-1 0 0,0-1-1 16,1 1-4-16,-1 0-1 0,-3-1-3 0,-2 3 2 16,-4-1-6-16,-2 2 6 0,-2 0-3 0,-7 0 5 0,2 0-5 15,-8 0 2-15,0 0-5 0,-7 0 0 0,2 0-33 16,-1 0-49-16,-1 0-2 0,0 0-18 0,-1 0-35 15,0 0-61-15,-1 0-40 0</inkml:trace>
  <inkml:trace contextRef="#ctx1" brushRef="#br0" timeOffset="108">17851 11743 1451 0,'-2'-1'19'16,"0"-1"37"-16,1 0-30 0,-1 2-3 0,-9-6-2 16,1 1-3-16,5 3-19 0,0 0-7 0,-3 1-6 15,3 1 2-15,-2 0-6 0,-1 1 9 0,3 3 6 16,-2 6-2-16,-1 21 0 0,3 5 6 0,-3 7-1 0,1 7 5 16,-1 1 1-16,-2 3 4 0,0 3-1 0,2-8 4 15,-2 2 14-15,2-8 7 0,-2-6 3 0,2-6-2 16,-1-3-9-16,3-2-19 0,2-2-2 0,-10-3-4 15,4-1-1-15,3-2 0 0,4-3 2 0,1-2-9 16,0-1-77-16,2-6-216 0,0-1-140 0</inkml:trace>
  <inkml:trace contextRef="#ctx1" brushRef="#br0" timeOffset="109">9208 5329 9 0,'0'0'7'15,"-2"0"0"-15,0 0 11 0,1 0 9 0,-1-2 12 16,0 0 6-16,-1 1-9 0,-2-1 1 0,-10-1-8 16,-3 0-5-16,5 1-11 0,-2 0 2 0,0 1-6 15,4-1 8-15,-6 0-3 0,-1 1 0 0,3 1-2 16,-3 0-12-16,-2 0 6 0,2 0-1 0,-4 1 3 15,3 3 4-15,2-1-5 0,1 0-2 0,-3 2-1 0,1 2-8 16,-1 1 6-16,-1 2-4 0,3-2 4 0,1 2-1 16,-1 2-5-16,2-7 2 0,0 16-5 0,1 1 3 0,-1 1 3 15,-2-2 4-15,2 2-3 0,1 2-3 0,-3 0 2 16,2 3 1-16,2-5 2 0,-3 3-5 0,2-7 5 16,-2-1-7-16,1 0 8 0,-2-2-3 0,3 3 2 15,0 0 1-15,-4-2 0 0,2 1-6 0,-2 2 3 16,-2 1-7-16,-2 1 6 0,4 3-6 0,-5-1 7 15,-2 3 0-15,4-1 1 0,-1 2-7 0,-1-1 3 16,3 6 4-16,1-2-1 0,-3 1 3 0,4 4-1 16,3-1-6-16,-1 1 4 0,4 0-13 0,-1 2 14 15,1-8-4-15,4 0 5 0,-2 1-9 0,2-6 2 0,0 1 3 16,1 1-1-16,-1-3 1 0,1 1 0 0,1 3 0 16,-1 0 0-16,0 0 4 0,1 4-5 0,-1 1 6 15,-1 2-5-15,1 4 0 0,1 4 0 0,-1 3-1 16,1 1 3-16,-1-1 3 0,2-3 2 0,0 0-3 0,0-4 3 15,0 4-10-15,0-6 5 0,2-6-4 0,1 0 5 16,-1-6-1-16,1 0 0 0,-1-2 3 0,0 2-1 16,1 0-6-16,0 1 2 0,-14 0-2 0,6 1 4 15,2 3 2-15,3 1 3 0,2 2-5 0,-1 3 3 16,3 2-15-16,1 4 13 0,0-1 1 0,0-2 4 16,0 1-9-16,0-4 3 0,1 1-9 0,1-4 9 0,1 2 0 15,2-4 0-15,0-5 6 0,2 1-5 0,-1 2 3 16,3 0-10-16,-1-1 2 0,2 1-3 0,0 1 16 15,0 0-9-15,1 1 1 0,2 1-5 0,0 1 4 0,2 1 5 16,0 1-5-16,0 0 3 0,2 1-3 0,1 0-4 16,-15-1 7-16,27 5-5 0,-1-9 11 0,4-1-12 15,2-1 6-15,-4-5-7 0,4-1 4 0,-2 0 2 16,3-5-4-16,1 0 2 0,-6-1 5 0,2-1-14 16,-3 1 9-16,-1-1-11 0,5 2 12 0,-3 1 3 15,4 0-2-15,-1 0 1 0,6 0-4 0,-1 3-1 16,3-1-1-16,4 1-1 0,2 1-11 0,5 2 14 15,-7-2-4-15,3 0 8 0,-3 0 3 0,-4 0-5 16,2 0-5-16,-2 0 2 0,-3 0 2 0,4-4 2 0,2 0 3 16,1 1-3-16,3-5-2 0,4 2 2 0,7-1-2 15,1 4 0-15,-2 0-1 0,-6-4 4 0,-2-1-1 16,-3-2 2-16,-4-3-1 0,3 2 12 0,-1 1 4 16,0-5 2-16,4 2 7 0,6 0-10 0,-2-3 4 0,7 1-5 15,0 0-3-15,-1-1-7 0,-1-1 2 0,-6-1-2 16,-2-1 7-16,-6-3-2 0,1 3 3 0,-2 19 0 15,3-10 14-15,-1-6-2 0,5-4-3 0,4-1 1 16,4-2-7-16,2 0-7 0,-2-4 3 0,1 1-5 16,-7-2-3-16,-4-3 2 0,1 0-6 0,-7-2 5 15,1 0 0-15,1-2-8 0,-1-1 6 0,11 0-5 0,-6-2 12 16,9 0-12-16,0 0 2 0,-12 2-5 16,7-2 7-16,-5-1 3 0,-4-4-5 0,1-3 4 0,-6 18 0 15,-1-25-1-15,0 2 1 0,-1 3-3 0,4-3 1 16,-1-2-2-16,2 1-2 0,6-3 0 0,-3 4 2 0,4-2 1 15,-2 1 4-15,-1-1-4 0,2 2-1 0,-5 0-2 16,3 3 4-16,-8 0-4 0,-4 2 12 0,1-2-9 16,-7 1-3-16,2-3 0 0,0-4 0 0,-2-1 4 15,1-1 2-15,-1-3 1 0,0 5 0 0,2-7-2 16,-3 1 2-16,7 3-3 0,-6-6 0 0,4 4 2 16,2 1 8-16,-9-3-3 0,3 3 21 0,-5 1-9 15,-1 1 1-15,1 0-5 0,3 0-8 0,-1 3 2 16,-4-3-5-16,-6 3 6 0,0-1 11 0,-3-6-4 0,-2 1 2 15,-1-7-4-15,-2-3-6 0,-2 1 1 0,-2-4-2 16,2 1 2-16,-1-2-8 0,-1 4 5 0,0 1-6 16,-1 6 6-16,1-1-11 0,-1 2 2 0,18 2 2 15,-9 0-1-15,-4-2-3 0,-2-4 6 0,-4-1 0 0,1-6 2 16,-2-2-8-16,0-7 2 0,0 2 2 0,-3-2 3 16,-1 0 13-16,-1 5 1 0,0 2 2 0,0 5 0 15,-3 4-1-15,0 3-5 0,-2 2-8 0,-3 1 4 16,1 1-12-16,-3-4 10 0,1-4-6 0,-3-5 5 15,-1 2-9-15,-4-9 2 0,-2-1 1 0,20 2-1 16,-27-6 2-16,5 9-5 0,1 1 4 0,0 7-4 0,-1-1 1 16,-6 4 2-16,-1 1 0 0,4 2 2 0,-1 1 3 15,2-2-6-15,0 0 2 0,-2 2-3 0,0-6 8 16,2 1-9-16,-1-2 4 0,-4-1-4 0,-4 1 8 0,-1 1-8 16,-1 4 4-16,1 4-4 0,-5 1 6 0,0 1-4 15,-3 2-2-15,-4 1 0 0,2 1-2 0,1 3 6 16,2 0-4-16,0 4 3 0,1-2-10 0,1 1 3 15,-3 4 1-15,-2 1 1 0,-10 1-3 0,-6-1 5 16,-6-1 0-16,-9 3 1 0,3-4-7 0,0 2 1 16,0 2-1-16,5 4 2 0,-3 6 0 0,-8 1 1 15,-7-1-7-15,-14 0 4 0,-1 2-1 0,-3-28 5 16,5 26-2-16,-6 11 2 0,-7 8-8 0,-16 2 7 16,-9 2 0-16,3 2 1 0,-8 3-2 0,-12 4 0 0,-1 1 2 15,-9 0-2-15,2 5-3 0,-13 5-47 0,-4-32-49 16,-11 49-37-16,-20 18-522 0</inkml:trace>
  <inkml:trace contextRef="#ctx1" brushRef="#br0" timeOffset="110">18858 11512 216 0,'0'-2'0'0,"0"1"14"16,0-1 141-16,0-1-40 0,0 1 6 0,-2-6-75 15,0 0-10-15,2 6-24 0,-1-6-4 0,-1-1 2 16,2 1 10-16,-2-2 39 0,2 5-1 0,0 0 13 15,0 4-6-15,0-6-5 0,0-3 1 0,0 4 0 16,0-3 9-16,0 3-17 0,0 1 3 0,0-2-9 0,0 0-9 16,0 6-16-16,0-1-1 0,0 1-5 0,-1-3-11 15,-1 1-5-15,0 1 1 0,1 1-2 0,-1-1-13 16,0 0 8-16,1 2-9 0,-1 0 10 0,0 2-5 0,1 0 3 16,-1 1 3-16,-3 15 0 0,-1 4-1 0,-1 2 2 15,0 3-7-15,2 1 6 0,0 2-4 0,1-1 2 16,-1 3 5-16,1-1-4 0,1 5-1 0,-2 2 6 15,0 4-3-15,0 1 4 0,-1 0-1 0,-1 1 0 16,-1 4 0-16,-4 0 0 0,2-2 0 0,2-3 6 16,3-2 0-16,2-9 3 0,-1-3 6 0,1-4 11 15,0-7-2-15,-1 1 3 0,3-6-6 0,-1 0-2 16,1-3 1-16,-1 0-2 0,0-4 3 0,1 1-11 16,1-4 5-16,0-1-6 0,0 1 8 0,0 1 6 0,-2-1-3 15,2 0 3-15,-2-1-4 0,1-1-10 0,-1 1 3 16,0-2-6-16,1 0 5 0,-1-2-9 0,0 1 8 15,1-2-9-15,-4-9 8 0,-3-11-4 0,-1-5-5 16,3 0 1-16,1-4-4 0,1-1 6 0,3 0 2 0,1-1 0 16,0 2-10-16,1-1 4 0,1 7 0 0,1-4 1 15,1 2-1-15,-3 5 1 0,3-2-5 0,-1 7 5 16,2 0 0-16,0 3 2 0,-2 2-1 0,0 1 1 16,-1 2-17-16,0 4 1 0,-1-1-9 0,-1 4 7 15,2-2-1-15,-2 3 13 0,2-1-1 0,-2 1 3 16,0 0 2-16,0 1-7 0,1-2 7 0,1-1-5 0,0 1 8 15,-1 0-7-15,1 1-4 0,0 0-10 0,-1 1-90 16,1-1-73-16,0 0-56 0</inkml:trace>
  <inkml:trace contextRef="#ctx1" brushRef="#br0" timeOffset="111">18780 11405 609 0,'0'-2'22'0,"0"0"17"16,0 1 12-16,0-3 10 0,-2-11-20 0,1 2-2 15,-3-3-3-15,3 6-1 0,-1 2-14 0,0-6 27 16,1 4-8-16,-1 1 14 0,2-1-11 0,0 5 10 15,-2-4-3-15,2 4 4 0,0 1-9 0,-1-1 3 0,-1 0-2 16,2 1 0-16,0 1-20 0,0 1-3 0,0 1-6 16,-1-3 3-16,-1 1-6 0,0 1-17 0,1 1 7 15,-1-1-10-15,0 0 11 0,1 2-13 0,-1 0 8 0,0 0-10 16,1 2 13-16,-1 0-8 0,2 3-1 0,-3 15-2 16,3 3 6-16,0-2 2 0,0 1 1 0,1 2 1 15,1 0-1-15,1 0-4 0,1-1 5 0,-1 4-4 16,0-1 0-16,1 1 1 0,-1 1-7 0,0 1 6 15,0 5-1-15,-1 2 2 0,0 3 3 0,-1 6-2 16,-1 5-3-16,0 1 4 0,0 3-4 0,-3-1 5 0,0-2 7 16,-1-3-6-16,-2-3 6 0,1-6-7 0,0-1 6 15,0-6 14-15,2-7-3 0,-1-6 7 0,3-2 6 16,-1-2-8-16,0-2 7 0,1-1-7 0,1-6 4 0,-2 1-5 16,2-4 2-16,-2 2-1 0,2-3 15 0,-1 1-1 15,-1 0-4-15,1 1 0 0,-1-3-18 0,0 1-10 16,1 0 4-16,-1-1-6 0,0-1 1 0,1 0 6 15,-1-1-4-15,0-3 4 0,1-6-6 0,-1-13-2 16,0-5 2-16,1-2-3 0,-1-3-2 0,0-8 5 16,2 1-2-16,0-6 4 0,0-2 0 0,2 2-4 15,0-3-3-15,1 1 0 0,0 0-6 0,2 2 7 16,5 1-1-16,2 5 1 0,1 1-8 0,2 2 0 16,1 1 5-16,2-5-2 0,2 3 7 0,-18 1 1 0,24 3-3 15,2 7 2-15,2 3 1 0,1 0-1 0,2 3 3 16,4 6-4-16,-3-3-3 0,4 10 5 0,0-1-3 15,-5 4 6-15,-1 2-11 0,-9 1 6 0,-5-9-2 16,-6 6 4-16,-1 0 0 0,-1 3-3 0,-2 1 1 0,-4 1-1 16,-3 0 6-16,2 0-5 0,1 0 0 0,-1 0-2 15,0 0-2-15,-1 0-3 0,5 0-7 0,-4 0 1 16,4 0-39-16,-1 0-63 0,-3 0-10 0,4 1-23 16,-2 1-96-16</inkml:trace>
  <inkml:trace contextRef="#ctx1" brushRef="#br0" timeOffset="112">19168 11941 1352 0,'0'-1'15'0,"0"-1"0"0,-3-13 0 16,-4-8-9-16,2 2 1 0,2 2-6 0,1 3 4 15,0-2 1-15,2 3-1 0,0 2 0 0,0 1-6 16,0 4 1-16,0 1-2 0,0 4 7 0,0 1-5 16,0-1-2-16,0 0-4 0,0 1-12 0,0 0 20 0,0 2-3 15,0 0 9-15,0 2-8 0,0 1 0 0,0 17 2 16,-1 8-1-16,-4 4-1 0,-2 1 8 0,-1 3-3 16,-2-1 6-16,0 1-3 0,2-8 20 0,-4 2-3 15,2-4 9-15,2-4 2 0,0 1-7 0,3-8-1 0,0 0-2 16,2-2 6-16,1-5-15 0,0-1 0 0,1-2-5 15,1-2 0-15,0 0-7 0,0-1 9 0,0 1-9 16,-2 0 4-16,2 1 11 0,0-1-6 0,0-1 6 16,0-1-14-16,0 1 0 0,2-2-3 0,-1 0 3 15,1-2 3-15,1 1-10 0,-1 1 4 0,10-17-6 16,4 4 9-16,1 1-9 0,1 2 4 0,-5 1-5 16,8-1 7-16,-2 1-6 0,-3 1-2 0,5 3-1 0,-7-5-1 15,5 0 3-15,-2 5 2 0,-1 4-1 0,1 1-1 16,-4 1 6-16,2 4-2 0,-3 2 5 0,-1 1-4 15,-3-1 0-15,-1 9 0 0,-4-1 2 0,-1 3 3 0,0-3-6 16,8 0 4-16,-4 0-3 0,-3-2 6 0,-3 0 3 16,-1 2-5-16,-6 0 4 0,-1-2-3 0,-2-1 0 15,-13-2 6-15,-2-4-4 0,-1 1 17 0,-1 0-4 16,9-4 3-16,-5-1-3 0,2 12 4 0,1-4-3 16,-2-3-3-16,6-4 1 0,1-3-12 0,2 0 2 15,1 0-5-15,2-1 3 0,2-1-8 0,3 0-21 16,0 1-11-16,4 1-9 0,-1 0-70 0,-1-2-110 15,-1 0-33-15,3-1-51 0,-1-2-342 0</inkml:trace>
  <inkml:trace contextRef="#ctx1" brushRef="#br0" timeOffset="113">19602 11822 737 0,'0'0'40'0,"-2"0"1"0,1 0 4 15,-1 0 1-15,0 0-8 0,-9 0 33 0,-1 0-1 16,2 0 4-16,0 0-4 0,2 0-3 0,3 0-10 15,0 0-5-15,2 0-2 0,0 0-24 0,1 0-12 16,0 0 6-16,1 0-5 0,-1 0 24 0,2-1 15 16,0-1 1-16,2 0 5 0,1 1-10 0,23-16-14 15,2 2-8-15,4 2 0 0,-1 2-27 0,4-1-1 16,-1 4 0-16,-1 1 0 0,0 4 5 0,-1 0 0 16,-2 1-6-16,-4 0 2 0,-5 2 0 0,-2 0 4 15,-1 0-1-15,-5 0-2 0,2 0-24 0,-5 0-36 0,-2 0 3 16,0 0-15-16,-3 0-29 0,0 0-2 0,-2 0 0 15,1 0 2-15,-3 0 5 0,1-1-71 0,0-1-27 16</inkml:trace>
  <inkml:trace contextRef="#ctx1" brushRef="#br0" timeOffset="114">19823 11603 831 0,'0'-2'52'0,"0"0"-6"0,0 1 47 0,-2-2-6 15,1-1-40-15,-1-4 14 0,0-4-13 0,1 1 14 0,-1 1-10 16,2 3-21-16,-2-1 10 0,2 5-16 0,0-2-11 16,0 0 0-16,0 2-6 0,0 1 5 0,0-1-12 15,0-1-10-15,0 1-2 0,0 1-2 0,0 1 11 0,0-1-3 16,0 2 5-16,0 0-4 0,0 2 12 0,0 1-8 16,-3 14 7-16,-2 7-7 0,-1 6 6 0,-1-2 3 15,-1 3-9-15,-2 2 7 0,2 1-6 0,1 0 2 16,0 1 4-16,1-2-4 0,1-3-3 0,0-1 11 15,2-1-4-15,-1-1 6 0,1-1-5 0,0-3 1 16,-1-3-1-16,3 0 1 0,-1-2 0 0,0-3-5 16,1-2 7-16,-1-1-5 0,1-2 9 0,-1 0-68 15,2-2-10-15,0-1-29 0,0-1-123 0</inkml:trace>
  <inkml:trace contextRef="#ctx1" brushRef="#br0" timeOffset="115">20300 11289 1274 0,'0'-2'19'15,"0"1"-4"-15,-2-1-5 0,1-1 12 0,-1-1-17 0,2 1 0 16,-2-2-2-16,2 2-11 0,0 1 7 0,0-1-10 15,-1 0 7-15,-1-1-3 0,0 1 4 0,1 1 3 16,-1 1 1-16,2-1 7 0,0 2-6 0,0 0 2 0,0 2 8 16,0-1-5-16,0 4 5 0,-2 23-6 0,1 0-3 15,1 4 5-15,0-2-4 0,0 1 6 0,0 0-6 16,0-3-4-16,0 2 1 0,0-3-4 0,0 1 5 16,0-2 0-16,0 0 3 0,0 4-2 0,0-2-2 15,-2 2 3-15,2 1-3 0,-1-1-1 0,-1 0 2 16,0 1-1-16,1-1 2 0,-1-4 7 0,-1 1 22 15,1-4-3-15,-1 2 8 0,-1-5-16 0,1-4-1 16,1-3-3-16,1-8 2 0,-1 3 6 0,0-3 18 0,1 0 4 16,1-3 3-16,-2 1 6 0,1-1-27 0,-1 0 0 15,0-2-10-15,1 0-10 0,-1-2-1 0,-1-5-2 16,-7-21 0-16,3-5-3 0,5 2 6 0,4-1-4 16,1-4 5-16,4 1-10 0,5-3-2 0,2 1 1 15,3-1-3-15,1 1 4 0,-16 3-8 0,23-3 5 0,4 4-6 16,3 2 18-16,2 1-5 0,6 7 5 0,-2-2-6 15,-2 4 1-15,-1 3 4 0,-7 3-7 0,2 6 6 16,-6 4-5-16,-1-9-2 0,-4 5 3 0,-6 6-3 16,0 1 0-16,-3 2 0 0,-4 2 0 0,-1 0 0 15,-1 1-6-15,-3 0-16 0,8 14-1 0,-6-2-6 0,-1-4-20 16,-2 7-64-16,0-3-8 0,-2 2-25 0,-3-1-76 16,-2-1-198-16</inkml:trace>
  <inkml:trace contextRef="#ctx1" brushRef="#br0" timeOffset="116">20602 11860 1207 0,'0'0'42'0,"-2"0"-4"0,1 0-22 15,-1 0 6-15,0 0-28 0,1 0-14 0,-1 0 3 0,0 2 0 16,1 0 1-16,-1 1 2 0,-9 17 9 0,-4 8 5 15,2 3 0-15,3-1 19 0,1-4 16 0,1 1-2 16,0-2 7-16,1-2 1 0,2-2-8 0,2-3-3 16,0-3-1-16,-1-3-5 0,3-2-13 0,-1-2 4 0,0-1-8 15,1-2 4-15,1-4 3 0,-2 3 3 0,1-1-2 16,-1 0 1-16,2-1-3 0,0-1-4 0,0 1 1 16,0-2-7-16,0 0-3 0,2-2 7 0,-1 1-5 15,1-3 7-15,8-15-7 0,0 2-3 0,5-4-1 16,-11-4-4-16,16 0 7 0,-7-3-4 0,7 3 4 15,-3 4-7-15,-1 3 2 0,4 6 0 0,-3 2 0 16,-8 4 0-16,6 1-4 0,-5-4-1 0,-1 4-2 0,-1 2 1 16,0 1 5-16,0 2 4 0,-4 2-1 0,-3-2 3 15,6 8-1-15,8 19 3 0,-7-2 0 0,-1-1 11 16,-4-2 1-16,-3-4-2 0,0 3 2 0,0-1 0 16,0-2-1-16,0 1-2 0,-2-5 0 0,2-2-9 0,-1 0 9 15,-1-3-3-15,2-4 5 0,0 2-12 0,0-4 4 16,0-1-8-16,-2 3 1 0,2-3-55 0,-1 1-62 15,-1 0-16-15,-1-1-22 0,-1-1-137 0</inkml:trace>
  <inkml:trace contextRef="#ctx1" brushRef="#br0" timeOffset="117">20386 11981 1750 0,'0'0'25'0,"0"-2"6"0,0 1-29 0,1-1-1 15,1 0-12-15,10-3 27 0,26-6-1 0,8 1 0 0,5-2-2 16,5 1-10-16,-3-2 3 0,0-2-3 0,-2 0 2 16,-7 0 0-16,-2 2-38 0,-8 1-2 0,-4 2-17 15,-3 0-30-15,-4 1-26 0,0-3-3 0,1-1-14 16,-2 0-82-16</inkml:trace>
  <inkml:trace contextRef="#ctx1" brushRef="#br0" timeOffset="118">21120 10941 1288 0,'0'-2'29'0,"-1"0"-3"0,-1 1 2 16,0-3 2-16,-1-1-14 0,1-5-13 0,-4 4 0 15,-1 3 1-15,4-1-1 0,-2 1-4 0,3 0 10 16,-1 1-4-16,1 0 9 0,1-1 4 0,-1 3 10 0,2-2-1 16,0 1 2-16,-3-3-4 0,-1 1-18 0,1 1 3 15,1 1-8-15,1-1 0 0,-1 0 4 0,0 1-6 16,1 1 5-16,-1 0-10 0,2 1 7 0,0 1 0 16,0 1 3-16,0 2-3 0,7 12-3 0,3 3-1 15,1 1-2-15,-9 4 0 0,24 1 3 0,6 2 2 0,2 5 0 16,-4-3-3-16,5 8 5 0,-7-3-7 0,5 8 7 15,1 3-8-15,-1-1 5 0,0 3 3 0,-5-6 1 16,-3 5 3-16,-2-3-5 0,-4 3 0 0,-3-1-2 16,-4 3 7-16,-4 7-3 0,-5 4 4 0,24 9-3 15,-19 4 3-15,-8 3 5 0,-8-2 0 0,-7-4 1 0,-3-8 1 16,-7-7-3-16,17-6 0 0,-32-7 0 16,-3-1 4-16,-7-3-9 0,-2-2 0 0,1-1-4 0,-4-2 1 15,4 0-173-15,1-2-61 0</inkml:trace>
  <inkml:trace contextRef="#ctx1" brushRef="#br0" timeOffset="119">18965 10926 494 0,'0'-2'7'0,"0"0"-4"16,0 1 10-16,0-3 4 0,1-7-2 0,1-6 16 0,0 1 32 16,-1-4-8-16,-1 0 14 0,0 0-22 0,-1 4 11 15,-1-1 6-15,-1 2-1 0,0 2 3 0,-2-2-10 16,0 2 2-16,0 2-3 0,1 2 7 0,1 4-27 15,0 0 2-15,1 2-10 0,-1 0-14 0,-5 1-2 16,-1-4-4-16,-1 1 2 0,0 1-13 0,1 3-4 16,-3 1-2-16,-1 1 0 0,-2 8 4 0,-3-6 3 15,-2 25-1-15,-3-2 1 0,3 4-3 0,-5 0 2 16,-6-2-1-16,6 3 1 0,-8-1 8 0,5 6 0 16,2 2 1-16,-6 5-1 0,6 7-3 0,3 9 3 15,0 7-3-15,6 5 2 0,1 4-3 0,1-6 5 0,3-3-3 16,2-3 3-16,2-5 1 0,5 3 8 0,1 2 3 15,-26 6-2-15,17 5-15 0,9 2 8 0,4 3-7 16,4-4 9-16,3-6-1 0,0-8 29 0,3-10-4 0,3-6 10 16,1-5-18-16,2-4-6 0,-13-3-6 0,25-2 1 15,0-1-8-15,0-3-1 0,-2-4 3 0,1-4-3 16,3-4-2-16,-1-1-134 0,4-6-36 0</inkml:trace>
  <inkml:trace contextRef="#ctx1" brushRef="#br0" timeOffset="120">21903 11444 796 0,'0'-1'23'0,"0"-1"28"0,0-3-26 0,1-12-9 16,1-4-2-16,0 0 0 0,-1-4-7 0,2-2-4 16,1 3-2-16,-3-6 1 0,4 3 2 0,-1-1 40 15,-1-1-8-15,-1 2 18 0,-2 1-4 0,0 1 2 16,0 4 2-16,0 2-2 0,0 1 0 0,0 5-8 16,0 1 1-16,0 4-5 0,0 2-18 0,-2-1-11 15,2 4-2-15,0 1-1 0,-2-1 5 0,1-1-23 16,-1 3 1-16,-1-1-11 0,1 2-2 0,-6 2 4 0,1 1 5 15,-1 15-1-15,0 17 6 0,-1 1 3 0,1 6-1 16,3 5 2-16,-1 1-2 0,4 5 3 0,0-5-1 16,-1 0 3-16,1 0 1 0,-21-2 2 0,10-1-1 15,5-1 0-15,3 2-7 0,-2 6 7 0,1 2 0 16,-1 7 3-16,-1 5 0 0,0 0-3 0,-2 0-2 0,0-1 1 16,0-6 3-16,0-6 1 0,0-7 5 0,2-8-5 15,0-3-4-15,1-7 10 0,0-3-3 0,4-5 7 16,0-2 0-16,-1-3 1 0,3-4-4 0,-1-2 0 15,1-3-37-15,1-2-68 0,0-1-19 0,0 0-20 16,0 0-114-16</inkml:trace>
  <inkml:trace contextRef="#ctx1" brushRef="#br0" timeOffset="121">22294 11048 1286 0,'-2'-2'31'0,"0"1"29"0,2-1-14 0,-5-6-26 16,2 1 0-16,0 2-8 0,1 2-4 0,1 0-7 15,1 1 1-15,-2-1-2 0,0-1-16 0,1 1 2 16,-1 1-1-16,0 1 3 0,1-1 8 0,-1 2 0 0,0 2-4 16,1 1 4-16,-11 22 2 0,1 13-1 15,-1 6 5-15,2 9-3 0,0 7 4 0,0 1-1 0,-1 1 1 16,-1 0-1-16,1-5-2 0,-1-2 4 0,1-6-5 15,-3 1 5-15,0 1-2 0,-3 7 3 0,1 1 3 16,-3 7-1-16,3-1 3 0,1-1 2 0,3 1-7 0,3-11 3 16,-1-4-8-16,1-7 5 0,4-9-2 0,-1-1 4 15,3-6-2-15,-1-2-1 0,1-6 8 0,0 0-5 16,-1-5 11-16,3-2-7 0,-1-2-4 0,2-2-5 16,0-3-69-16,0-2-158 0,0-1-66 0</inkml:trace>
  <inkml:trace contextRef="#ctx1" brushRef="#br0" timeOffset="122">22578 11339 1522 0,'-2'-4'14'0,"-5"-17"19"0,1-1-13 0,2 7-23 16,1 2 3-16,1 3-10 0,2 4-3 0,0 1-2 16,0 1-6-16,0 1 3 0,0 1-9 0,0 2 12 0,0 0 4 15,0 2 1-15,0 15 6 0,-1 24-2 0,-2 4 0 16,-1-3 1-16,-2 0-1 0,-3-1 6 0,1-1-1 16,0-2 2-16,0-2 1 0,1-3 9 0,-1 0 4 15,0-2 3-15,-1 2 21 0,4-4-9 0,-1-3-4 16,1-3 0-16,0-3-5 0,0-4 2 0,2-1 3 0,-1-1-2 15,1-3-2-15,1-3-5 0,1-1 3 0,1-4-3 16,-2 1 10-16,0-1-6 0,1-2 1 0,-1 1-4 16,0 0-4-16,1-2-5 0,-1 0 2 0,0-2-2 15,1-1-1-15,-9-20-3 0,2-7 3 0,1-3-3 16,5-3 1-16,2-2 0 0,4-4-3 0,2 3 2 16,3-8-7-16,2-5 0 0,2 0-5 0,4-9 5 0,1 2 0 15,2 3-4-15,3 1 4 0,-2 12-6 0,-11 4 2 16,22 9-9-16,2 4 6 0,-4 4-5 0,0 6 15 15,-2 4-1-15,-4 4-2 0,-4 4 0 0,-2-7 3 0,-3 6-5 16,0 3 6-16,-2 2-5 0,-1 4 9 0,-7-3-5 16,-2 1-1-16,12 23 0 0,-5 1 3 0,-7 5-4 15,-4 6-1-15,-8 4-2 0,-6 4 4 0,-4 1 1 16,15 2 2-16,-27-4-2 0,-5-7-5 0,-4-4 12 16,0-5-7-16,1-8 8 0,4-1-9 0,9-5 0 15,1-4 0-15,9-2 2 0,1 0 0 0,3-1-2 16,6-1 0-16,-1-2 0 0,4 1 3 0,1-2-4 15,-3 3-3-15,0 1-1 0,2 0-1 0,-1-1 0 0,3-1 6 16,1 0-4-16,0 2-1 0,0-2 3 0,1 3 0 16,1-1 2-16,3 1-4 0,7 0 4 0,11 0-3 15,1 1 4-15,1-1-1 0,0 0 2 0,0 0-2 16,-7 2 0-16,7 0-3 0,-6 0 3 0,0-3 1 16,-1-1 2-16,-7-1 5 0,1-3-5 0,1 3 2 0,-1 3-3 15,-2-1 3-15,-1-2-4 0,-2-2-11 0,-2-1-3 16,0-1-74-16,2 1-86 0,-3-2-32 0,6 0-33 15,-1 0-247-15</inkml:trace>
  <inkml:trace contextRef="#ctx1" brushRef="#br0" timeOffset="123">23132 11637 1307 0,'0'0'58'0,"-2"-1"-4"0,1-1-8 15,-1 1 8-15,-1-1-28 0,0 0-11 0,-1 1-14 16,1 1-5-16,-4 0 0 0,1 0 1 0,1 0 4 16,-2 0 3-16,1 1 0 0,-3 3 6 0,3 0 7 15,1 0 0-15,-2 12 1 0,2 2 1 0,0 1-13 16,-1 2 0-16,-3 2-4 0,3 2-2 0,-1-2 3 16,-1 2 3-16,0-2-1 0,1 2-2 0,-1-2 1 15,1 2-1-15,4-7 2 0,-2 2 2 0,2-2-7 0,-1-3 0 16,1 0-4-16,-2-6-24 0,2-2-75 0,0 1-12 15,1-1-29-15,-1-2-127 0</inkml:trace>
  <inkml:trace contextRef="#ctx1" brushRef="#br0" timeOffset="124">23433 11213 1387 0,'-2'-2'40'0,"0"1"-2"16,-1-6-4-16,-5-9 2 0,-1 1-19 0,4 2-15 15,2 4-2-15,1 3-1 0,1 1-2 0,1 3-14 16,-2-1-6-16,2-1 3 0,-1 1 0 0,1 2 16 0,0-1 3 16,0 2 0-16,0 0 2 0,0 2 9 0,0 1-11 15,0 13 2-15,-4 21-4 0,-1 1 8 0,-1 1 4 16,-1 1-3-16,0-2 2 0,1 0-1 0,-2-3-5 15,-1-1 3-15,-1 1-4 0,1-2 8 0,-1-2-9 16,-4 2 0-16,5-1-3 0,-3-3 3 0,0 4 5 16,3-1 4-16,0-1-1 0,3 1-2 0,1-4-11 15,-2-4-11-15,2-4-2 0,0-5-42 0,2-2-59 16,0 1-11-16,1-6-20 0,2-2-86 0</inkml:trace>
  <inkml:trace contextRef="#ctx1" brushRef="#br0" timeOffset="125">23634 11086 878 0,'0'-2'22'0,"0"1"75"0,0-11 0 0,0-5 33 16,0 4-64-16,0 7-36 0,0-1 5 0,0 4-14 16,0 1 11-16,0 0-20 0,0-1-5 0,0 0-5 15,0 1-21-15,0 1 8 0,0-1 0 0,0 2 4 0,0 0 1 16,0 2 4-16,0 1 1 0,-2 22 1 0,1 4 0 15,-3 4 9-15,-1 2-6 0,-1 6 9 0,1-1-3 16,0 6-4-16,-2 0 4 0,1 1-5 0,-3 1-2 0,-1-5 11 16,1 1-8-16,-1-6 8 0,-2 0-13 0,1-3 6 15,-3-1-1-15,4-1 2 0,1 1-3 0,2-5-4 16,0-1 2-16,1-1-2 0,-1-4 7 0,2-2 6 16,0-1-2-16,2-3 3 0,1-2-10 0,1-6-62 15,1-2-9-15,0-4-25 0,0 1-90 0,0-1-191 16</inkml:trace>
  <inkml:trace contextRef="#ctx1" brushRef="#br0" timeOffset="126">23977 11088 1291 0,'-2'0'21'16,"1"0"4"-16,-1 0-13 0,1 0-14 0,-1 0-4 15,0 0-14-15,1 0 10 0,-1 0-1 0,0 1 3 16,-1 1-3-16,0 1 1 0,-1 4 0 0,-10 19 2 16,4 6 10-16,1 7-6 0,1 4 3 0,-2 2-5 15,2 3 7-15,-4 1-1 0,1 2 5 0,-1-1-3 16,1-4 25-16,-2-8 23 0,-1-3-1 0,1-4 8 0,0-3 5 16,1-5-19-16,1-1-3 0,1-6-7 0,0 1-20 15,3-7 5-15,2-2 1 0,2-3 1 0,2-2-7 0,-6 2 9 16,2-1-7-16,2-3 7 0,-2 1-4 0,0-1 5 15,-2-1-8-15,4 0 4 0,1 0-24 0,-1-3 6 16,-4-8-1-16,-1-12 2 0,5-2-8 0,3-3 3 16,3-2 3-16,4-3 0 0,4-2 0 0,2-4 0 15,4-3-1-15,1-2 1 0,0-1 5 0,0-4-7 16,1-1 7-16,-3 2-6 0,1 2 3 0,-3 10 2 16,1 6-8-16,-2 5 6 0,1 4-2 0,-3 4-2 15,-4 2 6-15,18 4-4 0,-7-1 8 0,-2 4-8 16,-3 1 4-16,1 1-4 0,1 2 5 0,3 3 3 0,0-1-4 15,-3-8 3-15,0 2-10 0,-1 3 4 0,1 3-5 16,-2 2 5-16,2 2 0 0,-5 1 3 0,-2 2-4 16,2-2 1-16,-5 17 2 0,-3 0 0 0,13 3 3 15,-5 5-5-15,-7 0-1 0,-3 4-2 0,-5 1 6 0,-3-2-5 16,-4 4 3-16,-3-5 3 0,9-1-5 0,-22-1 5 16,1 0-1-16,-9-3-1 0,5 2 4 0,-4-8-3 15,-1-2 0-15,6-1 2 0,4-4-3 0,2-2 5 16,6 0-2-16,2-2-2 0,4-1 1 0,4-2-2 15,3-2-4-15,2 0 7 0,1-1-1 0,2 0 4 16,-2 1-2-16,-1 0-10 0,2 0 3 0,-1 1-3 0,2-1 15 16,0 0-3-16,2-1-3 0,-1 0-1 0,1-1-5 15,-1-1 2-15,16 10-1 0,-1-1 1 0,8-1-3 16,-6-3-4-16,-3 0 7 0,3 0-5 0,3 1 8 16,-3-1 0-16,0 0-3 0,-4-2 1 0,-4 1-1 0,1-1-2 15,-1 0 0-15,5 2-3 0,-7-3-19 0,0 0-55 16,6 1-11-16,-3 0-20 0,6 1-71 0,-2-3-104 15,-2 1-67-15</inkml:trace>
  <inkml:trace contextRef="#ctx1" brushRef="#br0" timeOffset="127">24235 11609 1390 0,'-2'0'60'0,"0"-1"-3"0,1-1-27 0,-1 0 10 16,0 1-36-16,1-1 2 0,-1 0-5 0,0 1-2 0,2-1 0 16,0-1 1-16,2 0 4 0,0-1-1 0,-2 3 3 15,10-8 1-15,11 8-6 0,2-3 3 0,2-12-4 16,-4 8 2-16,2 3 4 0,1 3 0 0,-3 2 2 16,2 5 1-16,-5 2 3 0,-3 1-3 0,-3 0 4 15,-7 4 2-15,10 9-3 0,-6 4 4 0,-5 1-5 16,-6 2-7-16,-8 2 8 0,-5 0-8 0,10 0 8 0,-24-2-3 15,1-2-1-15,-5 2 2 0,1-1-2 0,-4-1 10 16,0-5-4-16,1 4 4 0,-3-7-5 0,7 1 0 16,3-5 0-16,1-4-5 0,11 2 3 0,1-4-4 0,5 2-5 15,3-5 2-15,4-2-4 0,-2 4-7 0,3-4 8 16,-1 2-3-16,1 0 5 0,2-3 1 0,0 1 2 16,2 0 8-16,1 1-5 0,12 4 16 0,12-1 6 15,1-4-4-15,0-3 4 0,-3-2-4 0,4-3 0 16,-2 0-4-16,-1 0-1 0,2 0-13 0,0-1 6 15,-1-1-4-15,-3 1 4 0,3 1-16 0,-7 0 4 16,-1 1-1-16,-4 3 4 0,-2-1-5 0,-3 0 0 16,-1 2-3-16,-4 0-2 0,-2 0-47 0,-2 0-127 15,1 0-38-15,1 0-74 0,1 0-565 0</inkml:trace>
  <inkml:trace contextRef="#ctx1" brushRef="#br0" timeOffset="128">15905 13467 83 0,'-2'0'0'0,"1"-1"4"0,-3-1 42 0,-9-1-14 15,-2-2-4-15,-3 0-22 0,2 0-6 0,-6 0 1 0,-3 0-3 16,4 2 4-16,-2-1 0 0,1 1-1 0,3 0 24 16,-1-1-12-16,3 1 66 0,1 0 8 0,-2 0-3 15,1-1 4-15,-1 1-8 0,1 0 7 0,-1-1-4 16,3 1 4-16,2 1-14 0,2 1-17 0,-3-1-2 16,5 0-7-16,-5 1-18 0,4 1-11 0,2 0 1 0,3 0-5 15,0 0-2-15,2 0 1 0,0 0-5 0,1 0 3 16,0 0-4-16,-1 1 11 0,0 1-1 0,1 0 4 15,1-1 3-15,-1 1 0 0,2 0-2 0,0-1 1 16,2 1 0-16,1 0-5 0,10 4 7 0,20 4-8 16,2-3 4-16,8-2-9 0,6-4-1 0,9-1-3 15,3-1-3-15,13-1 4 0,-4-3-2 0,0 0 3 16,5-5-4-16,-3-1 5 0,9 1 2 0,12-2 1 0,7 2 5 16,11-3-15-16,-2 0 6 0,0 0-9 0,-2 3 6 15,10-2-3-15,10 1-3 0,4-1 2 0,1-1 0 16,-5 1-3-16,3 1 1 0,12-1-1 0,0 1-3 0,3-1 5 15,-4 2-2-15,-1-1 3 0,7 1-4 0,3 0 1 16,0 0 2-16,-5 0-1 0,2 2-2 0,3-2 1 16,2 3 0-16,-5-1 0 0,2 3 2 0,-1 0 2 15,1 0 1-15,-1 0 0 0,-2 2 5 0,-3-1 20 16,2 0-1-16,4-1 7 0,-2 1-14 0,-2 1-5 16,2 1-4-16,-2-1 3 0,-1 1 0 0,-6-1-5 15,-4 0 2-15,0-1-3 0,1 3 2 0,-3-1-7 0,-5 2 2 16,-8-2-4-16,0 1-1 0,0 1 4 15,-7-2 0-15,-5 2 2 0,-11-1 2 0,-7-1-9 0,-1 2 3 16,-1 0-4-16,-4 0 7 0,-1 0-6 0,-4 0 4 16,-4 2-5-16,-6-2 4 0,-4 0 1 0,-10 0-5 15,-6 0 3-15,-5 0 2 0,-3 0-5 0,-4 0 4 0,-1 0-5 16,-6 0 2-16,-4 0 0 0,2 0 3 0,-9 0-2 16,-2 0 2-16,-6 0-9 0,-7 0-14 0,1 0-4 15,-3 0-109-15,1 0-191 0</inkml:trace>
  <inkml:trace contextRef="#ctx1" brushRef="#br0" timeOffset="129">15331 13703 916 0,'-2'-1'57'0,"0"-1"114"16,1 1-162-16,-1 1-2 0,0 0-6 0,1 0 4 16,-1 0-8-16,0 0 8 0,-1 0-5 0,0 0 8 15,1 1-4-15,0 1 13 0,1-1-2 0,-1 3 4 0,1-1 4 16,1-1 8-16,-2 6-2 0,2 0 2 0,0 1-3 15,0-5 10-15,0 3 5 0,2 0 1 0,-1-2 13 16,4 1-2-16,5-1-7 0,8-2 0 0,4 1-28 16,6-1-4-16,1 0 2 0,14-1-3 0,0 1 3 0,7-1-11 15,11 0 3-15,8 26-6 0,9-17-5 0,3-6 1 16,1-3-2-16,-3-2 3 0,5 0 0 0,11-2-1 16,12-1 1-16,15 0-1 0,2-1 4 0,1-2 1 15,1-3-7-15,9 1 3 0,13 0-1 0,4-2-7 16,5 0 8-16,2-3-7 0,1 0 5 0,10 0 2 15,3-4-5-15,5 0 4 0,-1 1 0 0,4-1 2 16,3-1-2-16,0 0 0 0,3-3-1 0,-1-1 5 16,4 4-1-16,0 0 2 0,-5 3 2 0,3 2 11 0,0-2 5 15,0 0 0-15,-3-3 9 0,7 1-16 0,-1 3 4 16,-8-1-6-16,2 3 5 0,0 1 0 0,-7-3-3 16,-1 3 3-16,-1-1-3 0,3 2-2 0,-9 2 3 15,-5 1-3-15,-2-1 7 0,-8 2 2 0,-5-1-1 0,-4 2 0 16,-5 0-5-16,-12 2 1 0,-8-1-3 0,-11 3 0 15,-1 1-9-15,-6 0-6 0,-9 0 7 0,-14 1-7 16,-10 3 6-16,-11-1-6 0,-3 4-5 0,-11 1-11 16,-6 0-138-16,-9 2-395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41:20.40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92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30T04:44:56.588"/>
    </inkml:context>
  </inkml:definitions>
  <inkml:trace contextRef="#ctx0" brushRef="#br0">8177 3492 153 0,'0'0'0'0,"0"0"53"0,-2 0 18 16,1 0 41-16,-1 0 17 0,0-2-27 0,0 0-1 0,0 0-38 15,-2 0 3-15,1 1-12 0,1 1-9 0,-4 0 0 16,3 0 4-16,-3-2 0 0,-1 0 13 0,1 0-19 16,0 0 4-16,5 2-9 0,-1 0 1 0,-2 0 2 0,2 0-7 15,-2 0 6-15,1 0 1 0,1 0-10 0,-4-2 5 16,4 2-8-16,1 0 7 0,-7-3-10 0,6 3 6 16,-1-2-8-16,1 2 10 0,0 0-2 0,-2-2-5 15,0 0 3-15,1 0-3 0,-1 0 0 0,0 0 3 0,1 1-4 16,-1-1 5-16,2 0-2 0,0 2-1 0,-2 0-1 15,3 0-5-15,-1 0 0 0,0 0 3 0,0 0-2 16,0 0 2-16,0 0-3 0,0 0-5 0,1 0 2 16,-1 0-12-16,0 0-2 0,0 0 0 0,0 0-3 15,0 0-6-15,2 0 5 0,0 0-1 0,0 0 4 16,0 0 3-16,0 0-6 0,2 0 4 0,0 0-4 0,0 0 10 16,2 0-9-16,-1 0 3 0,5-2-4 0,1 0 5 15,8 0-4-15,3 0 2 0,-7 2-3 16,8 0 0-16,-5 0 5 0,3 0-4 0,-1 0 3 0,1 0-4 15,1 0 0-15,1 0 5 0,-1 0-5 0,1 0 6 16,-1 0-6-16,2 0 1 0,-3 0 0 0,1-1 11 0,-1-1-6 16,-4 0 0-16,3 0-3 0,-1 0-3 0,0 0 0 15,-2 0 0-15,1 1 0 0,-1-1 9 0,0 0-10 16,0 0 4-16,-2 0-6 0,0 2 3 0,0 0 2 16,0 0-1-16,0 0 1 0,0 0-2 0,2 0 5 15,-2 0-3-15,0 0 4 0,0 0 4 0,2-2 2 16,1 2-1-16,-1-2 0 0,4 1-3 0,-3-1-1 15,1 0 2-15,4 0-2 0,-5 2 4 0,1-2-8 0,0 2 2 16,-6 0-4-16,4-2-2 0,0 0 9 0,-1 2-7 16,1-1 7-16,0 1-14 0,-4 0 6 0,4-2 1 15,-4 2 2-15,0-2 6 0,2 0-7 0,-1 2 3 16,1-2-5-16,0 2 7 0,3-2-7 0,-3 2 3 0,0 0-3 16,-2-2 0-16,1 2 5 0,1-1-5 0,1-1 4 15,7 0-2-15,-8 2-2 0,5-2 0 0,-5 0-1 16,4 0-3-16,-4 0 8 0,2 1-4 0,-2-1 6 15,0 0-9-15,0 0 3 0,0 0 0 0,-2 0 1 16,2 0-1-16,-2 1 0 0,-2-1 1 0,3 0-1 16,-1 0 3-16,0 0-2 0,0 2-2 0,2 0 0 15,-2 0 0-15,-2 0 3 0,1 0 1 0,-3 0-2 0,2 0-6 16,-1 0 7-16,5-2-2 0,-2 2 3 0,0 0-6 16,0-2 2-16,2 2-1 0,2-1 1 0,0-1-3 15,0 2 6-15,3-2 0 0,-6 2 3 0,1-2-5 16,1 0 1-16,3 0-2 0,0 0 1 0,-6 2 2 0,4-1-5 15,-4 1 3-15,-4 0-3 0,6-2 5 0,-5 2-2 16,-3 0 0-16,5 0 0 0,1 0 3 0,2 0-3 16,-6 0 2-16,3 0-2 0,-3 0 1 0,0 0 0 15,8-2-1-15,-6 0 0 0,3 0 0 0,-1 0 0 16,0 0 2-16,-2 1-2 0,2-1-4 0,-1 0 6 16,-3 2-3-16,4-2 3 0,2 0-10 0,2 0 14 15,-2 0-8-15,-4 1 10 0,-1 1-11 0,-1 0 2 0,2-2 1 16,-3 2 0-16,1 0-1 0,-1 0 4 0,-2 0-3 15,1 0 2-15,-1 0-5 0,2 0 5 0,-3 0-2 16,3 0 2-16,-2 0-2 0,-3 0 0 0,3 0 2 16,0 0 0-16,-2 0-4 0,1 0 0 0,-1 0-1 0,0 0 1 15,2 0 8-15,0 0-6 0,-1 0 3 0,1 0-3 16,0 0 3-16,-2 0-3 0,-1 0 2 0,3 0-2 16,0 0 1-16,0 0-1 0,-1 0-3 0,1 0 0 15,0 0 5-15,-2 0-1 0,-1 0 1 0,1 0-2 16,0 0 0-16,0 0 1 0,0 0-1 0,0 0-1 15,0 0-4-15,-1 0 4 0,1 0 3 0,0 0-1 16,0 0 1-16,0 0-2 0,0 0 1 0,0 0 1 0,-1 0 2 16,1 0 0-16,0 0-4 0,0 0 0 0,-2 0-5 15,0 0 7-15,0 0-2 0,0 0 4 0,0 0-5 16,0 0 1-16,0 0 1 0,0 0 2 0,0 0-1 16,2 0-3-16,-2 0 1 0,0 0-1 0,0 0 4 0,0 0-3 15,0 0 4-15,0 0-3 0,0 0 8 0,0 0-3 16,0 0-5-16,0 0 2 0,0 0-3 0,0 0 5 15,0 0-4-15,0 0 3 0,0 0-7 0,0 0 2 16,0 0 2-16,0 0 1 0,0 0 2 0,0 0-4 16,0 0 0-16,0 0-1 0,0 0-1 0,0 0 4 15,0 0-4-15,0 0 5 0,0 0-1 0,0 0-3 16,0 0 1-16,0 0-2 0,0 0 2 0,0 0-3 16,0 0 5-16,0 0-3 0,0 0 2 0,0 0-2 0,0 0 0 15,0 0 1-15,0 0 0 0,0 0 3 0,0 0-3 16,0 0 3-16,0 0 0 0,0 0-3 0,0 0 0 15,0 0-1-15,0 0 0 0,0 0 3 0,0 0 1 16,0 0 1-16,0 0-2 0,0 0-1 0,0 0 2 0,0 0-2 16,0 0-1-16,0 0 0 0,0 0 1 0,0 0 0 15,0 0 8-15,0 0-5 0,0 0-4 0,0 0 1 16,0 0-9-16,0 0 8 0,0 0 0 0,0 0 0 16,0 0 0-16,0 0 2 0,0 0-1 0,0 0 2 15,0 0 3-15,0 0 4 0,0 0-5 0,0 0 3 16,0 0-6-16,0 0 0 0,0 0 3 0,0 0-2 15,0 0-2-15,0 0 4 0,0 0-4 0,0 0 4 0,0 0-8 16,0 0 3-16,0 0 0 0,0 0 1 0,0 0 4 16,0 0-1-16,0 0 0 0,0 0-1 0,0 0-4 15,0 0 4-15,0 0 0 0,0 0 3 0,0 0-6 0,0 0 1 16,0 0 1-16,0 0 1 0,0 0-3 0,0 0 4 16,0 0-4-16,0 0 7 0,0 0-4 0,0 0-2 15,0 0 1-15,0 0 0 0,0 0 1 0,0 0-2 16,0 0-1-16,0 0 0 0,0 0 9 0,0 0-7 15,0 0-1-15,0 0-1 0,0 2-8 0,0-1 10 16,0 1-2-16,0 0 3 0,0 0-3 0,0 0-1 16,0 0 3-16,0 0-1 0,0-1 3 0,0 1-4 15,0 0-1-15,0 0-1 0,0 0 3 0,-2 0 2 0,2 0 1 16,0-1-1-16,0 1 2 0,0 0-5 0,0 0 3 16,0 0-4-16,0 0-1 0,0 0 4 0,0-1-4 15,-2 1 4-15,2 0-2 0,-2 0 2 0,0 0-1 16,2 0 1-16,-1 0-2 0,1 1 2 0,0 1-3 15,0 0 1-15,0-1-5 0,0 1 5 0,-2 0 1 0,2-2 2 16,0 3 0-16,0 1-6 0,0-1 7 0,-2 3-6 16,2-1 2-16,0 1 0 0,0-3 0 0,-2 5 0 15,2-3 6-15,0 0-8 0,-2 3 1 0,0-1-3 16,0 2 4-16,2-2 4 0,0 1-4 0,0-1 4 16,0-2-2-16,0 1-5 0,0-1 3 0,0 1-3 15,0-1 3-15,0-1 2 0,0-1-3 0,0 1 1 0,0 1-5 16,0-3 5-16,0 0 0 0,0-1 0 0,0 1 2 15,0 0 2-15,0 3-1 0,0 2 1 0,0-3-6 16,0 1 0-16,0-1 1 0,0-4 0 0,0 5 4 16,2 1-2-16,0 1-1 0,-2-2 0 0,2 1-6 0,-2-4 5 15,0 1 0-15,0 1 2 0,0-1 4 0,0-3-4 16,0 0-2-16,0 2-2 0,0 1-1 0,0 1 7 16,0-2 1-16,2-1 1 0,-2 1-6 0,0 0 4 15,0-1-3-15,0 1 4 0,0 0-7 0,0 0 2 16,0-1 3-16,0 1 0 0,0 0 6 0,0-1-3 15,0 1-4-15,-2 0 2 0,2-2-3 0,-2 3-4 16,2-1 4-16,0-2-2 0,-2 3 7 0,2-3-2 0,-3 4-4 16,-1-1 1-16,0 1-5 0,2-2 9 0,0-1-2 15,-1 3 4-15,-5-4-6 0,1 3 3 0,-2-1-3 16,-1 2 3-16,1-1-2 0,-2 3 1 0,0-3-1 16,1-3 0-16,-1 2 0 0,0 5 2 0,0-1 0 15,-2-1 0-15,6-3-3 0,-1-1 1 0,3-1-1 0,-1 0 1 16,0 0 3-16,1 0 6 0,-4 2 0 0,5-4 2 15,-4 1-6-15,5-1-2 0,-1 2 5 0,0 0-3 16,1 0 1-16,-1 0-4 0,0-2-3 0,0 0 2 16,1 0 2-16,-1 2-1 0,0 0 1 0,1-2-2 15,-1 0-2-15,0 0 8 0,0 0-8 0,1 0 7 16,-1 1-9-16,0-1 5 0,1 2-1 0,-1-2 2 0,0 2-7 16,2 0 4-16,0-2 1 0,1 2 2 0,-1-2-2 15,0 2 1-15,0-2-3 0,0 0 2 0,0 0-2 16,0 0-3-16,1 0 3 0,-1 0-3 0,0 0 1 15,0 0 6-15,0 0-2 0,2 2 4 0,0-1-5 0,0 1-4 16,0 0 3-16,2 0-3 0,0 0 2 0,0 0 3 16,1 0-5-16,1-1 4 0,11 3-6 0,0 0 5 15,5 0 2-15,3-1 0 0,-5-1-2 0,3 0-2 16,-1 0 2-16,0 0-1 0,1 0 7 0,-3-1-5 16,-1 1 2-16,-2 0-3 0,0 0 0 0,-2 0 0 15,0 0-3-15,-2 0 2 0,2-1 0 0,-4 1-1 16,2 0 4-16,1 2-2 0,-1 0 0 0,-2-1 3 15,0 1-5-15,2 0 4 0,-1-1-4 0,1 1 2 0,0 0 2 16,-2 0-1-16,1-1-5 0,-3-1 8 0,0 0-4 16,1 0 6-16,-1 0-9 0,1 0-1 0,-5-1 4 15,-1-1-1-15,2 2 6 0,-2-2-3 0,2 2-1 0,-3-2-1 16,3 2-7-16,0 0 12 0,0 0-5 0,-1 0 8 16,-1-1-8-16,0 1 4 0,0 2 2 0,0-2 2 15,0 0 4-15,-1 1-5 0,1 1-1 0,-2 0-1 16,0 0 1-16,-2-1 0 0,1 1-2 0,-3 0 1 15,-5-2-5-15,-10 5 3 0,0 0-2 0,-1 1 3 16,-4-1 4-16,2 3-11 0,-1-3 6 0,1 2-8 16,-2 1 8-16,3-1 3 0,-3 0-6 0,-2-1 4 15,2 1-5-15,-2-2 1 0,6 2 3 0,-10-1-1 0,10-1-3 16,-1 3 4-16,-1-3-4 0,7-1 4 0,0 1-4 16,0 0 4-16,4 1 2 0,2-3 1 0,0 1-3 0,3-2-4 15,2-1 1-15,1 1-1 0,1 0 2 0,0 0 0 16,-4-3-1-16,5 1 0 0,1 0-2 0,-4 2 5 15,0 0-1-15,0-1 3 0,1 1-12 0,1-2 6 16,0 0 1-16,0 0 1 0,0-1 0 0,0 1-1 16,1 0-5-16,-1 0 2 0,2 0 1 0,0 0-2 15,0 1 5-15,0-1-2 0,0 2 4 0,2 0-3 16,-1-2-2-16,3 1 0 0,2 1 0 0,12 5 2 16,6 1 0-16,0-3 2 0,1-1-5 0,-3-3-1 0,2 1 2 15,-2 0-1-15,2-2 3 0,-3-1 2 0,-1 1-2 16,-1 0 3-16,-2-2-2 0,-1 2-1 0,-1 2-1 15,0-2-2-15,-2 1-4 0,0 1 7 0,-2 0 0 16,-2-1 3-16,1 1-3 0,-1 0 0 0,-2 0-1 0,-1-1 1 16,0 1 6-16,-3-2-6 0,1 0 2 0,-2-2-3 15,2 5 5-15,1 3-7 0,-1-3 8 0,0 3-6 16,-1-1 14-16,1 2-4 0,-2 1-1 0,-2-1-1 16,0 2-7-16,-4 6 5 0,-1-6-4 0,-3 2 4 15,-1 0-3-15,-2-6 5 0,-10 6-3 0,3 0 1 16,-1 4-6-16,1-2-3 0,-1 0 7 0,2-2-3 15,-1-4 7-15,1 4-3 0,2-5-2 0,0 1 0 0,6 0-4 16,2 0-1-16,1-1 1 0,-1-1 1 0,1-1 1 16,2-2 1-16,-3 1-1 0,5-1 0 0,0 0 0 15,-2-1-5-15,1 1 5 0,-1 0-3 0,0-1 5 0,2 1-2 16,1 0-2-16,-1-2 1 0,0 0-5 0,0-1 0 16,0 1-1-16,0 0 1 0,2 0 2 0,0 0-1 15,0 0 2-15,0 0-2 0,0-1 5 0,2 1-2 16,0-2 2-16,0 0-2 0,0 0 6 0,1 0-6 15,1 0 5-15,0 0-5 0,0 0 2 0,1 0 0 16,1 0-3-16,-1 0 3 0,-3 0 0 0,2 0-2 16,-2 0 2-16,3 0 0 0,-1 0 0 0,2 2 0 15,-1 0 1-15,-1 0-1 0,0 0 0 0,-1 0 1 0,-1 1-1 16,2 8 3-16,0 2-2 0,-3 2 1 0,1 2 0 16,4 0 0-16,-4 3 1 0,0 2 0 0,-1 2-2 15,18 4 3-15,-8 2-2 0,-3 3-2 0,-3 5 1 16,-3 1-1-16,-2-2 0 0,0 4 3 0,-2-4-3 15,0-2 2-15,0 0-2 0,1 1 2 0,-3-9-1 0,2 3 1 16,0-2-2-16,0-2 5 0,0-4-1 0,2-1 3 16,0-3-1-16,0-1-2 0,0 1 4 0,0-3-4 15,0-2-3-15,0 2 9 0,0-4-9 0,0 0 8 16,0-3-9-16,0-3 0 0,0 1 1 0,0 0 0 16,0-1-1-16,0-3 0 0,0 0-1 0,2 2 0 0,0-1 4 15,-2 1-16-15,2 0 0 0,-2-2-10 16,2-1-19-16,0 1-57 0,0 0-24 0,-1-2-17 0,1 0-139 15,0 0-226-15</inkml:trace>
  <inkml:trace contextRef="#ctx0" brushRef="#br0" timeOffset="740.03">10922 3980 1035 0,'0'-2'122'0,"0"0"35"0,0-1-48 0,0-3-62 16,-2-11 3-16,0 4 74 0,0 0-3 0,0 2-5 0,2 6-4 15,0-3-40-15,0 5 2 0,0 1-4 0,-2-2 0 16,2 0-40-16,0 2-17 0,-2 1 1 0,2 1-2 15,-1 1 9-15,-1 3 6 0,-4 20 2 0,1 15 3 16,-1 2 12-16,-1 2-8 0,-1 1-2 0,1 1-2 16,-1 0-12-16,3-3-6 0,-3 1-3 0,1 1 0 15,-1-5-2-15,3-1-5 0,1-9 2 0,0 1-3 0,3-8-3 16,-1-3-12-16,2-1 2 0,0-8-7 16,0-1-17-16,0-7-19 0,0 0-7 0,0 1-5 0,2 1-29 15,-1-2-25-15,1 0 13 0,0-2-12 0,0-2 43 16,0 0 19-16,2-16-2 0,-1-8 9 0,1-12 16 0,-2 3 19 15,-2-2 4-15,0-2 5 0,-4 2 10 0,0-4 6 16,1 6 4-16,-1-2 2 0,2 0 37 0,0 5 2 16,0 0 1-16,2 3 0 0,0-1 3 0,0 2-10 15,2 0 7-15,2 0-8 0,2 1 1 0,-1 1-9 16,3 0-2-16,-1 7 0 0,0 4 3 0,1 2 8 16,-6 4-8-16,18-4 6 0,1 2-10 0,-1 0-8 15,2-1 1-15,-1 9-6 0,-1-3-12 0,-1-7 2 16,-3 8-5-16,-3 1 2 0,-2 4-13 0,-1 0 3 0,-3 0 3 15,1 2 0-15,1 1-5 0,-5-1 4 0,-1 2-4 16,5 9 6-16,-1 7 0 0,-3 5 0 0,-4-3 1 16,-2 2-1-16,-4-2-4 0,-3 1 7 0,-4-3-7 0,0 0 7 15,-2 1-10-15,13-3 1 0,-11 1 3 0,-1 0-2 16,-1-1 5-16,4 1-7 0,1-3 2 0,3 1-2 16,1 0 4-16,3-2 0 0,-1 0-4 0,2-1 2 15,-7-1 1-15,1 0 1 0,3 0 1 0,1-2-1 16,2 4 4-16,2-4-9 0,0 2 3 0,2-1-4 15,2-1 6-15,0-2 1 0,1 2 1 0,1-3-2 16,1 3-3-16,10 0 5 0,-2 0-2 0,3 0 2 16,-3 0-5-16,2 2 4 0,-1 0 1 0,-3 4 1 0,4-4-10 15,-6-2 7-15,-1 2-3 0,3-4 5 0,0 6-5 16,0 0-4-16,-2-4-2 0,0 4-2 0,-2-6-6 16,2-1-13-16,2 1 2 0,4-3-8 0,-2-4-15 0,2 1-71 15,3 12-23-15,-1-6-27 0,1-1-183 0</inkml:trace>
  <inkml:trace contextRef="#ctx0" brushRef="#br0" timeOffset="1025.02">11540 4116 1390 0,'0'0'41'15,"-2"0"45"-15,0 0 26 0,0 0 9 0,0 0-11 16,1 0 1-16,-1 0-72 0,0 0-8 0,2 0 3 0,0 2 0 16,0-1 31-16,0 3-5 0,0 22-3 0,0 4-2 15,0-1-15-15,0 5 0 0,2 1 2 0,-2 2-2 16,0 2-9-16,0 2-11 0,0-7-4 0,0-5-1 16,0 3-9-16,0-8-6 0,2 2 5 0,-1-2-5 15,1-7 0-15,0-2-5 0,0 0-9 0,0-6 2 16,0 0-29-16,0-1-41 0,-1-3-19 0,1 1-11 15,0-3-89-15,-2-1-31 0,2-2-26 0,4 4-18 0,-1-2-234 16</inkml:trace>
  <inkml:trace contextRef="#ctx0" brushRef="#br0" timeOffset="1449.13">11596 4233 1150 0,'0'0'147'0,"0"-2"-143"15,-2 0 178-15,0 0-74 0,0 0 41 0,0 0-24 16,0-1-9-16,0-1-11 0,2 2-75 0,-1-4 7 15,1-1 0-15,0 0 6 0,0-1 17 0,3 1-10 16,1 1-1-16,7 3-4 0,11-1-14 0,4-13 3 16,0 6-5-16,0 4 5 0,0 3-6 0,-2 2-6 15,4 2 4-15,-5 2-5 0,-1 3-8 0,-2 3-6 0,-9-3-2 16,1 3 1-16,-9-6 6 0,8 13-5 0,1 3 6 16,-5 2-5-16,-3 1 8 0,-2-1-2 0,-2 3-2 15,-8-1 1-15,-3 2-2 0,-4 0 0 0,4-3-3 0,-15-1 1 16,-2-3-7-16,6-4-2 0,0 0 4 0,1-6-3 15,4 2-1-15,6 1 2 0,0-5-4 0,7 5 4 16,1-9 3-16,1-1-10 0,-2 4 3 0,0 0-7 16,1 0-6-16,1-3 0 0,0 1-4 0,0 0 4 15,0 0 3-15,0 0 6 0,2 0-2 0,0 0 3 16,2-1 1-16,2 1 2 0,2 0 3 0,14 4-1 16,0-1 3-16,3 1-3 0,1-1 1 0,0 3-1 15,0-1 3-15,2 1 0 0,-5-1-1 0,3 4 0 0,-4-1 0 16,-1 1 6-16,1 0 0 0,-7-4 3 0,-2 1 13 15,-3-3-1-15,-5 1 2 0,1 5-1 0,-2 4 16 0,5-4 2 16,1 2 1-16,-4-2-2 0,-4-2-7 0,-2 4-3 16,-6 2-1-16,5 2-1 0,-33 0-13 0,-5-2-7 15,2-1-3-15,-3-1-1 0,3-1-5 0,3-5-8 16,7-2 1-16,1-1-7 0,4 13-38 0,7-10-165 16,0-1-47-16,4-4-72 0,4-2-465 0</inkml:trace>
  <inkml:trace contextRef="#ctx0" brushRef="#br0" timeOffset="2602.98">8200 3522 510 0,'0'0'93'0,"0"0"166"0,0 0-170 16,-2 0 18-16,0 0-9 0,0 0 9 0,2 0-34 15,0 0-36-15,0 0 1 0,0 0-13 0,0 0 0 16,0 0 9-16,0-2 0 0,0 0 3 0,0 0 2 0,0 0 10 15,0 0 3-15,0 0 1 0,0 1 1 0,0-1-3 16,0 0-1-16,-2-2-1 0,0 0 3 0,0 1-19 16,-1-1 8-16,-5-2-10 0,-14-8 14 0,-6 1-30 15,-9 1 6-15,4 7-13 0,-6 1 4 0,-2 2-2 16,2 2-4-16,-4 2 2 0,-2 2-2 0,1 1 0 16,-1 1 3-16,1-2-3 0,-1-1 2 0,-3 1 5 15,-2-2-5-15,2 0 4 0,-1 0-5 0,-1-2 6 0,0 0 0 16,0 0 1-16,5 0-3 0,3 0 8 0,3 0-3 15,3 0 3-15,3 0-6 0,3 0-7 0,4 0 8 16,0 0-7-16,2 0 10 0,4 2 0 0,-1-1-7 0,5 1 5 16,-1 0-4-16,4 0-1 0,0 2 1 0,0-1-1 15,4-1-5-15,-1 0 4 0,3 0 4 0,1 0-2 16,1 0-1-16,1 0 0 0,2-2-5 0,-2 1 4 16,1 1-1-16,-1 0 0 0,-2 0-2 0,5-2 0 15,-3 2-5-15,-2 2 5 0,1-1 2 0,-3 3 0 16,6-6-8-16,2 2 6 0,-7 5-7 0,1 1 8 0,-1-1-6 15,3 2-1-15,-3 0 4 0,-1 3-3 0,3-5 5 16,-4 6-1-16,-1 2 1 0,3 0-2 0,-1 5-8 16,3 2 5-16,1-1 1 0,0 5 2 0,1 2 0 0,1 7 1 15,0 2-4-15,0 2 2 0,2 4-6 0,-2-4 3 16,2 2 3-16,0 0 1 0,0 3-5 0,2-1 1 16,4 3 0-16,-3 1 2 0,1-1-2 0,2 2-2 15,1 1 2-15,1-5 0 0,1 1 1 0,-2-6 5 16,-1 0-5-16,-1-4 5 0,1 0-6 0,-2-3 3 15,-1-2-1-15,1-1 1 0,-2-3-3 0,0-2 2 16,0-1 2-16,0-5-1 0,-2-3 0 0,0-2 3 16,1-2-4-16,-1-3 5 0,0-3 7 0,0-1-4 15,0 0 3-15,2-1-4 0,0 1 8 0,0 0-5 0,0-1 0 16,-2-1-3-16,0 0 1 0,0 0-4 0,0 0 2 16,0 0-5-16,0 0-4 0,0-1-15 0,0 1-8 15,0 0-5-15,2 0-50 0,0 0-57 0,-1 0-12 0,1 0-27 16,0-1-169-16,0 1-334 0</inkml:trace>
  <inkml:trace contextRef="#ctx0" brushRef="#br0" timeOffset="3050.11">6003 5157 1193 0,'-2'0'31'0,"-2"0"14"16,-10 0 21-16,-5 0 9 0,0 0-7 0,7 0 31 15,-1 0-7-15,3 0 9 0,-1 0-41 0,4 0-18 16,5 0 7-16,-2 0-10 0,0 0 15 0,1 0-6 16,-1 0-5-16,0 0-2 0,2 0-32 0,1 0 6 15,-1 0-9-15,0 0 8 0,2 0-5 0,0 0 16 0,2 0 0 16,0 0 6-16,3 0 7 0,32 4 1 0,-2-4 2 15,6-2-1-15,4-2 3 0,1-3 4 0,8-4-6 16,2-2 3-16,7-2-13 0,4 0-10 0,3 0-4 16,1 2-3-16,1 2-11 0,-7 2-2 0,-3 3 5 0,-12 3-6 15,-8-1 2-15,-6 2 2 0,-5 0-2 0,-7 2 3 16,-1 0 1-16,-7 0 2 0,-3 0-4 0,0 0 1 16,-5 0-8-16,-1 0 7 0,-1 0 2 0,-2 0 2 15,-3 0-5-15,1 0 1 0,0 0 0 0,0 0 2 16,2 0-3-16,-1 0-4 0,1 0-3 0,0 0 0 15,-2 0-1-15,0 0-4 0,-1 0-1 0,1 0-3 16,0 0-19-16,0 0-4 0,0 0-15 0,0 0-1 0,0 0-100 16,-1 2-75-16,-1 0-9 0,0 0-23 0,-1 0-62 15</inkml:trace>
  <inkml:trace contextRef="#ctx0" brushRef="#br0" timeOffset="3356.08">6283 5612 1126 0,'0'0'109'0,"-1"0"179"0,-1 0-151 0,0 0 14 16,0 0-11-16,0 0 7 0,0 0-49 0,0 0-40 15,2 0 10-15,0 0-16 0,0 0 31 0,2 0 2 0,0 0 1 16,7 0-3-16,19 0-23 0,4 0-22 0,3 0-8 16,2-4-2-16,4 1-12 0,-2 1-11 0,2-2 5 15,-4 0-8-15,-2 3 0 0,-3-1-8 0,-10 0 1 0,6 0-5 16,-4 0-4-16,-3 0-35 0,-1 0-4 0,-5 2-11 15,2 0-28-15,-6 0-64 0,-2 0 6 0,-5 0-24 16,-2 0 15-16,1 2 42 0,-1 0 8 0,0 0 15 16,-2 2 52-16,0 1 35 0,-7 10 2 0,-3-2 11 15,-5-4 23-15,-1 3 30 0,-5-3 4 0,12-2 10 16,-4 1 20-16,6-3-18 0,1 3-5 0,4-5-5 16,0 1-23-16,2-2-10 0,-2 2 1 0,2-2-7 0,-1 1-24 15,1-1-4-15,0 2-16 0,1 0-6 0,11 3-137 16</inkml:trace>
  <inkml:trace contextRef="#ctx0" brushRef="#br0" timeOffset="4764.04">9898 5469 1017 0,'0'0'8'0,"0"0"20"15,-1 0 44-15,-1 0 24 0,0 0 26 0,0 0 0 0,2-2-11 16,-2 0-11-16,0 1 1 0,0-1-43 0,1 2-21 16,1 0 6-16,0 0-9 0,0 0 19 0,0 0 3 15,0 0-7-15,0 0 2 0,0-2-20 0,0 2 4 16,0 0-2-16,0 0 2 0,0 0 0 0,0 0-3 15,0 2-1-15,0 0-3 0,0-1-9 0,1 3-3 16,1 2-2-16,6 12 0 0,-1-1-14 0,2 3 14 16,-1-1-5-16,-1 1 7 0,3 5-16 0,-1-1 2 15,2 4 0-15,0-1 1 0,0 3 0 0,0 2-2 0,1 1 2 16,-1-1-2-16,0 1 0 0,-2 2 5 0,0-1-6 16,1 3 5-16,-1 2-4 0,-2-4 0 0,1 2 4 15,-3-7-3-15,1 3 0 0,0-3 0 0,-3-4 3 0,1 4-2 16,0-6 0-16,-2 0 0 0,1 4-2 15,-1-6 1-15,0 1-3 0,0-3 5 0,0-1-6 0,0-3 7 16,-1-1-5-16,-1-6 1 0,2 3 4 0,0-3-2 16,-2-2 0-16,0 1 3 0,0-5-3 0,0 1 4 15,0-2 4-15,0 0-5 0,2 2 8 0,-2-1-8 16,0 1 7-16,0 0-4 0,0-2-1 0,0-1 0 16,0 1 2-16,0 0-1 0,0 0-2 0,0 0 0 15,2 0-10-15,-2 0 5 0,0-1-2 0,0 1 4 0,0 0-9 16,0 0 7-16,0 0-1 0,0 0 5 0,0 0-6 15,2-1 0-15,-2-1-2 0,2 0 2 0,-1 0-3 16,1 0 3-16,0 0 2 0,0 0 0 0,0 0 2 16,0 0-3-16,0 0 0 0,-1 0-1 0,3 0 2 0,0 0-2 15,7 0 1-15,11 0-2 0,-1 0-6 0,5 0 10 16,3 0-7-16,5-1 7 0,5-1-2 0,4 0-1 16,1-2 0-16,2-1-2 0,1-1-2 0,5-1 1 15,0-1 2-15,4-3-1 0,5 0 6 0,4-2-3 16,7 0-1-16,8 0 0 0,9 2 0 0,6 1-2 15,-2 5 2-15,-8-1-1 0,-7 3 4 0,-7-1-3 0,-1 2-2 16,1 0-2-16,7 2 1 0,3 0 2 0,3 2 1 16,1 0 0-16,-1-2 5 0,-6 0-6 0,-4-2 1 15,1-4-3-15,1 3 5 0,2-1-6 0,9-5 6 16,4 3-6-16,0-1 3 0,2-1 1 0,-6 1-7 16,-2-4 7-16,-3 1-4 0,-4 1 3 0,0 5 3 0,2 1-1 15,2 3 1-15,-6-2-4 0,0 2 2 0,-9-2-2 16,-8 2 9-16,-1 0-3 0,-8 0-4 0,-6 0 1 15,-1-2-4-15,-4 0 4 0,2 0 5 0,-2-1-2 16,2-3-6-16,0 2 6 0,-2-1-4 0,5-1 5 16,-3 3-7-16,0-3 0 0,3 0 2 0,-8 3 1 15,1-1 9-15,-6 0 7 0,-1-1-2 0,-2-1 3 0,0 1-4 16,-4 1-2-16,-2 0-4 0,-1 2 1 0,-5 0-8 16,-5 2 2-16,1 0 3 0,-3 0 0 0,-2 0 11 15,-1 0-15-15,-1 0 2 0,-3 0-4 0,2 0 7 16,0 0-6-16,-1 0 7 0,1 0-8 0,0 0 4 15,0 0-3-15,-1 0-5 0,-1 0 1 0,0 0-16 0,0 0-35 16,0 0-33-16,0 0-6 0,1 0-150 0</inkml:trace>
  <inkml:trace contextRef="#ctx0" brushRef="#br0" timeOffset="6123.87">9739 2732 612 0,'0'0'42'15,"0"0"-1"-15,-2 0 52 0,0 0-9 0,0 0 11 16,0 0 5-16,-1 0-16 0,-1 0-1 0,0 0-9 15,1 0-29-15,-1 0 16 0,2 0-1 0,-2 0 8 16,1 0 0-16,-1 0-9 0,2 0-2 0,-2 0 0 16,1 0-10-16,-1 0-5 0,2 0 0 0,0 0-2 0,0-1-12 15,0-1-8-15,1 0-1 0,-1 0-1 0,0 0-4 16,0 0 0-16,2 0-3 0,0 1 2 0,0-1 1 0,0 0-2 16,2 0 5-16,0 0-4 0,0 0 8 0,1 0-4 15,5-1 4-15,7-7-4 0,1 1 4 0,3 2-12 16,-1-1 0-16,5 1-4 0,-5 1-1 0,3 3 8 15,-1-1-4-15,-1 2 6 0,1 0-8 0,-3 0-6 16,3 0 4-16,1 2-4 0,-3 0 12 0,3 0-4 16,-5 0-5-16,3 2 1 0,-1 0 2 0,-1 0 2 15,2 2 5-15,-1-1-4 0,1 1 2 0,-1 0-9 16,3 1 1-16,-1 1-3 0,1 0 2 0,-3 1 10 16,1 0-7-16,1 1 6 0,-3-1-12 0,0 1 0 0,1 1 2 15,-7-3 1-15,1-1 5 0,-1 1-3 0,-2-1 4 16,2 3-3-16,-2-3 5 0,3 3-2 0,-3-3-1 15,-2 1 0-15,2-2-7 0,1 5 1 0,-5-2-1 16,3 1 0-16,1-1-2 0,-3 6 7 0,-1 0-3 0,-1 2 5 16,5-2-2-16,0 0-2 0,1 2 2 0,-1 1-2 15,2 5 3-15,-3-3 0 0,-3 1 2 0,-1 0-1 16,0 1 7-16,-3 0-6 0,1 1-2 0,-2-3 0 16,0 1 5-16,0-2-2 0,0 1 8 0,0-1-7 15,0-4 5-15,0 2-1 0,0-2-7 0,0-2 4 16,0 2-5-16,0-2 1 0,0 0 7 0,0-1-6 0,0-3 10 15,0 0-3-15,0 3 0 0,0-3-1 0,0 2-4 16,0 1 3-16,0-3-3 0,0 2 3 0,0 1 2 16,0-3-8-16,0 2 2 0,0 1-5 0,0-3 1 15,0 2 0-15,0-1 1 0,0-3-2 0,0 1-2 0,0 0 0 16,0-1 2-16,0 1-2 0,0-3 0 0,0-1-4 16,0 0-5-16,0 2 1 0,0 0-6 0,0-1-13 15,0 1 0-15,0-2-8 0,0 0-28 0,0 0-104 16,0-1-11-16,0 1-35 0,0 0-75 0,-2 0-82 15,1-2-60-15</inkml:trace>
  <inkml:trace contextRef="#ctx0" brushRef="#br0" timeOffset="6749.8">10266 3289 741 0,'0'0'97'0,"0"0"198"15,-2-1-198-15,0-1 42 0,1 0-11 0,-1 0 13 16,0 0-49-16,0 0-33 0,0 0 7 0,0 1-15 16,0-1 7-16,1 0 8 0,-1 0-2 0,0 0 4 15,0 0-14-15,2 0 5 0,0 1-8 0,0-1 7 16,0 0-9-16,0 0-8 0,0 0 2 0,0 2-5 16,0-2-8-16,0 2-3 0,0 0 0 0,0 0-3 15,0 0-9-15,0 0-11 0,0 0 0 0,0 0-3 0,0 0-2 16,0 0 4-16,0 0-4 0,0 0 4 0,0 0-2 15,0 0 3-15,0 0 2 0,2 2-2 0,0 0-3 16,0 0 2-16,-1 0 1 0,1 0 0 0,0 1-2 0,0 1-2 16,-2-2-1-16,4 7 0 0,9 0 9 0,-4 3-6 15,0-3 0-15,1 2-2 0,-1 0 3 0,4 0-3 16,-4 2 1-16,6-2-2 0,-6 1 5 0,-1-1-2 16,3 0 1-16,0 0-1 0,0 0-2 0,-2-2 3 15,1 1-1-15,-5-1 0 0,3-2-7 0,-3 3 8 16,-1-3-2-16,1-1 6 0,-3-3-5 0,4 1 0 15,-2-2 1-15,-1 0-1 0,1 2 1 0,0-1 0 0,-1 1 4 16,1 0-1-16,-2-4 8 0,2 2-4 0,-1-1-2 16,1 1 0-16,-2-2 1 0,9 4-3 0,-3-4 0 15,-1 0-2-15,-1 0-2 0,3 0 2 0,0-2 1 16,2-2 0-16,-1 1-5 0,-5 1 5 0,1 0-2 16,-3 0 1-16,1 0-7 0,2 0 7 0,-3-9-2 0,1 0 6 15,2-2-6-15,-1-2-2 0,1 2 0 0,-4-5 2 16,3 1 5-16,-1-2-5 0,5-3 3 0,4 0-4 15,-5 0 0-15,1 1-1 0,-3 1 0 0,3 5-1 16,-2 0 1-16,-1 2 0 0,-1 6 1 0,-3-1-1 16,0 4 1-16,0-1 2 0,0 3 2 0,0 2 0 15,0-2-4-15,1-2-1 0,1 1 0 0,0 1 0 0,-1 0-1 16,-1 0 0-16,0 0 2 0,0 0 0 0,0 1 3 16,0-1-4-16,0 0-5 0,-1 0 2 0,1 0-12 15,0 0-11-15,0 0-9 0,0 2-2 0,0 0-57 0,0 0-207 16,-1 0 5-16,1 0-103 0,0 0-296 0</inkml:trace>
  <inkml:trace contextRef="#ctx0" brushRef="#br0" timeOffset="7234.62">11022 2367 957 0,'0'0'39'16,"0"-2"-7"-16,0 0 78 0,0 0 4 0,0-2 8 16,0 1-21-16,0-10-25 0,0 3-6 0,0-1-2 15,0 2 3-15,0 1 9 0,0 3-2 0,0 1 3 16,0 0-21-16,0-1 3 0,0 1 1 0,0 2 0 15,0 1 1-15,0-3-14 0,0 0 0 0,0 0-4 0,0 3 0 16,0-1-8-16,0 0-5 0,0 0-1 0,0 0-19 16,0 0-14-16,0 0 1 0,0 1-6 0,0-1 9 0,0 2-1 15,0 0 2-15,0 2-3 0,0-1-6 0,0 7 10 16,-2 14-4-16,0 0 7 0,-2 1-8 0,3-1 8 16,-1 0-6-16,0 0 5 0,0 3-8 0,0-5 0 15,0 2 1-15,2-1 1 0,0-1 0 0,0 1-2 16,2-1 2-16,0 0-1 0,0-3 8 0,2 2-10 15,-1-4 5-15,3 1-5 0,-1-1 8 0,1-2-5 16,1 2-1-16,-1-6-1 0,-1 1 5 0,-3 1-5 16,13-2 1-16,-4 0-2 0,2-1 3 0,-3-6-3 0,-1-1-1 15,6 1-3-15,-2 0-7 0,5 11 1 0,-1-4-5 16,-6-5 2-16,4-2-11 0,-2-2-19 0,4-2-2 16,-1-2-8-16,-3 1-33 0,2-5-45 0,-9 5-11 15,3-3-24-15,0 2-166 0</inkml:trace>
  <inkml:trace contextRef="#ctx0" brushRef="#br0" timeOffset="7436.28">11196 2006 1503 0,'0'0'55'16,"-2"-1"2"-16,1-1 73 0,-1-2-1 0,-4-5 11 0,-1-6 23 15,-1 0-66-15,1-2-13 0,1 4-18 0,3 2-47 16,-1-2-6-16,2 6 1 0,0-3-6 0,2 5-11 0,0-3 2 16,0 3 0-16,0-1 0 0,0 1-12 0,0 3-5 15,0 0-7-15,0 0 1 0,2-2-23 0,0 1-96 16,0-1-4-16,1 2-41 0,1 0-99 0</inkml:trace>
  <inkml:trace contextRef="#ctx0" brushRef="#br0" timeOffset="8202.81">11516 2346 931 0,'0'0'33'0,"0"-2"48"15,-2 0 53-15,0 1-2 0,0-1 6 0,0-2-14 16,0 0-41-16,1 1 4 0,-1-1 1 0,0 0 2 16,0 0 0-16,2 3-21 0,-2-1 3 0,2 0-10 0,0 0-15 15,0 0-17-15,0 0-5 0,0 0-1 0,0 1-7 16,0-1-9-16,0 0 4 0,0 2-4 0,0 0 17 16,0 2-3-16,0 0 4 0,0 1-4 0,0 1-7 15,-2 15-1-15,0 1-3 0,1-1 1 0,-1 3-8 0,0 0 1 16,0 2 3-16,2 0-2 0,0 2 6 0,0-1-12 15,-2 1 1-15,2-2-2 0,0 0 7 0,0-4 1 16,0 1 0-16,0-5 1 0,0 1-3 0,0-4 0 16,0-2 0-16,0-1 1 0,0-5 2 0,0 1 7 15,0-3-5-15,0 1 6 0,0 0-8 0,0-2 5 16,2 1 3-16,0 1 0 0,0 0 9 0,0-2 6 16,-1 0-5-16,-1-1 3 0,0 1-16 0,2-2-6 15,0 0 0-15,0 0-2 0,0-2-5 0,0 1 3 0,0-5-2 16,5-13 2-16,0 1-6 0,-1 1-1 0,1 0 1 15,1 1-1-15,-3 1 0 0,1 4 4 0,-2 1-5 16,1 1 5-16,1 0-1 0,-1 1-1 0,-1 3 3 16,9 1-2-16,-2 0-4 0,4 1 8 0,0 1-3 0,2-9 4 15,-1 1-8-15,1 3 3 0,-2 3 0 0,-2 2 1 16,-2 2-2-16,0 0 3 0,0 0-2 0,0 2 3 16,1 2 1-16,-5 0-3 0,-1-1 2 0,1 3-3 15,-3 1-1-15,-1 10 3 0,-1 0 1 0,9 0 2 16,-1-1-1-16,-5 1 5 0,-1 0-5 0,-4 1 4 15,0 1-2-15,-4 1 1 0,-1-1 0 0,-3-2 0 0,1-3 0 16,1-2-7-16,-1-1 5 0,-2 0-4 0,5-2 7 16,-9 0 4-16,-2 1-2 0,0-5 2 0,-2 1 1 15,3-2 8-15,-1 1-3 0,0 6 5 0,-2-1 3 0,2-5-1 16,2-1-1-16,2-2-1 0,0 0-5 0,4-2-1 16,-1 0-3-16,3 0 1 0,-3 0-3 0,5 0-2 15,-3 0 3-15,2 0-3 0,1 0 3 0,-1 0-6 16,0 0 1-16,0 0-4 0,3 0 0 0,-1 0-3 15,0 0 2-15,0 0-2 0,0 0 2 0,0 0 2 16,0 0-4-16,1 0 2 0,-1 0-4 0,0 0 0 16,0 0-1-16,0 0 1 0,0 0-4 0,0 0-7 15,2 0 0-15,0 0-6 0,0 0-12 0,0 0-26 16,2 0-30-16,0-2-8 0,0 0-186 0,2 0-305 0</inkml:trace>
  <inkml:trace contextRef="#ctx0" brushRef="#br0" timeOffset="9425.39">14056 3234 32 0,'0'-2'50'16,"0"0"22"-16,0 0 72 0,0-2 22 0,0-20-7 16,0 0-24-16,2-4-50 0,-2-1 5 0,0-5-11 0,0 1 8 15,0 1-22-15,1 1 3 0,-1-5-11 0,0 3-2 16,2 0 2-16,0-3 0 0,0 7 0 0,0 1 1 15,0 0-5-15,0 6 6 0,-1 1-6 0,1 4 13 16,0 4-6-16,0 2 2 0,-2 2-4 0,0 2-1 0,0 1-10 16,0 4 6-16,0 0-5 0,0 0 7 0,0-1-27 15,0-1-2-15,0 0-8 0,0 2-20 0,0 1-1 16,0-1-1-16,2 0 1 0,-2 2 8 0,2 0 1 16,-2 2 1-16,0 1-2 0,3 27-1 0,1 9 1 15,-2 4-1-15,0 5 1 0,-2-1 2 0,2 1-1 16,0 4 2-16,-1-2-3 0,3 0-7 0,0-5 11 15,0-3-2-15,-1-1 6 0,1-4-4 0,0-1 7 0,-2-3-2 16,1 0 4-16,1-3-2 0,0 0 8 0,-1 0-5 16,1-3 6-16,0 1 0 0,0-4-11 0,-1 1 4 15,1-5-7-15,-2-2 6 0,0-1-8 0,-2-6 4 16,0-1-5-16,0-3 0 0,0-3 5 0,0 3-3 16,0-3 5-16,0-2 4 0,0 1-4 0,0 1 2 0,0 0-3 15,0-2 3-15,0 0-6 0,0-1 0 0,0 1-2 16,0 0-3-16,0 0-2 0,0 0-2 0,0 0 1 15,0 0-2-15,0-1-5 0,0 1 3 0,0 0-5 16,0-2 0-16,0 0-28 0,0 0 1 0,0 0-11 16,0 0-27-16,0 0-82 0,0 0-29 0,-2 0-23 15,2-2-141-15,0 0-186 0</inkml:trace>
  <inkml:trace contextRef="#ctx0" brushRef="#br0" timeOffset="9740.01">14327 3516 1238 0,'0'0'22'0,"0"0"-3"0,-2 0 58 16,0 0 7-16,0 0 11 0,0 0 38 0,-11-2-45 15,0 0-7-15,6 2-15 0,-2 0-31 0,1 0-11 16,1 0 5-16,-6 0-7 0,2 0 2 0,-1 2 1 16,-4 4-5-16,3-1 4 0,-6 8 2 0,-3-5-3 15,0 18 7-15,-4 5-6 0,2 1 1 0,1 3 9 0,-1 6-1 16,2 0 5-16,0 1-6 0,1-4-2 0,1-1-1 15,1-6 1-15,1 1-2 0,3-2 0 0,0-4-1 16,4-4 0-16,1-2-9 0,3-3 1 0,1-2-2 0,1-2 2 16,1-2-5-16,-1-4-5 0,-1 1-3 15,2-3 1-15,1 1-3 0,1-2-6 0,0-1 2 0,2-1-6 16,0 0 2-16,-2 2-1 0,0 0-4 0,0-1 1 16,0 1-17-16,2-2-23 0,0 0-15 0,0 0-6 15,0-1-73-15,0-1-17 0,2 0-19 0,0 0-4 16,0-1-104-16,2-1-159 0</inkml:trace>
  <inkml:trace contextRef="#ctx0" brushRef="#br0" timeOffset="10159.15">14221 3648 425 0,'0'0'105'0,"0"0"-97"15,0-2 132-15,0 0-52 0,0 0 57 0,0 0-16 16,0-1-4-16,0-1-9 0,0 0-42 0,0 0 10 15,0 3-6-15,0-3 8 0,0 0 5 0,0 0-13 16,0 1 7-16,0-1-12 0,0 0-10 0,0 2 5 16,0 1-11-16,2-1 8 0,0 0-25 0,-2 0 0 15,1 0-3-15,-1 0 1 0,0 0-10 0,2 1-3 0,-2-1-4 16,2 0 1-16,0 2-1 0,0 0-7 0,0 0 8 16,0 0-9-16,-1 0-4 0,1 0 1 0,0 0-2 15,2 2 2-15,0 0-2 0,1-1 2 0,6 7-5 16,-1-4 4-16,4 16-8 0,1 2 4 0,2 2 1 0,0 1 0 15,3-3-5-15,1 4 8 0,3-4-9 16,-4 8 8-16,-1-4-11 0,-1 0 7 0,1 2-2 0,-1-6 5 16,1 0-2-16,-4 1-2 0,0-1 2 0,-2-5-3 15,2 1-2-15,-2-1 5 0,3 0 0 0,-3-4 4 16,0 1 5-16,-3-2 10 0,1-3-4 0,0 0 4 16,-2 0-10-16,-1-3 1 0,-1 1-2 0,-1-1 1 15,1 0-12-15,0-3 4 0,-1 3-6 0,-4-4 5 16,2 1-6-16,-1-1 1 0,-1 0 0 0,0 0 0 0,0-2-5 15,2 4-8-15,-1-1 1 0,1 1-6 0,0-2-16 16,-1 0-48-16,-1 0-6 0,0 0-18 0,0-1-61 0,0-1-213 16,0 0-24-16</inkml:trace>
  <inkml:trace contextRef="#ctx0" brushRef="#br0" timeOffset="10619.16">13777 4229 1291 0,'-2'0'39'0,"0"0"-3"0,-1 0 46 0,-1 0 6 0,-3 0 2 16,-3 0 46-16,-1 0-30 0,4 0-6 0,-1 0-12 16,5 0-45-16,-1 0-6 0,0 0 0 0,0 0-3 15,1 0-14-15,1 0-5 0,-2 0-2 0,2 0 1 16,0 2 5-16,1 0-6 0,1-1 6 0,0 3-5 0,1 4 11 16,3 8-4-16,4 3 3 0,-1 1-4 0,2 1-4 15,2 1 6-15,2 0-11 0,2 2 9 0,0 1-9 16,4 4 2-16,-1 1 5 0,-1-4-4 0,-15 0 0 0,20 0-9 15,0 2 5-15,1 0-5 0,-1 3 12 0,-2-3-9 16,5-2 2-16,-3-4-3 0,2 1 3 0,-2-5 0 16,-3-1-3-16,-1 0 3 0,1-4 1 0,-2 0-3 15,3-2 4-15,-7-2-5 0,2 0-3 0,-4 2 3 16,-3-3-5-16,1 1 4 0,0-1-1 0,-2-3-4 16,1 1 4-16,-1-1-5 0,1-1 1 0,3-2-7 15,-2 2-2-15,0-3-2 0,-1 1-4 0,-3 0-13 16,5 6-13-16,1-1-4 0,2-1-72 0,4-1-76 0,-3-3-37 15,9-2-24-15,-5 0-219 0</inkml:trace>
  <inkml:trace contextRef="#ctx0" brushRef="#br0" timeOffset="10932.31">14793 4182 1309 0,'-2'0'28'0,"0"-1"56"0,-2-1-53 16,1 0 80-16,-3 0-26 0,-3-2 36 0,1 1-70 15,3 1-11-15,-1 0 0 0,3 0-3 0,-1 0 5 16,2 2-10-16,-2-2 5 0,1 1-7 0,-1-1-1 0,0 2-12 16,0 0-1-16,3 0-3 0,-7 2 2 0,1 3 17 15,-1 15-2-15,-1 16 7 0,-4 1 0 0,0 4-3 16,-2 3 1-16,-2 1-2 0,4 1 0 0,-5 1-3 15,-1-5-3-15,1 1 0 0,-5-4-14 0,5-4-8 16,-4-3 2-16,1-6-5 0,3-4-2 0,3-3 0 16,2-1 0-16,5-3 0 0,3-4-7 0,-1 1-16 15,2-3-11-15,1-4-7 0,-1 1-91 0,2-2-86 16,2-3-2-16,-4 3-33 0,1 0-83 0</inkml:trace>
  <inkml:trace contextRef="#ctx0" brushRef="#br0" timeOffset="11389.03">14165 4041 1080 0,'0'0'49'0,"-2"0"-2"16,1-1 54-16,-1-1 10 0,-2 0-1 0,2 2 35 0,-3-2-43 15,-3-2-7-15,3 1-12 0,-1-1-20 0,4 4 1 16,0 0 6-16,-1-2-5 0,-1 0-10 0,0 0-20 16,2 0-4-16,0 1-5 0,1-1-11 0,-1 0-9 15,0 0 1-15,0 0-3 0,0 0 9 0,0 2 2 16,0 0 4-16,1 0-2 0,-1 2 5 0,2 0-4 15,0 0 1-15,0 2-3 0,0 5-4 0,-2 9-8 16,2 1 1-16,0 0-2 0,0 3 8 0,2-2-4 16,0 3-3-16,1-3 2 0,1 2 0 0,0-1-5 0,-1-1 3 15,1 0-4-15,0 1 0 0,0-3 2 0,-3-1 0 16,3 2 0-16,-2-4 4 0,0-2-4 0,0 1-2 16,0-2-2-16,-2-5-13 0,1 2-1 0,-1-3-2 15,2 1-2-15,-2-1-18 0,0-1-37 0,2 1-17 0,0-2-11 16,0-1-84-16,-2 1-33 0,0-2-25 0,0 0-13 15,0 0-197-15</inkml:trace>
  <inkml:trace contextRef="#ctx0" brushRef="#br0" timeOffset="11760.41">14002 4342 794 0,'0'0'46'0,"0"0"-4"0,0 0 79 15,-2-2-8-15,0 0 15 0,0 1-19 0,0-1-25 16,1 0 1-16,-1 0-8 0,0 0 5 0,0 0 0 16,0 0 2-16,0 1-4 0,2-1-13 0,0 0-25 15,0 0 1-15,0 0-8 0,0 0-8 0,0 0-15 16,0 2 3-16,0 0-5 0,0 0 14 0,0 0 0 16,0 0 3-16,0 0-3 0,0 2-2 0,0 0-4 15,0 2-4-15,0 0 0 0,2 5-6 0,2 9 1 16,-2-1 0-16,1 4-1 0,1-5-5 0,0-3 5 0,0 2 3 15,-1-2-1-15,3 4-1 0,-1-2 1 0,1-4-5 16,0 0 5-16,-3-2 0 0,1-1-3 0,0-1 4 16,-1-1-3-16,-3-4 6 0,8-1 6 0,3 1 0 15,-2 0 2-15,2 4-4 0,-1 1 5 0,5 2-1 0,-1-1 2 16,-4-6-1-16,5 0 11 0,-8-2-8 0,6 0 8 16,2-2-14-16,-6-2 4 0,4-2-5 0,-2-1 4 15,-3 1-11-15,1 5 4 0,-2-9-2 0,1 1-1 16,-6-2-18-16,-1 3 3 0,1-3-3 0,4 4 4 15,3-6-7-15,-1 2-40 0,-3 0-14 0,3-1-12 16,-3 3-70-16,3-4-165 0,3-2-26 0</inkml:trace>
  <inkml:trace contextRef="#ctx0" brushRef="#br0" timeOffset="12260.41">15406 3800 785 0,'0'0'146'0,"-2"0"28"0,0-2-31 0,0 0-45 0,0 0-11 15,0 1 66-15,0-1-39 0,-1 0 0 0,-1 0-17 16,0 0-29-16,1 0 4 0,-1 0-8 0,0 1 6 16,2-1-9-16,0 0-28 0,1 0 5 0,-1 0-16 15,0 2-8-15,0 0 1 0,0 2 2 0,0 0 1 0,0 2 13 16,-7 18 6-16,0 6-6 0,1 7 4 0,3-2-12 15,-1 3 3-15,1 1 0 0,1 2 0 0,0 2-12 16,-3 5 6-16,1 4-2 0,-1 4 3 0,-1 0-8 16,1 5-2-16,0-3 2 0,3 3-1 0,-2-1 7 0,3-8-9 15,-1 0-1-15,-2-7-2 0,3-2-5 0,1-6 4 16,2-9-1-16,0-5 2 0,0-5-7 0,0-5 0 16,0 1-3-16,0-5 2 0,0-1-14 0,0-3-17 15,0-1-5-15,2 2-7 0,-1-1-39 0,1 1-68 16,0-2-24-16,0 0-19 0,2 0-128 0,-1-2-326 15</inkml:trace>
  <inkml:trace contextRef="#ctx0" brushRef="#br0" timeOffset="12789.26">15225 3897 1314 0,'0'0'57'0,"0"-2"-56"0,0 0 75 0,-1 0-28 16,1-2 65-16,0 2-16 0,0-11 5 0,0-1-15 16,3-5-36-16,5 0 23 0,5 1-10 0,-2-3 13 15,17 1-20-15,0 1-4 0,3 3-5 0,-3 5 0 16,2 1-29-16,-4 8-5 0,-2-14-7 0,-2 6 2 16,0 7-15-16,-3 3 6 0,-2 3 0 0,-4 3 3 0,-4-4 14 15,-5 28 0-15,16 3 2 0,-9 2-1 0,-7 1 3 16,-6 1 2-16,-5-4 0 0,-5-1 1 0,-4-1 4 15,1-5-2-15,0 0-3 0,2-5 1 0,9-3-7 0,-11-3-5 16,-1-4-1-16,1-1-2 0,2-1-5 0,4-4-3 16,3-1 4-16,2-2-5 0,-1 0 1 0,1 2 4 15,0-1-5-15,1 1 1 0,-1-2-11 0,2 0-12 16,0 0 3-16,0-1-4 0,1 1 11 0,-1 0 2 16,2 0 4-16,0-2-1 0,0 0 12 0,2 0-9 15,-1 0 1-15,3 0-4 0,-2 0 7 0,15-2 3 16,1 0-3-16,4 0 2 0,1 1-1 0,3-1-3 0,2 0 4 15,-2 0-4-15,0 2 0 0,-6 0 3 0,0 0-3 16,-3 0 3-16,-6 0 0 0,-1 0 2 0,-7 0-1 16,-1 0 2-16,2 2 9 0,0 0 11 0,-1 0-1 15,-1-1 3-15,0 1-4 0,-2 2-5 0,-2 3-3 0,-7 8-1 16,-2 0-6-16,-4 0 12 0,-13-2 5 0,0 4 1 16,0-3 7-16,2 1-12 0,2 0-1 0,2-4-3 15,1 0-6-15,3-1-9 0,3-1 5 0,2-3-6 16,4-3 1-16,1-1-4 0,5 2-1 0,1-2-2 15,2 0-11-15,-4 1-33 0,0 1-22 0,1 0-4 16,1-2-84-16,0-1-38 0,0 1-12 0,2 0-16 16,0 0-103-16</inkml:trace>
  <inkml:trace contextRef="#ctx0" brushRef="#br0" timeOffset="13150.68">16109 4001 1240 0,'0'0'45'0,"0"-2"58"0,-2 0 49 0,0 0 11 16,1-2-7-16,-1 1-5 0,0-3-82 0,0-1 5 15,0 1 2-15,2 4 2 0,-2-3 3 0,1-1-16 16,-1 2-3-16,0 1-4 0,0-1-10 0,0 0-7 0,0 2-2 16,0 0-3-16,1 1-10 0,-1-1-6 0,0 0-4 15,2 0 0-15,-2 0-15 0,0 0 2 0,0 0-2 16,2 1 2-16,-2 1 6 0,1 0-1 0,-1 1 1 15,0 1-1-15,0 2 5 0,-5 15-6 0,-3 5 6 16,1 4-6-16,3-2-2 0,3 0 0 0,-1-2-5 16,2-2 4-16,0 0-4 0,2 1 3 0,0-3-2 0,0-2 3 15,2-1 5-15,0-2-7 0,2 0 4 0,-1-4-6 16,1-2 2-16,0-1-2 0,0-3-2 0,-3-1-1 16,9 3-6-16,1 1 8 0,4-1-8 0,0-3 6 15,-1-2-13-15,3-2-12 0,2 0-3 0,-3-2-6 16,1-2-30-16,-4-1-33 0,2-3 1 0,-2 1-14 15,-2-1-21-15,-2 1-62 0,-3 0-8 0,-1-10-24 0,-3 0-92 16</inkml:trace>
  <inkml:trace contextRef="#ctx0" brushRef="#br0" timeOffset="13307.26">16351 3412 1584 0,'0'0'65'0,"0"-2"-4"0,0 0 86 16,-2 0 5-16,0-1 6 0,0-1 8 0,2 2-81 15,-4-5-11-15,2 3-22 0,1 0-41 0,-1 1-10 16,2 1 3-16,-4-2-7 0,0 0-11 0,2 1-32 16,1 1 1-16,-1 0-12 0,0 0-9 0,0 0-103 15,0 0 1-15,2 2-41 0,0 0-63 0,0 2-202 0</inkml:trace>
  <inkml:trace contextRef="#ctx0" brushRef="#br0" timeOffset="13696.82">16707 3523 1189 0,'0'0'22'0,"0"0"3"0,-2 0 61 0,0 2 4 0,1 0 16 16,-1 0 34-16,-2 2-72 0,-5 10 2 0,-8 16-23 15,4 0 8-15,2 5-3 0,2 2-1 0,-1 6-3 16,1 3-11-16,2 1-9 0,-3 1-1 0,3-3-4 16,-2-1-3-16,1-5 2 0,3 0 5 0,1-5-4 15,2-5 3-15,2-3-4 0,2-3-2 0,0-3 0 0,0-5 4 16,-1-2 3-16,1-4-4 0,0-3 3 0,-2-3-5 15,2 1 11-15,0 0 6 0,0 0 1 0,0-3 12 16,-1 1-11-16,1 0-9 0,0-2 1 0,2 0-20 0,0-2-8 16,-3 2 5-16,14-9-6 0,-2-15 1 15,6 4-3-15,1-1-4 0,1 3 2 0,-3 1 0 0,3 4 1 16,1 2 0-16,-5-2 0 0,1 5 0 0,-3 1 0 16,0 3 2-16,0 2-2 0,0-9 0 0,-2 4-5 15,1 1 6-15,1 2-4 0,2 3 3 0,-4 1 8 16,-2 1-8-16,2 1 10 0,-4 2-8 0,1 0 16 15,-1 1-6-15,-3-1 9 0,1 5-3 0,-5 2 11 0,0 2 3 16,5-3 3-16,1 3 19 0,-3 0-13 0,-3 0 2 16,-2 2-8-16,-4-1-15 0,-5 5-9 0,3-1-2 15,-23 1-1-15,-5 0-7 0,3-5-5 0,-6-1-2 16,-1-1-3-16,-1-5-15 0,2-1-67 0,-3-1-32 16,-1-3-24-16,-4 2-226 0,-9 3-423 0</inkml:trace>
  <inkml:trace contextRef="#ctx0" brushRef="#br0" timeOffset="14261.27">14191 5105 710 0,'0'0'58'0,"0"-2"-2"0,0 1 74 0,0-1-2 0,0-2 9 15,0 0 18-15,0 1-32 0,0-5 0 0,0 3-11 16,0-1-10-16,0 2-10 0,0-1 1 0,0 3-3 16,0 0 3-16,-2-2-19 0,1 1-3 0,-1-1-7 15,2 2-31-15,0 0-25 0,0 0 8 0,0 0-10 16,0 1 21-16,0 1 3 0,0 0-2 0,0 1 3 15,0 1 5-15,0 4-11 0,0 27 6 0,0 4-9 0,0 6 1 16,0 4-8-16,0 8-2 0,0-1-1 0,0 2-3 16,0 3-2-16,-2-5 0 0,2 5 0 0,0 1-5 0,0-6 7 15,-2 1-3-15,0-3 4 0,2-5-6 0,0-1 8 16,0-3 2-16,2-4 1 0,2 0-1 0,-1-2-1 16,1-3 0-16,0-3-1 0,-2-1-4 0,1-2-1 15,-1-4-3-15,0-6 2 0,0 1-6 0,0-4 2 16,-2-2 1-16,2-4 0 0,-2-3-2 0,1 1-15 15,-1-3-6-15,2-1-6 0,0 1-45 0,0 0-98 16,0-2-18-16,0 0-42 0,0-2-213 0</inkml:trace>
  <inkml:trace contextRef="#ctx0" brushRef="#br0" timeOffset="15190.04">14084 2621 265 0,'0'0'77'0,"-2"0"118"15,0 0-87-15,0-2 4 0,-2 0-3 0,1 0 1 16,-1 1-24-16,0-1-18 0,0 0 0 0,1 0-5 15,-1 0 0-15,0 0 16 0,1 0-4 0,-1 1 8 16,0-1 3-16,0 0-5 0,1 0 5 0,-1 0-6 16,0 0-3-16,1 0-11 0,-1 2-6 0,0-1 0 0,2 1-15 15,0 0-7-15,1 0 3 0,-1 0-5 0,0 0-3 16,0 0-11-16,0 0-3 0,0 0-2 0,0 0-10 16,1 0-8-16,-1 0 2 0,0 0-3 0,0 0-1 0,0 0 3 15,2 0 0-15,0 0 2 0,0 0-2 0,2 0 2 16,0 1-2-16,0-1 1 0,22 8 5 0,7 1-9 15,-1-3 6-15,11-1-7 0,2-1 4 0,5-2 9 16,6-2-2-16,3 0 3 0,-3-4-4 0,7-3 1 16,1-3 1-16,-1 1 1 0,10-4 3 0,5 0-9 15,7 0 2-15,12-2-3 0,3 2 3 0,4 0 3 16,-3 0-4-16,-6 2 2 0,-6 0-5 0,4 0 2 16,5 2-6-16,8 1 3 0,-3 3-2 0,1-1 5 15,-9 0-2-15,-10 1 1 0,1 1-4 0,-10 2 2 0,2 0 3 16,-2 1-2-16,6 1-1 0,-4 0 1 0,-3 0 0 15,-3 0 1-15,-8 1-7 0,-1-1 7 0,-4 0 0 16,-3 0 4-16,0 0 0 0,0 0-6 0,5-1 0 16,8 1-3-16,8-2 3 0,-3 0 0 0,0 0 0 0,1 0 0 15,-5-2 2-15,5-1 0 0,-4-1-2 0,-3 3 1 16,-1-3-1-16,0 2 4 0,6-1-3 0,-2-1 3 16,-1 1-4-16,5-1 4 0,-12 0 1 0,-3 1-1 15,-8 1 2-15,-9-1 2 0,-1 1 0 0,-10 0-1 16,-4 2-1-16,-5 0 16 0,-7 1-8 0,-2-1 8 15,-3 2-11-15,-4 0 1 0,-1 0 3 0,-2 0-2 0,2 0 2 16,-1 0-7-16,1 0 1 0,0 0-4 0,-2 0 2 16,0 0-7-16,-1 0 1 0,1 0-3 0,0 0-15 15,0 0-16-15,0 0-12 0,0 0-10 0,0 0-148 0,-1 0-482 16</inkml:trace>
  <inkml:trace contextRef="#ctx0" brushRef="#br0" timeOffset="18550.03">19405 4043 1452 0,'0'0'0'16,"0"0"0"-16,-2 0 86 0,0 2-4 0,0 0 32 0,0 0-8 15,-1 2-47-15,-7 9-7 0,-4 9-12 0,2 2-18 16,3 0 6-16,0 4-3 0,3-2 3 0,3 0-5 0,1 2-5 15,2-2 4-15,0-2-3 0,2-4 11 0,1 1-1 16,3-3 1-16,-1-3 1 0,3-2 8 0,-3-4 8 16,-3-1-6-16,15-4 7 0,0-1 2 0,3 12 3 15,2-4 4-15,3-5-4 0,4-2-2 0,-1-4-2 16,0-4 1-16,0-5-3 0,-4-3-14 0,0-1-2 16,-2 0-5-16,-3 2 3 0,-4 9-6 0,-4-11 3 15,-2-1 1-15,-5-1 2 0,0 2 9 0,-1 2-4 16,7-2-1-16,-3 1-3 0,-3 3-8 0,-2 0-12 0,0-2 4 15,-2 0-6-15,-2-1 6 0,-2 1-11 0,-2 2 2 16,3 0-5-16,-23-1 0 0,0 3-21 0,-4 0 3 16,0-1-12-16,1 1-18 0,-1 3-94 0,2 0-29 15,-2 3-36-15,4-16-221 0</inkml:trace>
  <inkml:trace contextRef="#ctx0" brushRef="#br0" timeOffset="20011.34">12598 6572 684 0,'0'0'46'0,"0"-2"82"16,0 0-96-16,0-1 58 0,0-1-15 0,0-7 30 16,0-2-16-16,0 2-1 0,0-2 2 0,0 2-3 0,0 1-16 15,0 1 3-15,0 3-2 0,0-1 4 0,0 3 8 16,0-1-8-16,0 3 9 0,0-2-10 0,0 0-7 15,0 1-41-15,0 1-5 0,0 0-9 0,0 0-8 0,0 0 1 16,0 0 6-16,0 2-2 0,-2 0 13 0,0 2-5 16,2 0 0-16,0 2 1 0,-1 7 1 0,1 11-3 15,0 1-2-15,0 3 1 0,0 1 0 0,0 5-6 16,1 5 6-16,3 2-6 0,-2 4 8 0,2 5-8 16,-1 0-1-16,1 6-1 0,-2 0 2 0,0 0-1 15,-2 0 4-15,2 1-4 0,1 1 2 0,1-2-1 16,0-2-4-16,0-2 4 0,-3-3-4 0,1-3 2 15,2-1 0-15,0-4 1 0,-1 0 2 0,1 0 14 0,-2-6-3 16,2-1 6-16,-1-1-7 0,-1-7-1 0,0-1-3 16,0 1 1-16,0 0-4 0,0 2 4 0,0-2-2 15,-1-2 2-15,1-3-9 0,-2-2 7 0,2 5 0 16,0-7 0-16,0 2-14 0,0-1 7 0,0-1-6 16,1 2 7-16,-1-4-9 0,2 2 1 0,0-4 1 0,-1 0 0 15,1 2 1-15,-2-4-2 0,0 0-1 0,0-1 1 16,1 1-4-16,-1 0 3 0,2 3 0 0,0 1 2 15,-3 0 0-15,1 1 1 0,0 3-4 0,0-2 0 16,0 4-2-16,0-3 1 0,0 1 5 0,-1-2-3 16,1 2 6-16,0-3-7 0,0-2 0 0,2-1-1 15,-2-2 1-15,-1-3 5 0,1-1-4 0,0 1 5 0,-2-4-9 16,0-1 10-16,0 1 3 0,2 2 2 0,0 0 3 16,0-1 5-16,0-1-1 0,-1 0 4 0,1 0 3 15,0 0-9-15,0 0 0 0,0-2-4 0,0 0-10 0,0 0 3 16,-1-2-2-16,1 0 1 0,0-2-3 0,-2-1 3 15,4-10-5-15,-2 2 4 0,-2 0-5 0,0 2 7 16,0 0 0-16,0 1 2 0,0 3-3 0,0-1 3 16,-2 3-2-16,0 1 2 0,2 2-6 0,-4-1 9 15,2 3-1-15,-5-6 2 0,5 6-4 0,-3-4-10 16,-1 2 6-16,0 1-7 0,-1-1 9 0,0 2-7 16,1 0 1-16,-1 0-4 0,3 0-1 0,-2 2 9 15,3-1-5-15,-1 1 6 0,-2 2-4 0,4 7-1 0,-3 2 2 16,3 0-3-16,-9 2-3 0,3-2 4 0,3 2-4 15,1 0 4-15,0 0-3 0,4-1 3 0,0 1-1 16,2 0 1-16,2-2 1 0,0 0-4 0,-1-4 3 16,1 1-3-16,2-1 4 0,-4-3-1 0,9-1-4 15,2-3 1-15,-2 7-3 0,4 1 2 0,3-3 3 0,-1-3-2 16,-2-4 4-16,2 0 1 0,-1-4 2 0,-3-2-2 16,-2 1 0-16,1-3 6 0,-3-1-7 0,-2-8 6 15,1-1-2-15,-5-1 2 0,9 3 1 0,-3-1-1 16,-2-2-7-16,-5 6 2 0,0 0 3 0,-2 2 0 15,0 2 7-15,-2 1-9 0,0 3 2 0,0 1-3 16,1 0 7-16,-11-5 3 0,-1 2-1 0,-7-3-1 0,3 7-6 16,-3 1 3-16,-4 2-2 0,5 2 1 0,1 1-4 15,-1 5 0-15,8-3 0 0,2 1 1 0,-4 3 4 16,7-5-5-16,0 2 0 0,3 1-2 0,-3 0 0 0,4-3 1 16,-1 2-1-16,1-3 1 0,0 1-2 0,2-2-6 15,0 0 1-15,0 0-4 0,0 0-8 0,0 1-37 16,2 1-19-16,1-2-23 0,9 2-222 0,21 1-665 15</inkml:trace>
  <inkml:trace contextRef="#ctx0" brushRef="#br0" timeOffset="21713.75">11399 7294 372 0,'-2'-1'114'15,"0"-1"-14"-15,0-2 68 0,-5-11 16 0,-1-5-58 16,3-1-25-16,1 6 15 0,0-5-14 0,1 3 14 0,1 6-43 16,0 0-10-16,2 5 8 0,0 3-10 0,0-3 0 15,0 4 2-15,-2-1-6 0,0-1 6 0,0 2-8 16,2 0-14-16,0 0-3 0,0 0-3 0,-2 1-11 0,1-1 3 15,-1 0 1-15,2 0-2 0,0 0-9 0,0 0-2 16,0 2 1-16,0 0 0 0,0 0 3 0,0 2-6 16,0 0-3-16,0 28 0 0,2-4-8 0,1 5 3 15,1 1 1-15,2-1 0 0,-3 3-5 0,1 1 6 16,0 0-3-16,-1 2 3 0,-1-1-3 0,2 3 10 16,-2 0-3-16,-2 3 4 0,4-1-4 0,-3-2 1 15,3 0 4-15,-2-5 0 0,0-3 6 0,0-3-6 16,-2-4 3-16,2-1-2 0,-1-3 13 0,-1-3-9 0,0-4-4 15,0 0-1-15,0-8-1 0,0 3-5 0,0-1 4 16,0-3-5-16,0 1 6 0,0-1-1 0,0 0 6 16,0 0-4-16,0-1 17 0,2-1 6 0,-2 0-3 15,0 0 2-15,0 0-18 0,0 0-4 0,0-1-5 0,0 1 2 16,0 0-9-16,0-2 4 0,0 0-3 0,2 0 3 16,0 0-11-16,0 0 3 0,-2 0 3 0,2 0-1 15,-2 0-2-15,2 0 3 0,-1 0-3 0,1-2 2 16,0 0-4-16,0 1-1 0,0-1 3 0,2 0-1 15,-1 0 2-15,7-4 2 0,4-1-5 0,5-2 3 16,0 1-4-16,-3 3 0 0,5-3 3 0,5-1 0 0,2 0 7 16,3-1-8-16,6 1 1 0,0 0-4 0,6-2 1 15,2 1 5-15,5 1-3 0,5 2 2 0,-3 1-1 16,2 1-1-16,-2-3 3 0,0 1-2 0,0-3 0 16,-3 3 1-16,1-2-3 0,0 1 4 0,-2-1-4 0,2 0 1 15,-2-2-1-15,4 1 2 0,0 1-3 0,4 0 2 16,-2 1 1-16,-2 3 0 0,-4 1-7 0,-3 0 8 15,-4 2-3-15,0 1 5 0,-2-1-3 0,-2 2 0 16,-2 0 0-16,0 0 0 0,0 0-2 0,1 0 1 16,-1 0-1-16,0 0 1 0,2 0 1 0,1 0 0 15,2 0 1-15,1 0-1 0,0 0 2 0,4 0-3 16,-4 0-1-16,-1 0-1 0,3 0 6 0,-6 2-2 0,2 1-1 16,-7-1 0-16,1 0-5 0,-1 2 5 0,-4-1 3 15,3 1 0-15,-1 0-1 0,-4 0-1 0,0-1 0 16,0-1-1-16,0 0-4 0,-2 0 3 0,0-2-1 15,0 0 2-15,0 0 4 0,-1 0-3 0,-1 0 0 16,-3-2 0-16,-1-2-1 0,1 1 0 0,-3 1 0 16,-1 0 0-16,0-2 0 0,-4 2 3 0,-5 0-4 0,-1 1 2 15,-1 1-2-15,-2 0 1 0,0 0 4 0,2-2-2 16,-1 0-2-16,1 0 1 0,3-2 2 0,-1 2 0 16,-1 1 5-16,-1-1-6 0,0 0-1 0,0-2-1 15,-4 2 1-15,1-7 3 0,9-2 0 0,-3 0 0 16,-1 0-2-16,-1-2 0 0,-1 0 3 0,0-4-2 0,-2 0-1 15,-1-1-1-15,1-1 2 0,-2-1-1 0,-2-5 9 16,-1 1-10-16,-5-4 4 0,3 1-6 0,1-3-1 16,-2-2 5-16,-1-1-3 0,0 0 5 0,-1-1-4 15,-1 3-3-15,2 1 1 0,-1 0-2 0,1 4 4 0,-3 0-1 16,1 0 3-16,-2-4-2 0,2 4-1 0,1 6 5 16,1 0-5-16,1 3 4 0,1 0-1 0,-1 0-3 15,2 4 3-15,1 4-2 0,1 4 10 0,0-1-4 16,2 2 8-16,-2 1-7 0,2 1 1 0,0 0 1 15,0 0-5-15,-2-2 5 0,0 1-2 0,1-1-8 16,-1 2 6-16,0 0-6 0,0 0 0 0,0 0 0 16,0 1-4-16,0-1 4 0,1 0-1 0,1 0-1 0,0 0 0 15,-2 0-1-15,2 2 2 0,0 0-6 0,0 0 3 16,0 0-4-16,0 0-2 0,-2 0-12 0,0 0-8 16,0 0-4-16,0 2-46 0,0 0-132 0,1 0-18 15,-1 0-49-15,-2 1-142 0,2 12-266 0</inkml:trace>
  <inkml:trace contextRef="#ctx0" brushRef="#br0" timeOffset="22240.48">13727 6973 1511 0,'0'0'42'0,"0"0"6"0,-2 0 26 15,0 0 9-15,0 0 2 0,1 0 86 0,-1 0-46 16,0 0-13-16,0 0-11 0,0 0-54 0,0 0-13 16,0 0 3-16,2 0-6 0,0 0 8 0,0 0-5 15,0 0-1-15,0 0-3 0,0 0-8 0,0 0 4 16,0 0-2-16,0-2 3 0,0 0 3 0,2 1-9 16,0-1 1-16,0-2-4 0,2-5-2 0,5-8-7 15,0 0 4-15,2 1-6 0,2-3 4 0,-1 2-5 16,-1 1 2-16,-9-3-2 0,12 2-3 0,-1 2-2 15,0-1 0-15,0 1 1 0,0 2 2 0,0 0-3 0,-1 2 2 16,-3 1-2-16,2 1 3 0,-4 2-1 0,3 1-3 16,-3 3 2-16,1-1-7 0,-3 2 6 0,-1 0-1 15,1-2 4-15,-1 3-4 0,2-3-1 0,-3 2 1 16,3 0 0-16,0 0 4 0,-1 0-1 0,4 1-2 0,-1 1 3 16,1 0-4-16,2 0 1 0,-1 1 0 0,3 3 1 15,1 0 4-15,1 1-6 0,2 3 3 0,2-1-3 16,1 1 3-16,6 1 2 0,4 2 2 0,-3 0 1 15,1-2 6-15,-2 1-2 0,-5-3 1 0,3 4-1 16,0 0 8-16,-2-1-3 0,4 3 1 0,0 0-2 16,-5-2-4-16,-3 0 3 0,1 0-6 0,-6-3 4 15,0-1-9-15,-4-1 0 0,0-1 2 0,1 1-2 0,-5-4-6 16,3 1 4-16,-5-1-3 0,1 0 2 0,-2-2-10 16,0 0-16-16,2 2-8 0,-3-2-7 0,3 0-70 0,0 0-247 15,0 0 10-15,-3 0-123 0,7-4-352 0</inkml:trace>
  <inkml:trace contextRef="#ctx0" brushRef="#br0" timeOffset="22853.67">10918 7413 725 0,'0'0'56'0,"0"0"-3"0,0 0 33 16,-2 0 2-16,0 0-8 0,0 0 31 0,0 0 10 15,1 2 7-15,-1 0-4 0,-2 0-13 0,0 0-6 16,1-1-11-16,1-1 4 0,-6 2-29 0,3 0 15 15,3-2-4-15,-2 0 7 0,2 0-18 0,0 0-17 16,-1 2-5-16,-1 0-4 0,0-2-20 0,2 0-5 16,1 0-5-16,-1 0 2 0,2-2 0 0,0 0-6 15,0-2 7-15,3-9-8 0,9-11 4 0,1-2-4 16,1 0 2-16,1 0-3 0,0 2 2 0,0 0 2 0,0 0-4 16,-4 4 3-16,0-3-4 0,-2 3 5 0,1-1-4 15,-3 7 4-15,-1 1-6 0,-1 1 4 0,-3 7 0 16,0 1 1-16,-2 2 4 0,4-1-2 0,-4 1-2 0,3-2-1 15,5-2-14-15,3 1 6 0,6-1-1 0,-1 4 5 16,1 2-2-16,7 2 2 0,2 4-3 0,2 1 3 16,0 3-2-16,2 1 8 0,1 0 1 0,-1 0 1 15,1 0-8-15,-1-2 3 0,-6-1-1 0,4 1 2 16,-6-1 2-16,-5-5-5 0,-2 1-4 0,-2 0 2 16,-4-2-1-16,1-1 2 0,-3 1-2 0,0 0 0 15,1 0-13-15,-1 0-8 0,1 0-8 0,1 0-2 0,0-1-55 16,4 1-308-16,2-2-26 0</inkml:trace>
  <inkml:trace contextRef="#ctx0" brushRef="#br0" timeOffset="25290.47">14980 7339 68 0,'0'0'0'0,"0"0"29"16,-2 0 18-16,1 0 26 0,-1 0 18 0,0 0-11 15,0 0-4-15,0 0-23 0,0 0-1 0,0-2-6 16,1 0-9-16,-1 0-12 0,0 1 4 0,2-1-4 16,0 0 21-16,0-2 0 0,0 0 8 0,0 1-5 15,0-3 5-15,0-3 1 0,0 0-10 0,0-3 8 0,0 3-3 16,0 0-12-16,0 0 8 0,0-1-8 0,0 5 16 15,-2-5-6-15,2 5 9 0,-2-3-7 0,0 3 11 16,2 1-1-16,-2-1 4 0,2 3-2 0,0-2 5 0,-1 0 2 16,1 2 4-16,0-1-2 0,-2-5-11 0,2 5-12 15,0-1-4-15,0 2 1 0,-2-2 2 0,2 2-6 16,0 1 1-16,0-1-4 0,-2-2-5 0,0 0-1 16,0 1-6-16,0-1 2 0,1 0-12 0,-1 2-1 15,0 0-1-15,2 1 0 0,0-1-6 0,0 0 1 16,0 0-1-16,0 0 1 0,0 0-4 0,0 0-1 15,0 1 1-15,0-1 0 0,0 0-5 0,0 0 8 16,0 0-7-16,0 0 8 0,0 0-9 0,0 1-1 0,0-1 3 16,0 0-2-16,0 0 6 0,0 0-2 0,0 0-1 15,0 0 0-15,0 1-1 0,0-1 3 0,0 2-3 16,0 0 2-16,0 0-7 0,0 0 6 0,0 0 1 16,0-2 2-16,0 0 0 0,0 2-5 0,0 0 3 0,0 0-3 15,0 0 3-15,0-2 1 0,0 0-1 0,0 0 2 16,0 1 1-16,0-1-1 0,0 2 0 0,0 0 1 15,0 0 0-15,0 0 3 0,0-2-5 0,0 2 4 16,0 0 0-16,0 0-3 0,0 0 8 0,0 0-6 16,0 0 9-16,0 0-9 0,0 0-1 0,0 0-2 15,0 0-7-15,0 0 7 0,0 0-2 0,0 0 5 16,0 0-4-16,0 0-8 0,0 0 5 0,0 0-5 0,0 0 14 16,0 0-8-16,0 0-2 0,0 0-2 0,0 0-4 15,0 0 4-15,0 0 5 0,0 0-2 0,0 0 3 16,0 0 4-16,0-2-7 0,0 0 7 0,0 2-2 0,0 0-4 15,0 0 6-15,0 0-4 0,0 0 7 0,0 0-5 16,0 0 3-16,0-2-4 0,0 2-1 0,0-2 3 16,0 2-2-16,0 0 3 0,0 0-2 0,0 0 1 15,0 0 0-15,0 0 0 0,0 0-3 0,0 0 1 16,0 0 0-16,0 0 0 0,0 0 2 0,0 0-4 16,0 0-1-16,0 0 0 0,0 0 4 0,0 0-6 15,0 0 2-15,0 0-3 0,0 0 2 0,0 0 4 16,0 0-1-16,0 0 2 0,0 0-8 0,0 0 0 0,0 0-2 15,0 0 3-15,0 0 2 0,0 0-2 0,0 0 0 16,0 0-1-16,0 0 5 0,0 2-4 0,2 0 2 16,0 0-3-16,-1 0 2 0,1 2 2 0,6 9-2 15,5 9 0-15,0 0-1 0,-2 0 1 0,2 6 6 0,-2 0-2 16,2 2 3-16,-2 0-4 0,0 1-1 0,-1 1 0 16,-3-1 5-16,0 1-4 0,1-1 2 0,-1 3-4 15,1-1-7-15,1 1 8 0,-2-3-2 0,1 3 4 16,-1-3-5-16,-1-3 1 0,-1-2 1 0,-1-2 0 15,0 0 4-15,-2-1-3 0,0-1-1 0,-1-2 0 16,-1-3 3-16,0-2 0 0,0 0 0 0,0 0-1 16,0 1 0-16,0 1-3 0,0 0 3 0,0-6-1 0,0 0 3 15,0-5 1-15,0-1-2 0,0-1 2 0,0 1 0 16,-1-1-1-16,-1 0 5 0,0 0-2 0,0-1 16 16,0-1 10-16,2 0-8 0,0 0 6 0,-2 0-25 0,0-2 1 15,1 0-3-15,-1-2 3 0,0 0-2 0,-2-7-7 16,-5-21 1-16,0-3-3 0,3 1 3 0,-1-5 0 15,3-2-1-15,2-6-1 0,0-3-6 0,0-2 3 16,2 0 0-16,0 0 1 0,4 1 4 0,5 1-4 16,1 2 3-16,-1 1-4 0,4-1 5 0,0 5-1 15,0 4 1-15,0 5-2 0,0 10 6 0,-2 3-5 16,0 4 1-16,-7 2-2 0,9 0 5 0,7 8-3 16,-3-3 3-16,3 5-3 0,5 1 6 0,-7 0-3 0,6-13-3 15,-1 6 2-15,-3 3 0 0,-1 4 1 0,-1 2 0 16,-1 0-1-16,-2 0-2 0,-1 0-1 0,-1 2-3 15,-1 0 1-15,-3 0-1 0,-2 0-8 0,3 0 3 16,-3 0-7-16,0-1-13 0,-1 1-49 0,0 0-15 0,-3-2-16 16,3 2-86-16,-2-2-45 0,-1 0-7 0,-1 0-14 15,2 0-54-15,0 2-85 0</inkml:trace>
  <inkml:trace contextRef="#ctx0" brushRef="#br0" timeOffset="25869.82">15613 7666 1039 0,'0'0'43'0,"0"2"62"0,0-1-16 0,0 1 32 16,0 0-4-16,0 2 11 0,0 0-6 0,0 5-29 15,0 2 9-15,0 0-15 0,0-3 7 0,0-1-20 16,2 4-1-16,0-2-8 0,2 3-7 0,0-3 0 15,-3-5-1-15,3-1-1 0,-2-3-8 0,9 10 10 16,2-3-4-16,4 0 5 0,-2-3-10 0,3-4-3 16,10-2-3-16,0-3-1 0,-6-3-5 0,4-1-19 0,-7 0 5 15,-1-2-9-15,3 9 2 0,-3-17-11 0,3 2 7 16,-8 1-9-16,2-1 5 0,-6 2 1 0,-5 0-3 16,3-1 2-16,-3 1-3 0,0 0-2 0,-1 0 3 15,-1 0-3-15,9 0 0 0,-1 0 0 0,-5 2-2 0,-1 4 1 16,-2-2-10-16,0 4 8 0,-1-3-1 0,-1 7 2 15,0-3-2-15,0 4 4 0,0 0-5 0,0 0 4 16,-1-1-9-16,-1-1-1 0,0 2 5 0,-2 0-3 16,-14-3 9-16,1 3-5 0,0 2-1 0,4 2-2 15,-5 5 5-15,-3 2 3 0,-1 3-2 0,-2 1 2 16,3 0-6-16,1-12 3 0,3 16 0 0,2 0 0 16,2 1-3-16,0 1 4 0,0 1-3 0,4-1 3 0,2 1 0 15,-1-1-1-15,1-2 6 0,3-1-5 0,0 1 5 16,-9 2-3-16,4-1-2 0,2 1 2 0,1-2 3 15,4-3-2-15,2 3 1 0,0-2-2 0,4 2 2 16,0-1 2-16,1-1-1 0,3 0 2 0,1 2 0 0,-2-6-5 16,-3 0 4-16,18-3-3 0,-3-1 8 0,5 2-6 15,-4-5 3-15,-1-2-4 0,7 14 0 0,-4-6 1 16,6-3 0-16,0-5 0 0,-6-2-2 0,2-2 0 16,-3-2-1-16,-1-1-1 0,4-4-7 0,-5-1 3 15,0 1-4-15,-3-2 4 0,-3 4-5 0,2-5-21 16,0 1 0-16,2 0-9 0,-1 0-23 0,-1 9-107 0,2-13-42 15,0-1-37-15,1 6-277 0</inkml:trace>
  <inkml:trace contextRef="#ctx0" brushRef="#br0" timeOffset="32967.21">18257 2435 4 0,'0'0'0'0,"-1"0"72"15,-1 0 38-15,0 0 63 0,0 0 12 0,0 0-52 0,0 0-25 16,-1 0-51-16,1 0 1 0,-2 0-4 0,0 0 5 16,1 0-23-16,-1 0 3 0,2 0-10 0,0-2 9 15,0 1-12-15,0-1 10 0,1 2-12 0,-1-2 7 0,0 0-5 16,0 0 2-16,0 0-1 0,0 2 12 0,0-2-6 16,1 2-1-16,-1-1-1 0,0 1-4 0,0-2-1 15,0 2 2-15,0 0 0 0,0-2 11 0,1 2-3 16,-1-2-1-16,0 2 0 0,0 0-5 0,0-2 3 15,0 0-2-15,0 0 3 0,1 1-1 0,-1-1 2 16,2 0-3-16,0 0 1 0,0 2-2 0,-2-2-4 16,0 0 7-16,0 0-8 0,0 1-6 0,0-1 0 0,2 0-4 15,0 0 4-15,0 0 1 0,0 0-6 0,0 0 1 16,0 1-3-16,0 1-3 0,0 0 6 0,0 0-6 16,0 0 6-16,-1 0-6 0,-1 0-2 0,2 0 2 15,0 0-4-15,0 0 0 0,0 0-3 0,0 0 1 16,0 0-1-16,0 0 13 0,0 0-10 0,0 0 6 0,0-2-7 15,2 0 3-15,-1 0-5 0,1 0 1 0,0 0-1 16,2 0 8-16,0 1-9 0,-3 1 8 0,16-4-9 16,-6 2 0-16,2 0 4 0,2 0-5 0,-2 0 6 15,0-1 2-15,4-1 2 0,0 0-2 0,-3 1 0 16,7-1-9-16,-4 0 4 0,-1 0-1 0,3-1 3 16,-2 1-3-16,1-1 3 0,1 1-2 0,3 0 1 15,0 0-7-15,-1 1 5 0,1-1-2 0,-2 0 4 0,1 2-4 16,-1 1-3-16,1-1 3 0,1 0-1 0,0 2 2 15,-1-2 0-15,5 2 1 0,-2 0 0 0,0 0 4 16,4 0-8-16,-2 0 1 0,0 0-3 0,-2 0 9 16,0-2-6-16,0 2 2 0,-2-2-2 0,3 1 0 0,1 1 3 15,-2-2-2-15,2 0 2 0,3 0-4 0,-4 0 2 16,1 0 0-16,-4 2 2 0,0-2-1 0,0 1-3 16,3 1 3-16,-3 0-2 0,0 0 1 0,-1 0 1 15,-1 0-1-15,4 0 4 0,-2 0 5 0,1 0-11 16,1 1 3-16,2 1-5 0,-2 0 4 0,2-2 0 15,4 2 0-15,-3-2 0 0,5 0 6 0,3 0-6 16,1 0 1-16,-3-2-2 0,-1 0-3 0,-3-1 4 0,-1-1-1 16,6 0 2-16,-8 0 5 0,0 1-4 0,-2-1 0 15,-4 2-2-15,4-2 0 0,0 3 1 0,-3-1 3 16,1 0-2-16,-2 0-2 0,1-2 0 0,1 1 0 16,0-1 1-16,3-2 1 0,-1 1-5 0,2-1 2 0,0 1-3 15,2-3 10-15,1 3-6 0,5-1 0 0,-5 0 0 16,1 1 1-16,-4 1 2 0,-2 0-1 0,0 1 1 15,2-1-1-15,-9 2-2 0,0 0 2 0,1 0-2 16,1 1 0-16,0 1 0 0,-3 0 0 0,3-2 1 16,-2 0 3-16,3 0-6 0,0 0 2 0,-3 2-5 15,0-2 5-15,-2 0 0 0,5-1 0 0,0-1 2 0,-1 2 4 16,-2 0-7-16,-1 0 1 0,3-1-3 0,-2 1 10 16,-2 0-7-16,1 0 1 0,-1 0-3 0,0 0-2 15,-2 1 5-15,0-1 2 0,0 2 1 0,0 0-3 0,-2 0-4 16,0 0 1-16,0 0-2 0,1 0 4 0,1 0 2 15,-2 0-2-15,2 0 0 0,0 0 6 0,0 0-5 16,0 0 1-16,2-2-3 0,-2 0 1 0,0 0 0 16,0 2 3-16,-4-2-3 0,4 0-4 0,2 1 6 15,-2-1-5-15,0 0 5 0,0 2-2 0,-2 0 1 16,2 0 3-16,-4 0-4 0,4 0-5 0,-5 0 5 16,5 0 0-16,-2 0 1 0,-6 0-4 0,4 0 8 15,-3 0-4-15,1 0 5 0,1 0-9 0,3 2 3 16,-4-2 0-16,1 0 2 0,1 0-2 0,-3 0 1 0,-1 0 1 15,5 0 0-15,-1 0-5 0,0 0 2 0,4 2-1 16,-7-2 2-16,1 0 8 0,1 0-8 0,-5 0 1 16,5 0-3-16,-3 0 0 0,-1 0 5 0,0 0-3 0,-1 0 5 15,3 0-3-15,-2 0-2 0,-2 0 1 0,1 0-1 16,1 0-4-16,0 0 5 0,-1 0-1 0,1 0 5 16,0 0 1-16,0 0-8 0,-1 0 4 0,1 0-5 15,0 0 6-15,-1 1 0 0,1 1-4 0,0-2 1 16,0 0 1-16,-3 0 2 0,1 0-1 0,0 0 0 15,0 0-2-15,0 0-1 0,0 2 3 0,0 0-1 16,-1 0 3-16,1-2 2 0,0 0-4 0,0 2 3 0,0 0-10 16,0-1 4-16,1-1 0 0,-1 0 1 0,0 0 7 15,0 2-6-15,0 0 0 0,0 0-1 0,0-2 2 16,-1 0 0-16,1 0 4 0,0 0-4 0,0 0-2 0,0 0-22 16,0 0-44-16,0 0-20 0,-1 0-405 0</inkml:trace>
  <inkml:trace contextRef="#ctx0" brushRef="#br0" timeOffset="35083.5">21232 2445 467 0,'0'0'63'0,"0"0"-9"16,0 0 39-16,0-2 0 0,0 0-13 0,0 0-31 16,0 0-9-16,0 0 2 0,0 0-3 0,2 1 9 15,0-1-7-15,-1-2 5 0,-1 2-5 0,2-7 6 0,0 1 6 16,0 3-2-16,-2 1 3 0,2-3 3 0,0-3-6 15,-2 3 1-15,0-2-2 0,0-2 4 0,0 3-10 16,0 1 6-16,0-3-7 0,0 3 1 0,0-2 0 16,0-1-6-16,0 1 4 0,0-4-6 0,0 4-2 15,0-2 1-15,0-2-2 0,0 9 2 0,0-1 2 16,0-1 5-16,0 2-4 0,0 1-4 0,0-1 4 16,0 0-8-16,0 2 7 0,0 0-12 0,0 1 0 15,0-1-1-15,0 0 0 0,0 0-5 0,0 0 7 0,0 2-1 16,0 0 2-16,0 0-5 0,0 0-1 0,0 0-3 15,-2 0 1-15,0 2-12 0,0 0 5 0,0 0 0 16,2 1 2-16,0 1 1 0,0 0-2 0,-2 11-6 16,-1 0 3-16,-1 1 1 0,0 5-11 0,1-1 8 15,-1 2-8-15,0 4 10 0,2 0-5 0,0 4-2 0,1 0 0 16,-1 1 2-16,2 3-3 0,0-1 4 0,0 1-5 16,2 1 0-16,-2 0 4 0,1-1-3 0,3-1 4 15,-2-1-5-15,2-3 1 0,1 1 0 0,-1-2 0 16,-2-2-1-16,0-2 0 0,-2 0-1 0,0-5 0 15,2 3 6-15,-2-4-3 0,0-3 1 0,0-2-1 16,0-3 0-16,0-3-1 0,0 0 2 0,0 3-2 0,0-5 4 16,0 1-4-16,0-2 3 0,0-3-3 0,0 3 4 15,0 0 1-15,0 0-4 0,0-1 5 0,0 1-4 16,0 0-3-16,0-1 3 0,0-1-3 0,-2 0 3 0,0 0-2 16,0 0 4-16,0 0-2 0,-2 0 3 0,-1 1-4 15,-8 5 0-15,-4-1-1 0,4-1-2 0,-5-1 0 16,-3 1 1-16,3-1 2 0,-5 1 6 0,3 0-9 15,0-1 2-15,-1-1-3 0,3 0 0 0,1-1 1 16,0 1 3-16,2-2-2 0,0 0 3 0,1 0 1 16,-3 1-4-16,2 1 3 0,2 0-1 0,-2-1-3 15,2 1 0-15,0 0-1 0,-2 0-1 0,2-1 2 16,2 1 2-16,4-2 0 0,-1 0 2 0,3 0-4 16,1-2 5-16,2 0-5 0,-2 1 11 0,1 1-7 0,-1 0 0 15,0 0-2-15,2 0-4 0,1 0 1 0,-1 0-1 16,0-1 2-16,0 1 2 0,0 0-2 0,2-2 0 15,0 2 0-15,0 0 3 0,2 0 0 0,0-2-3 0,3 0 2 16,18 3-2-16,3 3-3 0,5 0 3 0,1-1-5 16,3 1 5-16,4-1 0 0,0-1 3 0,4 2-2 15,3-1 6-15,-5 1-7 0,-4-1 1 0,-2 1-1 16,-7-1 1-16,6 1-1 0,-3 0-4 0,-3-1 3 16,2 1 2-16,-8-3 1 0,0 1 0 0,1 0 0 15,-5 0-2-15,-1-1-3 0,-2 1 3 0,-4-2-2 16,-4 0 6-16,1 0-2 0,-6-2-2 0,1 1 1 0,1 1 2 15,0 0-3-15,-2-2 3 0,0 0-3 0,1 4 6 16,-1 0-5-16,2 3 6 0,0 0-5 0,-1 3 6 16,-1-1-3-16,-2 0-2 0,0 1 1 0,-2 1-3 0,-3 2 1 15,-5 0 3-15,-4 2-1 0,-14-1 7 0,-2-1-6 16,-3 6 1-16,-5-2-1 0,-1-1 3 0,0 5 0 16,-5-5-2-16,5 3 1 0,-6 1-6 0,3-5 10 15,5 4-2-15,-1-1 5 0,9 3-7 0,5-6 0 16,1 1 0-16,7-3 1 0,1-3 0 0,4-1-6 15,1 0 0-15,5 1-1 0,1-3 2 0,2-1 0 16,0-3-2-16,0 1 1 0,-1 2 2 0,-1 1-2 16,0 0 0-16,4-3-2 0,0-2 0 0,0 2 1 15,2-1-1-15,0 1 1 0,0-4-1 0,24 13 2 0,5-4 0 16,5-5-1-16,6-2 2 0,3-2-3 0,-2-6 1 16,1 1-1-16,-3-1 0 0,4 1 1 0,-5 1-1 15,-2-2 2-15,-5 3-2 0,-9 1 0 0,-5 0-1 16,-3 2 1-16,-4 0 0 0,-5 0 0 0,-3 0 1 0,-1 2 1 15,1 0 3-15,-2 0-3 0,0 1 7 0,-2 1-6 16,-2 13 0-16,-5 3 2 0,-5 1-5 0,7-3 3 16,-23 1-1-16,0 1-2 0,0-1 2 0,4-4-2 15,2 3 1-15,0-1 2 0,-1-2-3 0,7-2 2 16,6 0-7-16,3 0 7 0,1-4-2 0,3 0 3 0,1 1-8 16,0-1 6-16,-7 2-5 0,3 0 5 0,2 4-2 15,2 2 1-15,2-1 1 0,6 7-1 0,1 1 0 16,3 4-4-16,1 5 4 0,0-1-3 0,4 5 11 15,-2-2-9-15,-2 4 2 0,-2 2-4 0,2 2 6 0,-1 5-1 16,-1-2 0-16,0 4-1 0,-3-1-2 0,-1-3-2 16,-1-1 2-16,0-3-1 0,0-1 2 0,-3 0 5 15,1-4-5-15,0-2 5 0,2 3-5 0,1-3 0 16,1 0 3-16,-2 0-3 0,-2 1 6 0,1-1 0 16,3-3-4-16,-1 1 3 0,1-5-6 0,0 2 4 15,-1-1-3-15,1-5 2 0,-1 4-1 0,1 0-2 16,-1 2 4-16,1-1-5 0,-2-3 5 0,1 2-1 0,-1-4-1 15,0-1 1-15,-2-3 1 0,-1 1-1 0,-1-5 1 16,0-1-2-16,0-2 0 0,0-2-1 0,0-1 0 16,0-3 0-16,0-1 2 0,0-1-2 0,0-1-2 15,0-2-2-15,0 0-10 0,0 1-61 0,0-1-12 16,2 2-24-16,0 0-115 0,2-1-281 0,0-1-47 0</inkml:trace>
  <inkml:trace contextRef="#ctx0" brushRef="#br0" timeOffset="35536.47">21054 6028 1469 0,'-2'0'42'0,"-6"0"74"0,-12 4-34 0,5 0 17 16,0-1-3-16,4-1 3 0,4 0-27 0,-1 0-4 15,3 0 5-15,3-2-5 0,-2 2-10 0,0-1-8 16,1 1-11-16,1 0 3 0,0 0-14 0,0 0 10 16,2 0 3-16,0 0 2 0,2-1 4 0,0 1 2 15,7 2-1-15,25 3 1 0,1-1 3 0,6-4-16 16,1-2 2-16,-6-2-7 0,1-2-7 0,-4-1-7 16,-1-1-4-16,3 1-1 0,0-1-12 0,-3 2 0 15,-2 1 5-15,-3-1-4 0,-2 0 1 0,-3 0-2 0,-4 1-12 16,-3 1 5-16,2 0-26 0,-6 0-22 0,0 0-6 15,-3 2-9-15,-3 0-51 0,-3 0-56 0,2 0-17 16,0 0-13-16,-3 0-67 0,1 2-14 0,-2 0 6 16,0 2-4-16,-3 9 61 0,-9 9 140 0,-2 2 20 0,2-4 49 15,-19 5 171-15,-3-5 34 0,3-3 10 0,1 5 0 16,-1-5-10-16,10 3-33 0,3-3-3 0,5-4-12 16,5-2-37-16,4-5-29 0,-3 3 2 0,5-5-9 15,0 1 1-15,0-1-6 0,2 0-4 0,0-1-1 16,2 1-19-16,0-2-1 0,9 2-7 0,13-1 2 15,1-3-21-15,-1 0-6 0,-4-3-6 0,2-7-1 16,4-3-45-16,2 11-160 0,4-27-55 0,3-7-56 0,8 1-369 16</inkml:trace>
  <inkml:trace contextRef="#ctx0" brushRef="#br0" timeOffset="36328.28">22121 3286 443 0,'-2'-2'197'16,"1"0"-10"-16,-1 0-4 0,-2 0 12 0,2 2-76 16,-9-7 14-16,4 3-10 0,-3-1-4 0,3 1-2 15,3 2-26-15,0 0-15 0,3 2 1 0,-1 0-7 0,-2-2-10 16,0 0-13-16,1 1-2 0,1-1-3 0,0 0-10 16,0 0 12-16,0 2-3 0,0 2 5 0,0 0-1 15,1 3-4-15,-9 27-2 0,5 3-2 0,1 2-4 16,0 6-5-16,1 0 3 0,-1 1-6 0,2 5-2 0,0-1-9 15,0 0 2-15,0-3-4 0,2-5-3 0,-1 1-2 16,-1-4-3-16,0-1 0 0,0-3-3 0,2-3 2 16,0-6-2-16,0 0 3 0,0-3-2 0,0-7-15 15,2-1-1-15,-2-7-11 0,2 1-36 0,0-3-73 16,-1 0-25-16,3 0-23 0,13 5-145 0,7-4-185 16</inkml:trace>
  <inkml:trace contextRef="#ctx0" brushRef="#br0" timeOffset="36732.19">22051 3392 1291 0,'0'0'140'0,"0"-2"-140"0,-2 0 170 0,0-2-73 16,2 0 31-16,-4-12-19 0,2-3-8 0,2-1-5 16,4-1-36-16,5 3 0 0,3-5 3 0,14 5-5 15,5 3-16-15,-7 0-20 0,0 4-5 0,1 2-4 16,-3 3-8-16,-2-9 6 0,-3 6 4 0,3 3 0 15,-5 5 4-15,0 1 2 0,0 1-4 0,-6 3 4 16,2 2-9-16,-5-3 4 0,-2 16 0 0,-2 5 2 0,14 2 0 16,-5 0 3-16,-7 0-3 0,-4 2 3 0,-2 0 0 15,-3-2-4-15,-5 0 6 0,-3 0-6 0,-1 0 3 0,-3 0-8 16,13 0-1-16,-14 0 0 0,-7-4 3 0,5 0-5 16,3 1 1-16,4-5-2 0,2-3 6 0,2 0-3 15,0-6 1-15,1 2-3 0,4-1-7 0,1-1 8 16,1 0-6-16,-6 0 8 0,5-1-3 0,-3 1-4 15,2 0 5-15,3 1-4 0,1-1 5 0,0 0-2 16,0-1 5-16,1-3-3 0,1 1 7 0,2-1-8 16,11-1 2-16,5 4-4 0,-1-3-7 0,3-1 2 15,0-2-5-15,1 13 5 0,-1-6 3 0,2-2-13 0,2-3 1 16,2 0-11-16,2-2-29 0,-1-1-54 0,1-1-17 16,2-1-16-16,-5-3-98 0,9-2-201 0,1 1-34 15</inkml:trace>
  <inkml:trace contextRef="#ctx0" brushRef="#br0" timeOffset="37120.14">23111 3739 1133 0,'0'0'81'15,"0"0"9"-15,0 0 13 0,-2 0-6 0,0 0-9 0,0-2 44 16,0 0-56-16,1 0-3 0,-1 0-17 0,0 0-9 15,0 1 0-15,0-3 4 0,0 0-4 0,2 0-2 16,-3-5 9-16,-3-4-2 0,1 2 6 0,-1 0 8 0,0 0-7 16,-1 0 1-16,3 5-5 0,1-1-10 0,-10 3-2 15,-6 2-6-15,0 0 1 0,5-9-11 0,-3 2-3 16,2 5 1-16,0 2-3 0,-5 2-4 0,1 4-3 16,2 1 3-16,3 5-2 0,1-7 5 0,0 20-12 15,-2 1 6-15,2-2-6 0,2-1 8 0,1-3-5 16,-1 3-1-16,7-3-1 0,-7 6-2 0,6-3 4 15,-12 5-1-15,6-4 0 0,3 0-7 0,3 1 9 16,3-5-7-16,2 3 8 0,0-5-8 0,2 3 3 0,2-2-2 16,1-1 3-16,3-1-1 0,1 0-1 0,-5-4-1 15,20-2 0-15,0-1-3 0,0-3 2 0,4-3 0 16,2 17 0-16,3-8 3 0,4-7-4 0,-2-4 1 16,1-6-2-16,-1-5-4 0,0-2-17 0,4-4-9 0,-2-1-6 15,-1 1-61-15,-5 0-210 0,-1 1-71 0,1-1-89 16,-8 6-625-16</inkml:trace>
  <inkml:trace contextRef="#ctx0" brushRef="#br0" timeOffset="37978.78">23592 2961 924 0,'0'0'86'0,"-2"0"10"0,0-2 49 0,0 0-34 0,-1 0 15 15,-1 0 21-15,0 0-38 0,0 2 5 0,-1 0-20 16,-1 0-20-16,4 0-13 0,1 0 0 0,-1 0-6 16,-2 0-18-16,0 0 12 0,1 2-3 0,1 0 8 0,0 2 8 15,-7 26-17-15,3-1 9 0,4 10-11 0,0-2 9 16,2 6-19-16,4 2 2 0,-2 1-8 0,0 4-6 15,-2 2-8-15,0 2-1 0,-4 2 1 0,0-2 1 16,1-1-6-16,-1 3 2 0,0-6-3 0,-1-1-4 0,-3-7 1 16,1-5 2-16,-1 1 0 0,3-7-3 0,1 1 4 15,0-4-7-15,2-8 5 0,1 0-8 0,1-7 0 16,0-1-1-16,0-3 0 0,1-2-15 0,-1-3-31 16,0-2-9-16,2 2-9 0,0-1-47 0,2 1-16 15,0-2-25-15,9 0 2 0,5-2-85 0,3-6-51 16,3-5-11-16,0 9-26 0,2-24-148 0</inkml:trace>
  <inkml:trace contextRef="#ctx0" brushRef="#br0" timeOffset="38257.12">23933 2931 557 0,'0'0'203'0,"0"0"11"0,-1-2-11 0,-1 0-26 0,0 0-45 15,0 1 36-15,0 1-42 0,0 0 4 0,0 0-20 16,1 0-22-16,-1 1 3 0,0 1-6 0,0 2 6 15,-4 5-11-15,-7 19-10 0,2 4 0 0,4-1-5 16,-1 6-12-16,3 1-4 0,1 1-5 0,0 1 1 16,3-1-12-16,-1 4-12 0,2 2 2 0,-2 1-4 15,0 2 5-15,0 1-9 0,0-1 3 0,0-2-6 0,-1-1-2 16,-3-2-1-16,2-3-6 0,-1-2 3 0,-1-5-7 16,3 0 1-16,-1-3 3 0,2-2-1 0,0 2 4 0,2-10-11 15,0 1-7-15,0-8-2 0,0 0-33 16,0-4-66-16,0-4-9 0,0-3-25 0,2 2-78 0,2-2-147 15,16 7-43-15</inkml:trace>
  <inkml:trace contextRef="#ctx0" brushRef="#br0" timeOffset="38491.46">24403 3042 1148 0,'-2'0'362'0,"0"0"-468"0,1 2 434 15,-3 0-229-15,-9 4 18 0,-2 3 10 0,4-3-3 16,4 20-1-16,-3 3-34 0,5 5-18 0,-5-3-3 16,3 3-6-16,5 1-23 0,-2 2-10 0,3 0 1 0,-3 2-3 15,-4 0-4-15,5 0-5 0,-1-2-4 0,0 1 0 16,1-5-15-16,-3-2 1 0,4-5 2 0,-15-1 0 16,6-3 5-16,6-5-38 0,1 1-9 0,2-7-14 15,2-1-66-15,0-3-63 0,0-5-36 0,0 0-9 16,2 1-112-16,0-1-179 0</inkml:trace>
  <inkml:trace contextRef="#ctx0" brushRef="#br0" timeOffset="38849.06">24377 3150 1153 0,'0'-2'84'0,"0"-1"-6"0,-2-18 84 16,0-9-2-16,1 6-1 0,1 2-10 0,0 5-52 16,1 2-3-16,1 4-16 0,2 2-14 0,3-4-8 15,-1 6-9-15,5 1 0 0,6 2-17 0,5 2 1 16,4-14 5-16,-2 6-4 0,-1 7 5 0,-7 3-12 15,1 0 5-15,-2 2-8 0,-4 1 5 0,-2 1-4 16,-3 0-2-16,5 11 0 0,2 11-3 0,-6 1 6 16,-5 1-7-16,-4 4 6 0,-3-6-8 0,-4 0-2 15,-3-2 3-15,-4 4-4 0,-1-2 0 0,15 0 3 16,-18-2 2-16,7 0-1 0,-4-2 3 0,4 1-9 16,4-3 3-16,-1 2-4 0,7-1 1 0,-8-4 2 0,-1 1-8 15,7-1 7-15,1-2-3 0,2 0 0 0,2-2 4 16,0 0-4-16,2 0 0 0,0-4-1 0,4 2 1 15,-3-4-1-15,5 3 1 0,-1-1 1 0,4-5 2 0,2-1-1 16,0 1-1-16,2-2-4 0,2 2-2 0,-2 7 2 16,0-2 0-16,1-2-4 0,1-3-1 0,3 0 0 15,1-4-3-15,-1 0-16 0,4-4-2 0,2-1-7 16,0-3-26-16,0 1-62 0,4-3-4 0,0-1-25 16,-2 0-81-16,1 2-133 0,-3 0-17 0,4-2-53 15,5-1-203-15</inkml:trace>
  <inkml:trace contextRef="#ctx0" brushRef="#br0" timeOffset="39294.98">25241 3187 1164 0,'-2'0'104'0,"0"0"165"0,0-2-125 0,0 1 23 16,-2-1-13-16,1 2 8 0,-5-2-68 0,5 2-22 16,-1 0 0-16,0 0-7 0,0 0-2 0,1 0-12 15,1 0-2-15,0 2-4 0,0 0-15 0,0-1 4 16,0 3-6-16,1 0 6 0,-1 5-5 0,-2 4-6 15,2 2 8-15,-2 0-8 0,1 2 0 0,-1-1-6 16,0 3-3-16,1 1-1 0,-3 3-6 0,0-1 2 0,1 4-1 16,-3 0 1-16,1 2-4 0,-2 0-3 0,1-2 5 15,1 1-3-15,-2 1 4 0,-1-2 0 0,1 0-8 16,0 0 5-16,1-4-1 0,3 1-4 0,1-5 2 16,0 1-3-16,2-4 1 0,1 0-1 0,-1-1 3 0,2-4-1 15,0 1 6-15,0-7-4 0,0-1 2 0,0 1-2 16,0 0 10-16,0-1-6 0,2 1 3 0,-1-2-3 15,1 0 3-15,2 0-4 0,2-2 0 0,12 0-1 16,6-2-3-16,0-2 0 0,4-5-3 0,-2 1 1 16,2-1 6-16,0 0-6 0,-2 1 4 0,0 3-4 15,-4-3-2-15,1 5 2 0,-1-1-1 0,-4 0 1 16,1 2 3-16,-4 1 4 0,-2-1-2 0,-4 2 1 0,2-2-2 16,-3 2 1-16,-1 0 2 0,-1 0-2 0,-1 0 8 15,1 0-5-15,-1 0 6 0,-1 0-5 0,2 0 3 16,-1 0 4-16,-1 0-7 0,2 0 6 0,-5 0-4 0,3 0-5 15,0 0 4-15,0 0-5 0,-1 0 1 0,1 0-6 16,0 0 0-16,-1 0-2 0,-1 0 0 0,0 0-5 16,2 0-9-16,-2 0-1 0,0 0-50 0,-1 0-80 15,1-2-23-15,0 0-45 0,0 0-326 0</inkml:trace>
  <inkml:trace contextRef="#ctx0" brushRef="#br0" timeOffset="44301.04">28384 4285 220 0,'0'-2'0'15,"0"0"23"-15,0-4 215 0,-4-10-58 0,1-1 21 0,-3-2-95 16,2 4 9-16,1 2-24 0,-1 0-5 0,2 6-4 15,-2-2-18-15,2 3-8 0,1 1 1 0,-1-1-5 16,2 2-9-16,0 1 4 0,0 1 0 0,-2-2 0 16,0 0-16-16,2 1 2 0,0 1-10 0,0 0 9 15,0 0-9-15,0 2 13 0,0 0-6 0,0 2 7 16,0 0-5-16,0 3-8 0,4 27 3 0,-1-1-6 16,3 7-13-16,-2 1 6 0,1 5-4 0,1 1 5 15,-1-1-7-15,1 5 0 0,-2-5 4 0,-1 3-2 0,3 3 2 16,-2-4-3-16,-1-1-8 0,-1-3 6 0,0-1-3 15,0-4 3-15,0 0 4 0,-2-5-4 0,0 0-2 0,0-3-1 16,0 1-1-16,-2-2 2 0,0-2 8 0,0-4-7 16,0-1 7-16,1-5-8 0,-1-1 2 0,0-4 4 15,2-1-2-15,0-5 4 0,0-3 4 0,0 0 14 16,0 2-4-16,0-1 8 0,0-1-7 0,0 0-2 16,0-2-8-16,0 0 3 0,0-2-20 0,0-2 9 15,0-18-1-15,0-8 2 0,2-1-8 0,0-1 1 16,-1-1-2-16,3-2 0 0,0-3-3 0,0-4 1 15,-1-1 5-15,-1-5-2 0,0-2-3 0,2 1 1 0,-2-3-4 16,1 6 3-16,1-2 5 0,0-1-5 0,1 7-1 16,1 1-2-16,-1 6 2 0,1 5-6 0,1 4 6 15,1 4-6-15,-1 3 3 0,-1 6 0 0,3-2 1 16,-1 6 1-16,3 0 2 0,11 1 4 0,2 3-4 0,6-1 4 16,1 0-4-16,5 1 3 0,6 1 3 0,3 2 2 15,-4 0 4-15,0-20-3 0,-6 9 5 0,-4 6-4 16,-3 3 0-16,-7 2-5 0,-1 2-2 0,-9 0 0 15,2 0-2-15,-5 0 9 0,-5 0-5 0,1 0 5 16,0 0-8-16,0 2 0 0,-1 0-9 0,-1 0-1 16,0 0-50-16,0 1-51 0,0 1-18 0,-2 4-30 15,0 8-253-15</inkml:trace>
  <inkml:trace contextRef="#ctx0" brushRef="#br0" timeOffset="44933.96">28973 4979 414 0,'0'0'97'0,"0"0"212"0,0 0-282 0,0 0 50 0,0-2-2 16,0 0 17-16,0 0-14 0,0 1-8 0,0-1-4 15,0 0 2-15,0 0-5 0,0 0 8 0,0 0 2 16,0 0 1-16,1-1 1 0,1-1-8 0,0 0-1 16,-2 1-2-16,2-5-3 0,-2 3-6 0,0-1 4 0,0-1-3 15,0 1-1-15,0 0-1 0,0 3-6 0,0-1 2 16,0 0-18-16,0 1-3 0,0 1 0 0,-2-2-1 16,0 0-1-16,0 1-8 0,1 1 0 0,-1 0-3 15,0 0 2-15,-2 0-5 0,0 2 3 0,1 0-4 16,-1 2 5-16,0 0-5 0,1 0 5 0,-1 1-4 15,-5 9 3-15,-1 2-1 0,-1 3-3 0,0 0 1 0,2 1-5 16,-1 3 6-16,3-1-4 0,0 1 4 0,-1 1-13 16,3-2 6-16,-1 1-3 0,0 1 4 0,3 0 1 15,1 4-5-15,2-3 2 0,0-5-3 0,0 1-3 16,0-6 2-16,4 5-1 0,-3-3 1 0,3 4 2 0,0-4-5 16,1 0 2-16,1-2-3 0,0-2 5 0,-1-2-1 15,-1-3 3-15,-2-3-3 0,5-1 2 0,2 0-1 16,6 4 3-16,4 3-2 0,-6-7 1 0,4 1-1 15,-1 9-3-15,-3-7 4 0,2 1-1 0,0-3 2 16,2-1 0-16,-1-2 1 0,-1 0-1 0,4-2-1 16,-4-1-4-16,1-1 2 0,-4 0-1 0,-1-1 3 15,0-3-1-15,-2 1 1 0,0 3-7 0,-1-9 6 0,1-4-1 16,-1 3 3-16,-3-1 4 0,1 0-4 0,-3-6-3 16,-1 3-1-16,13-3-2 0,-4-3 5 0,-3 2 6 15,-5-6-4-15,-3 4 0 0,0-4-4 0,-3 2 1 16,-3 4-1-16,-1 0 5 0,-3 3-6 0,-1 2 4 15,6 2-3-15,-18 2 2 0,-3 4-5 0,4 0-1 0,-6 3 0 16,2 3 2-16,6-12-2 0,-2 4 2 0,3 5-3 16,4 4-4-16,-5 2-2 0,-3 4-9 0,10 0 5 15,-1 1-25-15,2 1-50 0,1 1-10 0,2-3-19 16,0 14-79-16,7-1-202 0,-11 2-4 0</inkml:trace>
  <inkml:trace contextRef="#ctx0" brushRef="#br0" timeOffset="71590.49">12767 8466 76 0,'0'0'0'0,"0"0"4"0,0-2 4 15,0 0 20-15,2 0 15 0,-2 1 12 0,0-1 10 0,2 0-20 16,-2 0 0-16,0-2-6 0,0 1-9 0,0-1-3 15,0 0-5-15,0 0 2 0,2-1-7 0,-2 1-2 16,0 0 2-16,0 1-2 0,0 1 2 0,0 0 20 16,2-2-3-16,-2 2 9 0,1-1 10 0,-1 1 6 0,0 0 5 15,0-2-2-15,0 2 13 0,0-1-13 16,0 1 0-16,0-2-5 0,0 2-12 0,0-1 14 0,0-1 2 16,0 0 4-16,0 0 5 0,-1 1-6 0,-1-1-7 15,0 2 1-15,0 0-20 0,0 0 12 0,0 1-5 16,0-1 7-16,1 0-3 0,-1 0-14 0,0 2 0 15,0 0-7-15,0 0-3 0,-2 2-5 0,3 0 2 0,-1 1-4 16,-2 1 4-16,-3 9-3 0,-3 4 0 0,3 3-4 16,-1 3-9-16,3 4 6 0,-1 1-4 0,1 0 4 15,1 9-5-15,2 6-3 0,2 0 5 0,2 9-5 16,0-4 5-16,2 0-1 0,1 2 0 0,1-1-1 16,-1-3-4-16,1 0 5 0,-1 1-3 0,1-4 4 15,1 1-4-15,1 1 8 0,-1-4-2 0,1-1 3 16,-3-1-4-16,1-2 9 0,-2 1-4 0,1-5 5 0,-1 0-3 15,0-5 9-15,-3-2-1 0,3-3 4 0,-2-10-3 16,0 0-2-16,0-4-2 0,-2-4 1 0,0 3-7 0,0-4-6 16,0-3-3-16,0 3 0 0,2 0-2 0,-1 0 5 15,1-1-2-15,-2 1 2 0,0-2-5 0,0 0-5 16,0 0-1-16,0-1-4 0,0 1-14 0,0 0-42 16,0 0-16-16,0 0-12 0,0 0-97 0,0 0-58 15,0-2-19-15,0 1-22 0,0 1-160 0</inkml:trace>
  <inkml:trace contextRef="#ctx0" brushRef="#br0" timeOffset="72463.33">12994 9691 680 0,'0'0'66'15,"-2"0"1"-15,0 0 22 0,0 0 1 0,0 0-12 0,0 0 33 16,0-1-11-16,1-1-2 0,-1 0-4 0,-2 2-12 16,0 0-7-16,1 0-9 0,-1 0 2 0,0 0-24 15,-5 0-4-15,1 0 3 0,1 0-5 0,-6 0 9 0,2 2-3 16,-2 0 1-16,2-1-3 0,0 1-3 0,-2 2-2 15,-2 0 1-15,2-1-2 0,-6 5 2 0,-3 1-2 16,-4 2 2-16,-4 0-3 0,-3 1-9 0,3-1 4 16,0 0-5-16,-3 2 4 0,3 0-6 0,-3 2-4 15,-1 1 4-15,3 1-5 0,-3 2-2 0,5-1-1 16,-1 1-1-16,2-14 2 0,0 19 1 0,2 2-3 16,2-1 1-16,-2 2-2 0,4-1 0 0,0 0-8 15,1 2 4-15,1-2-6 0,-1-2 0 0,5 4-3 0,1-4 1 16,4 4 0-16,3 2 6 0,1 0-7 0,1 1-2 15,4 3-1-15,-5-1 1 0,3 1 2 0,-1 1 0 16,1 2 2-16,-18 0 2 0,9-2-8 0,5 1 5 16,5-3-5-16,3 0 11 0,0 1-2 0,1-3-3 15,5 1 1-15,1-2-6 0,3 1-2 0,-3-3 6 0,4 2-2 16,0 0 3-16,4-1-1 0,0-3-3 0,2 2 2 16,-2-6-1-16,-10 4-1 0,19 0 2 0,1-9 0 15,4 7-3-15,-1-5 5 0,-2-2-4 0,4 3 4 16,1-3-3-16,3 1-1 0,1-1 2 0,6-2 0 15,0-2 6-15,1-2-4 0,1 0-2 0,9 0 0 16,-5-2 0-16,-1-1-2 0,4 1 4 0,-9-5-2 16,-2 0 3-16,4-3-2 0,-6 22-2 0,-2-12 1 0,0-4 2 15,-5-3 0-15,0-4 3 0,-1-2-3 0,-1-2-2 16,0-1 4-16,0-3-2 0,2-1 5 0,-4 0 8 0,3-4-10 16,1-2 6-16,0-2-7 0,0-1 8 0,3-3-8 15,-7 5 0-15,4-3-1 0,-1 17-3 0,-4-22 2 16,-1-2 0-16,-4 0 2 0,2 4-4 0,1 0 2 15,-1-3 0-15,-2-1 2 0,-3 2 0 0,-2 4-5 16,-2-1 0-16,-4-3-2 0,2 2 9 0,2 2-3 16,-3-1 4-16,-3-1-4 0,-1 1 1 0,-3 1 0 15,3 0-4-15,7 1 3 0,-2-1-6 0,-2 1 6 16,-1 0-3-16,-3-1 5 0,-1 1-7 0,-2-1 9 0,0 0-4 16,-2-3 4-16,-2 3-7 0,-2-2 1 0,-1-3 1 15,-3 3 2-15,-3-6-4 0,0 1 2 0,-2 1-3 16,-4-6 1-16,0 2 0 0,16-3-1 0,-24-6 5 15,-2-4-3-15,2 4 0 0,-6-2-1 0,1 0-5 16,-1 4 4-16,-5 0 1 0,5 7 4 0,-3 3-3 0,3 4 4 16,1 3-2-16,-1 1-2 0,1 4 1 0,0 4-1 15,-1 2-3-15,1 2-8 0,0 5 3 0,0 0-4 16,-1-17-5-16,1 8-17 0,0 6-10 0,1 3-5 16,-3 2-53-16,1 2-80 0,1 3-12 0,-2 1-27 15,8 1-84-15,2 1-235 0</inkml:trace>
  <inkml:trace contextRef="#ctx0" brushRef="#br0" timeOffset="73106.22">12366 10321 609 0,'0'0'244'0,"0"-2"-333"0,-2 0 292 0,0 0-162 15,0-1 4-15,1-1 53 0,-1-2-7 0,-2 1 20 16,2 1-16-16,0-2-10 0,0 3-1 0,1-1-8 16,-1 0-34-16,0 1-9 0,0 1 2 0,0 0-2 0,0 0 14 15,0 0-9-15,2 0-3 0,0 2-1 0,0 0-2 16,0 2 1-16,0 0 0 0,2 2-1 0,-2-2-5 0,8 18-1 15,-3-1-4-15,1 3 1 0,1 4-13 0,1 4 4 16,-1 1 3-16,1 3 0 0,-1-3-3 0,2 1 0 16,-1-3-6-16,-1-3 4 0,2 0-8 0,1 0 3 15,1-2 3-15,-2-3 0 0,2 1-1 0,-1-3 7 16,-3-3-6-16,0-1 6 0,-1-4-8 0,0-1 11 16,-1-1-7-16,-1-3 8 0,-2-3-10 0,0 1 5 15,-2-2 5-15,3 2-2 0,1-1 8 0,0 1 3 16,-1-2-4-16,1 0 3 0,0 0-16 0,0-1 6 0,-1-1-9 15,1 0 7-15,2-1-16 0,5-5 3 0,0 4 2 16,0-24 0-16,2-4 1 0,0 1-2 0,2-5-1 16,2 3 0-16,-3-6-3 0,1 3 5 0,0-3-2 15,-2 2 3-15,-4 3-4 0,-5 4 0 0,0 6 1 0,7 5-1 16,-4 4 2-16,-3 4-4 0,0 0 0 0,-4 7-3 16,2-5-2-16,0 1-7 0,-2 4 1 0,1-5-6 15,-1-1-38-15,0 5-93 0,0-1-24 0,0 0-25 16,2 2-105-16,0 0-41 0,0 1-58 0</inkml:trace>
  <inkml:trace contextRef="#ctx0" brushRef="#br0" timeOffset="73426.97">12982 10286 1063 0,'-1'0'110'0,"-1"0"10"0,0 0-22 15,-2 0-17-15,0 0-25 0,1 0 44 0,-10-2 1 16,2 0-1-16,3 2-2 0,-1-2-16 0,5 2-33 15,1 0-5-15,-1 0-12 0,2 0-25 0,0 0 11 16,0 0 2-16,0 0 3 0,1 2 3 0,-1 0 0 16,2 0-1-16,0 1 1 0,-2 10-6 0,0 8 4 15,2 1-1-15,0 6 2 0,0-2-2 0,0 5-6 16,0 1 1-16,0 0-2 0,0 3 0 0,0-4-11 16,0 3 5-16,0-1-6 0,-2-3 8 0,0 0-7 0,-1-4-3 15,-1 1-1-15,2-2-1 0,2-1 2 0,0-2-4 16,0-2 2-16,0-1-8 0,0 0-4 0,2-3 0 15,0-1-3-15,-2-2-12 0,2-2-46 0,-1 0-4 16,1-1-19-16,2-1-48 0,-2-3-20 0,0-3-8 0,0 1-4 16,-1 0-31-16,1-2-3 0,0-1-36 0</inkml:trace>
  <inkml:trace contextRef="#ctx0" brushRef="#br0" timeOffset="74251.09">12828 10690 560 0,'-1'0'134'0,"-3"2"265"0,0 0-339 16,-3 2-6-16,-3 3 8 0,3-3-3 0,1 11 26 15,3-2-26-15,-1-2-1 0,-5 0-7 0,1 0-10 0,6-3-4 16,1 1-1-16,1-4 1 0,0 1 0 0,0-2-4 16,1-1-1-16,3 1-1 0,4 2 6 0,10 3-9 15,-1-3 2-15,9-3-5 0,-4-3 1 0,0 0-6 16,-1-3 6-16,-8-1-6 0,3-2 2 0,-1-1-3 15,2-2-6-15,-4 1 4 0,-2 1-7 0,-2-1 3 16,1 1 1-16,-1-8 0 0,-2 0-7 0,3 0 4 16,-3-1-4-16,1 1 4 0,-3 0 2 0,1 0-7 15,-3 2 4-15,1-2-6 0,-2 6 7 0,0-2-3 16,2 1 6-16,3 1-4 0,-1 0 6 0,-1 0-11 0,-1 1 5 16,0 1-5-16,-3-1 4 0,1 3 6 0,-2 3-7 15,2-4 7-15,0 3-3 0,-2-1 9 0,0 0-6 0,0 2 5 16,0 0-21-16,0 1 1 0,-2 1 0 0,0 0 0 15,0 1 0-15,1 1-6 0,-1 2 5 0,-6 9-4 16,-3 9 3-16,2-3 5 0,1-1-2 0,3-1 3 16,1 0-7-16,2-4 5 0,0 0-2 0,2-4 3 15,0 0-4-15,0-1-5 0,2-3 3 0,0 1-4 16,-2-4 6-16,0 0 3 0,11 0 1 0,8 11 2 16,1-4-5-16,-3-4 4 0,2 1-5 0,-3-2 4 0,3-1-2 15,-2-1 1-15,-3 0 4 0,-2 2-2 0,-5-2 8 16,-3 0 2-16,-2-2 0 0,-1 0 0 0,3 5 2 15,4 6 0-15,-3 0 0 0,-3 2 1 0,-2 0 1 16,0-1-5-16,-4-1 0 0,1 0-3 0,-3 0-5 0,2-4-5 16,-1 1 3-16,3-4-3 0,-4-1 3 0,3-1-1 15,-1 0-4-15,0 2 2 0,0-1-15 0,1-1 13 16,1 0-5-16,0 0 7 0,0 0-6 0,2-2 1 16,0 0 0-16,2-2-1 0,0-2 0 0,5-9 6 15,-3-11-1-15,15 0 2 0,1 2-6 0,-1-2-3 16,-1 1 8-16,1-1-6 0,-1 0 9 0,-5 0-2 15,4 0-4-15,-4 0 3 0,-2-1 1 0,-3-1 2 16,-7-3 0-16,18-3-1 0,-8 3-2 0,-2 3 0 0,-3 1 3 16,-2 7-1-16,-2 3 5 0,-2 4 2 0,0 2-5 15,0 1 5-15,0 4-5 0,0 1 2 0,0-1-1 16,0 0 2-16,0 1 8 0,0 1-12 0,0 0 6 16,0 0-7-16,0 2 3 0,0 0-1 0,0 2-1 0,0 3 2 15,-2 21 4-15,-2 4 8 0,0 2 0 0,1-3 2 16,-3 3-7-16,2-4 2 0,1-2 1 0,1 0 1 15,2-4-4-15,0-2-2 0,2-1-1 0,1 0 0 16,1-5-5-16,2-1-2 0,1 2 1 0,0-5-1 16,1 1-2-16,10-4 4 0,-3 1-4 0,6-3 4 15,-6 1-3-15,3-3-6 0,-3-1 2 0,3 11-4 0,1-3 2 16,1-3-7-16,5-1 1 0,-7-5-4 0,-1-1-11 16,-4-1-24-16,2-3-15 0,-2-2-6 0,-2-1-90 15,-4 5-26-15,-3-20 0 0,-2-1-4 0,0 1 19 16,13 0-13-16,-4-2 4 0,-8 1-9 0,-3 1-6 0,0 2-131 15</inkml:trace>
  <inkml:trace contextRef="#ctx0" brushRef="#br0" timeOffset="74372.92">13547 10468 726 0,'-2'0'86'0,"0"0"-7"0,-1 0 65 15,-16 5 2-15,6-1-11 0,2 0-9 0,3-1-24 16,5-1-1-16,-1 0-8 0,2 0-17 0,0 0-20 16,0 0-1-16,2 1-8 0,0-1-12 0,2 0-11 15,0 0-8-15,0-2 1 0,18 4-14 0,6-4-3 0,-5 0 4 16,-1-4-6-16,6 0-11 0,-4-1-20 0,-3-1-35 15,3 0 2-15,-5 3-137 0,0-1-143 0</inkml:trace>
  <inkml:trace contextRef="#ctx0" brushRef="#br0" timeOffset="74891.95">13010 11557 568 0,'0'0'136'0,"0"0"19"0,-2 0-26 15,1-1-43-15,-1-1-16 0,0 0 21 0,0 0 9 16,0 0 1-16,0 0 1 0,0 0-15 0,1 1-11 16,-1-1-5-16,0 0 0 0,0 0-10 0,2 0 0 15,0 0 1-15,0 0-1 0,0 1-7 0,0 1-12 16,0 0 0-16,0 0-3 0,0 1-2 0,0 1-3 0,0 2 1 16,0 5-2-16,0 15-7 0,0 2-5 0,0 4-5 15,0 2 2-15,0-1-6 0,0 6 5 0,0 1-1 16,0 2 0-16,0 1-5 0,-2-2 2 0,0 2 5 15,-1-4-2-15,-1 4 1 0,0-2 4 0,2 2-8 0,0-4 7 16,1-2-7-16,-1-3 2 0,0-2 0 0,2-4 1 16,-2 0-2-16,2 0-7 0,0-4 3 0,0 0-4 15,0 0 8-15,2-1-5 0,0 1 4 0,0-3-4 16,1-1 6-16,1 3-5 0,0-3-1 0,-2-1 0 16,-1 0-8-16,1 1 3 0,0 1-1 0,0-4 1 15,0-1-6-15,0-1 2 0,0-3-6 0,-2-3 4 0,0-5-12 16,0 2-35-16,1-1-19 0,1 1-13 0,0 0-108 15,0-2-64-15,0 0-9 0,0-1-29 0,0-1-147 16</inkml:trace>
  <inkml:trace contextRef="#ctx0" brushRef="#br0" timeOffset="75249.11">12435 12933 1163 0,'-2'0'199'0,"0"0"-235"0,-2 0 235 16,-3 2-118-16,-6 2-1 0,4-2 32 0,-1 0-6 16,5-1 14-16,1-1-27 0,0 2-48 0,1 0-1 0,1 0-15 15,0 0-12-15,0 0 22 0,2 0 1 0,2-2 9 16,2 0 14-16,14 0 3 0,17-2-5 0,12-2 1 15,1-2-30-15,0-1-12 0,4 1 1 0,-5-1-4 16,-4 1-1-16,-3 5-11 0,-1-1 4 0,2 2-6 16,-5 0 6-16,-1 0-9 0,-7 2 0 0,-6-1-2 15,0 1 3-15,-1 0 2 0,-5 0-1 0,3 0-1 16,-4 0-5-16,-4-2-8 0,2 2-2 0,-4-2-2 16,-1 0-17-16,-3 0-22 0,1 0-3 0,-3 0-11 0,-1 0-51 15,0 0-91-15,0 0 6 0,2 0-35 0,-1 0-22 16,1 0-147-16</inkml:trace>
  <inkml:trace contextRef="#ctx0" brushRef="#br0" timeOffset="75421.67">12819 13238 1465 0,'0'2'47'0,"0"-1"100"0,0 1-107 0,0 0 41 15,0 0 0-15,2 0 13 0,0 2 13 0,2-1-27 0,5 3 4 16,8 3-16-16,3 0-17 0,0-1-29 0,-3-3 3 15,2-1-12-15,-6-2-5 0,0 0-5 0,0 0-3 16,-2-2 0-16,4 0-9 0,-2 0-58 0,0-2-47 16,1-4-19-16,3-3-295 0</inkml:trace>
  <inkml:trace contextRef="#ctx0" brushRef="#br0" timeOffset="76164.99">13137 8906 538 0,'0'-2'42'0,"0"0"-5"0,0-3 39 15,0-25 13-15,0-3-6 0,1 1 32 0,1 4-36 16,2 6 3-16,-2 5-14 0,2 4 6 0,-1 0 1 15,1 0 0-15,0 2-1 0,-1 0 5 0,-3 7 16 16,0 2-2-16,0 0 5 0,2-1-9 0,0-1-18 16,0 0 4-16,0 1-9 0,0-1 2 0,0 0-29 0,-1 2 3 15,-1 0-12-15,0 1-3 0,0-1-9 0,0 2 2 16,0 0-4-16,2 2 3 0,0-1-4 0,0 3 1 16,2 20-2-16,-1 8 3 0,1 7-4 0,-2 2 0 15,0-2-2-15,-2 2-1 0,0 1-4 0,0 1-1 0,0-2-1 16,0 0-4-16,-2-2 4 0,0-4-1 0,2-2 2 15,0-3-6-15,0-4-3 0,0-2 2 0,0-5-2 16,0-2-1-16,2-6-25 0,0-4-19 0,0-1-5 16,-2-3-82-16,2 1-21 0,-1 0-4 0,1-2-8 15,2-1-37-15,0-1-181 0</inkml:trace>
  <inkml:trace contextRef="#ctx0" brushRef="#br0" timeOffset="76544.12">13066 8949 1083 0,'-2'0'96'0,"0"0"14"0,0 2-36 15,-1-2-29-15,-10 3-15 0,2 1 48 0,-1 2 24 16,3-3 4-16,2 1-2 0,1-2-31 0,2 0-19 16,1 0-8-16,-1-1-4 0,0 1-30 0,2 0-4 15,1 0-5-15,-1-2 3 0,0 0 0 0,2 0 7 16,0-2 6-16,0-2-1 0,7-18 6 0,3-6-8 0,1-1 2 15,0-3-4-15,2-1 5 0,-2-1-3 0,0-1 1 16,0 0-2-16,2-1-9 0,-2 1 6 0,1 4-4 16,-1 3 4-16,-2 2-8 0,0 3 8 0,-1 3-6 15,-3 3 7-15,1 4-4 0,-1 0 12 0,1 2-2 16,-4 6 3-16,-2 3-10 0,4-2 6 0,-1 0 3 0,1 2 0 16,2 1 8-16,7-1-7 0,0 2 1 0,1 2-3 15,-1 3-4-15,-1 1-6 0,-1 1-3 0,4 4-1 16,-2 6-6-16,-2-2 2 0,0-2 2 0,-2 2-3 15,-1 0-6-15,-1-1-16 0,2 3-10 0,-3-6-4 16,-1 2-72-16,5 0-104 0,-3 2-6 0,6 2-37 16,2 1-74-16</inkml:trace>
  <inkml:trace contextRef="#ctx0" brushRef="#br0" timeOffset="77167.07">13757 9069 420 0,'0'0'127'0,"0"0"-131"0,-2 0 139 16,0 0-61-16,0 0 8 0,0 0 28 0,0 0-4 0,1-1 6 16,-1-1-43-16,0 0-3 0,0 0-2 0,2-2 1 15,0 2-6-15,-2-14 2 0,0 1-5 0,0-4 3 16,2 1-5-16,0 1 13 0,0-3 1 0,0-1 2 16,0 6-7-16,-1-1-1 0,-1 3-6 0,2 5 5 15,-2 1-8-15,0-3 6 0,2 5-5 0,0 3 5 16,-2-4-14-16,0 3-27 0,0-1 5 0,1 0-14 15,1 2-5-15,0 1 5 0,0 1-5 0,0 0 5 0,0 0-7 16,0 1 7-16,0 1-1 0,0 2 2 0,-2 9-11 16,0 9 0-16,0 1 0 0,2 1 1 0,-2 2 4 0,0 2-6 15,-1 1 3-15,-1 3-4 0,-2 1-4 0,-1 4 3 16,-1 1-4-16,1-1 5 0,0-2 3 0,1 0 0 16,-1-5 2-16,1-2-1 0,0-6 0 0,3-5 1 15,-1-1 2-15,2-1 0 0,0 0-2 0,2-11 3 16,0 1-5-16,0-3 3 0,0 0 1 0,0 2 8 15,0 0 0-15,0-1 1 0,0 1 1 0,-2-2 3 16,1 0-3-16,-1 0 4 0,0-1-10 0,2 1 4 16,-2 0-1-16,2 0 2 0,0-2-12 0,0 0 1 15,0 0-2-15,0 0 2 0,0 0-2 0,0 0 7 0,2 0-3 16,2-2 4-16,5-2-8 0,13-3 8 0,0 0-2 16,1-1 2-16,1-1-8 0,0 1 0 0,-2 1-1 15,1 1 1-15,-5 1 0 0,3-3 1 0,-1 1-4 16,-3 1 0-16,1-1-7 0,-3 1-1 0,0 1-4 0,0-1 1 15,-4 3-12-15,-2-1-26 0,-1 0 0 0,-3 2-20 16,-1 0-113-16,0-1-59 0,-1-1-28 0,1-3-6 16,0-3-101-16</inkml:trace>
  <inkml:trace contextRef="#ctx0" brushRef="#br0" timeOffset="77311.08">13560 8975 1254 0,'-2'-2'79'0,"0"0"-70"0,0 0 79 0,1-3-29 0,-5-14 1 15,4 6 75-15,0-2-12 0,2 2 26 0,0 0-56 0,0 2-41 16,2 2 0-16,4-1-15 0,-1 3-23 0,10 3-12 16,9 1-2-16,-2 1 0 0,4 0 1 0,-7-6-16 15,3-6-5-15,-1 4-6 0,3 1-26 0,2 5-123 16,0 2 1-16,4 2-58 0,-3 2-123 0</inkml:trace>
  <inkml:trace contextRef="#ctx0" brushRef="#br0" timeOffset="77572.99">14347 8913 1330 0,'-2'0'86'0,"0"0"-107"0,1 0 114 15,-1 0-53-15,0 0 88 0,-2 0-3 0,0 0-2 16,3 0-9-16,-1 2-55 0,0 0-20 0,0 0 4 16,0 0-8-16,0 2 7 0,-1 9-1 0,-3 9 2 0,2 0 0 15,2 4 13-15,2 4-13 0,2 1 1 0,-2 3-6 16,4 3-9-16,-4 2-10 0,0 0-2 0,0 2-2 15,0-4-4-15,0 2-6 0,-2-2-2 0,0-4-2 16,-1 1-2-16,1-4-2 0,2-4 0 0,0-2-2 16,0 0-10-16,0-7-52 0,0-3-20 0,0-1-18 15,0-7-117-15,0 0-42 0,0-3-11 0,0 1-20 16,0 0-144-16</inkml:trace>
  <inkml:trace contextRef="#ctx0" brushRef="#br0" timeOffset="78351.72">14106 9398 1075 0,'0'0'86'0,"0"0"196"0,-2 2-278 0,0 0 35 16,2 0-1-16,0-1 13 0,0 1 11 0,2 0-22 15,0 0-3-15,2 0-6 0,16 2-6 0,13-3-6 16,1-1 1-16,1-5-3 0,2-3 3 0,-2-3-2 16,1 0 4-16,-5-2-4 0,5-4-7 0,-5 1 8 15,-5 3-8-15,0-2 9 0,-4 0-9 0,-3 13-2 16,-2-16 6-16,-2-3-4 0,-1 5 4 0,-1-1-2 0,-1 0 5 15,-1-1-2-15,-4 1 5 0,1 0 5 0,-3 0-5 16,-1 1 6-16,9-3 1 0,-4 2 0 0,-1 1-1 16,-3 1 0-16,-1 2 0 0,-2 2-5 0,-2 3 2 0,0 3-4 15,0 1 7-15,0 2 12 0,0-2-5 0,-2 1 4 16,0 1-34-16,0 0-2 0,0 0-3 0,-1 2 2 16,1 0 1-16,-8 6-1 0,-1-3 1 0,0 23-2 15,2 2 1-15,-2 0-2 0,1 2-1 0,3-2-2 16,-2-2 1-16,5-2 3 0,0-4 0 0,-7-3 1 15,4 0 3-15,3-8-9 0,2 0-1 0,2-1-4 16,0-5 7-16,0-1 2 0,0 0-1 0,4 2 0 0,13 5 1 16,9-2 3-16,0-7 4 0,5-1-2 0,1-3-2 15,-1-2 0-15,-1-1-3 0,0-1 1 0,1 3 0 16,-3 1 0-16,4 2 3 0,-10 2-2 0,-5 2 7 16,-4 0-3-16,-4 2 5 0,0-1-5 0,-1 1 9 0,-5-2 4 15,-1 0 0-15,9 13 1 0,-3 0 1 0,-6-4 3 16,-2 4-3-16,0-6 3 0,-2 2-12 0,-4 2-3 15,-1-4 0-15,1 2-2 0,-11-3-3 0,4-6 1 16,2 7-4-16,4-5 3 0,1-1-2 0,4-3-6 16,1 0 3-16,-3 2-4 0,0 0 3 0,0 0-6 15,3-2 1-15,-1 0-4 0,0 0-1 0,2-2 4 16,2 0 1-16,0 0 2 0,5-3 2 0,19-3-4 16,2-12 2-16,2 0-1 0,-4-3 4 0,3 1-7 0,-1-2 5 15,2 0-4-15,1 0 4 0,-3-4-3 0,-2 0-1 16,-5 0 0-16,-1-3 3 0,-1-1 5 0,-4-1-1 15,-2-5 2-15,-6 3-4 0,0-2 4 0,-3 2 0 16,17 1 0-16,-10 3 7 0,-6 7 5 0,-5-2-4 0,0 9 4 16,-2 4-6-16,1 5 7 0,1 7 0 0,0-1 1 15,-2-2-7-15,0 0 11 0,-2 2-8 0,0 1 8 16,-1 1-12-16,-3 0 1 0,-1 3 2 0,0 5-2 16,0 12-7-16,-1 12 14 0,3-1-7 0,1 1 10 15,1 1-5-15,3-1 2 0,-4 1-1 0,3-1-1 16,1-1-8-16,0-3 8 0,-17 2-7 0,10-4 5 0,5 2-10 15,4-4 2-15,4-2 1 0,3-1-2 0,1-5-4 16,1-3 2-16,-5-2 4 0,18-1 1 0,0-3 10 16,1-1-14-16,1-3 0 0,0 12-5 0,2-4 5 15,0-5-3-15,-2-6 0 0,4 0-4 0,-4-4-5 0,2-1-8 16,0-3-4-16,-2 1-1 0,0-2-25 0,-3-3-119 16,-5 1 7-16,-4 4-48 0,-5 0-32 0,-3-10-39 15,-2 0-23-15</inkml:trace>
  <inkml:trace contextRef="#ctx0" brushRef="#br0" timeOffset="78498.73">15110 9073 1569 0,'0'0'22'0,"0"0"7"0,0 0 16 0,0 0 3 16,0 0 8-16,0 2 78 0,2 0-41 0,0 0-4 0,2 0-15 15,9-1-32-15,9 3-8 0,6-2-3 0,2-2-3 16,-3-2-19-16,3-2-9 0,2-3-3 0,-1-2-5 15,5-2-29-15,-1-1-186 0,2-2-48 0</inkml:trace>
  <inkml:trace contextRef="#ctx0" brushRef="#br0" timeOffset="80653.95">18935 9023 5 0,'-2'0'0'0,"0"-2"24"0,1 0 240 15,-3-1-69-15,0-5 27 0,0-9-104 0,-3 1-8 0,3-1-5 16,-5-2-13-16,3 1 8 0,1-1-23 0,-1 3 11 16,-3 4-5-16,2-1 5 0,1 0-20 0,0 2 7 15,1-2-9-15,3 6 6 0,2 3-16 0,-2-3-7 16,0 3 3-16,0 0-6 0,1 1-9 0,-1-1-5 16,0 0-7-16,0 2-2 0,2 0-30 0,0 1 11 15,0 1-3-15,0 0 7 0,2 1-4 0,0 3 8 0,14 31-6 16,1 4 6-16,-6 4 2 0,2 2-1 0,-2-1 3 15,-1 3-4-15,-1 3-4 0,-2 2 3 0,3 2 4 16,-1 3-3-16,0 1 3 0,-1 1-6 0,-3 1-1 16,1-3 0-16,-1-1 7 0,1-6 7 0,-4-4 4 15,0-7 0-15,-2-1 10 0,0-9 6 0,0 1-2 0,0-6 1 16,-2-3-16-16,-2-3 5 0,2-3-4 0,0-6 4 16,1 1-9-16,1-5 5 0,0-1-1 0,-2 0 1 15,0-1-10-15,-2 1-1 0,0-2-2 0,3-2 1 16,-7 0-7-16,-3 0-9 0,-6-6 0 0,4-1-3 15,-3-6 6-15,6-24-5 0,7-6-2 0,-3-7-2 16,-18 0 2-16,11-2 3 0,9 0 3 0,4 0 0 0,6 3 3 16,5-1-7-16,2 6 4 0,2 1-6 0,0 0 5 15,1 4 0-15,3 4-4 0,-14 4 3 0,27 3-6 16,0 5 7-16,-1 3 0 0,3 7 2 0,-10 2-2 0,0 5 5 16,-4-9-5-16,-1 6 6 0,1 2-8 0,-3 5-1 15,-2 2 4-15,-2 0-4 0,0 2-5 0,-4 1-3 16,-1 1-7-16,-3 0 4 0,1 0-11 0,-1-1-26 15,1 10-21-15,-3-2-9 0,3 2-134 0,-2-1-107 16,-1-1-31-16</inkml:trace>
  <inkml:trace contextRef="#ctx0" brushRef="#br0" timeOffset="81090.2">19301 9872 1508 0,'-2'0'193'0,"0"0"-271"0,0 1 224 0,0 1-127 16,1 0-5-16,-1 0 62 0,0 0-9 0,0 0 20 15,0 0-45-15,2-1-1 0,0-1-9 0,2 0 4 16,0 0-19-16,2 0 11 0,22-3-4 0,5-7 5 16,1 1-11-16,-3-2-8 0,-1 0 6 0,-2-2-6 15,0 0 3-15,-2 0 6 0,-3 2-6 0,-3 0 5 16,-5 1-5-16,0 7 4 0,0-14 0 0,-5-2 1 15,-1 1 3-15,8-3 0 0,-6 1-3 0,-1-1 1 0,-3-3-6 16,-5 2 6-16,0 2 0 0,-3 1 1 0,-5 2-2 16,1 2 0-16,-2 2 0 0,7 4 1 0,-19 2-5 15,1 3-6-15,-2-11 2 0,-1 4-5 0,1 5-5 0,-2 6-4 16,-2 4-1-16,0 5-1 0,2 6 5 0,1-4 2 16,3 27-1-16,1-1 2 0,1 0 4 0,1 2 0 15,0-2 3-15,4-2-5 0,2 1 2 0,4-3 7 16,0 0-3-16,5-1 3 0,0-4-6 0,-17 0 1 15,10-4 0-15,3 0-1 0,6-2-6 0,2-1 5 16,4 1 0-16,1-4 1 0,4 1 0 0,1-4-3 16,-3-2 2-16,19-4-2 0,1 0 4 0,7-3-5 15,1-2 1-15,2 18-2 0,0-9-2 0,3-6-8 0,-1-5-2 16,-2-2-2-16,2-5-10 0,-2-6-28 0,-2-4-45 16,4-4-1-16,4-3-201 0,-4 14-52 0,3-25-46 15</inkml:trace>
  <inkml:trace contextRef="#ctx0" brushRef="#br0" timeOffset="81339.52">20257 9266 1921 0,'-2'0'8'0,"0"0"1"16,1 2 62-16,-1 0 0 0,0 0 23 0,0 0 26 15,0-1-52-15,0 3-1 0,0 0-17 0,2 0-10 0,0-1-5 16,0-1-2-16,2 2-3 0,28-2-13 0,3 16-3 16,1-7 0-16,3-5-1 0,-9-6-4 0,5-2-13 15,-10-2 0-15,-5 1-5 0,4-1-3 0,-5 0-22 16,-2 1-9-16,-2-1-20 0,-2 0-169 0,-4 2-91 16,5-1-59-16</inkml:trace>
  <inkml:trace contextRef="#ctx0" brushRef="#br0" timeOffset="81482.34">20404 9645 1657 0,'0'2'222'0,"0"0"-316"0,-2 0 274 15,0-1-149-15,2 3 87 0,0-2 32 0,0 13-3 16,2-6 0-16,2 0-77 0,1 3-21 0,-1-5-9 16,-2-3-2-16,20-1-21 0,2 14-9 0,2-6 0 0,2-3-3 15,4-6-11-15,3-2-4 0,0-4-8 0,-1-2-2 16,1-3-60-16,-2 0-299 0,6-6-36 0</inkml:trace>
  <inkml:trace contextRef="#ctx0" brushRef="#br0" timeOffset="82252.3">21555 8013 1497 0,'-2'-2'34'15,"-11"-24"26"-15,-4-9-13 0,4 1 16 0,-1-1-3 16,4 13 13-16,-1-4 27 0,2 7-30 0,3 8 1 0,3 2-13 16,-1 1-21-16,2 3-13 0,0 1-3 0,0 0-4 15,0 3-17-15,2-1 2 0,0 0 3 0,0 2 0 16,0 2 3-16,0 3 1 0,12 34-3 0,-1 4 4 15,0 5 2-15,-2 6 3 0,-1 4 4 0,-3-1-2 16,1-1 1-16,-3 3-8 0,-1-1 0 0,0 1 0 16,0 3 11-16,0-3-4 0,-2-1 1 0,2-3-2 0,-2-8-5 15,2-5 4-15,1-6-1 0,3-1 2 0,-1-5 5 16,1-6-4-16,1-2 1 0,-1-7-3 0,0-2-2 16,1-2-4-16,-5-7 4 0,7-2-4 0,4 7 3 15,4 0 5-15,0-3-6 0,1-6 6 0,1-2-3 0,-1-6-3 16,-1 7 3-16,0-33-5 0,1-9-5 0,-1-1 8 15,2-3-4-15,-1-6 5 0,1-7-4 0,-6 1-6 16,0-4 2-16,0 0-3 0,-6 3 4 0,2 3 5 16,1 3-3-16,-9 4 4 0,3 5-2 0,2 6 3 15,16 2 3-15,-11 13-1 0,-3 2 8 0,-5 7-11 16,-1 5 3-16,-2 3-6 0,0 1-2 0,0-1-7 16,0 5 1-16,0 0-2 0,0 0-13 0,0-1-20 15,0 1-1-15,0 0-6 0,0 0-11 0,0 2-71 0,0 0-19 16,0 2-22-16,0 2-112 0,0 16-49 0,2 14-36 15</inkml:trace>
  <inkml:trace contextRef="#ctx0" brushRef="#br0" timeOffset="82471.1">22184 8238 1550 0,'0'0'17'0,"0"0"39"15,0 0-41-15,0 0 78 0,0 1-6 0,0 1 30 16,0 0-12-16,0 2-21 0,-1 14-4 0,1 7-5 15,0 2-8-15,0 7-10 0,0 3-2 0,0 4-2 16,0-2-8-16,0 4-10 0,1 1 0 0,-1 1-5 0,2-1-15 16,-2-1-5-16,0-2-2 0,0-2-2 0,0-2-7 15,0-4-13-15,0-1 4 0,2-6-8 0,2-2-14 0,0-5-72 16,-1-3-18-16,1-3-25 0,0-2-124 0,-2-3-99 16,-1-3-78-16</inkml:trace>
  <inkml:trace contextRef="#ctx0" brushRef="#br0" timeOffset="83248.78">22101 8776 1579 0,'0'0'20'0,"0"0"2"0,0 0 0 15,0 0 7-15,0 0-2 0,0 0 77 0,0 0-19 0,0 0-2 16,0 0-12-16,2 0-37 0,0 0-7 0,-1 0-2 16,24-4-2-16,-5-1-9 0,6-1-3 0,0-3-2 15,-2 0 0-15,2-1 6 0,-2 1-8 0,2-2 5 16,-2 0-6-16,1 0 8 0,-5 1 2 0,2-1 2 15,1-4-1-15,-5 2-1 0,-3 8-1 0,2-12 2 0,-4 0-1 16,0-3 7-16,-2 1-1 0,-2-3 6 0,0 2-3 16,-3-1 9-16,-4-1-8 0,1 3-6 0,9 3 3 15,-3 1-4-15,-4 4 5 0,-1 1-1 0,-2 3 1 16,0 0-3-16,-2 3 19 0,0 2-8 0,0-2 8 16,0 1-26-16,0-1-12 0,0 2 4 0,0 0-7 15,-2 0-1-15,0 2 3 0,0 2-4 0,0-2 5 0,-12 21-2 16,-1 12 0-16,-2 0 0 0,0 5-1 0,4-3-1 15,4-7 4-15,2 0-3 0,3-8 2 0,2 0-1 16,-11-1-2-16,6-2 1 0,3-3-2 0,4 1-1 0,0-4-5 16,4-1 6-16,-2-7-5 0,5-1 12 0,21 15-5 15,3-8 0-15,5-7-2 0,6-6 10 0,1-7-7 16,-4-2 1-16,7-5-1 0,-5-1 5 0,4-1-6 16,-2-1 6-16,-8 5-7 0,0 1 6 0,-5 4 0 15,-2 3-2-15,-6 5 0 0,-2 1-5 0,-3 2 5 16,-2 0-2-16,-4 2 4 0,0 1-2 0,-5-1 1 15,1 4 1-15,-3-3 0 0,-2 10 6 0,9 4-8 16,-2-2 7-16,-3 2-7 0,-3-4 5 0,-3-4 1 0,0 4-2 16,0-6 2-16,-1 4-3 0,1-5-3 0,0-4 0 15,0 0-1-15,-2 1-7 0,0 1 3 0,0-2-2 16,0 0 3-16,2-2-7 0,0 0 0 0,0-2-3 16,2 0 2-16,0-2-2 0,9-14 8 0,8-10-4 15,-16 0 5-15,21 0-6 0,-1 2 9 0,1 0-3 0,0 2 3 16,0 0-5-16,-2-2 3 0,3 0-1 0,-3 0 3 15,4 0 2-15,-2-2-2 0,0 2-1 0,-3-2-1 16,-5-3 2-16,-3 1 0 0,-5-3 1 0,1-1 0 16,-3 1 5-16,-5 1-2 0,3 3 2 0,15 1-2 15,-10 7 2-15,-3 3 8 0,-6 5-4 0,0 2 5 16,0 1 1-16,0 7 11 0,0-1-6 0,0 2 5 0,-2-2-20 16,0 2 0-16,0 1-2 0,0 1 1 0,-2 0-4 15,1 1 5-15,1 1 0 0,-6 26 1 0,5 0-3 16,-7 2 1-16,5 1 4 0,1 1-2 0,-1 1 6 15,3-1-3-15,0 1 0 0,-2-1 0 0,-14-1 2 0,6 1 2 16,7-2-7-16,5 1 3 0,4-3-6 0,1-4 2 16,4 0 5-16,-1-9-5 0,3 0-9 0,-7-4 2 15,12-1-3-15,9 1 4 0,-3-4-4 0,8 1-4 16,-3-1-3-16,-1-5 2 0,-3 0-2 0,-1 13-19 16,-2-8-6-16,-1-5-12 0,0-2-92 0,-6-2-55 15,-2-2-13-15,-6 1-9 0,-1 1-32 0,9-17-71 16,-4-5-82-16</inkml:trace>
  <inkml:trace contextRef="#ctx0" brushRef="#br0" timeOffset="83407.24">23174 8368 1817 0,'0'0'1'0,"0"0"4"0,0 0 38 0,0 0 14 16,0 0 11-16,0 1 62 0,0 1-43 0,0 0-5 0,2 0-11 16,0 0-31-16,5 2-9 0,25 5-3 0,3-4 0 15,6-3-2-15,3-2-9 0,5-3-3 0,-1-5-1 16,-3 1-7-16,-5-1-7 0,-6 1-3 0,-4 1-1 15,-8 3-4-15,-4-1-26 0,-3 2-6 0,-5 2-16 16,-3 0-104-16,-3 0-24 0,-1 0-39 0,-1 0 3 16,0 2-186-16</inkml:trace>
  <inkml:trace contextRef="#ctx0" brushRef="#br0" timeOffset="83810.57">21373 9589 1296 0,'-2'0'32'0,"-28"-5"70"0,8 1-47 0,4 0 63 16,5 2 2-16,0-1 19 0,3 1-2 0,3 0-36 0,-1-2-1 15,3 2-15-15,1 1-29 0,0-1-16 0,3 0-4 16,-1 0-1-16,0 0 0 0,2 0 1 0,0 0 5 15,0 1-5-15,2-1 0 0,1 0-7 0,14-4 4 16,15-1-5-16,9 1 2 0,3 3-4 0,1-5-8 16,10 1 5-16,5-1-7 0,9 1 2 0,10-2 1 0,16-1 0 15,2 1-3-15,7-8-3 0,3 1 1 0,-5-5-2 16,6 4 0-16,2 1-8 0,5-3 3 0,0 2-4 16,-6 1 3-16,-6 3 2 0,-11 2-5 0,-4-1 3 15,-9 1 1-15,-4 2-4 0,-5 2 5 0,-5 1-5 16,-3 1 8-16,-10 3-7 0,-12 0 7 0,-6 0-7 15,-8 2 16-15,2-2-13 0,-6 2 3 0,-11 0-7 0,0 0 7 16,-9 0 1-16,2 0-2 0,3 0 1 0,-1 0-8 16,-4 0 3-16,1 0 4 0,1 0-2 0,0 0-5 0,0 0-4 15,-3 0-4-15,1 0 1 0,0 0-12 0,0 0-35 16,0 0-37-16,0 0-17 0,0-2-303 0</inkml:trace>
  <inkml:trace contextRef="#ctx0" brushRef="#br0" timeOffset="84919.47">21653 10486 152 0,'0'0'5'0,"0"0"0"0,0 0-2 16,0 0 13-16,0 0-4 0,0 0 64 0,0 0 18 15,0 0-14-15,0 0 9 0,0 0-56 0,0 0 18 16,0 0-2-16,0 0 9 0,0-2 12 0,0 0-2 15,0 1 7-15,0-1-6 0,0-2 6 0,0 0 13 0,0-3-8 16,0-4 8-16,2-8-18 0,-2 4 5 0,0-1-8 16,0 1 6-16,0 0-19 0,0-7 1 0,2 3 2 15,0-5-1-15,0 2-4 0,-2 1 0 0,0 4-4 16,0 1 2-16,2 1-4 0,-2 6 2 0,0 1 3 0,0 4-1 16,0 1 14-16,0-1-22 0,0 0 0 0,0 2-11 15,0 1-17-15,2 1 1 0,-1 0-3 0,1 1 2 16,0 3-1-16,9 22 0 0,0 8 2 0,-1 1-1 15,-5-4-1-15,1 5-6 0,-2-1 0 0,-3-2-1 16,1 1 0-16,-2-6-3 0,0 0 0 0,-2-6-1 16,1-2-2-16,-3 1-1 0,0-3 0 0,0-1-1 15,1-2-2-15,-3-2-3 0,1-2 4 0,1-4-2 0,-2 1 6 16,3-3 1-16,-3-1 0 0,-11 0 0 0,1 7 2 16,-1-2 1-16,0-1-4 0,6-5 2 0,0-1-10 15,3 0 7-15,1-2 3 0,1 0 2 0,3 0 2 0,-1 0 0 16,0 0-5-16,1 0 5 0,-1 0-1 0,2 0-6 15,0 0 1-15,0 0-4 0,0 0 3 0,2 0 8 16,0 0 4-16,2 0 1 0,0 0 1 0,7-2-4 16,16-3 2-16,2-3 0 0,3 1 4 0,0-1-4 15,0 1-3-15,1-1 1 0,-3 1-9 0,2 0 4 16,-4-1-5-16,3 1 5 0,-5-1-3 0,-1 1-3 16,1-1 1-16,-6 1-5 0,-3 0-8 0,-4 1 3 15,4-1-11-15,-11 5 6 0,5-4-17 0,2-9-13 0,-9-3 3 16,8-1-14-16,-7 1-57 0,12-8-37 0,-4-2-10 15,-9 0-1-15,-6-9 12 0,-5 3 2 0,-8-1-5 16,14-4 0-16,-36 0-23 0,-2 2 57 0,0 4 12 0,4 1 19 16,0 4 80-16,0 2 50 0,3 2 4 0,5 4 18 15,1 1 43-15,4 2 15 0,3 6 1 0,4 2 2 16,6 3-20-16,6 3 0 0,3 1-3 0,0 2 0 16,0 0-21-16,-2-4-32 0,1 0 3 0,1 2-12 15,0 1 8-15,0-1 3 0,2 0-10 0,0 0 5 16,2 2-23-16,0 0 0 0,2 0-3 0,20 0 0 15,4 0-11-15,-2 0-8 0,3 0 0 0,-3 0-4 16,0 0-9-16,2 0-4 0,4 0-8 0,1 0-1 0,4 0-48 16,0-2-193-16,0 2 12 0,6 0-87 0,4 0-141 15</inkml:trace>
  <inkml:trace contextRef="#ctx0" brushRef="#br0" timeOffset="85140.93">22422 10193 1755 0,'0'0'16'0,"-2"2"3"0,0-1 16 16,2 1 10-16,-13 24 5 0,2-2 103 0,0 4-39 16,0 0 5-16,4-2-20 0,-3 2-24 0,5 2-23 15,-1 1-3-15,2 5-8 0,1 1-8 0,3-2 4 16,0 2-2-16,2-2 1 0,-1 1-3 0,1-1-19 0,2 2 8 16,2-4-13-16,-3-1 1 0,1 0-5 0,0-3-1 15,-1-1 0-15,1-2-10 0,0-2-6 0,0-5-6 16,-3-6 1-16,1-2-36 0,0-2-105 0,-2-3-7 15,0-4-35-15,2 1-53 0,-2 1-65 0,0-2-55 0</inkml:trace>
  <inkml:trace contextRef="#ctx0" brushRef="#br0" timeOffset="85837.54">22301 10726 708 0,'0'0'292'16,"0"0"48"-16,-1 0-166 0,-1 0-104 0,0 0-65 0,2 0 26 15,0 0 36-15,0 0 5 0,0 0 5 16,2 0-1-16,0 0-12 0,1 0-6 0,16-4-3 0,9-4-27 15,1-1 2-15,3-2-3 0,1-4 1 0,3-2-7 16,-3-1-7-16,-1-1 3 0,3 1-4 0,-11 3 6 0,4-2 2 16,-2 0 1-16,-13 14-1 0,2-20 6 0,-10 3-5 15,-1-2 5-15,2-2-5 0,-3 1 7 0,-1 5-2 16,13-3-1-16,-8 5 0 0,-3-1-4 0,-2 0-1 16,-2 8 0-16,0 0-1 0,0 3 0 0,0 1 3 15,0 3 4-15,0 0-2 0,-2-2 1 0,0 2-18 16,-1 0 2-16,1 2-8 0,-13 0-6 0,4 2 8 15,0 4-8-15,-1 5 8 0,1 21-15 0,-2-5 13 16,4 3-5-16,3-6 7 0,3 0-6 0,-12-1-8 0,7-5 4 16,7-1-5-16,1-4 2 0,1-2 4 0,3-2 0 15,-2-5 2-15,13 0 4 0,11 12-1 0,4-4 5 16,3-7-4-16,0-3 7 0,5-4-4 0,2-2 0 16,-1-3 1-16,0 0 0 0,0-1-7 0,-1 4 1 0,-7 3-3 15,1-1 13-15,-4 2-6 0,-4 2 2 0,-2 3-4 16,-5 1 10-16,-4-1-5 0,-4 1 1 0,-4-2-2 15,-1 5 7-15,5 4 11 0,-1 0-4 0,-3 2 5 16,-3-4-7-16,-2 0-1 0,-2-2-3 0,1-3-1 16,-3 1-11-16,4-5 5 0,-2-2-1 0,-5 6 2 15,3-4-6-15,2-2-2 0,-2 1 2 0,1 1-2 16,1-2-4-16,0 0 2 0,0-2-6 0,2 1 6 16,0-7 3-16,6-22 2 0,5-1 0 0,5-4-1 0,5-4-6 15,-3 2 0-15,3-1 2 0,-3 3-1 0,-1 2 0 16,0 3 4-16,3-7-2 0,-3 5 2 0,-2 4 0 0,-2-1-4 15,0-1 1-15,0 4 0 0,-2-4 4 0,0 6 3 16,-3 4-1-16,-3 1 1 0,-1 4-1 0,0 2-2 16,-3 4 3-16,-1 3-2 0,0 1 2 0,0 3 8 15,0 0-5-15,2-2 5 0,0 1-13 0,0 1 1 16,0 0-2-16,0 0 3 0,0 2-3 0,-2 0 7 16,0 2-1-16,0 0 3 0,0 9-3 0,1 19 1 15,-1 1-1-15,0 3 1 0,4-1 0 0,-2-1 4 16,2 3-1-16,-1-2 2 0,-1 1-5 0,4-1 0 0,-1-1 3 15,-1-4-2-15,2 0 7 0,-1-2-13 0,1-6 8 16,3 2-8-16,-1-5 7 0,3 0-11 0,-8-3 4 16,20-1-6-16,1-3 7 0,-4-5-1 0,-1-1-2 15,-1-2 1-15,3 13-2 0,1-6-12 0,0-3 3 0,-3-5-6 16,-1-1-8-16,-1-3-67 0,0-3-20 0,-6 1-21 16,0-3-111-16,-3 6-37 0,-5-16-7 0,-1-1-14 15,13-3-68-15</inkml:trace>
  <inkml:trace contextRef="#ctx0" brushRef="#br0" timeOffset="85984.79">23393 10289 1551 0,'0'0'162'0,"-2"0"-215"0,0 0 178 0,1 0-98 0,-1 0-18 15,0 0 61-15,2 0 2 0,0 2 16 0,2 0-22 16,0 0-24-16,1 0 1 0,18 5-7 0,8-1 3 16,9-1 0-16,-3-3-6 0,8 0 1 0,-3-2-23 0,-2-4-15 15,2-3 0-15,-2-4-8 0,0-2-15 0,1-4-62 16,-1-2-42-16,-1-3-17 0,0 17-251 0</inkml:trace>
  <inkml:trace contextRef="#ctx0" brushRef="#br0" timeOffset="86430.64">24284 9029 1085 0,'0'0'380'0,"-1"0"-513"0,-1 0 445 0,0 0-246 16,0 0-25-16,0 1 74 0,0 1-11 0,0 0 27 0,1 0-44 15,1 0-35-15,0 0-4 0,0 0-8 0,1-2-5 16,1 0-5-16,2 0 3 0,16 1-5 0,6 1-11 16,0-2-7-16,4-2-1 0,-4 1-2 0,4-3-2 15,-6 0-8-15,-2 0-4 0,-1 1-2 0,-7-1-11 0,-2 2-20 16,-5 0-2-16,-3 2-19 0,-1-2-130 0,1 1-4 16,-2 1-22-16,0 0 21 0,0 0-17 0,-2 0-27 15,-2 0 25-15,-2 1-7 0,-18 11 169 0,-13 4 171 16,3-1-5-16,-1 0 59 0,8-4 6 0,5-2-20 15,9-3-3-15,3-2-6 0,5-2-13 0,-1 3-18 16,-3 6-10-16,1 2-3 0,4-2-42 0,2 2-10 16,4-1-3-16,2-3-6 0,-1 0-30 0,27-5-8 0,1-2 3 15,6 20-4-15,4-9-7 0,1-9-76 0,5-6-99 16,3-7-23-16,5-10-626 0</inkml:trace>
  <inkml:trace contextRef="#ctx0" brushRef="#br0" timeOffset="202216.05">11523 8698 136 0,'0'0'16'0,"-2"0"30"0,0 0 52 0,1 0 17 0,-3-2 9 15,0 2-20-15,-3 0-23 0,-8-2 3 0,4 0-1 16,1 1-3-16,3 1-24 0,-4 0-1 0,3 0-8 16,5 0-5-16,-1 0 0 0,2 0-9 0,0 0 5 15,-1 0-17-15,1 0 1 0,-2 0 5 0,0 0-4 16,2 0-2-16,1 0-4 0,-1 0-2 0,0 0 0 0,2 0-1 16,0 0 11-16,2 0-2 0,0 0 5 0,1 0-9 15,18-2 2-15,5-2 2 0,-4-2 0 0,2 1 6 16,4-3 2-16,4-3-7 0,-1 2 5 0,3-2-21 15,-1 0 1-15,-2 2-1 0,1-1 2 0,3 3-7 16,-1 1 5-16,-6 3-4 0,-1 1 5 0,-1 0-4 0,-3 0 7 16,-1 2-1-16,-7 0 2 0,-6 0-1 0,-1 0-1 15,-5 0 3-15,3 0-3 0,-2 0 5 0,-1 0-9 16,3 0 2-16,-4 0-3 0,1 0 6 0,1 0-9 16,0 0-4-16,0 0-6 0,-1-2-50 0,-1 0-81 15,0 0-17-15,-2 1-28 0,4-14-133 0</inkml:trace>
  <inkml:trace contextRef="#ctx0" brushRef="#br0" timeOffset="202602.46">11622 8347 286 0,'0'0'42'0,"0"0"47"0,0 0-20 0,0-2 1 16,0 0-5-16,0 1 6 0,0-1 9 0,0 0-12 15,0 0-1-15,0 0-7 0,0 0-12 0,0 0-3 16,1 1 5-16,1-1-3 0,0 2 3 0,0 0 7 16,0 2-8-16,0 1 7 0,9 31-9 0,-4 8-8 15,-1 5 1-15,-3 7-6 0,-1-2-12 0,-2 5-3 16,0 3-5-16,-2-3 2 0,-1-1-13 0,1-4 2 16,-2-4-1-16,1-5 1 0,1-2 1 0,2-6-7 15,0-2 6-15,0-7-9 0,2 0-10 0,1-3-72 0,1-7-20 16,1 1-22-16,3-4-120 0</inkml:trace>
  <inkml:trace contextRef="#ctx0" brushRef="#br0" timeOffset="202963.4">11183 11559 1207 0,'-2'2'46'0,"1"0"-3"0,-5 0 9 16,-11 9 0-16,12-7-12 0,-1-1-5 0,4 1 14 15,-5 5-4-15,1 1 7 0,3-3-7 0,3 1-26 16,0-1 7-16,1 0-12 0,1-1 8 0,35-2-1 16,4-1 6-16,-7-1-3 0,5 21 0 0,-4-12-11 0,-2-4-2 15,-1-3 0-15,-4-2-5 0,-2-2 4 0,-4 0-7 16,2 0 6-16,-5 0-4 0,1-2-2 0,-1 0-7 16,-1 0-3-16,3-2-57 0,-1-1-63 0,3-4-8 15,1-4-26-15,0 9-118 0</inkml:trace>
  <inkml:trace contextRef="#ctx0" brushRef="#br0" timeOffset="204388.74">9464 7174 256 0,'0'0'129'16,"0"0"-46"-16,0 0 48 0,0-2 11 0,0 0-79 0,0 0-6 16,0 0 20-16,0 0-6 0,0 1 8 0,0-1-16 15,2 0-5-15,0 0-1 0,11-5 0 0,18-10 3 16,6 4-4-16,4 4 4 0,-4 1-6 0,1 1-11 0,1 3-13 16,-8 0-6-16,-1 2-1 0,-2 1-10 0,-4 1-1 15,-4 0-1-15,-1 0-1 0,-4 1-6 0,-1 1 3 16,-1 0-1-16,0 0 2 0,-1 0-2 0,-3 0-30 15,0 0-3-15,0-1-14 0,1-1-51 0,1 0-25 16,-2 0-11-16,2 0-6 0,-1-1-53 0</inkml:trace>
  <inkml:trace contextRef="#ctx0" brushRef="#br0" timeOffset="204566.23">9939 6715 471 0,'0'0'150'0,"-2"0"29"0,1 0-13 0,-3 2-80 15,0 0 6-15,0 1-30 0,-3 7 15 0,-6 14-2 0,2 9 5 16,3 6-11-16,3 6-25 0,3 5-3 0,2 6-9 16,2-2-20-16,2-1-5 0,1-1-4 0,1-3 2 15,-1-7-2-15,3 1-15 0,-1-6-9 0,1-7-10 16,-1-2-82-16,-1-10-217 0</inkml:trace>
  <inkml:trace contextRef="#ctx0" brushRef="#br0" timeOffset="205120.9">7375 4535 976 0,'0'0'47'0,"-2"0"-5"0,0 0 65 16,1 0-2-16,-1 0 6 0,0 0-13 0,0 0-16 16,0 0-9-16,2 0-3 0,0 0-20 0,2 0-5 15,9-2 3-15,24-7-7 0,6-2-18 0,2-2-15 16,0 2-2-16,3-2-3 0,-1 0-4 0,5-4-63 0,2-3-20 15,13-10-46-15,9 24-383 0</inkml:trace>
  <inkml:trace contextRef="#ctx0" brushRef="#br0" timeOffset="208537.98">25265 8353 153 0,'0'0'0'0,"0"0"8"16,0 0 91-16,0 0-16 0,0 0 9 0,0 0-28 15,-2-2-3-15,2 0-21 0,0 0 1 0,0 0-7 16,-2 0 5-16,0 1-2 0,0-1 8 0,0 0-6 0,1 0 10 16,-1 0-5-16,0 0-3 0,0 0 3 0,0 1 3 15,0-1-4-15,-1 0 1 0,-1 2-4 0,0 0-2 16,0 0 4-16,-1 0 1 0,-3 0 0 0,1 0-8 15,0 0-10-15,3 0 2 0,-2 0-5 0,1 0 1 0,-1 0-3 16,2 0-3-16,1 0 0 0,-1 0-8 0,0 0 0 16,1 0-3-16,1 0 2 0,0 0-5 0,2 0 3 15,0 0 8-15,0 0-4 0,2 0 3 0,0 0-8 16,3 0 2-16,16-4-2 0,5-1 11 0,-2-1-12 16,5 0 3-16,-4 1-5 0,-3-1 12 0,2 1-6 15,0-1-3-15,2-1 1 0,0-1-1 0,-5 3-1 16,-3-1 4-16,-1 1-3 0,0-1 2 0,-6 2-2 15,2 1 2-15,-6 1 0 0,1 0 4 0,-7 2-5 0,3-2 5 16,0 0-3-16,0 0 12 0,-3 0-9 0,1 2 1 16,0 0-3-16,-2 0 5 0,-2 0-9 0,0 0 1 15,-1 2-3-15,-10 2 1 0,-10 3 2 0,-1 1-1 16,-2-1 0-16,2 1-1 0,2-3 1 0,-2 1-1 0,-6 1-1 16,0-1 1-16,-1-1-6 0,-1 1 5 0,2 0-4 15,-1-1 2-15,-4 1 5 0,3-1-6 0,4 1 6 16,0-1 0-16,12-3 4 0,-3 2 3 0,10-2-1 15,-4 0 2-15,11-2-7 0,0 0-3 0,-2 0-1 16,1 0 0-16,1 0 2 0,0 0 4 0,2 0-2 16,2 0 5-16,0 0-5 0,7 0 1 0,22-4-3 0,5-2-4 15,-3-1 6-15,1 0-4 0,1 1 4 16,-5 0-4-16,1 1-1 0,-1 1 4 0,-6 0-3 0,-2 3-3 16,-3-1 3-16,-1 0-4 0,1 0 5 0,-2 2 2 15,-4 0 2-15,-4 0 0 0,-2 0 0 0,-1 0 1 0,-2 0-2 16,-1 0-1-16,-1 0 0 0,0 0 2 0,2 0-3 15,0 0 0-15,-1 0-2 0,1 2-4 0,-2 0 3 16,0-2-5-16,0 0-3 0,-1 0-80 0,3 0-171 16,0 0-58-16</inkml:trace>
  <inkml:trace contextRef="#ctx0" brushRef="#br0" timeOffset="209877.98">26262 8024 288 0,'0'-2'80'0,"0"0"1"0,0-1-29 0,0-3 2 16,4-13-33-16,-1-1 22 0,1-2 34 0,1-2-7 15,-1-2 14-15,2-2-14 0,-3 2-11 0,1 2 0 16,0 1-3-16,-2 5-6 0,0-1 4 0,-1 3-7 0,-1 3 6 16,0 1-6-16,0 5 0 0,0 0 4 0,0 3-3 15,0 2 0-15,0-2 3 0,0 2 1 0,0 1 0 16,0-3-7-16,0 0-3 0,0 0-8 0,-1 3 3 16,-1-1-20-16,0 2 1 0,0 0 1 0,-2 2 0 15,1 1 6-15,-7 21-10 0,-1 12 4 0,-2 5-6 16,2-4 1-16,0 0 12 0,2 0-9 0,1 0 9 15,1 2-9-15,1-2-1 0,3-3 1 0,1-1-3 16,0-3-6-16,-17-2 9 0,8-1-6 0,4 1 6 0,5-2-14 16,2 0 8-16,0-2-2 0,2-1 3 0,1-5-5 15,5 3 9-15,-3-5-1 0,1-3 3 0,3 2-1 16,-5-9 0-16,11 1-3 0,5-5 1 0,-1 11-11 0,1-2-1 16,-1-3-3-16,-1-5-2 0,1-3-31 0,1-1-19 15,1-5-7-15,1-5-3 0,2-2-27 0,-2-2-31 16,1 9-4-16,-5-16-14 0,1-2-68 0,-2-2-292 15</inkml:trace>
  <inkml:trace contextRef="#ctx0" brushRef="#br0" timeOffset="210043.81">26572 7259 1508 0,'0'0'20'0,"0"0"3"0,0-2 10 0,0 0 1 0,0 1 2 15,0-1 58-15,-2 0-33 0,0 0 4 0,0 0-19 16,0 0-32-16,1 0-20 0,1 1-1 0,0-1-6 16,0 0 13-16,0 0-30 0,0 2-4 0,1 0-15 15,1 0-56-15,0 2-125 0,2 0-4 0</inkml:trace>
  <inkml:trace contextRef="#ctx0" brushRef="#br0" timeOffset="210532.92">26837 7593 850 0,'0'0'33'0,"0"2"-1"0,0 0 9 16,0 0 18-16,0 2-11 0,-1 9 84 0,-3 7-12 15,-2 6-9-15,-1 6-4 0,1-3-46 0,-1 5-3 16,1-1-4-16,1 1-1 0,1 3-24 0,0 0 0 16,1 2-2-16,1 0 3 0,-2 0 4 0,2-6 5 15,2 1-4-15,-2-8 2 0,2-2-14 0,0 0-1 16,0-4 1-16,0-1-2 0,0-2-2 0,0-3-3 15,0-2 0-15,0-1-2 0,0-4-4 0,0 1 7 16,0-3-7-16,0-1 7 0,0 0-13 0,0-1 16 0,0 1-4 16,0 0 7-16,0-1-7 0,0-1-5 0,0 0 3 15,0 0-5-15,0-2-5 0,0 0-5 0,2-2-1 16,0 0-1-16,0-1-2 0,3-7 4 0,10-10-2 16,-4 5 2-16,-9 0 1 0,13 4 0 0,0 0-2 0,0 2-2 15,2-1 0-15,-1 5-1 0,1-1 4 0,0-5-4 16,-1 2 5-16,1 1 1 0,0 5-1 0,1 1 2 15,-3 2-3-15,0 2 1 0,-2 3-1 0,-4 1 1 16,1 1 1-16,-5 1 6 0,-3 12-3 0,13 2 5 16,-6-1 3-16,-1 1-2 0,-5 0 5 0,-1 1-4 15,-2-1 1-15,-4 0 8 0,-1-1-5 0,-4-1 6 16,-3-1 2-16,-2 1-9 0,8-1 6 0,-13-5-6 0,1 3 11 16,1-6-4-16,-1-1 1 0,3-5-4 0,-2 1-7 15,0-4-3-15,2 9-4 0,2-4 2 0,4-3-2 16,2-2-3-16,-1 0-5 0,5-2-5 0,-3 0-53 0,2 0-74 15,1 0-13-15,-1 0-23 0,2-2-64 0,0 0-103 16,2 0-120-16</inkml:trace>
  <inkml:trace contextRef="#ctx0" brushRef="#br0" timeOffset="211345.68">27860 7538 521 0,'0'0'259'0,"0"-2"-327"0,0 0 301 0,0 0-157 16,0-2-7-16,-1-3 52 0,-3-4-2 0,2 1 15 15,-2 1-20-15,2 5-18 0,1 1-7 0,1 1-2 16,0 0-22-16,-2 2-11 0,-4-4-8 0,2 2-1 0,-1-1-25 16,1 1 9-16,0 2-5 0,-1 0 5 0,1 0-6 15,2 0-4-15,-1 13 4 0,1 20-5 0,0 1-2 16,0 3-3-16,-2 2 3 0,2 2-3 0,-1 0 3 16,-1 1-7-16,-2 5 0 0,1-3-1 0,-3 5 1 0,1-3-6 15,0-5 6-15,-3-2-4 0,1-6 13 0,0-3-17 16,-1-2 7-16,3-4-8 0,-2-2 7 0,5-3 3 15,0-4-5-15,1-4 5 0,-1-2-7 0,2-5 5 16,0-1 0-16,0-3 1 0,0 0-11 0,-1 2-3 16,1-2-8-16,0 0 4 0,-2 0-10 0,1 0 3 15,-1-2-3-15,0-1 2 0,-11-23-1 0,0-10 3 16,4-1 6-16,4-5-4 0,3-1-2 0,0-3 7 16,3-3-1-16,1 1 5 0,0-2 5 0,0 3-3 0,1-1 3 15,3 2-3-15,4 5 1 0,1 4 1 0,2 3-6 16,0 6 4-16,0 1-2 0,0 6 2 0,2 1 4 15,-11 1-2-15,22 6-1 0,-1 0 3 0,3 2 0 16,2 4 3-16,-1 1 9 0,3 4-1 0,0-16-1 0,-4 8-1 16,4 7-4-16,-4 3 2 0,-2 1 6 0,0 5-3 15,-6 0 7-15,-5-1-3 0,-1 3-4 0,-9-5 3 16,3 16-1-16,9 1 2 0,-4 3 0 0,-4-1-1 16,-5 0-2-16,-2 2-3 0,-5 0 2 0,-5 1-1 15,-1-1-1-15,-2 0-1 0,11-4-1 0,-22 1 2 16,0-5 1-16,0 1-5 0,2-2-1 0,3 0-2 0,0 2-3 15,3-10 3-15,-3 0-1 0,4 1 2 0,0-6 2 16,4 5-3-16,0 2 0 0,0 1-2 0,0-3-4 16,0 1 1-16,1 1-1 0,3-2 1 0,0 6-2 15,1-2 0-15,2-1 3 0,2 1-1 0,-7 2 2 0,4-2-2 16,-1 4 1-16,2-4-2 0,2 0 2 0,2-2 8 16,0-5-3-16,2 2 5 0,0-3-5 0,0 1 6 15,18 0-2-15,3-2 3 0,3 3-9 0,2-3 6 16,-1 2-1-16,3 14 3 0,2-5-1 0,-1-3-6 15,5-3-1-15,-5-1 0 0,-3-1-4 0,-4 1 5 16,-5-1-3-16,-1-1 3 0,3 2-2 0,-5-3 4 16,1 3-4-16,-2-1 3 0,-6-1-2 0,6 4-1 15,-6-5-1-15,1 1-1 0,-1 2-13 0,-4-3-36 0,3 1-7 16,-4-2-14-16,5 3-50 0,0 3-52 0,2-1-2 16,2 1-29-16,-3-3-141 0</inkml:trace>
  <inkml:trace contextRef="#ctx0" brushRef="#br0" timeOffset="211603.88">28622 7736 1393 0,'-2'0'26'0,"0"0"51"15,0 0-47-15,0 0 50 0,0 0-2 0,1 0 17 0,-1 0-4 16,0 0-36-16,0 0-1 0,0 0-12 0,0 2-11 15,0 0-3-15,1 2 3 0,1-1-2 0,-6 20 4 16,2-1-8-16,2 6 3 0,1 3-4 0,1-3 5 0,0 6-6 16,0-3-4-16,-2 1 1 0,-2 1-3 0,-2 1-1 15,1-1 3-15,-1 0-3 0,1-1-3 0,-1 0-8 16,1-5 0-16,-1-1-2 0,0-1-1 0,3-7 3 16,1 1-2-16,0-4 1 0,2-4-5 0,0 0-29 15,0-4-10-15,0-3-11 0,0 0-71 0,0-1-29 16,0 1-9-16,2-2-11 0,0 0-89 0</inkml:trace>
  <inkml:trace contextRef="#ctx0" brushRef="#br0" timeOffset="212106.05">28635 7885 1233 0,'0'0'18'0,"0"0"1"0,0-2 44 0,0 0-3 0,0 0 15 15,0 0 36-15,0 1-13 0,0-3-5 0,0 0-6 16,0 2-34-16,2-9 5 0,-1 4-7 0,5-3 5 15,0 1-13-15,3 2-4 0,11-3 5 0,3 5-6 16,3-3-6-16,0 5 0 0,1 1-5 0,-8-11 4 16,-1 4-9-16,-3 5 0 0,-9 4 1 0,7 0-1 15,-6 0-3-15,-1 2 4 0,-1 1-6 0,-1 3 8 0,9 14 5 16,-5 3-4-16,-7-1 7 0,-1 6-8 0,-5 0-3 16,-6 1-12-16,-2-4 5 0,5 1-7 0,-18-2 1 15,-3-4-4-15,1 2-3 0,4-5 2 0,0-2 3 0,5 0-4 16,4-4 1-16,2-4-3 0,2 1-2 0,5-5 1 15,1 1-2-15,5-2 2 0,0 0-10 0,0 0 6 16,-4 1-3-16,2 1 5 0,0 0 0 0,1 0 5 16,1-3 0-16,0 1 3 0,1 0-6 0,1 0-3 15,2 0 3-15,7 2-2 0,10-1 10 0,1 1-9 16,0 0 1-16,0-2-3 0,3 1 0 0,-5 1 6 16,0 0 0-16,1-1 2 0,-5 3-3 0,5 1-5 15,-3 1 0-15,-3-1-1 0,-2 1 7 0,-7-5 6 16,1 5-1-16,-1 9 2 0,-4-3-6 0,1 1 6 0,9 0-2 15,-3 2 3-15,-5-2 6 0,-4 1 5 0,-4 1 1 16,-4-2 1-16,-3 2 0 0,-5-4-1 0,-12 0 0 16,-2-2-2-16,-3 0-2 0,-3-5 3 0,1-1-5 15,5-1 3-15,4 13-10 0,4-6-10 0,-2-4 7 0,2-1-7 16,-1-3 5-16,7-3-8 0,-3 0-12 0,6 0 0 16,4-1-56-16,1-1-101 0,7 2-21 0,-3-2-41 15,0 0-213-15</inkml:trace>
  <inkml:trace contextRef="#ctx0" brushRef="#br0" timeOffset="212928.53">25935 9366 326 0,'-2'0'191'0,"-2"0"-2"15,-31-3-64-15,2-1-3 0,1 0-83 0,2-1 11 16,6 1 21-16,0 0 0 0,0 1 5 0,2-1-5 15,-1-2-10-15,3 3 0 0,1-1-4 0,1 0 5 16,3 0-7-16,-2 1 7 0,4 1-6 0,0 0-2 0,2 0-5 16,2 0 0-16,2 2 0 0,-1 0 2 0,1 0-12 15,1 0 1-15,1 0-5 0,-3 0-5 0,4 0-4 16,3 0-3-16,-3 0 0 0,2 0 0 0,-2 0-2 16,1 0-1-16,-1 0-1 0,2 0-4 0,0 0 1 15,0 0 1-15,0 0 0 0,1 0-5 0,1 0 2 16,0 0-5-16,1 2 4 0,3-2-7 0,31 8 0 15,10-1 2-15,9-3-1 0,11-2-1 0,9-2 3 16,6-2-5-16,5-4 5 0,3 2-7 0,6 1 0 0,5-5 4 16,18-1-2-16,3-2 1 0,7 2-1 0,1-3-2 15,-9 0 2-15,1-3-3 0,5 0 3 0,1-2 0 16,2 2 0-16,-5 0 0 0,-8 2-4 0,-4 0 3 16,-5 2-3-16,-2 2 3 0,0 0 2 0,-8-1-3 0,-6 3 4 15,-9 0-5-15,-10 1 1 0,-8 0-1 0,-9 3 2 16,-2-1 7-16,-6 0-8 0,-3 1 4 0,-4-1-5 15,-2 2 11-15,-7 0-11 0,-1 0 7 0,-4 2-8 16,-5 0 14-16,2 0-5 0,-5 0-1 0,2 0 0 16,-5 0 5-16,-4 0-5 0,1 0 6 0,0 0-5 15,0 0 12-15,-2 0-9 0,4 0 4 0,-3 0-5 16,-3 0 0-16,0 0 5 0,-3 0-6 0,2 0 5 0,-3 0-9 16,1 0-1-16,2 0 1 0,-1 0-1 0,-1 0 0 15,-2 0 0-15,0 0 0 0,1 2-1 0,1 0 2 16,0 0-6-16,0 0 2 0,-1 0-2 0,1-1 2 0,0 1 0 15,-1 0-1-15,-1 0 1 0,0 0-2 0,0 0 2 16,0 0-3-16,0-1 2 0,0 1-4 0,1 0-34 16,1 0-5-16,0-2-17 0,-1 0-90 0,1 0-273 15,11 0-146-15</inkml:trace>
  <inkml:trace contextRef="#ctx0" brushRef="#br0" timeOffset="-213582.18">15458 3093 56 0,'0'0'18'0,"-2"0"3"16,0 0 26-16,0-2 8 0,0 0 3 0,-2 0-3 16,-1 0 8-16,-6-2-7 0,1 1 6 0,3 1-23 0,-4-2-13 15,0 0 5-15,-2 3-8 0,0-1 2 0,-2 2-7 16,0 0 0-16,-2 0 0 0,2 2 4 0,-1 3-5 16,-3 3 5-16,-1 1-4 0,-3 4 10 0,-1 2-6 15,0 0 1-15,2-1-1 0,-4-12 1 0,0 21-12 16,-2-3-1-16,-2 4-3 0,-1 0-3 0,1 2 1 15,2 2 5-15,8 2-3 0,1 0-4 0,1-1 4 16,1 1-5-16,2 3 6 0,4-3 0 0,-2 7-2 16,4 0 1-16,-2-1-2 0,-1 6-1 0,5-1 0 15,0 4 1-15,1 5-1 0,-1 0 4 0,1 0-6 0,2-3 3 16,2-3-4-16,1 1-3 0,-22-3-1 0,12-1 3 16,7 0-1-16,4 0 7 0,2 0-6 0,4 3 1 15,1-3-1-15,3 2 3 0,-1 1-1 0,0-3 2 16,4 4-2-16,0 1-3 0,0-1 15 0,0-1-7 0,0-1 12 15,2-2-9-15,0 0 9 0,0-2-4 0,1-6 5 16,-1-3 4-16,4 1 2 0,-12 3 3 0,19-3-2 16,6 3-11-16,-1-1-8 0,3-3 4 0,7 0-5 15,-2-1 5-15,5-3-8 0,-1 0 2 0,-2 0-3 16,3-1 5-16,-1-3-7 0,5 0 1 0,2-7-2 16,6 4-1-16,5-6 4 0,4-6 1 0,6-1 2 0,3-5 2 15,0 31-6-15,1-23 5 0,-8-11-4 0,-4-7 3 16,-2-6 13-16,0-5-11 0,4-6 11 0,6-4-3 15,7 25-8-15,-2-34 8 0,2 0-9 0,-4 0 7 16,-5 0-5-16,-4 1 2 0,-8-1-2 0,-3 2 3 0,-7-2-10 16,-1-2 11-16,-1 1-8 0,-5-9 20 0,-2 1 3 15,-1-2 0-15,-2-8 4 0,0 3 24 0,-3-3 1 16,-4-5-4-16,-4 2-1 0,-4-2-21 0,-5-1-3 16,-2 3 0-16,-7 2-1 0,-4-2 0 0,27-6 2 15,-21 0 0-15,-8-6-1 0,-11 3 4 0,-6 7 0 16,-4-2 5-16,-6 7-6 0,1 4 2 0,14 6-5 15,-27 4-5-15,0 3 0 0,-3 5-18 0,-1 5-8 16,-3 1-4-16,-5 4-3 0,-1 0-17 0,0 2-31 0,-7 4 3 16,-4-3-12-16,-2 5-3 0,-6-1-49 0,6 1-29 15,4 3-14-15,2 2-155 0</inkml:trace>
  <inkml:trace contextRef="#ctx1" brushRef="#br0">24685 17225 0,'0'0'0,"0"0"0,0 0 0,0 0 15</inkml:trace>
  <inkml:trace contextRef="#ctx0" brushRef="#br0" timeOffset="-212863.32">11421 1888 432 0,'0'-2'36'0,"-2"0"1"0,0-6 7 0,-7-18-17 0,0 0 0 16,3 2-26-16,1 0 5 0,-1 2 5 0,0 0-1 16,-1-3 13-16,-2 5 18 0,-2 0-7 0,-1-1 8 15,-1 1-11-15,12-4-8 0,-25 3 7 0,1 1-8 16,-6 1-2-16,-3 4 1 0,1 2-6 0,-4 6 5 15,2 1-11-15,-1-14 6 0,1 9-4 0,0 7 5 0,1 6 5 16,-3 9-9-16,2 6 1 0,-2-13-4 0,0 29-3 16,-2 4 4-16,2 6 3 0,-4 3-1 0,-2 4 8 15,2 6-13-15,8 3 4 0,-1 6-7 0,14 4 2 16,3 5-5-16,4 3-1 0,4-5 0 0,1-1 5 0,7-8-4 16,-27 0-1-16,20 2-2 0,12 0-4 0,7 5 7 15,6 5 2-15,9 6 0 0,2-1-8 0,-23 0 2 16,38-4-1-16,2-11 3 0,3-6 1 0,2-8 1 15,4-9 3-15,3-6-1 0,7-7 6 0,4-3-5 16,12-7-1-16,5-6 1 0,1-4 2 0,-3-5 4 16,-5 27-1-16,-11-23 2 0,2-12 0 0,-4-7 5 15,2-8-2-15,7-7 2 0,4 23-1 0,2-42-3 0,0-7 6 16,-10-9-5-16,-12-4 10 0,-8-2-8 0,-11-9 2 16,-9 0-4-16,-4 2-1 0,-11-1 9 0,-4 1-1 15,-8 2 4-15,27-1-2 0,-23-3 3 0,-10-2 0 16,-12 0 3-16,-11-2 17 0,20 8-16 0,-47 3 0 15,-1 10-8-15,-8 5-19 0,-4 7-18 0,6 8-11 0,-1 10-4 16,3 3-51-16,6 7-228 0</inkml:trace>
  <inkml:trace contextRef="#ctx0" brushRef="#br0" timeOffset="-209543.15">25358 10358 153 0,'0'0'0'0,"0"0"7"0,-2 0 72 16,0 0-5-16,0 0 13 0,0 0-19 0,0 0 3 0,0 0-14 16,1 0 0-16,-3 0-3 0,2 0-7 0,-2 0 4 15,1 0-2-15,-1 2 4 0,0-2 5 0,-7 2 0 16,-2 0 8-16,2-2-6 0,2 0 10 0,1 0-9 15,-3 1-4-15,2-1-1 0,-4 0-10 0,2 2 1 0,1-2-1 16,1 0 1-16,2 0-3 0,-3 0 3 0,3 0 0 16,3 0 0-16,0 0-8 0,1 2-15 0,-1 0-1 15,0 0-4-15,2 0-4 0,1 0-1 0,-1-1-1 16,2 1 2-16,0 0 12 0,2-2 0 0,1 0 6 0,7 0-5 16,19 0-2-16,1-2-13 0,0-1 1 0,-1-3-5 15,3-1 2-15,-4 1-7 0,2 0 5 0,-4 3-5 16,-2 1 1-16,-6 0 3 0,3 0-8 0,-3 2 7 15,-3 0-5-15,-2 0 2 0,-4 0 2 0,-3 0-1 16,1 0 10-16,-3 0-13 0,0 0 9 0,0 0-11 0,-1 0 12 16,1 0 5-16,0 0-7 0,-2 0 5 15,-1 0-9-15,1 0-11 0,0 0-10 0,0 0-5 0,0 0-61 16,0 0-131-16,0 0-22 0,-1 0-56 0,1 0-252 16</inkml:trace>
  <inkml:trace contextRef="#ctx0" brushRef="#br0" timeOffset="-208625.95">26271 9730 323 0,'0'-1'46'0,"0"-1"-2"0,0-2 24 16,0-7 2-16,2-11-7 0,0-4 25 0,-2 1-2 16,0 3 0-16,0 4-2 0,0 3-1 0,0 5-8 15,0 1 0-15,0 0-3 0,0 5-2 0,0-1 1 16,0 3-1-16,-2-2-2 0,0 0-19 0,0 2-13 16,0 1 3-16,1-1-6 0,-1 0-3 0,-2 2-8 15,0 0-3-15,-1 4-1 0,-6 5-1 0,-1 26 5 16,1 2 3-16,-2 0 1 0,0 4 4 0,0 2 3 15,2 2-1-15,-2-1 1 0,0 3-7 0,0 3-5 0,0 3-2 16,2 5 0-16,5-4-2 0,-1 2 2 0,0-4 1 16,5-4 0-16,-22-2 5 0,12-3-5 0,9-2 1 15,3-4-1-15,3-2 1 0,5-7-11 0,-1-2 7 16,3-4-8-16,1-1 5 0,0-3-1 0,0-1-4 16,-5-4 3-16,10-2-1 0,-3 0-13 0,4-3 2 0,-2-3-7 15,-2-3-10-15,0 7-19 0,2 1-9 0,-2-5-3 16,2-1-29-16,-1-2-8 0,3-2 5 0,0 0-6 15,-2-4-11-15,3-3-109 0,6-6-14 0</inkml:trace>
  <inkml:trace contextRef="#ctx0" brushRef="#br0" timeOffset="-208127.96">26661 10096 322 0,'0'0'68'0,"0"0"-3"0,0 0 30 0,0 0-8 16,0-2-11-16,0 0-35 0,0 1 3 0,0-1-5 16,0 0 7-16,0-2 14 0,0-5 0 0,0-6 4 0,0 0-3 15,0-2 11-15,2 1-2 0,0-1 2 0,0 0-4 16,-1 2-9-16,1 2 10 0,-2 2-3 0,0 2 5 16,0 3-11-16,0 3 8 0,0-1-4 0,0 0 5 15,0 1-12-15,0 1-33 0,0 0 6 0,0 0-13 16,0 2 15-16,-2 2-2 0,2 0-3 0,-9 33 0 15,0 2-12-15,1 0-3 0,1 2 1 0,1-2-1 16,1 1 5-16,1-3-9 0,0-4 5 0,3 1-5 0,1-6 4 16,1-2-7-16,1-3-2 0,0-7-1 0,4 5 0 15,-3-6 4-15,3-2-2 0,-2-2 1 0,-2-5-8 0,-1-2-3 16,11 0-9-16,2 9 2 0,-4-5-38 0,1-3-11 16,6 1-11-16,-6-4 0 0,5-2-30 0,-1-2-41 15,-2-1-21-15,4-6-21 0,-4 5-186 0</inkml:trace>
  <inkml:trace contextRef="#ctx0" brushRef="#br0" timeOffset="-207973.38">26849 9623 1139 0,'0'-2'54'0,"-2"0"97"0,0 0-120 0,0 0 20 0,0 0 7 16,0 1 8-16,0-1 40 0,2 0-53 0,0 0-2 15,0 2-19-15,0 0-32 0,0 0-1 0,0 0-4 16,0 0 3-16,0 0 0 0,0 0-32 0,2 2-1 0,0 0-16 15,0 0-34-15,2-1-44 0,-1 1-1 0,7 4-30 16,1-1-156-16</inkml:trace>
  <inkml:trace contextRef="#ctx0" brushRef="#br0" timeOffset="-207624.95">27038 9751 606 0,'0'2'61'16,"0"0"-3"-16,0-1 13 0,0 3 8 0,0 11-17 15,2 11 44-15,-2 0-19 0,0 4 3 0,0-1-11 16,-2 3-15-16,0 3 2 0,-2 0-3 0,-1 1 2 0,-1 3-10 15,1-6-1-15,-3 2 1 0,1 1-2 0,1-7-3 16,1-3-6-16,1-3 0 0,0-7-2 0,2-3-6 16,0-3-7-16,2-3-3 0,0-1 0 0,0-4-1 0,0-1 2 15,0 3 0-15,0 0-1 0,0-2-9 0,0 0-6 16,2-1 2-16,0-1-4 0,0 0-5 0,0-1-3 16,2-1 0-16,7-8 1 0,5-1 7 0,1 0-5 15,0 2-3-15,0 1-1 0,-1 1 0 0,5 0 0 16,1 3 3-16,-2 2-2 0,-1 2 1 0,-2 0 9 15,-2 2-3-15,1 2 6 0,1 1-1 0,-4 1-3 16,-4-1 4-16,1 1-1 0,-5-4 14 0,-3 9-3 0,9 4 1 16,-5-4 0-16,-3 4 8 0,-1 1-9 0,-2 3 5 15,-3 0-7-15,-5-1-2 0,-5 1-6 0,0-8 2 16,-18 6-3-16,3-3 6 0,0-1-14 0,2 2 2 16,2-5-5-16,1-3 1 0,5-3 0 0,3-2-2 0,4-1 0 15,0 9-4-15,5-7-22 0,2-1-9 0,3-2-8 16,-3 2-69-16,0 0-31 0,2 0-2 0,0 0-6 15,2-2 8-15,2 0-125 0,0 0 9 0</inkml:trace>
  <inkml:trace contextRef="#ctx0" brushRef="#br0" timeOffset="-207282.26">27736 10091 883 0,'0'0'58'0,"0"0"4"0,-2 0-16 16,0 0 5-16,0 0-17 0,1 0 90 0,-1 0-21 16,-2 0 12-16,0 0-18 0,1 0-8 0,-1 0-16 15,0 0-6-15,2 0-2 0,-3 0-7 0,1 0-10 16,0 0 4-16,-1 0-5 0,-1 0 9 0,1 1-17 16,-1 1 3-16,4-2-8 0,0 0 2 0,0 0-4 15,-1 2-1-15,-1 0-3 0,0 0-11 0,2 0-1 16,1 0 6-16,-1-1-3 0,0 1 7 0,2 0-3 0,0 0-4 15,2 0 2-15,0 0 3 0,5 0-11 0,21 1 6 16,2-3-7-16,3-2 3 0,4-1-2 0,0-3-3 16,6-1 1-16,-4-1-8 0,0 1 0 0,2-1 4 15,-8 3-3-15,-1-1 3 0,-8 3 1 0,-5 1-4 16,-3 0 2-16,-3 0-7 0,-2 0 0 0,-1 0-3 0,-1 0-1 16,0 1-28-16,-5 1-56 0,0 0-8 0,-3 0-19 15,5-2-62-15,-2 0-153 0,1 0-24 0</inkml:trace>
  <inkml:trace contextRef="#ctx0" brushRef="#br0" timeOffset="-206995.46">28020 9820 1145 0,'0'0'265'0,"-2"0"-352"15,0-2 308-15,1 0-169 0,-1 0-30 0,0 0 64 16,0 0-3-16,-2 0 22 0,1 1-12 0,1 1-45 15,0 0-1-15,0 0-13 0,0 0 6 0,0 0-1 16,0 1 2-16,1 3-2 0,-3 7-7 0,-2 15-2 16,1 2-4-16,1 2 1 0,-2 3-3 0,1 1-5 15,1-1 0-15,-1 0-2 0,1 3-9 0,0-7-7 16,2 1 1-16,0-2-1 0,1-2 4 0,1-4-3 0,0-1-2 16,0-1 0-16,0-7-16 0,0-2-46 0,1 6 0 15,1-10-20-15,4 6-51 0,-1 0-144 0,1-5-14 16,1 3-65-16,19 0-243 0</inkml:trace>
  <inkml:trace contextRef="#ctx0" brushRef="#br0" timeOffset="-206688.11">28713 9643 933 0,'0'-2'66'0,"0"0"5"0,0 1-17 16,0-3-2-16,0 0-18 0,0 0 61 0,0 3 14 15,0-1-9-15,0 0 5 0,0 0-35 0,0 2-17 16,0 0 7-16,0 2-11 0,0 2-1 0,-2 7 7 16,-6 17-4-16,1 3 7 0,-2 1-5 0,-1 7-5 15,-1 0-1-15,0 3-1 0,-2 7 5 0,-2 1-11 16,0 7 5-16,1 3-9 0,-3 3-5 0,2-6-7 15,0-5-5-15,0-1 0 0,2-3-12 0,2 0-2 16,0-5 3-16,2-6-4 0,1-4-2 0,3-7-16 16,-1 0-7-16,4-5-6 0,0-5-47 0,2-1-67 0,0-4-8 15,0-3-22-15,0-4-61 0,2-1-48 0,0 1-78 16</inkml:trace>
  <inkml:trace contextRef="#ctx0" brushRef="#br0" timeOffset="-206269.17">28655 9742 554 0,'0'-2'399'0,"0"0"-564"0,0-11 482 0,0-9-276 15,2 1-11-15,0 3 37 0,2 1-3 0,3-2 18 16,-1 6 21-16,-1 2-23 0,3 0-1 0,-3 2-11 16,19 3-29-16,-1 2-12 0,1-12 0 0,0 6-4 0,-4 7-9 15,-1 3 7-15,-6 0 4 0,2 3 4 0,-8 1 24 16,-3-2 5-16,-2 22-2 0,14 4 1 0,-6 4-14 0,-10-3-14 15,-6 1-1-15,-7-2-3 0,6 0-4 0,-34 0-6 16,4-4 5-16,0-4-4 0,5-1 2 0,8-4-16 16,2-4 4-16,5-4-5 0,6-1 6 0,3-4-10 15,3 1-7-15,1 1-1 0,0 0-18 0,2-1 22 16,1 1-1-16,1 0 8 0,1-1-6 0,1-1 3 16,15 8-2-16,18 3 4 0,6-4 4 0,0 0-2 15,-6-3-1-15,2 1 0 0,-5 1-4 0,5 1 0 16,-4 0 4-16,-3 0-1 0,-4 1 1 0,-5-3 6 15,-7 1-3-15,-1-1 4 0,-5-1 6 0,-6-3 11 0,7 10 5 16,-3-2 1-16,-5 2 8 0,-1 0-5 0,-3 4-1 16,-7 0-2-16,1-4-14 0,-30 2-9 0,4-2 0 15,-10-4-3-15,6 0-2 0,-2-1-3 0,1 14-6 16,4-11-1-16,5-3-42 0,9-7-40 0,5-1-19 0,8 0-10 16,3 0-93-16,2-1-50 0,2-1 0 0,1-2-29 15,1-7-137-15</inkml:trace>
  <inkml:trace contextRef="#ctx0" brushRef="#br0" timeOffset="-205986.79">29609 9589 1386 0,'0'0'28'0,"-1"0"1"0,-1 0 71 16,0 0-16-16,0 0 28 0,0-2 9 0,-2 1-27 15,1-1 5-15,-1 2-14 0,-5-2-15 0,1 0-24 16,-3 0-3-16,6 2-5 0,-7 0-7 0,3 0-2 15,0 2 1-15,-2 4-2 0,0 1 0 0,-1 0-2 16,1 16 2-16,-2 3-2 0,0 3 1 0,0 3-1 16,-1 3 0-16,-1-1-2 0,2 3-8 0,3-2-1 15,1-1-6-15,2-1 2 0,1 0-8 0,-12-5 2 16,6 2-1-16,7-6 0 0,3-5-4 0,2-3-4 16,2-3 2-16,0-5-2 0,1-1 0 0,-1-3-35 0,17 9-1 15,9-2-15-15,1-7-30 0,7-6-13 0,1-9-10 16,4-8-3-16,1-5-45 0,-1 17-19 0,0-25-13 15,-2 0-6-15,-6 1-93 0</inkml:trace>
  <inkml:trace contextRef="#ctx0" brushRef="#br0" timeOffset="-205862.06">29895 9168 1418 0,'-1'0'38'16,"1"0"1"-16,-2 0 48 0,0-2-3 0,0 0 10 15,0 0 43-15,0 0-46 0,0 2-2 0,1 0-22 16,-1 0-54-16,0 0-20 0,-2 0 2 0,2 0-9 0,0 0-5 15,1 2-74-15,-1 0 4 0,0 0-34 0,0 2-59 16,0-1-141-16,2 7-58 0</inkml:trace>
  <inkml:trace contextRef="#ctx0" brushRef="#br0" timeOffset="-205488.23">29986 9508 697 0,'0'0'165'0,"0"0"-201"15,0 1 211-15,0 1-104 0,0 0 58 0,0 2 12 16,2 16-8-16,0 3 6 0,-2 3-37 0,0 1-4 15,-4 5-5-15,-1 0 1 0,-3-1-19 0,-1 1-19 16,-2 1-6-16,0-3-4 0,0 1-15 0,1-1-18 16,3-4 5-16,0-2-10 0,1-3-2 0,2-3 3 0,2-5 0 15,1-2 1-15,-1 0 2 0,2-7 2 0,0 2 1 16,0-3 1-16,0 1 3 0,0 0 0 0,0-2-6 16,2 0 3-16,-1-1-5 0,1-1-1 0,2 0 0 15,-2 0-3-15,15-11-8 0,1-2 4 0,1 11-3 16,-1-9 5-16,5 2-5 0,-5 3-2 0,1 3 1 0,-4-8-1 15,1 1 6-15,-3 7 9 0,-2 1 0 0,0 2 3 16,-3 0 10-16,-3 2 1 0,-1-1 0 0,0 3-1 16,3 7-6-16,4 8 4 0,-3-1-4 0,-4 3 3 15,-4-1-5-15,-2-3 1 0,-4 2 1 0,-1-3-1 16,-3 1-3-16,7-2-3 0,-23 0 0 0,0-6-3 16,-2-3-10-16,0-1 9 0,2 1-8 0,-2-3 8 0,-1-1-19 15,4 0-15-15,-1 13-4 0,2-8-9 0,8-5-56 16,-5-2-83-16,8-3-6 0,4-3-33 0,1 0-93 15,-5-12-101-15</inkml:trace>
  <inkml:trace contextRef="#ctx0" brushRef="#br0" timeOffset="-205084.03">30248 9259 1537 0,'0'0'27'0,"-2"0"0"0,0 0 41 0,-1 0 4 16,-1 0 6-16,0 0 32 0,-3-2-27 0,1 2-7 16,4 0-8-16,1 0-29 0,-3-2-20 0,0 0 4 15,2 0-6-15,0 1 16 0,1-1-4 0,-1 2 2 16,2 0-5-16,0 0-4 0,0 0 13 0,2 0-7 16,-1 0 8-16,3 0-7 0,11 0-2 0,7 3 2 0,1 3-3 15,-1 1 3-15,0 4-3 0,0 2 4 0,1-5-4 16,-1 25 0-16,0 1-1 0,1 5-4 0,-5 0 1 15,-5 3-11-15,-2 5 8 0,-5 3-3 0,20 0 6 16,-13 0-5-16,-8 0-3 0,-5 4-2 0,-5 0 0 16,-4 0-2-16,-6 0 5 0,-2-2-2 0,-2-2 1 15,-3 4-5-15,0-8 1 0,-2 1-3 0,1-7 2 0,20-4-3 16,-21-7-3-16,-2 3 4 0,3-4-5 0,3-2 4 16,1 2 0-16,3-6-2 0,-1-2 1 0,0-1-8 0,4-6 3 15,0-2 2-15,4 0 1 0,0 0 0 16,1 0-2-16,1-3-1 0,1-3 0 0,1 1 0 0,1-4-1 15,2 0-2-15,0-2-3 0,0 0-25 0,0 0-95 16,1 0-19-16,-3 3-36 0,0-1-168 0,2 0-394 16</inkml:trace>
  <inkml:trace contextRef="#ctx0" brushRef="#br0" timeOffset="-204225.39">24286 12742 620 0,'-2'0'76'0,"1"0"12"0,-9 0-7 16,-19 4-23-16,4-1-2 0,-1 1 54 0,4 0 8 15,0 0 7-15,0-1-5 0,3 1-9 0,0 0-25 16,5-2 1-16,-1-1-11 0,4 1-16 0,1-2-14 0,5 0-5 16,1 0-3-16,2 0-19 0,-2 2-14 0,1 0 4 15,1 0-5-15,0-2 10 0,2 2 12 0,0-2-4 16,2 0 5-16,2 0-14 0,29 2-4 0,12-2 1 16,3-4-1-16,-2-2 3 0,1-1-3 0,-1-2-2 0,-5 1 0 15,-4-1-5-15,-2 0 1 0,-7-1-2 0,-2 3 0 16,-2-1-13-16,-1 3-30 0,-5-1-9 0,-3 3-9 15,0-1-49-15,-4 2-22 0,-5 2-14 0,-3 0-9 16,1 0-99-16</inkml:trace>
  <inkml:trace contextRef="#ctx0" brushRef="#br0" timeOffset="-204076.5">23989 13037 1446 0,'-2'0'47'0,"-1"0"87"0,-3 0-108 15,0 0-12-15,5 0 1 0,-3 2-3 0,0 0 11 16,0-2 9-16,3 0 6 0,-1 0 1 0,2 0 14 0,0 0-12 15,2 0 2-15,1 0-7 0,12-2-12 0,19-3-2 16,1-3-8-16,2 1 5 0,-2-3-9 0,-1 3 1 16,-1 0-1-16,-5-1-1 0,-2 1-13 0,-6-1-58 15,-1 1-22-15,3-2-22 0,6-4-173 0</inkml:trace>
  <inkml:trace contextRef="#ctx0" brushRef="#br0" timeOffset="-203136">27051 11658 126 0,'0'0'98'0,"0"-2"-7"0,0 0-8 16,0-2 7-16,0-12-41 0,2-9 5 0,1 1 23 15,1-2 2-15,-2 0 5 0,2 0 4 0,-2 6-6 16,-1-2-1-16,1 5-2 0,0 4-7 0,0 2 1 16,0-2-7-16,-2 2 2 0,0-1-28 0,0 1 2 15,0 6 1-15,0 3-1 0,0-2 1 0,0 0 5 16,0 1-5-16,0-1 3 0,0 2-19 0,0 0-4 15,0 2 4-15,-2 2-1 0,0 2 13 0,-7 26-5 16,-6 12-4-16,0 5-1 0,0 3-13 0,0 4 5 0,1 1 3 16,-1-1-1-16,-2 4 2 0,0 1-5 0,4-7-3 15,0-4 0-15,0 1-5 0,2-10 0 0,0 2-4 16,2-6 1-16,1-5-10 0,1-3 5 0,1-4-6 16,3-5 0-16,-1-1-62 0,2-4-89 0,0-6-19 0,2-1-28 15,0 0-112-15</inkml:trace>
  <inkml:trace contextRef="#ctx0" brushRef="#br0" timeOffset="-202683.16">26997 11427 1240 0,'0'0'27'0,"0"-1"-2"16,0-1-9-16,0-2-2 0,-2-9-8 0,0-9 31 15,2-1 50-15,2 1-5 0,4-2 15 0,1-2-25 0,2 2-14 16,4-2 5-16,0 5-11 0,-7 3-18 0,20-3-16 15,2 9-5-15,-2-5 0 0,4 8-3 0,3 1-1 16,-3 4 4-16,1-14-4 0,-3 7 5 0,-2 9 12 16,-4 2-2-16,1 5 8 0,-5 3 13 0,-5-1-3 15,-2 4 0-15,8 17-3 0,-6 4-12 0,-4 3-4 16,-7-2 4-16,-2 3-5 0,-5-1-10 0,-8-3 2 16,-4 1-8-16,11 0 6 0,-29 1-5 0,-4 1 1 15,-2-1-1-15,0-1 1 0,4-1-4 0,0-5 0 0,0-1 1 16,3-1-1-16,3-5 4 0,3-3-8 0,4-4 5 15,2-2-5-15,1 0 5 0,4-2 2 0,3-3-2 16,2-2 1-16,3 1-6 0,2-3 0 0,1 0 0 16,2 0 0-16,-1 1 4 0,1 1-10 0,1 0 6 15,1 0-6-15,0-1 10 0,0 1 5 0,2 0-6 0,0-1 6 16,2 1 5-16,2 0-5 0,10 5 1 0,16 6-4 16,3-2-4-16,1-4 0 0,-1 0 0 0,1-1-1 15,-1 1 2-15,1 2-1 0,-3-1 2 0,3 1-2 16,-7-4 0-16,5 2-4 0,-4 3 3 0,-2-3-1 15,-6 0 12-15,-1 0-9 0,-4-3 4 0,-2 1-7 16,2 3 1-16,-6-3 6 0,-2-5-7 0,3 5 6 0,-5-3-23 16,3 0-35-16,-1 1-5 0,-1-1-13 0,7 7-51 15,-4-9-37-15,8 0 0 0,-3 9-17 0,-1-5-57 16,8 1-170-16</inkml:trace>
  <inkml:trace contextRef="#ctx0" brushRef="#br0" timeOffset="-202418.89">27801 11795 1213 0,'0'0'16'0,"0"-2"3"0,-2 0 13 15,0 1 2-15,0-1 5 0,1 0 56 0,-1-2-3 16,0 2 4-16,0 0-4 0,-2 1-5 0,1-1-13 0,-1 0-7 16,0 0-2-16,0 0-29 0,1 0 6 0,-1 2-5 15,0 2 4-15,1 0-9 0,-3 7-2 0,-13 23-1 16,5 3-1-16,2 0-6 0,3-1-2 0,0-3-1 15,1 1-1-15,-1 3-10 0,0 0 3 0,1-1-4 16,3-3 4-16,-1-5-7 0,1-3-2 0,-1-3 5 0,1-3-3 16,-1 0 0-16,2-4-4 0,1 0-10 0,1-6 1 15,0 0-45-15,2-1-49 0,0-4-9 0,-2 2-12 16,2-1-36-16,0-1-48 0,0 0 6 0,0 0-31 16,2-2-97-16</inkml:trace>
  <inkml:trace contextRef="#ctx0" brushRef="#br0" timeOffset="-202029.03">27727 11754 925 0,'0'0'15'0,"0"-2"35"0,0 1-36 0,0-1 10 16,-2 0 9-16,2 0 2 0,0 0 45 0,0 0-5 16,0-1 0-16,0-1-4 0,0 0-18 0,0 0 14 15,0 3-4-15,4-9 6 0,-1 3-14 0,1-1 3 16,-2 1-11-16,16 3 5 0,-1-7-35 0,0 2 9 15,-2 3 1-15,-2 4 3 0,-2 2 9 0,-4 0 14 16,1 2 1-16,-5 2 4 0,7 9-1 0,1 17-21 0,-6-1-2 16,-5 1-6-16,-3 2-10 0,-5-6-3 0,-5 3-3 15,0-5-1-15,0-1-10 0,0-1-2 0,4-5 2 16,0-1-1-16,1-1-2 0,6-9 2 0,-1 1-4 16,1-3 3-16,0 0-6 0,2-2-1 0,0 1-1 0,0 1 1 15,0 5 5-15,0-5 3 0,2 2 0 0,0-3 1 16,3 5 2-16,5 5 1 0,3 0 0 0,1 3 0 15,-1-1 7-15,-3 0 3 0,-1 2 7 0,-2 1-3 16,-1-3 11-16,-4 0 3 0,9 0 6 0,-5-2-1 16,-3 2 11-16,-3 0-9 0,0-2-10 0,-3-2 2 15,-7 2-19-15,1 0-2 0,-17-2 1 0,0-2-3 16,0-1 1-16,4-3-21 0,-1-3-2 0,7 9-12 16,1-1-59-16,2-5-96 0,2-1-4 0,5-4-35 0,4 0-91 15</inkml:trace>
  <inkml:trace contextRef="#ctx0" brushRef="#br0" timeOffset="-201573.43">26141 12905 755 0,'-2'0'101'0,"-9"0"-1"0,-33 0 21 0,-1 2-1 15,0 0-23-15,10 0 32 0,-2 2-2 0,2-2-6 0,9-1-2 16,3 1-52-16,1 0-15 0,7-2-8 0,2 0 2 16,4 0-10-16,5 0-24 0,1 0 13 0,1 0-16 15,0 0 16-15,2 2-4 0,2 0-5 0,7 0 3 16,34 3 1-16,11-1-9 0,3-2 3 0,6-2-4 15,2-4 4-15,8-1-8 0,7-7 2 0,18-2-3 16,10-5-2-16,9-1 7 0,1-3-8 0,-6 1 7 0,5 0-9 16,3-2 2-16,12 1 4 0,2 1-1 0,-2 2 0 15,-11 1 0-15,-10 0-2 0,-2 3 1 0,-1 1-2 16,0 2 0-16,-6 0-2 0,-13 0 0 0,-7 4 6 16,-14-1-4-16,-4 3 5 0,-11 3-6 0,-2-1 5 0,-7 1-1 15,-7 0 0-15,-1 2 0 0,-7 0 3 0,-3 2-2 16,-3 0 1-16,-7 0 0 0,-3 0 10 0,-3 0-2 15,-5 0 3-15,-1 0-3 0,0 2 5 0,-3 0-10 16,1 0-5-16,0 0-5 0,-2 0-42 0,0 0-57 16,-2 1-14-16,-3 5-19 0,-16 12-104 0,-10-1-96 15,-5 10-121-15</inkml:trace>
  <inkml:trace contextRef="#ctx0" brushRef="#br0" timeOffset="-201308.47">26956 13189 1778 0,'-2'0'92'0,"0"0"-103"0,-1 0 92 0,1 0-47 16,-9 4-51-16,1 2 32 0,3-1 10 0,0 8 11 16,-1 13 54-16,1 2-14 0,-2 4-5 0,-1 3-5 15,3 2-27-15,-2 2-10 0,-3 6 7 0,-1-3-9 16,2 3 3-16,0 3-8 0,0 1-2 0,-4-1 0 0,0 0 8 15,-3-3-13-15,-1-3 3 0,1-5-7 0,-1-1 2 16,4-3-6-16,0 1 5 0,4-7-6 0,0 1-2 16,0-2 1-16,0-3-1 0,0-5 1 0,5-1-5 15,-1-6-35-15,3-2-17 0,0-3-13 0,2-2-110 0,0-1-26 16,1 1-11-16,1-2-4 0,1-2-48 0</inkml:trace>
  <inkml:trace contextRef="#ctx0" brushRef="#br0" timeOffset="-201056.79">27277 13594 1869 0,'0'0'3'0,"0"0"4"0,0 0-30 0,0 0 19 16,2 0-12-16,0 0 111 0,0 0-3 0,2 0 1 16,-2 0-8-16,14 2-34 0,5 0 4 0,3 0-4 15,2 0 4-15,2 0-17 0,1-1-20 0,1 1 2 16,-4-2-8-16,-2 0 3 0,0 0-14 0,-5 0 7 0,-1 0-8 15,-5 0 10-15,-1 0-7 0,-3-2-7 0,-2 1 1 16,3-1-22-16,-5 2-25 0,1-2-5 0,-3 2-9 16,1-2-37-16,0 0-29 0,0 0-32 0,-1-1-2 15,-1-1-106-15,9-11-93 0</inkml:trace>
  <inkml:trace contextRef="#ctx0" brushRef="#br0" timeOffset="-200841.88">27563 13236 1455 0,'-2'0'57'0,"1"0"-2"0,-1 0 27 16,0 0 9-16,0 0-12 0,0-2 36 0,0 0-10 16,0 2-8-16,1 0-1 0,-1 0-32 0,0 0 2 15,2 0-8-15,0 0 5 0,0 2-22 0,0 0 1 16,0 2-4-16,0 7 2 0,-2 17-7 0,2 5-3 16,0 6-1-16,-2 4-1 0,-1 5-5 0,-5-2-12 15,-1 3 5-15,-2 3-7 0,0-2 4 0,-2 0-12 16,-2-2 0-16,0-3-1 0,2-3 0 0,4-6-4 15,1-5-3-15,3-3-3 0,1-4-28 0,2-3-26 0,0-5-6 16,2-3-9-16,0-5-37 0,0-1-51 0,2-3-27 16,2 0-4-16,12 3-50 0,18-1-1 0,1-10-38 15</inkml:trace>
  <inkml:trace contextRef="#ctx0" brushRef="#br0" timeOffset="-200563.76">28122 13266 768 0,'0'0'89'16,"0"-2"10"-16,0 0-8 0,0 0-18 0,0-2-11 16,0 1 47-16,0-1 11 0,0 2-6 0,0 0 4 0,0 0-26 15,0 0-21-15,0 1 5 0,0-1-10 0,0 0-10 16,-2 2-13-16,1 0-4 0,-1 2-1 0,0 0 3 16,-2 5-1-16,-7 21-2 0,2 5-1 0,1 6-12 15,1 2 5-15,-1 4 0 0,-1 3 2 0,0 0 5 0,0 4-10 16,1 2 1-16,-1 2-4 0,0 1-2 15,-3 3-4-15,-4-3-6 0,1-3 1 0,-2 0-10 0,2 0 0 16,0-2 2-16,2-8-2 0,0 5 4 0,4-12-4 16,0 2-3-16,1-6-3 0,1-3-37 0,0-2-47 15,1-6-10-15,2-2-15 0,2-7-60 0,1-1-69 16,1-7-29-16,0-3-19 0,0 2-144 0</inkml:trace>
  <inkml:trace contextRef="#ctx0" brushRef="#br0" timeOffset="-200048.64">28200 13178 864 0,'0'0'268'0,"0"0"-377"0,0 0 322 0,-2 0-183 16,0 0-12-16,1-2 47 0,-1 1-6 0,0-1 21 15,2 0 7-15,0 0-23 0,0 0 6 0,0 0-13 0,2 0-3 16,0 1-10-16,1-3-3 0,1 2 0 0,18-7 5 0,4-2-10 16,-3 1 3-16,-1-1-6 0,-4 0-7 15,1 2 0-15,0 5-2 0,-1 0 0 0,-1-7-5 0,-6 6-6 16,0 1 6-16,-2 2-4 0,-3 2 7 0,-4 0 15 16,2 0-4-16,-1 2 8 0,-1 0 4 0,0 1-16 15,-2 14 6-15,-4 5-10 0,-5 3-3 0,-4 1-11 16,11-2-1-16,-24 0-2 0,4-2-3 0,-2-3-2 15,1-1-1-15,3-5 1 0,3-3-1 0,8-3-7 16,3-3-3-16,5-1-3 0,1-1-19 0,-2 2 3 16,2-2 1-16,0 0 0 0,0 1 7 0,0 1 4 15,2 0 1-15,-1-4 1 0,27 15 10 0,0-6 4 0,-2-3-1 16,2-1 1-16,2 1-8 0,-4-1 3 0,2 3 1 16,-4-1 1-16,2 2 4 0,-2 1 0 0,0-1 4 15,-4 0-1-15,-5-1 14 0,-2-1-8 0,-3-1 2 16,-5-3-1-16,1 1 18 0,-6-2 12 0,5 5 7 0,1 3 1 15,-2 1 12-15,-4 0-23 0,-2 0 0 0,-4 0-8 16,1 2-18-16,-25-2-1 0,-5 1-3 0,-1-3 2 16,1-2-5-16,0-1-18 0,1 14-15 0,3-9-7 15,5-3-101-15,5-6-166 0,6-2-26 0,10 0-74 16,1 0-380-16</inkml:trace>
  <inkml:trace contextRef="#ctx0" brushRef="#br0" timeOffset="-195252.83">22782 12369 256 0,'0'0'169'0,"0"0"-79"0,0-2 43 0,0 0 3 0,0 0-120 16,0 0 0-16,0-1 11 0,0-1 6 0,0 0 0 15,0 1 18-15,0-1 2 0,0 2 0 0,0-2 2 16,0 2 7-16,0-1-22 0,0 1 2 0,0 0-11 16,2-2-13-16,0 1 14 0,0-1-6 0,2 2 9 15,-1 0 0-15,5 0-8 0,1 0 5 0,2 2-6 16,4 4 7-16,-2 2-11 0,0 3 1 0,0 15-3 0,2 11-6 16,-2 8 3-16,0 3-7 0,0 3 5 15,-4 6-13-15,0-1 3 0,1 0 6 0,-3 6-4 0,1-10-1 16,-5-4-1-16,5 1-1 0,-5-14 3 0,1 0 7 15,0-7 2-15,-2-3 3 0,11-5 0 0,-4-1 12 16,-3-4-2-16,-3-2-2 0,-1-2 1 0,0-1-6 0,-2-1 0 16,0-1 0-16,0-3-1 0,0 3-7 0,0-4 2 15,0 0 4-15,0 1-2 0,0 1 10 0,-2-2-9 16,0 0-3-16,0 0-2 0,1-2-13 0,-1-2-1 16,0-2-5-16,-6-18 3 0,-1-17 1 0,2-6 1 15,3-7-1-15,4-1-1 0,0-5-1 0,2-3-1 16,2 3 6-16,1-3-4 0,3 3 2 0,-1 8-3 0,4 0 1 15,0 5-1-15,2 3 4 0,2 1 1 0,2 6-2 16,-1 3 3-16,-14 1 3 0,22 6 7 0,1 1-6 16,-1 8 5-16,-6 1-11 0,-1 7-1 0,-2 3 5 15,-2-5-4-15,-2 5 7 0,-2 1 3 0,1 2-4 16,-3 2 2-16,2 0-9 0,1 0-4 0,3 2 4 0,-4 0-3 16,-2 2 1-16,4 1-20 0,-7-3-2 0,4 0-10 15,-5 9-43-15,-1-2-74 0,2 3-15 0,1-1-25 16,3 2-123-16</inkml:trace>
  <inkml:trace contextRef="#ctx0" brushRef="#br0" timeOffset="-194819.24">23298 13362 1309 0,'-1'0'117'0,"-1"0"-170"16,0 0 131-16,0 0-78 0,0 0-35 0,0 0 32 15,0 0 3-15,1 0 9 0,-1 0 19 0,0 0 5 16,2-2 0-16,0 0 4 0,2-1 16 0,-2-1-7 0,13-16 0 16,-10-6-4-16,27 0-7 0,2-2-6 0,-6 0-3 15,5 2-2-15,-8 0-18 0,1 2 6 0,-2-2-1 16,-11 0 4-16,0 0 3 0,-5 2-5 0,-2 1 5 15,-3 1-4-15,12 2 13 0,-5 3-5 0,-4 6 2 16,-3 0-3-16,-1 5 5 0,0 1 2 0,0 1-4 0,-1 0 2 16,-1 0-1-16,-2 3-14 0,-9-3 5 0,-7 4-10 15,1 5-6-15,-1 7 6 0,-1 1-4 0,1 22 5 16,-3 4-5-16,5 0 4 0,-1 2-4 0,3 1 4 16,1 1-4-16,4 0 7 0,-1-1 2 0,5-4 0 15,3-3 2-15,2-4-5 0,-16-3 7 0,10-7-4 16,5-3 10-16,3-1 2 0,2-2-1 0,1-2 4 15,3-2 2-15,-4-7-3 0,24-2-5 0,3 16 2 0,9-7-2 16,4-9-18-16,1-6 10 0,9-9-14 0,-2-5-5 0,4-8-35 16,4 15-18-16,-5-32-10 0,3-2-106 15,3-7-247-15</inkml:trace>
  <inkml:trace contextRef="#ctx0" brushRef="#br0" timeOffset="-172514.49">30840 11381 176 0,'0'0'25'0,"0"-2"6"0,0 0 22 0,0 0 9 15,0 1-8-15,0-3-11 0,0 2-8 0,0-5-2 16,0-1-2-16,0 4-18 0,0 1 4 0,-1-1 1 0,-1 0 2 16,0 1 7-16,0 1-10 0,0 0 3 0,2 0-4 15,-2 0 12-15,0 0 6 0,1 0-7 0,-1 1 5 16,0-1-13-16,0 0-9 0,0 0 5 0,0 0-6 15,0 0 6-15,1 0-6 0,1 1 2 0,-2-1-4 16,0 0-3-16,2 0 11 0,0 0-4 0,-2 2 5 16,2 0-8-16,0 0-1 0,-2 0 1 0,2 0 0 0,0 0 2 15,-2 0 1-15,2 0-1 0,0 0 1 0,0 0 3 16,0 0 1-16,0 0-2 0,0 2 1 0,0 0 0 16,0 0-2-16,0 0-2 0,0-1 0 0,0 1-6 0,0 2 2 15,0-2 2-15,0 18-3 0,-2 1-3 0,-1 5-3 16,-1 5 1-16,-2 1-1 0,-1 5 8 0,-4 2-6 15,0 0 3-15,-2 6-3 0,0-3 15 0,0 5-6 16,0-1-1-16,0 1-2 0,-2-3 3 0,4-5 10 16,0-2-4-16,0 0 4 0,1-5-16 0,1-6 19 15,0 2-5-15,3-10 8 0,1 3-15 0,-1-5-6 16,2-3 5-16,1-3-3 0,-1-1 8 0,2-2-8 16,2-3-3-16,0-2-4 0,-2 2-29 0,0-1-24 15,2 1-21-15,0-2-5 0,0 0-112 0,0-2-137 0</inkml:trace>
  <inkml:trace contextRef="#ctx0" brushRef="#br0" timeOffset="-172031.77">30618 11509 847 0,'0'-2'106'16,"0"0"11"-16,-2 1-29 0,0-3-25 0,0-7-28 15,2-4-17-15,0 0 5 0,0 4-4 0,4-4 6 16,1 0-1-16,3 2-1 0,-4-4 2 0,18 1 0 15,0 1 3-15,0 0-14 0,-1 4-3 0,-1 2-3 0,-3 3-9 16,-2 4 2-16,0 0 1 0,-4-5 0 0,-2 1-8 16,-2 3 0-16,3-1-2 0,-5 4 3 0,1 0 1 15,-2 0 3-15,-1 0 2 0,-1 0 0 0,0 0 7 0,-2 2-8 16,11 13 3-16,-2 1-4 0,-1 1 4 0,-3 0 5 16,-1 1-6-16,-2 3 5 0,0-1-3 0,-2 1 12 15,0 3-2-15,-2-2 4 0,-2 2-8 0,-1 4 3 16,-1 0-6-16,-1 0 5 0,-3 1-9 0,-1-1 7 15,-2 2-1-15,-2 0 2 0,1-2-1 0,-1-2-7 16,13 1 5-16,-19-1-6 0,1-2 10 0,-2-3-5 16,1-8 4-16,3 2-5 0,-4-4 3 0,7 2 3 15,0-2-2-15,4-7 2 0,3-1-6 0,3 1 2 0,1 0-6 16,0 0 4-16,1-1-8 0,1 1-5 0,0 0 11 16,0-2-7-16,0-1 13 0,2 1-6 0,0 0 5 15,2 0-5-15,0 0 4 0,2 0-2 0,14 3-3 16,6 1 3-16,0-1-2 0,2 1-2 0,0 1 1 0,0-1 0 15,0 1 6-15,-3-1-3 0,1 0-2 0,-2 1 0 16,0 0-3-16,-3-1 5 0,-1 0 1 0,-1-1 1 16,-4-1 0-16,0 0-19 0,-4-1-4 0,-1 1-9 15,-1-2-40-15,-3-2-5 0,-2 0-18 0,0 0 2 16,0 0-92-16,1 2-14 0,1 0-18 0,0-1-4 16,-2 1-147-16</inkml:trace>
  <inkml:trace contextRef="#ctx0" brushRef="#br0" timeOffset="-171362.01">31026 11849 839 0,'0'0'88'0,"0"0"7"0,0 0-22 16,0-2-26-16,0 0-18 0,0 0-13 0,-2 0-6 16,0 1 6-16,1 1-7 0,-1 0-5 0,0 0 0 15,0 0-2-15,0 0 3 0,0 1 4 0,0 3-5 16,-1 9 6-16,-1 8-5 0,0 1 6 0,1 6-5 15,-1 0 0-15,2 1 0 0,0 1-2 0,0-6 7 16,0-2-7-16,1-1 6 0,-1-1-8 0,0-3 9 0,-2 2 1 16,0-5 2-16,1 1 1 0,1-4 1 0,0 1-1 15,0-3 1-15,0-2 4 0,2-1-6 0,-2 1 1 16,2-3-3-16,0 0 2 0,0-2 8 0,-1 1 4 16,-1 1 2-16,2 0 23 0,0-2-13 0,0-1 0 15,-2 1-7-15,0 0-12 0,0-2-10 0,0 0 2 0,0 0-4 16,1-2 3-16,-1 0 0 0,0 1-3 0,0-3 1 15,0-2-5-15,-5-9 1 0,-1 1 3 0,3-3-3 16,-1 2 2-16,2 0 8 0,1 0-9 0,-1-1 8 16,0-5-10-16,2 3 3 0,1-3-1 0,1 4 1 15,0 4-8-15,1-1 1 0,1-1 0 0,2 2 0 0,2 0 4 16,-1 3-7-16,3-1 6 0,10 0-6 0,3-2 11 16,3 0-7-16,-2 6-1 0,4-3-2 0,0 5 6 15,0 3 1-15,0-15 1 0,-7 10-1 0,-3 5-3 16,-5 2 1-16,-1 2-2 0,-7 0 1 0,3 1-1 0,0 5 2 15,7 14 1-15,-4 2-1 0,-7 2 4 0,-4 4 5 16,-6-6 2-16,-3 0-1 0,-4-1 3 0,12-5-4 16,-23-1-1-16,-2-4 0 0,6-2-1 0,1 0-8 15,3-2 4-15,3 1-5 0,4-5 0 0,1-1 0 16,5-2 0-16,3-2 1 0,0 2-1 0,2 0-14 16,-4 1-2-16,2 1-2 0,1 0 10 0,-1-1 5 15,2 1 0-15,0-2 0 0,2 0-3 0,-1 0 1 16,3 0 1-16,11 5 0 0,4 2 2 0,1 1-4 0,-7-5 2 15,4 4-1-15,-4-1 5 0,-2-1 0 0,2-5-1 16,-9 11 0-16,3 2 4 0,2-4 2 0,-1 2 5 16,-3-2-3-16,-1 0 10 0,-2-1 2 0,-2 1-3 0,-2 0 2 15,-2-2-8-15,-1-1 5 0,-3-1-3 0,-14 1 4 16,0-1-4-16,-1 0-5 0,-1-3 1 0,2 0-2 16,0-2-2-16,-2 0 3 0,1-1-3 0,5 12 3 15,-1-3 1-15,6-5-5 0,0-1 0 0,2-2-4 16,4-2-31-16,1 0-30 0,2 0-12 0,2 0-3 15,-1-2-23-15,1 0-4 0,0-2-3 0,2-12-6 16,4-8-63-16,7-1-39 0,-7 1-33 0</inkml:trace>
  <inkml:trace contextRef="#ctx0" brushRef="#br0" timeOffset="-171141.89">31477 11797 1098 0,'-2'-2'118'0,"1"0"242"0,-1 0-335 0,-2 1-25 15,2-1-8-15,0 0-3 0,0 0-6 0,1 0 13 16,1 0 3-16,0 0 1 0,0 1 0 0,1-1 0 0,1 0 0 16,2 0 0-16,0 0 0 0,-1 2-2 0,7-2-7 15,-3 0 0-15,1 1-23 0,-5 1-62 0,1 0-10 16,-2 0-24-16,0 0-94 0,1-2-114 0</inkml:trace>
  <inkml:trace contextRef="#ctx0" brushRef="#br0" timeOffset="-170973.86">31368 11986 708 0,'0'0'35'16,"0"0"-3"-16,0 2 32 0,0 0-3 0,2 0 2 16,-1 2 7-16,1-1-1 0,2 1-1 0,7 2-1 15,6 1-12-15,1-5 2 0,3 13-2 0,5-4 0 16,2-6-12-16,-2-5-22 0,2-5-4 0,-2-3-9 0,1-3-30 15,-1 0-64-15,0-2-33 0,0 0-14 0,2-4-134 16</inkml:trace>
  <inkml:trace contextRef="#ctx0" brushRef="#br0" timeOffset="-170566.31">32055 11559 855 0,'-2'-2'295'0,"0"1"-415"0,-2-3 353 16,-1-2-203-16,-6-5-30 0,5 4 4 0,0-1-5 16,3 3 3-16,-3-3-8 0,2 3 8 0,1-1-3 0,1 1 4 15,0 1-4-15,0 0 7 0,2 2 2 0,0 0 3 16,0 1 12-16,-2-3 14 0,0 0 9 0,1 0 0 15,-1 1 17-15,0 1-24 0,0 0-7 0,0 0-5 16,0 0-24-16,0 0-3 0,1 1 4 0,-1 1-4 16,0 0 15-16,0 0-5 0,2 1-1 0,0 3-2 15,0 9-3-15,0 15 2 0,0 4 3 0,2-1-1 16,2 1 0-16,1 1-3 0,1 1 1 0,-3-1-1 16,3 4-1-16,0 0 6 0,-1-2-6 0,-1 1 8 0,0-5-3 15,-1 1-3-15,-1-2 6 0,0-1-5 0,0-3-2 0,-2-5-1 16,0-3 3-16,0-1-2 0,0 0 3 0,0-4-3 15,0-2 0-15,0-2 1 0,0-3 6 0,0-3-11 16,0 1 0-16,0 0-4 0,0 0-23 0,0-1-66 16,-2-1-22-16,0 0-18 0,0 0-97 0,0-2-132 15</inkml:trace>
  <inkml:trace contextRef="#ctx0" brushRef="#br0" timeOffset="-170241.15">32413 11392 967 0,'0'0'108'0,"-2"-2"21"0,0 0-46 0,1 1-42 0,-1-1-17 16,0 0-14-16,-2 0-4 0,0 0-3 0,1 0 2 15,-1 0 3-15,0 1-10 0,2-1 4 0,1 0-5 16,-1 0 8-16,0 2 6 0,0 0-3 0,0 0 5 15,0 2 3-15,0 0 5 0,1 1 1 0,-1 5 1 16,-6 12-2-16,3 1-2 0,-1 3-1 0,1 2 0 0,-3 4 0 16,1 3-11-16,1 0 8 0,-1 6-8 0,-1-1 5 15,1 2-6-15,-1-1-1 0,3-1-1 0,-1-3 4 16,3-6-4-16,-3 1 2 0,2-2-2 0,2-8 2 16,-1 3-1-16,1-10-3 0,0 2 2 0,0-4 2 0,2-6-10 15,-2 6-4-15,2-9-6 0,0 0-33 0,0 0-80 16,0 2-17-16,0-1-30 0,0-1-122 0</inkml:trace>
  <inkml:trace contextRef="#ctx0" brushRef="#br0" timeOffset="-169935.05">32575 11563 947 0,'-2'0'66'15,"0"-2"137"-15,-2 0-189 0,1 0-5 0,-3 1 0 16,-3-3-1-16,-1 0 0 0,1 2 23 0,0 0-5 0,0 1 11 16,-1 1-11-16,-1 0-9 0,0 0-2 0,0 1-1 15,-2 3-4-15,0 4-4 0,0 1 4 0,-2 4-3 16,2 11 12-16,-2 2 0 0,-2 2 0 0,3 2 1 16,-3-1 3-16,2 1 9 0,0-2-8 0,2 1 8 15,2-3-3-15,2-3-8 0,-1 1 7 0,1-7-9 16,4-3 6-16,1 1-9 0,0-2 2 0,-5-2-5 0,5-3-2 15,2-3 3-15,-1 3-2 0,3-4 2 0,-2 5-10 16,2 0 0-16,0-3-4 0,2-3 2 0,-2-1-1 16,14 9-7-16,7 1 6 0,1-3-8 0,0-5-7 0,1-3-32 15,-1-1-1-15,2-5-16 0,-2-3-67 0,1-1-77 16,-1-2-9-16,0 0-25 0,4-2-88 0</inkml:trace>
  <inkml:trace contextRef="#ctx0" brushRef="#br0" timeOffset="-169603.72">32796 11546 1298 0,'-2'0'29'0,"0"0"-1"0,-2 0-4 0,-13-2-4 16,4 2-9-16,-1 0-5 0,2 2-6 0,9-2 0 15,-8 4-1-15,5-2 1 0,4-2 1 0,0 4 2 0,-7 12-1 16,2 1 7-16,3-2-4 0,4 3 7 0,0-1-6 15,4 2 10-15,3-1 1 0,0 1-8 0,3-1 5 16,1 3-6-16,2 1-2 0,-2-1 5 0,2 1-4 16,-4-4-1-16,1 3 0 0,-5-6 3 0,-1-2 0 15,0 5 18-15,-3-5 19 0,-1 2-4 0,-1-4 10 16,-1-5 3-16,-4 1-11 0,-16-1-3 0,-10-1-4 16,-1 1-19-16,-4-4 0 0,1 1-5 0,5 16 2 15,1-8-10-15,8-5-1 0,0-4 0 0,5-2-4 0,2 0-29 16,6 0-43-16,1-2-6 0,5 2-16 0,-1-2-76 15,2-2-50-15,-5-14-14 0,3-7-25 0,6 3-209 0</inkml:trace>
  <inkml:trace contextRef="#ctx0" brushRef="#br0" timeOffset="-169230.34">32816 11518 900 0,'0'-1'275'0,"0"-1"-354"0,-2 0 315 16,0-2-172-16,2 0-53 0,-2-5 8 0,2 0-2 16,0 0 4-16,0 1-5 0,2 1 0 0,2 1-2 15,-2-1 1-15,18 1 0 0,6-1 9 0,-2-1-1 0,6 5 3 16,-4-3-6-16,2-13-5 0,-4 10 2 0,-3 4-5 16,1 1-8-16,-7 4 2 0,0 2-4 0,-4 1 5 15,-4 1 5-15,-5-4 1 0,0 24 3 0,13 2-1 16,-6 6 12-16,-7 1 1 0,-6 4-4 0,-5 2 2 15,-6 2-9-15,-4 2-4 0,-3-2 0 0,18 0-2 16,-20-2-7-16,2-6-2 0,2-3 1 0,7-1-1 16,0-4 0-16,5-3 1 0,4-2 0 0,-5-7 2 0,7 2 8 15,-1-4-8-15,-3-3 6 0,0-1-6 0,5-1 15 16,-1-1 1-16,2-1-2 0,0 0 2 0,0-1-4 16,0 1 3-16,2-2-3 0,1 0 2 0,12 3-6 0,13-1-3 15,0-4 1-15,5-7-3 0,-1-4-11 0,-1-2-5 16,1-4-4-16,-2 2-3 0,-1 0-48 0,-3 2-161 15,2-4-59-15</inkml:trace>
  <inkml:trace contextRef="#ctx0" brushRef="#br0" timeOffset="-168263.62">30749 13332 632 0,'0'-1'77'0,"-1"-1"156"15,-1-2-195-15,0 0-14 0,0 1 3 0,0-1-7 16,0 0 1-16,0 0 0 0,1 1-1 0,-1 1 2 15,0 0 5-15,0 0-10 0,0 0 7 0,0 2-6 16,-1 0 23-16,-1 2 2 0,-5 9 1 0,-12 26-1 0,3 10 2 16,3 5-5-16,0 5 0 0,4 5-2 0,-2-3-2 15,4 1-5-15,-4-3 0 0,1-3-1 0,-1-2 3 16,-1-2-5-16,1-4 4 0,0 1-7 0,1-4-2 0,3-4-16 16,0-4 1-16,1-4-5 0,3-3 7 0,-1-2-4 15,3-7 1-15,1-1-5 0,0-8-15 0,0-1-48 16,2-2-5-16,0-3-32 0,0 0-197 0</inkml:trace>
  <inkml:trace contextRef="#ctx0" brushRef="#br0" timeOffset="-167734.24">30722 13266 1059 0,'-2'-2'76'0,"0"0"164"15,0 0-231-15,0-2-19 0,0 1 1 0,0-1-7 16,1 0 1-16,1 0 8 0,0 1 0 0,1-1 4 16,5-3 13-16,18-3-1 0,8 3 4 0,3-1-1 15,-2 1 6-15,1 3-9 0,-3 1 2 0,-3-16-3 16,0 8 6-16,-6 7 1 0,1 2-1 0,-10 2 2 0,-2 0 2 15,-4 2 5-15,-5-2 1 0,2 2 0 0,0 2-6 16,-1 9 1-16,-3 7-1 0,-5 2 1 0,-8 3-3 16,3-1-6-16,-25 0-4 0,0 0 0 0,0 0-5 0,5 2 5 15,0-5 0-15,4-7 1 0,4-1-9 0,7 0-5 16,6 2 2-16,3-4-3 0,4-3-7 0,0-4-12 16,2-3 2-16,-1 3-3 0,-1 4 24 0,2-3 4 15,0-3-1-15,0 0 1 0,15 9-2 0,18 4 0 16,4-6 6-16,2-1-4 0,0-3 1 0,2 1 2 15,0 1-4-15,-2 1 2 0,0-1-1 0,-13 0 8 16,-6 1-2-16,-7-1 4 0,-5-1-6 0,-3 1 23 0,5 6-3 16,-3 0 9-16,-5-2 0 0,-2 2 22 0,-4 0-8 15,-5 0 9-15,-12-1-28 0,-21 1-6 0,1-1-1 16,-6 0-1-16,7-1-2 0,-1-6-5 0,2 1 1 16,5 1-4-16,1-3-9 0,5 0 4 0,6-2-1 15,3 11 1-15,4-6-4 0,6-3-31 0,3-2-11 16,5-2-10-16,-3 1-58 0,0-1 34 0,2 0-26 0,2-1 10 15,0-1-184-15</inkml:trace>
  <inkml:trace contextRef="#ctx0" brushRef="#br0" timeOffset="-167530.95">31503 13451 1861 0,'0'0'26'0,"0"0"3"0,-2-2-51 15,1 1-9-15,1-1-20 0,0 0 3 0,0 0 24 16,1 0 1-16,1 0 3 0,2-1-28 0,0 1-35 16,11-8 2-16,-1 3-12 0,-2-2 0 0,-3 1-44 15,0 1-5-15,-3 1-27 0,-1 3-154 0</inkml:trace>
  <inkml:trace contextRef="#ctx0" brushRef="#br0" timeOffset="-167409.78">31444 13535 456 0,'0'0'154'0,"-2"0"1"0,0 2-60 0,0 0-7 0,0-1-67 16,2 3-7-16,0 0 2 0,0-2-9 0,0 1 6 16,2 1-7-16,4 0-10 0,14 7 4 0,3-5-20 15,-1-6-125-15,4-4-109 0</inkml:trace>
  <inkml:trace contextRef="#ctx0" brushRef="#br0" timeOffset="-167080.96">32283 13121 1044 0,'-2'-2'135'0,"0"0"268"0,-1 0-370 0,-1 0-12 15,0-1-14-15,2 3 7 0,-3-4-11 0,3 4-4 16,-2-2 7-16,-1-2-6 0,-1 2 2 0,1 1 2 16,-5 1-4-16,3 0 4 0,1 1 5 0,-7 9 8 15,6 3 5-15,-6 16 0 0,-4 7 19 0,2-1-7 16,-5 4 4-16,-1 0-5 0,5 2-1 0,-1 0-9 16,2 0-6-16,0-2 1 0,2-4-7 0,-2-5-6 0,4-1 4 15,2-3-6-15,0-3-3 0,3-5 2 0,-1-3-8 16,3-8 2-16,-3 3-34 0,5-7-46 0,2-1 0 15,0 0-15-15,-2 2 10 0,2-2-17 0,0 0-7 16,2-2-11-16,9-6-80 0,26-3-53 0,2-25-9 0</inkml:trace>
  <inkml:trace contextRef="#ctx0" brushRef="#br0" timeOffset="-166693.62">32534 13134 515 0,'0'0'112'16,"0"0"-7"-16,0 0-2 0,-2 0 5 0,0 0-45 0,0 0-26 15,0 0 12-15,-1 2 0 0,-3-1 6 0,-9 9 5 16,-1 1-6-16,-3-2 0 0,-1 15-2 0,1 4-1 0,0 0-4 16,-1 0-2-16,3 2-2 0,1-3-20 0,4 3-3 15,5-4-3-15,3-2 1 0,-12 0 4 0,8-9-10 16,4 0 3-16,3-4-5 0,1-5 2 0,0-2 1 16,0-3 4-16,1 3-2 0,1-2 6 0,2 0 1 15,9-2-6-15,6-2 4 0,1-5-13 0,2-6 4 16,-1 9 1-16,1-22-1 0,-2 0-10 0,-1 4 4 15,0-3-5-15,-1 7 5 0,1 3-8 0,-6 4 5 16,0 0-3-16,-4 5 4 0,0 2-13 0,-1-1 3 16,1-1 1-16,2 1 1 0,-2 1 5 0,1 2-1 0,4 2 2 15,-2 2-1-15,2 4 6 0,-1 1-7 0,2 2 3 16,4-3-3-16,-1 11 6 0,8-4-1 0,0-2-3 16,0 0 3-16,2-2 0 0,4-5 7 0,-2 14 7 15,1-6-1-15,1-9 11 0,-6-3 0 0,-2-3 0 0,-6-3 2 16,-1-1 15-16,-8 1 13 0,1 2-3 0,-8-14 5 15,11-1-8-15,-2-3-22 0,-6-2 0 0,-5 0-8 16,-3-1-12-16,-5 1-6 0,-5 0-3 0,4-2-5 16,-25 2-51-16,-3 2-136 0,-4-1-49 0,1 1-48 15,-1 11-355-15</inkml:trace>
  <inkml:trace contextRef="#ctx0" brushRef="#br0" timeOffset="-165225.47">14631 14654 256 0,'0'-1'247'16,"0"-1"-114"-16,-2 0 68 0,1-2 1 0,-1 0-186 0,-2-5-7 16,0-4 1-16,1-2-1 0,1 0 3 0,0 1-1 15,0-3 1-15,2 4 2 0,0-2-1 0,0 4-4 16,0 5 5-16,0-1-7 0,0 3 7 0,0 0-8 0,2 1-2 15,0-1-1-15,1 2 1 0,1 2 5 0,7 0-1 16,2 6 8-16,-2 14-6 0,1 25 6 0,-5 7-6 16,0 2-3-16,1 3 2 0,-3 6-3 0,-1 0 7 15,0 2-6-15,24-2 6 0,-15-5-5 0,-6-2-3 16,-5-8 12-16,-2-9-9 0,0 0 9 0,-2-7 13 16,0-3-8-16,0-3 11 0,1-7 4 0,-1-4 4 15,0-6-3-15,2-5 3 0,0-1-2 0,-2 1 24 0,0 0-1 16,0-2 4-16,0 0-26 0,-1-1-22 0,-1-1-3 15,0 0-4-15,-5-1-9 0,2-38 0 0,-3-8 3 16,5-1-1-16,-1-6 4 0,4-2-8 0,0-1 2 16,-25-3-2-16,14 5 0 0,9-1-2 0,6 0-1 15,3 4 0-15,5 4 1 0,3 2-7 0,3-1 5 16,3 4-5-16,3 4 14 0,-16 8-4 0,23 1 3 0,-1 8-4 16,2-2 0-16,5 5-6 0,0 4 3 0,1 4-2 15,-1 6 12-15,-9 1-7 0,0 0 0 0,-9-7-5 16,-2 4-3-16,-1 1-21 0,3 4-7 0,0 2-5 15,0 2-38-15,-3 2-36 0,-1 1-16 0,2 5-10 16,-2-5-71-16,0 19-134 0</inkml:trace>
  <inkml:trace contextRef="#ctx0" brushRef="#br0" timeOffset="-164810.27">15307 15291 1337 0,'-2'0'53'0,"0"0"119"0,1 0-170 0,-1 0-14 15,0 0 7-15,0 0-9 0,2 0 14 0,0 0-1 16,0-2-4-16,2 1 3 0,0-1 5 0,0 0 8 16,-1 2 1-16,18-19 0 0,0-5 1 0,-1-2-3 0,3 0 4 15,-5 0-2-15,1-2 8 0,-4 4-5 0,0-4-1 16,-4 0 0-16,2 2-6 0,-5-1 5 0,-1 2-4 15,-1 1 3-15,-2 4-11 0,11 1 12 0,-4 1-10 16,-5 3 10-16,-2 0-7 0,-2 6-7 0,0 1 6 0,0 3-5 16,0 3 9-16,-4-2-9 0,-3-1 0 0,-12-3-3 15,-3 5 6-15,0 3 4 0,-4 7 4 0,-2 6-2 16,2 4-2-16,-4-6 3 0,0 19-6 0,1 1 6 16,1 3-4-16,7 1-4 0,3-2 0 0,5 1-2 15,5-5 5-15,1 3-2 0,3-2 3 0,-14-1-1 16,7-1 18-16,5-4-6 0,4 4 4 0,2-2-6 0,6 2-3 15,3-2 3-15,2-4 4 0,2-1-1 0,-9-5 6 16,20-1-6-16,-2-4 0 0,4-1-2 0,-2-3 3 0,8 1-6 16,-4-7 0-16,2 18-3 0,-1-8-12 15,-1-5-20-15,0-4-9 0,-2-2-4 0,2-4-47 0,-2-2-86 16,2-5-30-16,3-6-24 0,3 14-138 0</inkml:trace>
  <inkml:trace contextRef="#ctx0" brushRef="#br0" timeOffset="-164534.05">16141 14656 1342 0,'-2'0'44'0,"0"0"101"15,-2 0-141-15,1 0-10 0,-1 0-4 0,0 0-2 16,0 0-6-16,3 0 18 0,-1 0 2 0,2 0 5 16,0 0 0-16,2 0 10 0,-1 0-2 0,5 0 5 15,18-5-2-15,0-1-9 0,2-1 0 0,-3 3-3 16,-5 0 1-16,-1 1-3 0,-2 1 1 0,-4 0-1 0,2 0 2 16,-2 2-19-16,-2 0-8 0,1 0-16 0,-3 0-119 15,0 0-100-15,1 0-46 0</inkml:trace>
  <inkml:trace contextRef="#ctx0" brushRef="#br0" timeOffset="-164341.33">16089 15016 1730 0,'-2'0'70'0,"0"0"-1"0,0 0-42 15,0 0-2-15,1 0-35 0,1 0 5 0,0 0 6 16,0 0 8-16,1 0-3 0,3 0 4 0,20-1-5 15,8-5-1-15,5-5-1 0,4-4-4 0,0-2-30 0,3-1-10 16,4-4-17-16,-5 3-132 0,9-3-177 0,2 1-75 16</inkml:trace>
  <inkml:trace contextRef="#ctx0" brushRef="#br0" timeOffset="-163282.14">17533 13787 339 0,'0'-2'130'0,"0"-1"-89"0,-7-29 133 0,-2-3-47 15,3 2-75-15,2 7-1 0,-1-2-6 0,1 9 6 16,2 2-2-16,0 4 2 0,2 6-7 0,0 1 5 0,0 5-2 16,0-3-16-16,0 0 10 0,0 0-12 0,0 3 0 15,-2-1 0-15,1 0-1 0,-1 2 1 0,0 2-3 16,0 1 7-16,-4 12-2 0,-5 21 4 0,0 3-1 15,2 1-13-15,1 1 2 0,3-2-6 0,1 2-12 0,-1-2 1 16,1 0-2-16,0 0 4 0,2 0 3 0,0 2-7 16,-1 0 0-16,1-4-2 0,0-2-2 0,0-3 7 15,2 1-7-15,0-5 5 0,2 0-19 0,0-2-17 16,0-2-9-16,0-7-10 0,1-1-94 0,1-1-148 16,0-7-64-16</inkml:trace>
  <inkml:trace contextRef="#ctx0" brushRef="#br0" timeOffset="-162094.08">17981 13702 385 0,'0'0'55'0,"-2"-2"89"0,0 0-109 0,0 0-17 16,0 1-5-16,1-1-2 0,-1 0-13 0,0 0 3 15,2 0 2-15,0 0 2 0,0 0 1 0,0 1 9 16,0-3-1-16,0 2 6 0,0-2 10 0,0 1 8 16,0-1 2-16,0 0 2 0,0 0 3 0,0 1-8 15,0 1 3-15,-2 0-3 0,2 0 4 0,0 0-4 16,0 0-1-16,0 1 0 0,-2-1-7 0,0 0-11 16,0 0 3-16,1 0-6 0,-1 2-6 0,0 0 8 0,-2 2-9 15,-1 2 10-15,-12 9-1 0,2 13-3 0,-2 1-1 16,1 1-3-16,1 0-10 0,4-2 7 0,-1 2-1 15,3-4 2-15,2-2-8 0,1-1 5 0,2-3-7 16,3-1 6-16,-1 0-4 0,-9 0 1 0,3-3 9 16,3 1-5-16,3-2 7 0,2-2 2 0,0 2-5 0,2-3 6 15,3 1 0-15,-1-4 3 0,1-1 3 0,20-2-1 16,-1 12-2-16,2-5 1 0,2-3-4 0,1-6 3 16,7-4-1-16,-7-4-5 0,1-3 5 0,-4-2-5 15,-9 2-3-15,1 7 9 0,-1-21-11 0,-6-1 10 16,-2 0-6-16,-3-2-6 0,12-2 11 0,-6-1-10 15,-7 1 3-15,-3-2-1 0,-6 2-5 0,-3 0 4 0,-4 2 0 16,-4 4-13-16,6 2 3 0,-17 3-8 0,-2 6-9 16,2 3-3-16,0 3-9 0,4 3 6 0,1-13-8 0,4 6 4 15,4 5 6-15,4 2-4 0,4 2 0 0,1 0-52 16,0 0 16-16,2 0-23 0,0 0 52 0,2 0 8 16,2 0 6-16,2 0 0 0,24-7 15 0,18-2 3 15,2-3-5-15,1 1 5 0,-1-2 0 0,0-2-1 16,-5 1 4-16,0-1-2 0,-2 2 2 0,-10 2-1 15,1 1-1-15,-8 5 2 0,-4 1 0 0,-1 0-1 16,-4 2 1-16,-4 2-1 0,-4 0 6 0,-1 0 24 16,-4 0-7-16,1 2 10 0,1 4-11 0,9 18 4 15,-7 0-3-15,-4 6 2 0,-4 0-12 0,-2-1 16 0,-3 3 0 16,-3-1 6-16,-1-3-1 0,2-4-3 0,0 0-4 16,1-7 1-16,3 0-8 0,1-2-12 0,0-2 10 15,2-4-10-15,0 2 18 0,2-3-4 0,0-1 0 16,0-1 0-16,0-3 8 0,0-1-10 0,4 2 3 0,-2-4-6 15,17 11 4-15,-1-4 0 0,1-3 0 0,-1-4-1 16,-1-2-2-16,-2-1-7 0,0-5-1 0,-4 1-2 16,0 3 7-16,-4-16-1 0,-1-3 1 0,-2 1-3 15,11 0-9-15,-4-4 4 0,-6 2 3 0,-1 1-2 16,-4-1-7-16,0 2 5 0,-2-2-5 0,-2 2 4 16,1 3-3-16,-1 2-1 0,2 2 1 0,0 1-2 0,0 1-6 15,2 0 1-15,0 0-3 0,0 3 2 0,0 1-6 16,2-2 0-16,0 5 2 0,2 1-1 0,-4 3 10 15,11-7-9-15,6-1 2 0,-3 5-4 0,3 1-1 16,2 4 9-16,1 4-4 0,-1 3 5 0,-3 4-5 0,-1 0 9 16,-2 15-3-16,-2 2 3 0,4-2 5 0,-5 8-5 15,-5-1 6-15,3 2-6 0,-7 1 3 0,3-7-1 16,4 1-2-16,-1-4 0 0,-3-2 1 0,1-3-3 16,-1-5 3-16,-2-1-2 0,3 0 2 0,1-4 7 15,3-2-6-15,4-1 5 0,-9-1-9 0,9-3 10 16,-2-2-3-16,0 0 5 0,10 13-5 0,-6-8 14 15,5 0-2-15,-3-5 6 0,-1-2-11 0,9-2 3 16,-3-3-8-16,2-4 6 0,0-4-2 0,-5 0-5 0,-1 3 6 16,-1-14-8-16,0 0 8 0,-6-4-2 0,0 2 3 15,-4-5-4-15,1-3 8 0,-6 1-8 0,0-2 0 16,16 3-3-16,-9 4-4 0,-3 0 11 0,-6 2-5 0,-2 4 7 16,-5-4-2-16,-1 7-4 0,-1 3 6 0,5 1-6 15,-20 7-2-15,-2 1-13 0,-4 3-4 0,-5-16-3 16,-2 7-7-16,-2 7-27 0,0 6-1 0,4 6-10 15,-2 5-19-15,1 2 5 0,-1 4-11 0,6 1-5 16,6-12-138-16,9 22-142 0</inkml:trace>
  <inkml:trace contextRef="#ctx0" brushRef="#br0" timeOffset="-161782.23">19860 13318 770 0,'-4'0'257'0,"0"0"51"0,-35-8-141 15,10 3-109-15,1 1-45 0,4 2-18 0,1 2-2 16,5 2-4-16,5 0 3 0,2 1 2 0,3 1-5 16,5-2 4-16,-5 7-4 0,-5 15 9 0,8-1 5 15,3 1 5-15,2 2-1 0,3-4 0 0,7 4 7 16,1-2-5-16,0-1 6 0,2-1-2 0,0 2 8 0,0 0 0 15,-2-2 3-15,0 3-4 0,-3-7 10 0,-3-1-4 16,-3-4 5-16,0 0-4 0,-2 2 4 0,0 1-3 16,-4-1 3-16,-3 0-8 0,-2-2-12 0,-23 0 2 15,-5-4-7-15,0 1-9 0,-2-1-43 0,-2-5 8 16,7-1-18-16,1 18 1 0,7-12-119 0,4-5 10 0,7-4-49 16,4-2-25-16</inkml:trace>
  <inkml:trace contextRef="#ctx0" brushRef="#br0" timeOffset="-161395.2">19678 13405 550 0,'0'0'96'0,"-2"-2"-5"0,0 0-22 16,0 0 1-16,2-1-43 0,0-1-22 0,0 0 15 16,0 2-6-16,0-5 8 0,4-2-9 0,0-1 2 15,-1 3-5-15,5-2 3 0,1 1-6 0,13-1 10 16,1 3-2-16,-1-1 3 0,2-1 4 0,2 3 1 15,-2 1 5-15,2 0-5 0,-2 3-10 0,-3-14-1 16,-1 5-1-16,-1 5 0 0,-3 5-9 0,-1 0 8 16,-2 2 5-16,-2 3 2 0,-3-1 17 0,-1 7-13 15,-3 13-4-15,-2 4 0 0,16 2-5 0,-6-4 6 16,-7 4 1-16,-3-1 1 0,-2 3-6 0,-2-1 6 0,-3 1-2 16,-5-2 5-16,-1 1 6 0,-2-1-12 0,0-4 0 15,-4 4-4-15,3-4-8 0,1-6 0 0,0 0 0 16,1-3-1-16,5-4 2 0,1-2-4 0,1 0-2 15,3-5 0-15,2-2 4 0,0 1 11 0,0-3 6 16,0 0-2-16,2 2 3 0,2-1-1 0,12 5-2 0,16-1 0 16,3-5 0-16,0-4-5 0,6-7 0 0,4-2 1 15,-1-2 7-15,1-2-15 0,0 0 4 0,-6 2-7 16,0-2 5-16,-4 6-10 0,-7 0 0 0,-10 3-7 16,-3 2-30-16,-11 4-65 0,0-1-56 0,-1-1-18 15,-1 0-352-15</inkml:trace>
  <inkml:trace contextRef="#ctx0" brushRef="#br0" timeOffset="-160865.54">17299 14710 759 0,'-1'0'143'0,"-3"0"14"0,-17-2-57 0,-6 0-33 0,4 2-40 16,5 0-12-16,5 0-13 0,2 0 4 0,3 0-6 16,4 0 0-16,3 0 3 0,-1 0 0 0,-2 2 4 15,0 0 7-15,2 0 5 0,1 0 2 0,-1 0 1 16,2 0 6-16,0-1-2 0,2 1 0 0,1 0 1 0,21 4-3 16,17-1-3-16,6-3-2 0,3-2 1 0,5-5-2 15,9-5 10-15,-1-3-3 0,7-2 5 0,3-1-9 16,7-5 11-16,7-1-8 0,17-2 8 0,11 0-15 0,4 1-1 15,-2-1 2-15,-6-2-2 0,-3 4-9 0,5 2-2 16,8 1-1-16,-8 6 0 0,-7 0 0 0,-15 4-4 16,-13 1 1-16,-11 1-1 0,-4 1 8 0,-8-1-5 15,-1 3 0-15,-4 0-2 0,-3 1 0 0,-6-1 5 16,-6 0-1-16,-7 1 1 0,-8 1-7 0,-5 0 14 16,-6 0-4-16,-5 2 10 0,-2 0 0 0,0 0 16 15,2 0-7-15,-3 0 6 0,1-2-34 0,-2 0-77 16,-2 0 1-16,1 1-31 0,-14-1-42 0,-24 2-236 0</inkml:trace>
  <inkml:trace contextRef="#ctx0" brushRef="#br0" timeOffset="-160563.45">17762 15128 779 0,'0'-4'101'0,"-4"-13"203"0,-2-7-272 16,3 4-12-16,-1 3-4 0,2 4-2 0,0 4-13 0,2 3 5 16,0 4 1-16,0-1 0 0,0-1 2 0,0 2 12 15,0 0-4-15,-2 2 6 0,1 0 2 0,-1 2 9 16,-2 11-1-16,-3 22 5 0,-1 6 8 0,1-4 1 15,1 2 1-15,1 0-2 0,1-1-8 0,0-1-17 16,0 0 1-16,1-2-7 0,-1 0 0 0,2-3-11 16,-2-4 7-16,3-4-8 0,-1 0 3 0,0-2-14 15,0-1-18-15,2-3-2 0,0-1-85 0,2-4-118 16,0-4-21-16,0-1-42 0,1-3-149 0</inkml:trace>
  <inkml:trace contextRef="#ctx0" brushRef="#br0" timeOffset="-160023.14">18408 14966 1328 0,'-2'0'19'16,"0"0"3"-16,0 0-13 0,-1 0-3 0,-3 0-6 15,-14 8 7-15,1 1-7 0,-3 6 2 0,-1-6-3 16,7 21 15-16,-3 5-3 0,-1 0 6 0,-1-1-6 15,1-4 7-15,9 1 3 0,-2 1-1 0,7-6 1 0,4 2-12 16,-11-10 10-16,8-5-7 0,1 0 8 0,4-5-10 0,0-5 11 16,0 1-6-16,2 0 6 0,2-1-6 15,5 3 1-15,15 0 6 0,0-6-4 0,2-4-1 0,-4-5-10 16,-3-3-2-16,-2 9-1 0,-2-25 1 0,-4 4-2 16,-2-4 4-16,0 6-3 0,-3 1-2 0,1 1-4 15,-3 1-1-15,2 2 1 0,3 3 4 0,-4-3-3 16,5 4 1-16,-1-2-4 0,2 4-2 0,0 2 1 15,2 3 1-15,4-1 0 0,-2 3 0 0,0 0-2 16,3 2-5-16,-1-9 5 0,0 2 0 0,3 1 1 16,-1 7 3-16,1 1-4 0,-1 0-2 0,1 3 7 0,-1 3-2 15,-1 3 4-15,3 2 6 0,-3-1-6 0,-3-1 4 16,4 4-5-16,-8-6-2 0,5 4 2 0,3 2 1 16,-4-3 2-16,5 1 7 0,-3-2-10 0,2-1 4 15,-5-5-3-15,7 3 15 0,3-4-6 0,4-2 2 16,3-6-3-16,-1-3 12 0,2-4 11 0,-3-2-1 0,1 13 4 15,-4-24-5-15,-5 0-6 0,-3 0-1 0,-3 2-3 16,-4-2-14-16,-3 2 16 0,-3 4-3 0,-3-3 8 16,11 5-5-16,-4-1-1 0,-5 2-2 0,-4 1 1 15,-2 1-4-15,-2 4-9 0,-3 0-2 0,-12 7-3 16,-14 0-20-16,-10-20-44 0,1 13-10 0,-7 9-10 0,-6 4-29 16,-5 7-77-16,4 4-9 0,3 2-40 0,8 4-170 15</inkml:trace>
  <inkml:trace contextRef="#ctx0" brushRef="#br0" timeOffset="-159608.28">19656 14829 880 0,'-2'-2'107'0,"0"0"227"15,-2 0-314-15,-1 1-13 0,-1-1-6 0,-3-2 1 16,-1 0-1-16,1 2-3 0,-4 2 2 0,0 2-3 16,2 4 5-16,-2 3 5 0,6 6 2 0,-3 13 0 0,5 0 1 15,1-2 9-15,2-2-2 0,-15 4 6 0,8-1 7 16,5-2 2-16,3-1 3 0,1 0-3 0,0-6-2 16,1 3-11-16,1-4-1 0,0-6-2 0,0 4 4 0,-2-10-5 15,2 4 4-15,-2 3-5 0,0-5 10 0,-2 6-6 16,-2-2 3-16,-1 0-6 0,-1-3-14 0,-12-5-36 15,-8 1-7-15,-2 15-11 0,0-8-31 0,6-6-108 16,-1-3 19-16,7-2-50 0,3-2-5 0</inkml:trace>
  <inkml:trace contextRef="#ctx0" brushRef="#br0" timeOffset="-159293.1">19698 14777 927 0,'0'0'227'0,"0"0"-273"0,0-2 257 15,2 0-132-15,0 0-39 0,2 1-1 0,1-3-3 16,19 2-1-16,-3-9-23 0,-3 2-4 0,1-1 2 16,-8 3-2-16,-2 1-4 0,-1 3 2 0,-3-1-7 0,-1 2 4 15,0 0-1-15,-2 2-3 0,0 0 0 0,-1 0-2 16,3-2 4-16,0 2 6 0,0 2 5 0,-3 0-3 16,1 4 3-16,4 21-11 0,-6 5 3 0,-2 3-4 15,-4 1 11-15,-1-1 0 0,-2 0-3 0,-1 0 3 16,1 1-2-16,0-5-4 0,1 1 4 0,1-6-3 15,3-6 11-15,1-1 10 0,1-1 5 0,2-7 1 0,0 2 4 16,0-7-5-16,0-2 1 0,2-1-1 0,-1 1 6 16,3 0-10-16,4 0 0 0,12 5-4 0,2-5-8 0,6-4-3 15,6-4-3-15,-5-4 0 0,3-5-10 0,-3-5-34 16,5 9-11-16,-3-27-22 0,1 3-173 0,-4 1-327 16</inkml:trace>
  <inkml:trace contextRef="#ctx0" brushRef="#br0" timeOffset="-158762.05">20803 15364 1405 0,'0'0'96'16,"-2"-2"203"-16,0 0-303 0,2 2-23 0,0 0 3 15,0 0-4-15,2-2 33 0,0 0-5 0,9-1 5 0,17-9-5 16,0 1 0-16,-4 2-59 0,-2 2-7 0,-1-1-20 16,-3 1-41-16,-5 1-63 0,0 1-7 0,-3 1-37 15,-7 4-197-15</inkml:trace>
  <inkml:trace contextRef="#ctx0" brushRef="#br0" timeOffset="-158639.99">20812 15709 750 0,'0'0'280'0,"0"0"-317"0,0 0 305 0,0 0-153 0,0 0-93 16,2 0 5-16,0 0 1 0,2 0 2 0,5 0 7 0,17-6-8 16,0-1-4-16,4-4-3 0,3-4-14 0,8-7-12 15,7 18-18-15,2-28-8 0,2 3-128 0,0-5-37 16,-3 1-17-16,-3 3-4 0,-1-1-64 0</inkml:trace>
  <inkml:trace contextRef="#ctx0" brushRef="#br0" timeOffset="-158376.58">21696 15096 1324 0,'-2'-2'94'16,"0"1"194"-16,-1-3-264 0,1 4-1 0,-6-13-1 15,3 4 2-15,-1 1 9 0,3-1-7 0,-1 3 0 0,0 3-3 16,2 1-5-16,-1-2-6 0,-1 0 1 0,0 2-3 16,0 1 1-16,3-1-1 0,-1 2 3 0,-2 2 0 15,-3 9 17-15,-16 33-6 0,7-1 1 0,1 3-5 16,2 6-6-16,2-5-7 0,-1 3 1 0,3-4-3 16,0-7 5-16,0 0-14 0,1-7-8 0,3-4-6 15,1-2-39-15,0-6-50 0,2-3 10 0,0-4-23 16,2-4 6-16,0-3 2 0,0-4-4 0,2 1-1 0,0 1-34 15,2-2-55-15,1 0-47 0</inkml:trace>
  <inkml:trace contextRef="#ctx0" brushRef="#br0" timeOffset="-158018.37">22153 15078 232 0,'-2'0'175'0,"0"0"-6"0,0-2 17 15,0 0-24-15,-1 2-46 0,-7 0-82 0,-4 0-7 16,-1 2-1-16,0 3-1 0,-7 7 6 0,-1 2 3 15,1-4 5-15,3 16 1 0,3 2 19 0,1-1-4 16,0-2 1-16,4-3-3 0,5 6-15 0,4-6-2 16,-12 2-6-16,4-2 4 0,7-5-12 0,3 2 2 0,3-4-6 15,3-1 4-15,3 1-8 0,-7-2-3 0,18-2 8 16,5-3-6-16,1-3 11 0,3-1-8 0,-1-2-4 16,0 17 2-16,0-8 8 0,-4-6-7 0,-4-3 1 15,1-2-3-15,-3-2 2 0,-6 0 5 0,-3 1 10 16,-4-1-1-16,-3 2 33 0,0 0-15 0,6-10 3 0,1-4-8 15,-4-1-16-15,-1-8-3 0,-4 1-6 0,-2 0 1 16,-3 0-13-16,-5 3 16 0,-1 2-11 0,-5 1 11 16,-16 3-10-16,-3 3-5 0,-1 8 4 0,1 1-8 15,-6-22-10-15,-1 10 1 0,3 8-4 0,1 5 2 16,11 0-16-16,6 2-47 0,6 1-4 0,6 1-17 16,3-2-41-16,3 0-43 0,-1 1 3 0,2 1-14 0,0 0 10 15,4 0-32-15,2-1-49 0</inkml:trace>
  <inkml:trace contextRef="#ctx0" brushRef="#br0" timeOffset="-157486.49">22857 15028 509 0,'-2'0'291'0,"-2"0"8"0,-37 0-94 16,2 3-42-16,6 5-103 0,3 1-56 0,2 2 14 15,6 0-1-15,3 2 6 0,3-9 1 0,6 13-7 16,1-2 4-16,3-1-4 0,5 1-1 0,-11 0 12 15,5 0-10-15,1 0 9 0,3 3-15 0,1 1 12 16,2 5-6-16,2-3 6 0,3-1-4 0,3 0-6 0,-3-5 9 16,5 4-9-16,-3-2 4 0,-1-4-2 0,-3-4-5 15,1 0 4-15,-2-1 2 0,-2-5 8 0,0 3 2 0,0-4 0 16,0 1-4-16,0-1-6 0,-2 2-3 0,-2 0 0 16,-18 7-13-16,-4-2-23 0,2-5-6 0,-4-4-7 15,4 0-35-15,3-4-36 0,3-3 11 0,3-1-14 16,2 1 44-16,4-1 16 0,0-3 10 0,5-11 1 15,2 2 28-15,-13-1-1 0,4-1-2 0,5 5 3 16,5-1 5-16,1 1-4 0,3-5 1 0,5 3-2 16,1-1 5-16,0 7-1 0,1 1 6 0,14-2-4 15,2-1 3-15,1-2 14 0,5 2 2 0,3 0 5 0,1 4 12 16,3 0 8-16,-6 2-3 0,0-1 5 0,-1 3 4 16,-6 5-18-16,6-16 0 0,-8 10-6 0,-4 4-11 15,-1 4 12-15,-6 2 1 0,-2 4 3 0,-6-2 0 0,1 14 9 16,13 14-6-16,-8-4 8 0,-6 3 2 0,-3 3-8 15,-4-3 1-15,-1 3-6 0,-5-3-10 0,-1-5-4 16,0 0-3-16,1-2 0 0,1-1-5 0,1-5 1 16,2-1-1-16,3-4-2 0,-1-2-3 0,2-2 6 15,0-3-4-15,0 1 4 0,2-1-4 0,-1-2-2 16,-1-3 3-16,15 11-3 0,8-1 0 0,-1-6-3 16,8-3-3-16,-6-4 1 0,2-1-10 0,-2-5-8 15,-4-1-5-15,-1 0-3 0,-6 1-27 0,-4 3-13 0,-3 1-11 16,-5 4-4-16,3-4-79 0,0 0-53 0,-2 1-17 15,0 1-20-15,-2 0-163 0</inkml:trace>
  <inkml:trace contextRef="#ctx0" brushRef="#br0" timeOffset="-156958.11">23185 15050 453 0,'0'-4'282'0,"0"-20"-366"15,2-28 327-15,0 4-179 0,0 0-39 0,-2 5-18 16,0 0 1-16,-4 6-6 0,-2 2-5 0,-3 1 12 16,-2 3-2-16,-6-1 7 0,-1 1 7 0,5 5 18 15,-24 1-6-15,-6 9 8 0,-11 3-18 0,-11-2 13 16,-5 7 7-16,-12-1 1 0,0 0 22 0,0 5 10 15,1-27-8-15,5 19 6 0,-4 12-30 0,2 6-6 16,-6 5-6-16,-7 4 1 0,-5 4-17 0,-1-1-8 16,2 4 4-16,8 6-3 0,7 4 5 0,4-25 2 15,0 38-4-15,2-2 3 0,1 3-8 0,5 8-2 16,3 5 1-16,5 8-1 0,7 11-1 0,6 4-3 0,4 1 1 16,10 6 0-16,3-3 6 0,8-1-5 0,3-1 2 15,10-10-2-15,5 0 3 0,-25 1 3 0,23-3-1 16,12-3 3-16,9-1 7 0,5-4-12 0,-18-7 2 0,44-5-6 15,6-5-3-15,13-8 3 0,6-2-1 0,7-8 3 16,5-5 0-16,3-7 6 0,3-8-1 0,7-5 3 16,8 30 2-16,15-27 0 0,9-14-4 0,-3-12 2 15,-3-7-8-15,-7-7 3 0,1 25 8 0,4-44-4 16,1-7 14-16,-6-12-1 0,-7-3-2 0,-15-8 1 16,-6 1-3-16,-11 1 9 0,-7 4-3 0,-4 1 3 0,-15-1-10 15,-8-4 3-15,-10-3 3 0,-12-3 1 0,-7-1 9 16,15 4-10-16,-24 1-4 0,-19 6-2 0,-15 3-13 15,8 7-6-15,-48 1-7 0,-12 7-4 0,-9 0-49 0,-17 10-37 16,-16 5-5-16,-23 10-18 0,-9 20-101 0</inkml:trace>
  <inkml:trace contextRef="#ctx0" brushRef="#br0" timeOffset="-153364.43">28716 13123 256 0,'0'0'101'0,"0"0"-40"0,0-2 28 15,0 0 1-15,0 0-71 0,0 0-10 0,-1 0-4 16,-1 0 3-16,0 1-4 0,0-3 0 0,0 0 27 0,2 0-2 16,0 1 11-16,0-5-6 0,0 1-8 0,-2-2-2 15,2 1-1-15,-2 1-11 0,1-1-11 0,-1 1-1 16,0 0 0-16,-2-3 10 0,-1-1-10 0,-1-2 3 15,-1 0-5-15,-5-4-2 0,3 3 8 0,-13-3-4 0,-2-2 6 16,-2 3-1-16,-2-7-4 0,0 3 8 0,-4-1-5 16,1-1 21-16,-3 2 5 0,-1 1-3 0,-2 4 3 15,-6 2-12-15,-3 2-15 0,-2-2 2 0,-6 9-6 16,-6-3-1-16,7 3 1 0,-7-24 0 0,3 15 1 16,1 10 10-16,-2 6-11 0,-3 7 3 0,-2 3-4 15,0 3 12-15,-8 1-12 0,1 0 5 0,-5 0-8 16,-1-1 4-16,9 3 1 0,-1 1 3 0,8 1 0 0,3 1 1 15,3 0-4-15,-2 2-2 0,0-1 0 0,-1-1 9 16,-8 0-5-16,-4 1 2 0,-7 1-3 0,-4-2-2 16,2 0 4-16,0 0 1 0,8 3 3 0,5-1 12 0,0 4 11 15,5-27 1-15,1 35 1 0,-4 1-5 0,2 2-5 16,-1 2 0-16,7 7-1 0,-1 4-7 0,9-2-4 16,3 4 0-16,10 2-2 0,8 1-4 0,2 1 7 15,8-4-2-15,5-6 3 0,3 0-4 0,-16 0-7 16,11 1 1-16,9 1-2 0,8 2 0 0,7-4-5 15,10 4 5-15,-20-5-6 0,42 1 10 0,7-4-3 16,6-3 1-16,3-7-1 0,3-3 0 0,8-3 1 0,3-4-1 16,5-3 1-16,1-7-1 0,11-2 4 15,10-5-2-15,15-1 2 0,6-1-10 0,-1-1 5 0,-1 33-4 16,-4-28 4-16,6-9 8 0,11-3-8 0,5-1 0 16,-5-4-2-16,-10-3 5 0,-5 0-3 0,-1-4 0 15,14-1-2-15,3 1-2 0,-1-6 1 0,-6-1 0 0,-11-2 0 16,-1-6 7-16,8-1-2 0,1-5 1 0,-3 33-3 15,-4-38-6-15,-14-2 7 0,-11 2 2 0,-10 0 1 16,-4-1 0-16,-1 1 1 0,-8 0 0 0,-8 2 0 16,-10 0 5-16,-15-4 2 0,-9 1 3 0,-9-7 0 15,-2-3 1-15,-4-1 24 0,-6-9-7 0,21-1 15 16,-20-2 7-16,-12-2-7 0,-8 6 2 0,-9 2-4 0,21 3-9 16,-44 0-11-16,-4 2 2 0,-15 2-6 15,-6-1-14-15,-3 1-18 0,-9 0-6 0,-14 3-2 0,-9 10-14 16,-18 10-17-16,-12 10-7 0,-3 15-7 0,0-33-66 15,-8 41-300-15</inkml:trace>
  <inkml:trace contextRef="#ctx0" brushRef="#br0" timeOffset="-152516.37">28425 10999 310 0,'-2'0'19'0,"0"-2"0"0,0 0-1 16,-1 0-2-16,-10-5-5 0,-10-6-9 0,3 1 0 16,3 5-2-16,-11-2 1 0,2 1-2 0,-5 1 2 15,-1-1 9-15,1 3-2 0,-6-3 24 0,-1 5 4 16,3-1-5-16,2 2 1 0,1 0-28 0,-1 2 7 0,-4 0-9 16,-1 2 7-16,1 2-18 0,-4 1 8 0,-3 3 2 15,-6 3 2-15,-6 2-3 0,-11 2 2 0,-5 3-4 16,-10 3 3-16,-3 1-6 0,-1 2 10 0,1 0-7 15,5 1 7-15,4 2-7 0,-2-25 7 0,-2 37 4 0,-5 6-2 16,-8-3-8-16,-2 1 11 0,2 0-5 0,6 1 9 16,9 5-10-16,13 8 2 0,2 3 0 0,4 7 0 15,3 3-6-15,-2 6 1 0,8 6-4 0,7-6 3 16,6-2 1-16,11-5 11 0,6-13 4 0,12-8 5 16,-14-5 30-16,15-4 0 0,10 0-1 0,14 0-4 15,-8-2-27-15,45-4 7 0,6 1-9 0,7-7 7 0,1-1-14 16,5-5-3-16,10-3 4 0,17-5-5 0,6-5-7 15,11-6 1-15,-2 31 0 0,-5-29 1 0,-1-10 5 16,3-9 0-16,10-7-4 0,7-2 3 0,1-6-1 16,-6-3-2-16,-7-2 6 0,0 31-5 0,7-41 8 0,6-3 4 15,-4-4-5-15,-9-11 5 0,-14-8-10 0,-24-3 1 16,-12-11 6-16,-11-1-2 0,-13 8 25 0,-14-1 17 16,-10 10 1-16,-15 8 6 0,22 1 16 0,-26 10-35 15,-13 0 2-15,5 3-16 0,-46 8-19 0,-14 0-19 16,-12 8-14-16,-15 9-6 0,-18 5-95 0</inkml:trace>
  <inkml:trace contextRef="#ctx0" brushRef="#br0" timeOffset="-141188.18">11675 1635 647 0,'-2'-2'0'0,"1"0"79"16,-1-1 19-16,-4-5 12 0,2-8 2 0,-5 3-77 0,-2 0-18 16,2 5-16-16,-2-3-1 0,-2 2-3 15,-2-2 2-15,-6-4-2 0,1-2 4 0,-6 0-3 0,-2-3 0 16,0-1 6-16,-7 1-5 0,5-2 6 0,-7-1-1 0,0 3-4 16,-4 0 5-16,-2-3-5 0,1 8 2 0,5-1 3 15,-1-1-5-15,3-2 3 0,0 1-3 0,0 1-3 16,-1 8 1-16,3-2-2 0,-2 3 3 0,-1-1-8 15,-3-2 5-15,-3 2-6 0,-5-3 0 0,-5 3 9 16,-5-2-2-16,-3 2 5 0,-1 1 3 0,-2-3-2 16,0 2-4-16,2 1 1 0,3-1-1 0,4 4 1 15,2-1 2-15,2 2-2 0,-2 1-2 0,-4-1 0 16,-7 2 1-16,-7 0-1 0,-10 0 6 0,-4-31-4 0,4 20 1 16,2 11-2-16,8 2 7 0,3 4-6 0,-2 0 5 15,1 1-6-15,-5 1 5 0,-9 1 0 0,-1 2-3 16,-1 2 2-16,1 1-6 0,5 1 2 0,5 1 1 15,3 1 0-15,5 4 0 0,0-1 4 0,-4 5-3 16,-3 1 5-16,-4-2-6 0,-6 2 0 0,0-3-2 0,8-3 2 16,0 1-4-16,7 1 6 0,4 1 1 0,0 3 0 15,5 2-3-15,-7 4 1 0,-4-29-2 0,-5 27 0 16,-4 2-6-16,-2-2 5 0,4 0 2 0,4 0 0 16,5 1 0-16,6 3 4 0,1 3-4 0,1 2 5 15,-1 4-3-15,-6 0-2 0,-3 2 3 0,-5 3-3 16,-3 4-1-16,7-2 1 0,5 8-1 0,6 0 1 15,3 0-3-15,6 1 4 0,0-1-2 0,3-6 2 0,1 2-2 16,-8-4 1-16,-2 0 0 0,-3 6 0 0,-3 4 0 16,1 5-3-16,-2 4 2 0,4 9 0 0,3 0 7 15,4 4-11-15,6-2 5 0,3-4-5 0,0-5 9 0,4-4-1 16,2 0-1-16,0 0-1 0,2 5-6 0,-1 5 5 16,-3 1-4-16,-1 5 5 0,4 5-4 0,1-6 6 15,7-4-1-15,4-11 3 0,-6-6-7 0,6-1-3 16,-2-1 4-16,8 5-3 0,-3 1 14 0,1 4-10 15,1 5 0-15,1 4-3 0,5 2 2 0,0 0-1 16,0-5 3-16,1-8-1 0,3-4 6 0,2 2-7 16,-3-2 0-16,3 8-3 0,0 3 2 0,1 12 2 15,4-1 3-15,-31 1 0 0,20 3-1 0,9-13 2 0,6-1-4 16,3-10 2-16,3-4 0 0,3-1 6 0,2-2 0 16,4 1 1-16,3 3-5 0,2-1 0 0,4 8 0 15,-22 0 1-15,31 0 4 0,1-1-6 0,1-6 3 16,-4-3-2-16,6-3 5 0,-2-5-5 0,1-1-1 15,-5 0-3-15,0 2-5 0,1 2 9 0,5 4-5 0,0 7 6 16,2 2-5-16,3 6 2 0,3-3-1 0,5 3 0 16,3-2-4-16,5-4 4 0,3-2 2 0,-2-8 1 15,4-1-5-15,0 2 1 0,-4-2-2 0,1 0 2 16,-5 1 0-16,-1-1 0 0,5 0-2 0,8-2 2 16,1-4-5-16,10-1 5 0,6-6 0 0,-3-6 3 15,3-2-4-15,-7-5 3 0,-2-6-2 0,1-1 1 0,3-3-7 16,7-1 8-16,8-2 0 0,1-2 4 0,5-2-4 15,-6-2-2-15,-3-1-2 0,0-1 0 0,-4-1 0 16,6-1 7-16,7 3-3 0,7-1 4 0,1-1-11 16,-6-3 7-16,-7-1-5 0,-7 0 4 0,3 0-1 0,8 33 1 15,4-24 4-15,5-9-2 0,-2-2-2 0,-6-5 0 16,-8-3 0-16,1-1-1 0,5-4-1 0,8 0-2 16,5-6 0-16,1 1 1 0,-7-4 9 0,-8-4-4 15,-5 1-3-15,5-2 0 0,5-7-2 0,0-1 1 16,2 31 7-16,-4-33-5 0,-11-2 5 0,-4 0-6 15,-5-2 0-15,-2-3 0 0,1 3 1 0,8 2 5 16,0-2-6-16,1 2 4 0,-3-2 0 0,-11 2-3 16,-2-2 6-16,-5 0-5 0,-4-1 1 0,2-3 4 0,1 1-1 15,1-10 3-15,4 0 5 0,-1-4-13 0,-3-7 7 16,-2 0-8-16,-8-3 13 0,-3-1-5 0,-4 4-3 16,-8 2 2-16,3 2 8 0,-8 1-9 0,0-5 8 15,-6-2-11-15,-3-3 2 0,-4-10 9 0,-4-2-8 0,-2-5 8 16,-5 2-12-16,-4 3 25 0,-3 2 0 0,-3 4 10 15,-1-2 11-15,30-6-7 0,-21-3-2 0,-12-9-2 16,-2-5-10-16,-7-1 3 0,-5 0-3 0,0 6 2 16,-2 5-10-16,0-2-14 0,2-4 3 0,-1-12-6 15,-1-8-1-15,0-4-1 0,0 2 2 0,-4 4-2 0,1 7 4 16,-4-9 0-16,-3-7-3 0,-1-6 1 0,-3-2 3 16,-3 10-2-16,1 8 1 0,29 1-3 0,-37-2-4 15,-11-9 3-15,-8-4-1 0,-3 3 1 0,-8 6-7 16,-3 12-5-16,-3 3-1 0,-6-8-1 0,-5-3-4 0,-1-2 7 15,-17 4 1-15,-7 11 2 0,-14 3-4 0,-10 12 0 16,-1 2 0-16,-9 1 1 0,-14-3 0 0,-21 0-34 16,-13 5-1-16,-28 11-12 0,-15 14-19 0,-13 16-15 15,-31 15-11-15,-29 17-12 0,-10-30-138 0</inkml:trace>
  <inkml:trace contextRef="#ctx0" brushRef="#br0" timeOffset="-131702.29">2137 11422 349 0,'0'-2'0'0,"0"-2"12"0,0-16 109 0,0-2-50 0,0-4 2 15,0 3-61-15,2 3-4 0,0 1 7 0,0 3-4 16,-2-5 3-16,0 4-13 0,0 4 11 0,0 0-1 0,0 6 7 16,0 0 16-16,0 1 15 0,0 2 0 0,0 1 3 15,0-1-2-15,0 0-19 0,0 1-6 0,0-1-4 16,0 2-3-16,0 0-7 0,0 0 6 0,0 2-9 15,0 2 6-15,0 0-10 0,0 5 9 0,-4 21-10 16,0 4 4-16,1-1 5 0,-1-1-7 0,0 2 7 16,-1-1 2-16,-1 1 0 0,3 3 3 0,-3 2-2 15,0 4-6-15,3 2 7 0,-5 5-5 0,3 4 5 0,-3 2-6 16,1 3-7-16,1 1 5 0,3 1-6 0,-1 3 8 16,-2-5 1-16,1 3-4 0,-3-7 2 0,-1-4-9 0,2-1 7 15,-1-2 1-15,-1 1 2 0,1 1 6 0,1 0-6 16,-2 1 2-16,1-3-1 0,-1-1 13 0,2-5-4 15,1 1-2-15,0-7-2 0,3-5-6 0,-1 1 0 16,0-8 0-16,2-3 0 0,1-6-6 0,-1-2-5 16,2-2 0-16,-2 1-4 0,2-7-10 0,0 3-13 15,0-2-17-15,-2-1-1 0,0-1-91 0,0 0-188 16</inkml:trace>
  <inkml:trace contextRef="#ctx0" brushRef="#br0" timeOffset="-131058.08">2035 11502 548 0,'0'-2'53'15,"0"0"13"-15,-2-2-11 0,-5-16-30 0,1-2 2 16,5-1-24-16,1 1-2 0,0 2-3 0,1-3 2 15,3 3 9-15,2 1-6 0,1 1 6 0,4-3-4 0,0 3 13 16,-3-1 15-16,16-3 5 0,6 7 5 0,1-2 29 16,-1 2-1-16,5 3-4 0,-1 0 1 0,-3 1-19 15,3 4-29-15,-1 1 3 0,0 3-12 0,1 1-3 0,-3-17-3 16,-1 10-3-16,-4 7 1 0,-2 4-1 0,-3 3-3 16,-1 3 6-16,-7-1-6 0,0-5 6 0,-4 24 1 15,-5 0-6-15,15 4 4 0,-8 1-4 0,-9-3 14 16,-4 4-6-16,-7 1 6 0,-6-3-15 0,-4 0 9 15,12-3 1-15,-21-2 2 0,-2-1-1 0,2-2 2 16,-1-3 2-16,-1-1 0 0,2-1 2 0,-2-2 0 16,2-2-6-16,2-2 4 0,0-4-7 0,4-3 2 15,0 0 2-15,0-2 0 0,3 11 7 0,2-4 10 16,4-4-4-16,4-1 6 0,3-4-8 0,1 0-4 0,1 0-4 16,0 0-2-16,1 0-17 0,-1 0 4 0,2 0 1 15,2 0 0-15,0 0 0 0,2 0-3 0,2-2 3 16,16-3-2-16,15-5 2 0,-3 5 4 0,0-1-8 0,-5 1 7 15,-1 1-3-15,-1 2 1 0,-1 0 4 0,-6 2-5 16,3 0-4-16,-6 2 4 0,-2 0-3 0,0 2 3 16,-2 1-1-16,-4-1-6 0,1 2 7 0,-7-3-5 15,3 14 10-15,7 0 2 0,-3-2-5 0,-1 5 5 16,-3 0 0-16,-4 1-7 0,-2 1 9 0,-4-1-9 16,-3 1 11-16,-2-2-4 0,-4 1-1 0,8-3-1 0,-17-5 6 15,-1 0 6-15,-2-5 2 0,1 1 3 0,-2 0 8 16,-4-5-4-16,1 1-1 0,-3-3-2 0,3 17-7 15,5-8-7-15,5-5-1 0,4-5-3 0,1-1 4 0,3 0-13 16,0 0 8-16,2-1-9 0,3-1-4 0,1 0-19 16,3 0-6-16,-1 0-5 0,1 0-44 0,0 0-68 15,2-1-26-15,0-1-21 0,1 2-173 0</inkml:trace>
  <inkml:trace contextRef="#ctx0" brushRef="#br0" timeOffset="-130636.78">3192 11370 559 0,'-2'0'24'0,"0"0"49"16,-1-2-47-16,-1 2 3 0,-11-2 6 0,-2 0-3 0,2 0 15 15,1 1 22-15,-3 1-10 0,6 0 12 0,-2 0-8 16,5 0-1-16,3 0 4 0,1 0-6 0,0 0-23 16,1 0-22-16,1 0 5 0,0 0-8 0,0 0 14 0,2 0-5 15,2 0 0-15,2-2 0 0,7 0 3 0,17-6-8 16,5-1 0-16,0 0-2 0,6 0 4 0,2-1-8 15,4 3 8-15,1-2-7 0,1 1 0 0,1 3-2 16,-4-1-7-16,-5 2 6 0,-3 1-8 0,-5 1 0 16,-7 2 1-16,-3-2 1 0,1 2-3 0,-7 0-6 15,-4 0-4-15,-7 0 1 0,-2 0-7 0,0 0-6 16,1 0-7-16,-1 0-3 0,0 0-44 0,-2 0-27 16,-2 2 2-16,-11 3-11 0,-26 14-20 0,-5-1-69 0,-3 1-26 15</inkml:trace>
  <inkml:trace contextRef="#ctx0" brushRef="#br0" timeOffset="-130481.1">2923 11617 663 0,'0'0'72'0,"0"0"-1"0,0 0 5 0,0 0-6 0,0 0-19 15,0 0-12-15,2 0 8 0,-1 0 1 0,1 0 2 16,21-2 13-16,1-2-3 0,4-3 0 0,1-1-2 16,3-1 0-16,1-2-19 0,3 0 4 0,1 0-11 15,2 0-15-15,0 1-9 0,0 1-2 0,-2 2-2 16,2-1-8-16,-8 3 4 0,1 1-9 0,-1 0 7 15,-5 0-20-15,4 1-62 0,-2-1-35 0,-6 2-22 0,4 0-219 16</inkml:trace>
  <inkml:trace contextRef="#ctx0" brushRef="#br0" timeOffset="-129685.24">4833 10954 525 0,'0'-2'36'0,"0"0"-2"0,0-1 28 0,-2-12-6 0,1-6 0 16,-1 1-11-16,-2-1-2 0,0 3-1 0,-1-1 1 15,1 3 0-15,-2-1-9 0,1 0 0 0,-1 4-2 16,-1 0 6-16,-1 2 7 0,1 2 1 0,-12 3 0 16,-1 1-19-16,3-1 11 0,-5 4-13 0,2-13 13 0,-1 6-15 15,-3 2-7-15,0 3 3 0,-4 4-6 0,-2 0-1 16,1 4 4-16,-3 3-2 0,4 2 0 0,-1 4-9 15,-3 2 6-15,0 4-3 0,3-17 4 0,-3 25-11 16,4 3 2-16,4 4-3 0,-4-1 2 0,4 2 1 0,6 1-1 16,3 1 1-16,5-6-1 0,5 3-2 0,1-8 7 15,2-2-1-15,-13-4 5 0,8-3 7 0,3-6-7 16,2 2 3-16,2-4-5 0,0 1 5 0,2-3 3 16,0-3-1-16,9-1 2 0,13 14-4 0,8-4-4 15,0-7-3-15,1-6-1 0,2-6-6 0,2-5 6 16,1-2 0-16,1-4 1 0,0-3-3 0,-4 13 3 15,2-21-2-15,-4 0 1 0,-3-2-9 0,-4 4 7 16,-2-2-1-16,-3 4 5 0,-3-4-7 0,-3 8-1 0,0 1 0 16,-4 3 0-16,-4 3 3 0,-1 1-1 0,-2 5 2 15,-1 1-1-15,1 1 3 0,-2 1 11 0,-2 2-10 16,0 0 9-16,2-1-13 0,0-1 1 0,0 2 1 16,-2 0-1-16,0 0-3 0,0 2-4 0,-2 0 1 0,0 2-3 15,0 0 2-15,0 2 5 0,-7 11-2 0,-4 13 3 16,4-1-9-16,1 1 5 0,3 8-3 0,1-1 4 15,0 4 5-15,2 7-8 0,2-1 5 0,0-3-6 16,0 1 2-16,0-6 1 0,-2 2-1 0,1-3 2 16,-1-1 5-16,0 0-4 0,-4-1 0 0,1-1-1 15,-3 2-3-15,-1-1 5 0,-2-1-4 0,0-1 5 16,-4-3-5-16,-2-1 8 0,1-2 2 0,10-2 2 0,-13-1 1 16,-5-8 9-16,4-1 3 0,1-2 2 0,-5-7 6 15,7 2-6-15,-5-3 0 0,-2 13-1 0,4-8-6 16,-3-3 0-16,1-4-4 0,-2-2 3 0,2-2-9 0,3-2-3 15,-1-2 0-15,5 1 0 0,0-3-4 0,4 1-4 16,0 0-4-16,5 3-1 0,0-3-13 0,3-3-14 16,-3 3-3-16,1-2-5 0,1 1-23 0,0 1-14 15,4 3-6-15,0 0-3 0,0-1-20 0,0 3-10 16,2-2-15-16,0 0-1 0,22 3-86 0,2-16-137 16</inkml:trace>
  <inkml:trace contextRef="#ctx0" brushRef="#br0" timeOffset="-128912.23">5010 11461 679 0,'0'0'92'0,"0"0"-1"0,0-2 15 0,0 0-10 0,0 0-19 16,0 0-7-16,0-1-31 0,-2-1 6 0,0 0-16 15,0 2-5-15,0 1-3 0,0-1-11 0,1 0 5 16,-1 0-13-16,0 0 0 0,0 2 3 0,0 0-3 15,-2 2 7-15,1 0-2 0,-1 2 6 0,2 1-5 16,-5 16 12-16,-4 1 3 0,1 0-5 0,1 2 4 16,-4 4-5-16,2 0 5 0,0 2-3 0,-2 1 2 0,2 1-10 15,-1-1-4-15,3-3 3 0,4 0-4 0,-1 0 0 16,0-2 6-16,3-2-5 0,-1-2 5 0,-2-5-6 0,5-4 6 16,-3 2-3-16,2-6 2 0,-7 2-8 0,3-1 9 15,1 1-1-15,1-4 4 0,2-3-7 0,0 1 5 16,0-1-5-16,0 0 5 0,1 0 0 0,-1-1 19 15,0 1 1-15,0-2 4 0,0 0-9 0,0 0-15 16,2-2-3-16,0 0-3 0,0-2-1 0,0 0-6 16,0-2 1-16,0-5-2 0,0-13 0 0,0-3 2 15,0 1 1-15,2 0 0 0,0-2-3 0,2-2 0 16,1 0-3-16,1 1 4 0,1 1-2 0,1 0 4 16,1 0-2-16,0 3 2 0,2 1-10 0,1 2 8 0,-1 3-4 15,0 0 5-15,-9 6-3 0,14 2 0 0,1 1 0 16,0 3 0-16,-4 3 1 0,0-7 1 0,2-1-1 15,0 5-1-15,-1 1-6 0,-1 4-1 0,-3 0 1 0,-3 2-1 16,-1 2 7-16,-3 1 0 0,7 18 3 0,-8-1-1 16,5 2 0-16,10 0 3 0,-8-2-4 0,-2 3 4 15,-5-3-3-15,0-2-1 0,-2-1 6 0,0-4-4 16,0-2 0-16,0-4 4 0,0-2-5 0,0 3 6 16,0-9 3-16,0 1 1 0,0 2 2 0,0 0-2 15,0-1 0-15,2-1 0 0,0 0-5 0,0-2 3 16,0 0-11-16,1-2 3 0,1-1 0 0,9-12 0 0,4-13-2 15,-2-2 2-15,5-1 0 0,0-1 2 0,3-1-2 16,1 1-2-16,-4 1 0 0,1 1-2 0,1 2 6 16,-5 2-2-16,1 4 1 0,-1 5-1 0,-6 0 1 0,0 6-1 15,2 2 2-15,-5 3-2 0,1 4-1 0,-5 1-7 16,1-3 0-16,-1 2-1 0,1 0 8 0,-1 2 1 16,-2 0-1-16,0 0 1 0,0 0-4 0,1 2 10 15,1 4-3-15,7 18 5 0,-5 2-6 0,-2 0 6 16,-4 2-2-16,0-1 2 0,0 1-5 0,-2-2-1 15,-2 2 2-15,2-4-2 0,0 0 0 0,0 2-2 16,1 0 5-16,1-5-4 0,0-1-2 0,0-3 2 16,0-2-4-16,0-2 4 0,0 0-11 0,0-4-2 0,0-2-7 15,0 3 4-15,0-5-20 0,0-3-43 0,0 2 5 16,0 0-21-16,0-3-26 0,0 1-70 0,1 0-31 16</inkml:trace>
  <inkml:trace contextRef="#ctx0" brushRef="#br0" timeOffset="-128352.14">5827 10826 814 0,'0'-2'22'0,"0"0"49"0,-2-2-62 0,2 1-7 15,-4-8 2-15,2 1-4 0,0 3 4 0,2 3-3 16,-1-3 7-16,1 3-4 0,0 0 10 0,0 2 10 16,0-1-6-16,0-1 8 0,0 0-2 0,0 1 17 15,0 1-3-15,0 0 8 0,0 0 0 0,0 0-7 16,1 0 1-16,1 0-5 0,0 1-17 0,0 1-5 16,0 0-1-16,2 1 0 0,-1 1 4 0,-1-2-12 15,4 19 8-15,1 11-10 0,-3 1 6 0,3 6 1 16,-1 6-6-16,-2 0 4 0,5 5-3 0,-2 2-4 0,-5-2 5 15,22-1-5-15,-11-1 1 0,-7-7-1 0,-2 0 4 16,-3-5-1-16,1-7 14 0,-2 1-3 0,0-5 1 16,0-1-1-16,0-2 3 0,0-3-7 0,0-2 5 15,0-2-6-15,0-4 10 0,0-1 4 0,0-1 4 16,0-3 0-16,0-2 8 0,0 1 14 0,0 1-10 0,0 0 9 16,0-2-24-16,-2-1-14 0,1 1 3 0,-1-2-6 15,0 0 3-15,-2-2 0 0,0 1-2 0,-5-20 0 16,2-5-4-16,1-2 1 0,4-3-5 0,0-6 2 15,-1-4-4-15,-21-6-1 0,14 1 4 0,10-6-2 16,4 2 1-16,5-2 1 0,-1 4 0 0,1 5 0 16,0 6 0-16,2 7 0 0,2 2-2 0,-1 6 1 0,2 1 5 15,-6 5-6-15,21 1 4 0,-1 4-5 0,0-2 7 16,4 5-3-16,-3-1 2 0,-1 3-2 0,2 3 2 16,0 1 0-16,-2 0-3 0,1-17 3 0,-1 8-6 15,-7 8 0-15,-3 1 0 0,-1 2 0 0,-4 0-4 0,0 2-13 16,-2 1-3-16,-5-1-5 0,-1 0-40 0,-3-2-113 15,2 6-7-15,5 8-45 0,-2 7-104 0</inkml:trace>
  <inkml:trace contextRef="#ctx0" brushRef="#br0" timeOffset="-127839.28">6369 11307 1317 0,'0'-2'16'0,"0"0"30"15,0 0-32-15,-2 0-17 0,2 0 3 0,0 1-9 16,0-1 2-16,-2 0 2 0,0 2 4 0,0 0-1 16,1 2 12-16,1 0 8 0,-17 25 1 0,0 3 3 15,0 0 9-15,1-2 21 0,-1-2 0 0,2-2 8 16,0 0 5-16,4-4-27 0,0 1-2 0,4-4-9 15,-1 1-10-15,4-5-6 0,1 2 0 0,1-4-3 0,0 0-12 16,2-1 6-16,0-1-5 0,0 0 4 0,0-1-4 16,0-3-4-16,2 1 4 0,-2-4-5 0,2-2 0 0,14 11-4 15,5-4 0-15,5-5-1 0,-2-2-1 16,2-6-1-16,2-5 0 0,-2-2 0 0,2-3-2 0,0 8-7 16,1-18 2-16,-3-2-4 0,2 2 1 0,-2 0 11 15,-2 0-1-15,-5 2 5 0,-3 4 8 0,-3 1 10 16,-7 4-3-16,3 4 5 0,-7 2-1 0,2 7 3 15,-4 0 4-15,4-2-2 0,-1 1-11 0,-1 1-2 16,0 0-2-16,-2 2 1 0,0 0 11 0,-2 2-4 16,0 2-1-16,-1 18 0 0,-12 6 2 0,0 0 4 15,0-1 0-15,8 1 1 0,-1 0 8 0,1 0-4 16,3-2 5-16,-13 0-6 0,8-2 0 0,5-3 0 0,3 1-3 16,1-2 2-16,0-3-4 0,3 0-4 0,3-4-1 15,-2-4-1-15,3 2-1 0,-3-7-3 0,14 1 3 16,1-3-4-16,-1 11 2 0,1-4-16 0,-2-3 1 0,1-2-7 15,1-4-12-15,-3-2-32 0,3-6-13 0,-4 1-7 16,-4 0-59-16,-2-1-58 0,6-12-7 0,-4-1-29 16,-3-1-153-16</inkml:trace>
  <inkml:trace contextRef="#ctx0" brushRef="#br0" timeOffset="-127640.47">6265 11175 1457 0,'-2'0'72'0,"0"0"-72"16,0-2 76-16,-1 2-35 0,-1 0-28 0,0 0-10 15,0 0 5-15,3 0-5 0,-1 0 9 0,0 2 23 16,2 0-4-16,0 0 11 0,2-1 3 0,1 1 10 16,25 2-8-16,17-4 7 0,3-2-19 0,10-5-19 15,9-4-1-15,7-2-6 0,0-4-5 0,2 0-29 16,-7-3-10-16,-4-6-26 0,-2 2-197 0</inkml:trace>
  <inkml:trace contextRef="#ctx0" brushRef="#br0" timeOffset="-125782.08">5052 10050 256 0,'0'0'36'0,"0"0"2"0,-1-2 14 0,-1 0-3 16,0 0-25-16,-2 0-21 0,0 0-12 0,-9-5-7 15,-3-2-7-15,-8-2-77 0,-1 1-3 0,-1 3 10 0,-3-1 5 16,1 5 86-16,0-1 17 0,-2 0 19 0,2 2-1 15,-1 1 56-15,-3 1-12 0,-1 0 1 0,-4 1-5 16,-4 3-14-16,-4 4-19 0,-7 3 0 0,-2 0-5 16,-3 4 3-16,-1 3 8 0,4 1-11 0,2 3 8 15,2 2-27-15,4-22 0 0,-1 33 1 0,7-1-2 16,3 5-11-16,-1 4 3 0,1 1-6 0,0 3 6 0,-4-1-10 16,0 0 11-16,2-5-6 0,-3 2 10 0,3-2-6 15,0 0-3-15,-2 3 7 0,4 3-4 0,1 1 14 16,-3 4 14-16,8 4-8 0,-3 7 8 0,7 2-7 0,4 3-2 15,3-3 4-15,5-3-5 0,0-1 2 0,4-5-8 16,6-1 0-16,-21-3-3 0,13 0-3 0,13 0-6 16,5-2 5-16,8 2-4 0,8 2 10 0,5 2-2 15,-15 0-2-15,37-6 1 0,8 0 4 0,5 0-4 16,8 0-3-16,-1-5-1 0,5-4-4 0,1-4-3 16,2-6 5-16,6-1-6 0,14 2 1 0,8-1 5 15,8 1-3-15,1-4 2 0,-7 1-4 0,-2 1-5 16,0-2 2-16,7 0-4 0,10-4 4 0,1 0 2 0,-3-2 0 15,-7-7 0-15,-7 0-6 0,-1-8 7 0,10-1-1 16,3-4 4-16,-4 33-7 0,-2-28 5 0,-9-8 1 16,-5-9 4-16,1-3 8 0,1-3-6 0,3-5 1 15,2-3-1-15,-4-2 3 0,-3-5-1 0,-8-3 2 0,-9 29-2 16,0-34 3-16,-4-4 0 0,-2-2 4 0,0-7-2 16,-7-5 6-16,-4-10-6 0,-3-4-3 0,-18-9 0 15,-1-3-1-15,-6-1-4 0,-7 1 2 0,-7 5-3 16,-3 0 3-16,-10-6 9 0,25-7-4 0,-22-13 7 15,-11-7-2-15,-15 0 3 0,-3 1 9 0,-10 12-5 16,19 8 5-16,-45 7-8 0,-17-1-8 0,-12-3 4 16,-8 0-10-16,-11 3-12 0,-10 12 3 0,-18 12-6 0,-18 12-8 15,-23 17-8-15,-15 10-8 0,-24 17 1 0,-18-33-15 16,-11 52-32-16,-25-13-12 0,-13 76-11 0,4 13-70 16,-18 13-75-16,12 0-78 0</inkml:trace>
  <inkml:trace contextRef="#ctx0" brushRef="#br0" timeOffset="-101471.14">27641 1791 315 0,'-2'0'0'0,"1"-2"123"0,-1 0 21 0,0 0 32 16,-2-1 16-16,0 1-95 0,-9-2-1 0,10-5-5 0,-5 0-2 16,3 1-3-16,1 1-28 0,0-1 0 0,1 3-4 15,1-1 1-15,0 1-7 0,2 3-1 0,0 0 8 16,-4-2-5-16,0 0 9 0,1 1-24 0,1-1-3 16,0 2-7-16,0 0-19 0,0 0-4 0,0 1 1 15,1-1-1-15,-1 2 12 0,0 2-5 0,0-1-1 0,0 11-1 16,0 23 0-16,4 6-4 0,4 7 1 0,-1 4-2 15,5 7-2-15,-3-1 3 0,0 1 3 0,-1-1-1 16,-4-4-4-16,0-4 7 0,1-4-6 0,-1-3 9 16,0-2 3-16,0-8 2 0,-2-1 1 0,2-1 0 15,-2-3 3-15,0-2 1 0,0 0 0 0,0-5 1 0,0-5-4 16,0-1 6-16,0-2-2 0,0-5 3 0,0-1-5 16,0-3 29-16,0-2 4 0,0 1 7 0,0 1-1 15,-2-2-20-15,0 0-12 0,0-2 2 0,0-2-21 16,1 0-6-16,-5-13 4 0,-1-20-5 0,3-2 7 0,4-4-4 15,2-4-2-15,3-5-1 0,3-4-4 0,1-1 7 16,2-5-4-16,0 3 6 0,0-1-6 0,1 4-2 16,-1 6 4-16,0 5-4 0,2 4 2 0,0 6-1 15,-2 5 2-15,0 4-1 0,0 4 6 0,0 1-5 16,1 2-2-16,-11 4 1 0,20 0-1 0,-3 4 0 16,5 0 1-16,-3 1-2 0,4 3 2 0,-1 1-5 15,1 0 6-15,-2-11-3 0,-3 6 4 0,5 2-5 16,-6 3 0-16,-3 2-2 0,4 2 9 0,-4 0-7 0,-6 0 3 15,2 2-6-15,-2 0-5 0,-1 0-20 0,-1 1-12 16,1 1-7-16,-1 0-74 0,-3-2-150 0,3 1-18 16,-5-3-66-16,5 10-267 0</inkml:trace>
  <inkml:trace contextRef="#ctx0" brushRef="#br0" timeOffset="-100971.48">27994 2485 1255 0,'-2'0'102'16,"0"0"-128"-16,1 0 114 0,-3 0-58 0,0 0-1 0,0 0 43 16,1 0-11-16,-1 0 17 0,0 2-46 0,1 0-10 15,1 0-2-15,0 0-2 0,0 0-9 0,2 0 19 16,0-1 3-16,2 1 5 0,0 0 12 0,1-2 8 15,27 0-5-15,2-2 6 0,-1-1-10 0,1-5-2 16,-1-1-7-16,-1-2 3 0,3-4-20 0,-1 2-1 16,-4 0 0-16,-4 0-1 0,-5 2-3 0,-5 1-3 15,-2 1 2-15,-3 5-2 0,-2-7 6 0,-3-2 2 16,2 6 2-16,3-4 0 0,-5 3 10 0,-1 1-2 0,-1 1-2 16,0 1 0-16,0-3-5 0,-2 5-6 0,0-1 1 15,0 0-4-15,-2 0-11 0,0 1-8 0,0 1 3 16,-3 0-3-16,-16-5 7 0,1 3-3 0,-6 4-1 15,4 2-1-15,-6 3-5 0,4 5 6 0,1-1 0 0,-1 2 1 16,4 0 4-16,-2-9-7 0,1 20 3 0,3 4-3 16,1-2 8-16,6 2-4 0,-2 0 0 0,5 0-1 15,1 0 7-15,5 0-4 0,0 2-1 0,-13-2-1 16,8-2-1-16,7 2 0 0,2-1 1 0,1-3 1 16,5 0 4-16,1-3-4 0,2-3 7 0,-3-1-7 15,14-2 0-15,0-5 1 0,-1-3-2 0,5-3 1 16,0 0 1-16,5 17-4 0,1-6-3 0,-1-8 0 0,1-3-6 15,-1-4-22-15,3-3 0 0,-3-5-11 0,1-1-33 16,-2 0-69-16,1-6-24 0,-5 2-19 0,-2 1-119 16,-3-1-213-16</inkml:trace>
  <inkml:trace contextRef="#ctx0" brushRef="#br0" timeOffset="-100698.9">28872 2229 1293 0,'0'0'32'0,"0"0"0"0,-2 0 39 0,1 0 10 16,-1-2 3-16,-2 1 51 0,0-1-36 0,1 0-10 16,1 0-12-16,0 0-61 0,0 0 0 0,0 0-4 15,0 1 5-15,2-1 1 0,0 0 4 0,2 2-3 0,2 0 4 16,16-4-9-16,8 0-8 0,0 1 0 0,2 1-4 15,-4 0-9-15,-2 0 2 0,-2 2-9 0,-1-2 6 16,1 2-21-16,-5 0-35 0,-1 0-23 0,-3 0-8 16,-3 0-99-16,-5 0-87 0,-1 0 1 0</inkml:trace>
  <inkml:trace contextRef="#ctx0" brushRef="#br0" timeOffset="-100559.1">28945 2430 784 0,'-2'0'110'0,"0"0"206"0,0 0-266 16,0 0 41-16,0 0-5 0,1 2 20 0,-1-1 6 15,0 1-26-15,0 0-6 0,2 0-5 0,0 0-19 0,0 0-10 16,2 0 3-16,0-1-6 0,1-1-6 0,14 0-15 16,9 0-6-16,4-1-2 0,-2-3-24 0,7-4-47 15,2-1-21-15,0-2-16 0,2-2-142 0</inkml:trace>
  <inkml:trace contextRef="#ctx0" brushRef="#br0" timeOffset="-99951.41">30681 1323 871 0,'0'-2'47'0,"0"-1"-7"0,-4-31 41 0,-3-5 13 15,1-2-7-15,4 6 43 0,0 3-18 0,1 5 0 16,1 4-10-16,0 5-17 0,0 5-8 0,0 3 0 0,0 1-2 16,0 4-1-16,0 1-8 0,0 2-6 0,0-2-5 15,0 1-52-15,0 1 6 0,0 0-3 0,0 2 6 16,0 0 6-16,0 2-2 0,0 20 5 0,1 28-3 16,-1 6 4-16,-5 3-12 0,-3 6-1 0,1-2-2 15,-4-3 3-15,0-3-4 0,-4-5-1 0,-2-5 0 0,0-1 3 16,3-3-4-16,2-2 1 0,3-2-3 0,4-4-2 15,-1 0 0-15,2-3-3 0,1-4 0 0,1-2-13 16,2-6-11-16,0 1-6 0,0-8-5 0,2-4-40 0,-1-4-69 16,1-1-17-16,-2-2-24 0,4 2-117 0</inkml:trace>
  <inkml:trace contextRef="#ctx0" brushRef="#br0" timeOffset="-99612.45">30644 1171 1133 0,'0'-2'17'0,"0"0"-3"0,0 0 41 0,7-22 11 16,4 0 6-16,0 4 49 0,2-1-38 0,-7 3 2 15,18 5-15-15,2 0-21 0,0 5 11 0,2 1-10 16,-2 5 8-16,0-15-28 0,-2 8-5 0,0 3-1 16,-5 6-3-16,-3 0-15 0,-3 4 6 0,-5 0-2 0,-3-2 5 15,12 24 1-15,-6 1-3 0,-5 9 2 0,-8 3-2 16,-7 2 10-16,-4-2-1 0,-6 0-2 0,15-4 1 15,-25 0-2-15,3-3-9 0,0-3 3 0,2-1-5 16,3-5 1-16,4-3-2 0,4-1-1 0,4-5 0 16,2 3 4-16,1-6-9 0,2 0 7 0,-3-1-8 15,0 1 13-15,1 0 2 0,2 0-4 0,1 2 5 16,3-2 4-16,0 4-9 0,1 0 9 0,3 0-9 16,4 0 15-16,1-1-12 0,0-1 5 0,0 4-5 0,12-4 6 15,-1 0-16-15,3 0 6 0,-1-4-9 0,0 1 1 16,0-3 4-16,-1 1-9 0,-1-5 6 0,-1 1-18 15,1-2-32-15,4 15-4 0,-1-8-14 0,8-4-63 0,1-3-174 16,1-2-39-16</inkml:trace>
  <inkml:trace contextRef="#ctx0" brushRef="#br0" timeOffset="-99344.4">31622 1442 1050 0,'-2'-2'108'16,"0"0"227"-16,1 0-288 0,-3 1 46 0,0-1-11 16,0 0 19-16,1 0-38 0,-1 2-32 0,0 0 5 15,1 2-13-15,-1 2 8 0,-13 22-7 0,2 1 2 0,0 5-2 16,2 0 6-16,0 1-6 0,-1 2-3 0,1-1-1 16,-2 3-8-16,0-2-10 0,2 0 1 0,4-3-3 15,-3-4 4-15,3 0-5 0,2-1 1 0,1-4-3 16,1-1 1-16,1-5-18 0,2-8 2 0,0 4-8 15,2-6-10-15,0-3-33 0,0-2 1 0,0 2-13 16,0-2-11-16,0-1-32 0,0 1-7 0,0-2-12 0,2 0-58 16,0-2-65-16,0-1-41 0</inkml:trace>
  <inkml:trace contextRef="#ctx0" brushRef="#br0" timeOffset="-98985.22">31433 1654 557 0,'0'-2'83'0,"0"-2"97"0,0-2-16 0,3-12-26 15,1 1 4-15,-2 2-14 0,2-1-21 0,-2 3-23 16,-1 3-4-16,3-3-5 0,0 6-9 0,3-4-14 15,-1 2 6-15,-1 1-7 0,3 3 6 0,5 1-13 16,4-7 0-16,-3 3-4 0,3 1-9 0,-2 3-8 16,-2 4 1-16,-4 0-2 0,-1 2 4 0,-5 0-9 15,-1-2-3-15,0 4-2 0,9 14-6 0,-3 3 5 16,-6-3-4-16,-2 3 3 0,-6-3-7 0,-3 3 3 16,-1-5-1-16,1 1 1 0,2-4-7 0,-1-2 1 0,3 0 0 15,1-3 0-15,0-1 2 0,2-1-2 0,1-1-2 16,-1 3-2-16,0-1-3 0,2 0 8 0,0 1-1 15,0-1 3-15,4 4 0 0,1 2-3 0,6 4 4 16,2 2-4-16,-11 1 0 0,13 2 5 0,-4 1 1 16,2 3 2-16,-4-2 5 0,-1-2 22 0,-1 4-5 0,-3-4 12 15,0-3 4-15,9 0 9 0,-8-6-3 0,-1-4 3 16,-2 4-9-16,-2-6-8 0,0 1-1 0,-4 1-5 16,-1-2-20-16,-10 3-9 0,-13-7 1 0,4-1-3 15,1 13-4-15,1-4-12 0,5-3-8 0,1-3 0 16,3-1-35-16,3-2-124 0,1-2-24 0,0 0-45 0,3 0-179 15</inkml:trace>
  <inkml:trace contextRef="#ctx0" brushRef="#br0" timeOffset="-98590.29">29758 2530 1416 0,'-2'0'21'0,"-2"0"1"0,-16 0 58 0,-8 0 4 15,10 0 14-15,1 0 28 0,9 0-64 0,5 0-9 0,-1 0-20 16,2 0-39-16,0 0 13 0,2 0 1 0,2 0 5 15,24 2-3-15,26 0 6 0,9-2 4 0,1-2 1 16,12-4 10-16,8-1-4 0,9-1-1 0,20-3 0 16,-1 2-3-16,10-2-4 0,3 2-3 0,-10-1 2 15,6 1-3-15,-2 2-3 0,-2-1-1 0,0 3 0 16,-3 1-3-16,-12 2-3 0,-4 2 4 0,-10 0-4 16,-6 0 14-16,-4 2 2 0,-6 0 3 0,-7 0-2 15,-5 1 2-15,-13-1 4 0,-12 0-4 0,-2 0 5 0,-6 0-9 16,-1-2-5-16,-8 0 3 0,-12 0-3 0,4 0-3 15,-5 0-5-15,1 0 0 0,0 0 0 0,-1 0 5 0,1 0-6 16,-2 0-5-16,0 0-3 0,0 0-51 0,-2 0-73 16,-2 2-15-16,-2-1-22 0,-31 9-99 0,-25 6-224 15</inkml:trace>
  <inkml:trace contextRef="#ctx0" brushRef="#br0" timeOffset="-98281.84">29905 2948 1601 0,'-2'0'115'0,"0"0"-120"0,-2-2 136 16,-12-4-58-16,3 3 47 0,1 1-25 0,9 2-3 0,-3 0-17 15,-1 0-58-15,3 0-9 0,0 2 3 0,-3 7-3 16,-12 24 6-16,6 6 3 0,4-2 4 0,0 4-1 15,-1 0 5-15,-1 2-3 0,0 0-4 0,-2 1 2 16,4 1-6-16,1-3 1 0,1 5 0 0,1-6 0 16,3-2-7-16,-1-4 0 0,0-5-5 0,2-4 3 15,1-6-3-15,1-3-9 0,0-1 2 0,0-3-8 0,1 0-13 16,-1-7-59-16,0-4-7 0,2 2-26 0,2-1-114 16,5 1-189-16</inkml:trace>
  <inkml:trace contextRef="#ctx0" brushRef="#br0" timeOffset="-98065.64">30133 3286 1700 0,'0'0'44'0,"0"0"4"0,0 0-7 16,0 0 10-16,0 0-9 0,2 0 118 0,0 0-42 16,0 0 6-16,1 0-26 0,16 0-34 0,12 0-5 0,8 0 0 15,8-2-4-15,3-2-19 0,2-1 0 0,2-3-11 16,-2-1 7-16,-6 1-25 0,1 1-1 0,-3 0-5 15,-7 1 1-15,2 0-4 0,-11 3-7 0,-4-1 2 16,-5 2-5-16,-2 0-15 0,-4 0-29 0,-4 1-23 16,-4 1-8-16,-3 0-130 0,2 0-34 0,0 0-47 0,-2 0 2 15,-1 0-198-15</inkml:trace>
  <inkml:trace contextRef="#ctx0" brushRef="#br0" timeOffset="-97889.2">30523 3052 1433 0,'0'-2'67'0,"-2"0"90"0,0 0-19 16,0 0 15-16,1 0-14 0,-1 1 5 0,0 1-80 16,0 0-24-16,0 0 1 0,0 0-7 0,0 1 3 0,1 1-7 15,-1 2 0-15,-8 16-3 0,-1 6-9 0,0 2-12 16,2 0 4-16,0 0-6 0,-1-2-2 0,3-2-2 16,-1 2-2-16,1 0 0 0,3 0-14 0,1 2-21 15,1 2-14-15,2-4-4 0,0 2-71 0,0-4-125 16,3 2-13-16,5 3-53 0,3 5-198 0</inkml:trace>
  <inkml:trace contextRef="#ctx0" brushRef="#br0" timeOffset="-97316.39">31405 3191 1263 0,'0'-2'28'0,"0"-2"-3"0,-4-23 58 0,-1-16 2 0,1 8 10 16,-2-4 8-16,1 5-31 0,1 8-4 0,-2-2-9 16,3 8-15-16,-1 3 16 0,0 2-4 0,1 4 7 15,1 6-12-15,2 3-10 0,-4-2-9 0,0 2-1 16,-1 0-22-16,-12 2-2 0,-1 4 6 0,-7 7-5 16,3 4 4-16,-6-2-3 0,0 24-1 0,2 0-1 0,-3-3-6 15,5-3 12-15,1-3-9 0,7-2 9 0,4-2-16 16,5-3 6-16,3-3-3 0,2-3 4 0,-7-4-7 15,4-1 4-15,1-1 0 0,2-2 1 0,2-1-10 16,0-4 6-16,0 0-2 0,2 1 4 0,2 1 0 0,9 2 1 16,16-3 5-16,-5-3-3 0,2-5 0 0,2-6-2 15,-4-2-2-15,1-2 2 0,2-4 7 0,-6 15-7 16,-1-14 2-16,-3-1-3 0,-6 3 3 0,-3 4 1 16,-1-1 5-16,-1 2-3 0,3 0 15 0,-4 4 13 15,-3 3-2-15,-2 2 4 0,2-2-13 0,0 1-15 16,0-1-5-16,0 2-2 0,-1 0-7 0,1 0 3 15,0 1 2-15,0 1-1 0,0 0 2 0,0 1-3 0,0 3 1 16,7 15 0-16,2 7 7 0,0 0-5 0,-2 0 4 16,-1 0-4-16,-1 2 1 0,-1-1 0 0,-1 3-1 15,1 0 1-15,-2 1 1 0,-2 1 4 0,-1 1-3 16,-1-1 3-16,0 0 3 0,-1-3-3 0,-3-1 6 16,-4-2-5-16,1 0 13 0,-2-6 4 0,-1-1 3 0,-1-4 2 15,4-2 19-15,-17 2-9 0,-4-6 8 0,2 2-7 16,0-3 5-16,2-5-5 0,3-1-5 0,3 11 1 15,-3-4-11-15,3-5-7 0,1-4-1 0,-1-2-2 16,5-1-8-16,1-3-9 0,3 0 2 0,2 1-7 16,1-1 7-16,4-7-22 0,-1 2 4 0,-7-2-12 15,3 2-8-15,1 2-41 0,3-1-18 0,3 3-14 0,0 0-127 16,0 3-110-16,1 0-39 0</inkml:trace>
  <inkml:trace contextRef="#ctx0" brushRef="#br0" timeOffset="-96649.03">31765 3399 950 0,'0'0'408'0,"0"0"-551"16,-2-2 493-16,0 0-268 0,1 0 26 0,-1 1-1 0,0-1-8 15,0 2-4-15,0 0-70 0,0 0-6 0,0 0 1 16,2 2-1-16,-1-1 20 0,1 3-6 0,-6 17 6 15,0 1-7-15,1 4-2 0,-3 0-9 0,1 4-2 16,0-1-1-16,-1 1 2 0,1-2-1 0,-1 1 0 16,1-1-1-16,-1-2-4 0,1-2 1 0,1-3 1 0,1-3 0 15,-1-1-8-15,1 2 4 0,1-6-5 0,0-2 6 16,2-2-8-16,1-3 8 0,1-3-4 0,-2 3 5 16,2-4-9-16,-2 2 7 0,0-1 2 0,2 1 1 15,0-2 3-15,0 0 2 0,0 0-7 0,0-1 4 16,0-1-17-16,0 0 4 0,0-1-3 0,2-3 3 15,2-5-4-15,3-14-2 0,2-1 2 0,1 2-4 16,1-6 1-16,0 2-1 0,0 2-2 0,2-4 0 0,-2 2 0 16,-2 6 4-16,3-5-2 0,-3 9 2 0,-2 3 2 15,1 2-4-15,-3 3 6 0,-3 4-6 0,6 1 4 16,1-5-1-16,2 1-3 0,0 3 1 0,-2 2-1 0,-1 2 2 16,-1 0-1-16,1 2 1 0,-3 2 5 0,-1 0-3 15,-2 18 7-15,13 0-6 0,-6-1 11 0,-2 1-6 16,-1 0 0-16,-2 2-1 0,-2-3 5 0,-2-5-5 15,0 1 2-15,0-9-4 0,0 1 1 0,0-2-1 16,0-5 3-16,0 4-2 0,0-3 3 0,0 1-1 16,0 0 2-16,0 0 0 0,0-3 13 0,0 1-6 15,0 0-1-15,0-2-2 0,1 0-12 0,1-2 3 16,2-1-3-16,2-12 5 0,7-11-4 0,3-8-1 0,1 3 2 16,0-1-2-16,-6 2 1 0,4 6-1 0,-2 2-1 15,-4 7 1-15,4 2 3 0,-6 6-5 0,1 1 5 16,-5 4-5-16,-1 2 2 0,2-1 0 0,-2 1-3 15,3-4 3-15,1 2 1 0,-2 2 5 0,-2 0-4 0,3 2 3 16,-1 0-1-16,1 5-1 0,8 17 3 0,-3-2-3 16,-5-1 5-16,1 1-6 0,-2-3 2 0,-1-3-4 15,1 3-4-15,-2-4 2 0,0-2-3 0,0 2 3 16,-1-2-9-16,1-4-2 0,0 0-13 0,0-1 2 16,0-3-58-16,0-1-153 0,0 0-3 0,-1-1-67 15,3 1-172-15</inkml:trace>
  <inkml:trace contextRef="#ctx0" brushRef="#br0" timeOffset="-96210.31">32404 3003 1453 0,'0'-1'25'0,"0"-1"0"0,-2 0 52 16,0 0 4-16,2-2 10 0,0 1 40 0,0-1-62 15,0 2-4-15,0 0-22 0,0 0-34 0,0 0 22 16,0 1 2-16,2 1 5 0,0 0 1 0,0 1-4 0,1 5 1 16,12 24 0-16,-2 3 6 0,-2-1-5 0,-1 1-3 15,-5-1 0-15,1 1-9 0,-2 2 3 0,-3 1 0 16,-1 1 0-16,0-2-5 0,-3 2-6 0,-3-3 0 16,1-3-2-16,-1 1-5 0,0-6 3 0,1 0-3 0,1-6 3 15,0-1-11-15,3-6 1 0,-1-4-3 0,2-5 3 16,0-2-1-16,0 1 9 0,0 1-2 0,0-2 2 15,0 0-17-15,0 0 6 0,0-2-8 0,0-2 7 16,2-6-9-16,9-29 6 0,0-4 4 0,2 1 0 16,2-3 0-16,0 2 1 0,-1 0-2 0,1 4 0 15,0 2 1-15,0-1 4 0,-2 5 4 0,0-1-1 0,2 3 1 16,-2 3 2-16,0 3 2 0,-2 7 1 0,-9 6 14 16,11 5-8-16,-4-3 1 0,-2 3-4 0,1 1-10 15,-3 2-5-15,3-2-3 0,-1 3 0 0,1 1-4 16,-1 0-3-16,4 1 0 0,-1 3-4 0,-3 0-18 15,4 5-46-15,-3 12-4 0,-3 3-27 0,1-2-132 0,-3 2-75 16,1 0-36-16,15 4-20 0,-10 2-252 0</inkml:trace>
  <inkml:trace contextRef="#ctx0" brushRef="#br0" timeOffset="-95786.2">32842 3466 810 0,'0'0'84'0,"0"0"87"0,0 0 14 0,0 0-25 0,0-2-15 16,0 2-5-16,0 0-67 0,0 0 1 0,0 0-8 16,0 2 3-16,0 0-8 0,-2 1 7 0,-3 20 7 0,-3 8-2 15,1 3 5-15,-3-1-17 0,1-1-1 0,0-1-6 16,0-1-15-16,1-4-12 0,1-2-1 0,1-2-4 16,1-1-9-16,1 1-9 0,0-2-1 0,4-5-2 15,0 0-1-15,0-7-1 0,0-1-1 0,0-1 0 16,0-3-11-16,0 1-17 0,0-2 1 0,2 2-8 15,0-1-8-15,0-1-15 0,1 0-9 0,10-2-2 16,10 0-29-16,-5-6 22 0,3-5 0 0,3-5 8 0,-6 3-2 16,-1-19-5-16,2 2 3 0,-4-3 0 0,-1-2 30 15,1 5 37-15,-2 2-1 0,-5 6 13 0,-3 3 7 16,1 8 12-16,-4-2 7 0,0 7 3 0,-1 1 50 16,-1 3 6-16,4-2-2 0,0 1 0 0,0-1-29 0,-3 2-9 15,1 0 1-15,0 0-3 0,0 2 12 0,0 2 8 16,0 0-3-16,0 2 3 0,1 7 3 0,3 9-19 15,-2-1 6-15,-1 1-11 0,1 1-12 0,-2-5-11 16,0 3 0-16,-2-6-4 0,0 2-15 0,0 2 1 16,0-10-4-16,0 4 4 0,0-3-9 0,0-3-12 15,0 3-6-15,0-5 0 0,0 5-24 0,0-5-49 16,0-1-18-16,2 2-14 0,-1 0-92 0,1-1-83 0,0-1-54 16</inkml:trace>
  <inkml:trace contextRef="#ctx0" brushRef="#br0" timeOffset="-95597.83">32825 3401 1947 0,'0'0'54'16,"0"0"-8"-16,0 0 77 0,0 0 7 0,0 0 2 16,0 0-3-16,0 0-47 0,0 0-7 0,0 0-11 15,2 0-15-15,2 0-13 0,22-4 1 0,9-1-8 16,4-3-17-16,0 1-7 0,4-3-5 0,3 1 0 0,-1 2-21 15,-1-1-33-15,3 1-42 0,-3-1-16 0,-1 3-331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40:47.56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6241 6875 256 0,'0'0'39'0,"0"0"-2"0,0 0 61 15,0 0 18-15,0 0-14 0,0 0-4 0,0 0-35 16,0 0-4-16,0 0 4 0,0 0 6 0,0 0-9 16,0 0-8-16,0 0-1 0,0 0-32 0,0 0 7 15,0 0 2-15,0 0 1 0,0 0-3 0,0 0 1 0,0 0 1 16,0 0 1-16,0 0 8 0,0 0-4 0,0 0-1 16,0 0-1-16,0 0-6 0,0 0 4 0,0 0-2 15,0 0 3-15,-2 0-10 0,2 0-2 0,-2 0 0 16,0 0 0-16,2 0 9 0,-2 2-13 0,0-2 9 0,1 0-10 15,-1 1 11-15,0-1-6 0,0 0 3 0,0 0-3 16,0 0 15-16,0 0-13 0,1 0 6 0,-1 0-8 16,-2 0-1-16,0 0 0 0,-1 0-3 0,-6 2 2 15,-1 0 1-15,1 0-4 0,-5 0 0 0,1-2-3 16,2 0 1-16,-13 2-2 0,3-2 0 0,-1 0-1 16,-5 0 6-16,6 0 0 0,-3 0 3 0,0 0-3 15,0 2-6-15,0-1 3 0,-1 3-1 0,-1 0 1 0,-2-2-8 16,4 0 2-16,0-1 1 0,6 1 2 15,-3 2 6-15,5-2-12 0,-1 0 6 0,1 0-7 0,1-2 4 16,2 0 7-16,0 0-12 0,2 0 10 0,0 0-15 0,4 0 6 16,-2 0 3-16,0 0 0 0,-1 0 0 0,1 0 0 15,0 0 4-15,0 0-3 0,2 0-2 0,-1 0 3 16,-1 0-2-16,4 0 3 0,-4 0 3 0,1 0-2 16,3 0-1-16,-2 0 1 0,1 0 5 0,-1 1-6 15,-2 1 3-15,3-2-4 0,-1 2 0 0,2-2 1 16,1 0 4-16,-1 2-1 0,-1 0-3 0,-1 0-2 15,0 0 1-15,1-1-1 0,3 1-2 0,-3 2 1 0,-3 3-3 16,4-1 3-16,1-2 0 0,1-2-2 0,3 12-2 16,-7-1 0-16,1-1 0 0,4 1 1 0,-3-2 0 15,3-2 1-15,-1 4-1 0,1 4 0 0,0-2 0 16,2 5-1-16,-3 0 2 0,3-5-1 0,-4 4-1 16,3-2 0-16,-1-1 0 0,2 1 1 0,-2 5 1 15,3-3 0-15,-3 1-2 0,2 3 1 0,-2-3 1 0,2 4 1 16,-1-2-8-16,1 2 5 0,0 1-3 0,-15-1 3 15,6 2 1-15,4 0-2 0,3 2 3 0,2 3-2 16,2-1-2-16,2 1 2 0,2 3-6 0,-1-4 6 16,1 1 4-16,0 1 0 0,0-3-1 0,1 1-2 15,-1-2-3-15,0 0 3 0,1 0-1 0,-1 0 1 16,1-1-2-16,1 1 1 0,-2 0 0 0,1 2 0 16,1-2-1-16,-2-1 3 0,-3 1-1 0,1 0 3 0,2 2-4 15,-2-2 2-15,2 1-3 0,-3-1 2 0,1 0-6 16,0 0 7-16,2 0-1 0,-2-2 2 0,1 0-7 15,1 0 4-15,0-2 0 0,1 2 2 0,1 0-1 0,-2-2 2 16,-1 0-2-16,1-1 1 0,2 4 0 0,-3-2 0 16,1 1 2-16,-2-4-4 0,0-2-4 0,0 2 3 15,-1-1-1-15,1 3 2 0,0-4 2 0,0-1 1 16,0 3-3-16,0 2 2 0,0-3-4 0,-1-1 7 16,1 1-5-16,2 1 5 0,-2-2-11 0,2 3 11 15,-1-1-2-15,-1-2 4 0,0-1-12 0,0 1 4 0,0 1-2 16,-2 1 3-16,0-1 6 0,0-1-6 0,0 0 3 15,0 1-4-15,2-1 4 0,-2 1-1 0,1-1 2 16,-1 1-3-16,0-1 7 0,0-2-9 0,0 3 2 16,0-3-4-16,2 1 7 0,-2-2 1 0,0-2-2 0,0-1 0 15,0 3-7-15,0 2 4 0,0 1 1 0,0-3 1 16,0 0-4-16,0-4 5 0,0 3-2 0,0 3 4 16,-2-1-6-16,1 5 3 0,-1-5-2 0,0 5 3 15,0-5 1-15,0 1-3 0,0-1 2 0,-1-1-3 16,-1 2-4-16,2-3 10 0,0 1-8 0,0-2 7 15,0 0-12-15,1-2 12 0,-1 0-1 0,0 0 4 0,0 0-9 16,0 0 4-16,0 0-2 0,0-2 4 0,1 0 0 16,-3 2-1-16,0 0 1 0,1 0-2 0,-1 2-6 15,2 0 7-15,-2-1-3 0,2 1 5 0,-1 0-4 16,-1 2-2-16,2-4 1 0,0 2-1 0,0 0 8 0,1-2-10 16,1 1 4-16,0-2-6 0,0 1 9 0,0-2-6 15,0-2 1-15,0 0-2 0,0-3 6 0,0-2-4 16,0-1-3-16,0 1-2 0,0 0-9 0,0-1-8 15,0-1-10-15,0 0-2 0,0 0-54 0,0 0-134 16,0 0 12-16,0-2-57 0,1 0-52 0,1-2-195 16</inkml:trace>
  <inkml:trace contextRef="#ctx0" brushRef="#br0" timeOffset="375.05">4688 10237 1363 0,'0'0'55'0,"-1"0"-9"15,-1 2 64-15,0 0 4 0,0 0-5 0,0 0-38 16,0 0-32-16,0-1-6 0,1 1-6 0,1 0 0 15,0 0 3-15,0 0 3 0,1 0-1 0,3-2 7 0,13 0-1 16,13 0 1-16,1 0-3 0,4-2-7 0,6-2-13 16,2 0-1-16,5 3-5 0,-1-1-4 0,-5-4-4 15,-3 2 6-15,-5 1-6 0,-3-1 0 0,-6 0 1 16,-3 2-3-16,-7 2 2 0,0 0 4 0,-6 0-3 16,4 0 2-16,2 0-3 0,-6 0-7 0,-2 0-2 15,-3 0-2-15,0 0 1 0,0 0-13 0,-1 0-15 16,1 0-2-16,0-1-5 0,-1-1-23 0,1 0-49 0,0 0-5 15,0 2-15-15,-3 0-22 0,1-2-43 0,0 0-10 16,2 0-23-16,-2 2-135 0</inkml:trace>
  <inkml:trace contextRef="#ctx0" brushRef="#br0" timeOffset="545.15">5158 10380 422 0,'0'2'310'0,"-2"0"-330"0,1 2 359 0,-5-1-167 16,-14 5-19-16,7-1-18 0,5-1-3 0,1-1-6 15,3 3-10-15,2-4-34 0,0-1 3 0,-1 3-15 16,3-4-10-16,0 0 6 0,0-1-3 0,0 3 3 15,0 0-1-15,1 1-2 0,3 1-2 0,2-4-2 16,12 2-28-16,-1-3-13 0,0 11-3 0,3-1-3 0,2-2-8 16,1-2-4-16,-1-3 1 0,-3-2-2 0,1-2-1 15,0 0-35-15,3-2-16 0,-1-2-19 0,0-3-165 16,4-6-210-16,4 11-112 0</inkml:trace>
  <inkml:trace contextRef="#ctx0" brushRef="#br0" timeOffset="-54628.41">20357 11383 5 0,'0'-2'67'0,"0"0"7"0,0 0 66 16,0-1 17-16,-5-14-27 0,1 2-23 0,2 2-63 15,2 6 6-15,-2-5-15 0,1 7 21 0,-1-6 2 16,0 0 2-16,2 5-3 0,-2-7-9 0,2 7-13 16,0-1 3-16,0 1-6 0,0 1 2 0,0-1-13 0,0 1-6 15,0 1-1-15,0-2-7 0,0 3 2 0,0-1 4 16,0 0-4-16,0-1-5 0,0 1 3 0,0 0 0 16,0 1 3-16,0-1 8 0,0 0-3 0,0 2 4 15,0-1-3-15,0 1 11 0,0 0 1 0,0 0 1 0,0 0 1 16,0 0 8-16,0 1-15 0,0-1 4 0,0 0-8 15,-2 0-5-15,2 0 9 0,0 0-2 0,-2 0 5 16,0 1-5-16,1-1 2 0,-1 0 0 0,0 0 1 16,0 0-2-16,0 0 9 0,0 0-11 0,2 1 10 15,0-1-9-15,0 2 1 0,0 0 6 0,0 0-4 16,-2 0 2-16,1 0-6 0,-1 0 3 0,0 0-3 0,0 2 6 16,2-1 3-16,-2 7-5 0,-3 20 4 0,1 3-9 15,2 3-6-15,0-1 2 0,0-1-1 0,2 1 9 16,0 0-11-16,0 1 3 0,0 1-6 0,0-3 3 15,0 1 1-15,0 1-2 0,0-1 2 0,0 2-6 0,0 2 5 16,0 6-1-16,0-2 2 0,0 2-1 0,0 1 3 16,-2 1-6-16,-1 3 5 0,-1-5-3 0,0-2-8 15,1-2 10-15,-1-6-10 0,0 0 9 0,0-3-9 16,3-4 3-16,-1-2-5 0,0-3 5 0,2-5-6 16,0-1 3-16,0-4-3 0,0-1 4 0,0-3 0 15,0-1-5-15,0-3 1 0,0-1-7 0,0 0-20 16,0 2 0-16,0 0-10 0,0-1-30 0,0 1-79 0,0-2-1 15,2 0-28-15,0 0-33 0,-1-2-49 0,1 0-32 16</inkml:trace>
  <inkml:trace contextRef="#ctx0" brushRef="#br0" timeOffset="-54033.74">20326 11563 290 0,'0'-2'149'0,"0"0"-7"16,-2 0 8-16,0-1-10 0,2 1-47 0,-7-13-45 0,1 0 24 15,2 0-2-15,1 0 10 0,1-1 7 0,0-1-8 16,2 2 2-16,0-2-5 0,2 1-14 0,2-1 1 15,1-3 0-15,3 1 0 0,1 0-5 0,-7-3-12 16,27-2-4-16,5 0-1 0,3-6-8 0,2 2-9 16,4 0 3-16,1-1-6 0,3 8-4 0,-5 3-5 15,1 3-1-15,-4 9-1 0,-4 1 2 0,1 3-5 16,-3-18 1-16,-5 10-2 0,-2 7 3 0,-4 3-3 16,-3 0 4-16,1 3-4 0,-5 3 4 0,-4-1 8 15,-2 1 2-15,-3 0 3 0,-2 8 15 0,-2 7-7 0,16 9 0 16,-7-1-3-16,-7 3 0 0,-4 3-10 0,-6-5 1 15,-5 1-3-15,-4 3 3 0,-3-1-4 0,14 2-2 16,-27 1 0-16,-3-1-5 0,1-2-3 0,-4 5 4 0,3-3-3 16,-1-2 4-16,0-1 0 0,-3-1-8 0,1-3 6 15,0 0-8-15,4-7 1 0,3-5 5 0,6 1-4 16,7-4 1-16,-1-2 1 0,3-4-1 0,6-3 1 16,-6 0 1-16,9 0-2 0,4-4-2 0,-1 1 0 15,-1 3 1-15,0 0-2 0,0 0 5 0,3-1-5 16,-1-1 3-16,0 0-2 0,0 0-1 0,2 0 1 0,0 1 0 15,0 1 0-15,2 2 0 0,3 7-1 0,5 0 0 16,-3 3 0-16,17-1 0 0,-1 0 0 0,3-2 1 16,-1 0 3-16,-2-2 1 0,1 2 0 0,-2-3 2 0,4 3-5 15,0 0 4-15,0-6-5 0,-2 0 3 0,-1-1-3 16,-1 0 1-16,0 1-1 0,-1 2-1 0,-3-3 0 16,1 1-1-16,-4 3 1 0,1-5 6 0,-5 3-4 15,2-5 1-15,0 3-3 0,-1-2-15 0,-1 1-32 16,0-1-9-16,0-2-10 0,0 3-70 0,2 3-117 15,-2-1-29-15,8 2-36 0,-1 1-162 0</inkml:trace>
  <inkml:trace contextRef="#ctx0" brushRef="#br0" timeOffset="-53667.2">21533 12100 1383 0,'0'0'38'0,"0"0"1"0,-2 0-15 0,0-2 6 0,0 0-14 15,0 0 70-15,0 0 16 0,1 0-1 0,-1 0 0 16,-2-1-27-16,0-1 2 0,1 0-6 0,-1 2 2 16,-5 1-31-16,1-1-6 0,1-4-4 0,-3-1-1 15,1 1-14-15,0 1-2 0,-4-1 6 0,5 4-4 16,1 2 5-16,-8 0 0 0,4 2-5 0,-9 4 4 16,-1 3 1-16,-1 4-4 0,0-11 4 0,-3 24-6 0,1 0-8 15,6 5 7-15,1-1-7 0,2 2 7 0,2-3-12 16,-5-1 6-16,5 2-1 0,3 0 3 0,3-3-4 0,3-1-1 15,1 0-1-15,-12-5 1 0,4 1 6 0,7-3-4 16,4-1 4-16,2-3-4 0,1 0 4 0,1-6 0 16,5 4 2-16,-1-2-2 0,12-1-5 0,4-7 1 15,0 1-3-15,2-2 2 0,0 15-6 0,2-4 0 16,-2-8-4-16,4-3 0 0,-2-2-19 0,-2-4-14 16,4-1-9-16,-6-3-4 0,2-3-48 0,0-2-30 15,2-4-1-15,-1 1-21 0,1 14-119 0,-2-20-85 16,0 1-35-16</inkml:trace>
  <inkml:trace contextRef="#ctx0" brushRef="#br0" timeOffset="-53332.66">21878 12170 503 0,'0'0'147'0,"0"0"-12"0,0-2-5 0,-2 0 9 16,0 1-60-16,0-1 4 0,1 0 15 0,-1 0 7 16,0 0-3-16,0 0-12 0,0 0-19 0,-2 1-2 0,1 1-5 15,-1 0-11-15,2 0-5 0,-5 1-8 0,-1 1 3 16,1 2-9-16,1 0 3 0,1 5 4 0,-3 11-3 15,-1 3 5-15,0 1-13 0,1 4 3 0,-3 1-7 16,0 5 7-16,0-1-8 0,0 3-2 0,2-1-3 16,1-4-10-16,3 3 10 0,-1 1-6 0,2-3 6 15,2-1-7-15,-16-1 5 0,5-2 1 0,5-4 0 0,5-2-6 16,1-3 4-16,2-3-1 0,0-1 1 0,2 0-2 16,1 0 5-16,1-6-5 0,0 1 5 0,1-1-15 15,-1-4 10-15,5 1-3 0,6 1 4 0,2-3-16 0,3 0 7 16,1 1-4-16,5 12 6 0,5-4 1 0,1-5-6 15,1-3 3-15,-1-5-5 0,-6 0 1 0,2-2 0 16,-2 0-2-16,2-3 1 0,-2-1-3 0,-6 1-1 16,-1-1-1-16,-1-1 0 0,-3-1-12 0,2 1-15 15,-2-1-1-15,-4 1-6 0,-2 0-25 0,-2 3-33 16,-1-13-3-16,-2-1-19 0,-2 1-101 0,-1-4-39 16,11 5-29-16,-7 6-2 0,1-1-130 0</inkml:trace>
  <inkml:trace contextRef="#ctx0" brushRef="#br0" timeOffset="-52827.09">21806 12541 1101 0,'-2'0'246'0,"0"0"-332"0,0 0 289 0,-2 0-160 16,1 0-22-16,1 0 54 0,-4 0-5 0,3 0 22 15,-1 0 3-15,2 0-27 0,0 0-2 0,-2 2-10 16,1 0-17-16,1 0 12 0,0 0-7 0,0 0 8 15,2-2-10-15,0 0-11 0,2 0 7 0,0 0-10 16,9 2-4-16,17-1-3 0,0 1-4 0,1-2 1 0,-5 0-14 16,-3 0 5-16,-1 0-7 0,-7 0 6 0,-2 0-3 15,2 0-3-15,-1 0 6 0,-1 0-5 0,-4 0 3 0,1 0-1 16,-5 0-5-16,1 0 1 0,3 0-6 0,-3 0-7 16,2 0-2-16,-4 0-2 0,1 0-10 0,1 0-11 15,0 0-5-15,-1-2-3 0,-1 1-34 0,0-1-58 16,0 0 7-16,0-2-23 0,-2 2 11 0,-2-7 2 15,-2 0 11-15,-3-2-7 0,3 3 11 0,-24 1-51 16,-1 1 13-16,1 1-20 0,-4 1 46 0,-1-2 86 16,-1 3 7-16,5-3 33 0,-3 4 94 0,4-16 98 15,2 6-23-15,2 7 39 0,6 3-75 0,5 2-19 0,3 0-8 16,3 0-4-16,3 0-32 0,0 0-11 0,1 0-4 16,-1 0 1-16,2 0 9 0,0 0 10 0,0 0 3 15,2 0-1-15,0-2-5 0,2 0 8 0,2 1-4 16,11-7 4-16,13-5-7 0,1 0 3 0,5 0-6 15,5-2 2-15,-4 4-23 0,2 2-7 0,-3 1-4 0,-8 3-2 16,0 1-21-16,-6 0 1 0,0 1-3 0,-5 1 5 16,0 0 5-16,0 0-10 0,-2 0-2 0,4-1-7 15,-4-1-41-15,-2 0-91 0,4-1-49 0,-2-1-22 16,7-1-225-16</inkml:trace>
  <inkml:trace contextRef="#ctx0" brushRef="#br0" timeOffset="-52420.77">22795 11734 824 0,'-2'0'170'16,"-1"0"334"-16,-7 0-457 0,5 0-9 0,-4 0 7 16,3 0 2-16,0 0 61 0,3 0-28 0,-1 0 5 0,0 2-13 15,2 0 3-15,1-1-13 0,-1 1 4 0,2 0-8 16,0 0-7-16,2 0-10 0,1 0-7 0,10 1 1 15,15 5-14-15,0-1-6 0,-4-3 3 0,0 0-5 16,-1-2-5-16,-5-1 3 0,3 1-9 0,-3 0 8 16,-7-2-4-16,0 0-4 0,-1 0 3 0,-1 0-5 15,0 0 1-15,1 0-1 0,-1 0-5 0,-2 0 0 16,3 0-30-16,-5 0-20 0,3 0 1 0,-3 0-10 0,-1 0-21 16,0 0-40-16,-3 0-17 0,3-2-6 0,0 0-40 15,0 1-29-15,-3-1 3 0,1 0-25 0,0 0-104 16</inkml:trace>
  <inkml:trace contextRef="#ctx0" brushRef="#br0" timeOffset="-52249.28">22641 11994 443 0,'-2'0'227'0,"0"0"8"0,-1 0-39 15,-14 5-35-15,4 1-65 0,6-2-30 0,1-3-9 16,4-1 0-16,-2 4-2 0,1 0 11 0,1 0 10 16,0-1 4-16,0 1 1 0,2-2-2 0,0 0-9 15,2 0-2-15,0-1-2 0,7 3-10 0,23 2-11 16,-4-6 1-16,5-2-4 0,-3-2-6 0,-1 0-13 0,5-1-4 15,-4 1-2-15,3-3-15 0,-1 1 3 0,-3 1-4 16,-1-1 0-16,-2 2-34 0,-4 1-138 0,3-1-121 16</inkml:trace>
  <inkml:trace contextRef="#ctx0" brushRef="#br0" timeOffset="-50502.46">17862 7625 80 0,'0'0'0'0,"0"-2"17"0,-2 0 144 0,0 0-61 15,0 0-2-15,1 1-80 0,-1-1-5 0,0 0-4 16,0 0 8-16,0 0-6 0,0 0 18 0,0 0 16 0,1 1-3 16,-3-1 6-16,0 2-5 0,0 0-18 0,1 0 9 15,-7 0-12-15,-1 0 7 0,0 0-2 0,-2 0-5 16,0 0 4-16,0 2 0 0,-2 1-4 0,-1 3 3 16,-3-1-5-16,-1 3-7 0,3-1 2 0,-5 3 1 0,1 1 0 15,-7 4 6-15,0 1-5 0,-1 1 0 0,-3 2-1 16,6-18 13-16,-4 22-11 0,-1 1 10 0,1-4-11 15,-1 8 7-15,-1-6-3 0,1 6-4 0,3 0 2 16,0 0-3-16,4 0 0 0,1 0-7 0,3-1 5 16,1-1-5-16,3 0-9 0,-1 2 10 0,4 0-11 15,0 2 5-15,2 1-4 0,2 3 2 0,-1 3-1 16,-1 2 6-16,4 2-8 0,-1 2 1 0,1 1-2 0,1 3 5 16,3 1-2-16,-1 2 0 0,0 0 0 0,2 0-1 15,-22-2 2-15,11 1-2 0,8-7 3 0,3 3-5 16,2-6 4-16,3 2 1 0,1-2 1 0,2 0 0 0,1 2 0 15,2 0-6-15,1 1 3 0,1 1-1 0,2 0 4 16,0-2 5-16,2-1-2 0,0-3-5 0,-1-1 8 16,5-1-7-16,-2-9 7 0,-10 0-4 0,25 0 9 15,3-6 2-15,0-1 3 0,1 0 6 0,1-8-7 16,2 0 5-16,3-6-8 0,3-3-7 0,1 0 7 16,-1 22-10-16,-2-13 9 0,-4-9-14 0,-4-2 5 15,-2-5-2-15,-1-5 2 0,-1-3-4 0,-1-3 9 16,0-1 1-16,-2 13 1 0,0-22-5 0,1-3 3 0,-1-5-2 15,4-1 3-15,-3-4 2 0,3 2-5 0,-1-4 0 16,-1 0-2-16,0-3-1 0,-4 1 2 0,4 0-1 16,-4 0 1-16,-2-3-1 0,4 1-4 0,-4-5 4 15,-6-2-3-15,6 2 5 0,-9-4 1 0,0-3-1 16,-4-1 0-16,-3-5-6 0,-3 0 6 0,1 4-4 0,-2-1 5 16,-1 3-1-16,25 1-6 0,-15-2 4 0,-5 3-4 15,-8-1 9-15,-2-4 1 0,-6 3 0 0,-3-2 0 16,-4 1 3-16,-7 6 17 0,18 0-11 0,-38 7 7 15,-9 3-47-15,-12 8-48 0,-5 10-12 0,-20 11-18 16,-6-20-104-16</inkml:trace>
  <inkml:trace contextRef="#ctx0" brushRef="#br0" timeOffset="-44594.86">4289 6010 490 0,'-2'0'0'0,"1"0"-22"16,-5 0-180-16,2 1 89 0,1 5-4 0</inkml:trace>
  <inkml:trace contextRef="#ctx0" brushRef="#br0" timeOffset="-29470.31">24108 10200 29 0,'0'0'30'16,"0"-2"13"-16,0 0 54 0,0-1 20 0,0-7-3 16,0-4-11-16,2-1-43 0,0 0-7 0,0 0-2 0,-1 2 0 15,1 2-9-15,2-2 11 0,0 2-11 16,-2 0 5-16,1-2 8 0,-1 3-8 0,0-1 8 0,0-2-12 16,0 4-5-16,0-2 3 0,-1 0-5 0,1 1 3 0,-2 3-9 15,0-1-3-15,0 1 0 0,0 0 1 0,0 3-5 16,0-2 6-16,0 4-7 0,0-1 0 0,0-1-2 15,0 0 1-15,2 1-1 0,-2-1-3 0,0 2-17 16,0 0-3-16,0 0-3 0,0 0-5 0,0 1 11 16,0 1 2-16,2 0 2 0,0 0 6 0,-2 1-4 15,0 3 1-15,2 17-2 0,0 6 6 0,-1 5-12 16,1 3 3-16,-2 2-5 0,0 2 11 0,-2 4-6 16,-3 2 5-16,-1 1-5 0,-3 2 7 0,2-5-4 15,-5 4-2-15,3-5-1 0,-2 1-2 0,2-4 5 0,1-6-2 16,-1-1 4-16,0-2 0 0,1-3-3 0,1 1 0 15,-1-2-2-15,1-2-1 0,1-1-1 0,1-3 7 16,-1-3-5-16,1 0 0 0,1-6-1 0,0 2-1 16,2-6 2-16,1-1 0 0,-1-1-5 0,2-1-1 15,-2 0-2-15,0-1-5 0,0 1-12 0,2 0-5 0,0-2-7 16,0 0-74-16,0-1-77 0,0-1-42 0</inkml:trace>
  <inkml:trace contextRef="#ctx0" brushRef="#br0" timeOffset="-28910.57">24076 10126 727 0,'0'0'32'0,"0"-2"-2"16,-1 0 39-16,-1-3 2 0,-4-16 2 0,2 4 5 0,1 1-2 16,1-1-6-16,2 2 1 0,0-2-32 0,2 1-8 15,1 1-6-15,5-2 1 0,1 2-5 0,2 0 17 16,17 1-4-16,4 1 6 0,-4 2-8 0,1 1-18 15,1 5 3-15,2 1-9 0,-1-15-2 0,-1 8 5 16,-4 4-6-16,-6 3 6 0,-3 2-3 0,1 2 5 16,3 0-2-16,-3 2 1 0,-1 0-5 0,-4 0-3 15,-2 2 0-15,0-1-2 0,1 3-1 0,-3-1 4 16,-4-1 4-16,-1 0-1 0,0 11-1 0,0 3 7 0,9 1-9 16,-2 3 9-16,-4 2-6 0,-3 0 4 0,-2 4-2 15,-4 0 2-15,-2 4 0 0,-3-5-1 0,-3 3 3 16,-4 4-5-16,-3-3-8 0,-2 1 8 0,16-4-3 0,-27-1 5 15,2-1 0-15,-2 0 2 0,-3-1-2 0,5-7 3 16,0 1 8-16,-1-3-7 0,3-3 5 0,3-1-5 16,5-1 8-16,-1-6-12 0,4 1 4 0,2-1-6 15,0-1 0-15,4-2 1 0,5 2-3 0,4-2 1 16,-2-2-6-16,2 1 0 0,0 1 2 0,0 0-2 16,0 0 0-16,0 0 0 0,0 0 0 0,-1 1 0 15,1 1-3-15,0-2 2 0,0 2 1 0,1-1 2 0,-1-1-2 16,23 0 2-16,3 2-3 0,-4-2 3 0,-2 0-2 15,5 1-3-15,-3-1 1 0,4 4-1 0,-4-5-1 16,0 5 5-16,-3 0-2 0,-2-3 5 0,-1 3-2 16,3 1-3-16,-1-1 1 0,-3 1-2 0,2 1-3 0,-4-1 2 15,2 2 2-15,0-1 0 0,-4 1 3 0,-2-1-4 16,-1 1 1-16,-1-2-1 0,0 3 1 0,-1-5-1 16,0 3-2-16,-1-3 2 0,-1 3-9 0,0-5-1 15,-1 3-4-15,1-4 2 0,2 1-14 0,-3-1-11 16,3 2-31-16,-2-2 7 0,1 2-103 0,3 1-11 15,-1-1-20-15,0 0-2 0,1-3-97 0</inkml:trace>
  <inkml:trace contextRef="#ctx0" brushRef="#br0" timeOffset="-28564.41">24960 10579 385 0,'0'-2'70'16,"2"0"105"-16,0-2-69 0,0-1 24 0,3-8-4 0,-1 4 8 15,2-3-17-15,-3 3-31 0,-1 0-2 0,-2 2-10 16,0 1-4-16,0 2-12 0,0-3 6 0,0 1-8 15,0 4 1-15,-2-1-15 0,-1-1-9 0,1 4-2 16,-13-7-31-16,-4 1 3 0,-1 6 4 0,0 2-2 16,1 3 5-16,2 3-6 0,2 1-1 0,2 0-1 15,2 1-2-15,6-7-1 0,-1 10-1 0,4 0-1 0,-7 0 1 16,2-2 0-16,1 1 3 0,4-1-1 0,2-2 0 16,0-2-4-16,0 1-2 0,2-3-1 0,2 3 7 15,3 1-3-15,6-1 2 0,8-1-3 0,1 0 9 16,-2 1-5-16,-1 1 6 0,1 2-6 0,-3-1 5 0,-4 1-2 15,0 0 1-15,-7-2-1 0,-1 2 3 0,3 0 4 16,1 1 4-16,-2-1 1 0,-1 0 18 0,-3 0-1 16,1 2-2-16,-2 0 1 0,-2 0 2 0,-4 2-11 15,-1-2 1-15,-6 2-6 0,-4 1-5 0,-13 1-2 16,-2-2-3-16,1 0-1 0,1-2-6 0,0-2 0 16,0 2 0-16,2-2 0 0,4 2-13 0,-1-4-18 15,5-1-25-15,3-4-3 0,2 5-147 0,4-4-194 16</inkml:trace>
  <inkml:trace contextRef="#ctx0" brushRef="#br0" timeOffset="-28054.31">25341 9987 553 0,'0'0'54'0,"-2"-2"-9"0,0 0 74 15,0 0 4-15,0 0 0 0,1-2-16 0,-1 1-23 16,0-1-3-16,-2-3-6 0,0 1-13 0,1 0-8 15,-1 1-2-15,2 1-2 0,0 0-14 0,0 1-5 16,2 1 0-16,0 0-1 0,-3-2 3 0,-1 1-1 16,2-1-5-16,0 2 0 0,0 0-27 0,1 0-2 15,-1 0-3-15,0 1 1 0,0-1-3 0,0 0 13 0,0 2-6 16,0 0 8-16,1 2-4 0,-1 0-1 0,0 1 1 16,-2 8-2-16,-1 14 4 0,1 4-1 0,2 3 6 15,0 1-5-15,0 6 8 0,0 4 3 0,2 3-3 16,0 1 2-16,0 1-8 0,-1 4 3 0,-1-5 1 15,-4 3-1-15,1-6-5 0,1-5 3 0,-2 0-8 0,4-4 7 16,-1-5-5-16,1 0 1 0,-2-4 1 0,0-4-1 16,3-1 0-16,-1-5-1 0,2 1-1 0,0-4-1 15,0-2-1-15,0-2-6 0,0 1-1 0,0-5-2 16,0-1-10-16,0 0-23 0,0-2-3 0,0 1-14 16,0 1-76-16,0 0-43 0,0-1-31 0,0-1-10 15,0 0-190-15</inkml:trace>
  <inkml:trace contextRef="#ctx0" brushRef="#br0" timeOffset="-27767.36">25556 9896 752 0,'0'0'54'0,"0"0"-2"0,-2 0 48 16,1-2-9-16,-1 0 4 0,0 0 13 0,0 0-18 15,0 0 1-15,0 1-11 0,0-1-32 0,1 0-22 16,-3 2-1-16,2 0-6 0,-2 0-10 0,2 0 5 15,-1 2-3-15,1 0 4 0,0 1 7 0,-2 3 5 16,-9 20-3-16,4 3 3 0,2 5-14 0,-1 7 18 0,3 3-5 16,1 3 9-16,2 3-4 0,-2-2-2 0,1 2 0 15,-1-1-2-15,-2-3-8 0,3-5-1 0,-3 0 2 16,-1-4 0-16,1-6 0 0,0 1-7 0,1-4 1 16,-1-4-2-16,1 2-3 0,1-6-7 0,0 1 0 15,1-3-1-15,1-1 3 0,0 0-3 0,0-4 1 0,0 0-2 16,0-2-13-16,2-2-15 0,0 0-6 0,0-1-2 15,0-1-26-15,0-3-66 0,0 0 5 0,2-1-28 16,0 1-18-16,0 0-61 0,0-2-59 0</inkml:trace>
  <inkml:trace contextRef="#ctx0" brushRef="#br0" timeOffset="-27121.57">25811 10154 250 0,'0'-2'117'0,"0"0"-97"16,0-2 135-16,0-1-50 0,0-8 30 0,0 2-22 15,0 3 7-15,0 3-15 0,0 1-2 0,0 2-33 16,0 0 2-16,0 0-16 0,0 0-24 0,1-1 0 16,1-1-6-16,-2 0 4 0,0 2-16 0,2 1 24 15,0-1-7-15,0 2 10 0,0 0-23 0,0 2 14 16,-1 7-7-16,3 28 10 0,-2 6-6 0,-2-2 0 16,-2 7-4-16,-2 2 3 0,-1-4-8 0,-3 1 5 15,-1-4-1-15,-2-8 1 0,-2 0-1 0,0-3-13 16,2-5 1-16,2-2-4 0,1-3 5 0,1-4-9 0,1-1 7 15,1-4-7-15,1-4 1 0,2-1-5 0,0-3-4 16,2-3 0-16,0 0-6 0,-2 2-13 0,0 0 3 16,1-1-6-16,1-1 7 0,0 0-1 0,0 0 1 15,0-2-3-15,0-2-5 0,0 0 7 0,0 0 4 0,5-24 2 16,-1-2 11-16,0-5-3 0,-1-6 1 0,1-7 1 16,3 1 8-16,1-9-4 0,3-1 2 0,-4 1-3 15,3-4 2-15,-1 8 7 0,2 2-1 0,-2 11 5 16,1 1 5-16,1 8-7 0,-2 4 7 0,0 6-5 15,1 3 9-15,-3 4-2 0,-1 3-4 0,12 3 2 16,-5 1-3-16,-2-5-8 0,1 1 4 0,-1 3-4 16,0 3 8-16,-2 2-1 0,2 0 0 0,-3 0 0 0,-1 2 3 15,-1 1-1-15,-3-1-2 0,12 21 2 0,-4-1 0 16,-5 2-2-16,-2 4 0 0,-4 0-2 0,-2-2-2 16,-2 5 0-16,-3-5 3 0,-3 0-1 0,1 2-4 15,0-6-4-15,0 3-3 0,1-9 1 0,1 1-2 0,-1 0 4 16,1-2-1-16,-1 3 3 0,5-3-2 0,1-2-3 15,-2 0 0-15,4-9-1 0,-2 5-2 0,2 2 7 16,0-2-1-16,0 6 3 0,2-4-6 0,2-1 4 16,1 1-1-16,1-2 4 0,3 4-4 0,1 0-3 15,-7 0 6-15,16 0-4 0,-6-2 1 0,-2 2 0 16,2 0-3-16,-4-2 4 0,4 0-5 0,-2 1 2 16,-3-1-4-16,1-2 3 0,-3 0-1 0,-1-1 4 0,1-5-1 15,-2 3 4-15,1-4-7 0,-3 0-14 0,4 0-2 16,-5-2-4-16,3 1-11 0,2 3-19 0,1 0 2 15,2 1-12-15,3-1-56 0,-1-2-87 0,2-2-21 16,0 0-31-16,0-2-166 0</inkml:trace>
  <inkml:trace contextRef="#ctx0" brushRef="#br0" timeOffset="-26406.08">26488 10351 691 0,'0'0'115'15,"0"0"18"-15,-2-2-13 0,1 0-45 0,-1 0-4 0,-2 0 28 16,0 0-5-16,1 0 7 0,-1 1-14 0,0-1-44 0,0 0-25 16,1 2-5-16,-1 0-2 0,0 2 12 0,2 0 22 15,1 1-7-15,-14 23 9 0,4 0-15 0,-1 6-5 16,5-4 1-16,0 1-2 0,1-1 8 0,-1 0-13 16,1-2 7-16,-1 0-9 0,1-2 1 0,0-2-8 15,1-1 1-15,-1-1-2 0,1-1 3 0,-1-1-12 16,2-3 2-16,1-2-4 0,-1-2 9 0,2-3-6 15,0-1 3-15,0-1-4 0,1-2-3 0,1-3-13 16,0 1 1-16,-2 2-4 0,0 0-5 0,0-1-26 16,0-1-1-16,0 0-10 0,0 0-25 0,1-2-24 15,1 0-2-15,0 0-7 0,0-2-25 0,0 0 4 0,0-3-12 16,1-10 8-16,1-2-24 0,0 0 34 0,0 1 6 16,0-1 14-16,0 2 68 0,0-2 49 0,-2 4 11 15,0-1 13-15,0 1 39 0,0-2 31 0,0 2 2 16,0-2 10-16,0-2 10 0,0 4-17 0,0-4-9 0,0 4-1 15,0 1-22-15,0-3-8 0,1 0 0 0,3-2-4 16,0 2-11-16,1-3-5 0,-1 3 0 0,4 0-3 16,1 0-2-16,-2 4 12 0,8 2-3 0,7 1 3 15,-1-1-24-15,3 5-20 0,-4 1-4 0,1-10-2 16,-3 5 4-16,-6 6 14 0,-1 2 0 0,-6 0 4 16,-1 2-6-16,-2 2 2 0,15 22-4 0,-6 4 3 0,-4-1-10 15,-5 1 1-15,-6-2-2 0,-5-2 3 0,-2-2-1 16,-4-2-7-16,13-1 3 0,-18-3-4 0,-1-1 6 15,6-6-5-15,1 2-1 0,2-4-1 0,7-1-3 0,1-5 3 16,2-1-2-16,2 0 2 0,-3 2-11 0,-1 0-1 16,2-1 5-16,0-1-4 0,2 0 10 0,0 0 1 15,2 0-3-15,0-2 2 0,2 0-5 0,12 0 6 16,5-2 2-16,-1 0 0 0,-5 0 5 0,2 0-5 16,-6 0-1-16,0 1 0 0,2 1-1 0,-2 0 1 15,-2 0 1-15,-3 0 1 0,-2 0 6 0,-1 0 1 16,3 1 2-16,-2 1 1 0,-2-2 12 0,1 4 2 15,1 2 2-15,2 5 0 0,-5 0 8 0,-1 2 3 16,-1 0 1-16,-3-2 0 0,-4 2 2 0,-1 0-3 0,-2 0 0 16,-15-2-3-16,0 0-5 0,2 0-15 0,0-1 4 15,1-3-7-15,5-1-7 0,1-1 1 0,2-1-4 16,2 0 3-16,2-2-7 0,0 7 0 0,4-5-3 16,-5 1-1-16,3-1-22 0,0 0-10 0,1-3-8 0,3-1-5 15,1 0-73-15,2 0-65 0,-1 0-3 0,-1 0-27 16,0 0-80-16</inkml:trace>
  <inkml:trace contextRef="#ctx0" brushRef="#br0" timeOffset="-25781.67">26960 10455 434 0,'0'0'74'0,"-2"0"106"0,0 0-52 15,0 0-9-15,0 0 7 0,1 0-11 0,-3 0-21 0,0 0-20 16,0 0-3-16,1 0-3 0,-1-2-11 0,0 0-2 16,1 0-5-16,-1 2 2 0,2 0-12 0,0 0-20 15,0 0-2-15,0 0-6 0,1-2-8 0,-1 0 13 16,0 0-2-16,2 1 5 0,0-1 5 0,2 0 14 15,0-2-3-15,-2 2 6 0,24-7-9 0,2-2-3 16,3 2 2-16,3 3-3 0,0 0-3 0,1-1-4 16,0 1-3-16,1 1 1 0,-1-1-6 0,3 4-9 15,-9 1 1-15,-2-3-4 0,-3-11 2 0,-4 6 0 0,-1 1 0 16,-4 3 0-16,2 1-4 0,-8 2-1 0,-1 2-7 16,-4 0 4-16,2 0-10 0,-3 0-3 0,1 0-10 15,2 0 1-15,0 0-46 0,-1 0-53 0,1 0-18 16,-2 0-27-16,0 0-192 0</inkml:trace>
  <inkml:trace contextRef="#ctx0" brushRef="#br0" timeOffset="-25517.77">27140 10039 1220 0,'0'0'19'16,"0"0"-1"-16,-2-2 16 0,0 0 15 0,0 0-5 0,1 0 64 15,-1 0-46-15,0 0-1 0,0 1-21 0,0 1-39 16,0 0 7-16,0 0-7 0,2 0 8 0,0 1 7 0,0 3 9 16,0 4 4-16,0 18 0 0,2 0 8 0,2 9 4 15,-2-2-3-15,2 1 3 0,-1 5-1 0,1-4-1 16,0 2-2-16,-2-2-1 0,-1-1-14 0,1-3-2 16,0-1-4-16,-2 0 1 0,0-2-10 0,0-4-5 15,0 0 5-15,0-2-6 0,0-1 9 0,0-1-12 16,-2-1-3-16,0-1-7 0,1 1-30 0,-1-4-55 15,2 1-31-15,0-3-13 0,0-2-152 0,0 2-216 0</inkml:trace>
  <inkml:trace contextRef="#ctx0" brushRef="#br0" timeOffset="-25033.23">27680 9920 750 0,'0'0'172'0,"0"0"-231"0,0 0 208 0,0 0-114 15,0 0 5-15,0 0 42 0,0-2-8 0,0 2 17 0,0 0-26 16,0 0-10-16,0 0-4 0,2 0-1 0,0 0-7 16,0 0 2-16,0 2 1 0,0 0 2 0,1-1 10 15,1 5-20-15,11 16 0 0,0 8-7 0,-4 2-3 0,-4 5-6 16,1 2 0-16,-5 5-2 0,-1 1-2 0,-2-4-2 15,0 1 2-15,-2-3-3 0,-1-1 6 0,-1-3-9 16,0-2 7-16,-1-5-8 0,1-2 1 0,0-7 0 16,1-3-7-16,1-4 4 0,0-3-5 0,2-4 7 15,0-1 0-15,0-2 0 0,0 2-8 0,0-1 12 16,0 1 5-16,0 0 3 0,0-2 12 0,0-1-21 16,0 1 1-16,0-2-8 0,0-2-6 0,0 1 1 15,0-9-3-15,2-23 3 0,1 0 4 0,1-10-3 0,2 2 3 16,-1-2-5-16,1 1-1 0,-1-3 1 0,3-1-1 15,-1-3 2-15,1 5-2 0,1 3 4 0,2 4-1 16,0 7 1-16,2 2-7 0,0 6 8 0,0 3-3 16,-11 3 5-16,20 3-3 0,-1 2 7 0,-3 1-5 15,1 7 6-15,-4-1-10 0,-2-5-3 0,2-1 1 0,0 3-2 16,-4 3 3-16,2 2-3 0,-2 2-3 0,-4 0-1 16,1 0-3-16,-3 0-34 0,1 0-1 0,-2 0-15 15,1 2-34-15,-1 0-128 0,1 2-6 0,1 9-57 16,-4 3-163-16</inkml:trace>
  <inkml:trace contextRef="#ctx0" brushRef="#br0" timeOffset="-22882.47">27929 10527 419 0,'-2'0'85'0,"0"0"115"16,1-2-81-16,-1 0-8 0,0 0-7 0,0 1 0 16,0-1-26-16,0 0-11 0,0 0 2 0,1 0-6 15,-1 0-7-15,0 0-6 0,0 1-7 0,0-1 3 16,0 0-10-16,0 0 2 0,1 0 1 0,-1 0-1 0,0 0-13 16,2 1 19-16,0-1-9 0,0 0 12 0,0 0-11 15,0 0-8-15,0 0 3 0,0 0-5 0,0 1-7 16,0-1-4-16,0 0-1 0,0 2 0 0,0 0-6 0,0 0 9 15,0 0-5-15,0 0 8 0,0 2 5 0,2 0-14 16,0 1 7-16,-1 1-10 0,3 9 5 0,2 2-6 16,1 3 3-16,1-1-3 0,-1 2 5 0,0-5-1 15,3 3-2-15,-1-2 0 0,2 2-5 0,-2-4 3 16,-3 2 1-16,11-2 0 0,1 1-6 0,3-1 1 16,-10 0-4-16,-4-3 2 0,-1-1-4 0,3 0-1 15,0-3 0-15,4 1-1 0,-5-1-6 0,1-4-19 16,-1 1 1-16,-3-1-9 0,6 8-20 0,-3-7-75 0,-1 1 2 15,4 0-31-15,-2-2-44 0,1-2-78 0,1 0-55 16</inkml:trace>
  <inkml:trace contextRef="#ctx0" brushRef="#br0" timeOffset="-22686.76">28146 10529 949 0,'0'0'82'16,"0"0"5"-16,-1-2 19 0,-1 0-8 0,0 0-8 15,-2 0 52-15,0 1-40 0,1-1-4 0,-1 2-17 16,0 0-41-16,1 0-5 0,-10 2 0 0,1 3-3 0,-1 2-1 16,-1-1-9-16,-3 16 1 0,-2 2-6 0,1 1-5 15,-1-1-2-15,1 2-2 0,-1 0 0 0,0 0-9 16,3-2 1-16,1 0-2 0,-2-4 2 0,4 1-7 0,4-1-13 16,0-3-8-16,1 0-8 0,1-4-81 0,5-4-111 15,-2 0-18-15,-5 4-46 0,1 0-224 0</inkml:trace>
  <inkml:trace contextRef="#ctx0" brushRef="#br0" timeOffset="-22385.74">28475 10315 723 0,'-2'0'119'0,"0"0"251"16,-1 0-303-16,-1 0 34 0,0 0-4 0,2 0 10 16,0 0-34-16,1 0-35 0,-1 0 4 0,0 0-11 15,0 0 25-15,2 0 5 0,0 0-3 0,2 0 1 16,0 0-8-16,5 0-1 0,19-2 4 0,4-1-5 16,1-3-7-16,3 1-21 0,-1-1-3 0,1-1-6 15,-1-1-8-15,1 1-2 0,-3 1-1 0,-3 1-1 16,-2 1-5-16,-4 0-15 0,-1 0-2 0,3-1-6 0,0-3-31 15,-4 3-162-15,1-1 1 0,-12 3-67 0,4-1-117 16</inkml:trace>
  <inkml:trace contextRef="#ctx0" brushRef="#br0" timeOffset="-22167.57">28629 10044 1212 0,'0'0'74'0,"-2"-2"143"0,0 0-149 0,1 1 68 15,-1-1-12-15,0 0 25 0,0 2-44 0,0 0-59 16,0 0-3-16,0 0-17 0,1 0-13 0,-1 0 4 0,2 2 0 16,0 0 1-16,0 3-9 0,-2 25 0 0,0 1 1 15,2 7-1-15,-2 1-11 0,-2-2 1 0,1 0-5 16,1-4 5-16,-2 6-15 0,0-5-13 0,1 1-11 16,1-3-7-16,2-10-94 0,0 2-76 0,0-4-35 0,2-1-19 15,0-1-205-15</inkml:trace>
  <inkml:trace contextRef="#ctx0" brushRef="#br0" timeOffset="-21732.37">29227 9729 947 0,'0'-2'51'0,"-2"0"92"0,0 0-92 16,0 0 26-16,1 0-12 0,-1 0 10 0,2 1-62 0,0-1 24 15,0 0-2-15,0 2 11 0,0 0-5 0,2 0 4 16,-1 2-2-16,1 0 7 0,2 1 8 0,5 10-9 16,6 11-8-16,-2 6 1 0,-2 5-17 0,-3-1-4 15,-5 7-1-15,-3 1 0 0,0 3 8 0,-5 3-12 16,-3-1 8-16,1-3-9 0,-2-1 10 0,-1-6 2 16,1-4-4-16,2-3 2 0,-1-8-12 0,3-1-4 15,-1-4-3-15,2-3 0 0,3-4-4 0,1-7 8 16,-2 3 2-16,2-4 1 0,0 2 6 0,-2-1-6 0,0 1-2 15,2-2-2-15,0 0-9 0,0-2-4 0,0-2 0 16,0-9-1-16,4-28 4 0,3-2 0 0,4-4 3 16,2-3-1-16,2-4 1 0,2-4-2 0,0 2 0 15,-1 4 0-15,3 2 1 0,-2 9 3 0,-1 4-2 0,1 5 1 16,-2 4 2-16,-13 6-3 0,18 1 7 0,4 2-4 16,-3 6 9-16,-1-2 7 0,0 4 2 0,-3 3 1 15,5-1 0-15,-1-8-14 0,-10 10 1 0,2-1-5 16,-4 4-2-16,1 0-3 0,3 2-3 0,-8 0 0 15,-1 0-5-15,3 2-20 0,-1 0 1 0,-1 0-10 16,-1 0-21-16,0 3-79 0,7 12-17 0,-4 0-29 0,1 3-131 16,-4 4-215-16</inkml:trace>
  <inkml:trace contextRef="#ctx0" brushRef="#br0" timeOffset="-21284.64">29647 10118 1013 0,'0'0'105'0,"0"0"-103"16,0 0 133-16,0 0-57 0,-2 0 31 0,0 0-24 16,0 0-6-16,0 0-6 0,0 2-21 0,0 0 13 15,2 2-6-15,-9 22 6 0,-2 2-19 0,2 1-8 16,-1 3 0-16,1-2-4 0,4-1-3 0,-1-1-10 0,0-2 0 16,1 0-3-16,-1-3 1 0,1 1-9 0,1-6 2 15,0-3-4-15,2-2-1 0,1-2-4 0,-1 0 3 16,2-3-4-16,0-1 4 0,0-3-13 0,0-2 1 15,0 0-7-15,0 1-17 0,0 1-2 0,0 0-3 0,2-2 3 16,-1-1 1-16,3-1-22 0,7-1 2 0,10-7-7 16,3-5 7-16,0-3 24 0,0 4-2 0,4-14 11 15,-4-3 11-15,-3 1 4 0,1 6 0 0,-5 1 0 16,-3 6-3-16,3 6 15 0,-9-2-1 0,1 9 6 16,-5-2-4-16,-1 1 1 0,1-1 1 0,0 0 2 15,-1 2 18-15,1 0 16 0,0 1 2 0,0 1 4 16,-1 0 7-16,-1 1-8 0,0 1-2 0,0 2-2 0,0 0-1 15,3 11-4-15,1 1 4 0,-2 3-4 0,-1-1 2 16,-3-3-10-16,0-2-3 0,0-2-2 0,0 1-10 16,0-1-1-16,0-2-1 0,0-2-1 0,0 1-15 15,0-3 0-15,0 1-2 0,0-2 2 0,0-2 0 0,0 1-4 16,0-1-5-16,0 0-1 0,0 0-14 0,0 0-8 16,0 0 1-16,2 1-5 0,0 1-14 0,0 0-17 15,0-2-6-15,0-1-5 0,-1 1-30 0,1 0-24 16,0-2-2-16,0 0-8 0,2 0-17 0,-1-2-42 15,-1 0-19-15,0 1-17 0,0-3-153 0</inkml:trace>
  <inkml:trace contextRef="#ctx0" brushRef="#br0" timeOffset="-21030.86">29736 10065 1001 0,'-2'0'90'0,"0"0"-1"0,0 0 54 0,-2 0-9 0,1-2-5 16,1 2 4-16,-6-2-25 0,5 2-4 0,-1 0-11 15,0-2-49-15,1 2-24 0,1 0 2 0,0 0-6 16,0 0 14-16,2 0 12 0,0 0-4 0,2-2 7 16,0 0-4-16,7 0-7 0,17-3 3 0,4 1-5 15,-1 0-7-15,5 1 3 0,-1-1-4 0,-1 0 4 16,1-1-13-16,-3 1-3 0,2 0-3 0,-5 1 0 0,-1-1-3 16,-3 0-2-16,-5 2-1 0,-1 0-1 0,-4 1-1 15,-2-1-2-15,-2 0 0 0,-1 2-2 0,-1-2 1 16,-3 2-16-16,0 0-1 0,-3 0-5 0,3-2-22 0,0 0-115 15,0 0-21-15,-3 1-50 0,1-1-251 0</inkml:trace>
  <inkml:trace contextRef="#ctx0" brushRef="#br0" timeOffset="-19814.14">23919 11847 765 0,'0'0'36'0,"0"0"-5"16,0 0 44-16,0 0 8 0,-2 0-2 0,0-2 17 15,0 0-9-15,0 0-9 0,0 1 1 0,0-1-31 16,1 0-4-16,-1 0-4 0,0 0 1 0,0 0-7 16,0 0 0-16,0 1 1 0,0-1-1 0,-1 0-7 0,-1 0 5 15,0 0 0-15,1 0 2 0,-1 0-2 0,0 1 0 16,0-1-3-16,3 2 2 0,-1 0-4 0,-2 0-1 16,0 0-3-16,1 0 0 0,1 0-6 0,-2 0-1 15,0 0 8-15,1-2-6 0,-1 0 4 0,0 0-1 16,0 0-10-16,1 0 6 0,-1 1-11 0,0-1 5 15,1 0 1-15,-1 0 0 0,0 2 2 0,2 0 1 16,-1 0 1-16,1 0-2 0,0 0-9 0,0 0 6 0,0 0-11 16,0 0 10-16,0 0-8 0,1 0 2 0,-1 0 0 15,0 0-1-15,0 0-8 0,0 0 3 0,0 0 5 16,0 0-2-16,1 0-2 0,-1 0-4 0,2 0 0 16,0 0-2-16,0 0 7 0,2 0 2 0,-1 0 2 0,7-2 1 15,22-5 3-15,5-2 1 0,6 1-2 0,7-1 2 16,8 0-3-16,9-1-7 0,0-1 5 0,5 2-6 15,3 0 4-15,-1-1 1 0,4 1-5 0,4 0 5 16,0-1-3-16,11-1 3 0,11 2 0 0,13-2-1 16,6 0-4-16,1 1 6 0,1-1-5 0,-2 0 6 15,9 2-10-15,11 0 4 0,3 1 2 0,-4 1 0 0,-1-1-2 16,-3 3 0-16,1-1-2 0,6 1 1 0,-6 1 4 16,-5 0-2-16,-6 2 0 0,2 0-1 0,6-1 2 15,7 1-1-15,-3-2 5 0,-7 0-3 0,-2-1 5 0,8-3-4 16,-1 1 2-16,-1 0-3 0,1-1-2 0,-16 1 7 15,3-3-6-15,1 1 6 0,4-2-8 0,4 0 4 16,-4 0-5-16,-7 0 4 0,0-2-7 0,1 1 3 16,4 1 0-16,-1 0 0 0,-3 4 1 0,-8-4-1 15,-8-1 3-15,-4 3-3 0,-2 2 0 0,-2-1-3 16,-3 3 3-16,-4-1-1 0,-4-1 2 0,-1-1 0 16,-8 1-2-16,-6-2 1 0,-1 1 3 0,-5 1-3 15,-1-1 0-15,-5 3-1 0,-3 1 1 0,-3 2 3 16,-7 0 0-16,-5 0 0 0,-3 1-3 0,-7-1 6 0,3 2-4 15,-7-2 5-15,-4 2-5 0,0-2 8 0,-3 2 4 16,-5 0 3-16,-3 0 39 0,0 0-23 0,-3 0 7 16,3 0-15-16,-2 0-6 0,-2 0-7 0,0 0 2 15,-3 0-4-15,0 0 2 0,-1 0-2 0,-1 0-3 0,-2 0 2 16,1 0-3-16,-1 0-7 0,2 0 5 0,0 0-6 16,-1 0 0-16,1 0-27 0,0 0-18 0,0 0-7 15,-3-2-101-15,1 0-264 0,0 0-187 0</inkml:trace>
  <inkml:trace contextRef="#ctx0" brushRef="#br0" timeOffset="-16843.23">26041 12467 604 0,'-2'0'90'0,"-2"-2"200"15,2 2-249-15,-5-5-19 0,0 1 11 0,5-11-13 0,0 0 26 16,0 1 5-16,-11-5 1 0,4-1 0 0,1-1-5 16,3 1-12-16,-1-4 7 0,4-1-9 0,0-2-4 15,2-1 7-15,0 2-9 0,2 2 10 0,2-2-3 0,-2 1 8 16,0 1 3-16,0 6-1 0,-2 1 8 0,1 6-5 15,-1 3 4-15,2 1-5 0,-2 3-5 0,0 1-2 16,0 1 3-16,2-2-2 0,0 0-6 0,0 1-18 16,-2 1-4-16,0 0-1 0,0 0-9 0,0 2 8 15,0 0-2-15,0 2 4 0,4 16-2 0,-1 20 4 16,1 2-4-16,-4 1 5 0,0 2-2 0,0 3-3 16,-4 1 4-16,1 1-3 0,-1 0 8 0,0-1 0 0,-1 1-1 15,-1-5 0-15,2-2-1 0,-1-4-2 0,-1-2-2 16,2-3-1-16,3-5-6 0,1-2-6 0,-2-5 5 15,2-5-5-15,0-2 4 0,0-2-11 0,0-2-3 16,0 2-5-16,0-5-22 0,0 0-12 0,0-3-8 0,0-1-5 16,0 0-54-16,3 2-55 0,5-1-18 0,9 3-24 15,3-4-179-15</inkml:trace>
  <inkml:trace contextRef="#ctx0" brushRef="#br0" timeOffset="-16552.22">26475 12315 699 0,'-2'0'97'0,"1"0"186"0,-1 0-227 0,-2 0 5 16,0 0 5-16,1 0 3 0,-1 0 33 0,0 0-11 16,0 0-2-16,1 0-5 0,-1 0-24 0,0 0-29 15,2 0-2-15,1 0-10 0,-1 0-19 0,0 0 20 16,2 0 3-16,0 0 8 0,2 0 17 0,1 0-11 15,23 4-2-15,13-1-2 0,4 1 2 0,5-2 5 16,-1-2 4-16,-1 0-1 0,3-4 1 0,-3 1-17 16,2-3-2-16,-3 0-6 0,-1 1-6 0,-3 1-7 0,-4 0-1 15,-1 1-2-15,-7 1 0 0,-5 0-1 0,-5 0 4 16,-2 2-4-16,-4 0-1 0,-4 0-4 0,0 0-3 16,-5 0-1-16,-2 0-5 0,2 0-3 0,-1 0 2 15,1 0-4-15,0 0-15 0,-2 0-60 0,-1 0-26 0,1 0-14 16,-2 0-115-16,0 0-141 0</inkml:trace>
  <inkml:trace contextRef="#ctx0" brushRef="#br0" timeOffset="-16266.82">26967 12116 1134 0,'0'0'71'0,"0"-2"7"16,-2 1 0-16,1-1-25 0,-1-2-3 0,0-2 16 15,-2-1 26-15,0 0 7 0,3 3 1 0,-3-4-4 0,2 3-23 16,0 1 1-16,0 0-12 0,0 1-15 0,1 1-24 16,-1 0-4-16,0 0-8 0,0 0-27 0,0 0 15 15,2 2 0-15,0 0 7 0,0 2 10 0,0 0-8 16,-2 32-1-16,0 1 0 0,2 2 10 0,-1 4-1 16,-1 0 1-16,-2 0-3 0,0 1-10 0,1-1 3 15,-1-2-1-15,2 0 1 0,2-6-5 0,0-1-4 16,0-4-1-16,0-2-2 0,0-2-7 0,2-2-29 15,2-3-4-15,-1-2-16 0,-1-6-89 0,0-4-113 0,2 1-29 16</inkml:trace>
  <inkml:trace contextRef="#ctx0" brushRef="#br0" timeOffset="-14580.71">28080 12250 699 0,'0'0'43'0,"0"-2"3"0,1 0 0 16,1-1 0-16,2-7-4 0,3-10 83 0,1-2-8 16,-1-1 9-16,3-1-15 0,-5 2-14 0,1 0-14 15,-3-4-1-15,-3 3-5 0,0 7-7 0,0-1-9 0,0 6-2 16,-3-4-3-16,-1 0-13 0,-2 0-4 0,1 2 5 16,-3 0-5-16,5 6-1 0,-3-1 2 0,-3 5-10 15,-2-7 5-15,-4 1-22 0,-6 2-2 0,3 3 4 16,-8 4-4-16,0 5 1 0,-2 7-1 0,0 4 1 0,-2-6 0 15,1 21-3-15,3-1-5 0,0 0-3 0,5 1 0 16,3-7-1-16,3-1 6 0,6-3-5 0,1-3 5 16,4-4-9-16,-5-2 2 0,4-2 1 0,1 0 0 15,2-1-2-15,0-3-1 0,2 1-4 0,0-4 2 16,0 0-5-16,2 1 5 0,2 1-1 0,-1-2 1 16,18 7 3-16,3-5-4 0,2-4 5 0,6-4-5 0,-3-3 10 15,5-6-6-15,1-6 2 0,-2 1-5 0,5-5-1 16,-5 5 6-16,-7 16 2 0,-6-18 2 0,-1-1 4 15,-8 4-3-15,0 6-5 0,-3 0 2 0,-6 4 1 0,1 5 3 16,-1-2 1-16,-2 2 0 0,4-1-3 0,0-1 8 16,-1 0-5-16,1 2 4 0,-2 0-8 0,0 1-5 15,0-1 1-15,-1 0-3 0,1 0 6 0,0 2 0 16,0 2 3-16,0 0-3 0,0 1-2 0,3 14 5 16,3 13-6-16,-3 0 5 0,1 3-4 0,-3-1 0 15,1-1 2-15,-2 3-2 0,0-1 0 0,0 2 5 16,0-1-5-16,-1-1 4 0,1-1-7 0,-2-1 4 15,0-3 5-15,0 0 0 0,0-2 3 0,-3 0 10 16,-1 0-4-16,-2-2 7 0,-1 0-3 0,-2-7 6 0,-1-2 2 16,7 0 0-16,-16-6-5 0,1 0 3 0,-3 0 0 15,3-3 4-15,-1 0 10 0,2-3-7 0,1-1 0 16,-3 11-4-16,2-5-12 0,1-5-7 0,1-1-3 16,4-2-1-16,-1 0-5 0,3 0-4 0,2 0 2 0,1 0-5 15,-1-2-6-15,3 2-18 0,0-2 1 0,2 2-8 16,-1-1-17-16,-1-1-42 0,2 0 9 0,0 0-17 15,0 0 10-15,1 0-24 0,1 0-7 0,0 1-6 16,1-1-23-16,3 0 11 0,2-2-2 0,16-7 4 16,-2 4-8-16,5-1 32 0,-1 3 4 0,4-3 14 15,1 1 50-15,5-4 29 0,-5-1 2 0,1-1 10 0,2-3 9 16,-5-1 17-16,1 0-5 0,-5 2 10 0,-1 1-6 16,-7 4 14-16,0-1 1 0,-4 2 8 0,-8 7 31 15,1-5 28-15,-2 1-2 0,0 2 7 0,0 2-17 0,0 2-7 16,1-3-8-16,1-1 1 0,0 0-26 0,-1 2 5 15,-1 1 1-15,0-1 0 0,0 0-3 0,0 2-6 16,0 0 6-16,0 2-4 0,-1 0 14 0,1 1-4 16,-2 7-5-16,2 8 0 0,-2 6-13 0,0 2-12 15,-2-3 6-15,-3 3-9 0,-1-4 0 0,1 2-7 16,-3 2-2-16,4-6-1 0,1-1 4 0,-1-2-6 16,2-4 7-16,0-2-7 0,-1 0 4 0,1-4-3 0,2-3 0 15,-2 2-2-15,2-3-4 0,0-1-2 0,0 2-1 16,0 0 1-16,0-1 4 0,0 1 0 0,0 0-3 15,0-2 4-15,0 0 3 0,0-1-4 0,0 1 4 16,0-2-4-16,0 0-6 0,0 0 1 0,2-2-4 0,0 1 2 16,-2-1-3-16,13-21-3 0,-2 3 3 0,0 0-2 15,4-6 5-15,-2 1-5 0,-2 1 4 0,4-4-4 16,-2 2-1-16,-2 8 6 0,2-3-6 0,-4 8 6 16,-3 4 0-16,-1 2-1 0,-3 3-1 0,-2 2 1 15,8-3-1-15,-3 1 4 0,3 0-2 0,-1 2 3 16,0 0-6-16,1 2 5 0,-3 0 5 0,1 2 0 15,-2 2 4-15,-2 18-1 0,-1 4-3 0,1-5 3 0,15 3-2 16,-8-6-6-16,-1 3 2 0,-5-8-4 0,1 0 3 16,-2-4-7-16,-2-7 4 0,2 4-4 0,0-3 5 15,0 1-1-15,-1 0 2 0,1-2 0 0,2-1-1 16,0 1 4-16,3-2-3 0,6-2 4 0,2-5-8 0,0 1 5 16,2-21-5-16,-3-1 6 0,3 2-4 0,2 2 0 15,-1 3 1-15,3 6-1 0,-5 4 3 0,-4 6 0 16,-1 3 1-16,-2-6-1 0,-3 5 2 0,-1 1 4 15,-1 0 1-15,0 0 1 0,-1 2 1 0,1 2 0 16,0 0-4-16,3 7 3 0,6 15-9 0,-2 2 7 16,-7 2-3-16,-4-4 4 0,0 2-8 0,0-2-6 15,-2-1 3-15,0-5-6 0,2-1-2 0,0-4-13 0,0 0-13 16,0-6-3-16,0-1-74 0,0-2-58 0,0-3-1 16,2 3-19-16,0 0-19 0,2-2-161 0</inkml:trace>
  <inkml:trace contextRef="#ctx0" brushRef="#br0" timeOffset="-14176.48">29364 11979 1162 0,'-1'-2'154'0,"-1"0"-189"0,0 0 178 0,0 0-91 15,0 1 0-15,0-1 58 0,-1 0-10 0,1 0 21 0,0 0-46 16,0 0-45-16,0 2 6 0,0 0-16 0,0 0 27 15,1 2 4-15,-1 0-1 0,2 5 1 0,0 21 1 0,3 0-10 16,3 4 4-16,1 1-7 0,1-5-2 16,-1 2-18-16,3-1 5 0,-1 3-10 0,-2-2 4 0,1 1-8 15,-3 1 2-15,-1-2-4 0,0-1 0 0,-2-1-4 16,-2-4 0-16,0-2-2 0,0-3 2 0,0-2-3 16,-2-4 0-16,0-2 0 0,0-4 0 0,2-5 6 15,0 0 0-15,-2 2 3 0,0-1 9 0,0-1-15 16,1 0-1-16,-1 0-3 0,0-2-4 0,0-2 0 15,0-2 1-15,-3-20-2 0,1-11 0 0,4-4 3 16,2-2 2-16,3-1 1 0,1-1 1 0,3 0 1 0,2 2 2 16,2-1 0-16,2 1 2 0,2 4 0 0,3 1-1 15,-16 7 1-15,20-1-1 0,4 9 4 0,-6-1 0 16,2 5 2-16,-1 6-1 0,-9 0-4 0,1 7-5 16,-4 3 1-16,-3-5-7 0,9-5-4 0,-6 5-7 0,-2 4-1 15,2 1-37-15,-5 1-43 0,-1 0-7 0,5 1-25 16,-7 1-151-16,3 2-160 0</inkml:trace>
  <inkml:trace contextRef="#ctx0" brushRef="#br0" timeOffset="-13727.72">29975 12270 1561 0,'0'0'39'0,"-2"0"5"0,1 2-13 16,-1 0 4-16,0 0-10 0,-2 2 94 0,2-1-22 15,-11 16 6-15,2 0-18 0,0 1-28 0,2 2-10 16,-1 2-5-16,3-1-1 0,0-1-11 0,-1 0-15 16,3 2 7-16,1-3-10 0,0 1 7 0,2-2-14 15,-1-1 1-15,1 0-5 0,0-5 5 0,2-2-1 16,0-3 0-16,0-4-2 0,0 1-7 0,0-2-1 16,0-1-1-16,0 1 0 0,2-2 0 0,0 0-8 15,-1 0 4-15,1 0-4 0,0-2 1 0,0-2 0 16,2-2-3-16,3-16 2 0,10-12-2 0,-2 0 8 0,1-3-4 15,1 4 6-15,0 1 5 0,-2 8 1 0,-2 3 1 16,-4 10 1-16,-2 0 2 0,-1 5 0 0,-4 2 5 16,2-2-3-16,-1 1 3 0,1-1 11 0,0 2-2 15,-1 0 6-15,1 0 8 0,0 2-6 0,0 0 3 0,-1 2-4 16,1 2 10-16,2 3-7 0,7 12 3 0,-4-1-4 16,0 1-3-16,-3-4 0 0,1 3-4 0,-1-1 2 15,-1 0-15-15,1-2 0 0,-3-4-5 0,1 0 4 16,0-2-6-16,-2-3-3 0,0-1 0 0,-1 1-2 15,1-2-9-15,0-1-21 0,0 1 0 0,0 0-9 0,0-2-16 16,0-1-52-16,-1 1-11 0,1-2-16 0,0 0-61 16,0-2-26-16,0 1-37 0,0-3-17 0,-2-4-315 15</inkml:trace>
  <inkml:trace contextRef="#ctx0" brushRef="#br0" timeOffset="-13566.24">29869 12285 1164 0,'0'0'101'0,"0"0"197"0,-1 0-248 0,-1 0 29 16,0-2 3-16,0 1 13 0,2-1 30 0,0 2-25 16,0-2 3-16,0 0-12 0,2 0-7 0,0 0-23 15,3 0-7-15,19-9-5 0,4 0-17 0,2 0-16 16,3-2 1-16,3 2-7 0,5 0-10 0,-1 0-2 16,5-1-2-16,1 1-3 0,3 0-16 0,1 2-32 0,-2 0-60 15,0 1-3-15,-1 1-308 0</inkml:trace>
  <inkml:trace contextRef="#ctx0" brushRef="#br0" timeOffset="-9235.75">13491 5796 659 0,'-2'0'0'0,"1"0"35"0,-3-2 9 16,0 0 3-16,0 0-3 0,-1 1-30 0,-1-1-10 0,-3-2-8 15,2 0 4-15,-1 1-7 0,-1-1 11 16,1 0-2-16,-3-1 4 0,2-1-3 0,-4-1 3 0,2 1-6 16,0-1 5-16,0-1-5 0,-2-1 9 0,0 0 9 15,-4-3 3-15,0 1 3 0,0 9 12 0,1-9 0 16,-1 0-5-16,0 2 1 0,-1-2-21 0,-1 0-2 16,1 1-2-16,-5-3 1 0,1 4-3 0,-4-2 4 15,-2 0-4-15,-3 0 4 0,-1-1-8 0,-3 1-2 16,-1 0 1-16,-1-2-1 0,-2 0 3 0,-1-2 5 0,-5-1-6 15,-1-1 6-15,-3-2-5 0,3-1 3 0,1 1 2 16,1-3-1-16,-1 5 9 0,1-1 1 0,-1-3-4 16,-1 7 1-16,-3-7-7 0,-3 8 8 0,-1 0 0 15,-3 0 0-15,0 2-14 0,2-4 14 0,-5 0-3 0,1 0 6 16,3-1-11-16,-1 1 7 0,6 2-3 0,-2-2 4 16,2 0-1-16,1 2 3 0,-3-2-1 0,2 2 1 15,-2 0-4-15,-7-2 2 0,-6 2-2 0,0 0 1 16,-4-1-7-16,6 2 0 0,2-1-5 0,3 0 3 15,3 0-3-15,-1 2-3 0,2 2 4 0,-4-2-4 16,-3 2 1-16,0 1 7 0,-4 1-6 0,-6-1 6 0,6 1-9 16,-7 1-1-16,3-1 3 0,4 3-1 0,-2 2 10 15,8 0-5-15,1-25-3 0,1 14 0 0,-4 5-3 16,-4 6 2-16,-4 0 5 0,-2 2-3 0,1 0 1 16,1 0 1-16,2 2-3 0,4 0 3 0,4 2-3 0,3-2-4 15,0 1 3-15,1 1-3 0,-5 2 6 0,-5-1 4 16,0 1-6-16,-3 1 2 0,-3 1-9 0,0 1 5 15,1 0 4-15,-1 2-1 0,6 2 3 0,0 2-3 16,0 0-2-16,-5 2 0 0,-4 1-1 0,-6 3 2 16,-2 3 2-16,-2 0-1 0,1 0-4 0,3 0 2 15,2 2 1-15,9-1 0 0,-1-1-1 0,-1 2 1 16,-1 2-2-16,-6-2 3 0,2-2 8 0,-2 2-8 16,2-2 4-16,9 0-5 0,2 0 11 0,4 0-5 0,3 2 0 15,0 2-2-15,1-22-9 0,-3 29 7 0,-3-4-4 16,-2 1 6-16,-2-4-5 0,-3 0-1 0,1 1 4 15,2-1-2-15,1 0 1 0,1 4 1 0,7-1-5 16,4 3 3-16,-5-1 1 0,3-1-2 0,-5 3 1 0,-6 0-2 16,6 2 0-16,-6-1 2 0,4-1 0 0,5 2 2 15,1 2 0-15,6 0-2 0,5-2 2 0,1 2-3 16,5-2-1-16,-3 0 1 0,2 2 1 0,-2-3 0 16,1 1-3-16,-3-2 3 0,2 2 0 0,1-3 2 15,-5 1 3-15,3 2-5 0,-1 2-2 0,-3 0 0 16,1 4 2-16,3 1 1 0,-1 1 2 0,6 3-2 0,0 0-1 15,4 6-5-15,0 0 1 0,1 0 0 0,3-4 4 16,-1-2 2-16,1-1-1 0,-3-3 1 0,1 1 0 16,1-2-1-16,1-3-1 0,-1 3 0 0,4 2 0 15,2-1-1-15,0 6 4 0,0 1-3 0,6 2 1 0,-6 1 2 16,9-2-3-16,-3 2 2 0,-1-4 0 0,6 0-6 16,-1 1 3-16,5-3-5 0,-1-2 9 0,1 1-2 15,0-3-1-15,4-1 0 0,-1 1-2 0,5 3 4 16,1-1 1-16,0 4 0 0,0 2-10 0,0 4 8 15,-24-4-3-15,15 4 5 0,9-2-9 0,2-4 7 16,4 4 0-16,1-1 3 0,5-4-8 0,1 1 4 16,2-2-4-16,4 0 5 0,-1-1 1 0,5 3-2 0,3 0 0 15,-20 0 0-15,25 2-6 0,1 2 6 0,0-2-2 16,3 2 2-16,6 2-3 0,-2-6-3 0,0-4 6 16,-3-1-4-16,-4-6 5 0,1-2 3 0,4 2-4 15,1-2 2-15,3-2-2 0,0 2 1 0,3 1 3 16,7 0 0-16,3 1-7 0,3 0 8 0,5 2-5 0,-1-2 6 15,-3 2-10-15,5 0 1 0,0 0 0 0,-3-2 2 16,-1-2 1-16,-1-2 3 0,0-1-1 0,5-1 2 16,0 1-9-16,6-1 2 0,6-1 3 0,-1-5 0 15,4 3 1-15,-1-2 4 0,-7-4-6 0,-1 2 4 16,-6-4-6-16,-1 1 2 0,1 1-1 0,8 2 2 16,1-2 0-16,6 0 0 0,2-2 0 0,2 1 0 0,-6-1 2 15,-1-2-2-15,-3 3 1 0,-3-7-2 0,6 3-1 16,-1-4 5-16,2 0-5 0,10 3 6 0,-1-5-4 15,7 2-3-15,-3 0 4 0,-7-2-3 0,-2 0 7 0,-8 0-5 16,5-4 4-16,-1 0-4 0,9-1 4 0,6 1-2 16,1 0-2-16,-1-5 0 0,-4 2 2 0,-7 25-1 15,-2-20 1-15,0-5-1 0,2-4 1 0,4-2 1 16,5 0 1-16,4-4-2 0,-2-1-2 0,4-5 0 16,-7 1-2-16,-5 0 2 0,-1-4 4 0,-4 2-1 15,10-1 1-15,1 5-3 0,-2-4-2 0,5 3 3 16,-5-3-2-16,-7 2 3 0,0 0-8 0,-6-1 7 15,3-1-1-15,3 2 5 0,0-2-3 0,3 0 3 0,1 1-4 16,-4-4 3-16,2-1-10 0,-8 2 5 0,1-6 2 16,-7 2 1-16,3-3 4 0,2 0 2 0,-1-1-3 15,12 1 3-15,-4-3-6 0,4-1-2 0,-4 2 5 16,-4 0-4-16,-4-1 0 0,-6-1 1 0,1 0-2 16,-4 0 2-16,0-2-3 0,8-4 5 0,3 3-4 0,-1-3 6 15,-4 26-5-15,1-29 1 0,-6-4-2 0,-3-1 2 16,4 3-2-16,-7-2 8 0,-1 2-1 0,-1-2 2 15,6-1-12-15,-1-1 10 0,1 2-5 0,3 2 6 16,-4 0-5-16,-1 1-4 0,1-1 5 0,-5 0-5 16,-2-2 3-16,-2 0 1 0,-5-4-4 0,-5 2 4 15,1-4-4-15,2-5 0 0,0-2 0 0,-2-2-1 0,1-2 6 16,3-2 0-16,-1 0 0 0,5 1-1 0,1-3-4 16,-7 4 3-16,-1 0-2 0,3 2 1 0,-3 2-3 15,-1-4 7-15,0 2-3 0,-9-5 4 0,-1-6-11 0,1 1 7 16,-4-1-3-16,-2-2 7 0,2 0-4 0,-6-3 4 15,0 3-3-15,-1 2 4 0,-3-1 9 0,1 7 0 16,-3-1 2-16,-4-1-5 0,1-1-8 0,-4-6 1 16,-5-3-4-16,-3 0 3 0,1-1-6 0,28 1 8 15,-17 0 0-15,-7-1 1 0,-5 1-9 0,-2 2 4 16,-3-2-4-16,-4-1 4 0,-1-4 0 0,-4-6 7 16,0-2 4-16,-2-5 0 0,-1 0 7 0,-3 1 4 15,-3 1 1-15,-2 7 2 0,-2-2 6 0,-2 2-8 16,-4-4 0-16,28-1-3 0,-35-6-7 0,-7-4 5 0,0 0 0 15,-8 2 2-15,-4 6 1 0,-5 3 2 0,-2 2-4 16,-2-4 3-16,0-1-10 0,2-2-3 0,0-4-2 16,-3 2-1-16,-5 0-10 0,-5-2-19 0,-3 9-13 15,-12 2-7-15,-2 2-86 0,0-6-111 0,1-1-46 0</inkml:trace>
  <inkml:trace contextRef="#ctx0" brushRef="#br0" timeOffset="-5279.71">1486 13624 202 0,'0'-2'0'0,"0"0"155"0,-2-1 18 16,-2-9 7-16,0 3 5 0,-1-2-153 0,3 7-13 0,0 1-17 15,2 1 4-15,-2-2-4 0,0 0 16 0,1 2 10 16,-1 1 5-16,0 1 1 0,0 1 9 0,0 1-10 15,2 0 1-15,-4 28-4 0,3-2-4 0,1 7-5 16,0-2 2-16,0 3-2 0,0 3-4 0,0 0 10 16,0 1-8-16,1 7 10 0,-1 3-9 0,2 4 5 15,2 5 3-15,-4 4-1 0,0 2-1 0,0 2 1 16,-2 0-7-16,0-4 6 0,-5-3-10 0,1-7 12 16,1-8-3-16,-5-4 6 0,5-8-4 0,1-3-8 0,0-2 5 15,4-4-6-15,-1-4-6 0,1-1-3 0,-2-2-1 16,0-4 2-16,2-4-6 0,0-3 3 0,0-3-7 15,0 1 4-15,0 0-19 0,0-2-42 0,0-1-8 16,0-1-13-16,0 0-47 0,0-1 1 0,0-5 7 0,-6-27-3 16,3-8 10-16,3-2-4 0,5-7-3 0,4-8 3 15,-1-1 4-15,-1-6 1 0,-1 0 19 0,1 0-6 16,-1 6 71-16,-2 5 32 0,-1 5 16 0,-3 3 8 16,0 3 74-16,0 2-12 0,0 2-1 0,0 2-7 15,0 0-31-15,2 4-3 0,0-4-10 0,2 5 4 16,3-3-13-16,2 3 8 0,1 1 7 0,-1 1 1 15,2 0 17-15,-2 4 16 0,2-2-4 0,2 2 8 0,-1 6-11 16,2-2-6-16,-8 3-4 0,18 4-1 0,2 0-12 16,-4 4-18-16,4 4-3 0,0 3-5 0,0-13-14 15,2 6-1-15,0 9 1 0,2 6-2 0,-6 5-6 16,-4 4-2-16,1 2 3 0,-4 21-2 0,-3 1 4 0,-1 0 4 16,-3 2-2-16,-5-4 4 0,-3-3-4 0,19 1 12 15,-12-3-7-15,-5 1 9 0,-4 1-1 0,-6-2 4 16,-5-3-1-16,-6 3 1 0,13-2-4 0,-29 4-5 15,-2-5 2-15,-2 3-4 0,-2 0-2 0,0-8-2 16,0 2-1-16,3-3 1 0,3-6 1 0,5-1-6 16,0-4 3-16,2-5-3 0,4 1 8 0,1-2-9 15,5-3-1-15,1 1-2 0,2 8-4 0,6-7 2 0,-1 1 3 16,4-2 0-16,1 0-2 0,-1 0 0 0,2-1 0 16,0 1 0-16,2 0 6 0,0 0-1 0,2 2-5 15,2-1 1-15,5 3-4 0,15 3 3 0,2 4 3 16,2-3 0-16,2 3 5 0,-2 0-8 0,1 1 1 15,3 1-3-15,-1 0 2 0,-3-2-1 0,6 0-1 0,-6-2 1 16,1 0 4-16,3 4 1 0,-6-2 4 0,-2 6-2 16,0-4 0-16,-2 5-2 0,-1-1-2 0,-3-6 2 15,-5 3-2-15,0-3 5 0,-1 2-7 0,-3 0 5 16,-4-2-3-16,1-2-1 0,0-2 8 0,1-1-6 16,2-3 4-16,-3 1-9 0,-2-4 0 0,5 0-5 15,-7 0-13-15,0-1-32 0,1 3-11 0,1 0-9 0,0-2-62 16,-1 0-103-16,1-1-4 0,0-1-43 0,0 0-123 15</inkml:trace>
  <inkml:trace contextRef="#ctx0" brushRef="#br0" timeOffset="-4548.47">2319 14168 1102 0,'0'0'62'0,"-2"0"8"0,1 0-13 15,-1-2-22-15,0 0-8 0,2 0-8 0,0 2-11 0,0 0 3 16,0 0-5-16,0 0 10 0,0 2 6 0,0 0 0 16,0 4 4-16,-4 22 17 0,-1 11 9 0,-1 1-2 15,0 1 1-15,-1 7-13 0,0-3-5 0,-1 0-6 16,1-1 1-16,-1-3-17 0,1-4-3 0,3 0 1 16,2-3-2-16,0-5-5 0,2-3-2 0,0-3 3 0,0-3-1 15,0-1 6-15,0-4 0 0,0-4-2 0,0 0 1 16,0-6-5-16,0 1 1 0,0-4 4 0,0 0 0 15,0 1 11-15,0 1-14 0,0-2-2 0,0 0-3 16,0 0-14-16,-1-2-3 0,-1 0 5 0,0-2-4 16,0-2 10-16,0-11-2 0,-3-11-2 0,1 0 1 15,0-2 3-15,2-3 2 0,2-4 1 0,0-1 0 0,0-3 5 16,2 0-1-16,2 0 0 0,3 2-1 0,1 2-1 16,-1-2 1-16,1 7-2 0,3-2 2 0,2 5-2 0,-2 4 3 15,2 3 6-15,-11 3-1 0,18 2 5 16,2 2 9-16,3 2-6 0,-1 6 6 0,2-1-5 0,0-11-3 15,0 6-2-15,-4 4-1 0,0 3-2 0,-3 4-2 16,-2 2 5-16,-3 2-5 0,-4-1 3 0,-5 1 10 16,5 9-3-16,1 9 5 0,-4 4 5 0,-7 0-4 15,-4 2 2-15,-7 0-3 0,-2-4-3 0,11 2 1 16,-27 0-5-16,3-4 4 0,-2-1 1 0,4-3-15 16,1-1 6-16,3 0-8 0,5-2 5 0,0-4-2 15,2-2 1-15,6-1-3 0,1-3-6 0,4 1 4 0,-1-4-6 16,-1 3 6-16,4-3-3 0,-4 4-3 0,4-5 5 15,-2 3-5-15,2 0 7 0,0 0 1 0,0 1-2 16,2 3 1-16,2-1-4 0,2 0 2 0,5 3 2 16,11-5-1-16,2 5-2 0,0-3 7 0,4 2-4 15,2 1 5-15,0-1-9 0,-1 0 1 0,-1 2 1 0,-2 0 1 16,-2 2 8-16,-5 0-4 0,-2 4-2 0,-3 0 1 16,-4 0 1-16,-3 1 5 0,-5 1 1 0,9-3 0 15,-3 1 1-15,-7 0 1 0,-1-2 1 0,-3 0 1 16,-5-1 12-16,-1-1-2 0,-10 0 3 0,-10 2-4 15,-8-4-2-15,-1 1 3 0,-2-3-1 0,-1 2 1 16,0-4-5-16,2 1-8 0,4-1-1 0,1-3-2 16,3-2-2-16,3 0-4 0,4 14 1 0,-2-5-1 0,7-7 5 15,-3-2-12-15,3-2-1 0,6-2-8 0,2 0-22 16,4 0-35-16,1 1-5 0,2-1-9 0,1-2-22 16,3 2 9-16,-6-15-29 0,6-1 9 0,7-4-119 0,8 1-65 15,6 1-106-15</inkml:trace>
  <inkml:trace contextRef="#ctx0" brushRef="#br0" timeOffset="-4237.49">3177 14174 1391 0,'-2'0'31'0,"0"0"3"0,-5 0-3 0,-12 0-12 0,6 0-3 15,4 0-11-15,4 0-1 0,3 0 2 0,-2 0 0 16,0 0 14-16,1 0 11 0,1 0-2 0,0 0 4 16,2 0 0-16,0 0 11 0,2 0 7 0,0 0-1 15,3 0 5-15,21 0-11 0,6-2-5 0,3-2 0 0,2 0-17 16,6-1-11-16,0 1-3 0,-3 0-1 0,3-1 0 15,0 1-4-15,-6 0-1 0,-2 2-1 0,-5-1-13 16,-10 1-23-16,3 0-9 0,-7 2-8 0,1-2-53 16,-6 2-124-16,-3 0 11 0,-3 0-62 0,-1 0-115 0</inkml:trace>
  <inkml:trace contextRef="#ctx0" brushRef="#br0" timeOffset="-4019.47">3036 14445 1520 0,'0'0'120'0,"0"0"26"0,0 0-59 0,0-2-65 15,0 0-10-15,2 0-15 0,0 0 11 0,7-3 0 16,23-12 3-16,3 0 2 0,4 0 5 0,2 1-3 16,3-3 4-16,5 1-7 0,1 1 3 0,4 2-6 15,-1-2 5-15,-1 3-3 0,-2-3-12 0,-5 4 6 0,-2 0-12 16,-4 2-16-16,-4 0-147 0,-2-1-50 0,-8 5-63 15,-1 0-438-15</inkml:trace>
  <inkml:trace contextRef="#ctx0" brushRef="#br0" timeOffset="14889.46">12806 10423 256 0,'0'0'2'0,"0"0"27"15,0-2 30-15,0 0 6 0,0 0 4 0,0-1-22 0,0 1-25 16,0-13-3-16,0 2 3 0,2 2 14 0,0-4 2 16,-2 0 6-16,0 2-6 0,0 0 0 0,0 6-1 15,0-1 4-15,0-1-2 0,0 5 4 0,0-1 8 16,0-1-4-16,0 4 8 0,0-3 3 0,0-1-11 16,0 2 4-16,0 1-8 0,0-1 2 0,0 0 1 15,-2-1-6-15,2 1 5 0,-2-2-7 0,0 1-1 16,-1-3-2-16,-1-1 0 0,2 4-10 0,0-5 7 15,0 5-1-15,2 1 2 0,-2-2-4 0,2 5-1 16,0-3-1-16,-1 0 0 0,-1 0-5 0,0 1 1 0,0-1 0 16,0 2 0-16,0 0-5 0,0 0-2 0,1 1 0 15,-1-1 2-15,0 0 5 0,2 0 2 0,0 2 3 16,0 0-2-16,0 0 11 0,0 0-16 0,-2 2 3 0,0 0-7 16,0 1-4-16,2 1-1 0,-2 11-1 0,1 5 0 15,1-1-4-15,0 0 2 0,0-1 0 0,0-1 2 16,0 1 3-16,0 1-3 0,0 3-3 0,0 1 1 15,0-1 0-15,-2-4-4 0,0 1 5 0,2-4-4 16,0 2 6-16,0-3-3 0,0-2 0 0,0-1-2 16,0 0-3-16,0-2 3 0,0 2-3 0,0 0 3 15,0-1-2-15,0-3 2 0,0 2 0 0,0-3 0 16,0 1-3-16,0-1 5 0,0-4-4 0,0 3 4 0,0-3-2 16,0 2-7-16,0-2 6 0,0 0-6 0,2 1 5 15,0 1 3-15,-1 0-4 0,1-2 5 0,0-1-7 16,0 1 9-16,0 0-3 0,0 0 4 0,0 0-13 0,-1-2 5 15,1 0-1-15,0 0 5 0,0 0-8 0,0 0 1 16,2-2-1-16,-1 0 2 0,1 2-2 0,11-4 1 16,-6 3 1-16,6-3-1 0,0 0-4 0,-2 0 7 15,5 1-5-15,-1 1 5 0,0 0-3 0,1 0-3 16,1 2 1-16,1 0-2 0,3 0 4 0,-3 0 0 16,2 0 1-16,1 2-2 0,1 0-4 0,0 0 0 15,0 0 2-15,4 1 1 0,-2-1 5 0,2 2-4 16,0 0 0-16,-1-1-1 0,-1 1 6 0,6 0-6 0,-2-1 1 15,1 1-2-15,-1 0 2 0,0 0 1 0,-4-3-1 16,-4 1 0-16,2 0 2 0,-3-2-2 0,3 0 4 16,-2 0-4-16,-2 0-4 0,1-2 5 0,-3 0-1 15,3-1 4-15,-1-1 2 0,-1-2-8 0,-1 1 4 16,-1-1-4-16,-4 3 6 0,2-3-1 0,-6 2-3 0,0 1 1 16,1-1 6-16,-1 0-5 0,2-1 2 0,0-1-4 15,-1 2-4-15,-3 1 10 0,-1-1-6 0,1-2 7 16,-1 3-8-16,-1-1 2 0,1 0 3 0,-3-3 0 15,1-2-2-15,0 1 0 0,0 1 3 0,-3-1-2 16,1-1 1-16,0-4-4 0,6 4 2 0,-3-1 0 0,1-1 6 16,-4 6-7-16,1-3 1 0,1-1-2 0,-2 3 5 15,0-1-5-15,0 1 7 0,-2 5-7 0,0-3 5 16,0 2-6-16,0-2 1 0,0-1-1 0,0 3 6 16,0 0-5-16,0 0-1 0,0-2 1 0,0 1 3 0,0-1-3 15,0 0 2-15,0 1-2 0,0-1 3 0,0 2 0 16,0 0-1-16,0 0-1 0,0 0-1 0,0 1 0 15,0-1-1-15,0 0 0 0,0 0 1 0,0 0-6 16,0 0 5-16,0 2-5 0,0 0 2 0,0-2-37 16,0 1-10-16,0-1-15 0,0 2-87 0,0 0-97 15,0 0-4-15,0 0-32 0,0 0-38 0</inkml:trace>
  <inkml:trace contextRef="#ctx0" brushRef="#br0" timeOffset="15264.09">13851 10289 739 0,'-1'0'104'0,"-1"0"-105"0,0 0 120 0,-2 0-54 15,0 0 1-15,-7 2 12 0,-2 0-4 0,0 2 6 16,8-2-2-16,-5-1 1 0,3 1-5 0,1 0 1 16,-1 0-20-16,1 0-5 0,1 0-4 0,3-2-2 15,0 0-13-15,-2 2-11 0,1-2 0 0,1 0-6 16,0 0 3-16,0 0-4 0,0 0 4 0,2 0-5 0,0-2 1 15,0 0-3-15,0 0 2 0,2-2-1 0,2-7 3 16,1-2-3-16,3 0-3 0,-1 0 1 0,1 2-2 16,-1 0 0-16,-3 3-1 0,0 3 1 0,-3 1 2 0,3-1-5 15,0-1 1-15,-2 2-2 0,-2 2-1 0,5-1-5 16,1-1 6-16,-1 0-5 0,5 1 17 0,-3 1 12 16,2 2-6-16,1 0 8 0,-1 2-13 0,0 3 13 15,1 3-2-15,-1 1 4 0,0 15-9 0,0-4 10 16,1-1-7-16,-3 1 7 0,1-1-13 0,-1 0-1 15,0-1 2-15,1 1-4 0,-3-4-12 0,3-4 4 16,-3-2-1-16,1-3 2 0,0 1-3 0,1 0-5 16,0 1-6-16,-1-4 0 0,1 1-36 0,1-3-50 15,-3 2-12-15,1-1-22 0,0 1-149 0,-3-2-89 0</inkml:trace>
  <inkml:trace contextRef="#ctx0" brushRef="#br0" timeOffset="15776.53">12461 10395 240 0,'0'0'64'0,"-2"0"103"0,0 0-106 0,0 0 6 15,0 0 1-15,0 0 7 0,1 0 39 0,-1 0-12 16,-2 0 3-16,0 0-8 0,1 0-16 0,-1 0-19 0,0 0-3 15,0 0-8-15,3 0-25 0,-1 0-4 0,0 0-4 16,0 0 2-16,0 0-5 0,0-2-7 0,0 2 7 16,1-2-8-16,-1 1 1 0,0-1 3 0,2 0-5 15,0 0 4-15,0-2-6 0,0-1 6 0,5-12-3 16,3 0 4-16,1 1-8 0,2-5 9 0,2 3-4 0,-9-3 6 16,13 3-6-16,-1 1-3 0,1 2 3 0,-2 2-2 15,0 4 13-15,2 3 8 0,-3 2-5 0,3-7 4 16,-2 4-13-16,0 1 2 0,2 3 1 0,1 3 1 15,1 1 10-15,1 5 4 0,1 3 1 0,-5 2-1 16,3 2-4-16,-1-9-6 0,1 15-3 0,1-3-1 16,-3-3-8-16,4 2 0 0,-8-7 0 0,0 5-1 0,3-2-3 15,-6-6-21-15,6 5-14 0,3-5-8 0,-1-1-84 16,6-2-92-16,-1 13-10 0</inkml:trace>
  <inkml:trace contextRef="#ctx0" brushRef="#br0" timeOffset="16442.05">14284 10180 263 0,'0'-2'37'0,"0"0"-1"16,-2 0 54-16,0-2-10 0,0 1 14 0,-1-5 12 15,-5-5 3-15,1 0 0 0,1 4 1 0,1 0-8 16,1 1-14-16,0 3 1 0,1-1-8 0,3 4-16 16,-2 0-9-16,0 2-6 0,0 0 1 0,0 0-6 0,-2-3-12 15,1-1 4-15,-1 2-10 0,0 0-10 0,2 2 20 16,1 0-10-16,-1 2 14 0,0 2-10 0,-2 14-6 16,2 10 8-16,2-2-8 0,0 0 1 0,2 2-9 15,2-2 1-15,1 2-3 0,1 0 1 0,1 0 2 16,3 0-4-16,-3-2 4 0,1-4 1 0,-3 0-10 15,-1-3 3-15,0 1-4 0,-1-1 8 0,-1-3-5 16,0-1 5-16,0-4-5 0,-2-1 1 0,0-3-1 0,0 0 0 16,0-3 2-16,0-2 11 0,0 2-6 0,0-1 1 15,0 1-2-15,0-2 2 0,0 0-9 0,0 0 10 16,0-2-10-16,-2 0 4 0,0-2-6 0,0 0-6 16,0-4 4-16,-3-18 0 0,-1-3-5 0,3 1 3 0,1 0-4 15,2-2 4-15,2 4-4 0,3-2 2 0,1 1-4 16,-1 3-3-16,3 2 7 0,-1-1-4 0,1 5 6 15,-1 4-4-15,2 1 6 0,4 2 0 0,8 0 2 16,-1-4-3-16,1 3-5 0,-1-3 3 0,-1 6-3 16,1 1 5-16,-3 5 1 0,-2-5-4 0,-1 4 3 15,-2-2 4-15,-5-1-4 0,2-1 0 0,-3 3-2 16,-2 1 2-16,1 0-28 0,-1 0-2 0,0 0-14 16,3-2-47-16,-1 3-45 0,3-3-7 0,0 0-29 0,0 0-193 15,4-1-87-15</inkml:trace>
  <inkml:trace contextRef="#ctx0" brushRef="#br0" timeOffset="16909.25">14637 10458 938 0,'-2'0'30'0,"0"0"54"0,0 2-60 0,0 0 44 16,-1 0-7-16,-1 0 20 0,0 0-5 0,1 1-4 15,-1 1-2-15,4-2-2 0,-2 2-26 0,2-3-23 0,-2 3 0 16,0 0-6-16,0 0 2 0,1-1-4 0,1-1 0 16,-2 2 0-16,2 0 12 0,0-1 1 0,0-1 8 15,2 0-4-15,-1 0 4 0,1-2 4 0,2 0-3 16,9-2 4-16,2-2-11 0,0-1-10 0,0-3-1 0,1-1-2 16,-1 0 5-16,-4 1-1 0,2 3 1 0,-2-14-1 15,-1 4-5-15,-1 0 2 0,-3-3 2 0,-1 5 0 16,1 0-1-16,-3 0 6 0,9-4-11 0,-5 4 9 15,0-5-8-15,-3 5 5 0,-2 0 2 0,-2 1-1 16,0-1-9-16,0 4 4 0,0 2-3 0,-2 1 3 16,0 2 1-16,-1 1-6 0,-3-1 4 0,-13-5-4 0,1 3 5 15,-1 4-6-15,-3 2 3 0,2 2-5 0,1 4-2 16,2 1 0-16,-1 4-4 0,1 0 2 0,-2 2 3 0,5-9-4 16,4 15 1-16,1 3-3 0,3 0-4 0,3 2 4 15,-1 1-1-15,-11-3 1 0,6 2-3 0,5-4 10 16,4 1-4-16,0-1 7 0,4-1-1 0,1-4 0 15,3 1 3-15,1-1-3 0,0-2 7 0,-1-2-1 16,14 0 5-16,0-3-4 0,4-3 10 0,4-1-6 16,2-2-3-16,7 20 0 0,2-9-3 0,5-7-12 15,4-6-5-15,8-6-8 0,3-5-55 0,8-4-145 16,1-5-91-16</inkml:trace>
  <inkml:trace contextRef="#ctx0" brushRef="#br0" timeOffset="20584.71">24429 13327 236 0,'0'0'163'0,"-2"0"-68"16,0-2 68-16,1 0 9 0,-1 0-118 0,0-1-7 0,-2-1-26 15,0 0 4-15,3 0-3 0,-1 1 2 0,0-1-11 16,0 2 3-16,0 0-1 0,0 0 26 0,0 1-14 16,2-1 8-16,0 0-10 0,0 0 2 0,0 0-9 15,2 0-1-15,0 0-1 0,0 2 2 0,2 0-6 16,-1 2-2-16,3 2 0 0,5 3-6 0,2 21 8 15,-2 6-5-15,4 3 5 0,-2-2-12 0,2 2 8 0,-2-3-3 16,2-6 4-16,0 1-9 0,0-1 14 0,-1-6-1 16,5 1 5-16,-2-5 3 0,-1-1-2 0,1-4 5 15,2 0-2-15,-1-4 6 0,3 0-9 0,-3-1-2 16,5-3-1-16,-1-1 1 0,-2-2 1 0,4 15 0 16,2-6 0-16,0-6-11 0,0-5 5 0,4 0 1 0,0-3 1 15,-6-1-7-15,8-2 6 0,-8-1-12 0,-4-2 11 16,6-4-4-16,-4 0-5 0,-3 11 6 0,3-17-6 15,0 1 6-15,3-3-5 0,1-3-1 0,0-4-2 16,0-1 0-16,0-3 1 0,3 6 4 0,3-2-2 16,-1 2-3-16,1 2 4 0,1 2-8 0,1 3 6 15,1 1-6-15,2 5 1 0,0 2 2 0,-1 3 0 16,1 1 0-16,0 5 0 0,2 0-1 0,-4-18 0 0,0 8-6 16,-3 9 6-16,1 3-1 0,-1 3 2 0,-2 3-3 15,1 3-1-15,-3 2 1 0,0 2 1 0,0 2 7 0,-2 0-4 16,-2 0 2-16,0-13-3 0,-2 16 4 0,1 1-5 15,-1 3 0-15,-2-1-3 0,5 1 6 0,-5-2 0 16,0-3 4-16,-1-4-3 0,-2 0 1 0,-1 2 1 16,-3-2-2-16,0 0 1 0,-2-2-5 0,1 0 6 15,1-1 0-15,-6 4 3 0,-1-4-8 0,-1-3 7 16,-3-5-4-16,0 0 6 0,2 0-5 0,-1 1 4 16,1 1-5-16,0 0 5 0,-1-2 1 0,1 0 1 15,0-1-1-15,0-1-2 0,1 0-7 0,14-3-1 0,1-5 7 16,6-5-4-16,-4 0 8 0,8 11-2 0,4-25-5 15,3-5 4-15,7 0 6 0,3-1-9 0,1 0 10 16,4 1-11-16,4 2 4 0,3 2-1 0,4 2-6 16,0 2 4-16,0 2-11 0,2 7 9 0,2 2-2 15,-4 4 5-15,6 3-5 0,-6 3-1 0,-1 1-4 0,-5-26 1 16,-1 17 1-16,-6 9-1 0,0 2 7 0,2 4-4 16,-2 3 0-16,2 2 1 0,-2 2-4 0,6 2 4 15,2 0 0-15,-1-1-2 0,4-1 4 0,-1 0-2 16,-1 0 9-16,2-2-10 0,-1 1 2 0,1-1-5 15,0 0 3-15,4 0 1 0,0 1 0 0,6 1 2 16,0 0 1-16,-1-2-2 0,1-3 0 0,-1-2-1 0,-1-3 1 16,-4-1 3-16,-2-3 0 0,-7-3 1 0,-1-1 0 15,-1-1-4-15,0-1 5 0,-4-2-6 0,-2 0 2 16,-10 0-1-16,-7 1-2 0,-9 3 1 0,-7 1 0 0,-5 3-7 16,-5 1-13-16,-1 0-5 0,-2 0-103 0,-2-2-65 15,-2 1-41-15,-13-5-29 0,-41-7-361 0</inkml:trace>
  <inkml:trace contextRef="#ctx0" brushRef="#br0" timeOffset="21293.2">26763 14023 1263 0,'-2'0'31'16,"0"-2"0"-16,1 0 3 0,-1 1-7 0,0-1-5 0,0-2-4 15,0 0-7-15,0 2-7 0,0 1 1 0,1-1-10 16,-1 0 24-16,2 0 1 0,0 0 9 0,0 2 2 16,0 0 0-16,2 2 5 0,-1 2-4 0,1 3-4 0,6 17 10 15,-1 0-10-15,1 4 10 0,-3 0-13 0,1 0-3 16,-1 0 0-16,1 0-1 0,-2 0-13 0,-1 1-1 16,1-5-6-16,2 4 4 0,-1-4-2 0,-1 0 3 15,-2-5-6-15,0 0 5 0,-1-1-6 0,1-3-5 16,0 4 1-16,-2-10-6 0,0 4-19 0,0-4-20 15,0-3 2-15,0-1-8 0,0-1-7 0,-2 0-7 16,0-1 3-16,-24 14-1 0,2-6 21 0,-4-1 32 16,-1-7-4-16,6-3 15 0,1 0 12 0,2 0-10 0,7-2 9 15,-6-1-10-15,1-1-1 0,5 0 12 0,0-1-4 16,3 1 9-16,5 0-7 0,-1 1 1 0,2 1 1 16,3-2 1-16,-1 0 4 0,0 1 0 0,0-1-4 0,0 0 5 15,0 0 8-15,0 1 5 0,1-1-1 16,-1 0-1-16,0 1-15 0,0 1 11 0,0 0-3 0,0 0 6 15,0 0 5-15,1 2-4 0,1 0 6 0,0 0-5 16,0 2-4-16,0 2-2 0,0-1-6 0,3 20 3 16,-1-7-16-16,2 5 2 0,3 3 2 0,1-5 0 15,1 1 1-15,2-1 4 0,0-1-4 0,-1-3 6 16,-1-2 3-16,-2 0 4 0,8-4 2 0,0-3 1 0,2 1 13 16,1-1-5-16,-1-2 1 0,0 7-3 0,-2-2-2 15,5-2-1-15,-1-1-1 0,-1-4 0 0,3-2-1 16,-3-2 0-16,3-2-1 0,1-3 2 0,2-4-1 0,-2-2 0 15,4 11-7-15,0-19 3 0,-2-1-16 0,-1 0 0 16,-5 1 1-16,-1 3-1 0,-4-1 3 0,-4 3-5 16,-1-3 2-16,-5 2-5 0,1 6-4 0,-2 0-15 15,3 4-4-15,-3 3-6 0,4-4-28 0,-6 7-66 16,5-9-1-16,-1 3-24 0,-4 5-28 0,2-2-33 16,-2 1-19-16,0 1-17 0,0 0-183 0</inkml:trace>
  <inkml:trace contextRef="#ctx0" brushRef="#br0" timeOffset="21766.63">26650 15276 962 0,'-2'-1'219'0,"0"-1"-261"0,0 0 246 0,0-2-127 16,1 0-58-16,-1 1-6 0,0-1-8 0,0 0 1 15,0 1-12-15,0-1 8 0,2 0-2 0,0 2 3 16,0 0-9-16,0 1 17 0,2 1 1 0,0 1 10 16,2 1 11-16,7 15 8 0,6 13-7 0,-3 1 5 15,3 5-13-15,-2-3-2 0,-4 0 3 0,-2-1-3 0,-1-2 0 16,-1-2-1-16,4-1-6 0,-3-2 3 0,-1-1-5 16,1-6 6-16,-3 3 4 0,1-3-1 0,-1-1 3 0,1 0-13 15,0-3 2-15,-3-2-4 0,1-1 11 0,-4-6-5 16,0 1 2-16,0-4-3 0,0 0 3 0,0-1 18 15,2 3-1-15,-2 0 4 0,0-2-13 0,0 0-14 16,-2-1 0-16,0-1-4 0,0-1-6 0,-1-1 3 16,-3-2-4-16,0-20 6 0,-1-2 4 0,0 0-11 15,5-2 5-15,0 0-6 0,-17-3 6 0,8 1 1 16,6-2-5-16,3 1 4 0,4 3 2 0,7-4-6 16,2 3 9-16,4-1-7 0,-11 0 9 0,23 2-4 15,5 1-3-15,1 1 2 0,-1 5 0 0,1 6-7 0,-1 6-2 16,-2 2-1-16,-3 1-4 0,-2 0 1 0,-3 3 3 15,-2-12-3-15,-3 6-10 0,0 1-17 0,-1 3-12 16,-3 1-2-16,0 0-50 0,-3 2-61 0,-1 2 5 16,-2 0-27-16,5 0-30 0,-3 0-75 0,4 0-53 0</inkml:trace>
  <inkml:trace contextRef="#ctx0" brushRef="#br0" timeOffset="22182.6">27289 15726 1182 0,'-2'0'109'0,"0"0"231"0,0 0-325 15,0 0-3-15,0 0-6 0,0-2 5 0,1 0-1 16,1 0 1-16,0 0 4 0,0 0 0 0,1 1 21 0,3-3 8 16,11-2-2-16,15-7 2 0,1-2-9 0,3-3-8 15,-1 1-1-15,-1-1-2 0,-3 1-6 0,-3 2-6 16,-1 0 0-16,-9 0-2 0,1 2 2 0,-4-1 14 15,-4-1-5-15,0 4 7 0,-3-4-14 0,0 2 0 16,-5 0 4-16,9 0-2 0,-5 2 6 0,1-1-9 16,-4 5-5-16,-2-2 0 0,0-2-11 0,0 7-6 15,-2 0 3-15,-2 0-4 0,-13-7 0 0,-10 2 4 0,-1 5 0 16,-7 4 2-16,-1 4-3 0,5 3 10 0,-6 6-3 16,7 0 5-16,-2 4-4 0,-1 2-2 0,3-1 2 15,0-14-1-15,4 20 1 0,2 0 6 0,4 0-4 16,3-1 3-16,4 1-3 0,4-4 0 0,5 1 0 0,-11 1-1 15,6-4-5-15,2 5 5 0,5-5-1 0,2 1 4 16,3-1 6-16,3-5 8 0,1-1-3 0,6-3 5 16,15-2 7-16,11 16-4 0,0-10 10 0,8-8-8 15,3-5 9-15,4-7-6 0,3-8-6 0,3-6 1 16,-3-3-13-16,-1 0-15 0,0 0-3 0,-6 2-5 16,-2-1-15-16,-3 3-34 0,-3 0-1 0,-1-1-22 15,-2 1-103-15,2-2-198 0,4 20-108 0</inkml:trace>
  <inkml:trace contextRef="#ctx0" brushRef="#br0" timeOffset="23691.81">13452 11284 188 0,'-2'-1'0'16,"1"-1"16"-16,-1-2 139 0,-2 0-68 0,0-1 5 0,-7-10-84 15,4 4 1-15,-3-2-12 0,3 3 3 0,1 3-5 16,3-6 15-16,-7 4-4 0,-1-4 6 0,0 0-3 15,0 2 17-15,-2-6-1 0,-2 0 6 0,-2 2-2 16,-1 2 16-16,1 0-15 0,-1 8 1 0,-1-4-7 0,-1 5-12 16,-1 2 2-16,-5-2-4 0,0 2 4 0,-2-14-11 15,-5 5-1-15,-1 7-1 0,-5 8 3 0,-3 3 7 16,-6 4 0-16,-6 8 2 0,-4 1-2 0,-1 2-5 16,-3 6 6-16,3 0 0 0,3-24 4 0,4 27 6 0,6-3-7 15,3 4 4-15,6-6-4 0,2 0 1 0,5-4-5 16,-2 0-2-16,3-1-1 0,1 1 1 0,0 2-9 15,4 2 0-15,-4 2-2 0,2 2-2 0,2 3 3 16,2 2 1-16,-1 3 0 0,1 1 4 0,2 3-5 16,5 3-3-16,2 3 0 0,0 2 2 0,4 2-2 15,-6 2 3-15,13 0-3 0,0-2-9 0,-24-2 10 16,17-5-11-16,5-1 10 0,4 1-9 0,6-3 2 16,1 3 8-16,4-2-5 0,4 1 7 0,2-1 1 0,3 0-6 15,-18 1 6-15,24 1 2 0,4-1 28 0,-2-1 3 16,5-2 6-16,0 2 8 0,1-4-10 0,3-2 2 15,-2-4-4-15,2-3-6 0,4 0-10 0,4-6-4 16,3-2 0-16,4-5-8 0,9-4 8 0,6-4-3 16,7-3 2-16,-1-5-8 0,3 29 9 0,-4-21-6 0,-5-10 7 15,4-11-3-15,-4-2-6 0,-1-9 6 0,9-3-8 16,-3 0 0-16,4-3 4 0,0-3-1 0,-3 26 3 16,-6-34 4-16,-12 1-9 0,-1-4 3 0,-11 0-5 15,-2 2 7-15,-4-1 2 0,-2 3-3 0,-1 0 3 16,-1 0 0-16,-7 0-1 0,0 0 7 0,0 0-5 15,-4-2 11-15,-3 0 3 0,-2-4 5 0,-4-1 1 0,0-4 20 16,-12-6-14-16,3-5 2 0,22-4-5 0,-20-6-4 16,-8-3-12-16,-7 2-1 0,-10 1-2 0,-5 2 2 15,20 6-2-15,-42 2-1 0,-12 5-2 0,-11 6-19 0,-22 6-12 16,-26 6-9-16,-22 20-1 0,-17-23-42 0,-20 48-24 16,-25-3-44-16,-33 85-29 0,-27 30-491 0</inkml:trace>
  <inkml:trace contextRef="#ctx0" brushRef="#br0" timeOffset="26461.87">31591 9665 667 0,'0'0'26'0,"-2"-1"11"0,0-1 15 15,0 0 5-15,0 0-21 0,-2-2-20 0,1 1-11 16,-1 1 0-16,0 0 1 0,1 0 1 0,-1 0-5 16,0 0 0-16,2 0-2 0,-1 2 2 0,1 0 4 15,0 2 2-15,0 0 1 0,0 2 10 0,2-2 9 16,-9 14 9-16,3 1 0 0,1 2 19 0,1-1-28 15,0 3 0-15,2 1-10 0,1 2-5 0,1 4 0 0,0 2 1 16,0 3-3-16,0 2-7 0,-2 6 6 0,2 4-10 16,-2 7 9-16,-2 3-7 0,0 7 1 0,1 5 3 15,-5 1-3-15,1-1 1 0,-4 4 11 0,0-4-8 0,1 1 8 16,-1 3-15-16,0 1 10 0,-4 6-4 0,2 8 6 16,0-1-12-16,2 10 9 0,2-4-2 0,-1-6 4 15,-2-1-11-15,-1-6 7 0,-2-4-1 0,0 2 2 16,2 6-4-16,4 3 8 0,1-3 2 0,1 3 3 15,-3-7 6-15,3-4-2 0,-2-3-4 0,3-10 1 16,2-3-5-16,1-2 5 0,1-3-7 0,2-2 4 16,-2-3-14-16,0-2 1 0,-2-5 4 0,3-2-2 0,-1-2 0 15,0-5 0-15,0-4 4 0,0-8-2 0,0-5 4 16,2-8-3-16,0-3-1 0,0 0 0 0,0-1 3 16,0 1-3-16,0 0-2 0,0-2-3 0,0 0-34 0,0-2-47 15,0-2-15-15,0 0-13 0,0-41-92 0</inkml:trace>
  <inkml:trace contextRef="#ctx0" brushRef="#br0" timeOffset="26926.82">32044 9864 939 0,'0'-2'46'0,"-2"0"3"0,0-1-4 0,-4-12-13 0,-1-2-9 16,1 4-21-16,3 2 0 0,-1 0 6 0,2 5-5 15,0 1 2-15,2 1-3 0,-2 0 0 0,0 1 0 16,2-1 9-16,-1 0 11 0,-1 0-3 0,0 3 6 16,0-1-7-16,0 0 26 0,0 2 0 0,0 0 8 15,1 2-7-15,-1 1-17 0,-8 14-11 0,-6 17 2 16,3 1-12-16,0 4-8 0,0 3 3 0,2 9-4 0,0-1 3 15,-1 9-1-15,3-1 5 0,0 7-3 0,0 3 0 16,-1 1 3-16,1 4-3 0,-2-8 3 0,2-1-7 16,-1 1 4-16,1 2-1 0,0 8 4 0,-1-1 1 0,1 8-3 15,-2 1-1-15,2 1 1 0,-1 1 5 0,3-5-4 16,0-2 2-16,-1-6-3 0,1-1-1 0,-1-1 2 16,-1 1-2-16,3 0 0 0,-1-1-2 0,1 2 4 15,1-7 1-15,-1-1 3 0,3-7 1 0,1-9 3 16,0 1 0-16,0-10 1 0,0-2 2 0,2 0 0 15,0-7-2-15,0-2 0 0,0-2-14 0,0-2 6 16,0-4-1-16,0 1 5 0,0-7 3 0,0-1-11 16,0-5 4-16,0-3-5 0,0-1 2 0,0-2 5 15,0 2-2-15,0-1 2 0,-2 1-13 0,0-2-57 0,1 0-1 16,1-2-27-16,0 0-77 0,-2-2-122 0,2-2-28 16</inkml:trace>
  <inkml:trace contextRef="#ctx0" brushRef="#br0" timeOffset="28062.16">32343 10579 1151 0,'-2'-2'20'0,"0"0"39"0,0-2-36 16,0 1-15-16,0-1 6 0,0 0-11 0,1 1-6 15,-1-1-5-15,0 2-6 0,0 0 3 0,0 0-12 0,0 0 18 16,0 1 3-16,1 1 5 0,-1 0 18 0,0 0 8 16,0 1-1-16,0 1 5 0,2 2 10 0,-2 7-11 15,0 13-4-15,1 2-4 0,-1 4-14 0,2 5 1 16,0 2 4-16,0 8-4 0,-2 7 5 0,-2 4-8 16,2 9 5-16,-1 3-6 0,-1-1 5 0,-2 4 0 15,1-6-1-15,-3-6 1 0,1-5 5 0,-2-6 8 16,1-5 2-16,1-2 2 0,-1-4 6 0,1-4-3 0,-1-1 0 15,3-6-1-15,-1-4-13 0,3-3 0 0,-1-2-5 16,2-6 4-16,0-2-1 0,2-3-11 0,0-5 7 16,-2 3-6-16,0 0 14 0,1 0-13 0,-1-3 1 15,2 1-6-15,0-2-9 0,0 0-12 0,0-2-4 16,0-1-1-16,2-31-3 0,-1-1 7 0,1-2 2 0,0-2 1 16,2 0 2-16,0 2 5 0,-3-4 0 0,1-2 2 15,-2-3 7-15,0-1-1 0,0-1 6 0,2 2-4 16,0-1-4-16,2 1 6 0,-1 3-8 0,1 4 7 15,2 4-6-15,-1 1-1 0,3 7 7 0,-1-1-4 16,1 4 2-16,-1 1 3 0,2 1-3 0,2 2 3 16,2-1-6-16,-11 1 10 0,19 1-3 0,1 2 7 15,2 3 0-15,2 1 10 0,0 1 3 0,2 3 0 0,-2 4-8 16,-4 1-6-16,-1 2-8 0,-1-11 4 0,2 4-9 16,-1 5 11-16,1 4-2 0,-7 0 6 0,-2 4-2 15,-4-1-9-15,-5-1 9 0,0 2-9 0,-1 16 7 0,12 3-5 16,-2 3-1-16,-9 0 2 0,-6 2 8 0,-4 1-6 15,-7 3-1-15,-1-1-1 0,-3-3 6 0,15 2-1 16,-24-2 4-16,-2 2-3 0,2-3-1 0,-2-2-2 16,4-3 1-16,-2-2 1 0,4 1-1 0,5-3 1 15,1-1-4-15,1-4 3 0,4 2-3 0,1-4-1 16,1-2 0-16,5 0-2 0,-1-1-1 0,1 1 3 16,-2-1 1-16,-1 3 0 0,0 2-2 0,1 0 3 0,2 3 0 15,2-1 0-15,2 0-3 0,0 4 3 0,4-3-4 16,2 3 6-16,-1-2 3 0,5 1-4 0,-1 1 5 15,0-4-6-15,2 0 3 0,-5-1 2 0,11-1-7 16,-3-1 6-16,-1-1-3 0,0-2-3 0,0 0 0 0,2-1-3 16,0-1 1-16,-4-1 0 0,-1-3 3 0,-3-1-3 15,2 0-6-15,-1 0 0 0,-3 2-4 0,5 3 1 16,-5-3-24-16,3 0-28 0,-1-1-2 0,-1-1-9 16,1 0-11-16,0-2-15 0,5 0 2 0,-1 0-9 15,-2-2-13-15,6-2-18 0,-2-1-6 0,0-1-1 16,5-3-2-16,-5 2 19 0,2-3 7 0,0-1 6 15,0 9 44-15,3-13 39 0,-3-3 0 0,4-3 15 16,-1 3 14-16,-1-3 0 0,-2 1 3 0,-4 0-1 0,-2-3 5 16,-1 7 24-16,-1-1-2 0,-1 2 12 0,5 0 23 15,-4 2 20-15,-3 4 10 0,0 1 2 0,-2 1 23 16,0 1-21-16,-1 3-8 0,-1-1-6 0,0 0-36 0,0 2-2 16,0 1 3-16,0-1-3 0,-1 0-3 0,-1 0-2 15,0 2 1-15,0 0-1 0,-2 2-2 0,2-2-8 16,-7 9 1-16,-2 12-4 0,4 1-2 0,-3 0-7 15,1 4 2-15,-2-4-2 0,2 3 12 0,-3-1-7 16,1 2-1-16,6 0-3 0,-1-2-2 0,1 2 2 16,3 0 0-16,-2 0-2 0,-13-2-2 0,6 0 0 15,4-2-2-15,3-1 2 0,2-3 1 0,2-1 1 0,0 0 5 16,2-4-4-16,0-4 7 0,2 0-8 0,-1-1 6 16,1-1-5-16,-2 3 1 0,20-7 2 0,-1 3-10 15,1-4 5-15,0 13-7 0,0-6-4 0,6-2 7 16,-4-3-7-16,2-4-1 0,-3 0-2 0,-5 0-3 15,3-2 1-15,-5 0-1 0,-1-1 0 0,-2-1-1 0,0-2 1 16,0 1-4-16,-2-3-3 0,-1 1 4 0,-1 3-5 16,-3-11-12-16,-1 0-42 0,-1-1-7 0,7-1-12 15,0-2-31-15,-3 3 12 0,-3-1-7 0,-1 2 9 16,-2 0-7-16,-2 0-9 0,0 4-8 0,0-2-4 16,0 0-50-16,-2 2-79 0</inkml:trace>
  <inkml:trace contextRef="#ctx0" brushRef="#br0" timeOffset="28279.3">32784 11453 1176 0,'0'0'76'0,"0"0"-6"0,0 0 0 16,-1 0 12-16,-1-1-34 0,0 1-8 0,0 0-23 16,2 0 6-16,0 0-9 0,0 0 30 0,2 0 6 15,0 0-1-15,7 0 2 0,23-4-4 0,-1 0 0 16,3 0 2-16,3 1-2 0,-2-3-11 0,-2 2-13 15,-1 1-4-15,-6-1-2 0,0 0-9 0,-6 1-4 16,-1-1-2-16,-4 0 0 0,-2 0-3 0,-4 3-1 16,-1-1 1-16,-5 2-2 0,1-2-9 0,0 0-52 0,-1 0-5 15,1 0-21-15,-2 0-55 0,0-1-5 0,0-1 2 16,-2 2-4-16,0-3-26 0,0-7-90 0</inkml:trace>
  <inkml:trace contextRef="#ctx0" brushRef="#br0" timeOffset="28463.45">32708 11255 1123 0,'0'0'56'0,"0"-2"93"16,0 0-96-16,0 0-10 0,0 0 7 0,0 0-4 15,2 1 32-15,0-1 6 0,2 0-4 0,14-6 3 16,5 1-13-16,10-6-19 0,0 2 2 0,3-2-8 16,6 0-4-16,-1 0-18 0,-2 0 0 0,0 0-8 0,-3 4-15 15,-3-1 0-15,-1 3-3 0,-3 1 0 0,-1-1-20 16,-6 1-17-16,3 1-16 0,-7 1-10 0,1 0-143 15,1 3-90-15,0-1-116 0</inkml:trace>
  <inkml:trace contextRef="#ctx0" brushRef="#br0" timeOffset="35497.08">13818 12582 256 0,'0'0'10'0,"0"0"6"0,0 0 8 0,0 0 8 15,0-2-3-15,2 1-4 0,0-1 12 0,0 0-8 16,-1 0 10-16,3-2 11 0,0 1 10 0,3-3 5 16,4 4-4-16,-1-3-23 0,-1-3-2 0,-2 4-5 0,-1 1 4 15,0 1-5-15,-1-2 12 0,3-1-8 0,-1 1 7 16,0 2-21-16,1 2 10 0,-3 0-7 0,1 2 6 15,-2 0-15-15,-2 11 6 0,-1 16 4 0,20 5-1 16,-10 1 0-16,-5-5-8 0,-3 1 4 0,-3-5-3 16,0 0 8-16,0-3-1 0,0 1 4 0,0-4-2 15,0-7 2-15,0-2 5 0,0-3-9 0,0-3 10 16,0-1 2-16,0 0 10 0,0 0 3 0,2-1 2 0,0 1 10 16,2 0-9-16,-1-2 3 0,22 1-7 0,2-5-19 15,14-9-12-15,6-11-4 0,7 9-1 0,7-32-1 0,2-5-7 16,0 4-1-16,-4-2-2 0,3 3-10 0,-8-1-18 15,5 1-1-15,-1 2-8 0,1-3-43 0,6 3-222 16,0 6-48-16</inkml:trace>
  <inkml:trace contextRef="#ctx0" brushRef="#br0" timeOffset="38564.12">24290 8880 60 0,'-2'0'84'0,"0"0"-7"0,0 0 31 16,-5 0 0-16,-12 4-60 0,1 1-34 0,-1 5-22 15,3-1 11-15,-3 2-9 0,0 2 19 0,1-11-13 16,1 13 2-16,2 0-5 0,-1-1 4 0,1 3-4 16,-2 2-2-16,-2-3 1 0,1 3 5 0,-1 0 5 15,1-1-6-15,3 1 4 0,0-1-11 0,2 3 8 16,-2-1 4-16,0 1 0 0,0-3-1 0,2 1-3 15,2 3-5-15,0-4 3 0,0 7-6 0,0-1 6 0,0 2 4 16,0 3-1-16,1 3 4 0,-1 0-10 0,-4-1 0 16,2 3-2-16,-5-3 14 0,-1 4-11 0,4 3 2 15,-1-9-5-15,-7 5 7 0,-1-6-5 0,2-2 4 16,-2 1-4-16,2 1 7 0,1 2 1 0,-7 0 2 0,4-1-2 16,0 3 0-16,0 1 0 0,2 3 1 0,3 1 0 15,-1 2 1-15,1 0 4 0,0 0-8 0,3 3 7 16,1-1-4-16,2 6-5 0,-2-6 3 0,-2 3-4 15,2-1-1-15,1 0 5 0,-1-1 2 0,0-3 0 16,0-2-3-16,2-1 2 0,-2 1-4 0,0 2 2 16,2 0 1-16,2 2-3 0,0 1 8 0,2 3-7 15,-2 3 1-15,1 4-2 0,3 4-1 0,-2 3 1 0,1-1-2 16,3-1 2-16,-6-3 0 0,3-2 2 0,1-2 6 16,1-3-13-16,-1-5 3 0,3-3-5 0,-3 2 15 15,-1-2-10-15,4 0 4 0,1-2-5 0,-1 2 3 16,2 0 5-16,0-1-5 0,-1 1 4 0,1 5-4 0,-21-5 0 15,10 6 0-15,8-1 1 0,3-3-4 0,2 2 2 16,2-1-3-16,2-3 3 0,-1-1-7 0,1-1 6 16,0-4 1-16,-1 1 1 0,1 1 0 0,0 0-5 15,1 4 4-15,3-2-2 0,-1 4 8 0,1-2-5 16,1 4-2-16,0-1-1 0,1 3 1 0,-1 1 2 16,2 5 0-16,-2-5 1 0,4 4-5 0,0-2 2 15,-2-7-1-15,4 2 2 0,0-10 6 0,2 3-7 0,-1-5 1 16,-14-1-4-16,22 0 9 0,2-3-8 0,4-1 3 15,2 0-5-15,3 2-1 0,4-2 7 0,0 2-1 16,6-2 2-16,-3 2-10 0,3 2 8 0,-1-1-3 16,1 3 5-16,1-2-3 0,-5 5-3 0,4 2 2 15,-4-2-1-15,1 3 5 0,-1-9-7 0,4 7-1 0,1-7-3 16,4 1-2-16,6 0 6 0,15-6-7 0,-8-4 6 16,5 1-7-16,-1-3 7 0,-9-1 5 0,3-2-1 15,-3 0 3-15,-5-4 1 0,3 0-1 0,0 0 2 16,-2 0-1-16,5 0-3 0,8 0 1 0,4-1-2 15,3 1 7-15,-2-2-4 0,-7 2 5 0,-2-3-5 16,-5 1 2-16,-1 0-3 0,-3-3-3 0,2-1 1 0,3 1-1 16,1-2-3-16,10-2-3 0,3 27 1 0,1-14 6 15,4-9-11-15,-7-6 11 0,-1-2-10 0,-3-2 16 16,-6-1-2-16,1-3-4 0,-3-1 1 0,4 0-2 0,2-1 5 16,6-1 8-16,1 2-3 0,0-2 0 0,-3 0 6 15,-8-1-9-15,-3 1 9 0,-6-2-4 0,-2 0 5 16,-2-2 0-16,1 1-1 0,1-3-14 0,-4 0 4 15,6-3 3-15,-2-1 1 0,4-1 6 0,4-2-11 16,-8 0-1-16,2 16-2 0,0-21 7 0,-6-5-7 16,3-1 11-16,-9 3-10 0,-1-5 6 0,-3 0-5 15,1 2 0-15,-2 1 0 0,2 1 0 0,-3 1 5 16,-1 1-11-16,0-3 9 0,3 3-2 0,1 1 0 16,0 0 5-16,0 3-6 0,-2-3 0 0,-3 0-3 0,5 2 3 15,-9-1-2-15,3-1 2 0,-3-2 5 0,-2 1-1 16,0-1 4-16,-2-1-4 0,1 3 5 0,-7-1-5 15,-1-5 6-15,0 3-6 0,-3-2-4 0,3 5 6 16,0 0-6-16,-2 0 4 0,0 1 0 0,1-3-4 0,-1 2 0 16,2 1-7-16,1-3 4 0,1 1-3 0,3-3 3 15,1-1 0-15,1 3-11 0,0-1 5 0,2 0-8 16,2-1-3-16,1-1 0 0,7-4-4 0,-1-2 3 16,2-4-7-16,-2 3-76 0</inkml:trace>
  <inkml:trace contextRef="#ctx0" brushRef="#br0" timeOffset="39905.94">22437 16177 861 0,'0'0'53'0,"0"0"3"0,-2-2-21 0,0 0-10 16,0 0-17-16,1 1-8 0,-1-1-1 0,0 0 2 15,0-2-2-15,2-1 1 0,0-16 5 0,4-7-4 16,5 0 6-16,4-3 0 0,5-4 11 0,-16 3 2 15,26-5 2-15,7 3 12 0,8 3 7 0,-2 1-5 0,2 4 4 16,-1 6-18-16,-1 5-6 0,-2 2-1 0,-7 7-2 16,-6-10-4-16,-2 8 25 0,-5 6-7 0,-3 6 12 15,-1 5-19-15,-2 8-4 0,-2 28-1 0,-3 3 0 16,-1 6-2-16,-3-4 2 0,0-2-1 0,-3-5 1 16,20-8 0-16,-8-3 8 0,-6-8-2 0,-3-7 3 15,-2-6-15-15,0-4 1 0,-2-3 5 0,0-2 2 0,3 1 33 16,1 1 6-16,9 2-6 0,6-3 2 0,3-3-35 15,6-9-12-15,0-6-3 0,5 2-2 0,-1-18-9 16,1-8-20-16,2 2-2 0,1-4-7 0,-3-9-15 16,6 1-11-16,-2-1-14 0,-2 0-5 0,1 4-103 0,-7 1-256 15</inkml:trace>
  <inkml:trace contextRef="#ctx0" brushRef="#br0" timeOffset="41042.06">21659 10532 511 0,'0'0'24'16,"-2"0"0"-16,0-1-1 0,-1-1-4 0,-9-4-6 16,-8-3-7-16,1 2-6 0,-1 1 6 0,0 0-5 15,-3 3 11-15,1 1-12 0,-4 2 2 0,-2 0-4 16,0 0 12-16,-1 0-10 0,-5-4 7 0,3 0-7 0,3 1 14 15,-2-1 20-15,0 0-7 0,-1 1 12 0,-3-1-8 16,-1 0 0-16,5 2-7 0,-3 0 4 0,3 2-11 16,2 0-1-16,1 4 1 0,-1 2-3 0,-2 1-6 15,2 1-4-15,-2 3 0 0,-1 2-2 0,-1 2-2 0,3-1 6 16,-9 5-4-16,3-1 5 0,-6 5-7 0,-11 3 2 16,4-4 0-16,-11 4-1 0,1-2-1 0,1 2 9 15,1 2-9-15,6-26 8 0,1 28-8 0,7 3 4 16,-1 4-2-16,4 0 2 0,0 6-4 0,4 2 0 15,-2-1 4-15,-1 3-3 0,-2-3-1 0,-1-5 6 16,0 0-4-16,2 0 4 0,4-6 3 0,-2-3 1 16,7 2 1-16,-4-3-2 0,5 3-5 0,1 3 5 15,-4 2-2-15,6 1 1 0,2 2-9 0,4 5 6 0,1 0-7 16,4 5 5-16,2 0-4 0,2 6 0 0,2-1 1 16,1 3 0-16,3 1-2 0,1-5 4 0,0 0-4 15,-20-8 2-15,11-1 0 0,6-2 0 0,7-3 6 0,0 3-5 16,4 2-1-16,3-1 0 0,2 1 0 0,4 1 0 15,4 4 5-15,3 8 3 0,5-2-7 0,1 5 5 16,0-4-7-16,-23-1 4 0,33 0-5 0,-3-8 5 16,4 0 2-16,6-3-5 0,0-4 6 0,5 0-6 15,0-2 0-15,-5 1 7 0,1 3-9 0,-3-2 6 16,6-2-6-16,3 2 8 0,4 2 0 0,11-3 3 16,3 3-11-16,10-4 2 0,6-2 2 0,-2-3 1 0,1-1 0 15,-7-1-3-15,-2-4 2 0,-1-1-2 0,-1-2 9 16,6-3-10-16,8-2 0 0,-1-3-2 0,2-4 7 15,-3-2 0-15,-10-4-4 0,-1 1 2 0,-5-1-2 0,-3-3 2 16,0 0 1-16,6-2 1 0,5 29 0 0,2-18-4 16,4-9 5-16,-4-4-5 0,-6-4 3 0,-3-3 4 15,-6-4-1-15,-2-4 5 0,-3-4 7 0,-3-3-14 16,5-4 9-16,-1 20-9 0,-1-33 14 0,5-5-8 16,-6-4-1-16,-1-6 0 0,-6 0 5 0,-9-6 10 15,-6-1-4-15,-3 0 5 0,-6-4-7 0,-2-2 2 16,-2-5-1-16,-5-10 1 0,2-13-6 0,-4-16-8 15,-4-6 2-15,0-6-3 0,-6 3 6 0,-1 3-4 0,33-4-2 16,-29-7 0-16,-12-6-3 0,-9-1 6 0,-7 7-4 16,-10 12 4-16,28 7-6 0,-56-4-1 0,-7-3 7 15,-14-6-6-15,-11 3 15 0,-6 11-8 0,-3 14 3 16,-4 16-5-16,-11 0 0 0,-19 7-12 0,-12-3-10 16,-11-2-4-16,0 3-66 0,-4 5-178 0</inkml:trace>
  <inkml:trace contextRef="#ctx0" brushRef="#br0" timeOffset="75496.67">10240 15122 9 0,'0'0'19'0,"0"0"5"0,0 0 27 15,0-2 5-15,0 1-7 0,0-1-10 0,0 0-9 16,0-2 4-16,0 0 0 0,0 1-5 0,0-7 14 16,0 3-8-16,-2-2 12 0,0-1 2 0,1 1 3 15,1 2-2-15,0-1-1 0,0 5-13 0,0-3-10 16,-2 0 2-16,2 3-5 0,0-1-1 0,0 0 4 16,0 1 3-16,0-1 1 0,0 0 0 0,0 0-5 0,-2 1-3 15,2 1 2-15,-2-2-6 0,2 2 8 0,0 0-7 16,-2-1 7-16,0-1-5 0,0 0 0 0,1 1 2 15,-1 1-1-15,0 0 6 0,0 0-8 0,0 0 1 16,0 0-4-16,0 1 1 0,1-1-4 0,-1 0 2 16,0 2-5-16,0 0-11 0,0 0 5 0,0 0-5 0,0 2 5 15,1 0-5-15,-1 1 2 0,-4 10-2 0,-3 8 3 16,1 1-6-16,3 2-1 0,-3 4 5 0,3 5-3 16,1-1 5-16,-1 1-4 0,1 3 1 0,2-5-1 15,-2 3 1-15,2-3 5 0,1-1-4 0,-1-4 3 16,2-2-9-16,0-2 9 0,0-1-2 0,0-3 6 15,0-1-5-15,0 2-1 0,0-5-1 0,0 1 0 0,2 2 3 16,-2-4 3-16,1 2-5 0,-1-2 2 0,0 0-5 16,0-2 11-16,0 0-5 0,0 2 7 0,0-2-10 15,0 0 5-15,0 0 4 0,-1-1-1 0,-3 3 4 0,0-2 8 16,-1 0-3-16,-1 2 3 0,-1 0-13 0,-3-2 4 16,3 2-7-16,-12-4 6 0,3 3-6 0,-5-3 6 15,1 0-6-15,1 0 5 0,-3-5-6 0,7 4-4 16,0-1 12-16,-2-1-9 0,1-1 7 0,-1-3-7 15,-2 2 4-15,3-2-4 0,1-1 6 0,6 1-5 16,-1 0 1-16,7 0-2 0,1 0 0 0,0-2-4 16,-2 2 0-16,0 0-3 0,1-1-6 0,-1 3-4 15,0 0-2-15,2-2 1 0,1 0 1 0,-1 1 11 0,0 1-3 16,2 0 5-16,0-1-1 0,0 1-1 0,2 0 2 16,0-2-2-16,1 0-3 0,-1-2 5 0,15 9-1 15,1 0 2-15,-3-3 1 0,6-1 2 0,-3 1-4 16,-1-2 1-16,0-1-2 0,1 1 1 0,-1 0 4 0,0-1-2 15,-1 1-3-15,1 0 2 0,0 0-5 0,1 1 4 16,-1 1 0-16,-2-1 2 0,0 1 2 0,-4-2-3 16,2 1-1-16,-6-3 5 0,3 2-5 0,-1-1 5 15,-3-1-1-15,-3 0 0 0,1 0 3 0,0 2-2 16,-1-1 3-16,1 1 12 0,0 0-1 0,-2 0 4 16,0-1 1-16,-1 1-6 0,-1 0-2 0,0 7-3 15,-1-4-6-15,-3 3 0 0,-2-3 2 0,-9-1-2 16,-7 7-8-16,-2 0 1 0,-2 1 0 0,0 5 1 0,-2-8 6 15,2 2-5-15,-4 6 1 0,1-3-3 0,-3-1 0 16,2 0 1-16,1-2 3 0,3 4-1 0,2-4 1 0,-1 2-3 16,3-2-1-16,6-4-1 0,-5 2 1 0,12-2-6 15,-2 1 2-15,7-3-5 0,-3 2-1 0,3-1 5 16,0 1-2-16,2-3 3 0,0 1 2 0,2-3-6 16,0 1 0-16,0-1-2 0,0-2-3 0,10 0 17 15,14 14-5-15,4-4 7 0,5-7-8 0,-1-3 6 16,1-2-4-16,-5-2 5 0,-4 0-5 0,-4-1-3 15,-1-1 5-15,-4 2-3 0,2 0 1 0,-6 2 1 16,0 0-4-16,-2 0 1 0,0 0 0 0,-1 2 0 0,-4-2 4 16,1 4-2-16,1-1 6 0,-4 10 0 0,-1 10-2 15,16 3-1-15,-6 2-3 0,-3 3 2 0,-6 1 1 16,-2 7 0-16,-2-6-7 0,-4 4 6 0,1 2-2 16,-1-7 5-16,-1 1-1 0,1-5-4 0,0-2 2 15,3-4-2-15,-1-1 6 0,0-1-3 0,2-3-3 0,1 0 0 16,1-6 1-16,0-4-5 0,0 2 7 0,0-1-7 15,0-1 2-15,0 1 1 0,0-1-4 0,0 1 3 16,0-5-11-16,0 5-39 0,0-3-14 0,0-1-15 16,0 2-101-16,0-3-79 0,0-1-54 0</inkml:trace>
  <inkml:trace contextRef="#ctx0" brushRef="#br0" timeOffset="75954.28">9555 17198 832 0,'-2'0'56'0,"0"0"-33"15,0 0 59-15,-1-2-19 0,1 2-19 0,-2 0-13 16,0-2-3-16,1 1-5 0,-1-1-26 0,2 0 4 16,0 0-3-16,2 0 5 0,0 0-2 0,2 0 23 15,0 1-3-15,13-5 10 0,18-5 4 0,6 0 1 16,0 1-1-16,4-1 0 0,2 0-7 0,-5 2-4 0,3 0-1 15,-6 1-2-15,-2 1-16 0,-3 1 1 0,-2-1-6 16,-2 1 5-16,-4 2-9 0,-2 3 10 0,-2-1-3 16,1 0 5-16,-4 2-7 0,-3 0-3 0,-1 0 1 15,-1 0-3-15,-5 0-1 0,-3 0-10 0,-1 0-5 16,1 0-2-16,-2 2-26 0,0 0-6 0,0-1-5 0,-2 1 3 16,-2 2 9-16,0 0 11 0,-4 12 8 0,-20-1-2 15,-1 0 22-15,1 0 12 0,-2 0 0 0,0-2 5 16,-2-2 2-16,2 0 1 0,-1-2 4 0,4 1-2 15,3-1 15-15,5-2-2 0,6 1 2 0,6-3-2 16,1 1-3-16,2-4-12 0,0 2 4 0,2-3-6 16,-2 3 6-16,1 0 15 0,-1 0-10 0,2-1 12 0,2-1-7 15,1 0-1-15,7 0 3 0,16 2-3 0,0-4-4 16,0-2-14-16,1-2 0 0,-2 0-5 0,-1-1-3 16,-2 1-6-16,0 0 3 0,1 1-4 0,-3-1-13 0,2 0-66 15,-1 0-34-15,-3 1-37 0,1-1-365 0</inkml:trace>
  <inkml:trace contextRef="#ctx0" brushRef="#br0" timeOffset="77027.67">8766 16259 1005 0,'0'0'38'0,"0"0"-2"0,0 0-18 0,0 0-3 16,0 0-17-16,0 0-7 0,0 0 9 0,0 0 3 16,2 0 1-16,0 0 11 0,1-2 0 0,5 0 7 15,16-6-3-15,2-1 14 0,4-4-10 0,-4 0 8 16,1-3-7-16,3-1 16 0,4-4-9 0,-7 3-6 0,1 16 1 16,-2-20-12-16,-5-2-6 0,1 3 6 0,-5-1-7 15,-3 1-3-15,1 5 6 0,-7-3-8 0,1 2 8 16,-3 1 3-16,-3-1-8 0,-1 4 2 0,7 0-4 15,-1 0 3-15,-4 6 2 0,-1-5 4 0,-1 7-2 16,-2-1 3-16,0 4-8 0,0-1 0 0,-2-1-3 16,-1 2-2-16,-12-2-3 0,-13 3 2 0,-4 2-3 15,1 9 4-15,-4 3 4 0,5 2-4 0,-4 3 2 0,3-10-4 16,-1 18 5-16,3 1 3 0,3 1 1 0,0 0 0 16,7 2-5-16,2 0 2 0,6-4-3 0,0 0-2 15,4-4 0-15,3 0-2 0,-11-1 3 0,6-3 2 0,5-3 4 16,2-2 0-16,2 2 1 0,0-4 4 0,4 2-5 15,1-2 5-15,-1-2-3 0,20 1 9 0,8-5 2 16,1 1-3-16,1-4 2 0,7-1-10 0,-1 22-3 16,1-12 1-16,4-4-2 0,-4-7-4 0,-4 0-13 15,2-3-5-15,-4-3-3 0,2-3-23 0,-2-2-33 16,3-4-24-16,-1-4-27 0,4 17-316 0</inkml:trace>
  <inkml:trace contextRef="#ctx0" brushRef="#br0" timeOffset="79825.18">26771 5319 260 0,'0'0'14'16,"0"-2"14"-16,0 0 37 0,-2-2 19 0,-2-7 18 16,0-9-1-16,1 1-18 0,3-1 2 0,0-2-10 0,-2 3-14 15,2-1-8-15,-2 1-4 0,2 2-1 0,0 2-3 16,0 4-3-16,0 0 0 0,0 4 0 0,0-1 4 0,0 3 10 16,-2-1-5-16,2 2 6 0,0 3-2 0,-2-3-7 15,0 0 1-15,0 0-7 0,1 3-20 0,-1-1-16 16,0 0-4-16,0 0-2 0,0 0-3 0,0 2 5 15,0 0 1-15,1 2 1 0,-1 2-2 0,0 9 3 16,-2 15-2-16,2-1 1 0,2 5-4 0,0 3 2 16,0 1 1-16,0 4 0 0,4-1-5 0,-2 0 4 15,2 2-2-15,-3-2 4 0,-1-2-3 0,0-1 1 16,0-1-2-16,2-2 2 0,2-1 0 0,-2-4-3 16,0-4 3-16,-2-4-2 0,0 3 16 0,0-5-8 0,2 3 1 15,-1-3-3-15,1 1 1 0,-2-4 4 0,0-1 1 16,0-1 1-16,0-1 4 0,0-1 3 0,-2-2-1 15,1-2 4-15,-1 1 7 0,0-3-15 0,-2 3 5 16,-1-1-9-16,-8-3 8 0,-8 0-10 0,-1-2 4 0,5 1-6 16,-1-1 3-16,-3 2-2 0,-3 1-4 0,-2-1 3 15,2 0-1-15,-4 0-4 0,2 1 7 0,2 3-7 16,0-1 12-16,5 0 1 0,1 1-1 0,-1-3 0 16,4 1-3-16,2 0-2 0,2-3-1 0,4 1 0 15,1-2 1-15,2 0-7 0,1 1-6 0,-1 1 1 16,0 0-11-16,2 0 4 0,0-1 6 0,1 1-4 0,1 0 9 15,0-1 1-15,1-1 3 0,1 0-1 0,2 0 3 16,20 7-5-16,6-3-2 0,3-4 0 0,6-2 7 16,2-4-3-16,0 0 6 0,-2-1-5 0,-2-3-2 0,-3 3 4 15,1-1-5-15,-4 2 5 0,-5 1-7 0,-3 1 2 16,-3 0-1-16,-5 2 1 0,-2 0-2 0,-2 0 3 16,-3 0-1-16,-1 0 2 0,-1 0-6 0,-3 0 7 15,1 2-6-15,0 2 7 0,-1-1 5 0,-3-1-4 16,8 9 8-16,-3 2-8 0,-3-3 4 0,0 1-2 15,-2 2-2-15,-2 0 2 0,-1 1 8 0,-5 1-8 16,3-2 10-16,-27 2-10 0,4 0 4 0,-3 4 1 16,1 1-7-16,-4 0 6 0,-6 3-10 0,-1-3 8 0,-4-1-4 15,2-3 5-15,1 1-1 0,10 2-4 0,4-3 1 16,6-1-3-16,5-2-5 0,4 0 0 0,2-3-1 16,6-5 0-16,3-1-5 0,0 0-2 0,-2 1 0 15,2-1-1-15,0 0-3 0,1 1 6 0,1-3 0 16,0 2 2-16,1-1 0 0,1 1 10 0,4-2-3 0,24 7 6 15,-3-5-5-15,3-4-3 0,0-2 0 0,-4 0-1 16,-2-1 0-16,-2-1 0 0,-5 0-4 0,-2 0 2 16,0 3 2-16,-2-1 3 0,-2 2 0 0,-4 0-1 15,3 0-8-15,-5 0 5 0,3 2-1 0,-1 1 2 16,-1 1-8-16,-5 16 6 0,18 10-1 0,-8 4 3 16,-3 3 2-16,-5 0 4 0,-1 2-2 0,-2 0 2 15,0 0-4-15,-4 2-2 0,1-2-2 0,-1-4 0 0,0-2 2 16,1 1 8-16,-3-1-4 0,2-1 4 0,-1-4-5 15,1-2 6-15,0-4 3 0,2 2 0 0,1-2-4 0,-1-1 2 16,0-5-5-16,0-3 3 0,0 2-8 0,0-5 3 16,0 1 0-16,1-2-1 0,1-2-7 0,0 3 4 15,0-5-1-15,0 3 2 0,0-1-1 0,0 1-12 16,0-3 3-16,0 3-6 0,0-3-10 0,0 3-101 16,0-3-7-16,0-1-36 0,0 1-68 0,0 1-129 15,1-2-113-15</inkml:trace>
  <inkml:trace contextRef="#ctx0" brushRef="#br0" timeOffset="80513.17">25345 5889 843 0,'0'0'34'16,"-2"0"25"-16,0 0 30 0,0 0-17 0,0 0-1 0,0 0-7 16,-1 0-17-16,-1 0-22 0,0 0-2 0,0 2-7 15,1 0-1-15,-1 5-5 0,-11 28-2 0,6 10-1 16,7 5-4-16,2 4 1 0,2 0 6 0,3 3-5 16,3 1 8-16,1-6-2 0,0 0-4 0,-3-10 1 15,0-1-5-15,-3-4 17 0,1-5 1 0,0-2 6 16,-1-2 19-16,1-6-7 0,-2-4 2 0,0-3-6 15,-2-5-5-15,0-1-3 0,0-5 23 0,0-1-8 0,0 1 70 16,0-2-66-16,0 0 1 0,0-2-25 0,0 0-9 16,0-2-7-16,0-6 6 0,-2-25-7 0,0-2 3 15,0-4-1-15,2-2-4 0,0-2 3 0,0-5 5 0,4-2-7 16,2-2 7-16,5-4-8 0,0 6 5 0,4 2 11 16,1 3-5-16,1 10 6 0,2 1 4 0,-3 10-5 15,-10 4-2-15,14 7-2 0,-1 4-20 0,-2 3 7 16,-2 4-2-16,-4-7 3 0,0 1-7 0,-4 5 7 15,1 1-2-15,-3 0 4 0,3 2-10 0,-1 0 0 16,1 0-2-16,3 2 2 0,-2 0-10 0,-2 0-40 16,3 3-12-16,-3-1-15 0,-3-2-87 0,7 5-62 15,0 4-32-15,2 2-26 0,2-2-279 0</inkml:trace>
  <inkml:trace contextRef="#ctx0" brushRef="#br0" timeOffset="80872.3">25679 6617 1192 0,'-2'0'18'0,"0"0"34"15,0 0-29-15,0 0 35 0,0 0-3 0,2 0 13 16,0 0-8-16,0 0-15 0,0 0-5 0,2 0-2 16,2-2-10-16,7-2-11 0,10-5-2 0,1-4-3 0,-4 2-7 15,-3 1 0-15,0-1 6 0,-6 9-4 0,4-12 12 16,-3 1 1-16,-3 0 1 0,2 0 0 0,1 0-8 15,-3 0 2-15,-1 0-4 0,-3 0 4 0,-1 3 4 0,-2 1 3 16,0 2-2-16,0 3 1 0,0 0-8 0,0 0-7 16,-2 3 0-16,1-1-4 0,-3 0-9 0,-11 2 7 15,-9 2-2-15,3 5 4 0,-5 8 2 0,2-6 2 16,4 19 7-16,-1 0-5 0,1 2 7 0,5-1 1 16,2-1 2-16,2 0-1 0,7-2 1 0,2-4-11 15,-12 1 2-15,4-3-4 0,5-1 4 0,3-1 1 16,4-1-5-16,2-2 5 0,3-2-5 0,-3 2 3 15,22-4-2-15,7-2 1 0,2-3 2 0,4 16-6 16,2-9 0-16,2-8-4 0,-2-5-17 0,5-1-28 0,-3-5-4 16,0-5-14-16,-1-4-73 0,1-2-395 0</inkml:trace>
  <inkml:trace contextRef="#ctx0" brushRef="#br0" timeOffset="81631.77">26137 7419 1150 0,'-1'0'132'0,"-3"0"-140"15,-22 3 160-15,-6 1-73 0,6-2 23 0,10 0-23 16,1 0-5-16,4 0-8 0,1-2-34 0,5 0-41 16,1 0-1-16,0 0-13 0,2 1 11 0,2 1 3 0,2 0 9 15,0 0-6-15,17 2 14 0,16-1 8 0,2-3-2 16,6 0 4-16,-2-3 13 0,7-7-2 0,0 1 6 16,4-2-7-16,0 0-7 0,-4 0-6 0,1 1-4 15,-5 3 0-15,-7 1-5 0,-7 3 0 0,-4 1-5 16,0 0 2-16,-5 0-3 0,-3 0-3 0,-7 2 3 0,-9 0-5 15,4 0 1-15,-3 0-56 0,1 2 1 0,0 0-27 16,0 0-63-16,-3 0-60 0,1 1-14 0,-2 1-23 16,-3 13-134-16</inkml:trace>
  <inkml:trace contextRef="#ctx0" brushRef="#br0" timeOffset="81766.09">26212 7712 991 0,'0'2'47'0,"-2"0"81"0,2 0-98 16,0 0 26-16,0-1 0 0,0 1 11 0,2 0 5 15,0 0-7-15,-1 0-5 0,7 2 2 0,16 3 3 0,2-1-6 16,4-3-2-16,1-3-3 0,-3 0-24 0,2-2-23 16,-6 1 1-16,-2-1-8 0,0-2 3 0,-3 2-50 15,-2 0-19-15,-4-1-33 0,0-3-254 0</inkml:trace>
  <inkml:trace contextRef="#ctx0" brushRef="#br0" timeOffset="83232.27">26828 5068 675 0,'-2'0'122'0,"0"0"23"0,-7 0-31 15,-15 0-47-15,2 0-10 0,1 0 19 0,6 0 13 16,-1 0-6-16,12 0 4 0,2 0-41 0,-2 0-41 16,1-2-3-16,1 0-10 0,0 1-6 0,2-1 18 15,2 0 0-15,2 0 8 0,16-11 5 0,13-6 0 0,5 1 7 16,1 1-3-16,1 2 20 0,3 4-2 0,5-2 0 15,4 0-1-15,4 2-3 0,11 0-14 0,0 2 3 16,7 1-6-16,2 1-3 0,-5 3-5 0,-1 2 2 16,-7 0-3-16,-3 2-4 0,-3 0-2 0,1 4-2 15,1 0 1-15,3 1 0 0,3 3-4 0,-2-3-1 0,-6 1 0 16,-1-1 5-16,-4-1 1 0,0 2 4 0,-6-3-3 16,3-1-2-16,-7 0 5 0,-1-2-5 0,-2 0 5 15,0 0-7-15,-2 0 2 0,0 0 0 0,1-2 2 16,-3 0-2-16,-2 1 4 0,1-1-5 0,-8 0 3 15,3 0-9-15,-4 2 7 0,-5 0 0 0,-1 0 3 16,-8 0-5-16,-4 0 4 0,0 0-4 0,1 0 4 0,-1 0-3 16,-5 0 2-16,2 0-2 0,0 2 2 0,-1 0 2 15,1 0-5-15,0-1 4 0,-1 1-4 0,1-2 7 16,-2 2-1-16,0-2 2 0,0 0-3 0,0 0 1 16,-1 0 4-16,1 0-3 0,0 0 1 0,0 0-1 0,0 0-4 15,0 0 4-15,-2 0-4 0,0 0 6 0,0 0-9 16,0 0 8-16,0 0-7 0,-2 0 8 0,0 0-6 15,0 0-2-15,-2 0 0 0,1 0 5 0,-7 0 1 16,-1 0 0-16,4 0 0 0,-1 0 0 0,1 0 1 16,1 0 1-16,1 0 0 0,3 0 6 0,-2 0-4 15,1 0 1-15,-1 0-3 0,-3 0-5 0,3 0 0 16,-2 0 4-16,3 0-3 0,-5 0-1 0,3 0-2 16,-1 0-7-16,-1 2 5 0,-1 0-7 0,-1 2 4 0,1-1 3 15,-1 3-2-15,2-4 2 0,-1 16 0 0,1 3 1 16,-1-1 0-16,-1 2 1 0,4 3 3 0,-1-1-3 15,0-2 3-15,3 2-9 0,1-2 4 0,-2-1 2 0,-11-1 1 16,6-1-5-16,3-2 2 0,1 1-1 0,1-1 3 16,2-4-4-16,2 0 3 0,0-4-1 0,0-3 4 15,0-1 1-15,0-1 1 0,0 3-5 0,0-1 2 16,0 3-11-16,0-5 12 0,0 0-4 0,0 1 7 16,0 3-8-16,0-1 1 0,0 4 2 0,0-1-1 15,0-3-2-15,0 4 3 0,0-3-2 0,0 3 5 16,0 0-2-16,0-4-5 0,-2 4 4 0,1-1-3 0,-1-3 4 15,0 0 2-15,0-1 1 0,-2 1 2 0,1 1 6 16,-3-1-4-16,-3 1-3 0,-10-1 2 0,1 4-3 0,-3-3 0 16,-1-1 0-16,0-3 0 0,3 0 0 15,2-1-2-15,2 1 8 0,2-2-6 0,2 2 6 0,2 3 2 16,0-1-7-16,3-3 6 0,2-1-16 0,3-2 6 16,-1 0 1-16,-2 2 1 0,0 0-6 0,2 0-9 15,1 0 6-15,-1-1-5 0,0 1 12 0,0 0-3 16,0 0 0-16,2 0 0 0,0 0 0 0,2 0 1 15,0-1 1-15,2 1 0 0,14 6-1 0,8-1 5 16,0-3-1-16,4 0 1 0,0-3-6 0,1-1 0 16,1 0-3-16,-3 0 2 0,-1 0 6 0,-4 0-4 0,-1 2 1 15,-7 0-2-15,1 2-6 0,-4 0 6 0,-2-1 0 16,0 1 2-16,-3 0-2 0,-4-2 0 0,-3-2 2 16,-1 1-1-16,8 11-1 0,-3 1 7 0,-1 1-7 15,-2 1 7-15,-2 2 2 0,-6 2-2 0,-3-1 5 0,-6 3-5 16,6-1 1-16,-21-1-2 0,1-1 0 0,-5 3 0 15,1-1 0-15,-3 4-2 0,3-2-1 0,0 1-1 16,3 3-2-16,0-8 1 0,2 3 4 0,6-3-3 16,0-5 2-16,9 4-2 0,3-6-2 0,-1-2 1 15,8 1-1-15,-3-5 0 0,2-1 0 0,4-2-2 16,0 0-8-16,-2 1 4 0,1 1-6 0,-1 0 6 16,0-1-4-16,2-1 11 0,0 0 3 0,0 0 2 0,2-2 1 15,0 0-5-15,1 0 0 0,3-2 0 0,5-2-6 16,-2 1 3-16,-1 1 0 0,-1 0 1 0,1 0 4 15,-3 2-7-15,3 0 2 0,-1 2-4 0,-1 2 7 0,-1 12-3 16,1 18-4-16,-4-1 2 0,1 6 4 0,-1 0-1 16,20 0 2-16,-9 0-2 0,-5-2 0 0,-3-1 4 15,-1-5-5-15,-2 3 2 0,0-5-1 0,0-1 0 16,0 0 6-16,-2-2-4 0,1 0 2 0,1-2 0 16,0-1-4-16,0-3 2 0,-2 0-2 0,0 1-1 15,0-3 1-15,0 3 0 0,0-1-1 0,0 1 0 16,0 5 3-16,0 0-1 0,0-2 0 0,0 0-1 0,-2-4-1 15,0 1 0-15,-1-1-4 0,1-3-30 0,0-2-43 16,0-4 0-16,0-2-181 0,2 0-164 0</inkml:trace>
  <inkml:trace contextRef="#ctx0" brushRef="#br0" timeOffset="83833.11">29127 5677 1443 0,'0'0'5'0,"-2"0"-1"16,0 0 0-16,0 0 9 0,0 0-2 0,0 2 43 15,1 2-2-15,-7 9-4 0,-9 20-2 0,4 6-19 0,2 6 8 16,2 3-6-16,0 2 5 0,1 0-13 0,1 4 0 15,-2-2-4-15,1-6 0 0,3-3-14 0,-3-6 4 16,3-3-3-16,1-6 3 0,0-1-3 0,2-2-4 16,2-9 4-16,0-3-4 0,0-2 8 0,0-5-8 15,0-4 1-15,0 2-4 0,0-1 1 0,0-1 8 16,0 0-3-16,0 0 4 0,0-2-12 0,0-2 5 16,2-2 2-16,4-18 3 0,1-13 2 0,-1-8 1 15,-1-3-8-15,-1-3 6 0,0 3-3 0,-1-2 1 0,1-2 5 16,2 3-5-16,-1 1 2 0,1 3 0 0,3 0-3 15,2 4 3-15,2 6-4 0,0 5 10 0,0 4-2 16,2 2 7-16,-9 7 5 0,12 2 15 0,3 0-1 0,-3 5 3 16,-1 3-18-16,0 3-6 0,-2-9-7 0,-1 3 3 15,-1 5-8-15,-1 1 5 0,-3 2 1 0,-4 0 0 16,1 2-5-16,-4-2-2 0,2 5-2 0,9 16 2 16,-6 1 3-16,-3 2 0 0,-4 0 1 0,-6 4-1 15,-3 0 0-15,-4 0-2 0,-4 0 5 0,13-6-3 16,-20 2 2-16,2-4-2 0,2 1-3 0,3-4 2 15,2-1-3-15,2 1-1 0,0-4 0 0,6 2 2 16,-3 2 7-16,7-3-9 0,-10 5 0 0,3 0-4 0,3 1 0 16,1 0 6-16,4 1-2 0,2-1 4 0,2 1-4 15,2-3-1-15,3 3 3 0,1-5-2 0,-1 1 5 0,4 2-7 16,-1-5 2-16,-1 1-3 0,-7-5 9 0,11-1-12 16,2-4 2-16,0-1-10 0,-4-2-21 0,2 2-43 15,2 7-23-15,3 0-8 0,1-4-104 0,3-3-386 16</inkml:trace>
  <inkml:trace contextRef="#ctx0" brushRef="#br0" timeOffset="84124.22">29814 5943 1277 0,'-2'0'139'0,"-2"0"-195"0,-11 0 176 16,-3 0-96-16,3 2 46 0,-2-1 15 0,4 1-9 0,2 2 5 15,0 0-46-15,2-1-22 0,7-3 6 0,-2 12-11 16,-2 10 0-16,5 4 0 0,-5 2-1 0,-13 3 3 16,6 3 9-16,2-1-1 0,4 4-7 0,3-3 5 15,2 1-10-15,0 0 1 0,1-1 2 0,-1-8-2 16,2-4 5-16,2 2 17 0,-1-7-1 0,3-2 5 16,2 1-7-16,-3-6-2 0,3-1-5 0,-2-4 3 0,-1-1 4 15,14 0 3-15,4-2-1 0,1 13 0 0,-2-6-10 16,1-2-9-16,1-3 5 0,-3-4-8 0,3 0-5 15,-2-2 4-15,1-2-9 0,-3-1 5 0,1-1-14 0,-4 1-24 16,0-3-11-16,-4 3-8 0,2-3-69 0,-4 1-86 16,2-2-31-16,-3 5-51 0,-1-11-435 0</inkml:trace>
  <inkml:trace contextRef="#ctx0" brushRef="#br0" timeOffset="84342.66">29734 6197 1511 0,'-2'0'146'0,"0"0"-209"0,0 0 186 16,0 2-104-16,1 0 43 0,-1 0 39 0,0-1-14 15,2 1 17-15,0 0-47 0,0 0-7 0,2 0-6 16,0 0 2-16,1 0-8 0,8-1-8 0,14 3 4 16,-3-4-7-16,4-2-11 0,0 0-5 0,0-3-7 0,-4-3 3 15,0 1-8-15,-5 0-10 0,0-3-6 0,-2 1-3 16,-2 2-38-16,-4 1-44 0,-3 2-9 0,-5 1-16 15,1-5-88-15,4 1-138 0,-2 1-85 0</inkml:trace>
  <inkml:trace contextRef="#ctx0" brushRef="#br0" timeOffset="84513.49">29678 6021 1351 0,'0'0'12'0,"0"0"27"0,0 0-1 0,2 0 73 15,0 0-6-15,0 0 25 0,1 0-17 16,7-2-16-16,14-4-4 0,2-1-4 0,4-2-11 0,1-1-14 15,-3 1-5-15,2-2-5 0,-1 0-26 0,-3 0-6 16,0-1-4-16,-1 1-2 0,-3 0-15 0,-4 2-17 16,-1 1-6-16,-6 3-11 0,-1 1-69 0,-7 2-156 15,1 0-21-15,0 1-79 0,-2 1-417 0</inkml:trace>
  <inkml:trace contextRef="#ctx0" brushRef="#br0" timeOffset="84901.3">27348 7456 1610 0,'0'0'11'0,"0"0"1"0,0 0-23 16,0 0 7-16,0 0-12 0,0 0 41 0,2 0 20 15,2 0-5-15,22-2 12 0,14-2 17 0,9-1-9 16,5-1 9-16,-3-1-12 0,3-3 7 0,0 1-2 15,0-2-2-15,4 0-1 0,1 0-13 0,2 0-12 16,1-1-6-16,-5 1-2 0,1 2-19 0,-8 2-2 16,-8-1 4-16,-3 1-4 0,-5 1 2 0,-4 1-10 15,-4 1-10-15,-6 2 0 0,-3 0-38 0,-8 2-103 0,4 0-11 16,-7 0-43-16,3 0-148 0</inkml:trace>
  <inkml:trace contextRef="#ctx0" brushRef="#br0" timeOffset="85059.95">28158 7668 1657 0,'0'0'54'15,"0"0"4"-15,0 0-18 0,0 0 11 0,1 0-20 16,1 0 94-16,2 0-20 0,7 0-8 0,9 0-10 16,3-4-67-16,-3 0-14 0,10-5-6 0,-2-2-5 15,0-4-57-15,3-2-121 0,1 13-68 0</inkml:trace>
  <inkml:trace contextRef="#ctx0" brushRef="#br0" timeOffset="85949">28616 4903 899 0,'0'0'40'0,"0"0"-6"16,-2 0 76-16,0 0-3 0,1 0 12 0,-1 0-9 16,0 0-40-16,0 0 7 0,0 0-21 0,0 0-15 15,0 0-18-15,1 0-7 0,-1 0 0 0,0 0-6 0,0 0 9 16,2 0 5-16,0 0 0 0,0 0 7 0,2 0 7 15,2 0 1-15,9 0 2 0,24 4 4 0,5-4 0 16,7 0-6-16,8-2 4 0,6-2-3 0,12-2-13 16,-3-1 4-16,6 0-9 0,-2-1-6 0,0 1-4 15,10-1-1-15,5 3-1 0,7 1-4 0,6 2-4 16,-6 2-1-16,-1 0 0 0,-4 0 6 0,0 0-8 16,-4 0 4-16,5 0-5 0,-1 0 8 0,4 0-4 15,-6 0-1-15,-9 0 0 0,-6-2 0 0,-13 0-1 0,-2-1 7 16,-5-1-5-16,-2 2 9 0,-4-2-10 0,0 1 3 15,-6-3-3-15,-1 1 5 0,-6 1-1 0,-1 0-2 16,-10 1 2-16,-4-1 5 0,-4 0-1 0,-8 2-1 16,-1-1 0-16,-3 1 2 0,-1 0 2 0,-1 0 2 15,1-2-2-15,1 1 2 0,-4 3-5 0,5-10 0 0,-1 1-1 16,-1 0-8-16,1-2 8 0,-2-1 2 0,-2 5 3 16,-1-2-4-16,-1-1-3 0,0 3-3 0,0-2 2 15,-1 1 3-15,1 5 5 0,-2-1-7 0,-2 0 5 16,0 2-11-16,-7-3 0 0,-9-1 0 0,-3 6-1 15,-3 4-5-15,-1 5 6 0,-3 6-1 0,0-13 1 16,2 24 0-16,2 4 7 0,0-4-1 0,4 0 2 0,2-2-8 16,3 0 6-16,4-4-6 0,4 1 5 0,1-3-2 15,4-1-1-15,-7-2-1 0,4 0-1 0,1-2-5 16,4-2 4-16,2-2 3 0,0-3 0 0,0-1 6 0,0-3 0 16,0 0 1-16,23 13 0 0,3-6 7 0,5-5-4 15,-1-4-1-15,3-6-1 0,6-3 3 0,-7-2-3 16,3-4 3-16,-9 2-3 0,-13 5 2 0,8 7-1 15,-8-18-1-15,-2 0 0 0,-2 1 2 0,-5 1 0 16,0 4-2-16,7-2 1 0,-6 4 0 0,-1 0-2 16,-2 2 5-16,-2 3-5 0,-2 1-9 0,2 3 2 15,-17-9-2-15,-16-4 2 0,5 9 5 0,-5 6-3 16,1 4 3-16,6 2-3 0,0 3 0 0,6 0-4 0,5-2 0 16,2 1 0-16,5-3 0 0,6-5-5 0,-5 10 1 15,1-1-2-15,5-2-9 0,1 1-37 0,0-3-35 16,0-3-10-16,5 2-210 0</inkml:trace>
  <inkml:trace contextRef="#ctx0" brushRef="#br0" timeOffset="87687.08">31355 4240 309 0,'-2'0'77'16,"0"0"-6"-16,-2 0 48 0,-5 0 0 0,-9-2-11 15,6 2-5-15,-2-2-5 0,-3 0-11 0,4 1 3 16,2-1-30-16,1 0-9 0,-1 0-2 0,2 0-4 16,0 0-3-16,1 0-10 0,5 2 8 0,-1 0-10 0,2 0-3 15,-2 0 0-15,-1-1-5 0,3 1 4 0,-2-2-6 16,2 2-1-16,0 0 0 0,-3-2-2 0,1 0-1 16,0 0-1-16,1 0 0 0,-1 0-2 0,2 1-7 0,0-1 2 15,0 2-4-15,1 0 4 0,-1 0-5 0,0 0 2 16,0 0 3-16,0 0-2 0,0 0-6 0,0 0 10 15,1 0-7-15,-1 0 10 0,0 0-7 0,2 0 9 16,0 0 1-16,0 0 1 0,2 0-5 0,0 0-1 16,-1 0 2-16,1 0 0 0,0 0 7 0,2 0-3 15,-2 0-1-15,16-4 0 0,1 0 4 0,7 1 8 16,2-1-5-16,1 0 4 0,9 0-8 0,-1 3-1 16,2-1 1-16,-2 0-2 0,-2 0-11 0,0 0-1 15,1 0-1-15,-3 2 1 0,2 0 2 0,-7 0-3 0,0 0-3 16,-2 0 1-16,-4 0-3 0,4 0 5 0,-2 0 1 15,-3 0 2-15,-1 0-5 0,-5 0 7 0,-2 0-4 16,-2 0 6-16,-3 0-2 0,1 0 5 0,0 0 1 16,-5 0 1-16,0 0-2 0,-2 0 3 0,1 0-4 0,1 0 3 15,0 0-12-15,-2 0 1 0,-1 0 0 0,1 0 1 16,0 0 5-16,0 2-5 0,0 0 3 0,0 2-3 16,1 9-6-16,3 15 6 0,-4 7-5 0,-2 4 5 15,-4 4-6-15,0 5 3 0,-1 4 0 0,-3 5 3 16,3 3-2-16,-3 5-4 0,3 0 0 0,1 4-1 0,-1-3 3 15,-5 5-1-15,3 5-1 0,-2 9 0 0,1 3 0 16,1-1-1-16,-3 0 4 0,3-3-3 0,0-3 3 16,-1-1-2-16,1-5 1 0,1-7-2 0,1-1-1 15,1 0 4-15,4 0-6 0,0-2 5 0,2 2-2 0,3-6 0 16,1-4 5-16,-1 1-4 0,3-4-1 0,1 0 2 16,0 0-2-16,1-6 0 0,-3-4-1 0,1 5 6 15,-3-5-5-15,-3 1 5 0,0 3-8 0,-2-3 1 16,0-3 5-16,0 1-3 0,0-4 6 0,-2-2-3 15,0-2-2-15,-2-7 1 0,3-2 4 0,-3 2-3 16,0-9 3-16,0-1-3 0,1-1 10 0,-1-2 0 16,0 0 1-16,1-2-1 0,-3 3-1 0,2-4-4 15,-1-1-1-15,-1 0 0 0,4-6 1 0,-5 7 0 0,-1-1 3 16,1-2-3-16,-2 0 5 0,-10 1-1 0,-3 1 1 16,-2 0-2-16,-4 0-7 0,-2-4 3 0,-3-1 0 15,-1 3 4-15,-1-1 5 0,-2-1 4 0,-4-3 2 16,-2 0 1-16,2-3 3 0,3 1 0 0,2 19-6 0,5-10 5 15,1-4-5-15,-3-1-9 0,7-4 2 0,-2-2-5 16,2 0-1-16,5 0-6 0,1 0 6 0,3 0-6 16,4 0 0-16,2 0-2 0,-2 0-5 0,2 0 2 15,3 0 0-15,1 0-8 0,3 0-3 0,1 0-3 16,-1 0-25-16,2 0-80 0,0 0-2 0,-2 2-30 16,1-1-42-16,1 1-12 0,0 0-16 0,0 0-4 15,2 0-98-15</inkml:trace>
  <inkml:trace contextRef="#ctx0" brushRef="#br0" timeOffset="87923.54">31271 6953 1241 0,'0'0'50'0,"-2"0"6"0,1 0 41 16,-1 0-13-16,0 0 10 0,-13 0 22 0,-9 2-11 16,3 5-4-16,3 0-5 0,-10 6-35 0,0 4-9 15,-3 2-3-15,-7-14 0 0,7 21-6 0,1 2 2 16,4-4-1-16,0 4 0 0,2-6-10 0,7 1-6 15,1-1-5-15,4-3 0 0,5-3-10 0,3-3-5 16,-5 0 1-16,2 0-1 0,1 0 4 0,2 0-12 0,2-2 6 16,2-1-7-16,0-1-1 0,0-2-2 0,2-1 1 15,0-2 0-15,2-1-5 0,20 14-13 0,6-6-13 16,3-3-3-16,2-8-70 0,12-4-112 0,3-5-44 16</inkml:trace>
  <inkml:trace contextRef="#ctx0" brushRef="#br0" timeOffset="88406.34">31390 3937 1135 0,'0'0'25'0,"0"-1"-1"0,0-1 36 0,0-2 4 16,0-2 6-16,0-7 43 0,-2 0-21 0,0 6-1 0,-1-2-11 15,-3-2-34-15,6 9-11 0,-6-4 0 0,-18-11-3 16,0 6-1-16,-9 2 13 0,-4 7-3 0,-2 8 7 16,-10 9-3-16,-1 5-6 0,4 2 3 0,-2 2-3 15,9-22 4-15,5 22-12 0,6 1 1 0,8-1-6 16,3-4-8-16,8-1-11 0,0-1 4 0,3-3-5 15,4-2 9-15,-9 2-9 0,4-2 0 0,1 0-3 16,4-2 4-16,2-2-11 0,0 1 7 0,2-3-7 0,2 1 7 16,-1-3-11-16,16-1-9 0,11-2-3 0,3 1-52 15,8-1-124-15,4 22-65 0</inkml:trace>
  <inkml:trace contextRef="#ctx0" brushRef="#br0" timeOffset="97990.2">29361 4552 87 0,'0'0'0'0,"0"0"18"0,0 0 191 0,0 0-20 0,0 0 25 0,-2-2-75 15,0 0-9-15,0 2-42 0,0 0-3 0,0 0-1 16,1 0-2-16,-1 0-11 0,0 0 1 0,0 0-5 16,0 0 8-16,-2 0-10 0,1 0 6 0,-1 0-7 15,0 0 3-15,1 0-7 0,-1 0-7 0,0 0 0 16,2 0-14-16,0 0-4 0,1 0-5 0,-1 0 1 16,0 0-15-16,0 0-9 0,0 0 4 0,0 0-7 0,0 0 2 15,1 0 0-15,-1 2 2 0,2 0 0 16,0 0 12-16,0 0 0 0,2 0 1 0,-1-2-1 0,33 7-13 15,9-1 8-15,3-5-3 0,10-1 5 0,3-3-6 16,4-3 1-16,2-3-3 0,-5-2 4 0,-1-2-1 16,-7 2-7-16,-9 1 0 0,-6 3-2 0,-6-1 0 0,-5 5 3 15,-3-1 0-15,-5 0 0 0,-1 2-5 0,-8 2 8 16,1 0-7-16,-5 0 7 0,-1 0-1 0,0 0-2 16,-1 0 5-16,1 0-6 0,0 0-1 0,-1 0-4 15,-1 0 1-15,0 0-1 0,0 0 3 0,0 0-8 16,0 0 1-16,-1 0-3 0,1 0-3 0,0 0-55 15,0 0-20-15,-2 0-17 0,0 0-126 0,0 0-77 16,-2 0-37-16</inkml:trace>
  <inkml:trace contextRef="#ctx0" brushRef="#br0" timeOffset="98431.71">29331 4548 66 0,'0'-2'3'0,"0"1"28"16,0-5-41-16,4-14 14 0,1-1 23 0,1 4-3 15,1 1 72-15,1 1-25 0,-3 2 10 0,3 0-14 0,-1 2 21 16,-1 1-5-16,-1 3 7 0,-1 1-5 0,2 5 17 16,-1-1 0-16,-1-2 4 0,0 2-1 0,-1-2 7 15,1 1-20-15,0-1 1 0,-1 0-6 0,1 2-6 0,-2 1-4 16,0-1-6-16,0 0 2 0,-1 0-14 0,1 0-6 15,0 0 0-15,0 0-4 0,0 1-9 0,0-1-7 16,0 0-3-16,-1 0-1 0,-1 2-8 0,0 0-2 16,0 0 0-16,0 0 0 0,-1 0 0 0,-1 2-1 15,0-2 0-15,-20 13-1 0,-1 2-3 0,-1 0 3 16,-2-12 4-16,-2 16-2 0,2-1 5 0,2 1 3 16,0 0-1-16,4-5 1 0,-1-2-9 0,8-3-4 15,0-2-6-15,6 4 3 0,3-1-4 0,0-5-8 0,3 3 3 16,-3-5-4-16,0 1-1 0,0 0 1 0,3 0-2 15,-1 1 1-15,-2 4 3 0,2-1 0 0,2-1 0 16,0 4 1-16,0-5 8 0,0 0 1 0,2 1 9 16,-2-5-5-16,2 2 6 0,15 7-7 0,1 0 0 15,1-4-1-15,-3 1 3 0,1-3-12 0,0 1 7 0,1-1-7 16,-1-1 2-16,0 0 1 0,-2 0-9 0,0-3 5 16,-1 3-11-16,1-2-23 0,0 0-8 0,2 0-14 15,1 0-102-15,5-1-291 0</inkml:trace>
  <inkml:trace contextRef="#ctx0" brushRef="#br0" timeOffset="99357.59">28005 5714 1042 0,'0'0'35'0,"0"0"-5"16,-2-2 33-16,1 1 7 0,-1-1-5 0,0-2 13 0,0 0-18 15,2 2-2-15,-2-5-6 0,2 0-11 0,0 3-11 16,0 0 5-16,0 2-7 0,0-1 9 0,0-1-10 15,0 0 4-15,0 2-3 0,0 0 8 0,0 1-6 16,0-1 3-16,2 2-4 0,0 0 3 0,0 2-1 16,0-1 0-16,-1 3-2 0,1 5-7 0,2 14 0 15,0-1-4-15,-1 6 4 0,-1 2-9 0,0 1 4 16,-2 3-4-16,-2-1 4 0,0 0-7 0,-1 3-4 16,-1-3-1-16,0 1-1 0,1-3-6 0,-1-1 5 0,0-2-3 15,2-4 4-15,0-4-8 0,2-3-1 0,0 1-2 16,0-5-2-16,0 0-29 0,0-1-119 0,0-5-2 15,0 2-50-15,0-3-119 0</inkml:trace>
  <inkml:trace contextRef="#ctx0" brushRef="#br0" timeOffset="99591.02">27855 6004 1238 0,'-2'0'69'0,"0"0"-35"0,0 0 72 0,0 0-20 15,1 0-17-15,-3 2-8 0,0 0-11 0,0 0 0 0,1 1-35 16,-1 3-3-16,-7 14 2 0,0 6-3 0,3 2 1 0,3 4 5 16,3-3-1-16,2-3 4 0,0 0 9 0,2 0 9 15,1 4-7-15,3-6 5 0,0-2-14 0,-1-5-3 16,3 0 6-16,-3-8-5 0,1 0 7 0,-3 1-6 16,14-8-5-16,5-1 0 0,6 16-12 0,0-8 15 15,0-7-5-15,7-7 6 0,-1-8-23 0,1-8-8 16,2 10-10-16,-7-28-3 0,1 4-67 0,-3-4-46 15,-4 0-24-15,-5 2-9 0,-8 1-124 0</inkml:trace>
  <inkml:trace contextRef="#ctx0" brushRef="#br0" timeOffset="100025.68">27159 5722 744 0,'0'0'12'0,"0"0"-1"0,0-2 9 16,0 0 14-16,0 0-2 0,0-2 90 0,0 1-8 16,0-7 3-16,-2 1-10 0,0 2-19 0,-2-3-1 15,2 3 0-15,-1 0-2 0,1 1-5 0,2 4-13 16,-2-2 2-16,0 3-8 0,-5-5-7 0,-1 0-18 16,1 3-1-16,-1-1-5 0,3 2-9 0,-1 2-6 15,1 0 5-15,-1 0-4 0,-1 2 10 0,-1 4-10 16,1 10 0-16,-1 18-3 0,-1 5-1 0,2 2 2 0,-3 3-2 15,1 3 1-15,2 1-5 0,-3 0-6 0,3 4 4 16,1-4-5-16,1-1 3 0,1-8-2 0,0-4-5 16,-14-3 3-16,5-1-6 0,5-3 0 0,5-4 1 15,1-3-3-15,2-3-8 0,0-1-54 0,0-4-23 16,0 0-16-16,0 0-139 0,2-4-177 0</inkml:trace>
  <inkml:trace contextRef="#ctx0" brushRef="#br0" timeOffset="100280.15">26888 6282 1209 0,'0'0'90'16,"-2"0"-84"-16,0 0 102 0,0 0-42 0,0 0 1 16,-2 0 0-16,1 0-2 0,-1 0-3 0,2 0-30 0,-2 0-28 15,3 0 3-15,-1 0-9 0,0 2 3 0,0 0 18 16,0 0 0-16,2 2 7 0,-2 16 8 0,2 2-2 15,2 1 0-15,2-3 0 0,1 1 0 0,1-5 3 16,0-5-2-16,-1-1 1 0,1-3-7 0,1-3-11 16,8 0 2-16,0 7-7 0,0-2-5 0,-2-3 8 15,1-3-5-15,1-3 6 0,0-2-19 0,4-5-75 16,-3-4-20-16,3-13-29 0,0-17-157 0</inkml:trace>
  <inkml:trace contextRef="#ctx0" brushRef="#br0" timeOffset="129780.88">28878 8401 80 0,'0'0'10'0,"0"0"26"0,0-2 16 15,0 0 4-15,0 0-5 0,-2 1-29 0,0-1-21 16,0-2-3-16,0 0-2 0,1 1 4 0,-1-1-7 16,0 0 2-16,0 0-6 0,0 1-5 0,-2-1 12 15,-3-2 4-15,-8-3 3 0,-3 0 21 0,3 1 12 0,0 3 2 16,4-1 3-16,0 1-1 0,1 1-26 0,1 0 2 15,0-1-10-15,0-1-3 0,3 4-3 0,-3-3 1 16,1 1 0-16,1 0 2 0,-4-3 5 0,0-1-5 16,-4 1 5-16,0 0 6 0,0-1 11 0,-2 1 0 0,2 1 2 15,-1 1-2-15,-1-1-1 0,0 0-7 0,-1 1 2 16,-3 1-5-16,5 0-7 0,-1 1 6 0,0 1-10 16,0 0-2-16,-1 0 4 0,-4-2-2 0,1 3 3 15,-1-1 0-15,-2 0-5 0,0 0 5 0,-2 2-5 16,-2-2 10-16,2 0-10 0,-2 0 4 0,0-1-5 15,0 1 2-15,-1 0-2 0,3 0 5 0,-2 0-4 16,0 0 4-16,0 1 4 0,-2-1-10 0,6 0 7 0,-4-2-11 16,0 2 1-16,1-1 5 0,-1 1-3 0,0 0 7 15,-4 0-4-15,1 2 4 0,-3 0-5 0,-1 0-5 16,-6 0 10-16,-3 2-12 0,-10-2 11 0,2 2-9 0,-4 0 5 16,0-2 4-16,4 0-1 0,0 0 6 0,8 0-3 15,-3 0 6-15,5 0-6 0,1 0-3 0,2 0 4 16,0 0-4-16,0 0 4 0,2 1-13 0,-6 3 6 15,-3-2-1-15,-4 2 3 0,-4-2-3 0,-6 1 1 16,1 1 0-16,-6-2 1 0,2 0-1 0,3 0-1 16,6-1-1-16,4 1 2 0,-2 2 0 0,2 0 0 15,-2 1-5-15,-2 1 4 0,-7 1 1 0,0 3-2 16,-4-1 1-16,-8 0-3 0,5 2 8 0,-1 0-7 0,2 1 8 16,12-1-8-16,-3 2 7 0,2 2-1 0,1-1-3 15,-5 5 2-15,1 0 13 0,-8 3-7 0,-4 0 8 16,-5 4-9-16,-4 0 2 0,8 0 8 0,1 2-4 15,10 0 6-15,7-26-11 0,2 29-3 0,4-1-1 0,0 2-1 16,-1-3-3-16,-3 3 6 0,-3-4-5 0,-1-4 5 16,-3 2-3-16,3-2-3 0,2 2 3 0,4 0-3 15,5-2 4-15,-1 2-1 0,5 0 4 0,2 2-3 16,0 2 7-16,4 1-6 0,-4 4-1 0,2 3-2 16,1 2 9-16,-1 3-9 0,4 4 2 0,-6 4-4 15,-4 3-6-15,2 8 6 0,-5-3 3 0,5 0-1 16,0 3 2-16,-1-12-2 0,3 0-1 0,0-2-1 0,3-3 4 15,-1 1-2-15,4 1-2 0,-1 3 0 0,3 0 0 16,3 6 0-16,-2 1 2 0,4 6-2 0,2 4 0 0,-2 0-2 16,2-2 5-16,-2 0-4 0,2-6 0 0,3-1 8 15,1-1-7-15,3-1 10 0,1 0-10 0,-3 3 0 16,6 3 0-16,6 1 0 0,1 7-4 0,0 5 6 16,5-3-2-16,-27-1 5 0,17-5 0 0,11-6 5 15,3-6-3-15,1-2 2 0,3 0-9 0,3 0 0 16,1 1 4-16,4 3-3 0,1 2-5 0,3 5 4 15,1 4-4-15,1 3 6 0,-1 1 4 0,1 1-6 16,-1-7 0-16,1-2 0 0,-3-3 0 0,4-1-5 16,2 4 5-16,1 0-3 0,2 6 8 0,1 2-7 0,0 1 4 15,4 4-4-15,-29-2 9 0,38 3-6 0,6-11-1 16,1-2-2-16,2-7-5 0,6-7 5 0,-2 4-3 16,1-2 5-16,1 0-2 0,-4 2 1 0,0 3 4 15,2-1-2-15,2 5-2 0,1 1 0 0,8-1-4 16,8 2 5-16,1-2 1 0,2-5 4 0,-2 0-2 0,-1-4 3 15,-5-2-6-15,-1 2-2 0,0 0-1 0,0 2-2 16,2-2 3-16,7 2 0 0,5-1 0 0,7 5 0 16,1 0-2-16,-4-3 7 0,-3-1-4 0,-4-8 3 15,0-3-9-15,0-2 10 0,9-6-3 0,11-1 5 16,5-6-7-16,8-4 6 0,-3-4 2 0,-10-5 1 0,4-2-5 16,2-4 0-16,11 1-2 0,6-7 1 15,2-1 0-15,-5 35-1 0,-6-26 2 0,-3-11-2 0,8-3 0 16,4-5-1-16,0 1 2 0,-2-4-1 0,-8 0-4 15,-7-2 11-15,2 0-3 0,7-4 9 0,2-2 8 0,10-3-12 16,-5-2 1-16,-8-6-6 0,-1-3-9 0,2 31 7 16,6-41-7-16,5-3 6 0,5-10-9 0,-11-5 4 15,-2-6 1-15,-3-4 0 0,6 1 2 0,11-3 1 16,0-3-1-16,-6-7 0 0,-7-6-5 0,-11-17 3 16,-4-9 0-16,6-6 1 0,-6 0 4 0,2 4 3 15,-13 0 9-15,-13-7-2 0,-10-10 36 0,-14-14 3 16,-4-3 1-16,-3 5 0 0,-6 1-7 0,-1 0-9 15,-6-13 2-15,-3-2-5 0,-5 5-5 0,-1 2-12 0,-9 1-5 16,-6-8-1-16,-7-7-5 0,34-2-3 0,-37 8 1 16,-18-8-2-16,-16-9-6 0,29-8 7 0,-51 2-2 15,-13 0 4-15,-10 2-9 0,-24-5-1 0,-19 3-16 16,-19 11 4-16,-10 6-63 0,-8-2-120 0,-14 4-155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51:41.26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21483 4584 256 0,'0'0'145'0,"-2"0"-59"0,0 0 64 16,0 0 20-16,0 0-86 0,-2 0 4 0,1 0-28 15,-1 0-9-15,2 1-4 0,0-1-22 0,0 0 2 16,1 0-3-16,-1 0 3 0,0 0 4 0,0 0 20 0,0 0 8 16,0 0 1-16,0 0 12 0,1 0 1 0,-1 2-6 15,0-2 2-15,0 2-14 0,0-2-19 0,0 0 9 16,0 0-14-16,1 0 3 0,-1 0-8 0,0-2-2 0,2 0 0 16,0 1-7-16,0-1-8 0,0-22-2 0,0-1 0 15,4-2-3-15,-3-7-1 0,1-1 1 0,2-4-1 16,2-2 0-16,-1-2 3 0,1-1-6 0,-1-3 3 15,-1-1-7-15,2 2 4 0,-3-4-1 0,-1-4 1 16,2-4-6-16,-2-3 7 0,0-2-1 0,-1 7 1 16,-1-2-1-16,0 12 2 0,0 1 0 0,0 8 1 15,-1 6-3-15,-1 1 1 0,0 8-1 0,0 1 0 0,2 5-1 16,-2-1 1-16,2 4 2 0,0 2 0 0,0 3 4 16,0 1-4-16,0 3 0 0,0 1-2 0,0-1 4 15,0 2 2-15,0-2-1 0,0 1 1 0,0-1-4 0,0 2 2 16,0 0-1-16,0 0 0 0,0 0-4 0,0 1-1 15,0-1-1-15,0 0 1 0,0 0 4 0,0 0-2 16,0 0-1-16,0 0-2 0,0 2-7 0,0 0 9 16,0 0-8-16,0 0 7 0,0 0-7 0,0 0 4 15,0 0 4-15,0 0-2 0,0 0 3 0,0-1 0 16,0-1 0-16,0 0 0 0,0 0 0 0,0 0 7 16,2-2-6-16,-2 1 7 0,0-1-12 0,2-7 4 15,0-2 0-15,-2 4 1 0,0-1 4 0,0 1-2 0,0 3 4 16,0 1-5-16,0 1-2 0,0 2 8 0,0 0-3 15,0-1 5-15,-2-1-3 0,0 0 1 0,0 2-3 16,0 1 2-16,-1-1-1 0,-1 2-3 0,-7 0 0 16,-4 3-2-16,6 1-2 0,-4 5 1 0,0 6 0 0,3 13 1 15,-1 2-2-15,4 0-1 0,5-1 0 0,-17 1 1 16,8 0 1-16,6-2 0 0,3-1-1 0,4-3-1 16,1-1 1-16,3-7 4 0,1-3 4 0,1-1 0 15,-3-3 12-15,16-2 1 0,-1-5-1 0,-1 11 2 16,-1-5-5-16,3-7 3 0,-3-2 1 0,6-7 1 15,-1-5 3-15,-1-2-6 0,2-20-2 0,-3-2 0 16,1-4-4-16,-4 0-1 0,1 0 2 0,-6 4-2 0,-2 0 5 16,-5 2 5-16,-3 0-2 0,18 1 3 0,-10 3 5 15,-7 3 0-15,-4 0-2 0,-6 0 1 0,-1 6-9 0,-3 3-5 16,1 4-4-16,4 8-1 0,-16 1-10 0,1-9 1 16,-3 4-1-16,1 6 1 0,2 5-2 0,1 2-11 15,-1 3-4-15,5 3-8 0,2-3-67 0,5 19-116 16,7 6-18-16,-18-2-35 0,10 0-91 0</inkml:trace>
  <inkml:trace contextRef="#ctx0" brushRef="#br0" timeOffset="1044.46">23540 4660 372 0,'0'0'55'0,"0"0"-4"0,-2 0 59 15,0 0-5-15,0 0 4 0,0 0-13 0,-1 0-8 16,-8 2 5-16,-4-1-6 0,7-1 0 0,-5 2-20 15,4-2-1-15,0 0-5 0,-2 0-1 0,7 0-5 0,0 0 2 16,0 0-3-16,1 0 1 0,-1 0-18 0,0 0 0 16,2-2-7-16,1 1-9 0,-1-1-9 0,0-2 2 15,0-5-3-15,0-8 6 0,2 0-8 0,0-1 1 16,4-1-2-16,0-1 5 0,-1-1-1 0,1 1 4 0,0 1-3 16,-1-1 2-16,1-2 0 0,0-4 0 0,-2-2 1 15,0-4 0-15,-1-1 4 0,-1-3-4 0,2-3 4 16,0 0-4-16,0-3-4 0,2-5-3 0,-1-1 1 15,5 0 4-15,-1 1-11 0,3-5 6 0,-3 4-8 16,0-4 5-16,-3 0 5 0,0 4-4 0,0 5 3 16,-1 2-8-16,-1 8 6 0,0 1 4 0,0 3-1 0,2 3 10 15,-3 3 3-15,1 5-3 0,-2 3 3 16,0 4-2-16,0 2 4 0,0 1-2 0,0 3 1 0,0 1-10 16,0 2-5-16,0 0-2 0,0-2 0 0,0 1 7 0,0-1-10 15,0 0 4-15,0 2-7 0,2 1 4 0,0-1-4 16,0 0 0-16,0 0-1 0,0 0 0 0,-2 0 3 15,0 0-2-15,0 1 2 0,0-1-1 0,0 0 0 16,0 0-3-16,0 0 2 0,1 0-3 0,-1 0 0 16,0 1 3-16,0-1-2 0,0 0 0 0,0 0-4 15,0 0 3-15,0 0-3 0,0 0 7 0,0 1-8 16,0 1 1-16,0 0-4 0,0 1 8 0,-1 1 0 16,-1 2 0-16,0 5 2 0,-6 14-6 0,3-3 5 15,-1 0-1-15,3 1 1 0,-1-4-1 0,2-3 0 0,2-2 0 16,0 1 0-16,0-2-2 0,0-2 3 0,2-2-2 15,-2-5 2-15,0 0 2 0,4 2-1 0,-1-1 7 16,-1-3-6-16,11 4 1 0,4-2 4 0,-4-4-2 16,2-3 3-16,-6-1-7 0,0-3 11 0,4-13-9 0,-5-1 9 15,1 1-6-15,-3-2-7 0,-5 0 6 0,1 0-6 16,13 1 5-16,-4 1 2 0,-5 2-1 0,-4 1 1 16,0 0-4-16,-2 3 5 0,0 1-5 0,-2 4 6 15,-2-2-3-15,2 5 3 0,-2 1 1 0,1 1-1 16,1 4-8-16,-15-9 7 0,4 4-6 0,6 5 6 15,-6 0-11-15,-2 2-1 0,0 2 4 0,0 4-3 16,2 1 8-16,0 0-5 0,-2 18 3 0,0 2-3 0,6-1-1 16,0 0 3-16,3 0-1 0,-10-1 2 0,6-5-1 15,7-1 2-15,3-5 1 0,0-1-1 0,3-1 0 16,3-3 3-16,-2-4-1 0,5-3 3 0,4 8-1 0,7 1 3 16,4-4 0-16,-3-5 0 0,1-2-1 0,-7-2 6 15,0-2-3-15,-2 1 4 0,-2-3-4 0,-2 1-3 16,-1 1-1-16,-8 2 1 0,3-11 3 0,9-2-9 15,-5 0 2-15,-1-1-5 0,-5 1-2 0,-1 2-7 16,0-2-11-16,-3 4-3 0,-3 0-83 0,-1 1-143 16,-4-1-28-16,-10 4-45 0,6-1-167 0</inkml:trace>
  <inkml:trace contextRef="#ctx0" brushRef="#br0" timeOffset="2328">20983 3011 419 0,'-2'0'99'0,"0"0"-79"0,-1 0 110 16,-12 0-41-16,-6 0-9 0,3 0 4 0,-1 0-2 15,3 0 0-15,-1-2-23 0,2 2-9 0,4 0 1 16,-2-2-3-16,2 0 4 0,3 0-12 0,-1 1 3 16,3 1-4-16,-3-2-1 0,5 2-3 0,-1-2 3 15,-1 0-2-15,4 2 7 0,-1 0-11 0,-1-2-3 0,0 2-2 16,1 0-13-16,-1 0 6 0,2 0-5 0,0 0 6 15,0 0-2-15,0 0 10 0,1 0 3 0,-1 0 1 16,2 0-3-16,0 0-8 0,0 0 2 0,2-2-5 16,-1 0-7-16,5 1 3 0,20-11-6 0,6-1 6 15,3 0-6-15,4 0-3 0,9-3 0 0,6-1-2 16,11 0-4-16,4-1 0 0,5 1-1 0,-4 4 1 0,-5 0 5 16,0 2-3-16,-3 2 0 0,1-1-1 0,2 3-5 15,5 1 6-15,3 3-2 0,10 1 3 0,1 2-3 16,1-4 2-16,-1 2-2 0,-12-1 0 0,-1-1-7 0,-6 0 9 15,2 0 1-15,0 1 4 0,1-1-6 0,6-3 2 16,-3 1-4-16,7-1 2 0,-7-1 1 0,-6 3-4 16,-2-1 3-16,-13 2-3 0,-2 2 2 0,-7 2-5 15,0 0 2-15,1 2-1 0,1 2 12 0,0 2-8 16,0-1 3-16,-1 1-4 0,-1-1 2 0,6 1 2 16,-7-1-2-16,7 1 1 0,1 0-4 0,2-3 2 15,-5 1 2-15,-2-2 0 0,-4 0-4 0,-2-2 6 16,-2 0-3-16,-2 0 4 0,-1 0-12 0,-6 0 6 0,2 0-2 15,-2 0 4-15,0 0 8 0,-2 0-7 0,0-2-1 16,-4-2-1-16,-1 0 6 0,0 1-3 0,-1-3 3 16,-1 2-5-16,0-1 7 0,-3-1-2 0,-2 3 8 15,6-7-4-15,-5 5 15 0,4-5-6 0,7-3-5 0,-9 6 1 16,0 0-5-16,-4 1-3 0,-6 2 6 0,3 1-5 16,1-3 0-16,0 0 0 0,-1 3-4 0,-1-1 3 15,3 2-3-15,-7 2 12 0,8-2-5 0,-5 2 6 16,0 0-10-16,-3 0 5 0,1 2 0 0,2 2 1 15,8 16-1-15,-1 8-6 0,-3 6 0 0,-3 3-2 16,-3 2 0-16,-2 3 8 0,-2-1-2 0,0 4 4 0,1-1-2 16,-1-7-4-16,-1 4 1 0,-3-4-1 0,0 1-1 15,0-1 3-15,1 0-1 0,-1-2 1 0,0 0-3 16,-1 1 1-16,-3-3 2 0,1 1 0 0,0-5 2 16,1 1 8-16,0-2-9 0,1-4 9 0,1-2-10 0,0-3 1 15,3-3 4-15,-1-1-3 0,0-4-2 0,2-3-8 16,0-3 3-16,0 3-4 0,0-4-1 0,0-1-1 15,0 1-2-15,0 0 2 0,0-1 1 0,0 1-15 16,0-2 2-16,-2 0-7 0,2 0 8 0,0 0-2 16,0-1-2-16,0 1 0 0,-2 0-1 0,0 0 3 15,0 0 1-15,1-2 0 0,-1 0-1 0,0 0 11 16,0 0-2-16,0-2 5 0,0 0-5 0,0 0 3 16,1-1 1-16,-3-5-1 0,-4-5-5 0,1-2 11 0,0 0-4 15,1 6 7-15,0 0-1 0,3 3 2 0,-3-1-2 16,4 3 1-16,-5-1-1 0,-4-3 2 0,1 3-4 15,-3-1 3-15,4 4-2 0,0 2 1 0,-2 0 1 0,1 2-2 16,-1 4-1-16,0 1 0 0,0 6 1 0,4 13-2 16,-3 2-1-16,3-2 5 0,1-4-3 0,3 4 3 15,1-5-5-15,-8-8 0 0,1 5 1 0,7-9 0 16,0 4 9-16,2 0-1 0,0-5 3 0,2-3-5 16,-2-3 1-16,15 0 7 0,9 13-7 0,4-6 6 15,0-5-8-15,2-4-2 0,1-4 6 0,-5-1-5 16,4-5 6-16,-8 1-9 0,-1 0-1 0,-3-2-1 0,-7 3 5 15,4-3-4-15,-6 9 1 0,1-9-3 0,1 0-7 16,-7 2-2-16,1-4-9 0,-3-2 2 0,4 0-26 16,-5-2-49-16,3 1-31 0,-2-1-16 0,9 2-195 15,-2-2-106-15</inkml:trace>
  <inkml:trace contextRef="#ctx0" brushRef="#br0" timeOffset="3108.04">20526 3113 515 0,'0'-2'63'0,"0"0"-5"0,0 0 37 16,-1-25-2-16,-1 2-7 0,2 1 13 0,0 6 6 16,0 1-3-16,2 0-1 0,-1 6-23 0,3-2-10 15,0 2-1-15,-2 2-5 0,0 1-17 0,-2 5 2 16,1-1-11-16,1 0 6 0,0 2-25 0,0 0 7 0,0 2 2 15,0 2 1-15,-2 2-3 0,0 35 4 0,-8 6-4 16,-1 5 4-16,-4 0-4 0,-2-4-2 0,0 1 0 16,-1-3-1-16,-3 1-3 0,2-1-9 0,-1-1-1 15,3-2-2-15,4-4 0 0,0-3-7 0,3 1 2 0,3-7-1 16,1-2 7-16,0-6-9 0,2-1 1 0,2-6-5 16,0 0 2-16,0-8-4 0,0-3 0 0,0 0-2 15,0 2-4-15,0-3 5 0,0 1 3 0,0 0 0 16,0-2 5-16,0 0 1 0,0-2 0 0,0 0 0 15,0-1 5-15,0 1-7 0,-3-13 2 0,1 4-4 16,0 2 7-16,0 1 1 0,0 1 1 0,0 1 0 16,0 2-2-16,1 1 6 0,-1-1-1 0,0 0 2 15,0 2-1-15,0 1-5 0,0-1 3 0,-1 2-4 0,-1 0-2 16,2 0 9-16,0 2-7 0,0-1 9 0,0 1-4 16,1 2 2-16,1-2-5 0,-4 9 4 0,2-2-4 0,2 2-1 15,0 1 7-15,0-7-5 0,0 4 10 0,0-5-1 16,0 0 0-16,2 3 0 0,-2-5 2 0,4 2 8 15,-1 0-1-15,10 1 3 0,8-1-4 0,5-4-12 16,-4-4 2-16,2-3-5 0,4-6 2 0,-8 2-4 16,6 9 0-16,-1-21-2 0,-5 5-2 0,0 3 4 15,-1-2-6-15,-2 4 6 0,-4 2-5 0,-4 0 0 16,-2 2 5-16,-3 1-4 0,-2 3-5 0,2-1-5 16,-1 1-7-16,-1 1 2 0,0 0-22 0,2-1-67 0,-2 1-20 15,-1 0-24-15,7-1-127 0,1 1-84 0</inkml:trace>
  <inkml:trace contextRef="#ctx0" brushRef="#br0" timeOffset="5391.7">5348 4636 168 0,'0'0'70'0,"0"0"-9"0,0 0 45 16,-2 0 13-16,0 0-32 0,0 0-12 0,0 0 7 15,0 0-3-15,0 0 6 0,1 0 3 0,-1 0-14 16,-2-2 5-16,0 0-11 0,1 0-14 0,-1 0-6 16,0 0-6-16,0 0 1 0,1 1-10 0,-1-1-1 15,0 0-1-15,1 0 1 0,-1 2 5 0,-5-2-2 16,-1-2 3-16,-1 1-4 0,2 1-9 0,-4-2-7 15,-6-1-2-15,-3-1 0 0,2 2 4 0,-4 1-11 0,-6-1 5 16,-2 2-8-16,-5 2 8 0,-2 0-1 0,0 2 1 16,0 2-2-16,-4-1 0 0,4 1-5 0,-3 2 2 15,-1-3-3-15,2 1 5 0,0 0 0 0,-3 1-3 0,-3 3 3 16,-3-3 0-16,-5 1 4 0,-3-1 1 0,-5 1-2 16,-2-2-13-16,2-2 9 0,3-1-4 0,6 1 5 15,4 0-7-15,4 4 3 0,1 1-3 0,1 1 4 16,3 1-1-16,0 0-3 0,-5 0 3 0,-1-1-4 15,-1 1 1-15,-6-1 3 0,4-1-5 0,2 0 4 16,-2-1 1-16,7 0-1 0,2-3 4 0,4 1-4 16,0 0-2-16,5-1 3 0,1 1-3 0,3 0 3 0,4-2-4 15,1 1 5-15,1 1-2 0,4 0 3 0,-3 0-5 16,4-3 0-16,1 1 0 0,-1 0 0 0,2 0-4 16,4 0 0-16,0 2 1 0,0-1 1 0,0 1 6 15,-1 0-1-15,1 1-3 0,6-3 2 0,-5 4 1 0,5-3-6 16,-3 3 2-16,1-2-4 0,3 9-1 0,-3 1 5 15,1 3 2-15,1 0 1 0,1 3 0 0,-5 4-6 16,-1 1 1-16,3 4-1 0,0 5-1 0,-3 5 4 16,3 2-3-16,-4 7 3 0,0 2-1 0,3 2 0 15,-3 2-1-15,-2 2 0 0,0-1-4 0,-2 1 3 16,6 1-3-16,-2-1 3 0,-2-4 4 0,0 2-4 16,-2 5 2-16,2 3-2 0,6 6-9 0,-1 7 9 0,4 5 0 15,3 5 3-15,-7 0-2 0,4 3-1 0,-1-5 0 16,-1 1 0-16,-25-3 4 0,18 1-2 0,7 3-2 15,4 3 0-15,2 1 0 0,0 2 1 0,0-6 0 16,0-7 1-16,0-2 0 0,0-3-1 0,0-6 2 16,0-1-1-16,-2 3-1 0,1 5 4 0,-1 1-5 0,2-3 4 15,-2 4-3-15,0-1-5 0,-2-5 7 0,1 1-6 16,1-8 4-16,-2 0-1 0,0-6 0 0,2-1 1 16,2-2-1-16,-1 0 4 0,1-2-4 0,0-4 7 15,0-3-1-15,0-1-5 0,0-5 2 0,1-2-3 16,1 2-4-16,0-3 14 0,0-3-4 0,0-1 10 15,0-6 3-15,1 0-8 0,1 0 3 0,0-4-5 0,1 2-3 16,1-4 3-16,0-1 0 0,3 0 0 0,-2-3-5 16,3 3 3-16,-3-4-5 0,0-2 4 0,1 0-6 15,-1-2 3-15,1 0 2 0,-3-4-2 0,1 1-3 0,-4-4 5 16,0-1-5-16,-1-1 2 0,1 0-18 0,0 2-12 16,2-1-5-16,-1 1-2 0,1 0-23 0,-2 0-58 15,0-3-17-15,0 1-19 0,0 0-95 0,-1 0-70 16,1-2-71-16</inkml:trace>
  <inkml:trace contextRef="#ctx0" brushRef="#br0" timeOffset="5747.71">2091 9378 801 0,'-2'0'37'0,"-2"1"-2"0,-22 7 26 0,-7 3-4 0,0 0 0 16,7-2 14-16,0 3 6 0,1-3 4 0,7-2-2 16,3-1-4-16,2-1-18 0,2-1-1 0,2 0-4 15,1-2 2-15,3 0-3 0,3-2-3 0,0 0-2 16,-2 1-28-16,0 1 6 0,3 0 1 0,-1 0 4 16,2 0 22-16,0-2-12 0,2 0 3 0,14-2-7 0,29-7-2 15,1-2-14-15,1-2 3 0,5-2-7 0,-4 2 3 16,2-4-10-16,0 2 2 0,-5 2-5 0,-3 0 4 15,-1 2-2-15,4-2 3 0,-1 2-3 0,5 0-6 16,-5 3 5-16,3 1-2 0,-6 3 3 0,1 0-5 0,-3 3-2 16,-5-1 3-16,-3 2-1 0,-3 0 4 0,-8 0-2 15,3 2-2-15,-1-1 1 0,-11-1 1 0,4 2 4 16,-2 0-4-16,-4 0 3 0,4 0-6 0,-5-2-1 16,-5 0-2-16,7 2-2 0,-8-2-12 0,-1 0-13 15,3 0 1-15,0 0-8 0,0 0-31 0,-1 0-106 16,-1 0 0-16,0 0-41 0,0 0-73 0</inkml:trace>
  <inkml:trace contextRef="#ctx0" brushRef="#br0" timeOffset="5995.68">2366 9864 1515 0,'-2'0'31'16,"0"2"-1"-16,0 0 5 0,0 0 1 0,0 0-9 15,1-1 1-15,-1 1 60 0,2 0-13 0,0 0 26 16,0 0-25-16,2 0-31 0,-1-2-3 0,3 0-10 16,4 0-22-16,12-4-3 0,2-3-2 0,-1-3-1 0,-3 1-12 15,1 0 1-15,-1-1-8 0,-1 3 3 0,0 0-21 16,-2-1-11-16,0 1 1 0,-2-1-8 0,0 3-32 16,-2-1-109-16,-2 2 0 0,0 1-41 0,-5 3-49 15</inkml:trace>
  <inkml:trace contextRef="#ctx0" brushRef="#br0" timeOffset="6119.53">2462 10024 755 0,'0'2'178'0,"-2"-1"20"0,1 1-46 16,-1 2-54-16,-2 5-32 0,0 2-2 0,1 1 15 15,1-1 4-15,2-6 3 0,0 1 2 0,0-4-24 16,0 0-1-16,2 1-9 0,-1-3-26 0,31 13-24 16,9-9-4-16,0-8-9 0,14-11-44 0,9-11-31 15,2 23-103-15</inkml:trace>
  <inkml:trace contextRef="#ctx0" brushRef="#br0" timeOffset="15642.94">22468 10187 256 0,'0'0'5'0,"0"-2"47"0,0 0 24 0,0-1 15 16,-1-7 14-16,-3-4-36 0,-2-5-33 0,1 0 21 15,-1-1-18-15,1 0 45 0,-3-5-14 0,3 5-7 16,-1-2-1-16,2 1-11 0,1 5 5 0,1 1 1 16,0 2 2-16,2 0 9 0,0 2 2 0,0 1 7 15,0 3-4-15,0 0 2 0,0 5-8 0,0-2-7 0,0 0 2 16,0 1-24-16,0-1-3 0,0 2-5 0,0 0 0 16,0 0-25-16,0 0 4 0,-2 2-4 0,0 0 4 15,0 2 4-15,2 2-1 0,-7 29 2 0,1 4-3 16,1 4 2-16,-3 6-6 0,3 1 5 0,-1 8-6 15,1-4 0-15,-3 3 3 0,1 3-4 0,-2-2 5 16,-1 1 0-16,3-3-2 0,-2-6 4 0,-1 2-5 0,3-5 1 16,-1-2-5-16,3-2 1 0,1-4-1 0,-1-4 1 15,1-3-3-15,0-2 2 0,0-4-1 0,3-4 7 16,-1 1-11-16,2-8-1 0,0-4-5 0,0-2-2 0,0-5-17 16,0 0-1-16,0 2-5 0,0 0-12 0,2-3-16 15,-1-1-12-15,1-1-3 0,0-1-60 0,6-13-50 16,6-17-6-16,-2-3-17 0,-1 0-57 0,-2-1-38 15</inkml:trace>
  <inkml:trace contextRef="#ctx0" brushRef="#br0" timeOffset="16013.56">22344 10436 336 0,'0'-4'92'0,"-2"-31"117"0,0 3-83 0,1 6-33 15,-1 0 0-15,0 2-11 0,0 6-16 0,2-1 5 16,0 2-10-16,0 4 9 0,0-1-5 0,2-1-2 0,0 4 12 16,1-4-7-16,3 2 20 0,-2 3-14 0,3-3-7 15,-5 0-2-15,18 0-24 0,5-1-4 0,1-1-2 16,3 2-1-16,-3 0-16 0,6 3-8 0,-6 3-3 15,0 1 0-15,2 5-3 0,-4-16 6 0,0 6-1 16,-6 7 2-16,1 4 1 0,-8 0-1 0,0 2 3 0,-1 2-3 16,-3 1-4-16,2 10 4 0,6 9-3 0,-4 4 3 15,-5 4-1-15,-4-3 3 0,-2 7-1 0,-4-5 1 16,-3 3 1-16,-5-1-4 0,-1-5 8 0,12 3-7 16,-27-3 7-16,0-2-1 0,-7-3-6 0,5 3 4 15,2 0-10-15,0 1 11 0,0-1-4 0,2-2 6 16,0-1-12-16,4-3 11 0,2 1-5 0,1-5 7 15,1 3-4-15,5-4-1 0,1-2 0 0,9-2-1 0,-3-2-7 16,1-1-2-16,1-3-2 0,0 1 0 0,2-3-2 16,0 1 3-16,1 2 0 0,1-3 3 0,0 1-3 15,0 0 3-15,1 1 1 0,1-1-1 0,0 0-4 0,13 1 1 16,5 1-1-16,-1 0 3 0,0-1-2 0,-1 1-4 16,-1-1-2-16,-2 3-1 0,1-1 3 0,-1 1-4 15,0-1 1-15,0-1-3 0,0 1-10 0,1-1-64 16,3-1-4-16,3-1-25 0,-1 0-57 0,1 10-35 15,4-1-6-15,2-3-13 0,0-7-60 0</inkml:trace>
  <inkml:trace contextRef="#ctx0" brushRef="#br0" timeOffset="16345.6">23180 10716 1055 0,'0'0'48'0,"0"0"2"0,0 0-12 0,0 0 6 0,0-2-14 15,0 1 89-15,0-1-20 0,0 0 6 0,0 0-19 16,-2-2-39-16,0 1-3 0,0-1 3 0,0 0-2 16,0 0 6-16,0 1 5 0,1-1-10 0,-1 0 7 15,0 2-18-15,0 1-2 0,-2-1-5 0,-1 2 1 16,-10 0-18-16,2 0 2 0,-4 5 2 0,2 5-1 0,-1-7 8 16,1 25-2-16,-4 0 1 0,4 4-3 15,-1-1-3-15,1 3 7 0,0-3-1 0,4 3 3 0,5-5-2 16,3-1-5-16,-16 0-2 0,10-6-2 0,3 2-10 15,4-5 4-15,2 0 1 0,2-3 0 0,2 1-7 0,3-2 0 16,3 0-1-16,-7-6 0 0,18 0-1 0,1-5 0 16,-2-2-5-16,5 3 4 0,1 12-10 0,-1-4-3 15,3-4-3-15,2-5-3 0,-2-4-28 0,0-4-93 16,-2-3-6-16,2-4-36 0,1-2-78 0,5-6-183 16</inkml:trace>
  <inkml:trace contextRef="#ctx0" brushRef="#br0" timeOffset="16751.39">23534 10934 864 0,'-2'0'123'15,"1"1"268"-15,-3 1-372 0,0-2 33 0,-1 0 13 16,3 0 9-16,0 0 50 0,-2 2-57 0,0 0-1 0,3 0-20 16,-1-2-18-16,0 0 11 0,2 0-4 0,0 0 5 15,2 0-5-15,0 0 11 0,1 0-4 0,12-2 6 16,4-2-9-16,-1 2-11 0,1 1-4 0,-6 1-2 15,4 0-6-15,-10 0 4 0,0 1 4 0,3 3-2 16,-8-4 0-16,3 9-1 0,10 12-6 0,-4 5 3 16,-3 0-11-16,-5 4 7 0,-3-1-6 0,-2 3 5 15,-3-4-5-15,-4 1 0 0,-1 1 5 0,-1-4-4 0,-2 4 1 16,2-6 2-16,2-4 0 0,3-3 0 0,1-2-2 16,1-2 1-16,2-4-5 0,0-1 3 0,2-3-9 0,0-1 0 15,0 0 4-15,0-3-3 0,2 3 1 0,0 0 3 16,2 0-4-16,7 1 3 0,5 3-2 0,5-3 5 15,-3-1 2-15,3-4-1 0,-1 0 3 0,1-2-5 16,-3 0 3-16,1-2-3 0,-1 1 4 0,-3-1-3 16,0 0 1-16,-4 2-2 0,-2 1-2 0,-3 1 1 15,0 0 1-15,-3 0 0 0,-1 0-2 0,2-2 2 16,0 0-5-16,-1 0 3 0,1 0-9 0,0 2-19 16,-2 0-6-16,-1-2-13 0,3 0-107 0,0 1-217 15,0-1-107-15</inkml:trace>
  <inkml:trace contextRef="#ctx0" brushRef="#br0" timeOffset="19163.91">3498 7337 36 0,'0'0'0'0,"0"0"3"16,0 0 44-16,0 0 4 0,0 0 13 0,0-2-4 16,0 0 4-16,0 1-18 0,0-1 7 0,0 0-11 0,0 0-1 15,0 0-6-15,0 0-1 0,0 0 0 0,0 1-1 16,0-1-10-16,0 0-2 0,0 0-2 0,0 0-5 15,0 0 7-15,2 0-8 0,-2 1 7 0,2-1-11 16,0 0 7-16,0 2-5 0,0 0 5 0,-2 0-11 0,0 0 6 16,0 0 1-16,1 0 1 0,1 0 2 0,0 0 2 15,-2 0 3-15,0 0 0 0,0 0 16 0,0 0 0 16,0 0 1-16,0 0-3 0,0 0-11 0,0 0 0 16,0 2-8-16,0 0 4 0,0-1-5 0,0 3-10 15,0 4 6-15,-2 6-8 0,0 3 7 0,1 0 0 16,-1-1-6-16,0 3 4 0,0 0 0 0,2-1-6 15,0-1 8-15,-2-2-7 0,2 0 6 0,0-2-4 16,0 0-1-16,0-4-1 0,0 0 1 0,0-3 4 0,0-3 0 16,0 1 1-16,0-2-12 0,0 0 10 0,2 2-1 15,0-1 6-15,2-1-5 0,1 0-2 0,4 0-1 16,6 0 0-16,-2-2-1 0,4-4 3 0,0-2-4 16,-1-3 3-16,3-2-5 0,3-4 6 0,2 10-5 0,8-18 6 15,-2-1-8-15,-1 0 2 0,7-2 3 0,-5-6-1 16,6 1 1-16,6-8 2 0,2 0-2 0,5-9 1 15,2-2-9-15,5-4-21 0,3-8-17 0,7 7-16 16,1-5-203-16</inkml:trace>
  <inkml:trace contextRef="#ctx0" brushRef="#br0" timeOffset="21653.65">13187 6054 261 0,'0'0'0'0,"0"-2"8"0,0 0 75 16,0 1-36-16,0-1-6 0,0 0-42 0,0 2-4 0,0 0 4 15,0 0 9-15,0 0-4 0,0 2 25 0,0 0 9 16,0-1-6-16,0 5 6 0,-6 20 0 0,1-2-7 16,-1 0 11-16,0-2-10 0,3 3 6 0,-1-1-12 15,0-4-2-15,2-3-1 0,1-2-1 0,1-2-3 16,0-2 1-16,0 0-1 0,0 0 0 0,0-5 13 16,0-1 7-16,0-1 3 0,1 0 34 0,1-1-18 15,0-1 5-15,2 0-9 0,9-2-7 0,18-11-15 0,3 4-4 16,10-32-2-16,3-10 1 0,12-6-15 0,10-5 0 15,5-5-7-15,10 8-6 0,-1 1-24 0,-3 4-1 16,-2 6-13-16,0 1-54 0,2 6-149 0</inkml:trace>
  <inkml:trace contextRef="#ctx0" brushRef="#br0" timeOffset="26231.61">17088 5969 305 0,'0'-2'54'0,"0"0"-19"0,0 0 19 16,2-2-2-16,-1 1-41 0,1-5-9 0,2 1 1 15,0-2 2-15,1-1 0 0,-1 5-5 0,0-5 4 0,7 3-5 16,0 0 5-16,-4-3 0 0,3 3 0 0,-5-2 3 16,3-1-2-16,-1-1 8 0,-3 2 8 0,0 0 4 15,-1 1 1-15,3 1 9 0,-1-1 4 0,-1 1-10 0,-2 1 6 16,2-1-12-16,-2 1 0 0,-2 3 6 15,0-1-6-15,0 0 1 0,0 2-11 0,0-1 2 0,-2-3-4 16,0 0 7-16,0 3-5 0,0-1 2 0,-9-3-3 16,-6 1 1-16,1 0-8 0,-3-1 3 0,0 3-4 15,1 1 4-15,-4-1 5 0,1 0 0 0,-3-13 2 16,0 6-4-16,-2 2 4 0,0 3-3 0,0 5 3 16,-8 1-14-16,3 1 7 0,-8 3-3 0,-4 2 5 15,-1 3-5-15,-1 0 4 0,-1 2-1 0,1 1 1 0,1 1 2 16,1 0-1-16,0 1-2 0,0 3 3 0,6-2 1 0,2 2-7 15,2-1 2-15,1 1-5 0,0 2 2 16,5-3-5-16,-1-8 4 0,0 18-5 0,0 2 1 0,0 1 4 16,-1 1-2-16,3 4 5 0,-2 1-3 0,0 2-4 15,2-2 0-15,0-1 0 0,-2 3 8 0,8 0-7 16,-1 4 0-16,-1-2-1 0,3-4 3 0,1 0-4 16,-3-5 2-16,8 3-5 0,-2-1 8 0,2 0-2 15,2 1 3-15,4-1-3 0,-1 3 6 0,-12 0-4 16,7 4-2-16,6-4 0 0,1 6-6 0,6 0 9 15,0 5 2-15,4 1 2 0,3-1-10 0,4-1 4 0,0-2-3 16,4-3 4-16,2-1 10 0,0-3-6 0,1-3 0 16,-12-3-3-16,22 1-5 0,3 1-1 0,6-4 4 15,-1 2-2-15,3-3-1 0,-2 3 6 0,2 0-4 16,-4 1 5-16,4 1-9 0,-2 1 6 0,0 1-1 16,2-3 4-16,0 3 0 0,0-1-1 0,2-5 0 0,2-2 0 15,0-2-1-15,1-7 4 0,4 0-1 0,-1-4 2 16,-1-6-1-16,3-3 1 0,-1-2-2 0,-2 20 2 15,-1-13 1-15,-1-7-7 0,-3-6 6 0,2-5-4 16,0-2 13-16,-3-4-9 0,1-4 0 0,2-1-3 16,3-4-5-16,1 0 5 0,1 22-4 0,-3-24 3 0,-4-2 6 15,-3 0-5-15,-4 2 7 0,-3 0-9 16,3 0-2-16,-6 0 7 0,0 2-7 0,-4-2 8 0,-2 0 1 16,-2-2-9-16,-1 0 5 0,-4-3-6 0,0-3 9 15,-2-3-6-15,-2-5 4 0,0-9-5 0,-2 1 1 0,1-4 3 16,-5 1-4-16,1-3 4 0,-1-2-4 0,-1 3 0 15,2 1-2-15,-3 4 1 0,1 1-2 0,0 1 4 16,-1 2 5-16,-1-1-1 0,0 1 9 0,22-2-1 16,-11-3 1-16,-9-1-2 0,-4-3 4 0,-6-5 13 15,-3 3-3-15,-2-1 5 0,-6 3-14 0,1 4-4 16,-7 5-3-16,18 3 1 0,-34 2-1 0,-8 6-1 16,-5 2 1-16,-13 5-3 0,-3 4-8 0,-12 7-35 15,-9 6-23-15,-6-23-14 0,-16 31-141 0</inkml:trace>
  <inkml:trace contextRef="#ctx0" brushRef="#br0" timeOffset="30896.74">19908 5564 256 0,'-2'0'12'0,"0"-2"11"0,1 0 24 16,-3 0 8-16,-4-3-2 0,-6-5-9 0,-1 3-19 16,-8-4-2-16,5 3-2 0,-3 3-10 0,-6-3 2 15,-1 3 0-15,-4 3 2 0,-1 2 4 0,-3 0 1 16,-1 2-1-16,2 0 0 0,-4 1-13 0,-2 5 12 15,6-1-6-15,-4 3 9 0,2-1-8 0,5 0-2 0,-3 0 0 16,3 1-1-16,-3 1 0 0,-2 0 6 0,-2 0 0 16,-6 0 2-16,3 0-7 0,-3-1 3 0,-3 1-5 15,7 0 5-15,-2 0-4 0,1 2 11 0,3 0-3 16,0 0 4-16,0 0-12 0,3-2 8 0,3 2-7 16,1 2 7-16,1 2-8 0,-1 0 2 0,3 1 5 0,1 1-4 15,2-17 4-15,2 18-5 0,-1 0 5 0,1 3-4 16,4 1-4-16,1 2-5 0,3 2 1 0,-1 3 0 15,-2-1 8-15,3 2-12 0,-1-1 0 0,0 1-2 16,4-1 1-16,-2-1 4 0,4-2 1 0,0-2-1 16,5 0 2-16,-3 0-8 0,-4 2 3 0,8-4-3 15,-3 2 7-15,3-4-3 0,1 0-1 0,0 1 1 0,-11-1-2 16,2 4 8-16,6-2-9 0,1 4 7 16,3 2-11-16,1 1 9 0,0 3 1 0,2 1 2 0,0 2-7 15,4-2 0-15,3 4 1 0,0-2-1 0,5 4 6 16,1 0-6-16,1 0 0 0,3-4-2 0,-2-2 4 0,4 1 4 15,-1-3-1-15,1-1 1 0,-16-3-4 0,18-3-2 16,-1 0-2-16,4-2 1 0,-3 1 3 0,1-1 0 16,4-2-1-16,0 0-1 0,4 1-7 0,-2 1 10 15,0 2-2-15,-1-2 4 0,3 4-4 0,2-2-3 16,1 0 6-16,2 1-4 0,2 1 0 0,2 0 3 16,2 0-4-16,4 2 4 0,3 1-4 0,0-3 0 15,3-2 1-15,-1-4 0 0,-6 1 4 0,1-1-6 0,3-5 1 16,-5 1-5-16,3-3 4 0,1 0 3 0,3 2 0 15,2-4 2-15,2 0 0 0,5-4-4 0,0 0 1 16,3 1-2-16,1-7 2 0,-2 1 0 0,-3 0-1 16,-6-1 0-16,-2-1-4 0,-2 2 4 0,2 22 1 0,-2-13 0 15,4-6-4-15,2-3 8 0,6 2-4 0,1-3 6 16,4 1-11-16,-2-2 7 0,-3 0-4 0,-5-2 6 16,-3 0-2-16,-2 0-1 0,2-2 2 0,-3-4-3 15,-1-1 0-15,4-2 0 0,0-2-1 0,7-2 1 16,4 0-2-16,-1 0 2 0,3-2 1 0,-2 0 0 15,-2 0 1-15,2-4 0 0,-7 3-3 0,-6-1 2 16,-5 0 6-16,-5 1-3 0,1-3-1 0,2-1-2 0,0 1-1 16,-4 0 0-16,7-3 1 0,-7 2 0 0,6-3-1 15,5 1 3-15,-4 0 3 0,2 0-3 0,-3 1 1 16,-4 1-1-16,2-1-1 0,-1-1-1 0,1 0-4 0,-4 1 3 16,-2-1 0-16,-3 2 2 0,-1 18 2 0,-1-19-4 15,-3-1 7-15,1 2-6 0,0-3 7 0,-4 5 0 16,0-3-6-16,-2-3 5 0,-2-2-1 0,-2-2 1 15,8-1-2-15,-7-3 3 0,-3 1 0 0,3-3 3 16,-6-3 3-16,-1 0-3 0,7 0-1 0,-3-4-3 16,-1 6 0-16,2 1-2 0,-6 1-1 0,-2 1 1 15,0 1 0-15,-2 1 2 0,1 2 6 0,-1 0-10 0,0 2 6 16,-5 2-7-16,-2 0 3 0,0 2 6 16,14-2-8-16,-6 1 7 0,-5-1-6 0,-5 2-4 0,-2-2 10 15,-3 0-8-15,-5-4 4 0,-4-4 5 0,-3-1-8 16,-2-1 7-16,3 5-6 0,12-7-3 0,-22 5 2 15,0-3-3-15,-6-1 5 0,4 2-1 0,-1-3 2 16,-5 5-2-16,3-1-4 0,-3 4 6 0,1 2-3 0,-2 0 5 16,-2 0-10-16,-1 0 12 0,-1 2-8 0,-5-2 9 15,-1 4-6-15,-5 0-1 0,-4-1 4 0,-3 3-4 16,-5 0 9-16,-3-5-10 0,0 7 4 0,2-3-6 16,0 1-1-16,2 3 1 0,-4 1 0 0,-7 1 1 15,-5 0-4-15,-12 2 0 0,-7 2-5 0,-12 7 2 16,-1-31-12-16,-3 27-21 0,-3 12-10 0,-11 11-9 15,-21 9-83-15</inkml:trace>
  <inkml:trace contextRef="#ctx0" brushRef="#br0" timeOffset="34229.62">25421 6047 44 0,'0'0'0'0,"0"0"3"0,0-2 44 16,0 0-4-16,0 0 6 0,0 0-11 0,0 0-4 0,-2 1-13 15,0-1-4-15,0 0-2 0,0 0-6 0,0 0-6 16,1-2 9-16,-1 1-9 0,0-1 6 0,-2 0 5 16,0 1-9-16,1 1 8 0,-5-4-4 0,-3-3-5 15,4 3 11-15,-6-3-9 0,0 0 4 0,0 1-4 16,-2-1-4-16,4 3 2 0,-6-3 0 0,-2 0 10 0,-5 0 0 16,2 1 3-16,2 1-9 0,-1 1 11 0,3 1-6 15,-3-1 7-15,1 0-12 0,-1 1 12 0,1-1-5 16,-2 1 7-16,-1 1-12 0,5 0 9 0,-3 1-6 15,1-1 6-15,3 0-10 0,-1 0-5 0,1 3 3 16,2-1-3-16,-2 0 6 0,4 2-10 0,-3 0 1 0,-1 0-4 16,2 0 8-16,-2 2-1 0,3 0 2 0,-3-1-3 15,2 3-3-15,0 0 8 0,-2 1-3 0,1 1 4 16,-3 1-11-16,1 1 0 0,-3 1 2 0,4 0 0 16,-1 3 5-16,1-3 0 0,-3 4-6 0,-3 2 2 15,3-2-1-15,1 0-3 0,5-11 2 0,-3 16-1 16,-2 1 7-16,-1-1-3 0,-2 3-2 0,3 1 0 0,2-4 0 15,1 1 1-15,3 1 6 0,0 3-6 0,3 1 6 16,-3 2 5-16,2 0-3 0,-2-2 2 0,-3 4-14 16,3 0 7-16,-8-6-6 0,8 2 7 0,0 0-3 0,-5-1-1 15,1 1 2-15,2-4-3 0,-2 2-4 0,4 1 2 16,0-1 5-16,0 2-2 0,2 2 2 0,2-2 4 16,1 2-5-16,1 0 4 0,1 0-6 0,-1 0-1 15,3 4 3-15,1-2 0 0,1 5 11 0,-19 1-10 16,8 1-1-16,4 2-2 0,5 0-2 0,2-3 10 15,2-1-2-15,2 0 5 0,0-7-11 0,4 4 4 16,1 0 2-16,1-4 2 0,1 0 2 0,0-2-3 16,2-2-5-16,0-1 3 0,2-1-5 0,-5 1 9 15,18-1-6-15,4-1 6 0,1 1-8 0,4 0 5 0,-3 1 0 16,0-1 0-16,1 1-11 0,-2-1 7 0,5-1-3 16,-3 1 5-16,-3 0-1 0,1-1-6 0,-1-2 4 15,-2-2-4-15,-2-2 10 0,0 1-4 0,0-1 0 16,2-1-1-16,-2-3-3 0,0-2 5 0,4-3-2 0,-1 0 4 15,3-2-1-15,1 18-3 0,8-5 1 0,-2-8-2 16,2-3 2-16,0-4 5 0,-4-4-2 0,6-1 2 16,-3-3-6-16,5 1-2 0,-4-2 5 0,-4-1-4 15,-2-1-1-15,-3 2 6 0,-2-2-6 0,1 0 6 16,-3-1-4-16,-2 1 1 0,-4 0-1 0,-1 2 1 16,-3-2-3-16,-1 1 4 0,2-1 6 0,-5 0-3 15,3 9-3-15,0-13 6 0,0-1-9 0,3-1 9 0,0-2-8 16,-3-1 4-16,2-2 1 0,-3-2 1 0,1 0 6 15,0-2-13-15,1 0 9 0,-1-2-9 0,-2-2 13 16,0-2-8-16,-2-1-1 0,-2 1-1 0,-4-1 3 0,-1-4-6 16,-1-2 4-16,1 0-4 0,0-2 3 0,3 6 0 15,-5 1 1-15,-1 3 0 0,16 3-1 0,-8 2-2 16,-5 2-2-16,-3 0 1 0,-1 3 8 0,0-1-6 16,-2 2 5-16,0 1-7 0,0 0-6 0,-2 3 7 15,0-1 2-15,-1 0 2 0,-1-1-5 0,0 3 4 16,-1-2-4-16,-3-1 5 0,3 1-5 0,-3-2 0 15,1-1-1-15,-1 1 2 0,-1-3 4 0,0 0-2 0,-1-1 0 16,-1-1-1-16,-2 0-3 0,0 0 12 0,0 0-7 16,-2 0 8-16,-1-2-7 0,10-4 0 0,-20-2 6 15,4 5-6-15,-4-1 5 0,0 2-1 0,0 7-3 16,-4 1 2-16,-3 1 1 0,-2 6-4 0,-8 2 0 16,-5-1-3-16,-4 8-8 0,-12-25-14 0,-1 15-4 0,-13 14-6 15,-7 9-48-15,0 8-141 0</inkml:trace>
  <inkml:trace contextRef="#ctx0" brushRef="#br0" timeOffset="36620.12">19223 5852 20 0,'0'0'0'0,"0"0"2"0,0 0 23 16,0 0 3-16,0 0 4 0,0 0 4 0,0-2 3 0,0 0-5 16,2 0-1-16,0 0-4 0,0 0-10 0,-1 1 4 15,1-1-5-15,0 0 3 0,0 0-13 0,0 0 8 16,0 0-4-16,1-1 4 0,1-1-4 0,-2 4-11 15,4-4 3-15,-5 4-6 0,3-2 9 0,-2-1-7 16,0 1 9-16,-2 0-9 0,2-2 8 0,1 0 2 0,1 1-1 16,0-1 0-16,-2 0-1 0,-1 2 10 0,1 1-10 15,0-1 8-15,0 0-14 0,0 0 20 0,0 0 2 16,0 2 4-16,-2 0-4 0,0 0-9 0,0 2-2 16,0 0 0-16,-2 2 5 0,0-1-6 0,-2 8 6 0,0 4-6 15,1-2 11-15,-1 0-6 0,2 0 2 0,0 0-2 16,1 0 15-16,-1 0-3 0,0 2 8 0,0-2-6 15,0 0 6-15,0 0 0 0,2 0-1 0,0-2 3 16,0-1 12-16,0-1 2 0,0-4 4 0,2-1-4 16,-2-2-5-16,4 2-4 0,3 1-2 0,14 5 0 15,5-7-10-15,9-5-6 0,6-9-6 0,16-11 0 16,12 20-19-16,9-39 5 0,13-3-1 0,2-6-1 16,0-2-20-16,1 0-46 0,3-6-20 0,7-1-12 15,9-8-106-15</inkml:trace>
  <inkml:trace contextRef="#ctx0" brushRef="#br0" timeOffset="38075.08">11978 14068 296 0,'-2'0'0'0,"0"0"92"15,-1 0 15-15,-3 0 17 0,4 0 10 0,-9 0-83 0,0 0-8 16,2 0-11-16,-3 0 1 0,7 0-2 0,1 0-3 16,0 0 8-16,1 0-8 0,-1 0 7 0,0 0-17 0,1 2 7 15,-1-1-5-15,2 1 4 0,0 0-12 0,0 0 2 16,2 2 7-16,0-1-3 0,0 1 18 0,2 4-11 16,2-3 1-16,3 1-5 0,14-1-2 0,5-1 8 15,-2 0-5-15,2 12 5 0,-2-4-19 0,2-5 4 16,0-3 2-16,-4-2 0 0,1-2-2 0,-1 0-5 15,-5 0-3-15,-3 0 1 0,-1 0-3 0,-5 0 5 16,1 0 1-16,0 0 1 0,1 0-6 0,-3 0 1 0,2 0-1 16,-3 0 2-16,3-2-3 0,-1 2-20 0,-5 0-9 15,3 0-6-15,-4 0-44 0,0 0-35 0,0 0 0 16,1-2-13-16,1 0-16 0,0 0-160 0</inkml:trace>
  <inkml:trace contextRef="#ctx0" brushRef="#br0" timeOffset="38316.65">11807 14562 1009 0,'0'0'54'0,"0"0"-1"0,-2 0-9 0,0 0-3 0,1 0-19 0,1 0 3 16,0 0 5-16,0 0 2 0,1 0 0 0,1 0 3 15,2 0-8-15,15-2 0 0,10-2-4 0,1 0-3 16,5-1-14-16,4-3 3 0,-3 1-6 0,-7-1-1 0,7-1 0 15,-3 0-8-15,0 0 3 0,6 1-24 0,-9 3-55 16,-2-1-6-16,-2-1-23 0,-2 1-75 0</inkml:trace>
  <inkml:trace contextRef="#ctx0" brushRef="#br0" timeOffset="39193.65">13187 14077 430 0,'0'0'115'0,"0"-2"-88"0,-2 0 118 0,0 0-44 15,0-1-51-15,0-3 6 0,-1-3 0 0,-1 1 1 0,2 3-15 16,0 1-15-16,0 0-5 0,2 3-2 0,-2-3-1 0,1 0-3 16,-1 0 2-16,0 3-2 0,0-1 6 0,0 0 1 15,0 0-1-15,0 0 0 0,2 2 1 0,0 0-8 16,0 0 2-16,0 2-6 0,0 2-5 0,0 9 6 15,-1 15-6-15,-1-1 6 0,0 3-6 0,0 2 3 16,0-1-1-16,0 1 1 0,0 1-2 0,1 3-3 16,-1-5 2-16,0-3-3 0,0-2 4 0,2-4-3 15,0 0 0-15,0-1-1 0,0-8-1 0,0-2 0 16,0-2 5-16,0-5-4 0,0 2-3 0,0-1 10 0,0-1-4 16,0 0 7-16,0-1 0 0,0-1-1 0,0 0-4 15,0 0 1-15,0-2-6 0,0-2-1 0,4-13 2 16,5-24-2-16,0-2-2 0,1-3-4 0,1-1 1 15,0 3-2-15,0-5 3 0,2 3 8 0,0-1-4 0,0 2 5 16,2 4-12-16,0 4 1 0,-2 3 1 0,2 1 1 16,-1 1 2-16,5 2 2 0,-12-1 0 0,21-1-1 15,8 2-6-15,-5 0 6 0,4 6-4 0,-1 3 5 16,-4 4 2-16,-1 4-7 0,-3 0 3 0,0 6-4 16,-4 1 5-16,1-11 4 0,-1 6-4 0,-5 5 3 15,-1 4-9-15,-1 0 6 0,-2 4-4 0,-2 0 5 16,-1 1-4-16,-7-3-4 0,3 11 4 0,-2 7-4 0,9-1 6 15,-2-1-4-15,-4 3 4 0,-3-3-5 0,-4 5 10 16,-4-1-4-16,-1-3 4 0,-6 3-3 0,9 0 6 16,-30 0-4-16,-3 3-4 0,-2-3 0 0,-4 0 3 0,-4 0 0 15,6-1 2-15,-5-3-3 0,7-1-5 0,1-2 7 16,5-4-4-16,7-2 6 0,3-1-2 0,3-4 3 16,5 1 0-16,0-1-1 0,3 3 2 0,5-3 4 15,-1 0-5-15,4-4 3 0,1 0-12 0,-3 2-5 16,0-1 5-16,0 1-4 0,3 0 7 0,-1 0-4 15,0 2 0-15,0-1-2 0,0 1 3 0,2 2 2 16,0 5-2-16,0 0 2 0,0 0-4 0,2 0 8 16,2 4-5-16,1-2 5 0,1 0-9 0,1 2 8 15,1-2-2-15,1 2 4 0,-3-2-4 0,12 0-1 0,4-2 3 16,1 4-3-16,3 0-1 0,3 1 1 0,-1-1-1 16,-4-2 1-16,2 0 0 0,-1-2 0 0,-3 4 0 15,4-2 0-15,-4 4 6 0,2-2-6 0,-5-4 0 16,-1 0-3-16,1 0 3 0,-2-3-1 0,-4 1-5 0,-4-7 0 15,0 3-27-15,0-1-22 0,1 3-1 16,-1-1-8-16,0-2-8 0,-3-2-17 0,3-1 0 0,0-1-9 16,3 0-24-16,-3-1-94 0</inkml:trace>
  <inkml:trace contextRef="#ctx0" brushRef="#br0" timeOffset="39725.24">14013 14222 342 0,'0'0'29'0,"0"0"0"0,0 0-12 15,-2 0 5-15,0 0-16 0,0 0 10 0,1 0 9 16,-1 0-8-16,0 0 6 0,0 0-16 0,0 0-4 15,0 0 1-15,0 0-2 0,1 0 0 0,-1 0-5 0,0 0 4 16,0 0-5-16,0 0 2 0,0 0 15 0,0 0-11 16,1 0 15-16,-1 0 4 0,0 2-2 0,0 0 9 15,0-2-8-15,0 1 2 0,0-1 3 0,1 2 1 0,-1 0 1 16,2 0 0-16,0 0 7 0,0-2-10 0,0 0 9 16,0 0-9-16,0 0 6 0,0 0-8 0,0 0 5 15,0 0-20-15,0 0 11 0,0 0 1 0,2 0 3 16,-1 0 3-16,1 0 3 0,0 0-6 0,0 0 3 15,0 0-11-15,0 0-4 0,0 2 7 0,-1 0-6 16,1-1 6-16,0 1 0 0,0 0-1 0,0 2 1 16,-2 0-5-16,5 14-4 0,-1 3-2 0,0 1-1 15,-4 2-5-15,0-2 3 0,0-3-2 0,-2 1 3 0,0 2 2 16,0 1-6-16,0-3 3 0,1-1-3 0,-1-3 3 16,0-3 3-16,2 0-2 0,0-3 1 0,0-5-3 0,0 3 1 15,0-1 3-15,0-1-2 0,0-1 7 16,0-1-1-16,0-2 0 0,0 0 1 0,2 1 10 0,1 1-11 15,3 0 8-15,11 5-10 0,3-1 9 0,2-3-8 16,6-3 3-16,0-2-5 0,2-2-1 0,3-3 0 16,-5-1-3-16,4-1 3 0,-5-1-2 0,1 1-5 15,-2-1 1-15,0-1-2 0,-3 2 3 0,-5-1-17 16,1 1-7-16,-4-1-8 0,-1 1-52 0,1-1-92 16,2-1-26-16</inkml:trace>
  <inkml:trace contextRef="#ctx0" brushRef="#br0" timeOffset="40090.92">14774 14302 502 0,'0'0'96'0,"0"0"2"0,-2 0-1 16,1 0-23-16,-1 0-19 0,0 0-33 0,0 0-9 15,0 0 2-15,0 0-5 0,0 0 7 0,2 0 2 16,0 0 5-16,2 0-3 0,0 0 12 0,2 0-6 15,7-2 5-15,19-4-4 0,3 1 5 0,6-3-14 16,-2 1-3-16,2 1-2 0,0-1-4 0,-4 1-4 16,4-1-1-16,-5 1-3 0,-3 1-8 0,-3-1 9 15,-5 2-4-15,-5 1 3 0,1-1-13 0,-1 0-13 16,-1 1-8-16,-2-1-6 0,-2 0-60 0,-4 0-49 0,2-1-9 16,-5 3-25-16,-1-2-147 0</inkml:trace>
  <inkml:trace contextRef="#ctx0" brushRef="#br0" timeOffset="40387.48">14926 13982 924 0,'-1'0'25'0,"-1"0"53"0,0 0-73 16,0 0-17-16,0 0 5 0,2 0-8 0,0 0 15 15,0 0-3-15,0 0 0 0,2 0-1 0,0 0 4 0,0 2-3 16,0 0 4-16,-1 0-3 0,3 2 5 0,4 1 3 16,6 4 3-16,-4 10 0 0,-5 0 10 0,5 1 2 15,-5 6-4-15,3 0 3 0,1 6-6 0,-5 3-3 16,-3 4 2-16,3 4-3 0,-2-1 8 0,4 8-14 16,-5-7 5-16,24 2-9 0,-14-3 1 0,-4-3-1 15,-5-3 0-15,2-7 1 0,-1-3 5 0,1-3-31 16,4-3 0-16,-3-5-16 0,4 0-47 0,-1-4-28 15,-3-6-10-15,12-1-5 0,2 9-54 0</inkml:trace>
  <inkml:trace contextRef="#ctx0" brushRef="#br0" timeOffset="41059.74">16059 13784 921 0,'0'0'30'0,"-2"0"50"16,0-2-49-16,1 2-13 0,-1 0-2 0,0 0-3 15,0 0-13-15,0 0 5 0,0 0-4 0,0 0 5 0,1 2-6 16,-1-1 3-16,0 1 2 0,0 2-1 0,2 0 0 16,-4 9 0-16,1 3 4 0,-1 3-2 0,0 0 6 15,0 3-3-15,1 0-5 0,-1 4 3 0,0 0-1 0,1 2 2 16,-3 4-2-16,-1-1-1 0,-3 3-5 0,-1-1 1 15,0 0 7-15,0 3-1 0,0 1 3 0,1-6-11 16,3 1 4-16,0-6-4 0,-3 0 9 0,3-8-4 16,1-5-4-16,1 0 2 0,1-5 4 0,2-3-3 15,0 1 2-15,2-4-2 0,-2 2 4 0,1-1-4 16,-1-1 3-16,0 0-4 0,2-2-8 0,0-2 5 16,0-13-7-16,4-26 7 0,3 3-16 0,2-9-2 15,4 1 0-15,0-1 0 0,2 1 2 0,2 1 15 0,-2 4-4 16,-2 6 7-16,0 0 4 0,-2 3-4 0,-2 1 3 15,0 3-4-15,1 0 1 0,-1 4-4 0,0 0 0 16,2 0 0-16,-1 1 6 0,-1 5 6 0,-2 3 0 16,1 2 1-16,-1 2 2 0,-1 2-7 0,1-3 0 0,-1 5-2 15,-1 0 6-15,5 1-4 0,-1-1 6 0,0 1-6 16,2 0 2-16,0 3 1 0,1 1 1 0,-1 2-1 16,-2 0 4-16,0 2-5 0,1 1 2 0,-3 1-3 15,2-2 6-15,-3 15-6 0,1-4 0 0,-3 2 0 16,0 1 4-16,-2 1 0 0,11 1-3 0,-4-1 2 15,-4 0-5-15,-1 1-4 0,-2 1 5 0,-4 0-5 16,-2-1 5-16,-3 1-1 0,-2-1-4 0,-4 1 1 0,7 1 3 16,-14-1-1-16,1-1 1 0,1-1-1 0,-3 0 1 15,6 0-4-15,-1-1 2 0,3-1-3 0,1-2 1 16,5 0 2-16,-2-2-3 0,3 0 3 0,1 2-3 0,-1-3-3 16,2 3 4-16,-5-2-3 0,4-2 3 0,-3 6 4 15,3-2 1-15,1 4 2 0,4-1-1 0,0 1-2 16,4 2-4-16,1-4 2 0,3-1 5 0,-1-1-7 15,2 0 8-15,1 8-8 0,10-8 0 0,0-2 5 16,4 2-8-16,-1-6 6 0,1 4-12 0,-2-7-21 16,2 2 2-16,2-4-12 0,2-1-36 0,2 1-82 15,1 17-5-15,5-10-38 0,6-7-156 0</inkml:trace>
  <inkml:trace contextRef="#ctx0" brushRef="#br0" timeOffset="41409.57">17162 14148 760 0,'0'0'26'16,"0"0"1"-16,0 0 13 0,0-2-7 0,0 0 1 15,0 0-2-15,0 0-4 0,0 0-1 0,0 0-1 16,-2-1 1-16,0-1 2 0,0 0-4 0,1 1 2 16,-1-1-11-16,0 0-8 0,-2 2 3 0,2 2-5 15,-9-5 3-15,-2-1-4 0,-2 2 6 0,0 4-4 0,-1 0 11 16,-1 2-5-16,0 4-2 0,-1 1 1 0,-3 4-4 15,3 2-4-15,-6-9 6 0,1 20-4 0,-1 4 8 16,-2 4-5-16,2-1 1 0,-2 3-2 0,2-3 2 16,2 1-1-16,1-3 0 0,3-1 0 0,5 0-3 0,2-7 3 15,7 3-2-15,-11-2 3 0,6-2-6 0,5 3 0 16,2-7 3-16,2 3 0 0,4-4 16 0,3 2-7 16,3-4 4-16,3 0-5 0,12-4 1 0,5 0-4 15,2 0-2-15,3-5-1 0,4-2 4 0,7 22-9 16,8-13 2-16,11-11-4 0,13-9 7 0,15-10-7 15,6-3 1-15,4-6-3 0,-6-5-11 0,-4 25-119 16,-4-36-52-16</inkml:trace>
  <inkml:trace contextRef="#ctx0" brushRef="#br0" timeOffset="47184.48">20797 12878 118 0,'0'0'0'16,"0"0"14"-16,-1-2 136 0,-1 0-59 0,0 0 7 15,0 0-78-15,0 0-2 0,2 2-7 0,0 0-3 16,0 0 1-16,0 0-6 0,0 0 32 0,0 0-9 15,0 0 16-15,0 0-5 0,0 2-4 0,0 0 3 0,0 0-3 16,0 0 6-16,0 0-14 0,0 1 6 0,0 3-9 16,-2 9 1-16,-1 3-4 0,-1-1 0 0,0-2-1 15,0-2-3-15,1-2 6 0,-1 2-3 0,0-4 4 16,1 1-1-16,-1-5-5 0,0 1 4 0,2-3-2 16,2-1 22-16,-2 0-2 0,-3 2 0 0,-3 1-1 0,1-1 10 15,3-2-10-15,-1 0 2 0,1-2-7 0,0 0-22 16,1 0-10-16,-1 0-1 0,2-2-2 0,0 0 0 15,0-2 3-15,2-3 0 0,0-13 1 0,2 1 5 0,2 0-1 16,3-1-4-16,3 1 1 0,1-1-2 0,2 0 2 16,-2 3 3-16,-4-2-2 0,14 4 1 0,1 2 3 15,0 0 0-15,2 4 1 0,1 4-2 0,1-12 3 16,0 6-3-16,3 5 1 0,8 2-13 0,-3 4 11 16,-1 4-5-16,-1 4 7 0,-6 1-7 0,5 4 6 15,-8-2-3-15,1 4 5 0,-2-2-4 0,-3-2-4 16,1 2 5-16,-3-2-4 0,1 0 5 0,-5-5-2 15,2 1-3-15,-2-1 3 0,-2-2 12 0,0-1-2 0,1-1 4 16,2 0-4-16,1-2-3 0,0 0 1 0,0 0-11 16,-2 0 8-16,-4 0-7 0,1 0 0 0,-5 0 2 15,3-2-3-15,-3 0 0 0,-1 0 2 0,1-1-3 16,-1 1 0-16,-2 2-5 0,2-4-1 0,-2 0 1 0,-1 1-5 16,3-3-32-16,-4 4-10 0,0-1 0 0,0-3-3 15,0 2-5-15,0 1 10 0,0 1-1 0,-2-2 8 16,-1 0 13-16,-1 2 9 0,-11-5-7 0,2 3 9 15,0 2 0-15,0 1 12 0,-2-1-3 0,-2 2 5 16,8 0 2-16,-4 0 3 0,2 0 2 0,0 0-2 16,0 0 1-16,3 0 0 0,-1 0 2 0,3 0-2 15,-1 0 1-15,1 0 1 0,1 0 3 0,-3 0 0 0,3 0 10 16,-1 0-8-16,3 0 7 0,-1 0-6 0,2 0 13 16,0 0 6-16,-2 0-7 0,3 0 7 0,-1 0-5 15,-2 0 3-15,0 0 3 0,1 0-3 0,-1 0-10 0,0 0-2 16,0 0-9-16,1 0 6 0,-1 0-14 0,0 0 1 15,2 0 6-15,1 2-4 0,-3-1 4 0,2-1 5 16,-9 2-6-16,0 15 7 0,0 2-6 0,-1 3 5 16,1 4-1-16,0 2 1 0,-4-4-8 0,6 4 8 15,-2-2-5-15,0 2 5 0,0 1-7 0,3 3 3 16,3 1-3-16,-1 4 2 0,2 0-8 0,3 2 9 16,-1 2-2-16,-22 4 5 0,11-2-6 0,7 1 1 15,6-3 2-15,4-4 0 0,3-3-1 0,2-3 2 0,3 1 1 16,2-3 2-16,1-3 3 0,-13-3 19 0,24-5-4 15,2-1 9-15,-6-8-7 0,2-1-12 0,2-5 0 16,2 16-4-16,4-6 4 0,1-4-16 0,1-5 4 16,-3-4-9-16,1-4-10 0,-3-3-35 0,-1-6-10 15,0-2-17-15,-2 13-129 0,-2-24-281 0</inkml:trace>
  <inkml:trace contextRef="#ctx0" brushRef="#br0" timeOffset="48091.92">21850 13966 139 0,'0'0'6'0,"0"0"7"0,0 0-1 0,2 0 6 16,0 0-9-16,0-2 8 0,0 0-1 0,-1 0 4 16,1 0 11-16,2 0-5 0,0 0 37 0,7-3 3 0,-4 1 1 15,3-1-1-15,-5 1 9 0,4-2-6 0,-1 1 1 16,5-5-5-16,-6 5-13 0,-1 1-23 0,1-3 4 16,-5-3-11-16,7 3-6 0,-7 0 2 0,4-1 6 0,-2 1-1 15,-3 1 22-15,3-1-9 0,0 1 0 0,0 1-3 16,-1-3 9-16,-1 4-12 0,0-1 6 0,0-3-9 15,0 3-6-15,-2-1 7 0,0-1-11 0,0 5 9 16,0 0-16-16,0 0-6 0,-2-1 0 0,0-1-3 16,-4 0 1-16,-14-5-1 0,-4 3 4 0,-2 6-4 15,0 0 1-15,-2 6-3 0,2 3 1 0,0 4-2 16,-2 4 5-16,2-15 2 0,0 22-2 0,6-2 2 16,1 2-5-16,4 0 1 0,1 1 0 0,2-3 1 0,3 2 0 15,4-4 2-15,3 3 2 0,-13-3-2 0,6-1-6 16,3-1 8-16,2-1-9 0,4 0 10 0,0-2-4 15,2-1-2-15,2-1 3 0,0 0-4 0,1-1-2 0,3-1 7 16,-1-2 1-16,4 0 2 0,10-5-4 0,-1 0-5 16,0-2-3-16,-1 11 1 0,1-2 3 0,1-4-9 15,-3-1 2-15,1-3-5 0,-2-1 4 0,-1-2-39 16,-1 0-5-16,2 0-16 0,-2 0-62 0,-4 0-22 16,4 0-10-16,-4 0-5 0,0-2-70 0</inkml:trace>
  <inkml:trace contextRef="#ctx0" brushRef="#br0" timeOffset="48390.56">22279 14107 774 0,'0'0'68'0,"0"0"-5"0,-2 0 7 0,0 0 1 0,1 0-24 16,-1-2-26-16,-2 0-11 0,0 0-3 0,-5 0-1 15,-4 0-3-15,0 2 6 0,0 0-4 0,-2 0 3 16,-5 4-6-16,-3 2 6 0,3 1 1 0,1 1 2 15,1 1-1-15,-3 2 8 0,-1 4-6 0,2-10 5 16,3 18-8-16,4 1 5 0,6 2 0 0,-5-2 1 16,7 4-3-16,1-6-6 0,-11 0 8 0,6 1-6 0,5-7 13 15,4 5 5-15,2-5-5 0,2 3 7 0,3 0 6 16,1-5-12-16,-1-1 1 0,-3-3-6 0,18-3-4 16,10 1-11-16,-3-3 5 0,5-1-6 0,-1-2 5 0,-3 14-6 15,3-4 0-15,1-7-1 0,-4-5-5 0,-1-2-20 16,-1-3 1-16,-2-3-9 0,0-1-14 0,-7 0-26 15,3-2-16-15,-5 3-9 0,-2 1-113 0</inkml:trace>
  <inkml:trace contextRef="#ctx0" brushRef="#br0" timeOffset="48765.46">22552 14487 671 0,'0'0'116'0,"0"0"8"0,-2-2-43 0,0 1-18 16,0-1-38-16,1 0 7 0,-1 0-16 0,0 0 1 0,2 0-7 16,0 0-8-16,0 1-3 0,0-1 3 0,2 0-2 15,0-2 19-15,-1 0 7 0,3 1 2 0,7-7 1 16,10-3 4-16,-6 6-12 0,3 0-4 0,-3 3-4 16,0 2-11-16,0 2 9 0,-6 0-1 0,0 0 3 15,-5 0-7-15,-2 0 12 0,0 4-1 0,9 12 5 16,-2 5-6-16,-1 1-5 0,-8-3 0 0,-2 5-1 0,-4-6-1 15,-3 1-1-15,-4 1-1 0,11-5 1 0,-20 2 4 16,1-2-5-16,5 0 2 0,1-2-3 0,2-2-2 16,2-2 0-16,3 0 1 0,3-1-1 0,3-3-7 0,-2 1 5 15,-2 1-3-15,5-3 5 0,-1 0 2 0,0 0-6 16,2-1 3-16,0-1-4 0,0 2 6 0,0 0-2 16,2-1 0-16,1 1-1 0,16 3-2 0,13 1 3 15,3-6-4-15,-2-4 1 0,8-4-10 0,-6-3-40 16,-1-2-8-16,1-2-16 0,-3 0-80 0,-1-2-210 15</inkml:trace>
  <inkml:trace contextRef="#ctx0" brushRef="#br0" timeOffset="49230.98">22656 13319 643 0,'0'0'55'0,"0"0"-4"0,-2 0 11 15,0 0 2-15,0 0-18 0,1-1-1 0,-1 1-15 16,0-2 0-16,0 2-7 0,0 0-12 0,0 0 0 16,0 0 1-16,1 0 0 0,1 0 12 0,0 0 19 15,0 0-4-15,1 0 7 0,1-2-10 0,8 0 12 16,16-5 0-16,3-1 3 0,8-1-11 0,1 1-12 15,-3-1-6-15,2-2-1 0,2 2-17 0,-2-2-2 0,-2 1 2 16,-3 3-1-16,-4 1-2 0,-2 1 1 0,0-1-3 16,-2 2 2-16,0 1 1 0,-4 1-10 0,-1 0 7 15,-2 2-10-15,-6 0-2 0,-2 0-64 0,-3 0-13 16,-4 0-17-16,-1 0-50 0,3 0-12 0,0 0-19 0,-2 2-4 16,0 0-117-16</inkml:trace>
  <inkml:trace contextRef="#ctx0" brushRef="#br0" timeOffset="49402.73">22613 13535 924 0,'0'0'58'0,"0"0"-1"15,0 0-19-15,0 0 2 0,0 0-26 0,2 0 10 16,0 2 20-16,2 0-9 0,7-1 10 0,26 7-18 0,4-4 12 16,5-3-3-16,3-2 2 0,-3-5-26 0,6-5-7 15,-6 0-4-15,1-2 2 0,-3-2-6 0,-1 0-29 16,2 0-3-16,-1 2-11 0,1 0-43 0,-3 2-109 15,1-2-66-15</inkml:trace>
  <inkml:trace contextRef="#ctx0" brushRef="#br0" timeOffset="50166.75">24160 12850 507 0,'-2'-2'77'0,"0"0"-41"0,-3-11 78 0,-5-13-23 0,3-4-42 15,1 2-6-15,5 10-4 0,-1-3 1 0,2 8-9 16,0 4-14-16,0 0 2 0,0 3-4 0,0 4 6 16,0-1-6-16,0-1 1 0,2 2-1 0,-1 0 12 0,1 0-3 15,0 2 6-15,0 2-6 0,2 6 2 0,9 33-6 16,-6 3-3-16,-3 4 0 0,-4-5-1 0,0 5-4 16,-2 1-4-16,-4-5 0 0,1 1-3 0,-3-6-1 15,1 2 4-15,1-2-4 0,-1 0 0 0,1-4-4 16,1-2 2-16,-1-1-1 0,1-4 5 0,1-6-2 15,0-3 1-15,1-5-2 0,1-2 4 0,0-7-2 16,0 3 1-16,0-5-1 0,0 1 10 0,0 0 0 16,1-2 2-16,-1-1-3 0,0-1-8 0,0-1-8 0,0-3-1 15,-7-20-2-15,-2-10 5 0,3-5 0 0,3-3 0 16,3-5 0-16,2 1-2 0,0-1 2 0,4-1-1 16,3-2 1-16,0-4-3 0,5 0 2 0,1 2 1 0,1-2 0 15,3 2 1-15,0 8 1 0,1 1 2 0,-1 8 0 16,0 3 11-16,-10 4-7 0,21 2 4 0,6 4-6 15,3 4 7-15,0 3-6 0,0 0 0 0,-2 0-2 16,-5 4 2-16,0 2-5 0,-3 3 1 0,-1-11-2 16,-5 8 5-16,-3 4-6 0,-6 3 4 0,-1 2-4 15,0 2 6-15,-6-1 1 0,-1 1 2 0,-2 2 0 16,13 20-2-16,-6 4-2 0,-5 3-2 0,-6 5 1 16,-5-1-2-16,-6 4 4 0,-2-4-3 0,-2-1 3 0,-2-3-5 15,14-3 2-15,-21-2 5 0,2 0-4 16,1-4-4-16,5-1 2 0,-3-3-1 0,1-3 3 0,5 0 1 15,-2-2-3-15,8 0-2 0,0 0 2 0,0-2-1 0,1-1-2 16,-1 1 0-16,3-2-1 0,-5 0 2 0,9 1 2 16,-7 1-2-16,2 0 3 0,1 2 4 0,2 2-6 15,3-2 4-15,1 0-5 0,0-2-5 0,1 0 5 16,1 0 2-16,4 0 1 0,-1 0-1 0,3-1 2 16,3-1-4-16,6 0 2 0,3 0 0 0,-1-1 0 15,-3-3-1-15,3 1-1 0,-2 0-5 0,-1-3 0 16,-1-1-4-16,0 9 2 0,0-1-12 0,0-3-9 15,3-1-3-15,-1-3-7 0,2 1-59 0,-3-2-17 0,3-2-7 16,3 0 2-16,0 0-16 0,-1-2-5 0,3-2 0 16,0 1 0-16,0-1-8 0</inkml:trace>
  <inkml:trace contextRef="#ctx0" brushRef="#br0" timeOffset="50419.75">25218 13110 176 0,'0'0'82'0,"0"0"-10"0,0-2 62 0,0 0-7 0,0 0-9 16,0 0-44-16,0 0-8 0,0 0 0 0,-2-1-4 15,1-1-5-15,1 2-9 0,-10-3 1 0,-12 1-6 16,0 2-20-16,3-11 11 0,-5 2-9 0,0 2 11 16,0 5-1-16,-4 2-5 0,4 2-1 0,-4 4-3 0,4 3-7 15,0 4-8-15,0 2 4 0,3 2-6 0,3-9 0 16,5 18 7-16,0 2-6 0,7-2 5 0,-1 0-8 16,5 0 6-16,-13-1 0 0,4 1 1 0,5-4-5 15,4 1 5-15,2-3-1 0,4-1 2 0,2-2 1 0,1-4-1 16,-1 2-5-16,23-8 1 0,1 1-8 0,7-2-5 15,0 16 3-15,0-9-6 0,2-7-14 0,-3-4-16 16,1-4-7-16,-4-3-7 0,2-2-58 0,-3-1-62 16,-4-1-8-16,-2 0-19 0,-6 2-66 0</inkml:trace>
  <inkml:trace contextRef="#ctx0" brushRef="#br0" timeOffset="50763.49">25354 13301 770 0,'0'0'89'0,"0"0"-1"0,0 0-5 0,0-2-7 16,0 0-28-16,0 0-12 0,0 0-17 0,0 1 2 0,2-1-8 15,0-2 3-15,1 0 2 0,1 2 6 0,16-5-2 16,-1 1 9-16,-2 5-10 0,-2-11-1 0,-4 5-3 16,0 1-15-16,-6 5 14 0,3 1-10 0,-4 0 13 15,-3 0-11-15,3 1 8 0,-4 1-4 0,13 24 4 16,-7 0-10-16,-6 6 11 0,-4-1 0 0,-5 1 3 15,-2 0 0-15,-4-3-5 0,0-3-4 0,2-5 1 16,2-5-3-16,1-1 3 0,1 0-1 0,4-6 1 16,-1 3-4-16,4-7-6 0,0 1 3 0,0-1-4 0,2-1 3 15,-1 2 4-15,1-3 5 0,0 3 1 0,0-2 21 0,1-1-10 16,-1-1-1-16,4 2-3 0,9 5-7 0,9 0-1 16,3-3 1-16,1-4-2 0,3-2-4 0,1 0-7 15,2-2 0-15,1-2-1 0,-2-1-3 0,5-5-13 16,-5 1-9-16,3-2-1 0,-3-2-40 0,-5 0-136 15,0-4-14-15,-5 12-54 0,3-18-186 0</inkml:trace>
  <inkml:trace contextRef="#ctx0" brushRef="#br0" timeOffset="51059.85">26204 13074 1610 0,'-2'0'45'15,"1"0"-3"-15,-1-2-18 0,0 1 6 0,0-1-26 16,0 0-2-16,0 0-5 0,0 0 0 0,1 0-3 16,-1 2 0-16,0 0 16 0,0 0-3 0,0 0 10 15,0 0 12-15,0 0 7 0,1 0 8 0,-1 0-5 0,0-1-7 16,0-1-28-16,2 0-8 0,0 0-4 0,0 0-21 15,0-2-28-15,0 1-14 0,0-7-7 0,2-1-67 16,0 2-67-16,1 0 3 0,1 1-31 0,-2 3-60 0</inkml:trace>
  <inkml:trace contextRef="#ctx0" brushRef="#br0" timeOffset="51557.69">27155 12501 559 0,'0'0'38'16,"0"-2"-3"-16,0 0 5 0,2 0 6 0,0 0-16 16,-1-2 3-16,1 1 11 0,0-3-8 0,0-3 10 15,0-2-2-15,0 0 8 0,0 1-1 0,-2 1 2 0,0 0-8 16,0 1 0-16,0-1-3 0,0 0 1 0,-2 1-1 16,0 1-8-16,0 1 4 0,0 1-7 0,0 1-10 15,0 0-11-15,-12 3 1 0,-5-12-4 0,-1 3-5 0,-3 3 2 16,-3 3-4-16,0 4 3 0,-2 4-3 0,-5 3 3 15,-2 6-1-15,-4 4 0 0,-2 3-5 0,6-16 4 16,-2 26 2-16,1 1 2 0,1 5 3 0,3 1-10 16,3 4 2-16,5 3-3 0,1-3 12 0,7-4-5 15,3 0 2-15,3-5-5 0,7 3-5 0,1-1 11 16,-19-1-2-16,12-3 8 0,7-6 7 0,4 0 5 16,5-2 1-16,5-1 0 0,-7-1-1 0,27-1-4 15,-6-4-1-15,7-2-2 0,4-4-8 0,2-2 3 16,8 1-5-16,-6-7 3 0,-1 1-10 0,3 0 1 0,2 22-2 15,1-11 0-15,0-7-13 0,-3-4-16 0,2-2-6 16,-3-2-11-16,7 0-100 0,-5-2-103 0,1 1-42 16</inkml:trace>
  <inkml:trace contextRef="#ctx0" brushRef="#br0" timeOffset="51949.6">27714 12978 315 0,'0'0'96'0,"0"0"167"0,0-2-193 0,-2 0-5 15,0 0-10-15,0 0 5 0,0 1-21 0,0-1 6 16,1 0-1-16,-1 0 2 0,0 0-1 0,0 0 7 16,0 0-2-16,0 1 2 0,0-1-4 0,-1 0-21 15,1 2 3-15,-17-8-10 0,1 5-8 0,-3 3 1 16,-1 5 1-16,-2 6-1 0,0 2-8 0,-8-11 6 0,3 21-6 16,3-1 5-16,3 0-1 0,7 0-2 0,1 2 1 15,5-1-3-15,1-3 0 0,4 2 5 0,1-1-1 16,-9-1 1-16,4-1-9 0,5-1 4 0,4-1-3 15,0-4 6-15,2 0-1 0,1-2 10 0,5 2-9 0,-1-3 7 16,25-5-14-16,-4 1 0 0,1 12 1 0,7-5-2 16,-1-7-28-16,4-6-50 0,0-2-29 0,-2-4-10 15,-4-1-129-15,-1-2-144 0</inkml:trace>
  <inkml:trace contextRef="#ctx0" brushRef="#br0" timeOffset="52333.79">27849 13202 1009 0,'0'0'34'0,"0"0"64"0,0-1-84 0,0 1-23 16,0 0 5-16,0 0-10 0,0 0 15 0,2-2 0 15,0 2-2-15,0-2-1 0,0 0 0 0,1 0 4 16,1 2 3-16,9-4-1 0,2 1 1 0,2-1 11 15,-2 2-1-15,1 0 6 0,-1 0 10 0,-4 2 12 0,-1 0-4 16,1 0 5-16,4 0-13 0,-1 0 1 0,3 0-1 16,-6 2-2-16,0 2-13 0,-5-2 2 0,-4-2-7 15,7 13 4-15,2 9-11 0,-5 2 9 0,-6 2 1 16,-6 4 1-16,-7 2-6 0,-5-1 6 0,12 3 0 16,-24-7 2-16,-1-1 8 0,5 0 4 0,0-7-3 0,7-4 3 15,3 0-10-15,4-6-2 0,7 0-1 0,-3 1-2 16,3-1-13-16,1-4 0 0,0 5-1 0,3-5 1 15,1-3 11-15,0 2 0 0,1 0 2 0,3-1-3 16,5 3-11-16,25 3 5 0,3-5-8 0,4-6 6 16,0-5-8-16,0-3 0 0,-1-5 1 0,5-1-2 15,1-3-10-15,-1-1-61 0,1 1-49 0,-5 2-21 16,-2 4-310-16</inkml:trace>
  <inkml:trace contextRef="#ctx0" brushRef="#br0" timeOffset="53459.78">28993 12525 1056 0,'-2'-2'29'0,"0"-2"-4"15,-14-26 5-15,-3-3 4 0,0 0-14 0,14-1-14 16,-25 5-3-16,4-1-8 0,-9 2 4 0,2-2-7 0,-5 1 2 15,-4-5-1-15,-1 1 1 0,0-3 0 0,-5 3 2 16,-2 0 2-16,-8-3-1 0,-7 3 8 0,-7-8 4 16,-8 2 2-16,-4 0-2 0,-1 2-14 0,0 5 10 15,3 3-5-15,0-1 6 0,1 2-11 0,-9 0 5 16,-2 2-1-16,-9 0 4 0,-4-2 2 0,6 2-2 16,-1 2 3-16,5 0 0 0,0 2 14 0,-1 0 14 15,-6-1-4-15,-6 3 5 0,-1-1-10 0,-3 1-10 16,4 0-3-16,6 1-1 0,-3 2 4 0,-3-1-10 15,-5-1 8-15,1 2-10 0,3-1 9 0,1 5-3 0,0 2-2 16,-1 0-1-16,-3 5-12 0,-5-1 6 0,-2 1-2 16,3 4 5-16,2 0-1 0,5-33-6 0,-3 28 4 15,-5 7-4-15,-7 9 7 0,1 2-3 0,3 4 1 16,8 0-2-16,3 1-6 0,-5 3 8 0,-4 0-4 0,-5 1 5 16,-1 0-2-16,10 3 0 0,5 1 0 0,-4 2 0 15,-1 2 0-15,-8 1-2 0,-1 1 6 0,8 0-6 16,0 5-1-16,9-33 1 0,-3 41 0 0,-8 9 2 15,-2 0 1-15,-2 9-5 0,6 4 3 0,7 5-3 16,1 3 1-16,1-6 6 0,-4 0-5 0,-1-4 6 16,3-2-3-16,8 4 2 0,7 6-1 0,10 5 2 0,1 3-6 15,2 9 7-15,4-1-5 0,-4-3 5 0,8-1-3 16,1-10 3-16,6-1 0 0,9 2 0 0,6 0-2 16,8 6-1-16,4 4 4 0,5 7-2 0,3 0 6 0,8 2-4 15,5-6-2-15,6-9-1 0,6 2-5 0,-25-2 0 16,21 0 1-16,14 7-1 0,10 2-4 0,11 1 2 15,-22-1-4-15,48-4 4 0,11-5 3 0,13-1-2 16,11-11 4-16,17-1-3 0,0-1-5 0,6-1 7 16,1 0-5-16,8 2 6 0,15 0-1 0,9-2-2 15,9-6 2-15,4 1-3 0,4-6 3 0,12-6 0 16,8 1 0-16,2-12 0 0,6-3 0 0,10-4-6 16,5-6 6-16,5-4-6 0,11-3 10 0,-7-2-2 15,5-5-2-15,7-1-1 0,1-5 0 0,-2 43 0 0,2-40 1 16,3-9-1-16,-1-3 4 0,-1-8 0 0,8 0-1 15,2-7 1-15,-2-6 8 0,11-3-12 0,0-8 4 16,-13-6-7-16,0 36 4 0,2-54-2 0,-11-4 1 0,-2-6-2 16,2 1 0-16,-12 1 3 0,-8 1-5 0,-10 3 4 15,-15-2-4-15,-5 1 5 0,-8-1 5 0,-9-9-1 16,-11-6 2-16,-15-9-2 0,-10-5 2 0,-6 2-1 16,-5 1 7-16,-10 6 21 0,-16-2-6 0,-16-4 10 15,-13-5-11-15,-11-17-9 0,-12-4 2 0,-10-1-3 16,-8 1 8-16,-12 4-4 0,27-4 5 0,-33-7-2 15,-23-11 23-15,17-4-21 0,-58 5 5 0,-24 10-11 0,-15 8-2 16,-22-1 3-16,-13-5-5 0,-24 1 2 0,-16 5-17 16,-24 14-1-16,-21 15 0 0,-30 15-2 0,-20 7-13 15,-34 6-30-15,-26 13-15 0,-32 11-9 0,-23 16-85 0,-46-23-292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39:4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1568 0 0,'0'0'3664'0'0,"32"0"-1294"0"0,-32 0-2330 0 0,0 0 1 0 0,1 0-1 0 0,-1 0 1 0 0,0 0-1 0 0,1 0 1 0 0,-1 0-1 0 0,0 0 1 0 0,0 0-1 0 0,1 0 1 0 0,-1 1-1 0 0,0-1 1 0 0,1 0-1 0 0,-1 0 1 0 0,0 0-1 0 0,0 0 1 0 0,1 0-1 0 0,-1 0 1 0 0,0 1-1 0 0,0-1 1 0 0,1 0-1 0 0,-1 0 1 0 0,0 0-1 0 0,0 1 1 0 0,0-1-1 0 0,1 0 1 0 0,-1 0-1 0 0,0 1 1 0 0,0-1-1 0 0,0 0 1 0 0,0 0-1 0 0,0 1 1 0 0,0-1-1 0 0,1 1 1 0 0,-4 10 430 0 0,-9 12-296 0 0,-40 60-85 0 0,47-75-102 0 0,1 0 0 0 0,0 0-1 0 0,1 1 1 0 0,0-1-1 0 0,0 1 1 0 0,-2 11 0 0 0,-7 21-846 0 0,3-26-1120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52:44.62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10051 8436 31 0,'0'0'25'0,"0"0"17"0,0 0 35 16,0 0 12-16,-2 0-12 0,0 0-19 0,0 0-26 15,0 0-6-15,0 0 2 0,1 2-8 0,-1 0-4 16,-2 0 0-16,0 0-2 0,1 0 3 0,-1-2 8 16,-4 1 5-16,-1 1 1 0,4 0 7 0,1-2 1 15,0 0-1-15,2 0 3 0,-1 0 4 0,-1 2-7 0,0 0-4 16,0 0-2-16,3-2-25 0,-1 0 6 0,0 2-8 16,0-2 6-16,0 0-4 0,0 0-2 0,0 0 2 15,2 0-4-15,0 0-8 0,0 0 10 0,0 0-3 16,0 0 6-16,0 0-9 0,2 0 4 0,0 0 0 15,0 0 4-15,2 0 3 0,-1 0-6 0,14 0-1 0,4 1 0 16,1 1 5-16,0 0 10 0,6 0 0 0,2 0 1 16,3-2 2-16,4 0-10 0,6 0 1 0,0 0-5 15,3 0 1-15,1-4 3 0,-1 2-1 0,2 0 1 16,-1-1-6-16,-3 1-3 0,-1 0-2 0,-6-2 1 16,-4 1 4-16,-3-1 3 0,-4 0-2 0,0-1 2 15,-2-1-6-15,-5 2 9 0,1 1 1 0,-5-1 0 16,0 0-8-16,-4 0 0 0,-2 3 2 0,-1-1 0 0,-1 0 9 15,-1 0-13-15,-2 2 7 0,-1-2-8 0,1 0 22 16,0 0 9-16,-1 1-7 0,-1-1 6 0,0 0-23 0,0 0 0 16,-2 0 0-16,0 0 0 0,0 0 0 0,-2 1 0 15,0-1 1-15,-1 0-1 0,-9 0 2 0,-10-2 1 16,0 4-5-16,-2 0 2 0,-2 0-2 0,0 0 0 16,-4 0 7-16,-3 2-5 0,1 0 2 0,-5 2-3 15,0-1-4-15,0 3 2 0,-8-2-5 0,6 1 2 16,-7 1 1-16,1-2 0 0,4-1-3 0,-1 3 7 15,3-1-3-15,0 1 4 0,3-2-1 0,5-1-4 16,1 1 3-16,6 0-4 0,2 0 7 0,3-3-2 0,2 1-2 16,6 0-1-16,4 0-7 0,-1 0 3 0,5-2 1 15,-1 0 2-15,-2 2-2 0,3 0-4 0,-1-1-1 16,0 1-2-16,2 0 5 0,0 0-12 0,1 0 6 16,-1 0-7-16,2 0 17 0,0-1 5 0,2 1-2 15,-1 0 1-15,3 0-7 0,9 4 2 0,15 1 0 0,0-5 1 16,3-2-4-16,5-2-3 0,3-4 3 0,2-1-3 15,3 0 3-15,-1 1 1 0,-2 0 0 0,0 1 0 16,-1 1 0-16,-1 0 0 0,-5 3 0 0,-1-1 0 16,-3 0 1-16,-6 2-1 0,2 0 0 0,-6 0 0 15,-1 0 3-15,0 0-3 0,-3 0-1 0,-5 0-1 16,1 0 0-16,-3 0 3 0,-4 0 1 0,-1 0 2 16,-2 0 0-16,2 0-1 0,-1 0 2 0,1 0-1 0,0 0 2 15,-2 0 0-15,0 0 0 0,-1 0 0 0,-1 0 0 16,0 0 2-16,-1 0-6 0,-3 0 4 0,-13 0-7 15,-9 0 6-15,-4 0-4 0,-1 0 5 0,-3 0-7 0,-3 2 6 16,8 0-1-16,-10-1 3 0,1 3-3 0,-2-2-5 16,-3 2 5-16,2-1-5 0,0 3 10 0,2 1-11 15,-2 1 2-15,4 1-6 0,-2 0 3 0,6 3 3 16,-1-1-3-16,1 0 4 0,1 0 5 0,5-2-5 16,2 1 2-16,3-1-3 0,5-2 0 0,1 1 0 15,3-3-1-15,3-1-1 0,3-2-5 0,5-2 7 16,-2 2-5-16,1 0 5 0,1-1-8 0,0 1 5 15,0 0-2-15,2 0 1 0,0 0-11 0,2 0 8 0,2 0 3 16,18 5 2-16,8-1-1 0,3-6 7 0,2-2-8 16,4-2 7-16,4-3-12 0,0-3 6 0,3-1 2 15,3 0 0-15,1 2 0 0,2 1-3 0,-4 3 0 16,4 1 0-16,-6-2 3 0,1 3-1 0,-6 1 5 0,-4 0-4 16,0 0 0-16,-11 2 4 0,0-2-3 0,-8 0 5 15,-1 2-7-15,-8 0 2 0,1 0 0 0,-7 0 2 16,1 0 7-16,-2 0-1 0,2 0 1 0,-1 0-1 15,1 0 8-15,-2 0-5 0,0 0 3 0,0-1-4 16,-2-1-5-16,0 0 1 0,-2 0 0 0,0 0 0 16,0 2 3-16,-28-9-1 0,-5 0 0 0,-4 3-1 0,-5 2-5 15,-5 2 1-15,1 2-2 0,-6 0 3 0,4 0-2 16,-2 2 0-16,2 2-2 0,0 2 0 0,0-1-2 16,5 3 2-16,1-1 3 0,-1 0 0 0,2 3 0 0,4-3-2 15,-2 2-2-15,8 1 1 0,3-1 4 0,4-2-5 16,6-1 4-16,5-2-4 0,2-1 1 0,6-1 0 15,3-2-4-15,0 2 2 0,0 0-8 0,3 0-3 16,-1 0 4-16,0 0-3 0,2-1 3 0,0 3 1 16,2 0-3-16,1 0 3 0,18 7 7 0,16 2 3 15,4-6-1-15,0-5 2 0,-2-2-3 0,3-2 1 16,3-4-1-16,3 1 0 0,2-3-2 0,4 1 1 16,0 2 0-16,6-5 0 0,-5 1-1 0,-1 0 3 0,-4-1 2 15,-3 1-1-15,-1 2-7 0,-9 1 6 0,-3-1-1 16,-10 3 4-16,-2 0-9 0,-5 1 6 0,-2-1-1 15,-4 2 4-15,-6 2-1 0,-3 0 1 0,0 0 2 16,2 0 1-16,-1 0 7 0,1-2-3 0,-2 0-4 0,0 0 1 16,-2 1-3-16,0-1 2 0,-2 0 3 0,0 2-3 15,-13-2-7-15,-26 0 4 0,2 2 1 0,-5 0 2 16,-3 4 0-16,1 1-5 0,-6-1-4 0,-2 2 1 16,-1 1 1-16,3-1 0 0,3 1 3 0,7 1-3 15,1-1 2-15,7-1-2 0,5-3 2 0,3 1-2 16,3 0 3-16,7-2-2 0,3-1 2 0,5-1-2 15,3 0 3-15,1 2-11 0,0 0-2 0,0 0-4 16,3 0-1-16,-1 0 1 0,0 0 6 0,2-1-3 0,2 1 11 16,1-2-1-16,14 2 0 0,17-2-1 0,6-4 9 15,3-1-7-15,2-1-2 0,3 1-2 0,-2 1-4 0,3 0 1 16,-7 1 0-16,-3-1-1 0,2 2-5 0,-7 2-26 16,3 0-2-16,-2 0-13 0,2 4-40 0,-2 1-338 15</inkml:trace>
  <inkml:trace contextRef="#ctx0" brushRef="#br0" timeOffset="4234.62">12823 9051 107 0,'0'0'0'16,"0"0"54"-16,0-2 16 0,0 0 17 0,0 0 10 16,0 0-48-16,-2-1-9 0,0-1-24 0,0 0-3 15,2 2-1-15,-3-5 3 0,1 1 6 0,-2-1 5 16,2 1 0-16,-2 1 21 0,1-1 12 0,-1 1-5 0,2 1 6 16,0 0-22-16,0 1-2 0,1-1-4 0,1 2 1 15,-2-2-5-15,2 2-18 0,-2-1 6 0,0-1-12 16,0 0 0-16,0 2-4 0,0 1 3 0,1-1-2 15,-1 0-1-15,0 0 0 0,0 0-3 0,0 0 3 16,2 0 2-16,0 2-2 0,0 0 3 0,0 0-1 16,-2 2 9-16,0 0-10 0,1 2 4 0,1 1-5 15,-4 14 0-15,2 1 3 0,2 3 2 0,0-1-1 0,0 2-2 16,0 0 5-16,2 2-8 0,2 0 5 16,1 0-11-16,1 0 10 0,1-2-3 0,1 1 7 0,-1-3-5 15,0-2 2-15,3 2 2 0,-3-5-1 0,2 2 7 0,1-3 0 16,-5-4 5-16,3-1-2 0,-3-2 17 0,-1-3 5 15,3-1-6-15,6 4 4 0,0-5-15 0,-5 0-7 16,1 0 4-16,0-3-6 0,4 9 1 0,-2-3 3 16,2 1-9-16,0-3 7 0,-3-3-9 0,1 0 2 15,0-2 10-15,-2 0-6 0,4-2 5 0,-3-2-4 16,1-3-8-16,2 5 5 0,0-17-1 0,3-3-7 16,-1-2 6-16,2 5-7 0,0-3 4 0,-2 4-1 15,3-3-2-15,-1 3 0 0,1-1-1 0,1 4 6 0,-2 0-3 16,-4 2 3-16,2 2-14 0,-2 4 10 0,0-2-3 15,0 3 5-15,-2 0-8 0,4 1 2 0,-1 1 1 16,3 2 1-16,0 0 1 0,0 1 0 0,1-12-3 16,3 1 3-16,-3 5 4 0,4 1-9 0,1 5 7 15,-5 1-8-15,5 0 6 0,-3 1-2 0,-3 3-3 0,1 2 2 16,-1-1-1-16,-6 1 3 0,2 1 1 0,-2 1 0 16,2-3 4-16,-4 12-6 0,1 2 4 0,-1-3-5 15,0 1 4-15,1 0-1 0,1-4-2 0,-4 1 2 16,1-2 8-16,-5-3-8 0,1 2 3 0,3-2-4 15,-3 1 2-15,0-3 0 0,0-1 5 0,-1-1-5 0,5 4 6 16,-5-3-5-16,-1-2-2 0,-2-2 0 0,2 1-3 16,2 1 9-16,0 0 2 0,-3-1 3 0,1 1 1 15,0-2 1-15,0 0-2 0,0 0 1 0,0 0 1 16,0-1 0-16,-1 1 0 0,1 0-2 0,0-2-11 0,0 0 8 16,0 0-3-16,0-2 6 0,0 0-10 0,-1 1 0 15,1-3-2-15,4-7 1 0,1-6-2 0,3-2 5 16,-3 5-3-16,2-1 3 0,-1 2-10 0,1 0 7 15,0 0-1-15,-7 3 2 0,9-2-1 0,2 2-2 16,0 1 0-16,0 2 1 0,0 1 2 0,-2 0-5 16,2 3 4-16,2-3-5 0,4 2 5 0,-1 1 0 15,5-1-2-15,-3 0 1 0,4-1 4 0,0 1-3 16,1-2 0-16,6 3-2 0,2-3 0 0,-1 2-3 0,1 3 4 16,-3-1-4-16,-8 0 5 0,10-17-1 0,-8 10 0 15,6 2-2-15,1 3 1 0,-1 4 2 0,-2 0-2 16,-2 2 2-16,-4 1 2 0,2 3-2 0,-1 0 0 15,-1-1-1-15,4 3 1 0,-2-1 1 0,2 2-1 0,-2 1 0 16,-1-1-1-16,-1 0-1 0,-4 0 1 0,1 1 0 16,-2-3 4-16,-1 1-2 0,1 1 3 0,-4-2-4 15,2 1 1-15,-2-3-3 0,4 3 2 0,1-1-2 16,-5-1 11-16,6-1-6 0,-3-1-1 0,5 0-2 16,1-1 0-16,0-1 1 0,1-2 0 0,-3 0 0 15,2-2-4-15,1-1 4 0,1-1-2 0,0-2 3 0,-2 1-4 16,1-3 2-16,1 1 0 0,-2-2 1 0,4-1 1 15,-4 1 0-15,1 0-1 0,-1 0 0 0,-2-1 0 16,-1 1-2-16,-1 2 1 0,-3-1-2 0,0 1 2 16,-4 1 0-16,2 1 2 0,0-1-2 0,-2 0 0 0,-1 3 3 15,1-3-3-15,-2 2 2 0,-2 1 3 0,1-1-24 16,-3 0-8-16,1 2-26 0,-2 1-213 0</inkml:trace>
  <inkml:trace contextRef="#ctx0" brushRef="#br0" timeOffset="7045.16">16746 8999 9 0,'0'0'0'0,"0"0"3"16,0 0 31-16,2 0-22 0,0 0 4 0,0-2-17 15,-1 0 1-15,1 0 2 0,0 0-1 0,0 1-1 16,0-1 0-16,0 0 3 0,0 0 7 0,-1 0 0 0,-1 0 32 15,0 0 8-15,0 1 8 0,0-1-3 0,0 0 11 16,0 0-5-16,0 0-6 0,0 0 1 0,0 0-22 16,0 1-3-16,0-1-5 0,0 0 2 0,0 0-14 0,0 0-6 15,0 0 1-15,0 0-2 0,0 1 5 0,0-1 3 16,0 0-5-16,0 0 4 0,0 0 3 0,0 0 4 16,0 0 2-16,0 1 0 0,0-1 2 0,0 0 0 15,0 0 8-15,0 0-6 0,0 0 2 0,0 0-4 16,0 2-6-16,0-1 2 0,0 1-7 0,0 0-3 15,0 0-3-15,0 0-2 0,0 0-14 0,0 0 6 16,0 0 2-16,0 0 0 0,0 0 2 0,0 0 1 16,0 0 1-16,0 0 1 0,0 0 0 0,0 0-5 15,0 0-1-15,0 1 0 0,0 1 4 0,0 0-1 0,0 2 2 16,0 0-2-16,0-3 4 0,0 12 2 0,0 0-7 16,0 0 5-16,0-1-5 0,0 1 0 0,0 1 5 15,0-1-4-15,2 2 1 0,0-2 0 0,2 2-3 0,0 0 1 16,-1-2-1-16,1 0 9 0,2 2-7 0,1 0 7 15,0 0-9-15,-1-4 4 0,1 2 4 0,1 0-4 16,1 0 0-16,-1-2 1 0,-5-2 1 0,10 0 0 16,-2 4-4-16,1-5 4 0,1 5-4 0,-2-6 4 15,2-3-1-15,-4 3-5 0,0-3 5 0,-1 2-5 16,1-3 6-16,-2 3 3 0,-1-2 1 0,1-1 2 16,-1 1 20-16,0-2-11 0,-1 0 3 0,1 0-5 0,-1-1 3 15,-1-1-6-15,2 0 1 0,-1 0-4 0,3 0-7 16,-1-1 0-16,-1-1-3 0,-1 0 3 0,3-4-3 15,-3 3 3-15,3-7-5 0,-3-1 5 0,3-2-6 16,-1 4 1-16,0-2-1 0,3-2 0 0,-1 2 0 0,2 1 0 16,-2-1 4-16,3 2-3 0,-1 0 2 0,-2 1-3 15,2 1-4-15,2-1 0 0,0 3 4 0,2-1 4 16,-2 1-4-16,-2-1 3 0,2 2-2 0,-2 1-4 16,-1-1 6-16,4 2-6 0,-1-2-2 0,0 3 8 15,6-1-8-15,-4 0 8 0,-4 0-2 0,4 0-2 16,0-9 1-16,1 2-2 0,-3 3-3 0,4 1 3 15,-4 1 1-15,2 2 0 0,0 0-1 0,0 2 2 0,-4 0-2 16,2 0 2-16,-4 2 0 0,2 2 0 0,-2-2-1 16,1 1 0-16,1 3 5 0,-4-2-8 0,-1-1 4 15,1 3-5-15,-1-2 11 0,-1 3-3 0,3 0-1 16,-3 3-1-16,3-1-3 0,-1-2 1 0,-1 3 1 16,-2-5 0-16,-1 3 3 0,1-1 3 0,0-3-5 0,-2 1 3 15,-1-3-3-15,-1 0 0 0,4 2 5 0,0 0-3 16,0-1 7-16,-1-1 5 0,-1 0 2 0,0 0 1 15,0 0 7-15,0 0-11 0,0-1 1 0,-1 1-4 16,1 0-3-16,0-2-4 0,0 0 1 0,0 0-2 16,-2 0 3-16,0 0-3 0,2 0 1 0,0-2-1 0,-1 0-2 15,1 1 2-15,0-3-3 0,0 0 2 0,2-3-4 16,3-4 2-16,-1 1-2 0,3-1 2 0,-7 0-4 16,11 0 4-16,2 0 0 0,0 1 2 0,1-1-2 15,1 4 0-15,0-1 0 0,-1 1 0 0,1 0-6 0,0 1 4 16,1 0-1-16,5 3 3 0,-3-1 0 0,1 0-3 15,1 1 3-15,-2-12-3 0,-1 5 4 0,5 1-1 16,0 4 0-16,-2 1-1 0,4 2 0 0,-7 0-1 16,-2 2-1-16,1 0 0 0,1 0 1 0,1 2 1 15,1 0 2-15,-3 2-1 0,-1-3 1 0,0 3 1 16,1 0-2-16,-1 0 1 0,-2-1-2 0,1 3-1 16,-3-2 2-16,0-1-1 0,-1 1-1 0,1 0 6 15,-2-1-7-15,-4-1 6 0,4 2-7 0,-5-2 4 0,-1 0 3 16,1 0 0-16,1 1-2 0,-1-1-1 0,1 2-1 15,3 0 1-15,-3-3 2 0,1 1-3 0,1 2 4 16,0 0-3-16,2-1 7 0,-1-1-7 0,1 0 0 16,0-2-1-16,2 0 3 0,2 0-2 0,1 0 0 0,1-2-1 15,2-1 2-15,-1-3 3 0,4-1-5 0,6-3 2 16,2 1-4-16,0 0 4 0,-4 1 2 0,3-1 1 16,-1 2-4-16,0-1 0 0,2 1 1 0,-10 1 0 15,-1 1-1-15,-1-1-2 0,-3 2 0 0,2-1 0 16,-2 1 6-16,-4 0-6 0,4 1 2 0,-6-1-4 15,0 0-1-15,-1 2-17 0,-3 0-35 0,3 1-10 0,-3-1-265 16</inkml:trace>
  <inkml:trace contextRef="#ctx0" brushRef="#br0" timeOffset="10214.44">20148 8980 63 0,'0'0'40'0,"0"-2"2"0,-2 1 60 15,0-1 13-15,0-2-10 0,0 0-9 0,2 2-46 0,-2-3 1 16,-1-3-9-16,-1 1-19 0,2 1 0 0,-2 1-5 16,2 1 5-16,-1-1-7 0,-1-3 3 0,2 3 6 15,0-1-3-15,0 2 9 0,1 1 4 0,-1-1-6 16,0 0 6-16,0 0-14 0,0 1-21 0,0 1 8 0,0 0-10 15,1 0 6-15,-1 0 3 0,0 2-5 0,2 0 3 16,0 2-3-16,0 2 3 0,0 7-2 0,0 11 2 16,0 4 0-16,0 0-6 0,4 4 1 0,-1-2-2 15,1 0 3-15,2 1 3 0,-1-1 0 0,3 0-2 16,-1-2-3-16,0-2 9 0,1-3-1 0,-1-3 6 16,1-1 3-16,-3-4 9 0,3 2 9 0,-5-8-1 15,3 2 23-15,-2-3-25 0,-2-2-5 0,9 1-5 0,2-3-4 16,-2 0-1-16,2 7 3 0,-2-1-3 0,0-3-4 15,2-1 5-15,-4-2-6 0,4-2 5 0,-3 0-4 0,5-4-5 16,1-1 2-16,1-5-4 0,5-5 7 0,1 12-9 16,-1-18 7-16,-2-3-9 0,1 4 7 0,1-2-4 15,2 1-2-15,4 3 0 0,2-1-2 0,1 2 3 16,-3 1-6-16,-4 3 3 0,-2 0-2 0,-5 3-2 16,0 3 5-16,-2 1-3 0,0 1 7 0,-4-5-10 15,0 3 7-15,2 1-8 0,0 3 3 0,0 1 3 16,0 2-5-16,0 0 5 0,0 2 0 0,0 1 4 15,2 3-4-15,-4 0 0 0,2 1-4 0,0 2 6 0,-2-1-1 16,0 8 3-16,-2 1-5 0,1 2 1 0,-3-3 3 16,1-1 0-16,-1 0 5 0,-3-2-6 0,3 0 3 15,-1-2-4-15,-1 0 0 0,1-3 1 0,-2 3 0 16,-1-4 0-16,-1-3 5 0,0 2-6 0,2-3 3 16,-1-1-4-16,1 2 8 0,-2-4 9 0,2 2-4 0,-2-2 6 15,-1 0 7-15,7 3-5 0,-4-3 1 0,7 2-6 16,0-2-14-16,4-2-5 0,3-3 3 0,1-4-2 15,3-4 5-15,4-2-3 0,0-2-2 0,4 15 0 16,5-14-1-16,0-1-5 0,2 0 8 0,-1 4-6 16,-1 0 9-16,-2 4-7 0,1 1 1 0,-8 5-3 15,2-16 7-15,0 8-4 0,-2 4 0 0,3 3-2 16,1 4 8-16,-2 2-6 0,0 3 5 0,1 3-6 0,-3-1 7 16,6 4-3-16,7 2 0 0,2-2-1 0,1 1 1 15,3-1 0-15,-4-2-1 0,3-2 1 0,1 1 5 0,5-4-4 16,-3-1 0-16,-5-1-1 0,3-2 0 0,-2 0 0 15,-1 0 4-15,3-2-4 0,-2 0 0 0,-1 1-2 16,-1-1 2-16,-2 0-1 0,-2 2 5 0,-3-2-1 16,-1 0-3-16,-9 2 2 0,-2-2-5 0,-7 0 2 15,-5 2 1-15,6-1 1 0,-3-1 3 0,8-4-20 16,-3 1-1-16,3-1-16 0,3-1-104 0,-4 1-290 16</inkml:trace>
  <inkml:trace contextRef="#ctx0" brushRef="#br0" timeOffset="14873.67">23687 7356 48 0,'0'0'0'0,"0"0"34"15,-2 0 22-15,0-2 33 0,0 0 9 0,0 0-20 16,0 0-12-16,0 0-28 0,-1 1 4 0,-1-1-5 15,0 0 4-15,1 0-13 0,-1 0 4 0,2 2-7 0,-2-2 4 16,2 2 8-16,-1-2-4 0,1 2 5 0,-4-3-9 16,3 1 8-16,-1 0-7 0,0 0 6 0,0 0-15 15,3 0-5-15,-3 1 1 0,0-1-3 0,2 0-10 0,0 0 6 16,1 0 0-16,-1 0 4 0,2 0 6 0,2 1 6 16,-1-1-2-16,3 0 3 0,13-2-4 0,13-1-9 15,-3 1 3-15,1 2-4 0,2 0 4 0,-4 2-12 16,2-2 1-16,-2 0-5 0,0 2 4 0,-6-1-1 15,-1-1 2-15,-3 2-3 0,-1 0-4 0,-2 0 2 16,-2 0-2-16,-1 0 3 0,-3 0 5 0,-1 0-5 16,-4 0 0-16,1 0-3 0,-1 0-7 0,2 0 0 15,0 0-2-15,-1 0 0 0,1 0-12 0,-2 0-5 0,0 0-15 16,0 0 2-16,-1 0-60 0,1 0-28 0,0 2-5 16,-2-1-14-16,0 1-75 0</inkml:trace>
  <inkml:trace contextRef="#ctx0" brushRef="#br0" timeOffset="15006.76">23510 7434 59 0,'-2'0'61'16,"0"0"-4"-16,-1 1 62 0,-5 1-16 0,3 0 6 15,1 0-44-15,0 0-14 0,2 0 8 0,2 1-9 16,0 1 8-16,2 0-18 0,9 3 6 0,28 12-9 16,4-8 2-16,9-4-17 0,6-5-1 0,-3-2-5 0,3-3-8 15,-2-3-4-15,3-1-1 0,0 1-1 0,3 2-20 16,5 2-112-16,3 2-95 0</inkml:trace>
  <inkml:trace contextRef="#ctx0" brushRef="#br0" timeOffset="45037.51">17999 5980 81 0,'0'0'33'16,"0"0"3"-16,0-2 40 0,0 0 11 0,0 0-17 16,-1 0-10-16,-1 1-28 0,0-3-9 0,0 0 1 15,0 0-22-15,-2 1 3 0,1-1 5 0,3 2-4 0,-8-3 3 16,3 1-8-16,-3-4 4 0,3 3-2 0,-3-3 9 15,3 3 1-15,-3-3-5 0,1 3 4 0,-2-1-7 16,3 1 15-16,-3 1-6 0,-1 2 7 0,3-2-19 0,-4-5 2 16,2 4 4-16,-4-3-2 0,0 4 2 0,-2 1-8 15,0 1 4-15,0 2-4 0,-2 0 3 0,2 2 0 16,-3 3-5-16,-1 1 2 0,1 1 0 0,-1 1 3 16,-3 1 0-16,0 0 1 0,-3 2 0 0,-1-1-3 15,-1 1-1-15,1-2-1 0,0 2-3 0,5-3 6 16,-3 1-1-16,0 2 4 0,-6 0 1 0,4 0-6 15,-2 1 2-15,2-1-5 0,2-2 3 0,-4 4 6 0,2 0-2 16,0 0 3-16,2 0-7 0,0 2 1 0,0 0 3 16,0-1 1-16,2 1 9 0,-1-11-5 0,-1 16 0 15,4 3-2-15,-1-3 3 0,1 2 0 0,-1 1-8 16,1-5 5-16,0 5-7 0,3-3-1 0,-2 2 3 16,-1-3-4-16,1 1 2 0,-3-1 0 0,-4-2 6 0,4-3-2 15,-1 1 3-15,7-4-6 0,3 1-1 0,-2 1 0 16,2-2-1-16,-2 0 4 0,0 2-3 0,4 0 4 15,-4 2-3-15,4 1-1 0,2 3 1 0,-6 0 0 16,0 1 6-16,-2 2-4 0,-1 2 2 0,3 2-4 16,0 2-5-16,2 2 3 0,-2 3-1 0,4 1 2 15,0 1-1-15,0 2 7 0,2 2-4 0,1-2 5 0,-1 0-7 16,1-3 0-16,-1-1-1 0,0 1 0 0,1-3 1 16,1-1 0-16,0 0 3 0,-3-4-3 0,3 3 3 15,1-4 4-15,-1 1-4 0,5-2 3 0,0 0-7 0,0 2 10 16,0 0-2-16,-14 0 5 0,3 2-5 0,3 1-4 15,5 1 3-15,1 2-4 0,2-1 3 0,0 3 4 16,1-1-4-16,1 4 2 0,0 0-13 0,0 0 11 16,0 2-6-16,-2 2 7 0,0 0-10 0,0 0 4 15,2 0 1-15,-2-2 3 0,0-4-3 0,0 2 2 16,2-3-1-16,0-3 1 0,0 3-1 0,2-3-2 16,0 3 1-16,2-3 0 0,0 1 3 0,1-1-2 15,1-1 0-15,1 3 0 0,1 3 0 0,-1-3-1 16,2 2 1-16,1 1-1 0,-1-1 9 0,0 0-9 0,2 1 1 15,2-1-3-15,0-6 4 0,2 5-1 0,0-4 3 16,2-1-5-16,-2-3 0 0,1 0 0 0,-14-2 1 16,17-1-1-16,-4 1 4 0,7 0-1 0,-4 0 0 0,-1 0-1 15,2 0-3-15,-4 2 3 0,5-1-1 0,2-3 3 16,2 0-9-16,-1 0 6 0,1 1-4 0,-2-1 5 16,0-2-1-16,4-1 3 0,0 0 4 0,0-3-1 15,0 1 2-15,2-4-6 0,6 2 1 0,-1-4 0 16,2-4 8-16,6-1-9 0,0-2 3 0,5 1-5 15,3-3 0-15,3 0 5 0,0 2-2 0,0 22 3 16,-2-13-6-16,-8-6 1 0,1-3-3 0,-6-2 3 0,0-1 4 16,-1-1-7-16,-1 0 1 0,-2 0-2 0,-1-1 3 15,3-1 3-15,1-4 0 0,3 1-1 0,1-3-8 16,3-1 9-16,2 1-4 0,3-3 5 0,-2 0-5 0,3 0 0 16,-1-4 2-16,0 2-1 0,-1-2 3 0,-3 1 0 15,-5-3-3-15,-2 2 3 0,-1-2 4 0,-5 1-6 16,4-1 5-16,-1 0-7 0,-1 0-1 0,-1 1 1 15,-2 1 3-15,1-2 0 0,1 0 0 0,1 1-2 16,0-3-1-16,1 2 1 0,-3 1 5 0,7-5 1 16,-1 1-3-16,4-2 1 0,-4 18-7 0,0-24 4 15,-2-4 2-15,2-7 3 0,0 0-1 0,-1-7-3 16,-7-2-2-16,-3-1 1 0,0 1 3 0,-1 4-3 16,-1-1 2-16,-6 4-2 0,3-1-2 0,-3 1 6 0,3 0 3 15,-3 2 1-15,-1 0 6 0,0 2-8 0,-4-2 0 16,1 0-2-16,1-2 2 0,0-6 2 0,-2-5-5 15,0 1 3-15,0-9-6 0,0-1-3 0,0-2 3 0,-4-2-3 16,-1 5 8-16,-3 5 0 0,-3 3-2 0,0 7 1 16,20 4-2-16,-9 0 2 0,-5 4-4 0,-4 0 2 15,-4 0 0-15,-4-2 6 0,-2-4-2 0,-1-1 3 16,-1-3-4-16,-1-3-1 0,0-2 3 0,-2 4-2 16,0-4 6-16,-1 7 1 0,1 3-1 0,-2 3 1 15,2 1 2-15,-2 3-2 0,0 2-1 0,-2 1-3 16,-1 3-11-16,-1-1 5 0,0 2 0 0,0 4 2 15,12-4-4-15,-17 2 3 0,-3 0 0 0,1-2 0 0,0 0-5 16,-2-3 5-16,0-1-5 0,0 1 6 0,-3-3 0 16,4 6-6-16,-4-5 5 0,-3 1-5 0,4 1 0 15,-3-3 0-15,-1 1 1 0,4 1 0 0,0 3 3 0,1 3 0 16,1 2 3-16,1-1-2 0,-1 3-4 0,2-2 7 16,4 2-10-16,-2 3 8 0,3-1-5 0,-1 3-1 15,1 0 2-15,-3 4-2 0,0 0 0 0,-1 4-2 16,-1 0 2-16,-2 3-1 0,-2 2-1 0,0-14-15 15,-5 5 3-15,-4 5-8 0,-8 7-5 0,-14 4-61 16,-8 8-4-16,-5 6-25 0,-6 4-64 0</inkml:trace>
  <inkml:trace contextRef="#ctx0" brushRef="#br0" timeOffset="46319.92">14739 5796 16 0,'-2'-2'0'0,"0"-2"12"0,-1-3-2 16,-9-8 9-16,3 2 14 0,0 0 21 0,7-2 5 16,-9 2 5-16,-2 0 17 0,-2 0-17 0,0 0 0 0,0 2-6 15,-5-2-13-15,1 2-15 0,-3-2 2 0,0 4-7 16,-4-1-11-16,-4 3 0 0,0 3-8 0,-1 1 6 15,-1 1-10-15,1-17 5 0,-3 6-4 0,-1 4 3 16,0 5-6-16,-1 4 1 0,1 0 4 0,0 2-2 16,1 2 0-16,3 1 8 0,-1 1-1 0,3 1 3 0,-3 3-4 15,2-1-4-15,1 4 3 0,-3 0-3 0,0 2-2 16,-1 1 6-16,-6 3-9 0,-2 1 6 0,-2 1-9 16,-7 5 6-16,8-2 1 0,-5-20 1 0,-1 24 0 0,2 3-4 15,-1 3-1-15,3 3 0 0,1 5-6 0,2 9 6 16,0 1 0-16,4-1 1 0,0 7 3 0,3-6 1 15,3 0-1-15,-1-4 1 0,4-7 0 0,1-6-5 16,-3-3 1-16,2 0-2 0,0-3 7 0,-2 3-6 16,5-1 6-16,-1 3-6 0,0-1 3 0,0 6-2 15,0 0-2-15,3 2 1 0,5 2 0 0,1 1 0 16,2 1 1-16,-5 3 1 0,3 0 6 0,4 3-11 16,0 1 4-16,6-6-5 0,-1 0 11 0,-1-5-5 0,1 0-2 15,5 0 0-15,-3 0-2 0,2 2-1 0,1-1 6 16,-1 1-3-16,2 5 3 0,-22-1-1 0,11 3-6 15,9 0 4-15,4 0 5 0,4 4-1 0,3-6-1 16,3 0-1-16,-1-3 1 0,2-2-3 0,0-1 7 16,2-5-7-16,4-3 8 0,0-3 4 0,-15-1 4 0,22-4 0 15,-6 0-1-15,5 2-7 0,-3 2-4 0,6-1 0 16,4 3-5-16,-1 0 1 0,-3 1 4 0,2 4 0 16,-4 0-3-16,-1 4 2 0,1 6-2 0,-4-1 4 15,2 2-2-15,-1-1-7 0,1-3 1 0,0-1-3 16,1-2 13-16,1-2-7 0,2-8 3 0,2-1-6 15,1-4 1-15,5 0 1 0,1-2-1 0,4-2 1 16,0-1 9-16,2-1-10 0,0-1 6 0,3-1-6 0,5 1 9 16,-7 0-4-16,3-1-3 0,-4-1 2 0,-4 0 2 0,0-1-1 15,-2 1 0-15,-1-4-2 0,-1-4 0 0,4 2 2 16,0-1 0-16,2-7 1 0,4 1-4 0,4 20-1 16,8-11-1-16,5-9 1 0,5-4 6 0,5-6-3 15,-3-5 4-15,0-4-4 0,-6 1 6 0,-9-3-4 16,-2-2-4-16,-3 1 0 0,3-5-1 0,-4 1 5 15,4-2-1-15,1 0 2 0,-3 0-2 0,6 0 3 16,-6-1-3-16,2 20 1 0,0-25-3 0,-5-5-2 16,-3-4 7-16,-4-2-6 0,-5-4 6 0,-1-3-3 15,-5 0-3-15,-2-2 1 0,-1-2-2 0,-2 0 4 16,2 2 0-16,0 0 2 0,-1 1-6 0,-3 3 0 0,2-1 2 16,0 1 1-16,3-2 2 0,-3-2-4 0,0-6-2 15,0-7 1-15,1-4 1 0,-3-5 2 0,-1-1 2 16,-4 8-1-16,-1 0-8 0,-2 9 7 0,-3 6-5 15,2 6 7-15,-5 1 0 0,-1 2 6 0,16 2 3 0,-10-2-1 16,-6 1 3-16,-5-11-10 0,0-1 1 0,-3-14-4 16,-3-7 2-16,-5-5 0 0,0-5 4 0,-2 3-2 15,-4 4 4-15,4 7-2 0,-4 0 2 0,2 8 0 16,-3-2 3-16,-4-6 6 0,-3-1-3 0,-2-10 5 16,-1 5 0-16,2 9 6 0,-2 4 0 0,24 14 1 15,-31 4 3-15,-6 6-4 0,0 7-1 0,-9 5-3 0,0 4-18 16,-2 1-4-16,-9 6 1 0,3 8-2 0,-3 1 6 15,1-22-11-15,5 17-3 0,3 11-2 0,2 2-5 16,5 7-20-16,6 4-5 0,6 4-13 0,5-15-95 0,9 30-166 16</inkml:trace>
  <inkml:trace contextRef="#ctx0" brushRef="#br0" timeOffset="47553.19">21817 5774 46 0,'0'0'18'0,"0"0"-4"0,0-2 2 16,-2 0 9-16,0 0-13 0,0 0 0 0,-1 0-4 0,-3 1 1 15,-13-9-2-15,3 3 1 0,-5-1 22 0,1 3-3 16,-1 1 11-16,-3 0 10 0,2 3-17 0,-6-1 1 16,-2 2-9-16,1 0-15 0,-7 2 7 0,-4 1-6 15,-7 3 7-15,-5 1-16 0,-5 4 9 0,-1 1-7 0,-1 1 8 16,-3 0-8-16,7 0 1 0,3 1 3 0,2 1-1 15,5-2 3-15,0 2 7 0,3 0 6 0,-1 2-2 16,-2-1 1-16,1 5 0 0,-1 1-9 0,-7 4 5 16,4-24-17-16,-2 30 6 0,0-1 3 0,3 3 2 15,5 1 0-15,-5 2-4 0,5-2-1 0,4 6-2 16,1-4-7-16,4 0 7 0,-1 0-5 0,1-3 7 0,1 3 4 16,1-2-3-16,-3 4 3 0,-1 2-4 15,2 2-5-15,-3 7 1 0,1 4 1 0,4 5 1 0,-5 4-1 16,10 8 1-16,2-1 2 0,4 3-1 0,3-1 2 0,4-10-4 15,0-5-2-15,2-7 0 0,2-3 2 0,1 1 2 16,3 0-3-16,-1 4 3 0,-22 4-4 0,15 5 6 16,6 2-1-16,7 4 2 0,4-2 4 0,3 2-5 15,6 0 4-15,2-8-3 0,0-3 18 0,1-6-5 16,3-5 3-16,1-1-6 0,-18 1-13 0,30 3 11 16,-2 0-7-16,1 4 8 0,-1 0-16 0,0 8 6 15,1-1 0-15,2 1 2 0,3 3 9 0,1-10-10 16,4-2 1-16,1-3-3 0,3-7 12 0,3-4-8 15,4-2 4-15,6-3-6 0,1-3 3 0,4 1-3 0,-3-2 4 16,-5-4-3-16,1-2 5 0,-4-1 8 0,2-3-9 16,0 1 7-16,0-2-11 0,0-2 1 0,3-2 1 15,3 0-1-15,5-2 0 0,3-2-2 0,-1 2-2 0,0-2-1 16,-6-3 3-16,-7-2-4 0,-2-1 6 0,-7 22-6 16,1-13 3-16,-3-6-1 0,3-4-2 0,-1-2 1 15,1-6 2-15,4-1-4 0,2-2 2 0,4-4-3 16,0-4 7-16,1-2-8 0,-3-1 6 0,-4 0-6 15,0-3 5-15,-5 1 1 0,-2 20-3 0,-4-26 3 16,0 0-2-16,0-1 3 0,1 1-1 0,-1-6 1 16,4 3 4-16,-2-3-11 0,2-6 3 0,1-5-3 15,4 0 5-15,-1-5-3 0,-3-4 5 0,-1 3-6 16,-8-7 3-16,3 2-2 0,-3 2-2 0,-5 2 1 0,-3-1 2 16,-1 1 0-16,-1 0-3 0,-5-4 2 0,0 0-2 15,-1-11 5-15,-4-5-1 0,-4-4 2 0,2-2-9 0,-2 0 6 16,0 0-3-16,0 5 5 0,0 5-3 0,-1 5 4 15,-1 5 2-15,-2-1 0 0,-1-6-1 0,1-11 5 16,-3-4-2-16,30-8 3 0,-20-1-5 0,-8 4 1 16,-4 5-4-16,-2 9 3 0,0 3-4 0,-2 3-3 15,-2 2 3-15,1-4-1 0,-3-4 11 0,-1-7-1 16,-6-2 4-16,-2 4-2 0,-2 4 9 0,-2 11 2 16,-1 5 0-16,0 8 0 0,-3 3-4 0,16 6 2 0,-30 4-5 15,-6 3 3-15,-7 3-14 0,-6 4-5 0,-7 1-2 16,-7 2 1-16,-3 3-2 0,-3 1-10 0,0 9 4 15,0 7-7-15,-6-30 3 0,-7 21-3 0,-6 11-9 16,-11 6 0-16,1 7-51 0,4 3-75 0,3 5-16 16,9 5-31-16,2 3-170 0</inkml:trace>
  <inkml:trace contextRef="#ctx0" brushRef="#br0" timeOffset="60554.95">26171 6097 256 0,'0'0'106'0,"0"0"-31"0,-2 0 54 0,0 0 7 16,0 0-80-16,0 0-17 0,1 0-33 0,-3 0-1 0,0 0 0 15,0 0 10-15,1 0-4 0,-1 0 2 0,2 0-1 16,0 0 15-16,0 0 6 0,-1 2-1 0,-1 22 1 15,0 0 2-15,1 6-8 0,-7 3-1 0,1 6-4 16,0 4-15-16,-4 1 2 0,0 3 4 0,-2-1-2 16,-6 1-4-16,1 3-5 0,0 5-2 0,-1 1 2 15,3 5 0-15,-1-1 7 0,4-1-2 0,2-3 4 0,4-8-1 16,5-5 7-16,-1-6-3 0,3-7 4 0,-17-2-7 16,12-12-2-16,-1 1 2 0,6-10-1 0,2-3 4 15,-1 2 4-15,-1-3 2 0,0 1 1 0,2-2 2 0,0 0-21 16,0-2 6-16,0-2-9 0,0 0 3 0,2-20 0 15,0-17-4-15,-1 0 2 0,-1-4 1 0,0-1-3 16,0 3 5-16,0-2-3 0,-1 0 6 0,-1 4-4 16,-2-2-1-16,2 3-1 0,0 0 3 0,-1 1-3 15,1 2 0-15,0-2-1 0,2 0 0 0,0 0 1 16,0-6 1-16,7-2-1 0,3 3-5 0,4-5 6 16,3 4-4-16,2 1 4 0,1 1-4 0,-18 4 7 15,31 1-2-15,3 7 5 0,-1 3 3 0,0 2-1 16,-1 3 4-16,-1 3-3 0,-1 1 3 0,1 2-3 0,2 6-4 15,1 5 1-15,-1 0-4 0,0 3 2 0,2-22 1 16,0 12-2-16,1 6-7 0,2 5-1 0,-6 5 4 16,-10 3-2-16,-5 1 1 0,-6 0 8 0,-4 6-5 0,0 18 7 15,-7 1-5-15,18 5-5 0,-10 5 1 0,-10 1-1 16,-6 3 4-16,-7-5-2 0,-7 0-1 0,14-8-1 16,-27-2 1-16,-1-1 3 0,3-8 0 0,1-2 1 15,0-1 0-15,4-6 0 0,-2-1 2 0,2-2-1 16,2-3-1-16,4-2 0 0,3-1-1 0,2 5 1 15,1-2-2-15,4-5 6 0,1 0 0 0,3-2 2 16,3-2-7-16,1 0 6 0,-2 1-8 0,0 1 6 0,1 0-9 16,1 0 9-16,0 0-3 0,0 0 5 0,2-2-2 15,0 2-8-15,2-1 4 0,0 1-5 0,0-2 1 16,22 6 2-16,0-1-4 0,0-1 4 0,-2 2 1 16,-3-3 1-16,-1 3 2 0,-1 0-3 0,4-1-6 0,-3 1 2 15,-3-3-1-15,2 3 2 0,-1 0-4 0,3 1-9 16,1 0-6-16,-1 1-3 0,-2-3-33 0,-1 3-13 15,1-1-10-15,-4-1-2 0,0-1-59 0,4 3-71 16,-2-3-29-16,5 3-7 0,4-1-43 0</inkml:trace>
  <inkml:trace contextRef="#ctx0" brushRef="#br0" timeOffset="60856.08">27105 6635 203 0,'0'0'113'0,"0"-2"-113"0,0 1 129 16,0-1-57-16,0 0-14 0,0 0-17 0,0-2 5 15,0 2-8-15,0-7 11 0,0-2 1 0,-2 2-2 0,0-1 1 16,-2-1-4-16,1 0 1 0,-3 0 0 0,0 0 0 16,1 2-4-16,1 3-12 0,0 0-5 0,-7 3-3 15,0 1-16-15,0 0 5 0,-2-7-4 0,0 1 4 16,-2 3-13-16,-2 1 4 0,-1 4-2 0,-3 2 3 16,-1 3-3-16,4 5 0 0,-5 3 0 0,5 0 0 15,1-6-5-15,2 15 5 0,0 3-4 0,4-1 5 16,0 0 6-16,0-2-9 0,5 2 2 0,3-3-5 0,-12 1 6 15,6-2 4-15,3-1 1 0,2-1 0 0,4-1-4 16,2 0 8-16,2-4 0 0,1-2 3 0,3 0-2 0,-1-5 4 16,17-1-11-16,4 1 9 0,0 12-13 0,0-6-2 15,0-3 6-15,0-4-5 0,-2-3-7 0,0-2-10 16,0 0-10-16,-2-2 3 0,0 1-21 0,-4-1-31 16,1-2 3-16,-3-2-14 0,-1 1-3 0,2-3-90 15</inkml:trace>
  <inkml:trace contextRef="#ctx0" brushRef="#br0" timeOffset="61097.78">27545 6620 820 0,'0'0'16'0,"0"0"0"0,-2-1 23 0,2-1-6 0,-2 0 4 16,2 0-32-16,0 2 7 0,0 0-2 0,-2 0 4 15,0 2 0-15,1 0 5 0,-1 3-5 0,-11 19 5 16,0 2-2-16,2 2-9 0,1 2 6 0,1 3-6 16,2-1-3-16,-3 5-5 0,3 0 1 0,1-2-1 15,1 1 6-15,3-5-10 0,-2 1-11 0,2-1-3 16,0 1-61-16,1-2-197 0</inkml:trace>
  <inkml:trace contextRef="#ctx0" brushRef="#br0" timeOffset="61898.49">26364 7439 411 0,'0'0'33'16,"0"0"-3"-16,0-2 22 0,0 0 0 0,0 1-6 0,0-1-17 15,-2 0 5-15,0 2-3 0,0 0 3 0,0 0-11 16,1 0 11-16,-1 0-8 0,0 2 8 0,0-2-11 0,-13 3 11 16,2 18-5-16,0 3 5 0,0 2-21 15,0 4 11-15,2 1-5 0,-2 1 6 0,0-1-9 0,4 5 3 16,-2 1-4-16,1-2 2 0,7 4-13 0,-1-2 6 15,0-5 1-15,1 1 2 0,-1-5-6 0,0-2 0 16,2 4-5-16,-1-8 3 0,-1 2-7 0,2-2 11 16,0-5-8-16,-2 0 10 0,3-4-7 0,-1-4 0 15,-2-1 3-15,-2-1-2 0,5-3 10 0,1-2-3 16,-4 1 4-16,0 1-3 0,0 0 14 0,3-2-7 16,-1-1-2-16,0 1-4 0,-2 0-9 0,2-2 1 0,-1 0 0 15,1-2-1-15,0 0-1 0,0-5 1 0,-2-21 2 16,4-9-2-16,2 0-5 0,4-6 2 0,3-3-5 15,2-4 3-15,2 0-2 0,0 1 2 0,2 3-1 16,0 9 1-16,0-2-1 0,0 7 0 0,1 2 5 16,-1 8-3-16,-11 2 0 0,20 5 4 0,2 2-3 0,4 4 5 15,1-1 2-15,4 3-3 0,3 3 1 0,-5 2-1 16,-1-16-4-16,-5 8-7 0,-6 7 4 0,-4 3-5 16,-6 2 6-16,-6-1 12 0,1 1-11 0,-2 2 10 15,3 7-8-15,0 11-5 0,-3 4 4 0,-4 2-4 16,-7 6 2-16,-8 3 0 0,-6 0 1 0,10 0 1 15,-20-3 3-15,-3 1-4 0,6-4 3 0,4-3-3 16,4-4 2-16,-1-3 0 0,3-3-1 0,-1-1 1 0,3 2-1 16,1-3-2-16,2-3 0 0,2-1-1 0,3-1 5 15,3 0-5-15,-1 0 1 0,4-4-5 0,0 4 2 0,-5-1 4 16,1-1 2-16,3 0 1 0,-1 1-1 0,2 1 2 16,2 0-5-16,0-2 2 0,2 0-9 0,2-1-9 15,1-1-1-15,3 1-5 0,12-1-25 0,0-3-46 16,6 1 10-16,-1-1-22 0,1-2-1 0,7 18-12 15,2-8-18-15,8-7-9 0,0-3-190 0</inkml:trace>
  <inkml:trace contextRef="#ctx0" brushRef="#br0" timeOffset="62248.13">27045 7992 400 0,'0'0'52'0,"0"0"-5"0,-2 0 23 0,1 0 0 16,-3 0-12-16,0 0-18 0,-13 0-9 0,3 2-1 0,-3 4-1 15,-2 3-1-15,1 2-8 0,-1 0-1 0,-1 2 0 16,-2-11 9-16,1 15-9 0,1 2 2 0,1 1-5 16,2-1-3-16,3-1-1 0,-1 1-1 0,4-3 1 15,5 5-5-15,2-4 3 0,2 1 0 0,-9-3 3 16,2 0 5-16,3-2 5 0,3 0-1 0,3 0 1 16,0 0-3-16,0-2-2 0,3 0 1 0,3 0-2 15,-2-3-6-15,1-1 3 0,16 1-2 0,-1-3 3 0,4 3-3 16,-1-7 3-16,3 1-3 0,-2 0 1 0,0 15-8 15,2-4-4-15,-4-6 6 0,2-1-5 0,-2-4 3 16,-3-2 0-16,0 0-5 0,-3 0 4 0,1-2-4 0,-2-2-6 16,0 0-8-16,-4 1 2 0,0-3-23 0,-4 2-16 15,1-1-1-15,-4-1-7 0,-3-7-13 0,9 0-9 16,-3 0-7-16,-3 0 0 0,-2 0-11 0,-2 2-15 16,-2 0 2-16,-2 4-13 0,0-1-50 0</inkml:trace>
  <inkml:trace contextRef="#ctx0" brushRef="#br0" timeOffset="62542.47">26925 8232 65 0,'-2'0'52'0,"0"0"40"15,-11 0 45-15,-13 2 14 0,4 0-26 0,5 0-49 16,4-1-6-16,7-1-16 0,3 0-34 0,1 0 1 0,-2 2 5 16,0 0 0-16,3 0 30 0,-1 0-3 0,2 0-3 15,2 0-1-15,1-1-8 0,20 3-5 0,14-4 2 16,3-2-4-16,7-3-10 0,3-5-11 0,0 1-4 16,2 0-2-16,-2 0-7 0,-1-1-4 0,-3 3-4 0,-9-1 0 15,-2 3-17-15,-12-1-3 0,-7 1-4 0,-6 1 1 16,-7 2-16-16,1 0-18 0,-2 0-8 0,0-1-1 15,-2-3 2-15,-4-5 33 0,-3 0 9 0,-25-2 5 16,-11 2 20-16,-1-2 14 0,3 2 1 0,2-2 5 16,4 1 3-16,-1 1 8 0,1 0 0 0,4 0 5 15,3 4 18-15,4-5 2 0,1 5 6 0,10 0-4 16,0-3-5-16,10 9-13 0,1 1-7 0,-2-4 0 0,0 0-24 16,2 0 12-16,1 3-3 0,1-3 7 0,0 0 0 15,1 0-8-15,11-3 1 0,27-15-4 0,1 5-7 16,1 4-6-16,2 2-7 0,0 3-3 0,1 1-44 15,5 1-72-15,1-1 1 0,0 0-28 0,-2-1-50 0</inkml:trace>
  <inkml:trace contextRef="#ctx0" brushRef="#br0" timeOffset="62917.17">27484 7296 1043 0,'-2'-2'25'0,"0"1"-2"15,0-1 23-15,0-2-10 0,2 2 2 0,0 0-33 16,0-1-11-16,0-1 6 0,0 0-6 0,0 2 8 16,2 0 0-16,-2 1-2 0,0 1 0 0,0 1-6 0,0 1 5 15,-2 2 1-15,-9 13 0 0,9 9 0 0,-15 0-19 16,1 3-12-16,-1 7-6 0,-7 3-61 0,-2 5-89 15</inkml:trace>
  <inkml:trace contextRef="#ctx0" brushRef="#br0" timeOffset="63895.94">26559 8889 490 0,'-2'-2'50'0,"0"1"71"0,0-1-53 15,0-2-31-15,1 0-1 0,-1 2-12 0,2 1-19 16,0-1 7-16,0 0 5 0,0 0 4 0,0 0 36 0,0 2 3 15,0 2-3-15,-2 0 0 0,-4 11-21 0,-10 20-12 16,1 1-6-16,-4 5-1 0,1-2-6 0,-1 2-3 16,0 2 6-16,3-2-6 0,-1-2 0 0,2-2-1 15,4-5 3-15,0-4-1 0,3-6 11 0,3-3-4 16,-1-2 5-16,4-8-4 0,1 1 7 0,-1-5-3 16,0 1-1-16,0 0 0 0,0-2 7 0,0-1-16 15,0-1 4-15,1 0-7 0,-1-1 6 0,0-3-9 16,-2-7 7-16,-5-21-8 0,3 2 4 0,4 1-5 0,2-1 0 15,2 0 1-15,4 1 2 0,1-3-4 16,3 1-5-16,-1 1 1 0,2-2-2 0,0 3 0 0,4-1 3 16,2 0-3-16,1 0-1 0,-10 3-1 0,23 1 1 15,-3 3-1-15,0 7 6 0,4 3 4 0,-6 3-3 16,3 7 3-16,-3-14-7 0,-3 6 6 0,-1 5-3 0,-11 6 2 16,2 0-5-16,-2 2 2 0,-7 0 1 0,0 0 0 15,-4 0 10-15,11 18-8 0,-2 4 5 0,-5 2-7 16,-4-5 3-16,-4-1-3 0,-5 2 1 0,-1-3-1 15,-1-2 6-15,8-3-4 0,-12-1 0 0,2 0-1 16,2 0 2-16,-2 2-3 0,3 0 0 0,3 0-1 16,1 2 6-16,-1-1-3 0,-2 1 3 0,3 4-5 0,0-1-8 15,5 0 7-15,-1-1-3 0,0 0 4 0,0-5 0 16,-9 1 0-16,3 2 2 0,7-4-2 0,1 0 0 0,1 2-8 16,3-4-7-16,2 0-3 0,-3-4-42 0,31-1-30 15,1-2-3-15,-1 16-8 0,5-7-12 0,1-9-82 16,1-4-56-16</inkml:trace>
  <inkml:trace contextRef="#ctx0" brushRef="#br0" timeOffset="64144.52">27463 9099 624 0,'-2'0'51'0,"0"-2"-6"0,-1 0 18 0,-14-3 4 15,-9-4-17-15,0 3-15 0,-4 0-11 0,-1 3 6 16,1 1-7-16,-3 0 5 0,1 2 7 0,-1 2-8 15,1 2 8-15,2 1-9 0,1 3-6 0,-1 1 2 0,6 0-3 16,1 2-1-16,5 0-10 0,5-1 6 0,0-7-8 16,4 18-5-16,1 1 6 0,3-1-7 0,1 1 7 15,0-2 3-15,-11 1-7 0,4 1 5 0,4 0-7 16,3-3 7-16,4-1-1 0,0 1-4 0,2-6 2 16,3 0-6-16,-1-6-24 0,-2-1 0 0,22-1-13 15,2 12-40-15,6-4-25 0,-1-5-11 0,3-8-5 16,1-2-55-16</inkml:trace>
  <inkml:trace contextRef="#ctx0" brushRef="#br0" timeOffset="64368.24">27487 9192 397 0,'0'0'46'0,"0"0"73"0,-2 0-61 0,1 0-22 15,-3 0 0-15,2 0-8 0,-5 2-6 0,-8 7-4 16,2 0 2-16,-2-5-3 0,-2 15-3 0,2-1 11 16,4-1-6-16,-2 1 7 0,8 3-12 0,-1-4-2 0,-3-1-2 15,5-3 0-15,-2-5-6 0,1-1 10 0,3-1-4 16,0-1 4-16,2 1-11 0,0-1 1 0,0-3-7 16,0 2 1-16,2 0-31 0,0-1-8 0,2-1-1 15,12 4-7-15,5-2-51 0,5-4-76 0</inkml:trace>
  <inkml:trace contextRef="#ctx0" brushRef="#br0" timeOffset="65106.8">27519 9391 423 0,'0'0'22'16,"0"0"0"-16,0-2 16 0,0 0-2 0,0 0-1 0,0 0-6 15,0 0-3-15,2-1 6 0,0-1-4 0,1-4 8 16,1 1-10-16,3-4-3 0,-5 5-1 0,11 3-11 15,0-1-5-15,-4 2-1 0,1-5-1 0,-3 1-5 0,-1 2 11 16,-4 4 0-16,-1 0 8 0,3-2 13 0,0 1-20 16,0 1 5-16,-3 0-12 0,1 1-1 0,-2 1 6 15,0 0-3-15,-2 0 4 0,1 0 0 0,-1 0 0 16,-2 0-8-16,-2 1 5 0,-3 3-4 0,-4-1 1 16,6-3 2-16,-4 2-3 0,-1-2-3 0,0 0 7 15,4-2-2-15,-7 0 4 0,10 0-1 0,-1 0 2 16,-5-2 6-16,7 0-4 0,1 0-2 0,-1 0-8 15,2 0-1-15,0 1 0 0,0-1 10 0,0 0-12 0,1 0 5 16,-1 0-6-16,2 0 1 0,0 0 10 0,0 1-8 16,0-1 10-16,0 0-13 0,0-2 3 0,0 0-1 15,0 1 0-15,0-1-3 0,2 0 3 0,-1 1 3 0,-1-1 0 16,0 0 0-16,0 0-3 0,0 1 1 0,0 1-1 16,0 0 10-16,0 0-10 0,0 0 2 0,0 0-4 15,0 1-4-15,0-1 3 0,0 0-2 0,0 0 3 16,2 0-4-16,-2 0 6 0,0 2 1 0,0 0 3 15,2 0 1-15,0 0-6 0,-2 0 3 0,0 0-2 16,0 0 12-16,0 0-11 0,0 0 3 0,0 0-4 16,0 0 3-16,0 0-5 0,0 0 3 0,0 0-1 0,0 0 4 15,0 0-2-15,0 0 1 0,0 0 0 0,0 0 11 16,0 0-4-16,0 0-1 0,0 0-1 0,0 2-8 16,-2 0 11-16,0 0-8 0,0 0 9 0,1 0-8 0,-1-1 4 15,0 1 1-15,0 0-2 0,-2 0-2 0,1 0 1 16,-1 0 3-16,0 0-1 0,0-1 0 0,1-1 8 15,1 0-3-15,0 0 5 0,0 0-8 0,0 0-4 16,0 0-2-16,2 0 0 0,0 0-5 0,2 0 1 16,2-1 5-16,3-1-2 0,16-4-2 0,-3 2 2 15,-3 3-3-15,-4-1 4 0,0 0-1 0,-2 2-4 16,-4 0 1-16,3 0-2 0,-5 0-2 0,-1 2 4 16,0 0-2-16,-1 1 4 0,8 14 9 0,-1 3-8 0,-5 3 9 15,-3 1-9-15,-4-6 0 0,-1-1 11 0,-3 2-10 16,0-4 9-16,-1-1-14 0,1-1 5 0,3-5-1 15,1-3 4-15,0-1-3 0,0 0-4 0,0 1 1 16,0 1-1-16,1 1 11 0,1-3-11 0,0-2 3 16,0 0-6-16,0 0 8 0,20 13-14 0,4-6 6 0,10-2-11 15,-1-7-11-15,6-2-59 0,6-5-1 0,5-6-25 16,5-4-54-16</inkml:trace>
  <inkml:trace contextRef="#ctx0" brushRef="#br0" timeOffset="66535.8">28176 7811 37 0,'0'0'16'0,"0"0"20"0,0-2-11 0,0 0 19 16,0 0-2-16,0 0 10 0,0 0 9 0,0 0-6 16,0-1 2-16,0-1-2 0,0-7 11 0,0 0-5 0,0-6 2 15,-2 2-6-15,0-2-16 0,-1 1 0 0,1 5-8 16,-2-4 3-16,0 2-11 0,-1-2-12 0,-3 0 10 15,3 2-10-15,-3 0 4 0,-1 0-4 0,5 0-1 16,-10 0 2-16,-1 0 5 0,-2 2-1 0,-5 0-5 0,-1-2 2 16,-3 0 0-16,2 2-1 0,2-2 2 0,0 1-2 15,-2-1 7-15,-1 0-1 0,-2 2-2 0,-5-2 0 16,4 2-4-16,-2 0 2 0,-1-2 3 0,1 2-3 16,-1 0 3-16,-3 0-5 0,-3 0-4 0,-2-1 0 15,-4 1-5-15,1 0-1 0,1 0 3 0,-4 2-1 16,1-1 6-16,-3-1-4 0,-1 4 4 0,3-1-3 15,1 1 12-15,-3 5-12 0,1-2-1 0,-2-20-3 16,-4 9 6-16,-2 10-11 0,-4 1 10 0,-7 4-10 0,0 4 7 16,-9 0-2-16,0 3-3 0,3-1 3 0,-1-3 1 15,7 3-2-15,4-1 1 0,-1 3-2 0,3-1 5 0,0 1-5 16,-5 1 2-16,-1-2-1 0,4 3 11 0,5-1-12 16,3-2 7-16,6 3-8 0,3 1 6 0,3 0-6 15,5 0 3-15,3 4-4 0,5 0-1 0,2-13-2 16,0 29 0-16,2 3-1 0,0 3 3 0,2 7 1 15,3 3-1-15,1 7 3 0,3-1-3 0,4-1-4 16,1 2 4-16,3-4-5 0,-1 1 3 0,3-3-2 16,3-5-1-16,-20-6 1 0,11 0 2 0,9-4-7 0,2 2 1 15,5-1-2-15,6 1 7 0,6 2 3 0,4 0-3 16,-12 2 3-16,26 2-3 0,4 2 3 0,2 0 3 16,11 1-2-16,7 1 3 0,6-2 5 0,10-1 1 15,3-6 1-15,3-3 5 0,3-2 5 0,3-6 0 16,2-7 1-16,4-5-10 0,13-4 4 0,7-1-6 0,2-4 7 15,0 33 1-15,-9-30-6 0,-2-9 1 0,4-7-4 16,1-4-6-16,8-6 8 0,-3-7 2 0,-8-5 2 16,-4-4 4-16,-11 25 4 0,0-32-3 0,1-7 5 15,-2 1 12-15,-3-6 5 0,-7-3 6 0,-6-3-2 16,-7-1 11-16,-10 0 2 0,-5-8-6 0,-15-3 3 16,-9-14-11-16,-13-7-2 0,-13-5-2 0,24-6-2 0,-32 7-14 15,-23 6-5-15,-3 12-6 0,-61 4 1 0,-26 5-20 16,-27-3-25-16,-23 5-13 0,-39 12-12 0,-32 15-102 15,-59 2-320-15</inkml:trace>
  <inkml:trace contextRef="#ctx0" brushRef="#br0" timeOffset="81026.92">19448 4784 256 0,'0'0'-24'0,"0"0"34"16,0 0 18-16,0 0 10 0,0-2 26 0,0 0-14 0,0 1-12 16,0-1-8-16,0 0 5 0,0 0-8 0,0 0 0 15,0 0 5-15,0 0-5 0,0 1-1 0,0-1-10 16,0 0 4-16,0 0-3 0,1 0 9 0,-1 0-2 16,0 0 1-16,0 1 0 0,0-1 4 0,0 0-22 15,0 0 1-15,0 0-7 0,0 0-1 0,0 0 8 16,0 1-6-16,0 1 8 0,0 0-6 0,0 0 5 15,-1 1 5-15,-1 1-3 0,0 0-3 0,0 0 4 0,-2 2-3 16,1-1 4-16,-5 5 2 0,-3 5-5 0,-2 0-4 16,0 2 1-16,-4-1-7 0,1 1 4 0,-3 2-1 15,-1 0 0-15,-3-1-1 0,3 3-4 0,-6 1 6 16,-2 3-5-16,2 3 3 0,-5 0-2 0,3 2-2 16,0 1 1-16,-2 1 4 0,4 3 3 0,4 5-3 0,-4-1 1 15,-2 2-4-15,2-2 2 0,-4 2 0 0,2-2 3 16,1 2-2-16,-3-7 1 0,0-1 6 0,2-1-4 15,2-8 5-15,0-2 1 0,6 3-6 0,3-8 6 16,0-1-4-16,4-1 1 0,2-3 4 0,2-3-3 16,2 1-7-16,1-3 1 0,2 1-4 0,1-3 3 15,3-1 6-15,0 0-6 0,-2-2 2 0,-2 4-4 0,0 0 2 16,1-1-3-16,1 1 5 0,0-2-5 0,0 0-3 16,0 0-16-16,0-1-3 0,1 1-2 0,-1 0 2 15,0 0 4-15,0 0-2 0,0 0 0 0,0 0-30 0,0-1 2 16,1 1-4-16,-1-2 3 0,0 0-14 0,0 0-14 15,0 0-5-15,0 0-4 0,0 0-27 0</inkml:trace>
  <inkml:trace contextRef="#ctx0" brushRef="#br0" timeOffset="82614.56">18525 5488 107 0,'0'-2'44'16,"0"0"50"-16,0-2-29 0,0-11-23 0,0 4-8 16,0 0-2-16,0 2-15 0,0 2 9 0,0-5-3 15,0 3 4-15,0 4-10 0,0 3 15 0,0 0 2 0,0-2 3 16,0 0-4-16,0 3 3 0,0-3 3 0,0 0 0 16,0 0 13-16,0 1-17 0,0-1 1 0,0 2-5 15,0-2 3-15,2 1 1 0,-2-1-4 0,0 0 0 16,0 1-20-16,0 1-4 0,0-2-1 0,0 2 0 15,0 0 1-15,0 0-6 0,0 1 0 0,0-1-3 0,0 0-2 16,0 0 4-16,0 2 3 0,0 0 0 0,0 0 1 16,0 2-1-16,0 0-1 0,0 0 1 0,0-1-8 15,0 3 5-15,0 0-1 0,0 3 2 0,2 4 1 16,-2 4 0-16,0 4-2 0,0-1 0 0,0-1 5 16,0 2-1-16,0-5 2 0,0-1-4 0,0 2-2 0,0-4-1 15,0 4-1-15,0-2 2 0,0 0 1 0,1-2-1 16,1 4 2-16,0-4-2 0,0 1-4 0,0-1 3 15,0 0-3-15,0 0 4 0,-1 0 7 0,-1-2-5 16,0 1 5-16,0 1-7 0,0-2-4 0,0 0 5 16,0 1-2-16,0-1 5 0,0-2 2 0,0 1-6 15,0-1 3-15,0-3-3 0,0 2-2 0,0-3 6 16,0 1-5-16,0 0 6 0,0-2-2 0,0 1 0 16,0 1 1-16,0 0-3 0,0-1-5 0,0 1 7 0,0-2-1 15,0 0 5-15,0 0-1 0,0 0 6 0,0-1 0 16,0 1 2-16,0 0-3 0,2 0-6 0,0 0 1 15,0 0-2-15,2-2 6 0,9 0-10 0,7 0 6 16,2-2-7-16,1-2 8 0,3-1 1 0,5-3 0 0,4 1 0 16,1-1-2-16,-7 3 4 0,3-3-7 0,-8 3 6 15,2-1-10-15,-2 2 5 0,-3 1 2 0,-3-1-1 16,-1 0-1-16,-4 2 0 0,2-1 5 0,-6 1-3 16,-1 0 1-16,-1 0 4 0,-5 2-4 0,0 0 5 15,1 0 4-15,1-2-4 0,0 0-2 0,0 1 1 16,-3-1-2-16,1 0-4 0,0 0 5 0,0 0-5 0,0 0-2 15,0 0-2-15,-2 1-2 0,0-1 1 0,0 0 11 16,0 0-8-16,0-2 1 0,0 1-4 0,0 1-7 16,-2-2 9-16,0 0-1 0,0 1 4 0,0-1-4 15,0 4-4-15,-16-13 6 0,-3 2-5 0,-3 1 8 0,2 3-4 16,3 1-3-16,-5 1 0 0,-4-3 0 0,4 3 1 16,-2-3 1-16,2 1 1 0,4 1-2 0,-1 1-3 15,1-1 3-15,3 3-4 0,0-1 6 0,3 0 0 16,1 0-1-16,0 1 1 0,0-3 0 0,2 2 0 15,-2-1 3-15,0-3-3 0,1 1-4 0,1 0 2 16,0-1 0-16,2 6 1 0,-2-9 4 0,5 0-5 16,-1 0 0-16,3 0-2 0,-2 2 2 0,3-1 4 15,-1 5-4-15,2-1 4 0,0 1-5 0,0 1 1 0,-3-4-3 16,5 7 2-16,0-1-6 0,0 0 3 0,-4-2 1 16,0 0 1-16,3 1 0 0,-1-1-3 0,0 2 5 15,0 0-4-15,0 0 2 0,2 1 2 0,0-1-2 0,0 0 4 16,0 0-2-16,2 0-5 0,0 0 2 0,0 0-2 15,0 1 6-15,1 1-2 0,5 0 1 0,5 0-2 16,2 1-4-16,-2 3 2 0,1 2 1 0,1 1 0 16,2 2 2-16,2 4 0 0,-1-7 1 0,2 14 0 15,-1-3 0-15,1 2 3 0,5-3-4 0,-1 1 5 16,-2-2-7-16,0-2 1 0,4-2 1 0,0-2 1 16,-9 2 1-16,7 1 2 0,0-1-1 0,-5-2 1 15,3-3-9-15,-1-1 8 0,-8 1-2 0,3 1 4 0,7-1-8 16,-10-3 6-16,1 1-4 0,-6-2 5 0,-3 2 6 15,-3-4-8-15,0 0 4 0,0 0-4 0,0 0 14 0,2 3-10 16,-1 1 6-16,1 0-8 0,-2-2 4 0,0 0-5 16,0-1 0-16,-2 1-2 0,0-2 0 0,-2 0 5 15,0 0-5-15,-2-2 4 0,-11-1-10 0,-3-3 6 16,-3-1-1-16,3 1 2 0,1 1-1 0,-11-7-1 16,0 3 4-16,0 0-3 0,-5 0-1 0,5 3 0 15,0 2-5-15,0 1 5 0,2 1 2 0,-1 2-6 16,1 0 5-16,0 0-5 0,3 0 11 0,3 2-2 15,-2 1-2-15,3 1 0 0,2 0-10 0,3-1 13 0,-1 1-7 16,5-2 8-16,1 2-10 0,2-2 4 0,3-2-2 16,0 1 2-16,2-1-3 0,1 0-6 0,-3 2 3 15,0 2-3-15,2 0 3 0,0-1 8 0,1 1-2 16,-1 0 4-16,0 0-7 0,2-3 5 0,0 7-2 16,0-3 4-16,0 1-4 0,2 0 1 0,0-3-2 0,-1 1 1 15,7 0 3-15,7-2-3 0,0-1 2 0,1 1-3 16,-1 9 5-16,4 1 0 0,1-5 0 0,2-3-2 15,2-2-1-15,1-2-1 0,2 0 2 0,3-2-2 16,-2-2 2-16,0-2 4 0,-2 1-3 0,-4-3 3 16,4 1-9-16,-5 1 9 0,-7 3-6 0,1-3 6 15,-5 2-6-15,-1 1 4 0,2-3 3 0,-7 4-1 16,-1 0 3-16,1 1-9 0,-2-3 3 0,0 0-3 0,0 0 0 16,-2 1-4-16,0-1-1 0,-2 0-1 0,-2 2 6 15,-13-7 0-15,-10 0-2 0,-7 3 1 0,3 4 1 0,3 2-1 16,0 2 3-16,2 0-3 0,2 0 1 0,5 0-1 15,4 0 1-15,4 1-1 0,4-1-6 0,1 0 6 16,2-2-5-16,1 2 5 0,-1 0-4 0,0 0 5 16,2 0 0-16,1-1 1 0,-1 1-1 0,0 0-2 15,2 0 5-15,0 0-3 0,0 0 2 0,2 0 2 16,1-1-4-16,7 3 2 0,8 4-6 0,5-1 5 16,-1-1-1-16,-2-3 3 0,1-1-8 0,-5 0 5 0,3-2 3 15,0 0 1-15,3 0 0 0,-4 0-2 16,-3 0-4-16,-5 0 3 0,-7 0 3 0,7-2 0 0,-3 0 3 15,-5 2-3-15,3-2-4 0,-1-1 1 0,0-1-2 16,0 0 2-16,-4 2-1 0,3-5-1 0,-1-2 0 16,-2-1 0-16,0 3 5 0,0 5-5 0,-2-2 2 0,-1 1-3 15,-5-3 2-15,-10-3 4 0,-1 3 0 0,6 4 0 16,-4 1-5-16,2 1 2 0,-5 1-3 0,1 3 4 16,3 2-2-16,-3 1-10 0,1 2-7 0,-5 4-7 15,-3-11-83-15,-7 28-359 0</inkml:trace>
  <inkml:trace contextRef="#ctx0" brushRef="#br0" timeOffset="85220.7">19589 4843 256 0,'0'0'9'0,"0"0"17"0,0 0 21 15,0-1 13-15,0-1 4 0,0 0-10 0,0 0-22 16,0 0 3-16,0 0-8 0,0 0-3 0,0 1 3 0,0-1 0 16,-2-2 3-16,2 0 6 0,0 1 21 0,0-1-11 15,0 2 14-15,0 0-21 0,0 0-24 0,0 1 5 16,0-1-11-16,0 0 3 0,0 0-7 0,2 0 5 16,0 0-4-16,1 2 5 0,1 0-3 0,15-2 0 15,5 1 0-15,-2 1-1 0,4 0-2 0,-2 0-1 0,-2 0 0 16,3 0 2-16,-5 0-6 0,2 1 0 0,-3 1-2 15,-4 0-2-15,0 2 5 0,-6-2-2 0,2 1 3 16,-4-1 2-16,-1 0 1 0,-2 0 0 0,-1 0 1 16,1 1 7-16,0 1-9 0,0 4 9 0,-1 5-8 15,-3-2 15-15,0 2-10 0,-3 0-1 0,-7 2-4 0,7-2 3 16,-25 0-2-16,5 1 5 0,1 1-7 0,2 0-7 16,3-2 4-16,-3 4-1 0,3-2 3 0,-2 0 1 15,3 1-3-15,1-1 1 0,2 0-1 0,2 0 3 16,5 2-9-16,2 1 2 0,-1 3-3 0,-1-5 7 0,1 1 1 15,1 0 0-15,-11 5 0 0,6-3-2 0,1 3 3 16,5-5-1-16,1-4 1 0,2 3 1 0,0-3-4 16,0 2 0-16,0-6-2 0,0-3 11 0,2 0-11 15,-1-1 7-15,7 6-9 0,-4-3 11 0,-3-5 1 16,3-1-1-16,7 6 0 0,2-1-3 0,-2-1-2 16,10-1 3-16,-12-3-2 0,0-2 1 0,-1 0 3 15,-6 0-4-15,5 0 5 0,1-2 1 0,-1 0 0 16,-1 1-3-16,-3-1 2 0,1 0 3 0,-2-7-6 0,9-8 1 15,-4 2-5-15,-1-2-1 0,-2 1 8 0,-2-3-2 16,-2 2 3-16,0-3-13 0,-4 1 4 0,-2 1-1 16,1 3 2-16,-3-2 4 0,1 2-5 0,-1-1 4 0,-1-1-4 15,0 2 5-15,0 0-7 0,-1 2 3 0,8 0-3 16,-12 2 2-16,1 0 3 0,-2 0-3 0,2 0 3 16,2 1-5-16,-2 1 6 0,3 0-4 0,3 1 5 15,-1 3-5-15,3-1-1 0,-1 1 1 0,-1-1 0 16,3 2 0-16,0 1 6 0,3-1-8 0,-1 0 6 15,0 2-6-15,0 0 0 0,0 1 2 0,-2-3 0 16,1 0 0-16,-1 0-4 0,2 3 2 0,0-1-5 16,0 0-13-16,1 0-11 0,-1 0-2 0,0 0-3 0,0 0-12 15,0 1-23-15,2 1-6 0,0 0-11 0,2 0-83 16,2 0-126-16</inkml:trace>
  <inkml:trace contextRef="#ctx0" brushRef="#br0" timeOffset="85695.66">20142 4927 451 0,'0'-2'29'0,"0"0"18"0,0 0-2 0,0 1-21 0,0-1-10 15,0 0 0-15,0 0-24 0,0 0 4 0,0 2-2 16,-2 0 4-16,0 0 5 0,0 0 0 0,1 0 8 15,-1 2-6-15,0 0 4 0,0 0-4 0,0 0 1 16,0-1 0-16,-1 3 18 0,-1 2-9 0,-7 9 0 0,1-2-5 16,-1 3-6-16,2 1 8 0,0 0-7 0,-1 1 5 15,3-1-10-15,0 0 2 0,1 1 7 0,2-3-2 16,1 4 8-16,-1-3-3 0,2 1 1 0,2-2 0 16,0-4 10-16,0-3 9 0,0 1-4 0,0-5 7 15,2-1 5-15,0 1-2 0,1 0-1 0,3-1-2 16,13 5-13-16,1-4-4 0,0-4 1 0,5 0-3 0,-3-6-4 15,0-1-6-15,-1-3 2 0,-3 1-2 0,1-2 8 16,-1 0-10-16,1-2 8 0,-4 2-7 0,0 9 8 16,-6-15-2-16,-4 2 0 0,-1 0 1 0,-2 0-1 0,9 1 7 15,-2-1-6-15,-1 0 6 0,-4 0-10 0,-4 2-3 16,0 0 2-16,-2-2-2 0,-4 2 7 0,-1 0 0 16,-1 2-2-16,5 4 1 0,-14-3-3 0,2 5-8 15,-2-1 2-15,2 4-6 0,2 0 5 0,-1-9-3 16,-1 2 2-16,0 3-2 0,0 3 4 0,2 3-1 15,2 0-3-15,2 0-1 0,-3 2 3 0,3 1-11 16,2 1 1-16,1 0-8 0,2-2-17 0,3 1-13 16,-1 7 4-16,-4-3-6 0,1 2-6 0,3-3-9 15,2 1-2-15,0-5-9 0,2 2-82 0</inkml:trace>
  <inkml:trace contextRef="#ctx0" brushRef="#br0" timeOffset="86076.8">20933 4704 614 0,'0'-2'51'0,"0"1"-55"0,0-9 65 0,0-6-31 16,-2-1-3-16,2 8-16 0,0 3-6 0,0-1-1 16,0 5-7-16,0-4-1 0,0 2 0 0,-2 1 0 15,0-1 4-15,1 2-6 0,-1 0 8 0,0 0-6 0,0 1 4 16,0 1 9-16,0 0-9 0,0 0 8 0,1 1-5 15,-1 1 2-15,0 2 5 0,-4 7-5 0,-1 6-1 16,-1 1-1-16,3-3 2 0,-3 2-2 0,-1 3-4 0,0-1 10 16,0 1-7-16,-1 1 11 0,-1-3-5 0,-2 5-1 15,0-1 3-15,-2 0-2 0,-1 4 1 0,10 0 4 16,-14 4-7-16,1 1 5 0,-3 3-9 0,3-1 5 16,-1 1 1-16,1 1 0 0,6-3-4 0,-2 1-1 15,4-1 2-15,2-1-2 0,-2-3 4 0,5-6 0 16,-1-3 2-16,3-6 0 0,-2-2 10 0,5 0-19 15,-1-7 5-15,0-2-10 0,-2 1 7 0,0-1-26 0,1 0-2 16,1 0-11-16,0-2-18 0,2 0-4 0,0-2-10 16,2-2-4-16,2-10-85 0</inkml:trace>
  <inkml:trace contextRef="#ctx0" brushRef="#br0" timeOffset="86280.5">20994 5037 625 0,'0'0'35'16,"0"0"-4"-16,0 0 9 0,-2 0-4 0,1 0-9 16,-1 1-16-16,0 1 2 0,0 0-2 0,0 0 1 0,0 2-13 15,0-1 13-15,1 1 0 0,1-2 7 0,-2 4 19 16,0-3-2-16,0 3-2 0,2-2 0 0,-2-1-5 16,0 1 3-16,0 0 2 0,1-1-3 0,-1-1-19 0,2 0-6 15,0 0-9-15,0 0 1 0,0-2-39 0,0 0-10 16,0 0-13-16,0-2 3 0,0 0-35 0,0 0-140 15</inkml:trace>
  <inkml:trace contextRef="#ctx0" brushRef="#br0" timeOffset="86449.98">20680 4825 1027 0,'0'-2'48'0,"-1"-2"31"0,-3-3 22 0,-2-8-45 0,1 2-6 15,1 4-13-15,4 3-29 0,0 1-17 0,0 3-4 16,0-2-4-16,0 0-9 0,0 3 1 0,2-3-2 16,0 0-2-16,0 0-32 0,1 1-36 0,1-1-128 15</inkml:trace>
  <inkml:trace contextRef="#ctx0" brushRef="#br0" timeOffset="87709.17">22532 5070 119 0,'0'0'55'0,"0"0"-5"16,0-2 23-16,-2 0-6 0,0 0-11 0,0 1-29 15,0-1 2-15,0 0 4 0,0 0-1 0,1 0 3 16,-1 0 15-16,0 0-7 0,0 1 11 0,0-1 2 16,0 0 7-16,0 0 7 0,1-2-2 0,-1 1 0 0,2-1-31 15,0 0-6-15,0 0-7 0,2 1-22 0,-1-1 6 16,3 0-3-16,7-3 4 0,17-4-4 0,0 3 3 15,2 3-4-15,-1 1 3 0,3 4-5 0,-2 0 0 16,-6 2 2-16,-7 2-3 0,-1 1-4 0,-6-1 0 16,-3 1 3-16,-1-1-1 0,-3 15 4 0,-1 1-3 15,11 2 1-15,-5 1-1 0,-7 5 2 0,-1-2 8 16,-5 3-7-16,-4 5 6 0,-4-8-10 0,-8 7 10 0,16-3-6 16,-21 0 7-16,3 1-7 0,-1-7-2 0,-2-5 6 15,6-2-6-15,3-6 5 0,0 0 1 0,2 0-4 16,2-6 2-16,0-3-8 0,4 4 8 0,0-4-1 15,1 0 3-15,5-1-1 0,-1 1-1 0,2-2 0 0,-2 4-1 16,1 0 2-16,-1-1-8 0,2-1 4 0,0 0-5 16,0 0 5-16,2 0-2 0,0 0-1 0,2 0-1 15,0-1 6-15,2 1-4 0,20 0 4 0,6-2-4 16,-1 0 5-16,7-2-4 0,-5-1 0 0,3-3-2 16,3 0-5-16,2-1 0 0,0 0 1 0,5-3 0 15,-3 1 7-15,0-4-2 0,-2 0 4 0,-5 0-4 0,-1-2 3 16,-3 0-4-16,-1-1 1 0,1-3-3 0,-2 1 4 15,-2 16 1-15,-4-13-3 0,-1-4 1 0,-5 4 1 16,-3 6 0-16,-3-4-1 0,-5 8 1 0,1-1 4 16,-4 2 2-16,-1 1-2 0,-1 1 0 0,0 0-12 0,2-2 7 15,0 0 0-15,-2 3 2 0,0-1-3 0,-2 0 1 16,0 2-1-16,-1 0 1 0,-16 5 3 0,1 5-3 16,3-1 0-16,2 0-2 0,0 15-3 0,3-3 2 15,1 1 3-15,2-5 0 0,-1-4 1 0,6 5-1 16,1-3-3-16,-11 0 1 0,5-2 0 0,3-2-1 15,2-1 5-15,2-1-2 0,0 0 12 0,0-5-2 16,0-2-5-16,13 7 2 0,13 4-3 0,2-4 5 16,0-5 3-16,2-4-1 0,-2-6-4 0,1-1 22 0,1-4-8 15,-8-2 12-15,1-2-8 0,-5 8 8 0,-3-21-2 16,-2-4 3-16,-2 1-8 0,-9-8-7 0,19 3 0 16,-10 5-2-16,-8-1-3 0,-3 4-1 0,-3 4-4 15,-5 4 1-15,-1-1-11 0,-2 6 1 0,0 4-4 16,-13 4 3-16,-4-1-5 0,0 5 5 0,2-14 0 0,-4 4-1 15,2 7-15-15,0 5-1 0,4 1-9 0,2 3 5 16,2 3-16-16,5-1-1 0,2 3 2 0,3-1-4 16,3 4-22-16,-4 6-67 0,2 0 1 0,3 1-25 15,4-1-24-15</inkml:trace>
  <inkml:trace contextRef="#ctx0" brushRef="#br0" timeOffset="88117.81">24284 4888 751 0,'0'-2'6'0,"-1"0"7"0,-1 0-6 0,0 1-7 16,0-1-2-16,0 0-3 0,0 0 4 0,0 0-1 0,-1 0 2 15,-1 0-1-15,0 1 1 0,2 1-3 0,-5-2 2 16,3 2-2-16,-3 0 13 0,-2-2 4 0,1 2 1 16,-3 0 0-16,2 0 4 0,-2 2-3 0,-2 1 0 15,0 3-2-15,-2 1-4 0,-4 5-6 0,4-3-4 0,-1-2 0 16,-1 16 4-16,2 3-2 0,-4 3 3 0,1 3-4 16,-1 5-1-16,1 0 2 0,-3 6 0 0,1 3 2 15,-4 3-3-15,0 1 3 0,-1 2-4 0,-1-4 4 16,0-2 10-16,2-3-2 0,0-6 7 0,2-5-7 15,-2-4 10-15,2-2-11 0,-1-4 6 0,7-4-7 16,-1 1 1-16,0 0-1 0,6-5-7 0,2-1 4 16,-1-3-1-16,5-3 3 0,1-1 6 0,2-3-4 0,2-1 1 15,-3 2 11-15,-1 0-4 0,0-1 5 0,2-1-14 16,0 0-27-16,1 0-5 0,1-2-10 0,1 0-34 16,1-2-55-16,13-3-79 0</inkml:trace>
  <inkml:trace contextRef="#ctx0" brushRef="#br0" timeOffset="88308.02">24132 5477 1378 0,'0'-4'28'0,"0"-4"-14"0,0-25 31 15,0 13-10-15,0 9-23 0,0 7-16 0,0 0-4 16,0 0-2-16,0 1-1 0,0-1-21 0,0 0 2 15,0 1-6-15,0 1 22 0,-4-8 5 0,3 5 6 16,-5-4-4-16,-1-3 7 0,3 7-17 0,-2-3-5 0,3 7-11 16,-7-1-73-16,1 0-158 0,-2-7-13 0</inkml:trace>
  <inkml:trace contextRef="#ctx0" brushRef="#br0" timeOffset="88473.41">23713 4970 1135 0,'0'-2'54'0,"0"0"-8"16,0 0 32-16,-2 0 1 0,0 0-13 0,0 1-45 16,2-1-22-16,0 0-6 0,0 0-7 0,0 0-36 15,0 0 3-15,0 0-1 0,0 1 4 0,0-1-3 0,0 0-147 16,0 0-85-16</inkml:trace>
  <inkml:trace contextRef="#ctx0" brushRef="#br0" timeOffset="89701.67">15450 5120 181 0,'0'0'41'0,"-2"0"53"0,0-2-22 0,-1 0-8 16,-1 1 7-16,0-1-7 0,-5-4 5 0,3 2 2 16,1 1-13-16,3 3 7 0,0 0-25 0,0-6-11 0,0 1 1 15,1 1-6-15,1 2-12 0,-4-4 1 0,2 3-3 16,2-3 4-16,0-1 4 0,0 1 5 0,4-1-1 15,1-1 0-15,1 3-7 0,12-1-14 0,-1 4 7 16,-2-9-8-16,0 2 2 0,0 3-5 0,-2 3 1 0,-2 1-1 16,0 2 3-16,-2 2 2 0,-3-1-2 0,-3 1 3 15,12 21 1-15,-4 6 0 0,-3 5 6 0,-8 5-4 16,-4-2 3-16,-5 6 9 0,-6-1-11 0,-4 3 10 16,-1-1-6-16,-2-3 1 0,20-7 4 0,-22-8-4 15,-2-4-2-15,4-5 2 0,3-1 2 0,-1-5 0 16,3 1 1-16,2-9-8 0,2 1-1 0,4-2-3 0,3 0-5 15,4 0 11-15,-5 3-3 0,3-1 8 0,0 0-12 16,1-3-6-16,1 1-1 0,0 0-1 0,0 0 5 16,0 0 0-16,2 0 1 0,0 0 0 0,2-1 2 15,2-1 3-15,3 0-3 0,14 0 3 0,-1 0 0 0,1-1-3 16,3-3 2-16,-2-2-3 0,0-1 6 0,2-1-5 16,2-3 1-16,2-2-3 0,0-2 1 0,4-3 1 15,-1 14 0-15,1-20 0 0,-3-2-1 0,1 0 3 16,-6 0-1-16,0 2 2 0,-1-2-5 0,-5 6 5 15,-1 3-1-15,-4 0 4 0,-4 0-9 0,-5 8 3 16,0 0 2-16,1 1 1 0,-3 5-2 0,-2 1 7 16,0 0-11-16,0 0 8 0,2-2-16 0,0 1 3 15,0 1 3-15,0 0-2 0,-2 0 1 0,0 2-1 0,0 2-1 16,-2 2 1-16,-6 12-3 0,-3 14 6 0,0 0-1 16,4 0 3-16,3-4 0 0,0-2-4 0,4 0-1 15,0-2-1-15,0-3 6 0,2-4-3 0,0-4 0 0,2 0-1 16,-1-4-1-16,1 1 8 0,2-1-1 0,8-3 5 15,9-1 2-15,1-1 10 0,4 15 0 0,-6-10 1 16,-2-3-3-16,1-4-7 0,-3 0 3 0,-3-2-4 16,-4-1 3-16,-1-1 6 0,-5 0-5 0,3-5 5 15,3-12-8-15,-4-3 6 0,-3 2 1 0,-4-2 0 16,-2 2-7-16,-5-4-3 0,-4 2-1 0,9 5 0 0,-24 0 0 16,-6 1-6-16,6 3 4 0,0 2-4 0,-5 2-2 15,5 3 2-15,-2 5-2 0,2 1 3 0,5-13-1 16,1 6-5-16,1 3-3 0,1 2-1 0,1 3-15 15,6 1-5-15,-2 0-6 0,5 0 0 0,1 1-15 0,5-1-16 16,-2 2-2-16,1 0-7 0,1 0-30 0,0 2-13 16,2-1-14-16,0 1 0 0,2 0-52 0,0-4-31 15</inkml:trace>
  <inkml:trace contextRef="#ctx0" brushRef="#br0" timeOffset="90010.64">16391 4944 406 0,'0'0'58'0,"0"0"-4"0,0-2 20 0,2 0 3 16,0 0-17-16,0 0-15 0,0 0-15 0,-2-1-3 15,2-1-3-15,-2 2-1 0,2 0-22 0,-2 0 8 16,0 1-12-16,1-1-2 0,1 0 12 0,0 0-9 16,0 0 10-16,0 0-1 0,-2 2 15 0,0 0 0 0,0 0 4 15,0 2 5-15,0 0-10 0,-2 2 8 0,-2 7-9 16,-5 11 9-16,-4 4-13 0,-2 4 0 0,0 1-5 15,-3 8 8-15,-1 6-7 0,2 5-1 0,-1 6-3 16,-1 0-3-16,1 7 2 0,1-8 2 0,4-1-2 16,0-6-7-16,2-12 9 0,0-1-6 0,0-7 7 15,-1 0 2-15,1-2-7 0,0-4 7 0,2-3-7 0,0 1 3 16,-1-3-2-16,3-2 0 0,0-2-1 0,1-4-6 16,2-2-21-16,1 1-10 0,1-3-4 0,0 1-35 0,2-2-58 15,0-1-41-15,0 1-16 0,0 0-205 0</inkml:trace>
  <inkml:trace contextRef="#ctx0" brushRef="#br0" timeOffset="90134.33">16406 5679 797 0,'0'0'32'0,"0"0"-5"0,0-2 13 16,0 0 2-16,0 0-12 0,0 1-32 0,0-1-16 15,0 2-1-15,0 0-4 0,-2 0-14 0,1 0-50 0,-3 0-11 16,-9 0-25-16,-9-2-148 0</inkml:trace>
  <inkml:trace contextRef="#ctx0" brushRef="#br0" timeOffset="90289.45">16022 5064 609 0,'0'-1'126'0,"0"-1"-111"0,0 0 154 0,-2-2-65 15,0-3-7-15,-1-3-58 0,1 5-3 0,2 1-19 16,-2 0-33-16,2 1-58 0,0-1-10 0,2 2-15 15,0 0-43-15</inkml:trace>
  <inkml:trace contextRef="#ctx0" brushRef="#br0" timeOffset="95820.22">26420 14764 73 0,'0'0'9'0,"0"0"13"0,-2 0 27 16,0 0 4-16,0 0 3 0,0 0-13 0,0 0-26 15,0 0 5-15,1 0-7 0,-1 0-2 0,-2 0 9 16,0 0-4-16,1 0 5 0,-1 0-6 0,0 0 0 15,0 0 1-15,1 0 0 0,-7 0 5 0,1 0 5 0,-2 0-2 16,0 0 2-16,0 0-4 0,1 0 12 0,-3 0-8 16,4 0 9-16,-2 0-1 0,0 0-3 0,0 0 3 15,0 0-4-15,1 0-3 0,1 0-5 0,0 0 3 16,0 0-4-16,1 0-5 0,1 0-6 0,1 0-1 0,1 0-1 16,-1 0 1-16,4 0-3 0,0 0 1 0,-1 0-1 15,-1 0 9-15,2 0-15 0,0 0 5 0,-2 2-7 16,1 0 8-16,-1 0 6 0,2-2 5 0,0 1 0 15,0-1 7-15,2 0-7 0,0 0-5 0,0 0 2 16,2 0-6-16,0 0-1 0,2 0-2 0,1 0 1 16,20 0-5-16,4 0 14 0,5 0-5 0,3-3 6 15,9-1-7-15,6 0-2 0,6-1 2 0,5-1-3 16,4 1 1-16,-2-3-1 0,5 1 1 0,-5-1-2 0,2 1-6 16,-4 1 9-16,0-1-3 0,0 1 5 0,-1 3 0 15,-1 1-9-15,0 0 3 0,-1 0-6 0,-1 2 3 16,-1 0 5-16,-10 0-8 0,0 0 6 0,-12 0-9 0,-5 0 2 15,-3 2 7-15,-6-2-4 0,-1 2 10 0,-8-2-7 16,0 0-1-16,-6 0-1 0,0 0 6 0,-3 0 2 16,0 0 1-16,-2 0 0 0,1 0 0 0,1 0 9 15,0 0-3-15,0 0 2 0,-3 0-14 0,1 0 1 16,0 0-6-16,0 0 6 0,0 0-7 0,-2 0-2 16,0 0 2-16,0 0-3 0,-2 0 0 0,0 0-3 15,-3 0 4-15,-20 0-4 0,-1 0 6 0,-7 2-3 0,1-1-4 16,-8 3 2-16,-3 2-1 0,-7 1 7 0,-6 1-4 15,6-3 3-15,-6 3-11 0,8-3 7 0,-2 1 4 16,-2-1-1-16,0 1 4 0,0-1-3 0,-4 3 2 16,-1-3-2-16,-5 1 5 0,-3 0 1 0,4-1-4 15,-2 1 3-15,5 1-4 0,3-1 5 0,3-1 1 0,11-1-1 16,2 2-4-16,5-1 10 0,5 1-8 0,1-1 7 16,4-1-16-16,9 0 4 0,2-1-2 0,7-1 3 15,3-2-4-15,-1 2-6 0,0 0 4 0,2 0-3 16,1 2 12-16,1-1 0 0,0-1 2 0,1 6-2 15,3-3-1-15,37 1 3 0,5-3-1 0,14-1 2 16,3 26-6-16,11-13-10 0,4-9-3 0,-2-6 0 0,4 0-11 16,-2-2-14-16,0-2-8 0,-2 0 0 0,2 2-16 15,4 1-150-15,1-1-50 0</inkml:trace>
  <inkml:trace contextRef="#ctx0" brushRef="#br0" timeOffset="97022.5">28326 13897 102 0,'0'0'10'0,"0"0"0"0,0-2 6 16,0 0-3-16,0 0 3 0,0-1 15 0,0-3-3 15,0-3 7-15,0-4-6 0,0-2 16 0,0 2-6 16,0-2 4-16,0-2-6 0,0 2 0 0,-1-1 8 16,-1-1-7-16,0-2 8 0,-4-5-2 0,1 6 6 15,-3-6 6-15,-1 3-3 0,0 5-1 0,-2-3-12 16,1 6-8-16,5-2 0 0,-6 4-13 0,-4 2 0 16,0 1 0-16,4 5-1 0,-6-1-2 0,6-5-3 0,2 3 3 15,-10-1-3-15,-1 3-8 0,-4 4 3 0,-8 0-5 16,10 2 5-16,-1 3 0 0,-3 5-1 0,2 1-1 15,-2 4-1-15,-2 1 2 0,2-1 3 0,0 0 2 16,2 0-1-16,-2 2 0 0,2-14-2 0,2 16 1 16,-2 1 0-16,1 2 3 0,1 1-9 0,2 1 4 0,-3 2-6 15,-1-2 7-15,2 0-4 0,-4 2-1 0,6 2-1 16,-1 2 2-16,1 3-4 0,3 1 5 0,-1 1-5 16,-3-2 6-16,10 1-9 0,-4 1 3 0,4-2-3 15,5-1 2-15,-3 3 5 0,5 2-4 0,3 2 5 16,-1 0-9-16,-21 0 4 0,10 0 2 0,6 0 2 15,5 4-2-15,2-4 3 0,0 0-5 0,2 0 4 16,0-2-3-16,-2 0-3 0,2 0 1 0,1 2-1 0,1-1 4 16,2 1-2-16,1-2 0 0,2-2 0 0,3 2 5 15,-1-4-7-15,2 1 3 0,0-1-2 0,2-3 10 16,-2-4 0-16,1-2 5 0,-8-3-2 0,18-3 13 0,4-3-9 16,-2 0-1-16,0-6-2 0,2-1 3 0,1-1-2 15,3 12-2-15,3-6 0 0,1-6 0 0,-1-7-9 16,2-2 3-16,4-7-5 0,-2-6 0 0,2-5 3 15,1 14 2-15,1-29 0 0,-2-2 0 0,5-1 15 16,-5-4-6-16,0-3 9 0,0-5-1 0,-4 0-5 16,2 0 2-16,-4-6-5 0,-3 0-8 0,-1-7 1 15,-3-7-1-15,-4-5 2 0,1-12 0 0,-7-6-4 16,-5 1 0-16,-4 1-1 0,-3 5 5 0,26 8 6 0,-23 4 2 16,-11 1 2-16,-11-5 8 0,-7 6 9 0,-10-4-3 15,15 2 5-15,-39 11-8 0,-16 7-5 0,-10 9-3 16,-8 18-1-16,-10 10-18 0,-4 17-30 0,-4-22-8 15,-16 45-14-15,-18 3-87 0,-25 83-271 0</inkml:trace>
  <inkml:trace contextRef="#ctx0" brushRef="#br0" timeOffset="108307.2">26178 15276 256 0,'0'0'117'0,"0"0"-49"0,0 0 36 0,0 0 0 15,-2 0-82-15,1 0-7 0,-1 2 9 0,0 0-1 16,2 0 2-16,-6 20-1 0,3-1-1 0,-1 1 3 16,0-2 0-16,-1 6 16 0,1-3-5 0,-2 1 1 0,3-4-2 15,-1 1 19-15,2-3-28 0,0-1 13 0,0-2-20 16,2-2 5-16,0-2 3 0,0-4-5 0,2-1 4 16,-2-2-1-16,2-1 16 0,2 1 0 0,11 4 2 15,11-1-10-15,5-7-3 0,6-7-2 0,10-12-1 16,8 17-21-16,16-39 7 0,7-5-11 0,9-17 9 15,4-10-18-15,2-14-97 0,7-8-5 0,10 1-45 16,18-5-161-16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39:4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1568 0 0,'0'0'3664'0'0,"32"0"-1294"0"0,-32 0-2330 0 0,0 0 1 0 0,1 0-1 0 0,-1 0 1 0 0,0 0-1 0 0,1 0 1 0 0,-1 0-1 0 0,0 0 1 0 0,0 0-1 0 0,1 0 1 0 0,-1 1-1 0 0,0-1 1 0 0,1 0-1 0 0,-1 0 1 0 0,0 0-1 0 0,0 0 1 0 0,1 0-1 0 0,-1 0 1 0 0,0 1-1 0 0,0-1 1 0 0,1 0-1 0 0,-1 0 1 0 0,0 0-1 0 0,0 1 1 0 0,0-1-1 0 0,1 0 1 0 0,-1 0-1 0 0,0 1 1 0 0,0-1-1 0 0,0 0 1 0 0,0 0-1 0 0,0 1 1 0 0,0-1-1 0 0,1 1 1 0 0,-4 10 430 0 0,-9 12-296 0 0,-40 60-85 0 0,47-75-102 0 0,1 0 0 0 0,0 0-1 0 0,1 1 1 0 0,0-1-1 0 0,0 1 1 0 0,-2 11 0 0 0,-7 21-846 0 0,3-26-1120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91 244 456 0 0,'0'0'235'0'0,"0"-21"3426"0"0,-3-13-3166 0 0,2 0 0 0 0,2 0 0 0 0,8-58 0 0 0,-8 71 21 0 0,0 14-218 0 0,-2 12-125 0 0,-7 68-166 0 0,-4 0 1 0 0,-32 109-1 0 0,23-98 3 0 0,17-66 80 0 0,0 1 0 0 0,0 30 0 0 0,3-12 2639 0 0,15-57-2453 0 0,9-15-392 0 0,11-19-312 0 0,-33 53 420 0 0,0-1 0 0 0,0 1 0 0 0,0-1 0 0 0,1 1-1 0 0,-1 0 1 0 0,0 0 0 0 0,1-1 0 0 0,-1 1 0 0 0,1 0 0 0 0,-1 0 0 0 0,1 1-1 0 0,-1-1 1 0 0,1 0 0 0 0,0 0 0 0 0,-1 1 0 0 0,1-1 0 0 0,0 1 0 0 0,0 0-1 0 0,0-1 1 0 0,-1 1 0 0 0,4 0 0 0 0,1 0 15 0 0,0 0 1 0 0,0 0-1 0 0,0 0 1 0 0,0 1-1 0 0,6 2 0 0 0,19 4 86 0 0,20 6 207 0 0,73 10 0 0 0,-106-20-464 0 0,16 2 198 0 0,-16-9-3955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5729 0 0,'0'0'1172'0'0,"18"10"1402"0"0,10-5-2262 0 0,0-1 0 0 0,1-2 0 0 0,-1 0 0 0 0,50-5 0 0 0,115-23-1310 0 0,-177 23 726 0 0,3-2-2541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56 8618 0 0,'0'0'183'0'0,"14"-5"509"0"0,240-21 1764 0 0,-52 7-4366 0 0,-179 16 1081 0 0,-1 0-459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266 47 8010 0 0,'12'-14'691'0'0,"-10"12"-612"0"0,0 1 0 0 0,-1-1 0 0 0,1 1 1 0 0,-1-1-1 0 0,0 0 0 0 0,0 0 1 0 0,1 0-1 0 0,-1 0 0 0 0,1-2 0 0 0,-2 4-73 0 0,0-1 0 0 0,0 1 0 0 0,-1-1 0 0 0,1 0 0 0 0,0 1 0 0 0,0-1 0 0 0,0 1 0 0 0,0-1 0 0 0,0 1 0 0 0,-1-1 0 0 0,1 1 0 0 0,0-1 0 0 0,-1 1 0 0 0,1-1 0 0 0,0 1 0 0 0,-1 0 0 0 0,1-1 0 0 0,0 1 0 0 0,-1-1 0 0 0,1 1 0 0 0,-1 0 0 0 0,1-1 0 0 0,-1 1 0 0 0,1 0 0 0 0,0 0 0 0 0,-1-1 0 0 0,1 1 0 0 0,-1 0 0 0 0,0 0 0 0 0,1 0 0 0 0,-1 0 0 0 0,1-1 0 0 0,-1 1 0 0 0,1 0 0 0 0,-1 0 0 0 0,1 0 0 0 0,-1 0 0 0 0,1 0 0 0 0,-1 0 0 0 0,-1 1 0 0 0,-6-2-15 0 0,0 1 0 0 0,0 1 0 0 0,-1 0 0 0 0,1 0 0 0 0,0 0 0 0 0,0 1 0 0 0,0 0 0 0 0,0 1 0 0 0,0-1 0 0 0,1 2 0 0 0,-1-1 0 0 0,-11 8 0 0 0,-7 2 12 0 0,19-9-7 0 0,0 0 0 0 0,0 1-1 0 0,0 0 1 0 0,1 0 0 0 0,0 1 0 0 0,0 0 0 0 0,0 0 0 0 0,1 0 0 0 0,-7 10 0 0 0,5-7-2 0 0,1 1 0 0 0,1 0-1 0 0,-1 0 1 0 0,2 1 0 0 0,-1-1 0 0 0,-3 17 0 0 0,-5 2-50 0 0,12-27 68 0 0,-1 0 0 0 0,1 0 0 0 0,0 0 0 0 0,0 0 1 0 0,0 0-1 0 0,0 0 0 0 0,0 1 0 0 0,0-1 0 0 0,1 0 0 0 0,-1 1 0 0 0,1-1 0 0 0,-1 1 0 0 0,1-1 0 0 0,0 0 1 0 0,0 1-1 0 0,0-1 0 0 0,1 1 0 0 0,-1-1 0 0 0,0 0 0 0 0,1 1 0 0 0,-1-1 0 0 0,3 4 0 0 0,-1-2 16 0 0,0-1 1 0 0,0 0-1 0 0,1 0 0 0 0,-1 0 0 0 0,1 0 0 0 0,0 0 0 0 0,0-1 0 0 0,0 1 0 0 0,0-1 0 0 0,1 0 0 0 0,-1 1 0 0 0,7 1 0 0 0,51 21 205 0 0,-38-17-153 0 0,-17-6-73 0 0,7 3 5 0 0,0 0 0 0 0,-1 1 1 0 0,0 0-1 0 0,13 8 0 0 0,-25-14-2 0 0,0 1 1 0 0,1-1-1 0 0,-1 0 0 0 0,1 1 1 0 0,-1-1-1 0 0,0 0 0 0 0,1 1 1 0 0,-1-1-1 0 0,0 1 0 0 0,1-1 1 0 0,-1 0-1 0 0,0 1 0 0 0,0-1 1 0 0,1 1-1 0 0,-1-1 0 0 0,0 1 1 0 0,0-1-1 0 0,0 1 0 0 0,0-1 1 0 0,1 1-1 0 0,-1-1 0 0 0,0 1 1 0 0,0-1-1 0 0,0 1 0 0 0,0-1 1 0 0,0 1-1 0 0,0-1 0 0 0,-1 1 1 0 0,1-1-1 0 0,0 1 0 0 0,0-1 1 0 0,0 1-1 0 0,0-1 0 0 0,-1 1 1 0 0,1-1-1 0 0,0 0 0 0 0,0 1 1 0 0,-1-1-1 0 0,1 1 0 0 0,0-1 1 0 0,-1 0-1 0 0,1 1 0 0 0,0-1 1 0 0,-1 0-1 0 0,1 1 0 0 0,-1 0 1 0 0,-20 11 57 0 0,20-11-58 0 0,-9 3 12 0 0,1 0-1 0 0,-1 0 1 0 0,0-1-1 0 0,0-1 1 0 0,-11 2 0 0 0,-11-2-2355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130 7 4705 0 0,'-25'-6'3337'0'0,"24"8"-3313"0"0,-1-1-1 0 0,0 1 1 0 0,1 0 0 0 0,-1 0 0 0 0,1 0 0 0 0,0 0 0 0 0,-1 1-1 0 0,1-1 1 0 0,0 0 0 0 0,1 0 0 0 0,-1 1 0 0 0,0-1 0 0 0,0 4-1 0 0,-2 3 32 0 0,-6 26-59 0 0,0 0 0 0 0,3 1-1 0 0,-4 56 1 0 0,3-28 57 0 0,-12 54-52 0 0,10-77 41 0 0,3 1 1 0 0,1-1-1 0 0,1 79 1 0 0,9-90-2113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41 10282 0 0,'0'0'135'0'0,"-11"6"-327"0"0,12-4 197 0 0,-1 0 0 0 0,1 0 0 0 0,0 0 0 0 0,-1 0 0 0 0,1 0 0 0 0,0 0 0 0 0,0 0 0 0 0,0 0 0 0 0,0-1 0 0 0,1 1 0 0 0,-1 0 0 0 0,0-1 0 0 0,1 1 0 0 0,-1-1 0 0 0,1 1 0 0 0,0-1 0 0 0,-1 0 0 0 0,1 0 0 0 0,0 1 0 0 0,0-1 0 0 0,0-1 0 0 0,0 1 0 0 0,3 1 0 0 0,1 1 14 0 0,1-1 0 0 0,0 1-1 0 0,0-2 1 0 0,0 1-1 0 0,0-1 1 0 0,9 1 0 0 0,5-2-7 0 0,0-1 0 0 0,1-1 0 0 0,40-9 1 0 0,63-25-450 0 0,7-1 122 0 0,-113 33 426 0 0,0 1 0 0 0,33-1 0 0 0,-71 14-61 0 0,-11 3-47 0 0,20-10-15 0 0,1 1 1 0 0,-1 0-1 0 0,1 1 0 0 0,-10 6 1 0 0,17-9 7 0 0,1 0-1 0 0,-1 0 1 0 0,0-1 0 0 0,0 1 0 0 0,1 0-1 0 0,-1 1 1 0 0,1-1 0 0 0,0 0 0 0 0,-1 0 0 0 0,1 1-1 0 0,0-1 1 0 0,0 3 0 0 0,-9 36 12 0 0,8-32-12 0 0,0 0 1 0 0,0 1-1 0 0,-4 9 0 0 0,-4 0-38 0 0,6-11 118 0 0,0-1 0 0 0,0 2 0 0 0,-3 10 0 0 0,6-16-23 0 0,1 0 1 0 0,-1-1-1 0 0,1 1 1 0 0,0 0 0 0 0,0 0-1 0 0,0 0 1 0 0,0-1-1 0 0,0 1 1 0 0,0 0 0 0 0,1 0-1 0 0,-1 0 1 0 0,1-1 0 0 0,0 1-1 0 0,0 0 1 0 0,1 2-1 0 0,0-4-34 0 0,0 1 0 0 0,0-1 0 0 0,0 0 0 0 0,0 0 0 0 0,0 1 0 0 0,0-2 0 0 0,0 1 0 0 0,0 0 0 0 0,0 0 0 0 0,3 0-1 0 0,11 5 18 0 0,-11-3-43 0 0,0-1-1 0 0,1 0 1 0 0,-1 0-1 0 0,0 0 1 0 0,1-1-1 0 0,-1 1 1 0 0,1-1-1 0 0,-1-1 1 0 0,1 1-1 0 0,-1-1 1 0 0,1 0-1 0 0,10-1 1 0 0,-7-1-196 0 0,0 0 0 0 0,1 0 0 0 0,-1-1 0 0 0,-1 0 1 0 0,1-1-1 0 0,0 0 0 0 0,8-5 0 0 0,17-7-1899 0 0,-16 0-37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14019 0 0,'0'0'-56'0'0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180 471 8898 0 0,'0'0'-3'0'0,"-1"1"-1"0"0,0-1 1 0 0,0 0 0 0 0,0 0-1 0 0,0 1 1 0 0,1-1 0 0 0,-1 1-1 0 0,0-1 1 0 0,0 1 0 0 0,1-1-1 0 0,-1 1 1 0 0,0-1 0 0 0,1 1 0 0 0,-1 0-1 0 0,0-1 1 0 0,1 1 0 0 0,-1 0-1 0 0,1-1 1 0 0,-1 1 0 0 0,1 0-1 0 0,-1 1 1 0 0,-9 20-37 0 0,7-13 42 0 0,-89 170 64 0 0,88-172 123 0 0,-1 0 0 0 0,1 0 1 0 0,-2 0-1 0 0,1-1 0 0 0,0 1 1 0 0,-12 8-1 0 0,5-3 361 0 0,10-13-304 0 0,3-7-204 0 0,2-7-52 0 0,12-31-195 0 0,3 2-1 0 0,1 0 0 0 0,28-44 1 0 0,-37 68 73 0 0,-8 17 113 0 0,-1-1 0 0 0,1 1 1 0 0,0 0-1 0 0,-1 0 0 0 0,1 0 0 0 0,1 0 0 0 0,-1 0 0 0 0,0 0 0 0 0,1 0 0 0 0,0 1 0 0 0,4-5 0 0 0,4-2-37 0 0,-10 7 47 0 0,0 1 1 0 0,0 0 0 0 0,0 0 0 0 0,1-1-1 0 0,-1 1 1 0 0,0 0 0 0 0,0 0 0 0 0,1 0-1 0 0,-1 0 1 0 0,0 1 0 0 0,1-1-1 0 0,-1 0 1 0 0,1 0 0 0 0,-1 1 0 0 0,1-1-1 0 0,0 1 1 0 0,-1 0 0 0 0,1-1 0 0 0,-1 1-1 0 0,1 0 1 0 0,0 0 0 0 0,-1 0 0 0 0,1 0-1 0 0,1 0 1 0 0,-1 3 6 0 0,-1-1 0 0 0,0 1 0 0 0,0 0 0 0 0,0 0 0 0 0,0-1 0 0 0,0 1 0 0 0,-1 0 0 0 0,1 0 0 0 0,-1 0 0 0 0,0 0 0 0 0,0 0 0 0 0,0 4 0 0 0,1 3-4 0 0,1 0 27 0 0,0 0 0 0 0,1 1 0 0 0,0-1-1 0 0,7 12 1 0 0,-6-12 48 0 0,0-1 0 0 0,-1 1 0 0 0,1 1 0 0 0,2 18 0 0 0,-5-8 446 0 0,-2 33-1 0 0,-1-11 626 0 0,2-42-1121 0 0,0-1 1 0 0,0 1-1 0 0,0-1 0 0 0,0 1 1 0 0,0-1-1 0 0,0 1 0 0 0,0-1 1 0 0,0 1-1 0 0,0-1 0 0 0,0 0 1 0 0,0 1-1 0 0,0-1 0 0 0,0 1 1 0 0,1-1-1 0 0,-1 1 0 0 0,0-1 1 0 0,0 1-1 0 0,0-1 0 0 0,1 0 1 0 0,-1 1-1 0 0,0-1 0 0 0,1 1 1 0 0,-1-1-1 0 0,0 0 0 0 0,1 1 1 0 0,-1-1-1 0 0,0 0 0 0 0,1 0 1 0 0,-1 1-1 0 0,0-1 0 0 0,1 0 1 0 0,-1 0-1 0 0,1 1 0 0 0,-1-1 1 0 0,1 0-1 0 0,-1 0 0 0 0,0 0 1 0 0,1 0-1 0 0,-1 0 0 0 0,1 0 1 0 0,-1 0-1 0 0,1 0 0 0 0,-1 0 1 0 0,2 0-1 0 0,21-9 122 0 0,-14 4-169 0 0,-5 3 21 0 0,1 0 0 0 0,-1 0 0 0 0,0-1 0 0 0,0 1 1 0 0,0-1-1 0 0,-1 0 0 0 0,1 0 0 0 0,-1-1 0 0 0,0 1 0 0 0,1-1 1 0 0,4-7-1 0 0,30-54-182 0 0,-22 34 100 0 0,16-25-67 0 0,26-41-74 0 0,-58 96 218 0 0,1 0-1 0 0,0 0 1 0 0,-1 0-1 0 0,1 0 1 0 0,0 0-1 0 0,0 0 1 0 0,0 0-1 0 0,0 0 1 0 0,0 0-1 0 0,0 1 1 0 0,0-1-1 0 0,0 0 1 0 0,0 1-1 0 0,0-1 1 0 0,0 1-1 0 0,0-1 1 0 0,2 0-1 0 0,-2 1 4 0 0,0 0 0 0 0,0 0 0 0 0,-1 1 0 0 0,1-1-1 0 0,0 0 1 0 0,0 0 0 0 0,-1 0 0 0 0,1 1 0 0 0,0-1 0 0 0,0 0-1 0 0,-1 1 1 0 0,1-1 0 0 0,-1 1 0 0 0,1-1 0 0 0,0 0-1 0 0,-1 1 1 0 0,1 0 0 0 0,-1-1 0 0 0,1 1 0 0 0,0 0 0 0 0,2 3 3 0 0,-1 0 1 0 0,0 0-1 0 0,0 0 1 0 0,0 1-1 0 0,0-1 1 0 0,-1 0-1 0 0,2 8 1 0 0,0 8 6 0 0,-1 0 0 0 0,-1 0 0 0 0,-2 33 0 0 0,0-32 6 0 0,1 1-1 0 0,5 40 0 0 0,-5-60-11 0 0,1 1 1 0 0,0-1-1 0 0,0 0 1 0 0,1 0 0 0 0,-1 0-1 0 0,0 0 1 0 0,1 0-1 0 0,-1 0 1 0 0,1 0 0 0 0,0 0-1 0 0,-1 0 1 0 0,1-1 0 0 0,0 1-1 0 0,0-1 1 0 0,0 1-1 0 0,0-1 1 0 0,1 0 0 0 0,-1 0-1 0 0,0 0 1 0 0,0 0-1 0 0,1 0 1 0 0,-1-1 0 0 0,1 1-1 0 0,-1-1 1 0 0,5 1-1 0 0,3 1-55 0 0,0-1-1 0 0,0-1 0 0 0,0 1 0 0 0,0-2 1 0 0,12-1-1 0 0,2-3 86 0 0,0-1 1 0 0,0-2-1 0 0,0 0 1 0 0,-1-2-1 0 0,0 0 1 0 0,36-23-1 0 0,-38 22 62 0 0,-17 10-72 0 0,-1 0 0 0 0,0 0 0 0 0,0-1 0 0 0,-1 1 1 0 0,1-1-1 0 0,0 0 0 0 0,0 0 0 0 0,2-3 0 0 0,0 1 21 0 0,-1 0 0 0 0,0-1 0 0 0,0 1 1 0 0,0-1-1 0 0,0 0 0 0 0,-1 0 0 0 0,0 0 0 0 0,0 0 0 0 0,0-1 0 0 0,-1 0 0 0 0,0 1 0 0 0,0-1 0 0 0,0 0 0 0 0,-1 0 1 0 0,2-9-1 0 0,8-11-50 0 0,-10 24 8 0 0,1-1 0 0 0,-1 0 0 0 0,1 0 1 0 0,-1 0-1 0 0,0 0 0 0 0,0 0 1 0 0,1-5-1 0 0,-2 7 5 0 0,0 0 0 0 0,0 0 0 0 0,0 0 1 0 0,-1 0-1 0 0,1 0 0 0 0,0 1 0 0 0,-1-1 0 0 0,1 0 1 0 0,0 0-1 0 0,-1 0 0 0 0,1 0 0 0 0,-1 1 0 0 0,1-1 0 0 0,-1 0 1 0 0,1 0-1 0 0,-1 1 0 0 0,0-1 0 0 0,1 1 0 0 0,-1-1 1 0 0,0 0-1 0 0,0 1 0 0 0,1-1 0 0 0,-1 1 0 0 0,0 0 0 0 0,0-1 1 0 0,0 1-1 0 0,0 0 0 0 0,1-1 0 0 0,-1 1 0 0 0,0 0 1 0 0,0 0-1 0 0,-1 0 0 0 0,-2-1-5 0 0,1 0 0 0 0,-1 0 0 0 0,1 1-1 0 0,-1-1 1 0 0,0 1 0 0 0,1 0 0 0 0,-1 0 0 0 0,0 1 0 0 0,1-1 0 0 0,-1 1-1 0 0,1-1 1 0 0,-1 1 0 0 0,1 0 0 0 0,-1 1 0 0 0,1-1 0 0 0,0 1 0 0 0,-1-1 0 0 0,1 1-1 0 0,0 0 1 0 0,0 0 0 0 0,-4 4 0 0 0,2-2-6 0 0,1 0 1 0 0,1 1 0 0 0,-1-1-1 0 0,0 1 1 0 0,1 0-1 0 0,0 0 1 0 0,0 1-1 0 0,1-1 1 0 0,-1 0-1 0 0,1 1 1 0 0,0 0-1 0 0,-2 9 1 0 0,-4 5-13 0 0,-4 6 81 0 0,12-25-47 0 0,0 0 0 0 0,-1 0-1 0 0,1 0 1 0 0,0 0 0 0 0,0 0-1 0 0,0-1 1 0 0,-1 1-1 0 0,1 0 1 0 0,0 0 0 0 0,0 0-1 0 0,1 0 1 0 0,-1 0-1 0 0,0 0 1 0 0,0 0 0 0 0,0-1-1 0 0,0 1 1 0 0,1 0 0 0 0,-1 0-1 0 0,1 0 1 0 0,-1 0-1 0 0,0-1 1 0 0,2 2 0 0 0,0 0 2 0 0,1 0 1 0 0,-1-1 0 0 0,1 1 0 0 0,-1-1 0 0 0,1 0-1 0 0,0 0 1 0 0,0 0 0 0 0,0 0 0 0 0,-1 0 0 0 0,1-1-1 0 0,0 1 1 0 0,0-1 0 0 0,3 0 0 0 0,39-1 42 0 0,-32-2-58 0 0,0-1-1 0 0,0 0 1 0 0,-1 0-1 0 0,0-1 1 0 0,1-1-1 0 0,12-8 1 0 0,3-1-63 0 0,-28 15 59 0 0,1 0 0 0 0,0 0 0 0 0,-1-1 0 0 0,1 1 0 0 0,0 0 0 0 0,-1 0 1 0 0,1 0-1 0 0,0 0 0 0 0,-1 0 0 0 0,1 0 0 0 0,0 0 0 0 0,-1 0 0 0 0,1 0 1 0 0,0 0-1 0 0,-1 0 0 0 0,1 0 0 0 0,0 0 0 0 0,-1 0 0 0 0,1 1 0 0 0,-1-1 1 0 0,1 0-1 0 0,0 1 0 0 0,-1-1 0 0 0,1 0 0 0 0,-1 1 0 0 0,1-1 0 0 0,-1 1 1 0 0,1-1-1 0 0,-1 0 0 0 0,1 1 0 0 0,-1-1 0 0 0,1 1 0 0 0,-1 0 0 0 0,0-1 1 0 0,1 1-1 0 0,-1-1 0 0 0,0 1 0 0 0,0 0 0 0 0,1-1 0 0 0,-1 1 0 0 0,0-1 0 0 0,0 2 1 0 0,8 36 41 0 0,-7-27-37 0 0,0-7 17 0 0,0-1 0 0 0,0 1 0 0 0,0 0 0 0 0,0-1 0 0 0,1 0 0 0 0,-1 1 0 0 0,1-1 0 0 0,0 0 0 0 0,0 0 0 0 0,0 0 0 0 0,0 0 0 0 0,0 0 0 0 0,1 0 0 0 0,0-1 0 0 0,-1 1 0 0 0,1-1 0 0 0,0 0 0 0 0,0 1 0 0 0,0-1 0 0 0,0-1 0 0 0,1 1 0 0 0,-1 0 0 0 0,0-1 0 0 0,1 0 0 0 0,-1 0 0 0 0,1 0 0 0 0,0 0 0 0 0,-1 0 0 0 0,1-1 0 0 0,0 1 0 0 0,-1-1 0 0 0,1 0 0 0 0,4-1 0 0 0,7 0 10 0 0,-1-1 0 0 0,1 0 0 0 0,-1-1 0 0 0,0-1 0 0 0,0 0 0 0 0,0-1 0 0 0,15-8 0 0 0,-8 4-33 0 0,-13 6-7 0 0,-1 0-1 0 0,1 0 0 0 0,-1-1 0 0 0,0 0 1 0 0,0 0-1 0 0,-1-1 0 0 0,1 0 0 0 0,8-8 0 0 0,0-5-13 0 0,-1 0-1 0 0,-1-1 0 0 0,-1-1 0 0 0,0 0 0 0 0,13-33 1 0 0,12-38-79 0 0,-12 32 119 0 0,21-75 0 0 0,-39 112 63 0 0,1 0 0 0 0,1 1 0 0 0,22-37 0 0 0,-4 8 97 0 0,-18 34-416 0 0,-16 32 100 0 0,-4 12 148 0 0,0 8-32 0 0,2 1 0 0 0,2 1 0 0 0,1-1 0 0 0,-2 66 0 0 0,8-47 14 0 0,3 1 0 0 0,14 84 0 0 0,-14-121 59 0 0,1 0 0 0 0,1-1 0 0 0,1 1 0 0 0,1-1 0 0 0,17 34 0 0 0,-17-37 0 0 0,-6-13-37 0 0,0-1 0 0 0,0 0 0 0 0,0 1-1 0 0,1-1 1 0 0,-1 0 0 0 0,1 1 0 0 0,-1-1 0 0 0,1 0 0 0 0,3 3 0 0 0,3 2-92 0 0,-1-1 1 0 0,1 0-1 0 0,1 0 0 0 0,-1-1 1 0 0,1 0-1 0 0,0 0 0 0 0,16 5 1 0 0,-23-9-194 0 0,0-1 1 0 0,-1 0 0 0 0,1 0 0 0 0,-1 1 0 0 0,1-1-1 0 0,0 0 1 0 0,-1-1 0 0 0,1 1 0 0 0,0 0 0 0 0,-1 0 0 0 0,1-1-1 0 0,2 0 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0 183 9586 0 0,'0'0'547'0'0,"10"0"-638"0"0,121 3 112 0 0,-56 0-28 0 0,1-3-1 0 0,94-12 1 0 0,179-33-1048 0 0,-239 43 3434 0 0,-110-25-2032 0 0,0 16-309 0 0,0 0 0 0 0,-1 1 0 0 0,-1-1 0 0 0,-5-20 1 0 0,6 29-41 0 0,0 1 0 0 0,0-1 0 0 0,0 1 0 0 0,0-1 0 0 0,-1 1 0 0 0,1 0 0 0 0,0 0 1 0 0,-1-1-1 0 0,0 1 0 0 0,1 0 0 0 0,-1 0 0 0 0,1 1 0 0 0,-1-1 0 0 0,0 0 1 0 0,-3 0-1 0 0,-29-8-28 0 0,30 9 21 0 0,-1 0 1 0 0,0 0-1 0 0,0 0 1 0 0,0 1 0 0 0,0 0-1 0 0,1 0 1 0 0,-1 0-1 0 0,0 0 1 0 0,1 1 0 0 0,-1-1-1 0 0,1 1 1 0 0,-1 0-1 0 0,-6 5 1 0 0,5-3 1 0 0,1 1 0 0 0,-1 0 0 0 0,1 0 0 0 0,0 0-1 0 0,0 1 1 0 0,1-1 0 0 0,0 1 0 0 0,-6 9 0 0 0,3 0-14 0 0,0 1 1 0 0,1-1-1 0 0,0 1 0 0 0,1 0 1 0 0,1 0-1 0 0,1 0 0 0 0,-2 23 1 0 0,4-32 12 0 0,-1 0 0 0 0,1-1 0 0 0,-1 1 0 0 0,0-1 1 0 0,-4 9-1 0 0,3-11 14 0 0,2-1 1 0 0,-1 2-1 0 0,0-1 1 0 0,1 0-1 0 0,0 0 1 0 0,0 0-1 0 0,0 1 1 0 0,0-1-1 0 0,1 1 1 0 0,0-1-1 0 0,0 0 1 0 0,0 1-1 0 0,0-1 1 0 0,2 8-1 0 0,-1-8 17 0 0,0 0 0 0 0,1-1 0 0 0,-1 1-1 0 0,1-1 1 0 0,0 1 0 0 0,0-1-1 0 0,0 0 1 0 0,0 1 0 0 0,0-1 0 0 0,1 0-1 0 0,-1-1 1 0 0,1 1 0 0 0,0 0 0 0 0,0-1-1 0 0,0 0 1 0 0,0 1 0 0 0,0-1-1 0 0,1 0 1 0 0,-1-1 0 0 0,7 4 0 0 0,4-1 11 0 0,0-1 0 0 0,0 0 0 0 0,0-1 0 0 0,21 1 0 0 0,-18-1-34 0 0,33 5 1 0 0,-16 4-89 0 0,-21-7 15 0 0,1 1-1 0 0,-1-2 0 0 0,21 3 0 0 0,-15-5-325 0 0,1-1 0 0 0,0-1 1 0 0,32-5-1 0 0,3-5-2184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175 254 128 0 0,'12'-15'7842'0'0,"-6"10"-7744"0"0,0 0 1 0 0,0 1-1 0 0,0 0 0 0 0,0 0 1 0 0,1 1-1 0 0,-1 0 1 0 0,1 0-1 0 0,12-3 1 0 0,12-7 234 0 0,-25 10-253 0 0,16-7 112 0 0,-1-1-1 0 0,21-15 1 0 0,-37 23-160 0 0,-1 0 0 0 0,1-1 1 0 0,-1 0-1 0 0,0 1 0 0 0,0-2 1 0 0,0 1-1 0 0,-1 0 0 0 0,1-1 1 0 0,-1 1-1 0 0,0-1 0 0 0,0 0 1 0 0,-1 0-1 0 0,1 0 1 0 0,2-9-1 0 0,0 3-37 0 0,5-11-71 0 0,-10 21 75 0 0,1 1-1 0 0,-1-1 1 0 0,0 0-1 0 0,0 1 1 0 0,0-1-1 0 0,0 1 1 0 0,0-1-1 0 0,0 0 1 0 0,0 1-1 0 0,0-1 1 0 0,0 1-1 0 0,0-1 1 0 0,0 0-1 0 0,0 1 1 0 0,-1-1-1 0 0,1 1 1 0 0,0-1-1 0 0,0 1 1 0 0,-1-1-1 0 0,1 1 1 0 0,0-1-1 0 0,-1 1 0 0 0,1-1 1 0 0,0 1-1 0 0,-1-1 1 0 0,1 1-1 0 0,-1-1 1 0 0,1 1-1 0 0,-1 0 1 0 0,1-1-1 0 0,-1 1 1 0 0,1 0-1 0 0,-1-1 1 0 0,-6-2-1 0 0,0 1 1 0 0,1 0-1 0 0,-1 0 1 0 0,0 0-1 0 0,0 1 1 0 0,0 0-1 0 0,-1 0 1 0 0,1 1-1 0 0,0 0 1 0 0,0 0-1 0 0,0 1 1 0 0,0 0-1 0 0,0 0 1 0 0,0 0-1 0 0,0 1 0 0 0,0 0 1 0 0,0 1-1 0 0,1-1 1 0 0,-1 1-1 0 0,-9 6 1 0 0,6-2-6 0 0,1 1 0 0 0,0 0 0 0 0,0 0 0 0 0,0 1 1 0 0,1 0-1 0 0,0 0 0 0 0,1 1 0 0 0,0 0 0 0 0,1 1 0 0 0,0-1 0 0 0,0 1 1 0 0,1 1-1 0 0,-5 15 0 0 0,3-11-13 0 0,5-10 14 0 0,-1 0 1 0 0,1 0-1 0 0,0 0 0 0 0,-2 11 1 0 0,3-11 4 0 0,0-1 0 0 0,0 1 1 0 0,-1 0-1 0 0,0-1 0 0 0,-4 9 0 0 0,3-8 5 0 0,0 0 0 0 0,0 1 0 0 0,-2 12-1 0 0,2 2-8 0 0,0 0 0 0 0,2 1 0 0 0,1-1 0 0 0,2 29 0 0 0,19 83-41 0 0,-4-32 283 0 0,-16-93-200 0 0,0 1 1 0 0,0 0-1 0 0,-1-1 1 0 0,0 1-1 0 0,0 0 0 0 0,-1-1 1 0 0,-1 1-1 0 0,1-1 1 0 0,-1 1-1 0 0,-1-1 1 0 0,1 0-1 0 0,-1 0 1 0 0,-6 10-1 0 0,6-12-14 0 0,-1-1 0 0 0,0 1 0 0 0,0-1 0 0 0,0 0 0 0 0,0-1 0 0 0,-1 1 1 0 0,0-1-1 0 0,0 1 0 0 0,0-1 0 0 0,-1-1 0 0 0,1 1 0 0 0,-10 3 0 0 0,-30 16-130 0 0,15-9-2973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81 5097 0 0,'10'-14'3982'0'0,"19"4"-3247"0"0,0 2 0 0 0,0 1 0 0 0,50-6 0 0 0,93 3-232 0 0,-32 3-802 0 0,-28-2-3291 0 0,-93 7 1286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52 82 3873 0 0,'0'0'567'0'0,"9"-20"2589"0"0,-5 10-2892 0 0,-2 5-188 0 0,0 0 1 0 0,1 0 0 0 0,-1 0 0 0 0,1 0-1 0 0,0 1 1 0 0,0-1 0 0 0,0 1 0 0 0,1 0-1 0 0,4-5 1 0 0,-8 26-103 0 0,-7 12 27 0 0,0-1 0 0 0,-3 0 0 0 0,-13 30 1 0 0,12-33 69 0 0,1 0 0 0 0,1 1 0 0 0,2 0 1 0 0,-5 29-1 0 0,11-53 24 0 0,1 0 0 0 0,0 0 0 0 0,-1 0-1 0 0,1 0 1 0 0,0 0 0 0 0,1 0 0 0 0,-1 0 0 0 0,0 0 0 0 0,0 0 0 0 0,1 0 0 0 0,-1 0-1 0 0,1-1 1 0 0,0 1 0 0 0,-1 0 0 0 0,1 0 0 0 0,0-1 0 0 0,0 1 0 0 0,0 0 0 0 0,0-1-1 0 0,0 1 1 0 0,3 1 0 0 0,-1-1-22 0 0,-1 0 0 0 0,1 0 0 0 0,1 0 0 0 0,-1-1 0 0 0,0 0 0 0 0,0 1 0 0 0,0-1 0 0 0,1-1 0 0 0,-1 1 0 0 0,0 0 0 0 0,6 0 0 0 0,18 0 324 0 0,-1-2 0 0 0,0 0-1 0 0,1-2 1 0 0,42-9 0 0 0,-29 5-280 0 0,54-7-190 0 0,80-17-2379 0 0,-157 27 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518 108 4265 0 0,'-11'-28'4498'0'0,"11"26"-4410"0"0,-1-1 1 0 0,0 1-1 0 0,0-1 0 0 0,-1 1 0 0 0,1 0 0 0 0,0 0 1 0 0,-1 0-1 0 0,1 0 0 0 0,-1 0 0 0 0,0 0 0 0 0,1 0 0 0 0,-1 0 1 0 0,0 0-1 0 0,0 1 0 0 0,0-1 0 0 0,0 1 0 0 0,-1-1 1 0 0,1 1-1 0 0,0 0 0 0 0,-1 0 0 0 0,1 0 0 0 0,-1 0 0 0 0,-2 0 1 0 0,-28-14 355 0 0,29 11-383 0 0,-2 2 0 0 0,1-1 0 0 0,0 0-1 0 0,-1 1 1 0 0,-8-2 0 0 0,5 2-47 0 0,-1 1-1 0 0,0 0 1 0 0,1 1 0 0 0,-1 0-1 0 0,1 1 1 0 0,-1-1-1 0 0,1 2 1 0 0,-1 0 0 0 0,1 0-1 0 0,-10 3 1 0 0,2 2 6 0 0,0 0 0 0 0,1 1 0 0 0,0 1 0 0 0,-20 13 0 0 0,22-13-25 0 0,11-8 2 0 0,0 1 0 0 0,0 0 1 0 0,0 0-1 0 0,0 0 0 0 0,1 0 0 0 0,-1 0 1 0 0,-3 4-1 0 0,-8 10-4 0 0,6-7 1 0 0,1 0-1 0 0,0 0 0 0 0,0 1 1 0 0,0 0-1 0 0,1 0 0 0 0,-8 20 1 0 0,-5 14-48 0 0,13-31 51 0 0,0 1 0 0 0,1 0-1 0 0,1 0 1 0 0,-4 18 0 0 0,7-26 1 0 0,-12 101-25 0 0,13-96 32 0 0,0 0 0 0 0,0 0 1 0 0,1 0-1 0 0,0 0 0 0 0,1-1 1 0 0,1 1-1 0 0,5 18 1 0 0,-6-25 6 0 0,0 0 1 0 0,0 0 0 0 0,0-1-1 0 0,1 1 1 0 0,-1-1 0 0 0,1 1 0 0 0,0-1-1 0 0,0 0 1 0 0,0 0 0 0 0,0 0 0 0 0,0 0-1 0 0,1 0 1 0 0,-1-1 0 0 0,1 0 0 0 0,0 0-1 0 0,0 0 1 0 0,-1 0 0 0 0,1 0 0 0 0,7 1-1 0 0,18 11 155 0 0,-25-12-147 0 0,1 1 0 0 0,-1-1 0 0 0,0 0 0 0 0,1 0 1 0 0,0-1-1 0 0,-1 1 0 0 0,1-1 0 0 0,6 1 0 0 0,3-2-3 0 0,1 0-1 0 0,0-1 1 0 0,-1-1-1 0 0,1 0 1 0 0,-1-1-1 0 0,0-1 0 0 0,1 0 1 0 0,23-11-1 0 0,-5 6-849 0 0,1 7-4487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188 66 6401 0 0,'-31'-18'2082'0'0,"8"1"-1595"0"0,17 12-235 0 0,0 1 0 0 0,0 0 0 0 0,0 0-1 0 0,-1 0 1 0 0,-8-3 0 0 0,15 6-243 0 0,-1 1 1 0 0,0 0-1 0 0,1 0 1 0 0,-1-1 0 0 0,0 1-1 0 0,0 0 1 0 0,1 0-1 0 0,-1 0 1 0 0,0 0-1 0 0,1 0 1 0 0,-1 0-1 0 0,0 0 1 0 0,0 0-1 0 0,1 0 1 0 0,-1 0-1 0 0,0 1 1 0 0,1-1-1 0 0,-1 0 1 0 0,0 0-1 0 0,1 1 1 0 0,-1-1-1 0 0,0 0 1 0 0,1 1 0 0 0,-1-1-1 0 0,1 1 1 0 0,-1-1-1 0 0,0 0 1 0 0,1 1-1 0 0,-1 0 1 0 0,1-1-1 0 0,0 1 1 0 0,-1-1-1 0 0,1 1 1 0 0,-1-1-1 0 0,1 1 1 0 0,0 0-1 0 0,-1-1 1 0 0,1 1-1 0 0,0 0 1 0 0,0 1-1 0 0,-2 3-20 0 0,1 1 0 0 0,0 0 0 0 0,1-1-1 0 0,0 10 1 0 0,-1 1 21 0 0,-2 30 5 0 0,3-33-14 0 0,0-1-1 0 0,-1 1 1 0 0,-1-1 0 0 0,0 0 0 0 0,-1 0 0 0 0,0 0-1 0 0,-6 16 1 0 0,4-16 6 0 0,0-1-1 0 0,1 0 0 0 0,1 1 1 0 0,0 0-1 0 0,-2 21 0 0 0,1 61 203 0 0,3-61-596 0 0,-4 41 1 0 0,3-64-411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1640 0 0,'0'0'252'0'0,"20"0"67"0"0,5-1-341 0 0,0-2-1 0 0,-1-1 1 0 0,39-10 0 0 0,30-5 1142 0 0,-59 17-1289 0 0,-27 2-183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192 342 4417 0 0,'-191'0'5094'0'0,"191"0"-5119"0"0,8 0-6 0 0,93 9-8 0 0,148 6 194 0 0,176-27 3 0 0,-264 6-130 0 0,31 0 2375 0 0,-203 6-2392 0 0,-14-1 81 0 0,24 1-91 0 0,1 0 0 0 0,0 0 1 0 0,-1 0-1 0 0,1-1 0 0 0,-1 1 1 0 0,1 0-1 0 0,0 0 0 0 0,-1-1 1 0 0,1 1-1 0 0,-1 0 1 0 0,1-1-1 0 0,0 1 0 0 0,0 0 1 0 0,-1-1-1 0 0,1 1 0 0 0,0-1 1 0 0,0 1-1 0 0,-1 0 0 0 0,1-1 1 0 0,0 1-1 0 0,0-1 1 0 0,0 1-1 0 0,0-1 0 0 0,-1 1 1 0 0,1-1-1 0 0,0 1 0 0 0,0-1 1 0 0,0 1-1 0 0,0 0 0 0 0,0-1 1 0 0,0 1-1 0 0,1-1 1 0 0,-1 1-1 0 0,0-1 0 0 0,0 1 1 0 0,0-1-1 0 0,0 1 0 0 0,0-1 1 0 0,1 1-1 0 0,-1 0 0 0 0,0-1 1 0 0,0 1-1 0 0,1-1 1 0 0,-1 1-1 0 0,1-1 0 0 0,5-16 2 0 0,0 0 1 0 0,-1 0-1 0 0,0-1 0 0 0,2-20 0 0 0,-5 28 0 0 0,5-39 5 0 0,-2-1-1 0 0,-2-57 1 0 0,7 118 42 0 0,17 57-35 0 0,-3 1-1 0 0,-3 1 1 0 0,-3 0-1 0 0,13 107 0 0 0,-26-127-20 0 0,-4-24 58 0 0,2 0-1 0 0,1 0 1 0 0,0-1-1 0 0,3 1 1 0 0,12 35-1 0 0,-18-59-1 0 0,1 1 0 0 0,0 0-1 0 0,0-1 1 0 0,0 0 0 0 0,0 1 0 0 0,0-1-1 0 0,0 0 1 0 0,4 3 0 0 0,-5-4-39 0 0,-1-1 0 0 0,1 0 0 0 0,-1 1 0 0 0,1-1 0 0 0,-1 1 0 0 0,1-1 1 0 0,0 0-1 0 0,-1 0 0 0 0,1 1 0 0 0,-1-1 0 0 0,1 0 0 0 0,-1 0 0 0 0,1 0 0 0 0,0 1 0 0 0,-1-1 0 0 0,1 0 0 0 0,0 0 1 0 0,-1 0-1 0 0,1 0 0 0 0,0 0 0 0 0,-1 0 0 0 0,1 0 0 0 0,-1-1 0 0 0,1 1 0 0 0,0 0 0 0 0,-1 0 0 0 0,1 0 0 0 0,-1-1 1 0 0,1 1-1 0 0,-1 0 0 0 0,1-1 0 0 0,0 1 0 0 0,-1 0 0 0 0,1-1 0 0 0,-1 1 0 0 0,0-1 0 0 0,1 1 0 0 0,-1-1 0 0 0,1 1 1 0 0,-1-1-1 0 0,0 1 0 0 0,1-1 0 0 0,-1 1 0 0 0,0-1 0 0 0,1 1 0 0 0,-1-1 0 0 0,0 0 0 0 0,0 1 0 0 0,0-1 1 0 0,1 0-1 0 0,59-251-102 0 0,-30 114-20 0 0,-25 119 100 0 0,-3 7 18 0 0,0 1-1 0 0,1 0 1 0 0,1 0 0 0 0,0 0 0 0 0,0 0-1 0 0,1 1 1 0 0,12-20 0 0 0,-15 25 11 0 0,5-7-86 0 0,-7 12 68 0 0,0 0 0 0 0,1 0 0 0 0,-1 0 0 0 0,0 0 0 0 0,0-1 0 0 0,0 1 0 0 0,0 0 0 0 0,1 0 0 0 0,-1 0 0 0 0,0 0 0 0 0,0 0 0 0 0,1 0 0 0 0,-1 0 0 0 0,0 0 0 0 0,0 0 0 0 0,0 0 0 0 0,1 0 0 0 0,-1 0 0 0 0,0 0 0 0 0,0 0 0 0 0,1 0 0 0 0,-1 0 0 0 0,0 0 0 0 0,0 0 0 0 0,0 0 0 0 0,1 0 0 0 0,-1 0 0 0 0,0 0 0 0 0,0 1 0 0 0,0-1 0 0 0,1 0 0 0 0,-1 0 0 0 0,0 0 0 0 0,0 0 0 0 0,0 0 0 0 0,0 1 0 0 0,1-1 0 0 0,-1 0 0 0 0,0 0 0 0 0,0 0 0 0 0,0 0 0 0 0,0 1 0 0 0,0-1 0 0 0,0 0 0 0 0,1 0 0 0 0,-1 0 0 0 0,0 1 0 0 0,0-1 0 0 0,0 0 0 0 0,0 0 0 0 0,0 1 1 0 0,0-1-1 0 0,0 0 0 0 0,0 0 0 0 0,0 1 0 0 0,9 28 21 0 0,0 0 0 0 0,7 52 0 0 0,-6-28-7 0 0,-2-11 1 0 0,21 85 119 0 0,-24-110-116 0 0,1 1 0 0 0,0-1 0 0 0,2-1 0 0 0,17 32 0 0 0,-23-46-14 0 0,0 0 0 0 0,1 0 0 0 0,-1 0 0 0 0,0 0 0 0 0,1-1 0 0 0,-1 1 0 0 0,1 0 0 0 0,-1-1 0 0 0,1 0 0 0 0,0 0 0 0 0,0 1 0 0 0,0-2 0 0 0,-1 1 0 0 0,1 0 0 0 0,0-1 0 0 0,0 1 0 0 0,0-1 0 0 0,0 0 0 0 0,0 0 0 0 0,0 0 0 0 0,0 0 0 0 0,0 0 0 0 0,0-1 0 0 0,0 1 0 0 0,0-1 0 0 0,0 0 0 0 0,0 0 0 0 0,-1 0 0 0 0,1 0 0 0 0,0-1 0 0 0,-1 1 0 0 0,1-1 0 0 0,-1 0 0 0 0,1 1 0 0 0,-1-1 0 0 0,0 0 0 0 0,4-4 0 0 0,6-14-3 0 0,-2-1 0 0 0,0 0 0 0 0,-1 0 0 0 0,-1-1 0 0 0,10-42 0 0 0,-5 18 10 0 0,30-129-4 0 0,-42 173-10 0 0,0 0-1 0 0,-1-1 1 0 0,1 1 0 0 0,0 0 0 0 0,0 0 0 0 0,1 0-1 0 0,-1 0 1 0 0,0 0 0 0 0,1 1 0 0 0,-1-1 0 0 0,1 0 0 0 0,-1 1-1 0 0,1-1 1 0 0,0 1 0 0 0,3-3 0 0 0,-4 3-1 0 0,0 1 1 0 0,0 0-1 0 0,-1-1 0 0 0,1 1 0 0 0,0-1 1 0 0,0 1-1 0 0,-1 0 0 0 0,1 0 1 0 0,0-1-1 0 0,0 1 0 0 0,0 0 1 0 0,0 0-1 0 0,0 0 0 0 0,-1 0 1 0 0,1 0-1 0 0,0 0 0 0 0,0 0 1 0 0,0 0-1 0 0,0 1 0 0 0,-1-1 0 0 0,1 0 1 0 0,0 0-1 0 0,0 1 0 0 0,0-1 1 0 0,-1 0-1 0 0,1 1 0 0 0,0-1 1 0 0,-1 1-1 0 0,1-1 0 0 0,0 1 1 0 0,-1-1-1 0 0,1 1 0 0 0,0 0 1 0 0,-1-1-1 0 0,1 1 0 0 0,-1 0 0 0 0,1-1 1 0 0,-1 1-1 0 0,0 0 0 0 0,1 0 1 0 0,-1-1-1 0 0,0 1 0 0 0,1 0 1 0 0,-1 0-1 0 0,0 0 0 0 0,0 1 1 0 0,10 49-49 0 0,-10-42 57 0 0,1 0 0 0 0,1-1 0 0 0,0 1 1 0 0,0 0-1 0 0,1-1 0 0 0,6 16 0 0 0,2-2 9 0 0,9 31 1 0 0,-12-31-4 0 0,-5-19-4 0 0,0-1 0 0 0,0 1 0 0 0,0-1 1 0 0,1 1-1 0 0,-1-1 0 0 0,0 0 0 0 0,1 0 1 0 0,0-1-1 0 0,-1 1 0 0 0,1-1 0 0 0,0 0 1 0 0,0 0-1 0 0,5 1 0 0 0,-4-1 0 0 0,-1-1 0 0 0,0-1 0 0 0,1 1 0 0 0,-1 0 0 0 0,0-1 0 0 0,1 0 0 0 0,-1 0 0 0 0,0 0 0 0 0,0-1 0 0 0,0 1 0 0 0,0-1 0 0 0,0 0-1 0 0,0 0 1 0 0,4-3 0 0 0,2-3-4 0 0,-1-1 0 0 0,0 1 0 0 0,12-16 0 0 0,20-18 14 0 0,-36 38-28 0 0,0 1-1 0 0,0-1 1 0 0,0 1-1 0 0,0 0 0 0 0,0 1 1 0 0,0-1-1 0 0,1 1 1 0 0,0 0-1 0 0,-1 1 0 0 0,1-1 1 0 0,0 1-1 0 0,-1 0 1 0 0,9 0-1 0 0,2 1-10 0 0,1 1 0 0 0,-1 1 0 0 0,23 5 0 0 0,-13-2 15 0 0,17 2-6 0 0,2-3 1 0 0,45-1-1 0 0,91-9 24 0 0,-110 3-35 0 0,287-2 93 0 0,-286 5-76 0 0,-67 0-465 0 0,0 0 1 0 0,0-1 0 0 0,-1 0 0 0 0,1 0 0 0 0,8-3-1 0 0,-2-1-1832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90 347 2000 0 0,'-2'-14'678'0'0,"-42"-156"2703"0"0,38 141-2173 0 0,1 1-1 0 0,2-1 1 0 0,0-47-1 0 0,7 402-1283 0 0,4-72-8 0 0,-37 382 120 0 0,20-364-730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 33 8994 0 0,'0'0'24'0'0,"-12"-24"1262"0"0,11 23-1274 0 0,-1 0 1 0 0,1 0-1 0 0,0 0 1 0 0,0 1 0 0 0,0-1-1 0 0,-1 0 1 0 0,1 1 0 0 0,0-1-1 0 0,-1 1 1 0 0,1 0 0 0 0,0-1-1 0 0,-1 1 1 0 0,1 0 0 0 0,-1 0-1 0 0,1 0 1 0 0,0 0 0 0 0,-1 0-1 0 0,1 0 1 0 0,-1 0-1 0 0,1 0 1 0 0,-1 0 0 0 0,1 1-1 0 0,0-1 1 0 0,-1 1 0 0 0,1-1-1 0 0,0 1 1 0 0,0 0 0 0 0,-1-1-1 0 0,1 1 1 0 0,0 0 0 0 0,0 0-1 0 0,0 0 1 0 0,0 0 0 0 0,0 0-1 0 0,0 0 1 0 0,0 0-1 0 0,0 0 1 0 0,0 0 0 0 0,0 0-1 0 0,1 0 1 0 0,-1 1 0 0 0,0-1-1 0 0,0 2 1 0 0,-2 4-25 0 0,0 0-1 0 0,0 1 1 0 0,1-1-1 0 0,0 1 1 0 0,1 0-1 0 0,-2 12 1 0 0,1 39 12 0 0,3 1 0 0 0,13 91 0 0 0,1 8 23 0 0,-4 9-19 0 0,2 81 5 0 0,-13-182 9 0 0,-14 115 0 0 0,7-128 13 0 0,-12 64 311 0 0,17-99-2499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11 3897 0 0,'0'0'1507'0'0,"-34"0"2458"0"0,35 1-3955 0 0,-1-1 0 0 0,0 0 0 0 0,0 0 0 0 0,1 0 0 0 0,-1 0 0 0 0,0 0 0 0 0,0 1 0 0 0,0-1 0 0 0,1 0 0 0 0,-1 0 0 0 0,0 0 0 0 0,0 0 0 0 0,0 1 0 0 0,1-1 0 0 0,-1 0 0 0 0,0 0 1 0 0,0 1-1 0 0,0-1 0 0 0,0 0 0 0 0,0 0 0 0 0,1 1 0 0 0,-1-1 0 0 0,0 0 0 0 0,0 0 0 0 0,0 1 0 0 0,0-1 0 0 0,0 0 0 0 0,0 1 0 0 0,0-1 0 0 0,0 0 0 0 0,0 0 0 0 0,0 1 0 0 0,0-1 0 0 0,0 0 0 0 0,0 1 1 0 0,-1-1-1 0 0,1 0 0 0 0,0 0 0 0 0,0 1 0 0 0,0-1 0 0 0,0 0 0 0 0,0 0 0 0 0,0 1 0 0 0,-1-1 0 0 0,1 0 0 0 0,0 0 0 0 0,0 0 0 0 0,0 1 0 0 0,-1-1 0 0 0,1 0 0 0 0,0 0 0 0 0,0 0 0 0 0,-1 0 0 0 0,1 0 0 0 0,0 1 1 0 0,0-1-1 0 0,-1 0 0 0 0,1 0 0 0 0,0 0 0 0 0,0 0 0 0 0,-1 0 0 0 0,1 0 0 0 0,0 0 0 0 0,-1 0 0 0 0,1 0 0 0 0,-1 0 0 0 0,34 8 196 0 0,1-2-1 0 0,56 3 1 0 0,73-6 331 0 0,-127-3-433 0 0,413-21 560 0 0,-151 3-412 0 0,-25 11-292 0 0,-248 4-1982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247 179 3145 0 0,'-3'-1'307'0'0,"0"0"0"0"0,0 0 0 0 0,0 0 0 0 0,0-1 0 0 0,0 1 0 0 0,1 0 0 0 0,-1-1 0 0 0,0 0 0 0 0,1 0 1 0 0,-5-4-1 0 0,-10-6 433 0 0,15 11-628 0 0,0-1-1 0 0,-1 0 1 0 0,1 1 0 0 0,0-1 0 0 0,1 0-1 0 0,-1-1 1 0 0,0 1 0 0 0,0 0 0 0 0,1 0-1 0 0,-1-1 1 0 0,1 1 0 0 0,0-1 0 0 0,0 1-1 0 0,0-1 1 0 0,-1-2 0 0 0,-7-14 39 0 0,8 17-120 0 0,1 1 1 0 0,-1 0-1 0 0,0 0 0 0 0,1 0 0 0 0,-1-1 1 0 0,0 1-1 0 0,1 0 0 0 0,0-1 1 0 0,-1 1-1 0 0,1 0 0 0 0,0-1 1 0 0,0 1-1 0 0,-1 0 0 0 0,1-1 1 0 0,0 1-1 0 0,1-1 0 0 0,-1 1 0 0 0,0 0 1 0 0,0-1-1 0 0,0 1 0 0 0,1-1 1 0 0,-1 1-1 0 0,1 0 0 0 0,-1 0 1 0 0,1-1-1 0 0,0 1 0 0 0,-1 0 1 0 0,1 0-1 0 0,0 0 0 0 0,0-1 0 0 0,0 1 1 0 0,1-1-1 0 0,1 0 13 0 0,0 0 0 0 0,0 0 1 0 0,1 0-1 0 0,-1 0 0 0 0,1 0 0 0 0,-1 1 0 0 0,1 0 0 0 0,-1-1 1 0 0,1 2-1 0 0,4-2 0 0 0,1 1-25 0 0,-1-1-12 0 0,0 1 0 0 0,-1-1 0 0 0,1 0 0 0 0,0 0 0 0 0,12-7 0 0 0,-17 8-1 0 0,1-1 0 0 0,-1 1-1 0 0,0 0 1 0 0,1-1 0 0 0,-1 2 0 0 0,1-1-1 0 0,0 0 1 0 0,-1 1 0 0 0,1-1-1 0 0,0 1 1 0 0,-1 0 0 0 0,1 1 0 0 0,0-1-1 0 0,-1 0 1 0 0,1 1 0 0 0,-1 0-1 0 0,1 0 1 0 0,-1 0 0 0 0,1 0 0 0 0,-1 1-1 0 0,0-1 1 0 0,1 1 0 0 0,-1 0-1 0 0,0 0 1 0 0,0 0 0 0 0,0 0-1 0 0,0 1 1 0 0,-1-1 0 0 0,1 1 0 0 0,-1 0-1 0 0,4 4 1 0 0,3 12 10 0 0,-1 0-1 0 0,-1 0 1 0 0,-1 1 0 0 0,0 0-1 0 0,-2 0 1 0 0,4 34-1 0 0,-5-41 1 0 0,0 0-1 0 0,0-1 1 0 0,7 15-1 0 0,-6-17-7 0 0,-1 1 1 0 0,0-1-1 0 0,0 0 1 0 0,-1 1-1 0 0,2 20 0 0 0,-5-12 34 0 0,0 0 0 0 0,-2-1 0 0 0,0 1 0 0 0,-1 0 0 0 0,-1-1 0 0 0,-1 0 0 0 0,0 0-1 0 0,-1 0 1 0 0,-15 25 0 0 0,10-17-12 0 0,10-20-15 0 0,-1 0 0 0 0,0 0 0 0 0,0 0 0 0 0,-1 0 0 0 0,0-1 1 0 0,0 1-1 0 0,-5 5 0 0 0,3-5 21 0 0,-1 1-1 0 0,-1-1 1 0 0,1-1 0 0 0,-1 0-1 0 0,0 0 1 0 0,0 0 0 0 0,0-1-1 0 0,-1 0 1 0 0,1-1 0 0 0,-1 0 0 0 0,0 0-1 0 0,-16 3 1 0 0,17-5 26 0 0,-1 1-1 0 0,1 0 1 0 0,0 1 0 0 0,-9 3 0 0 0,11-3-1 0 0,0-1 1 0 0,0 1 0 0 0,0-2-1 0 0,0 1 1 0 0,0-1 0 0 0,0 0-1 0 0,-1 0 1 0 0,1 0 0 0 0,-10-1-1 0 0,12 0-37 0 0,-1-1-1 0 0,1 0 0 0 0,0 1 0 0 0,-1-1 0 0 0,1-1 0 0 0,0 1 1 0 0,0-1-1 0 0,0 1 0 0 0,0-1 0 0 0,0 0 0 0 0,0-1 0 0 0,1 1 1 0 0,-1-1-1 0 0,0 1 0 0 0,1-1 0 0 0,-4-5 0 0 0,3 3-8 0 0,0-1 1 0 0,0 0-1 0 0,1 0 0 0 0,0 0 0 0 0,0 0 0 0 0,0-1 0 0 0,1 1 1 0 0,0-1-1 0 0,-2-11 0 0 0,-7-6-77 0 0,10 22 47 0 0,0 0-1 0 0,-1 1 0 0 0,1-1 0 0 0,0 0 1 0 0,1 0-1 0 0,-1 0 0 0 0,0 1 1 0 0,0-1-1 0 0,1 0 0 0 0,-1 0 1 0 0,1 0-1 0 0,0 0 0 0 0,-1 0 1 0 0,1 0-1 0 0,0 0 0 0 0,0-1 1 0 0,1-2-1 0 0,0 4 12 0 0,1 0-1 0 0,-1 0 1 0 0,0-1 0 0 0,1 2 0 0 0,-1-1-1 0 0,1 0 1 0 0,0 0 0 0 0,-1 0-1 0 0,1 1 1 0 0,0-1 0 0 0,-1 1 0 0 0,1-1-1 0 0,0 1 1 0 0,-1 0 0 0 0,1 0 0 0 0,3-1-1 0 0,-3 1 1 0 0,13-1-8 0 0,1 0 0 0 0,-1 1 0 0 0,1 0 0 0 0,-1 1 0 0 0,0 1 0 0 0,29 7 1 0 0,89 35-30 0 0,-120-40 51 0 0,3 3-180 0 0,1 0 0 0 0,-1 1 0 0 0,-1 0 0 0 0,0 1 0 0 0,0 1-1 0 0,0 1 1 0 0,-2 0 0 0 0,17 16 0 0 0,-27-24-291 0 0,-1-1 0 0 0,1 1 0 0 0,0-1 0 0 0,0 0 0 0 0,0 0 0 0 0,0 0-1 0 0,5 2 1 0 0,1-2-1522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5 7146 0 0,'0'0'192'0'0,"-12"-4"1399"0"0,12 41-1521 0 0,-4 225 65 0 0,-19-49-65 0 0,9-110-51 0 0,10-77-99 0 0,1 1-641 0 0,-1 29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274 1 9722 0 0,'-2'0'52'0'0,"1"1"0"0"0,-1-1 0 0 0,0 1 0 0 0,1-1 0 0 0,-1 1 0 0 0,0 0 0 0 0,1 0 0 0 0,-1-1 0 0 0,1 1 0 0 0,-1 0 0 0 0,1 1 0 0 0,0-1 0 0 0,-3 2 0 0 0,-19 23-88 0 0,15-16 78 0 0,-5 3-35 0 0,-1-1 0 0 0,-1-1 0 0 0,-22 15 0 0 0,25-19-7 0 0,1 1 0 0 0,-1 0 0 0 0,2 0 0 0 0,-1 1 0 0 0,1 1 0 0 0,1-1 0 0 0,-13 18 0 0 0,19-22 4 0 0,0 1 1 0 0,1-1-1 0 0,0 1 1 0 0,0 0-1 0 0,-1 6 1 0 0,-9 22-115 0 0,10-29 129 0 0,-1 0-1 0 0,1 0 1 0 0,0 0 0 0 0,0 1-1 0 0,1-1 1 0 0,0 1 0 0 0,0-1-1 0 0,0 1 1 0 0,1-1 0 0 0,0 1-1 0 0,0 0 1 0 0,0-1 0 0 0,0 1-1 0 0,1 0 1 0 0,0-1 0 0 0,0 1-1 0 0,1-1 1 0 0,0 0 0 0 0,0 1-1 0 0,0-1 1 0 0,0 0 0 0 0,1 0-1 0 0,4 6 1 0 0,-5-9-13 0 0,0-1 1 0 0,1 1-1 0 0,-1-1 1 0 0,1 1-1 0 0,-1-1 1 0 0,1 0-1 0 0,-1 0 0 0 0,1 0 1 0 0,0 0-1 0 0,0-1 1 0 0,-1 1-1 0 0,1-1 1 0 0,3 1-1 0 0,-2-1-6 0 0,1 1-1 0 0,-1 0 1 0 0,0 0 0 0 0,0 0-1 0 0,7 3 1 0 0,-7-1-27 0 0,1-1-1 0 0,0 0 1 0 0,1 0 0 0 0,-1 0-1 0 0,0-1 1 0 0,0 0 0 0 0,1 0-1 0 0,-1 0 1 0 0,8 0-1 0 0,-8-2-345 0 0,0 1-1 0 0,-1 0 0 0 0,1-1 1 0 0,0 0-1 0 0,-1 0 0 0 0,1 0 0 0 0,4-2 1 0 0,9-6-1940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192 0 11018 0 0,'-6'0'76'0'0,"0"1"-1"0"0,0 0 0 0 0,0 0 1 0 0,0 0-1 0 0,1 1 0 0 0,-1-1 0 0 0,0 1 1 0 0,1 1-1 0 0,-1-1 0 0 0,1 1 1 0 0,-1 0-1 0 0,-6 5 0 0 0,10-4-82 0 0,0 0-1 0 0,0 0 0 0 0,0 0 0 0 0,1 0 1 0 0,-1 1-1 0 0,1-1 0 0 0,0 0 0 0 0,0 1 1 0 0,1-1-1 0 0,-1 0 0 0 0,1 8 1 0 0,0-6 3 0 0,0 1 0 0 0,-1-1 1 0 0,0 1-1 0 0,-3 9 1 0 0,-5 4-6 0 0,6-14 12 0 0,1-1 0 0 0,0 1 0 0 0,-1 0 0 0 0,2 0 0 0 0,-1 0 0 0 0,1 0 0 0 0,0 0 0 0 0,0 10 0 0 0,7 52 248 0 0,-4-49-72 0 0,1 33 0 0 0,-3-45-153 0 0,0 0 1 0 0,-1-1-1 0 0,0 1 0 0 0,-1 0 1 0 0,1-1-1 0 0,-1 1 0 0 0,-1-1 0 0 0,-4 11 1 0 0,6-15-42 0 0,0-1 0 0 0,0 1 0 0 0,0-1-1 0 0,0 1 1 0 0,0-1 0 0 0,0 0 0 0 0,0 1 0 0 0,0-1 0 0 0,0 0 0 0 0,-1 0 0 0 0,1 0 0 0 0,0 0 0 0 0,-1 0 0 0 0,1 0 0 0 0,-1 0 0 0 0,1-1 0 0 0,-1 1 0 0 0,1 0-1 0 0,-1-1 1 0 0,0 1 0 0 0,1-1 0 0 0,-4 1 0 0 0,2-1-365 0 0,1 1 0 0 0,-1 0-1 0 0,0-1 1 0 0,1 1 0 0 0,-1 0 0 0 0,1 1-1 0 0,-1-1 1 0 0,-2 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10938 0 0,'0'0'704'0'0,"6"-9"497"0"0,19-4-1170 0 0,31-13 1 0 0,-47 23-37 0 0,-1 0 0 0 0,1 0 0 0 0,0 1 0 0 0,-1 1 0 0 0,1-1-1 0 0,0 1 1 0 0,0 1 0 0 0,11 0 0 0 0,-18 0 7 0 0,-1 0 1 0 0,1 0-1 0 0,0 1 0 0 0,-1-1 1 0 0,1 1-1 0 0,0-1 0 0 0,-1 1 0 0 0,1-1 1 0 0,-1 1-1 0 0,1 0 0 0 0,-1 0 1 0 0,1 0-1 0 0,-1 0 0 0 0,0 0 1 0 0,1 0-1 0 0,-1 0 0 0 0,0 1 0 0 0,0-1 1 0 0,2 2-1 0 0,-1 2 1 0 0,1 0-1 0 0,-1-1 1 0 0,0 1-1 0 0,2 10 1 0 0,7 12 21 0 0,-7-19-21 0 0,-1 0 0 0 0,0 1 0 0 0,0-1 1 0 0,-1 1-1 0 0,0 0 0 0 0,0-1 0 0 0,-1 1 0 0 0,0 0 1 0 0,0 0-1 0 0,-1 0 0 0 0,-1 0 0 0 0,1 0 0 0 0,-3 11 1 0 0,-4 13 23 0 0,-2 1 1 0 0,-14 36-1 0 0,2-3-16 0 0,18-58 7 0 0,0 0-1 0 0,1 1 0 0 0,0-1 0 0 0,1 1 0 0 0,0 0 0 0 0,0-1 0 0 0,1 1 0 0 0,1 0 0 0 0,-1-1 0 0 0,4 13 1 0 0,-3-21-5 0 0,-1 0 1 0 0,1 0-1 0 0,0 0 1 0 0,1 0 0 0 0,-1 0-1 0 0,0 0 1 0 0,0 0 0 0 0,0 0-1 0 0,0 0 1 0 0,1-1 0 0 0,-1 1-1 0 0,0 0 1 0 0,1-1 0 0 0,-1 1-1 0 0,1-1 1 0 0,1 1 0 0 0,0 0-4 0 0,2 0 0 0 0,0 0 0 0 0,1 0 1 0 0,-1 0-1 0 0,1-1 0 0 0,-1 0 0 0 0,1 0 0 0 0,-1 0 0 0 0,0-1 0 0 0,1 0 0 0 0,-1 0 1 0 0,0 0-1 0 0,1 0 0 0 0,-1-1 0 0 0,0 0 0 0 0,0 0 0 0 0,6-4 0 0 0,30-9 22 0 0,-27 11-44 0 0,0-1-1 0 0,-1-1 0 0 0,1 0 1 0 0,-1 0-1 0 0,23-17 0 0 0,71-43-2241 0 0,-74 44-986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514 105 744 0 0,'0'-4'604'0'0,"0"-6"791"0"0,0 0 0 0 0,-1-1 0 0 0,-2-13 0 0 0,2 21-1170 0 0,0 0-1 0 0,0 1 1 0 0,0-1 0 0 0,0 0-1 0 0,0 0 1 0 0,-1 0-1 0 0,1 1 1 0 0,-1-1 0 0 0,0 1-1 0 0,0-1 1 0 0,0 1 0 0 0,0 0-1 0 0,0 0 1 0 0,0-1 0 0 0,-5-2-1 0 0,7 5-223 0 0,-1 0 0 0 0,1-1-1 0 0,-1 1 1 0 0,1 0 0 0 0,-1 0 0 0 0,1 0-1 0 0,-1 0 1 0 0,1 0 0 0 0,-1-1 0 0 0,1 1-1 0 0,-1 0 1 0 0,0 0 0 0 0,1 0 0 0 0,-1 0-1 0 0,1 1 1 0 0,-1-1 0 0 0,1 0-1 0 0,-1 0 1 0 0,1 0 0 0 0,-1 0 0 0 0,1 0-1 0 0,-1 1 1 0 0,1-1 0 0 0,-1 0 0 0 0,1 0-1 0 0,-1 1 1 0 0,1-1 0 0 0,0 0-1 0 0,-1 1 1 0 0,1-1 0 0 0,0 0 0 0 0,-1 1-1 0 0,1-1 1 0 0,0 1 0 0 0,-1-1 0 0 0,1 1-1 0 0,-1 0 1 0 0,-9 21 3 0 0,8-17-4 0 0,-6 21-14 0 0,0 1 0 0 0,2 0 1 0 0,2 0-1 0 0,0 0 0 0 0,0 41 0 0 0,3-58 7 0 0,3 396-83 0 0,4-161 40 0 0,-19 247 54 0 0,1-143 52 0 0,-24-1 32 0 0,9-141 390 0 0,28-188-113 0 0,-1-4 14 0 0,0-15-370 0 0,0 0-1 0 0,0-1 1 0 0,0 1 0 0 0,0 0-1 0 0,0 0 1 0 0,0 0 0 0 0,0 0-1 0 0,0 0 1 0 0,0 0 0 0 0,-1 0-1 0 0,1 0 1 0 0,0 0 0 0 0,0 0-1 0 0,0 0 1 0 0,0 0 0 0 0,0 0-1 0 0,0 0 1 0 0,0 0 0 0 0,0 0-1 0 0,0 0 1 0 0,-1 0 0 0 0,1 0-1 0 0,0 0 1 0 0,0 0 0 0 0,0 0-1 0 0,0 0 1 0 0,0 0 0 0 0,0 0-1 0 0,0 0 1 0 0,0 0 0 0 0,-1 0-1 0 0,1 0 1 0 0,0 0 0 0 0,0 0-1 0 0,0 0 1 0 0,0 0 0 0 0,0 0-1 0 0,0 0 1 0 0,0 0 0 0 0,0 0-1 0 0,0 0 1 0 0,0 0 0 0 0,-1 0-1 0 0,1 0 1 0 0,0 0 0 0 0,0 0-1 0 0,0 1 1 0 0,0-1 0 0 0,0 0-1 0 0,0 0 1 0 0,0 0 0 0 0,0 0-1 0 0,0 0 1 0 0,0 0 0 0 0,0 0-1 0 0,0 0 1 0 0,0 0 0 0 0,0 1-1 0 0,0-1 1 0 0,0 0 0 0 0,0 0-1 0 0,0 0 1 0 0,0 0 0 0 0,0 0-1 0 0,0 0 1 0 0,0 0 0 0 0,0 0-1 0 0,0 1 1 0 0,-4-5-13 0 0,1 1 0 0 0,-1 1 0 0 0,0-1 0 0 0,0 1 0 0 0,0-1 1 0 0,0 1-1 0 0,-1 0 0 0 0,1 0 0 0 0,-1 1 0 0 0,1 0 0 0 0,-1-1 0 0 0,0 1 0 0 0,1 1 0 0 0,-1-1 0 0 0,0 1 1 0 0,1 0-1 0 0,-1 0 0 0 0,0 0 0 0 0,0 1 0 0 0,1-1 0 0 0,-1 1 0 0 0,0 0 0 0 0,1 1 0 0 0,-1-1 0 0 0,-6 4 1 0 0,6-3 6 0 0,1 0 0 0 0,-1 1 0 0 0,0 0 1 0 0,1 0-1 0 0,-1 1 0 0 0,1-1 1 0 0,0 1-1 0 0,0 0 0 0 0,1 0 0 0 0,-1 0 1 0 0,1 0-1 0 0,-5 8 0 0 0,-8 11-27 0 0,0-1 4 0 0,2 1 0 0 0,0 0 0 0 0,-17 42 0 0 0,-8 37-60 0 0,33-84 70 0 0,2-1 0 0 0,0 1 0 0 0,1 0 0 0 0,-1 33 0 0 0,6 77-12 0 0,-1-91-30 0 0,1 14 58 0 0,12 68-1 0 0,-10-98 0 0 0,1 1-1 0 0,1-1 1 0 0,1 0 0 0 0,1 0-1 0 0,19 33 1 0 0,-11-28 24 0 0,-11-19-11 0 0,0 1-1 0 0,0-1 0 0 0,4 13 1 0 0,0 0-3 0 0,1 0 1 0 0,1-1 0 0 0,0 0 0 0 0,1-1 0 0 0,1 0 0 0 0,1-1 0 0 0,1-1 0 0 0,0 0-1 0 0,26 20 1 0 0,-29-27 7 0 0,1-1 0 0 0,0-1 0 0 0,0 0-1 0 0,1-1 1 0 0,17 6 0 0 0,-9-3 28 0 0,9 4 2 0 0,-19-7-23 0 0,1 0 0 0 0,0-1 0 0 0,1 0 0 0 0,-1-1 0 0 0,1-1 0 0 0,0 0-1 0 0,18 1 1 0 0,-23-5-7 0 0,1 0-1 0 0,0 0 0 0 0,-1-1 0 0 0,1-1 0 0 0,-1 1 0 0 0,0-2 0 0 0,0 1 0 0 0,15-9 1 0 0,26-9-16 0 0,-42 18-1 0 0,-1 0-1 0 0,1 0 1 0 0,-1-1 0 0 0,-1 0-1 0 0,1-1 1 0 0,0 1 0 0 0,-1-1-1 0 0,0-1 1 0 0,8-8-1 0 0,7-10 41 0 0,19-27-1 0 0,-26 32-20 0 0,1-2 10 0 0,-2-1 1 0 0,0-1-1 0 0,-1 0 0 0 0,-1 0 0 0 0,-2-1 0 0 0,0-1 1 0 0,-1 0-1 0 0,-2 0 0 0 0,5-34 0 0 0,-9 50-31 0 0,0 0 0 0 0,1 0-1 0 0,0 0 1 0 0,5-10 0 0 0,-4 10 6 0 0,-1 0 1 0 0,1 0-1 0 0,-2 0 0 0 0,4-13 1 0 0,-4-6 23 0 0,-1 0 0 0 0,-1 0 0 0 0,-2 0 0 0 0,0 0 0 0 0,-2 0 0 0 0,-1 1 0 0 0,-14-46 0 0 0,-81-178 270 0 0,42 128-19 0 0,54 118-256 0 0,1 0-1 0 0,-1 0 0 0 0,-1 0 1 0 0,1 0-1 0 0,-1 1 0 0 0,0-1 0 0 0,-9-5 1 0 0,2 1 4 0 0,-1 2 0 0 0,-17-9 0 0 0,18 10-27 0 0,-1 2-1 0 0,0-1 1 0 0,0 2 0 0 0,-1-1 0 0 0,-20-1-1 0 0,23 3-28 0 0,0 0 0 0 0,1-1 0 0 0,-17-6 0 0 0,20 6-2 0 0,-1 1 0 0 0,1-1 1 0 0,-1 1-1 0 0,1 0 1 0 0,-1 1-1 0 0,1 0 0 0 0,-1 0 1 0 0,0 1-1 0 0,-14 1 1 0 0,14 0-7 0 0,0 1 0 0 0,0 1 0 0 0,0 0 1 0 0,-9 4-1 0 0,-6 2-86 0 0,17-7-24 0 0,1 1 0 0 0,0 0 0 0 0,0 0 0 0 0,0 1-1 0 0,1-1 1 0 0,-1 1 0 0 0,1 0 0 0 0,0 0 0 0 0,0 0 0 0 0,0 1 0 0 0,0 0 0 0 0,1-1 0 0 0,0 1-1 0 0,0 1 1 0 0,-4 7 0 0 0,-7 12-1626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1 10530 0 0,'-18'0'237'0'0,"6"0"-174"0"0,-1 0-1 0 0,-24 4 0 0 0,27-1 337 0 0,16 1 10 0 0,14-1-178 0 0,68-2 1 0 0,-41-1-191 0 0,-1 2 0 0 0,75 12 0 0 0,-25 0-217 0 0,-33-13-3279 0 0,-46-2 747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12323 0 0,'-7'5'154'0'0,"8"11"-202"0"0,1 0 0 0 0,1-1 0 0 0,0 1 0 0 0,11 29 0 0 0,1 3-29 0 0,18 114-3185 0 0,-29-143 2466 0 0,4 29-1929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39 5449 0 0,'-17'-3'1781'0'0,"17"3"-1750"0"0,30-5 2729 0 0,-10 2-1923 0 0,42-6-1765 0 0,67-2 0 0 0,-36 5-506 0 0,-67 4-1101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0 8290 0 0,'-23'7'2799'0'0,"19"-1"-2795"0"0,1 1-1 0 0,-1 1 1 0 0,1-1 0 0 0,1 1-1 0 0,-1-1 1 0 0,1 1 0 0 0,1 0-1 0 0,-2 14 1 0 0,0 68-17 0 0,4-61 10 0 0,-10 293 151 0 0,3 105 88 0 0,11-290-1041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1 8122 0 0,'-1'0'36'0'0,"-1"0"0"0"0,1 1 1 0 0,-1-1-1 0 0,1 1 0 0 0,-1 0 1 0 0,1-1-1 0 0,-1 1 0 0 0,1 0 1 0 0,0 0-1 0 0,-1 0 0 0 0,1 0 1 0 0,0 0-1 0 0,0 0 0 0 0,0 0 1 0 0,0 0-1 0 0,0 0 0 0 0,0 1 1 0 0,0-1-1 0 0,0 0 0 0 0,0 1 1 0 0,1-1-1 0 0,-1 1 0 0 0,1-1 1 0 0,-1 1-1 0 0,1-1 0 0 0,-1 1 1 0 0,1 2-1 0 0,-3 6-56 0 0,1-1 0 0 0,1 1-1 0 0,0 11 1 0 0,7 234-98 0 0,-1-154 165 0 0,-4-56 28 0 0,1 20 335 0 0,2 0 0 0 0,22 110 0 0 0,-25-171-395 0 0,1 0-1 0 0,0 0 1 0 0,0 0 0 0 0,0 0 0 0 0,0-1 0 0 0,0 1 0 0 0,1 0 0 0 0,0-1 0 0 0,-1 0 0 0 0,1 0 0 0 0,1 1 0 0 0,-1-2 0 0 0,0 1 0 0 0,1 0 0 0 0,-1-1 0 0 0,1 0 0 0 0,0 1 0 0 0,0-2 0 0 0,0 1 0 0 0,0 0 0 0 0,0-1 0 0 0,0 0 0 0 0,0 1 0 0 0,8 0 0 0 0,5 0 9 0 0,1 0 0 0 0,-1-1 0 0 0,0-1 0 0 0,34-3 0 0 0,88-20-39 0 0,-85 12 18 0 0,88-6 0 0 0,-32 14-44 0 0,24 0 24 0 0,197-31-1 0 0,269-69 74 0 0,-81 68-38 0 0,-284 27 56 0 0,372-2 141 0 0,-266 9 10 0 0,93-13-90 0 0,113-1-91 0 0,-536 15-41 0 0,618-26 235 0 0,-318-5-219 0 0,-228 28 35 0 0,144 12 1 0 0,-65 11-1318 0 0,-152-20-181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524 228 3665 0 0,'-2'-2'102'0'0,"0"0"1"0"0,0-1-1 0 0,1 0 1 0 0,-1 1-1 0 0,1-1 1 0 0,-1 0-1 0 0,1 0 1 0 0,-1-5-1 0 0,-4-8 707 0 0,-2 1-332 0 0,1 1 0 0 0,0-1 1 0 0,1-1-1 0 0,1 1 0 0 0,0-1 1 0 0,2 0-1 0 0,-1 0 0 0 0,2 0 1 0 0,-1-20-1 0 0,2 28 14 0 0,-3 11-267 0 0,-2 14-191 0 0,-2 51-55 0 0,4 0 1 0 0,4 94-1 0 0,1-61 23 0 0,-1 355 1457 0 0,0-455-1451 0 0,0 0 1 0 0,-1 0-1 0 0,1-1 0 0 0,0 1 1 0 0,-1 0-1 0 0,1 0 1 0 0,-1 0-1 0 0,1-1 1 0 0,-1 1-1 0 0,0 0 0 0 0,1-1 1 0 0,-1 1-1 0 0,0 0 1 0 0,0-1-1 0 0,1 1 1 0 0,-1-1-1 0 0,0 1 0 0 0,0-1 1 0 0,0 1-1 0 0,0-1 1 0 0,1 0-1 0 0,-2 1 1 0 0,-26 8-6 0 0,20-7 6 0 0,-69 29-44 0 0,75-30 33 0 0,0-1-1 0 0,1 1 1 0 0,-1 0-1 0 0,0 0 1 0 0,0 0-1 0 0,1 0 1 0 0,-1 0 0 0 0,1 0-1 0 0,-1 0 1 0 0,1 1-1 0 0,-1-1 1 0 0,1 0 0 0 0,0 1-1 0 0,0-1 1 0 0,0 1-1 0 0,0 0 1 0 0,0-1-1 0 0,0 1 1 0 0,0 0 0 0 0,0-1-1 0 0,1 1 1 0 0,-1 0-1 0 0,0 0 1 0 0,1 0-1 0 0,0 0 1 0 0,-1 0 0 0 0,1-1-1 0 0,0 1 1 0 0,0 0-1 0 0,0 0 1 0 0,0 0-1 0 0,1 0 1 0 0,-1 0 0 0 0,0 0-1 0 0,1 0 1 0 0,-1-1-1 0 0,1 1 1 0 0,0 0 0 0 0,0 0-1 0 0,0 0 1 0 0,0-1-1 0 0,0 1 1 0 0,0-1-1 0 0,0 1 1 0 0,0-1 0 0 0,0 1-1 0 0,1-1 1 0 0,-1 0-1 0 0,1 1 1 0 0,-1-1-1 0 0,1 0 1 0 0,2 2 0 0 0,9 6-4 0 0,1 0 0 0 0,0-1 0 0 0,1 0 0 0 0,0-1 0 0 0,0-1 0 0 0,20 6 0 0 0,8-2 42 0 0,50 7-1 0 0,-89-16-27 0 0,0-1 0 0 0,1 1 0 0 0,-1 0 0 0 0,0 0 0 0 0,0 1 0 0 0,0 0 1 0 0,0-1-1 0 0,0 1 0 0 0,0 1 0 0 0,0-1 0 0 0,0 0 0 0 0,-1 1 0 0 0,1 0 1 0 0,-1 0-1 0 0,0 0 0 0 0,0 0 0 0 0,0 0 0 0 0,0 1 0 0 0,3 6 0 0 0,-4-7 10 0 0,0 1 0 0 0,0-1 0 0 0,0 1-1 0 0,-1 0 1 0 0,1 0 0 0 0,-1 0 0 0 0,0 0-1 0 0,0 0 1 0 0,-1 0 0 0 0,1 0 0 0 0,-1 0-1 0 0,0 6 1 0 0,0-7-9 0 0,0-1 0 0 0,-1 0-1 0 0,1 1 1 0 0,-1-1 0 0 0,0 0 0 0 0,0 0-1 0 0,1 1 1 0 0,-1-1 0 0 0,0 0 0 0 0,-1 0 0 0 0,1 0-1 0 0,0 0 1 0 0,-1 0 0 0 0,1-1 0 0 0,-1 1-1 0 0,1 0 1 0 0,-1-1 0 0 0,0 1 0 0 0,0-1-1 0 0,0 1 1 0 0,0-1 0 0 0,0 0 0 0 0,-2 1-1 0 0,-49 20 186 0 0,0-2 0 0 0,-1-2 0 0 0,-70 12-1 0 0,-6 5-164 0 0,123-34-36 0 0,-1 1 0 0 0,1 0 0 0 0,0 0-1 0 0,1 1 1 0 0,-12 6 0 0 0,16-9 2 0 0,1 1 0 0 0,0-1 0 0 0,-1 1 0 0 0,1 0 0 0 0,0 0 0 0 0,0 0 0 0 0,0-1 0 0 0,0 1 0 0 0,-1 0 0 0 0,1 1 0 0 0,0-1 0 0 0,1 0-1 0 0,-1 0 1 0 0,0 0 0 0 0,0 0 0 0 0,0 1 0 0 0,1-1 0 0 0,-1 0 0 0 0,1 1 0 0 0,-1-1 0 0 0,1 1 0 0 0,-1-1 0 0 0,1 0 0 0 0,0 1 0 0 0,0-1 0 0 0,-1 1 0 0 0,1-1 0 0 0,0 1 0 0 0,1-1 0 0 0,-1 1 0 0 0,0-1 0 0 0,0 1 0 0 0,0-1 0 0 0,1 0 0 0 0,0 3 0 0 0,2-2 3 0 0,0 0 1 0 0,0 0 0 0 0,0-1 0 0 0,1 1-1 0 0,-1-1 1 0 0,0 0 0 0 0,0 0 0 0 0,1 0-1 0 0,-1-1 1 0 0,0 1 0 0 0,1-1-1 0 0,3 0 1 0 0,3 2 0 0 0,23 3 33 0 0,0 0-28 0 0,1 1 1 0 0,-1 2-1 0 0,61 23 1 0 0,-45-12-18 0 0,-33-13 4 0 0,0 1 0 0 0,0 0 0 0 0,0 1 0 0 0,22 15 0 0 0,-29-16 24 0 0,0 0 1 0 0,-1 0-1 0 0,0 0 1 0 0,-1 1-1 0 0,0 0 0 0 0,0 1 1 0 0,9 15-1 0 0,-14-20-12 0 0,0-1 0 0 0,0 1 1 0 0,-1 0-1 0 0,1-1 0 0 0,-1 1 0 0 0,0 0 0 0 0,0 0 0 0 0,-1 0 0 0 0,1 0 1 0 0,-1 0-1 0 0,0 0 0 0 0,0 0 0 0 0,0 0 0 0 0,0 0 0 0 0,-1 0 0 0 0,0 0 1 0 0,1 0-1 0 0,-2 0 0 0 0,1-1 0 0 0,0 1 0 0 0,-1 0 0 0 0,1-1 0 0 0,-5 7 1 0 0,0-2 5 0 0,0 0 0 0 0,0-1 0 0 0,-1 0 0 0 0,0 0 1 0 0,0 0-1 0 0,-1-1 0 0 0,1 0 0 0 0,-13 7 0 0 0,-11 4 22 0 0,-34 13 0 0 0,26-12 18 0 0,-87 31 81 0 0,27-12-74 0 0,91-34-60 0 0,0 0-1 0 0,-1 1 0 0 0,1-1-1 0 0,-10 8 1 0 0,17-11 0 0 0,0 1 1 0 0,0-1-1 0 0,0 1 0 0 0,0 0 0 0 0,0-1 0 0 0,0 1 1 0 0,0 0-1 0 0,1-1 0 0 0,-1 1 0 0 0,0 0 1 0 0,0 0-1 0 0,1 0 0 0 0,-1 0 0 0 0,1 0 0 0 0,-1 0 1 0 0,1 0-1 0 0,-1 0 0 0 0,1 0 0 0 0,-1 0 0 0 0,1 0 1 0 0,0 0-1 0 0,0 0 0 0 0,-1 0 0 0 0,1 0 0 0 0,0 0 1 0 0,0 0-1 0 0,0 0 0 0 0,0 0 0 0 0,0 0 0 0 0,1 1 1 0 0,-1-1-1 0 0,0 0 0 0 0,0 0 0 0 0,1 0 0 0 0,-1 0 1 0 0,1 1-1 0 0,1-1 7 0 0,0 1 0 0 0,0-1-1 0 0,1 0 1 0 0,-1 0 0 0 0,0 0 0 0 0,0 0 0 0 0,1 0 0 0 0,-1-1 0 0 0,1 1-1 0 0,-1-1 1 0 0,1 0 0 0 0,-1 1 0 0 0,4-1 0 0 0,4 1 7 0 0,30 4 3 0 0,-29-5-8 0 0,-1 1-1 0 0,1 0 1 0 0,-1 1-1 0 0,0 0 1 0 0,1 1 0 0 0,-1 0-1 0 0,11 6 1 0 0,-5-2-7 0 0,-1 0 0 0 0,2-2 1 0 0,23 7-1 0 0,-22-7 6 0 0,0 0 0 0 0,25 12 0 0 0,-30 11 23 0 0,-10-22-23 0 0,1 0 0 0 0,-1 1 0 0 0,-1 0 0 0 0,0-1-1 0 0,0 1 1 0 0,0 0 0 0 0,0 0 0 0 0,-1 1 0 0 0,-1-1 0 0 0,1 0 0 0 0,-1 0 0 0 0,0 0 0 0 0,-2 9 0 0 0,-2 12 9 0 0,-1 0 1 0 0,-10 30-1 0 0,1-4-47 0 0,-43 246 60 0 0,49-240-18 0 0,3 0 1 0 0,3 0 0 0 0,6 64 0 0 0,14-1 7 0 0,2 22 5 0 0,-27 142 19 0 0,3-223 12 0 0,4-29-23 0 0,1 0 0 0 0,2 0 0 0 0,1 0 0 0 0,9 35 0 0 0,-11-50 2 0 0,0 1 0 0 0,-2 0 0 0 0,-1 28-1 0 0,-1 0 8 0 0,-7 53 121 0 0,9-101-140 0 0,0 0 0 0 0,0 1 0 0 0,0-1-1 0 0,0 1 1 0 0,0-1 0 0 0,0 1 0 0 0,-1-1 0 0 0,1 0 0 0 0,0 1-1 0 0,-1-1 1 0 0,1 0 0 0 0,-2 2 0 0 0,-3-4 111 0 0,-2-10-50 0 0,5 4-2 0 0,-4-11-91 0 0,6 17 9 0 0,0 1 1 0 0,0-1-1 0 0,-1 1 0 0 0,1 0 1 0 0,0-1-1 0 0,0 1 0 0 0,0 0 1 0 0,0-1-1 0 0,-1 1 0 0 0,1 0 1 0 0,0 0-1 0 0,0-1 0 0 0,-1 1 1 0 0,1 0-1 0 0,0 0 0 0 0,-1-1 1 0 0,1 1-1 0 0,0 0 0 0 0,0 0 1 0 0,-1 0-1 0 0,1-1 0 0 0,-1 1 1 0 0,1 0-1 0 0,0 0 0 0 0,-1 0 1 0 0,1 0-1 0 0,0 0 0 0 0,-1 0 1 0 0,1 0-1 0 0,0 0 0 0 0,-1 0 1 0 0,1 0-1 0 0,-1 0 0 0 0,1 0 1 0 0,0 0-1 0 0,-1 0 0 0 0,0 0 1 0 0,1 1 4 0 0,0-1 0 0 0,-1 0 0 0 0,1 1 0 0 0,0-1 0 0 0,-1 1 0 0 0,1-1 0 0 0,0 1 0 0 0,0-1 1 0 0,0 1-1 0 0,-1-1 0 0 0,1 1 0 0 0,0-1 0 0 0,0 1 0 0 0,0-1 0 0 0,0 1 0 0 0,0-1 0 0 0,0 1 0 0 0,0 0 0 0 0,0-1 1 0 0,0 1-1 0 0,0-1 0 0 0,0 1 0 0 0,0-1 0 0 0,0 1 0 0 0,1-1 0 0 0,-1 1 0 0 0,0-1 0 0 0,0 1 0 0 0,1 0 0 0 0,9 14 90 0 0,-7-13-13 0 0,0 0-1 0 0,1 0 1 0 0,-1 0-1 0 0,1-1 1 0 0,-1 1-1 0 0,1-1 1 0 0,0 0-1 0 0,0 0 1 0 0,0 0-1 0 0,-1-1 1 0 0,1 1-1 0 0,0-1 1 0 0,0 0-1 0 0,0 0 1 0 0,7-1-1 0 0,2-23 243 0 0,4-13-175 0 0,-16 36-144 0 0,-1 0-1 0 0,1-1 0 0 0,-1 1 0 0 0,1 0 1 0 0,-1-1-1 0 0,0 1 0 0 0,1 0 1 0 0,-1-1-1 0 0,0 1 0 0 0,0-1 1 0 0,0 1-1 0 0,0 0 0 0 0,0-1 1 0 0,0 1-1 0 0,-1-1 0 0 0,1 1 1 0 0,0 0-1 0 0,-1-1 0 0 0,1 1 1 0 0,-1 0-1 0 0,1-1 0 0 0,-1 1 1 0 0,0 0-1 0 0,-1-3 0 0 0,0 3-7 0 0,0 0 0 0 0,0 0 0 0 0,0 0 0 0 0,0 0-1 0 0,0 0 1 0 0,0 0 0 0 0,0 0 0 0 0,-1 1 0 0 0,1-1 0 0 0,0 1 0 0 0,0-1-1 0 0,-1 1 1 0 0,1 0 0 0 0,0 0 0 0 0,-1 0 0 0 0,1 0 0 0 0,0 1 0 0 0,0-1 0 0 0,-1 1-1 0 0,-1 0 1 0 0,-5 2-14 0 0,1 0-1 0 0,0 1 1 0 0,-15 9 0 0 0,4-2-17 0 0,16-9 42 0 0,1 1 1 0 0,0-1-1 0 0,0 1 1 0 0,0-1-1 0 0,0 1 0 0 0,1 0 1 0 0,-1 0-1 0 0,1 0 1 0 0,-2 3-1 0 0,-1 2-68 0 0,4-7 67 0 0,-1 0-1 0 0,1 0 0 0 0,-1 0 0 0 0,1 0 0 0 0,-1 0 0 0 0,1 0 0 0 0,0 0 1 0 0,-1 0-1 0 0,1 0 0 0 0,0 0 0 0 0,0 0 0 0 0,0 0 0 0 0,0 0 0 0 0,0 0 1 0 0,0 0-1 0 0,0 0 0 0 0,0 2 0 0 0,1-2 3 0 0,-1-1-1 0 0,0 1 1 0 0,1-1 0 0 0,-1 0 0 0 0,0 1-1 0 0,1-1 1 0 0,-1 0 0 0 0,1 0-1 0 0,-1 1 1 0 0,1-1 0 0 0,-1 0 0 0 0,1 0-1 0 0,-1 0 1 0 0,1 1 0 0 0,-1-1 0 0 0,1 0-1 0 0,-1 0 1 0 0,1 0 0 0 0,-1 0-1 0 0,1 0 1 0 0,-1 0 0 0 0,1 0 0 0 0,-1 0-1 0 0,1 0 1 0 0,0-1 0 0 0,4 0 13 0 0,-1 0 1 0 0,1 0-1 0 0,0-1 1 0 0,-1 0-1 0 0,9-4 0 0 0,-11 4-12 0 0,0 0-1 0 0,-1 0 0 0 0,1-1 0 0 0,-1 1 0 0 0,1 0 0 0 0,-1-1 0 0 0,0 1 0 0 0,2-5 0 0 0,3-7 13 0 0,-4 11-15 0 0,0 0-1 0 0,-1 0 1 0 0,1 0-1 0 0,-1-1 1 0 0,0 1 0 0 0,0 0-1 0 0,-1-1 1 0 0,1 1-1 0 0,-1-1 1 0 0,1 1-1 0 0,-1-1 1 0 0,-1-5-1 0 0,-8 110-247 0 0,8 23 192 0 0,-10 187-46 0 0,1-31 101 0 0,-8 70 7 0 0,4-95 328 0 0,18-241-303 0 0,-4-13-27 0 0,1-1 0 0 0,-1 1 0 0 0,0 0 0 0 0,1-1-1 0 0,-1 1 1 0 0,0 0 0 0 0,1 0 0 0 0,-1-1 0 0 0,0 1-1 0 0,0 0 1 0 0,0-1 0 0 0,0 1 0 0 0,0 0 0 0 0,0 0-1 0 0,0-1 1 0 0,0 1 0 0 0,0 0 0 0 0,0 0 0 0 0,0-1-1 0 0,0 1 1 0 0,-1 0 0 0 0,1-1 0 0 0,0 1 0 0 0,-1 0-1 0 0,1 0 1 0 0,0-1 0 0 0,-1 1 0 0 0,1-1 0 0 0,-1 1-1 0 0,1 0 1 0 0,0-1 0 0 0,-1 1 0 0 0,0-1 0 0 0,1 1-1 0 0,-1-1 1 0 0,1 1 0 0 0,-1-1 0 0 0,0 0 0 0 0,1 1-1 0 0,-2-1 1 0 0,-84 42-27 0 0,51-26 32 0 0,-56 34-1 0 0,68-38 3 0 0,-7 6 15 0 0,20-10-46 0 0,4-4 8 0 0,-1 2 1 0 0,1-1 0 0 0,0 0 0 0 0,1 1 0 0 0,-1 0-1 0 0,1 1 1 0 0,0-1 0 0 0,1 1 0 0 0,-7 11 0 0 0,11-17 8 0 0,0 0 0 0 0,0-1 1 0 0,0 1-1 0 0,0-1 1 0 0,0 1-1 0 0,0-1 0 0 0,0 1 1 0 0,0 0-1 0 0,0-1 0 0 0,0 1 1 0 0,0-1-1 0 0,0 1 0 0 0,0 0 1 0 0,1-1-1 0 0,-1 1 0 0 0,0-1 1 0 0,0 1-1 0 0,1-1 0 0 0,-1 1 1 0 0,0-1-1 0 0,1 1 0 0 0,-1-1 1 0 0,0 1-1 0 0,1-1 0 0 0,-1 0 1 0 0,1 1-1 0 0,-1-1 1 0 0,1 0-1 0 0,0 1 0 0 0,16 8 24 0 0,-13-8-28 0 0,14 5 11 0 0,1-2 0 0 0,0 0 1 0 0,0-1-1 0 0,0 0 0 0 0,0-2 0 0 0,0 0 0 0 0,23-3 0 0 0,29 3-31 0 0,-19 2 33 0 0,-1 2 0 0 0,1 2 0 0 0,-1 2 0 0 0,99 33 0 0 0,-149-42-5 0 0,0 0 1 0 0,0 0-1 0 0,0 1 0 0 0,-1-1 1 0 0,1 1-1 0 0,0-1 1 0 0,0 0-1 0 0,0 1 0 0 0,0 0 1 0 0,0-1-1 0 0,-1 1 1 0 0,1-1-1 0 0,0 1 0 0 0,0 0 1 0 0,-1 0-1 0 0,1-1 1 0 0,0 1-1 0 0,-1 0 1 0 0,1 0-1 0 0,-1 0 0 0 0,1 0 1 0 0,-1 0-1 0 0,0 0 1 0 0,1-1-1 0 0,-1 1 0 0 0,0 0 1 0 0,0 0-1 0 0,0 0 1 0 0,1 0-1 0 0,-1 0 0 0 0,0 0 1 0 0,0 0-1 0 0,0 0 1 0 0,-1 0-1 0 0,1 0 0 0 0,0 0 1 0 0,0 0-1 0 0,0 0 1 0 0,-1 0-1 0 0,1 0 0 0 0,0 0 1 0 0,-1 0-1 0 0,1 0 1 0 0,-1 0-1 0 0,1 0 0 0 0,-1-1 1 0 0,0 1-1 0 0,1 0 1 0 0,-1 0-1 0 0,-1 1 0 0 0,-2 2 15 0 0,0 0-1 0 0,0 0 1 0 0,0 0-1 0 0,-1 0 0 0 0,0 0 1 0 0,-9 5-1 0 0,-456 193 40 0 0,454-197-50 0 0,1 2 0 0 0,-1 0-1 0 0,2 0 1 0 0,-1 1 0 0 0,1 1-1 0 0,0 1 1 0 0,-22 20 0 0 0,32-26-29 0 0,0 0 0 0 0,1 1 0 0 0,0-1 1 0 0,-1 1-1 0 0,2 0 0 0 0,-1 0 0 0 0,1 0 1 0 0,0 0-1 0 0,-2 8 0 0 0,3-11 18 0 0,0 1 0 0 0,1-1 0 0 0,0 1 0 0 0,-1 0 0 0 0,1-1 0 0 0,0 1 0 0 0,0 0 0 0 0,1 0 0 0 0,-1-1 0 0 0,0 1 0 0 0,1 0 0 0 0,0-1 0 0 0,0 1 0 0 0,-1-1 0 0 0,2 1 0 0 0,-1-1 0 0 0,0 1 0 0 0,0-1 0 0 0,1 0 0 0 0,2 3 0 0 0,-2-2 5 0 0,1-1-1 0 0,0 0 0 0 0,0 0 0 0 0,1 0 0 0 0,-1-1 0 0 0,0 1 1 0 0,0-1-1 0 0,1 1 0 0 0,-1-1 0 0 0,1 0 0 0 0,0-1 0 0 0,5 2 0 0 0,7 1 3 0 0,258 71 14 0 0,-252-69-15 0 0,115 33-20 0 0,-122-33 20 0 0,0 1-1 0 0,0 1 1 0 0,-1 0-1 0 0,1 1 1 0 0,-2 1-1 0 0,21 16 0 0 0,-27-18 7 0 0,-1 0-1 0 0,0 0 0 0 0,0 1 0 0 0,-1 0 0 0 0,0 0 0 0 0,0 1 1 0 0,-1-1-1 0 0,3 10 0 0 0,8 12 0 0 0,-13-26-3 0 0,-1 0 0 0 0,1 0 1 0 0,-1 0-1 0 0,1 0 0 0 0,-1 1 0 0 0,0-1 1 0 0,-1 0-1 0 0,1 0 0 0 0,-1 1 0 0 0,0-1 1 0 0,0 0-1 0 0,0 1 0 0 0,-2 7 0 0 0,-1 0 11 0 0,0-1-1 0 0,-1 0 1 0 0,-9 17-1 0 0,3-5 27 0 0,7-16-29 0 0,-1-1 0 0 0,0 0 1 0 0,0 0-1 0 0,0-1 1 0 0,0 1-1 0 0,-1-1 1 0 0,0 0-1 0 0,-9 8 0 0 0,-51 32 44 0 0,48-34-40 0 0,-3 0 9 0 0,-1-1 1 0 0,1-1-1 0 0,-2-1 1 0 0,1 0-1 0 0,-24 3 1 0 0,33-7-27 0 0,-5 0 2 0 0,1 1 1 0 0,-29 13-1 0 0,43-17-10 0 0,1 0 0 0 0,-1 0 0 0 0,0-1 0 0 0,1 1 0 0 0,-1 0 0 0 0,1 0 0 0 0,0 0 0 0 0,-1 1-1 0 0,1-1 1 0 0,-2 3 0 0 0,2-3 4 0 0,1 0 0 0 0,0 0 0 0 0,-1 0 0 0 0,1 0-1 0 0,0 1 1 0 0,0-1 0 0 0,0 0 0 0 0,0 0 0 0 0,0 0 0 0 0,0 0-1 0 0,0 1 1 0 0,1-1 0 0 0,-1 0 0 0 0,0 0 0 0 0,1 0 0 0 0,-1 0 0 0 0,0 0-1 0 0,2 2 1 0 0,8 18-18 0 0,1 0-1 0 0,24 36 1 0 0,6 9 27 0 0,-18-20 3 0 0,-2 1 1 0 0,-3 1 0 0 0,24 91 0 0 0,8 155 12 0 0,-30-150 32 0 0,42 431 214 0 0,-60-536-162 0 0,3 1 0 0 0,1-1-1 0 0,1 0 1 0 0,3-1 0 0 0,25 66-1 0 0,-32-94-103 0 0,3 2 36 0 0,-1 0 0 0 0,-1 0 0 0 0,0 0 1 0 0,-1 1-1 0 0,0-1 0 0 0,1 22 1 0 0,0-2 286 0 0,1 0-3423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94 2473 0 0,'-3'-2'3360'0'0,"-11"-6"-2749"0"0,14 8-556 0 0,0 0-1 0 0,0-1 1 0 0,0 1 0 0 0,0-1 0 0 0,-1 1-1 0 0,1-1 1 0 0,0 1 0 0 0,0-1 0 0 0,0 1-1 0 0,0-1 1 0 0,0 0 0 0 0,0 1-1 0 0,0-1 1 0 0,0 1 0 0 0,1-1 0 0 0,-1 1-1 0 0,0-1 1 0 0,0 1 0 0 0,0-1 0 0 0,0 1-1 0 0,1 0 1 0 0,-1-1 0 0 0,0 1-1 0 0,1-1 1 0 0,-1 1 0 0 0,0-1 0 0 0,1 1-1 0 0,-1 0 1 0 0,0-1 0 0 0,1 1-1 0 0,-1 0 1 0 0,1-1 0 0 0,-1 1 0 0 0,0 0-1 0 0,1-1 1 0 0,19-12 446 0 0,-19 11-437 0 0,12-5 54 0 0,1-1-1 0 0,-1 2 1 0 0,1 0-1 0 0,0 0 1 0 0,1 1-1 0 0,26-5 1 0 0,-34 8-72 0 0,0 1 0 0 0,1 0 0 0 0,-1 1-1 0 0,0-1 1 0 0,1 1 0 0 0,-1 1 0 0 0,0-1 0 0 0,1 1 0 0 0,-1 1 0 0 0,0-1 0 0 0,0 1 0 0 0,0 1 0 0 0,0-1 0 0 0,0 1-1 0 0,-1 0 1 0 0,8 5 0 0 0,-11-4-15 0 0,0 0 0 0 0,0 0-1 0 0,-1 0 1 0 0,1 1 0 0 0,-1-1-1 0 0,0 1 1 0 0,2 4 0 0 0,-2-2 29 0 0,0-2-18 0 0,0 0 1 0 0,-1 0 0 0 0,1 0-1 0 0,-1 0 1 0 0,0 0 0 0 0,-1 0-1 0 0,1 0 1 0 0,-1 0 0 0 0,0 0-1 0 0,-1 0 1 0 0,1 0 0 0 0,-1 0-1 0 0,0 0 1 0 0,0 0 0 0 0,0 0-1 0 0,-1-1 1 0 0,0 1 0 0 0,0 0-1 0 0,0-1 1 0 0,0 1 0 0 0,-6 7 0 0 0,4-6 11 0 0,-1 0 0 0 0,0 0 0 0 0,0 0 0 0 0,0-1 0 0 0,0 0 0 0 0,-1 0 0 0 0,0 0 0 0 0,0-1 0 0 0,0 0 1 0 0,0 0-1 0 0,-1 0 0 0 0,0-1 0 0 0,-12 4 0 0 0,14-5-46 0 0,0 0 0 0 0,0 0 1 0 0,0 1-1 0 0,0 0 0 0 0,1 0 0 0 0,-9 7 0 0 0,13-10-10 0 0,0 0 1 0 0,0 0-1 0 0,0 1 0 0 0,1-1 0 0 0,-1 0 0 0 0,0 0 0 0 0,0 1 0 0 0,0-1 0 0 0,0 0 0 0 0,0 0 0 0 0,0 0 0 0 0,1 1 1 0 0,-1-1-1 0 0,0 0 0 0 0,0 0 0 0 0,0 0 0 0 0,1 1 0 0 0,-1-1 0 0 0,0 0 0 0 0,0 0 0 0 0,1 0 0 0 0,-1 0 0 0 0,0 0 1 0 0,0 0-1 0 0,1 1 0 0 0,-1-1 0 0 0,0 0 0 0 0,0 0 0 0 0,1 0 0 0 0,-1 0 0 0 0,0 0 0 0 0,1 0 0 0 0,-1 0 0 0 0,0 0 0 0 0,14 2 9 0 0,-12-2-20 0 0,17 2-24 0 0,-9-1 38 0 0,-1 0 0 0 0,1 1-1 0 0,0 0 1 0 0,-1 0 0 0 0,0 1 0 0 0,0 0 0 0 0,12 6-1 0 0,-16-6-2 0 0,-3-3 2 0 0,0 1-1 0 0,0 0 1 0 0,0 0 0 0 0,-1 0 0 0 0,1 0 0 0 0,0 1 0 0 0,-1-1-1 0 0,1 0 1 0 0,-1 1 0 0 0,1-1 0 0 0,-1 1 0 0 0,0-1 0 0 0,1 1-1 0 0,-1 0 1 0 0,0 0 0 0 0,0-1 0 0 0,0 1 0 0 0,0 0 0 0 0,-1 0-1 0 0,1 0 1 0 0,0 0 0 0 0,-1 0 0 0 0,1 2 0 0 0,18 45 94 0 0,-14-40-38 0 0,-1 1 0 0 0,0 0-1 0 0,3 14 1 0 0,-6-20-43 0 0,-1 0 0 0 0,1 1 0 0 0,-1-1 0 0 0,0 0 0 0 0,0 1 0 0 0,0-1 0 0 0,-1 0 0 0 0,1 0-1 0 0,-1 0 1 0 0,0 1 0 0 0,-1-1 0 0 0,-1 5 0 0 0,1-5 29 0 0,0 0 0 0 0,-1-1 1 0 0,1 1-1 0 0,-1-1 0 0 0,1 1 0 0 0,-1-1 0 0 0,0 0 1 0 0,-1 0-1 0 0,1 0 0 0 0,0 0 0 0 0,-1-1 0 0 0,0 1 0 0 0,1-1 1 0 0,-9 3-1 0 0,-4 2 207 0 0,0-1 0 0 0,-24 5 0 0 0,37-10-205 0 0,-23 4 213 0 0,21-5-232 0 0,-1 1 0 0 0,1 0 0 0 0,-1 1 0 0 0,1-1 0 0 0,-1 1 0 0 0,1 0 0 0 0,-5 3 0 0 0,3-1-26 0 0,0-1 0 0 0,0-1 0 0 0,0 1 0 0 0,0-1 0 0 0,-1 0 1 0 0,1 0-1 0 0,-1-1 0 0 0,1 0 0 0 0,-1-1 0 0 0,1 0 0 0 0,-13-1 1 0 0,8 1-148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89 4001 0 0,'-8'-7'3949'0'0,"-7"-9"-2121"0"0,15 16-1823 0 0,-1-1 55 0 0,1 0 1 0 0,-1 0-1 0 0,0 0 0 0 0,0 1 1 0 0,0-1-1 0 0,0 0 0 0 0,0 0 1 0 0,0 1-1 0 0,0-1 0 0 0,0 0 1 0 0,0 1-1 0 0,0-1 1 0 0,-2 0-1 0 0,2 2-60 0 0,0-1 1 0 0,0 1-1 0 0,0-1 1 0 0,1 1-1 0 0,-1 0 1 0 0,0 0-1 0 0,0-1 1 0 0,1 1-1 0 0,-1 0 1 0 0,0 0-1 0 0,1 0 1 0 0,-1 0-1 0 0,1-1 1 0 0,-1 1-1 0 0,1 0 1 0 0,0 0-1 0 0,-1 2 1 0 0,-11 26 18 0 0,1 1 0 0 0,2 0-1 0 0,1 0 1 0 0,1 0 0 0 0,2 1 0 0 0,1 0 0 0 0,-1 35 0 0 0,5-62 50 0 0,0 1 1 0 0,0-1 0 0 0,0 0-1 0 0,1 0 1 0 0,0 0-1 0 0,-1 0 1 0 0,1 0 0 0 0,1 0-1 0 0,-1 0 1 0 0,0 0 0 0 0,1 0-1 0 0,0 0 1 0 0,3 4 0 0 0,-3-6-25 0 0,1-1 0 0 0,-1 0 0 0 0,0 0 0 0 0,1 0 0 0 0,-1 0 0 0 0,1 0 0 0 0,4 1 0 0 0,11 3 27 0 0,-13-2-51 0 0,0-1 1 0 0,-1 0 0 0 0,1 0 0 0 0,0 0 0 0 0,1-1 0 0 0,-1 0 0 0 0,0 0-1 0 0,0 0 1 0 0,0 0 0 0 0,1-1 0 0 0,-1 0 0 0 0,10-1 0 0 0,-7 0 15 0 0,0 0-1 0 0,1-1 1 0 0,-1 0 0 0 0,0-1 0 0 0,0 0 0 0 0,-1 0 0 0 0,9-5-1 0 0,-14 7-21 0 0,0-1 0 0 0,-1 1 0 0 0,1-1 0 0 0,-1 0 0 0 0,0 1 0 0 0,0-1 0 0 0,0 0 0 0 0,1 0 0 0 0,-2 0 0 0 0,1 0 0 0 0,0 0 0 0 0,0 0 0 0 0,-1 0-1 0 0,1 0 1 0 0,0-2 0 0 0,6-17 112 0 0,-3 15-107 0 0,-1 0 0 0 0,0 0 1 0 0,-1 0-1 0 0,0-1 0 0 0,0 1 1 0 0,0-1-1 0 0,0 0 0 0 0,-1 1 1 0 0,0-1-1 0 0,-1 0 0 0 0,0 0 0 0 0,0-8 1 0 0,-3-5-12 0 0,0-1 1 0 0,-10-33 0 0 0,6 31-37 0 0,-4-36 0 0 0,11 57 10 0 0,0 0 1 0 0,-1 0 0 0 0,1 0 0 0 0,0 0-1 0 0,0 0 1 0 0,1 0 0 0 0,-1 0 0 0 0,0 0-1 0 0,1 0 1 0 0,-1 0 0 0 0,1 0 0 0 0,-1 0 0 0 0,1 0-1 0 0,0 0 1 0 0,0 1 0 0 0,0-1 0 0 0,0 0-1 0 0,0 1 1 0 0,1-1 0 0 0,-1 0 0 0 0,0 1-1 0 0,1-1 1 0 0,1-1 0 0 0,2 0 4 0 0,0 1 1 0 0,-1-1-1 0 0,1 1 0 0 0,0 0 1 0 0,0 0-1 0 0,0 1 0 0 0,1 0 0 0 0,4-1 1 0 0,-5 0 4 0 0,0 2 0 0 0,0-1 0 0 0,1 0 0 0 0,-1 1 0 0 0,0 0 0 0 0,0 0 0 0 0,6 1 0 0 0,-10 0 5 0 0,1-1 1 0 0,-1 0-1 0 0,0 1 0 0 0,1-1 1 0 0,-1 1-1 0 0,0 0 1 0 0,0-1-1 0 0,1 1 0 0 0,-1 0 1 0 0,0 0-1 0 0,0-1 1 0 0,0 1-1 0 0,0 0 0 0 0,0 0 1 0 0,0 0-1 0 0,0 0 1 0 0,-1 1-1 0 0,1-1 0 0 0,0 0 1 0 0,0 0-1 0 0,-1 0 1 0 0,1 1-1 0 0,-1-1 0 0 0,1 0 1 0 0,-1 1-1 0 0,0-1 1 0 0,1 0-1 0 0,-1 1 0 0 0,0 2 1 0 0,1 1 0 0 0,0 1 0 0 0,0-1 0 0 0,1 0 1 0 0,0 0-1 0 0,0 0 0 0 0,4 8 0 0 0,-3-7 0 0 0,0 1-1 0 0,0-1 1 0 0,-1 0-1 0 0,2 8 0 0 0,0 15 37 0 0,-1 1-1 0 0,-3 54 1 0 0,0-43 3 0 0,0-40-23 0 0,1 0 1 0 0,-1 0 0 0 0,1 0-1 0 0,-1 0 1 0 0,1 0 0 0 0,-1-1-1 0 0,1 1 1 0 0,-1 0-1 0 0,1 0 1 0 0,0 0 0 0 0,0-1-1 0 0,-1 1 1 0 0,1 0 0 0 0,0-1-1 0 0,0 1 1 0 0,0-1-1 0 0,0 1 1 0 0,0-1 0 0 0,0 1-1 0 0,0-1 1 0 0,0 0 0 0 0,0 1-1 0 0,0-1 1 0 0,0 0-1 0 0,0 0 1 0 0,0 0 0 0 0,0 0-1 0 0,0 0 1 0 0,1 0 0 0 0,3 1 39 0 0,-1-1 0 0 0,1 0 0 0 0,0 0 0 0 0,-1 0 0 0 0,8-2 0 0 0,-8 1-22 0 0,0 0 1 0 0,0-1 0 0 0,-1 0 0 0 0,1 0-1 0 0,0 0 1 0 0,-1 0 0 0 0,1-1 0 0 0,-1 1-1 0 0,0-1 1 0 0,0 0 0 0 0,0 0 0 0 0,0 0-1 0 0,0 0 1 0 0,-1-1 0 0 0,0 1 0 0 0,1-1-1 0 0,-1 1 1 0 0,0-1 0 0 0,-1 0 0 0 0,1 0-1 0 0,-1 0 1 0 0,1 0 0 0 0,-1 0 0 0 0,-1 0-1 0 0,2-5 1 0 0,-1 3-7 0 0,1 0 0 0 0,0 0 0 0 0,1 0 1 0 0,4-8-1 0 0,-4 9-11 0 0,-1 0 0 0 0,0-1 1 0 0,1 1-1 0 0,-2 0 1 0 0,1-1-1 0 0,-1 1 0 0 0,1-7 1 0 0,-1 2 4 0 0,-2 1 0 0 0,0-1 0 0 0,0 1 0 0 0,-1-1 0 0 0,0 1 1 0 0,0 0-1 0 0,-1 0 0 0 0,0 0 0 0 0,-1 0 0 0 0,0 0 0 0 0,-8-13 0 0 0,4 7-39 0 0,7 14 7 0 0,-1-1 1 0 0,0 1-1 0 0,0 0 1 0 0,1 0-1 0 0,-1-1 1 0 0,0 1-1 0 0,0 0 0 0 0,0 1 1 0 0,-1-1-1 0 0,1 0 1 0 0,0 1-1 0 0,0-1 1 0 0,-5 0-1 0 0,-15-6-113 0 0,18 5 72 0 0,0 1 0 0 0,0-1 0 0 0,-1 1 0 0 0,1-1 0 0 0,0 1 0 0 0,0 1 0 0 0,-1-1 0 0 0,1 1 0 0 0,0-1 0 0 0,-1 1 0 0 0,1 0 0 0 0,-1 1 0 0 0,1-1 0 0 0,-6 2 0 0 0,8-1-123 0 0,-1-1 0 0 0,1 1 0 0 0,0-1 0 0 0,-1 1 0 0 0,1 0 0 0 0,0 0 1 0 0,0 0-1 0 0,0 0 0 0 0,0 1 0 0 0,0-1 0 0 0,0 1 0 0 0,0-1 0 0 0,0 1 1 0 0,0-1-1 0 0,1 1 0 0 0,-1 0 0 0 0,0 0 0 0 0,1 0 0 0 0,0 0 0 0 0,-1 0 0 0 0,1 0 1 0 0,0 0-1 0 0,0 1 0 0 0,0-1 0 0 0,1 0 0 0 0,-2 5 0 0 0,-1 5-1454 0 0,-3-1-484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8 6577 0 0,'0'0'483'0'0,"-17"-8"1490"0"0,15 9-1899 0 0,0 0 0 0 0,0 0 0 0 0,0 0 1 0 0,0 1-1 0 0,0-1 0 0 0,0 0 0 0 0,0 1 1 0 0,0-1-1 0 0,1 1 0 0 0,-1 0 0 0 0,1 0 1 0 0,-1-1-1 0 0,1 1 0 0 0,0 0 0 0 0,0 0 1 0 0,0 0-1 0 0,0 0 0 0 0,0 0 0 0 0,0 1 1 0 0,0-1-1 0 0,1 0 0 0 0,-1 0 0 0 0,1 1 1 0 0,-1 3-1 0 0,-1 1-19 0 0,0 1 1 0 0,-1-1-1 0 0,-5 12 1 0 0,4-12-30 0 0,1 0 1 0 0,0 1 0 0 0,-4 14 0 0 0,4 0 2 0 0,0 0-1 0 0,2 1 0 0 0,2 38 0 0 0,13 69-101 0 0,0-12 127 0 0,-12-73-73 0 0,2 20 52 0 0,14 77 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153 27 2401 0 0,'11'-25'9331'0'0,"-12"24"-9309"0"0,1 1-1 0 0,-1 0 1 0 0,0 0-1 0 0,1 0 0 0 0,-1 0 1 0 0,0 0-1 0 0,1 0 1 0 0,-1 0-1 0 0,0 0 1 0 0,1 0-1 0 0,-1 0 1 0 0,1 0-1 0 0,-1 0 1 0 0,0 0-1 0 0,1 0 1 0 0,-1 0-1 0 0,1 1 1 0 0,-1-1-1 0 0,0 0 1 0 0,1 1-1 0 0,-1-1 1 0 0,1 0-1 0 0,-1 1 1 0 0,0 0-1 0 0,-6 2-14 0 0,0 1-1 0 0,1 0 1 0 0,-1 0-1 0 0,1 1 1 0 0,0 0-1 0 0,0 0 1 0 0,1 0-1 0 0,-1 1 1 0 0,1 0-1 0 0,1 0 1 0 0,-1 0 0 0 0,1 1-1 0 0,0-1 1 0 0,0 1-1 0 0,1 0 1 0 0,0 0-1 0 0,-3 8 1 0 0,-8 30-23 0 0,12-34-7 0 0,-1-1 1 0 0,-1 1-1 0 0,0-1 1 0 0,-5 10 0 0 0,7-16 36 0 0,-1-1 0 0 0,1 1 1 0 0,1 0-1 0 0,-1 0 0 0 0,0 1 0 0 0,1-1 1 0 0,0 0-1 0 0,0 0 0 0 0,0 1 1 0 0,1-1-1 0 0,-1 1 0 0 0,1-1 1 0 0,0 0-1 0 0,0 1 0 0 0,1-1 1 0 0,-1 1-1 0 0,1-1 0 0 0,0 0 0 0 0,0 0 1 0 0,0 1-1 0 0,4 5 0 0 0,-4-8 3 0 0,0-1 0 0 0,0 1 0 0 0,0-1 0 0 0,0 0-1 0 0,0 0 1 0 0,1 0 0 0 0,-1 0 0 0 0,0 0 0 0 0,1 0 0 0 0,-1 0-1 0 0,1 0 1 0 0,-1 0 0 0 0,1 0 0 0 0,0-1 0 0 0,1 1-1 0 0,31 7 53 0 0,-13-3-24 0 0,6 3-16 0 0,39 6-1 0 0,-61-13-157 0 0,0 0-1 0 0,0 1 0 0 0,-1 0 0 0 0,1 0 0 0 0,0 0 0 0 0,7 6 1 0 0,-5-4-336 0 0,7 3-1653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30 5041 0 0,'0'0'598'0'0,"-17"-29"4156"0"0,17 45-4528 0 0,8 300 828 0 0,10-19-952 0 0,-17-270-2588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67 4689 0 0,'0'0'1478'0'0,"7"-14"793"0"0,11 8-1943 0 0,0 0 1 0 0,32-5-1 0 0,-45 10-283 0 0,-1 0 0 0 0,0-1 0 0 0,0 1-1 0 0,0-1 1 0 0,0 0 0 0 0,6-3 0 0 0,-7 3 56 0 0,0 0 0 0 0,1 0 0 0 0,-1 0 0 0 0,0 1 0 0 0,1 0 0 0 0,0-1 0 0 0,-1 1 0 0 0,1 1 0 0 0,-1-1 0 0 0,6 0 0 0 0,-7 1-63 0 0,1 0 1 0 0,0 0-1 0 0,-1 0 1 0 0,1 0 0 0 0,-1 0-1 0 0,1 1 1 0 0,-1-1-1 0 0,1 1 1 0 0,-1 0-1 0 0,0 0 1 0 0,1 0 0 0 0,-1 0-1 0 0,0 0 1 0 0,0 0-1 0 0,1 1 1 0 0,-1-1 0 0 0,0 1-1 0 0,0 0 1 0 0,-1-1-1 0 0,1 1 1 0 0,0 0-1 0 0,0 0 1 0 0,-1 0 0 0 0,1 0-1 0 0,-1 0 1 0 0,0 1-1 0 0,0-1 1 0 0,2 4 0 0 0,2 4 3 0 0,-1 1 0 0 0,0 0 0 0 0,-1 1 0 0 0,0-1 0 0 0,-1 0 0 0 0,0 1 0 0 0,0-1 0 0 0,-2 1 0 0 0,1 0-1 0 0,-1-1 1 0 0,-3 20 0 0 0,-2-1 103 0 0,0-1-1 0 0,-2 0 0 0 0,-15 39 0 0 0,-65 151 349 0 0,58-148-411 0 0,22-55-89 0 0,4-11 4 0 0,1 0 1 0 0,-1 0-1 0 0,1 0 0 0 0,0 0 0 0 0,1 1 0 0 0,-1-1 1 0 0,1 0-1 0 0,0 1 0 0 0,1-1 0 0 0,-1 1 0 0 0,1-1 1 0 0,0 10-1 0 0,1-14 12 0 0,0 0 1 0 0,-1 0-1 0 0,1 0 1 0 0,0 0-1 0 0,0 0 1 0 0,0-1 0 0 0,0 1-1 0 0,-1 0 1 0 0,1 0-1 0 0,0-1 1 0 0,0 1-1 0 0,0-1 1 0 0,1 1-1 0 0,-1-1 1 0 0,0 1-1 0 0,0-1 1 0 0,0 0-1 0 0,0 1 1 0 0,0-1-1 0 0,0 0 1 0 0,3 0-1 0 0,25 2 79 0 0,-22-2-63 0 0,0-1 0 0 0,0 0 0 0 0,1 0 0 0 0,-1 0-1 0 0,0-1 1 0 0,0-1 0 0 0,-1 1 0 0 0,1-1 0 0 0,0 0 0 0 0,11-7-1 0 0,-14 7-9 0 0,0-1-1 0 0,0 1 0 0 0,0-1 0 0 0,0 1 0 0 0,-1-1 1 0 0,1 0-1 0 0,-1 0 0 0 0,0-1 0 0 0,-1 1 0 0 0,1-1 0 0 0,-1 1 1 0 0,1-1-1 0 0,-2 0 0 0 0,1 0 0 0 0,2-9 0 0 0,-2 7 10 0 0,0-1 0 0 0,1 1-1 0 0,5-11 1 0 0,-5 13-3 0 0,-1 0 0 0 0,1-1 0 0 0,-1 1 0 0 0,-1 0 0 0 0,1-1 0 0 0,-1 1 0 0 0,0-1 0 0 0,1-9 0 0 0,-3 7-4 0 0,0 0 0 0 0,0 1-1 0 0,-1-1 1 0 0,0 1-1 0 0,0-1 1 0 0,0 1 0 0 0,-8-13-1 0 0,-2-10 48 0 0,10 25-61 0 0,-1 0 0 0 0,1 0 0 0 0,-1 0 0 0 0,0 1 0 0 0,-1-1 0 0 0,1 1 0 0 0,-1 0 0 0 0,0 0 0 0 0,0 0 0 0 0,0 0 0 0 0,0 1 0 0 0,-1-1 0 0 0,1 1 0 0 0,-1 0 0 0 0,0 1 0 0 0,-5-3 0 0 0,-4-1-13 0 0,1 1 1 0 0,-1 0-1 0 0,0 1 1 0 0,0 1 0 0 0,-18-2-1 0 0,28 4-59 0 0,0-1 1 0 0,-1 1-1 0 0,1-1 0 0 0,0 1 0 0 0,0-1 1 0 0,0 0-1 0 0,0-1 0 0 0,0 1 0 0 0,1-1 1 0 0,-4-3-1 0 0,24 4-48 0 0,314-47 31 0 0,-312 46 77 0 0,-8 0 23 0 0,0 1 0 0 0,0 1 0 0 0,0 0 0 0 0,0 0 0 0 0,-1 1-1 0 0,20 2 1 0 0,-24 7 29 0 0,0 1-39 0 0,-1 1 1 0 0,-1-1-1 0 0,0 1 1 0 0,0 0-1 0 0,-1 0 1 0 0,-1 0-1 0 0,0 0 1 0 0,1 22-1 0 0,-2 3 25 0 0,-7 54 0 0 0,3-52 1 0 0,1 53 1 0 0,2-88-25 0 0,0-1 0 0 0,0 1 0 0 0,1-1 0 0 0,-1 1 0 0 0,1 0 0 0 0,0-1 0 0 0,0 0 0 0 0,0 1 1 0 0,0-1-1 0 0,0 1 0 0 0,0-1 0 0 0,0 0 0 0 0,1 0 0 0 0,0 0 0 0 0,-1 0 0 0 0,1 0 0 0 0,0 0 0 0 0,0 0 0 0 0,0 0 1 0 0,0-1-1 0 0,3 3 0 0 0,-1-2 18 0 0,0 0 0 0 0,0-1 1 0 0,0 1-1 0 0,1-1 1 0 0,-1 0-1 0 0,0 0 0 0 0,0-1 1 0 0,1 1-1 0 0,-1-1 0 0 0,0 0 1 0 0,1 0-1 0 0,6-1 0 0 0,-5 0-2 0 0,0 0 0 0 0,0 0-1 0 0,1 0 1 0 0,-1-1 0 0 0,-1 0-1 0 0,1-1 1 0 0,0 1 0 0 0,0-1-1 0 0,-1 0 1 0 0,0 0 0 0 0,1-1-1 0 0,-1 0 1 0 0,-1 1-1 0 0,1-2 1 0 0,0 1 0 0 0,-1-1-1 0 0,0 1 1 0 0,0-1 0 0 0,0 0-1 0 0,-1-1 1 0 0,6-9 0 0 0,9-23 58 0 0,20-62 1 0 0,-4 8 43 0 0,-31 85-118 0 0,-1-1-1 0 0,0 0 1 0 0,0-1 0 0 0,-1 1-1 0 0,0 0 1 0 0,-1 0 0 0 0,0-1-1 0 0,0 1 1 0 0,0 0 0 0 0,-1-1-1 0 0,-1 1 1 0 0,1 0 0 0 0,-1 0 0 0 0,-1 0-1 0 0,1 0 1 0 0,-1 0 0 0 0,-1 1-1 0 0,-6-12 1 0 0,1-1-8 0 0,8 16-16 0 0,-1 1 0 0 0,1 0 1 0 0,-1-1-1 0 0,1 1 0 0 0,-1 0 0 0 0,0 0 0 0 0,0 0 0 0 0,0 0 0 0 0,-1 0 0 0 0,1 1 0 0 0,-4-4 0 0 0,-3 1-70 0 0,0-1 1 0 0,-1 1-1 0 0,1 1 0 0 0,-18-6 1 0 0,-17-9-322 0 0,40 17 233 0 0,-1 1 1 0 0,1-1-1 0 0,0 0 1 0 0,-1 1-1 0 0,0 0 1 0 0,1 0-1 0 0,-1 1 0 0 0,0-1 1 0 0,1 1-1 0 0,-1 0 1 0 0,0 0-1 0 0,0 0 1 0 0,1 1-1 0 0,-1 0 1 0 0,0 0-1 0 0,1 0 1 0 0,-1 0-1 0 0,1 1 1 0 0,-1 0-1 0 0,1 0 0 0 0,0 0 1 0 0,0 0-1 0 0,-6 4 1 0 0,-1 11-1472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150 1 12715 0 0,'-18'5'1796'0'0,"-24"166"-1554"0"0,22-74-183 0 0,-43 221 18 0 0,57-249-58 0 0,5-62-216 0 0,1 0-1 0 0,1 1 1 0 0,0-1 0 0 0,0 1-1 0 0,0-1 1 0 0,1 0 0 0 0,2 8 0 0 0,-3-14-22 0 0,0 0 1 0 0,0 0 0 0 0,0 0 0 0 0,0 0-1 0 0,0 0 1 0 0,0-1 0 0 0,1 1 0 0 0,-1 0-1 0 0,0-1 1 0 0,0 1 0 0 0,1 0-1 0 0,-1-1 1 0 0,0 0 0 0 0,1 1 0 0 0,-1-1-1 0 0,1 0 1 0 0,-1 0 0 0 0,0 1 0 0 0,1-1-1 0 0,-1 0 1 0 0,1-1 0 0 0,-1 1 0 0 0,1 0-1 0 0,-1 0 1 0 0,3-1 0 0 0,14-6-2020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211 0 4713 0 0,'0'0'6133'0'0,"-8"9"-4414"0"0,-56 62-1404 0 0,48-55-289 0 0,0 1 0 0 0,1 0 0 0 0,1 1 0 0 0,1 1 0 0 0,-18 31 0 0 0,5 6 113 0 0,24-52-147 0 0,1 0 0 0 0,0 0 0 0 0,0 0 0 0 0,0 0 1 0 0,1 1-1 0 0,-1 7 0 0 0,1-10 12 0 0,0 0 0 0 0,0 0 1 0 0,0 0-1 0 0,0-1 0 0 0,0 1 0 0 0,0 0 1 0 0,1 0-1 0 0,-1 0 0 0 0,1-1 1 0 0,-1 1-1 0 0,1 0 0 0 0,0-1 0 0 0,0 1 1 0 0,0 0-1 0 0,0-1 0 0 0,0 1 0 0 0,0-1 1 0 0,0 1-1 0 0,0-1 0 0 0,2 1 0 0 0,10 4 13 0 0,1 0 0 0 0,-1-1 0 0 0,1-1 0 0 0,0 0 0 0 0,0-1 0 0 0,24 1 0 0 0,-17 0-3 0 0,118 8-60 0 0,-131-11-7 0 0,0 0 0 0 0,0 1 0 0 0,0 0 0 0 0,-1 0 0 0 0,10 4-1 0 0,-10-4-232 0 0,-1 1 0 0 0,1-1-1 0 0,0 0 1 0 0,1-1-1 0 0,-1 0 1 0 0,0 0 0 0 0,8 0-1 0 0,15-3-3277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58 1584 0 0,'-23'3'3876'0'0,"-24"1"872"0"0,27-3-2360 0 0,17 0-1890 0 0,8 0-723 0 0,66 7 368 0 0,2-3-1 0 0,79-5 0 0 0,-22-1-146 0 0,365-13 3 0 0,-67-1-83 0 0,18 26 148 0 0,157-2-73 0 0,207-64 163 0 0,-603 41-36 0 0,-124 13-3452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245 160 4777 0 0,'-9'-6'2224'0'0,"6"4"-2182"0"0,0-1-1 0 0,-1 1 0 0 0,1-1 0 0 0,0 0 0 0 0,1 0 0 0 0,-1-1 0 0 0,1 1 0 0 0,-1 0 0 0 0,1-1 0 0 0,0 0 0 0 0,0 1 0 0 0,-2-7 0 0 0,-10-16 254 0 0,2 10-154 0 0,10 11 39 0 0,-1 1 1 0 0,1 0-1 0 0,-1 0 0 0 0,-1 0 0 0 0,1 0 1 0 0,0 0-1 0 0,-1 1 0 0 0,0 0 0 0 0,0-1 0 0 0,0 1 1 0 0,0 1-1 0 0,0-1 0 0 0,-8-3 0 0 0,6 3-29 0 0,-20-5 227 0 0,25 8-367 0 0,0 0-1 0 0,0 0 1 0 0,1 0-1 0 0,-1 0 1 0 0,0 0-1 0 0,0 0 1 0 0,1 0-1 0 0,-1 0 1 0 0,0 1-1 0 0,0-1 1 0 0,1 0-1 0 0,-1 0 1 0 0,0 1 0 0 0,1-1-1 0 0,-1 1 1 0 0,0-1-1 0 0,1 0 1 0 0,-1 1-1 0 0,0-1 1 0 0,1 1-1 0 0,-1 0 1 0 0,1-1-1 0 0,-1 1 1 0 0,1-1-1 0 0,0 1 1 0 0,-1 0-1 0 0,1-1 1 0 0,-1 1-1 0 0,1 0 1 0 0,0-1 0 0 0,0 1-1 0 0,-1 0 1 0 0,1 1-1 0 0,-15 40 244 0 0,10-31-237 0 0,1-1 0 0 0,0 1 0 0 0,1 0 0 0 0,0 0 0 0 0,-2 17 0 0 0,5 6 15 0 0,2 0 0 0 0,1 0-1 0 0,1-1 1 0 0,10 34 0 0 0,3 25-8 0 0,-6-8-3 0 0,-2 1 0 0 0,-6 150 0 0 0,-12-99-32 0 0,-10 250 324 0 0,14-214 879 0 0,2-140-1087 0 0,-2-1 0 0 0,-1 1-1 0 0,-13 41 1 0 0,13-55-228 0 0,-11 29-2265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10154 0 0,'0'0'191'0'0,"12"9"1868"0"0,158 76-1784 0 0,-133-69-225 0 0,-30-14-48 0 0,0 1-1 0 0,-1 0 1 0 0,1 0 0 0 0,-1 1-1 0 0,6 3 1 0 0,35 29-70 0 0,53 40 459 0 0,128 74-1 0 0,-81-76-278 0 0,-93-49-64 0 0,100 53 20 0 0,-125-62-21 0 0,-22-11-299 0 0,1 0 0 0 0,0-1 0 0 0,1 0 0 0 0,9 2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316 5 10410 0 0,'-16'-1'1110'0'0,"15"0"-1114"0"0,-1 0 0 0 0,1 1 0 0 0,-1 0 0 0 0,0-1 1 0 0,1 1-1 0 0,-1 0 0 0 0,1 0 0 0 0,-1 0 0 0 0,0 0 1 0 0,1 0-1 0 0,-1 0 0 0 0,0 0 0 0 0,1 1 0 0 0,-1-1 1 0 0,0 1-1 0 0,1-1 0 0 0,-1 1 0 0 0,1 0 0 0 0,-1-1 1 0 0,1 1-1 0 0,-1 0 0 0 0,1 0 0 0 0,0 0 0 0 0,-1 0 1 0 0,1 0-1 0 0,-2 3 0 0 0,0 0 0 0 0,0 1 0 0 0,0 0-1 0 0,0-1 1 0 0,1 1 0 0 0,0 1 0 0 0,0-1 0 0 0,0 0-1 0 0,0 0 1 0 0,1 1 0 0 0,0-1 0 0 0,0 1 0 0 0,1-1-1 0 0,-1 1 1 0 0,1 0 0 0 0,1-1 0 0 0,-1 1-1 0 0,1-1 1 0 0,-1 1 0 0 0,2-1 0 0 0,-1 1 0 0 0,1-1-1 0 0,-1 0 1 0 0,2 0 0 0 0,2 7 0 0 0,4 7 8 0 0,-8-15-8 0 0,1 0 1 0 0,-1 0-1 0 0,1 0 0 0 0,1-1 1 0 0,-1 1-1 0 0,4 5 0 0 0,9 6 80 0 0,-1 1 0 0 0,0 1 0 0 0,-2 0 0 0 0,0 1-1 0 0,10 20 1 0 0,-17-28-49 0 0,-1-1 63 0 0,1 0-1 0 0,-1 1 0 0 0,3 14 1 0 0,-6-20-27 0 0,0 0 1 0 0,-1-1-1 0 0,1 1 1 0 0,-1 0-1 0 0,0 0 1 0 0,0 0-1 0 0,-1 0 1 0 0,1-1-1 0 0,-1 1 1 0 0,0 0-1 0 0,0 0 1 0 0,0-1-1 0 0,-2 5 1 0 0,2-4-13 0 0,-1 0 0 0 0,0 0 1 0 0,1 0-1 0 0,-1 0 1 0 0,-1-1-1 0 0,1 1 0 0 0,0 0 1 0 0,-1-1-1 0 0,0 0 0 0 0,0 0 1 0 0,0 1-1 0 0,0-2 0 0 0,0 1 1 0 0,-1 0-1 0 0,-6 4 0 0 0,-26 13 14 0 0,-98 51 527 0 0,114-63-967 0 0,-1 0 0 0 0,0-1 0 0 0,0 0 0 0 0,-41 5-1 0 0,43-10-1259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496 29 4593 0 0,'0'0'4198'0'0,"-20"-6"-1427"0"0,15 1-2446 0 0,-12-11 930 0 0,17 16-1231 0 0,0 0 0 0 0,-1 0-1 0 0,1 0 1 0 0,0-1 0 0 0,-1 1 0 0 0,1 0 0 0 0,-1 0 0 0 0,1 0 0 0 0,0 0 0 0 0,-1 0-1 0 0,1 0 1 0 0,0 0 0 0 0,-1 0 0 0 0,1 0 0 0 0,-1 0 0 0 0,1 0 0 0 0,0 0 0 0 0,-1 0-1 0 0,1 0 1 0 0,-1 1 0 0 0,1-1 0 0 0,0 0 0 0 0,-1 0 0 0 0,1 0 0 0 0,0 0-1 0 0,-1 1 1 0 0,1-1 0 0 0,0 0 0 0 0,0 0 0 0 0,-1 1 0 0 0,1-1 0 0 0,0 0 0 0 0,0 1-1 0 0,-1-1 1 0 0,1 0 0 0 0,0 1 0 0 0,0-1 0 0 0,0 0 0 0 0,-1 1 0 0 0,1-1 0 0 0,0 0-1 0 0,0 1 1 0 0,0-1 0 0 0,0 1 0 0 0,0-1 0 0 0,0 0 0 0 0,0 1 0 0 0,0-1-1 0 0,0 0 1 0 0,0 1 0 0 0,0 0 0 0 0,-5 33-30 0 0,2 0-1 0 0,1 0 1 0 0,6 65 0 0 0,-2 33 32 0 0,-13 260 812 0 0,11-391-832 0 0,0 1 0 0 0,0-1 0 0 0,-1 0-1 0 0,1 0 1 0 0,-1 0 0 0 0,1 0 0 0 0,-1 0 0 0 0,1 0 0 0 0,-1 0 0 0 0,0 0 0 0 0,1 0 0 0 0,-1-1-1 0 0,0 1 1 0 0,0 0 0 0 0,0 0 0 0 0,0 0 0 0 0,1-1 0 0 0,-3 2 0 0 0,-22 11 62 0 0,19-9-75 0 0,-15 4 30 0 0,0 0-1 0 0,0-2 0 0 0,0 0 0 0 0,-1-1 1 0 0,-39 3-1 0 0,28-3 44 0 0,13-4-90 0 0,17-1 17 0 0,-1 0 0 0 0,1 0 0 0 0,0 0 0 0 0,-1 0 0 0 0,1 1 0 0 0,0 0 0 0 0,-1-1 0 0 0,1 1 1 0 0,0 0-1 0 0,0 1 0 0 0,0-1 0 0 0,0 0 0 0 0,-5 4 0 0 0,14-4 24 0 0,0 1 0 0 0,0-1 0 0 0,0 0 0 0 0,0 0 1 0 0,11-1-1 0 0,38 0-35 0 0,66 9 1 0 0,-97-5 13 0 0,0 1-1 0 0,1 1 1 0 0,-2 0-1 0 0,1 2 1 0 0,24 12-1 0 0,-38-15 24 0 0,-3-2 32 0 0,0 0 1 0 0,1 1-1 0 0,-1 0 0 0 0,-1 1 0 0 0,9 6 0 0 0,-13-10-39 0 0,-1 0 1 0 0,0 0-1 0 0,0 1 0 0 0,0-1 0 0 0,0 0 1 0 0,0 1-1 0 0,0-1 0 0 0,0 1 0 0 0,0-1 0 0 0,-1 1 1 0 0,1-1-1 0 0,0 1 0 0 0,-1-1 0 0 0,0 1 1 0 0,1 0-1 0 0,-1-1 0 0 0,0 1 0 0 0,0 0 1 0 0,0 0-1 0 0,0-1 0 0 0,0 1 0 0 0,0 0 1 0 0,0-1-1 0 0,0 1 0 0 0,-1 0 0 0 0,1-1 1 0 0,-1 1-1 0 0,1-1 0 0 0,-1 1 0 0 0,0-1 1 0 0,-1 3-1 0 0,0-1-10 0 0,0-1 1 0 0,1 0 0 0 0,-1 0-1 0 0,0 0 1 0 0,0 0-1 0 0,0-1 1 0 0,-1 1 0 0 0,1-1-1 0 0,0 1 1 0 0,-1-1 0 0 0,1 0-1 0 0,-1 1 1 0 0,1-1-1 0 0,-1-1 1 0 0,-3 2 0 0 0,-46 8 37 0 0,36-8-20 0 0,-96 17 46 0 0,105-17-57 0 0,0 0-1 0 0,0 0 1 0 0,0 0 0 0 0,0 1-1 0 0,-9 4 1 0 0,-24 9 15 0 0,5-10-50 0 0,29-6-5 0 0,-1 1-1 0 0,0 0 1 0 0,1 1-1 0 0,-1-1 1 0 0,1 1-1 0 0,0 0 0 0 0,-1 1 1 0 0,-5 3-1 0 0,11-5 27 0 0,1-1 0 0 0,0 1 1 0 0,-1 0-1 0 0,1 0 0 0 0,0 0 0 0 0,0 0 0 0 0,0 0 0 0 0,0 0 0 0 0,0 0 0 0 0,0 1 0 0 0,0-1 0 0 0,0 0 0 0 0,0 0 0 0 0,0 0 0 0 0,1 0 0 0 0,-1 0 0 0 0,0 0 0 0 0,1-1 0 0 0,-1 1 0 0 0,0 0 0 0 0,1 0 0 0 0,-1 0 0 0 0,1 0 0 0 0,0 0 0 0 0,-1 0 0 0 0,1-1 0 0 0,0 1 0 0 0,-1 0 0 0 0,1-1 0 0 0,0 1 0 0 0,0 0 0 0 0,0-1 0 0 0,1 1 0 0 0,19 6-5 0 0,0-1 1 0 0,1-1-1 0 0,0-1 0 0 0,40 2 0 0 0,-44-5 8 0 0,144 21 36 0 0,-155-21-27 0 0,0 0 0 0 0,0 1 1 0 0,0-1-1 0 0,0 2 0 0 0,0-1 1 0 0,0 1-1 0 0,0 0 0 0 0,-1 0 0 0 0,13 8 1 0 0,-18-9-7 0 0,1-1 1 0 0,0 0-1 0 0,-1 0 0 0 0,1 1 1 0 0,-1-1-1 0 0,1 1 1 0 0,-1-1-1 0 0,0 1 0 0 0,0-1 1 0 0,0 1-1 0 0,0 0 1 0 0,0 0-1 0 0,0 0 0 0 0,0 0 1 0 0,0-1-1 0 0,-1 1 1 0 0,1 0-1 0 0,-1 0 0 0 0,0 0 1 0 0,1 0-1 0 0,-1 0 1 0 0,0 0-1 0 0,0 0 1 0 0,0 0-1 0 0,0 0 0 0 0,-1 0 1 0 0,1 0-1 0 0,-1 0 1 0 0,1 0-1 0 0,-1 0 0 0 0,1 0 1 0 0,-1 0-1 0 0,0 0 1 0 0,0 0-1 0 0,0-1 0 0 0,0 1 1 0 0,0 0-1 0 0,-1-1 1 0 0,1 1-1 0 0,-2 2 0 0 0,-7 5 3 0 0,-1-1 0 0 0,1 1 0 0 0,-1-1 0 0 0,-1-1 0 0 0,1 0 0 0 0,-1-1 0 0 0,-21 8 0 0 0,11-4 11 0 0,-32 14 20 0 0,-2-3 1 0 0,0-2-1 0 0,-1-2 0 0 0,-62 9 0 0 0,117-26-45 0 0,0 0 0 0 0,1 1 0 0 0,-1 0 0 0 0,0-1-1 0 0,1 1 1 0 0,-1 0 0 0 0,1 0 0 0 0,-1 0 0 0 0,1 0 0 0 0,-1 0 0 0 0,-1 2-1 0 0,2-3 9 0 0,1 1-1 0 0,0-1 0 0 0,0 1 0 0 0,-1-1 0 0 0,1 0 0 0 0,0 1 1 0 0,0-1-1 0 0,0 1 0 0 0,-1-1 0 0 0,1 0 0 0 0,0 1 0 0 0,0-1 1 0 0,0 1-1 0 0,0-1 0 0 0,0 1 0 0 0,0-1 0 0 0,0 1 0 0 0,0-1 1 0 0,0 0-1 0 0,0 1 0 0 0,0-1 0 0 0,1 1 0 0 0,-1-1 0 0 0,0 1 1 0 0,0-1-1 0 0,0 0 0 0 0,0 1 0 0 0,1-1 0 0 0,-1 1 0 0 0,0-1 1 0 0,0 0-1 0 0,1 1 0 0 0,-1-1 0 0 0,0 0 0 0 0,1 1 0 0 0,-1-1 0 0 0,0 0 1 0 0,1 0-1 0 0,-1 1 0 0 0,0-1 0 0 0,1 0 0 0 0,-1 0 0 0 0,1 0 1 0 0,-1 1-1 0 0,1-1 0 0 0,-1 0 0 0 0,0 0 0 0 0,1 0 0 0 0,-1 0 1 0 0,1 0-1 0 0,-1 0 0 0 0,1 0 0 0 0,18 5-11 0 0,1 0 0 0 0,-1-1-1 0 0,36 2 1 0 0,-39-5 21 0 0,0 0 1 0 0,0 1-1 0 0,-1 1 0 0 0,1 0 0 0 0,-1 1 1 0 0,0 1-1 0 0,24 11 0 0 0,-38-15-1 0 0,1 0-1 0 0,-1 0 0 0 0,0 0 0 0 0,0 0 0 0 0,0 0 0 0 0,0 0 0 0 0,0 1 0 0 0,0-1 0 0 0,0 0 0 0 0,0 1 0 0 0,0-1 1 0 0,0 1-1 0 0,-1-1 0 0 0,1 1 0 0 0,-1-1 0 0 0,1 1 0 0 0,-1 2 0 0 0,7 15 38 0 0,-3-12-31 0 0,0 1 1 0 0,-1 0-1 0 0,0 0 0 0 0,0 0 0 0 0,-1 0 0 0 0,0 0 1 0 0,-1 1-1 0 0,0-1 0 0 0,0 1 0 0 0,-1-1 0 0 0,0 0 1 0 0,-1 11-1 0 0,-3 13 131 0 0,-16 61 0 0 0,4-22-26 0 0,8-15 144 0 0,1 0-1 0 0,2 61 1 0 0,10-85-99 0 0,-5-32-164 0 0,5-6-171 0 0,-5 5 190 0 0,0-2-279 0 0,-2 2 246 0 0,-10 2-24 0 0,12-1 30 0 0,-31 0-343 0 0,30 0 333 0 0,1 0 0 0 0,-1 0 1 0 0,0 0-1 0 0,1 0 0 0 0,-1 0 0 0 0,0 0 0 0 0,1 0 1 0 0,-1 0-1 0 0,0 0 0 0 0,1-1 0 0 0,-1 1 1 0 0,1 0-1 0 0,-1 0 0 0 0,0 0 0 0 0,1-1 0 0 0,-1 1 1 0 0,1 0-1 0 0,-1-1 0 0 0,0 0 0 0 0,-1-15-53 0 0,2 16 75 0 0,10-17-31 0 0,-10 15 19 0 0,0 2 17 0 0,-2-4 145 0 0,-5 8-136 0 0,-2 7-21 0 0,6-6 11 0 0,1-1 0 0 0,0 1 0 0 0,1 0 0 0 0,-1-1 0 0 0,1 1 0 0 0,0 0 0 0 0,0 0 0 0 0,0 9 1 0 0,1-13-3 0 0,0 0 1 0 0,0 0 0 0 0,0 0 0 0 0,1 0 0 0 0,-1 0-1 0 0,0 0 1 0 0,0 0 0 0 0,1 0 0 0 0,-1 0 0 0 0,0-1 0 0 0,1 1-1 0 0,-1 0 1 0 0,1 0 0 0 0,-1 0 0 0 0,1-1 0 0 0,0 1-1 0 0,-1 0 1 0 0,1-1 0 0 0,0 1 0 0 0,1 0 0 0 0,-1 0 0 0 0,1 0 0 0 0,-1-1 0 0 0,1 0 1 0 0,-1 1-1 0 0,1-1 0 0 0,-1 0 1 0 0,1 0-1 0 0,-1 1 0 0 0,1-1 0 0 0,0-1 1 0 0,-1 1-1 0 0,1 0 0 0 0,-1 0 0 0 0,1 0 1 0 0,0-1-1 0 0,1 0 0 0 0,-1 0 1 0 0,0 0 0 0 0,0 0 1 0 0,0 0-1 0 0,0 0 0 0 0,0 0 0 0 0,-1-1 0 0 0,1 1 0 0 0,0-1 0 0 0,-1 1 0 0 0,0-1 0 0 0,1 1 0 0 0,-1-1 1 0 0,0 0-1 0 0,2-2 0 0 0,13-29 23 0 0,-15 31-19 0 0,0 1-10 0 0,-1 0 1 0 0,1 0-1 0 0,-1 0 1 0 0,1 0-1 0 0,-1 0 1 0 0,0 0-1 0 0,0 0 1 0 0,1 0-1 0 0,-1 0 1 0 0,0 0-1 0 0,0 0 1 0 0,0 0-1 0 0,0 0 1 0 0,0 0-1 0 0,0 1 1 0 0,0-1-1 0 0,-1 0 1 0 0,1 0-1 0 0,0 0 1 0 0,-1 0-1 0 0,1 0 1 0 0,0 0-1 0 0,-1 0 1 0 0,1 0-1 0 0,-1 0 1 0 0,1 1-1 0 0,-2-2 1 0 0,1 1-1 0 0,0 0 0 0 0,-1 0 0 0 0,1 0-1 0 0,-1 0 1 0 0,1 1 0 0 0,-1-1 0 0 0,1 0 0 0 0,-1 1 0 0 0,1 0 0 0 0,-1-1 0 0 0,0 1 0 0 0,1 0 0 0 0,-1 0 0 0 0,-3 0 0 0 0,2-1-7 0 0,1 1-1 0 0,-1 1 1 0 0,0-1-1 0 0,0 0 1 0 0,0 1-1 0 0,0-1 1 0 0,1 1-1 0 0,-1 0 1 0 0,0 0-1 0 0,1 0 1 0 0,-1 0-1 0 0,0 0 1 0 0,1 1-1 0 0,0-1 1 0 0,-1 1-1 0 0,1-1 1 0 0,0 1-1 0 0,-4 4 1 0 0,5-5 6 0 0,0 1 0 0 0,1-1 1 0 0,-1 0-1 0 0,0 1 1 0 0,1-1-1 0 0,-1 1 1 0 0,1-1-1 0 0,0 0 1 0 0,0 1-1 0 0,-1-1 0 0 0,1 1 1 0 0,0-1-1 0 0,0 1 1 0 0,0-1-1 0 0,0 1 1 0 0,1-1-1 0 0,-1 1 1 0 0,0-1-1 0 0,1 1 0 0 0,-1-1 1 0 0,1 1-1 0 0,-1-1 1 0 0,1 0-1 0 0,0 1 1 0 0,-1-1-1 0 0,1 0 1 0 0,0 0-1 0 0,0 1 0 0 0,0-1 1 0 0,1 1-1 0 0,2 1-4 0 0,1 1 0 0 0,-1-1 0 0 0,1 0 0 0 0,0-1 0 0 0,0 1 0 0 0,0-1 0 0 0,8 2 0 0 0,-6-2 3 0 0,1 0-1 0 0,-1 0 0 0 0,14 1 1 0 0,-18-3 16 0 0,0 0 1 0 0,0 0 0 0 0,0 0-1 0 0,0 0 1 0 0,0 0 0 0 0,0-1-1 0 0,1 1 1 0 0,-1-1 0 0 0,0 0-1 0 0,0 0 1 0 0,4-2 0 0 0,-6 3-14 0 0,-1 0 0 0 0,0-1-1 0 0,1 1 1 0 0,-1-1 0 0 0,0 1 0 0 0,1-1 0 0 0,-1 1 0 0 0,0-1 0 0 0,0 1 0 0 0,1 0 0 0 0,-1-1 0 0 0,0 0 0 0 0,0 1 0 0 0,0-1 0 0 0,0 1 0 0 0,0-1 0 0 0,0 1 0 0 0,1-1 0 0 0,-1 1 0 0 0,0-1 0 0 0,-1 1 0 0 0,1-1 0 0 0,0 1 0 0 0,0-1 0 0 0,0 1-1 0 0,0-1 1 0 0,0 1 0 0 0,0-1 0 0 0,-1 1 0 0 0,1-1 0 0 0,0 1 0 0 0,0-1 0 0 0,-1 1 0 0 0,1-1 0 0 0,0 1 0 0 0,-1 0 0 0 0,1-1 0 0 0,-1 1 0 0 0,1-1 0 0 0,0 1 0 0 0,-1 0 0 0 0,1 0 0 0 0,-1-1 0 0 0,1 1 0 0 0,-1 0 0 0 0,0-1 0 0 0,-23-14-16 0 0,24 14 14 0 0,-19-6-69 0 0,16 6 53 0 0,1 1 1 0 0,-1-1-1 0 0,0 0 0 0 0,1 0 1 0 0,0 0-1 0 0,-1 0 1 0 0,1-1-1 0 0,-1 1 1 0 0,1 0-1 0 0,0-1 0 0 0,0 0 1 0 0,0 0-1 0 0,0 1 1 0 0,-2-4-1 0 0,4 5 17 0 0,0-1 0 0 0,0 1 0 0 0,0 0 0 0 0,-1 0 0 0 0,1-1 0 0 0,0 1 0 0 0,0 0 0 0 0,0-1 0 0 0,0 1 0 0 0,0 0 0 0 0,0-1 0 0 0,0 1 0 0 0,0 0 0 0 0,0-1 0 0 0,0 1 0 0 0,0 0 0 0 0,0-1 0 0 0,0 1 0 0 0,0 0 0 0 0,1 0 0 0 0,-1-1 0 0 0,0 1 0 0 0,0 0-1 0 0,0-1 1 0 0,0 1 0 0 0,0 0 0 0 0,1 0 0 0 0,-1-1 0 0 0,0 1 0 0 0,0 0 0 0 0,1 0 0 0 0,-1-1 0 0 0,0 1 0 0 0,0 0 0 0 0,1 0 0 0 0,-1 0 0 0 0,0 0 0 0 0,0-1 0 0 0,1 1 0 0 0,-1 0 0 0 0,0 0 0 0 0,1 0 0 0 0,-1 0 0 0 0,0 0 0 0 0,1 0 0 0 0,-1 0 0 0 0,1 0 0 0 0,17-1 346 0 0,-16 1-181 0 0,-1 21 159 0 0,-3 79-311 0 0,0-30 57 0 0,12 123 0 0 0,-9-185-2 0 0,1 1 0 0 0,0-1-1 0 0,0 0 1 0 0,1 0 0 0 0,6 15 0 0 0,-8-23-65 0 0,-1 1-1 0 0,0-1 1 0 0,0 1 0 0 0,0-1 0 0 0,0 1-1 0 0,0-1 1 0 0,0 1 0 0 0,0-1 0 0 0,0 1-1 0 0,0-1 1 0 0,0 1 0 0 0,-1-1 0 0 0,1 1-1 0 0,0-1 1 0 0,0 0 0 0 0,0 1 0 0 0,-1-1-1 0 0,1 1 1 0 0,0-1 0 0 0,0 1 0 0 0,-1-1-1 0 0,1 0 1 0 0,0 1 0 0 0,-1-1-1 0 0,1 0 1 0 0,0 1 0 0 0,-1-1 0 0 0,1 0-1 0 0,-1 1 1 0 0,1-1 0 0 0,-1 0 0 0 0,1 0-1 0 0,0 0 1 0 0,-1 1 0 0 0,1-1 0 0 0,-2 0-1 0 0,-22 8 21 0 0,17-6-18 0 0,-8 3 28 0 0,0-1-1 0 0,-31 4 1 0 0,-18 5-64 0 0,13-5 14 0 0,43-8 28 0 0,1 1-1 0 0,-1 0 1 0 0,0 0 0 0 0,0 1-1 0 0,1 0 1 0 0,-1 1-1 0 0,-14 6 1 0 0,-14 6-53 0 0,1 0-203 0 0,35-15 240 0 0,0 0 0 0 0,0 0 0 0 0,0 0-1 0 0,-1 0 1 0 0,1 1 0 0 0,0-1 0 0 0,0 0 0 0 0,0 0-1 0 0,0 1 1 0 0,-1-1 0 0 0,1 0 0 0 0,0 0 0 0 0,0 1-1 0 0,0-1 1 0 0,0 0 0 0 0,0 0 0 0 0,0 1 0 0 0,0-1 0 0 0,0 0-1 0 0,0 0 1 0 0,0 1 0 0 0,0-1 0 0 0,0 0 0 0 0,0 1-1 0 0,0-1 1 0 0,0 0 0 0 0,0 0 0 0 0,0 1 0 0 0,0-1-1 0 0,1 0 1 0 0,-1 0 0 0 0,0 1 0 0 0,0-1 0 0 0,0 0-1 0 0,0 0 1 0 0,0 0 0 0 0,1 1 0 0 0,-1-1 0 0 0,0 0 0 0 0,0 0-1 0 0,0 0 1 0 0,1 0 0 0 0,-1 1 0 0 0,0-1 0 0 0,0 0-1 0 0,1 0 1 0 0,-1 0 0 0 0,0 0 0 0 0,0 0 0 0 0,1 0-1 0 0,-1 1 1 0 0,18 8-42 0 0,-15-8 48 0 0,14 6-6 0 0,0 0 0 0 0,0-2-1 0 0,0 0 1 0 0,0-1 0 0 0,33 4 0 0 0,93-3-59 0 0,-98-5 65 0 0,87 10 0 0 0,-116-8-2 0 0,-11-2 25 0 0,0 0 0 0 0,-1 1 0 0 0,1-1 1 0 0,0 1-1 0 0,-1 0 0 0 0,1 1 0 0 0,-1-1 1 0 0,1 1-1 0 0,-1 0 0 0 0,6 3 0 0 0,-10-5-13 0 0,2 3 61 0 0,-9 3-61 0 0,-16 6 2 0 0,1-1 0 0 0,-2-1 0 0 0,-42 12 1 0 0,-79 12 7 0 0,20-6-13 0 0,101-18-175 0 0,24-10 162 0 0,-1 0 0 0 0,1 0 1 0 0,-1 1-1 0 0,1-1 0 0 0,0 0 0 0 0,-1 0 1 0 0,1 0-1 0 0,0 0 0 0 0,-1 1 0 0 0,1-1 1 0 0,0 0-1 0 0,-1 0 0 0 0,1 0 0 0 0,0 1 1 0 0,-1-1-1 0 0,1 0 0 0 0,0 1 1 0 0,0-1-1 0 0,0 0 0 0 0,-1 1 0 0 0,1-1 1 0 0,0 0-1 0 0,0 1 0 0 0,0-1 0 0 0,0 0 1 0 0,-1 1-1 0 0,1-1 0 0 0,0 0 0 0 0,0 1 1 0 0,0-1-1 0 0,0 1 0 0 0,0-1 0 0 0,0 0 1 0 0,0 1-1 0 0,0-1 0 0 0,0 1 1 0 0,0-1-1 0 0,0 0 0 0 0,0 1 0 0 0,1-1 1 0 0,-1 0-1 0 0,0 1 0 0 0,0-1 0 0 0,0 0 1 0 0,0 1-1 0 0,1-1 0 0 0,-1 0 0 0 0,0 1 1 0 0,0-1-1 0 0,1 0 0 0 0,-1 1 1 0 0,0-1-1 0 0,1 0 0 0 0,-1 0 0 0 0,0 1 1 0 0,1-1-1 0 0,-1 0 0 0 0,0 0 0 0 0,1 0 1 0 0,-1 0-1 0 0,0 1 0 0 0,1-1 0 0 0,-1 0 1 0 0,0 0-1 0 0,1 0 0 0 0,-1 0 1 0 0,1 0-1 0 0,8 3 3 0 0,0 0 1 0 0,0-1-1 0 0,17 2 1 0 0,-18-3 3 0 0,1 0 0 0 0,-1 1-1 0 0,0-1 1 0 0,0 2 0 0 0,1-1 0 0 0,9 6-1 0 0,-10-4 0 0 0,1 0-1 0 0,0 0 0 0 0,0-1 0 0 0,0 0 0 0 0,0-1 0 0 0,1 0 0 0 0,14 1 0 0 0,6-2 6 0 0,32-2 1 0 0,-10 0 214 0 0,-54 2-223 0 0,1 0-1 0 0,0 0 1 0 0,-1 0 0 0 0,1 0-1 0 0,0 1 1 0 0,0-1 0 0 0,0 0-1 0 0,0 1 1 0 0,0-1 0 0 0,1 1-1 0 0,-1-1 1 0 0,-1 3-1 0 0,-9 31-29 0 0,-2-1 40 0 0,2 2-1 0 0,1-1 1 0 0,2 1-1 0 0,-5 49 1 0 0,13-76-7 0 0,0 2 4 0 0,-1-1 0 0 0,0 0 0 0 0,0 0 0 0 0,-1 0 0 0 0,0 0 0 0 0,-1 0 0 0 0,-5 14 0 0 0,2-12 29 0 0,2 0 0 0 0,0 0-1 0 0,1 0 1 0 0,0 0 0 0 0,0 1 0 0 0,1-1-1 0 0,1 1 1 0 0,0 0 0 0 0,2 20 0 0 0,1-4-937 0 0,2-1 1 0 0,1 0-1 0 0,10 33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147 31 3369 0 0,'-146'0'8594'0'0,"334"19"-8536"0"0,65 5 13 0 0,382-35-44 0 0,-478 2-65 0 0,507 4 89 0 0,9-1 545 0 0,37-8-313 0 0,-65-4-153 0 0,-201 8 118 0 0,-303 11 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2 221 10410 0 0,'-2'-1'977'0'0,"6"-3"-424"0"0,14-9-309 0 0,27-10-353 0 0,-13 11 154 0 0,1 2 0 0 0,0 1 0 0 0,1 1 0 0 0,64-5 1 0 0,-53 8-54 0 0,244-12 225 0 0,-80 9-152 0 0,52-19-28 0 0,-193 17-9 0 0,121-36 0 0 0,-179 43 113 0 0,0 0-1 0 0,0 0 0 0 0,0 1 1 0 0,0 1-1 0 0,13-1 285 0 0,-51 3 942 0 0,25 1-1362 0 0,1 0 1 0 0,-1 0-1 0 0,1 1 1 0 0,-1-1-1 0 0,1 0 1 0 0,0 1-1 0 0,0 0 0 0 0,0-1 1 0 0,0 1-1 0 0,0 0 1 0 0,1 0-1 0 0,-1 0 1 0 0,1 0-1 0 0,0 0 1 0 0,0 0-1 0 0,0 1 1 0 0,-1 3-1 0 0,0 7-3 0 0,0 0 0 0 0,-1 24 0 0 0,4-1 67 0 0,2 0 1 0 0,1 0-1 0 0,2-1 0 0 0,20 67 1 0 0,-25-98-76 0 0,3 16 58 0 0,-1-1-1 0 0,-1 1 0 0 0,0 0 1 0 0,-2 22-1 0 0,0-35-30 0 0,0-6-16 0 0,0-1 0 0 0,-1 1 1 0 0,1-1-1 0 0,0 1 0 0 0,-1-1 0 0 0,1 0 1 0 0,-1 1-1 0 0,0-1 0 0 0,1 0 0 0 0,-1 1 1 0 0,0-1-1 0 0,0 0 0 0 0,-1 2 0 0 0,1-2-256 0 0,0 0 1 0 0,0 0-1 0 0,0 1 0 0 0,0-1 0 0 0,1 1 0 0 0,-1-1 0 0 0,0 0 1 0 0,1 1-1 0 0,-1 0 0 0 0,1-1 0 0 0,-1 1 0 0 0,1-1 0 0 0,-1 3 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50 2537 0 0,'-95'1'8957'0'0,"102"-4"-8556"0"0,46-9-146 0 0,1 2 0 0 0,1 2 0 0 0,59 0 0 0 0,150 4 1947 0 0,-26 0-1576 0 0,-77 3-1610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1 7754 0 0,'-2'0'3732'0'0,"-5"3"-3934"0"0,10-2 223 0 0,0 1 1 0 0,0-1-1 0 0,1 1 1 0 0,-1-1-1 0 0,0 0 1 0 0,1-1-1 0 0,-1 1 1 0 0,1 0-1 0 0,-1-1 1 0 0,1 0-1 0 0,6 0 1 0 0,5 1 105 0 0,52 3 468 0 0,69-5 0 0 0,-5-1-50 0 0,-2 9-523 0 0,-74-1-2623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0 11114 0 0,'0'0'690'0'0,"-2"19"929"0"0,-6 64-1363 0 0,4 1 0 0 0,10 122 0 0 0,11-22 832 0 0,-15-165-1667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57 5769 0 0,'-6'0'4310'0'0,"-18"0"-2873"0"0,1103-38-412 0 0,-636 19-655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455 183 9714 0 0,'0'0'352'0'0,"-6"-9"1259"0"0,-4-19-1326 0 0,-11-30 48 0 0,19 54-245 0 0,0-1-1 0 0,-1 1 1 0 0,1-1 0 0 0,-1 1 0 0 0,0 0-1 0 0,-1 0 1 0 0,1 0 0 0 0,-1 0-1 0 0,-4-4 1 0 0,-38-13 579 0 0,40 18-655 0 0,1 0 0 0 0,-1 0 0 0 0,0 1 0 0 0,0 0 0 0 0,0 0 0 0 0,0 0 0 0 0,0 1 0 0 0,0 0-1 0 0,-1 0 1 0 0,1 1 0 0 0,0-1 0 0 0,-1 1 0 0 0,1 1 0 0 0,0-1 0 0 0,-1 1 0 0 0,1 0 0 0 0,0 1 0 0 0,0-1 0 0 0,0 1 0 0 0,0 0 0 0 0,0 1 0 0 0,0-1 0 0 0,-10 8 0 0 0,1-2-5 0 0,10-6-4 0 0,0 0 1 0 0,1 1-1 0 0,0-1 0 0 0,-1 1 0 0 0,1 0 1 0 0,0 0-1 0 0,0 1 0 0 0,1-1 0 0 0,-7 8 1 0 0,-3 11-19 0 0,0 1 0 0 0,2 1 0 0 0,1-1 0 0 0,1 1 0 0 0,1 1 1 0 0,-7 35-1 0 0,12-44 3 0 0,1-7 2 0 0,0 1 0 0 0,0-1 0 0 0,-1 0 0 0 0,-6 15 0 0 0,5-16 4 0 0,1 1 0 0 0,0-1 0 0 0,1 1 0 0 0,0-1 0 0 0,0 1 0 0 0,1 0 0 0 0,0 0 0 0 0,0 0 0 0 0,1 0-1 0 0,2 16 1 0 0,-2-20 21 0 0,1 0-1 0 0,0 0 0 0 0,0 0 0 0 0,0 0 1 0 0,1 0-1 0 0,0 0 0 0 0,-1 0 1 0 0,2-1-1 0 0,-1 1 0 0 0,0-1 0 0 0,1 1 1 0 0,0-1-1 0 0,0 0 0 0 0,0 0 1 0 0,1 0-1 0 0,-1-1 0 0 0,1 1 0 0 0,0-1 1 0 0,8 6-1 0 0,1-3-10 0 0,-1-1 1 0 0,2 0-1 0 0,-1 0 0 0 0,0-2 1 0 0,1 1-1 0 0,0-2 0 0 0,15 2 1 0 0,-22-3-18 0 0,1 0 0 0 0,-1 1 0 0 0,0 0 0 0 0,0 1 1 0 0,10 4-1 0 0,-10-4-40 0 0,1 0 1 0 0,0 0-1 0 0,0-1 0 0 0,10 2 1 0 0,37-2-1837 0 0,-30-3-1102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83 53 4361 0 0,'-8'0'776'0'0,"1"0"-1"0"0,-1 0 1 0 0,1-1 0 0 0,-1-1 0 0 0,1 1-1 0 0,-1-1 1 0 0,1 0 0 0 0,-8-4-1 0 0,14 6-743 0 0,1 0 0 0 0,-1 0-1 0 0,1-1 1 0 0,0 1-1 0 0,-1 0 1 0 0,1 0-1 0 0,0-1 1 0 0,-1 1 0 0 0,1 0-1 0 0,0 0 1 0 0,-1-1-1 0 0,1 1 1 0 0,0-1-1 0 0,-1 1 1 0 0,1 0 0 0 0,0-1-1 0 0,0 1 1 0 0,0 0-1 0 0,-1-1 1 0 0,1 1 0 0 0,0-1-1 0 0,0 1 1 0 0,0-1-1 0 0,0 1 1 0 0,0-1-1 0 0,0 1 1 0 0,0 0 0 0 0,0-1-1 0 0,0 1 1 0 0,0-1-1 0 0,0 1 1 0 0,0-1-1 0 0,0 0 1 0 0,13-10 668 0 0,22 0-274 0 0,-28 10-395 0 0,0 0-1 0 0,0 0 1 0 0,0 0 0 0 0,0 1 0 0 0,0 0 0 0 0,0 1 0 0 0,0 0 0 0 0,0 0 0 0 0,0 0 0 0 0,-1 1 0 0 0,1 0 0 0 0,0 0 0 0 0,8 4 0 0 0,-10-3-17 0 0,-2-2-4 0 0,-1 1 0 0 0,1-1 0 0 0,0 1 0 0 0,-1-1 1 0 0,1 1-1 0 0,-1 0 0 0 0,1 0 0 0 0,-1 0 0 0 0,0 0 0 0 0,0 0 0 0 0,0 1 1 0 0,0-1-1 0 0,0 1 0 0 0,0-1 0 0 0,-1 1 0 0 0,1 0 0 0 0,-1 0 1 0 0,1 3-1 0 0,9 23 24 0 0,-5-16 14 0 0,-2-1 1 0 0,1 1 0 0 0,3 22-1 0 0,-8-30-30 0 0,1 1 0 0 0,-1-1 0 0 0,0 1 0 0 0,-1 0 0 0 0,1-1 0 0 0,-1 1 0 0 0,0 0 0 0 0,-1-1 0 0 0,1 0 0 0 0,-1 1 0 0 0,0-1 0 0 0,-3 6 0 0 0,-2 4 20 0 0,5-11-22 0 0,0 1-1 0 0,0-1 1 0 0,0 0-1 0 0,0-1 0 0 0,-1 1 1 0 0,1 0-1 0 0,-1-1 1 0 0,0 1-1 0 0,-5 3 1 0 0,-84 64 566 0 0,86-67-544 0 0,-9 9 361 0 0,16-7-173 0 0,12-1-77 0 0,19 0 32 0 0,-1-1 0 0 0,1-1 0 0 0,55-4 0 0 0,21 2-12 0 0,-78-1-105 0 0,-16 0-2962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168 1 6273 0 0,'0'0'410'0'0,"-28"0"4343"0"0,27 0-4698 0 0,0 0 0 0 0,0 0-1 0 0,0 0 1 0 0,-1 0 0 0 0,1 0 0 0 0,0 0 0 0 0,0 1 0 0 0,0-1 0 0 0,0 0 0 0 0,0 1 0 0 0,0-1 0 0 0,0 1 0 0 0,0-1-1 0 0,0 1 1 0 0,1-1 0 0 0,-1 1 0 0 0,0 0 0 0 0,0 0 0 0 0,0-1 0 0 0,1 1 0 0 0,-1 0 0 0 0,0 0 0 0 0,1 0-1 0 0,-1 0 1 0 0,1 0 0 0 0,-1 0 0 0 0,1 0 0 0 0,-1 0 0 0 0,0 1 0 0 0,0 4-73 0 0,0 0 0 0 0,0-1 0 0 0,0 1 0 0 0,1 10 0 0 0,-1 3 138 0 0,-9 153-93 0 0,7-98-33 0 0,-2 0-1 0 0,-18 80 1 0 0,23-151 7 0 0,-25 133-6 0 0,23-127 6 0 0,0-1-1 0 0,0 1 1 0 0,-1 0-1 0 0,0-1 0 0 0,-6 13 1 0 0,5-14-396 0 0,1 0 1 0 0,0 0 0 0 0,0 1 0 0 0,1-1 0 0 0,0 1 0 0 0,0 0 0 0 0,1 0 0 0 0,-1 8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39 183 8962 0 0,'-1'0'68'0'0,"1"0"0"0"0,-1-1-1 0 0,0 1 1 0 0,1 0 0 0 0,-1 0 0 0 0,1 0 0 0 0,-1-1 0 0 0,1 1-1 0 0,-1 0 1 0 0,0-1 0 0 0,1 1 0 0 0,0-1 0 0 0,-1 1 0 0 0,1-1 0 0 0,-1 1-1 0 0,1 0 1 0 0,-1-1 0 0 0,1 0 0 0 0,0 1 0 0 0,-1-1 0 0 0,1 1-1 0 0,0-1 1 0 0,0 1 0 0 0,-1-1 0 0 0,1 0 0 0 0,0 1 0 0 0,0-1-1 0 0,0 1 1 0 0,0-1 0 0 0,0 0 0 0 0,0 1 0 0 0,0-1 0 0 0,0 0-1 0 0,0 1 1 0 0,0-1 0 0 0,0 1 0 0 0,0-1 0 0 0,0 0 0 0 0,1 1 0 0 0,-1-2-1 0 0,8-25 506 0 0,-6 22-488 0 0,1 0 0 0 0,-1 0-1 0 0,1 0 1 0 0,0 1 0 0 0,1-1 0 0 0,-1 1-1 0 0,1 0 1 0 0,0 0 0 0 0,0 0 0 0 0,0 0-1 0 0,1 1 1 0 0,-1 0 0 0 0,9-5 0 0 0,3-1 67 0 0,0 2 1 0 0,1 0 0 0 0,18-5 0 0 0,-16 7-146 0 0,-13 4 0 0 0,-1-1 0 0 0,1 1 0 0 0,-1-1 1 0 0,0 0-1 0 0,5-3 0 0 0,-4 2 13 0 0,-1 0 0 0 0,1 1-1 0 0,0-1 1 0 0,0 2-1 0 0,0-1 1 0 0,6-1 0 0 0,-10 3-8 0 0,1-1 1 0 0,-1 1 0 0 0,1 0 0 0 0,0 0 0 0 0,-1 0 0 0 0,1 0-1 0 0,-1 0 1 0 0,1 0 0 0 0,-1 1 0 0 0,1-1 0 0 0,-1 1 0 0 0,1 0-1 0 0,-1 0 1 0 0,0 0 0 0 0,1 0 0 0 0,-1 0 0 0 0,3 2-1 0 0,-3 0 4 0 0,0-1 0 0 0,0 1-1 0 0,0 0 1 0 0,0 0 0 0 0,-1 1-1 0 0,3 5 1 0 0,2 4 41 0 0,-3-6-35 0 0,0 0 0 0 0,-1 0 0 0 0,1 0 0 0 0,-1 1 0 0 0,-1 0 0 0 0,0-1 0 0 0,0 1 1 0 0,0 0-1 0 0,-1-1 0 0 0,0 1 0 0 0,-1 0 0 0 0,1-1 0 0 0,-2 1 0 0 0,-2 11 0 0 0,-2 6-1 0 0,-2-1 1 0 0,0-1-1 0 0,-14 27 0 0 0,9-15 4 0 0,11-27-24 0 0,-1 0 1 0 0,0-1-1 0 0,0 1 1 0 0,0-1-1 0 0,-6 8 1 0 0,-80 106 62 0 0,-27 39 8 0 0,107-147-76 0 0,1 1 0 0 0,0 0 0 0 0,1 0 0 0 0,1 0 0 0 0,0 1 1 0 0,1 0-1 0 0,-6 28 0 0 0,7-32-4 0 0,-4 10-12 0 0,8-20 21 0 0,0-1 0 0 0,-1 1 0 0 0,1-1 0 0 0,0 1 0 0 0,0-1 0 0 0,0 1 0 0 0,0-1 0 0 0,0 1 0 0 0,0 0 0 0 0,0-1 0 0 0,0 1 0 0 0,0-1 0 0 0,0 1 0 0 0,0-1 0 0 0,0 1 0 0 0,0-1 0 0 0,0 1 0 0 0,0-1 0 0 0,1 1 0 0 0,-1-1 0 0 0,0 1 0 0 0,0-1 0 0 0,1 1 0 0 0,-1-1 0 0 0,0 1 0 0 0,1-1 0 0 0,-1 0 0 0 0,1 1 0 0 0,3 1-2 0 0,0-1 0 0 0,0 0 0 0 0,0 0-1 0 0,0-1 1 0 0,0 1 0 0 0,0-1 0 0 0,0 0 0 0 0,0 0-1 0 0,0 0 1 0 0,1 0 0 0 0,3-2 0 0 0,44-11-10 0 0,-32 6 21 0 0,0-2-1 0 0,-1 0 1 0 0,-1-1-1 0 0,34-24 1 0 0,-47 30 3 0 0,-1 0-1 0 0,0 0 1 0 0,1 0 0 0 0,-2-1-1 0 0,1 1 1 0 0,0-1 0 0 0,-1 0 0 0 0,0 0-1 0 0,0 0 1 0 0,0-1 0 0 0,-1 1-1 0 0,0-1 1 0 0,0 1 0 0 0,1-8 0 0 0,-1 7 3 0 0,-1 0 0 0 0,1 0 0 0 0,0 1 0 0 0,4-11 0 0 0,-4 12-1 0 0,1 0-1 0 0,-2-1 1 0 0,1 1 0 0 0,-1-1 0 0 0,1 0 0 0 0,-1 1-1 0 0,-1-1 1 0 0,1 0 0 0 0,0-6 0 0 0,-3-2 40 0 0,0 0 0 0 0,-1 1 0 0 0,0-1-1 0 0,-1 1 1 0 0,-1 0 0 0 0,0 0 0 0 0,0 0 0 0 0,-1 0 0 0 0,-14-20 0 0 0,9 15 6 0 0,10 13-53 0 0,-1 0 0 0 0,0 1 0 0 0,0 0 0 0 0,-1-1 0 0 0,1 1 0 0 0,-1 0 0 0 0,0 0 0 0 0,1 0-1 0 0,-1 1 1 0 0,0-1 0 0 0,-6-3 0 0 0,-45-18 10 0 0,29 14-307 0 0,7 0-789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132 31 9258 0 0,'-1'0'119'0'0,"0"-1"1"0"0,0 1-1 0 0,0-1 1 0 0,1 0-1 0 0,-1 1 0 0 0,0-1 1 0 0,0 0-1 0 0,0 0 1 0 0,0 1-1 0 0,1-1 1 0 0,-1 0-1 0 0,0 0 0 0 0,1 0 1 0 0,-1 0-1 0 0,1 0 1 0 0,-1-1-1 0 0,0 1-72 0 0,1 0 0 0 0,0 0 0 0 0,0 0 0 0 0,-1 0 0 0 0,1 1 0 0 0,-1-1 1 0 0,1 0-1 0 0,0 0 0 0 0,-1 1 0 0 0,0-1 0 0 0,1 0 0 0 0,-1 1 0 0 0,1-1 0 0 0,-1 1 0 0 0,0-1 0 0 0,1 1 0 0 0,-1-1 0 0 0,0 1 1 0 0,0-1-1 0 0,1 1 0 0 0,-1-1 0 0 0,0 1 0 0 0,0 0 0 0 0,0 0 0 0 0,1-1 0 0 0,-1 1 0 0 0,0 0 0 0 0,-1 0 0 0 0,1 1-18 0 0,0 0 0 0 0,1-1 0 0 0,-1 1 0 0 0,0 0 0 0 0,0 0 0 0 0,1 0 0 0 0,-1 0 0 0 0,1 0-1 0 0,-1 0 1 0 0,1 0 0 0 0,-1 1 0 0 0,1-1 0 0 0,0 0 0 0 0,-1 0 0 0 0,1 2 0 0 0,-2 3 46 0 0,-7 26 51 0 0,2 0 0 0 0,1 0 1 0 0,-3 48-1 0 0,3-27-99 0 0,-43 243 213 0 0,48-291-514 0 0,-1 22 321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189 4 11658 0 0,'-13'-3'1968'0'0,"13"3"-1964"0"0,-1 0 0 0 0,0 0 0 0 0,1 0 0 0 0,-1-1-1 0 0,0 1 1 0 0,1 0 0 0 0,-1 0 0 0 0,0 0 0 0 0,1 0 0 0 0,-1 0 0 0 0,0 0 0 0 0,1 0-1 0 0,-1 0 1 0 0,0 0 0 0 0,0 1 0 0 0,1-1 0 0 0,-1 0 0 0 0,1 0 0 0 0,-1 1 0 0 0,0-1-1 0 0,1 0 1 0 0,-1 1 0 0 0,0-1 0 0 0,1 0 0 0 0,-1 1 0 0 0,1-1 0 0 0,-1 1 0 0 0,1-1-1 0 0,-1 1 1 0 0,1-1 0 0 0,0 1 0 0 0,-1-1 0 0 0,1 1 0 0 0,0 0 0 0 0,-1 0 0 0 0,-22 28 28 0 0,0-2-5 0 0,2 0 0 0 0,1 2 0 0 0,-20 37 0 0 0,33-52 30 0 0,3-7-78 0 0,0 0 1 0 0,1 1-1 0 0,-4 12 0 0 0,6-17 79 0 0,1 0 0 0 0,-1 0 0 0 0,1 0 0 0 0,0 0 0 0 0,0 0 0 0 0,0 0 0 0 0,0 0 0 0 0,0 0 0 0 0,1 0-1 0 0,-1 0 1 0 0,1 0 0 0 0,0 0 0 0 0,2 4 0 0 0,-2-6-38 0 0,1 1-1 0 0,0-1 1 0 0,-1 0 0 0 0,1 0-1 0 0,0 0 1 0 0,0 0 0 0 0,0 0-1 0 0,0 0 1 0 0,0-1 0 0 0,0 1-1 0 0,0-1 1 0 0,0 1-1 0 0,0-1 1 0 0,0 0 0 0 0,4 0-1 0 0,19 6 41 0 0,-11 1-72 0 0,0-1 1 0 0,1-1 0 0 0,0 0 0 0 0,0-1 0 0 0,0 0 0 0 0,1-1-1 0 0,16 0 1 0 0,8-3-2100 0 0,79-12 0 0 0,-91 8-288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247 66 5169 0 0,'-31'-15'4690'0'0,"30"15"-4646"0"0,1 0 0 0 0,-1-1 0 0 0,1 1 0 0 0,-1 0-1 0 0,1 0 1 0 0,-1-1 0 0 0,1 1 0 0 0,-1 0 0 0 0,1 0-1 0 0,-1-1 1 0 0,1 1 0 0 0,0-1 0 0 0,-1 1 0 0 0,1 0-1 0 0,-1-1 1 0 0,1 1 0 0 0,0-1 0 0 0,-1 1 0 0 0,1-1-1 0 0,0 1 1 0 0,0-1 0 0 0,0 1 0 0 0,-1-1 0 0 0,1 1-1 0 0,0-1 1 0 0,0 0 0 0 0,0 1 0 0 0,0-1 0 0 0,0 0-1 0 0,0 0 11 0 0,1 0-1 0 0,-1 0 0 0 0,1 0 0 0 0,-1 0 1 0 0,1 0-1 0 0,0 0 0 0 0,-1 0 1 0 0,1 0-1 0 0,0 1 0 0 0,0-1 0 0 0,-1 0 1 0 0,1 1-1 0 0,0-1 0 0 0,1 0 1 0 0,34-16 377 0 0,-30 15-409 0 0,0 0 0 0 0,0 1 0 0 0,0 0 0 0 0,1 0-1 0 0,-1 0 1 0 0,0 1 0 0 0,1 0 0 0 0,-1 0 0 0 0,0 1 0 0 0,0 0 0 0 0,0 0 0 0 0,1 0 0 0 0,-1 0 0 0 0,0 1-1 0 0,0 0 1 0 0,-1 1 0 0 0,1-1 0 0 0,10 7 0 0 0,-12-6-18 0 0,-1 0-1 0 0,0 0 1 0 0,0 0-1 0 0,-1 0 1 0 0,1 0-1 0 0,-1 1 1 0 0,1-1-1 0 0,-1 1 0 0 0,0-1 1 0 0,-1 1-1 0 0,1 0 1 0 0,0 0-1 0 0,1 7 1 0 0,1 5-4 0 0,-1 0 0 0 0,2 19 0 0 0,-3-4 15 0 0,-1-19 1 0 0,0 0 0 0 0,4 21 0 0 0,1-9 22 0 0,-3-16-22 0 0,0 0 1 0 0,-1 0-1 0 0,0 0 1 0 0,-1 0-1 0 0,0 0 1 0 0,0 0-1 0 0,-1 0 0 0 0,0 1 1 0 0,0-1-1 0 0,-1 0 1 0 0,0 0-1 0 0,0 1 1 0 0,-4 9-1 0 0,2-7 7 0 0,-2 0 1 0 0,1-1-1 0 0,-2 0 1 0 0,1 0-1 0 0,-1 0 0 0 0,-1-1 1 0 0,0 0-1 0 0,0 0 0 0 0,-1 0 1 0 0,0-1-1 0 0,-14 11 0 0 0,-90 58 294 0 0,97-69-151 0 0,0 0 0 0 0,0-1 0 0 0,0-1 0 0 0,-1 0 0 0 0,0-1 0 0 0,-17 3 0 0 0,2 5 192 0 0,-2 1-64 0 0,31-13-279 0 0,1-1 1 0 0,-1 0-1 0 0,1 0 1 0 0,-1 1 0 0 0,1-1-1 0 0,-1 0 1 0 0,0 0 0 0 0,1-1-1 0 0,-1 1 1 0 0,1 0 0 0 0,-1 0-1 0 0,1-1 1 0 0,-1 1 0 0 0,1-1-1 0 0,-1 1 1 0 0,1-1-1 0 0,-1 0 1 0 0,1 0 0 0 0,-2 0-1 0 0,1-1-15 0 0,0-1-1 0 0,0 1 0 0 0,0 0 0 0 0,0 0 0 0 0,0-1 0 0 0,0 1 1 0 0,1-1-1 0 0,-1 0 0 0 0,1 1 0 0 0,0-1 0 0 0,-1 0 0 0 0,2 0 1 0 0,-1 0-1 0 0,0 0 0 0 0,0 0 0 0 0,1 0 0 0 0,0 0 0 0 0,-1 0 1 0 0,1 0-1 0 0,1-3 0 0 0,-1 0-15 0 0,1 0 0 0 0,-1 0 0 0 0,1 0-1 0 0,1 1 1 0 0,-1-1 0 0 0,1 0 0 0 0,0 1 0 0 0,1-1 0 0 0,2-5 0 0 0,0 7 8 0 0,0 0 0 0 0,0 1 0 0 0,0 0 1 0 0,0 0-1 0 0,1 0 0 0 0,-1 0 0 0 0,12-3 1 0 0,-17 6 6 0 0,7-2-1 0 0,-1 0 1 0 0,1 0-1 0 0,0 1 0 0 0,-1 0 1 0 0,1 1-1 0 0,0 0 1 0 0,-1 0-1 0 0,1 0 0 0 0,0 0 1 0 0,-1 1-1 0 0,1 1 0 0 0,0-1 1 0 0,-1 1-1 0 0,0 0 1 0 0,11 4-1 0 0,6 5 31 0 0,0 1 1 0 0,34 24-1 0 0,-54-34-23 0 0,65 33 71 0 0,-51-23-245 0 0,-1 0-1 0 0,1-2 0 0 0,1 0 0 0 0,0-1 0 0 0,0 0 0 0 0,1-2 0 0 0,36 10 0 0 0,-50-16-154 0 0,0 0-1 0 0,-1 1 0 0 0,1-1 1 0 0,-1 1-1 0 0,1 0 0 0 0,7 4 1 0 0,7 3-1470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0 12651 0 0,'-17'2'480'0'0,"15"3"-480"0"0,0-1 1 0 0,0 1-1 0 0,1 0 1 0 0,0 0 0 0 0,0 0-1 0 0,0 0 1 0 0,1 8-1 0 0,-3 8 18 0 0,-35 306 45 0 0,18-128-124 0 0,18-187-304 0 0,1-1 0 0 0,0 1 0 0 0,0 0 0 0 0,2 0 0 0 0,-1 0 0 0 0,2 0 0 0 0,3 17 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405 0 9994 0 0,'-10'0'3239'0'0,"2"0"-3202"0"0,0 1 0 0 0,0 0 0 0 0,0 1 0 0 0,0-1 0 0 0,1 1 0 0 0,-1 1 0 0 0,1-1 0 0 0,0 1 0 0 0,-1 1 0 0 0,-12 8 0 0 0,-2 3-13 0 0,-38 35 1 0 0,31-25 1 0 0,0 0 5 0 0,5-6 28 0 0,1 0 0 0 0,1 2 0 0 0,-25 31 0 0 0,40-43 21 0 0,1 0 0 0 0,0 1 1 0 0,-9 19-1 0 0,13-26-60 0 0,1 0 0 0 0,0-1 1 0 0,0 1-1 0 0,1 0 0 0 0,-1 0 0 0 0,0 0 0 0 0,1 0 0 0 0,0 0 0 0 0,0 0 0 0 0,0 0 1 0 0,0 0-1 0 0,0 0 0 0 0,0 0 0 0 0,1-1 0 0 0,-1 1 0 0 0,1 0 0 0 0,0 0 1 0 0,0 0-1 0 0,2 4 0 0 0,-1-4 24 0 0,1-1 0 0 0,-1 1 0 0 0,0-1 0 0 0,1 0 0 0 0,0 0 1 0 0,-1 1-1 0 0,1-2 0 0 0,0 1 0 0 0,0 0 0 0 0,6 2 0 0 0,39 13 252 0 0,-29-11-204 0 0,5 3 5 0 0,18 7 71 0 0,1-2 0 0 0,0-2 0 0 0,85 12-1 0 0,-124-23-277 0 0,0 0 0 0 0,0 0-1 0 0,0 0 1 0 0,0 0-1 0 0,-1 1 1 0 0,1-1-1 0 0,6 4 1 0 0,20 8-2354 0 0,-15-11-70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72 437 120 0 0,'-27'5'7424'0'0,"24"-4"-6974"0"0,0 0-1 0 0,-1 0 0 0 0,0 0 1 0 0,1 0-1 0 0,-1 0 0 0 0,1-1 1 0 0,-1 0-1 0 0,0 0 1 0 0,-3 0-1 0 0,2 0 58 0 0,28-16-120 0 0,38-21-181 0 0,122-52 0 0 0,-42 23-43 0 0,231-109-20 0 0,-262 131-58 0 0,-98 38-61 0 0,-8 4 31 0 0,-1 0 0 0 0,1 0 0 0 0,0 0 0 0 0,-1 1 0 0 0,1-1-1 0 0,0 1 1 0 0,0 0 0 0 0,0 1 0 0 0,0-1 0 0 0,0 0 0 0 0,4 1 0 0 0,-7 0-62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373 261 4033 0 0,'-2'-27'1480'0'0,"1"17"-1035"0"0,0 0 0 0 0,-1 1-1 0 0,0-1 1 0 0,0 0 0 0 0,-1 0-1 0 0,-1 1 1 0 0,-8-18 0 0 0,5 12 226 0 0,1 1 0 0 0,-5-18 0 0 0,11 27-563 0 0,-1 0 1 0 0,1 0 0 0 0,0 0 0 0 0,0 0-1 0 0,1-8 1 0 0,-1 8 28 0 0,1 0 0 0 0,-1 0 0 0 0,0 0 0 0 0,0 0 1 0 0,-2-8-1 0 0,2 13-131 0 0,0 0 1 0 0,0 0 0 0 0,0 0 0 0 0,-1 0-1 0 0,1 0 1 0 0,0 0 0 0 0,0-1 0 0 0,0 1-1 0 0,0 0 1 0 0,0 0 0 0 0,-1 0 0 0 0,1 0-1 0 0,0 0 1 0 0,0 0 0 0 0,0 0 0 0 0,0 0 0 0 0,-1 0-1 0 0,1 0 1 0 0,0 0 0 0 0,0 0 0 0 0,0 0-1 0 0,0 0 1 0 0,-1 0 0 0 0,1 0 0 0 0,0 0-1 0 0,0 0 1 0 0,0 0 0 0 0,0 0 0 0 0,0 0-1 0 0,-1 0 1 0 0,1 0 0 0 0,0 0 0 0 0,0 1-1 0 0,0-1 1 0 0,0 0 0 0 0,0 0 0 0 0,0 0-1 0 0,-1 0 1 0 0,1 0 0 0 0,0 0 0 0 0,0 0-1 0 0,0 1 1 0 0,0-1 0 0 0,0 0 0 0 0,0 0-1 0 0,0 0 1 0 0,0 0 0 0 0,0 0 0 0 0,0 1-1 0 0,-1-1 1 0 0,1 0 0 0 0,-7 10 86 0 0,-4 13-92 0 0,0 1 1 0 0,2 0-1 0 0,1 1 1 0 0,1 0-1 0 0,-4 27 0 0 0,-14 137-54 0 0,18-117 90 0 0,4-31-1 0 0,5 78 1 0 0,0-85-13 0 0,-2 130 839 0 0,0-164-859 0 0,0 0 1 0 0,0 1-1 0 0,-1-1 1 0 0,1 1-1 0 0,0-1 1 0 0,-1 0-1 0 0,1 1 1 0 0,-1-1-1 0 0,1 0 1 0 0,0 1-1 0 0,-1-1 1 0 0,1 0-1 0 0,-1 0 1 0 0,1 1-1 0 0,-1-1 1 0 0,1 0-1 0 0,-1 0 1 0 0,1 0-1 0 0,-1 0 1 0 0,1 0-1 0 0,-1 1 1 0 0,1-1-1 0 0,-1 0 1 0 0,0 0-1 0 0,-18 1-1 0 0,12 0-2 0 0,-24 5 100 0 0,1 1 0 0 0,-37 14-1 0 0,60-19-73 0 0,4-1-29 0 0,1 0 0 0 0,-1 0 1 0 0,1 1-1 0 0,-1-1 0 0 0,1 0 0 0 0,0 1 0 0 0,0-1 0 0 0,-1 1 0 0 0,1 0 0 0 0,0 0 0 0 0,0 0 0 0 0,1 0 0 0 0,-1 0 0 0 0,0 0 0 0 0,1 0 0 0 0,-1 1 0 0 0,1-1 0 0 0,0 0 0 0 0,-1 1 0 0 0,1-1 0 0 0,1 1 0 0 0,-1 0 0 0 0,0-1 0 0 0,1 1 0 0 0,-1 0 0 0 0,1-1 0 0 0,0 1 0 0 0,-1 0 0 0 0,1 0 0 0 0,1-1 0 0 0,-1 1 0 0 0,0 0 1 0 0,1-1-1 0 0,-1 1 0 0 0,1 0 0 0 0,0-1 0 0 0,0 1 0 0 0,0-1 0 0 0,2 4 0 0 0,-1-4 8 0 0,0 0 0 0 0,0 0 1 0 0,0-1-1 0 0,0 1 1 0 0,1 0-1 0 0,-1-1 0 0 0,1 1 1 0 0,-1-1-1 0 0,1 0 0 0 0,0 0 1 0 0,-1 0-1 0 0,5 1 0 0 0,41 8 108 0 0,-28-7-77 0 0,38 3 86 0 0,-44-6-99 0 0,-1 1-1 0 0,1 1 1 0 0,19 5 0 0 0,3 6-14 0 0,-24-9-8 0 0,0 1 1 0 0,0-1 0 0 0,18 3 0 0 0,44-3 2 0 0,-57-4 32 0 0,1 1-1 0 0,-1 1 0 0 0,1 0 0 0 0,30 8 1 0 0,-48-10-32 0 0,1 1 1 0 0,0-1 0 0 0,-1 0 0 0 0,1 0 0 0 0,0 1 0 0 0,-1-1 0 0 0,1 0 0 0 0,0 1 0 0 0,-1-1 0 0 0,1 1 0 0 0,-1-1 0 0 0,1 1 0 0 0,-1-1 0 0 0,1 1 0 0 0,-1-1 0 0 0,0 1 0 0 0,1-1 0 0 0,-1 1 0 0 0,1 0 0 0 0,-1-1 0 0 0,0 1 0 0 0,0 0-1 0 0,1-1 1 0 0,-1 1 0 0 0,0 0 0 0 0,0-1 0 0 0,0 1 0 0 0,0 0 0 0 0,0 0 0 0 0,0-1 0 0 0,0 1 0 0 0,0 0 0 0 0,0-1 0 0 0,0 1 0 0 0,0 0 0 0 0,0-1 0 0 0,-1 1 0 0 0,1 0 0 0 0,0-1 0 0 0,-1 1 0 0 0,1 0 0 0 0,0-1 0 0 0,-1 1 0 0 0,1 0 0 0 0,-1 0-1 0 0,-1 2 3 0 0,0 0 0 0 0,0 0 0 0 0,0 0 0 0 0,-1-1-1 0 0,1 1 1 0 0,-1 0 0 0 0,-5 3 0 0 0,-9 3 18 0 0,-1 0 1 0 0,-1-2 0 0 0,1 0 0 0 0,-1-1 0 0 0,-38 7 0 0 0,-4-3 41 0 0,27-5-67 0 0,1 1 0 0 0,-55 18 0 0 0,84-22-4 0 0,1 0 1 0 0,-1 0 0 0 0,1 0 0 0 0,0 1-1 0 0,0-1 1 0 0,-1 1 0 0 0,2-1 0 0 0,-1 1-1 0 0,0 0 1 0 0,-4 6 0 0 0,6-7-6 0 0,0-1 1 0 0,-1 1 0 0 0,1 0-1 0 0,0 0 1 0 0,0-1-1 0 0,1 1 1 0 0,-1 0 0 0 0,0 0-1 0 0,1 0 1 0 0,-1 0 0 0 0,1 0-1 0 0,-1 0 1 0 0,1 0-1 0 0,0 0 1 0 0,0 0 0 0 0,0 0-1 0 0,0 0 1 0 0,0 0-1 0 0,1 0 1 0 0,-1 0 0 0 0,0 0-1 0 0,2 3 1 0 0,-1-4 6 0 0,0 0 1 0 0,1 0-1 0 0,-1-1 0 0 0,0 1 0 0 0,1 0 1 0 0,-1 0-1 0 0,1-1 0 0 0,-1 1 1 0 0,1-1-1 0 0,-1 1 0 0 0,1-1 1 0 0,0 0-1 0 0,-1 0 0 0 0,1 0 0 0 0,-1 0 1 0 0,1 0-1 0 0,3 0 0 0 0,1 0 2 0 0,4 2 5 0 0,-1 0 1 0 0,0 1-1 0 0,0 0 1 0 0,14 6 0 0 0,23 7-11 0 0,-17-11 88 0 0,52 1 0 0 0,-60-6-72 0 0,0 1 0 0 0,0 1 0 0 0,0 1 0 0 0,-1 1 0 0 0,24 8 0 0 0,-42-11-1 0 0,0 0-1 0 0,0 0 1 0 0,0 0-1 0 0,-1 0 1 0 0,1 0-1 0 0,0 0 1 0 0,-1 0-1 0 0,1 1 1 0 0,-1-1-1 0 0,0 1 1 0 0,1-1-1 0 0,-1 1 1 0 0,0 0-1 0 0,0-1 1 0 0,0 1-1 0 0,0 0 1 0 0,0 0-1 0 0,0 0 1 0 0,-1-1-1 0 0,1 1 1 0 0,0 0-1 0 0,-1 0 1 0 0,0 0-1 0 0,1 3 1 0 0,-1-2-5 0 0,0-1 0 0 0,0 1-1 0 0,0 0 1 0 0,0 0 0 0 0,-1-1 0 0 0,1 1 0 0 0,-1 0 0 0 0,0-1-1 0 0,0 1 1 0 0,0 0 0 0 0,0-1 0 0 0,0 1 0 0 0,0-1 0 0 0,-1 0-1 0 0,1 1 1 0 0,-1-1 0 0 0,0 0 0 0 0,-2 3 0 0 0,-13 7 3 0 0,0-1 1 0 0,0 0 0 0 0,-1-1 0 0 0,0-1-1 0 0,-24 8 1 0 0,23-9-2 0 0,-145 57 0 0 0,146-53 10 0 0,19-12-19 0 0,-1 0 0 0 0,0 0 0 0 0,0 0 0 0 0,1 0 0 0 0,-1 0 0 0 0,0 0 0 0 0,1 0 0 0 0,-1 0 0 0 0,0 0 0 0 0,0 0-1 0 0,1 1 1 0 0,-1-1 0 0 0,0 0 0 0 0,0 0 0 0 0,1 0 0 0 0,-1 0 0 0 0,0 0 0 0 0,0 0 0 0 0,1 1 0 0 0,-1-1 0 0 0,0 0 0 0 0,0 0 0 0 0,1 0-1 0 0,-1 1 1 0 0,0-1 0 0 0,0 0 0 0 0,0 0 0 0 0,0 1 0 0 0,1-1 0 0 0,-1 0 0 0 0,0 0 0 0 0,0 1 0 0 0,0-1 0 0 0,0 0 0 0 0,0 0 0 0 0,0 1 0 0 0,0-1-1 0 0,0 0 1 0 0,0 1 0 0 0,0-1 0 0 0,0 0 0 0 0,0 0 0 0 0,0 1 0 0 0,0-1 0 0 0,0 0 0 0 0,0 1 0 0 0,0-1 0 0 0,0 0 0 0 0,0 0 0 0 0,0 1-1 0 0,0-1 1 0 0,-1 0 0 0 0,1 0 0 0 0,0 1 0 0 0,0-1 0 0 0,0 0 0 0 0,0 0 0 0 0,-1 1 0 0 0,1-1 0 0 0,0 0 0 0 0,0 0 0 0 0,0 0 0 0 0,-1 0 0 0 0,1 1-1 0 0,0-1 1 0 0,0 0 0 0 0,-1 0 0 0 0,1 0 0 0 0,-1 0 0 0 0,24 2-4 0 0,39-1-1 0 0,-46-2 11 0 0,1 1-1 0 0,-1 0 1 0 0,1 2-1 0 0,-1 0 1 0 0,30 7-1 0 0,-44-8-2 0 0,-1-1 0 0 0,0 1 0 0 0,0-1-1 0 0,1 1 1 0 0,-1-1 0 0 0,0 1 0 0 0,0 0 0 0 0,0 0-1 0 0,0 0 1 0 0,0 0 0 0 0,0 0 0 0 0,0 0 0 0 0,0 0 0 0 0,0 0-1 0 0,0 0 1 0 0,0 0 0 0 0,-1 0 0 0 0,1 0 0 0 0,0 1-1 0 0,-1-1 1 0 0,1 2 0 0 0,6 10 17 0 0,-1-3-28 0 0,-1 1 1 0 0,-1-1-1 0 0,1 1 0 0 0,-2 0 1 0 0,1 0-1 0 0,-2 0 1 0 0,1 0-1 0 0,0 18 1 0 0,-1 10 5 0 0,-3 44 0 0 0,1-58-8 0 0,-8 103 47 0 0,0 34-62 0 0,10-94 30 0 0,3 0 0 0 0,3 0 0 0 0,3-1 0 0 0,39 130 0 0 0,-38-158 21 0 0,-1 0 0 0 0,-2 1-1 0 0,-2 1 1 0 0,-1 0 0 0 0,-3-1 0 0 0,-1 1 0 0 0,-2 1 0 0 0,-10 80 0 0 0,6-99-38 0 0,1-4 55 0 0,-1-1-1 0 0,-11 35 1 0 0,9-36-2691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201 52 5713 0 0,'0'0'282'0'0,"-17"-3"2813"0"0,17 2-3021 0 0,0 1 0 0 0,0-1 0 0 0,0 0 0 0 0,0 0 1 0 0,0 0-1 0 0,1 0 0 0 0,-1 1 0 0 0,0-1 0 0 0,0 0 0 0 0,1 0 0 0 0,-1 0 0 0 0,0 1 0 0 0,1-1 1 0 0,-1 0-1 0 0,1 1 0 0 0,-1-1 0 0 0,1 0 0 0 0,-1 1 0 0 0,1-1 0 0 0,0 1 0 0 0,-1-1 1 0 0,1 0-1 0 0,0 1 0 0 0,-1 0 0 0 0,1-1 0 0 0,0 0 0 0 0,24-4-71 0 0,-3 0 73 0 0,-12 1-11 0 0,-7 1-37 0 0,1 1 0 0 0,-1 1 0 0 0,1-1-1 0 0,-1 1 1 0 0,1-1 0 0 0,0 1 0 0 0,0 0 0 0 0,0 0 0 0 0,0 1 0 0 0,-1-1 0 0 0,1 1 0 0 0,0 0 0 0 0,0 0 0 0 0,0 0 0 0 0,0 0 0 0 0,0 1-1 0 0,0 0 1 0 0,0 0 0 0 0,5 2 0 0 0,-3 0-10 0 0,0 0 0 0 0,-1 1 0 0 0,1 0 0 0 0,-1 0 0 0 0,0 1 0 0 0,0-1 0 0 0,-1 1 0 0 0,1 0 0 0 0,-1 1 0 0 0,0-1 0 0 0,0 1 0 0 0,-1-1 0 0 0,0 1 1 0 0,4 9-1 0 0,-1 1 33 0 0,0 0 0 0 0,-1 0 0 0 0,0 0 1 0 0,3 30-1 0 0,-7-37-32 0 0,1 0-1 0 0,1 0 1 0 0,0 0 0 0 0,4 9-1 0 0,-4-10 15 0 0,0 0 0 0 0,0 1-1 0 0,0-1 1 0 0,-1 1 0 0 0,1 12-1 0 0,-3-9-2 0 0,-1 0 0 0 0,0 0 0 0 0,0 0 0 0 0,-2 0-1 0 0,1-1 1 0 0,-1 1 0 0 0,-1-1 0 0 0,-10 22 0 0 0,4-8 44 0 0,6-17-45 0 0,0-1-1 0 0,-1 0 1 0 0,1 0-1 0 0,-1 0 1 0 0,-1 0-1 0 0,0-1 1 0 0,0 0 0 0 0,0 0-1 0 0,0-1 1 0 0,-1 0-1 0 0,0 0 1 0 0,0 0-1 0 0,-15 7 1 0 0,-5 0 102 0 0,0 0 0 0 0,-49 14 1 0 0,42-19 120 0 0,27-6-153 0 0,0 0-1 0 0,1 1 1 0 0,-1 0-1 0 0,0 0 1 0 0,0 0 0 0 0,-6 4-1 0 0,10-4-38 0 0,0 0 0 0 0,0-1 0 0 0,-1 1-1 0 0,1-1 1 0 0,-1 0 0 0 0,1 0-1 0 0,-1 0 1 0 0,1-1 0 0 0,-1 1 0 0 0,1-1-1 0 0,-1 0 1 0 0,1 0 0 0 0,-1 0-1 0 0,0 0 1 0 0,1 0 0 0 0,-1-1 0 0 0,1 0-1 0 0,-1 0 1 0 0,1 0 0 0 0,-1 0-1 0 0,-5-3 1 0 0,6 2-61 0 0,1 0 0 0 0,-1 0 0 0 0,1 0 0 0 0,0 0 0 0 0,0 0 0 0 0,-1 0 0 0 0,1-1-1 0 0,1 1 1 0 0,-1-1 0 0 0,0 0 0 0 0,1 1 0 0 0,-1-1 0 0 0,1 0 0 0 0,0 0 0 0 0,0 0 0 0 0,0 0 0 0 0,0 0 0 0 0,0 0 0 0 0,1 0 0 0 0,-1 0-1 0 0,1-1 1 0 0,0 1 0 0 0,0 0 0 0 0,0 0 0 0 0,1-5 0 0 0,0 5-9 0 0,-1 1-1 0 0,1-1 1 0 0,-1 0-1 0 0,1 1 1 0 0,0-1-1 0 0,0 1 1 0 0,0-1-1 0 0,0 1 1 0 0,0 0-1 0 0,1-1 1 0 0,-1 1 0 0 0,1 0-1 0 0,0 0 1 0 0,-1 0-1 0 0,1 0 1 0 0,0 0-1 0 0,0 0 1 0 0,0 1-1 0 0,5-4 1 0 0,1 1 0 0 0,0 0 0 0 0,1 1 0 0 0,-1 0-1 0 0,14-4 1 0 0,-12 5-2 0 0,0-1 0 0 0,-1 0 0 0 0,10-5 0 0 0,-15 6 9 0 0,-1 0 0 0 0,1 0 0 0 0,0 1-1 0 0,0 0 1 0 0,-1 0 0 0 0,1 0 0 0 0,0 0 0 0 0,0 0 0 0 0,0 1 0 0 0,0-1-1 0 0,0 1 1 0 0,0 0 0 0 0,0 1 0 0 0,0-1 0 0 0,0 1 0 0 0,0-1-1 0 0,0 1 1 0 0,0 0 0 0 0,-1 1 0 0 0,1-1 0 0 0,0 1 0 0 0,6 3 0 0 0,2 4 0 0 0,0 0 0 0 0,0 0 0 0 0,-1 1 0 0 0,18 20 0 0 0,-8-7 10 0 0,-12-16-409 0 0,0 0 1 0 0,0 0-1 0 0,1-1 1 0 0,0 0-1 0 0,0 0 0 0 0,1-1 1 0 0,11 3-1 0 0,-17-6-25 0 0,1-1 0 0 0,-1 0 0 0 0,0 0 0 0 0,0 0 0 0 0,0-1 0 0 0,1 0 0 0 0,-1 0 0 0 0,0 0 0 0 0,1 0 0 0 0,-1-1 0 0 0,0 0 0 0 0,0 0 0 0 0,0-1 0 0 0,10-3 0 0 0,1-3-1756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16 132 3393 0 0,'-1'-23'8303'0'0,"-1"48"-7383"0"0,-1 8-948 0 0,-6 82 71 0 0,9-99-36 0 0,1 0-1 0 0,0 0 1 0 0,1-1 0 0 0,1 1 0 0 0,5 19 0 0 0,-5-28 15 0 0,-1 0 0 0 0,1-1 0 0 0,0 1 1 0 0,7 9-1 0 0,-9-14 11 0 0,0 0 1 0 0,1 0 0 0 0,-1 0 0 0 0,1-1-1 0 0,0 1 1 0 0,0 0 0 0 0,0-1-1 0 0,0 1 1 0 0,0-1 0 0 0,0 0 0 0 0,0 1-1 0 0,0-1 1 0 0,0 0 0 0 0,0 0-1 0 0,1-1 1 0 0,-1 1 0 0 0,3 0 0 0 0,26 10 526 0 0,-27-9-461 0 0,0 0 0 0 0,-1-1 0 0 0,1 1 0 0 0,0-1 0 0 0,0 0-1 0 0,0 0 1 0 0,0 0 0 0 0,0-1 0 0 0,8 1 0 0 0,-10-1-72 0 0,0 0 0 0 0,0 0 0 0 0,0 0-1 0 0,0-1 1 0 0,0 1 0 0 0,0-1 0 0 0,0 1-1 0 0,0-1 1 0 0,0 0 0 0 0,0 0 0 0 0,0 0 0 0 0,0 0-1 0 0,0 0 1 0 0,-1 0 0 0 0,1 0 0 0 0,0 0 0 0 0,-1-1-1 0 0,1 1 1 0 0,-1-1 0 0 0,1 1 0 0 0,1-4-1 0 0,0-1 10 0 0,-1 1 0 0 0,0 0 0 0 0,-1 0 0 0 0,1-1 0 0 0,-1 1 0 0 0,1-9 0 0 0,5-23 89 0 0,3 11-66 0 0,-6 14-39 0 0,1-1-1 0 0,-1 0 1 0 0,-1 1-1 0 0,-1-1 0 0 0,3-25 1 0 0,-4 22-1 0 0,-1 0 1 0 0,-1-1-1 0 0,-1 1 1 0 0,0 0 0 0 0,-1 0-1 0 0,0 1 1 0 0,-1-1-1 0 0,-1 0 1 0 0,-1 1-1 0 0,0 0 1 0 0,-11-17-1 0 0,14 27-105 0 0,0 1 0 0 0,-1 0-1 0 0,0 1 1 0 0,0-1-1 0 0,0 1 1 0 0,0-1 0 0 0,-1 1-1 0 0,1 1 1 0 0,-1-1-1 0 0,0 0 1 0 0,0 1 0 0 0,0 0-1 0 0,-9-2 1 0 0,13 3 1 0 0,-1 1-1 0 0,0-1 1 0 0,0 1 0 0 0,1 0-1 0 0,-1 0 1 0 0,0-1 0 0 0,0 1-1 0 0,0 0 1 0 0,1 1 0 0 0,-1-1-1 0 0,0 0 1 0 0,0 0 0 0 0,0 1-1 0 0,1-1 1 0 0,-1 1 0 0 0,0 0-1 0 0,1-1 1 0 0,-1 1 0 0 0,0 0-1 0 0,1 0 1 0 0,-1 0-1 0 0,1 0 1 0 0,-3 3 0 0 0,-1 0-277 0 0,1 1 1 0 0,0 0-1 0 0,1 1 1 0 0,-1-1-1 0 0,-3 8 1 0 0,0 1-414 0 0,6-12 479 0 0,-1 0-1 0 0,1 0 0 0 0,0 1 1 0 0,0-1-1 0 0,0 0 1 0 0,1 1-1 0 0,-1-1 0 0 0,0 1 1 0 0,1-1-1 0 0,0 1 1 0 0,-1 0-1 0 0,1-1 0 0 0,0 1 1 0 0,1 4-1 0 0,1 0-1231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13 152 6297 0 0,'3'-76'4826'0'0,"0"0"-2502"0"0,-4 83-2297 0 0,-7 49-53 0 0,2-1 1 0 0,3 1 0 0 0,6 87 0 0 0,0-23 36 0 0,-3-77-131 0 0,2 80 481 0 0,0-105-757 0 0,0 0-1 0 0,1-1 1 0 0,1 1-1 0 0,11 30 0 0 0,-14-46 73 0 0,0-1 0 0 0,0 1 0 0 0,21 14-4212 0 0,-21-16 4281 0 0,16 7-2263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349 5 9346 0 0,'-14'-4'1848'0'0,"7"6"-1839"0"0,-1 0 0 0 0,1 1-1 0 0,0 0 1 0 0,0 1-1 0 0,0 0 1 0 0,0 0-1 0 0,1 0 1 0 0,-9 8 0 0 0,-48 47 43 0 0,36-32-3 0 0,-2 1 153 0 0,0 1 0 0 0,2 1 0 0 0,-29 42 0 0 0,51-64-80 0 0,1-1 0 0 0,-1 1-1 0 0,1 0 1 0 0,1 0 0 0 0,-1 0-1 0 0,-2 12 1 0 0,6-17-109 0 0,-1-1 0 0 0,1 0-1 0 0,0 0 1 0 0,-1 1 0 0 0,1-1 0 0 0,0 0 0 0 0,1 1-1 0 0,-1-1 1 0 0,0 0 0 0 0,1 1 0 0 0,-1-1-1 0 0,1 0 1 0 0,0 0 0 0 0,0 1 0 0 0,0-1 0 0 0,0 0-1 0 0,0 0 1 0 0,0 0 0 0 0,0 0 0 0 0,1 0 0 0 0,-1-1-1 0 0,1 1 1 0 0,-1 0 0 0 0,1-1 0 0 0,0 1 0 0 0,0-1-1 0 0,-1 1 1 0 0,1-1 0 0 0,0 0 0 0 0,4 2 0 0 0,42 19 19 0 0,70 21 0 0 0,-69-26-1522 0 0,-35-13-1488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42 214 960 0 0,'-8'-6'4180'0'0,"-7"-8"-2636"0"0,6 10-1556 0 0,0 0 1874 0 0,18 1-357 0 0,388 8-1304 0 0,-262 1-165 0 0,951 14 459 0 0,-623-15-245 0 0,238-12 489 0 0,-156 0-479 0 0,170-38 361 0 0,-107 15-363 0 0,-360 12-196 0 0,-74 2 38 0 0,-102 15-10 0 0,-49 2-48 0 0,1-1 1 0 0,-1-1 0 0 0,46-9 0 0 0,-31-1 122 0 0,8 8 35 0 0,-46 3-220 0 0,2 0 61 0 0,-2 0-35 0 0,1 0 1 0 0,-1 0-1 0 0,1 0 0 0 0,-1 0 0 0 0,0 0 0 0 0,1 0 1 0 0,-1 0-1 0 0,1 0 0 0 0,-1 0 0 0 0,1-1 0 0 0,-1 1 1 0 0,0 0-1 0 0,1 0 0 0 0,-1 0 0 0 0,1-1 0 0 0,-1 1 1 0 0,0 0-1 0 0,1 0 0 0 0,-1-1 0 0 0,0 1 0 0 0,0 0 1 0 0,1-1-1 0 0,-1 1 0 0 0,0 0 0 0 0,1-1 0 0 0,-1 1 1 0 0,0 0-1 0 0,0-1 0 0 0,0 1 0 0 0,1-1 0 0 0,-1 0 28 0 0,6-17-65 0 0,1-8 139 0 0,-6 25-108 0 0,0 0 0 0 0,0 0 0 0 0,0 0 0 0 0,0 0 0 0 0,0 1 0 0 0,0-1 0 0 0,0 0 0 0 0,0 1 0 0 0,0-1 0 0 0,0 0 0 0 0,0 1 0 0 0,0-1 0 0 0,1 1-1 0 0,-1 0 1 0 0,0 0 0 0 0,0-1 0 0 0,1 1 0 0 0,-1 0 0 0 0,2 0 0 0 0,14-4 10 0 0,-14 3-16 0 0,1 0 0 0 0,0 1 0 0 0,-1-1 0 0 0,1 1 0 0 0,0 0 0 0 0,0 0 0 0 0,6 1 0 0 0,5 0-6 0 0,14-1 12 0 0,215-3-80 0 0,149 4 18 0 0,-155 3 27 0 0,41-1 48 0 0,175-3-54 0 0,205-6-1422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138 138 248 0 0,'0'0'63'0'0,"-6"-23"1282"0"0,-2 15-588 0 0,0 1 0 0 0,-1 0 0 0 0,0 0 0 0 0,0 1-1 0 0,0 0 1 0 0,-1 1 0 0 0,-11-5 0 0 0,-13 1 2402 0 0,20 5-2503 0 0,28 5-201 0 0,181-1-290 0 0,272 1-346 0 0,-72-7 167 0 0,-81-1 19 0 0,-224 7 100 0 0,176-23-1 0 0,-228 18 168 0 0,75-1-1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96 100 2545 0 0,'-1'-4'3406'0'0,"-4"-9"-2785"0"0,-19-44 1868 0 0,20 54-2073 0 0,0-1 1 0 0,-1 1-1 0 0,1-1 0 0 0,0 1 1 0 0,-1 1-1 0 0,-8-5 1 0 0,13 7-413 0 0,-1 0 0 0 0,1 0 0 0 0,-1 0-1 0 0,1 0 1 0 0,0 0 0 0 0,-1 1 0 0 0,1-1 0 0 0,0 0 0 0 0,-1 0 0 0 0,1 0-1 0 0,0 0 1 0 0,-1 1 0 0 0,1-1 0 0 0,0 0 0 0 0,-1 0 0 0 0,1 0 0 0 0,0 1 0 0 0,-1-1-1 0 0,1 0 1 0 0,0 1 0 0 0,0-1 0 0 0,-1 0 0 0 0,1 0 0 0 0,0 1 0 0 0,0-1 0 0 0,0 1-1 0 0,-1-1 1 0 0,1 0 0 0 0,0 1 0 0 0,0-1 0 0 0,0 0 0 0 0,0 1 0 0 0,0-1-1 0 0,0 1 1 0 0,0-1 0 0 0,0 1 0 0 0,-4 18 1 0 0,3-17-5 0 0,-5 39-12 0 0,2 0 0 0 0,1 0 0 0 0,4 52 0 0 0,0-27-19 0 0,9 195 33 0 0,-1-72-10 0 0,0-33-1598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52 9266 0 0,'-1'0'83'0'0,"1"0"0"0"0,-1 0 0 0 0,0 0 0 0 0,0 0 0 0 0,1-1 0 0 0,-1 1 1 0 0,0 0-1 0 0,1-1 0 0 0,-1 1 0 0 0,1-1 0 0 0,-1 1 0 0 0,0 0 0 0 0,1-1 0 0 0,-1 1 0 0 0,1-1 0 0 0,-1 0 0 0 0,1 1 0 0 0,-1-1 1 0 0,1 1-1 0 0,0-1 0 0 0,-1 0 0 0 0,1 1 0 0 0,0-1 0 0 0,-1 0 0 0 0,1 1 0 0 0,0-1 0 0 0,0 0 0 0 0,0 0 0 0 0,0 1 0 0 0,0-1 1 0 0,0-1-1 0 0,-2-27 617 0 0,3 23-434 0 0,3 11-345 0 0,1 10 88 0 0,10 66-33 0 0,8 151 0 0 0,-20 88 25 0 0,-4-194-206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15 103 3249 0 0,'-14'-20'6469'0'0,"15"20"-6362"0"0,1-1 1 0 0,0 0-1 0 0,-1 1 0 0 0,1-1 0 0 0,-1 1 1 0 0,1-1-1 0 0,0 1 0 0 0,-1 0 0 0 0,1-1 0 0 0,0 1 1 0 0,-1 0-1 0 0,4 1 0 0 0,2-1 26 0 0,200-20 1262 0 0,226-6-1167 0 0,-268 40-210 0 0,-14-1 24 0 0,-31-6 99 0 0,119 0 173 0 0,-231-8-279 0 0,0 1 0 0 0,0-1 0 0 0,-1-1 0 0 0,12-3 0 0 0,-18 5-29 0 0,0 0 0 0 0,0 0 0 0 0,0-1 0 0 0,0 1 0 0 0,0-1 0 0 0,0 1 0 0 0,0 0 0 0 0,0-1 0 0 0,0 0 0 0 0,0 1 0 0 0,0-1 0 0 0,-1 1 0 0 0,1-1 0 0 0,0 0 0 0 0,0 0 0 0 0,-1 1 0 0 0,1-1 0 0 0,-1 0 0 0 0,1 0 0 0 0,0 0 0 0 0,-1 0 0 0 0,0 0 0 0 0,1 0 0 0 0,-1 0 0 0 0,0 0 0 0 0,1 0 0 0 0,-1 0 0 0 0,0 0 0 0 0,0 0 0 0 0,0 0 0 0 0,0 0 0 0 0,0 0 0 0 0,0 0 0 0 0,0 0 0 0 0,0 0 0 0 0,0 0 0 0 0,0 0 0 0 0,-1 0 0 0 0,1 0 0 0 0,0 0 0 0 0,-1 0 0 0 0,1 0 0 0 0,-1-1 0 0 0,-1 0-6 0 0,0-1 1 0 0,-1 1 0 0 0,1 0 0 0 0,-1 0 0 0 0,1 0 0 0 0,-1 0-1 0 0,0 0 1 0 0,1 0 0 0 0,-1 1 0 0 0,0-1 0 0 0,0 1-1 0 0,0 0 1 0 0,-1 0 0 0 0,1 0 0 0 0,0 0 0 0 0,0 1 0 0 0,0-1-1 0 0,-1 1 1 0 0,1 0 0 0 0,0 0 0 0 0,0 0 0 0 0,-1 0-1 0 0,1 1 1 0 0,0-1 0 0 0,-6 2 0 0 0,8 0-3 0 0,-1 0 1 0 0,1-1-1 0 0,0 1 0 0 0,0 0 0 0 0,-1 0 1 0 0,1 0-1 0 0,1 0 0 0 0,-1 0 1 0 0,0 0-1 0 0,0 0 0 0 0,1 0 0 0 0,-1 0 1 0 0,1 0-1 0 0,0 0 0 0 0,-1 3 1 0 0,-4 15-17 0 0,-2-8 14 0 0,4-7-15 0 0,0 0 0 0 0,1 1 0 0 0,-1-1 0 0 0,-2 9 0 0 0,5-13 37 0 0,0 0 0 0 0,-1 0 1 0 0,1 0-1 0 0,0 0 0 0 0,0 0 0 0 0,0 0 1 0 0,0 0-1 0 0,0 0 0 0 0,0 0 1 0 0,0 1-1 0 0,0-1 0 0 0,0 0 0 0 0,1 0 1 0 0,-1 0-1 0 0,0 0 0 0 0,1 0 0 0 0,-1 0 1 0 0,1 0-1 0 0,-1 0 0 0 0,1 0 1 0 0,-1 0-1 0 0,1 0 0 0 0,0-1 0 0 0,-1 1 1 0 0,1 0-1 0 0,0 0 0 0 0,0 0 0 0 0,0-1 1 0 0,1 2-1 0 0,3 0 37 0 0,-1 1 0 0 0,1-1 0 0 0,-1 0 0 0 0,1-1 0 0 0,0 1 0 0 0,0-1-1 0 0,-1 0 1 0 0,1 0 0 0 0,0-1 0 0 0,0 1 0 0 0,0-1 0 0 0,5 0 0 0 0,-7 0-14 0 0,0-1 0 0 0,0 1 0 0 0,0-1 0 0 0,0 0 0 0 0,-1 1-1 0 0,1-1 1 0 0,0 0 0 0 0,-1-1 0 0 0,1 1 0 0 0,0 0 0 0 0,-1-1 0 0 0,0 0 0 0 0,1 1 0 0 0,-1-1 0 0 0,0 0 0 0 0,0 0 0 0 0,0 0-1 0 0,0 0 1 0 0,0-1 0 0 0,0 1 0 0 0,-1-1 0 0 0,2-2 0 0 0,-1 3-33 0 0,-1 0 0 0 0,0 0 0 0 0,0 0 0 0 0,0-1 0 0 0,-1 1 0 0 0,1 0 0 0 0,0 0 0 0 0,-1-1 0 0 0,0 1 0 0 0,1 0-1 0 0,-1-1 1 0 0,0 1 0 0 0,0-1 0 0 0,0 1 0 0 0,-1 0 0 0 0,1-1 0 0 0,0 1 0 0 0,-1 0 0 0 0,-1-4 0 0 0,1 4-15 0 0,-1 0 0 0 0,1 0 0 0 0,-1 0 0 0 0,1 1 0 0 0,-1-1 0 0 0,0 1 0 0 0,1-1 0 0 0,-1 1 0 0 0,0 0 0 0 0,0 0 0 0 0,0 0 0 0 0,0 0 0 0 0,0 0 0 0 0,0 0 0 0 0,0 0 0 0 0,-1 1 0 0 0,1-1 0 0 0,0 1 0 0 0,0-1 0 0 0,-4 1 0 0 0,-2-1-6 0 0,0 1 1 0 0,0 0-1 0 0,0 0 0 0 0,-11 2 0 0 0,16-1 5 0 0,-1-1 0 0 0,0 1 0 0 0,1 0 0 0 0,-1 0 0 0 0,1 0 0 0 0,-1 1-1 0 0,1-1 1 0 0,0 1 0 0 0,-1 0 0 0 0,1 0 0 0 0,-5 4 0 0 0,7-4-13 0 0,-1 1-1 0 0,1-1 1 0 0,-1 0 0 0 0,1 1 0 0 0,0 0 0 0 0,0-1 0 0 0,0 1-1 0 0,1 0 1 0 0,-1-1 0 0 0,0 1 0 0 0,1 0 0 0 0,0 0 0 0 0,0-1-1 0 0,0 6 1 0 0,2-6 37 0 0,1 1 1 0 0,0-1-1 0 0,-1 0 0 0 0,1 0 0 0 0,0 0 0 0 0,0-1 0 0 0,0 1 0 0 0,0-1 0 0 0,1 1 0 0 0,-1-1 0 0 0,0 0 1 0 0,5 1-1 0 0,2 0 16 0 0,1 0 1 0 0,-1-1-1 0 0,1 0 1 0 0,21 0 0 0 0,-26-1-4 0 0,0-1 0 0 0,1 0 0 0 0,-1 0 0 0 0,0 0 0 0 0,0 0 0 0 0,0-1 0 0 0,0 0 0 0 0,0-1 0 0 0,9-4 0 0 0,-14 7-31 0 0,-1 0-1 0 0,0 0 1 0 0,1-1-1 0 0,-1 1 1 0 0,0 0-1 0 0,1 0 1 0 0,-1 0-1 0 0,0-1 1 0 0,1 1-1 0 0,-1 0 1 0 0,0-1-1 0 0,0 1 1 0 0,1 0 0 0 0,-1 0-1 0 0,0-1 1 0 0,0 1-1 0 0,0 0 1 0 0,0-1-1 0 0,1 1 1 0 0,-1-1-1 0 0,0 1 1 0 0,0 0-1 0 0,0-1 1 0 0,0 1-1 0 0,0 0 1 0 0,0-1-1 0 0,0 1 1 0 0,0-1-1 0 0,0 1 1 0 0,0 0 0 0 0,0-1-1 0 0,-10-8-3 0 0,-17-2 19 0 0,25 11-22 0 0,-8-3 28 0 0,0 1 0 0 0,0 0 0 0 0,0 1 0 0 0,-13-1 0 0 0,18 2-284 0 0,0 0 0 0 0,0 0 0 0 0,0 0 0 0 0,0 1 0 0 0,1 0 1 0 0,-1 0-1 0 0,0 0 0 0 0,1 1 0 0 0,-1-1 0 0 0,1 1 0 0 0,-6 3 0 0 0,10-5 218 0 0,0 0 0 0 0,-1 0 0 0 0,1 0 0 0 0,0 0 0 0 0,0 0 0 0 0,-1 1 0 0 0,1-1 0 0 0,0 0 0 0 0,0 0 0 0 0,-1 0 0 0 0,1 0 0 0 0,0 1 0 0 0,-1-1-94 0 0,1 1 94 0 0,0-1 0 0 0,0 0 0 0 0,0 0 0 0 0,0 1 0 0 0,-1-1 0 0 0,1 0 0 0 0,0 0 0 0 0,0 1 0 0 0,0-1 0 0 0,0 0 0 0 0,0 0 0 0 0,0 1 0 0 0,0-1 0 0 0,0 0 0 0 0,0 1 0 0 0,0-1 0 0 0,0 0 0 0 0,0 1 0 0 0,0-1 0 0 0,11 5-385 0 0,20-4 1246 0 0,-30-1-697 0 0,1 0-38 0 0,-1 0-1 0 0,0 0 1 0 0,1 0 0 0 0,-1 0-1 0 0,0-1 1 0 0,0 1 0 0 0,1 0-1 0 0,-1 0 1 0 0,0-1 0 0 0,0 1-1 0 0,1-1 1 0 0,-1 1 0 0 0,0-1-1 0 0,0 0 1 0 0,0 0 0 0 0,0 1-1 0 0,0-1 1 0 0,0 0 0 0 0,0 0 0 0 0,0 0-1 0 0,0 0 1 0 0,0 0 0 0 0,0 0-1 0 0,-1 0 1 0 0,1 0 0 0 0,0 0-1 0 0,-1 0 1 0 0,1-1 0 0 0,-1 1-1 0 0,1 0 1 0 0,-1 0 0 0 0,0-1-1 0 0,1 1 1 0 0,-1 0 0 0 0,0 0-1 0 0,0-1 1 0 0,0-1 0 0 0,3-21-1898 0 0,-1 20 1909 0 0,-3-1-3 0 0,1-5-2184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0 6897 0 0,'-29'24'3025'0'0,"29"-24"-2987"0"0,8 2 616 0 0,17-2-487 0 0,-20 0 29 0 0,498 12 1474 0 0,-490-11-1679 0 0,189 20 947 0 0,-196-21-1105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364 58 6833 0 0,'-5'-29'4944'0'0,"-2"8"-3784"0"0,5 13-503 0 0,4 14-421 0 0,23 47-234 0 0,-3 1-1 0 0,-2 1 1 0 0,-3 2 0 0 0,-2-1 0 0 0,7 63 0 0 0,-7-3 131 0 0,-2 183 0 0 0,-13-245 356 0 0,-25-42-425 0 0,18-7-53 0 0,-2-1 0 0 0,1 0 0 0 0,0 0 0 0 0,-1-1 0 0 0,1 0 0 0 0,-1 0 0 0 0,0-1 0 0 0,0-1 0 0 0,-14 2 0 0 0,-12-1-13 0 0,-41-3-1 0 0,23-1-30 0 0,44 2-1 0 0,-28 1-3 0 0,35-1 26 0 0,1 1 0 0 0,-1-1 0 0 0,0 0 0 0 0,0 1 0 0 0,1-1 0 0 0,-1 1 0 0 0,0-1 0 0 0,1 1 0 0 0,-1 0 0 0 0,1 0 1 0 0,-1 0-1 0 0,1 0 0 0 0,-1 0 0 0 0,1 0 0 0 0,0 0 0 0 0,-3 2 0 0 0,4-2 14 0 0,-1 0-1 0 0,1 0 1 0 0,-1-1-1 0 0,1 1 1 0 0,-1 0-1 0 0,1 0 1 0 0,-1 0 0 0 0,1 0-1 0 0,0 0 1 0 0,0 0-1 0 0,-1 0 1 0 0,1 0-1 0 0,0 0 1 0 0,0-1-1 0 0,0 1 1 0 0,0 0 0 0 0,0 0-1 0 0,0 0 1 0 0,1 0-1 0 0,-1 0 1 0 0,0 0-1 0 0,0 0 1 0 0,1 0 0 0 0,-1 0-1 0 0,0 0 1 0 0,1 0-1 0 0,-1-1 1 0 0,1 1-1 0 0,-1 0 1 0 0,1 0-1 0 0,1 1 1 0 0,-1-1 9 0 0,1 1 1 0 0,-1-1-1 0 0,1 0 1 0 0,0 1-1 0 0,0-1 0 0 0,0 0 1 0 0,0 0-1 0 0,0 0 1 0 0,0-1-1 0 0,0 1 0 0 0,4 0 1 0 0,192 49 60 0 0,-135-35-51 0 0,-42-11-23 0 0,-1 1 0 0 0,1 1 0 0 0,-1 0 0 0 0,-1 2 0 0 0,22 11 0 0 0,-36-15 21 0 0,1 0-1 0 0,-2 0 1 0 0,1 0-1 0 0,0 1 1 0 0,-1 0-1 0 0,0 0 1 0 0,5 7-1 0 0,-7-10 2 0 0,-1 0-1 0 0,0 0 1 0 0,0 0-1 0 0,1 0 1 0 0,-1 0-1 0 0,0 0 1 0 0,-1 0-1 0 0,1 0 1 0 0,0 0-1 0 0,-1 1 1 0 0,1-1-1 0 0,-1 0 1 0 0,0 0-1 0 0,1 1 1 0 0,-1-1-1 0 0,0 0 1 0 0,-1 0-1 0 0,1 1 1 0 0,0-1-1 0 0,0 0 1 0 0,-1 0-1 0 0,0 1 1 0 0,-1 3-1 0 0,0-4-13 0 0,1-1-1 0 0,-1 1 1 0 0,0-1 0 0 0,0 1-1 0 0,0-1 1 0 0,0 0-1 0 0,0 0 1 0 0,0 0 0 0 0,0 0-1 0 0,-1 0 1 0 0,-3 1-1 0 0,-34 7 19 0 0,25-5-13 0 0,-200 37 51 0 0,-47 13-32 0 0,253-52-33 0 0,-26 10 10 0 0,34-11-17 0 0,0-1 1 0 0,0 0-1 0 0,0 1 0 0 0,1-1 1 0 0,-1 0-1 0 0,0 1 1 0 0,0-1-1 0 0,1 1 0 0 0,-1-1 1 0 0,0 1-1 0 0,1 0 1 0 0,-1-1-1 0 0,1 1 1 0 0,-1-1-1 0 0,1 1 0 0 0,-1 0 1 0 0,1 0-1 0 0,-1-1 1 0 0,1 1-1 0 0,0 0 1 0 0,-1 0-1 0 0,1 0 0 0 0,0-1 1 0 0,0 1-1 0 0,-1 0 1 0 0,1 0-1 0 0,0 0 1 0 0,0 0-1 0 0,0 0 0 0 0,0-1 1 0 0,0 1-1 0 0,0 0 1 0 0,1 0-1 0 0,-1 0 1 0 0,0 0-1 0 0,1 1 4 0 0,1-1-1 0 0,-1 0 1 0 0,0 0-1 0 0,1 0 1 0 0,-1 0 0 0 0,0 0-1 0 0,1 0 1 0 0,-1 0 0 0 0,1 0-1 0 0,0-1 1 0 0,-1 1-1 0 0,1 0 1 0 0,-1-1 0 0 0,1 0-1 0 0,0 1 1 0 0,0-1 0 0 0,-1 0-1 0 0,4 0 1 0 0,1 1-6 0 0,168 44-32 0 0,-120-30 6 0 0,41 13 31 0 0,92 24 189 0 0,-169-48-178 0 0,0 0 9 0 0,1 0 1 0 0,-1 1 0 0 0,0 1 0 0 0,0 1 0 0 0,20 11-1 0 0,-36-17 6 0 0,0 1 0 0 0,0 0 0 0 0,0-1 0 0 0,0 1 0 0 0,0 0 0 0 0,-1 0 0 0 0,1 1 0 0 0,-1-1 0 0 0,1 0 0 0 0,-1 0 0 0 0,1 4 0 0 0,-1-5-18 0 0,-1 0-1 0 0,1 0 1 0 0,-1 0 0 0 0,0 0-1 0 0,0 0 1 0 0,1 1 0 0 0,-1-1-1 0 0,0 0 1 0 0,0 0 0 0 0,0 0-1 0 0,0 0 1 0 0,0 0 0 0 0,-1 0-1 0 0,1 0 1 0 0,0 0 0 0 0,0 0-1 0 0,-1 0 1 0 0,1 0 0 0 0,0 0-1 0 0,-1 0 1 0 0,1 0 0 0 0,-1 0-1 0 0,0 0 1 0 0,1 0 0 0 0,-1 0-1 0 0,0 0 1 0 0,1 0 0 0 0,-1-1-1 0 0,0 1 1 0 0,0 0 0 0 0,0 0-1 0 0,-1 0 1 0 0,-14 6 6 0 0,-1 0 0 0 0,1-1 1 0 0,-34 7-1 0 0,5-1-20 0 0,-95 30 131 0 0,-101 30 210 0 0,122-29-326 0 0,117-42-23 0 0,0 1 0 0 0,0-1 0 0 0,1 1 0 0 0,-1 0 1 0 0,0-1-1 0 0,1 1 0 0 0,-1 0 0 0 0,1 0 0 0 0,0 0 0 0 0,0 0 0 0 0,0 0 0 0 0,-1 3 0 0 0,1-4 18 0 0,1 0 1 0 0,-1 0-1 0 0,1 0 0 0 0,0-1 0 0 0,-1 1 1 0 0,1 0-1 0 0,0 0 0 0 0,-1 0 0 0 0,1 0 1 0 0,0 0-1 0 0,0-1 0 0 0,0 1 0 0 0,0 0 0 0 0,0 0 1 0 0,0 0-1 0 0,0 0 0 0 0,0 0 0 0 0,0 0 1 0 0,1 0-1 0 0,-1 0 0 0 0,0-1 0 0 0,1 1 1 0 0,-1 0-1 0 0,0 0 0 0 0,1 0 0 0 0,-1 0 1 0 0,1-1-1 0 0,-1 1 0 0 0,1 0 0 0 0,-1-1 1 0 0,1 1-1 0 0,0 0 0 0 0,-1-1 0 0 0,1 1 1 0 0,0-1-1 0 0,1 2 0 0 0,10 1 27 0 0,0 0-1 0 0,0-1 0 0 0,0 0 1 0 0,24 0-1 0 0,23 3 37 0 0,106 33-97 0 0,-145-33 47 0 0,0 1 0 0 0,-1 1 0 0 0,1 0 0 0 0,18 11 0 0 0,-30-14-8 0 0,0 1 0 0 0,0 0-1 0 0,-1 0 1 0 0,1 1 0 0 0,-1-1 0 0 0,0 2 0 0 0,-1-1 0 0 0,0 1 0 0 0,0 0-1 0 0,0 0 1 0 0,6 12 0 0 0,-4-4 8 0 0,-2-5 4 0 0,0 1 0 0 0,-2-1 0 0 0,1 1 0 0 0,2 11 0 0 0,-6-18-12 0 0,0 1 0 0 0,0-1 0 0 0,-1 1 0 0 0,0-1 0 0 0,0 1 0 0 0,0-1 0 0 0,-1 1 0 0 0,1-1 0 0 0,-1 0 0 0 0,0 1 0 0 0,0-1 0 0 0,-1 0 0 0 0,1 0 0 0 0,-3 5 0 0 0,-13 24 35 0 0,-8 18 18 0 0,-9 21-76 0 0,28-52 38 0 0,1 0-1 0 0,0 1 0 0 0,-3 36 1 0 0,7-48-19 0 0,-1 0 1 0 0,0 0-1 0 0,0-1 0 0 0,-7 18 1 0 0,-7 22-12 0 0,11-17 16 0 0,2 0-1 0 0,0 1 0 0 0,3-1 1 0 0,4 50-1 0 0,4-14-44 0 0,18 72 1 0 0,67 216 94 0 0,-81-312-60 0 0,7 43 7 0 0,10 100-1 0 0,-2-6 105 0 0,13 39 271 0 0,46 213 657 0 0,58 131-679 0 0,-86-233-173 0 0,-39-205-52 0 0,-12-92-40 0 0,1 0 0 0 0,2-1 0 0 0,2 0 0 0 0,1-1 0 0 0,23 41 0 0 0,-14-21-152 0 0,20 66 1 0 0,-36-100-129 0 0,-5-11-589 0 0,3 5-1316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5993 0 0,'0'0'2302'0'0,"9"0"-1900"0"0,29 5-41 0 0,1-1 0 0 0,49-3 0 0 0,81-11 1926 0 0,27-1-852 0 0,-169 12-1382 0 0,0 1 1 0 0,1 1 0 0 0,39 11-1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8074 0 0,'0'0'3787'0'0,"9"-3"-3189"0"0,43-13-525 0 0,1 2 0 0 0,68-9 0 0 0,-89 19-1794 0 0,34 1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1 12019 0 0,'-3'1'1504'0'0,"1"1"-1200"0"0,1 0-216 0 0,1-1-120 0 0,0 1-24 0 0,1-1 48 0 0,1 1-48 0 0,6-1-32 0 0,10 2-336 0 0,2 0-80 0 0,2-1-112 0 0,-2-1-585 0 0,0-1-2551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87 151 2048 0 0,'-18'-22'5623'0'0,"9"7"-4885"0"0,0-1 0 0 0,2 0 0 0 0,-1 0 0 0 0,-6-25 0 0 0,5 25 148 0 0,9 16-844 0 0,0-1-1 0 0,0 1 1 0 0,0-1-1 0 0,0 1 1 0 0,-1-1 0 0 0,1 1-1 0 0,0 0 1 0 0,0-1 0 0 0,-1 1-1 0 0,1-1 1 0 0,0 1 0 0 0,-1 0-1 0 0,1-1 1 0 0,0 1 0 0 0,-1 0-1 0 0,1-1 1 0 0,0 1 0 0 0,-1 0-1 0 0,1 0 1 0 0,-1 0-1 0 0,1-1 1 0 0,-1 1 0 0 0,1 0-1 0 0,-1 0 1 0 0,1 0 0 0 0,0 0-1 0 0,-1 0 1 0 0,1 0 0 0 0,-1-1-1 0 0,1 1 1 0 0,-1 0 0 0 0,1 1-1 0 0,-1-1 1 0 0,1 9 55 0 0,19 129-206 0 0,0-14-68 0 0,-15-65 11 0 0,-2-24-1345 0 0,2 0 0 0 0,7 36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142 32 2889 0 0,'0'0'3475'0'0,"-29"-6"1355"0"0,26 6-4767 0 0,0-1-1 0 0,1 1 1 0 0,-1 1-1 0 0,1-1 1 0 0,-1 0-1 0 0,0 1 1 0 0,1-1-1 0 0,-1 1 1 0 0,1 0-1 0 0,-1 0 1 0 0,1 0-1 0 0,-1 0 1 0 0,1 0-1 0 0,0 1 1 0 0,0-1-1 0 0,-1 1 1 0 0,1-1-1 0 0,0 1 1 0 0,1 0-1 0 0,-5 3 1 0 0,4 0-50 0 0,-1 1 0 0 0,0-1 0 0 0,1 1 0 0 0,0-1 0 0 0,0 1 0 0 0,1-1 0 0 0,-1 1 0 0 0,0 8 0 0 0,1-8-21 0 0,-1-1 0 0 0,1 0-1 0 0,-1 0 1 0 0,-1 0 0 0 0,-4 8-1 0 0,-9 24 10 0 0,14-28 7 0 0,0 1 0 0 0,0 0 0 0 0,1-1 0 0 0,1 1 0 0 0,-1 0 0 0 0,2-1 0 0 0,-1 1 0 0 0,1 0 0 0 0,1-1 0 0 0,0 1 1 0 0,0-1-1 0 0,1 1 0 0 0,0-1 0 0 0,1 0 0 0 0,0 0 0 0 0,5 9 0 0 0,-7-17 4 0 0,-1 1 0 0 0,1 0 1 0 0,0 0-1 0 0,0-1 0 0 0,0 1 0 0 0,0-1 0 0 0,1 1 1 0 0,-1-1-1 0 0,0 0 0 0 0,1 0 0 0 0,-1 0 0 0 0,0 0 1 0 0,1-1-1 0 0,-1 1 0 0 0,4 0 0 0 0,-2 0 15 0 0,-1 0-1 0 0,1 0 1 0 0,-1 0-1 0 0,1 0 0 0 0,-1 1 1 0 0,5 2-1 0 0,-6-2-2 0 0,1 0 0 0 0,-1 0 0 0 0,1 0 0 0 0,0 0 0 0 0,0 0 0 0 0,0-1 0 0 0,0 0 0 0 0,0 1 0 0 0,0-1 0 0 0,1 0 0 0 0,-1 0 0 0 0,0-1 0 0 0,0 1 0 0 0,1-1 0 0 0,-1 0 0 0 0,0 1 0 0 0,1-1 0 0 0,-1-1 0 0 0,1 1 0 0 0,-1 0 0 0 0,0-1 0 0 0,5-1 0 0 0,-7 0-21 0 0,0 0-1 0 0,0 0 0 0 0,0 1 1 0 0,0-1-1 0 0,0 0 1 0 0,-1 0-1 0 0,1 0 0 0 0,-1 0 1 0 0,0 0-1 0 0,1 0 1 0 0,-1 0-1 0 0,0 0 0 0 0,0 0 1 0 0,0-2-1 0 0,2-16-6 0 0,8-3 15 0 0,-6 14-3 0 0,-1 1 0 0 0,0-1-1 0 0,0 0 1 0 0,0 0-1 0 0,-1 0 1 0 0,-1 0 0 0 0,2-9-1 0 0,-3 5-5 0 0,0 1-1 0 0,-1 0 1 0 0,-1 0-1 0 0,0 0 0 0 0,0 0 1 0 0,-1 0-1 0 0,0 0 1 0 0,-1 1-1 0 0,-1 0 1 0 0,0-1-1 0 0,0 2 1 0 0,-9-14-1 0 0,12 22-12 0 0,1 0 0 0 0,-1 0 0 0 0,0 1 0 0 0,0-1 1 0 0,0 1-1 0 0,0-1 0 0 0,0 1 0 0 0,-1 0 0 0 0,1 0 0 0 0,0 0 0 0 0,0 0 0 0 0,-1 0 1 0 0,1 0-1 0 0,-5 0 0 0 0,-18-9-242 0 0,22 8-137 0 0,0 0 0 0 0,0 0-1 0 0,0 1 1 0 0,0-1 0 0 0,-1 1 0 0 0,1-1 0 0 0,0 1 0 0 0,-5-1-1 0 0,21 6-1102 0 0,19-3 1235 0 0,-1-1-1 0 0,0-2 1 0 0,0-1 0 0 0,52-12 0 0 0,44-5 986 0 0,-124 20-864 0 0,24 1 4944 0 0,-35 6-3944 0 0,-60 27-119 0 0,65-32-730 0 0,0 0-1 0 0,0 0 0 0 0,0 0 0 0 0,1 0 1 0 0,-1 0-1 0 0,0 1 0 0 0,1-1 0 0 0,0 1 1 0 0,-1-1-1 0 0,1 1 0 0 0,0 0 0 0 0,-2 5 1 0 0,-14 42 52 0 0,16-42-35 0 0,-1 0 0 0 0,0 1 0 0 0,0-1 0 0 0,-9 14-1 0 0,10-18 15 0 0,-1 1-1 0 0,1-1 0 0 0,0 0 0 0 0,0 1 0 0 0,1-1 0 0 0,-1 1 0 0 0,1 0 1 0 0,0-1-1 0 0,0 1 0 0 0,1 0 0 0 0,-1 0 0 0 0,1-1 0 0 0,0 1 0 0 0,0 0 0 0 0,1 0 1 0 0,0 5-1 0 0,0-7-26 0 0,0 1 0 0 0,0-1 1 0 0,0 0-1 0 0,0 0 0 0 0,0 0 0 0 0,1 0 1 0 0,-1 0-1 0 0,1 0 0 0 0,0 0 1 0 0,0 0-1 0 0,0 0 0 0 0,0-1 0 0 0,0 1 1 0 0,1-1-1 0 0,-1 0 0 0 0,1 1 1 0 0,0-1-1 0 0,-1 0 0 0 0,1-1 0 0 0,0 1 1 0 0,0 0-1 0 0,6 1 0 0 0,6 2 46 0 0,0-2 0 0 0,1 0-1 0 0,18 1 1 0 0,-28-3-58 0 0,0 0-1 0 0,-1 1 1 0 0,1-1-1 0 0,-1 1 1 0 0,1 0 0 0 0,7 4-1 0 0,-8-3 0 0 0,0 0-1 0 0,1-1 1 0 0,-1 0 0 0 0,1 0-1 0 0,0-1 1 0 0,7 2-1 0 0,-6-3 11 0 0,0 0-1 0 0,0 0 0 0 0,0 0 0 0 0,0-1 0 0 0,0 0 1 0 0,10-3-1 0 0,-15 4-10 0 0,0-1-1 0 0,1 0 1 0 0,-1 0-1 0 0,0 0 1 0 0,0 0 0 0 0,0 0-1 0 0,0 0 1 0 0,0 0-1 0 0,0-1 1 0 0,0 1 0 0 0,0-1-1 0 0,-1 0 1 0 0,1 1 0 0 0,-1-1-1 0 0,1 0 1 0 0,-1 0-1 0 0,1 0 1 0 0,-1 0 0 0 0,0 0-1 0 0,0 0 1 0 0,1-5-1 0 0,11-25 65 0 0,-10 26-67 0 0,-1 1 0 0 0,1-1 0 0 0,-1 1-1 0 0,-1-1 1 0 0,1 1 0 0 0,0-7 0 0 0,-1 0-1 0 0,0-1 1 0 0,0 0-1 0 0,-1 1 1 0 0,-1-1 0 0 0,0 0-1 0 0,-1 1 1 0 0,0 0-1 0 0,-1-1 1 0 0,-1 1-1 0 0,0 0 1 0 0,-9-20-1 0 0,11 29-3 0 0,0 0-1 0 0,0-1 0 0 0,0 1 1 0 0,-1 0-1 0 0,1 0 0 0 0,-1 0 1 0 0,0 1-1 0 0,1-1 0 0 0,-1 1 1 0 0,0-1-1 0 0,-1 1 0 0 0,1 0 1 0 0,0 0-1 0 0,-1 1 0 0 0,1-1 1 0 0,-1 1-1 0 0,1-1 0 0 0,-8 0 1 0 0,-9-4-42 0 0,13 5 24 0 0,0-1 0 0 0,0 0 0 0 0,-12-6 0 0 0,15 6-54 0 0,0 0 1 0 0,0 0-1 0 0,0 0 1 0 0,0 1-1 0 0,0 0 1 0 0,0 0-1 0 0,0 0 1 0 0,-7 0-1 0 0,-9 0-3256 0 0,41 4-955 0 0,16 2 2548 0 0,-10-5 186 0 0,-2 0-72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3 118 640 0 0,'18'-11'7656'0'0,"2"-32"-4758"0"0,-18 39-2616 0 0,-1 1 0 0 0,0-1-1 0 0,0 0 1 0 0,0 0-1 0 0,0 0 1 0 0,0 0 0 0 0,-1 0-1 0 0,0 0 1 0 0,0-4 0 0 0,0 7-252 0 0,0 1 1 0 0,0-1 0 0 0,0 0 0 0 0,0 0 0 0 0,0 1 0 0 0,0-1 0 0 0,0 0 0 0 0,0 0 0 0 0,0 1 0 0 0,0-1 0 0 0,-1 0 0 0 0,1 1 0 0 0,0-1 0 0 0,0 0 0 0 0,-1 0 0 0 0,1 1 0 0 0,0-1 0 0 0,-1 1 0 0 0,1-1-1 0 0,-1 0 1 0 0,1 1 0 0 0,-1-1 0 0 0,1 1 0 0 0,-1-1 0 0 0,1 1 0 0 0,-1-1 0 0 0,0 1 0 0 0,1 0 0 0 0,-1-1 0 0 0,0 1 0 0 0,1 0 0 0 0,-1-1 0 0 0,0 1 0 0 0,1 0 0 0 0,-1 0 0 0 0,0 0 0 0 0,0-1 0 0 0,1 1-1 0 0,-1 0 1 0 0,0 0 0 0 0,0 0 0 0 0,1 0 0 0 0,-1 0 0 0 0,0 0 0 0 0,0 1 0 0 0,1-1 0 0 0,-1 0 0 0 0,0 0 0 0 0,1 1 0 0 0,-1-1 0 0 0,0 0 0 0 0,1 1 0 0 0,-1-1 0 0 0,0 1 0 0 0,-1 0-21 0 0,1 1 1 0 0,-1-1 0 0 0,1 0-1 0 0,-1 1 1 0 0,1 0 0 0 0,0-1-1 0 0,0 1 1 0 0,0 0 0 0 0,0-1-1 0 0,0 1 1 0 0,0 0 0 0 0,1 0-1 0 0,-1 0 1 0 0,1 0 0 0 0,-1 0-1 0 0,1 0 1 0 0,-1 2 0 0 0,-3 35 43 0 0,5 5-81 0 0,1 0-1 0 0,10 46 0 0 0,1 20-122 0 0,-10 14 263 0 0,-3-70-2560 0 0,0-6-4737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141 18 6905 0 0,'20'-17'5095'0'0,"-24"18"-4870"0"0,1 0-1 0 0,-1 0 1 0 0,1 1 0 0 0,0-1 0 0 0,0 1-1 0 0,-1 0 1 0 0,1 0 0 0 0,0 0-1 0 0,-3 3 1 0 0,-16 9-168 0 0,18-11-29 0 0,-1 0-1 0 0,1 1 0 0 0,-1-1 0 0 0,1 1 1 0 0,0 0-1 0 0,1 0 0 0 0,-1 1 1 0 0,1-1-1 0 0,0 1 0 0 0,0 0 0 0 0,0-1 1 0 0,0 1-1 0 0,-2 8 0 0 0,-1 0 70 0 0,2 1 0 0 0,-1 0 0 0 0,1 0 0 0 0,-2 17 0 0 0,-5 7 232 0 0,8-32-270 0 0,1 0 1 0 0,0 0-1 0 0,0 0 1 0 0,1 0 0 0 0,0 1-1 0 0,-1 9 1 0 0,2-14-54 0 0,0 0 0 0 0,0 1 1 0 0,1-1-1 0 0,-1 0 0 0 0,1 0 1 0 0,0 0-1 0 0,0 1 0 0 0,-1-1 1 0 0,1 0-1 0 0,1 0 0 0 0,-1 0 1 0 0,0 0-1 0 0,0-1 0 0 0,1 1 1 0 0,-1 0-1 0 0,1 0 0 0 0,-1-1 1 0 0,1 1-1 0 0,0-1 0 0 0,0 1 1 0 0,0-1-1 0 0,0 0 0 0 0,3 2 1 0 0,9 4-46 0 0,1-1 1 0 0,0 0-1 0 0,1 0 1 0 0,24 4-1 0 0,65 8-1698 0 0,-50-13-1944 0 0,-39-3 1737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277 1 9266 0 0,'-21'2'2234'0'0,"19"-2"-2218"0"0,0 1-1 0 0,0-1 1 0 0,0 1 0 0 0,0 0 0 0 0,0 0 0 0 0,0 0 0 0 0,0 0 0 0 0,1 0-1 0 0,-1 0 1 0 0,0 0 0 0 0,1 0 0 0 0,-1 1 0 0 0,1-1 0 0 0,-1 1 0 0 0,1-1-1 0 0,0 1 1 0 0,-1 0 0 0 0,1 0 0 0 0,0-1 0 0 0,0 1 0 0 0,0 0-1 0 0,1 0 1 0 0,-1 0 0 0 0,0 0 0 0 0,0 4 0 0 0,0-1-5 0 0,-1-1 0 0 0,1 1 1 0 0,-1-1-1 0 0,0 1 0 0 0,-5 6 0 0 0,5-7 7 0 0,-1 0 0 0 0,1 1 0 0 0,0-1 0 0 0,0 0 0 0 0,1 1 0 0 0,-2 7 0 0 0,2 3 121 0 0,1 1 0 0 0,0-1 0 0 0,1 0 0 0 0,1 0 0 0 0,1-1-1 0 0,0 1 1 0 0,0 0 0 0 0,9 19 0 0 0,9 45 449 0 0,-20-70-423 0 0,1 0 0 0 0,-2 1 0 0 0,1-1 0 0 0,-1 0 0 0 0,-1 0 0 0 0,-2 17 0 0 0,2-23-163 0 0,1-1 1 0 0,-1 1 0 0 0,0-1-1 0 0,0 1 1 0 0,0-1-1 0 0,0 0 1 0 0,0 1-1 0 0,-1-1 1 0 0,1 0-1 0 0,-1 0 1 0 0,1 0-1 0 0,-1 0 1 0 0,0 0-1 0 0,0-1 1 0 0,0 1 0 0 0,0 0-1 0 0,0-1 1 0 0,0 1-1 0 0,0-1 1 0 0,-3 2-1 0 0,-4 0-33 0 0,1 0 0 0 0,-1-1 0 0 0,0 0 0 0 0,-13 2 0 0 0,14-3-49 0 0,0 0 1 0 0,1 0 0 0 0,0 1-1 0 0,-1 0 1 0 0,1 0 0 0 0,-8 5-1 0 0,9-4-100 0 0,1-1 0 0 0,0 1 1 0 0,-1-1-1 0 0,1-1 0 0 0,-1 1 0 0 0,-8 1 0 0 0,11-3-223 0 0,0 1 0 0 0,-1-1 1 0 0,1 0-1 0 0,0 0 0 0 0,0 0 1 0 0,0-1-1 0 0,-1 1 0 0 0,-3-2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62 10450 0 0,'0'-5'2926'0'0,"0"5"-2874"0"0,20-12 590 0 0,-9 7-602 0 0,0 0-1 0 0,18-6 0 0 0,-14 8 57 0 0,-8 2-83 0 0,-1-1 0 0 0,1 1 0 0 0,-1-1 0 0 0,9-4-1 0 0,-14 5-10 0 0,1 0-1 0 0,0 0 0 0 0,0 0 0 0 0,0 0 1 0 0,0 0-1 0 0,0 1 0 0 0,0-1 1 0 0,0 0-1 0 0,1 1 0 0 0,-1 0 0 0 0,0 0 1 0 0,0-1-1 0 0,0 1 0 0 0,0 1 0 0 0,1-1 1 0 0,-1 0-1 0 0,0 0 0 0 0,0 1 1 0 0,0-1-1 0 0,0 1 0 0 0,0 0 0 0 0,0 0 1 0 0,0-1-1 0 0,0 1 0 0 0,0 1 0 0 0,0-1 1 0 0,0 0-1 0 0,0 0 0 0 0,-1 1 1 0 0,1-1-1 0 0,-1 1 0 0 0,1-1 0 0 0,-1 1 1 0 0,1 0-1 0 0,-1-1 0 0 0,0 1 0 0 0,0 0 1 0 0,0 0-1 0 0,0 0 0 0 0,0 0 0 0 0,1 4 1 0 0,9 45 16 0 0,-9-35 10 0 0,2 0 0 0 0,0 0 0 0 0,7 17 0 0 0,-7-19 129 0 0,0-1 0 0 0,-1 1 0 0 0,0 0-1 0 0,-1 0 1 0 0,-1 0 0 0 0,0 0 0 0 0,-1 21-1 0 0,-1-10 708 0 0,5 27-1 0 0,-4-49-842 0 0,1-1 0 0 0,0 1-1 0 0,0-1 1 0 0,0 1 0 0 0,0-1-1 0 0,0 0 1 0 0,0 1 0 0 0,1-1 0 0 0,-1 0-1 0 0,1 0 1 0 0,-1 0 0 0 0,1 0-1 0 0,0 0 1 0 0,0 0 0 0 0,0 0 0 0 0,0-1-1 0 0,0 1 1 0 0,5 2 0 0 0,0 0-25 0 0,1 0 0 0 0,1-1 0 0 0,-1 1 1 0 0,13 2-1 0 0,-14-4-85 0 0,1-1 0 0 0,-1 0 1 0 0,1 0-1 0 0,-1-1 0 0 0,1 0 1 0 0,-1 0-1 0 0,1-1 0 0 0,13-2 0 0 0,0-2-869 0 0,35-15 0 0 0,-36 12 112 0 0,20-4-1927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1 315 8690 0 0,'0'-14'845'0'0,"5"-20"-794"0"0,-3 27 144 0 0,-1 0 1 0 0,1 0-1 0 0,-2 0 1 0 0,1 0 0 0 0,-1 0-1 0 0,0 0 1 0 0,-2-14-1 0 0,2 20-158 0 0,0 1-1 0 0,0-1 1 0 0,0 0-1 0 0,0 0 0 0 0,0 1 1 0 0,0-1-1 0 0,0 0 1 0 0,1 1-1 0 0,-1-1 1 0 0,0 1-1 0 0,0-1 0 0 0,1 0 1 0 0,-1 1-1 0 0,0-1 1 0 0,1 0-1 0 0,-1 1 0 0 0,0-1 1 0 0,1 1-1 0 0,-1-1 1 0 0,1 1-1 0 0,-1-1 1 0 0,1 1-1 0 0,-1 0 0 0 0,1-1 1 0 0,-1 1-1 0 0,1-1 1 0 0,0 1-1 0 0,-1 0 0 0 0,1 0 1 0 0,0-1-1 0 0,-1 1 1 0 0,1 0-1 0 0,1 0 1 0 0,27-7 237 0 0,-24 7-138 0 0,55-7 464 0 0,71 1 1 0 0,-28 3-381 0 0,253-25 487 0 0,-4-29-517 0 0,-350 57-195 0 0,2-1 21 0 0,0 1 1 0 0,0-1-1 0 0,-1 0 1 0 0,1 0-1 0 0,0 0 1 0 0,0-1-1 0 0,-1 1 1 0 0,1-1-1 0 0,-1 0 0 0 0,0 0 1 0 0,1 0-1 0 0,2-3 1 0 0,-6 4-15 0 0,0 1 1 0 0,0 0-1 0 0,0-1 1 0 0,0 1-1 0 0,0 0 0 0 0,0 0 1 0 0,0-1-1 0 0,-1 1 1 0 0,1 0-1 0 0,0-1 1 0 0,0 1-1 0 0,0 0 0 0 0,0 0 1 0 0,0-1-1 0 0,-1 1 1 0 0,1 0-1 0 0,0 0 0 0 0,0-1 1 0 0,0 1-1 0 0,-1 0 1 0 0,1 0-1 0 0,0 0 1 0 0,0 0-1 0 0,0-1 0 0 0,-1 1 1 0 0,1 0-1 0 0,0 0 1 0 0,-1 0-1 0 0,1 0 1 0 0,0 0-1 0 0,0 0 0 0 0,-1-1 1 0 0,1 1-1 0 0,0 0 1 0 0,-1 0-1 0 0,1 0 0 0 0,-1 0 1 0 0,-13-2 30 0 0,13 1-23 0 0,-8 1 11 0 0,0-1 0 0 0,0 1 1 0 0,0 1-1 0 0,0 0 1 0 0,0 0-1 0 0,0 1 0 0 0,0 0 1 0 0,0 0-1 0 0,0 1 0 0 0,1 0 1 0 0,-15 7-1 0 0,2-1 35 0 0,19-7-55 0 0,1-1-1 0 0,-1 1 1 0 0,0 0 0 0 0,0 0 0 0 0,1 0 0 0 0,-1-1 0 0 0,1 2 0 0 0,0-1 0 0 0,0 0 0 0 0,0 0 0 0 0,0 0-1 0 0,0 0 1 0 0,0 1 0 0 0,0-1 0 0 0,0 5 0 0 0,-8 15 54 0 0,5-15-48 0 0,1 1-1 0 0,0-1 1 0 0,0 0-1 0 0,1 1 1 0 0,0-1-1 0 0,0 1 1 0 0,1 0-1 0 0,0 0 1 0 0,1-1-1 0 0,-1 1 1 0 0,1 0-1 0 0,1 0 1 0 0,0 0-1 0 0,0 0 1 0 0,0-1-1 0 0,1 1 1 0 0,0 0-1 0 0,0-1 1 0 0,1 0-1 0 0,0 1 1 0 0,0-1-1 0 0,1 0 1 0 0,5 7-1 0 0,-8-13 16 0 0,1 1 0 0 0,0 0 0 0 0,-1 0 0 0 0,1-1 1 0 0,0 1-1 0 0,0-1 0 0 0,0 1 0 0 0,0-1 0 0 0,0 0 0 0 0,1 0 0 0 0,-1 0 0 0 0,0 0 0 0 0,0 0 0 0 0,1 0 0 0 0,-1-1 0 0 0,1 1 1 0 0,-1-1-1 0 0,0 1 0 0 0,5-1 0 0 0,18 5 194 0 0,7 8 42 0 0,-23-9-184 0 0,0 0 0 0 0,0-1 0 0 0,0 0 0 0 0,0-1 0 0 0,18 3 0 0 0,-16-4 3 0 0,-1 0 0 0 0,0-2 0 0 0,1 1 0 0 0,-1-1 0 0 0,0-1 0 0 0,0 1-1 0 0,0-2 1 0 0,0 0 0 0 0,0 0 0 0 0,0 0 0 0 0,-1-1 0 0 0,1-1 0 0 0,13-8 0 0 0,-20 10-45 0 0,-1 1 1 0 0,1-1 0 0 0,0 0-1 0 0,-1 0 1 0 0,1 0 0 0 0,-1 0-1 0 0,0 0 1 0 0,0 0 0 0 0,-1-1-1 0 0,1 1 1 0 0,1-5 0 0 0,10-45 238 0 0,-2 7-85 0 0,-2 25-122 0 0,-5 11-44 0 0,-1 1 1 0 0,1-1-1 0 0,1-13 0 0 0,-4 19-26 0 0,-1 0 0 0 0,0 1 1 0 0,0-1-1 0 0,0 0 0 0 0,0 0 0 0 0,0 1 1 0 0,-1-1-1 0 0,0 0 0 0 0,0 1 0 0 0,0-1 0 0 0,0 0 1 0 0,0 1-1 0 0,-3-4 0 0 0,2 3-33 0 0,-1 1 1 0 0,1 0-1 0 0,-1 0 0 0 0,0 0 1 0 0,0 0-1 0 0,0 1 0 0 0,0-1 1 0 0,-1 1-1 0 0,1 0 0 0 0,0 0 1 0 0,-1 0-1 0 0,0 0 0 0 0,1 1 1 0 0,-1 0-1 0 0,0-1 0 0 0,0 1 1 0 0,-8-1-1 0 0,-27-11-586 0 0,29 9 327 0 0,0 0 1 0 0,0 1 0 0 0,-1 0 0 0 0,1 1 0 0 0,-1 0 0 0 0,0 0 0 0 0,1 1-1 0 0,-1 1 1 0 0,0 0 0 0 0,0 0 0 0 0,0 1 0 0 0,-13 3 0 0 0,12-2-868 0 0,0 1 0 0 0,0 1 0 0 0,-14 5 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83 10850 0 0,'-1'-3'116'0'0,"0"0"-1"0"0,0 0 0 0 0,0 0 1 0 0,-1 0-1 0 0,1 0 0 0 0,-1 0 1 0 0,0 0-1 0 0,-3-4 0 0 0,-5-8 132 0 0,-5-22 783 0 0,15 41-1010 0 0,1 1 0 0 0,-1-1 0 0 0,0 1 0 0 0,0-1 0 0 0,-2 9 0 0 0,1 5-15 0 0,4 43-23 0 0,12 69 1 0 0,-1-7-19 0 0,9 60 170 0 0,-17-153-27 0 0,1-1-1 0 0,1 1 1 0 0,25 55-1 0 0,-30-78-84 0 0,0-1 0 0 0,0 0 0 0 0,1 0 1 0 0,0 0-1 0 0,4 5 0 0 0,-5-8 8 0 0,0-1-1 0 0,0 0 1 0 0,0 0 0 0 0,0 1 0 0 0,0-2-1 0 0,0 1 1 0 0,1 0 0 0 0,-1-1 0 0 0,1 1-1 0 0,6 0 1 0 0,13 8 315 0 0,-21-9-278 0 0,0 0 0 0 0,0 0-1 0 0,1 1 1 0 0,-1-2-1 0 0,1 1 1 0 0,-1 0-1 0 0,1 0 1 0 0,0-1-1 0 0,-1 1 1 0 0,1-1-1 0 0,-1 0 1 0 0,1 0-1 0 0,0 0 1 0 0,-1 0 0 0 0,1 0-1 0 0,0-1 1 0 0,-1 1-1 0 0,4-2 1 0 0,-3 1-16 0 0,1 0 1 0 0,-1-1 0 0 0,0 0-1 0 0,0 1 1 0 0,0-1 0 0 0,0-1-1 0 0,0 1 1 0 0,0 0 0 0 0,-1-1-1 0 0,1 1 1 0 0,-1-1 0 0 0,0 0-1 0 0,1 0 1 0 0,1-4 0 0 0,2-3 28 0 0,-1-1 1 0 0,8-23 0 0 0,-3 5 65 0 0,38-86 179 0 0,25-67 121 0 0,-61 146-317 0 0,-1 0 0 0 0,-3-1 0 0 0,6-45 0 0 0,-13 78-146 0 0,0 0 0 0 0,0 0 0 0 0,0 1 0 0 0,0-1 0 0 0,1 0 0 0 0,0 1 0 0 0,4-7-1 0 0,4-2-2655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53 113 11739 0 0,'0'0'245'0'0,"-9"12"216"0"0,-3 17-54 0 0,-9 37 1 0 0,18-55-289 0 0,0-1 0 0 0,2 1 0 0 0,-1-1 1 0 0,1 1-1 0 0,0 0 0 0 0,1 0 0 0 0,2 16 1 0 0,-1-25-21 0 0,0 1-1 0 0,-1-1 1 0 0,1 0 0 0 0,0 0 0 0 0,0 0 0 0 0,1 0-1 0 0,-1 0 1 0 0,0-1 0 0 0,1 1 0 0 0,-1 0 0 0 0,1 0-1 0 0,-1-1 1 0 0,1 1 0 0 0,0-1 0 0 0,0 0 0 0 0,0 1-1 0 0,0-1 1 0 0,0 0 0 0 0,0 0 0 0 0,0 0 0 0 0,0 0 0 0 0,0-1-1 0 0,0 1 1 0 0,0 0 0 0 0,1-1 0 0 0,3 1 0 0 0,1 0-30 0 0,0 0 0 0 0,0-1 0 0 0,0 0 0 0 0,1 0 0 0 0,-1 0 0 0 0,0-1 0 0 0,9-2 0 0 0,65-28 476 0 0,-74 28-482 0 0,0 0 1 0 0,-1-1-1 0 0,1 1 1 0 0,-1-1-1 0 0,0 0 1 0 0,0-1 0 0 0,0 1-1 0 0,0-1 1 0 0,-1 0-1 0 0,9-11 1 0 0,-7 7 75 0 0,1-1 1 0 0,-1 0-1 0 0,-1-1 1 0 0,0 1-1 0 0,9-23 1 0 0,-8 7 211 0 0,-5 20-266 0 0,-1 0-1 0 0,1 1 1 0 0,0-1-1 0 0,5-10 0 0 0,-5 12-53 0 0,0 0-1 0 0,0 0 1 0 0,-1 0-1 0 0,1 0 0 0 0,-1 0 1 0 0,0 0-1 0 0,0 0 1 0 0,-1-1-1 0 0,1 1 1 0 0,-1 0-1 0 0,0-1 0 0 0,-1-4 1 0 0,1 7-71 0 0,0 0-1 0 0,0-1 1 0 0,-1 1 0 0 0,1 0-1 0 0,-1 0 1 0 0,0 0 0 0 0,1 0-1 0 0,-1-1 1 0 0,0 1 0 0 0,0 0-1 0 0,0 0 1 0 0,-1 1 0 0 0,1-1-1 0 0,0 0 1 0 0,-1 0 0 0 0,1 0-1 0 0,-1 1 1 0 0,0-1 0 0 0,1 1 0 0 0,-1 0-1 0 0,0-1 1 0 0,0 1 0 0 0,-3-2-1 0 0,-5 0-939 0 0,-1-1-1 0 0,0 1 1 0 0,0 1-1 0 0,-19-2 1 0 0,-6 2-2696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47 7290 0 0,'-22'-13'4499'0'0,"16"9"-4443"0"0,1 0 0 0 0,-1 0-1 0 0,-1 1 1 0 0,1 0 0 0 0,0 0 0 0 0,-1 0-1 0 0,1 1 1 0 0,-1 0 0 0 0,0 0-1 0 0,0 1 1 0 0,0 0 0 0 0,0 0 0 0 0,-10 0-1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489 1 8706 0 0,'-30'-1'154'0'0,"0"2"0"0"0,0 1 0 0 0,0 1 1 0 0,-55 14-1 0 0,51-6 169 0 0,-1 0 0 0 0,-40 21 0 0 0,59-24-307 0 0,14-8-14 0 0,-1 1 0 0 0,1 0-1 0 0,0 0 1 0 0,0 0 0 0 0,0 0-1 0 0,-1 1 1 0 0,1-1 0 0 0,1 1-1 0 0,-1-1 1 0 0,0 1 0 0 0,0 0 0 0 0,1-1-1 0 0,-1 1 1 0 0,-2 4 0 0 0,-5 8-5 0 0,0 1 0 0 0,0 0 0 0 0,2 0 0 0 0,0 1 0 0 0,1 0 1 0 0,0 0-1 0 0,-5 32 0 0 0,-3 8 159 0 0,11-47-41 0 0,0-1-1 0 0,1 0 1 0 0,0 1 0 0 0,1-1 0 0 0,0 1 0 0 0,0 0 0 0 0,0-1 0 0 0,2 18-1 0 0,0-19 10 0 0,0-1 0 0 0,0 0 0 0 0,1 1 0 0 0,0-1 0 0 0,0 0-1 0 0,0 0 1 0 0,1 0 0 0 0,0 0 0 0 0,0-1 0 0 0,0 1-1 0 0,1-1 1 0 0,-1 1 0 0 0,1-1 0 0 0,1-1 0 0 0,-1 1-1 0 0,1 0 1 0 0,0-1 0 0 0,0 0 0 0 0,0 0 0 0 0,0-1 0 0 0,1 1-1 0 0,-1-1 1 0 0,1 0 0 0 0,7 2 0 0 0,23 6 357 0 0,0-3 1 0 0,45 6-1 0 0,-71-12-484 0 0,0 0 0 0 0,-1 1 0 0 0,1 0 0 0 0,10 5 0 0 0,-11-5-72 0 0,-1 0-1 0 0,1 0 0 0 0,0 0 0 0 0,0-1 0 0 0,15 2 1 0 0,3-3-1014 0 0,0-2-1 0 0,38-4 1 0 0,-36-1-1606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208 77 8978 0 0,'-2'0'184'0'0,"1"-1"-1"0"0,-1 1 1 0 0,0-1 0 0 0,1 0 0 0 0,-1 0-1 0 0,1 1 1 0 0,-1-1 0 0 0,1 0-1 0 0,-1 0 1 0 0,1-1 0 0 0,0 1 0 0 0,-1 0-1 0 0,1 0 1 0 0,-1-2 0 0 0,1 2-87 0 0,0 1-1 0 0,1-1 1 0 0,-1 0 0 0 0,0 1 0 0 0,1-1 0 0 0,-1 0 0 0 0,1 0 0 0 0,-1 0 0 0 0,1 1 0 0 0,-1-1 0 0 0,1 0 0 0 0,0 0-1 0 0,-1 0 1 0 0,1 0 0 0 0,0 0 0 0 0,0 0 0 0 0,-1 0 0 0 0,1 0 0 0 0,0 1 0 0 0,0-1 0 0 0,0 0 0 0 0,0 0 0 0 0,0 0-1 0 0,1 0 1 0 0,-1 0 0 0 0,0 0 0 0 0,1-1 0 0 0,0 1-72 0 0,1 0-1 0 0,0 0 1 0 0,-1 0-1 0 0,1 0 1 0 0,0 0-1 0 0,0 1 1 0 0,0-1 0 0 0,0 0-1 0 0,0 1 1 0 0,-1 0-1 0 0,1-1 1 0 0,0 1-1 0 0,0 0 1 0 0,0 0-1 0 0,0 0 1 0 0,3 0-1 0 0,21-3 14 0 0,-13-2-18 0 0,-4 1-27 0 0,1 0 0 0 0,-1 1 0 0 0,16-4 0 0 0,-22 7 7 0 0,-1-1-1 0 0,0 1 1 0 0,1 0-1 0 0,-1 0 1 0 0,1 0 0 0 0,-1 0-1 0 0,1 0 1 0 0,-1 0-1 0 0,1 1 1 0 0,-1-1-1 0 0,0 1 1 0 0,1 0-1 0 0,-1 0 1 0 0,0 0-1 0 0,0 0 1 0 0,1 0-1 0 0,-1 0 1 0 0,0 1-1 0 0,0-1 1 0 0,2 3 0 0 0,-2-3 2 0 0,-1 1 0 0 0,0 0 0 0 0,-1-1 1 0 0,1 1-1 0 0,0 0 0 0 0,0-1 1 0 0,-1 1-1 0 0,1 0 0 0 0,-1 0 1 0 0,1-1-1 0 0,-1 1 0 0 0,0 0 1 0 0,0 0-1 0 0,0 3 0 0 0,3 13 20 0 0,3-3-3 0 0,-4-10-16 0 0,1 0 0 0 0,-1 0-1 0 0,-1 1 1 0 0,1-1 0 0 0,-1 1 0 0 0,1-1-1 0 0,-1 1 1 0 0,-1-1 0 0 0,1 1 0 0 0,-1-1 0 0 0,0 1-1 0 0,-1 0 1 0 0,1-1 0 0 0,-1 1 0 0 0,0-1-1 0 0,-3 8 1 0 0,1-4 13 0 0,-1-1-1 0 0,0-1 1 0 0,0 1 0 0 0,-1 0-1 0 0,0-1 1 0 0,-1 0-1 0 0,1 0 1 0 0,-1-1 0 0 0,-1 0-1 0 0,1 0 1 0 0,-9 6-1 0 0,1-2 36 0 0,-1-1-1 0 0,0-1 0 0 0,0 0 0 0 0,-32 11 0 0 0,34-15 8 0 0,10-4-25 0 0,1 0-1 0 0,0 1 1 0 0,-1-1-1 0 0,1 1 1 0 0,0 0-1 0 0,0 0 1 0 0,0 0-1 0 0,-1 0 1 0 0,1 0-1 0 0,0 0 1 0 0,0 0-1 0 0,1 1 0 0 0,-1-1 1 0 0,0 1-1 0 0,0-1 1 0 0,-1 3-1 0 0,3-3-31 0 0,1 0 0 0 0,0 0 0 0 0,0-1 0 0 0,0 1-1 0 0,0 0 1 0 0,0-1 0 0 0,0 1 0 0 0,0-1-1 0 0,0 0 1 0 0,0 1 0 0 0,0-1 0 0 0,0 0 0 0 0,0 1-1 0 0,0-1 1 0 0,0 0 0 0 0,0 0 0 0 0,2 0-1 0 0,-1 0 4 0 0,39 8-9 0 0,-1 1 0 0 0,0 1 0 0 0,0 3 1 0 0,53 24-1 0 0,-92-36 16 0 0,0 0 0 0 0,1 0 0 0 0,-1 0 0 0 0,0 0 0 0 0,0 0 0 0 0,0 0 0 0 0,0 1 0 0 0,0-1 0 0 0,-1 0-1 0 0,1 0 1 0 0,0 1 0 0 0,0-1 0 0 0,-1 1 0 0 0,1-1 0 0 0,-1 1 0 0 0,1-1 0 0 0,-1 1 0 0 0,0-1 0 0 0,0 1 0 0 0,1-1 0 0 0,-1 1 0 0 0,0-1 0 0 0,0 1 0 0 0,-1 1 0 0 0,1 0-4 0 0,0-1 1 0 0,0 0-1 0 0,-1 1 1 0 0,1-1-1 0 0,-1 0 0 0 0,0 0 1 0 0,1 1-1 0 0,-1-1 1 0 0,0 0-1 0 0,0 0 0 0 0,-1 0 1 0 0,1 0-1 0 0,0 0 1 0 0,-1 0-1 0 0,1-1 0 0 0,-4 4 1 0 0,-14 6 14 0 0,0 0 1 0 0,-1-2 0 0 0,0 0-1 0 0,-30 8 1 0 0,32-11 0 0 0,-3 1-3 0 0,-15 6-175 0 0,-1-1 0 0 0,-1-2 0 0 0,-45 6 0 0 0,48-10-1108 0 0,4 9-1576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566 283 2048 0 0,'0'0'-542'0'0,"23"-23"3270"0"0,-17 16-1795 0 0,0 0 1 0 0,-1 0-1 0 0,6-10 0 0 0,3-7 136 0 0,-2-1-1 0 0,10-29 1 0 0,-11 12-103 0 0,-11 39-892 0 0,1 0 1 0 0,-1 0 0 0 0,0 0-1 0 0,0 0 1 0 0,0 0 0 0 0,-1 0-1 0 0,1 0 1 0 0,-1 0 0 0 0,1 0-1 0 0,-1 1 1 0 0,0-1 0 0 0,-2-4-1 0 0,0 4-57 0 0,1 1 0 0 0,-1-1 0 0 0,0 1 0 0 0,0 0 0 0 0,0 0-1 0 0,-1 0 1 0 0,1 0 0 0 0,-6-2 0 0 0,4 2 10 0 0,-1 0-24 0 0,0 0-1 0 0,0 0 1 0 0,-1 1-1 0 0,1 0 1 0 0,0 0-1 0 0,0 0 1 0 0,-1 1-1 0 0,1 0 1 0 0,0 0 0 0 0,-1 0-1 0 0,-10 3 1 0 0,-9 3 5 0 0,-36 13 0 0 0,55-17-11 0 0,-159 65-75 0 0,118-49 46 0 0,40-16 28 0 0,0 1 1 0 0,0 0 0 0 0,0 0 0 0 0,0 1-1 0 0,0 0 1 0 0,-12 8 0 0 0,8-2 0 0 0,0 0 0 0 0,0 1 1 0 0,1 1-1 0 0,1-1 0 0 0,0 2 1 0 0,0-1-1 0 0,1 2 0 0 0,1-1 1 0 0,0 1-1 0 0,1 0 0 0 0,1 0 1 0 0,0 1-1 0 0,1 0 0 0 0,0 0 1 0 0,-4 28-1 0 0,7-35-5 0 0,1 1 0 0 0,-2-1-1 0 0,1 0 1 0 0,-5 9 0 0 0,5-12 25 0 0,0 1 0 0 0,0-1 0 0 0,0 1 1 0 0,0 0-1 0 0,1-1 0 0 0,0 1 0 0 0,0 0 1 0 0,0 0-1 0 0,1 0 0 0 0,0 0 0 0 0,1 8 1 0 0,0-10-3 0 0,-1 0 1 0 0,1 1 0 0 0,0-1 0 0 0,0 0 0 0 0,1 0 0 0 0,-1 0 0 0 0,1 0 0 0 0,0 0 0 0 0,0 0 0 0 0,0 0-1 0 0,0 0 1 0 0,1-1 0 0 0,0 1 0 0 0,0-1 0 0 0,0 0 0 0 0,0 0 0 0 0,0 0 0 0 0,0 0 0 0 0,1 0 0 0 0,0-1-1 0 0,-1 1 1 0 0,1-1 0 0 0,0 0 0 0 0,0 0 0 0 0,6 1 0 0 0,34 11 30 0 0,-1-3 0 0 0,87 11-1 0 0,-119-21-56 0 0,-1 2-1 0 0,0-1 0 0 0,0 1 0 0 0,13 6 1 0 0,-12-4-253 0 0,0-1 1 0 0,0-1 0 0 0,0 0 0 0 0,13 2-1 0 0,19-3-1737 0 0,-21-2 323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172 176 8170 0 0,'-7'-15'334'0'0,"-3"-38"246"0"0,4 22 683 0 0,-11-36-1 0 0,17 67-1259 0 0,0-1-1 0 0,0 1 0 0 0,0-1 1 0 0,-1 1-1 0 0,1-1 1 0 0,0 1-1 0 0,0 0 0 0 0,0-1 1 0 0,0 1-1 0 0,-1-1 1 0 0,1 1-1 0 0,0 0 0 0 0,-1-1 1 0 0,1 1-1 0 0,0-1 1 0 0,-1 1-1 0 0,1 0 0 0 0,0-1 1 0 0,-1 1-1 0 0,1 0 1 0 0,0 0-1 0 0,-1-1 0 0 0,1 1 1 0 0,-1 0-1 0 0,1 0 1 0 0,-1 0-1 0 0,1 0 0 0 0,-1-1 1 0 0,1 1-1 0 0,0 0 1 0 0,-1 0-1 0 0,1 0 0 0 0,-1 0 1 0 0,1 0-1 0 0,-1 0 1 0 0,1 0-1 0 0,-1 0 1 0 0,1 0-1 0 0,-1 0 0 0 0,1 1 1 0 0,-1-1-1 0 0,1 0 1 0 0,-1 0-1 0 0,1 0 0 0 0,0 1 1 0 0,-1-1-1 0 0,1 0 1 0 0,-1 1-1 0 0,-1 0-7 0 0,1 0 0 0 0,-1 0 0 0 0,1 1-1 0 0,0-1 1 0 0,-1 0 0 0 0,1 1 0 0 0,0 0 0 0 0,0-1 0 0 0,0 1-1 0 0,0-1 1 0 0,-1 5 0 0 0,-14 54 37 0 0,2 1-1 0 0,-10 115 0 0 0,24-175-30 0 0,-1 14-11 0 0,-1-1-1 0 0,0 0 1 0 0,-1 0 0 0 0,-1 0 0 0 0,-7 20-1 0 0,6-24-14 0 0,2 0 0 0 0,0 0 0 0 0,0 0-1 0 0,1 1 1 0 0,0-1 0 0 0,0 1-1 0 0,1-1 1 0 0,1 19 0 0 0,1-23-485 0 0,0 1 1 0 0,0 0 0 0 0,0 0 0 0 0,5 11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82 73 11666 0 0,'0'-1'70'0'0,"0"0"-1"0"0,0 0 0 0 0,0 0 0 0 0,0 1 0 0 0,1-1 0 0 0,-1 0 0 0 0,0 0 0 0 0,1 1 0 0 0,-1-1 0 0 0,0 0 0 0 0,1 1 0 0 0,-1-1 0 0 0,1 0 0 0 0,-1 1 0 0 0,2-2 0 0 0,35-8 222 0 0,2 2 0 0 0,60-6 0 0 0,-17 3-573 0 0,-51 6-85 0 0,43-7-4618 0 0</inkml:trace>
  <inkml:trace contextRef="#ctx0" brushRef="#br0" timeOffset="1">5 365 9762 0 0,'-5'0'3193'0'0,"7"0"-3185"0"0,-1 0 56 0 0,15-1-64 0 0,18-4-8 0 0,4-1 8 0 0,8 0 0 0 0,7-2 0 0 0,14-3-1513 0 0,4-1-807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44 306 2361 0 0,'-1'-33'3687'0'0,"-4"-17"-2364"0"0,-1-32 23 0 0,4-48 1407 0 0,2 129-2761 0 0,0 1 0 0 0,0-1 0 0 0,0 1 0 0 0,0-1 0 0 0,0 1 0 0 0,1 0-1 0 0,-1-1 1 0 0,0 1 0 0 0,0-1 0 0 0,0 1 0 0 0,0-1 0 0 0,0 1 0 0 0,1-1-1 0 0,-1 1 1 0 0,0 0 0 0 0,0-1 0 0 0,1 1 0 0 0,-1 0 0 0 0,0-1 0 0 0,1 1-1 0 0,-1 0 1 0 0,0-1 0 0 0,1 1 0 0 0,-1 0 0 0 0,1-1 0 0 0,-1 1 8 0 0,1 0 0 0 0,-1 1 0 0 0,1-1 0 0 0,-1 0 1 0 0,0 0-1 0 0,1 0 0 0 0,-1 1 0 0 0,0-1 0 0 0,1 0 1 0 0,-1 1-1 0 0,0-1 0 0 0,1 0 0 0 0,-1 1 0 0 0,0-1 0 0 0,1 0 1 0 0,-1 1-1 0 0,0-1 0 0 0,0 0 0 0 0,0 1 0 0 0,1-1 0 0 0,-1 1 1 0 0,0-1-1 0 0,0 1 0 0 0,0-1 0 0 0,0 0 0 0 0,0 1 0 0 0,0-1 1 0 0,0 1-1 0 0,0-1 0 0 0,0 1 0 0 0,0-1 0 0 0,0 0 1 0 0,0 1-1 0 0,0-1 0 0 0,0 1 0 0 0,2 100-2 0 0,-15 136 0 0 0,5-134 6 0 0,-1 11 77 0 0,-5 127-181 0 0,14-238-82 0 0,0-2 32 0 0,0 0-1 0 0,0 0 0 0 0,0 0 1 0 0,0 0-1 0 0,0 0 0 0 0,0 0 1 0 0,0 0-1 0 0,0 0 0 0 0,1 0 1 0 0,-1 0-1 0 0,0 0 0 0 0,1 0 1 0 0,-1 0-1 0 0,1 1 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111 109 10354 0 0,'-3'-8'78'0'0,"2"6"-210"0"0,4 8 241 0 0,-2-2-79 0 0,-1 1 0 0 0,1 0 0 0 0,0-1 1 0 0,-1 1-1 0 0,0-1 0 0 0,0 1 0 0 0,-1 0 0 0 0,1-1 0 0 0,-2 6 1 0 0,1-4-4 0 0,-5 26-2 0 0,-1-1 0 0 0,-2 0 0 0 0,-20 50 0 0 0,17-54-9 0 0,2 1 0 0 0,1 0 0 0 0,1 1 0 0 0,-7 53 0 0 0,13-71 36 0 0,1 0 0 0 0,1 0 0 0 0,0 0-1 0 0,0 1 1 0 0,1-1 0 0 0,1 0 0 0 0,0 0-1 0 0,0-1 1 0 0,1 1 0 0 0,7 17 0 0 0,-8-26-14 0 0,0 1-1 0 0,0 0 1 0 0,0-1 0 0 0,0 0 0 0 0,1 1 0 0 0,-1-1 0 0 0,1 0-1 0 0,-1 0 1 0 0,1-1 0 0 0,0 1 0 0 0,0 0 0 0 0,0-1 0 0 0,0 0-1 0 0,0 0 1 0 0,0 0 0 0 0,3 1 0 0 0,2 0 14 0 0,-1 0 0 0 0,1-1 0 0 0,-1 0 0 0 0,1 0 0 0 0,14-1 0 0 0,-15-1-15 0 0,-1-1 0 0 0,0 1 0 0 0,1-1 1 0 0,-1 0-1 0 0,0-1 0 0 0,0 0 0 0 0,-1 0 1 0 0,11-6-1 0 0,7-5 69 0 0,-19 12-91 0 0,-1 1 0 0 0,0-2 0 0 0,0 1 1 0 0,-1 0-1 0 0,1 0 0 0 0,0-1 0 0 0,-1 0 0 0 0,0 1 0 0 0,1-1 0 0 0,-1 0 1 0 0,0 0-1 0 0,-1 0 0 0 0,1 0 0 0 0,0-1 0 0 0,-1 1 0 0 0,2-5 0 0 0,1-6 73 0 0,-1-1 1 0 0,3-26-1 0 0,-4 28-3 0 0,-1 0 1 0 0,2 0 0 0 0,4-12-1 0 0,0 6 47 0 0,-3 9-23 0 0,0-1-1 0 0,0 0 1 0 0,-1 0-1 0 0,0 0 1 0 0,1-20-1 0 0,-3 10-21 0 0,-2 0 0 0 0,0 0 1 0 0,-2 0-1 0 0,0 0 0 0 0,-1 1 0 0 0,-1-1 0 0 0,-1 1 0 0 0,-1 0 1 0 0,-1 0-1 0 0,-17-32 0 0 0,15 33-99 0 0,8 14-9 0 0,-1 0-1 0 0,1 0 1 0 0,-1 0-1 0 0,0 1 1 0 0,0-1-1 0 0,0 1 1 0 0,0-1 0 0 0,-1 1-1 0 0,0 0 1 0 0,0 1-1 0 0,0-1 1 0 0,0 1-1 0 0,-1-1 1 0 0,-4-1 0 0 0,-59-26-820 0 0,64 30 678 0 0,1 0 0 0 0,0 0-1 0 0,0 0 1 0 0,-1 0 0 0 0,1 0-1 0 0,-1 1 1 0 0,1 0-1 0 0,-1 0 1 0 0,1 0 0 0 0,0 0-1 0 0,-1 0 1 0 0,1 0 0 0 0,-1 1-1 0 0,1 0 1 0 0,-1 0 0 0 0,1 0-1 0 0,0 0 1 0 0,0 0-1 0 0,-6 3 1 0 0,-18 10-2300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1 293 6513 0 0,'0'0'108'0'0,"6"20"3102"0"0,-5-19-3159 0 0,0 0 0 0 0,0-1 0 0 0,-1 1 1 0 0,1-1-1 0 0,0 1 0 0 0,0-1 0 0 0,1 0 0 0 0,-1 1 0 0 0,0-1 0 0 0,0 0 0 0 0,0 0 0 0 0,0 1 0 0 0,0-1 0 0 0,0 0 0 0 0,0 0 0 0 0,0 0 0 0 0,0-1 0 0 0,0 1 0 0 0,1 0 0 0 0,-1 0 0 0 0,0 0 0 0 0,1-2 0 0 0,27-11 158 0 0,-17 8-70 0 0,-7 2-127 0 0,-1 0 0 0 0,1 0 0 0 0,-1 0 0 0 0,0-1 0 0 0,0 1 0 0 0,0-1 0 0 0,-1 0 0 0 0,1 0 0 0 0,-1 0 0 0 0,0-1 0 0 0,0 1 0 0 0,0-1 0 0 0,2-8 0 0 0,4-6 5 0 0,-1 0 0 0 0,6-24 0 0 0,-9 27 265 0 0,0 1-1 0 0,12-26 1 0 0,-8 27-407 0 0,-9 14 121 0 0,1 0 0 0 0,-1 0 0 0 0,0 0 0 0 0,0 0 0 0 0,0 0 0 0 0,0 0 0 0 0,0 0 0 0 0,0 0 0 0 0,1 0 0 0 0,-1 0 0 0 0,0 0 0 0 0,0 0 0 0 0,0 0 0 0 0,0 0 0 0 0,0 0 0 0 0,0 1 0 0 0,1-1 0 0 0,-1 0 0 0 0,0 0 0 0 0,0 0 0 0 0,0 0 0 0 0,0 0 0 0 0,0 0 0 0 0,0 0 0 0 0,0 0 0 0 0,0 0 0 0 0,0 0 0 0 0,0 1 0 0 0,1-1 0 0 0,-1 0 0 0 0,0 0 0 0 0,0 0 0 0 0,0 0 0 0 0,0 0 0 0 0,0 0 0 0 0,0 1 0 0 0,0-1 0 0 0,0 0 0 0 0,0 0 0 0 0,0 0 0 0 0,0 0 0 0 0,0 0 0 0 0,0 0 0 0 0,0 1 0 0 0,0-1 0 0 0,0 0 0 0 0,0 0 0 0 0,0 0 0 0 0,0 0 0 0 0,0 0 0 0 0,-2 31-101 0 0,2-31 111 0 0,-5 29-28 0 0,-9 31-1 0 0,8-42 37 0 0,2 0 0 0 0,0 0 0 0 0,1 0 0 0 0,1 0 0 0 0,0 33 0 0 0,3-49-1 0 0,-1 0 0 0 0,1 0 0 0 0,-1 0 0 0 0,1-1 0 0 0,-1 1 0 0 0,1 0 0 0 0,0-1 0 0 0,0 1 0 0 0,0 0 0 0 0,0-1-1 0 0,0 1 1 0 0,0-1 0 0 0,1 0 0 0 0,-1 1 0 0 0,0-1 0 0 0,1 0 0 0 0,-1 0 0 0 0,1 0 0 0 0,-1 1 0 0 0,1-2 0 0 0,0 1 0 0 0,-1 0 0 0 0,1 0 0 0 0,0-1 0 0 0,0 1 0 0 0,-1 0 0 0 0,1-1 0 0 0,0 0 0 0 0,0 1 0 0 0,0-1 0 0 0,3 0 0 0 0,1 0 17 0 0,1 0 0 0 0,-1 0 0 0 0,1 0 0 0 0,-1-1 0 0 0,0 0 0 0 0,1 0 0 0 0,-1-1 0 0 0,8-2 0 0 0,0-1 14 0 0,-10 3-30 0 0,0 1 0 0 0,0-1 0 0 0,0 0 0 0 0,0 1-1 0 0,0-2 1 0 0,0 1 0 0 0,0 0 0 0 0,-1-1 0 0 0,1 0 0 0 0,3-4-1 0 0,7-9 13 0 0,-2 0-1 0 0,0 0 0 0 0,-1-2 1 0 0,-1 1-1 0 0,0-1 0 0 0,-1-1 1 0 0,-1 1-1 0 0,-1-1 0 0 0,-1-1 1 0 0,-1 1-1 0 0,6-36 0 0 0,-11 51-21 0 0,1-1-1 0 0,1 1 0 0 0,-1 0 1 0 0,0-1-1 0 0,1 1 0 0 0,3-5 1 0 0,-3 5-28 0 0,0 0 1 0 0,-1 1 0 0 0,1-1-1 0 0,-1 0 1 0 0,0 0 0 0 0,0 0-1 0 0,0 0 1 0 0,1-7 0 0 0,-16 33-244 0 0,4 5 264 0 0,1 0 1 0 0,2 0-1 0 0,0 1 0 0 0,2-1 1 0 0,1 1-1 0 0,1 1 0 0 0,1-1 1 0 0,5 55-1 0 0,-2-73 6 0 0,2 0 0 0 0,-1-1-1 0 0,1 1 1 0 0,1-1 0 0 0,6 14-1 0 0,8 19 62 0 0,-17-39-60 0 0,0 1 0 0 0,1-1 0 0 0,-1 0 0 0 0,1 1 0 0 0,0-1 0 0 0,0 0 0 0 0,0 0 0 0 0,1 0 0 0 0,-1-1 0 0 0,1 1 0 0 0,-1-1 0 0 0,1 1 0 0 0,0-1 0 0 0,4 3 0 0 0,4 1-166 0 0,0 0-1 0 0,24 7 1 0 0,0 2-1613 0 0,-14-3-1261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464 10 10946 0 0,'-1'-1'4'0'0,"1"1"0"0"0,-1-1-1 0 0,0 0 1 0 0,0 0 0 0 0,0 1 0 0 0,0-1-1 0 0,0 0 1 0 0,0 1 0 0 0,0-1-1 0 0,0 1 1 0 0,0-1 0 0 0,-1 1-1 0 0,1 0 1 0 0,0-1 0 0 0,0 1-1 0 0,0 0 1 0 0,0 0 0 0 0,-1 0 0 0 0,-1 0-1 0 0,1 0 36 0 0,0 1-1 0 0,-1 0 1 0 0,1-1-1 0 0,0 1 1 0 0,0 0-1 0 0,0 0 1 0 0,-1 0-1 0 0,1 1 1 0 0,-3 1-1 0 0,-1 4-13 0 0,0 0 0 0 0,0-1 0 0 0,1 2 1 0 0,0-1-1 0 0,-7 13 0 0 0,3-6-15 0 0,-6 12-14 0 0,1 1-1 0 0,1 0 0 0 0,2 0 0 0 0,0 1 0 0 0,2 1 1 0 0,-7 38-1 0 0,3 11-25 0 0,-3 91 0 0 0,-12 389 27 0 0,26-537 13 0 0,-1-1-1 0 0,0 0 0 0 0,-10 30 0 0 0,6-25 3 0 0,-6 41-1 0 0,8 13-40 0 0,3-40 301 0 0,-8 46-1 0 0,8-74-166 0 0,-1 0 0 0 0,0 0 1 0 0,0 0-1 0 0,-1 0 0 0 0,0 0 0 0 0,-1-1 0 0 0,-1 0 1 0 0,-9 15-1 0 0,12-23-94 0 0,1 0 0 0 0,-1-1 0 0 0,0 1-1 0 0,1 0 1 0 0,-1-1 0 0 0,0 0 0 0 0,0 0 0 0 0,0 0 0 0 0,0 0 0 0 0,0 0 0 0 0,-4 0 0 0 0,-20 8-109 0 0,25-7-86 0 0,-1-1 0 0 0,0 1-1 0 0,0-1 1 0 0,0 0 0 0 0,1 0 0 0 0,-1 0-1 0 0,-1 0 1 0 0,1 0 0 0 0,0-1-1 0 0,0 0 1 0 0,-5 1 0 0 0,-4-1-1707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0 119 11658 0 0,'0'-1'93'0'0,"0"0"0"0"0,0 1 0 0 0,0-1 0 0 0,1 0 0 0 0,-1 1 0 0 0,0-1 0 0 0,0 0 0 0 0,1 1 0 0 0,-1-1 0 0 0,0 1 0 0 0,1-1 0 0 0,-1 1 0 0 0,0-1 0 0 0,1 1-1 0 0,-1-1 1 0 0,1 1 0 0 0,-1-1 0 0 0,1 0 0 0 0,33-11 158 0 0,0 1 0 0 0,0 2-1 0 0,1 2 1 0 0,57-6 0 0 0,0-1-377 0 0,16-8-1018 0 0,-37 3-3872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504 38 9154 0 0,'-3'0'157'0'0,"1"-1"0"0"0,-1 0 0 0 0,0 0 0 0 0,1 0 0 0 0,0 0 0 0 0,-1-1 0 0 0,-3-2 0 0 0,-2-1 11 0 0,-2 1-148 0 0,0 0 0 0 0,-1 0 0 0 0,0 2 1 0 0,0-1-1 0 0,0 1 0 0 0,0 1 0 0 0,0 0 0 0 0,0 0 0 0 0,0 1 0 0 0,0 1 0 0 0,0-1 0 0 0,0 2 0 0 0,0 0 0 0 0,0 0 0 0 0,0 1 0 0 0,1 0 0 0 0,-1 1 0 0 0,1 0 1 0 0,0 1-1 0 0,-11 7 0 0 0,10-6-27 0 0,4-3-1 0 0,0 1 1 0 0,0 0-1 0 0,1 0 0 0 0,-1 1 0 0 0,1 0 0 0 0,0 0 1 0 0,0 1-1 0 0,1-1 0 0 0,0 1 0 0 0,0 0 0 0 0,-7 12 1 0 0,-7 16 21 0 0,2 0 0 0 0,2 2 1 0 0,1-1-1 0 0,1 2 0 0 0,3 0 1 0 0,0 0-1 0 0,-3 42 0 0 0,10-65 49 0 0,0-1-1 0 0,-8 23 1 0 0,7-27 2 0 0,1 1 0 0 0,0-1 1 0 0,1 1-1 0 0,0 0 1 0 0,1-1-1 0 0,-1 20 1 0 0,2-21-14 0 0,2 1 0 0 0,-1-1-1 0 0,1 1 1 0 0,0-1 0 0 0,1 0 0 0 0,4 9 0 0 0,0 3 100 0 0,-6-18-125 0 0,0 1 1 0 0,1-1 0 0 0,-1 1 0 0 0,1-1 0 0 0,-1 0 0 0 0,1 1 0 0 0,0-1 0 0 0,0 0 0 0 0,0 0-1 0 0,0 0 1 0 0,0-1 0 0 0,1 1 0 0 0,-1 0 0 0 0,0-1 0 0 0,1 1 0 0 0,-1-1 0 0 0,1 0 0 0 0,0 0-1 0 0,-1 0 1 0 0,4 1 0 0 0,8 1 74 0 0,1 0 1 0 0,27 2-1 0 0,10 2 58 0 0,-15 5-65 0 0,-26-7-82 0 0,0-1 0 0 0,0-1-1 0 0,0 0 1 0 0,21 2 0 0 0,-14-5-446 0 0,1 0 1 0 0,0-1-1 0 0,-1 0 1 0 0,36-9 0 0 0,-25 3-1254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50 10882 0 0,'0'0'30'0'0,"0"-1"-43"0"0,0 0 0 0 0,0 1 1 0 0,0-1-1 0 0,0 1 0 0 0,0-1 1 0 0,1 0-1 0 0,-1 1 1 0 0,0-1-1 0 0,0 1 0 0 0,1-1 1 0 0,-1 1-1 0 0,0-1 0 0 0,1 1 1 0 0,-1-1-1 0 0,0 1 0 0 0,1-1 1 0 0,-1 1-1 0 0,1-1 1 0 0,-1 1-1 0 0,2-1 0 0 0,2-1 20 0 0,62-25-7 0 0,-60 25-2 0 0,0 0 0 0 0,0 1 1 0 0,1-1-1 0 0,-1 1 0 0 0,0 1 0 0 0,0-1 0 0 0,1 1 0 0 0,-1 0 0 0 0,10 2 0 0 0,-15-1-2 0 0,1 0 0 0 0,0-1 0 0 0,-1 1-1 0 0,0 0 1 0 0,1 1 0 0 0,-1-1 0 0 0,0 0-1 0 0,1 0 1 0 0,-1 0 0 0 0,0 1-1 0 0,0-1 1 0 0,0 1 0 0 0,0-1 0 0 0,0 1-1 0 0,0-1 1 0 0,-1 1 0 0 0,2 2 0 0 0,9 30-32 0 0,-9-25 37 0 0,-1 0-1 0 0,0-1 0 0 0,0 1 0 0 0,-1 0 1 0 0,0 0-1 0 0,-1 0 0 0 0,0-1 1 0 0,0 1-1 0 0,-1 0 0 0 0,-4 13 0 0 0,-2 1 44 0 0,-2-1-1 0 0,-19 35 1 0 0,17-31 42 0 0,9-19-41 0 0,1-1-1 0 0,-1 0 0 0 0,-1 1 0 0 0,-4 6 1 0 0,-28 26 396 0 0,26-29-74 0 0,1 1 0 0 0,0-1 0 0 0,-11 17 0 0 0,15-20 98 0 0,-9 13 418 0 0,14-20-864 0 0,0 1 1 0 0,0-1 0 0 0,0 0 0 0 0,-1 1 0 0 0,1-1 0 0 0,0 1 0 0 0,0-1 0 0 0,0 0 0 0 0,0 1 0 0 0,0-1 0 0 0,0 1 0 0 0,0-1 0 0 0,0 0 0 0 0,0 1 0 0 0,0-1 0 0 0,0 1 0 0 0,0-1 0 0 0,0 0 0 0 0,0 1 0 0 0,0-1 0 0 0,0 1 0 0 0,0-1 0 0 0,1 0 0 0 0,-1 1 0 0 0,0-1 0 0 0,0 0 0 0 0,0 1 0 0 0,1-1 0 0 0,-1 0 0 0 0,0 1 0 0 0,1-1 0 0 0,-1 0 0 0 0,0 1 0 0 0,0-1 0 0 0,1 0 0 0 0,-1 0-1 0 0,0 0 1 0 0,1 1 0 0 0,-1-1 0 0 0,1 0 0 0 0,-1 0 0 0 0,0 0 0 0 0,1 0 0 0 0,-1 0 0 0 0,1 1 0 0 0,25 3-88 0 0,-1 0 0 0 0,1-2 0 0 0,0-1 0 0 0,0-1-1 0 0,0-1 1 0 0,0-2 0 0 0,0 0 0 0 0,35-10 0 0 0,-48 10-1103 0 0,1-2-1 0 0,-1 1 1 0 0,20-12 0 0 0,-13 6-1084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 12835 0 0,'0'0'136'0'0,"2"0"-184"0"0,1 0 0 0 0,23-1 56 0 0,-1-1-56 0 0,2 2 16 0 0,-4 0-32 0 0,-1 0-312 0 0,-2 2 24 0 0,-2 1-1705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10 722 12955 0 0,'-2'0'696'0'0,"-1"0"-544"0"0,2 0-152 0 0,-1 0-160 0 0,1 0-88 0 0,1 1-48 0 0,0 1-40 0 0,20 1-2497 0 0,0-5 1521 0 0</inkml:trace>
  <inkml:trace contextRef="#ctx0" brushRef="#br0" timeOffset="1">456 4 6513 0 0,'-9'-2'6263'0'0,"2"0"-6743"0"0,1 15 455 0 0,-1 23 59 0 0,1 0 1 0 0,2 1 0 0 0,1 66-1 0 0,2-38-48 0 0,-5 47-72 0 0,-1 71 274 0 0,8-145-525 0 0,1 0 0 0 0,13 66-1 0 0,-12-89-1274 0 0,1-1-355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137 144 6801 0 0,'-2'1'224'0'0,"1"-1"1"0"0,-1 0-1 0 0,0 1 0 0 0,1-1 0 0 0,-1 1 0 0 0,1-1 0 0 0,-1 1 0 0 0,1 0 0 0 0,-1 0 0 0 0,1-1 0 0 0,0 1 0 0 0,-1 0 0 0 0,1 0 0 0 0,0 0 0 0 0,0 1 0 0 0,0-1 0 0 0,-1 0 0 0 0,1 0 0 0 0,-1 3 0 0 0,-14 25-748 0 0,15-27 670 0 0,-11 25-9 0 0,0 0 1 0 0,2 2 0 0 0,2-1-1 0 0,-8 41 1 0 0,13-57-80 0 0,0 0 0 0 0,-7 20-1 0 0,7-26-27 0 0,0 0 0 0 0,1 1 0 0 0,0-1-1 0 0,0 0 1 0 0,1 1 0 0 0,0-1 0 0 0,0 1 0 0 0,0-1-1 0 0,1 1 1 0 0,0-1 0 0 0,0 1 0 0 0,1-1-1 0 0,0 1 1 0 0,2 9 0 0 0,-2-14 5 0 0,0 0 1 0 0,0-1-1 0 0,0 1 1 0 0,0-1-1 0 0,1 0 1 0 0,-1 1-1 0 0,0-1 1 0 0,1 0-1 0 0,-1 0 0 0 0,1 0 1 0 0,-1 0-1 0 0,1 0 1 0 0,0 0-1 0 0,-1 0 1 0 0,1 0-1 0 0,0-1 1 0 0,3 2-1 0 0,31 4 98 0 0,-24-6-109 0 0,1-1 1 0 0,-1-1-1 0 0,0 0 1 0 0,1-1 0 0 0,-1-1-1 0 0,-1 0 1 0 0,1 0-1 0 0,0-1 1 0 0,-1 0-1 0 0,0-1 1 0 0,12-9 0 0 0,0 4 58 0 0,-18 9-59 0 0,-1 0-1 0 0,1 0 0 0 0,-1 0 0 0 0,0-1 1 0 0,0 0-1 0 0,7-5 0 0 0,9-12 132 0 0,0 0 0 0 0,24-34 0 0 0,-38 45-131 0 0,1-1 0 0 0,-2 1 1 0 0,0-2-1 0 0,0 1 0 0 0,-1 0 0 0 0,0-1 0 0 0,0 0 1 0 0,-1 0-1 0 0,1-14 0 0 0,-2 15-11 0 0,0 0 0 0 0,1 1-1 0 0,6-16 1 0 0,-5 17 5 0 0,-1-1 0 0 0,-1 1 0 0 0,1 0 0 0 0,-1-1 0 0 0,1-13 0 0 0,-3 14-35 0 0,1 0 0 0 0,-2 1 0 0 0,1-1 0 0 0,-1 0 0 0 0,0 1 0 0 0,-1-1 1 0 0,-4-13-1 0 0,5 18-7 0 0,0 0 1 0 0,-1 0 0 0 0,1 1-1 0 0,-1-1 1 0 0,1 0 0 0 0,-1 1 0 0 0,0 0-1 0 0,0-1 1 0 0,0 1 0 0 0,0 0-1 0 0,-1 0 1 0 0,1 0 0 0 0,-1 0 0 0 0,1 1-1 0 0,-1-1 1 0 0,1 0 0 0 0,-1 1-1 0 0,0 0 1 0 0,0 0 0 0 0,0 0 0 0 0,1 0-1 0 0,-5 0 1 0 0,-2-2-59 0 0,0 1 1 0 0,0-1-1 0 0,-9-4 1 0 0,12 4-13 0 0,-1 0-1 0 0,1 1 1 0 0,-1 0 0 0 0,1 0-1 0 0,-1 1 1 0 0,1 0 0 0 0,-12-1 0 0 0,12 2-304 0 0,1 0-1 0 0,0 1 1 0 0,-1-1 0 0 0,1 1 0 0 0,0 0 0 0 0,-8 3-1 0 0,-5 4-1890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3 371 7642 0 0,'-3'-5'2744'0'0,"76"-114"-2345"0"0,28-49-243 0 0,-101 168-151 0 0,0 0 0 0 0,0 0 0 0 0,0 0 0 0 0,0-1 0 0 0,0 1-1 0 0,0 0 1 0 0,0 0 0 0 0,0 0 0 0 0,0 0 0 0 0,0 0 0 0 0,1 0 0 0 0,-1-1 0 0 0,0 1 0 0 0,0 0-1 0 0,0 0 1 0 0,0 0 0 0 0,0 0 0 0 0,0 0 0 0 0,0 0 0 0 0,0 0 0 0 0,0 0 0 0 0,0-1 0 0 0,0 1 0 0 0,0 0-1 0 0,1 0 1 0 0,-1 0 0 0 0,0 0 0 0 0,0 0 0 0 0,0 0 0 0 0,0 0 0 0 0,0 0 0 0 0,0 0 0 0 0,1 0 0 0 0,-1 0-1 0 0,0 0 1 0 0,0 0 0 0 0,0 0 0 0 0,0 0 0 0 0,0 0 0 0 0,0 0 0 0 0,1 0 0 0 0,-1 0 0 0 0,0 0 0 0 0,0 0-1 0 0,0 0 1 0 0,0 0 0 0 0,0 0 0 0 0,0 0 0 0 0,0 0 0 0 0,1 0 0 0 0,-1 0 0 0 0,0 0 0 0 0,0 0 0 0 0,0 0-1 0 0,0 1 1 0 0,0-1 0 0 0,0 0 0 0 0,0 0 0 0 0,1 0 0 0 0,0 11 88 0 0,-4 14-67 0 0,-13 46 50 0 0,10-49 66 0 0,0 1 1 0 0,2 0-1 0 0,-3 44 1 0 0,7-67-122 0 0,0 1 0 0 0,1 0 0 0 0,-1 0 0 0 0,0-1 1 0 0,1 1-1 0 0,-1 0 0 0 0,0-1 0 0 0,1 1 0 0 0,-1 0 0 0 0,1-1 0 0 0,-1 1 0 0 0,1-1 1 0 0,0 1-1 0 0,-1-1 0 0 0,1 1 0 0 0,-1-1 0 0 0,1 1 0 0 0,0-1 0 0 0,-1 0 0 0 0,1 1 1 0 0,0-1-1 0 0,0 0 0 0 0,-1 0 0 0 0,1 1 0 0 0,1-1 0 0 0,18 4 86 0 0,-19-4-83 0 0,5 1 5 0 0,-1-1-1 0 0,1 0 1 0 0,-1 0-1 0 0,1-1 1 0 0,-1 0 0 0 0,1 0-1 0 0,-1 0 1 0 0,0-1-1 0 0,1 1 1 0 0,-1-1-1 0 0,5-3 1 0 0,12-4 16 0 0,-14 6-31 0 0,-1 0 0 0 0,0-1 0 0 0,0 0 0 0 0,0 0 0 0 0,0-1 0 0 0,-1 0 0 0 0,0 0 0 0 0,10-11 0 0 0,4-6 4 0 0,17-26 1 0 0,-28 36-3 0 0,2-6-5 0 0,-1 0 0 0 0,-1-1-1 0 0,0 0 1 0 0,-1 0 0 0 0,-1-1 0 0 0,6-30 0 0 0,-3 35-252 0 0,-10 15 233 0 0,0-1 0 0 0,0 1-1 0 0,0 0 1 0 0,0 0 0 0 0,1-1 0 0 0,-1 1 0 0 0,0 0 0 0 0,0 0 0 0 0,0-1 0 0 0,1 1 0 0 0,-1 0-1 0 0,0 0 1 0 0,0 0 0 0 0,1 0 0 0 0,-1-1 0 0 0,0 1 0 0 0,1 0 0 0 0,-1 0 0 0 0,0 0 0 0 0,0 0-1 0 0,1 0 1 0 0,-1 0 0 0 0,0 0 0 0 0,1 0 0 0 0,-1 0 0 0 0,0-1 0 0 0,1 1 0 0 0,-1 1 0 0 0,0-1 0 0 0,1 0-1 0 0,-1 0 1 0 0,0 0 0 0 0,1 0 0 0 0,-1 0 0 0 0,0 0 0 0 0,0 0 0 0 0,1 0 0 0 0,-1 0 0 0 0,0 1-1 0 0,1-1 1 0 0,-1 0 0 0 0,0 0 0 0 0,0 0 0 0 0,1 1 0 0 0,-1-1 0 0 0,0 0 0 0 0,0 0 0 0 0,0 1-1 0 0,1-1 1 0 0,-1 0 0 0 0,0 0 0 0 0,0 1 0 0 0,5 10-16 0 0,-1-1 0 0 0,-1 1 0 0 0,0 0 0 0 0,-1 0 0 0 0,3 20 0 0 0,-3 61 73 0 0,1 3-953 0 0,-2-84 399 0 0,1 1-1 0 0,0 0 0 0 0,1 0 1 0 0,0-1-1 0 0,9 20 0 0 0,-2-11-1176 0 0,-5-4-182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262 1 10658 0 0,'-5'0'21'0'0,"0"0"-1"0"0,0 0 0 0 0,0 1 1 0 0,0-1-1 0 0,1 1 0 0 0,-1 0 1 0 0,0 0-1 0 0,0 1 1 0 0,1-1-1 0 0,-8 5 0 0 0,8-4-25 0 0,1 1-1 0 0,0 0 0 0 0,0 0 1 0 0,0 0-1 0 0,0 0 0 0 0,0 0 1 0 0,1 1-1 0 0,-1-1 1 0 0,1 1-1 0 0,0 0 0 0 0,0 0 1 0 0,-1 5-1 0 0,-6 12 70 0 0,2 1-1 0 0,1 0 1 0 0,-5 31-1 0 0,-4 73 70 0 0,5-40-105 0 0,-47 530 265 0 0,55-592-268 0 0,-1 1-1 0 0,-12 46 0 0 0,9-46 4 0 0,0 1 0 0 0,-2 40-1 0 0,6 21 35 0 0,-4 56-1476 0 0,3-121-185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52 11811 0 0,'0'0'2000'0'0,"2"-2"-1904"0"0,1 0-96 0 0,11-1 104 0 0,24-3 0 0 0,7 2 0 0 0,9-1-8 0 0,4 0-16 0 0,-1 2-80 0 0,-3-1-168 0 0,-8-1-32 0 0,-6 0-1088 0 0,-7 2-1169 0 0,-4-1-591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504 37 4497 0 0,'-4'-1'451'0'0,"0"0"1"0"0,0 0-1 0 0,0 0 0 0 0,1-1 1 0 0,-1 1-1 0 0,0-1 0 0 0,1 0 1 0 0,-4-3-1 0 0,-12-5-29 0 0,13 8-351 0 0,-1 0 1 0 0,0 0-1 0 0,0 0 1 0 0,0 1-1 0 0,0 0 1 0 0,1 0 0 0 0,-1 1-1 0 0,0 0 1 0 0,0 0-1 0 0,0 1 1 0 0,0 0-1 0 0,-11 3 1 0 0,4 0-8 0 0,1 0 0 0 0,-1 1 0 0 0,1 1 0 0 0,1 0 0 0 0,-17 11 1 0 0,21-11-41 0 0,0 0 1 0 0,1 1 0 0 0,0 0-1 0 0,0 0 1 0 0,1 0 0 0 0,-8 12-1 0 0,-32 52 144 0 0,-24 55 382 0 0,61-106-371 0 0,0 1 0 0 0,1-1-1 0 0,1 1 1 0 0,-6 33 0 0 0,10-41-83 0 0,0 0-1 0 0,-7 16 1 0 0,6-20-28 0 0,1 1 0 0 0,0 0 1 0 0,0 0-1 0 0,-1 18 0 0 0,3-24-32 0 0,1 0 0 0 0,0 0 0 0 0,0 0 0 0 0,1 0 0 0 0,-1 0-1 0 0,1 0 1 0 0,-1 0 0 0 0,1 0 0 0 0,1 0 0 0 0,-1-1 0 0 0,0 1 0 0 0,1 0 0 0 0,0-1 0 0 0,0 1 0 0 0,4 6-1 0 0,-2-6-7 0 0,0 0 0 0 0,0-1 0 0 0,1 1 0 0 0,-1-1-1 0 0,1 0 1 0 0,0 0 0 0 0,0 0 0 0 0,0-1 0 0 0,0 0-1 0 0,9 3 1 0 0,55 11 113 0 0,-52-13-108 0 0,-1 1 0 0 0,1 0 0 0 0,19 8 1 0 0,-26-8-309 0 0,0-1 1 0 0,1-1 0 0 0,-1 0 0 0 0,0 0 0 0 0,1-1-1 0 0,-1-1 1 0 0,1 1 0 0 0,-1-2 0 0 0,1 1 0 0 0,-1-2-1 0 0,1 1 1 0 0,15-5 0 0 0,3-2-2757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 14 8842 0 0,'0'0'1043'0'0,"8"-1"-434"0"0,7-1-378 0 0,14-3 41 0 0,32 0 0 0 0,-52 4-267 0 0,0 2 1 0 0,-1-1-1 0 0,1 1 0 0 0,-1 0 0 0 0,1 1 0 0 0,-1 0 0 0 0,1 0 1 0 0,10 5-1 0 0,-16-4-5 0 0,0-1 0 0 0,-1 1-1 0 0,1 0 1 0 0,-1 0 0 0 0,0 0 0 0 0,0 0 0 0 0,0 0 0 0 0,0 1 0 0 0,-1-1 0 0 0,1 0-1 0 0,-1 1 1 0 0,1 4 0 0 0,6 11 4 0 0,-6-15 1 0 0,0 1-1 0 0,0-1 1 0 0,0 1 0 0 0,-1-1-1 0 0,0 1 1 0 0,0 0-1 0 0,0 0 1 0 0,0-1-1 0 0,-1 1 1 0 0,0 0-1 0 0,0 0 1 0 0,0 0-1 0 0,-1 5 1 0 0,-2 3 10 0 0,-1 0 0 0 0,0-1 0 0 0,-8 18 0 0 0,7-19-20 0 0,2-5 7 0 0,0-1-1 0 0,0 0 0 0 0,0 0 1 0 0,-1 0-1 0 0,0 0 1 0 0,0-1-1 0 0,0 1 0 0 0,-1-1 1 0 0,0 0-1 0 0,-5 4 1 0 0,-60 35 33 0 0,34-23 11 0 0,29-15-2 0 0,-1-1-1 0 0,1 0 0 0 0,-1 0 0 0 0,0 0 1 0 0,0-1-1 0 0,-9 2 0 0 0,16-4-33 0 0,1-1 1 0 0,-1 0-1 0 0,1 0 0 0 0,-1 0 0 0 0,0 0 1 0 0,1 0-1 0 0,-1 1 0 0 0,0-1 0 0 0,1 0 0 0 0,-1 1 1 0 0,1-1-1 0 0,-1 0 0 0 0,1 1 0 0 0,-1-1 1 0 0,1 1-1 0 0,-1-1 0 0 0,1 1 0 0 0,-1-1 1 0 0,1 1-1 0 0,0-1 0 0 0,-1 1 0 0 0,1-1 0 0 0,0 1 1 0 0,-1 0-1 0 0,1 0 0 0 0,0 1 8 0 0,-1-1 0 0 0,1 1 0 0 0,0-1 1 0 0,0 1-1 0 0,1-1 0 0 0,-1 1 0 0 0,0-1 0 0 0,0 1 0 0 0,1-1 0 0 0,-1 0 0 0 0,2 3 0 0 0,20 34 234 0 0,-20-35-239 0 0,8 10 13 0 0,-2 1-1 0 0,0 0 1 0 0,-1 0-1 0 0,0 1 1 0 0,-1 0 0 0 0,-1 0-1 0 0,5 20 1 0 0,-8-26-7 0 0,-1-1 0 0 0,0 1 0 0 0,0 0 1 0 0,-1 0-1 0 0,0 0 0 0 0,-1 0 1 0 0,0 0-1 0 0,0 0 0 0 0,-1 0 0 0 0,0 0 1 0 0,0 0-1 0 0,-1-1 0 0 0,0 1 1 0 0,-7 11-1 0 0,6-12-16 0 0,2-3-12 0 0,0-1 0 0 0,-1 1 1 0 0,1-1-1 0 0,-1 0 0 0 0,0 0 0 0 0,0 0 0 0 0,0-1 1 0 0,0 1-1 0 0,-1-1 0 0 0,0 0 0 0 0,1 0 0 0 0,-1 0 1 0 0,-8 4-1 0 0,-12 5-396 0 0,-8 4-3419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4 12307 0 0,'-3'0'608'0'0,"2"0"-568"0"0,-1 0-104 0 0,1 0-24 0 0,-1-2-32 0 0,2 0-144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1 554 11875 0 0,'0'0'128'0'0,"0"1"-176"0"0,0 1-24 0 0,0 0 56 0 0,0-1-112 0 0,1 1 15 0 0,1-1-87 0 0,1 1-424 0 0,22 8-3729 0 0</inkml:trace>
  <inkml:trace contextRef="#ctx0" brushRef="#br0" timeOffset="1">629 1 10402 0 0,'-12'0'929'0'0,"5"0"-779"0"0,1 0 0 0 0,-1 0 1 0 0,1 0-1 0 0,0 1 0 0 0,-8 2 1 0 0,12-2-148 0 0,0-1 1 0 0,0 1-1 0 0,0 0 1 0 0,0 0-1 0 0,0 1 1 0 0,0-1-1 0 0,0 0 1 0 0,0 1 0 0 0,0-1-1 0 0,1 1 1 0 0,-1-1-1 0 0,1 1 1 0 0,-1 0-1 0 0,1 0 1 0 0,0 0-1 0 0,-1-1 1 0 0,1 1-1 0 0,-1 4 1 0 0,-9 20 7 0 0,1 1 0 0 0,2 0-1 0 0,-10 54 1 0 0,-2 89 0 0 0,16-127-28 0 0,2-31 22 0 0,0-1-1 0 0,-1 0 1 0 0,0 1-1 0 0,-7 15 1 0 0,5-16-10 0 0,1 1-1 0 0,0 0 1 0 0,-3 22 0 0 0,4-13-110 0 0,2 0 0 0 0,3 41 0 0 0,5-20-2433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191 241 12107 0 0,'-2'0'23'0'0,"1"0"1"0"0,0 0 0 0 0,-1 0-1 0 0,1 1 1 0 0,0-1 0 0 0,-1 1-1 0 0,1-1 1 0 0,0 1 0 0 0,0-1 0 0 0,0 1-1 0 0,0 0 1 0 0,-1 0 0 0 0,1-1-1 0 0,0 1 1 0 0,0 0 0 0 0,0 0-1 0 0,1 0 1 0 0,-1 0 0 0 0,0 0 0 0 0,0 0-1 0 0,-1 3 1 0 0,-12 29-123 0 0,9-20 135 0 0,-97 194 205 0 0,99-201-227 0 0,-14 40-3 0 0,15-37-4 0 0,-1 0-1 0 0,0-1 1 0 0,-5 11-1 0 0,7-18 2 0 0,0 1 0 0 0,0-1 1 0 0,1 1-1 0 0,-1-1 0 0 0,0 1 0 0 0,1-1 0 0 0,-1 1 0 0 0,1-1 0 0 0,-1 1 0 0 0,1 0 0 0 0,0-1 0 0 0,-1 1 0 0 0,1 0 0 0 0,0-1 0 0 0,0 1 0 0 0,0 0 0 0 0,1-1 0 0 0,-1 1 0 0 0,0-1 0 0 0,1 4 0 0 0,0-4 10 0 0,0 0 0 0 0,0 0 0 0 0,0 0 0 0 0,0 0 0 0 0,0 0 0 0 0,0 0 0 0 0,1 0 0 0 0,-1 0 0 0 0,0 0 0 0 0,0-1 0 0 0,1 1 0 0 0,-1 0 0 0 0,0-1 0 0 0,1 1 0 0 0,-1-1 0 0 0,0 0 0 0 0,1 1 0 0 0,2-1 0 0 0,4 1 18 0 0,0-1 1 0 0,-1 0 0 0 0,1 0 0 0 0,0-1-1 0 0,0 0 1 0 0,0 0 0 0 0,10-4 0 0 0,-7 1-32 0 0,0-1 1 0 0,0 0-1 0 0,12-8 1 0 0,12-6 22 0 0,-28 15-14 0 0,1 0 1 0 0,-1-1-1 0 0,0-1 0 0 0,0 1 0 0 0,-1-1 1 0 0,1 0-1 0 0,-1-1 0 0 0,-1 1 0 0 0,1-1 1 0 0,-1 0-1 0 0,0-1 0 0 0,4-9 0 0 0,1-3 33 0 0,0 1 0 0 0,-2-2 0 0 0,11-38-1 0 0,-5-30 83 0 0,-11 68-106 0 0,0-1-1 0 0,1 1 0 0 0,11-33 0 0 0,-12 45-71 0 0,0 0 1 0 0,-1 1 0 0 0,0-1-1 0 0,0 0 1 0 0,-1 0 0 0 0,0 0-1 0 0,0 0 1 0 0,-1 0 0 0 0,0 0-1 0 0,-1-1 1 0 0,0 1 0 0 0,0 0 0 0 0,-1 1-1 0 0,0-1 1 0 0,-1 0 0 0 0,-5-12-1 0 0,7 20-192 0 0,-1-1 0 0 0,1 1 0 0 0,-1-1-1 0 0,0 1 1 0 0,0-1 0 0 0,0 1 0 0 0,1 0-1 0 0,-1 0 1 0 0,0 0 0 0 0,0 0 0 0 0,-3-1 0 0 0,-1 0-199 0 0,-15-5-1414 0 0,0 5-565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4 526 8618 0 0,'0'0'577'0'0,"0"0"-545"0"0,0 0 0 0 0,-1 0 0 0 0,1 0 0 0 0,0-1 0 0 0,0 1-1 0 0,0 0 1 0 0,-1 0 0 0 0,1 0 0 0 0,0 0 0 0 0,0-1 0 0 0,0 1 0 0 0,0 0 0 0 0,0 0-1 0 0,-1-1 1 0 0,1 1 0 0 0,0 0 0 0 0,0 0 0 0 0,0 0 0 0 0,0-1 0 0 0,0 1-1 0 0,0 0 1 0 0,0 0 0 0 0,0-1 0 0 0,0 1 0 0 0,0 0 0 0 0,0 0 0 0 0,0-1-1 0 0,0 1 1 0 0,0 0 0 0 0,0 0 0 0 0,0-1 0 0 0,0 1 0 0 0,0 0 0 0 0,0 0-1 0 0,0-1 1 0 0,1 1 0 0 0,17-36 22 0 0,-11 25-31 0 0,-1-1 1 0 0,6-17-1 0 0,-6 11-51 0 0,2 0 0 0 0,16-32 0 0 0,-22 47 22 0 0,24-46-291 0 0,-3 0 1 0 0,23-70-1 0 0,-43 108 315 0 0,-1 0 1 0 0,1-21-1 0 0,-2 22 9 0 0,0 0-1 0 0,0 0 1 0 0,5-14-1 0 0,3 11 32 0 0,-9 13-49 0 0,0 0 1 0 0,1-1 0 0 0,-1 1 0 0 0,0 0-1 0 0,0 0 1 0 0,0 0 0 0 0,0-1 0 0 0,1 1 0 0 0,-1 0-1 0 0,0 0 1 0 0,0 0 0 0 0,1 0 0 0 0,-1 0-1 0 0,0 0 1 0 0,0-1 0 0 0,0 1 0 0 0,1 0 0 0 0,-1 0-1 0 0,0 0 1 0 0,0 0 0 0 0,1 0 0 0 0,-1 0 0 0 0,0 0-1 0 0,1 0 1 0 0,-1 0 0 0 0,0 0 0 0 0,0 0-1 0 0,1 0 1 0 0,-1 0 0 0 0,0 1 0 0 0,0-1 0 0 0,0 0-1 0 0,1 0 1 0 0,-1 0 0 0 0,0 0 0 0 0,0 0 0 0 0,1 0-1 0 0,-1 1 1 0 0,0-1 0 0 0,0 0 0 0 0,0 0-1 0 0,1 0 1 0 0,-1 0 0 0 0,0 1 0 0 0,0-1 0 0 0,0 0-1 0 0,0 0 1 0 0,0 1 0 0 0,0-1 0 0 0,1 0-1 0 0,-1 0 1 0 0,0 1 0 0 0,0-1 0 0 0,0 0 0 0 0,0 0-1 0 0,0 1 1 0 0,0-1 0 0 0,0 0 0 0 0,0 0 0 0 0,0 1-1 0 0,0-1 1 0 0,0 0 0 0 0,2 17 73 0 0,0 1 0 0 0,-1-1 0 0 0,-1 0 0 0 0,-3 27 1 0 0,-16 72 306 0 0,19-116-387 0 0,-2 10 82 0 0,0-1 0 0 0,1 0 0 0 0,0 0-1 0 0,1 1 1 0 0,0 16 0 0 0,1-23-64 0 0,-1-1 0 0 0,1 0 0 0 0,-1 0 0 0 0,1 0 0 0 0,0 0 0 0 0,0 1 0 0 0,0-1 0 0 0,0 0 0 0 0,0 0 0 0 0,0-1 0 0 0,1 1 0 0 0,-1 0 0 0 0,1 0 0 0 0,-1-1 0 0 0,1 1 0 0 0,-1 0 0 0 0,1-1 0 0 0,0 0 0 0 0,0 1 0 0 0,0-1 0 0 0,0 0 0 0 0,0 0 0 0 0,0 0 0 0 0,0 0 0 0 0,0-1 0 0 0,0 1 0 0 0,1 0 0 0 0,-1-1 0 0 0,3 1 0 0 0,1-1 5 0 0,1 1 0 0 0,-1-1 0 0 0,1 0 0 0 0,-1-1 0 0 0,0 1 0 0 0,1-1 0 0 0,-1-1 0 0 0,0 1 0 0 0,0-1 0 0 0,8-3-1 0 0,16-4 33 0 0,-23 7-55 0 0,-1-1 0 0 0,1 0 0 0 0,-1 0 1 0 0,0 0-1 0 0,0-1 0 0 0,-1 0 0 0 0,1 0 0 0 0,-1 0 0 0 0,0-1 0 0 0,0 0 0 0 0,5-6 1 0 0,9-11 34 0 0,19-32 0 0 0,-35 51-33 0 0,13-24 9 0 0,26-57 0 0 0,-17 30-30 0 0,-25 53 8 0 0,0 1 0 0 0,1-1 1 0 0,-1 0-1 0 0,1 0 1 0 0,-1 0-1 0 0,0 1 0 0 0,1-1 1 0 0,-1 0-1 0 0,1 0 0 0 0,0 1 1 0 0,-1-1-1 0 0,1 1 0 0 0,0-1 1 0 0,-1 0-1 0 0,1 1 1 0 0,0-1-1 0 0,0 1 0 0 0,0 0 5 0 0,-1 0 0 0 0,0 0 0 0 0,1 0 0 0 0,-1 0 0 0 0,0 0 0 0 0,0 1 1 0 0,1-1-1 0 0,-1 0 0 0 0,0 0 0 0 0,1 0 0 0 0,-1 1 0 0 0,0-1 0 0 0,0 0 0 0 0,0 0 0 0 0,1 1 0 0 0,-1-1 0 0 0,0 0 0 0 0,0 1 0 0 0,0-1 0 0 0,0 0 0 0 0,0 1 0 0 0,1-1 0 0 0,-1 0 0 0 0,0 1 0 0 0,0-1 0 0 0,0 0 0 0 0,0 1 0 0 0,2 30-36 0 0,-12 69 65 0 0,6-73-121 0 0,1 0 0 0 0,1 0 0 0 0,2 30 0 0 0,0-53-259 0 0,1 0-1 0 0,0 0 1 0 0,-1 1-1 0 0,2-1 0 0 0,-1 0 1 0 0,0 0-1 0 0,4 7 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299 2 12635 0 0,'-2'-1'9'0'0,"-1"1"1"0"0,0 0 0 0 0,0 0 0 0 0,1 0 0 0 0,-1 0-1 0 0,0 1 1 0 0,1-1 0 0 0,-1 1 0 0 0,0-1-1 0 0,1 1 1 0 0,-1 0 0 0 0,1 0 0 0 0,-1 0 0 0 0,1 0-1 0 0,-1 1 1 0 0,1-1 0 0 0,0 1 0 0 0,0-1 0 0 0,-1 1-1 0 0,1 0 1 0 0,1 0 0 0 0,-1 0 0 0 0,0 0-1 0 0,0 0 1 0 0,1 0 0 0 0,-1 1 0 0 0,1-1 0 0 0,0 1-1 0 0,-2 2 1 0 0,-80 199 96 0 0,63-146-60 0 0,-20 96-1 0 0,5 78-79 0 0,32-211 32 0 0,-1-1-1 0 0,-8 24 1 0 0,6-26-9 0 0,1 2-1 0 0,-4 25 0 0 0,6 25 20 0 0,2 0-1 0 0,9 75 0 0 0,0 79 41 0 0,-11-184-6 0 0,-11 51 1 0 0,6-48-374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12747 0 0,'0'0'1240'0'0,"1"-2"-1152"0"0,4 1-40 0 0,29-7 8 0 0,6 2-16 0 0,9-2 8 0 0,2 0-80 0 0,0 1-24 0 0,-4-3-120 0 0,-1 0-984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399 131 3113 0 0,'0'0'313'0'0,"-12"-25"3583"0"0,7 11-3071 0 0,2-1 1 0 0,0 1 0 0 0,0-1-1 0 0,2 1 1 0 0,-1-20 0 0 0,1 46-819 0 0,0-1-1 0 0,-1 0 1 0 0,0 0 0 0 0,-6 14-1 0 0,-1 11-2 0 0,-71 272-26 0 0,46-182 19 0 0,-55 122-33 0 0,60-178 76 0 0,3 1 0 0 0,-21 91 0 0 0,32-97-109 0 0,-6 31 160 0 0,16-31-3998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68 151 6369 0 0,'-1'-23'3891'0'0,"0"17"-3446"0"0,0-1-1 0 0,1 1 0 0 0,0-1 0 0 0,2-11 0 0 0,-2 16-411 0 0,1 0-1 0 0,0 0 0 0 0,-1 0 1 0 0,1 0-1 0 0,0 0 0 0 0,0 0 1 0 0,0 0-1 0 0,0 0 0 0 0,0 0 1 0 0,1 1-1 0 0,-1-1 0 0 0,1 0 1 0 0,-1 1-1 0 0,1-1 0 0 0,-1 1 1 0 0,1-1-1 0 0,0 1 0 0 0,0 0 1 0 0,2-1-1 0 0,6-3 0 0 0,1 1 0 0 0,21-6 1 0 0,-21 7-51 0 0,0 0 0 0 0,0-1 0 0 0,10-5 0 0 0,-17 7 14 0 0,-1 1-1 0 0,1-1 0 0 0,-1 1 0 0 0,1 0 0 0 0,-1 0 0 0 0,1 0 0 0 0,0 0 1 0 0,0 1-1 0 0,-1 0 0 0 0,1 0 0 0 0,0 0 0 0 0,0 0 0 0 0,-1 0 0 0 0,1 1 1 0 0,4 1-1 0 0,-5-2 4 0 0,-1 1-1 0 0,1 0 1 0 0,-1 0 0 0 0,1 0-1 0 0,-1 0 1 0 0,0 0 0 0 0,0 1 0 0 0,1-1-1 0 0,-1 1 1 0 0,0 0 0 0 0,0-1 0 0 0,0 1-1 0 0,-1 0 1 0 0,1 0 0 0 0,0 0 0 0 0,-1 0-1 0 0,1 0 1 0 0,-1 1 0 0 0,0-1 0 0 0,0 0-1 0 0,2 5 1 0 0,3 15 40 0 0,15 30-1 0 0,-18-43-17 0 0,0 0-1 0 0,-1 0 0 0 0,0 0 0 0 0,0 0 0 0 0,-1 1 1 0 0,0-1-1 0 0,-1 0 0 0 0,0 1 0 0 0,0-1 0 0 0,-1 1 1 0 0,0-1-1 0 0,-1 0 0 0 0,0 1 0 0 0,0-1 0 0 0,-1 0 1 0 0,0-1-1 0 0,-1 1 0 0 0,0 0 0 0 0,0-1 0 0 0,-9 14 1 0 0,5-12 19 0 0,1-1 1 0 0,-1 1 0 0 0,-1-1-1 0 0,0-1 1 0 0,0 0 0 0 0,0 0-1 0 0,-21 13 1 0 0,-44 19 533 0 0,69-37-623 0 0,34-7-177 0 0,-6 2 239 0 0,-2-2-22 0 0,-1 1 0 0 0,1 1-1 0 0,0 1 1 0 0,0 0 0 0 0,-1 2 0 0 0,1 0-1 0 0,0 2 1 0 0,0 0 0 0 0,-1 1 0 0 0,0 1-1 0 0,0 1 1 0 0,36 16 0 0 0,-55-22 11 0 0,0 1-1 0 0,1-1 1 0 0,-1 1 0 0 0,1 0-1 0 0,-1 0 1 0 0,0 0 0 0 0,0-1-1 0 0,0 1 1 0 0,1 0 0 0 0,-1 1-1 0 0,0-1 1 0 0,0 0 0 0 0,0 0-1 0 0,-1 0 1 0 0,1 1 0 0 0,0-1 0 0 0,0 0-1 0 0,-1 1 1 0 0,1-1 0 0 0,-1 0-1 0 0,1 1 1 0 0,-1-1 0 0 0,1 1-1 0 0,-1-1 1 0 0,0 3 0 0 0,6 18 23 0 0,-1-7-8 0 0,-3-11-10 0 0,0 0 0 0 0,0 0 0 0 0,-1 0-1 0 0,0 0 1 0 0,0 1 0 0 0,0-1 0 0 0,0 0-1 0 0,0 1 1 0 0,-1-1 0 0 0,0 1 0 0 0,0-1 0 0 0,0 0-1 0 0,-1 1 1 0 0,1-1 0 0 0,-1 1 0 0 0,0-1-1 0 0,-2 6 1 0 0,0-4 1 0 0,0 0 0 0 0,-1 0 0 0 0,0-1-1 0 0,1 1 1 0 0,-2-1 0 0 0,1 0 0 0 0,-1 0 0 0 0,1-1-1 0 0,-1 1 1 0 0,-1-1 0 0 0,1 0 0 0 0,-1 0 0 0 0,-10 5 0 0 0,-8 3 18 0 0,0-2 0 0 0,-32 9 0 0 0,29-10 43 0 0,-16 6 11 0 0,-1-2 0 0 0,-48 7-1 0 0,83-18-61 0 0,0 0-1 0 0,0 1 1 0 0,0 0 0 0 0,-10 5-1 0 0,12-5-12 0 0,0 0-1 0 0,0 0 1 0 0,0 0-1 0 0,-1-1 1 0 0,1-1-1 0 0,0 1 1 0 0,-16 0-1 0 0,18-2 216 0 0,3 0-341 0 0,0 1 0 0 0,1-1 0 0 0,-1 0 0 0 0,0-1 0 0 0,1 1 0 0 0,-1 0 0 0 0,0 0 0 0 0,1-1 0 0 0,-1 1 0 0 0,-2-2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47 9826 0 0,'-23'-3'3345'0'0,"36"-2"-2944"0"0,150-27 284 0 0,-135 29-1457 0 0,-1 1 0 0 0,1 1 0 0 0,0 1 0 0 0,29 5 0 0 0,-47-4-1044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12307 0 0,'0'0'59'0'0,"0"-1"0"0"0,0 1 0 0 0,0-1 0 0 0,0 1 0 0 0,0 0 0 0 0,0-1 0 0 0,1 1 1 0 0,-1 0-1 0 0,0-1 0 0 0,0 1 0 0 0,0 0 0 0 0,1-1 0 0 0,-1 1 0 0 0,0 0 0 0 0,0-1 1 0 0,1 1-1 0 0,-1 0 0 0 0,0-1 0 0 0,0 1 0 0 0,1 0 0 0 0,-1 0 0 0 0,0 0 0 0 0,1-1 1 0 0,-1 1-1 0 0,1 0 0 0 0,0 0 0 0 0,232-27 423 0 0,-107 14-6993 0 0,-104 12 2798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143 24 7026 0 0,'-8'-8'4373'0'0,"-7"-7"-3231"0"0,14 15-1139 0 0,1 0 0 0 0,-1 0 0 0 0,1 0-1 0 0,-1-1 1 0 0,1 1 0 0 0,-1 0 0 0 0,0 0 0 0 0,1 0-1 0 0,-1 0 1 0 0,1 0 0 0 0,-1 0 0 0 0,0 0-1 0 0,1 0 1 0 0,-1 0 0 0 0,1 0 0 0 0,-1 1 0 0 0,0-1-1 0 0,1 0 1 0 0,-1 0 0 0 0,1 0 0 0 0,-1 1-1 0 0,1-1 1 0 0,-1 0 0 0 0,1 1 0 0 0,-1-1 0 0 0,1 0-1 0 0,-1 1 1 0 0,1-1 0 0 0,0 1 0 0 0,-1-1-1 0 0,1 1 1 0 0,-1-1 0 0 0,1 1 0 0 0,0-1 0 0 0,0 1-1 0 0,-1-1 1 0 0,1 1 0 0 0,0-1 0 0 0,0 1-1 0 0,-1 0 1 0 0,-6 29-9 0 0,5-22 5 0 0,-13 53 29 0 0,-7 68 0 0 0,20-119-31 0 0,-1 1 1 0 0,0-1-1 0 0,0 1 0 0 0,-8 16 1 0 0,6-16 14 0 0,0 1 1 0 0,1 0 0 0 0,-3 13-1 0 0,3 3-5 0 0,1 0 0 0 0,0 46 0 0 0,5-19-2381 0 0,0-45 685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154 4 10386 0 0,'-29'-3'1454'0'0,"27"3"-1450"0"0,0 1 0 0 0,0 0 0 0 0,0 0-1 0 0,0 0 1 0 0,1 0 0 0 0,-1 0 0 0 0,0 0 0 0 0,1 0 0 0 0,-1 0 0 0 0,1 1 0 0 0,0-1 0 0 0,-1 0 0 0 0,1 1-1 0 0,0 0 1 0 0,0-1 0 0 0,0 1 0 0 0,0 0 0 0 0,-1 2 0 0 0,-12 38-121 0 0,7-18 93 0 0,-11 33 38 0 0,9-28 7 0 0,-18 40 0 0 0,23-60-23 0 0,1-1 0 0 0,0 1-1 0 0,0 0 1 0 0,1 0 0 0 0,0 0 0 0 0,0 15-1 0 0,1-18 93 0 0,1 0 0 0 0,0-1 0 0 0,0 1-1 0 0,1 0 1 0 0,0 0 0 0 0,0-1 0 0 0,0 1 0 0 0,0-1-1 0 0,1 1 1 0 0,0-1 0 0 0,5 10 0 0 0,-3-11-26 0 0,0-1 1 0 0,0 0 0 0 0,0 1-1 0 0,0-2 1 0 0,1 1 0 0 0,-1 0 0 0 0,1-1-1 0 0,-1 0 1 0 0,9 2 0 0 0,-5-1-7 0 0,1-1 0 0 0,-1 0-1 0 0,1-1 1 0 0,0 1 0 0 0,0-2 0 0 0,-1 1 0 0 0,1-2 0 0 0,0 1 0 0 0,0-1 0 0 0,0 0 0 0 0,12-4 0 0 0,-3 0 57 0 0,0-1-1 0 0,-1 0 0 0 0,1-2 0 0 0,21-12 1 0 0,-10 6-13 0 0,-22 12-86 0 0,-1-1-1 0 0,0 0 1 0 0,0 0 0 0 0,-1-1 0 0 0,9-6 0 0 0,-8 5 4 0 0,0 0 0 0 0,-1-1 1 0 0,0 1-1 0 0,0-1 0 0 0,-1-1 0 0 0,0 1 1 0 0,0 0-1 0 0,0-1 0 0 0,-1 0 0 0 0,0 0 1 0 0,0 0-1 0 0,-1 0 0 0 0,0-1 0 0 0,0 1 0 0 0,-1-1 1 0 0,1-7-1 0 0,-1 8 7 0 0,1 1 1 0 0,-1 0-1 0 0,1 0 1 0 0,4-9-1 0 0,-4 10-12 0 0,0 1 0 0 0,0-1-1 0 0,0 1 1 0 0,-1-1 0 0 0,0 0-1 0 0,0 0 1 0 0,0 1 0 0 0,-1-1-1 0 0,0-9 1 0 0,0 9-21 0 0,-1-1 0 0 0,0 1 0 0 0,0 0 0 0 0,0-1 0 0 0,-1 1-1 0 0,-2-7 1 0 0,3 10-1 0 0,0 0-1 0 0,-1 0 0 0 0,1 0 0 0 0,0 0 0 0 0,0 1 0 0 0,-1-1 0 0 0,1 0 1 0 0,-1 1-1 0 0,0-1 0 0 0,1 1 0 0 0,-1 0 0 0 0,0-1 0 0 0,0 1 0 0 0,0 0 1 0 0,0 0-1 0 0,0 0 0 0 0,-4-1 0 0 0,-34-13-279 0 0,33 12 146 0 0,0 0-1 0 0,-1 0 0 0 0,1 1 1 0 0,-1 0-1 0 0,0 0 0 0 0,0 0 1 0 0,0 1-1 0 0,1 1 1 0 0,-11-1-1 0 0,12 2-304 0 0,0-1 1 0 0,0 1-1 0 0,0 0 1 0 0,0 1-1 0 0,0 0 1 0 0,0 0-1 0 0,1 0 1 0 0,-1 0-1 0 0,1 1 1 0 0,0 0-1 0 0,0 0 1 0 0,0 0-1 0 0,0 1 1 0 0,0 0-1 0 0,1 0 1 0 0,-5 5-1 0 0,-2 9-2554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74 91 7698 0 0,'15'-13'6536'0'0,"-17"15"-6484"0"0,0 1 1 0 0,0 0-1 0 0,0 1 1 0 0,0-1-1 0 0,1 0 1 0 0,-1 0-1 0 0,1 1 1 0 0,0-1-1 0 0,-1 7 1 0 0,-6 12-10 0 0,2-8-26 0 0,0 1 1 0 0,0 1-1 0 0,2-1 0 0 0,0 1 1 0 0,0 0-1 0 0,-1 25 0 0 0,4-32-23 0 0,0 0 0 0 0,-1-1 0 0 0,0 1 0 0 0,-6 14 0 0 0,5-16 2 0 0,0 0 0 0 0,1 1-1 0 0,0-1 1 0 0,0 1 0 0 0,1-1 0 0 0,0 1-1 0 0,0 8 1 0 0,1-10 2 0 0,1 0 1 0 0,-1-1-1 0 0,1 1 0 0 0,0 0 0 0 0,0-1 0 0 0,1 1 1 0 0,0-1-1 0 0,0 1 0 0 0,0-1 0 0 0,1 0 0 0 0,-1 0 0 0 0,1 0 1 0 0,1 0-1 0 0,-1-1 0 0 0,1 1 0 0 0,-1-1 0 0 0,1 0 1 0 0,0 0-1 0 0,1 0 0 0 0,-1 0 0 0 0,1-1 0 0 0,0 0 1 0 0,-1 0-1 0 0,2 0 0 0 0,-1 0 0 0 0,0-1 0 0 0,0 0 1 0 0,1 0-1 0 0,-1 0 0 0 0,11 1 0 0 0,26 2-17 0 0,-30-4 18 0 0,-1 0 1 0 0,19 5 0 0 0,2 4 16 0 0,-19-6-16 0 0,1 1-1 0 0,-1-2 0 0 0,1 0 0 0 0,25 2 0 0 0,-10-4-7 0 0,1-2 1 0 0,-1-1-1 0 0,32-6 0 0 0,-43 5 14 0 0,-1-2 0 0 0,1 0-1 0 0,-1 0 1 0 0,0-2 0 0 0,-1 0 0 0 0,20-12-1 0 0,-31 16 19 0 0,0 0 0 0 0,0 0 0 0 0,0-1-1 0 0,-1 1 1 0 0,1-1 0 0 0,-1 0 0 0 0,0-1-1 0 0,0 1 1 0 0,0-1 0 0 0,-1 1-1 0 0,0-1 1 0 0,0 0 0 0 0,0 0 0 0 0,0-1-1 0 0,-1 1 1 0 0,0 0 0 0 0,0-1 0 0 0,1-6-1 0 0,3-32 176 0 0,-5 34-143 0 0,0 0 0 0 0,4-18 0 0 0,3 2 27 0 0,-4 18-44 0 0,-1-1 0 0 0,-1 0 0 0 0,1 0-1 0 0,-2-1 1 0 0,2-17 0 0 0,-3 18-35 0 0,0-1 0 0 0,-1 1 0 0 0,0 0 1 0 0,0 1-1 0 0,-1-1 0 0 0,0 0 0 0 0,-1 0 0 0 0,0 1 0 0 0,-1-1 0 0 0,1 1 0 0 0,-2 0 1 0 0,1 0-1 0 0,-1 0 0 0 0,-8-9 0 0 0,7 11-210 0 0,0 0 1 0 0,0 0-1 0 0,0 1 0 0 0,-1 0 1 0 0,0 0-1 0 0,0 0 0 0 0,0 1 1 0 0,-1 0-1 0 0,1 1 0 0 0,-1 0 1 0 0,0 0-1 0 0,0 0 0 0 0,0 1 1 0 0,-1 0-1 0 0,-12-1 0 0 0,-33-3-2030 0 0,-9-13-2060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119 136 1800 0 0,'-10'-7'7089'0'0,"-8"-8"-5338"0"0,14 11-1494 0 0,-9-9 1009 0 0,13 13-1256 0 0,0 0 0 0 0,0 0-1 0 0,0 0 1 0 0,0-1 0 0 0,0 1 0 0 0,0 0 0 0 0,0 0-1 0 0,0 0 1 0 0,-1 0 0 0 0,1-1 0 0 0,0 1-1 0 0,0 0 1 0 0,0 0 0 0 0,0 0 0 0 0,0 0-1 0 0,0 0 1 0 0,0-1 0 0 0,-1 1 0 0 0,1 0 0 0 0,0 0-1 0 0,0 0 1 0 0,0 0 0 0 0,0 0 0 0 0,-1 0-1 0 0,1 0 1 0 0,0 0 0 0 0,0 0 0 0 0,0-1-1 0 0,0 1 1 0 0,-1 0 0 0 0,1 0 0 0 0,0 0 0 0 0,0 0-1 0 0,0 0 1 0 0,-1 0 0 0 0,1 0 0 0 0,0 0-1 0 0,0 0 1 0 0,0 1 0 0 0,0-1 0 0 0,-1 0-1 0 0,1 0 1 0 0,0 0 0 0 0,0 0 0 0 0,0 0 0 0 0,0 0-1 0 0,-1 0 1 0 0,1 0 0 0 0,0 0 0 0 0,0 0-1 0 0,0 1 1 0 0,0-1 0 0 0,-1 0 0 0 0,-5 376-30 0 0,-2-266 458 0 0,-30 141 0 0 0,28-190-33 0 0,7-42-319 0 0,2-1-1 0 0,2 35 0 0 0,0-13 62 0 0,1-30-23 0 0,5-11 10 0 0,-6 1-128 0 0,0-1 1 0 0,0 0-1 0 0,1-1 0 0 0,-1 1 0 0 0,0 0 0 0 0,0 0 0 0 0,0 0 0 0 0,0-1 0 0 0,-1 1 0 0 0,1 0 0 0 0,1-3 0 0 0,82-195 251 0 0,-7 19-157 0 0,-66 152-99 0 0,32-80-71 0 0,59-108 0 0 0,-84 184-50 0 0,2 1 0 0 0,0 0 0 0 0,3 2-1 0 0,0 0 1 0 0,1 1 0 0 0,2 2 0 0 0,47-38 0 0 0,-71 62-96 0 0,1 0 1 0 0,-1 0-1 0 0,1 1 0 0 0,0-1 0 0 0,-1 1 1 0 0,1-1-1 0 0,4 0 0 0 0,7 48-6216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262 207 7434 0 0,'-14'-25'2979'0'0,"5"12"-2625"0"0,9 13-353 0 0,0 0 1 0 0,-1 0-1 0 0,1-1 1 0 0,0 1-1 0 0,-1 0 0 0 0,1 0 1 0 0,0 0-1 0 0,-1 0 1 0 0,1 0-1 0 0,0-1 0 0 0,-1 1 1 0 0,1 0-1 0 0,0 0 1 0 0,-1 0-1 0 0,1 0 0 0 0,0 0 1 0 0,-1 0-1 0 0,1 0 1 0 0,0 0-1 0 0,-1 0 0 0 0,1 0 1 0 0,0 1-1 0 0,-1-1 1 0 0,1 0-1 0 0,0 0 0 0 0,-1 0 1 0 0,1 0-1 0 0,0 0 0 0 0,-1 1 1 0 0,1-1-1 0 0,0 0 1 0 0,-1 0-1 0 0,1 0 0 0 0,0 1 1 0 0,0-1-1 0 0,0 0 1 0 0,-1 1-1 0 0,1-1 0 0 0,0 0 1 0 0,0 0-1 0 0,0 1 1 0 0,-1-1-1 0 0,1 0 0 0 0,0 1 1 0 0,0-1-1 0 0,0 0 1 0 0,0 1-1 0 0,0-1 0 0 0,0 0 1 0 0,0 1-1 0 0,0-1 1 0 0,0 1-1 0 0,-109 345 786 0 0,97-314-270 0 0,-2 0-1 0 0,-2-2 1 0 0,-30 47 0 0 0,39-64-489 0 0,6-11 33 0 0,0 0-1 0 0,1-1 1 0 0,-1 1-1 0 0,0 0 1 0 0,0 0 0 0 0,-1-1-1 0 0,1 1 1 0 0,0-1-1 0 0,0 1 1 0 0,-1-1-1 0 0,1 1 1 0 0,-1-1 0 0 0,-1 2-1 0 0,2-3-55 0 0,1-1 0 0 0,0 1 0 0 0,0 0-1 0 0,0 0 1 0 0,0 0 0 0 0,-1 0 0 0 0,1 0 0 0 0,0 0-1 0 0,0-1 1 0 0,0 1 0 0 0,0 0 0 0 0,0 0 0 0 0,-1 0-1 0 0,1 0 1 0 0,0-1 0 0 0,0 1 0 0 0,0 0 0 0 0,0 0 0 0 0,0 0-1 0 0,0 0 1 0 0,0-1 0 0 0,0 1 0 0 0,0 0 0 0 0,0 0-1 0 0,0 0 1 0 0,0-1 0 0 0,0 1 0 0 0,0 0 0 0 0,0 0-1 0 0,0 0 1 0 0,0-1 0 0 0,0 1 0 0 0,0 0 0 0 0,0 0 0 0 0,0 0-1 0 0,0-1 1 0 0,0 1 0 0 0,0 0 0 0 0,1 0 0 0 0,-1 0-1 0 0,0 0 1 0 0,0-1 0 0 0,0 1 0 0 0,0 0 0 0 0,1 0-1 0 0,6-39 16 0 0,2 1-1 0 0,23-63 1 0 0,-4 16 50 0 0,-18 50-50 0 0,13-48-22 0 0,4 0-1 0 0,42-86 1 0 0,-65 160-14 0 0,-1 3 15 0 0,-1 1-1 0 0,0 0 1 0 0,1-1 0 0 0,0 1 0 0 0,1 0-1 0 0,-1 1 1 0 0,1-1 0 0 0,0 0 0 0 0,0 1 0 0 0,0 0-1 0 0,0 0 1 0 0,9-6 0 0 0,-10 9-5 0 0,22-9-49 0 0,-25 10 54 0 0,1 0 0 0 0,0-1 0 0 0,-1 1 0 0 0,1 0 0 0 0,0 0 0 0 0,-1 0 0 0 0,1 0 0 0 0,0 0 0 0 0,-1 0 0 0 0,1 0 0 0 0,0 1 0 0 0,-1-1 0 0 0,1 0 0 0 0,0 0 0 0 0,-1 0 0 0 0,1 1 0 0 0,0-1-1 0 0,-1 0 1 0 0,1 1 0 0 0,-1-1 0 0 0,1 0 0 0 0,-1 1 0 0 0,1-1 0 0 0,-1 1 0 0 0,1-1 0 0 0,-1 1 0 0 0,1-1 0 0 0,-1 1 0 0 0,0-1 0 0 0,1 1 0 0 0,-1-1 0 0 0,0 1 0 0 0,1 0 0 0 0,-1-1 0 0 0,0 1 0 0 0,1 1 0 0 0,27 158 56 0 0,2 14 94 0 0,-11-50 369 0 0,-12-66-350 0 0,-7-47-136 0 0,1 0 1 0 0,0 1 0 0 0,1-1 0 0 0,0-1-1 0 0,0 1 1 0 0,1 0 0 0 0,1 0 0 0 0,8 16-1 0 0,7 16-3134 0 0,-6-11-192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 11266 0 0,'2'0'907'0'0,"129"-3"540"0"0,8-11-6074 0 0,-114 12 2019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14 1832 0 0,'-36'1'11328'0'0,"54"-3"-10605"0"0,32-3-808 0 0,52-2-633 0 0,-87 7-541 0 0,0 1-1 0 0,22 4 1 0 0,-23-2-561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61 10850 0 0,'-4'0'775'0'0,"-14"0"-332"0"0,14-1-256 0 0,8-1 549 0 0,218-49-4392 0 0,-189 45 2203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916 119 11530 0 0,'-22'-5'1387'0'0,"19"4"-1398"0"0,-1 0-1 0 0,1 1 1 0 0,0-1 0 0 0,0 0 0 0 0,0 1-1 0 0,0 0 1 0 0,-5 0 0 0 0,3 0 2 0 0,0 1 0 0 0,0 0 1 0 0,1 1-1 0 0,-1-1 0 0 0,0 1 1 0 0,0 0-1 0 0,1 0 0 0 0,-1 0 1 0 0,1 1-1 0 0,-1 0 0 0 0,-6 6 1 0 0,-3 3 15 0 0,1 0-1 0 0,-12 16 1 0 0,-8 9-47 0 0,-7 1 70 0 0,0-2 0 0 0,-85 57 1 0 0,105-80 19 0 0,-1-1 1 0 0,-1-1 0 0 0,0-1-1 0 0,0-1 1 0 0,-1-1 0 0 0,1-1-1 0 0,-2-1 1 0 0,1-1 0 0 0,-26 2-1 0 0,40-6 33 0 0,0 1 0 0 0,0 0 1 0 0,0 0-1 0 0,-13 6 0 0 0,16-5 6 0 0,0-1 1 0 0,0 1 0 0 0,0-1-1 0 0,-1-1 1 0 0,1 1-1 0 0,-1-1 1 0 0,0-1 0 0 0,1 1-1 0 0,-1-1 1 0 0,0 0 0 0 0,-7-1-1 0 0,9 0-27 0 0,0 0-1 0 0,0 0 1 0 0,0-1-1 0 0,0 1 1 0 0,0-1-1 0 0,0 0 1 0 0,1 0-1 0 0,-1-1 1 0 0,-6-4-1 0 0,8 5-32 0 0,1-1 0 0 0,-1 0-1 0 0,1 1 1 0 0,0-1-1 0 0,0 0 1 0 0,0 0-1 0 0,0 0 1 0 0,0-1-1 0 0,0 1 1 0 0,1 0-1 0 0,0-1 1 0 0,0 1 0 0 0,-2-6-1 0 0,-2-14 81 0 0,3 12-84 0 0,0 0 0 0 0,-1 0 0 0 0,-6-13 0 0 0,6 16-39 0 0,0-1-1 0 0,0 0 0 0 0,1-1 0 0 0,1 1 1 0 0,-1 0-1 0 0,1-1 0 0 0,1 1 0 0 0,0-1 1 0 0,0 1-1 0 0,3-15 0 0 0,-1 11-8 0 0,0 0 0 0 0,1 1-1 0 0,1-1 1 0 0,0 1 0 0 0,1 0 0 0 0,1 0 0 0 0,7-13-1 0 0,-12 23 12 0 0,0 0 0 0 0,1-1 1 0 0,-1 1-1 0 0,1 0 0 0 0,-1 0 0 0 0,1 0 0 0 0,0 0 0 0 0,0 0 0 0 0,0 1 0 0 0,0-1 0 0 0,0 1 0 0 0,0-1 0 0 0,0 1 0 0 0,0 0 0 0 0,1-1 0 0 0,3 0 0 0 0,1-1-31 0 0,0 0-3 0 0,-3 0 9 0 0,0 0 1 0 0,1 1-1 0 0,0 0 1 0 0,0 0 0 0 0,-1 0-1 0 0,1 1 1 0 0,0-1 0 0 0,0 1-1 0 0,1 1 1 0 0,-1-1 0 0 0,0 1-1 0 0,0-1 1 0 0,0 1 0 0 0,0 1-1 0 0,0-1 1 0 0,8 3-1 0 0,-4-1 38 0 0,-1 2 0 0 0,1-1 0 0 0,-1 1-1 0 0,0 1 1 0 0,0 0 0 0 0,-1 0-1 0 0,1 0 1 0 0,-1 1 0 0 0,-1 0-1 0 0,1 0 1 0 0,-1 1 0 0 0,11 12 0 0 0,2 9-8 0 0,0 1 1 0 0,15 33 0 0 0,-23-42 25 0 0,-10-17-15 0 0,16 29 21 0 0,1-1 0 0 0,40 52 0 0 0,-51-74-14 0 0,0-1 0 0 0,1 0-1 0 0,1 0 1 0 0,-1-1 0 0 0,1 0-1 0 0,0-1 1 0 0,0 0 0 0 0,1 0 0 0 0,0-1-1 0 0,0 0 1 0 0,0-1 0 0 0,1 0-1 0 0,16 3 1 0 0,-11-3 15 0 0,5 0 27 0 0,-1 1 0 0 0,21 8 1 0 0,-32-10-33 0 0,1-1 0 0 0,-1 1 1 0 0,1-1-1 0 0,-1-1 0 0 0,1 0 1 0 0,0 0-1 0 0,-1-1 0 0 0,1 0 0 0 0,14-3 1 0 0,-9 1 8 0 0,0-1 1 0 0,0-1-1 0 0,0-1 1 0 0,-1 0-1 0 0,19-8 1 0 0,-2 0-7 0 0,-24 11-11 0 0,-1-1 1 0 0,1 1-1 0 0,-1-1 0 0 0,0 0 1 0 0,0-1-1 0 0,0 1 0 0 0,6-7 0 0 0,-3 3 12 0 0,-1-1-1 0 0,0 1 0 0 0,-1-2 0 0 0,1 1 0 0 0,-2-1 1 0 0,1 0-1 0 0,-1-1 0 0 0,-1 1 0 0 0,1-1 0 0 0,-2 0 1 0 0,1-1-1 0 0,-2 1 0 0 0,5-19 0 0 0,-6 20 16 0 0,0 0 0 0 0,1 0 0 0 0,5-12 0 0 0,-6 14-22 0 0,1 1 0 0 0,-1 0 1 0 0,0-1-1 0 0,0 0 0 0 0,-1 1 0 0 0,0-1 0 0 0,0 0 0 0 0,-1-9 0 0 0,-1 3-19 0 0,-1 0 0 0 0,-1 0 0 0 0,0 1 0 0 0,-7-17 0 0 0,2 2-61 0 0,6 22 5 0 0,0 0-1 0 0,0 0 1 0 0,0 1-1 0 0,0-1 1 0 0,-1 0-1 0 0,1 1 1 0 0,-1-1-1 0 0,-1 1 1 0 0,-6-8-1 0 0,3 6-121 0 0,0 0-1 0 0,-1 1 0 0 0,0-1 0 0 0,-15-6 1 0 0,-24-9-816 0 0,-8 5-852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69 140 2048 0 0,'0'0'3593'0'0,"0"-28"-2271"0"0,0 23-1006 0 0,-1 0 1 0 0,0 1 0 0 0,0-1-1 0 0,0 1 1 0 0,-1-1-1 0 0,0 1 1 0 0,1 0 0 0 0,-2 0-1 0 0,1 0 1 0 0,-5-7-1 0 0,4 7-104 0 0,1 0-1 0 0,-1 0 0 0 0,1 0 1 0 0,0-1-1 0 0,0 1 0 0 0,0-1 0 0 0,1 1 1 0 0,-1-1-1 0 0,1 0 0 0 0,-1-8 0 0 0,-17 422 517 0 0,14-310-550 0 0,3 191 173 0 0,3-281-364 0 0,3 30-4679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27 227 9890 0 0,'-4'0'57'0'0,"-15"0"14"0"0,15-2-65 0 0,11-3-7 0 0,35-15 61 0 0,1 1 0 0 0,1 3 0 0 0,55-14 0 0 0,145-20 233 0 0,-179 39-206 0 0,245-38 1467 0 0,3 26-359 0 0,-294 23-1866 0 0,-13-1 80 0 0,0 1 0 0 0,0 0-1 0 0,1 0 1 0 0,-1 0 0 0 0,0 1-1 0 0,6 1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5873 0 0,'0'0'3649'0'0,"20"-8"-1127"0"0,13 1-1826 0 0,62-6-1 0 0,-9 10-4251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25 7170 0 0,'0'0'6981'0'0,"10"-2"-6281"0"0,151-14-1315 0 0,-126 10-602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59 3529 0 0,'-11'-4'4071'0'0,"14"3"-3904"0"0,-1-1 0 0 0,1 0 0 0 0,0 1 0 0 0,1-1 0 0 0,-1 1 0 0 0,0 0 0 0 0,0 0 0 0 0,0 0-1 0 0,6-1 1 0 0,3 0 65 0 0,39-11 94 0 0,1 4 1 0 0,0 1-1 0 0,0 3 1 0 0,68 1-1 0 0,-5 4 257 0 0,-66 0-4171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0 6897 0 0,'8'5'2989'0'0,"-23"198"-2580"0"0,2-72-467 0 0,7 192-207 0 0,6-246-993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162 16 7362 0 0,'0'0'92'0'0,"0"-1"-43"0"0,0 1 1 0 0,1-1-1 0 0,-1 1 0 0 0,0-1 1 0 0,0 1-1 0 0,0 0 1 0 0,0-1-1 0 0,0 1 0 0 0,0-1 1 0 0,0 1-1 0 0,0-1 1 0 0,0 1-1 0 0,0-1 1 0 0,0 1-1 0 0,0-1 0 0 0,0 1 1 0 0,0 0-1 0 0,0-1 1 0 0,-1 1-1 0 0,1-1 0 0 0,0 1 1 0 0,0-1-1 0 0,0 1 1 0 0,-1 0-1 0 0,1-1 0 0 0,0 1 1 0 0,-1 0-1 0 0,1-1 1 0 0,0 1-1 0 0,-1 0 1 0 0,1-1-1 0 0,0 1 0 0 0,-1 0 1 0 0,1 0-1 0 0,0-1 1 0 0,-1 1-1 0 0,1 0 0 0 0,-1 0 1 0 0,1 0-1 0 0,-1-1 1 0 0,1 1-1 0 0,0 0 1 0 0,-1 0-1 0 0,1 0 0 0 0,-1 0 1 0 0,1 0-1 0 0,-1 0 1 0 0,1 0-1 0 0,-1 0 0 0 0,1 0 1 0 0,-1 0-1 0 0,1 0 1 0 0,0 1-1 0 0,-2-1 63 0 0,1 21-110 0 0,-2 0-1 0 0,0 0 1 0 0,-11 34 0 0 0,3-10 5 0 0,-56 202 146 0 0,48-182-14 0 0,-7 51 11 0 0,23-93-317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224 1 10202 0 0,'-3'0'34'0'0,"0"0"0"0"0,0 0 1 0 0,0 1-1 0 0,0-1 0 0 0,0 1 0 0 0,0 0 0 0 0,0 0 0 0 0,0 0 0 0 0,0 0 0 0 0,1 1 0 0 0,-1-1 1 0 0,0 1-1 0 0,1-1 0 0 0,0 1 0 0 0,-1 0 0 0 0,-2 3 0 0 0,1-1-27 0 0,0 1 1 0 0,1-1-1 0 0,-1 1 0 0 0,1 0 1 0 0,0 0-1 0 0,1 0 0 0 0,-1 1 1 0 0,-1 6-1 0 0,1-3-15 0 0,0 0 0 0 0,1 0 0 0 0,0 0-1 0 0,1 0 1 0 0,0 0 0 0 0,0 0 0 0 0,1 1 0 0 0,1-1 0 0 0,-1 0-1 0 0,4 17 1 0 0,-2-20 11 0 0,-1-1-1 0 0,1 0 1 0 0,1 0 0 0 0,-1 0-1 0 0,1 0 1 0 0,-1 0-1 0 0,1 0 1 0 0,1-1 0 0 0,-1 1-1 0 0,1-1 1 0 0,-1 0-1 0 0,1 0 1 0 0,1 0 0 0 0,-1-1-1 0 0,0 1 1 0 0,1-1-1 0 0,8 4 1 0 0,57 30 37 0 0,28 14 88 0 0,-91-45 16 0 0,0 1 1 0 0,0 0-1 0 0,-1 0 1 0 0,0 1-1 0 0,0-1 1 0 0,0 1-1 0 0,-1 1 0 0 0,-1-1 1 0 0,7 14-1 0 0,-11-21-113 0 0,1 0 0 0 0,0 0 1 0 0,-1 0-1 0 0,1 0 0 0 0,-1 0 0 0 0,1 0 0 0 0,-1 0 0 0 0,1 0 0 0 0,-1 0 0 0 0,0 0 0 0 0,0 0 0 0 0,1 0 0 0 0,-1 0 0 0 0,0 0 0 0 0,0 0 0 0 0,0 0 0 0 0,0 1 0 0 0,0-1 0 0 0,-1 0 1 0 0,1 0-1 0 0,0 0 0 0 0,0 0 0 0 0,-1 0 0 0 0,1 0 0 0 0,0 0 0 0 0,-1 0 0 0 0,1 0 0 0 0,-1 0 0 0 0,0 0 0 0 0,1 0 0 0 0,-1 0 0 0 0,0-1 0 0 0,1 1 0 0 0,-1 0 0 0 0,0 0 0 0 0,0-1 1 0 0,0 1-1 0 0,0 0 0 0 0,-1 0 0 0 0,-5 2 30 0 0,1-1 0 0 0,0-1 0 0 0,0 1 0 0 0,-1-1 0 0 0,-12 1 0 0 0,-11 3 141 0 0,2 5-87 0 0,15-5-50 0 0,-1 0 0 0 0,1-1 0 0 0,-1 0-1 0 0,-24 2 1 0 0,-133-2-285 0 0,116-5-996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10 181 11867 0 0,'-9'-15'1274'0'0,"10"14"-1207"0"0,0 0-1 0 0,0 0 0 0 0,1 1 1 0 0,-1-1-1 0 0,0 0 0 0 0,1 1 0 0 0,-1-1 1 0 0,0 1-1 0 0,1 0 0 0 0,-1-1 0 0 0,1 1 1 0 0,-1 0-1 0 0,3 0 0 0 0,5-1 27 0 0,6-3-94 0 0,178-48 515 0 0,-146 37-1596 0 0,0-2 1 0 0,43-24-1 0 0,-49 18-2366 0 0,-24 18 611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0 328 11074 0 0,'1'-2'42'0'0,"-1"1"0"0"0,0-1 0 0 0,1 1-1 0 0,-1-1 1 0 0,0 1 0 0 0,1-1-1 0 0,0 1 1 0 0,-1-1 0 0 0,1 1 0 0 0,0 0-1 0 0,0-1 1 0 0,0 1 0 0 0,2-2-1 0 0,-3 2-18 0 0,0 1 0 0 0,1-1 0 0 0,-1 1 0 0 0,1 0 0 0 0,-1-1 0 0 0,0 1 0 0 0,1 0 0 0 0,-1-1 0 0 0,1 1 0 0 0,-1 0 0 0 0,1 0 0 0 0,-1 0 0 0 0,1-1 0 0 0,-1 1 0 0 0,1 0 0 0 0,-1 0 0 0 0,1 0 0 0 0,-1 0 0 0 0,1 0 0 0 0,-1 0 0 0 0,1 0 0 0 0,-1 0 0 0 0,1 0 0 0 0,-1 0 0 0 0,1 0 0 0 0,-1 0 0 0 0,1 0 0 0 0,-1 1 0 0 0,1-1 0 0 0,-1 0 0 0 0,1 0 0 0 0,-1 0 0 0 0,1 1 0 0 0,-1-1 0 0 0,0 0 0 0 0,1 1 0 0 0,-1-1 0 0 0,1 0 0 0 0,-1 1 0 0 0,0-1 0 0 0,1 0 0 0 0,-1 1 0 0 0,0-1 0 0 0,1 1 0 0 0,-1-1 0 0 0,0 1 0 0 0,5 7-19 0 0,-1 0 1 0 0,0-1-1 0 0,-1 2 0 0 0,0-1 1 0 0,0 0-1 0 0,-1 1 1 0 0,2 11-1 0 0,5 66 1 0 0,-6-41-16 0 0,13 190 48 0 0,-10-120 95 0 0,-6-108-71 0 0,2 18-66 0 0,-2-24 107 0 0,0 0-1 0 0,0 0 1 0 0,1 0 0 0 0,-1 0-1 0 0,0 0 1 0 0,0 0 0 0 0,1 0-1 0 0,-1 0 1 0 0,0 0 0 0 0,1 0-1 0 0,-1 0 1 0 0,1 0 0 0 0,0-1-1 0 0,-1 1 1 0 0,1 0 0 0 0,0 0-1 0 0,1 1 1 0 0,-1-3-32 0 0,0 0 0 0 0,-1 1-1 0 0,1-1 1 0 0,0 0 0 0 0,0 0-1 0 0,0 1 1 0 0,0-1 0 0 0,-1 0 0 0 0,1 0-1 0 0,0 0 1 0 0,-1 0 0 0 0,1 0 0 0 0,0 0-1 0 0,-1 0 1 0 0,0 0 0 0 0,1-1-1 0 0,0-1 1 0 0,5-15 39 0 0,2 0 0 0 0,0 0 1 0 0,1 1-1 0 0,1 0 0 0 0,14-18 0 0 0,70-81 92 0 0,-59 75-162 0 0,56-80-225 0 0,106-184 0 0 0,-99 145-3283 0 0,-79 129 1115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57:27.05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11534 7426 734 0,'0'0'-1'0,"0"0"17"0,0 0 16 16,-2 0 0-16,2 0 5 0,0 0-17 0,0 0-9 0,0 0 1 16,2 0 0-16,0-2 14 0,2 2-2 0,20-7 3 15,8-2-3-15,3-3-4 0,4-1 6 0,3-1 3 16,5-3 0-16,7 0 4 0,0 1-18 0,-1-1 3 16,1 0-6-16,-5 0 4 0,3 1-11 0,0 1 4 0,-4 2-6 15,-5 0 1-15,-4 4-2 0,-6-1 1 0,-2 3-1 16,3-1 1-16,-8 3 2 0,0-1-6 0,0 1 3 15,-4-1-3-15,0 2-6 0,-3 3 5 0,0-1-5 16,-5 2 3-16,-1 0-12 0,-1 0-6 0,-3 0-5 16,-4 0-46-16,1 0-101 0,0 0-41 0</inkml:trace>
  <inkml:trace contextRef="#ctx0" brushRef="#br0" timeOffset="409.84">11594 7720 438 0,'-2'0'67'0,"0"0"69"16,0 0-37-16,-2 0-37 0,1 0-7 0,1 0-8 15,0 0-19-15,0-2 10 0,2 0-6 0,2 0 7 16,7-5-15-16,40-1-8 0,4-9-3 0,12-3-2 15,8 0-3-15,10-3-8 0,1-1 4 0,1 0-5 16,-1-2-2-16,-6 2 3 0,0 0-3 0,-4 0 2 16,0 1-10-16,4 3-23 0,4-1-5 0,2 3-22 0,-1-3-175 15</inkml:trace>
  <inkml:trace contextRef="#ctx0" brushRef="#br0" timeOffset="828.55">12271 13247 302 0,'-1'0'196'0,"-1"0"-281"0,0-2 237 15,-2 0-137-15,0 0-12 0,-7-1-8 0,-4-3-9 16,2 1-1-16,0 1-41 0</inkml:trace>
  <inkml:trace contextRef="#ctx0" brushRef="#br0" timeOffset="1170.01">12050 12319 657 0,'0'0'223'0,"0"0"63"0,0 0-134 16,0-2-133-16,0 0-13 0,2 0-12 0,0 2 14 15,33-9-6-15,3 0 11 0,2-1-6 0,3-1 8 16,2 0-2-16,3-2 4 0,0-4 4 0,4-1-17 16,2-3 10-16,4 1-13 0,-3-2 1 0,3 1 0 0,-2 1 1 15,-3 1 0-15,-2 2 3 0,-5-1-6 0,-1 1-7 16,-10 2 2-16,2 0-15 0,-7 4-22 0,-6 2-2 16,-6 2-20-16,-7 1-123 0,-5 4-186 0</inkml:trace>
  <inkml:trace contextRef="#ctx0" brushRef="#br0" timeOffset="1364.42">12021 12577 1010 0,'-2'0'107'0,"0"0"189"16,-2 0-243-16,2 0-49 0,1-2 2 0,-1 0-14 0,2 0 9 15,2 0-1-15,25-14 1 0,29-10 0 0,9 1 6 16,8-2-9-16,6-3-6 0,9-3 1 0,12 29-5 15,21-33-21-15,7-2-17 0,7-4-27 0,4-7-298 0</inkml:trace>
  <inkml:trace contextRef="#ctx0" brushRef="#br0" timeOffset="132877.71">27040 12980 239 0,'0'-2'0'0,"0"0"11"0,0 0 101 0,0-2-49 15,0-1 3-15,-2-3-51 0,0-6 2 0,0 1 11 16,0 1 0-16,0-4 2 0,2 5 19 0,0 1 14 16,0 3-2-16,0-1 2 0,0 1-20 0,0 0-9 15,0-1 1-15,0 1-3 0,0 1 6 0,0 2 8 16,0 3-2-16,0-3 4 0,0 0-4 0,0 0 6 16,0 1-2-16,2-1 1 0,0 0-24 0,-2 1 3 15,0 1-9-15,0 0 6 0,2 0-19 0,-2 0 0 0,2 0 2 16,-2 0-1-16,0 2 11 0,2 0-5 0,0 0 5 15,-1 2-6-15,1 0 2 0,0 2-10 0,4 13 0 16,-1 3-2-16,3 2 5 0,-1-1-4 0,1 1 3 16,-1 0-4-16,0 2 2 0,1 1-4 0,1 1 2 0,-1 0-2 15,1 1 4-15,0 5-4 0,-1-1 0 0,-1 7 0 16,0-1 4-16,1 4 2 0,-3-1-5 0,1 3 4 16,0 0-5-16,-1-2 7 0,-1-2 0 0,0 0 3 15,1 2-5-15,-1-10 8 0,0 1-2 0,-1-1 4 16,-1-8 10-16,0 3-5 0,0-6 1 0,-2-3-2 15,2 1 3-15,-2-5 10 0,0 0-1 0,0-4 3 16,0-3-3-16,0 0-1 0,0-1-4 0,0-3 1 0,0 0-7 16,0 0 5-16,-2 1 3 0,0 1-1 0,0 0 2 15,-2-2 4-15,1 0-6 0,1-2 5 0,-7 1-10 16,1-1 2-16,-3-1-2 0,4-1-1 0,-3-4-20 0,5-5 6 16,-3-17-5-16,3-2 5 0,-1-1-7 0,2-10 2 15,-18 2 3-15,9-4-2 0,6-3 1 0,7 1-5 16,0 1-5-16,5-3 1 0,5 1-3 0,1 3 3 15,2 1 4-15,2 1-1 0,1 4-2 0,3 1 4 16,-1 5-2-16,-8 1 4 0,19 0-2 0,3 6 2 16,7 0-2-16,-4 2 4 0,-3 1-2 0,5 5 5 15,-2-1 0-15,-3 2 1 0,3 4-4 0,-7-2-4 16,-4 2-1-16,-2 5-1 0,-7 1 8 0,-2 1-8 0,-2-5 5 16,-1 3-5-16,-3 2 9 0,0 1-7 0,-3 1 1 15,0 0-3-15,0 0 3 0,-1 0-7 0,1 0-5 16,0 1 0-16,-2 1-5 0,-1 0-6 0,1 0-10 15,0 0-5-15,0 1-85 0,0 1-66 0,0 0-3 0,0 0-19 16,-1 2-37-16</inkml:trace>
  <inkml:trace contextRef="#ctx0" brushRef="#br0" timeOffset="133454.15">27628 13585 977 0,'-2'0'434'0,"1"0"-610"16,-1-2 511-16,-2 0-295 0,-3-1-55 0,3 1 3 16,-2-8 3-16,1 3 1 0,-1 0 10 0,2 1-4 15,1 0 3-15,1 3-2 0,0-1 1 0,0 0 29 16,0 1-6-16,0-1 14 0,1 2 0 0,-1 0 2 15,0 0 0-15,0 0 0 0,0 2-9 0,2 0-5 16,0 2-4-16,0 2 0 0,-4 18-14 0,1 10 6 0,-3 1 0 16,1 3 4-16,1-1 2 0,0-2-5 0,2 1-1 15,1-3-1-15,-3-3-3 0,2-2 2 0,2-4-4 16,0 1 4-16,0-1-5 0,0-2 1 0,0-3 2 16,0 0-3-16,0-4-4 0,0-2 2 0,0-4 0 0,0-1 1 15,0-2 2-15,0-1-13 0,2 1 5 0,0 0-7 16,0-2 3-16,-1-1 4 0,1 1-10 0,0-2 8 15,2 0-18-15,-1-2 3 0,1 1 3 0,4-1-2 16,3-19 0-16,-2-1 7 0,2 0-3 0,-2-1 4 16,3 1-6-16,-3-4 7 0,0 4 2 0,2 0 2 15,-1-1 3-15,-1 3-5 0,0-1 0 0,-3 3 0 16,1-3 7-16,-1 8 3 0,-1 2-3 0,1 2 1 16,-1 4-2-16,-3-3 3 0,0 8 5 0,0 0-3 0,2-4-3 15,-1 1-1-15,1 1 1 0,0 0 0 0,0 2 10 16,-3 2 5-16,1 0-7 0,4 7 7 0,3 19-5 15,-3 1 2-15,-3 1 0 0,-1 0-1 0,0-2-3 0,-2-2 8 16,0 0-5-16,2 0 4 0,0-4-13 0,0 2 2 16,1-3 1-16,1-3 0 0,0-1-5 0,0-4 5 15,1 2-4-15,1-4 3 0,-1-2-11 0,-1-1 6 16,-2-5-5-16,0-1 4 0,7 6-11 0,0-3-7 16,-1-1-8-16,-1 0-2 0,-1-3-44 0,-1-1-44 15,1 0-4-15,-1 0-17 0,-1 0-66 0,-2 0-187 16</inkml:trace>
  <inkml:trace contextRef="#ctx0" brushRef="#br0" timeOffset="133795.59">27567 13466 1093 0,'-2'0'21'0,"0"0"0"15,-1 0-10-15,-3 0-3 0,-12 0-8 0,-1 2 4 16,-1 2 11-16,-1 1 10 0,4 1 0 0,8-2 31 16,4-3 12-16,3-1-5 0,-2 2 7 0,0 0-14 15,1 0-19-15,-1 0 10 0,2 0-10 0,0 0 34 0,0-1 2 16,2 1-5-16,2 0-1 0,0-2-25 0,15 0-14 15,20-7-2-15,0-3-3 0,4-1-9 0,0 0-9 16,1 0 4-16,-3 4-7 0,2-3-6 0,-6 5 8 16,1-1-5-16,-3 4 5 0,-1 0-4 0,-8 2-3 15,0 0 2-15,-4 0-2 0,-3 0 1 0,0 0-10 16,-8 0-15-16,-3 0-1 0,-4 0-83 0,-1 0-44 16,1 0-15-16,2 0-17 0,0 0-120 0</inkml:trace>
  <inkml:trace contextRef="#ctx0" brushRef="#br0" timeOffset="135195.38">28196 13163 1277 0,'0'0'32'0,"-1"0"65"15,-1-1-86-15,0-1 3 0,0 0-6 0,0 0 4 16,0 0-6-16,2 0 19 0,0 0 1 0,2 1 4 16,0-1 1-16,7-4-3 0,21-9-5 0,2 0 0 15,-3 4-19-15,1 0-4 0,2 0 2 0,-5 2-2 16,1 0 0-16,0 1 0 0,-4 1-5 0,0-1 2 0,1-1-20 16,-5 2-109-16,0-1-17 0,-1 3-48 0,-2-1-246 15</inkml:trace>
  <inkml:trace contextRef="#ctx0" brushRef="#br0" timeOffset="135383.24">28269 13357 1460 0,'0'0'39'0,"0"0"108"0,0 0-181 0,0 0 41 16,0 0 9-16,2 0 15 0,0 0 42 0,-1 0 1 15,5 0-6-15,20-4 4 0,4-4-17 0,3-1-27 16,4-2-2-16,2-2-9 0,0 0-13 0,0-2-4 15,0 2-1-15,2-2-4 0,0 2-25 0,2 0-139 0,5 0-10 16,-5 2-68-16,3-2-272 0</inkml:trace>
  <inkml:trace contextRef="#ctx0" brushRef="#br0" timeOffset="152755.57">29440 11867 385 0,'0'-1'24'16,"0"-1"-3"-16,0 0 9 0,0-2-1 0,0-7-14 15,2-6-8-15,0 4 10 0,2-3 1 0,0 1 2 16,-1 2 3-16,1 0 31 0,0 0-4 0,-1 2 12 16,1-2 4-16,2-2-14 0,-1 2 5 0,1 0-6 0,1 0 20 15,3-2-25-15,-3 2 7 0,0 0-13 16,-1 2 1-16,0 2-8 0,-3 1 3 0,1 3-6 0,-2-1 3 15,0 2-3-15,-2 2-3 0,2-1 1 0,-1-1-10 0,1 0 3 16,0 1-5-16,0 1 5 0,0 0-1 0,0 0 4 16,0 0 5-16,-1 0-3 0,1 0 11 0,-2 2-16 15,0 0-1-15,0 0-6 0,0 2-13 0,0 0 5 16,-2 0-2-16,1 2 3 0,-7 11-3 0,1 5-4 16,-1 2 1-16,1 2-1 0,-1 2 1 0,-1 2 0 15,2 4 1-15,1 3 1 0,1 6 0 0,1 3-5 16,0 5 1-16,0 3-1 0,-1 3 7 0,1 1-5 15,2-4 2-15,-1-2-2 0,-1-3 8 0,0-3 1 16,-1 1-3-16,1-1 2 0,0-3-8 0,2-2 14 0,-1-2-1 16,1-1 5-16,0-3 1 0,0 0 3 0,0-1-2 15,0 0 3-15,1-5-8 0,1-6-8 0,0 1 3 16,0-1-4-16,-2-3 6 0,2-1-4 0,-2-2-3 16,2-8 0-16,-2 4-6 0,2-1 5 0,0-9-3 0,-2 7 5 15,0-4-3-15,0-1-6 0,1 1 3 0,-1 0-5 16,0-2-16-16,0-1-54 0,0-1-15 0,0 0-15 15,0-1-54-15,1-1-5 0,1 0-16 0,-4-26-6 16,4-5-132-16</inkml:trace>
  <inkml:trace contextRef="#ctx0" brushRef="#br0" timeOffset="153439.04">29587 11760 540 0,'0'0'9'0,"0"0"1"0,0-2-8 16,-2 0 1-16,0-2-5 0,1 1 2 0,1 1 2 16,0-2-2-16,-2-1 3 0,0-1 8 0,-2-1 12 15,2 1 5-15,0 0 3 0,-1 1 28 0,1 1 3 16,0-1 5-16,-2-3-2 0,2 3 6 0,1-3 0 0,-1 1-1 15,2-1 0-15,0-1 0 0,0 2-12 0,2-3-2 16,1 3-2-16,5-4-8 0,7 1-1 0,7-1-4 16,4 2 1-16,-4 0-9 0,8-1-3 0,-2 3-7 0,0 3 1 15,1 1-20-15,-3-14-3 0,0 6 2 0,-5 5-3 16,-5 4-6-16,-1 2 10 0,-4 0-4 0,-1 0 6 16,-3 0-1-16,2 2 4 0,-3 0 2 0,-4-2 1 15,2 2 9-15,-1 2 3 0,1-1-1 0,0 1 1 16,-1 3-6-16,1 6-3 0,-2 0 3 0,-2 2-3 15,-2 2 4-15,-2-2-6 0,-3 2-3 0,-2-1 0 16,-2 1 1-16,-1-2-1 0,-8-4 2 0,-2 2-3 16,-1-4-6-16,3 2 0 0,1 1 2 0,5-7 0 0,-3 3 7 15,2-7-3-15,4 1-4 0,0 2 1 0,3 0-7 16,1-1 1-16,7-1 1 0,-4 0 1 0,0 0 0 0,1 2-5 16,-1-1 0-16,2 1-3 0,0 0 2 0,0-2-2 15,1 1 3-15,1 1-3 0,0 0 5 0,1-1 4 16,1 1-1-16,2 0 3 0,0-2-6 0,12 5 5 15,7-1-4-15,-5-1 5 0,1 3-5 0,5-3-2 16,-4 5 2-16,-1 1-1 0,0-4 2 0,-5 1 2 16,3 3-3-16,-4-6 0 0,0 10-1 0,-4-4 1 15,-1-1 0-15,-3-1 0 0,1 0 4 0,-2 2-3 0,-1 4 4 16,-1 0-3-16,8-2 6 0,-3 0-3 0,-1 0 5 16,-3 0-4-16,-1 0 7 0,-2-4 5 0,0-1-5 15,-2 1 5-15,0-3-2 0,-1-1-1 0,-10 3 3 16,-11-5-2-16,-2 3 17 0,-2-2-6 0,-2-1 3 15,0 1-5-15,1-2 0 0,-7 0-9 0,7 16 1 16,-3-5-3-16,-1-5-4 0,7-3-9 0,0-1 4 0,1-2-5 16,9-2 3-16,-1 0-3 0,2 0-2 0,2 0-1 15,2 0-6-15,4 0-11 0,1 0-3 0,2 0-5 16,1 0-26-16,1 0-97 0,0 0-9 0,-2 0-34 16,0 0-73-16,3 0-59 0</inkml:trace>
  <inkml:trace contextRef="#ctx0" brushRef="#br0" timeOffset="154437.35">29249 13130 278 0,'0'0'88'15,"0"0"3"-15,-2 0-17 0,1 0-11 0,-1 0-26 16,0-2 1-16,-2 0-11 0,0 2 5 0,-3 0-6 0,-2-2 18 16,-1 2 10-16,3 0 5 0,-6 0 2 0,-2 0 12 15,2 0-4-15,-5 0-2 0,3 0-1 0,2 0-5 16,-4 0-2-16,4 0-4 0,4 0 1 0,-8 0-9 16,6 0-3-16,-2 0 1 0,2 0-2 0,3 0-2 0,-1 0-9 15,0 0 4-15,3 0-6 0,1 0-4 0,1 0 3 16,0 2-9-16,0 0 6 0,1-2-11 0,-1 0-10 15,0 2 3-15,2-2-6 0,1 2 8 0,-1-2 2 16,0 2 7-16,0 0-3 0,2-1 11 0,0 1 9 16,2 0-2-16,0 0 2 0,7 0-7 0,23 5-3 15,3-1-2-15,4-2 1 0,2-4-4 0,0 0-3 16,1-2-2-16,3-2 0 0,3 0-2 0,2-1-3 16,2-1 3-16,8-1-4 0,-5 1-3 0,1 2-4 0,-4 1-3 15,-4 1 1-15,-3 0 0 0,-4 2 5 0,-6 0-1 16,-3 0 1-16,-5 0-9 0,-1 0 5 0,0 0-3 15,-3 0 4-15,-5 0-2 0,-1 0-1 0,-4 0 0 16,-2 0 0-16,0 2 7 0,-3-2-5 0,-1 0 4 0,-1 0-5 16,-3 0 0-16,1 0 2 0,-2 0 2 0,0 0 0 15,0 0 7-15,1 2-7 0,1-2 1 0,0 0-3 16,0 0-3-16,-1 0-3 0,-1 0 2 0,0 0-2 16,0 0 2-16,0 0-11 0,0 0-1 0,-1 0-8 15,1 0-47-15,0 0-175 0,2 0-24 0</inkml:trace>
  <inkml:trace contextRef="#ctx0" brushRef="#br0" timeOffset="156031.34">29648 13919 630 0,'-1'0'95'15,"-1"0"-121"-15,0 0 102 0,0-2-55 0,0 0-23 0,0 1-1 16,0-1 4-16,1 0-1 0,-1 0 6 0,0 0-4 15,0 0 4-15,0 0-3 0,0 1 9 0,0-1 3 16,1 0 5-16,-1 0-1 0,0 0 9 0,0 0-9 16,0 0-3-16,0 1-2 0,2-1-8 0,0 0 2 15,0 0-1-15,0 0 0 0,0 0-5 0,0 0 4 16,0 1-3-16,0-1 3 0,0 0 2 0,0 0 25 16,0 0 2-16,0 0 7 0,0 0 11 0,0 2-7 0,0 0-1 15,0-1-2-15,0-1-8 0,0 0-15 0,0 0 3 16,0 2-5-16,0 0 4 0,0 0-4 0,0 0 1 15,0-2-1-15,0 0-4 0,0 2 5 0,0-2 1 16,0 2 2-16,0-1 2 0,0-1 1 0,0 2-3 0,0-2 2 16,0 2-7-16,0-2 0 0,0 0-2 0,0 0 2 15,2 0-3-15,0 1 2 0,0-1 0 0,0 0 0 16,0 0-4-16,-1 0 0 0,1 0-5 0,0 0 4 16,0 1-4-16,0-3-4 0,0 0 2 0,0 0-4 15,-1 1 2-15,1-1 5 0,0 0-4 0,0 1 4 16,0-1-9-16,0 0 2 0,0 0 5 0,-1 1 0 0,1 1 1 15,0 0 0-15,0 0-6 0,0 0 3 0,-2-1-5 16,0-1 2-16,0 0 4 0,0 0 0 0,0 1 3 16,0 1-8-16,0-2 0 0,0 0-1 0,0 1 3 15,0-1-1-15,0 0 1 0,0 1-2 0,0-1 0 0,0 0 1 16,0 2 0-16,0 0 0 0,0 1-3 0,0-1 2 16,0 0-3-16,0 0 3 0,0 0 2 0,0 0 0 15,0 0 1-15,0 1-2 0,0-1-1 0,0 0-1 16,0 0 1-16,0 0 0 0,0 0 1 0,0 1-1 15,0-1 2-15,0 0-2 0,0 0 0 0,-2-2 7 16,0 1-7-16,0-1 6 0,0-4-12 0,1 1 13 16,-3-6-4-16,2 6 7 0,-2-3-8 0,-1 1 0 15,3 3 3-15,-2-1-2 0,0 0 5 0,1-1-1 0,-1 3-2 16,2-1 1-16,-5 2-3 0,-3-1 11 0,3-1-3 16,-4 4 4-16,0-1-9 0,-2-7-3 0,-2 1 0 15,2 3-1-15,0 1 5 0,-2 1 1 0,2 2-1 16,-2 0 0-16,2 2-6 0,0 0-1 0,-2 2 2 0,2 2-2 15,0 2 0-15,0 1 1 0,0 0 0 0,2 1 0 16,-2-4 6-16,2 12-9 0,-2 1 5 0,4 2-5 16,0 3 3-16,-1-4 3 0,-1 7-4 0,0-5 4 15,2 0-1-15,1 1-3 0,1-6 5 0,1 1-5 16,1 1 3-16,1-2 1 0,2 0-6 0,-7-2 3 16,3-4-5-16,1 2 6 0,1-2-4 0,2-1 5 0,2-1-4 15,0-1-1-15,0-2 7 0,0-1-4 0,0 1 16 16,2 0-7-16,2-1 2 0,-1-1-3 0,14 8 3 15,4-3-1-15,1-3-4 0,0-2 1 0,4-2-7 16,-2-2 1-16,4-4-1 0,-4 1 0 0,0-3-1 0,-1 1 5 16,-5-1 1-16,4-1 0 0,-7 2-5 0,2-3 6 15,2-1-2-15,-5 2 4 0,-1 0-1 0,-1 7-7 16,-5-13 4-16,0-2-4 0,1 6 3 0,-4-2-1 16,1 0 3-16,1 2-1 0,-4 0 7 0,7-2-4 15,-2 2-4-15,-3 1 2 0,0-1-4 0,-4 8 8 16,0-3 1-16,0 0 3 0,2 3-2 0,-1-1-5 15,-1 0-3-15,0 2 1 0,0 1-1 0,0-1-2 16,0 2-1-16,0 0-1 0,-1 0-1 0,-1 2 1 0,0-1 0 16,2 1 0-16,-11 13-8 0,0 4 10 0,1-3-3 15,1 1 3-15,0 2-7 0,1-1 1 0,3 3 2 16,1 1-2-16,2-2 4 0,0 1-3 0,0-1 2 0,2 2-2 16,0 3 8-16,0-1-6 0,0 2 3 0,0 0-4 15,-1 2 3-15,-1-1 1 0,0 1-1 0,0-2 1 16,-4 2 3-16,1-2-1 0,-3 0-2 0,-1 2 0 15,0-4-3-15,-2-2 1 0,0 3 7 0,-1-7-4 16,-1 3 8-16,10-5-5 0,-16-3 2 0,1-4 0 16,-1 3 11-16,2-3-10 0,3-4 4 0,-1 7-6 15,0-7 7-15,2 4 6 0,0-1 0 0,-2-3 3 16,2-1 8-16,-2-2-3 0,2-2-1 0,2 0-2 0,2-2-15 16,1-2 1-16,3 3-4 0,-3-5 3 0,3 2-3 15,-3-5-4-15,1-8 2 0,5 4-3 0,-2-2 0 16,-5 4 0-16,0-4-2 0,3 6 0 0,4 4-4 0,-3-6 1 15,3 3 1-15,0 1 0 0,0 1 0 0,2 4-9 16,0 0 1-16,-2-1-4 0,0-1-5 0,2 0-5 16,0 2-8-16,0 1 0 0,0-1-38 0,0 0-51 15,0 0 0-15,2 2-20 0,0 0-37 0,0 0-11 16,0 0-5-16,18 4-1 0,-1-1-20 0</inkml:trace>
  <inkml:trace contextRef="#ctx0" brushRef="#br0" timeOffset="156780.32">29849 14270 839 0,'-2'-2'205'16,"0"0"42"-16,-1 1-104 0,-1-3-94 0,2 0-30 15,-5-7-19-15,5 4 4 0,-6-5-4 0,6 5 5 16,-3 0-4-16,1 1 6 0,2 2 5 0,2 2-2 15,0 1 6-15,-2-3 12 0,1 0-2 0,-1 0 6 16,0 3-1-16,0-1-3 0,0 0-3 0,0 0 1 0,0 0-6 16,1 0 0-16,-1 2 1 0,0 0-1 0,0 2 4 15,0 0-12-15,0 2 1 0,-7 11-4 0,-2 7 1 16,2 2 2-16,-1 0 0 0,1 0 0 0,2 2-6 0,1-5 1 16,0 3 2-16,3-4-1 0,-3 1 1 0,1 1 4 15,1-2-3-15,0 1 4 0,2-6 0 0,0-4-2 16,1-2 4-16,-1-2-4 0,2 1 4 0,0-1-3 15,0 1 2-15,0-6-2 0,0-1-1 0,0 3 1 16,0 0-6-16,0 0 6 0,0-3-5 0,0 1 17 16,0 0 4-16,0 0 3 0,0 0-4 0,0 0-14 15,0-2-7-15,0 0 1 0,0 0-8 0,0-2 5 16,2 0-3-16,-2-2 3 0,5-12-6 0,3-3 0 16,-1 0 1-16,0-1 0 0,3 0 0 0,-1-1 1 0,2-3-1 15,-2 4 2-15,3-3-5 0,-3 7 0 0,2-3 2 16,-5 8 1-16,1 0 6 0,0 0-3 0,-3 5-3 15,2-1 1-15,-4 5-1 0,3 0-2 0,4-5 2 16,-5 5-4-16,2 0-3 0,-3 2 5 0,1 0 2 0,4 0 0 16,-5 0 6-16,1 2 3 0,0 0-1 0,-2 1 2 15,9 18 1-15,-6-5-3 0,1 5-4 0,-2-3 2 16,-4-3-6-16,0 2 3 0,0-4 4 0,0-2-3 16,0 0 0-16,0-3 3 0,0 1-7 0,0-2 6 15,0-5-3-15,0 2 0 0,0-2 0 0,0 1-1 0,0 1 2 16,0 0-5-16,0-2 3 0,1 0-2 0,1-2 5 15,0 0-7-15,0-2 3 0,2 0-5 0,-1-2 0 16,10-20 8-16,2 2-9 0,2-8 7 0,-2 2-3 16,2 4-4-16,-1-2 5 0,1 6-4 0,-2-1 3 0,-2 5 2 15,-2 4 1-15,-4 5 2 0,1 1-1 0,-3 5-9 16,-1-1-1-16,0 0-3 0,1-2 3 0,1 2 10 16,-1 2 3-16,-1 0 2 0,2 2-3 0,-4-2 9 15,1 13-2-15,-1 9 3 0,0 8-9 0,0-2 2 16,2-6-3-16,-1 4 4 0,1-5 2 0,2 1 1 15,-1 0 1-15,3 2-1 0,-1-1 0 0,2-3-1 16,1-3-2-16,-1-6 0 0,0 2-9 0,4-2-3 16,2-2 0-16,0-3-2 0,-2-2-7 0,0 5-14 0,4 0-2 15,3-1-4-15,4-5-16 0,0-3-113 16,2-2-15-16,-2-1-47 0,2-5-166 0</inkml:trace>
  <inkml:trace contextRef="#ctx0" brushRef="#br0" timeOffset="163514.26">29322 2355 33 0,'0'0'0'0,"0"0"73"0,0 0 34 0,0 0 50 15,0-1 19-15,0-1-55 0,0 0-19 0,0 0-37 16,0 0-11-16,0 0 2 0,0 0-12 0,0-1 12 15,2-1 3-15,-2 0 1 0,0-1-5 0,0-1-1 16,1-3-1-16,-1 1 1 0,2-3 5 0,0-2-4 0,-2 4 3 16,0-4-4-16,0 0-1 0,0 2-12 0,0-8 2 15,0 6-5-15,0 0 3 0,0 0 5 0,-2-1-4 16,-1-5 4-16,-3 0-5 0,0 1-7 0,1 3 0 16,-1 4-3-16,1-2-4 0,-1 4-3 0,1 1 4 15,-5-1-3-15,-5 3 1 0,-5 4-2 0,0 1-5 0,-3-14 3 16,1 4-3-16,0 3 3 0,-2 4-1 0,-1 4 1 15,-2 2-11-15,2 4-5 0,-1 7 3 0,6 2-3 16,-2 0 2-16,-1 20-3 0,3 0 1 0,0 0-2 16,5 3 5-16,-2-5-4 0,0-1-1 0,2-1-2 15,4-3-3-15,6-2 1 0,-12 0 1 0,8 0 1 16,3-2-5-16,4-2 4 0,2 1-2 0,4-5 3 0,2-1 0 16,1-2-7-16,0-4 4 0,-5 0-6 0,15-4 1 15,5-3 8-15,2 0-2 0,8 14 4 0,1-6 1 16,1-7-1-16,1-5 2 0,-3-4-1 0,-1-5 7 0,-1-2-6 15,-2-2 1-15,-2-2-3 0,-2-2 2 0,-5 12 0 16,-3-19-1-16,-1 0 0 0,-2-1-3 0,-2 1 9 16,-1-2 0-16,-3 0 1 0,-3 4-4 0,-2 0 4 15,11 3-2-15,-6 4 3 0,0-1 1 0,-3 5 2 16,-2-1-1-16,-2 5 1 0,0 1-1 0,0 3-3 16,0-1-3-16,0 2 0 0,-2 0-12 0,0 0-2 15,0 2 5-15,1 2-3 0,-1 0 6 0,2 0-4 16,-4 22-3-16,-2 2-1 0,-3 4 4 0,4-4-2 15,1 3 1-15,0-1-2 0,2 2 0 0,-16 2 3 0,5 1 1 16,3 4 1-16,7 2 3 0,1 2-6 0,2 7 1 16,0-1-4-16,2 5 5 0,0-2 4 0,-1-4-4 15,-1 1 5-15,0-7-9 0,0 1 6 0,0-2-1 16,-3-2 4-16,-1-3-5 0,0-6 3 0,-1-2 0 0,-1-6 1 16,-3 1 2-16,0-5 4 0,-3 3-2 0,11-6 2 15,-18 2 10-15,-5-4-1 0,-2-4 2 0,0-1-2 16,4-1-5-16,1-1 2 0,-3-2 1 0,7 9-1 15,-5 0-2-15,-2-3-8 0,11-6-2 0,-9-1 0 16,9-1-4-16,3 0-3 0,-1-1-2 0,6 1-1 16,-5-4-17-16,5 2-92 0,3 2-5 0,-2-4-39 0,2 1-112 15,0-1-76-15,2 2-64 0</inkml:trace>
  <inkml:trace contextRef="#ctx0" brushRef="#br0" timeOffset="164234.35">29466 3098 1329 0,'-1'0'44'0,"-1"0"-53"16,-2-2 54-16,0 0-25 0,-1-1 28 0,-3-1 25 0,3 0-7 15,1 2 8-15,0 1-44 0,1-1-29 0,-1 0 4 16,0 0-10-16,2 2 10 0,1 0 8 0,-1 2 0 15,0 2 3-15,0 1 6 0,-7 19 17 0,1-1-7 16,3 1 10-16,-1 2-7 0,1 0 4 0,-1 0 3 0,0 0-1 16,1 0 1-16,-1 2-4 0,1-4 1 0,-1 0-2 15,2-2-2-15,1-1-8 0,-3-3-1 0,2-1-2 16,1-2-7-16,1-4-3 0,0 2-1 0,0-4-1 16,2-3-3-16,0-1-6 0,0-3 3 0,-2 2-3 15,2 0 2-15,0-1-1 0,0 1 2 0,0-2-1 16,0 0 12-16,0 0-10 0,0-2 5 0,0 0-6 15,2-2 3-15,-2 0-8 0,8-22 1 0,1-4-2 16,0-2 0-16,0-1-1 0,1 1 1 0,-1-2 2 0,2 1 2 16,0-1-5-16,-1 2-3 0,1 3 0 0,0 1-1 0,-2 3 3 15,2 1 1-15,0 5 0 0,2-1-1 16,-3 5 5-16,-9 2-5 0,5 3 4 0,5-1-5 0,-2 3 0 16,3 3 2-16,-3 1-1 0,6 2 0 0,-4 2 7 15,-2 1-4-15,0 3 5 0,-1 3-13 0,-4 15 13 16,1 2-5-16,-3-2 8 0,0 1-4 0,15-1-1 15,-6 0 4-15,-4-2-4 0,-1 0 5 0,-3-1-9 16,-1-1 4-16,0 1-4 0,0-3 3 0,0-3 3 16,-2-2-4-16,0-4 4 0,2 1-2 0,-2-5 1 15,0-1-1-15,0-2 2 0,2 2 0 0,-1-1 7 0,1-1 6 16,2 0-2-16,0 0 2 0,-1-2-6 0,1 0-5 16,-2 0 2-16,11-4-7 0,0-22 2 0,4-2-4 15,-2-3 4-15,1 1-1 0,-1-3-2 0,0-1 1 16,2 1-3-16,-6-1 0 0,4 1 0 0,-2 3 2 15,-6 4-1-15,4 4-1 0,-1 11 2 0,-7-4 1 0,5 9 1 16,-3 3 3-16,1 1-11 0,1-4 2 0,-1 2-5 16,-2 4 7-16,1 0 0 0,3 0 3 0,-3 2-2 15,3 2 3-15,-3 2 2 0,1 16-1 0,-1 0 3 16,1 0-3-16,-1 1 4 0,-1-1-3 0,0 0 3 16,-2-1-7-16,0-1-1 0,-1-1 0 0,12-1-1 15,-1 1 2-15,-5-2-2 0,-1-3 1 0,-3-1-2 0,1 0-8 16,2 0 2-16,-3-3-6 0,1-1 3 0,-2-2-21 15,0-3-111-15,0 0-1 0,-1 0-45 0,3-1-80 16,0-1-76-16,0 0-121 0</inkml:trace>
  <inkml:trace contextRef="#ctx0" brushRef="#br0" timeOffset="164512.04">30192 2552 1625 0,'-1'0'40'0,"-1"-2"43"0,0 1 16 0,0-1 18 0,0 0-4 16,0 0 4-16,0 0-42 0,2 0-40 0,0 0 4 16,0 1-15-16,2-1-1 0,0 0-11 0,6 0-2 0,14-5-3 15,0 3-6-15,2 0 0 0,-3 2-1 0,-3 0 0 16,-3 2-3-16,0 0 0 0,0 0 1 0,-4 2-1 15,0 0-13-15,0 0-51 0,-3 0-7 0,-3 0-20 16,-1 0-76-16,-2-2-31 0,2 1-29 0,-1 3-13 16,-1 0-222-16</inkml:trace>
  <inkml:trace contextRef="#ctx0" brushRef="#br0" timeOffset="164651.98">30198 2768 735 0,'0'0'151'0,"0"0"-152"0,0 0 178 0,0 2-75 0,0-1 46 0,0 1 6 16,0 0 2-16,0 0-5 0,2 0-27 0,0 0-31 15,0 0 0-15,-1-1-13 0,3 1-29 0,4 2-31 16,14 2-7-16,0-3-5 0,-1-3-16 0,6-2-18 16,-4-1-14-16,5-5-15 0,-2 1-164 0,5-4-436 15</inkml:trace>
  <inkml:trace contextRef="#ctx0" brushRef="#br0" timeOffset="166188.42">31266 1980 255 0,'0'0'86'15,"0"-1"-5"-15,0-1 63 0,0 0-11 0,3-20-3 0,1-1-32 16,2-5-5-16,-1 1-8 0,-1-3 1 0,0-2-24 16,-1 1-3-16,1-1 0 0,2 2-3 0,-1 3 4 0,3-1 3 15,-3 4 10-15,-1 3-6 0,0 1 14 0,-2 5-7 16,-1-2 0-16,-1 8-1 0,2 0-3 0,-2 1 2 15,0 5-8-15,0-1 3 0,0 2-25 0,2-2-22 16,0 1 3-16,-2 1-10 0,0 0-3 0,0 0 0 16,0 2 1-16,0 2 0 0,0 2-3 0,2 16 0 15,-2 13-8-15,-2 5 5 0,-2 4-11 0,-3 3 5 16,-1 1 3-16,1 4 0 0,-2 2-1 0,-1 2 3 16,-1 0-4-16,0-4 4 0,2-3-4 0,0-7 0 0,1-1-1 15,1-1-1-15,1-3-3 0,1-4 2 0,-3-5 1 16,4-5 0-16,-1-3-2 0,1-5 1 0,0-2-4 15,3-3 3-15,-1-3-6 0,2-1-2 0,0-2 6 16,0 0-3-16,-2 2 10 0,0-1-3 0,0 1 1 16,0 0-2-16,0-2 0 0,1-1 3 0,-1 1-3 0,-2 0 2 15,0 0 1-15,-1 0 1 0,-8 0-1 0,-2 0 2 16,-2-1 0-16,0 1-2 0,-1 0 3 0,-3 0-3 16,3-2 7-16,-1 0-1 0,1 0 1 0,3 0-1 15,2 0 6-15,5 0 16 0,1 0-1 0,5 0 6 16,0 0 2-16,-1 0-17 0,-1 0 4 0,2 0-9 15,0 0-10-15,0 0 5 0,2 0-4 0,2 0 5 16,0 0-1-16,15 0-3 0,18-2 1 0,6 2-2 0,3-2 0 16,5 2-2-16,5-2 4 0,-4 1-3 0,-2-1-2 15,-5 0-1-15,-4-2-2 0,-4 2 2 0,-4 0 0 0,-5 1-3 16,-3-3-1-16,-3 2-1 0,-5 0-8 0,-6 0-32 16,-1 0-10-16,-6 2-11 0,1-1-71 0,1-1-54 15,-4 0-10-15,6-19-19 0,-6 3-75 0</inkml:trace>
  <inkml:trace contextRef="#ctx0" brushRef="#br0" timeOffset="166343.19">31086 1611 1215 0,'0'0'45'0,"0"-2"53"0,0 0-37 0,0 0 44 0,0 1-6 16,1-1 21-16,1 0-1 0,2 0-51 0,11-4-3 15,13-3-17-15,-2 2-35 0,13-1-4 0,3 3-8 16,1 1 3-16,0 2-17 0,-2 0-25 0,-2 0-34 0,0 2-4 15,-2 2-163-15,-2 4-203 0</inkml:trace>
  <inkml:trace contextRef="#ctx0" brushRef="#br0" timeOffset="166647.53">31982 2012 813 0,'-2'-2'188'0,"-3"0"380"0,-28-13-484 0,12 6 27 16,-5-2-7-16,6 4 14 0,1-1-23 0,2 3-36 16,1 1-2-16,5 2-13 0,-1 0-25 0,1 2 3 15,2 2-8-15,-2 2 7 0,0 3-3 0,0 1 11 16,-1 23-2-16,-1 1 5 0,2 3-5 0,2 0-11 16,-2 6 5-16,3-2-7 0,1 0 2 0,0-5 0 15,3-5-2-15,2 3 0 0,-17-4-6 0,10-4-8 16,5 2 4-16,4-6-4 0,0 1-5 0,4-3-3 15,2-3-4-15,-1-4 1 0,1-2-5 0,1-3-14 16,16 0 1-16,4-5-8 0,7 20-12 0,7-8-115 0,1-9 9 16,5-6-49-16,-1-8-26 0,3-3-108 0,1-3-38 15</inkml:trace>
  <inkml:trace contextRef="#ctx0" brushRef="#br0" timeOffset="167046.85">32398 2090 721 0,'0'-2'117'0,"0"0"-44"0,0-1 130 0,-2-7-31 16,-1-3-6-16,-1 0-2 0,0 6-10 0,1-1 4 15,-1 3-36-15,-4-1-39 0,-6-3-8 0,-3 2-10 16,-5 3-30-16,1 4-1 0,-1 5 4 0,-6 8-5 16,4-11-1-16,-2 32-9 0,-4-3-5 0,8 3 1 0,-2 3-5 15,5-6-8-15,8-1 3 0,4-2-4 0,1-4 0 16,-11 0-1-16,8-3-2 0,3-3 1 0,5-1-4 16,1-2 3-16,1-2-2 0,3-4 2 0,2 0 5 15,-3-3 13-15,10-1 0 0,8 10 4 0,-1-5-6 0,1-5 6 16,3-1-3-16,-2-4 3 0,0-4-12 0,-1-1-3 15,-3-5-1-15,-1-1 0 0,-4 4-2 0,0-21-5 16,-4-2 3-16,-1-3-3 0,-4-1-5 0,16-1-3 16,-7 2-5-16,-7 1 2 0,-6 1-13 0,-2 3 0 15,-4 2 1-15,-1 5-1 0,-3 5 5 0,3 6 4 16,0 1 0-16,-12 5 2 0,-3 2 4 0,1-12 1 16,5 4 0-16,3 5 1 0,7 5 5 0,0 0-12 15,1 0 3-15,-1 0-5 0,4 0 7 0,-1 2 3 0,-1-1 4 16,2 3-2-16,-3 9 6 0,1 6 6 0,4-1 0 15,0 1 1-15,4 3 0 0,-1-1 16 0,3 5-10 16,1-4 11-16,1 4-13 0,-1-4 4 0,2 0 2 16,3 1-1-16,-1-1-7 0,0 0-9 0,0-1 0 0,0-1-3 15,0 0 4-15,0 1-9 0,1-3 1 0,1 3-7 16,-2-4-12-16,-8 1-112 0,14-3-16 0,0 0-42 16,1 0-152-16</inkml:trace>
  <inkml:trace contextRef="#ctx0" brushRef="#br0" timeOffset="167518.32">31305 3094 811 0,'-2'0'96'15,"-11"-1"147"-15,-9-3-128 0,-3-2 4 0,3 3-7 0,-2-1 6 16,2 0-16-16,-1 0-24 0,5 3 3 0,-4-3-11 15,1 2-10-15,4 0-7 0,1 2-4 0,6 0-1 16,3 0-22-16,1 0-13 0,5 0 0 0,-3 0-5 16,0 0-16-16,2 0 10 0,0 2-3 0,1 0 7 15,1 0 12-15,1 0-10 0,1-1 3 0,21 9-6 16,14 3 5-16,9-4 3 0,10-2 3 0,3-3-1 16,6-4 0-16,4-4 3 0,-2-3-2 0,3-2 2 0,5 1-3 15,1-1-3-15,7 2 3 0,3-1-4 0,-5 1-1 16,-3 1 2-16,-7 1-5 0,-10-3 5 0,-5 3-12 15,-12 1 0-15,-5 0 2 0,-5 2-1 0,-8 2 6 16,-6 0-8-16,-5 0 0 0,-7 0-3 0,-3 0 2 0,-1 0-1 16,0 0-1-16,-1 0-2 0,-1 0-29 0,0 0-94 15,0 2-18-15,-2 0-31 0,-2 2-122 0</inkml:trace>
  <inkml:trace contextRef="#ctx0" brushRef="#br0" timeOffset="168238.22">31422 3334 1195 0,'-2'0'81'16,"0"-2"143"-16,-2 0-136 0,0 0 41 0,-1-1-13 16,1 1 18-16,0 0-40 0,1-2-48 0,-1 1 2 0,2-1-19 15,0 2-21-15,0 0-5 0,1 0-3 0,-1 0 0 16,0 1 4-16,0-1 2 0,0 2 1 0,0 0-1 15,2 0 2-15,0 0-1 0,0 2 3 0,0-1-2 16,0 1 2-16,0 0-3 0,0 0 2 0,0 0-1 16,0 0 4-16,0 0 0 0,0-1-4 0,0 1 3 15,0 0-2-15,0 0-2 0,0 0 3 0,0 0-2 0,0 0 9 16,0-1-1-16,0 1-2 0,0 0 0 0,0 0-7 16,0 0 4-16,0 0-2 0,0 0 0 0,2-2-13 15,0 0 7-15,0 0-6 0,0 0 6 0,-2 0 0 0,0 0-4 16,0 0 4-16,0 0-5 0,0 0 3 0,0 0 6 15,0 0-4-15,0 0 4 0,0 0-1 0,0 0-4 16,0 0 5-16,0 0-5 0,0 0 8 0,0 0 2 16,0 0-2-16,0 0 2 0,0 0-5 0,0 0 4 15,0 0 0-15,0 0 3 0,0 0 4 0,0 0 0 16,0 0-3-16,0 0 2 0,0 0-3 0,0 0-1 16,0 0 6-16,0 0-6 0,0 0 2 0,0 0 1 15,0 0-5-15,0 0 5 0,0 0-7 0,0 0 1 16,0 0 1-16,0 0 1 0,0 0-4 0,0 0-3 0,0 0-3 15,0 0 0-15,0 0-7 0,0 0 5 0,0 1 0 16,0 1 2-16,0 6-5 0,0 16-2 0,0 2 2 16,0 5-1-16,2 1 7 0,-1 3-3 0,-1-1 2 0,0-1-2 15,0-1 5-15,0-1-3 0,2 3-2 0,0-3 0 16,0 1-5-16,0-3 8 0,0 3-3 0,0-2 4 16,-2-4-12-16,1-2 10 0,1 2-2 0,0-2 4 15,2-2-2-15,0 1-2 0,-3-7-1 0,3 3-1 16,0-2-1-16,0-3 5 0,-1 1-1 0,1-2 3 15,0-2 1-15,-1 1-5 0,-1-5 2 0,2 0-3 16,0 1 1-16,-1-3 0 0,-1-1 4 0,-2-2-3 16,4 0 2-16,3 3 7 0,1-1-2 0,1 0 5 0,2-2 1 15,4-2 7-15,2-2-6 0,0-6 6 0,-3-3-8 16,1-7-1-16,0-18 2 0,0 1-2 0,0-6-2 0,2-5 0 16,-1 1-1-16,-1-7 1 0,0 2-4 0,0-2-6 15,-2-2 1-15,0 6-2 0,-6 3 1 0,1 8 1 16,-5 4-1-16,3 5 0 0,0 0-11 0,-1 4-5 15,6 2-2-15,-7 3-3 0,3 4-24 0,-3 2-112 16,2 2-11-16,-3 2-42 0,3 2-117 0,1 5-142 16</inkml:trace>
  <inkml:trace contextRef="#ctx0" brushRef="#br0" timeOffset="168593.44">31893 4082 1183 0,'0'0'20'16,"0"0"-3"-16,0-2 81 0,0 1-8 0,0-1 27 15,0 0 12-15,0 0-38 0,0-2 7 0,0 1-20 0,2-1-4 16,0 0 5-16,0 0-3 0,0 1 4 0,0-1-8 15,-2 0-4-15,0 1-6 0,0 1 0 0,0 0-27 16,1 0-12-16,-1 0-1 0,0 2-2 0,0 0 3 0,0 2-6 16,0 0 6-16,0 2-5 0,-1 7 4 0,-5 9-5 15,0 2 2-15,1 3-3 0,-1-3-3 0,1 0-4 16,-1 0-1-16,1 1-1 0,1-3-5 0,0 0 2 16,0-1-2-16,3 1 2 0,-3-3-4 0,2-2-1 15,0-2-1-15,0 0-1 0,0-4-6 0,1 2-11 16,1-3-19-16,0-1-3 0,-2 3-113 0,2-5-90 15,0 1-13-15,0-4-32 0,0-1-130 0</inkml:trace>
  <inkml:trace contextRef="#ctx0" brushRef="#br0" timeOffset="168844.49">31696 4028 1331 0,'-1'0'294'0,"-1"0"-350"0,-2 0 345 0,-2 0-171 16,-1 0 4-16,1 0-8 0,3 0-5 0,-1 0-7 16,0 0-63-16,1 0-8 0,1 0-6 0,0 0 3 15,2 0 4-15,0 0-1 0,2 0 5 0,1 0-4 16,12 2 4-16,21 0-17 0,4-2 1 0,5-4-8 16,5-1-10-16,-3-1-2 0,-1-1-9 0,-2-1 3 0,-3 3-23 15,6-3-123-15,-3 3-31 0,-1-3-51 0,2 1-277 0</inkml:trace>
  <inkml:trace contextRef="#ctx0" brushRef="#br0" timeOffset="170155.14">32443 1550 62 0,'-2'-2'258'0,"0"0"-120"0,-5-11 93 16,-12-17 7-16,2 1-187 0,1-3 0 0,3-1-31 15,2-3 2-15,1 8-4 0,1-3 2 0,2 1 1 16,-1 4-4-16,1-2 3 0,-3 0-3 0,3 6 5 16,-2-2 6-16,-2 0 0 0,1 5 14 0,-3-1-3 0,8 3-3 15,-21 2-1-15,0-1-18 0,-6 3 14 0,-5 0-7 16,-4 2 11-16,-3 1 7 0,-7 3 6 0,-2-1 2 15,-3 7-1-15,2-3-4 0,4-22-24 16,-2 13 7-16,-2 9-11 0,0 4 7 0,2 2 0 0,-5 5-1 16,-5 5 2-16,-1 1 2 0,-2 3-7 0,4 1 1 0,2 5-3 15,1 4-2-15,-1-20-6 0,1 36 0 0,6 7-1 16,6 3 3-16,3 9-7 0,2 4 0 0,0 2-2 16,2 0 1-16,-3 1-2 0,-1 1-3 0,4 5 0 15,-4 6-9-15,6 7 11 0,4 3-1 0,5 1 4 16,9-2-5-16,4-11-5 0,1-4 2 0,4-7-4 15,8-8 6-15,-24 1-1 0,17-3 0 0,11-1-1 16,2 0 1-16,9 3 0 0,5-3 6 0,5-2-3 0,-14-4 3 16,32-4-1-16,5-5-4 0,2-2 2 0,1-2-1 15,3-5 7-15,3-1-2 0,10-7 4 0,8 0-7 0,14-5-1 16,8-6 3-16,11-6-2 0,-4-5 9 0,-2 32-11 16,0-31 7-16,2-8-8 0,10-10 12 0,5-4-7 15,-4-5 1-15,-4-11-3 0,-16 29 1 0,-9-40 17 16,-6-4-3-16,-9 2 12 0,-4-8 28 0,-12-2 18 15,-1-5 8-15,-7 0-1 0,-12-2 7 0,-9 0-24 16,-11-2-4-16,17-1-6 0,-19-7-22 0,-16-6-11 16,-18-8-3-16,22-10-4 0,-51-1-9 0,-8 3-18 15,-8 8-11-15,-10 13-6 0,-4 11-63 0,-17 11-124 16,-6 6-21-16,-14 11-60 0,-9 15-321 0</inkml:trace>
  <inkml:trace contextRef="#ctx0" brushRef="#br0" timeOffset="195607.49">32552 3197 256 0,'0'0'172'0,"0"0"-73"16,-1 0 71-16,-1 0 13 0,0-2-97 0,0 0 3 16,0 0-1-16,0 0-3 0,0 0-6 0,1 0-45 0,-1 1-13 15,0-1 2-15,2 0-5 0,0 0 6 0,0 0 3 16,0 0-1-16,0 0 2 0,0 1 1 0,0 1-2 15,0 0 2-15,0 0-1 0,0 0 16 0,2 1-7 16,0 1 3-16,-2 2-5 0,0 2 0 0,1 18 1 16,-1-2-1-16,0 2 2 0,0-2-6 0,0-1-3 15,0-3-2-15,0 1 0 0,0-4-3 0,0 0 9 16,2-4-3-16,0-4 5 0,0-1 3 0,0-2 10 0,2-3 2 16,22 14 1-16,0-5 0 0,11-7-18 0,5-6 1 15,3-9-7-15,5-4 2 0,0-5-16 0,2 19 3 16,4-27-8-16,-4-7-2 0,4-1 2 0,-1-2-7 15,1 0 2-15,3-5-19 0,6-1-77 0,6-1-1 16,-2-12-34-16,7-1-73 0,4-6-449 0</inkml:trace>
  <inkml:trace contextRef="#ctx0" brushRef="#br0" timeOffset="69458.54">12750 8377 43 0,'0'0'28'15,"0"0"12"-15,-1 0 32 0,-1-2 13 0,0 0-8 0,-2 0-14 16,0 0-19-16,1 2 6 0,-3-1-5 0,-9-3 12 15,2 0-3-15,2 2 1 0,0-1-1 0,4 1 1 0,1 0-8 16,-1 0-1-16,1 0-2 0,0 0 3 0,3 0 12 16,-1 1-5-16,2 1 7 0,-2-2-16 0,1 0-16 15,1 0-1-15,-2-2-6 0,2 1-1 0,0-1-2 16,1 0-3-16,1 2 0 0,0 0 2 0,0 1-7 16,-4-3 2-16,0 0-5 0,0 0-8 0,3 3-2 15,-1-1 7-15,0 0-5 0,0 0 18 0,0 0-6 16,2 0-1-16,0 0 0 0,0 1 12 0,2-1-8 0,0 0 3 15,2 2-7-15,14-4-7 0,4 2 8 0,1 0-5 16,5-1 5-16,-4 1-14 0,7 0 0 0,1-2 3 16,3 2 0-16,2-1 13 0,-3 1-14 0,-5-2 3 15,-1 0-6-15,-2 3 4 0,2-3-1 0,-2 2-1 16,-6 0 1-16,1 2 7 0,-1 0-7 0,1 0 4 0,-3 0-4 16,-3 0 6-16,-2 0-6 0,0 0-3 0,0 0 0 15,-2 0 13-15,0 0-9 0,-1 0 8 0,-1 0-9 16,-2 0 4-16,-1 0-5 0,1 0-1 0,-1 0-1 15,1 0 6-15,-1 0-1 0,1 0-1 0,1 0 2 16,-1 0 3-16,1 0-3 0,-3 0 1 0,1 0-2 16,-1 0 0-16,-1 0-1 0,0 0-1 0,0 0 0 15,3 0 2-15,-3 0-3 0,-1 0 1 0,5 0-2 0,-6 0 2 16,3 0 2-16,1 0-2 0,-2 0 1 0,-1 0-4 16,1 0 3-16,0 0 0 0,-2 0 2 0,3 0-2 0,-1 0 3 15,0 0 1-15,-3 0-1 0,3 0-4 16,0 0 3-16,0 0 0 0,-1 0 3 0,-1 0 3 0,0 0 3 15,0 0-1-15,0 0 1 0,0 0-1 0,-1 0-3 16,1 0 3-16,-2 0-4 0,0 0 0 0,0 0 0 16,-2 0-6-16,-1 0 4 0,-16 0-7 0,-5 0 8 15,0 0 0-15,2 0 3 0,-1 2-7 0,1-2-1 16,0 2 0-16,3-2 1 0,-1 2 5 0,1 0-1 16,2-2 0-16,1 0-1 0,-1 0-4 0,0 0 7 15,1 0-6-15,-1 0 6 0,-2 1-1 0,1-1-3 0,3 0 5 16,0 0-5-16,0 0-2 0,-2 0 4 0,3 0-3 15,-5 0 4-15,6 0-4 0,-4 0 6 0,3-1-3 16,1-1 4-16,-8 0 0 0,14 2-2 0,-4-2 4 16,3 0-2-16,6 2 8 0,-1 0-9 0,-1 0 5 15,2 0-7-15,0 0 0 0,0 0-10 0,-1-2-1 0,-1 0-2 16,0 1 4-16,2-1 2 0,0 2 1 0,1 0-1 16,-1 0 0-16,0 0-2 0,2 0 3 0,0 0 0 15,0 0 6-15,2 0 2 0,1 0-2 0,9-2 1 16,14-2-7-16,5 0 4 0,1 1-5 0,-5 1 4 15,1 0-3-15,2 0 0 0,-4 0 2 0,2-1-2 16,0 1-6-16,-2 0 10 0,0 0-4 0,-2 0 7 0,2 2-4 16,-4-2-5-16,2 2 4 0,-1 0-5 0,-3 0 3 15,0 0 1-15,3 0-1 0,-3 0 3 0,1 0-1 16,-3 0-2-16,1 2 0 0,-8-2 0 0,0 0 2 0,-4 0-1 16,-1 0 2-16,0 0-1 0,-5 0 0 0,1 0 6 15,2 2-4-15,0 0 4 0,-1 0-4 0,-1 0 3 16,0-1-3-16,0 1 3 0,0 0-5 0,0 0 2 15,0 0-2-15,-1 0 1 0,1 0-5 0,-2-1 6 16,0 1-4-16,0 0 5 0,0 0 1 0,0 2-6 16,0-1 3-16,0 9-4 0,0 2-3 0,-2 1 7 15,1 2 1-15,-1 2 1 0,0-1-4 0,0 4 6 16,0 1-5-16,0 3 5 0,2 0-5 0,0 5-4 16,0-3 4-16,0 4-3 0,2 3 6 0,0-7-2 0,-2 5 1 15,2-3-1-15,-2-4 1 0,0 2-6 0,0-2 2 16,2-4-4-16,1 4 11 0,1 0-7 0,0 0 0 15,0 2-2-15,-1-4 7 0,3 0-4 0,-1 0 1 0,1 2-2 16,0 0-7-16,-1 0 7 0,-1 4 2 0,0 0 1 16,1 3 1-16,1 1 0 0,-1 3-3 0,1 4 1 15,-1 1-7-15,1 5 11 0,-2-5-6 0,-3 3 7 16,3-1-8-16,0 3 3 0,3 1 0 0,1 0 2 16,-1-3-5-16,-1-8 4 0,1 2-4 0,-1-2 4 15,-3 0-6-15,3 1 3 0,-2-3 1 0,-1 0 1 16,3 2 2-16,0-2-3 0,-3 4 1 0,3 0-2 15,-1 4 0-15,1 2 1 0,-2-3 0 0,-1 5 0 0,1-3-4 16,0 5 5-16,0-1-4 0,-1-2 4 0,-1 3-2 16,0-3 0-16,2 2 4 0,-2-1-3 0,-2 1-2 15,0 0 1-15,1 4-2 0,1-2 2 0,0 4 1 0,0 2-2 16,0-4 3-16,2 6-3 0,-3-5 1 0,-1 1 2 16,0 0 2-16,0-6 0 0,0 2-2 0,-3 1 0 15,-3-3-3-15,1 2 2 0,-3-2 3 0,1 4-5 16,-1-2 1-16,1 4-3 0,-1 0 1 0,3 2 6 15,-1 3-4-15,4 2 4 0,1-5-10 0,-1 5 7 16,0-3-1-16,0 1 2 0,0 1 0 0,2-4-1 16,-2-1-2-16,0 1-1 0,1 2-3 0,-1-1 4 0,2-1 4 15,0-2-2-15,0 1 0 0,0-1-1 0,2 0-2 16,1-4 1-16,-1-5 4 0,0-3-1 0,-2 3 0 16,0-8-2-16,0 4-2 0,0-2 3 0,-2-2-1 15,0 2 1-15,-1 0-1 0,1 4 1 0,0-2-1 16,2 3 0-16,0 1-3 0,0-1 0 0,0 1 0 0,0 1 1 15,4 1 1-15,-1-3 0 0,3 5 0 0,-1-3 1 16,-1 0 0-16,2 3 0 0,-3-5 4 0,1-1-2 16,-2 1 0-16,0-1-4 0,2-2-1 0,-1 0 0 15,1-2 4-15,0 2 0 0,-1-4 0 0,-1-2-1 16,0-1-1-16,0-1 1 0,0-1 0 0,0-3 0 16,0 5-3-16,1-5 3 0,1 3 0 0,0-6 1 0,-2-2-2 15,1 6 0-15,1-8 0 0,0 2 1 0,1 0 0 16,1-3 0-16,-1 1 0 0,3 0-1 0,-3-1 0 15,1-3 1-15,0 1 0 0,-3-2 1 0,1 1-1 0,-2-1 3 16,0 0-2-16,0-1 2 0,-1 1-4 0,1-2 0 16,0 0 2-16,-2-2 0 0,0 0-1 0,2 2 1 15,-2-4 0-15,0-2 1 0,0 0 5 0,0-1-1 16,0-1 0-16,-2-1 0 0,0-1 4 0,0 1-5 16,1-2 3-16,1-3-4 0,-12 3-2 0,-4-2-1 15,-1 2-2-15,2 7 1 0,-5 0-2 0,-3-2 6 16,-1-1-2-16,-2-3 3 0,4-3-10 0,-6 0 4 15,-1 0-3-15,1-2 4 0,-8 0 0 0,5 0-2 16,-1 0 2-16,4 0 0 0,4 0 0 0,2 0 0 0,2 2-1 16,-1 0 1-16,3-1 6 0,3-1-7 0,2 0 1 15,0 0-3-15,3 0 3 0,1 0 3 0,2 0-2 16,-1 0 0-16,1 0-6 0,-1 0-2 0,1 0-1 16,1 0-1-16,3 0-9 0,-1 0-17 0,2 0-13 15,0 0-2-15,-1-1-61 0,-1-1-30 0,2 0-11 0,0 0-8 16,0 0-53-16,0 0-78 0,2 0-31 0</inkml:trace>
  <inkml:trace contextRef="#ctx0" brushRef="#br0" timeOffset="71550.48">12888 7972 256 0,'0'-2'27'0,"0"0"14"16,0 1 51-16,0-3 20 0,0 0 1 0,0-3-9 0,0-1-29 15,0 3-5-15,0 1 2 0,0-2-8 0,0 3 0 16,0-1 1-16,0 0-1 0,0 1-9 0,0-1-13 16,0 2-6-16,0 0-1 0,0 0-6 0,0 0-2 15,-2 1 6-15,0-1-7 0,0 2-2 0,-9 0 1 16,-15 5-2-16,-5 10 2 0,-5 4-4 0,-6-16-9 16,-1 22 2-16,-4 0-4 0,-1 1 2 0,5 2-4 15,3 0 0-15,1-2-1 0,5-2 8 0,3 2-10 0,3-2 3 16,5 1-6-16,3-3 2 0,1-4-3 0,6 1-1 15,2-2 0-15,0-1 4 0,8-1 1 0,-1-2 0 16,-5 0 1-16,1-2 0 0,4 1 9 0,3-1 2 16,1 0 1-16,0-2 8 0,0-1-6 0,1-3 2 15,3 1-3-15,7-1-5 0,15-1-3 0,2-2-2 0,5 18-1 16,3-9-4-16,5-5-5 0,3-4-1 0,6-2-7 16,6 0-39-16,3-2-180 0,8-2-103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6-30T04:57:02.80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2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6-30T05:01:00.140"/>
    </inkml:context>
  </inkml:definitions>
  <inkml:trace contextRef="#ctx0" brushRef="#br0">16618 16882 0</inkml:trace>
  <inkml:trace contextRef="#ctx0" brushRef="#br0" timeOffset="29198.14">21668 16645 0,'0'0'0,"0"0"15,0 0-15,-42 60 16,33-37 0,-5 10-16</inkml:trace>
  <inkml:trace contextRef="#ctx1" brushRef="#br0">17778 5194 21 0,'0'0'0'0,"0"0"29"15,0 0 11-15,0 0 19 0,0 0 6 0,-1 0-16 0,-1 0-3 16,0 0 7-16,0 0-3 0,0 0 2 0,0 0-23 15,0 0 1-15,1 0 2 0,-1 0 2 0,0 0 7 16,0 0-7-16,0 0 2 0,0 0-3 0,2 0 3 16,0 0 1-16,0 0-2 0,0 0 3 0,0 0-1 0,0-1 9 15,0-1-3-15,0 0 4 0,0 0-6 16,0 0-10-16,0 0 4 0,0 0-4 0,0 1 6 0,0-1-9 16,0 0 0-16,0 0-2 0,0-2 3 0,0 1 0 15,0 1 3-15,0-4-2 0,0-1 2 0,0-1 11 16,-2-1-5-16,2 2 7 0,-1-1-2 0,-1-1-2 15,0 1 0-15,0 1-1 0,0 0-3 0,-2-3-1 16,3 3-3-16,-1-1 1 0,0 1-5 0,0 1 3 0,0-1 0 16,0 1 1-16,-1-1-2 0,1 3 5 0,0 1-1 15,2 1 1-15,-2-2-14 0,2 2 9 0,-4-2-5 16,1 1 6-16,-1-1-7 0,0 0 7 0,0 2-6 16,1 1 5-16,1-1-15 0,0 0-1 0,-2 0-1 0,2 0 0 15,1 2-4-15,-1 0 5 0,0 0-2 0,0 2 3 16,0 0-9-16,0 0 5 0,2 0-3 0,-5 14 4 15,1 1-5-15,2 3 1 0,0 1-1 0,2 1 1 16,0 0-5-16,0 4 8 0,0 2-6 0,2 6 6 16,0 1-5-16,2 0 0 0,-1-1-1 0,1 5 0 15,0 2-6-15,0-1 7 0,-1 7-4 0,-1-1 3 16,0 1-4-16,0 1 3 0,-2-4 2 0,0 1-3 16,0 0-7-16,0-1 9 0,2-3-4 0,-2-2 6 0,2-2-6 15,1 2 6-15,1-4-4 0,0-3 5 0,-1-4 0 16,3-2-1-16,-2 0 7 0,1 2-6 0,1-4 6 0,-1 0-3 15,-1-6-4-15,2 5 2 0,-1-1-10 0,1 0 9 16,-1 2-3-16,-1-7 6 0,0 2-1 0,-2-3-3 16,1 3-3-16,-1-4 1 0,0 0-1 0,0-2 1 15,0-2 1-15,0 2-2 0,-2-6 0 0,0 3 3 16,0-5-1-16,0-1 1 0,0 0-2 0,0-1-10 16,0-1-7-16,0 2-6 0,0 0-59 0,0-1-120 15,0-1-15-15,0 0-42 0,2 0-124 0,-1 0-211 16</inkml:trace>
  <inkml:trace contextRef="#ctx1" brushRef="#br0" timeOffset="2216.29">17780 6353 192 0,'0'-2'92'0,"0"0"0"0,0 0 27 0,-2-1-13 15,1-7-13-15,-5-3-3 0,2 0-7 0,-1-1-3 16,-1 1-4-16,2 3-24 0,1-1-2 0,-3-4 2 0,2 2-2 15,3 4 8-15,-3-4-9 0,2 2 5 0,-2-2-4 16,1-2 19-16,1 2 3 0,0 2-1 0,0 0 0 16,0 0-5-16,-2-2 1 0,1 1 1 0,-1 3-1 15,0 0 5-15,1 0-8 0,1 3-1 0,-2 1-4 16,0-3-14-16,4 6 5 0,-2-1-5 0,-1-1 2 16,-3 0-16-16,2 2-1 0,1 0-3 0,-1 1 1 0,2 1-15 15,-2-2 2-15,1 2-5 0,-1 2 3 16,-2 7-7-16,-5 28 8 0,9 2-4 0,2 4 3 0,2 1-6 15,4 1-2-15,1 1 1 0,1-1-2 0,-3-1-3 0,1 1-1 16,-1-1 1-16,1-1 1 0,0 2 4 0,-3-4-4 16,1-2 0-16,0-2-2 0,-2-2 0 0,1-2 4 15,1 1 0-15,-2-3 2 0,2-3-6 0,-1 0 2 16,-1-8-4-16,0 3 4 0,0 1-2 0,-2-4 5 16,0 1 2-16,0-8-1 0,0 0 0 0,0-4-3 15,0-2 2-15,-2 5-1 0,0 2 9 0,0-4-10 16,0-1 5-16,-1 2-6 0,3-7 6 0,-4 5 1 15,-2 0-2-15,3-1 2 0,-3-1-6 0,2-1 2 16,-9-1-1-16,-1-1 0 0,-3-2 2 0,-4 0 0 0,1 13 0 16,0-4 0-16,-3-2-4 0,1-1 6 0,0-3-1 15,-4 1 2-15,0-3 3 0,2 1 5 0,1-2-1 16,1 0 1-16,-4-2-3 0,4 2-3 0,-2 0 2 16,3-1-2-16,3 1-1 0,-1 0-1 0,4-2-4 0,2 0 2 15,2 0-4-15,4 0-3 0,1 0 0 0,4 0-1 16,0 0-1-16,-1 2 4 0,-1 0 0 0,2 0 1 15,0 0-9-15,2-1 8 0,0 1-2 0,2 2 4 16,2 0-1-16,22 9 0 0,5-2-3 0,3-4 3 16,5-1 0-16,-6-4-3 0,4 0 2 0,2-2-3 15,0 0 4-15,2 0 0 0,0 0-2 0,-2-2 0 0,0 0-4 16,-4 0 2-16,2 2 1 0,-3 0 1 0,-1 0 5 16,-3 2-3-16,-4 0 0 0,0 1-2 0,-6 1-1 15,-3 0 0-15,-2 1 1 0,-4-1 1 0,0 2 0 16,-5-4 3-16,1 1 1 0,-3 1 1 0,0 0 4 0,-4-2 0 15,3 9-3-15,-1 0 3 0,-2 2 2 0,-3 0-6 16,-7 3 2-16,5-1-3 0,-25 4 6 0,0 1-1 16,-3-1 5-16,-2 3-5 0,1-1-1 0,-1 3 7 15,-6 0-7-15,0 0 6 0,0 2-11 0,-3-2 3 16,3 2-2-16,4 0 2 0,3-4-2 0,6 1-5 16,2-5 3-16,8-3-3 0,-4 0 1 0,9-2-2 15,2-6-1-15,3 3 1 0,3-7 0 0,3 5-2 16,0-4-2-16,0-1-1 0,0 1 1 0,2-2 3 0,0 2 0 15,0-1 1-15,0 3 0 0,2-2 0 0,2-1 2 16,1 1-2-16,12 5 0 0,3 1 0 0,3-3 0 16,-5-1 1-16,1-1-3 0,1-1 2 0,1 1-4 15,-1 3 4-15,-5-3 2 0,2 5-2 0,-1 1 0 0,-1-6-2 16,6 21 6-16,-8 8-4 0,0-1 0 0,-2 4-1 16,-2 4-1-16,-3 0 6 0,3 0 0 0,-4 0 2 15,-1 3-6-15,2-1 3 0,-3 2 3 0,1 1-2 16,0-1-4-16,0-1 6 0,-3-1-3 0,3-4 6 15,-2-2-6-15,2 0 0 0,-1-2 1 0,1 1-1 16,0-1 0-16,0-4-1 0,-3 1-2 0,3-4 2 0,0-4 1 16,0-2-1-16,-3-3-2 0,3-4 2 0,-2 1-2 15,0-3 3-15,5-3-2 0,-1-1 1 0,-2-3-7 16,-1-1-29-16,-3-3-8 0,0 0-12 0,2 2-75 0,0-1-216 16,0 1-36-16,0-2-96 0,1 0-472 0</inkml:trace>
  <inkml:trace contextRef="#ctx1" brushRef="#br0" timeOffset="5539.33">21950 6906 1868 0,'0'0'29'0,"0"-2"1"16,-1 1 116-16,-1-1-7 0,0 0 37 0,-2-2 4 0,0 0-81 15,1 1-4-15,-1 1-23 0,0 0-10 0,1 0-2 16,-1 0-1-16,-4 0-2 0,1 2-12 0,-4 4-7 16,3 0 2-16,-5 7-4 0,-1 19-2 0,1-1-8 15,0 10 0-15,1-5-5 0,1 1-12 0,-2 4-6 16,0-5-2-16,0 1 0 0,2-4-2 0,0 1-2 15,2 0-6-15,1-5 1 0,3-2-28 0,3-1-45 16,-11-6-12-16,4-1-16 0,5-2-89 0,4-8-113 16,0-1 2-16,2-3-37 0,0 1-2 0</inkml:trace>
  <inkml:trace contextRef="#ctx1" brushRef="#br0" timeOffset="6704.12">17912 9237 1444 0,'-2'0'35'0,"0"-2"1"16,1 0-2-16,-3 0 8 0,-5-5-8 0,-6 1 93 16,0-5-2-16,-4-4 2 0,-3 2-9 0,2 2-37 0,3 3-5 15,-2 5-5-15,3 1 1 0,-7-13-8 0,-1 4 4 16,-6 5-1-16,-1 6 1 0,1 4-12 0,-3 7-16 15,-3 6-2-15,3 3-4 0,-2-7-4 0,-1 23-9 16,3 2 6-16,1 1-7 0,1 2 1 0,7 2-1 16,7 5 1-16,-1-1-2 0,6-1-8 0,5 2 1 15,1-5-6-15,-16 2 4 0,13-4-4 0,9-1-2 16,7-4 3-16,8-3-3 0,-11 1 1 0,33-5-1 16,4-3 1-16,3-4-1 0,3-3-2 0,3-4-1 0,4-4-1 15,0-4 2-15,-1-3-2 0,3 24-3 0,2-17 1 16,1-11-2-16,4-7 0 0,-1-6-2 0,-7-6 4 15,3-3-3-15,-10-2 7 0,-5 18 1 0,-1-25-1 16,-16-5 2-16,2 3 2 0,-9-4 15 0,-10-6 0 0,-1-1 4 16,-7 1 2-16,22-2 2 0,-14-1-3 0,-7 3 2 15,-8-3-7-15,-9 1-7 0,-3 2 3 0,16 6-4 16,-28 4 4-16,-5 1-7 0,-4 6-2 0,-2 4-1 16,-2 7 1-16,-1 4-8 0,3 4 0 0,0 5-6 15,2 0-8-15,8-17-14 0,1 10-1 0,4 7-6 16,2 2-19-16,3 4-10 0,5 2-1 0,1 3-5 0,6-7-21 15,-1 22-69-15,5 4-4 0,1 3-23 0,2 1-23 16,-18 3 3-16,9 0 10 0,5 1 0 0,4-1 42 16,2 0 11-16,4 4-4 0,1-5 3 0,3 3-31 15,1-6-8-15,-1-3 7 0,-1-2 1 0,0 0 83 0,-1-2 70 16,0 0 2-16,-3-1 21 0,-1-1 26 0,-2 2 83 16,-2-2 9-16,-1-1 29 0,-3-3 56 0,0-3-9 15,1-2-12-15,-1-4 1 0,1-1-44 0,3-4-32 16,-7 3-3-16,-3 0-14 0,5-3-36 0,0-2 7 15,-1 0 0-15,4-2 2 0,1 0-2 0,-1-2-1 16,2 0-7-16,-16-26 4 0,6-1-14 0,5-5 0 16,3 1 1-16,4-1 1 0,0 1 9 0,2 7-21 0,2 2 0 15,0 9-8-15,-1 2-12 0,1 6-7 0,-2 1 3 16,2 2-5-16,-1 1 4 0,1 1 1 0,9-4 1 16,2 2 1-16,0 4 3 0,0 2 3 0,1 4-2 15,1 3 2-15,0 2 0 0,-1-7-2 0,3 11 2 16,1-2-3-16,3-6-9 0,1-3 4 0,0-2 0 0,0 13 2 15,4-6 3-15,2-7-7 0,-6-6 2 0,7-7-4 16,-1-6 0-16,-6 12-7 0,0-25-7 0,-11-2 0 16,-3 1-18-16,-5 1-34 0,3 0-5 0,-3 6-15 15,10 2-55-15,-8 9-46 0,-3 6-24 0,-2 1-14 16,0 2-137-16</inkml:trace>
  <inkml:trace contextRef="#ctx1" brushRef="#br0" timeOffset="7014.43">17901 10141 746 0,'-2'0'63'0,"0"0"121"0,0 0-132 0,-1 0 87 15,-1 2-16-15,0-1 34 0,1-1-56 0,-1 0-27 16,0 0 1-16,0 0-4 0,1 0 19 0,-1 0 27 15,2 0-2-15,0 0 10 0,0 0-12 0,1 0-26 0,-1 0-10 16,0 0-3-16,0 0-19 0,0 0 6 0,0 2 2 16,0 0 1-16,1 6 7 0,-9 23-17 0,3 1 3 15,1 7-10-15,1 5-13 0,1 1-7 0,2 3-6 16,0 4 1-16,0-5-18 0,2 1-1 0,0 0 1 16,0-5-1-16,0 1 1 0,0-3-4 0,0-2 0 0,0-2-3 15,2-1-21-15,2-3-50 0,0-3-19 0,-1-4-25 16,3-2-207-16,0-2-179 0,-1-5-48 0</inkml:trace>
  <inkml:trace contextRef="#ctx1" brushRef="#br0" timeOffset="7449.75">17539 11387 1720 0,'-2'0'101'0,"0"1"6"0,-2 1-20 16,-9 4 9-16,-3-1-34 0,3-1 94 0,5-2-28 16,5-2-8-16,1 0-15 0,-2 2-80 0,0 0-17 0,2 0-5 15,2-1 0-15,2 1 18 0,0-2-7 0,17 0 7 16,16-7-8-16,2-2-10 0,2-3 2 0,0-1-5 15,0 2 5-15,-2 0-8 0,-5 4-7 0,1-1-4 16,1 1-3-16,-3 1-26 0,-5 3-34 0,0 1 2 16,-5 0-14-16,-5 0-16 0,-4 2-9 0,-7 0 2 0,-3 0-2 15,2 0 20-15,-1 2-2 0,-1 0 6 0,0 1 0 16,-2 1 43-16,-4 5 36 0,-3 4 4 0,0 4 8 16,-18-2 10-16,1 2 24 0,2-2 7 0,-2 1 9 15,2 1 49-15,3-2-4 0,-1 2 6 0,7-3-7 16,1 1-8-16,5-2-26 0,3-2-3 0,2 1-7 15,-7-1-7-15,4-2-8 0,1 0 0 0,2 1-5 0,2-5-8 16,0-1-9-16,4 0-7 0,5 1-3 0,17 6-44 16,4-5-102-16,-2-6 7 0,7-8-50 0,6-6-118 15</inkml:trace>
  <inkml:trace contextRef="#ctx1" brushRef="#br0" timeOffset="8461.46">15565 9478 168 0,'0'0'156'0,"0"0"-12"0,0-2-17 0,-2 0 6 0,0 0-67 16,1 0-17-16,-1-1 44 0,0-1 0 0,0 0 12 16,2 1-11-16,0 1-30 0,-2-2 3 0,0 0-10 15,2 2 11-15,-2-1 1 0,1-1 5 0,-1 0-3 16,0 1 9-16,0-1-1 0,0 2-4 0,0 0 3 16,0 0-11-16,1 0-5 0,-1 1 1 0,0 1-3 15,0 1-11-15,0 3 8 0,-2 26-9 0,4 22 7 16,0 2-30-16,6 5 3 0,0 6-2 0,-1-2 1 15,3 2-2-15,-1-5-10 0,0-1-1 0,1-3-3 0,-3-4 2 16,1-4-9-16,0-5 2 0,-1-6-4 0,1-4 0 16,-3-3-5-16,1-4-3 0,2-4-6 0,-3-5-49 0,3-2-98 15,-2-6-39-15,1 0-23 0,-1-3-161 16,15-4-58-16</inkml:trace>
  <inkml:trace contextRef="#ctx1" brushRef="#br0" timeOffset="8710.48">16009 9597 1596 0,'0'0'31'0,"0"0"2"0,-2 0 44 16,0 0 2-16,-1 0 8 0,1 0 35 0,-4 2-30 0,4 3-3 15,0 19-10-15,-1 4-21 0,-16 2-4 0,6 1 2 16,4 3-2-16,7-1 1 0,2 1-11 0,6-3-3 16,3-1-2-16,2-2-5 0,4-2-1 0,-13-2 3 15,20-4-3-15,-2 1-3 0,1-5-4 0,-3 1-4 0,-1-4 0 16,0 0-8-16,-6-4-5 0,-2-1 4 0,-1-3-4 15,-5-1 3-15,-1 0 5 0,2 1 0 0,1 3 2 16,-1-3 8-16,0 3-6 0,-2-1 2 0,-2 3-4 16,-2-1-1-16,0-4-13 0,-5 1 2 0,-23 0-7 15,-3-3-8-15,-8 20-26 0,0-10-9 0,-2-6-9 16,0-7-60-16,1-4-74 0,-1-5-14 0,4-4-22 16,0-4-64-16,6-1-70 0,3 14-22 0</inkml:trace>
  <inkml:trace contextRef="#ctx1" brushRef="#br0" timeOffset="9069.89">15677 9723 558 0,'1'0'73'0,"1"-2"-9"0,6 0 93 16,18-7 2-16,0-2 4 0,0 2 3 0,-2 1-55 16,-2 3 0-16,4 1-23 0,4 0-36 0,-2 2-5 15,3 2-3-15,-8 0-1 0,-5 2-12 0,1 0-16 16,-4 0 0-16,5 3-5 0,0 1-3 0,-5-2-2 16,2 1 2-16,-2 1-2 0,-2-1 1 0,0 1 0 15,0-2 2-15,-4-1-1 0,-2-1 3 0,1 0-2 16,-3 0-2-16,-1-2 0 0,0 0-2 0,0 0 2 15,-1 0 1-15,1 0 4 0,-2 0 40 0,0 0 12 0,1 2 5 16,1 0-4-16,0 0-13 0,1 5-6 0,1 15 2 16,0 8-3-16,-1 2 1 0,1-1-11 0,-1 4 2 15,-1-1-5-15,2 3 1 0,-3 0-2 0,1-2 1 16,2-3 0-16,-1-2-3 0,1-3-2 0,1-2-5 0,2-5 3 16,-1 0-8-16,1-8 3 0,0-1-2 0,1-6 1 15,1-1-9-15,4 7 5 0,-2-3 6 0,3-3 0 16,5-3 22-16,-1-4-4 0,4-5 0 0,-1-6-3 15,-1-2-11-15,-2-22-5 0,-1-8-1 0,-6 2-1 16,-2-1-2-16,-2-4-11 0,1-1 0 0,-3 1-3 16,-1 2 4-16,-3 1-5 0,1 1-1 0,2 1-2 15,-3 0-14-15,-1 6-48 0,4 0-20 0,-1-2-19 0,-1 0-154 16,9-4-202-16,4 0-133 0</inkml:trace>
  <inkml:trace contextRef="#ctx0" brushRef="#br0" timeOffset="-181895.09">27415 16069 0,'0'0'0,"18"56"0,-18-56 0,19 42 16</inkml:trace>
  <inkml:trace contextRef="#ctx1" brushRef="#br0" timeOffset="10832.88">16200 9821 256 0,'-2'-1'259'16,"0"-1"-105"-16,2 0 103 0,-18-28 22 0,1 2-163 0,2 2-2 15,4 6 3-15,0 3-2 0,9 2 0 0,-11 2-28 16,-2 6-43-16,-1-1-5 0,3 5-12 0,3-5-13 16,-1 1 0-16,2 3 3 0,-2 2-2 0,-6 2-3 0,0 4 1 15,1 5-2-15,-3-7 2 0,2 30 2 0,-1-4-3 16,3-1 4-16,-4 1-3 0,3 0 6 0,5-2-5 16,7-4-1-16,-11-1-3 0,6-4-6 0,5-6 7 15,4 0-1-15,0-4 5 0,2-3 14 0,5 1-11 16,27 12 3-16,1-9-8 0,4-8-6 0,0-6-2 15,0-7 3-15,-2-4-1 0,-2-3 1 0,1 13-3 16,-5-21 0-16,-3 2 1 0,-6 2 8 0,-7 7 1 16,-6 4 5-16,-5 5 1 0,-2 5 28 0,2-1-4 15,-2 2-2-15,-2 0-3 0,-2 2-21 0,-2 4-3 0,-18 41 2 16,-21 20-3-16,-3 7-5 0,-8 8-4 0,-2 3-2 16,4-1 1-16,-2 0-3 0,4-6 1 0,9-7 2 15,2-6-1-15,10-9-4 0,12-14 4 0,8-8-4 0,-8-8 3 16,11-7-2-16,6-4 8 0,2-6-3 0,2-5 3 15,37 20-6-15,3-12-1 0,3-14 4 0,5-13-4 16,0 13 2-16,3-40-2 0,-3-12 3 0,0-1-3 16,-2-5 2-16,-3-3 1 0,-1 0 1 0,-5 0 1 15,-6 0-4-15,-9 8 15 0,-11 3-5 0,-7 6 9 16,16 5 1-16,-17 10 4 0,-7 3 1 0,-5 8 2 16,-5 5-1-16,-4 8-15 0,-24 7-1 0,-6-20-5 0,-3 14-3 15,-3 14-2-15,-4 12 2 0,-3-14-2 0,-8 40-5 16,0 5 4-16,-2 1-4 0,0 0 4 0,4 0 0 15,4-7-2-15,7 1 4 0,11-6-3 0,6-7 0 0,12-3-4 16,8-4-1-16,10-7-2 0,-8 1-10 0,7-8 7 16,4-3-2-16,2-1 4 0,2-3-6 0,2-1-21 15,41 11-9-15,10-15-6 0,8-14-72 0,12 6-155 16,3-45-62-16</inkml:trace>
  <inkml:trace contextRef="#ctx1" brushRef="#br0" timeOffset="20195.56">21254 9283 2283 0,'-2'0'83'0,"0"0"10"0,1 0-34 16,-1 0 22-16,0 0-32 0,0 0 171 0,0 2-95 15,-2 0 2-15,1-1-40 0,-1 1-51 0,0 0-23 16,1 0 3-16,-1 0-10 0,0-2-5 0,0 0-3 0,-1 2-1 16,-3 0-1-16,1-1-9 0,3-1-23 0,1 0-19 15,1 0-5-15,-2 2-97 0,0 0-75 0,3 0-15 16,-1-2-24-16,0 0-94 0</inkml:trace>
  <inkml:trace contextRef="#ctx1" brushRef="#br0" timeOffset="21872.55">17773 5339 596 0,'0'0'52'0,"0"0"-5"0,-2 0 37 15,0 0-1-15,0-2-3 0,0 1 20 0,-1-1 0 0,1 2 1 16,-9-2-3-16,1 0-14 0,3 0-11 0,0 0-3 16,1 2-3-16,-3-2-7 0,5 2-11 0,-3-1 2 15,1-1-6-15,4 2-7 0,0 0-9 0,-1-2 1 16,-1 0-5-16,0 0 2 0,2 0-6 0,0 0 1 0,1 1-3 15,-1-1-3-15,0 0 3 0,0 0 1 16,2 0 1-16,0 2 4 0,0 0 4 0,0 0-11 0,2 0 8 16,2 2-16-16,3 0 5 0,23 7 1 0,5 0 0 15,8 1-4-15,9-3 0 0,7-1 2 0,15-3-2 16,2-3 4-16,14-5-2 0,-1-3 2 0,2-3-2 16,5-2 3-16,-1 0-9 0,9-2 4 0,11 1-4 15,11-3 1-15,2-2-4 0,1 3 1 0,-3-1-1 0,0 0-3 16,11-1 3-16,5 1-3 0,-3 0 4 0,-2 2-4 15,-3 0 3-15,3-1-5 0,6 3 2 0,-3-2-2 16,-11 0 3-16,-2 0-1 0,-7 0 2 0,3 0-3 0,7-1-1 16,-6 3 4-16,-10 0-3 0,-3 0 0 0,-11 2 0 15,-1-2 2-15,-1 1-1 0,0 3 2 0,-7 2-1 16,-3-1-4-16,-14 1 2 0,-5 1-4 0,-4 3 6 16,-6-3-3-16,-1 0 4 0,-1 3-5 0,-7 1 3 15,6 0 3-15,-4 2-1 0,-4 0 1 0,2 0-3 16,-7 0 2-16,-8 0-1 0,-3 0 7 0,-2 0-4 15,-6 0 5-15,-2 0-2 0,2 0 14 0,-7 0-5 16,2 0 4-16,-3 0-5 0,-5 0 2 0,1 0-2 0,-5 0 1 16,0 0-1-16,-1 0-3 0,0 0-5 0,-3 0 0 15,1 0-1-15,0 0 6 0,-1 0-10 0,1 0-1 16,0 0-3-16,0 0-3 0,-3 0 1 0,1 0-2 16,0 0 0-16,0 0-17 0,0 0-62 0,0 0-98 15,0 0-10-15,-1 0-517 0</inkml:trace>
  <inkml:trace contextRef="#ctx1" brushRef="#br0" timeOffset="22704.29">23185 4105 1010 0,'0'-2'38'16,"-2"0"-2"-16,0-6 18 0,-9-18 11 0,0 2-7 0,2 0 70 16,-2-2-16-16,1 4 12 0,1 1-19 0,-2-1-18 15,4 7-18-15,-1-1-2 0,3 4-4 0,1 3-6 16,0 2-12-16,4 5 2 0,-2-2-5 0,2 2 1 16,0 0-13-16,0 1-3 0,0-1-4 0,-1-2-21 0,-1 2 0 15,0 0-1-15,0 0 1 0,0 2 2 0,0 2 3 16,0 0-3-16,-3 13 3 0,-3 17-1 0,3-1-3 15,1 6-1-15,2-1-1 0,2 6 2 0,2 5-3 16,2 3 1-16,1 9-1 0,1 2-3 0,0 6 5 16,1 9-1-16,-1 2 2 0,-1 0-5 0,1 0 4 15,-1-5-1-15,1-4 3 0,-1-1-4 0,1-1 3 16,-1 2-3-16,1-1 4 0,0 5-4 0,-1-3 0 0,1-1 1 16,-1-2 0-16,1-2 7 0,-2-9-2 0,-1-4 0 15,-1-8-1-15,2-5 6 0,-2-4 0 0,0-1 7 16,1-4-3-16,-1-6 10 0,0-2 3 0,0-5-4 15,-2-4 2-15,0 0-7 0,0-6-3 0,0-3-5 0,0 0 2 16,0-1-8-16,0 1-2 0,2 0-1 0,-2-1-1 16,0-1 0-16,0 0-22 0,0 0-10 0,0 0-9 15,0 0-67-15,0-2-134 0,0 0 6 0,0 0-67 16,2 0-182-16</inkml:trace>
  <inkml:trace contextRef="#ctx1" brushRef="#br0" timeOffset="23312.39">23265 5341 114 0,'0'0'62'16,"0"0"-4"-16,0-2 61 0,0 0-4 0,-2 1 5 15,0-1 20-15,0-2-24 0,1 0 6 0,-1 1-15 16,0-1-13-16,2 0-4 0,0 0-4 0,0-3 1 16,0 3-3-16,0-3 8 0,0 3-2 0,0 2 3 15,0 0-13-15,0 1-5 0,0-3 1 0,0 0-2 16,0 0 9-16,0 1-27 0,0 1-1 0,0 0-11 0,0 0-23 16,0 0-4-16,0 0-1 0,0 2-2 0,0 0-1 15,0 0-1-15,0 2 5 0,2 0-3 0,0 2 2 16,7 13-1-16,-4 3-1 0,29-1 1 0,5-3-2 0,5 1 7 15,3 2-4-15,5-3 4 0,2 3-10 0,1-6 6 16,1 0-1-16,0 3 3 0,-1-4 4 0,3 4-2 16,0-1-3-16,-1 2 0 0,1 1-11 0,-3-1 3 15,3 2 0-15,-6-3 2 0,-6 3 2 0,-8-2-4 16,-3-1 8-16,-4-1-5 0,-1 0 16 0,2-2-11 16,-10 0 2-16,0-2-4 0,-7-1 4 0,0-3-12 15,-2 0 4-15,-6-1-6 0,1 0-2 0,-5-3-1 0,1-1 0 16,0 0 1-16,-2 0-5 0,0-2 1 0,-2 2-6 15,3 1 5-15,1 1-17 0,0 0-9 0,-1 0-6 16,-1-3-2-16,0 1-28 0,0 0-71 0,0 0-14 16,0-2-25-16,0 0-94 0,-2 0-93 0,0 0-38 0</inkml:trace>
  <inkml:trace contextRef="#ctx1" brushRef="#br0" timeOffset="23607.69">24056 5285 1052 0,'-2'-1'220'0,"0"-1"-239"0,0 0 236 0,1 0-113 0,-3 0-65 16,0-2 82-16,0 3-15 0,1-1 32 0,-1 0-56 15,2 0-42-15,0 0-8 0,0 0-9 0,1 0-15 0,-1 1 0 16,2-1 3-16,0 2-2 0,2 0 12 0,-1 0 5 16,7 2 1-16,18 9 1 0,2 0-6 0,0 4-11 15,-1 1 2-15,-4-1-5 0,-1-2 5 0,-7 10-1 16,0 3-2-16,-8 0 2 0,-5 0 10 0,17 3-6 15,-10 3 4-15,-7-1-4 0,-4-3 1 0,-7 0 4 16,-4-4 1-16,-2 0 0 0,-28-1 0 0,2-1-4 16,0-2-3-16,0-3 0 0,6 2-1 0,2-6-10 15,-1 0 3-15,8-4-6 0,4-2-1 0,3-3 1 0,6 2-3 16,2-5 1-16,2 7-15 0,5-6-59 0,1 1-25 16,-1-1-14-16,2 0-106 0,0 0-152 0,2 0-79 15</inkml:trace>
  <inkml:trace contextRef="#ctx1" brushRef="#br0" timeOffset="24326.23">24498 5787 173 0,'0'0'71'0,"0"0"-6"0,0 0 42 0,0 0 2 0,0 0-10 15,0-2 9-15,0 0 8 0,0 0 3 0,0 0 0 16,0 0 3-16,0 1-10 0,0-1 1 0,0 0-3 15,0 0 4-15,0 0-11 0,0-2 5 0,0 1-7 16,0-1-3-16,0 0-20 0,0 1 3 0,0-1-7 16,0 0 7-16,0 2-26 0,-2 0 1 0,2 1-12 15,0-1-10-15,0 0-15 0,0 0 1 0,0 0-6 16,0 0-6-16,0 0 5 0,0 1-1 0,0-1 3 0,0 0-4 16,0 0 7-16,0 2 1 0,0 0 2 0,0 0 0 15,0 2-10-15,2 2 2 0,0 9-3 0,3 18 3 16,-1 4-5-16,0 4-4 0,-1 2 2 0,1 2 0 0,0 3-1 15,0 3-3-15,-1-1 0 0,3 2-7 0,-1-4 5 16,-1 3 3-16,2-1 0 0,-1-3-3 0,1 1 2 16,-1-7-1-16,1-2 2 0,-2-2 1 0,1 3 0 15,1-5-4-15,-2-3 4 0,-1-1 0 0,-1-4-3 16,0 1 6-16,0-6-5 0,0 0 5 0,0-3-2 16,-2-2 3-16,0-2-1 0,0-2 5 0,0-4-4 15,0 1-1-15,0-4-1 0,0-1 7 0,0-1 0 16,0 0 2-16,0 2-1 0,0-1 2 0,0 1 4 0,0 0-8 15,0-2 5-15,0 0-10 0,0-1-6 0,0 1 5 16,0 0-5-16,0 0 2 0,0 0-22 0,0 0 0 16,0-2-10-16,0 0-27 0,0 0-116 0,0 0-30 15,0 0-39-15,0 0-191 0</inkml:trace>
  <inkml:trace contextRef="#ctx1" brushRef="#br0" timeOffset="26023.62">24581 7031 356 0,'0'0'62'0,"-1"0"-1"0,-1 0-10 0,0 0 3 0,0-2-22 15,0 0 37-15,0 0 36 0,-1 0-9 0,-1 0 13 16,2 2-31-16,-2-1-28 0,2-3 7 0,1-2-14 15,-3 1 4-15,-2-1 9 0,3 1-5 0,1-1 8 16,0 0-1-16,0 3-4 0,2 1 4 0,0 0-3 16,-2 0 8-16,0 0 2 0,-1-1 3 0,-1-1-2 15,0 0 6-15,0 0-8 0,1 1-3 0,-1-1-1 16,0 0-9-16,2 2-22 0,1 1 4 0,-1-1-11 0,0 0-4 16,0 0-15-16,0 0 4 0,0 0-6 0,0 0 13 15,2 1-2-15,0 1-1 0,2 0 1 0,0 0 3 0,7 0 2 16,21-2 3-16,4 2-1 0,-1 0 1 0,4 0-4 15,0 0-2-15,4 0-1 0,-4 0-7 0,-1 0 1 16,1 2-3-16,-8 1 2 0,3 1-4 0,-6 2 0 16,-2-1 3-16,-2 1-1 0,-7-3 4 0,-2 1 8 15,-5 0 3-15,-3-2 2 0,-3-2 11 0,2 3 0 16,-1 1 0-16,-1 0 1 0,0 0 8 0,-2-3-15 16,0 3 1-16,0 4-7 0,-2-3-11 0,-1 3 6 15,-12 1-7-15,-15 2 6 0,-1-2-13 0,-5-1 7 0,3 3 2 16,-4-6 2-16,0 1 4 0,1 1-2 0,-1 3-2 15,2 3 1-15,1 2-8 0,1-4 0 0,1 4 1 16,3-2-2-16,1 1 0 0,2-1-1 0,0-1-3 16,2 1 2-16,0-2 0 0,1 0-1 0,5-2-1 0,5 2-1 15,0 0 1-15,0-1-1 0,4-1 3 0,1-2-2 16,4 1 1-16,3-3-1 0,-1 3-1 0,0-4 0 16,0 1 1-16,0-1 1 0,-2 1-1 0,3 1 1 15,-1 1-1-15,2-1-3 0,0 0-1 0,2-1-1 16,-1-1 4-16,11-2 2 0,14-1 1 0,5 18 1 15,2-6-6-15,3-6 2 0,-1-3-2 0,4-2 2 16,-2-2 0-16,2 0 0 0,0-2 2 0,0-2-1 0,0 1-1 16,-4 1 0-16,1 0-1 0,-5 0 2 0,-3 0 6 15,0 0-6-15,-6 2 1 0,-7 0-3 0,-6 0 2 16,3 0 3-16,-7 0-4 0,-3 0 3 0,7 0-4 0,-7 0 5 16,2 2 7-16,0 0-2 0,-1 0 6 0,-1 0-3 15,0 0-3-15,-2 0 1 0,0-1-1 0,-2 3-3 16,0 0 4-16,-7 3-5 0,-21 4 2 0,-1 2 5 15,-3 0-8-15,-3 4 6 0,2 0-8 0,-6 1 1 16,-2 1-2-16,1 1 1 0,-5 1 2 0,4-1-2 16,3 3 4-16,-3-1-4 0,6-5-1 0,5 1 1 15,1-3-2-15,14-6 0 0,0 2-1 0,6-5 4 16,7 0-1-16,1-1 2 0,-1 3-6 0,4-7-4 0,-2 3 1 16,-2 2-2-16,4-4 2 0,-1 3-3 0,1-1 2 15,1 0-2-15,3-1 9 0,5 3-2 0,14 5 0 16,1-5-2-16,5-3 0 0,-3-3 4 0,2 0-3 15,-4 0 3-15,-5-2-6 0,0 1 5 0,-1-1 0 0,-3 2 1 16,0 0 4-16,-4 0-4 0,0 0 1 0,-2 0-2 16,1 0-2-16,-3 0 4 0,-1 2 2 0,-3-2 0 15,1 0-9-15,0 1 10 0,-2-1-4 0,0 0 6 16,1 2-8-16,-1-2 4 0,6 10 3 0,-3-1 0 16,-1-4-1-16,-2-1-3 0,3 5-1 0,1 3 1 15,-1 1 7-15,1 7-8 0,-2-7 3 0,-1 6-3 16,1 1 3-16,-2 2-1 0,0 2 0 0,0 1 0 0,-2-1-1 15,0 3 2-15,0 3 0 0,0 0 1 0,0 1-6 16,0 3 2-16,0 1-2 0,0 4 2 0,0-2 3 16,0 2 3-16,0 2-3 0,0 0 2 0,0-2-8 0,0 2 5 15,0-2-2-15,2-6 4 0,-1 1-3 0,1-5 5 16,0-1-3-16,0 0 2 0,0 0-6 0,0 2 8 16,0-4-3-16,-1-2 5 0,1-2 0 0,0-2 1 15,0 1-2-15,-2-4 0 0,2-1-5 0,0 3 7 16,-2-4-1-16,0 3 2 0,0-3-6 0,0 2 2 15,0 0-1-15,0-1 1 0,0 3 2 0,0 1-4 16,0 1 4-16,0-1-4 0,-2 1-1 0,0 1 1 16,0-2-2-16,0-1 2 0,0-1-5 0,1-1 5 15,1 0-2-15,0-6 5 0,0 2-4 0,0-2-2 0,0-2 5 16,0-3-4-16,0 0 3 0,0-3-3 0,0-1-3 16,0 2 0-16,0-1-3 0,0 1 2 0,0 0-1 15,0-2 2-15,0 0-4 0,0-1-26 0,0 1-2 16,0 0-14-16,0-2-60 0,0 0-111 0,0-2-25 0,1 0-41 15,3-7-229-15</inkml:trace>
  <inkml:trace contextRef="#ctx1" brushRef="#br0" timeOffset="26740.28">25447 7365 1583 0,'-2'0'33'0,"0"-2"68"0,-2 0-42 0,-1 0 59 16,-3-1-1-16,3-1 15 0,-1 0-44 0,4 4-46 0,-1-3-9 16,-1-1-9-16,2 0-17 0,0-1 7 0,2-5-4 15,0 3 5-15,4-1 8 0,-2 5 3 0,20-3 6 16,2-11-5-16,0 6-4 0,0 6 6 0,-5 3-6 16,0 2 5-16,-6 2-9 0,0 1-3 0,-2 3 4 0,-6-2-3 15,-1 11 3-15,11 7-1 0,-6 0-3 0,-3 2 2 16,-6 2-1-16,-4 2-1 0,-3-2 4 0,-3 2-4 15,-1-4 5-15,0-2-7 0,-2-1-4 0,2-5 0 16,0 1-8-16,3-6-1 0,1 0 0 0,3-5-1 16,2 0-4-16,0-1-6 0,1-1 3 0,1 0-5 15,0 1 2-15,0-3 0 0,0 0-1 0,1 2 2 16,1-4-2-16,24 13 7 0,4-8-3 0,2-5 3 0,-1-4-4 16,4-5 7-16,-3-2-3 0,-2-2 3 0,-1-2-1 15,-1 0 1-15,4-1 3 0,-8 3-1 0,2-2 5 16,-8 4-3-16,-6 3 1 0,-5 4 0 0,0-1 8 0,-5 5 15 15,2-4-1-15,0 2 5 0,-1 0-1 0,1 1-10 16,-2-1-3-16,0 0-2 0,0 0-15 0,0 2 0 16,-1 0 1-16,-1 2 0 0,0 0 4 0,0 1-5 15,-1 18 1-15,1-4-1 0,0-1 1 0,0-1 4 16,1 0-3-16,1-2 2 0,2-4-4 0,0-1 5 16,-1-3-3-16,12-3 3 0,6 13-5 0,-1-6 4 15,1-3 1-15,1-4 2 0,2-2 9 0,-4-4-6 0,-1-3 6 16,0-3-6-16,-3 1 9 0,-5 0 2 0,2-1 1 15,-5-6 1-15,-3-5 2 0,-3 3-5 0,13-5 3 16,-6 1-4-16,-3-2 1 0,-4 0-12 0,-2 0-2 16,-6 0-2-16,-3-1-2 0,0 7-3 0,-2 1 2 15,-1 4-2-15,-12 6-3 0,4 1-21 0,-4 4-4 16,3-12-6-16,1 4-23 0,1 5-74 0,8 5-13 0,6 0-27 16,1 0-85-16,0 2-42 0,0-1-11 0,3 1-19 15,-1 2-115-15</inkml:trace>
  <inkml:trace contextRef="#ctx1" brushRef="#br0" timeOffset="26973.29">26550 7125 1430 0,'0'-1'43'0,"0"-1"-3"15,0 0 131-15,0 0-7 0,0-17 34 0,-2 6-7 16,-2-1-57-16,0 2-4 0,1 3-17 0,-1 2-20 0,2 3-28 16,2 2-8-16,-2-2-8 0,0 1-37 0,0 1-8 15,1 0 1-15,-1 2-1 0,0 0 18 0,0 2 0 16,2 2 3-16,0 10-3 0,0 16 3 0,0-2-2 15,0 7 1-15,0-3-2 0,0-2-4 0,0 1-9 16,0 1-1-16,-2-4-2 0,-3 1-5 0,-1-1-1 16,0 0-3-16,1-4-1 0,-1 0-10 0,3-2-15 15,-1-3-7-15,0-2-6 0,2-4-43 0,2-4-98 16,0-2 2-16,0-3-38 0,0-2-27 0,2 2-46 0,0-4-37 16</inkml:trace>
  <inkml:trace contextRef="#ctx1" brushRef="#br0" timeOffset="27192.44">27029 7166 1456 0,'0'0'68'0,"-2"0"137"16,0 0-123-16,-2 0 77 0,-9 0-16 0,-11 6 28 15,-2 5-65-15,-4 4-16 0,2-11 1 0,-3 23-5 16,1 1-6-16,1 2-9 0,-3-2-4 0,0 0-2 16,5-1-23-16,6-1-12 0,6 0-1 0,8-1-4 15,-1-3-9-15,7-2-8 0,-11-3 4 0,3 2-6 16,5-1-6-16,4-3-7 0,2-2-4 0,2-4 1 0,2-1-3 15,14-5-14-15,10 16 1 0,-1-10-8 0,7-5-13 16,1-4-36-16,-2-4-20 0,-1-1-9 0,-7 1-106 16,-4 0-83-16,-5 2-28 0,-7 2-35 0,-7 0-269 15</inkml:trace>
  <inkml:trace contextRef="#ctx1" brushRef="#br0" timeOffset="27602.2">24667 8570 1453 0,'0'0'48'16,"0"0"2"-16,-2 0-7 0,0 0 5 0,2 0-12 0,0 0 86 15,0 0 1-15,0 0 4 0,0 0-10 0,0 2-37 16,0 0 2-16,2 1-7 0,4 9 5 0,5 10-14 0,2 4 0 15,0 3-2-15,0 9 0 0,-2 1-12 0,-2 3-6 16,-1 5-6-16,-3-1 0 0,-1 2-15 0,-2-1-6 16,0-1 1-16,-2-1-4 0,0 1-13 0,-2 1-2 15,-2-1 0-15,2-1-1 0,0-5-4 0,-1-2-4 16,1-7-9-16,2 1 3 0,0-1-21 0,0-3-85 16,0 4-8-16,0-3-34 0,2 3-91 0,1-2-46 15,1-6-16-15,2 2-24 0,-1 0-204 0</inkml:trace>
  <inkml:trace contextRef="#ctx1" brushRef="#br0" timeOffset="27845.94">24123 10003 1340 0,'-2'0'402'0,"0"0"-531"0,-9 2 469 0,-11 2-255 15,5 0-24-15,6-3 74 0,3 1-11 0,3 0 24 16,3-2-64-16,-2 2-49 0,1 0-2 0,1 0-13 15,0 0 1-15,2-1 13 0,2 1-5 0,16 4 7 16,31 1-7-16,10-5-1 0,0-4-3 0,3-3 0 16,-1-5-18-16,-2-1 2 0,4-2-1 0,-5-2-1 0,-2 1-11 15,-8 2-10-15,-2 1-1 0,-5 0-3 0,-2 2-25 16,-7 3-98-16,-4 1-17 0,-8 1-35 0,-1 0-122 16,-14 4-88-16,-1 0-62 0</inkml:trace>
  <inkml:trace contextRef="#ctx1" brushRef="#br0" timeOffset="27986.2">24468 10247 1399 0,'-2'1'112'0,"-1"1"248"0,-7 4-348 0,7-2 21 16,-1-1 7-16,0 5 10 0,0 5 50 0,4-6-29 15,2 4-1-15,0-5-12 0,4 3-26 0,25-3-7 16,5 14-4-16,3-9 0 0,0-7-12 0,3-6-6 0,5-7-12 16,5-6-10-16,2-7-165 0,7 12-305 0</inkml:trace>
  <inkml:trace contextRef="#ctx1" brushRef="#br0" timeOffset="32870.76">24275 3768 36 0,'0'0'-1'0</inkml:trace>
  <inkml:trace contextRef="#ctx1" brushRef="#br0" timeOffset="34759.29">23115 4470 708 0,'0'0'34'0,"0"0"-3"0,-2 0 23 0,0 0 16 15,0 0-8-15,0 0 64 0,0 0-17 0,-1 0-3 16,-1 0-5-16,0 0-29 0,0 0-21 0,1 0-4 16,-1 0-4-16,0 0 4 0,1 0 11 0,-1 0 3 0,0 0 1 15,2 0-6-15,1 0-20 0,-1 0-2 0,0 0-6 16,0 0-5-16,0 0 28 0,0 0-1 0,2 0 12 16,0 0 9-16,2-2-10 0,0 1-2 0,0-1-4 15,31-24-5-15,6-2-6 0,8-4 0 0,5-1-4 16,3 1-22-16,-1 4-5 0,2 1-1 0,-6 4-1 15,-7 3-9-15,-1 3 6 0,-6 4-6 0,-8 2 6 16,-1 2-1-16,-4 1 3 0,-7 1 0 0,-3 3 2 0,0-1 3 16,-5-1 13-16,-3 2 2 0,-1 1 3 0,-2-1 12 15,0 0-9-15,2 1 0 0,-3-1-4 0,1 0-7 0,0 0-14 16,2-1 7-16,-2 1-9 0,0 0-3 0,-1 1 0 16,1-1-7-16,-2 2 5 0,2-2-3 0,-2 3-7 15,2-3 2-15,2 0-6 0,-1 0-9 0,-1 1-44 16,0-1-21-16,0 0-13 0,0 2-108 0,1 1-67 15,1-1-12-15,0 0-31 0,0 0-172 0</inkml:trace>
  <inkml:trace contextRef="#ctx1" brushRef="#br0" timeOffset="36155.99">23974 2452 725 0,'0'-2'41'0,"0"0"-1"15,-2 0 14-15,1-3 1 0,-7-16-5 0,3 1 40 16,-1-2-1-16,0-2 6 0,3 1-9 0,-1 1-21 0,2-2-13 15,0 4-2-15,0-8-3 0,2 4-2 0,0-2 0 16,0 3 0-16,0 1 1 0,0 0 8 0,0-1-1 16,0-1 1-16,0 4-2 0,0 3 2 0,0 4 2 15,0 4 2-15,0 1-2 0,0 3-5 0,0 1-4 16,0 0-3-16,0 3 0 0,0-1-11 0,0-2 2 16,0 0-6-16,0 2 3 0,0 1-13 0,0-1 0 15,0 0 0-15,0 0-1 0,0 0-12 0,0 0-3 16,0 0 1-16,0 1-1 0,0 1 2 0,0 0-5 0,0 0 4 15,0 1-4-15,0 1 9 0,0 2-1 0,-3 15 0 16,-3 12 0-16,1 1-2 0,-1-4-2 0,0 3-1 16,1 1 1-16,-1-4 0 0,3-2 2 0,1 0 0 15,0-4-1-15,0 0-1 0,2-3-4 0,0-1 2 0,0-1-2 16,0 0 4-16,0-4-1 0,0 0-3 0,2-2 2 16,0-2 1-16,0 0-3 0,-1-1 3 0,1-3-3 15,2 3 3-15,-2-5-2 0,0 1 0 0,5-2-1 16,4 7-4-16,2-1 7 0,-2-3-2 0,2 1 5 15,-3-2-2-15,-5-3 1 0,3 1-4 0,-3 0 4 16,-1-2-2-16,-2 0 3 0,2 2-1 0,-1 0 1 0,1 0-3 16,-2 0 13-16,0-1-1 0,0 1 4 0,-2 2-3 15,0 0-3-15,0-1-1 0,-8 9-1 0,-1 2 4 16,-15-1-13-16,-2 2 8 0,-2-2-9 0,-2-2 8 16,4 2-5-16,0-1 0 0,2-5-2 0,4 2-3 0,-1-1 4 15,3-3-3-15,6 1 5 0,3-2-6 0,2 1 2 16,1 1 0-16,-3-1 2 0,3 3-1 0,3-3-5 15,-1 1 2-15,2-1-4 0,0 1 3 0,0 1 2 16,1-3-1-16,-3 2 1 0,-2 1-7 0,1 2 7 16,1 1-5-16,2-1 4 0,2-3-13 0,0 1 6 15,2 0-4-15,-2-3 4 0,0-2-4 0,13 7 11 16,13 4 0-16,2-3 2 0,0-5-4 0,-1-3 4 0,3-4-4 16,0 0 5-16,-2-1-3 0,-4-1 0 0,-2 2 1 15,-1 0 0-15,-1 0-1 0,-5 2 4 0,-2 0-3 16,-2 0 4-16,-2 0-6 0,-5 0 5 0,2 0-1 15,-3 2 3-15,1 0 2 0,0 0 0 0,-2 2 2 0,-1-1 0 16,-1 7 8-16,-1 10-5 0,-5 0 1 0,-5 3-3 16,0-7-6-16,-2 3 0 0,-15-1 0 0,2 5 1 15,0 1 5-15,-2 0-9 0,2-2 3 0,6-3-4 16,-5-6 1-16,5 0-1 0,3 0 0 0,1-4 0 16,6 4 0-16,8-2-1 0,-1-5-4 0,-3 1 0 15,2 1-3-15,1-1 6 0,-1 4 0 0,4 4 0 16,0 2-1-16,6 3-1 0,3 4 4 0,2 4-2 15,4 6 5-15,2 5-3 0,-1 3-2 0,-1 7 0 0,0 1 2 16,-4 0 0-16,0 4 2 0,-1-6 0 0,-1-2-2 16,-4-3 1-16,3-6 1 0,-3-1 0 0,1-5 0 0,-2-5 2 15,1-2-1-15,-1-7 1 0,0 0 0 0,-1-2 0 16,1-2-1-16,-2-4 1 0,0-2-3 0,-2-3 0 16,2 2 0-16,-2-3 1 0,0 1 6 0,0 0-5 15,0-2 1-15,2 1-3 0,-1 1-1 0,1 0-2 16,-2-1-2-16,0 1-1 0,0-2-7 0,0 0-24 15,0 0-15-15,0 0-10 0,0-1-123 0,0 1-136 16,0-2-53-16</inkml:trace>
  <inkml:trace contextRef="#ctx1" brushRef="#br0" timeOffset="36969.93">24310 2823 1414 0,'0'-1'17'0,"-1"-1"39"15,-1-2-22-15,0-3 53 0,-2-6-3 0,2-6 17 16,2 4-28-16,6-3-12 0,1-3-4 0,4 4 0 16,4 1 4-16,11 1-13 0,6 4 0 0,-8 3-7 0,-2 5-19 15,-1-12-3-15,-1 5-4 0,-9 9 0 0,2 1-2 16,-4 0-3-16,-3 1 9 0,-2 1-6 0,-2 11 25 15,16 19 2-15,-7 1 0 0,-9 4 0 0,-4 1-2 0,-7-5-10 16,-6 6-1-16,-3-2-4 0,-1-7-6 0,13-1-12 16,-20-3 7-16,4-5-10 0,4 1 0 0,10-3 4 15,4-6-6-15,-5 0 5 0,5-6-12 0,1 1 0 16,-1-1 1-16,2-1-1 0,2-5-2 0,0 1 5 16,2 2-6-16,2 0 6 0,20 5-3 0,9-7 4 15,1-8 0-15,3-7 1 0,0-5 0 0,2 10-6 16,4-20 7-16,-6 1-6 0,0 6 10 0,-4-3-9 15,-3-2 2-15,-4 4-3 0,-2 1 8 0,-3 10 1 0,-3 2-2 16,-7 2 2-16,-1 5 2 0,-7-2 1 0,-3 2-2 16,4-2 1-16,0 1-4 0,0 1 4 0,-1 0-3 15,-1 0 4-15,0 0-5 0,0 2 4 0,0 0 2 16,0 2 0-16,-1 0 0 0,-1 0-4 0,4 9-1 0,-2 2-1 16,0-6-2-16,0-1 4 0,0 0-2 0,1 1 4 15,1 0 5-15,0-3 3 0,3 2 9 0,4-1-4 16,4 1 18-16,2-4 1 0,-6-2-2 0,6-2 1 15,-6-2-6-15,-2-2-4 0,0-1 2 0,6-13-2 16,-4-3-3-16,-3 3-11 0,-5 0 3 0,-3-3-5 16,-1-1-2-16,-7 4-3 0,-3-1-5 0,-2 3 3 15,0 3-1-15,-13 2-6 0,-2 0 2 0,6 7-4 0,2 1-2 16,-1 1-17-16,6 2 0 0,2-7-7 0,6 5-13 16,3 2-72-16,0 0 2 0,1 1-26 0,-1-1 0 0,2 0 4 15,2 0 7-15,0 2-5 0,2 0-8 0,7-2-16 16,30-5 2-16,2-1-1 0,0-1 42 0,-2 2 70 15,-4-3 4-15,-1 3 23 0,-1-4 30 0,-1 0-1 16,-5-1 27-16,-2 1-12 0,1-2 54 0,-8 0-25 16,1 4-6-16,-3-13-2 0,1-2-6 0,-2 1 30 15,-2 1-3-15,-6 2 16 0,-1 1 17 0,-2 2 9 16,7 2-3-16,-6 6 3 0,-1 2-15 0,-2 3 3 16,0 0-9-16,0 1 5 0,0-1-29 0,-1 2-30 0,1 0 3 15,-2 0-12-15,0 2 1 0,0 0 0 0,0 2 4 16,0 2-2-16,-5 26 9 0,-1 3-3 0,1 2 0 15,-3 2-3-15,-1 4-14 0,1-2-10 0,1 0 2 16,0 2-3-16,-1 0 0 0,3 0-5 0,-1-2 0 16,2-4-2-16,1-1 4 0,1-3-9 0,0-3-1 0,2-6-6 15,0 0-13-15,0-7-21 0,4 4-21 0,-1-4-5 16,1-4-114-16,0-6-54 0,-1-1-16 0,12 5-18 16,8-1-138-16</inkml:trace>
  <inkml:trace contextRef="#ctx1" brushRef="#br0" timeOffset="37164.22">25827 2461 1601 0,'0'0'23'0,"-2"0"-1"15,1 0 131-15,-3 0-27 0,-17-3 49 0,1 1-69 0,-2 2-40 16,-2 0-1-16,-1 3-11 0,-2 7-7 0,2 3-7 16,-1-10-1-16,1 25-2 0,2 4-8 0,5-1 3 15,1 1-5-15,6-2 3 0,3-2-15 0,7-2-6 16,-14-2-7-16,5-2 1 0,7-2-17 0,3-5 6 15,3 4-3-15,3-6 3 0,0-2-6 0,27-2-15 16,6 14-3-16,9-9-7 0,4-8-21 0,2-6-75 16,-2-7-24-16,2-5-32 0,-6-2-195 0</inkml:trace>
  <inkml:trace contextRef="#ctx1" brushRef="#br0" timeOffset="38007.19">24023 1986 886 0,'-2'0'57'0,"0"0"-48"16,0-2 72-16,0 0-25 0,-2 0 48 0,1 1 12 15,1 1-1-15,-2 0-1 0,0-2-34 0,3 2-33 0,-3-2 4 16,0 0-14-16,0 0 2 0,3 0-23 0,-1 0 0 16,0 1-8-16,0-1-2 0,0 2 29 0,0 0-1 15,2 0 9-15,0 0-3 0,2 0 8 0,2 0-3 16,7 0 4-16,15 2-5 0,11-1-2 0,8-1-3 16,9 0 0-16,3-5-15 0,12-3-3 0,1-3-3 0,5-5-1 15,8-1-8-15,4-2-4 0,12-1 2 0,12-1-3 16,10 3-1-16,11 1 5 0,-4 4-6 0,-4 2 4 15,1 4-6-15,3-1-3 0,5 4 5 0,-1 3-2 16,-5 1 2-16,-14-2-2 0,-5 2 1 0,-8-2 0 16,4 0 1-16,-4 0 0 0,-7-2-1 0,-8 1 3 0,-10-1 4 15,-12 0-3-15,-4-1-3 0,-9-1 2 0,-3 1 2 16,-5-1 3-16,-8 4 2 0,-3-2-1 0,-5 3 0 16,-5-1 3-16,1 0 1 0,-5 2 1 0,-1 0 2 15,-4 0 2-15,-7 0-5 0,1 0 3 0,-1 0-3 0,3 0 3 16,1 0 0-16,-5 0 0 0,3 0-1 0,-1 0-12 15,-3 0 8-15,1 0-10 0,0 0 8 0,-2 0-6 16,5 0 2-16,-1 0-3 0,-3 0 6 0,3 0 3 16,1-2 0-16,-1 0 1 0,0 0-5 0,-3 0 5 15,1 1-3-15,0-1 4 0,-2-2-3 0,-1 0 0 16,1 1 1-16,0-1 0 0,0 0 5 0,-2 0 1 16,0 1-4-16,-2-1 1 0,0 0-13 0,-1 2-1 15,-3 1 2-15,-14-5-2 0,1 4-1 0,-1 4 0 0,3 2 0 16,2 3 0-16,0 2-1 0,8-7 0 0,-1 17 0 15,5-1 1-15,-9-1 0 0,3-2 0 0,4 2 2 16,3-4-2-16,2 0 0 0,2-2-4 0,-1-4 4 16,1-3-3-16,6-2 14 0,14 13 6 0,0-8 0 0,6-3 1 15,-6-6 0-15,6-5 6 0,-2-5-6 0,-7 3 7 16,-4 0-10-16,-2 0 3 0,-6 3-1 0,1-7 1 16,-5 0 0-16,7 0-11 0,-5 2 4 0,-1 0-8 15,-4 0-3-15,0 3-4 0,-2 1 1 0,0 1-4 16,0 2-14-16,-7-3-61 0,-13-6-10 0,3 6-23 15,4 3-107-15,2 4-152 0,2 0-43 0</inkml:trace>
  <inkml:trace contextRef="#ctx1" brushRef="#br0" timeOffset="38821.21">28174 1334 82 0,'0'0'70'0,"0"0"-7"0,0 0 68 0,0 0-17 16,0 0 3-16,0 0-53 0,0 0-14 0,0 0 5 15,0 0-8-15,0 0 2 0,0 0-9 0,0 0 5 16,0 0-5-16,0-2 3 0,0 1 8 0,-2-1-6 16,0 0 7-16,1 0 10 0,-1 0 4 0,0 0 3 0,0-1-1 15,0-1-3-15,2 2-13 0,-3-7 4 0,-1-2-6 16,0 1 3-16,2 5-14 0,0-1 3 0,1-1-6 15,-1 1-2-15,0 1-1 0,0-5-5 0,0 5 3 16,2 1-6-16,0-2-3 0,0 3 5 0,0-1-2 16,0 2 7-16,0 0-14 0,0 0 3 0,0 1-5 0,0 1 10 15,0 1 10-15,0 7 4 0,-2 23 2 0,0 7 9 16,1 4-18-16,-3 3 2 0,2-1-6 0,-2-1-1 16,-1 2-2-16,-1-4-3 0,1-1 1 0,-3-1-10 0,3 0 1 15,1 2 1-15,-2-6-1 0,1-1-2 0,-1-3-9 16,1-5 0-16,-1 2-2 0,2-2-2 0,2-5-3 15,1-1 3-15,-1-7-3 0,0 2-1 0,0-6-28 16,2-5 0-16,0 2-10 0,0-5-23 0,0 3-62 16,0 0-7-16,2 0-24 0,0-3-73 0,1 1-113 15,16-2-90-15</inkml:trace>
  <inkml:trace contextRef="#ctx1" brushRef="#br0" timeOffset="39109.21">28546 1431 1387 0,'-2'0'57'15,"0"0"94"-15,0-2-49 0,-2 2 25 0,1 0-12 16,-12-2 7-16,2 2-71 0,2 2-29 0,1 0 3 16,5 2-10-16,-1-1 3 0,4 20-8 0,-13-1-3 0,6 0 0 15,5-1-2-15,4-1 5 0,2 0 1 0,4-1 2 16,3 1 13-16,2-3 5 0,-3 2 3 0,16-5 1 16,2 3 2-16,-2 0 0 0,2 0 2 0,-2-1-2 15,0 1-2-15,-3 0-3 0,-3-1-6 0,-3-3 2 16,-7 0-16-16,-3-5 17 0,1-1 0 0,-1 3 5 15,-1-1 2-15,-2 0 3 0,-2 0-6 0,-2-1 2 0,0 3-21 16,-33-2-11-16,-4-1 1 0,0-3-5 0,-2 3-6 16,4 14-25-16,0-11 1 0,0-7-10 0,1-4-15 15,3-4-73-15,-1-3 1 0,3-3-29 0,3-1-40 16,6 0-2-16,-1-2-1 0,12 6 2 0,-2-3 5 0,8-8-22 16,-8-3-1-16,7-3-8 0,6-2-12 0</inkml:trace>
  <inkml:trace contextRef="#ctx1" brushRef="#br0" timeOffset="39441.24">28447 1527 285 0,'2'-1'131'0,"0"-1"-11"0,7-6 69 15,21-25-9-15,1 3-21 0,1-1-44 0,-2 1 24 16,-1 6-3-16,-1 0 8 0,-4 5-20 0,-3 4-25 16,1 2-8-16,-9 2-6 0,0 5-37 0,-4-1-8 15,-1 1-6-15,3 1-2 0,-2 3-26 0,-1 0 4 16,1 2 2-16,2 2 1 0,0 2 6 0,2 1-11 0,-4 3 1 16,1 3-4-16,1 11 1 0,0 4 2 0,4 4 1 15,0-2 0-15,0 0 1 0,-2 1 3 0,1-1-3 16,-4 2 3-16,1 0 4 0,2-3-2 0,-4 1 4 15,0 2-5-15,3-2 7 0,-5 0-1 0,-1-2 2 0,-1-2-2 16,1-4 9-16,1-1 10 0,4-4 2 0,0-4 2 16,2-2 11-16,-3-3 5 0,-1-5 0 0,4 9 2 15,2-3-1-15,3-1-10 0,3-4-5 0,3-6-2 16,0-5-16-16,2-8 2 0,2 6 1 0,0-23-1 16,2-1-6-16,-3 0-8 0,5-2 2 0,-4-2-4 15,-2-2 5-15,0-2-1 0,-6-1-1 0,1 3-1 0,-8 2-14 16,-4 3 9-16,-4 3-6 0,-3 0 7 0,0 1-7 15,15 6-5-15,-6 4 1 0,-5 7-3 0,-3-2 4 16,-1 4-5-16,-2-2 0 0,0 4-4 0,0 0-8 0,0 4-16 16,0-1-28-16,0 1-1 0,0 1-131 0,0 2-154 15,0 1-45-15</inkml:trace>
  <inkml:trace contextRef="#ctx1" brushRef="#br0" timeOffset="46799.23">17684 9443 183 0,'0'-2'0'0,"-2"0"5"16,0 0 54-16,0 0-32 0,0 0 5 0,0 0-33 15,1 2 1-15,-1-1 15 0,0-1-3 0,0 0 7 16,0 0 10-16,0 0 8 0,0 0-1 0,1 0 4 16,-1 1 14-16,0-1 7 0,0 0 4 0,0-2-4 15,0 0-16-15,0 1 2 0,1-1-10 0,-1 0 7 16,0 1-8-16,-2 1 0 0,2 0-1 0,-1 0 1 0,-1 0-2 16,0 0-9-16,0 0 0 0,1 1-5 0,-1-1 3 15,-2 2 14-15,-5-2 0 0,0 2 4 0,-2 0 2 0,0 2-10 16,4 0 4-16,1-1-7 0,1 1-4 0,1 0-4 15,3 0 0-15,-1 0-3 0,2-2-7 0,-2 4 11 16,1-1 1-16,1 1 5 0,0 0 20 0,2-1-13 16,0 1 0-16,2 0-6 0,2-2-5 0,9 3 2 15,16 3-1-15,5-5 1 0,-5-4-2 0,1-3-16 16,-2-2 1-16,2-3-7 0,-2 2-2 0,-4 1 8 16,-2 0-8-16,0 1 7 0,-3 1-8 0,-2 0 0 0,-3 3 4 15,-2-1-5-15,-1 2-9 0,-2 0 0 0,-2 0 0 16,-3 0 0-16,-2 0-2 0,2 0-18 0,-1 0-9 15,1 0-1-15,-2 0-10 0,0 0-18 0,-2 0-1 16,0 2-12-16,-2-1-38 0,0 1-39 0,-2 2 3 16,-7 3-19-16,-4 3-59 0</inkml:trace>
  <inkml:trace contextRef="#ctx1" brushRef="#br0" timeOffset="47047.51">17819 9266 795 0,'0'-2'61'0,"0"0"81"0,0 1-46 16,0-3-21-16,0 0-4 0,0 1-5 0,0-3-19 16,0 2-5-16,0 1 0 0,0-1-2 0,0 0-4 15,0 2-20-15,0 0-4 0,0 1-4 0,0-1-9 0,0 2 13 16,0 2 5-16,-2-1 2 0,1 5 8 0,-9 20-11 16,1 4 0-16,2-1-3 0,-1 3-4 0,3-1-3 15,-1-3 2-15,2-2-2 0,-1 2-5 0,1-4 2 16,0 2-4-16,-1-2 1 0,1-3-7 0,0-3-6 15,1-1 3-15,-1 0-4 0,2-4-10 0,0 0-80 16,0-2-6-16,2-2-28 0,0-1-61 0,0 3-135 16</inkml:trace>
  <inkml:trace contextRef="#ctx1" brushRef="#br0" timeOffset="47258.05">17602 9929 1336 0,'0'0'39'16,"0"0"-3"-16,0 0-13 0,0 0 1 0,0 0-19 16,0 0-4-16,0 0 2 0,0 0-1 0,2 0 0 15,0 0 2-15,1 0 1 0,9 0-2 0,2 0 0 0,1 0-13 16,-4 0-6-16,2 0-3 0,0 0-2 0,0 0-29 15,2 0-144-15,4-2-122 0</inkml:trace>
  <inkml:trace contextRef="#ctx1" brushRef="#br0" timeOffset="76686.5">19178 9470 256 0,'0'-1'125'0,"-1"-1"-36"0,-1-2 62 16,-6-15 8-16,-1 3-76 0,3 5-17 0,3 3-34 0,-3-3 6 16,2 5-12-16,-1-1 2 0,-4 3-6 0,-6 2-1 15,-6 1-2-15,6-11-2 0,2 5 4 0,-3 0 4 16,6 5-1-16,-6 0 9 0,1 2-13 0,0 0-1 16,-2 2-5-16,10 0-10 0,-4 3-2 0,7-3 4 15,-3 7-4-15,-6 14 4 0,3-1-2 0,7 2-3 0,1 2 1 16,2-2 4-16,5 2-3 0,3-4 7 0,-1-3-5 15,6 3 11-15,0-1 6 0,0-3 0 0,17 3 2 16,-2-5-7-16,0 1-8 0,-6-4 0 0,-2 2-2 16,-1-2-1-16,-6 0 4 0,0 0 0 0,-2 0 3 15,-4 0 4-15,-1 0 8 0,-2-2-2 0,-2 0 5 16,5-1 6-16,-1-1 6 0,-1 0 4 0,-3-1-2 0,-2 1-4 16,0-2-9-16,-4 3-6 0,-3-1 0 0,-17-2-12 15,-12 1 0-15,1-3 0 0,-6-1 0 0,6 0 2 16,-2 18-9-16,2-11 6 0,3-4-6 0,-1-3 3 0,5-4-3 15,2 0-2-15,5-2-1 0,3-1-2 0,5-1-10 16,0-2-8-16,5 3-2 0,5 1-34 0,-1-2-50 16,-2-7 1-16,1-9-22 0,5 1-49 0,2-1-68 15,5-3-35-15</inkml:trace>
  <inkml:trace contextRef="#ctx1" brushRef="#br0" timeOffset="76900.69">19017 9396 1227 0,'-2'-2'79'0,"0"0"1"0,0-5 6 0,-1-15-10 15,3 1-19-15,1 5-20 0,5 1-14 0,5-2-8 16,-3-2 0-16,18 3-11 0,0 1 0 0,-2 0 2 0,-4 6-2 16,-1-2-2-16,-6 3 4 0,-2-1-4 0,0 2 2 15,-2 1-7-15,-1 2 2 0,1 1-1 0,0 1 0 16,1-6-6-16,1 1-9 0,-4 3 3 0,2 0-9 15,-1 3-36-15,-1-1-39 0,2 0-10 0,1 2-8 16,-3 0-37-16,1 0-121 0,-3 2-14 0</inkml:trace>
  <inkml:trace contextRef="#ctx1" brushRef="#br0" timeOffset="77127.88">19423 9612 1035 0,'0'0'204'0,"-1"0"-248"15,-1 0 230-15,0 0-121 0,0 0-52 0,0 0 12 16,0 0-9-16,0 1 9 0,1 1-19 0,-1 0 4 16,0 2-4-16,0 0 5 0,0-1 2 0,2-1 7 15,-2 2 0-15,0 0 3 0,1-1 15 0,-1 1-2 16,0-2-4-16,0 0-3 0,0 0-27 0,0-1-18 16,0 1 2-16,2 0-12 0,0 0-12 0,0-2-23 0,2 0-8 15,0 0-9-15,2 0-56 0,0-2-47 0,9-2-17 16,5-1-14-16,-1-1-103 0</inkml:trace>
  <inkml:trace contextRef="#ctx1" brushRef="#br0" timeOffset="77569.85">20051 9198 881 0,'0'-2'75'0,"-2"-2"119"0,-3-15-136 16,1 5-7-16,0 2-5 0,0 1 1 0,3 4-23 15,-1 3-7-15,0-1-8 0,2 3 4 0,0 0-9 16,-9-6-1-16,-3 1-2 0,-2 1 1 0,-7 1 2 16,3 5 3-16,-1 0 2 0,-3 4 0 0,7 1-3 15,0 3 2-15,-2-7 0 0,1 24 1 0,-3 4 10 0,2-1-8 16,3 4 2-16,6 3-5 0,-1 2 5 0,0 2-3 16,5 6 0-16,-7-5-1 0,5 1-5 0,2-2-3 15,-5-3 1-15,5-3-1 0,-3 0 6 0,-10-7-5 16,4 2 7-16,8-7-4 0,3-3 17 0,2-3 1 15,2 0 7-15,0-4-4 0,1-2 17 0,3 1-5 16,-2-5-5-16,9-1 1 0,11-2-22 0,2 15 0 16,0-6-1-16,2-6 2 0,1-3 1 0,-1-2-13 0,-6-2 5 15,1-1-6-15,-1-5 15 0,-5 3-9 0,1-3 5 16,-5 3-7-16,-2-3 5 0,-1 3-3 0,-3 1 3 16,-3-13-1-16,-2 2 15 0,9-1 7 0,-4 1 1 15,-3 5 1-15,-2 1 3 0,-2 2-20 0,0-3 0 16,0 7-7-16,-4-5-2 0,0 5-2 0,-14-10-1 0,-6 3-1 15,-4 5-7-15,0 5 5 0,-4 2-4 0,1 1 4 16,7 3-7-16,-4 1 6 0,9-1-4 0,4-2 3 16,4-1-6-16,2 1-18 0,2 0 0 0,-6 3-11 15,9-5-42-15,0 0-80 0,0 2 0 0,3-1-29 16,-1 1-23-16,2 0-48 0,0-1-49 0</inkml:trace>
  <inkml:trace contextRef="#ctx1" brushRef="#br0" timeOffset="78230.13">20166 9418 1168 0,'-2'-1'90'0,"0"-1"13"0,-1-6-28 16,1-10-36-16,-7 8-14 0,1 1-18 0,4 2 2 15,3 1-1-15,-3 1 1 0,0-1-4 0,0 0-5 16,1-1 4-16,3 0-4 0,0-5 10 0,3 1-2 0,3 0 0 15,0 2 1-15,16 1 1 0,-2 3-6 0,-1 3 0 16,-6-7-3-16,2 0-2 0,-6 5 12 0,0 2 4 16,1 2 3-16,1 0-4 0,-8 0-1 0,1 4-7 15,7 12 5-15,-3 14-7 0,-6 0 5 0,-6 5-3 0,-7 0 2 16,-4 4-5-16,-2 0 6 0,-1-2-1 0,1-3 3 16,0-6-4-16,2-2-3 0,2-6-1 0,0-1 1 15,4-6-3-15,2-2 4 0,1-2 0 0,2-1 1 16,-1 1 4-16,3-5 5 0,2-1 7 0,0-1-2 15,0 0 14-15,0 2-10 0,0-1-5 0,2-1-2 16,0 0-15-16,1 0 6 0,16 0-4 0,7-2 3 16,4-6-3-16,1-5-4 0,4-2 2 0,1-2-3 0,-1-1 3 15,-3-1-2-15,1-2 0 0,-11 12 0 0,-1-19-1 16,-3 0-3-16,-7 2 4 0,2 0-3 0,4-1 7 16,-6 3 0-16,-5 2 1 0,1-1-1 0,4 6-2 0,-3 4 3 15,-3 0-2-15,-3 6 2 0,-2 1-5 0,2 0 3 16,-2 0-5-16,0 1 2 0,0 1-7 0,0 0-1 15,-2 0 5-15,0 2-3 0,0 2 2 0,1 0-2 16,-1 2-2-16,-7 12 2 0,-1 7 6 0,5-1 0 16,3 0 1-16,2-1-1 0,2-3 2 0,0-3 8 15,5 4-2-15,0-5 4 0,4 3-2 0,-1-4-3 16,12-2 2-16,4 0-3 0,-4-1 2 0,2 1-2 16,-5-2 3-16,0-1-4 0,-3-1-1 0,-5-1 3 0,1 1-2 15,-7-1 3-15,-1-3 7 0,-2 1 12 0,1 0 3 16,1-1 3-16,0 1 4 0,-2 0-4 0,0 0-5 15,-1-3 0-15,-1 1-16 0,0 2-9 0,-1 0-1 16,-9 1-2-16,-19 8-1 0,-5-3-1 0,1-5-2 16,-4-1 0-16,5-2-18 0,0-2-18 0,3 0-4 0,3 0-6 15,-4-4-23-15,2 0-73 0,0-1 9 0,8-1-32 16,0-1-17-16,7-1-4 0,1 1-11 0,7-6-1 16,-12-11-73-16</inkml:trace>
  <inkml:trace contextRef="#ctx1" brushRef="#br0" timeOffset="78683.31">20625 9205 359 0,'0'0'121'0,"0"0"-9"16,2-2 67-16,-1 0 0 0,1 2-23 0,15-11-36 16,-2 2-33-16,0 0-11 0,-4 1-6 0,0 1-42 15,-2 1-14-15,-1 2 0 0,-3 1-4 0,3-1-1 16,-5 2-1-16,-1 2 4 0,2-4-3 0,-2 1-3 0,2-3 1 16,-1 1-7-16,-1 1 4 0,0 0-8 0,-2 2 2 15,2-1 4-15,-2 1-1 0,0 0 5 0,4-2-7 16,-1 0 1-16,1 1-2 0,0 1 2 0,-1 0-2 15,1 0-3-15,-2 2 0 0,5-2 2 0,1 0 3 16,-3 2 3-16,1 0 1 0,-2 0 15 0,-1 0 11 16,-1 0 1-16,0 0 1 0,2 0-2 0,0 2-7 15,-1 0 0-15,1 0-3 0,-2 0-5 0,0 2 1 0,0-1-6 16,-1 1 3-16,3 9-4 0,0 2-1 0,0 0 3 16,-3 0-4-16,1 3-6 0,0 1 3 0,0 1-5 15,0 2 3-15,0 4 1 0,1 0 0 0,1 2 1 16,0 2-2-16,1-4-7 0,1 0 7 0,0 0 1 15,-1-4 3-15,1 0 2 0,-3-5 0 0,3 0-1 0,0 0 1 16,-1-1 4-16,-1-1 4 0,0-4 2 0,-1 0-1 16,1-1 2-16,0-1-6 0,-2-3 6 0,-1-3-4 15,-1-1 15-15,4 2 8 0,0 0 1 0,0-1 3 16,-1 1 7-16,1-2 0 0,0-2-3 0,5 2 1 16,2-2-15-16,0-4-6 0,2-3-3 0,0-10 0 15,4-15 0-15,0-3-1 0,-1-2 0 0,-3-4-2 16,2 0-19-16,-4-2 4 0,1 3 0 0,2 2 1 0,-2 1 4 15,-1 4-13-15,-4 1 3 0,1 5-7 0,-1 1-9 16,4 1-25-16,2 5-15 0,0 1-13 0,4 1-160 16,-1 5-210-16</inkml:trace>
  <inkml:trace contextRef="#ctx1" brushRef="#br0" timeOffset="94015.03">15341 7437 397 0,'0'0'0'0,"-2"0"148"0,0-2 15 0,0 1 11 0,0-1 10 15,0 0-130-15,0 0-4 0,1 0 33 0,-1 0-3 16,0 0 10-16,0 1-8 0,0-1-27 0,0 0-2 16,0 0-11-16,1 0-20 0,-1 0 1 0,0 0 8 15,0 1-3-15,0-1 17 0,0 0 4 0,0 2-2 16,1 0 3-16,-1 2-10 0,2 0-19 0,-2 1 2 16,-2 16-8-16,-1 11 3 0,1 7 1 0,0 2-3 0,0 7 3 15,3 6 3-15,-1 0-5 0,-2 4 6 0,2-4-5 16,-2 2 8-16,3-6-1 0,-1 2 4 0,0-7-2 15,2-2 8-15,-2-6 2 0,0-4 1 0,0-5 0 16,0 0 7-16,1-1-17 0,-1-5 7 0,0 0-12 16,0-5-2-16,2-2 0 0,0-2-5 0,0-5 4 0,0 1-8 15,0-3-6-15,0 0-1 0,0-2-1 0,0 1-2 16,0 1 3-16,0 0-4 0,0 0 3 0,0-3-2 16,0 1-6-16,0 0 0 0,0 0-7 0,0 0-22 15,0 0-39-15,0-2-11 0,0 0-15 0,0 0-89 0,0-2-28 16,0 0-21-16,2-2-9 0,2-3-147 0</inkml:trace>
  <inkml:trace contextRef="#ctx1" brushRef="#br0" timeOffset="94414.58">15480 7591 667 0,'0'-1'121'0,"-2"-1"242"16,0 0-319-16,0 0 8 0,0-2 6 0,0 1 6 15,1-1 52-15,-1 0-11 0,0 0-4 0,0 1-7 0,0-1-47 16,0 2-23-16,2 0 1 0,0 0-6 0,0 1 13 16,0-1 20-16,0 2-5 0,0 0 9 0,0 0-6 15,0 2-13-15,0 1 0 0,0 10-5 0,4 17 0 16,-2 2-8-16,0 1 2 0,0 2-5 0,-2-1-9 0,0 3 0 16,0 0 0-16,0-4 1 0,0 3-2 0,0-5-5 15,-2-3-3-15,0 2 1 0,2-6-3 0,0-2 3 16,0-3-3-16,0-6 1 0,0 0-7 0,0 0-6 15,0-4-1-15,0 0-3 0,0 1-22 0,2-1-20 16,-2-4-7-16,0-1-5 0,0 0-41 0,0-2-48 16,2 1-7-16,1 1-19 0,-1-4-72 0</inkml:trace>
  <inkml:trace contextRef="#ctx1" brushRef="#br0" timeOffset="94934.48">15678 7679 1231 0,'-1'0'104'0,"-1"0"-140"0,0-2 124 0,-2 0-69 16,0 0 0-16,1 0 52 0,1 0-7 0,0 1 21 16,0-3-12-16,0 0-33 0,2 2-3 0,-2-5-11 15,2-2-17-15,0 1 5 0,2 1 3 0,2-1 0 0,2 1 5 16,3 1 10-16,8 1-10 0,3 3 9 0,2-13-6 15,-3 6-10-15,1 3 6 0,-7 4-8 0,0 2-1 0,-3 0 3 16,1 4 2-16,-2 2 1 0,-3-3 2 0,-5 20 3 16,18 4-4-16,-6 7 4 0,-4 1-9 0,-5 2 2 15,-4 0-3-15,0 2 2 0,-4 4-8 0,1-8 10 16,-3 3 1-16,0-5 2 0,1-5 2 0,-3 1-5 16,1-4-2-16,-2-5 1 0,-1-1 5 0,1-5-9 15,0 1 6-15,3-5-8 0,1-1 4 0,1-4 6 16,2-1-2-16,2-2 5 0,-4 2 11 0,1-1-5 15,-1-1-3-15,-7 4 0 0,2-2-12 0,1-3-5 16,3-1 0-16,-1 0-2 0,2 0-2 0,1-1-3 0,-1-1 2 16,0 0-3-16,2-2-3 0,0 0 1 0,1 1 0 15,1-1 1-15,0-2 0 0,0 3 0 0,1-1 0 16,1 0 0-16,2 1-2 0,0-1 2 0,3 0-2 16,10-3 3-16,0 1 1 0,-3 4-1 0,-1 2 3 15,-1 0-4-15,-5 0-4 0,2 2 3 0,4 2-3 0,-5-2 4 16,3 1 8-16,0 1-7 0,-7-2 0 0,3 2-2 15,2 1-3-15,-3-3-10 0,0 0 5 0,3 2-7 16,-2-1-3-16,4 1-30 0,4 2-23 0,-5-4-5 16,1-1-80-16,2-1-41 0,-2 0 0 0,4 0-24 15,0-1-88-15</inkml:trace>
  <inkml:trace contextRef="#ctx1" brushRef="#br0" timeOffset="95133.74">16157 8017 1544 0,'0'0'41'0,"0"0"78"0,0 0-108 0,0 0 83 15,0 0-9-15,0 0 37 0,-1 0 4 0,-1 1-45 16,2 1-10-16,0 0-12 0,0 0-47 0,0 0-1 16,0 0 0-16,0 0 1 0,-2-1-8 0,2 1-10 15,0 0-4-15,0 0-4 0,0 0-26 0,0 0-35 16,0 0-17-16,0-1-8 0,0-1-76 0,2 0-48 0,0 0-25 15,1-1-17-15,10-5-174 0</inkml:trace>
  <inkml:trace contextRef="#ctx1" brushRef="#br0" timeOffset="95402.02">16371 7593 814 0,'-2'0'128'0,"0"0"239"15,-1 0-286-15,-7 0-9 0,-3 2 2 0,2 0-2 16,0 2 12-16,4-2-25 0,1-1-2 0,2 1-10 15,1 0-23-15,-1 2 0 0,-2 5-5 0,1 2 3 16,-1 6-5-16,2 0-2 0,4-4 0 0,0 3-1 0,6 7-1 16,0-3 18-16,3 4-1 0,2-1 5 0,-2-7-5 15,2 3 8-15,-1-4-1 0,3 3 3 0,-2-3 7 16,-9 4-8-16,13 1-1 0,-4-5-2 0,2 0 8 16,-4 0 0-16,-3-4-1 0,-5 2-1 0,9 0-5 0,-5-2-1 15,-1-2-5-15,0 2 1 0,-2-1-15 0,-2-1-10 16,0 0 3-16,-2 2-7 0,-2 0-8 0,0-3-17 15,-3 1-4-15,-4-3-5 0,-10-3-31 0,3-1-90 16,-1 11-13-16,2-5-33 0,-1-3-96 0,1-3-90 16</inkml:trace>
  <inkml:trace contextRef="#ctx1" brushRef="#br0" timeOffset="95571.83">16256 7723 1319 0,'0'0'30'0,"0"0"-2"0,2-2 75 0,0 1 6 16,1-1 18-16,-1 2 52 0,11-10-41 0,2 9 6 15,2-12-19-15,-1-2-22 0,1 2-28 0,0-2-13 0,-2 6-4 16,-2-3-35-16,-4 1-15 0,4 4 1 0,-6-1-6 16,1-1-7-16,-1 2-23 0,-1-1-27 0,1 1-11 15,-1-1-201-15,1 5-338 0</inkml:trace>
  <inkml:trace contextRef="#ctx1" brushRef="#br0" timeOffset="96488.89">16456 7655 880 0,'0'-2'33'0,"-1"0"48"16,-1-2-33-16,0-3 51 0,-2-6-11 0,0 0 22 15,1 2-26-15,1 1-24 0,0 3 1 0,2-1-10 16,0 1-10-16,0 1-4 0,0 1-4 0,0 1 2 16,0 0 5-16,2 1 6 0,0-1 4 0,0 0-1 15,-1 1-2-15,1 1-18 0,0 0 0 0,0 0-7 16,2 2-5-16,-1 2 11 0,1 0-1 0,0 5 4 0,11 25-7 15,-6 1-8-15,-3 6 1 0,-5 0-3 0,1 0 0 16,-2 0-1-16,0-4-1 0,0-1 0 0,0-1-2 0,0-1-6 16,0-4 3-16,0 0-4 0,0-2 5 0,0-4-8 15,0-2 2-15,0-3-4 0,0-2 0 0,0-4-8 16,0-2-3-16,0-1-1 0,0-3-15 0,0-1-35 16,0-2-18-16,0 1-9 0,0 1-89 0,0 0-61 15,2-2-25-15</inkml:trace>
  <inkml:trace contextRef="#ctx1" brushRef="#br0" timeOffset="96785.79">16906 7619 1041 0,'0'0'132'0,"-2"0"20"0,0 0-59 0,0 0-26 0,-2 0-29 15,1 0 102-15,-12 0-31 0,-2 2 6 0,-1 4-20 16,-3 1-38-16,-1 2-5 0,1 1-4 0,-5 3 1 15,8-2-19-15,5-9-5 0,0 16 3 0,7 1-3 16,-5-1 3-16,4-1-14 0,1 4 2 0,1-7-4 16,-6 1 13-16,1 2-5 0,3-2 2 0,1 3-3 15,1 1-4-15,1-2 7 0,2-2-5 0,2-1 5 16,0-1-3-16,0-5 0 0,2 1 4 0,0-1-3 0,0-3-2 16,1 1 3-16,-1-3-2 0,6 1 4 0,10 0 4 0,3 11-18 15,1-4 3-15,0-4-7 0,0-3 1 16,1-2-6-16,3-2 0 0,-2-2-3 0,-2 0-3 0,2-2-30 15,0-1-3-15,1-1-17 0,-1-1-87 0,0-2-178 16,0 1-86-16</inkml:trace>
  <inkml:trace contextRef="#ctx1" brushRef="#br0" timeOffset="135621.73">18670 10783 265 0,'0'0'0'0,"0"0"167"0,-2 0 15 0,0 0 4 16,0-2 6-16,2 2-170 0,0-2-12 15,0 1-9-15,0-1 1 0,0 0 0 0,0 0 5 0,0 0 9 16,0 0-4-16,0 0 8 0,0 1 15 0,0-1 9 16,0-2 2-16,0 2 0 0,0-9-13 0,0-2 1 15,0-2-8-15,0-2 5 0,0 1-15 0,0-5 2 0,0 1-8 16,0-2 5-16,0-4-10 0,0-2-6 0,0 5 7 16,0-6-6-16,-2 1 4 0,0-4 3 0,0-1-8 15,1-4 4-15,-1 2-11 0,-2-3 8 0,0-1 4 16,2-1 1-16,1-3-5 0,-1 0 9 0,0-1-10 0,2 3 11 15,0 0-13-15,-2 2 5 0,0 0-2 0,0 0 4 16,-1-2-3-16,-1 2 0 0,0-4 3 0,1 3-4 16,-1-7 5-16,0-5 5 0,0 4 5 0,3-6 0 15,-3 2 4-15,2 4 1 0,0-2-6 0,0 5 5 16,0 0-4-16,1 1-9 0,1 1-1 0,0 2-3 16,0-1 3-16,0 1-2 0,0 0 5 0,1 0-6 15,1 0-2-15,2-1 4 0,0-3-5 0,-2-1 5 16,1-5 4-16,3-4-5 0,-1-1 4 0,3 2-6 0,-1 0-8 15,2 2 13-15,3 4-6 0,-1 0 10 0,-2 3-1 16,2 3-7-16,4 1 4 0,0 2-6 0,0 0 2 0,0 0 5 16,1 2-7-16,1-1 5 0,2-1-2 0,1-5-1 15,-1 3 6-15,-1-3-6 0,-1-3 1 0,-2 4 0 16,0-5 0-16,-1 4 1 0,1 3 4 0,2-2-7 16,-2 8 3-16,2-2-3 0,-3 3 3 0,5 3-2 15,-17-1-1-15,24 0 1 0,0 3-2 0,-2-3 3 16,2 2-3-16,2 3 2 0,-2-5-1 0,2 4-4 15,0-1 6-15,-2 1-5 0,3-2 1 0,5-2 4 16,1-1-3-16,0 0 3 0,2 1-6 0,6 2 2 0,0 1-3 16,5-1 2-16,2 2-2 0,0 2 2 0,2 0 2 15,-5 2-1-15,1 3 1 0,-3 1-2 0,-3 0 1 16,3 5-1-16,-4-2 2 0,-1 2 0 0,3 0-4 16,0 2 3-16,1 0-1 0,1 2-4 0,3-2 7 15,6 2-6-15,-4 0 10 0,2 0-7 0,0 0 2 0,-3 1-4 16,2-1 9-16,3-2-6 0,-2 0 1 0,2 0-4 15,-2 0 8-15,2 0-5 0,0 0 1 0,2 2-2 16,1-2 6-16,6 4-3 0,-1 0-1 0,4-3 0 16,-3 5-4-16,-1-2 3 0,-3-2 2 0,-3 1-1 15,1-1-1-15,-3 0 2 0,0 4-1 0,0-1 3 16,-2 1-3-16,4 5-4 0,-2-2-4 0,-1 2 1 16,1-24 1-16,2 11-5 0,0 10 7 0,-6 3-7 0,5 2 15 15,-4 0-7-15,-5 0 5 0,4 0-5 0,-3 2 2 0,-3 2 4 16,4 1-5-16,-3 3 4 0,3 3-6 0,0 0 6 15,-1 0-3-15,3 2 4 0,-5-2-1 0,1 0-2 16,-1 2 2-16,-3 0-3 0,-3 0-1 0,2 0-3 16,-6 0 4-16,-1 0-4 0,1 2 6 0,-3 2 4 15,-1 0-4-15,1 1 3 0,1 1-10 0,-3-17 5 16,-2 22-1-16,0 2 2 0,1 0 0 0,-5 3 2 16,4 5 2-16,-7-1-1 0,-1 4-6 0,-1 8 3 15,-4-2 0-15,5 9 3 0,-7-4 1 0,-2-2 3 16,0 1-6-16,-7-5 5 0,0 3-6 0,-1-2 2 0,1-2 1 15,18-2-1-15,-5 1-2 0,-6 3-1 0,-5 0-2 16,-2 3 1-16,-4 1 6 0,1 5-7 0,3 3 6 16,0-1-5-16,5 7 3 0,-1-1 2 0,1-3-6 15,-2 1 3-15,-1-4-4 0,-2 0 2 0,-3-2 2 0,3 5 1 16,-2 3-1-16,-2 5 4 0,0 3-5 0,-2 5 4 16,0 5-9-16,0-2 9 0,-1 2-1 0,3-6 4 15,0-5-5-15,0-6-1 0,0-5-1 0,0 0-1 16,0-4 3-16,0 3-1 0,0 1 0 0,-2 0-1 15,0 0 1-15,0 1 0 0,0 1 3 0,0-5-1 16,-1 5 6-16,-5-2-5 0,1-1 5 0,-2-4-4 0,-1-5 13 16,-1-3-11-16,-4-4 6 0,-1 0-5 0,-1-4 9 15,-2-2 0-15,3-3-2 0,1-4 3 0,0-4 1 16,4-5-2-16,7-4-1 0,-7-4-2 0,0 1-8 16,0-5-5-16,3 1 0 0,-1-4-2 0,-2 7-4 0,0-2-35 15,-2-1-18-15,0-2-8 0,-2-3-83 0,-2-1-79 16,2 0-9-16,0-3-42 0,0-3-190 0</inkml:trace>
  <inkml:trace contextRef="#ctx1" brushRef="#br0" timeOffset="135993.74">23005 9606 864 0,'0'0'175'0,"0"-2"22"0,-2 0-64 0,0 0-58 16,1 1-35-16,-1-1-11 0,2 0-6 0,0 0-2 15,0 0-4-15,0 0-18 0,0 0 0 0,0 1-1 16,0-1 2-16,0 0 7 0,0 2-14 0,2 0 7 0,-1 0-9 16,1 2 21-16,0 0-1 0,0 1 3 0,0 7-3 15,2 14-3-15,-3 2-2 0,1 3 4 0,0-1-3 16,0 0 1-16,-2 0-1 0,2 0-7 0,0-2 4 16,1-2-2-16,1-2 19 0,0 1 3 0,0-5 5 15,1 1 9-15,-1-5-6 0,1 1-1 0,1-2-2 16,0 0-5-16,-1-2 6 0,1-1-1 0,-1-1 3 0,1-2 0 15,-4 1-6-15,12-3 3 0,5-1-5 0,3 11-7 16,2-4 2-16,1-5-4 0,4-6 4 0,1-4-5 16,3-5-1-16,5-6-2 0,4-4 1 0,3-3-2 15,-8 2 3-15,2 14-2 0,-6-20 1 0,3-2-9 0,-3 0 0 16,2 4 6-16,-5 0-3 0,-6 4 4 0,-3-1-8 16,-5 5 0-16,1 4-2 0,-4 1 1 0,0 4-1 15,-2-1-3-15,-2 3-2 0,-1-1-18 0,-1 1-41 16,-3 3-58-16,2 0-2 0,-1-2-247 0</inkml:trace>
  <inkml:trace contextRef="#ctx1" brushRef="#br0" timeOffset="137615.62">10656 13943 676 0,'-2'0'0'16,"-2"0"13"-16,-5 0 133 0,-6 0-34 0,-1 0 10 15,3 0-67-15,-4 0-12 0,2 0-5 0,6 0-2 0,1 0 5 16,1 0-2-16,1 0 1 0,3 0-4 0,-3 0 4 15,2 2-6-15,1 0-15 0,1 0-1 0,0 0-2 16,0-2 22-16,0 2 13 0,2-2 2 0,0 0 1 16,2 0-16-16,0 0-16 0,11 0 1 0,24 0-6 15,2 0-4-15,-4 0-5 0,1-2 0 0,-7-2-1 16,1 0-7-16,-2 2 0 0,2 1-1 0,-4-1 0 16,-4 0-1-16,0 0-2 0,0 0-3 0,-3 0-1 0,3 0-13 15,-1 1-38-15,-3-1-13 0,-1 0-14 0,-2 0-93 16,2 0-77-16,-1 0-15 0</inkml:trace>
  <inkml:trace contextRef="#ctx1" brushRef="#br0" timeOffset="137962.71">11536 13646 1167 0,'0'0'73'0,"-2"0"-2"0,0-2-20 16,-1 1 12-16,-12-1-38 0,-2 2 11 0,0 0-18 15,-1 3-2-15,-6 7-4 0,3-1 0 0,-1 2-6 0,2 0 1 16,8-3-4-16,1-5-2 0,2 10 2 0,5 2-3 16,-1-2 3-16,-6 2 3 0,3 0-4 0,4-2 4 15,3 0-6-15,1 2 3 0,0-2 3 0,3 2 0 16,5 1 1-16,1-1 0 0,0 2 2 0,14 0 0 16,4-1 1-16,-2 5 1 0,-5-5-2 0,0 3 2 0,-5 0 0 15,2-1 8-15,-4 1 10 0,-4-1 3 0,-3-3 4 16,-2 2 17-16,-3-2 8 0,9-4-5 0,-3 0 6 15,-3-2 1-15,0 1-10 0,-4-3 1 0,0 0-7 16,0 1-22-16,-2-4-4 0,-2 1-9 0,-11-1 4 16,-5 11-13-16,-6-2-2 0,2-6-1 0,3-3-1 15,-1-2-16-15,0-2-75 0,-3-2 1 0,5-2-31 0,7-1-54 16,-4-5-79-16,10 5-22 0</inkml:trace>
  <inkml:trace contextRef="#ctx1" brushRef="#br0" timeOffset="138179.78">11664 13626 1776 0,'0'-2'43'0,"0"0"-5"0,2 0-19 16,0 0 6-16,2-1-25 0,3 1 2 0,19-11 5 0,4 0-2 15,-4 0 1-15,0 5-4 0,0-3-6 0,-6 2 0 16,-1 3-3-16,-10-1 7 0,2 3-7 0,-2 1 6 15,4-3-9-15,0 2 0 0,-5 1-9 0,-1-1-12 16,-3 2-2-16,-2-2-67 0,0 2-51 0,0 1-10 0,-1-1-15 16,3-2-56-16</inkml:trace>
  <inkml:trace contextRef="#ctx1" brushRef="#br0" timeOffset="138384.25">11984 13904 2022 0,'0'0'30'0,"0"0"5"15,0 0-11-15,0 0-12 0,0 0-6 0,0 0-7 16,0 0 5-16,0 0-4 0,1 0 6 0,1 0-9 0,0 0-7 16,0 0 2-16,0 0-4 0,0 0-3 0,0 0-15 15,-1 0-13-15,1-2-7 0,2 1-98 0,0-3-127 16,5-2-51-16</inkml:trace>
  <inkml:trace contextRef="#ctx1" brushRef="#br0" timeOffset="139550.45">12869 13329 751 0,'0'0'27'16,"0"0"0"-16,-2-2 24 0,1 0-3 0,-1 0 2 16,0 0-6-16,0 0 4 0,0 1-5 0,-2-1 5 15,-9-2-7-15,-1 2 1 0,-3 2 2 0,-4 0-1 0,3 2 3 16,-4 4-13-16,-3 3 1 0,3 2-6 0,-4 6-9 15,0-12 5-15,0 19-1 0,2 6 3 0,2 2 2 16,-1-3 3-16,5 1-2 0,1-2 1 0,2 4-8 0,6-1-9 16,0 3 1-16,3-3-3 0,1-1 2 0,3-4 2 15,-15-2-3-15,6 0 3 0,5-2-5 0,4-1-3 16,2-1-1-16,0-3-2 0,4 0-4 0,2-3 3 16,-1-1 6-16,3-1 0 0,3-3 7 0,11-4 12 15,2-1-8-15,4-2 10 0,6 18-6 0,-5-8-3 16,5-7 2-16,1-5-3 0,-3 0-6 0,-3-4-7 15,-1-3 1-15,-6 0-2 0,3-3 8 0,-7 3-7 16,3-4 5-16,-5 1-4 0,-5 3 9 0,-3 3-6 0,-4-9-1 16,-3-2-2-16,1 1-4 0,9-1 17 0,-5 2-3 15,-2-2 7-15,-4 4-7 0,0 0-3 0,-2 3-1 16,-4-1-2-16,1 3-12 0,-16-9-4 0,-1 4-3 16,-2 6 0-16,-6 3-3 0,-1 2 6 0,3 5-2 0,-2 3 4 15,6 3-4-15,2 0 0 0,-3 2 2 0,9-2-1 16,-1 0 0-16,8-3-19 0,-1-6-3 0,5 9-7 15,3 0-34-15,-7 0-18 0,5-3-2 0,0-3-6 16,2 1-29-16,2-3-43 0,0 1-12 0,0 0-10 16,0 0-49-16</inkml:trace>
  <inkml:trace contextRef="#ctx1" brushRef="#br0" timeOffset="140126.85">13131 13464 1544 0,'0'0'14'0,"0"-2"1"0,0 1 0 15,0-1-10-15,0-2 0 0,0 0-20 0,0 2 14 16,2-7-1-16,0 2 5 0,3-3-1 0,3 1 4 16,-3 2-3-16,14 1 3 0,-2 2-4 0,-1-7 18 15,1 2-6-15,-2 5 8 0,-2 4-9 0,-2 2-1 16,-2 2 6-16,2 3-5 0,-9 16 3 0,0 12 0 0,17-4-1 15,-8 5 0-15,-6-3 2 0,-5-1 1 0,0 1-5 16,-3-3 3-16,-1-6-1 0,2-4-12 0,0-3 8 16,0-2-9-16,1-4 10 0,1-2-10 0,0-1 3 15,0-5-5-15,0 1 8 0,1 0-9 0,1 0 2 0,0-1-2 16,2 1 16-16,13 3-15 0,5-3 9 0,4-4-10 16,0-4 1-16,5-5 1 0,1-4-1 0,0-5 0 15,-3 14-2-15,-1-22 5 0,-2 0-1 0,2-2 3 16,-6 0-3-16,2 2-4 0,-7-2 1 0,-6 1-2 15,4 2 6-15,-4 3-3 0,-2 4 3 0,1 5-3 16,1-2 11-16,-6 5-8 0,-1 3 5 0,-2 1-4 0,-2 3 11 16,0 1 0-16,2-2 2 0,-2 0-2 0,0 1-8 15,0 1-7-15,0 0-7 0,-2 2 0 0,0 0-4 16,0 2 7-16,0 0 3 0,2 0 0 0,-7 22-4 16,1 2 6-16,3-2-2 0,3 0 3 0,0 2-2 0,2 0 0 15,3 0-2-15,3 2 0 0,-1-6 2 0,2 0 3 16,1-3 3-16,-1-2-3 0,0-3 2 0,0-1 13 15,-7 0 0-15,9-1 3 0,-1-1-5 0,-1-4 6 16,-3 2-2-16,-5-3 5 0,1 0 8 0,0-3 18 16,-2-1 3-16,2 2 5 0,-2-2 9 0,0 0-25 15,0-1-5-15,2 3-8 0,-2 0-22 0,0 0-3 16,-2-1 2-16,0-3-4 0,-26 13-6 0,4-7-15 16,-6-4-17-16,3-2-2 0,2-4-87 0,-1-2-43 0,0-1-2 15,4-4-12-15,0-2-15 0,-2-2-4 0,0 11 4 16,3-18-8-16,1 0-50 0</inkml:trace>
  <inkml:trace contextRef="#ctx1" brushRef="#br0" timeOffset="140258.71">13764 13338 983 0,'0'0'64'16,"2"0"-1"-16,2 0 43 0,9-2-8 0,11-2-1 16,4 1-2-16,1-3-10 0,1 1-3 0,0-1-4 15,1-1-29-15,1-1-33 0,-2-1 1 0,1 0-12 16,-1-1-11-16,-2-1-18 0,-2 2-5 0,0-2-5 15,-4 1-37-15,4-1-214 0,-4 0-52 0</inkml:trace>
  <inkml:trace contextRef="#ctx1" brushRef="#br0" timeOffset="140638.78">14758 13420 380 0,'0'0'179'0,"-2"0"17"0,0 0-38 0,0-2-42 0,-2 0-40 16,2 2-20-16,-11-4-2 0,2 2 5 0,-2 1 1 15,-2-1 29-15,4 2-14 0,4 0-2 0,1 0-5 16,3 0-19-16,-1 0-19 0,0 0-9 0,0 0-2 16,3 0-12-16,-1 2 34 0,0-1-3 0,2 1 11 15,2 0-16-15,0 0-16 0,7 0 3 0,24 3-7 16,4-1-1-16,1-4-3 0,4 0 0 0,1-2-1 16,0-1-8-16,-1-1-3 0,1 0-2 0,-8 0 2 0,-1 1-2 15,-1 1-13-15,-1-2-4 0,-4 0-9 0,-4 3-82 16,-6-1-84-16,-8 0-28 0,-5 2-22 0,-1 0-153 15</inkml:trace>
  <inkml:trace contextRef="#ctx1" brushRef="#br0" timeOffset="140840.51">14884 13206 813 0,'0'0'203'0,"0"0"26"0,0 0-92 16,0 0-65-16,0 0-48 0,0 0-17 0,0 2 19 0,0 0 10 15,0 2 2-15,0 23 23 0,-2 7-8 0,-2 3-3 16,0 4-1-16,-3 5-14 0,1-3-18 0,-1 3 0 16,0 1-5-16,1-6 0 0,0 1-12 0,5-1 5 15,-1-5-8-15,2-3-2 0,0-3-48 0,0-4-30 16,2-6-14-16,-1 4-186 0</inkml:trace>
  <inkml:trace contextRef="#ctx1" brushRef="#br0" timeOffset="141490.72">16109 13108 635 0,'0'-2'52'0,"0"-2"88"0,-2-14-83 0,0-8-8 15,2 2-4-15,0-2-2 0,0 0-11 0,0 7-1 16,2-3 1-16,0 1-1 0,0 3 4 0,0 1 10 16,0-2-4-16,0 8 5 0,-1 4-4 0,1-2-1 15,0 3-2-15,-2 2 0 0,0 2 1 0,2-1-5 16,0-1 1-16,0 2-4 0,0 0-16 0,-1 2 18 15,1 2-7-15,0 2 10 0,9 18-10 0,0 17-7 16,-5 2-5-16,-2 2 0 0,-4 3-1 0,-2-1-4 16,-4 3 9-16,-1 2-9 0,-1-2-3 0,1 2 6 0,0-7-7 15,-1 0 7-15,3 0-7 0,3-8 3 0,0-2-4 16,2-3 2-16,0-6-7 0,0-3 3 0,0 3 3 16,0-8-2-16,0-3-4 0,0-1-12 0,0-7-8 15,0 1-3-15,0-1-35 0,2-1-40 0,0 0-8 0,-1-2-13 16,1-1-61-16,0-1-159 0</inkml:trace>
  <inkml:trace contextRef="#ctx1" brushRef="#br0" timeOffset="141772.88">16598 12762 819 0,'-2'0'203'0,"0"0"439"0,0 0-626 15,0 0-11-15,0 0-3 0,-1 2 1 0,-1 2 1 0,-5 9-6 16,-4 9 3-16,3-1-2 0,1 3 11 0,2 2-1 16,1-2 1-16,0 6 1 0,3-1 3 0,-1 1 15 15,0 4 0-15,1-3 5 0,-1 1 4 0,0-1 0 16,0-1-1-16,3-2-1 0,-1 1-8 0,0-1-10 16,0 2 2-16,0 0-7 0,-2 3-7 0,3 1 1 15,-1-5-7-15,0 5 6 0,0-6-7 0,-2-1 6 16,2-2-7-16,2-12 3 0,0 0-17 0,0-8-23 15,0 1 0-15,0 1-13 0,0-3-52 0,0 0-57 0,2-3-17 16,0 1-17-16,0-2-97 0</inkml:trace>
  <inkml:trace contextRef="#ctx1" brushRef="#br0" timeOffset="142271.6">16935 12900 1195 0,'0'-2'64'16,"0"0"-3"-16,-1-2-16 0,-3-7 10 0,0-5-36 0,2 4-7 15,0-2-5-15,2 1-6 0,0 0 5 0,2 1 0 16,0 7-3-16,6-6 3 0,-3 5-3 0,17 1 15 16,1-1 26-16,1-9 3 0,4 2 8 0,0 9 8 0,1 4-20 15,3 8-2-15,1 5-8 0,1 5-12 0,-3-3-14 16,-1 30 2-16,-21 5-5 0,-7 0 4 0,20 0 0 15,-16-3-1-15,-8-1-2 0,-7 4-8 0,-8-3 9 16,-7 1-1-16,20-4 5 0,-29 1-3 0,-1-4 7 16,-5-4 1-16,0-9 2 0,0 0 4 0,4-8-7 15,5-5-5-15,3-2 0 0,8-6-7 0,-3-5 10 16,3 11-2-16,4-5 2 0,0-5-3 0,8-3 2 16,3 0-1-16,-1 0 0 0,1-1-11 0,0-3 1 0,-11-22 2 15,6 0 1-15,7 0 2 0,2 0-5 0,6 2 0 16,1 3 0-16,4 1 8 0,1 3-4 0,-7 2 3 15,16 6-4-15,-5 0 6 0,3 5-3 0,-1 0 4 16,1-9-4-16,0 4-2 0,-1 3 2 0,1 5-2 0,-1 1 5 16,1 1 5-16,-1 3 2 0,3 2 2 0,-3 1-3 15,5 2-3-15,-5-1-1 0,3-1-3 0,-1 1 0 16,-3-1-9-16,1 1 0 0,-1-1-1 0,-6-3 2 16,4 1 4-16,-2-1-7 0,0 0 3 0,-4-2-6 15,-7-2-4-15,4 0-27 0,-2 0-25 0,3 0-1 16,2 1-79-16,-3-1-22 0,-2 0-8 0,1 0-9 15,-1 0-62-15</inkml:trace>
  <inkml:trace contextRef="#ctx1" brushRef="#br0" timeOffset="142476.76">17665 13158 1859 0,'0'0'38'0,"-2"0"80"0,0 0-111 0,1 0 6 16,-1 0-4-16,0 0 5 0,2 0-8 0,0 0 5 16,0 0-4-16,0 0 3 0,0 2-10 0,2 0 0 15,0-2 0-15,-1 0 0 0,1 0-4 0,0 0-1 0,0 0-8 16,0 0 3-16,0-2-29 0,0 0-64 0,-1 0 1 16,1 0-23-16,0-2-4 0,2 1-59 0,0-1 9 15,-1 0-36-15,1 2-73 0</inkml:trace>
  <inkml:trace contextRef="#ctx1" brushRef="#br0" timeOffset="142794.35">18209 12809 1353 0,'0'-2'119'0,"0"0"-129"0,-2-2 126 0,2 1-61 15,-3-7-40-15,1 7-2 0,0-1 0 0,-2 0-1 0,0 2 0 16,3 2 0-16,-5-1-2 0,0 1 0 0,5 0-3 15,-3 0 4-15,0 1-3 0,-1 7 3 0,-7 16 0 0,7 2 13 16,5-2 3-16,2 2 2 0,3-4 1 0,5 1 6 16,3-1-7-16,0-3 5 0,0 1-10 0,18-1-3 15,-1-1 4-15,5-1-4 0,-3 1-3 0,-1 1-5 16,-1 1-1-16,-6-1-1 0,0 1 5 0,-1-1-1 16,-5 1-2-16,-1-1 2 0,-4-1 10 0,-6-1 17 15,-1 0 1-15,-4-6 4 0,7 2-3 0,-3-4-6 16,-5-1-1-16,-1-3-4 0,-1 3-19 0,-1-5-2 15,-17 5-3-15,-12-4 2 0,-1 14-4 0,-1-5-13 0,-5-7-5 16,1-6-9-16,-2-4-73 0,-2-3-89 16,1-5-11-16,-7-1-25 0,3-1-63 0,-1-5-12 0,8 2-59 15</inkml:trace>
  <inkml:trace contextRef="#ctx1" brushRef="#br0" timeOffset="142958.53">18451 12822 1216 0,'0'-2'160'16,"0"0"15"-16,1 0-57 0,1-1-28 0,6 1-44 16,18-13 37-16,2 2-55 0,-4-4 8 0,0-1-25 0,-4 3-7 15,-3-4-33-15,2 4-17 0,-5-3-11 0,3-1-111 16,-2 1-183-16</inkml:trace>
  <inkml:trace contextRef="#ctx1" brushRef="#br0" timeOffset="143891.57">19429 12878 729 0,'0'-2'186'0,"0"-2"-230"0,0-16 208 0,0-12-109 16,0 4-40-16,0-3 9 0,0-1-2 0,0 0 5 16,2 1 4-16,-2 5 4 0,2 0 2 0,1 4-1 15,-1 5 19-15,0 2 7 0,2 2 2 0,-2 6-2 16,0-3-10-16,-1 3 15 0,-1 3-10 0,0 2 9 0,2-1-29 16,0-1-20-16,0 0 1 0,0 2-6 0,0 0 10 15,-2 2-6-15,0 2 0 0,0 0-4 0,-4 15-12 16,-5 20-1-16,-2 4 0 0,-2 0 1 0,0 0 0 15,0-1-3-15,1-2 7 0,1 1-4 0,2-4 9 0,2-7-7 16,1 0-1-16,0-6-1 0,3 2 3 0,-1-5 1 16,0-1-4-16,1-1 2 0,-1-2-3 0,0-2 1 15,0-2 6-15,1-2-3 0,-3 0-2 0,2-1 3 16,1-3-3-16,-3-1 4 0,-5 0 1 0,-2-2-2 16,2-1 0-16,0 9 0 0,0-3 7 0,0-1 15 15,1-3 2-15,3-1 4 0,-2 2 10 0,5-4-19 16,2 0 7-16,-2 2-13 0,1 0-12 0,-1-2 2 15,2 0-6-15,0 0 7 0,0 0 2 0,0 0 6 0,2 0-1 16,0-2 0-16,2 0-9 0,2 0 3 0,15-7-3 16,8-4 3-16,1 2-11 0,4 0 7 0,3-2-5 15,0 2 6-15,2-1-7 0,-3 5-2 0,-1 0 3 16,-5 1-1-16,-4 0-3 0,-3 3-3 0,-10 1-2 16,-2 0 1-16,6-2-3 0,-6 2-17 0,1 1-4 0,-5-1-8 15,-1 0-40-15,0 0-53 0,-3-2-12 0,1 1-16 16,0-1-75-16,-2 2-41 0,0-7-23 0</inkml:trace>
  <inkml:trace contextRef="#ctx1" brushRef="#br0" timeOffset="144059.43">19162 12476 1486 0,'0'0'51'0,"0"-1"1"0,0-1 5 15,0 0-1-15,0 0-14 0,0 0 14 0,2-2-12 16,-1 1 0-16,1-10-3 0,24-2-9 0,8 0-6 15,3 0 1-15,9 0-4 0,1 1-14 0,-1-1-5 16,2 4-7-16,-5-1 2 0,-2 3-11 0,-2 2-18 16,-4-1 1-16,-3 5-16 0,3-1-80 0,-7-15-92 15,-4 10-15-15,0 3-28 0,-7 6-119 0</inkml:trace>
  <inkml:trace contextRef="#ctx1" brushRef="#br0" timeOffset="144794.54">20045 12809 1448 0,'0'0'33'16,"0"-2"1"-16,0 0-13 0,0-2-8 0,0 1-10 15,0-1-8-15,0 0-1 0,0 1-2 0,0-1-1 16,0 0-13-16,0 2 9 0,0 0 4 0,0 1 2 15,0 1 16-15,-1 1 21 0,-1 3-6 0,-6 18 10 0,-3 8-11 16,-4 4-1-16,0 1 1 0,1-4 0 0,-1 5 8 16,0-7-4-16,2 1-2 0,2-4 0 0,0-2-1 15,3-3-6-15,1-3 8 0,1-1-7 0,1 0 12 0,1-6-6 16,0 0-3-16,2-2-1 0,2-1-17 0,0-3-2 16,0-1 2-16,0-2 0 0,0 0 5 0,0 1 5 15,0 1-2-15,0 0 2 0,0-2-10 0,0-1 4 16,0 1-5-16,0-2 6 0,0 0-13 0,0-2 6 15,0 1-4-15,0-3 5 0,0 0 0 0,-1-11-6 16,-1 0 3-16,0 1-5 0,0-1 1 0,0 0 4 16,0-2-6-16,2 2 4 0,0-1-3 0,0-1-5 15,0 0 5-15,0-1-4 0,0 1 1 0,2-2 5 16,2-1-2-16,-2 5 4 0,1-5 4 0,1 5-3 0,0 2 1 16,1-4-2-16,-1 4 2 0,0 4-1 0,1 0 2 15,1-1-3-15,-4 1-3 0,11-2 3 0,2 0-3 16,-1 5 4-16,7-1-2 0,-3-3 5 0,5 5-3 15,-1-3 4-15,2 3 1 0,-2-10-4 0,1 4 3 0,-3 3-4 16,-1 5 1-16,-3 3-2 0,-3 0-1 0,0 2-1 16,-5-1 11-16,-4 1-1 0,1 2 5 0,6 13-5 15,-1 3-1-15,-5-3 1 0,-3 7-2 0,-2-4 4 16,-4-3 7-16,-3 4-9 0,-4-5 5 0,3 1-6 16,-16 0 8-16,-2-2-4 0,2-2 0 0,0-2-3 15,2-2-7-15,3 0 4 0,2-3-2 0,4-1 4 16,4-1 0-16,3 0-3 0,3-2 2 0,-1 0-2 0,2-2-4 15,-2 3-6-15,1 1-4 0,1-2 3 0,0 0-1 0,0 0 6 16,2-1-2-16,0 1 2 0,2 0-7 0,0 0 11 16,2 0-5-16,18 11 6 0,0-2-11 0,0 0 9 15,1-2 0-15,1 2 1 0,0 1 0 0,-4-3 2 16,6 4-2-16,-1 0 2 0,-3 0 4 0,0 0 1 16,-7-4 2-16,-4-1 0 0,-2-7 11 0,-5 9 11 15,-2-3 4-15,2-1 0 0,-1-1 12 0,-1 1-14 16,-2 1 2-16,-2-1-8 0,-3 1-12 0,-25-1-4 15,-13-1-3-15,1-1 0 0,-1 0-2 0,0-2-19 16,2 20-8-16,1-9-12 0,1-7-105 0,3-5-190 16,1-1-59-16</inkml:trace>
  <inkml:trace contextRef="#ctx1" brushRef="#br0" timeOffset="145792.15">19262 4615 404 0,'0'0'102'0,"-2"0"-25"16,0 0 46-16,0 0 21 0,-1 0-50 0,-3 0-6 0,-5 0 14 15,-4 0 0-15,2 0 0 0,0 2-19 0,-2 0-14 16,-1 0-3-16,3-2-2 0,1 2-10 0,1-1-9 15,4 1-7-15,-1 0-1 0,-1 2-24 0,7-4 4 16,-1 2 1-16,-1 0 1 0,2-1 1 0,0 1 4 16,2 2 4-16,2 0 2 0,0-2 24 0,7 1-7 15,25 8-2-15,3-7-2 0,2-4-8 0,7-7-4 16,4-3 4-16,8-3-5 0,3-3 3 0,8 1-14 0,3 0 5 16,-5 2-7-16,-2 2 1 0,-11 0-6 0,-6 0-5 15,-3 1 1-15,-8 3-8 0,-6 3 3 0,-5 0 1 16,-5 3-1-16,-3-1 1 0,-3 2-4 0,-4 0 2 15,-1 0-2-15,-3 0 1 0,-3 0-6 0,-2 0-2 0,-1 0-2 16,3 2-10-16,0-1-26 0,0 1-22 0,-3 0-8 16,1 0-136-16,0 0-125 0,0-2-62 0</inkml:trace>
  <inkml:trace contextRef="#ctx1" brushRef="#br0" timeOffset="146132.12">19893 4327 1173 0,'-2'0'48'0,"-5"0"94"0,-12-2-113 0,-3 2 49 16,4 0-7-16,3 0 20 0,4 0-13 15,-1 0-27-15,9 0 0 0,-1 0-11 0,0 2-29 0,2 0-7 16,1 0-2-16,1 0 1 0,1 0 7 0,1 1 1 16,15 9-2-16,18 4 2 0,4-3-5 0,0-5 11 15,2-5-3-15,-2-1 5 0,4 0-4 0,-4 2-7 16,0 0 2-16,-2 1-4 0,-4 1 2 0,-3 1-5 15,0 2 4-15,-4 3-4 0,-4-1 7 0,-5 0-2 16,-1-7 5-16,-4 18-1 0,1 0 23 0,-4-3 13 0,-7-1 3 16,11 1 3-16,-4 1 2 0,-5 1-3 0,-4-1 1 15,-4 1-1-15,-5-1-3 0,-4-1-6 0,-4 1-7 16,-16-3 3-16,-5-1-9 0,5 1-10 0,-2-2-2 16,-1 0-4-16,3 2-13 0,5-5 2 0,-2 3-3 0,8-4 2 15,0 1-4-15,5-3-7 0,4-2 1 0,-2 1-4 16,4-3-10-16,2 1-129 0,5-4-37 0,2 0-55 15,2-1-340-15</inkml:trace>
  <inkml:trace contextRef="#ctx1" brushRef="#br0" timeOffset="147778.38">20855 12688 1012 0,'-2'-2'0'0,"0"0"9"15,0 1 86-15,-1-1-30 0,1 2 5 0,-9-4-42 16,5 4-1-16,-1 0 3 0,3 0 0 0,-2 0 4 16,5 0 10-16,-3 0 8 0,0 0 0 0,2 2 3 15,0 0 0-15,1 0-9 0,1-1 3 0,1 1-5 16,1 0 3-16,17 2-11 0,20-2 4 0,9-2-6 0,2-4 4 16,4-3-22-16,7-3 2 0,-3-1-9 0,-4 2-11 15,3 0 2-15,-8-1-7 0,-3 1 5 0,-1 2-11 16,-10-1-39-16,0-1 0 0,-5 1-14 0,0 1-7 15,-8 1-4-15,-4 1-38 0,-3 1 5 0,-5 0-163 0</inkml:trace>
  <inkml:trace contextRef="#ctx1" brushRef="#br0" timeOffset="148011.38">21208 12354 1383 0,'0'0'29'0,"0"0"1"0,0 0-3 16,0 0-14-16,0 0-4 0,0 0-23 0,0 0 28 0,0 2 3 16,0 0 12-16,-2 13 26 0,-6 24 1 0,-3 3-4 15,0 6 0-15,-2 8-22 0,2 4-17 0,0-1 4 16,2 0-9-16,1-5-3 0,1-5 0 0,-2-3-4 0,5-7 2 16,0-2-4-16,0-9-1 0,4-4-4 0,0-3 1 15,0-3-14-15,0-3-74 0,2-2-15 0,2-2-33 16,2-2-154-16</inkml:trace>
  <inkml:trace contextRef="#ctx1" brushRef="#br0" timeOffset="148759.23">22036 5434 792 0,'-2'0'0'0,"0"-2"5"0,0 0 48 0,0 0 5 16,1 1 22-16,-3-1-9 0,0 0 17 0,0 0-16 16,3 0 2-16,-1 0-4 0,0 0-5 0,0 1-32 15,0-1 6-15,2 0-10 0,0 0 29 0,2 0 6 16,2 0-7-16,12-5 5 0,16-4-10 0,-2 3-18 16,-1 3 1-16,3-1-11 0,-6 2-19 0,-2 1 0 0,-3-1-1 15,-1 2 0-15,-1-2-3 0,-3 3-7 0,7 1-8 16,-7 0-3-16,1-2-33 0,-2 0-111 0,2-2-17 15,-3 0-53-15,-2 3-244 0</inkml:trace>
  <inkml:trace contextRef="#ctx1" brushRef="#br0" timeOffset="148959.6">22350 5168 1031 0,'0'0'150'0,"0"0"-203"0,-2 0 174 0,0 2-97 16,0 0-9-16,0 2 86 0,-1 9-19 0,-7 18 38 15,1 1-35-15,2 3-32 0,-1 1 0 0,1 1-15 0,1 0-30 16,2 4 0-16,1 1-8 0,1-5 4 0,0 1-12 16,2-3-7-16,2-4 0 0,3-3-5 0,3 0-23 15,1-4-89-15,2 0-26 0,2-3-37 0,-2-1-233 0</inkml:trace>
  <inkml:trace contextRef="#ctx1" brushRef="#br0" timeOffset="149192.72">23789 6182 1540 0,'0'0'24'0,"0"0"8"0,0-2-14 0,1 0-13 16,3 1 6-16,9-3 83 0,11-4 6 0,-3 3 6 0,-3-1-14 15,-3 1-62-15,0-1-14 0,0 1-1 0,-2 1-3 16,4 0-10-16,-4 0 0 0,0 1-5 0,0-1 2 16,-2 2-7-16,-4 0-27 0,-1 2-26 0,-4 0-6 15,-1 0-140-15,3 0-200 0</inkml:trace>
  <inkml:trace contextRef="#ctx1" brushRef="#br0" timeOffset="149629.99">22171 5987 1020 0,'0'0'31'0,"0"0"-1"0,0-2-12 0,0 1 12 16,-1 1-19-16,-1 0 35 0,0 0 19 0,0 0 0 16,-2 1 4-16,2-1-7 0,-14 21-16 0,3 14-1 15,0 8-5-15,5 5-16 0,-3-2 0 0,-2 3-2 16,4-7 3-16,-4-3 9 0,9-5-8 0,-14-4 6 0,8-6-9 16,7-4-4-16,3-3-6 0,3-2 0 0,3-4 2 15,-1-4 23-15,12-1 33 0,4 9-8 0,8-4 14 16,-1-6-19-16,0-5-2 0,4-3 0 0,1-8-2 15,-3-4-16-15,-4-2-11 0,0 6-5 0,-6-17 0 16,-1-4-10-16,-3-1 3 0,-3 0 3 0,-1-3-2 16,-3 8-1-16,-4-1 0 0,-3-1-1 0,17 0-1 15,-8-1-3-15,-7 3-1 0,-4 2-2 0,-4 4 1 0,-2 1-7 16,-1 5-6-16,0 3 1 0,5 3-4 0,-19 3 2 16,1-8-17-16,-1 6-4 0,1 3-9 0,3 4-60 0,1 2-22 15,1 2-22-15,5 2 2 0,-3 3-77 0,8-3-66 16,-3 9-25-16</inkml:trace>
  <inkml:trace contextRef="#ctx1" brushRef="#br0" timeOffset="149774.45">22667 6075 1355 0,'0'0'18'0,"0"1"42"0,2 1-52 0,0 0 75 0,0 2-4 15,0-1 29-15,1 5 8 0,3 5-40 0,-2-2-8 16,-3 0-13-16,-1 2-45 0,0-4-6 0,0 4-5 15,0-1-1-15,0-9-25 0,-1 8-22 0,1-5-27 16,0 1-5-16,0 3-142 0,0-8-181 0</inkml:trace>
  <inkml:trace contextRef="#ctx1" brushRef="#br0" timeOffset="150018.54">22955 5889 1376 0,'0'0'22'15,"0"0"1"-15,0 0 20 0,0 0 1 0,0 0 5 0,0 0 46 16,0 0-8-16,2 0 4 0,0 0-9 0,1 0-16 16,1 0-11-16,18 0-4 0,-1 0-1 0,-1 4-8 0,1 3-10 15,-3 0 3-15,3 6-5 0,-5-9-2 0,-1 24-7 16,-4 0-1-16,-1 3-4 0,-3-3-5 0,-5 2 0 16,16 1-3-16,-6 1 1 0,-7 1-9 0,-5-5-5 15,0 6-5-15,-4-5-2 0,-1 1-30 0,-3 0-46 16,1-6-19-16,0 0-14 0,-3 0-100 0,1-1-118 15,2-5-55-15</inkml:trace>
  <inkml:trace contextRef="#ctx1" brushRef="#br0" timeOffset="150161.39">22962 6260 1349 0,'0'0'27'16,"0"-2"55"-16,0 0-70 0,2 1 59 0,0-1-12 15,2 0 27-15,7-2-15 0,13-1-2 0,4-3-10 16,4 1 1-16,5-3-44 0,2-1-16 0,3 0-3 15,7-2-4-15,1-2-13 0,5-3-195 0,5 1-113 0</inkml:trace>
  <inkml:trace contextRef="#ctx1" brushRef="#br0" timeOffset="151246.84">22303 12417 1131 0,'0'0'38'0,"-2"0"-3"0,1-2-10 15,-1 2 4-15,0 0-21 0,-17 0 1 0,1 4-7 16,-3 5 10-16,1-1-9 0,-6 27 10 0,4 9 8 16,-4 5-1-16,1 6 5 0,7 1 4 0,-3 2-1 15,10-4 0-15,-2-8 0 0,4-1 1 0,5-8-5 16,-14-8 0-16,8-4-1 0,7-3-5 0,3-4 18 15,3-5 0-15,5 2 6 0,-4-5-8 0,27-5-6 0,1-3 0 16,1 16 0-16,6-6 4 0,-2-11-12 0,2-2 2 16,0-7-6-16,0-7 2 0,-3-1-3 0,-3-5 0 15,0 14 0-15,-3-21 1 0,-4-7-2 0,-2 3 0 0,-3-7 1 16,-5 0 4-16,-5 2-2 0,1-8 2 0,-9 5-3 16,1-3-7-16,18 2 1 0,-12 4-2 0,-9 7 4 15,-1 0 10-15,-3 6 17 0,-5 0-3 0,-1 4 6 16,-2-1-17-16,2 6-6 0,5 3 1 0,-18 4-3 15,1 4-6-15,-1-10-12 0,0 2-3 0,-1 7-2 16,-1 5-1-16,2 2 0 0,0 5 1 0,1 4-1 0,3-7-1 16,-1 26 4-16,4-3-1 0,8 9 2 0,-1-5-5 15,7-1 1-15,-18 2-2 0,8-5 0 0,5 1-9 16,6-2-6-16,0-2-2 0,4 1-2 0,2-5-16 16,3 0-36-16,-2-5-9 0,1-2-12 0,-5-3-53 0,18-5-83 15,1 1-23-15</inkml:trace>
  <inkml:trace contextRef="#ctx1" brushRef="#br0" timeOffset="151430.1">23089 12623 1949 0,'0'0'38'15,"-2"0"85"-15,0 0-139 0,0 0 5 0,0 0-1 16,0 2 6-16,1 0 20 0,-1 0-5 0,0 1 3 15,0 1-6-15,-2 2-5 0,-3 5 3 0,1-4-3 0,4-3 5 16,1 0-4-16,1-2-2 0,-2 1-9 0,2-1 0 16,0 0-45-16,-2 2-65 0,0-2 0 0,0-1-27 15,2 1-61-15,2-2-187 0</inkml:trace>
  <inkml:trace contextRef="#ctx1" brushRef="#br0" timeOffset="151777.7">23460 12213 1629 0,'-2'-2'66'0,"0"0"-2"0,-1 0-24 16,-1 0 0-16,0-1-31 0,0-1-4 0,1 0-24 16,1 1 5-16,0-1-11 0,0 2 18 0,2 0 10 15,0-2 3-15,2 3 1 0,2-1-3 0,18-11 15 16,2 3-4-16,6 3 8 0,1 1-9 0,3 6 3 15,-6 0 0-15,-4 4 1 0,-2 0 2 0,-1 1-1 16,-3 3 3-16,-1 1-1 0,-4 0 5 0,-2 1-4 16,0 12 2-16,-2 6-2 0,1 2 5 0,-7 3-9 0,-1 4 2 15,20 0-4-15,-9 4 3 0,-7-4 14 0,-4 0-3 16,-2 2 7-16,-2 0-14 0,-2-3-3 0,-1-5 0 16,-1-3-2-16,1-4-5 0,1-2-14 0,-2-1 2 0,3-3-5 15,-1-1-3-15,0-4-18 0,-1 6-5 0,1-6-8 16,0 2-56-16,2-6-40 0,2-5-11 0,0-1-7 15,0 1-27-15,0 0-158 0</inkml:trace>
  <inkml:trace contextRef="#ctx1" brushRef="#br0" timeOffset="151949.35">23347 12584 1623 0,'0'-2'165'0,"0"0"-189"15,0 1 178-15,0-3-91 0,0 0-70 0,2-9-1 16,1 2 2-16,3-2-1 0,31-2 6 0,8 2-4 16,5-2-2-16,4 0 1 0,-1 1 0 0,3 1-17 15,-2 1-6-15,-6 1-6 0,2 6-40 0,-1-3-72 16,-1 3-53-16,0-1-28 0,-3 3-382 0</inkml:trace>
  <inkml:trace contextRef="#ctx1" brushRef="#br0" timeOffset="152231.01">24451 12365 1902 0,'-3'-2'47'0,"-7"-1"106"16,-8-7-149-16,12 8-2 0,-1-1-2 0,-1-1 0 15,5 2-11-15,-1 0-6 0,0 0 4 0,2 1-5 16,1 1 13-16,1 0 13 0,1 0 1 0,3 0 6 16,28-4 9-16,12-4 10 0,3 1-4 0,-5-2 3 0,3-1-19 15,-4 1-14-15,-2 0 0 0,2 0-4 0,-6 1-9 16,-2 1-4-16,1-1-8 0,-4 3 0 0,-3-1-40 16,-1 2-55-16,-1 1-24 0,-5 1-16 0,0 0-148 0</inkml:trace>
  <inkml:trace contextRef="#ctx1" brushRef="#br0" timeOffset="152449.17">24825 11997 1611 0,'0'-1'72'0,"-2"-1"-2"0,0 0-35 0,0 2 2 15,-2 0-36-15,-1 2 6 0,-6 5 0 0,-4 8 4 16,2 15-3-16,2 3 2 0,1-1-4 0,3-3 1 15,1 1-2-15,3-2 0 0,-1 0 2 0,0-2 2 16,2-2-1-16,1 2-4 0,-16-2-2 0,6-2-1 0,3 1 0 16,3-3-4-16,1-1-28 0,2-3-39 0,2-1-4 15,0 2-217-15</inkml:trace>
  <inkml:trace contextRef="#ctx1" brushRef="#br0" timeOffset="153335.6">25419 11971 1353 0,'0'0'36'16,"-2"-1"1"-16,0-1 15 0,0-2-15 0,0 0 2 0,1-3-18 16,-1-4-19-16,2 1 6 0,0-1-10 0,2 0 2 15,3 0 9-15,3 0-4 0,3 2 5 0,15 1 11 16,5 3 34-16,1 1-1 0,1 0 9 0,1-16-22 0,3 9-14 15,-2 5-6-15,-2 8-1 0,-1 7-16 0,-8 2-8 16,-2 4 4-16,-10 0-5 0,-1 17 12 0,-6 1 4 16,16 2-4-16,-8 2 4 0,-8-3 2 0,-5-4 1 15,-3 1 2-15,-3-7-1 0,-5 0-1 0,-4-3 18 16,9-3-3-16,-20-1 8 0,6-2-11 0,1 0-12 16,-3-4-4-16,9 0-2 0,0 0-1 0,4-3 0 15,1-3 2-15,3-1-3 0,1 0-3 0,2-1 2 0,2-1-3 16,0 0 2-16,0 0-5 0,-3 2-4 0,1-1 2 15,0 1-2-15,0 0 1 0,2-2-10 0,2 0 3 16,0-2-7-16,37 7-1 0,-4-7-5 0,10-2 1 16,-5-5-2-16,5-3-7 0,5-3-2 0,-2 0-6 15,-1 0 6-15,-1-3 9 0,-1 1 11 0,1-4 6 0,3 1-1 16,-3-3 8-16,0-1 1 0,3-2-1 0,1 22 1 16,0-26 4-16,-6-3 0 0,-5-1-1 0,-3 4 1 15,-7 0-4-15,-3 10 4 0,-5 3 0 0,-6 4 2 16,-8-2 4-16,-3 5 7 0,0 1 6 0,-1 1 2 15,1 3 31-15,0-1-32 0,-1 0 4 0,-1 2-15 16,0 0-10-16,-2 2-2 0,0 0 2 0,-2 2 0 16,-1 2 5-16,-12 13 8 0,-11 11 0 0,2-2 4 0,1 1-3 15,5-4-4-15,3 1 0 0,6-2-1 0,1-3-7 16,6-1 9-16,0 1-6 0,-7-6 7 0,2 2-5 16,3 0-4-16,4-4 2 0,2 0-2 0,0-4 17 0,1-1-6 15,7-2 8-15,8 9-7 0,10 1 5 0,6-4 0 16,3-7-3-16,2-3 3 0,-4-5 7 0,-3-3-6 15,-3-3 6-15,1-2-6 0,-2 0-1 0,-8 2-4 16,1-2-4-16,-6 11 2 0,-4-16 6 0,-4-3 0 16,-3-3 6-16,14-7-5 0,-7 1-1 0,-5 0-11 15,-6 6-3-15,-4 4 0 0,-7-5-5 0,-4 5-23 16,-3-2-3-16,-23 1-14 0,0 6-62 0,-7 1-97 16,0 6-26-16,-8-20-31 0,-5 15-163 0</inkml:trace>
  <inkml:trace contextRef="#ctx1" brushRef="#br0" timeOffset="154109.03">28087 11010 793 0,'0'-2'60'0,"-2"0"-20"16,0-2 59-16,0 1-14 0,2-1-34 0,0 2-4 15,-1-4-5-15,-1 3 1 0,0-1-17 0,0 0-2 16,-2 2 5-16,-7 1 0 0,-11 2 29 0,-6 9-10 16,2 5-1-16,-6-8-4 0,1 32-10 0,-3 4 4 0,-1-1-1 15,2 7 2-15,-1-1-2 0,3-4 5 0,1 3-5 16,0-4 4-16,6-1-1 0,2 5-15 0,5 1 5 15,2 0-10-15,6 6-8 0,5 0 5 0,1 2-5 16,-23 1 4-16,16-1-8 0,10-4 3 0,8 4 3 16,3-12-2-16,4 1 0 0,0-4-11 0,-1-10 2 15,5 1-2-15,-15-6 6 0,24-4-4 0,-1 0-2 0,1-5-1 16,0-2-7-16,-2-6-11 0,2 0-8 0,-2-5-2 16,2-2-30-16,-2 15-64 0,2-6 6 0,0-7-35 15,-2-4-84-15</inkml:trace>
  <inkml:trace contextRef="#ctx1" brushRef="#br0" timeOffset="154826.78">28388 11398 981 0,'0'0'26'0,"0"0"1"0,0-2 7 0,0 0-6 15,0 0 0-15,-2 0 8 0,0 0-1 0,0 1 2 16,2-1-2-16,0 0-6 0,0 0-7 0,0 2 6 16,-2 0-4-16,2 0 24 0,0 0 14 0,0 2-10 0,0 0 9 15,0 1-19-15,-9 25-11 0,0 2 4 0,-2 2-8 16,-1 3 2-16,3 0-3 0,-2 2 1 0,2-1-2 15,-2-3-3-15,-1 2-7 0,1-1 1 0,2-5-4 16,0 3-2-16,3-8-3 0,1 0-2 0,1 0 0 16,2-7-1-16,0 2-8 0,2-6 0 0,0 0-6 15,0-2-23-15,0-4-72 0,0-3-6 0,0 0-26 16,0-3-65-16,2 3-90 0</inkml:trace>
  <inkml:trace contextRef="#ctx1" brushRef="#br0" timeOffset="155678.12">28806 11457 757 0,'0'0'52'0,"0"0"-3"0,0-2 7 0,-2 0 2 0,0 1-17 16,0-1 5-16,0 0-18 0,0 0 5 0,0 2-9 16,-1 0 9-16,-3 0-8 0,-11 7 5 0,1 5-7 15,-3-1 12-15,2 18-4 0,3-1 0 0,1 2-1 16,0-2 5-16,5-2 7 0,1 0 1 0,5-2-1 16,-15 0-14-16,8-3-8 0,5-3 0 0,2 1-2 0,2-4-4 15,4-1 14-15,0-2-2 0,1-3 7 0,-1-4-1 16,16-1-7-16,6-2-4 0,-1 15 2 0,2-6-4 15,3-4-5-15,0-5 5 0,-1-2-6 0,-3-4 7 16,-5 1-8-16,1-5 4 0,-7 1-5 0,4-4 10 16,-6 9 6-16,-4-20-4 0,4-4 5 0,-6 0-4 0,1 0 6 15,-3-4 2-15,14 2 0 0,-8-2 5 0,-5 1-1 16,-6 3-1-16,-2 1 0 0,-2 5-11 0,-2 1-2 16,-3 3 0-16,0 3-2 0,7 3-12 0,-17 1-9 15,1 4-5-15,1-7-1 0,2 3-10 0,-5 2 1 16,-1 1-2-16,1 4 1 0,0 2 4 0,3 2-2 15,0 2 2-15,4 1-4 0,0 3-9 0,6-3-37 16,1-1-2-16,1 11-14 0,-6 2-25 0,3-2-15 0,3-1-6 16,3-1-4-16,2-1-28 0,2-1-32 0,1 0-11 15,1-4-15-15,0 4-131 0</inkml:trace>
  <inkml:trace contextRef="#ctx1" brushRef="#br0" timeOffset="155939.57">29557 11349 1546 0,'0'-1'96'0,"0"-1"-89"0,0 0 104 0,0 0-44 15,-1 0-19-15,-1 0-21 0,0 0 0 0,0 1-8 0,0-1-9 16,0 0 12-16,-1 2-3 0,-1 0 5 0,2 0 2 16,-9 4 2-16,0 1-2 0,3 1-1 0,3 5-8 0,-1 6-4 15,1-1 5-15,1 3-5 0,2-2 0 16,-9-1-5-16,2-1-4 0,1 2 0 0,3 0-7 0,-1-1 2 15,2 1-4-15,1 0 1 0,1-2-7 0,0-2-24 16,0-2 1-16,0 2-16 0,2-6-67 0,0 2-44 16,0-1-19-16,0-4-7 0,0 1-64 0,0-1-164 15</inkml:trace>
  <inkml:trace contextRef="#ctx1" brushRef="#br0" timeOffset="156389.78">29725 10865 1420 0,'-2'-2'57'16,"0"0"4"-16,-2-3-15 0,-3-18-17 0,-8 7-12 16,4 3-11-16,5 3-4 0,-1 1 3 0,5 2-4 15,-2 1 3-15,2 2-3 0,2 2 1 0,0 1-1 16,0-1 5-16,0 0 3 0,0 0 10 0,0 0-1 15,0 0 43-15,-2-1-4 0,1-1-3 0,-1 0-3 16,2 0-31-16,0 3 1 0,0-1-5 0,0 0 4 0,2 0-7 16,-1 2 3-16,3 0-5 0,18 2 4 0,-3 3-8 15,9 5-1-15,0 3 1 0,-2 0-2 0,7 5-2 16,-1 1 4-16,-1-17-3 0,1 22 3 0,-2 2-5 16,-4 4-4-16,-2-3 5 0,0 7-5 0,-2 3 7 0,-1 2-5 15,-3 0-1-15,-3 4-1 0,0-4-6 0,-2 1 9 16,-2 5-3-16,-4-4 5 0,-1 2 0 0,-4-3-3 15,20 1 4-15,-11-4-3 0,-7 2 7 0,-4-3 2 16,-4-1-2-16,-1 0 1 0,-5-1-2 0,-1-1 14 16,-2-3-3-16,-2 0 6 0,-1-3-6 0,-1-1 2 15,9 0 3-15,-14-7-1 0,-4 1 4 0,4-3 2 16,-2-2-4-16,0 0 2 0,0-6-10 0,5 0 0 0,2-1-5 16,4-5 3-16,4 3-9 0,0 0-5 0,5-5 3 15,0 1-3-15,4 0 3 0,-3 2-20 0,-1 0-1 16,0-1-10-16,2 1-30 0,0-2-142 0,1 0-24 15,-1 0-67-15,2-1-378 0</inkml:trace>
  <inkml:trace contextRef="#ctx1" brushRef="#br0" timeOffset="157460.57">30837 11374 326 0,'0'0'87'15,"0"-2"1"-15,0 0-3 0,0-2-6 0,0-1-27 16,0-12-13-16,0 0 0 0,2-5 10 0,1 0-3 16,1 3 33-16,0-5 7 0,-1 2-5 0,1-3 6 15,2-2-8-15,-3 1-10 0,1-2 0 0,0 0-3 0,0 4 0 16,-3 0-1-16,3 1-1 0,-2 7-2 0,0-1-20 15,0 2-15-15,0 2-3 0,-1 2-3 0,1 0-2 0,-2 5 8 16,0 1 1-16,0 1 1 0,0 0-3 0,0 1-2 16,0 1-5-16,2-2 1 0,-2 0-20 0,0 2-4 15,0 1-4-15,0-1 0 0,-2 2 2 0,0 2 4 16,-1 1 2-16,-12 31 0 0,-4 8 0 0,1 1 2 16,-3 4-2-16,-1-5 3 0,3 3 0 0,3-3 2 15,-7-3-2-15,7-1 1 0,-1-9-2 0,0 1 5 16,6 0-1-16,4-4 3 0,-1 0-1 0,3-2 8 15,-1-2-1-15,-9-1 2 0,6-5-7 0,4 1 10 16,1-2-2-16,2-2 2 0,2-2-12 0,0-2-5 0,0-1-1 16,0-5 1-16,2 1 3 0,2 0-7 0,3 1 3 15,17 7-4-15,-3-7-6 0,3-5-24 0,0-2-1 16,0-5-9-16,-2-4-31 0,-1 0-59 0,-1 9-5 0,-5-19-22 16,0-3-67-16,-2 0-197 0</inkml:trace>
  <inkml:trace contextRef="#ctx1" brushRef="#br0" timeOffset="157684.44">31152 10540 1980 0,'0'-2'32'0,"-1"-2"61"0,-3-7-73 15,0-2-8-15,4 6 0 0,0-2-4 0,0 1-5 16,0 1-3-16,0-3-7 0,0 3 2 0,0 0-11 0,2-3 12 15,0 3 3-15,0-1 1 0,0 1-9 0,-1 0-7 16,-1 5-18-16,0 0 2 0,2-4-95 0,0 3-51 16,0-1-13-16,0 2-11 0,0 0-52 0,0 2-111 15</inkml:trace>
  <inkml:trace contextRef="#ctx1" brushRef="#br0" timeOffset="158741.57">30844 11245 672 0,'0'-3'36'0,"2"-20"73"0,4-12-87 0,1-4-10 16,2 4 4-16,2-6-6 0,1 6 3 0,-1-2 4 16,2 1 6-16,0 5 3 0,0-1 44 0,-2 8 1 15,-2 2 2-15,-1 5-4 0,-3 2-3 0,-1 2-12 16,0 2 2-16,-1 2-6 0,-1 3 2 0,-2 3-5 15,0 1-4-15,0 0 1 0,2-2-19 0,-2 0-12 0,0 1 0 16,0 1-4-16,0 0 2 0,-2 2 3 0,0 2 3 16,0 2-2-16,-9 12-6 0,-9 20 2 0,1 1-4 15,3 5 4-15,-1 1-8 0,2 4 6 0,0-3 2 16,0 3 2-16,2-1 7 0,2-7-8 0,-2 2-1 16,2-6-1-16,0 2 0 0,0-3 0 0,-2-3-4 0,0-1 1 15,0-2-2-15,0-4 5 0,-2 2 4 0,0-4-2 16,2-1-4-16,0-3 9 0,11 3-5 0,-14-7 6 15,-5 1-10-15,3-4 5 0,-3 1-1 0,8-5 2 16,-2-1-7-16,-5-3 9 0,3 8-7 0,-3 1 7 16,-1-5-3-16,10-3 16 0,-6-1 2 0,3-1 5 15,-3-2 8-15,6 0-10 0,0 0-1 0,3 0-4 16,4 0-8-16,-1-2-6 0,3 2 0 0,0 0-3 0,0 0-1 16,0 0-7-16,1 0 2 0,-3-1-5 0,0-1 0 15,2 0-7-15,0 0 0 0,1 0-3 0,1 0 10 16,0 0 4-16,1 1 0 0,9-1 0 0,19-6 0 0,7 3-2 15,-3-1-1-15,6 1-1 0,6-1-2 0,-1-1 4 16,1 1 0-16,-4 0 2 0,-6 3-3 0,-4-1-8 16,-1-2 4-16,-2 3-7 0,-2-3 3 0,-4 2-12 15,1-1-1-15,-5-1-4 0,-1 3-12 0,-2-1-38 16,-2-2-6-16,-6 3-12 0,-1 1-44 0,-3-2-32 16,-3 2-10-16,8-11-8 0,-4-2-36 0,-4 0-36 0,-4-1-27 15</inkml:trace>
  <inkml:trace contextRef="#ctx1" brushRef="#br0" timeOffset="158914.14">30495 10852 1392 0,'0'0'40'0,"0"0"0"0,0-2 3 0,0 0-3 0,0 0-8 16,2 0 15-16,0 1 14 0,11-3 1 0,18-5 3 16,5-1-10-16,6-1-7 0,7 0-2 0,3 0-2 15,-2 0-17-15,2 1-19 0,-4-1-1 0,-2 2-6 16,1 2-2-16,-3 1-20 0,-3 2 1 0,-5 2-13 15,-5 1-60-15,-5 1-120 0,-7 0-2 0,-4 1-39 16,-2 3-36-16</inkml:trace>
  <inkml:trace contextRef="#ctx1" brushRef="#br0" timeOffset="159532.95">31399 11346 1536 0,'0'0'34'0,"-2"0"77"0,1 0-131 0,-1 0 15 16,-2 2-3-16,-9 5 8 0,-6-3 5 0,-5 18 12 15,0 2-4-15,-2 2 7 0,2 2 0 0,2 4 0 16,0-3 0-16,1 1 0 0,3 0 7 0,1-4 1 0,4 0 0 16,2-4 1-16,3-3 4 0,1-6-5 0,1 0 1 15,3-6-4-15,1 0-9 0,-2-1-10 0,4-4 0 16,-4 2-2-16,2-1 2 0,1 1-5 0,-1 0 5 15,0-1-4-15,0-1 9 0,0 0-6 0,2 0 0 0,0-2-2 16,0 0-7-16,0-2-1 0,0 0-3 0,2-1 2 16,0-7 4-16,2-6 0 0,-1-3 3 0,1 0-1 15,-2-1 0-15,0 0 1 0,0-1-1 0,-2 3 1 16,0-1 2-16,1-1-3 0,1-1-1 0,2 1-1 16,2 1-5-16,-1 1 9 0,3-1-3 0,1 2 5 15,-2 2-4-15,3 1 1 0,-1 1-2 0,0-2 1 0,0 2-1 16,-7 5 4-16,11 1 1 0,6 3 0 0,-1 0-4 15,-1-1 3-15,2 1 4 0,-1 2-1 0,-3 0 4 0,2-9-1 16,-2 4-2-16,-2 3 1 0,1 2-4 0,-1 2 3 16,-3 2-2-16,-1 2 2 0,-5-2 4 0,-2 9 5 15,12 9-4-15,-4 1 4 0,-7-1-4 0,-3 1-7 16,-1-3 6-16,-3 1-7 0,-4-1 2 0,1 1-4 16,-2-2-1-16,1-3 1 0,1 1 1 0,1-4-1 15,1 2 0-15,1-3-2 0,2 1 0 0,2-4 0 16,0 3 0-16,0-3 0 0,0 0-3 0,2 3 1 15,2-3 2-15,3 6-1 0,4 2 4 0,-5 2-1 16,9-1-1-16,-2 5 0 0,-2-1-1 0,-2 1 3 16,-1 3 1-16,-5-7 2 0,-1 1 5 0,13 2 18 0,-8-5-3 15,-1 2 9-15,-4-4 3 0,-2-6 7 0,-2 5-3 16,0-7 1-16,-3 3-19 0,-16-7-9 0,-16 22-4 16,0-10-1-16,2-6-8 0,-6-3-1 0,9-2 3 0,-5-4-4 15,0-4-1-15,4-1-9 0,-3-2-3 0,14 1-2 16,0-1-16-16,7 1-37 0,4 1-5 0,3 1-15 15,3-1-46-15,-5-10-26 0,5-1 11 0,5-5-16 16,7-1-5-16,8 0-168 0</inkml:trace>
  <inkml:trace contextRef="#ctx1" brushRef="#br0" timeOffset="159750.72">31700 11169 2132 0,'0'-1'31'0,"0"-1"67"0,0-2-110 0,0 0-3 15,2 1-1-15,2-1 2 0,12-7 6 0,14-4 5 16,2 2-2-16,-3 5 2 0,-3 3-18 0,0-1-13 16,2 3-5-16,-4 1-3 0,-1-2-30 0,-7 0-66 15,-1 1-13-15,-7 1-23 0,-1 0-91 0,-3 2-113 0,-1-2 41 16</inkml:trace>
  <inkml:trace contextRef="#ctx1" brushRef="#br0" timeOffset="160172">31862 11253 204 0,'0'0'108'0,"0"2"-51"0,0 0 113 15,0-1-31-15,0 3-40 0,0 2-21 0,0 7-8 0,0-2-3 16,0 2-27-16,0-4-15 0,2 2 0 0,-2-5-6 16,0-4 0-16,3 1 3 0,8 5-1 0,12 3 1 15,-1-5-12-15,0-6-8 0,-1-2 1 0,6-6-3 16,-1-1 0-16,8-4-2 0,-3 0-4 0,1-2 2 15,0-2-4-15,-3-1 8 0,3 16-3 0,1-20 4 16,-1-1 1-16,3 1-10 0,0 0 7 0,-1-2-10 16,1 2 11-16,-3 1-2 0,-1 3-5 0,-1 3 2 0,-4 2-4 15,-4 0 9-15,-3 2-2 0,-6-1 3 0,-6 3 6 16,-3 4 10-16,2 3 2 0,-6 0 3 0,1-2 28 16,3 0 23-16,-2 1-2 0,0-1 3 0,0 2-38 0,-2 0-10 15,-2 2 2-15,0 0-1 0,-28 8 14 0,2 5 10 16,1 3-5-16,1-6 5 0,1 16-7 0,7 5-17 15,1-1 5-15,4-2-7 0,2 3 10 0,7-5 2 16,2 0 6-16,-12-3-2 0,6-3 12 0,6-3-2 16,2-2 1-16,2-2 0 0,4-2-4 0,-4-4 8 15,27 1-9-15,7-7 7 0,3 22-6 0,3-10-7 16,7-8 6-16,-5-5-9 0,2-7-3 0,3-2-1 0,-12-4 1 16,4-2-2-16,-6 0-5 0,-11 2-2 0,4-4-3 15,-9 4 2-15,-8 4 0 0,-2-15-2 0,10-6-4 16,-6-5-1-16,-12 0-13 0,-4-6-4 0,-7 2 2 15,-6-2-3-15,-5 2-8 0,10 0-23 0,-24 2-9 16,-2 5-9-16,-2 2-83 0,-13 4-150 0,-4 4-52 0,-13 5-57 16,-3 6-422-16</inkml:trace>
  <inkml:trace contextRef="#ctx1" brushRef="#br0" timeOffset="161308.32">25029 5945 177 0,'2'-2'11'0,"0"0"23"0,-1-2-30 0,-1 0-2 0,2-10 0 15,0 1-1-15,0-2 3 0,0 0-1 0,0 0-3 16,-2-2 0-16,2 1 2 0,-1-1 71 0,1 0-1 16,0 2 25-16,0-1 14 0,-2-1-10 0,0 2-13 15,0 0 2-15,2 0-40 0,0 4-5 0,0 2-3 16,-2 3-3-16,0 3-23 0,0 1-10 0,1-2 3 0,1 0-6 15,-2 2 0-15,2 1 7 0,0-1-3 0,0 2 5 16,-2 0 3-16,0 2-1 0,0-1-2 0,0 5 0 16,-8 20-4-16,-1 6 3 0,0-1 1 0,1 3 0 15,3-1 1-15,-1 0 4 0,1-1 9 0,1 0-4 16,0 1 14-16,2 2-2 0,2-3-10 0,0-1 6 16,2 1-15-16,0-6-9 0,2 4 3 0,0-4-4 15,1-2 5-15,1 2-2 0,-3-4-1 0,1-2 0 0,2-1-5 16,-3-4 11-16,1-2-5 0,0-2 5 0,-2-5-10 15,0-1-5-15,-1 1-2 0,-1-4-3 0,2 1-17 0,-2-1-52 16,4 2-12-16,-2 0-16 0,0-3-59 0,0 1-93 16</inkml:trace>
  <inkml:trace contextRef="#ctx1" brushRef="#br0" timeOffset="161585.7">24728 6177 73 0,'0'0'75'0,"0"0"-7"0,0-2 35 16,-2 0 1-16,2 0-17 0,0 0-14 0,0 0-21 15,0 0 0-15,0 1-7 0,0-1-13 0,0 0 33 0,2 0-3 16,0 0 15-16,0 0 18 0,0 0-30 0,0 1-4 16,1-1-11-16,1 0-29 0,0 2 0 0,-1 0-3 15,5 2 2-15,-1 3-8 0,-1 21 2 0,1 6-2 16,-1 1 1-16,-1 3-7 0,3-5-2 0,-1-3 4 0,3 0-3 16,3-4 6-16,0-4 34 0,0-1 2 0,1-4 14 15,5-2 34-15,3-4-10 0,2-3 1 0,2-3-4 16,0 14-15-16,6-6-26 0,3-5 3 0,4-6-11 15,8-8-4-15,1-3-4 0,0-5-2 0,-1-5 0 16,-3-1-4-16,-7 0-12 0,-3 20-2 0,-6-28-2 16,-8-2 4-16,-5 3-4 0,-2-5-1 0,-8 5-2 15,-1-1-17-15,17-4-27 0,-12 5-19 0,-5-1-13 0,-4 6-149 16,-2 7-315-16</inkml:trace>
  <inkml:trace contextRef="#ctx1" brushRef="#br0" timeOffset="169936.94">18581 14181 256 0,'0'0'129'0,"0"-2"-56"0,0 0 46 0,0 0 1 15,0-1-91-15,0-1-5 0,0 0-9 0,0 1 3 16,0-3-2-16,0-1 4 0,-2-1 22 0,2 4-5 16,0-1 9-16,0 3 1 0,0 0-4 0,0 0 3 15,0 0-6-15,0 1-12 0,-2-3 7 0,0 0-7 0,0 0 7 16,0 3-10-16,0-1-13 0,1 0 6 0,-1 0-9 15,0 0 5-15,0 0-6 0,0 0 0 0,0 1-2 16,0-1 6-16,1 2-9 0,-1 0 5 0,0 0-5 16,0 0 12-16,0 0-10 0,0 0 4 0,0 0-6 15,1 0 12-15,-1 0-3 0,0 0 2 0,0 0-1 16,2 0 5-16,0 0-7 0,0 0 3 0,0 0-4 0,0 0 2 16,0 0-5-16,0 0 4 0,0 0-3 0,0 0 4 15,0 0-6-15,0 0 1 0,0 0-1 0,0 0 8 16,0 0 5-16,0 0-9 0,0 0 5 0,0 0-13 0,0 0 7 15,0 0-1-15,0 0 1 0,0 0-4 0,0 0 2 16,0 0-2-16,0 0 0 0,0 0-10 0,0 0 7 16,0 0-2-16,0 0 5 0,0 0-2 0,0 0-7 15,0 0 3-15,0 0-4 0,0 0 5 0,0 0 0 16,0 0 0-16,0 0 0 0,0 0 0 0,0 0 0 16,0 0 1-16,0 0 2 0,0 0 3 0,0 0-6 15,0 0 1-15,0 0-3 0,0 0-3 0,0 0 5 16,0 0 0-16,0 0 2 0,0 0-4 0,0 0 2 15,0 0-3-15,0 2 4 0,0-1 2 0,0 1-3 0,0 0 0 16,0 0-2-16,-2 0 0 0,2 0 3 0,-2 0-3 16,0-1 2-16,2 1-27 0,-1 0-104 0,-1 0-64 15</inkml:trace>
  <inkml:trace contextRef="#ctx1" brushRef="#br0" timeOffset="171164.4">20721 14155 1236 0,'0'0'77'0,"0"-2"-24"15,-2 0 22-15,1 0-1 0,-1 1-55 0,0-1-13 0,2 0-12 16,-2 0 2-16,0 0-7 0,0 0 4 0,0 0 8 15,1 2-3-15,-1 0 4 0,0 2 2 0,0 0 8 16,0 2 7-16,-3 16-2 0,-1 4 9 0,-1 6 11 16,-1 4-1-16,-1-1 5 0,1 0 10 0,1-1-19 15,0-2 4-15,1 1-10 0,-1 4 1 0,-1-5-14 16,-1 4 0-16,3-7-6 0,1-2-7 0,-1-1 6 0,1-2-3 16,-1-2 5-16,2 1-3 0,1-4-4 0,1-4 7 15,0-4-5-15,0 0 1 0,0-3-11 0,2-3-5 16,0-1-1-16,0 0-21 0,0 2-43 0,0 0-2 15,0-3-19-15,2 1-62 0,0 0-48 0,0-2-31 16,1 0-12-16,5-2-194 0</inkml:trace>
  <inkml:trace contextRef="#ctx1" brushRef="#br0" timeOffset="171556.74">21085 14058 1195 0,'0'0'38'0,"0"0"8"0,0-1-20 16,0-1-17-16,0 0-7 0,0 0-5 0,0 0 7 16,0 0-2-16,0 0 5 0,0 1-8 0,0-1 2 15,0 0-1-15,0 0 2 0,0 0 0 0,0 0-1 16,0 0 1-16,0 1 0 0,0-1 2 0,0 0 19 15,0 0 2-15,-2 0 5 0,2 0-1 0,0 0-8 16,0 1 3-16,0-1-5 0,0 0-7 0,0 0-4 16,0 0-4-16,0 0 1 0,0 0-5 0,0 2 6 0,0 0-6 15,0 0 5-15,0 2-4 0,0 2 11 0,0 9 2 16,2 20 2-16,-2 1 2 0,0 7 1 0,0 0 2 16,-2 1-2-16,-1 1 3 0,-3-4 6 0,-1 2-2 15,1-6 5-15,1 0-5 0,-1-1-10 0,2-6 1 0,1-2-4 16,-1-4-1-16,-2 0-4 0,1-5 1 0,-1-2-2 15,1-2 3-15,1-2-20 0,0-2-12 0,0 0-5 16,3-3-58-16,-1-2-112 0,0-1 7 0,0 1-57 16,0 0-143-16</inkml:trace>
  <inkml:trace contextRef="#ctx1" brushRef="#br0" timeOffset="172028.68">21416 14073 1256 0,'-2'-2'368'0,"0"1"-514"16,-5-3 436-16,-8-7-250 0,7 5-43 0,6 4-9 16,-3-5-2-16,3 3-1 0,0 0-9 0,-2-1 7 15,4 1 4-15,0-1 2 0,0 3 15 0,0 0-1 16,4-2-2-16,0 0 0 0,5 1 0 0,6-1 5 0,-2 4-1 15,-4 2 2-15,2 3-5 0,-1-1 8 0,-5 28-3 16,-1 3 3-16,-2 4-6 0,20 2 7 0,-11 5-7 16,-7-1 7-16,-4-1-7 0,-4-3 8 0,-5-2 4 15,-4 2-1-15,0-6 8 0,-2-3-7 0,0-6 1 0,13-9-4 16,-20 1-2-16,4-3 6 0,3-4-1 0,0-3 3 16,0-5-2-16,6 5 5 0,-1-3 1 0,1 1 0 15,4-4-3-15,1-2 2 0,0 0-6 0,0 0 5 16,1 0-9-16,-1-2-6 0,2 0-1 0,0-4-2 15,-3-12-3-15,3-4-3 0,2 3 1 0,2 6-1 16,1 4 3-16,3-1 3 0,-4 7-1 0,15-8 0 16,-1 1-1-16,3 3 1 0,-1 1 1 0,-3 4-1 0,4 2 2 15,-2 0-2-15,1 2 2 0,3 2-3 0,-7 0 2 16,1-1 0-16,0 3 0 0,-2 0 1 0,2 1 0 16,-2-1-2-16,-2-1-1 0,0 1 0 0,0-1 2 0,-3-1-3 15,-1 0 2-15,-3-2-3 0,0-1-9 0,-1 1-16 16,-1-2-4-16,0 0-8 0,0 0-51 0,0 0-73 15,2 4-16-15,-1-2-21 0,1 0-76 0</inkml:trace>
  <inkml:trace contextRef="#ctx1" brushRef="#br0" timeOffset="172193.62">21861 14335 1601 0,'0'0'46'15,"-2"0"106"-15,1 0-146 0,-1 0-14 0,0 0 7 16,0 0-9-16,0 0 10 0,0 0 4 0,0 0-5 0,1 2 2 16,-1 0-1-16,0 0-12 0,0-1-7 0,0 1-6 15,0-2-69-15,2 0-98 0,0 0 9 0,0 0-42 16,0 0-37-16,2 0-26 0</inkml:trace>
  <inkml:trace contextRef="#ctx1" brushRef="#br0" timeOffset="172491.53">22324 14019 1317 0,'-2'0'86'0,"0"0"190"0,-2 0-270 0,-1 0-1 16,-8-1-2-16,3 1 2 0,1 0-1 0,2 0 3 16,-1 0-5-16,3 1 4 0,1 1-4 0,0 0 11 15,1 2 0-15,1 0 3 0,-2 3-1 0,0 6 6 16,2 0-1-16,2 0 2 0,0 2-5 0,2 0 3 15,4 1-6-15,1 1 2 0,3 2-11 0,-3-3 2 16,2 1 1-16,1 2-1 0,-1-1 1 0,0 1 12 16,-1 1-2-16,-1 1 5 0,-1-3 2 0,-3-3 8 15,1 4 2-15,-2-8 1 0,-2 2-4 0,0-2-7 0,0-6 1 16,-2 5-3-16,0-1-4 0,-2-2-6 0,1 1-4 16,-1-3 1-16,-3 1-10 0,-12-2-15 0,2 7-9 15,-3 0-3-15,-1-4-41 0,1-5-84 0,0-2 1 16,1-5-34-16,4-1-62 0,-2-3-142 0</inkml:trace>
  <inkml:trace contextRef="#ctx1" brushRef="#br0" timeOffset="172713.25">22233 14036 1338 0,'2'0'63'0,"-1"-2"142"0,1 0-194 15,2 1 56-15,16-11-2 0,3 1 21 0,1 0 0 16,-2 0-29-16,2 0-4 0,-1 2-9 0,-1-1-24 15,-2 3-8-15,-1-1-4 0,-3 3 0 0,1-3-10 0,-2 3-6 16,0-1-7-16,-2 1-1 0,-4 1-32 0,-1 2-25 16,-1-2 6-16,4 1-12 0,2-3 6 0,-2 2-21 15,-1 1-15-15,-5 1-5 0,1 0-82 0,3 0-70 16,0 2-48-16</inkml:trace>
  <inkml:trace contextRef="#ctx1" brushRef="#br0" timeOffset="172931.29">22712 14187 801 0,'0'0'279'0,"0"0"24"0,0-2-101 0,-2 0-68 16,2 0-78-16,0 0-41 0,0 0 23 0,0 0 0 16,2 1 9-16,0-1 4 0,7-4-19 0,21-9 3 0,5 0-8 15,-2 4-4-15,3 0-12 0,-3 2-5 0,-5 1-1 16,0 3-8-16,-4-1-2 0,-2 3 0 0,-3-1-3 15,-3-2-20-15,-1 3-62 0,0-3-3 0,-2 0-20 16,-2 1-31-16,-2 1-43 0,-1 0 4 0,-3 3-23 16,1-1-64-16</inkml:trace>
  <inkml:trace contextRef="#ctx1" brushRef="#br0" timeOffset="173148.09">23050 13912 1087 0,'0'-2'142'0,"-2"0"284"0,0 0-399 0,0 0-17 16,0 0-8-16,0 1 0 0,1-1-10 0,-1 0 8 15,0 2-2-15,0 0 4 0,0 2-4 0,0 0 13 16,0 1-2-16,-7 12 8 0,-4 9 0 0,0 2 6 16,-2 4 1-16,4 0 1 0,0 1-4 0,2-1 4 15,-2 0 0-15,1-1 1 0,-1-3-5 0,0 0-12 16,2-1 2-16,-1-3-4 0,1 4 0 0,4-8-10 0,1 1-7 15,2-4-4-15,2-8-40 0,0 1-127 0,0-3-15 16,2-1-48-16,0 0-143 0</inkml:trace>
  <inkml:trace contextRef="#ctx1" brushRef="#br0" timeOffset="173979.9">23609 13897 352 0,'-2'0'132'0,"0"-2"11"0,0 0-55 16,-2 0-30-16,-3-1-41 0,-10-5-17 0,0 1-5 15,1-1 2-15,-1 3 0 0,-2-1 21 0,6 2 32 16,6 3 2-16,3 1 9 0,1-2 9 0,1 2-1 15,-2-2-7-15,0 0 3 0,1 0-20 0,1 0 3 16,0-1 10-16,0-1-4 0,2 0 16 0,0 0-31 16,2-1 5-16,3-6-13 0,-1 5 2 0,9 1-8 15,2-1 1-15,11-11-4 0,-7 8 0 0,3 0-9 0,-2 3-3 16,-3 2-1-16,2 3-8 0,-3 1 5 0,1 0-2 16,-2 1 2-16,-6 1-10 0,0 2 11 0,-3 0-3 15,-4 9 7-15,2 7 0 0,10 1 1 0,-4 1 2 16,-7-2-1-16,-3 1 5 0,-3 3-2 0,-5-2-1 15,-3 2 0-15,9 2-3 0,-27-3 8 0,-3-1-5 0,0-2 6 16,5-1-4-16,1-4 2 0,3-2 2 0,1-4-2 16,5 0-4-16,2-3 0 0,4-2 1 0,8-1 1 15,-1-1 10-15,0 0 2 0,0 2 0 0,1-2-2 16,1-1-22-16,0 1-1 0,0 0-6 0,0-2 4 16,2 0 3-16,0 0-6 0,2-2 3 0,0 0-4 15,0 2 2-15,16-9 0 0,-1 2-3 0,4-3 3 0,-3 3 4 16,1 0-5-16,1-1 3 0,2 1-4 15,3 1 2-15,1-1 0 0,3 1-1 0,-1-1 1 0,4-1-2 16,1 1 1-16,-1-2-2 0,3-3 3 0,-4 3 1 16,3-2 5-16,-3 0-6 0,-1 0 3 0,0 0-7 0,-2-2 4 15,-2 1 1-15,3-1 1 0,-4 2-2 0,-1 0 2 16,-4 0 3-16,-1 0-2 0,1 0 3 0,-7 3-3 16,-2 1-2-16,-3 1 0 0,-5 3 4 0,1-1-1 15,0 0 3-15,0 0-4 0,-1 1 4 0,1-1-3 16,-2 2 1-16,0 0-2 0,0 0-6 0,-2 1-7 15,0-1 3-15,0 2-3 0,-2 0 8 0,0 2 5 16,-2-1-2-16,-5 5 3 0,-8 5-3 0,2-3-4 16,2 10 3-16,2 1-1 0,-2-3 7 0,4 1-4 0,3 0 2 15,3-2-1-15,-9 0 1 0,5-2-2 0,3-4 0 16,2 0 1-16,2-3 3 0,0-1 11 0,0-3-4 16,2 2 5-16,4 0-8 0,22 9 8 0,0-6-4 15,1-5 6-15,3-4 1 0,-2-4-3 0,-4-1 5 0,0-2-5 16,-4-2-3-16,0-1-6 0,-3 1 1 0,-8 4-1 15,0 1 9-15,-4-10-3 0,1 1 0 0,-3-4-2 16,-3 2 0-16,9 1-6 0,-3-1 0 0,-5-2-2 16,-3 3-6-16,0 1-10 0,-3 2 4 0,-3 4-6 15,-1-1-2-15,-19 3-28 0,-4-1-3 0,-5 1-8 16,1 1-18-16,5-12-40 0,-1 7-9 0,6 3-14 0,3 5-56 16,5 1-57-16,3 2-31 0,5 0-20 0,5 0-211 15</inkml:trace>
  <inkml:trace contextRef="#ctx1" brushRef="#br0" timeOffset="175004.07">24598 13700 404 0,'0'-2'180'0,"-2"0"6"0,0 1-25 16,1-3-32-16,-1 0-48 0,0 0-39 0,2 1 6 16,-2-3 2-16,0-1 2 0,0-1-3 0,0 3-15 15,2-1 3-15,0 1-4 0,0-3 17 0,0 1-1 16,0-1 0-16,2 3-1 0,2-5-13 0,0 3 5 15,-2 0-7-15,16-3 7 0,1 5-3 0,-1 1-16 16,1 0 4-16,-1-9-10 0,1 4-7 0,-4 5-3 16,-2 2-4-16,-2 2 1 0,0 0-7 0,-5 2-2 0,-1 0 7 15,-1 0-4-15,5 9 7 0,2 11-1 0,-3 1-2 16,-6 3 1-16,-2-4-1 0,-4 0 7 0,-2-1-5 16,-1-3 4-16,-2 4-3 0,-1-3 0 0,-1-2 6 15,0-1-6-15,2-3 8 0,1-1-10 0,1-1 4 0,1-2-5 16,1-2 8-16,1-1-2 0,2-2 2 0,0-1-1 15,2-1 1-15,-1 2-3 0,1-2 3 0,0 0-2 16,0 0 17-16,-2 1-3 0,0 1 2 0,2 0-1 16,0-1 9-16,0-1-4 0,2 0-1 0,0 0 0 15,1 0-5-15,1 0-1 0,3 0 0 0,6 1-2 16,0 1-5-16,2-2-6 0,-4 0 5 0,1-2-5 16,-3 0 1-16,-4 0-2 0,7 0-7 0,-5 0 2 0,0 0-8 15,-1 0-64-15,0 0-24 0,1-2-24 0,-1 0-169 16,5-4-246-16</inkml:trace>
  <inkml:trace contextRef="#ctx1" brushRef="#br0" timeOffset="176124.5">24966 13325 856 0,'0'-2'56'0,"-2"0"79"0,0-1-81 16,-2-5-21-16,-1-3 1 0,-1 2-5 0,3 1 12 16,-1 1-3-16,2 1 1 0,0 3 0 0,0-1 10 15,2 0-7-15,0 2 4 0,0 0-5 0,0 1 0 0,-2-3-8 16,2 0 2-16,0 2-3 0,2 0 1 0,0 1 1 15,2 1-7-15,13 0 6 0,7 5-6 0,0 4 2 16,4 4-4-16,-1 4 2 0,9-13-8 0,1 22-1 16,-6 4 3-16,-1 3-3 0,-4 0-4 0,0 6 10 15,0 2-3-15,-9-4 6 0,0 8-1 0,-8-4 1 16,-4-4-5-16,-3 2 2 0,17-8-9 0,-6 3 8 16,-9-1-6-16,-4-5 5 0,-6 2-11 0,-5 0-12 0,-6-3-3 15,4 3-12-15,-30 0-73 0,-7 1-182 0,-11 1-94 16</inkml:trace>
  <inkml:trace contextRef="#ctx1" brushRef="#br0" timeOffset="176682.89">20066 13962 1268 0,'-2'0'37'15,"0"0"3"-15,0 0-18 0,-1 0-8 0,1 0-13 16,-11 0-1-16,-4 4 0 0,-3 5 2 0,-5-2-2 16,-4 34 10-16,-7 6 2 0,3 8-2 0,-4 5 1 0,2 5 1 15,-1 2 14-15,1-1 4 0,5 1 3 0,4-6 15 16,8-5-10-16,5-2 2 0,5-8-3 0,1-1 4 15,-17-2 5-15,11-2-8 0,9-2 5 0,6 0-16 0,7-4-4 16,4-2 2-16,4-1-5 0,-15-1-8 0,28-1-5 16,3-2-7-16,6-10 0 0,6 1-23 0,7-4-95 15,-2-8-54-15,5 3-37 0,7 17-393 0</inkml:trace>
  <inkml:trace contextRef="#ctx1" brushRef="#br0" timeOffset="177525.82">26175 13559 649 0,'0'0'138'0,"-2"-2"-141"16,0 0 141-16,0 0-65 0,0 1-65 0,0-1-3 15,-1 0 10-15,1 2-4 0,-11 0 41 0,3 0 11 16,7 0 1-16,-5 0 3 0,5 0-3 0,-1 0-3 15,0 0-3-15,2 0-1 0,0 0-11 0,-1 0-8 16,-1 2 2-16,2 0-4 0,0-1 6 0,0 1 25 16,2 0-9-16,0-2 12 0,2 0-24 0,2 0-7 0,9 0-2 15,13 0-4-15,4-4-23 0,-1 1-6 0,3-1-2 16,-2 0 0-16,-1 1-1 0,-3 1-2 0,-2-2-1 16,-1 0-1-16,-3 1 0 0,1-1-9 0,-3 2-2 15,-3 0-4-15,-4 0-17 0,0 2-49 0,0-2-5 0,-3 2-16 16,-3 0-38-16,-1-1-15 0,0-1-5 0,-2 0-9 15,0 0-72-15</inkml:trace>
  <inkml:trace contextRef="#ctx1" brushRef="#br0" timeOffset="177679.69">25902 13771 959 0,'0'0'54'0,"-2"0"0"16,0 0 2-16,-2 0-5 0,0 1-15 0,3 1 0 15,-1 0 7-15,0 0 2 0,0 0 2 0,2 0 4 16,0 0-23-16,2-1 5 0,0-1-9 0,29 4 20 0,5-4-5 15,3-2 1-15,0-1-6 0,0-5-17 0,0-1-15 16,-2 0-6-16,0 1-8 0,-2-1-75 0,0 1-177 16,-1 3-22-16</inkml:trace>
  <inkml:trace contextRef="#ctx1" brushRef="#br0" timeOffset="178631">27528 13241 396 0,'0'0'59'0,"0"0"3"16,-2-1-11-16,0-1-8 0,1 0-17 0,-1-2-2 0,0 0 20 16,2-3 6-16,-2-2 4 0,2-1 7 0,-2 3 1 15,0 0-4-15,0-1 3 0,2 4-16 0,0 3-12 16,-1-3 2-16,1 2-4 0,0 0 8 0,-4-2-11 16,0 1 4-16,0-1-7 0,3 4 1 0,-12-7 0 15,0 1-2-15,0 2 3 0,0 2 0 0,3 2-11 16,-1 0 1-16,-4 2-5 0,4 2 2 0,-7 3-5 15,1 3 1-15,6-3-2 0,-2 2 3 0,7-1-6 0,-3 9 6 16,3-4-6-16,4 1-2 0,-7-1 9 16,2 0-7-16,1 0 9 0,4 0 4 0,2 0-3 0,2 2 2 15,2-4-4-15,3 4-7 0,3-2-1 0,1 0 2 16,9 2-2-16,1-4-7 0,1 2 5 0,-4-3-2 16,-1 3 6-16,-2 1 0 0,-2 3-3 0,0-2-2 0,-4 0 0 15,1-2 7-15,-7 0 9 0,1 0 3 0,2-6 1 16,-1 3 8-16,-1-3 3 0,-2-1 8 0,0 1-2 15,-2-1 10-15,0-3-6 0,0 5-6 0,0-6 2 16,-4 5-14-16,2-1-3 0,-17-3-3 0,3 3 1 16,-7 9-3-16,3-6-3 0,-4-2-1 0,2-3 0 15,1-2-7-15,-1-2 0 0,3 0-2 0,1 0 0 16,-3 0-7-16,3-2-8 0,1-2-3 0,0-1-4 16,4 1-35-16,6 2-22 0,-4-3-13 0,3 1-2 0,1 0-41 15,1 1-30-15,1 1 3 0,1-9-14 0,0-2-29 16,-1 5-102-16</inkml:trace>
  <inkml:trace contextRef="#ctx1" brushRef="#br0" timeOffset="178851.01">27380 13147 1447 0,'0'-2'90'0,"0"0"181"0,0 0-241 0,0-2-16 16,1 1 7-16,1-1-6 0,2-2 31 0,7-1-5 0,17-2-8 15,0-1 2-15,5 3-25 0,-7 0-6 0,0-1 2 16,0 6-4-16,-5-5-2 0,-5 0 4 0,-1 5 0 16,-2-4 1-16,-2 2-9 0,2 3-8 0,-3-3-3 15,-3 2-3-15,0-4-28 0,3 1-38 0,-5 1-7 16,3 0-9-16,-3 3-19 0,1-1-43 0,1 0-19 0,-1 2-20 16,-2 0-170-16</inkml:trace>
  <inkml:trace contextRef="#ctx1" brushRef="#br0" timeOffset="179052.52">27756 13409 1370 0,'0'0'89'0,"0"0"6"16,0 0-44-16,0 0-16 0,0 0-32 0,2 1-1 16,0 1 13-16,0 0 0 0,0 0 3 0,0 0-1 0,0 0-6 15,1 0 3-15,1-1-3 0,0 1 1 0,-1 0 1 16,1 0-3-16,-2 0 3 0,2 0 1 0,-2 0-10 15,-1-2 0-15,1 0-8 0,0 0-56 0,0 0-104 16,2 0-6-16,-1-2-36 0,1 0-68 0</inkml:trace>
  <inkml:trace contextRef="#ctx1" brushRef="#br0" timeOffset="179521.81">28521 13002 1315 0,'-1'-2'66'0,"-1"0"150"15,2 0-204-15,-6-9-4 0,2 4 0 0,3 1-2 16,-1 3-8-16,0-1 5 0,2 2-3 0,0 0 4 16,-2-2-5-16,0 1 3 0,0-1 6 0,0 2-2 15,1 0 8-15,-1 0 6 0,-2 1 0 0,0 1 4 16,2 0 13-16,-11 1-6 0,2 3-5 0,-4 4 2 0,1 1-10 15,-1-4-2-15,0 16 2 0,-2 3-4 0,2-2 3 16,-5 1-3-16,1 1 4 0,3 0-6 0,-3 0-4 16,4 2 6-16,4 2-5 0,2-2 6 0,5 0-8 0,0-2-2 15,1-2 1-15,-12 0 0 0,7-3 4 0,3 0 8 16,3-3 0-16,2-3 2 0,0 0-2 0,0-2-2 16,2-1-2-16,1-3 1 0,1-1-5 0,15-4 7 15,3 12-5-15,0-4 3 0,2-5-12 0,2-3 3 16,-3-2 3-16,-1-2-1 0,0-1 4 0,-5-1-6 15,0-2 3-15,-4 1-2 0,-4-1 7 0,-3 2 1 16,1-1-4-16,-5 5 4 0,0-6-3 0,7-5 6 16,-3 0-5-16,-3 4 3 0,-1-3-11 0,-2 5 5 0,0-1-1 15,0 2 1-15,-2 1-13 0,-1-1 4 0,-14-7-4 16,-5 0 4-16,-3 5-7 0,3 2 3 0,0 4 3 16,1 0-1-16,3 0-4 0,-4 2-9 0,5 0-4 0,8 0-1 15,1 0-10-15,6-2-34 0,0 0-10 0,-1 2-13 16,-1 0-75-16,2-1-43 0,0 1-23 0,2 0-9 15,0 0-115-15</inkml:trace>
  <inkml:trace contextRef="#ctx1" brushRef="#br0" timeOffset="180142.71">28588 13121 1349 0,'-2'-2'91'0,"1"0"194"0,-1 0-271 0,0-2-28 16,0 1 5-16,2-1-12 0,0 0 12 0,0 1 8 15,2-1-4-15,0 0 5 0,-2 2 0 0,13-3 18 16,11-1-3-16,0 1 9 0,-2 1-4 0,1-11-6 16,-3 6 0-16,-5 3-3 0,0 3-9 0,-4 1-2 15,-2 2-1-15,-5 0-1 0,5 2 5 0,-5-1 5 16,-2-1-2-16,0 12 2 0,11 8 5 0,-6 2-2 15,-3 0 2-15,-4 3-2 0,-4 1 2 0,-3-2-10 0,-3 2 9 16,1-4-10-16,0-2 5 0,1-1 0 0,3-4-4 16,-1-2 3-16,1 0 3 0,1-4-7 0,2 0 3 15,0-1-3-15,2-4 3 0,0-1-1 0,0 1 1 16,0 0 0-16,2-1 6 0,0-1-2 0,2 0 0 0,9 0-1 16,13-2-2-16,0-6-5 0,3-5 1 0,-3-2-2 15,2-3 0-15,2-3 1 0,-6 15 3 0,2-20-1 16,-6 2 3-16,-1 0-7 0,-2 1 0 0,-3 3-1 15,-1-1 10-15,-3 2-7 0,-3 2 6 0,-1 2-6 16,-4 2 1-16,5 2 7 0,-3 2-7 0,-1 1 7 16,-3 4-3-16,2-2-1 0,-2 3 1 0,0-1-1 15,0 0-2-15,0-2-5 0,0 0 1 0,0 1-4 0,0 1-10 16,0 0 8-16,0 0-1 0,0 0 4 0,0 1-2 16,2 1 2-16,0 0 1 0,0 0 0 0,0 1 3 15,0-1 1-15,12 6 1 0,5 1 1 0,1 1 3 0,1 1-7 16,-3 0 2-16,3 1-4 0,-4-1 4 0,3 2 2 15,-3 0-3-15,-2-9 2 0,-2 15-2 0,-2-1 8 16,-2 3 0-16,-2-4 2 0,1 0 4 0,-3 0 2 16,1-4 2-16,-2 0-1 0,-2-2 6 0,5 0 1 15,-1-1 7-15,-5-4-2 0,1 1 11 0,-2-1-6 16,0 0-4-16,0 1-1 0,0-1-13 0,0-2-9 16,0 0 3-16,-9-1-4 0,-10 12 6 0,3-3-12 15,-5-5-5-15,5-3-4 0,-3-2-18 0,2 0-50 0,1-4-9 16,1-1-20-16,0-3-79 0,0-1-22 0,2 7-7 15,2-14-5-15,2-3-37 0</inkml:trace>
  <inkml:trace contextRef="#ctx1" brushRef="#br0" timeOffset="180314.06">29257 13019 1010 0,'0'0'177'15,"0"0"8"-15,0-2-68 0,2 0-20 0,-1 0-63 16,1 0 31-16,2 0 15 0,18-7-4 0,4 0 1 15,-2 0-38-15,2-1-30 0,-1 3 7 0,-3-1-14 0,2 1 2 16,-6 0-4-16,-3 1-10 0,-2 0 1 0,-2 1-49 16,-3 1-66-16,1-1-15 0,0-1-22 0,1 0-94 15,-5 3-162-15</inkml:trace>
  <inkml:trace contextRef="#ctx1" brushRef="#br0" timeOffset="180773.56">29838 13100 613 0,'0'0'122'0,"0"0"-139"0,-2-2 134 0,0 1-69 0,0 1-43 15,-1 0 2-15,-16-2 2 0,0 0 4 0,3 2 27 16,3 0 38-16,3 0-3 0,5 0 15 0,-3 0 1 0,3 0-11 16,1 0-5-16,0 0-3 0,1 0-24 0,-1 0-2 15,2 0 2-15,0 0-1 0,0 0 8 0,1 0 5 16,1 0-4-16,0 0 2 0,1 0-16 0,7 0-4 16,18 0-4-16,2-2 1 0,-2 0-13 0,0 0-8 15,3-1 1-15,-1-1-3 0,-2 0-4 0,0 2-10 16,-3 0 2-16,-5 1-5 0,-3-1-1 0,-4 0-10 15,-2 0-11-15,-1 2-2 0,-3 0-48 0,-1 0-134 0,2 0-1 16,-1-2-53-16,1 0-80 0</inkml:trace>
  <inkml:trace contextRef="#ctx1" brushRef="#br0" timeOffset="181307.83">30512 12922 607 0,'0'-2'347'16,"-2"0"24"-16,-2-7-151 0,-5-11-65 0,2 5-119 0,3 6-32 15,2 5 2-15,0-2-4 0,0 3 2 0,0-1-9 16,1 0-10-16,-1 2 6 0,0 0-5 0,0 2 15 16,-2 0 6-16,-3 2-2 0,-6 6 3 0,-4 3 3 0,0 2 4 15,3 9 2-15,2-1 0 0,-1 1-3 0,2-7 4 16,4 1-3-16,-2-1 3 0,3 0-9 0,4-2 9 15,-7 0-3-15,1-2 6 0,3 0-5 0,3-1 7 16,2-3-3-16,0 0 4 0,0-1-6 0,2-2-7 16,0-1 1-16,11-1-2 0,13 15 7 0,-6-8 2 15,4-1 1-15,0-5 1 0,2-3 15 0,2 0-7 16,0-3 1-16,0-3-5 0,-2 1-5 0,-2-3-11 16,-2-1 5-16,-5 0-7 0,-2-1 7 0,-2 1 0 15,-2 0-5-15,2-13 2 0,-7-1-6 0,-3-1 4 0,-1-2-2 16,15 2 0-16,-6-4-8 0,-5 2 4 0,-6 2 0 15,-2 0 2-15,-2 5-6 0,0 8-2 0,-3-2 2 16,0 2-2-16,-3 4-1 0,-8-1-3 0,-5-7-4 16,5 8 3-16,-8 5 0 0,2 2 8 0,0 4-3 15,1 3 3-15,10-1-3 0,-3 5 6 0,1-6-1 16,0 20 3-16,2-3-4 0,2 0-3 0,0 0-1 0,7-1 0 16,-2-4 3-16,3-3 4 0,-9 3-4 0,5-2 2 15,1 0-2-15,3-2 0 0,1-2 0 0,0 0 0 16,2-3-9-16,0-1-6 0,0 0-10 0,0-3 2 15,0 2-30-15,0-4-63 0,0-1 5 0,2 3-29 16,0 0-39-16,0 0-46 0,1-3 0 0,5 3-18 0,3 0-42 16</inkml:trace>
  <inkml:trace contextRef="#ctx1" brushRef="#br0" timeOffset="181511.15">31022 12963 1407 0,'0'0'389'0,"0"0"-532"16,0-2 456-16,0 0-259 0,0 2-64 0,0 0 10 16,0 0-1-16,0 0 5 0,0 0 17 0,0 0-14 15,0 0 2-15,0 0-5 0,0 0-2 0,0 0 3 16,0 0 2-16,0 0 1 0,0 0 5 0,0 0 3 0,-1 0-5 16,1 0 3-16,-2 0-12 0,0 0-6 0,2 0-6 15,0 0-5-15,0 0-60 0,0 0-70 0,0 0-13 16,0-2-19-16,0 1-59 0,0-1-40 0,2 0-73 15</inkml:trace>
  <inkml:trace contextRef="#ctx1" brushRef="#br0" timeOffset="181881.85">31307 12562 1806 0,'-2'-2'34'0,"0"0"79"0,0 0-113 16,0 0-21-16,0 1 7 0,0-1-11 0,1 0 10 0,-1 0 9 16,2 0-1-16,0 0 5 0,2 0 8 0,-1 1-2 15,3-1 4-15,18-2-1 0,3 0 15 0,2 1 8 16,-1 1-7-16,-2 2 6 0,1 0-19 0,-5 0-6 16,0 2 1-16,-1 1-4 0,-4 3-1 0,-2-1 4 15,-2 1-1-15,-4 0 4 0,3 5 4 0,-7 13 6 16,1-2 0-16,-2 4 1 0,17 4-5 0,-8 0 0 15,-4 3-5-15,-3-1 3 0,-4 1-2 0,-2-1 5 16,-2-5 2-16,-1-1-1 0,-3 0-1 0,1 0 5 0,-2-1 1 16,-1-3 1-16,1-2-2 0,2-1-4 0,-1-2-1 15,1-3 0-15,1-1 0 0,1-2-12 0,1 1 5 16,0-5-7-16,2 0 8 0,0-1-5 0,1-2 2 16,1-2-2-16,-2 1 5 0,0 1-8 0,0 0 1 0,0-1-2 15,0 1-15-15,0-2-63 0,1 0-6 0,-1 0-25 16,0-2-77-16,0 0-56 0,2 0-7 0,0-2-25 15,-2 0-132-15</inkml:trace>
  <inkml:trace contextRef="#ctx1" brushRef="#br0" timeOffset="182123.92">31225 12956 1039 0,'0'-2'90'0,"0"0"152"0,0 0-184 16,0 0-23-16,0 0-1 0,2-1-2 0,0-1 39 0,1 0-4 15,-1 2 9-15,11-11-10 0,13 2-9 0,2-2 7 16,2 4-8-16,1-4 8 0,4 2-6 0,3 5-21 16,-1-5 3-16,2 4-11 0,-2 1-10 0,2 0-14 15,0 5 3-15,-4-1-6 0,-3 0 8 0,-6-2-13 16,0 0 4-16,-4 3-6 0,-3-1-2 0,-5 0-5 16,-6 0-9-16,-3 0 0 0,-5 0-44 0,0 0-66 15,4-1-10-15,-2-1-24 0,0 0-86 0,0 2-197 16</inkml:trace>
  <inkml:trace contextRef="#ctx1" brushRef="#br0" timeOffset="183398.14">18402 14430 799 0,'0'-2'192'0,"0"0"7"0,-2 0-76 0,1-2-23 16,-1 1-74-16,2-1-23 0,0 2-9 0,0 0 5 0,0-1-7 15,2-1 6-15,-1 0 2 0,1 2-1 0,0 0 2 16,0 1 8-16,0-1 9 0,0 2 2 0,0 2 2 16,-1-1 5-16,1 3 3 0,6 13 5 0,-1 7-3 15,-3 2-2-15,0 2-6 0,-4-2-6 0,0 2 2 16,-2-2-7-16,-2 2-9 0,0-4 0 0,-1 2-2 15,-3-4 3-15,1 0 0 0,-2-1-1 0,-1 1 0 16,1-3-7-16,0-1 7 0,-4 1-1 0,7-4 4 16,-16-1 2-16,-4-1-9 0,7-1 7 0,-3 1-7 0,2-4 2 15,-1 2 5-15,1-2-4 0,1 1 5 0,2-1-3 16,3-4 11-16,6-1-8 0,-1 0 9 0,1 1-6 0,5-1-7 16,-1-2 7-16,2 2-6 0,2-2 13 0,-4 1-8 15,3 1 7-15,-1 0-6 0,0-1 16 0,2 1 12 16,0 0-1-16,2 0 7 0,1-3 13 0,14 5-6 15,17-1-4-15,-3-5-4 0,8-5-31 0,-2-2-8 16,-1-3 2-16,1-1-3 0,-6 2 1 0,-3 0-5 16,0-1 0-16,-2 1-1 0,0 0 8 0,-4 1-7 15,-1 1 2-15,-3-1-3 0,3-1 1 0,-6 2-2 16,-1-1-5-16,-4 3 0 0,-1-1-11 0,-3 2-15 16,1-1 0-16,-7 3-8 0,9-9-19 0,-3 2-40 0,-3-3 3 15,-1 1-14-15,-2 0 2 0,-2 0-15 0,-1 0-3 16,-3 2-6-16,3-1-10 0,-20 1-17 0,-1 2-14 15,0-3-6-15,0 3-100 0</inkml:trace>
  <inkml:trace contextRef="#ctx1" brushRef="#br0" timeOffset="183570.46">18105 14586 479 0,'-2'0'119'15,"-1"0"-12"-15,-27-2 87 0,2 0-15 0,6 0-10 16,5 2-67-16,8 0-28 0,5 0 0 0,0 0-13 16,1 0-36-16,1 0 2 0,0 0-9 0,2 0 11 15,0 0 24-15,2-2 17 0,15-3 3 0,25-8 0 16,1-4-8-16,5-3-9 0,2-3-6 0,-1-1-2 15,4-2-27-15,-2 2-15 0,-7 2-1 0,1 3-5 0,-6 2-7 16,-4 6-11-16,-2 2-1 0,-5 2-5 0,-2 3-18 16,-3 2-82-16,-1 0-1 0,-2 2-34 0,-1 2-55 0,-4 0-117 15,-1 3-15-15</inkml:trace>
  <inkml:trace contextRef="#ctx1" brushRef="#br0" timeOffset="184134.91">18822 14729 887 0,'0'0'135'0,"0"0"5"0,-2 0-56 15,0 0-19-15,-2 2-51 0,-1 1-14 0,-6 5 3 16,0 20 3-16,-4 5 2 0,0 2 18 0,2 2 10 0,-2-1 3 16,2 5 1-16,0-4 3 0,4-4 14 0,-2 4-1 15,5-3 4-15,2-7-16 0,2 1-10 0,-12-5-7 0,6-9 2 16,3 1-10-16,1-2-5 0,2-3 2 15,0-1-3-15,0 0-5 0,2-5 1 0,0 0-1 0,0-1 2 16,0 1 0-16,0 0-5 0,0-2 4 0,0-1-6 16,0 1-4-16,0-2 1 0,0 0-2 0,0-2 4 15,0 1-2-15,0-1-3 0,-1-19 1 0,-1-1-2 16,0 0 4-16,0-1 4 0,0-3 0 0,0 0 0 0,0-3-12 16,2 1 2-16,0-2-1 0,2 0 2 15,2 3 3-15,2-5-4 0,1 4 1 0,2 0 0 0,2 1 1 16,2 2 4-16,-11 3 0 0,24 2 1 0,0 1 9 15,-2 2 9-15,0 3 0 0,2 2 1 16,2 7-6-16,-2 3-11 0,-5-13-3 0,-6 8-1 0,-1 3-2 0,-4 4 11 16,-3 0 0-16,2 2 4 0,-1 2 1 0,-6-4-8 15,0 18 8-15,12 6-8 0,-6 4 10 0,-6 2-3 16,-6 0-2-16,-5-1 0 0,-6 1-3 0,-4 0 0 16,14-2 2-16,-18-4-2 0,3 3-3 0,3-8 1 15,2 1-4-15,4-5 4 0,2-4-2 0,2-3-4 16,3-4 0-16,2-1-2 0,0 1 3 0,0 2 0 15,2-3 2-15,0 5-2 0,0-1 0 0,0-5-3 0,4 4 3 16,13 1-3-16,12-1 7 0,5-1-4 0,-4 6 0 16,-1-9-1-16,3 4 1 0,-4 3 1 0,0-5 2 15,-4 7 0-15,-4-4-2 0,-1 3 7 0,-8-1-2 16,-7-2 7-16,-1-1 32 0,3 1 22 0,-2 1-1 16,-3 1 4-16,-1 4-32 0,-7 2-8 0,-17 2-4 0,-30-3-1 15,-13 5-14-15,-2 0-1 0,-5-5-3 0,2 3 1 16,1-4-13-16,8-2-30 0,6-1-14 0,5-3-14 15,3 0-136-15,10-3-268 0,8 2-90 0</inkml:trace>
  <inkml:trace contextRef="#ctx1" brushRef="#br0" timeOffset="185008.03">23324 15546 1025 0,'0'0'39'0,"0"0"70"0,-1-2-102 0,-1 0 9 16,0 0-6-16,0 0 9 0,0 0 14 0,2 1-9 15,0-1 2-15,0 0-6 0,0-2-10 0,2-5-1 16,4-8-1-16,-1-1 0 0,3-5-4 0,3-1 8 0,-2 4-3 16,0 1 6-16,1 1 5 0,1-3 7 0,-4 4 4 15,1-1 1-15,-3 5 5 0,-1 4 3 0,0 1 1 16,-3 4 1-16,1 1-4 0,0-1-24 0,0 2-2 0,0 0-7 16,0 0-6-16,0 1 1 0,-1 1 3 0,1 1 1 15,-2 5 3-15,0 31 4 0,-3-3-4 0,-5 3 4 16,-1-2-3-16,-2-2-4 0,-2 1 7 0,-2-3-6 15,0 1 9-15,0-4-6 0,0 1 3 0,0-1-3 16,1-2 2-16,-3 0-1 0,0-2-5 0,12-1 5 16,-16-3-6-16,3-1 2 0,-1-3 3 0,2-4-2 15,1 1 5-15,1-6-3 0,0 2-1 0,2-3 0 0,0 3 7 16,0-1 2-16,4-3-4 0,-2 1 1 0,1-3-13 16,5-1 9-16,-3 0 1 0,6-2 1 0,1 0-3 15,-3 0 1-15,0 2-6 0,0 0 5 0,1-2-5 16,1 0 1-16,0 0 7 0,0 0-2 0,2 0 22 0,0 0 1 15,2 0 3-15,0 0-1 0,0 0-3 0,24-11 0 16,7-4-4-16,2-2 3 0,4-1-4 0,4-3-12 16,5-1 4-16,-3 1-7 0,5 1 5 0,2 0-12 15,-15 7 2-15,6 0-5 0,-12 3-1 0,-1 1 0 16,-4 2-2-16,-7 1 1 0,-4 2-8 0,-10 4-9 16,4-2-1-16,-7 2-4 0,2-1-5 0,0-1-25 15,-1 0-10-15,1 0-9 0,-2 0-55 0,0 0-1 16,0 0-4-16,-2-1 4 0,0-1-4 0,0 0-38 0,-2 1-15 15,0-1-17-15,-2 0-126 0</inkml:trace>
  <inkml:trace contextRef="#ctx1" brushRef="#br0" timeOffset="185219.76">22884 15460 1524 0,'0'0'180'0,"0"0"-213"0,0-2 193 0,0 1-102 16,0-1-71-16,0 0 15 0,2 0 5 0,2 0 6 15,29-18 22-15,8-1-6 0,4-1-1 0,9-2 0 16,1 0-2-16,7-2-17 0,1 3 4 0,4 3-8 0,-2 1-3 16,-6 5-7-16,-7 1-5 0,-7 1-1 0,-8 1-20 15,0 2-72-15,0 2 6 0,-5 1-32 0,-5 0-29 16,-2 3-34-16,-3-1-1 0,0 2-11 0,2 2-14 16,-5 2-48-16</inkml:trace>
  <inkml:trace contextRef="#ctx1" brushRef="#br0" timeOffset="185773.12">23978 15470 746 0,'-2'0'137'0,"0"0"253"0,-1 0-329 0,-1 1-39 16,0 1-3-16,-7 8-7 0,-2 3 13 0,0 9 20 0,-2 2 3 16,0 2 5-16,2 0 10 0,0 2-1 0,0 0-6 15,4 1 2-15,0 1-25 0,-1 0-12 0,3 1 0 16,0-1-4-16,-3 0-5 0,7-2-2 0,-1-2-3 15,0-4 1-15,-11-2 1 0,8-5-6 0,1-4 6 16,4-3-8-16,-1 1 0 0,3-7 0 0,-2 2-3 0,0-1 2 16,2 1-1-16,0-2 7 0,0 0-2 0,0 0 2 15,0-2-7-15,0 0-4 0,0-2-4 0,0 0 0 16,0-9-5-16,2-17 1 0,2 0 2 0,1-2-1 16,1 1 8-16,-1-3-3 0,3 2 6 0,-1 1-4 15,1-1 5-15,-1 6 5 0,0 0-5 0,1 1 5 16,-1 3-5-16,-1 3 0 0,-1 2 0 0,1 2 0 0,0 4 3 15,-1 0 9-15,1 0 3 0,-1 1 2 0,3 1 7 16,5 5-14-16,2 0 1 0,-1-9-5 0,-1 3-8 16,-1 5 3-16,-1 1-1 0,-4 2 2 0,-1 0 2 15,-4 0 7-15,-1 0-3 0,3 4 4 0,4 9-1 0,-1 5-8 16,-5 3 7-16,-4-3-7 0,-4 2 6 0,-3 1-9 16,0-3 4-16,-2 3-4 0,1-4 2 0,1-3 0 15,2-2-2-15,1-3 1 0,2-2-1 0,1 1 0 16,1-3-4-16,-2 3 2 0,2-3-1 0,2 1-2 15,0 1 4-15,0-1-4 0,2 3 7 0,0 0-6 16,4 4 1-16,1-1-2 0,-3 2 2 0,12 3 3 16,-1-4 0-16,-2 6 0 0,0-4 0 0,-5 1 6 15,-1 3-5-15,-1-2 6 0,5-1-4 0,-2-1 14 0,-5-4 0 16,-2 0 4-16,-2 1 7 0,0-7-5 0,-4 4-1 16,2 1-2-16,-24-1-3 0,0 2-10 0,-2-3 4 15,0-5-7-15,1-1 8 0,2 15-12 0,-1-6-3 16,6-7-6-16,1-2-25 0,5-2-38 0,2-2-10 0,5 0-13 15,5 2-58-15,-2-6 17 0,-5-18-5 0,7-6 5 16,8 1-40-16,7-3-152 0</inkml:trace>
  <inkml:trace contextRef="#ctx1" brushRef="#br0" timeOffset="186055.72">24773 15377 1310 0,'-2'0'139'0,"0"-2"300"0,0 0-423 0,0 0-21 16,0 0-5-16,1 0-3 0,-1 1-1 0,0-1 31 15,2 0 4-15,0 0 10 0,2 0 9 0,1-2-9 16,22-10-5-16,10-5-1 0,-2 6-15 0,4 0-4 15,-1 2-5-15,-7 5 2 0,-1-1-6 16,-4 3-3-16,-5 0-2 0,-1 1 0 0,-1 1-17 0,-4 0-51 0,0 2-2 16,-5 0-22-16,-3 0-40 0,1 0-82 0,-4 0-22 15,1 0-37-15,1 2-227 0</inkml:trace>
  <inkml:trace contextRef="#ctx1" brushRef="#br0" timeOffset="186213.38">24732 15581 1782 0,'0'0'48'16,"0"0"9"-16,0 0-45 0,0 0-5 0,2 0-19 16,1 0 40-16,12-4 8 0,19-3 2 0,7-2-1 15,7-3-4-15,6-1-7 0,-2 2-1 0,-6-2-3 0,-3 0-10 16,-2 0-24-16,3-2-5 0,-5 2-15 0,-4 2-92 16,-7-2-160-16,-7 2-58 0</inkml:trace>
  <inkml:trace contextRef="#ctx1" brushRef="#br0" timeOffset="-188695.49">26232 14877 256 0,'0'0'225'0,"-2"0"-111"0,0 0 51 0,1-2 0 15,-1 1-168-15,-2-1-1 0,0 0 6 0,1 0 4 16,-1 0 0-16,0 0 6 0,0 0 48 0,3-1-14 16,-1-1 24-16,0 0-28 0,0 1-7 0,2 1 0 0,-2-4-4 15,0 1 0-15,2-1-12 0,0 2-3 0,0-1-3 16,0 1-14-16,0 0 1 0,0 2 1 0,0 1 1 15,0-3 2-15,0 0 4 0,2 0 2 0,0 1 0 16,0-1 8-16,0 0 18 0,0 1 2 0,-1-3 5 16,1 0 11-16,0 1-8 0,-2 1 0 0,0 0-2 15,0 3-4-15,0-1-11 0,2-2-4 0,-2 0-2 0,0 2-10 16,0 1-6-16,0-1 7 0,-2 2-6 0,0 0 6 16,-1 2-3-16,-5 3-2 0,-12 14 2 0,3 10 3 0,-3 1-3 15,1 2-1-15,2-1-1 0,4-1 4 0,6-2 1 16,-1 0 0-16,3-4-1 0,3 2 2 0,-17 2-3 15,10-2 4-15,5 1-4 0,4-2 5 0,2-5-9 16,2 0 2-16,228-454-101 172,-230 432 87-172,-4 0 3 0,-7 2 1 0,-34 11 0 16,-3 8-4-16,-1 3 5 0,3-18-3 0,1 26 3 15,4-1-1-15,6-1 0 0,1 0 3 0,12-2-3 16,5 0-5-16,5-2-5 0,9-2 0 0,-14-1-1 15,7-3-1-15,6-3-39 0,4 2-7 0,4-6-18 16,12-2-86-16,29-7-66 0,-1 21-33 0,12-18-15 16,-2-10-166-16</inkml:trace>
  <inkml:trace contextRef="#ctx1" brushRef="#br0" timeOffset="-186763.94">26407 14740 706 0,'0'0'54'0,"0"-2"-6"0,0 0 25 0,-2 0 2 15,0 0-35-15,0-1-18 0,0-1 5 0,0 0 6 0,0 1-1 16,1-1 1-16,-3 0-3 0,0 2 0 0,0 0 0 16,-3-1-1-16,-6-3 11 0,0 2-2 0,-2 3 7 15,-2 1 6-15,4 1-5 0,-3 3-4 0,-1 4 1 16,-1 1-2-16,-1 2-9 0,2 0-1 0,-1-7-4 16,-1 14-6-16,2 3-9 0,1 1-3 0,1 4-1 15,2 0-3-15,0 2-1 0,0 2 5 0,2 1-4 0,0 4 1 16,1 3 2-16,5-1-2 0,3 2 1 0,0 0-1 15,-18-6 6-15,7 4-3 0,7-9 3 0,4 0-12 16,2-6 19-16,4-3-1 0,1-2 8 0,3-1-5 0,-1-1-2 16,-1-6-6-16,1-1 3 0,14-3-11 0,-1-3 3 15,4 15 0-15,-1-8 2 0,-1-5 2 0,4-4-6 16,2-2 3-16,0-3-3 0,1-5 10 0,-3-3-6 16,2-5 6-16,4 7-6 0,-1-25 11 0</inkml:trace>
  <inkml:trace contextRef="#ctx1" brushRef="#br0" timeOffset="-186343.81">27016 14944 1416 0,'-2'0'0'0,"0"0"21"0,0-2 186 0,-2 2-95 16,1 0 3-16,1 0-116 0,-6 0 2 0,-5 0 3 15,2 0-3-15,2 0 3 0,3 0 2 0,-3 0 34 0,2 0-1 16,3 0 13-16,0 0 21 0,0 0 2 0,1 0-10 16,-1 0 6-16,0 0-3 0,1 0-10 0,1 0 1 15,0 0-12-15,0 0-37 0,0 0-6 0,0-2-3 16,2 1 1-16,0-1-2 0,2-2 0 0,0 0 2 16,5-9-1-16,1 2-4 0,-1 0 0 0,-1 2 3 0,-2 3-2 15,1-1-12-15,-3 3-12 0,-2 2-10 0,0 0-2 16,0 0-54-16,4-1-49 0,-1-1-4 0,-1 0-16 15,0 2-39-15,0 1-79 0,0-1-30 0</inkml:trace>
  <inkml:trace contextRef="#ctx1" brushRef="#br0" timeOffset="-185815.76">26668 14500 365 0,'-1'-2'55'0,"-1"-1"66"0,2 1-4 0,-4-6-24 0,0 3-2 15,1 3-13-15,-18 0-40 0,4-9 15 0,-7 2-6 16,0 7 10-16,0 4-6 0,-8 7 5 0,1 4-3 15,-3 6 4-15,1-10-3 0,-2 21-1 0,-2 1 5 16,-1 4-3-16,1 3-1 0,4 2-3 0,-4 5-10 16,5 3 5-16,-1 2-19 0,5 2-15 0,4 2 0 15,5-2-5-15,6-2 2 0,8-1-2 0,-19-3 0 0,11-1-2 16,7-3-5-16,6-5 7 0,4-3 3 0,1-8 4 16,5-6 27-16,1-1 4 0,0-2 0 0,0-4-2 15,15-4-23-15,2-2 4 0,3-5-6 0,3 17 5 16,3-8-10-16,2-7 2 0,5-6-1 0,1-9 1 15,1-4-5-15,3-8 1 0,-3-1 0 0,-1 11 0 16,-1-28-2-16,-10-3 2 0,3-4 2 0,-7-3 0 0,-6-2-3 16,-2 1 4-16,-5 0-6 0,-1 2 6 0,-1-1-8 15,-5 7-1-15,-3-1-5 0,17 3 3 0,-13 1-3 0,-5 5 13 16,-6 3 3-16</inkml:trace>
  <inkml:trace contextRef="#ctx1" brushRef="#br0" timeOffset="-184958.14">26893 14539 256 0,'0'0'90'16,"-2"0"-19"-16,0-2 65 0,-1 1 12 0,1 1-49 16,-15-8-14-16,-1 1-43 0,5 3-1 0,-6 0-7 0,-3 1-10 15,-2 3 20-15,1 0-1 0,-10 3 7 0,5 3-1 16,-7 3 6-16,-6 4 1 0,2 0 4 0,0 2 9 0,-2 2-4 16,0 1-2-16,2 1-1 0,2-1-7 0,4 1-16 15,1 0-1-15,2-12-8 0,4 19-16 0,0 2-4 16,4 3-4-16,2 1 1 0,1 3-5 0,4 2-1 15,2-1-1-15,6 3 0 0,1 0-2 0,-14-4 2 16,9 0 3-16,7-3-2 0,4-6 4 0,6 3 12 16,1-6 0-16,4 1 4 0,4-4 5 0,-4-7 1 15,17-3-3-15,4-7 1 0,-1 1-3 0,4 16-1 16,2-7-1-16,4-7 0 0,2-6 7 0,3-9-2 16,5-6 3-16,-1-9-4 0,2 18-2 0,-4-35 2 0,-3-3-7 15,-6-1 3-15,-2-1-15 0,-6-1 6 0,-1-3-3 16,-4 4 4-16,-6-2-7 0,-3 3 0 0,-4 2 0 15,-6 2 1-15,1-1 2 0,14 3 0 0,-9 0 1 16,-7 5-1-16,-6 5 16 0,-4 1 6 0,-3 5-3 0,-3 5 0 16,1 5-18-16,-6 9-18 0,-14-14 7 0,-7 6-12 15,-1 9 5-15,-4 6 6 0,-5 7-6 0,1 8 5 16,-1 6-10-16,-1-11 8 0,-1 26-1 0,4 2 2 16,1 2 2-16,8-4-5 0,5 0 2 0,9-2-5 15,5-2-14-15,8-3-1 0,-10-2-8 0,8-6 5 16,5 0-12-16,5-2 10 0,4-1-13 0,3-3 2 15,0-3-83-15,-3-4 0 0,26-3-8 0,5-7 4 0,6 1-41 16,2 22-166-16</inkml:trace>
  <inkml:trace contextRef="#ctx1" brushRef="#br0" timeOffset="-184612.46">27264 14823 2085 0,'0'0'22'0,"0"0"6"0,-1 0-21 15,-1 0-5-15,0 0-6 0,0 0 20 0,-2 0 8 0</inkml:trace>
  <inkml:trace contextRef="#ctx1" brushRef="#br0" timeOffset="-184158.79">27823 14654 2136 0,'0'0'3'0,"0"0"1"0,-2 2 2 0,1 2-3 16,-7 5 0-16,1 19-1 0,-6 2 5 0,3-2-4 15,3 0 4-15,1 1-4 0,5-1 3 0,-5-9 1 16,-9 1-1-16,6 1 1 0,3-1 2 0,4-5-3 16,2 0 3-16,0-2-4 0,2-2 6 0,0-6 13 15,0-1-5-15,-2-2 7 0,19 0-12 0,-1 11 4 16,6-4-3-16,4-3 3 0,4-6-6 0,-1-6-5 15,5-7 6-15,1-6-5 0,2 18 7 0,-2-29-2 0,-4 2-8 16,-1-2 5-16,-4 1-6 0</inkml:trace>
  <inkml:trace contextRef="#ctx1" brushRef="#br0" timeOffset="-183256.17">27807 14708 422 0,'0'-2'0'0,"0"1"6"0,0-3 62 16,3-15 20-16,5-9 27 0,1-1-4 0,4-7 15 16,2-4-29-16,2 1-5 0,-1 0-3 0,1-4-10 0,-4 8-7 15,2 1-2-15,-2 3-3 0,-4 8-13 0,-1 5 6 16,-3 1-2-16,-1 6 4 0,-2 2 13 0,-2 3-3 16,0 2-3-16,0 1-2 0,0-1-24 0,-2 2-11 15,0 0-3-15,-2 2-1 0,-22 0-4 0,0 11 2 16,-5-1 5-16,-5 34-3 0,1 8-4 0,2 6-4 15,-3-1-5-15,5 3 3 0,3-5-5 0,6-3-9 16,1-5 6-16,10-1-7 0,2-1 7 0,5-6 2 0,-18 0-1 16,11-6 1-16,9-1 0 0,2-6 9 0,5-4-1 15,5-2 3-15,-1-5-7 0,-5-4 8 0,20-1-5 16,2-7 5-16,2 16-7 0,3-10 0 0,3-7-5 16,3-7 4-16,2-10-5 0,2-8 2 0,3 9 3 15,3-27-1-15</inkml:trace>
  <inkml:trace contextRef="#ctx1" brushRef="#br0" timeOffset="-181844.19">28189 14977 2716 0,'0'0'7'0,"0"-1"-6"0,2-3 4 0,15-26 8 0,16-11-8 15,-1 1 9-15,-8-3-10 0,-13-11-1 0,4 2 3 0,-2-2-2 16,-4 0 8-16,-7-7-3 0,26 5-1 0,-17 4 0 16,-6 8-2-16,-5-3 3 0,-5 5-5 0,-1 6 4 15,-3 9-1-15,-2 1 2 0,-2 1 3 0,2 9-3 16,-6-1-5-16,-11 4 1 0,-2 4 0 0,-3 7 0 15,0-19 0-15,-8 10-5 0,0 11 0 0,-5 10-2 16,-3 8 7-16,-1-16-5 0,-4 37 2 0,8 7-2 16,-2 5 5-16,7 4 2 0,0-5-6 0,6 0 5 0,3-1-6 15,10-8-3-15,1 1 3 0,8-3-4 0,6-2 5 16,1-3 3-16,-14-1 2 0,9-3 0 0,5 0 4 0,4-2 6 16,2-1-4-16,6 1 4 0,3-2-6 0,2-2 0 15,0-3-3-15,-7-3 2 0,20-3-4 0,4-5-3 16,2-1-3-16,1-4 0 0,1 14-1 0,0-8-23 15,-3-5-2-15,3-6-12 0,-4-6-39 0,5-9-62 16,2 13-3-16,6-37-32 0,4-3-149 0,7-3-222 16</inkml:trace>
  <inkml:trace contextRef="#ctx1" brushRef="#br0" timeOffset="-179756.87">29136 14346 608 0,'0'-4'180'0,"0"1"3"0,-7-36-61 15,1 5-20-15,4 3-68 0,2-3-27 0,2 1-4 16,2 3 9-16,1-1-7 0,1 3 13 0,1 0 10 15,1 4 2-15,-3 3 5 0,3 3 19 0,-3 3-8 16,-1 4 4-16,-2 3-5 0,0 1 8 0,-2 5-3 16,0 0 3-16,2-1-3 0,-1-1-1 0,1 0-21 0,0 2-2 15,0 0-5-15,0 1-5 0,-2 1 29 0,0 0-8 16,0 1 12-16,0 3-20 0,-6 18-9 0,-3 12 3 16,-2 5-5-16,0-2-4 0,-2 4-2 0,-2 0-3 15,2 0 2-15,2 1-5 0,-2-1 1 0,0-4 2 0,2 0-1 16,-1 0 4-16,1-3 2 0,4-1-1 0,-1-1 0 15,1-6-3-15,0 0-1 0,-1 0-1 0,3-4 0 16,-1-1-4-16,0-1 5 0,3-5-3 0,-1 0 3 16,0 0-5-16,1-4 2 0,-1 0-4 0,2-4 2 15,-2 3-7-15,2-5 4 0,1 1 1 0,1-3 2 16,0 1-4-16,-2 0-42 0,0 0 1 0,2-1-18 0,0 1-25 16,0-2 6-16,0 0-32 0,2 0 9 0,0-2-138 15,1 0-193-15</inkml:trace>
  <inkml:trace contextRef="#ctx1" brushRef="#br0" timeOffset="-179268.6">29661 14073 665 0,'0'-2'151'0,"0"1"-115"0,0-1 152 0,-1-2-58 15,-1-2-79-15,0-3 35 0,0 4-14 0,2 1 19 16,-2 0-31-16,-2 0-17 0,-7-3-1 0,-5 0-4 15,-3 1 4-15,0 6-11 0,-1 2-1 0,1 5-5 16,1 4-8-16,5-1-5 0,2 6 1 0,5 10-4 16,2-1-3-16,3 1 6 0,-16 0 5 0,8-4-1 0,5 0 17 15,4-5 4-15,0 3-5 0,4 1 3 0,3-3-17 16,6 5 6-16,-9-7-2 0,20 1 3 0,2 1-9 16,0 3 0-16,0-1-4 0,-6 1 2 0,3-3-3 0,-1 1 0 15,-13-2 6-15,6-4-3 0,-9-2 5 0,-5 2 8 16,3 0-2-16,4-2 6 0,-3 0 20 0,-3-5 28 15,-2 1-15-15,0 2 15 0,-4 1-30 0,-3 1-21 16,-10-4 7-16,-16 2-14 0,-6-3-8 0,2 0-6 16,-1 1 4-16,1-5-4 0,4 2 3 0,5-3-6 15,2 16-3-15,6-8 1 0,-3-1-1 0,7-6-12 16,1 0-3-16,2-2-8 0,2 0-37 0,1 0-31 16,3-2-7-16,3 2-9 0,1-2-37 0,-1-2-36 0,4 2 2 15,-9-14-17-15,5-5-40 0,2 3-110 0</inkml:trace>
  <inkml:trace contextRef="#ctx1" brushRef="#br0" timeOffset="-179044.68">29476 14161 1676 0,'0'-2'98'0,"0"0"218"15,0 0-317-15,2-2-3 0,1-7 5 0,7-4 2 16,-5-1 36-16,23-1 11 0,4 0 2 0,-3 0 1 0,-1 1-9 15,0 1-15-15,-6 0-4 0,1 4-4 0,-1 0-17 16,-2 3-2-16,1 1-4 0,-1-1 1 0,-3 5-10 16,-2-1-19-16,1 0-7 0,-6 2-8 0,1 1-59 15,-2-7-71-15,-1 3 7 0,3-1-29 0,0 0-13 0,2 3-76 16,2 1 1-16,-2 2-27 0,2 0-25 0</inkml:trace>
  <inkml:trace contextRef="#ctx1" brushRef="#br0" timeOffset="-178596.93">30339 13945 311 0,'0'0'243'0,"0"-2"-8"0,0 0-31 16,0 1-10-16,0-1-91 0,0 0-45 0,0 0 21 15,0 0-5-15,0-2 7 0,0 1-8 0,-2-1-6 0,0 0 1 16,1 2-4-16,-3 1-4 0,-9-7-4 0,-2 1 1 16,0 1-3-16,2 2-13 0,-4 3-11 0,3 1-6 15,-1 0 1-15,2 0-15 0,0 3 3 0,0 3-1 16,0 1 1-16,2 1-5 0,-2-1 2 0,1 14-3 15,-1 1 2-15,2 0-3 0,0 4 0 0,0 0-2 0,0 0 0 16,0 2-7-16,0 0 6 0,-2 2-2 0,2-1 4 16,1 7-5-16,1-5 1 0,-2 3 1 0,2-1 0 15,-1-3-2-15,5-3 9 0,1 3-6 0,2-6 6 16,-15 2-10-16,8-5 7 0,4-5 5 0,3 1 1 16,2-6 4-16,0 0-4 0,0-1-1 0,2-5 0 15,-1-1-5-15,1 0 3 0,2-2-1 0,16 11 2 0,3-4-8 16,1-5 2-16,2-4-3 0,0 0 3 0,2-6 4 15,-1-3-1-15,-1-2-1 0,-1-1 0 0,-3 1 3 16,-2-2-3-16,-1 0 6 0,-4 2-5 0,-2 6 5 0,-4-8 1 16,-2-4-1-16,-3-2 1 0,0 3 0 0,9-3-3 15,-2-1 2-15,-5 3-1 0,-3-4 4 0,-1 1-4 16,-2 3-2-16,-2 3 1 0,-3 1-4 0,-1 3-5 16,-1 1 0-16,-10 5-1 0,-5 1-8 0,-4 1-8 15,0-15-3-15,-2 6-1 0,0 7-13 0,0 4-20 16,4 4-9-16,2 3-4 0,1 1-32 0,7-1-69 15,2 1 0-15,5-5-31 0,1 14-66 0,-7 2-142 16</inkml:trace>
  <inkml:trace contextRef="#ctx1" brushRef="#br0" timeOffset="-177614.6">30679 14112 769 0,'0'-2'160'0,"0"1"-167"0,0-3 172 16,0-2-82-16,-2-9-63 0,0 1 1 0,2 1-3 15,0 1 4-15,0 5 2 0,0 1-10 0,0 1 4 0,0 3-4 16,0 0 15-16,0-2 5 0,0 1 0 0,0-1 0 16,0 2-5-16,0 0-13 0,0 0-2 0,0 1-3 15,0-1-7-15,0 0 4 0,0 0 2 0,0 0 1 16,0 2 3-16,0 0 2 0,-2 0-2 0,1 0 0 15,-1 2-3-15,0 0-3 0,0 2 1 0,-7 16-1 16,-2 6-2-16,-2 6 4 0,0-1 2 0,-2 6 1 16,0-5-1-16,-2 1 0 0,0 3 1 0,4-10 0 0,0 5 8 15,4-5 5-15,2-6-1 0,-1-1 5 0,3-4 14 16,1-4 3-16,0-2-3 0,2-1 3 0,2-6-7 16,0-1 4-16,-1 3 4 0,-1 0 0 0,0 0 18 0,2-3-26 15,0 1 1-15,0 0-13 0,0-2-18 0,0-2-6 16,2 0 2-16,0-3-2 0,14-25 1 0,-1 0-2 15,0 1 0-15,2-3 0 0,-1 1-1 0,1-1 2 16,2 1-4-16,-1-1 2 0,-12-1-3 0,20 3-3 16,0 2 4-16,-2 4-4 0,0 2 2 0,-2 5 2 15,1 2-2-15,-1 6 2 0,-4 3 1 0,-1 1 0 16,-2 3 0-16,0-9 0 0,-2 3-6 0,-4 6 2 16,0 2-1-16,-5 0 3 0,0 0 1 0,0 2 6 0,-1 2-2 15,8 16 4-15,-1 6-8 0,-7 0 2 0,-3-2 5 16,-1 1-3-16,-3-1 10 0,0-4-8 0,-1-1 0 15,1-4-3-15,0-2 4 0,0-2-3 0,3-6 1 0,1-1-1 16,-2 0 5-16,0-1 11 0,0 1 6 0,0 0-1 16,0-2 9-16,2 0-14 0,0-2-2 0,0 0-3 15,0-2-11-15,0-2-2 0,4-9 1 0,5-13-1 16,1 0 3-16,1-4-6 0,2 1 1 0,0 1-2 16,3 0 7-16,1 0-6 0,-15 2 1 0,22 2-4 15,0 2-2-15,-1 3 3 0,1 6-3 0,-6 2 3 16,-1 3 1-16,-2 5-8 0,0-1 5 0,-10 0-5 15,3 1 6-15,-5 1 3 0,-1 2 2 0,4 0 0 0,-2 0 6 16,-1 2 1-16,-1 5-1 0,13 19 1 0,-6 2-3 16,-5 0 3-16,-2 0-4 0,-2 1 3 0,0 1-3 0,0-4-5 15,-4-4 5-15,0 2-5 0,1-3 4 0,-3-3-7 16,4-3-6-16,0-5-3 0,1-1-36 0,1-7-36 16,0 1-13-16,-2 1-14 0,0 0-89 0,2 0 21 15,0-3-18-15,0 1 14 0,0-2-85 0,2 0-122 16</inkml:trace>
  <inkml:trace contextRef="#ctx1" brushRef="#br0" timeOffset="-177132.74">31743 13804 1557 0,'0'0'42'0,"0"0"5"0,-2 0-30 0,-2 2-6 15,-1 0-16-15,-18 13 15 0,1-6 28 0,-4 17 0 0,-2 0 11 16,-1 4 13-16,-3-1-2 0,2 3 1 0,1 1-3 15,-3 1-14-15,6-1-15 0,4 1 0 0,3-1-6 16,4-1-5-16,2-5 1 0,-2 3-3 0,8-6 3 16,3-1-5-16,1-5 1 0,-7-7 4 0,7-3-2 15,-1-1 3-15,4-3-8 0,0 0 1 0,-2-1-2 16,0 1 11-16,0-2 0 0,2 0 0 0,0-1-1 16,0-1 1-16,0-1-17 0,2-3 5 0,8-20-10 0,1-11 7 15,2-6-7-15,1-2 4 0,1 2-5 0,2-2 3 16,-2 3-3-16,0-1 2 0,0 4-1 0,-1 1 1 15,1 1-4-15,0 0-1 0,0 3 0 0,0 2 4 16,0 6-4-16,-2 4-1 0,-10 5-2 0,12 0 3 0,-2 8 0 16,0-4 0-16,-3 7-1 0,1-4-1 0,0 3 1 15,0 1 3-15,-2 2-1 0,2 2 7 0,-1 0-1 16,-1 2 1-16,0 2 0 0,1 1 4 0,-1 1 0 16,0 13 0-16,0 1 0 0,-3 0-2 0,3 1-2 15,2 1 1-15,2 0 0 0,2 1 3 0,-2-1 2 16,-5 0 0-16,1 4 1 0,2 2-2 0,4 2-2 15,-2 0 2-15,2-1-2 0,-8 3-2 0,3-2 1 0,1 1-3 16,-6-5 2-16,5 2-1 0,-9-4-3 0,1-3 5 16,0-3-5-16,9-3 5 0,-1 0-10 0,-7-8 3 15,-1-1-6-15,0-2-9 0,-2-3-14 0,2 3-4 16,0 0-2-16,0-2-22 0,-1 0-93 0,1-2 14 0,-2 0-39 16,0-2 12-16,0-4-30 0,-5-18 5 0,-5 0-15 15,-1 0-34-15</inkml:trace>
  <inkml:trace contextRef="#ctx1" brushRef="#br0" timeOffset="-176977.05">31546 14064 463 0,'-2'0'261'16,"0"0"-2"-16,0 0-44 0,-1 0-25 0,-1 0-92 15,0 0-65-15,1 0-23 0,1 0 8 0,-2 0-9 0,0 0 31 16,2 0 16-16,1 0 4 0,1 0 2 0,0 0 3 16,1 0-13-16,9 0 1 0,23-7-5 0,8-5-12 15,2-1-22-15,7-3 1 0,4 1-7 0,1-2-5 0,3 2-10 16,-10 4-16-16,-7 2-3 0,4 0-102 0,-10 3-231 15,-7 2-56-15</inkml:trace>
  <inkml:trace contextRef="#ctx1" brushRef="#br0" timeOffset="-176320.95">26804 15757 1079 0,'-2'0'114'0,"-2"0"5"0,-36 0-31 15,-3-2-14-15,8 1-37 0,7-1 2 0,0 0 17 16,7 0-10-16,5 2 9 0,5 0-22 0,1 0 4 16,3 0-1-16,1 0 0 0,4 0-9 0,-1 0-23 15,1 0 11-15,0 0-13 0,2 0 17 0,2-2 8 16,2 2-7-16,38-15 7 0,7 2-7 0,10-3 1 0,4-1 3 16,6 0-2-16,11-3 3 0,12-1 2 0,9-3 2 15,16 0 0-15,5 0 1 0,8-2-4 0,6 0 2 16,5-2-3-16,9-2 5 0,6 3-9 0,6-1 2 15,-3-2-3-15,-1 2 3 0,9 0-6 0,-1 0 1 0,-5 2-4 16,-5 2-6-16,-5 0 2 0,-5 4-1 0,-7 1 0 16,-5-1 2-16,-17 3-2 0,-9 0 0 0,-12 4-1 15,-10 0-3-15,-6 0 2 0,-8 4 0 0,-16 2 1 16,-6 1 0-16,-7 2 7 0,-12 1-6 0,-3-1 5 16,-13 2-7-16,-6 2 16 0,-5 0 2 0,0 0 5 0,-1 0 9 15,-1-2-30-15,0 0-1 0,-2 0-11 16,-2 1-29-16,-24-9-29 0,-28 1-8 0,-9 7-9 15,-11 2-58-15,-12 8-28 0,-1 3-4 0,-7 4-8 0,-3 3-31 16,-9 6 12-16,-9-1 1 0,-6 4 9 0,4 3 27 16,12 2-25-16,4 1-15 0</inkml:trace>
  <inkml:trace contextRef="#ctx1" brushRef="#br0" timeOffset="-175992.53">26997 16041 1382 0,'-4'0'143'0,"-5"2"-4"0,-36 6-51 16,3-3 2-16,5-1-67 0,3-2-6 0,3 2 10 0,7-1-1 16,3 1 3-16,3 2-6 0,8-5-10 0,1 3-5 15,3-2-2-15,3 0-20 0,1 0 21 0,0 0-1 16,4-1 10-16,0-1 13 0,55 10 2 0,8-12-2 16,19-15 1-16,12-7-1 0,23-8-7 0,11 31 6 15,13-46-7-15,7-3 8 0,6 0-1 0,12 2-1 0,4 1-1 16,6 3-16-16,-1 3 1 0,-1 2 0 0,-3 3 1 15,-2 3 0-15,-8 2-1 0,-5-1-3 0,-6 4 1 16,-5 2 2-16,-8 0 1 0,-11 4 2 0,-14 0-1 16,-9-1 9-16,-8 5 2 0,-4 3 0 0,-15 0 1 15,-13-4-1-15,-10 6 1 0,-14-1-5 0,-7 6 4 16,-5 3-10-16,-10-7-3 0,-4 3 3 0,-6 2-3 0,-5-1 3 16,0 6-4-16,1-5-4 0,3-4-2 0,-5 3-14 15,3-6-82-15,-4 2-13 0,-2-2-35 0,0-3-171 16,0 2-203-16</inkml:trace>
  <inkml:trace contextRef="#ctx1" brushRef="#br0" timeOffset="-174715.58">27400 4038 445 0,'0'-2'0'0,"0"0"14"16,0-20 123-16,4-6-55 0,1 0 10 0,5 0-54 15,-1 0 12-15,0 4 31 0,2-4-4 0,-1-3 5 16,-3 1-19-16,0-2-5 0,-1 5-3 0,0 1 0 15,-1 0-2-15,-1-2 3 0,-2 0 6 0,-2 2-3 0,0 2 6 16,0 3-15-16,0 1 4 0,0 5-7 0,-2 2 7 16,0 2-6-16,0 4 1 0,0 1-1 0,0 2 6 0,2 2-20 15,-1-1 1-15,-3-1-10 0,2 2-13 0,-2 0 14 16,1 2-3-16,-1 0 7 0,0 2-2 0,-5 19-5 16,3 18-1-16,-5 1-2 0,4 3-5 0,-3 2 0 15,1-3-1-15,5 7 0 0,-9-3-8 0,0-1 5 16,2 1-2-16,-7-5 2 0,3 0-9 0,4-2 4 15,-8-4 0-15,4 0 2 0,0-3-4 0,1-2 0 16,1 1 0-16,1-3 1 0,1-4 7 0,-2 0-6 16,2-5 1-16,-2-3-3 0,2 1-4 0,0-4 8 0,0 0-5 15,1-4 7-15,-1-3-6 0,2 3 4 0,-4-1 0 16,0-5 1-16,2 3-9 0,-2-2 0 0,0-1 2 16,0 1-1-16,0 0 7 0,2-2-6 0,-2 3 0 0,3-1-1 15,1-2 1-15,2 2-2 0,-1 1 1 16,3-1-1-16,3-4 1 0,0 0 6 0,-2 2-7 15,1 0 6-15,1-1-7 0,0 1 0 0,0 0 2 0,2 0-1 16,0 0 8-16,2-2-4 0,2 0-1 0,10-2-2 16,18-5-1-16,1-5 3 0,1-1-1 0,3-1 2 15,-2-1 1-15,4 0-3 0,2 2 3 0,-11 4-3 16,0-1-1-16,-8 3 1 0,-2-1 2 0,1 3 0 16,-5-1 1-16,1 1-3 0,-4 1-1 0,-4 2 0 0,3-2 2 15,-5 3-3-15,6-3 0 0,-6 2-2 0,-1 0-5 16,-2 0-16-16,-2 2-3 0,-1 0-7 0,1 0-29 15,8-11-55-15,-5 0-35 0,1-2-10 0,-3-2-140 16,-3 4-49-16,0-2-56 0</inkml:trace>
  <inkml:trace contextRef="#ctx1" brushRef="#br0" timeOffset="-174512.45">26984 3624 1091 0,'-2'0'548'0,"0"-2"-764"15,0 0 654-15,1 0-373 0,-1 0-60 0,0 0 52 0,2 0-1 16,0 1 22-16,0-3 19 0,0 2-54 0,9-13-1 16,4-2-18-16,15 3-16 0,-2 1-6 0,2 0 3 15,0 0-4-15,-2 2 3 0,5 1-4 0,3 1 0 16,-3 0-2-16,-1 3 2 0,-2 1-16 0,2 3 3 0,-4-15-13 16,7 4-26-16,-3 7-124 0,-2 6 3 0,5 2-52 15,-9 4-96-15</inkml:trace>
  <inkml:trace contextRef="#ctx1" brushRef="#br0" timeOffset="-174181.32">28059 4118 903 0,'-2'0'280'15,"0"0"-368"-15,1 0 327 0,-1 0-176 0,0 0-11 0,0-2 50 16,-2 0-8-16,2 2 18 0,-5-4-33 0,0 0-31 15,5 4-3-15,-6-5-10 0,1-1-8 0,-1 1 13 16,-1-1 2-16,4 2 2 0,-5-1-6 0,-1-1-7 16,-4 1-5-16,-1 1 1 0,-5 2 2 0,-1 4 18 15,-2 5-4-15,-4 6 8 0,-2 6-3 0,2-8-10 16,-1 24 3-16,-5 4-7 0,8 4-13 0,2 2-2 0,0 1 0 16,7-1 0-16,0-3 2 0,4 1-7 15,2-6-1-15,9 0-1 0,1-3-4 0,-16-8 9 0,8 0-3 16,7-4 4-16,2-3-10 0,3-5 2 0,5 3-1 15,-3-9 1-15,10-5-10 0,13 16-5 0,2-8-3 16,3-5-1-16,3-6-8 0,3-8-23 0,-2-3-5 16,2-6-11-16,3-3-56 0,3 18-190 0,1-33-8 0,3 1-73 15,-1 1-137-15</inkml:trace>
  <inkml:trace contextRef="#ctx1" brushRef="#br0" timeOffset="-173880.25">28377 3936 1077 0,'-2'0'183'0,"0"0"35"0,-2 0-67 15,0 0-74-15,1 0-20 0,-1 0 36 0,0 0 5 16,2-2-5-16,1 2-1 0,-1 0-48 0,0 0-6 16,2-2-1-16,0 0-1 0,2 0-6 0,1 0-4 15,9-5-3-15,14-8 1 0,0 0-14 0,-2 2-3 0,2-2-2 16,-6 2 1-16,1 2-5 0,-5 2 3 0,-1 3-5 16,-2 3 1-16,0-1-16 0,-4 2-38 0,-3 0-8 15,0 2-20-15,-5 0-112 0,3 0-49 0,0 0-43 16,-2 2-9-16,0 0-249 0</inkml:trace>
  <inkml:trace contextRef="#ctx1" brushRef="#br0" timeOffset="-173699.53">28352 4112 998 0,'0'0'40'0,"0"0"79"16,0 2-74-16,0 0 49 0,0 0 4 0,2-1 15 16,0 1 10-16,0 0-22 0,2 0 0 0,3-2-7 0,12 2 0 15,1-2-3-15,2 0-1 0,1-4-3 0,1-1-20 16,-2-3-39-16,2-1 0 0,-1 0-13 0,-3-1-6 15,2-1 0-15,-5 2-7 0,2-2 3 0,-3 1-16 0,3 1-59 16,-2 2-4-16,1-1-39 0,-3 3-204 0,4-1-307 16</inkml:trace>
  <inkml:trace contextRef="#ctx1" brushRef="#br0" timeOffset="-167216.58">29680 2862 1030 0,'0'0'47'0,"0"0"-6"0,-2-1 26 0,0-1 14 16,0 0-13-16,1 0 37 0,-3 0-28 0,0 0 1 0,0 0-13 16,1 1-19-16,-3-3-14 0,1 0-1 0,1 2-5 15,-4 0-11-15,5 2 11 0,1 0 0 0,-4 2 6 16,3 0 11-16,-1 19-10 0,-4 12 4 0,7 8-7 15,-1 7 9-15,0 2-11 0,-4 4 4 0,1 2-6 16,-5-1 7-16,-1 5-5 0,0 5 1 0,0 0-3 16,-2 5-2-16,0 3-4 0,-2-3-3 0,2 3 0 15,0-5-4-15,2-4-1 0,0-5 6 0,0-13-5 0,0-1 4 16,3-8-3-16,1-5-3 0,1-4 1 16,4-4-5-16,1-4 1 0,-1-3-2 0,0-4 3 0,0-2-3 15,-2-4-1-15,2-1-1 0,2-4-2 0,0 0-7 0,-3 1-40 16,-1 1 0-16,0 0-18 0,2-2-43 0,1 0-61 15,-1-2-8-15,0 0-22 0,0-2-77 0,2-2-118 16</inkml:trace>
  <inkml:trace contextRef="#ctx1" brushRef="#br0" timeOffset="-167014.58">29797 3674 1059 0,'0'0'218'0,"0"0"-270"16,0 0 259-16,0 2-130 0,0-1 33 0,0 1 48 0,0 0-10 15,0 0 14-15,0 0-57 0,0-2-26 0,0 0-2 16,0 0-8-16,0 2-12 0,0-2-19 0,0 0-1 16,0 2-8-16,0-1-18 0,0 1-6 0,0 0-2 0,0 0 0 15,0 0 0-15,0-2-33 0,0 0-7 0,0 0-13 16,0 0-63-16,0 0-96 0,0 0-6 0,2 0-38 16,0 0-112-16</inkml:trace>
  <inkml:trace contextRef="#ctx1" brushRef="#br0" timeOffset="-166685.37">30269 3210 914 0,'0'0'283'16,"-2"-2"-348"-16,0 0 331 0,-2 0-170 0,0 0-9 0,-7-3 13 16,-2-1-13-16,0 2 6 0,0 2-55 0,0 2-11 15,2 0-2-15,0 2-2 0,4 0 3 0,-1 2-11 16,3 0 1-16,-5 9-6 0,1 3 1 0,2 3 6 15,1-1-3-15,6-1 4 0,0 0-8 0,4 0 5 16,3-3 5-16,2 1-2 0,-7 0-1 0,21-2 3 16,3 0-9-16,-2-2 6 0,5 0-4 0,-1 2 5 15,0 0 1-15,-2 0 0 0,-5 2-7 0,-1 0-1 16,-7 2 5-16,-6-2-4 0,1 1 14 0,3 1 9 0,-4-2-7 16,1 3 7-16,-4 1-7 0,-3-2 1 0,-1 3 4 15,0 2-3-15,-3-3 1 0,-5 0-8 0,1-5 1 16,-4 1-3-16,0 2-3 0,-15-4-6 0,-2 4 2 0,0-4-4 15,0-2-4-15,4-4 1 0,2-3-4 0,1 11 4 16,-1-4-2-16,3-5-25 0,1-5-3 0,-1-1-13 16,1-3-60-16,3-1-141 0,0-3 1 0,2 1-55 15,4-24-90-15</inkml:trace>
  <inkml:trace contextRef="#ctx1" brushRef="#br0" timeOffset="-166516.97">30187 3221 1017 0,'0'0'389'16,"0"0"-527"-16,0-2 468 0,2 0-255 0,0 0 36 0,1-2 27 16,16-5-2-16,7-13 1 0,4 1-53 0,3 1-48 15,0 0 3-15,1-1-18 0,-3 1-7 0,-3-3-12 16,-2 3 1-16,0 3-3 0,-3-3-4 0,1 3-24 16,2 0-6-16,-2 3-9 0,-4 6-50 0,4-7-80 15,-5 8-32-15,0-1-22 0,1 1-169 0</inkml:trace>
  <inkml:trace contextRef="#ctx1" brushRef="#br0" timeOffset="-166157.21">30961 2773 618 0,'0'0'105'0,"0"0"5"0,0 0 55 0,0 0-17 16,0 0-2-16,0 0 13 0,0 0-47 0,-2 0-9 0,0 0-13 16,1 0-45-16,-3 2-5 0,0 0 0 0,-5 4-2 15,-4-3 5-15,0 20-2 0,0 6-1 0,-2 1-1 16,2 9-6-16,0 0-12 0,-2 2 1 0,2 3-5 15,0-3-5-15,0 2-4 0,0 0-1 0,6-3 0 16,-1 1-4-16,5-4 6 0,1 2-5 0,0-3 5 16,-19-3-12-16,12-1 7 0,5-4-3 0,4-4 5 15,2-2 2-15,4-3 1 0,-1-5 4 0,3-2-4 16,-3-5-5-16,8-3 9 0,8 10-3 0,5-2 6 0,0-7-2 16,2-5-5-16,1-2 2 0,3-5-4 0,1-6 4 15,-1-2 2-15,-2-3 1 0,-4 16 1 0,-8-22-1 0,-7 1 3 16,-3 3-5-16,-4-1 5 0,-3 3-3 0,11 1 2 15,-5 2 0-15,-3 2 1 0,-4 2 6 0,-2 2-4 16,-2 1 3-16,2 5-5 0,-20 1-3 0,-2-13-11 16,-4 4 0-16,0 7-3 0,0 4-4 0,0 4 5 15,2 5-1-15,6 0 2 0,1 3-12 0,3-7-10 16,3 16-2-16,2-3-7 0,3 1-33 16,6-1-106-16,-9-1-25 0,4-2-31 0,3-4-116 0,2-2-158 15</inkml:trace>
  <inkml:trace contextRef="#ctx1" brushRef="#br0" timeOffset="-165128.85">31583 2849 666 0,'-2'0'223'15,"0"0"29"-15,1 0-101 0,-3 0-73 0,-2 0-51 16,-5 4-4-16,2 2 39 0,0 1-6 0,-1 8 11 15,-1 11-38-15,2 4 1 0,-4 3-4 0,4 2 4 16,1 4 1-16,-3-2-1 0,2-1 3 0,-4-1-2 0,2-2 6 16,1-1-1-16,1-2-1 0,2-4 0 0,-5 0-5 15,7-2-1-15,-3-4-4 0,7-3 2 0,-9-4-2 0,3-2-2 16,3-3 1-16,0-1-2 0,4-5-4 0,0 0 1 16,0 0-1-16,-1 1 2 0,-1 1 3 0,0 0-5 15,2-2 2-15,0-1-3 0,0-1-4 0,0 0-4 16,0-1-3-16,0-1 1 0,0-2-3 0,0-11-1 15,4-5 1-15,-1-3-3 0,1 3-1 0,2-2 3 16,1-1-3-16,0-3 3 0,3 2-1 0,-3 0-2 16,2-4 2-16,1 6-3 0,-1 2-4 0,0-1 2 15,1 4 0-15,-1 3 1 0,-2 1-4 0,1 1-1 16,-1 3 3-16,-1 4-2 0,5 3 6 0,0-6 0 0,2 3-1 16,-2 1 1-16,0 4 12 0,-1 2-6 0,-3 2 3 15,-3-3-4-15,-1 18 10 0,14 7-7 0,-6 0 2 16,-3-2-4-16,-5 0 0 0,-1-1 2 0,-2-3 0 15,0-3 1-15,-2-2-2 0,1-4-5 0,1-4 6 0,0-1-6 16,0-3 3-16,0 1 4 0,0 0 1 0,0 0 1 16,0-3 9-16,0 1-9 0,0-2-3 0,0 0-1 15,0-2-5-15,1-1 0 0,7-18-1 0,5-10 1 16,0-1-6-16,0-3 5 0,4-4 1 0,-3 2 1 16,3-4-4-16,2-4 5 0,-1 6-4 0,1 2 5 15,-2 8-12-15,-3 6 6 0,-2 7-5 0,-5 4 5 16,-5 9 1-16,2 1 5 0,-1 0-1 0,3 0 1 0,-1 0-1 15,-1 2 0-15,0 2 4 0,1 6-3 0,7 27 2 16,-9 2-3-16,-3 2 1 0,-5 4-3 0,-3 1-1 0,1-1 1 16,-4-2-1-16,0-6 1 0,-1-3-2 0,1-3 2 15,2-1-3-15,2-6 0 0,1-1-14 0,2-6-24 16,2-2 2-16,1-4-13 0,1-2-22 0,0-3-45 16,0-2-9-16,0 2-10 0,1-1-23 0,1-1 6 15,0-2 2-15,2 0-1 0,-2 0 7 0,9-7 30 16,4-10-1-16,-2-13 12 0,3-3 16 0,7-4 13 15,-3-10 4-15,2-5 3 0,1-9 20 0,-1-2 35 16,0 5 1-16,4 1 15 0,-4 7 56 0,1 9 111 16,-5 2-27-16,-1 11 42 0,0 6-100 0,-1 7 18 15,-1 4-12-15,-4 5 12 0,1 4-27 0,-5 1-25 0,0-5 5 16,1 2-10-16,1 2 14 0,-3 2 0 0,1 2 0 16,-3 0-1-16,1 13-5 0,-3 13 1 0,0 9-4 0,20 2 2 15,-10-2-17-15,-9 2 1 0,-3 0-1 16,-3 0 0-16,-5-2-7 0,-1 4-17 0,-2-4 3 0,0-3-6 15,-1-5 9-15,1-5-11 0,2-3 6 0,2-4-8 16,1-4 1-16,2-4-1 0,2-4-3 0,2-3 4 16,-1 2 12-16,-1 0-13 0,0-1 3 0,0-1-8 15,2 0-6-15,0-2 7 0,0-2-1 0,2-13 4 16,5-20-4-16,6-9-2 0,0-3-1 0,4-3-1 16,-2-4 2-16,-2 2 4 0,0 0 0 0,0 4 1 0,-2 3 0 15,0 8-11-15,0 2 6 0,-1 7-7 0,-1 4 10 16,-2 7 7-16,1 4-8 0,-5 6 7 0,1 1-10 15,-4 4 7-15,4 1 2 0,5-5 3 0,0 2 6 0,3 2 1 16,-1 2 2-16,2 2-1 0,0 4 1 0,2 3 3 16,-2 0-3-16,-2 17 3 0,0 2-3 0,0 4-7 15,-2-2 1-15,-1 7-3 0,-1-6-4 0,-3 5-3 16,0-3-1-16,14-3 1 0,-7-3 2 0,-3 3-3 16,-5 0 0-16,-3-2-4 0,0 5-24 0,-1-7-43 15,-3-2-7-15,-2 0-14 0,-1-5-56 0,-1-2-182 16,-1-1 18-16,2-4-83 0,-3-1-97 0</inkml:trace>
  <inkml:trace contextRef="#ctx1" brushRef="#br0" timeOffset="-164956.33">32278 3067 638 0,'0'-2'356'0,"0"0"-430"0,0-2 406 15,0-1-207-15,0-10-43 0,0 2 36 0,1 0 1 0,3 0 8 16,0 2-17-16,5-4-54 0,2 0 3 16,2 0-21-16,15-4-9 0,4 5-6 0,3 3-3 0,0-6 1 15,1 4-7-15,-1 0-11 0,-4 0 1 0,1 0-4 16,-2 5 0-16,-4 3-8 0,-8-1-3 0,-5-3-6 15,-5 3-37-15,-1 3-91 0,-5 3 1 0,2-2-34 16,-1 0-35-16,-1 2-208 0</inkml:trace>
  <inkml:trace contextRef="#ctx1" brushRef="#br0" timeOffset="-164554.04">29897 4418 958 0,'-3'0'86'0,"-36"11"143"0,5-1-137 0,1-3 1 0,7-1-3 16,7-1 2-16,4-1-2 0,8-2-20 0,1-2-8 15,4 0-6-15,-1 2-37 0,1 0 8 0,0-1 7 16,2-1 0-16,2 0 18 0,20 0 1 0,28-5-5 16,8-10 4-16,5-7 1 0,15-8-8 0,9 28 6 0,21-39-8 15,9 0-7-15,9 1-8 0,2-1-3 0,-5 2-2 16,9 2-4-16,1 0-11 0,1 5 4 0,2 0-6 16,-14 1 3-16,-11 5-4 0,-3 0 1 0,-11 4-1 15,-3 7-1-15,-8 4 1 0,-16 1-2 0,-18 3 1 16,-9 1-3-16,-10-14 5 0,-5 9-5 0,-11 7 5 15,-8 2-5-15,-7 2 0 0,2 0 4 0,0 0-4 0,-3 0-12 16,1 0-52-16,-2 0-4 0,-2 2-17 0,-5 2-31 16,-47 18-36-16,-7 2-15 0,-8 0-11 0,-7 4-86 15,2 0-41-15,-2 4-5 0</inkml:trace>
  <inkml:trace contextRef="#ctx1" brushRef="#br0" timeOffset="-164242.34">30605 4459 417 0,'-78'28'157'0,"13"-6"-3"0,-67-5 82 15,11 29-23-15,23-3-14 0,11 2-53 0,10-6-26 16,1-6-3-16,2-1-7 0,5-10-10 0,8 0-36 15,13-3 1-15,16-3-14 0,10-3-21 0,13-3-5 16,1-1-8-16,6-2 4 0,2 1-8 0,0-6 17 16,43 22 2-16,24-11 5 0,7-15 9 0,13-13 4 15,8-13-1-15,11 21 2 0,11-40-4 0,13-8-8 0,0-3-1 16,2-1-3-16,-8-1-5 0,0 3 1 0,8 1-3 16,0 4 0-16,0 0-11 0,-11 2-6 0,-8 5 5 15,-11 5-4-15,-4 4 2 0,1 7 6 0,-1 3-8 16,-14 3 6-16,-12 3-16 0,-14 3 8 0,-17 2 1 0,-6 4 1 15,-4 4-7-15,-5 3 10 0,-7 0-7 0,-4 1 8 16,-4 1-7-16,-4 0-2 0,-3 0-2 0,-2 2-1 16,0-2 0-16,2-1 0 0,-1-1 1 0,1 0-2 15,0 2 0-15,-2 0 1 0,-1 1 2 0,1-1 0 16,0 0 9-16,0 0-12 0,0 0 7 0,0 0-9 16,0 0 3-16,-1 1-17 0,-1-1-5 0,0 0-6 0,0 0-30 15,0 0-106-15,-1 2-44 0,-1 0-35 0,0 0-283 16</inkml:trace>
  <inkml:trace contextRef="#ctx1" brushRef="#br0" timeOffset="-76973.44">3257 3605 29 0,'0'0'0'0,"0"0"12"16,0 0 128-16,0-2-12 0,0 0 10 0,0 0-47 15,0 1-10-15,0-1-33 0,0 0 4 0,0 0-8 16,0 0-9-16,0-2-1 0,2 1-1 0,0-1 1 15,-2-3 8-15,2-3-3 0,-1 1 7 0,1 0-4 16,0 0 6-16,0-3-6 0,0 3-3 0,0 0 0 16,0 0 7-16,-2-1-5 0,1-1 9 0,-1 2-8 15,0-2 8-15,0-2-8 0,0 2 0 0,0-2-3 0,0 0-5 16,0 0-1-16,0 0-1 0,0 1 2 0,0 1 9 16,0 2 0-16,0 0 6 0,0 1-4 0,0 1-1 15,0 1 0-15,0 3-10 0,0-1 7 0,0 0-12 16,0 2-4-16,-1-1 3 0,-1-1-6 0,0 0-5 0,0 2-13 15,0 0 6-15,0 1-8 0,0-1 1 0,1 0 4 16,-1 2-4-16,0 0 5 0,0 0 2 0,0 2 0 16,2 1-5-16,0 1 2 0,-4 15-2 0,3 3 2 15,-1 0 4-15,2 4-3 0,0 2-8 0,0 4 9 16,2-1-8-16,-1 3 9 0,3 1-8 0,0 2 0 16,0 6 2-16,-1-4-1 0,-1 2 3 0,0-2-4 0,-2-6 1 15,0 0-3-15,0 1 1 0,0-1 6 0,0-1-3 16,0-4 3-16,0-2-5 0,0-8 2 0,-2 3 3 15,2-5-1-15,-2 3 6 0,2-4 0 0,0-4 3 16,0 0-1-16,0-2 0 0,0 1 0 0,0-1-7 16,-2 0 6-16,1 1 4 0,-1-3 1 0,0 2 2 0,0-1-2 15,-2-1 3-15,-1 2-3 0,-1-1-1 0,2-3 1 16,-12 3 2-16,1-3-7 0,0 1 5 0,-2-1-7 16,1-1 1-16,1 2 2 0,2-3-5 0,0 1 4 15,-2 0 3-15,2 0-12 0,-2-3 9 0,-2 5-10 16,6-2 5-16,-2 1 2 0,2 1-6 0,-2-2 4 15,4 1-9-15,-1-1 4 0,5 0-5 0,-1-1 4 16,1 1-7-16,3 0 8 0,0-1 1 0,0 1 1 0,-2 2-9 16,1-1 7-16,-1 3-5 0,2-3 5 0,2 1-6 15,0-1 2-15,0 3-2 0,0-3 2 0,2 3 1 16,2-1 0-16,-1-1 3 0,10 5-3 0,12-2 4 0,-1 1-8 16,0 1 4-16,2-4-6 0,5 2 7 0,3-1-2 15,1-3 1-15,4 1-2 0,-2-4 1 0,0 3 0 16,2-3-4-16,0 2 4 0,-3 2 2 0,-3-1-2 15,2 1 2-15,-9-1-3 0,-2-1 1 0,-5 0 1 16,-10 1 0-16,1-3 0 0,1 4 1 0,-8-3 0 16,1 7 1-16,-2-1-1 0,7 2 5 0,-1 0 0 15,-6-5-1-15,-1 5 1 0,-1 2-2 0,-1 0 8 16,-9 6-3-16,-1-3 3 0,-9 1-11 0,-16 2 13 0,3-1-6 16,-6-3 8-16,2 0-7 0,-2 2 2 0,2 1 1 15,0 1 0-15,-2-3-4 0,7 3 8 0,1-4-5 16,3-2 5-16,0 0-11 0,4 0 5 0,5 0-4 15,2-4 4-15,3 2-5 0,2-3-4 0,1-1 2 0,0-1-3 16,7-1 0-16,-1-1 0 0,3 0 0 0,-2 1 0 16,1 1-1-16,1-1 2 0,0 1 0 0,0 3 1 15,2-1-4-15,0 1-2 0,0 0-1 0,2-1 2 16,2 1 3-16,-1-2-2 0,-1 3-1 0,19-5 0 16,-1 1 2-16,4-3-3 0,0 1 5 0,2 13-3 15,4-4 2-15,-2-4 4 0,5-3-4 0,1-4 3 0,-1-1-7 16,-3-1 6-16,0 0-4 0,-6 0 3 0,-2 0-6 15,-9 0 6-15,-4 0 2 0,-5 0 1 0,1 2-6 16,-1 0 7-16,0 2-4 0,-4-2 8 0,5 16 0 0,-5 5 0 16,-9 3-2-16,-9 3 0 0,1 1-4 0,-20 0 4 15,0-1-3-15,0-3 2 0,1-1-6 0,5-1 0 16,-1-2 2-16,2-2 1 0,3-1-2 0,4-6 3 16,1-2-5-16,7 2 2 0,0-4-6 0,10-3 3 15,-1 1 2-15,1-3-1 0,1 0-2 0,2-1-1 16,0 1 1-16,0 2 1 0,0-3 2 0,2 1-3 15,0 0-2-15,2 0-1 0,0-3 0 0,0 1 4 16,2 2 2-16,-1-2 0 0,12 3 1 0,-4 14-1 0,2 5 0 16,-3 2 0-16,3 6-3 0,-4 5 4 0,0 0-2 15,-3 2 3-15,-1 4-2 0,-1 1-1 0,0 3 2 16,20-1 1-16,-9 4 9 0,-6-3-11 0,-5 1 0 16,-2-2-3-16,0-7 3 0,-1 2 0 0,-1-4 2 0,2-3-1 15,-2-1 1-15,2-3-1 0,0-4 0 0,0-2 1 16,2 0 0-16,-1-2-2 0,1-1 1 0,0-3-1 15,-1 1 5-15,1 0-4 0,0-5-1 0,0 1-1 16,-3-2 1-16,3 0-2 0,-2 0 3 0,2 0-2 16,-1 2 6-16,-1-4-2 0,0 2 0 0,0-3-2 15,0 1-1-15,0-4 3 0,0 2-4 0,-1-1 4 16,1-1-6-16,0 1-1 0,2-1 4 0,0 1-3 16,-3-3 5-16,1 1-2 0,0-3 0 0,0 1-2 0,-2-2-4 15,7 4 6-15,3-1-4 0,-1 1 5 0,0-3 3 16,-1-1-5-16,1 0 7 0,0-2-7 0,2 0 1 15,-1 0 5-15,-3-2-3 0,1 0 4 0,-5 1-6 0,-1 1 2 16,0 0 0-16,5-10 2 0,-1 3 1 0,-4 3 0 16,0 0 4-16,-2 1-3 0,0 1 5 0,0-2-5 15,-2 0-2-15,0 3 0 0,0-1-2 0,-2 2 3 16,-10 0 0-16,-3 2 1 0,0 3-3 0,-1 4 0 16,3 3-1-16,0-3-1 0,4 9-1 0,1 3 0 15,1-3 4-15,4-1-2 0,1 0 2 0,2-2-4 16,-7-2 0-16,1 0-1 0,5-4-3 0,1-4 3 15,2 1 1-15,0-2 0 0,0-2-1 0,0-1 0 0,2 3-4 16,-1 0 5-16,1-2 0 0,2 0 6 0,7-1-3 16,6-1 4-16,0-3-5 0,-3-3 2 0,-1-1 0 15,-1-1 1-15,-5 3 0 0,-3-1 1 0,-2-3 2 16,5 0-1-16,-3 1 8 0,-2 3-2 0,-2 1 2 16,0 0-2-16,0 0-1 0,0 1-3 0,-2-1 4 0,0 2-5 15,-2 0-3-15,-11-1 1 0,2 1-7 0,4 2 2 16,0 0-7-16,5 0-3 0,2 0-4 0,-2 0-4 15,1 0-49-15,1 0-178 0,0 0-62 0,2 0-88 16,0 0-688-16</inkml:trace>
  <inkml:trace contextRef="#ctx1" brushRef="#br0" timeOffset="-75625.6">3133 6845 1169 0,'0'0'69'15,"-2"0"9"-15,0 0 34 0,0 0-28 0,0-2 12 0,0 2 1 16,0-2-4-16,1 0-1 0,-1 1-4 0,0-1-28 16,0 0-30-16,0 0 1 0,0 0-11 0,0 0-5 15,1 0-2-15,-1 1-5 0,0-1 4 0,0 0 7 0,0 0 2 16,2 0 0-16,0 2 0 0,0 0 1 0,0 0 3 16,0 0 6-16,0 0-3 0,0 2 1 0,0 0-4 15,2 2-2-15,0 5-1 0,3 13-10 0,1 6-2 16,-2-2-3-16,-1 6 1 0,1-3-1 0,2 7-1 15,-3 1 0-15,1-2-1 0,0 2 2 0,0-3-1 16,-3-3 5-16,1 4-5 0,0-1 2 0,-2-1 7 16,0 1-4-16,0-1 6 0,0 0-3 0,-2 5 0 15,2-3 2-15,0 2-3 0,-2 0 0 0,2-3-7 0,0 3 4 16,0-6-3-16,0 1 4 0,0-1-6 0,0-1 1 16,0-2-3-16,0 2 1 0,0-2 8 0,0-1-4 15,2 1 5-15,-2-4-3 0,0 4 3 0,0-4 2 16,0 1 0-16,0-3 2 0,0-4 3 0,0-3 1 15,0 0 2-15,0-4-1 0,0 2-4 0,0-5-3 0,0-5 1 16,0 3-5-16,0-2-3 0,0-1 2 0,0 1-2 16,0 0 10-16,0-2-6 0,-2-1-1 0,1 1-2 15,-1 0 0-15,0 0-4 0,0 0 3 0,0 0-5 16,0 0 2-16,0-1-3 0,1 1 1 0,-3 0-2 16,0 0 4-16,-7 4-4 0,-8 1 1 0,1 0-1 15,-4 3 0-15,-4 1 0 0,3-2-1 0,-1 0 0 16,-2 3-2-16,2-3 2 0,4 0 0 0,7-3 1 0,0-1-2 15,3 1 4-15,3-2-3 0,-1-1 4 0,5-1-4 16,1-2-2-16,-2 4 2 0,0 0-3 0,1-1-7 16,1 1 4-16,0 0-1 0,0-1 4 0,2 1 7 15,0-2-5-15,2 2 0 0,2-2-3 0,20 9 3 0,11 0 1 16,0-2 0-16,-3-5 1 0,5 0-1 0,-2-1 0 16,3-1 0-16,-3 0 0 0,0 0 2 0,-1 2-1 15,-1-1 1-15,0 1-2 0,-3 0-2 0,-6-1 4 16,0 3-2-16,-7-2 3 0,4 1-4 0,-8-1 0 15,-6 0 4-15,0-1-1 0,-5-3 3 0,0 0 2 16,7 12-6-16,-1 1 5 0,-3 1-2 0,-3 1 3 16,-2 0-4-16,-4 4 4 0,-3 1-1 0,-4 1-4 15,5 5 5-15,-21 0-6 0,-5-4 7 0,-1 6-3 0,-3-6-2 16,-1 4-1-16,0 4 3 0,-2 3-4 0,0 0 5 16,0-3-5-16,0-2 3 0,2-2 6 0,5-4-5 15,4 1 5-15,6-5-4 0,7-1-6 0,2-4 2 0,6-2-4 16,3-2 2-16,2-1-2 0,-1-3-3 0,-1 1 3 15,2-2-3-15,2-1 4 0,0 1 1 0,2 0 0 16,0-2-1-16,9 1 2 0,22 3-1 0,1-6 3 16,1-6-2-16,-2-3 0 0,-1-2-1 0,0-4 0 15,1 0 2-15,-3 4-2 0,-1 0 0 0,-1 2 0 16,-4 3-2-16,-1 2 0 0,-5 2 1 0,-5 2 0 16,0 0 1-16,-5 2-2 0,1 4 2 0,-7-6 0 0,0 24 5 15,14 4-5-15,-4 5 0 0,-7 4 0 0,-5 2 5 16,-4 8-5-16,-3 1 1 0,-2 4-3 0,-2 2 2 15,-1 0 3-15,1 0-1 0,0-2 1 0,2-2-3 0,1-2 0 16,5-2 1-16,-1 3-1 0,2-5 2 0,2-1 2 16,2 0-3-16,2-4 3 0,3 0-2 0,1 0-2 15,1-6 1-15,0-1-1 0,2-1 1 0,0-1 2 16,1 0 1-16,-1-6-1 0,0 0-1 0,-2-6-3 16,-1-3 0-16,-1-4-1 0,-3-3 3 0,-1-3-14 15,-3-3-13-15,4 2-5 0,0 0-83 0,0-2-236 16,-3-1-102-16</inkml:trace>
  <inkml:trace contextRef="#ctx1" brushRef="#br0" timeOffset="-74831.06">3396 6895 341 0,'-2'-2'63'0,"-1"0"108"0,-1 1-73 15,-11-7-5-15,-2-1 7 0,3 0-7 0,1 1 3 16,0 1-13-16,1 1-1 0,1 1-4 0,0-1-6 15,2 2 3-15,-2-1-2 0,1 1 1 0,-1 0-8 16,4 2 1-16,-2 1 2 0,-3-3 0 0,5 2 5 16,0 0-11-16,-1 0 1 0,6 2-6 0,-1 0-14 0,1 0 5 15,-2 0-13-15,0 0 7 0,1 0-28 0,1 0-3 16,0 0 4-16,0 0-2 0,0 0 6 0,2 0 14 16,2 0-8-16,2 2 9 0,14 2-13 0,27 3 0 15,5-1-3-15,15-2-1 0,0-1-9 0,9 1 1 16,2-2 3-16,2 0-3 0,2 0 0 0,-2-2-5 15,6 1 1-15,-1 1-2 0,6 2 0 0,4 2-2 16,-4-5 3-16,0 1-1 0,-3 0 4 0,-6 0-8 0,0 0-1 16,-2 0-1-16,-4-2 7 0,2-4-3 0,0-2 2 15,-2 3-4-15,2-1-1 0,-9-2 5 0,-2 3-4 16,-7-3 7-16,-8 1-7 0,-2-1 0 0,-3 0 2 16,-6 3-1-16,-2-1 5 0,-2 0-6 0,0 1 4 0,-3 1-4 15,0 0 1-15,-6 0 2 0,-2 2-3 0,-2 0 4 16,-3 0-2-16,-5 0 4 0,-1 0-5 0,-3 0 3 15,-3 0-10-15,-1 0 4 0,-4 0-1 0,1 0 2 16,1 0-6-16,0 0-23 0,-1 0-26 0,1 2-7 16,0-2-146-16,-2 0-165 0,1 0-107 0</inkml:trace>
  <inkml:trace contextRef="#ctx1" brushRef="#br0" timeOffset="-74412.5">6124 5831 1538 0,'0'-2'4'0,"0"1"1"0,0-1 31 0,-4-22-5 15,0 5 17-15,2 4 41 0,1 2 17 16,-1 2-7-16,2 5 2 0,0 1-49 0,0 3 3 0,0 0-3 15,-2-2 2-15,0 1-17 0,0-1-11 0,0 2 5 16,0 0-5-16,1 2 11 0,-3 0-6 0,0 2 1 16,0 2-3-16,3 13-7 0,-7 16-4 0,3 4-3 0,-1 8 1 15,-1 3 0-15,5 8-3 0,-4 9-1 0,1 3-1 16,3 1 4-16,-4 5-3 0,4-7 3 0,-3 4-4 16,1 1-2-16,-26-3 2 0,17 1-2 0,10 1 2 15,3 3-7-15,1 2 7 0,3 0-4 0,2-3 4 16,-3-1-5-16,-1-3 2 0,-2-2-1 0,0 0 1 15,0-4-8-15,-3 2 9 0,-1-4-5 0,-2-3 5 16,3-1-8-16,1 1 0 0,2-8 1 0,0-4-1 0,0-3 2 16,0-8-3-16,2 2-2 0,-1-11 0 0,3-1 2 15,0-3-22-15,-2-5-10 0,1-1-13 0,1-3-106 0,2-2-162 16,-4-7-71-16</inkml:trace>
  <inkml:trace contextRef="#ctx1" brushRef="#br0" timeOffset="-74082.58">6172 7244 1830 0,'0'0'39'0,"-2"0"8"0,0 0-7 0,0-2-13 16,1 1-1-16,-1 1 26 0,0 0 25 0,0 0-13 15,0 0 12-15,0 0-50 0,0 0-9 0,2 0 2 0,0 1-2 16,2 1 28-16,0 2-5 0,0 7 9 0,22 10-9 16,4-1 0-16,5 4-5 0,5 2-3 0,6 0 0 15,6 0-7-15,2 4-4 0,6-2 3 0,-4-1-3 16,-2 3 2-16,3 0-11 0,-8-4 0 0,-1 0-2 16,2 2-2-16,-5-4 0 0,-2 0-3 0,-6-2 1 15,-1-1-9-15,-3-1 5 0,-3-1-2 0,0-1 3 16,-6-7-3-16,1 2-11 0,-5-3-1 0,-3-3-6 15,0 2-44-15,-4-5-72 0,-2 2-12 0,1-3-23 0,-9-3-87 16,1 0-185-16</inkml:trace>
  <inkml:trace contextRef="#ctx1" brushRef="#br0" timeOffset="-73835.24">6824 7267 1491 0,'0'0'42'0,"-2"0"41"0,0 0 24 0,0 0-8 16,0 1 11-16,0 1-9 0,1 2 13 0,-5 13-30 0,0 7-5 16,3 2-7-16,1 3-7 0,2 1 3 0,0 0-1 15,0 0 0-15,4-1-12 0,-1 1-1 0,3 0-5 16,-1-2 1-16,1 1-21 0,0-1 1 0,-3-2-5 16,-1 4 2-16,-2-2-13 0,-4 1-1 0,-3-1 1 15,-4-4-2-15,-6 2-3 0,4 2-6 0,-28-2 1 0,-1 0-3 16,-7 0-6-16,-5-3-15 0,8 4-16 0,3-6-6 15,4-3-104-15,8-3-102 0,7-4-24 0,7-1-34 16,10-3-177-16</inkml:trace>
  <inkml:trace contextRef="#ctx1" brushRef="#br0" timeOffset="-73039.59">7123 7762 1356 0,'-2'0'85'0,"0"0"166"0,0 0-127 0,0 0 6 15,-1 0 11-15,-1 0-10 0,0 2-13 0,0 0-43 16,1 0-2-16,-1 0-16 0,0 0-26 0,1 1 11 16,-3 7-4-16,-3 10 6 0,1 0-5 0,3 3-2 15,1 8-3-15,2 5 0 0,2 3-7 0,0 3-1 16,0-3-3-16,0 4 0 0,0 0-16 0,0-1 2 0,0 1-3 15,0 2 3-15,-2 1-3 0,0 0-2 0,1-1 1 16,-1-4-1-16,0-2-2 0,0 0 7 0,2-4-5 16,0-3 6-16,0-4-8 0,0-10 3 0,0 1-2 15,0-3 2-15,0 7-1 0,0-9-4 0,2 1 3 16,-2-7-2-16,0-3 5 0,2 5-6 0,0-3 2 16,-1-1-4-16,-1-5 2 0,0 1 0 0,2 2 3 0,0 0 0 15,0-1 2-15,0 1-4 0,0 0 2 0,0 0-1 16,-1-1 6-16,-1 1-1 0,0 0-3 0,0-1 0 15,0 1-5-15,-1 0 5 0,1-2-3 0,-4 3 5 16,-4 5-5-16,1 1 2 0,-12 0-2 0,1 0 2 16,-4-2 2-16,-1 4 0 0,-5 0 0 0,1 0 0 15,-1 0-5-15,-6 2 1 0,3-2 1 0,1 0-1 16,-2-4 5-16,12 3-5 0,5-3 3 0,2 0-4 0,4 0-1 16,0-3 6-16,1 0-5 0,-1-3 5 0,5 1-11 0,2 0 4 15,-1-1-2-15,1 1 3 0,0 0-4 0,0 0 4 16,2-1-1-16,0 1 2 0,0 0 0 0,2 1 0 15,-2-3 0-15,18 0 1 0,10 17 4 0,2-8-4 16,2-4 6-16,-3-3-6 0,3-2 3 0,-1-2 1 16,-1 0 0-16,0-2 1 0,1 0-2 0,-3 0 0 15,-2 0-4-15,-2 0 2 0,-1 2-2 0,-5 0-1 16,-3 0 2-16,-2 0 0 0,-4 0 5 0,-1 2 4 16,-3 0-8-16,-3-2 5 0,2 4-8 0,0 0 7 15,1 7 0-15,-1 9 2 0,-4 1 2 0,-6 3-4 16,-7 2 1-16,-1-4-4 0,2 0-6 0,-15 2 8 0,-5-1-3 15,2-1 6-15,-1-4-6 0,3 3-3 0,0-3 0 16,4-1-3-16,5 0 6 0,3-4-4 0,3-2 2 16,5-4-4-16,3 1-2 0,1-3 2 0,0 1-5 15,2 0 4-15,2-5-3 0,0 5 1 0,0 1 4 0,0-3-3 16,4 2 5-16,7 3 0 0,15-3 1 0,4 3 0 16,0 6 1-16,1-2-1 0,-1 5-1 0,0 3-1 15,-3-1 2-15,-2 6 0 0,-3 4 3 0,-4 0-1 16,-1 3 8-16,-2 0-8 0,-4-3 1 0,-3 2-3 15,-5-3 4-15,1 1-4 0,-2-6 5 0,13-2-5 16,-4 1 3-16,-4-3-3 0,-3-3 0 0,-2-2 0 0,0-2 3 16,-2-2-6-16,0-2-3 0,0-3-6 0,0-3-45 15,0-1-94-15,0 2-36 0,0 0-34 0,0-2-267 16</inkml:trace>
  <inkml:trace contextRef="#ctx0" brushRef="#br0" timeOffset="164523.49">15495 14426 0</inkml:trace>
  <inkml:trace contextRef="#ctx1" brushRef="#br0" timeOffset="-72399.77">5912 6318 955 0,'0'0'56'0,"-2"0"68"0,0 0-22 16,1 0 9-16,-1 0-4 0,0 0 6 0,0 0-9 0,0 0-35 15,2 0 1-15,0 0-12 0,0-2-5 0,0 0 5 16,0 0 5-16,0 0-3 0,2 0 1 0,0-1 8 16,0-1-1-16,27-11 4 0,7-2-5 0,3-1-4 15,3-3-5-15,7-3 1 0,3-2-21 0,7 2-12 16,8-4 3-16,7 4-4 0,10 6-3 0,-3-5-9 15,-6 7-5-15,-5 3 1 0,-14 2-7 0,-6 5 1 16,-2 0-1-16,-11 5 0 0,-1-1-1 0,-7 0 2 16,-3-15-2-16,-7 8 2 0,-4 3 2 0,-4 3-3 15,-2 1 2-15,-3 2-3 0,-2 0-6 0,-1 0 4 0,-1 0-3 16,0 0 1-16,2-2-27 0,-1 0-82 0,1 0-25 16,0-2-31-16,0 1-210 0</inkml:trace>
  <inkml:trace contextRef="#ctx1" brushRef="#br0" timeOffset="-71311.25">7074 2573 838 0,'0'-2'33'0,"0"0"-8"0,0-2 69 0,0-5 4 15,-1-10 9-15,-3 1 0 0,0 1 11 0,0 2-9 0,-1 2 5 16,-1 2-41-16,3 2-9 0,-1 1-5 0,0 3 0 16,0-1-21-16,4 4-1 0,0 1-3 0,-3-3 2 15,-1 0-16-15,0 0 3 0,1 3-2 0,-1-1 3 16,2 0-2-16,0 0-1 0,-2 2 0 0,1 0 0 15,-1 0 10-15,0 2-9 0,1 2 6 0,-12 18-7 16,-2 13-1-16,2 4-6 0,0 8 0 0,4 6-1 16,-2 3 0-16,2 7-2 0,2 0-4 0,1 1 2 15,1-1-9-15,1-6 6 0,3-1-4 0,-1-4 5 0,2-6-5 16,0-3 1-16,0-2 5 0,2 0-3 0,0-2 5 16,0-4-2-16,0 0-1 0,2-5 1 0,0-2 5 0,0-6 10 15,2 0-3-15,-3-7 4 0,1-2-12 0,0-3-2 16,0-3 2-16,0 0-2 0,0-1 0 0,-2-4-2 15,2 2 2-15,-1-1 0 0,1 1 15 0,0-2 11 16,0 0-6-16,0-1 6 0,-2 1-28 0,0 0 3 16,-2 0-4-16,0 0 4 0,0-2-3 0,-20 9-4 15,-10 2 1-15,3-1-2 0,-3-1-3 0,-3 2 0 16,3 0 0-16,-5 2 0 0,4 0 2 0,3-2-2 16,2 0 0-16,8-1 0 0,-1-1 3 0,7-2-3 0,-1 1 1 15,9-6-2-15,2 0 1 0,1-1 0 0,-1 3-1 16,2 0-1-16,0 0-3 0,2-1-1 0,0 1 4 15,2 0-3-15,0-4 1 0,31 20 1 0,-5-7-2 16,9-2 2-16,-1-1 1 0,1-3 4 0,4 2-4 16,-1-1 2-16,-2-1-6 0,-3 1 6 0,0-1 2 0,-5 0 1 15,0 3-3-15,-6-1 5 0,-4 0-5 0,-3 1 4 16,-2-1 1-16,-4-7-4 0,-4 16 4 0,-1 3-4 16,-4-1 5-16,13 1 4 0,-6 3-1 0,-5 2 3 15,-4 0 3-15,-8 3 3 0,-3 3-1 0,-6 0-1 16,14 3-9-16,-25 0 2 0,-6-2-4 0,5 3 5 15,-5-3 2-15,-1-1-8 0,3-1 2 0,1-5-6 16,3 0 0-16,7-5 0 0,-1-3 2 0,5-1-1 0,3-6-2 16,4-2-4-16,5-1 1 0,-1-1-1 0,4-1 4 15,0-1-17-15,2-3 10 0,0 2-9 0,2 0 17 16,0-1-1-16,2-1-3 0,24 8 0 0,1-5-2 0,1-3 0 16,2-2 1-16,-1 0 0 0,-1 0 5 0,2 2-4 15,-3 3 1-15,-1 5-2 0,-2 3 2 0,-2-2 3 16,-3 24 0-16,-5 10 2 0,-1 1 2 0,-7 6-5 15,-1 2 4-15,-3 0-4 0,-2 1 8 0,26 5-5 16,-14 5-2-16,-6-2 0 0,-4 0 5 0,-4-3-4 16,0-5 5-16,0-3-5 0,0-3 0 0,0-5 5 15,1-3-3-15,1-6 4 0,0-1 5 0,0-1 3 16,0-5 3-16,0-2-2 0,1 0 0 0,1 0 3 0,0-2-3 16,-2 0 3-16,0 2-6 0,-1-2 2 0,-1 0-3 15,0 1 2-15,0-1-8 0,0-2 1 0,0-2-2 16,0-1 2-16,0-6-8 0,0-4 1 0,0-1-4 0,0-3 3 15,2-1-12-15,0 0-19 0,0-1-7 16,2-1-8-16,-2-2-56 0,14 0-143 0,10-5-42 0,4-12-71 16,14 6-508-16</inkml:trace>
  <inkml:trace contextRef="#ctx1" brushRef="#br0" timeOffset="-67598.67">3218 3594 256 0,'0'0'55'0,"0"0"14"16,0 0 99-16,0 2 28 0,0 0-5 0,-2-1-14 0,0 1-72 15,0 0 0-15,2 0-10 0,-1 0-22 0,1 0-8 16,-2 0-5-16,2-2 1 0,-2 0-13 0,2 0 1 15,0 0-4-15,0 0 2 0,0 0-12 0,0 0-2 16,0 0 2-16,0 0-2 0,0 0-2 0,0 0-1 16,0 0-1-16,0 0 0 0,0 0-2 0,0 0-1 15,0-2-3-15,0 0 1 0,0 0-10 0,4-20-5 16,-1-1 3-16,-1-2-3 0,2-5 8 0,-2 0-14 0,-2-1 7 16,0-1-7-16,0-1 11 0,-2-3-8 0,-2-3 3 15,0-3-4-15,-1-3 3 0,-1-5-1 0,1 0-3 16,-1-4 2-16,-1-6-4 0,-1-1 2 0,3 4 0 15,-3 1 2-15,1 8 1 0,1 7-3 0,1 2 4 0,1 7-3 16,-2 4 11-16,1 4 1 0,1 2-2 0,-1 3 0 16,1 1-12-16,0 1 4 0,0 0-5 0,3 3 4 15,-1 1-5-15,0 1-2 0,2 3 2 0,0 2-1 16,0-1 1-16,0 5-1 0,0-3-1 0,0 0 0 16,0 3 1-16,0 1 0 0,0-2-1 0,0 0-3 15,0 1-3-15,0 1 7 0,0 0-1 0,0 0 2 0,0 0-6 16,0 0 9-16,0 1-3 0,0-1 6 0,0 0 2 15,0 0-3-15,0 0-3 0,2 0 0 0,0 2-5 0,-2 0 10 16,1 0 1-16,-1 0 2 0,0 0-7 0,0 0 6 16,0 0 2-16,0 0 1 0,0 0 11 0,0 0-1 15,0 0-1-15,0 0-1 0,0-2-6 0,0 1-4 16,0-1 2-16,0 0-3 0,0 0 0 0,0 0-2 16,-1 0 0-16,-1 0 0 0,0 1 5 0,-2-1-5 15,-14-8 4-15,-8-1-6 0,-2 2 0 0,-11-2-2 16,-2 3-3-16,-9 1 1 0,-8 3-7 0,-5 2 2 15,-2 2 2-15,0 0 0 0,4 2 0 0,13-2 7 16,-1 2-6-16,10 0 6 0,4 0-7 0,0-2 5 0,5 0 2 16,4 0-1-16,-6-2-2 0,8 2 0 0,0-2-2 15,-2-2 1-15,6 1 1 0,-4-3-3 0,1 2 0 16,5 1-1-16,-3-1 2 0,-1 0-2 0,-2 1 1 16,-4-3-2-16,0 0 1 0,2 3 1 0,-2-1 0 15,2 0 0-15,-3 1 0 0,-1 1 1 0,-2 0-2 0,3 2 2 16,-1 2 1-16,2 0-6 0,0 1 4 0,2 1-4 15,0 0 9-15,4-1-6 0,2 1 1 0,-5 4-3 16,5-1 3-16,1 0 1 0,-5 5 0 0,2-1 0 16,2-2-2-16,-6 4 0 0,5-2-1 0,-3 4 1 15,2-13-3-15,5 16 0 0,2 5 2 0,4-1-2 0,2 4 1 16,1 0 4-16,-1 4-2 0,-9-1 3 0,5 3-6 16,3 3 7-16,7 4-3 0,1 2 5 0,2 0-6 0,0 4 0 15,0-5 1-15,0 3 0 0,0 0 1 0,0-6-1 16,0 4 0-16,0-4-1 0,0 4 2 0,0 1-5 15,-4 1 6-15,0 4-4 0,2-3 4 0,2 3-1 16,0 1-2-16,-1 6 1 0,-1 3 0 0,0 5 3 16,2 2-3-16,0 1 2 0,2 2-8 0,3-4 8 15,1 2-1-15,-2-1 3 0,-1 1-7 0,-1-2 5 16,-2 2-3-16,0 2 5 0,2-1-4 0,-2 7-3 16,0-1 5-16,4 1-4 0,-4-3 6 0,0-9-2 15,0-1-2-15,-2-6 0 0,-4-2-1 0,-1-4 2 0,-2-2 1 16,-4-1-1-16,3-2-2 0,1-3 1 0,0 1 0 15,1-2 0-15,3 0 0 0,1-5 5 0,2-1-4 16,0-1 4-16,2-6-8 0,0 0 2 0,2-2 1 16,4-4 1-16,-1 1 1 0,3-3-1 0,-3-3 3 15,3 0-1-15,-3-2 3 0,1 0-3 0,-1 0-2 0,-1-7 2 16,0 1 6-16,1 2-6 0,-5-7 1 0,6 7-3 16,-4-5 1-16,2 2-3 0,-4-4 5 0,0-1-5 15,1 3 5-15,-1-2-4 0,2 2-2 0,0-1-1 16,0 1-3-16,0 0-16 0,-2-2-3 0,4 1-6 15,-1 1-27-15,-1 0-23 0,0-1-1 0,0 1-12 16,0 0-59-16,0 0-162 0,-2-1-41 0</inkml:trace>
  <inkml:trace contextRef="#ctx1" brushRef="#br0" timeOffset="-67150.09">388 5722 1186 0,'-2'0'54'0,"1"0"-7"0,-16 0 54 16,-7 0-14-16,5 0 5 0,6 0-32 0,2 0 6 15,0 0 4-15,3 0-3 0,1 0-18 0,3 0-14 16,2 0-1-16,-1 2-4 0,-1-1-3 0,0 1 10 0,1 0-10 16,1 0 8-16,0 0-17 0,0 0 4 0,0 0-1 15,0-1 2-15,0 1-5 0,2 0 4 0,0 2 1 16,0 0 1-16,2-1-8 0,0 3 1 0,4 1-4 15,5 3 4-15,20-1 4 0,8-2 4 0,8 1 7 0,5-5-3 16,0-1 10-16,7 26-7 0,-1-15 3 0,1-9-3 16,-1-6 1-16,-4 0-19 0,5-3 1 0,0-1-7 15,10 0 0-15,4 1-3 0,8-1 0 0,1 3-1 16,-10 1-2-16,-5 0 0 0,-15 2 1 0,-5 0 0 16,-6 0 0-16,-8 0 4 0,-5 0-7 0,-6 0 7 15,2 0-7-15,-5 0 9 0,-3 0 7 0,-1 0 0 16,-2 0 24-16,-3 0-9 0,-1 0 0 0,-4 0-3 0,1 0-9 15,0 0-7-15,-3 0-3 0,3 0 0 0,-1 0-7 16,1 0 3-16,0 0-1 0,1 0 1 0,-1 0-5 16,1 0-3-16,0 0 3 0,1 0-4 0,-1 0-4 0,1 0 2 15,-1 0-10-15,-1 0 6 0,3 2-26 0,-5-2-75 16,-2 0-8-16,1 2-28 0,1-1-71 0,-2 1-66 16,0 2-42-16</inkml:trace>
  <inkml:trace contextRef="#ctx1" brushRef="#br0" timeOffset="-66791.41">1044 6626 842 0,'-2'0'114'0,"0"2"198"15,0 0-197-15,-2 0-31 0,1-1 4 0,-1 1-13 16,0 0 1-16,1 0-23 0,-1 0 3 0,2 0-11 16,0 0 0-16,0-1 9 0,0 1 6 0,1 0 0 15,-1 0 10-15,2 0-4 0,0 0-1 0,2 1 0 16,-1 1-1-16,1 0-12 0,2-2 2 0,26 0-3 0,3 1 5 16,6-1-3-16,2 0-1 0,0 20-2 0,-2-9-13 0,0-7-9 15,-2-4 2-15,0-2-4 0,0 0-7 0,-5 0-8 16,-4-2 0-16,-6 0-3 0,0 2-4 0,-5 0 4 15,-2-2-8-15,-4 2 5 0,0 0-10 0,-4 0 1 16,-1 0 3-16,0 0-3 0,-5 0-8 0,1 0-30 16,2 0-11-16,0 0-15 0,-1 0-106 0,-1 0-85 15,0 0-10-15,0 0-30 0,-2 2-111 0</inkml:trace>
  <inkml:trace contextRef="#ctx1" brushRef="#br0" timeOffset="-66418.59">1413 6875 857 0,'0'0'251'0,"-2"0"-286"0,1 0 302 16,-1 0-147-16,0 0 16 0,0-2 7 0,-2 0-5 15,1 2 3-15,-1 0-30 0,-4 0-30 0,-1 0-4 0,-4 0-7 16,11 0-16-16,-7 2-11 0,5-2-3 0,1 2-1 16,-7 7-2-16,7 21-12 0,-3-2 7 0,-16 9-9 15,7 2-4-15,2 2 1 0,2 1-7 0,-2 7 4 16,0 3-10-16,3 0 1 0,3 5-4 0,3 1 3 15,2 3-5-15,1 4 2 0,1 4-4 0,1 3 3 0,1 2-5 16,0-3 4-16,0 3 1 0,0 0 0 0,2-1-4 16,3 1 1-16,4 0 0 0,0-1 0 0,0-1 3 15,-3 4-4-15,-1 0 4 0,-1 1-3 0,-1-3 13 16,1-2-13-16,-2-1 2 0,-1 1-5 0,-1-1 5 0,-2-3 0 16,-3 1 1-16,-3-2 0 0,2-4 8 0,2-2-10 15,4-5 7-15,2-4-8 0,-2-2 4 0,0-5 1 16,-2-1-5-16,2 1 5 0,-2-2 0 0,0-4-4 15,3 1 4-15,1-6-4 0,0-4-1 0,-2-3 3 16,-1-4-7-16,-1-5 4 0,0-3-12 0,0-2-1 16,0-4-4-16,2-1-3 0,-2-4-34 0,0-3-69 15,2 3-4-15,0 0-29 0,0 0-85 0,0-3-256 0</inkml:trace>
  <inkml:trace contextRef="#ctx1" brushRef="#br0" timeOffset="-66046.69">836 10351 682 0,'0'1'221'0,"-2"1"42"0,0 0-68 16,0 0-95-16,0 0-22 0,1 0-25 0,-1 0 14 16,0-1-4-16,0 1 10 0,2 0 7 0,0 0 5 15,0 0 0-15,2-2 4 0,0 0 16 0,1 0-14 16,22 0 6-16,-1-4-13 0,5-3-17 0,1-3-26 16,3-1-6-16,1 4-6 0,-3 1-20 0,7-3 1 15,-5 3 2-15,-1 3-1 0,1-1-4 0,-5 2-6 16,0 2 1-16,0 2-1 0,-8 0 3 0,-3 0 3 15,-1 0-6-15,-4-1 4 0,4 1-5 0,-1 0-2 0,2 2-3 16,-4-2-2-16,-6 0-26 0,3-1-41 0,-5 1-11 16,3 0-16-16,-1 0-102 0,-3-2-138 0,-1 2-66 15</inkml:trace>
  <inkml:trace contextRef="#ctx1" brushRef="#br0" timeOffset="-65905.42">1157 10659 2057 0,'0'0'71'16,"0"0"-6"-16,0 2 12 0,0-1 1 0,0 1-20 16,2 0 10-16,0-2-15 0,1 0-2 0,18 2-10 15,-1-2-34-15,10-2-11 0,-4-3-7 0,-7-3-4 0,8-7-43 16,-2 10-116-16,1-31-44 0,1-10-49 0,5-8-380 16</inkml:trace>
  <inkml:trace contextRef="#ctx1" brushRef="#br0" timeOffset="-65270.7">2104 6448 129 0,'0'0'60'0,"0"0"-18"16,0-2 66-16,0 0-15 0,0 0-5 0,0 0-18 15,0 0-2-15,0 1-3 0,0-3 1 0,0 0-7 16,0 0 7-16,-7-10-6 0,-1-3 21 0,1 0-3 15,-4-3 1-15,-1 1-3 0,1-1-2 0,-2-4 2 16,4 5-2-16,2-1 2 0,1 5-9 0,0 0-4 16,1 2-7-16,1 4 2 0,0-1-15 0,3 5-1 0,1 1 5 15,-2-2-5-15,2 3 3 0,0 1 5 0,-2-2-2 16,0 0 4-16,0 1 1 0,0 1-6 0,0 0-2 16,1 0-3-16,-1 0-15 0,0 2-7 0,0 0 5 0,0 2-5 15,0 2 9-15,-7 18 0 0,-2 10-4 0,2 1 3 16,1 6-2-16,1 0-2 0,-1 2 0 0,1 2-2 15,-1-2 4-15,3-1-4 0,-1-1-2 0,3 0-1 16,1-3-13-16,0-5-2 0,0-1 4 0,2-4-5 16,0-2 0-16,0-4-3 0,0-3 1 0,0-2 0 15,0-4-2-15,0-3 0 0,0-1-6 0,0-1 4 16,2-3-9-16,0 1-23 0,0 0-10 0,-2-2-6 16,0-1-49-16,0 1-25 0,0-2-3 0,0 0-11 0,0-2-51 15,0 1-93-15,0-1-41 0</inkml:trace>
  <inkml:trace contextRef="#ctx1" brushRef="#br0" timeOffset="-64968.77">2161 6075 863 0,'0'0'82'0,"0"0"-3"0,0 0 74 16,0 0-14-16,-1 1 4 0,-1 1-37 0,0 0-30 15,0 2-8-15,0-1-7 0,-2 9-27 0,-1 4-13 16,-1 7 5-16,3-3-8 0,1-1-2 0,2-1 6 15,0-1-2-15,0-2 4 0,2-2-2 0,1 2-6 0,7 3 3 16,1 3-3-16,0-3 12 0,0-1-3 0,-2-2 1 16,-5 0-2-16,5 3 2 0,1 4-2 0,-1-1 2 15,-2 5-2-15,3-4 13 0,-5 0 7 0,3 3 1 0,-5-5 1 16,12 0 5-16,-6 1-4 0,-1-1 1 0,-4 1-2 16,-3-3 6-16,-1-1-21 0,0 0 1 0,-1-4-10 15,-1 2-15-15,-2-4 0 0,0-2 0 0,1-2 0 16,1-3-9-16,0 0-9 0,-2-1-10 0,2-3-2 15,-14 10-61-15,-5-3-68 0,-1-3-12 0,0-4-25 16,5-4-115-16</inkml:trace>
  <inkml:trace contextRef="#ctx1" brushRef="#br0" timeOffset="-64782.5">2254 6197 1589 0,'0'0'64'0,"0"-2"46"0,0 0 39 0,0 0-42 15,0 1 3-15,0-1-15 0,0-2-12 0,2 0-35 16,0 1-7-16,0-1-8 0,0 0-29 0,0 0 2 16,-1 3-5-16,1-1 3 0,0 0-9 0,0 0-5 15,0 0-6-15,0 0-4 0,1 0-61 0,1-1-47 16,0 1-11-16,3-2-13 0,-1 0-62 0,1 1-154 0</inkml:trace>
  <inkml:trace contextRef="#ctx1" brushRef="#br0" timeOffset="-64473.14">2399 6139 1189 0,'0'0'51'0,"0"0"-4"0,0 0 70 0,0 0-1 0,-2 0 6 16,0 0-3-16,2 0-39 0,-1 0-7 0,-1 2-12 16,2 0-38-16,0 0 14 0,0 2 2 0,0 9 3 15,0 9-8-15,0 4-11 0,0 2-4 0,0 2 1 16,2 3 3-16,1 0-3 0,1-1 3 0,2-2-3 0,-1-2-2 15,-1-4 0-15,0-4 1 0,1-1-1 0,1 1 7 16,-3-5 4-16,1-2-1 0,0 0 2 0,-2-6 8 16,0 1-6-16,-1-3 4 0,-1-1-5 0,0-2 4 0,2 2-8 15,0-1 3-15,0-1-4 0,2 0 13 0,-1 0-13 16,1-2-1-16,0 0-6 0,3-2-8 0,4-5 1 16,4-4-2-16,-2-17 0 0,0-4-5 0,-2 2-2 15,-1-1 4-15,-3-1-3 0,1 6 6 0,-5-5-6 16,1 1-2-16,15 0-1 0,-6 1 2 0,-6-1-5 15,-1 4-3-15,-3-2-4 0,-1 4-33 0,0-2-79 16,2-6-21-16,1 5-32 0,1-5-201 0</inkml:trace>
  <inkml:trace contextRef="#ctx1" brushRef="#br0" timeOffset="-63143.2">7390 2354 461 0,'-2'0'0'0,"0"-2"10"0,-1 0 106 16,-3-2 3-16,-7-5 20 0,-7-6-33 0,3 4 0 0,0 0-35 15,-1-2 0-15,-1 2-4 0,0 0-13 0,3 3-2 16,-5-1-2-16,3 3 2 0,-1 1 0 0,-1 1 5 16,-1 2-5-16,1 2 6 0,1 2-6 0,3 0 11 15,-1 2-3-15,4-1 4 0,4-1-13 0,1 0-15 16,6-2-3-16,1 0-6 0,-3 2-23 0,2 0 9 15,0 0 0-15,2-1 4 0,2 1 1 0,7 2-2 16,41 9 0-16,17-7 0 0,13-3-2 0,13-3-3 0,3-2-2 16,-3-3 1-16,2-3-2 0,2-3 1 0,8-2 4 15,18 0-3-15,-1-2 2 0,8 1 2 0,-7 1 1 16,-8-2 0-16,0 4-6 0,2-1 7 0,6 3-10 16,-4 2 9-16,-4 1-12 0,-13 1 0 0,-8 1 2 0,-4 2-1 15,-1 2 5-15,2 2-7 0,-10 2 1 0,3 3-3 16,-8 0-2-16,-9-1 5 0,0 1-1 0,-13-1 4 15,-6 1-6-15,-4-1 4 0,-3 0 0 0,-2-3 2 16,0-1-2-16,0 2-3 0,-3-2-3 0,-1 0 2 16,2-1 4-16,-4-1-1 0,1 2 3 0,-1 0-4 15,-11-2 4-15,-3 0-2 0,-2 2 5 0,-10-2-2 16,6 2 11-16,-2 0 6 0,-9-2-4 0,7 3 3 0,-7-3-10 16,2 2 8-16,5 4-2 0,-3 5 3 0,-4 6-3 15,0 3-3-15,12 1 1 0,-2 3-2 0,-5 2-2 16,-1 3-9-16,-3 1 2 0,-1 5-4 0,-2 2 4 15,-2 4-4-15,0 8 3 0,-1 6-4 0,1 7 0 0,-2 4-1 16,0 7 0-16,1-1 0 0,-1-1 1 0,-2-1 2 16,3-3-2-16,-1-2 2 0,0-4-3 0,2 3 1 15,2-7 0-15,2 1 1 0,2 1-2 0,0-3 2 16,1 1 2-16,1-3 1 0,-1 0 4 0,1 4-4 16,1-3 1-16,-1 3-1 0,1-2 3 0,-1-6 1 15,0-2 1-15,-3-5 0 0,-1 1 0 0,-2 3 2 16,0-3 0-16,-2 1 1 0,0-3 10 0,1-1-5 0,-1-5 1 15,2-3-2-15,0-5 4 0,0 0-2 0,-2-2-1 16,0-2-1-16,0-2-5 0,0-5 2 0,2-2 0 16,0-4 1-16,0 2-4 0,0 2-6 0,0-2-2 15,0 2-1-15,0-6 1 0,0 0-5 0,0 4 2 0,2-2-2 16,0-1 0-16,0-1-8 0,-2-5-9 0,2 1-2 16,-2-1-53-16,3 5-56 0,-1-3-2 0,0-3-18 15,0 3-11-15,0 0-172 0,0-3-1 0</inkml:trace>
  <inkml:trace contextRef="#ctx1" brushRef="#br0" timeOffset="-62785.21">9345 4882 1603 0,'-2'0'24'0,"0"0"-3"0,1 0 48 16,-16 2 2-16,6 0 9 0,3-2 9 0,5 0-61 16,-1 2 0-16,0 0-21 0,2 0-5 0,2 0 39 15,0-1-3-15,2 3 13 0,15 7-4 0,31 8 2 16,10-8-2-16,12-5 2 0,6-5 5 0,15-4-5 16,2-5 0-16,-2-3-3 0,4-4-11 0,0 0-6 0,9-1-2 15,14-3 0-15,3 2 3 0,3-3-5 0,-5 2 4 16,-4 3-7-16,-3-2 0 0,3 4 0 0,-7 4-4 15,-4 1 2-15,-4 5-3 0,-18-3-4 0,-6 0 4 16,-9 3-6-16,-8-3-5 0,-5 4-1 0,-6 0-3 16,-5-1 1-16,-2-1-3 0,-6 2 1 0,-4 0 0 0,-5 0-1 15,-5 2-6-15,-4 0 1 0,-12 0-6 0,3 0 4 16,-7 0-12-16,3 0-61 0,-2 0-11 0,0 0-25 16,0 2-98-16,-2 0-105 0,-2 0-40 0</inkml:trace>
  <inkml:trace contextRef="#ctx1" brushRef="#br0" timeOffset="-62478.16">10300 5681 1584 0,'0'0'34'0,"0"0"31"0,0 2 28 0,0 0 33 15,0-1-7-15,0 1 14 0,0 0-18 0,1 0-22 16,1-2 3-16,32 15-10 0,1-4 0 0,4-2-18 0,7 1 3 16,-1-5-9-16,1-1-11 0,3-2-8 0,-1-2-3 15,2 0-2-15,2 0-13 0,-4-2-9 0,1-2 3 16,-5 0-6-16,-1 1-8 0,-2 1-3 0,-2 0-1 16,-2 0-1-16,-2 2-7 0,-7 0-4 0,-2 0-11 15,-9 0 1-15,-1 2-52 0,-1 0-64 0,-2 0-18 0,-7-2-19 16,1 2-106-16,-3-1-63 0,0 1-83 0</inkml:trace>
  <inkml:trace contextRef="#ctx1" brushRef="#br0" timeOffset="-62097.92">10834 5926 1667 0,'-2'0'99'0,"1"0"-94"16,-1 2 127-16,-2 0-52 0,-5 1 41 15,1 1-6-15,-1 4-4 0,0 1-4 0,-1 9-41 0,5 8-23 16,-1-1-3-16,3 6-4 0,1 2 5 0,0 3-5 16,-19 3 1-16,8 0-4 0,6 3-14 0,1 5-2 15,5-1-4-15,-1 8 2 0,0 2-5 0,2 1-2 16,0 5 3-16,0 5-3 0,0 1-2 0,0 6-2 16,0 6 0-16,0 4 1 0,0-1-1 0,0 7 1 15,-2-5-1-15,0 2 3 0,-2 0 3 0,3 3 1 16,-3 1 0-16,0-2-1 0,2 0-7 0,0 4 1 0,-1-6 0 15,3 2 0-15,0-2-1 0,0-1 1 0,3-3-3 16,-1-1 3-16,2-2-4 0,2 3 3 0,1-3-1 16,2-7 2-16,2-1-1 0,1-3-6 0,-3-6 5 15,2 0-5-15,2-2 5 0,0-1-2 0,2-6 3 0,0-2-2 16,1 0 0-16,-1-2 1 0,-2-8-5 16,0-1 3-16,0-2 2 0,-2-2-2 0,1-1 3 0,-3-5-4 15,0-1-4-15,0-2 5 0,-1 0-3 0,-3-6 3 16,-1-2-3-16,0-3-6 0,-2-2 1 0,0-6-3 15,-1 0-10-15,-1-3-11 0,0-2-9 0,0-1-4 16,0 1-58-16,0-2-162 0,0 0-61 0</inkml:trace>
  <inkml:trace contextRef="#ctx1" brushRef="#br0" timeOffset="-61680.39">10287 10102 1768 0,'0'0'19'0,"0"0"-2"0,-2 0 29 0,0 0-11 15,0 2 8-15,0-2-24 0,2 1 17 0,0 1 2 16,2 0 5-16,2 0 2 0,27 2-9 0,14-2 1 0,1-2-2 16,4-4 2-16,4-2 2 0,-4-1-4 0,-3-2 1 15,-5-1-22-15,3 1-10 0,-6 0-4 0,-2-1-2 16,-5 3-24-16,-8 1-33 0,-2-1-5 0,-1 1-11 16,-5 3-47-16,-5 1-59 0,-3 2-6 0,-4 0-21 15,-1 0-54-15,-1 2-35 0,0 0-11 0,-2 5 6 16,-6 21 102-16,-7 5 358 0,-3 1-11 0,-1-6 122 15,13-1-8-15,-18-6-89 0,2-4 4 0,5 1-36 0,4-5-44 16,3-2-41-16,6-1-15 0,2-9-8 0,0 1-41 16,-2 2 12-16,1 0-4 0,1-2 5 0,1-1-13 15,3-1-69-15,22-13-43 0</inkml:trace>
  <inkml:trace contextRef="#ctx1" brushRef="#br0" timeOffset="-61266.67">12323 4856 1368 0,'0'0'36'0,"0"-1"-2"16,0-1 92-16,0 0-6 0,0 0 24 0,0 0 10 15,0 0-52-15,0 0 2 0,2 1-20 0,0 1-12 16,0 0 3-16,0 1-1 0,-2 3 0 0,2 31-2 0,-2 6-24 16,-6 4 3-16,-5 9-12 0,-4 1-7 0,0 7-14 15,-3 1-4-15,-1-2-3 0,-1-3-7 0,-1-4-1 16,3-6-2-16,1-6-1 0,2 1-7 0,4-9-11 16,2-5-3-16,5-6-8 0,2-7-64 0,2-1-99 15,0-6-21-15,0-5-27 0,2 0-81 0</inkml:trace>
  <inkml:trace contextRef="#ctx1" brushRef="#br0" timeOffset="-60950.3">12646 4689 1341 0,'0'0'32'0,"0"0"-4"0,-1 0 71 0,-1 0-4 0,-2 2 16 15,0 0-3-15,-1 2-29 0,-6 11 0 0,3 7-13 16,3 2-17-16,3 2-11 0,0-2 3 0,-15 0-4 15,6 2 3-15,7-2-10 0,4 2 3 0,0 0-3 16,6 2 12-16,5 0-9 0,2 0 4 0,4 2-5 16,1 1 9-16,-14-1 2 0,16-2 2 0,5 0 0 0,-7-2 6 15,1 0-15-15,3 2-1 0,-5-1-3 0,-4-1 5 16,-2-1 0-16,-2-1 5 0,-3-4-2 0,-3-1 6 16,9-4 3-16,-5-1-1 0,-1 3 0 0,-5-2-11 15,-1 2-6-15,-1-1-8 0,-1-8 1 0,-4 3-20 0,2-6-4 16,-9 1 1-16,-7 1-3 0,-4-3-4 0,-4 15-4 15,0-8-5-15,-2-6-2 0,1-3-37 0,3-2-72 16,2-2-18-16,1-5-22 0,5-2-109 0,5 7-80 16,0-32-83-16</inkml:trace>
  <inkml:trace contextRef="#ctx1" brushRef="#br0" timeOffset="-60544.16">12648 4907 1495 0,'0'0'23'0,"0"0"5"0,2-2 32 0,0 0 1 15,2 0 11-15,3-4 63 0,17 5-23 0,6-16-8 16,-2 0-6-16,5-3-46 0,4 3-5 0,2-1-8 16,-1-1 2-16,-5 2-23 0,-5 1-14 0,-2 1 5 0,0 0-9 15,-2 4 9-15,-2 1-4 0,2 1 0 0,-3 5-2 16,1-10-3-16,-5 4 10 0,-1 5 1 0,1 1 3 16,-2 2 10-16,2 2 4 0,-2 0-5 0,-1 4 4 15,1 3 1-15,-4 1 2 0,2 3 4 0,0 15-3 16,-1 5 2-16,1 1-8 0,-2 0 0 0,-2-1-5 15,2 2-8-15,-2 1-5 0,3 1 5 0,-3 2-4 16,-2-1 8-16,-3 1-9 0,3 2 0 0,-1-2-2 0,1-2 0 16,-1-3-1-16,11-6-2 0,-6-4 2 0,-6-7 5 15,1 0 10-15,0-2 3 0,-5-6 1 0,5 6 2 0,-6-11-3 16,0 0 2-16,4 2 0 0,-1-1 16 0,1-1 4 16,-2-2-4-16,9 2 2 0,-2-2-20 0,6-9-6 15,-2-8-2-15,4-31-2 0,-2-2-8 0,3-1-3 16,1 1 0-16,5 4-1 0,0 3 0 0,2 2 1 15,0 0 0-15,-2 4 1 0,0 2-4 0,1 2 4 16,-3 1-3-16,0 2 2 0,-1 3-4 0,-1-1-1 16,0 5-1-16,-1 7-2 0,0-5-20 0,-5 5-51 15,5-3-12-15,-2-5-23 0,-1 7-122 0,3-7-226 0,0-2-173 16</inkml:trace>
  <inkml:trace contextRef="#ctx0" brushRef="#br0" timeOffset="179631.33">19018 18525 0,'0'0'0,"0"0"0</inkml:trace>
  <inkml:trace contextRef="#ctx1" brushRef="#br0" timeOffset="-56529.12">2917 10499 1491 0,'-2'2'0'0,"-3"0"11"0,-19 11 112 0,7-4 3 16,2 0 18-16,0 1-44 0,11-9-1 0,3-1-75 16,-3 4 2-16,2 0-15 0,0 0 9 0,4-3 19 15,2 1-5-15,33 9 10 0,15-9 2 0,0-9-1 16,5-12 5-16,7-7-4 0,2 17-4 0,12-26-14 15,6 0-8-15,3 7-1 0,-9 0-14 0,-4 4-5 0,-14 3 5 16,-10 1-5-16,-2 11 6 0,-16 1-2 0,-1 6 4 16,-6-14-4-16,-7 6 0 0,-1 5-4 0,-6 3-9 15,-4 2 1-15,-1 0-43 0,-2 2-73 0,-1 0-10 0,1-1-25 16,-2 3-74-16,2 11-101 0,-4 0-81 0</inkml:trace>
  <inkml:trace contextRef="#ctx1" brushRef="#br0" timeOffset="-56356.55">3298 10872 1349 0,'0'2'172'16,"-2"0"41"-16,0 0-56 0,0 0-103 0,0 1 2 0,1-1-37 15,-1 0 35-15,2 0 1 0,0 0 11 0,2 0 3 16,1 0-21-16,12 3 4 0,13 3-10 0,-2-5-1 16,4-1-22-16,-3-2-2 0,5 0-5 0,-2 0-4 15,-1 0-5-15,-1 0 1 0,2-2-5 0,0-1-26 0,1-5-103 16,1-3-22-16,1-4-42 0,3-5-220 0</inkml:trace>
  <inkml:trace contextRef="#ctx1" brushRef="#br0" timeOffset="-55238.56">4531 6761 797 0,'0'0'65'15,"-2"0"100"-15,0 0-78 0,0 0-2 0,0 0 3 0,0 0-1 16,1 0 9-16,-1 0-25 0,0 0-3 0,0 0-9 16,0 0-24-16,0 0-6 0,0 0 1 0,1 0-3 15,-1 2 3-15,0 0 8 0,0 0-2 0,0 2 5 16,-3 7 2-16,-5 11-3 0,5 6 6 0,1-2-5 15,2 0 0-15,2 0-4 0,0-7-6 0,0 1 2 16,2 4-12-16,0-9-9 0,2 4 1 0,-1-6-4 16,-1-6-3-16,4 2 9 0,-3-3-4 0,-3-4 6 0,8 3-7 15,1 1 5-15,0-2 0 0,4 1 1 0,0-3 5 16,-1-2-7-16,-1 0 6 0,0-4-6 0,0-1 5 16,-2-3-1-16,1-5-2 0,-1-9 2 0,-4 2-3 0,-1 1 6 15,-2 0-4-15,9 3 6 0,-3 1 0 0,-3 2-7 16,-1 0 4-16,-2 0-6 0,-2 2 0 0,0 1 0 15,-2 3-3-15,0 1 3 0,0 3-3 0,-2-1-3 16,1 0 1-16,-5 1-2 0,-7-3 3 0,2 2 0 16,-1 4 0-16,2 0-1 0,5 2-8 0,1 0 3 15,3 0-1-15,-1 3 2 0,2 12-4 0,-9 0 3 16,4-4 0-16,3-2 0 0,0 0 2 0,4-3-5 0,0-1 3 16,0 0-3-16,0-3 1 0,0 2-2 0,0-4 0 15,2 1 0-15,2 1 3 0,-1 0-8 0,1-2 1 16,0-2-7-16,3 1-14 0,-1-1-66 0,3-1-25 15,-1-3-21-15,-1-2-151 0,-1-12-486 0</inkml:trace>
  <inkml:trace contextRef="#ctx1" brushRef="#br0" timeOffset="-54207.39">4585 6095 139 0,'0'0'65'0,"0"0"16"16,0 0 51-16,0 0 6 0,0 0-56 0,0 0-5 15,0 0 3-15,0 0-3 0,0 0 8 0,0 0-9 16,0 0 2-16,0 0-4 0,-2 0 0 0,0 0-11 0,0-2-1 16,0 2-1-16,0-2 7 0,0 0-8 0,1 0 0 15,-1 1-3-15,-2-1-4 0,0 0-1 0,1 2 5 16,-7-4-5-16,5 2 1 0,1 2 3 0,-3-1-2 16,3-1 2-16,-2 0-9 0,1 0-2 0,1 0 0 0,0 0 0 15,1 0-9-15,-1 1-6 0,0-1-2 0,0 0-1 16,1 0-4-16,1 0 2 0,0 0-5 0,0 0 4 15,0 1-12-15,0-1 1 0,2 0-3 0,0 0 2 16,0 0-3-16,0 0-2 0,0 0-1 0,2 1-1 16,0-1-3-16,0 0-2 0,2 0 4 0,3 2-3 15,12-2 7-15,-3 0-4 0,1 2-2 0,0 0-1 16,1 0-1-16,5 0 5 0,-3 0 1 0,2 0 0 16,1 2-6-16,-3 2 6 0,-1 0-3 0,-3-1 6 0,3 3-3 15,-4-1-4-15,3 3 4 0,-5-3-5 0,2 5 10 16,-2-1-8-16,0 0 3 0,2-7-3 0,-2 9 3 0,0-2 0 15,0 1 0-15,0-3-1 0,2 1-1 0,-6 1 3 16,4 0 0-16,-7-3 2 0,-3 1 3 0,3 1 0 16,-4-3 0-16,3 6 0 0,1-1 1 0,-4 1 1 15,0 2 4-15,0 3-2 0,11 3 1 0,0 7-9 16,-4 6 1-16,-2 3-3 0,-1 0-2 0,-2 8 2 16,-4 0-3-16,0 5 3 0,0 2-3 0,0 2-2 15,1 2-2-15,1 1 0 0,0 5-2 0,2 5 4 16,0-8 3-16,-1 5 0 0,3-5-4 0,-4 3-2 0,3 1 2 15,-1-3-1-15,0-1 3 0,1-1-2 0,1 3-1 16,-1-1-1-16,1-1 6 0,0 5-4 0,-1 1 1 16,3 2-2-16,-1-2 2 0,2 4 0 0,2-2 0 15,-1-2-1-15,1 5 2 0,-4 3-5 0,3 0 3 0,-1 3-3 16,2-2 3-16,2 10 3 0,-2-4-4 0,-2 2 4 16,3 3-4-16,-5 5-2 0,-1 1 1 0,-3 2-1 15,-1 3 3-15,0-1-1 0,-2-5 0 0,2-7 0 16,-2-7 1-16,2-3 4 0,0-6-4 0,-1-2 2 15,-1-5-2-15,0-3-2 0,0-3 4 0,2-5-3 16,2-3 3-16,0 3-3 0,-1-4 0 0,1-1 0 16,0-3 4-16,0-2-2 0,-1-1-2 0,-1-5 0 15,0 3 0-15,-2 1-2 0,0-2 5 0,0-3-3 0,-2 0 4 16,0-2-1-16,0-2-2 0,1 0 2 0,-3-6-2 16,-2 8 3-16,3-4-3 0,-3 0 4 0,0 2 5 0,1-4-6 15,-3-3 7-15,1-2-6 0,-2-1 9 0,-1 1-2 16,5-6-2-16,1-3 1 0,-1-1-4 0,-1 0 3 15,2-1-4-15,1 1 2 0,-10-3-7 0,1 4 1 16,-4-5 1-16,1 3 0 0,-2-1 0 0,-9 7-2 16,0-1 1-16,-4 0-3 0,-1 2 2 0,5 0 0 15,0-2 2-15,2 0 0 0,3 0 6 0,-1 0-6 16,3-1-3-16,5-5-1 0,2 1-2 0,3-2 4 0,0-1 1 16,3 1 1-16,1 0 3 0,3-4-3 0,0 0 3 15,-2 3-4-15,1-1-2 0,-1 0 6 0,0 0-4 16,2 0 5-16,0 0-8 0,1 0 4 0,-1-2-1 15,0 0 3-15,2 0-5 0,0 0-6 0,0 0-4 16,0 0-2-16,0 0-32 0,2 0-59 0,0-2-15 16,-1 0-21-16,-1 0-132 0,6-26-221 0</inkml:trace>
  <inkml:trace contextRef="#ctx1" brushRef="#br0" timeOffset="-51546.28">4633 5844 630 0,'0'0'0'0,"0"-2"12"15,0 1 129-15,0-1 4 0,0 0 19 0,0 0-42 16,0-2-8-16,0 1-42 0,0-1-6 0,0 0-1 0,2 0-15 16,0 1-1-16,-1-1 0 0,1 0 1 0,0 1 14 15,0-1-1-15,0 0 6 0,0 2-4 0,0 0 2 0,-1 1 14 16,1-1 1-16,0 0 4 0,0 0 1 15,0 0-40-15,-2 0 4 0,0 0-17 0,0 2-6 0,-2 0-10 16,-2 0 0-16,-5 2-2 0,-19 8 2 0,-11 6-6 16,2 3-1-16,-4 3-1 0,-5-18 0 0,1 24 3 15,-9 0 0-15,10-1 2 0,1-1 7 0,8-1 2 16,5-3-3-16,4-2 0 0,6-3-17 0,5-2 3 16,5-4-2-16,5 0 3 0,1 2-2 0,-3-4-3 15,-1 4 1-15,3-2-2 0,1 1-1 0,2 1 1 16,2-2 1-16,0 0 1 0,2 0 3 0,2 0-1 15,1 0 1-15,1-3-1 0,1-1 3 0,14-3-6 0,-5 0 0 16,5 3-1-16,7 0 0 0,-4 1-1 0,-2-3-1 16,2-3-1-16,-7 9-10 0,11 4-23 0,7-4-36 15,0-7-7-15,12-4-229 0</inkml:trace>
  <inkml:trace contextRef="#ctx0" brushRef="#br0" timeOffset="-202817.25">18048 18000 0</inkml:trace>
  <inkml:trace contextRef="#ctx1" brushRef="#br0" timeOffset="-9759.21">3743 8319 69 0,'0'0'21'15,"0"-2"35"-15,0 1 42 0,0-3 21 0,0 0 4 16,0-11-26-16,0 2-3 0,0 0-4 0,0 0 9 16,0 2 16-16,-1 2-38 0,1 1 7 0,-2-1-18 15,0 2 4-15,-2-1 0 0,2 3-5 0,2 3 1 16,-2-2-22-16,-1 0-2 0,-1 1-3 0,0-1 1 15,2 2-11-15,1 0-15 0,-1 0 3 0,0 1-7 0,0-1-4 16,0 2-9-16,0 0 4 0,0 0-4 0,1 2 7 16,-1-1 8-16,0 1-4 0,0 2 7 0,0 7 17 0,0 8-1 15,2-3 8-15,0 5-7 0,0-3-1 0,0 5-8 16,2-1 1-16,0 2-3 0,0 2-1 0,2 4-5 16,-1 0-1-16,1-1-1 0,0 3-10 0,-1-1 9 15,1 1-6-15,0 3 8 0,-2-3-2 0,1-1-1 16,-1 3 0-16,2-5-1 0,0 3 2 0,-2 0 5 15,-1-3-2-15,1-3 2 0,0 2 4 0,0-6-9 16,-2-1 9-16,0-4-10 0,0-1 3 0,0-3-3 16,0 0-2-16,0-3 1 0,0-3-4 0,0-1-2 0,0-3-1 15,0-1 1-15,0 2 2 0,0 0-3 0,0-1 4 16,0 1-5-16,0-2-3 0,0 0-55 0,0 0-19 16,0-1-15-16,0-1-102 0,0 0-53 0,0 0-28 0,0-1-30 15,2-3-293-15</inkml:trace>
  <inkml:trace contextRef="#ctx1" brushRef="#br0" timeOffset="-9236.63">3957 8321 628 0,'0'0'78'0,"-2"0"143"0,0-2-151 15,0 0 23-15,1 1 1 0,-1-1 9 0,0 0 7 16,0 0-32-16,0-2-2 0,0 1-13 0,0-5-24 0,1-3-4 16,1-2 3-16,0 2-3 0,1-2 8 0,3 0 6 15,4-2-6-15,-1 2 5 0,-5 4-17 0,13 3-13 16,1 1-1-16,-3 1-5 0,0-5-8 0,-3 3 6 16,-1 2-1-16,0 2 2 0,-3 2 1 0,-1 0 2 15,-3 0 6-15,0 0-3 0,2 4 9 0,-1 4-7 16,9 18 1-16,-7 3-1 0,-5 5 4 0,-2-1-1 0,-3 1-4 15,-3 5 1-15,-1-2-19 0,0 2 8 0,-2-2-2 16,0-2 4-16,-1-1-6 0,5-5 2 0,0-1-3 16,1-4 2-16,0-3-2 0,3-3-3 0,-1 3-1 15,2-1-1-15,2 0 5 0,0-3-2 0,0-4 0 16,2-5-1-16,0-1-4 0,0-1 3 0,0-3 1 0,1 3 0 16,-3-4 6-16,4 3-6 0,5-1 8 0,1-2-7 15,-1 5 12-15,0-1-5 0,0-2 1 0,1-1-1 16,-3-3 8-16,0 0-1 0,-3 0-4 0,2 0 1 15,-3 0-3-15,-1 0 3 0,4-3 0 0,1-7 0 16,3-5-1-16,-5-1 2 0,-1-3-1 0,-4 4 0 16,0-5 2-16,-4-1-6 0,-1 5 4 0,-1-1-5 0,-3 0-3 15,1 6 9-15,-1-2-8 0,5 4 7 0,-11 2-10 16,1 1 0-16,1 2 1 0,2-5-2 0,1 3-3 16,3 3-7-16,1 1 0 0,3 0-4 0,1 2-21 15,-2-2-11-15,0 2-9 0,2 0-5 0,1 0-70 0,-1 0-45 16,2 2-6-16,0 0-7 0,2 0 1 0,-1 0-43 15,7 1-18-15,16 5-13 0,4-5-97 0</inkml:trace>
  <inkml:trace contextRef="#ctx1" brushRef="#br0" timeOffset="-8933.23">4414 8382 352 0,'0'-1'114'0,"0"-1"176"0,0 0-150 0,0 0-10 16,0 0 2-16,0 0-4 0,-2 0-5 0,0 1-50 15,0-1 1-15,0 0-18 0,0 0-23 0,1 0-9 0,-1 2 8 16,0 0-5-16,0 2 26 0,-2 0-11 0,2 2-2 15,-12 23-3-15,4-1-13 0,5 0-7 0,3 2-3 16,2-7 0-16,0 3-11 0,4 0 0 0,-1-5-2 16,5 1 2-16,-1-5-4 0,1-4 4 0,-7-5 3 0,18-3 2 15,0 1 9-15,-5 7 0 0,9 0 1 0,-7-5 1 16,5-3 8-16,-4-3 11 0,-1-1-3 0,1-7 6 16,0-3 10-16,-2 6-11 0,-2-18 0 0,-2 1-6 15,-2-4-5-15,-2 2 4 0,-1 0 5 0,-4 1-4 16,13 1 5-16,-4-2 2 0,-6 2-3 0,-5 3 3 15,0 1-6-15,-1 3-5 0,-5 0-4 0,0 4-1 0,1 1-17 16,-6 5-2-16,-12 1 1 0,-1-13-2 0,-2 4-4 16,2 6-29-16,-7 3-3 0,1 2-15 0,0 2-74 15,-3 0-241-15,1 2-78 0</inkml:trace>
  <inkml:trace contextRef="#ctx1" brushRef="#br0" timeOffset="-7019.88">3753 3980 203 0,'0'0'0'0,"-2"0"11"0,0-2 122 0,0 0-11 15,0 1 22-15,0-1-38 0,1 0-7 0,-1 0-33 16,0 0 1-16,0 0-7 0,0 0 1 0,0 1-9 0,0-1 1 15,1 0-4-15,-1-2-5 0,2-1 1 16,-2-8-4-16,2 0 4 0,2 0 6 0,3-2-7 0,3 0 7 16,1 0-9-16,2 0-6 0,-5 8-24 0,9-1 3 15,-1 3-8-15,1-6 0 0,-2 3-6 0,-2 3 6 16,4 1-4-16,-4 4 19 0,-3 0 25 0,1 4-3 0,-5-3 11 16,0 16 3-16,14 11-16 0,-5 5 4 0,-7 1-8 15,-6-1-2-15,-2 1-14 0,-6-3 3 0,-3 1-5 16,-2-2 4-16,-2-3-12 0,1-1 3 0,-3 0-6 15,15-2 3-15,-15-3-5 0,1-3-2 0,4-3 1 16,3-2 0-16,0-3-5 0,3-3 0 0,1-3-2 16,3-1-7-16,-2 1-3 0,0 0 3 0,3 0-3 15,-1-1 7-15,0-1 4 0,0 0-1 0,2 0 1 0,0 0-4 16,2-2 2-16,0 0 2 0,1 0-1 0,10-2-4 16,6-2 3-16,1 0-3 0,1 1 3 0,-3-1 1 0,1 2 1 15,-2 2 1-15,-1 0 0 0,1 4 2 0,-2 0-1 16,-2 1 1-16,-4 1-1 0,-1-1 3 0,-5 5 0 15,1 8 8-15,11 3-5 0,-6-1 14 0,-5 0 7 16,-4 1-2-16,-2 1 3 0,-3 0 5 0,-5 1-16 16,-1 1 5-16,-4-2-10 0,2-1 0 0,10-5-10 15,-14 3 2-15,6-2-5 0,0-4 3 0,-1 0-4 16,1-4-2-16,2-7-1 0,2 1-16 0,1 1-14 16,4-4-25-16,-2 4-1 0,1 0-116 0,-1-3-50 15,2 1-8-15,0-2-18 0,2-2-67 0</inkml:trace>
  <inkml:trace contextRef="#ctx1" brushRef="#br0" timeOffset="-6540.44">4310 3924 561 0,'-2'0'306'0,"0"0"-415"0,-2 0 375 0,-11 0-204 15,2 0 33-15,-1 0 9 0,1 0-3 0,-8 4 1 16,4 2-33-16,1 3-28 0,-3-2-4 0,4 23-6 15,2 2-12-15,4 1 18 0,2 1-6 0,1-5 8 0,2-1-17 16,-12-4-8-16,8-3-2 0,4-3-4 0,4-3-14 16,0-6 2-16,2 1 3 0,0-5 0 0,-2-3 4 15,9 5 15-15,8 3-9 0,-2-7 11 0,-2-3 0 16,2-1 16-16,0-5-1 0,-6 0 5 0,8-8-11 0,-6-14-2 16,-4-4-2-16,4 3 1 0,-5-5-12 0,1 1 1 15,6-1-5-15,-11-3 3 0,6 0-12 0,-5 2 6 16,5 3-5-16,5 6 4 0,-6 6-10 0,4 7 4 15,1 2-2-15,-3 5 2 0,0 0-5 0,0-1 0 16,3 0 2-16,4 1-1 0,3 4-4 0,-2 4 9 16,-3 4-2-16,-1 1 4 0,0-1-6 0,2 16 0 15,2 0 0-15,0 2 1 0,-1-1 5 0,1-7 1 0,2 1-3 16,-3-10 2-16,1 1-7 0,0 3 3 0,1 0 3 16,1-3 0-16,0-7 10 0,-1-1 6 0,1-3-1 15,-3-5 4-15,-1-1 8 0,0-2 10 0,-2-21 1 16,-4 4 2-16,1-1 5 0,-7 3 2 0,-1 2-1 0,11 5 2 15,-4-7-1-15,-5 2-8 0,-4 5 2 0,-5-1-6 16,-1 7-8-16,-3 2-15 0,-10-2 0 0,-7 5-6 16,-4 5 0-16,4-14-8 0,-3 6-6 0,1 7-2 15,0 4-21-15,2 2-95 0,6 2-52 0,3-1-36 16,6 1-367-16</inkml:trace>
  <inkml:trace contextRef="#ctx1" brushRef="#br0" timeOffset="-3912.89">2654 12642 1190 0,'-2'0'0'0,"0"0"23"0,-2-2 10 0,0 0 4 0,1 0 0 16,-1 0-28-16,0 2-10 0,1 0 0 0,1 0-3 15,0 0 4-15,0 2 3 0,0 0 14 0,2 0 0 16,-7 22 8-16,3 6 23 0,2-4 1 0,2 5 4 16,2 3-4-16,2 3-2 0,-1 7-11 0,1 5-2 15,-2 3-3-15,-2 0-13 0,2 3-4 0,0 7-2 0,0-3-1 16,-2 6 2-16,1-2-13 0,-1-2 8 0,0 3-8 15,0-12 8-15,0-2-8 0,2-9 2 0,0-8-3 16,0 2 1-16,2-7-3 0,-2-4-2 0,-1-3-1 16,1-5 1-16,0-3-16 0,0-3-2 0,-2-7-9 15,0-1-48-15,0 0-41 0,2 2-20 0,0-2-14 16,0-2-146-16</inkml:trace>
  <inkml:trace contextRef="#ctx1" brushRef="#br0" timeOffset="-3196.63">2765 12874 1189 0,'0'-2'50'0,"-2"0"-3"0,0 0 25 16,0-1-4-16,-1-5-9 0,-3-7-27 0,-1-5-4 16,5 5-3-16,2-4 2 0,4 1 0 0,3-1-15 15,2-1 4-15,4-2-7 0,-11-1 1 0,28 3 1 16,-4 1-4-16,2 8 1 0,-4 4-6 0,-8 5-2 0,1-9 7 15,2 1-4-15,-3 5 16 0,1 3 1 0,-2 4 0 16,-4 2 0-16,-2 3 2 0,-1 19-6 0,-3 15 1 16,20 7-3-16,-12 6-4 0,-10 2-2 0,-5 7-1 15,-5 0 0-15,-4 0-7 0,-4-4 7 0,-2 1-3 0,-1-3 6 16,-1-3 3-16,2-4 0 0,4-5 0 0,2-4 0 16,4-2-2-16,1-6 5 0,3-3-1 0,3-8 1 15,0-3-8-15,0-4 0 0,1 0 1 0,-1-6 0 16,2-2-1-16,-2-5-2 0,2 2-1 0,2 0 1 15,7 1 10-15,11 3-1 0,-1-7-1 0,1-2-1 16,-3-5-14-16,-3-3 5 0,3 7-1 0,-6-20 5 0,-2-3 0 16,-5 7 8-16,-3 1-3 0,12-3 4 0,-7 5-9 15,-5-2 3-15,-3 0-4 0,0 4 3 0,-3 0-11 16,-1 6-7-16,2 3 3 0,-13 2-4 0,-7-12 5 0,1 4 1 16,-5 1-1-16,2 3 2 0,4 5 6 0,-1-1-3 15,7 2 0-15,6 0-2 0,4 0-7 0,1 0-6 16,-1-2 1-16,2 0-3 0,0 0 4 0,0-2 3 15,2-7 1-15,10-13 0 0,6-2-3 0,-3 0 13 16,19 0-6-16,1 0 7 0,-1 2-6 0,1-2-6 16,3 6 8-16,-3 3-5 0,1 2 6 0,-1 6-1 15,0 3-3-15,-3-12 0 0,0 7-1 0,-4 7 9 16,-2 4 0-16,0 4 4 0,-2 3-7 0,-3 2-1 16,-6-7-1-16,0 24-1 0,-4 4 2 0,-3 1 2 0,1 1 3 15,-5 1 0-15,0-3-2 0,0-2 1 0,3-2-5 16,1-4 2-16,1-1-4 0,-1-5 4 0,-1-3 4 15,1 0 0-15,1-5-1 0,3-3 3 0,-1-1-2 0,4 5 3 16,-2-3 4-16,4-1-6 0,-2-3 5 0,-2-2-5 16,4-3 3-16,-2-3 3 0,4 2-1 0,-1-27 2 15,-6-3-3-15,-3-1-2 0,-3 2 3 0,14-1-1 16,-8 4 6-16,-7 4 1 0,-3 0-8 0,-3 2 6 16,-5 0-9-16,-3 0-2 0,-4 0 4 0,8 4-6 15,-19-3-2-15,-6 7-1 0,4 1-5 0,-3 2 2 16,1 5-13-16,-1 5-3 0,-1-3-2 0,2 4-2 15,2 0-20-15,6-13-22 0,2 6-14 0,5 5-2 0,4 3-47 16,7 1-50-16,0 0 7 0,3 0-21 0,-1 0 5 16,2 0-109-16</inkml:trace>
  <inkml:trace contextRef="#ctx1" brushRef="#br0" timeOffset="-2887.74">4053 12348 1093 0,'0'0'42'0,"0"0"-3"0,0-1 12 16,0-1 0-16,0 0-11 0,-1 0-11 0,-1 0-2 0,0 0 4 15,0 0-2-15,0 1 13 0,0-1-19 0,0 0 1 16,1 0-6-16,-1 0 7 0,0 2-2 0,0 0 4 16,0 2-2-16,0 0 12 0,-1 3 0 0,-14 25 4 0,4 5-3 15,2 4 4-15,3 6-6 0,3 5 1 0,3 4-3 16,-2 3-9-16,2 3-6 0,2 3-5 0,0 4 0 15,0 0-14-15,0 1 3 0,2-4 1 0,2-3 2 16,0-2 1-16,1-7-6 0,1-4-1 0,1-9-2 16,1-1-1-16,-1-9-3 0,1-5 3 0,-1-3-4 15,-1-8-4-15,-1-4-19 0,1 2-11 0,-6-9-4 16,1-2-43-16,14 11-14 0,-2-5-4 0,6-4-5 0,-1-6-38 16,3-5-42-16,-1-2-24 0,1-28-9 0,1-2-108 15</inkml:trace>
  <inkml:trace contextRef="#ctx1" brushRef="#br0" timeOffset="-2654.66">4572 12133 1294 0,'-2'0'42'0,"0"0"53"0,0 0-36 0,0-2-37 16,0 2 3-16,-1 0-15 0,1 0-7 0,-2 0 19 15,0 2-5-15,1 0 11 0,-1 2-2 0,2 16 11 16,-9 12-4-16,-4 5 6 0,2 4-7 0,0 5-4 0,-2 4 0 15,8 6-2-15,-4 5-11 0,7 2-1 0,0 6-4 16,0 0 1-16,3-3-12 0,-3-1 1 0,0-3 0 16,2-7 1-16,-26 1 3 0,19-11-5 0,5-5-3 15,4-2-3-15,2-5-15 0,2-1-36 0,2-3-14 16,3 1-12-16,0-6-92 0,0-5-114 0,1-4-66 0</inkml:trace>
  <inkml:trace contextRef="#ctx1" brushRef="#br0" timeOffset="-2049.83">4789 12471 1324 0,'0'0'31'0,"-2"0"-5"0,0 0 5 16,0-2 4-16,0 0-15 0,0 0-20 0,1 0-5 16,-1 1-8-16,0-1 6 0,0-2 4 0,2 2 2 0,0-13 8 15,4 2-4-15,3 0 18 0,2 0 21 0,19 0-4 16,2 4 9-16,7 0-12 0,-3 3-24 0,3-16 3 15,-4 11-9-15,-7 7-2 0,0 4 2 0,-5 4-5 16,-5 3 3-16,-3 3-3 0,-2 4 1 0,-7 16 6 0,15 2-3 16,-10 3 1-16,-9 6 3 0,-7 0-3 15,-8 3 3-15,13 4 2 0,-33-7 1 0,-3-4-1 0,1-3 2 16,6-8-2-16,-3 0 4 0,5-4 0 0,4-3 0 16,3-4-7-16,5-6 2 0,3-2 5 0,2-3-2 15,5 0 6-15,3-2-5 0,2-2-9 0,-1 3 4 16,-1-1-19-16,2 0 4 0,0-2-3 0,2 0 4 15,2-2 0-15,2 0 0 0,16-9 4 0,17-7-3 0,-1 3 9 16,6 2-2-16,1 3-1 0,-4 5 1 0,0 1 0 16,-4 4-3-16,-3 0 2 0,-4 4-1 0,-2 1 9 15,-8 3-6-15,-1 1 7 0,-9-3-5 0,-5 5 15 0,10 7 11 16,-7-1-4-16,-2 5 6 0,-8 1-11 0,-5 3-8 16,7 0-2-16,-34-2-3 0,5 0-9 0,-6-2 4 15,1-1-2-15,1-5 2 0,0-3-7 0,7 0-4 16,0-5 3-16,6-5-4 0,0 1-2 0,7 7-41 15,5-5-1-15,5-4-14 0,3-2-10 0,-2 0 15 16,2 0-6-16,1-2 6 0,1-2-21 0,1-14-2 16,12-16-1-16,-11-5-1 0,34-7-2 0,3-1-15 15,7-6 7-15,4-3-7 0,4-4 28 0,4 1 46 0,-6-2-1 16,-4 1 14-16,-6 6-18 0,-4 6-178 0</inkml:trace>
  <inkml:trace contextRef="#ctx1" brushRef="#br0" timeOffset="-1685.36">5563 12278 60 0,'0'0'55'0,"0"0"-8"0,2-2 101 0,0 0 5 16,0 0 10-16,-2 0-16 0,0 2-55 0,0 0 3 15,-2 2-18-15,0 0 7 0,-2 9-22 0,-20 26 2 0,-2 4-7 16,-2 4 9-16,2 5 8 0,0 0 2 0,4 2 1 16,-4-4-6-16,7-3-23 0,6-6 0 0,4-8-10 15,3-3-16-15,5-9-1 0,-3-2-3 0,2-6 2 16,-5-2-7-16,5-5-6 0,0-1 1 0,0 1-2 16,0 0 2-16,2-2 3 0,0 0-6 0,2-2 6 0,0-2 0 15,0-11-8-15,18-24 4 0,2-1-7 16,1-1-3-16,-1-1 4 0,2 1-1 0,2 3 1 0,0 5-2 15,0 7 2-15,0 3-2 0,-5 8 3 0,-1 4-3 16,-3 7-1-16,-1-9 2 0,3 3-3 0,-2 5 3 0,-1 3 1 16,5 3 1-16,-6 5 1 0,7 7-3 0,0-13 0 15,-1 22-1-15,5-6 0 0,-4-1 1 0,6-2 0 16,0-2 1-16,5-4-1 0,2-5 3 0,-1 16 3 16,3-10-2-16,-4-10 2 0,1-6-8 0,-1-5 7 15,-1-6-2-15,-4 12 4 0,1-27-5 0,-5 0 7 16,1 1 1-16,-7 1 2 0,-3 2-1 0,-6 6 6 15,-3 2-2-15,9-1 5 0,-6 1 8 0,-5 1 3 16,-4 1-1-16,-4 1-1 0,-3 4-15 0,-5 2-19 0,-25 3-5 16,-5 7-7-16,-5-24-31 0,-12 14-139 0,-6 13-65 15</inkml:trace>
  <inkml:trace contextRef="#ctx0" brushRef="#br0" timeOffset="-183852.41">20197 17559 0,'0'0'0</inkml:trace>
  <inkml:trace contextRef="#ctx1" brushRef="#br0" timeOffset="86267.43">28653 6067 69 0,'0'0'0'0,"0"-2"13"0,0 0 134 0,0 1-25 15,0-1 15-15,-2-2-50 0,1 0-6 0,-1 1-35 16,0-1 3-16,0 0-10 0,0 0-9 0,0 1-13 16,0-1 4-16,1 0-6 0,-1 1 11 0,0-1-10 15,0 0 5-15,0 0-5 0,0 1 11 0,0-1 12 0,1 0-1 16,-1 1 6-16,0-1 7 0,2 2 8 0,-2-5-3 16,0-1 2-16,-2 1-8 0,3-1-1 0,-3 1-1 15,2-1-1-15,0 3-9 0,0-1-11 0,0 3 5 16,2 1-6-16,-1-2 9 0,-1 0-14 0,2 2 4 0,-2-1-6 15,-2-1-1-15,2 0-2 0,0 1-3 0,1-1 1 16,-1 2-8-16,0 0 2 0,0 0-3 0,0 0 1 16,0 1-7-16,0-1 5 0,1 2 0 0,-1 0 3 15,0 2-3-15,0-1-3 0,2 1 1 0,-11 30 0 16,2 3 4-16,3 4-5 0,4 6 2 0,0 5-3 0,2 0-1 16,-2 6 1-16,2-4 1 0,0 0 2 0,-1 0 2 15,-1-6 4-15,-2 0-6 0,0-3 7 0,1-2-2 16,-1-2 3-16,0 0 2 0,0-2 1 0,1-3 6 15,-1-5 10-15,0-1 0 0,2-6 4 0,-1 1 2 16,1-9-3-16,0-1 3 0,0-1-3 0,2-7-1 0,0-1 18 16,0 0-3-16,0-1 8 0,0-1 3 0,0 0-25 15,-2 0 6-15,0-2-14 0,1-2-5 0,-1 0-6 16,2 0-9-16,-6-26 3 0,2 1-10 0,3-3 2 16,-1-2 1-16,0-1 1 0,0 0 8 0,2-3-7 15,0-3 4-15,0 2-6 0,0-2 1 0,2 0-6 16,2 0 2-16,1 2-3 0,3 0 5 0,1 2-9 15,-2 5 0-15,4 2-2 0,2 2-1 0,0 4 12 16,-11-1-4-16,22 3 6 0,1 1-2 0,1 8 8 0,3 2 0 16,1 3 2-16,-2 3 3 0,0 1-9 0,-4-15 2 15,0 6-4-15,0 5 3 0,-5 5-3 0,-5 1 3 16,-2 0-4-16,-5 0-6 0,4 1-9 0,-2 1-3 0,-1 0-2 16,1 2-20-16,0 1-34 0,1 1-11 0,-1 0-11 15,0-1-79-15,4 4-98 0,2-3-32 0,-2 11-43 16,8 5-323-16</inkml:trace>
  <inkml:trace contextRef="#ctx1" brushRef="#br0" timeOffset="86703.44">29075 6741 1413 0,'-2'0'57'0,"0"0"10"0,-2 0-27 15,-5 2-18-15,-8 2-9 0,6-1 38 0,-4 5 21 16,0 1-5-16,-3 0 4 0,7 19-46 0,-2 4-9 16,3 3-1-16,3 4-1 0,3-2 2 0,-1 0 0 15,-1 0-1-15,2-3 1 0,-7-4 1 0,9-3-1 16,1-2 2-16,-11-5-1 0,5 0 2 0,5-7-4 16,0 0 4-16,2-3-4 0,0-5 1 0,0 1 2 0,0-2 0 15,2-1 0-15,0 1-4 0,0 0 1 0,0-2-4 16,0-1 3-16,1-1-7 0,5 0-4 0,5-3-2 15,3-7 0-15,-4 3-1 0,-1-12 6 0,2-5-4 16,-6-7 4-16,2-1-9 0,-3 2 7 0,1-5-1 16,3 5 4-16,1 3-6 0,0 6-1 0,-2 4-2 0,-3 6 2 15,-2 2-1-15,-1 3 2 0,-1 3 6 0,2-1-2 16,0 0 11-16,-3 4-8 0,5-2 1 0,1 2-3 16,-3 0 1-16,0 2 2 0,-2 9 2 0,16 19 0 15,-7-4-2-15,-1 6 4 0,-5 3 0 0,-1-3 3 16,-2 1 4-16,0-5-2 0,-2-6-2 0,0 2 3 15,0-5-2-15,0-4-6 0,0 1-2 0,0-3-2 16,0-1-7-16,0-5 1 0,0-1-5 0,0-1 2 0,0-1-27 16,0-2-23-16,2 1-2 0,-1 1-10 0,1-2-33 15,2 0-78-15,-2-2-17 0,11 0-31 0,0 0-153 16</inkml:trace>
  <inkml:trace contextRef="#ctx1" brushRef="#br0" timeOffset="86936.83">28976 6671 897 0,'-2'0'177'0,"1"0"-239"16,-1 0 223-16,-6 0-120 0,-3-2 39 0,2 0 30 0,0 0-10 15,1 0 14-15,1 0-20 0,3 2-4 0,0 0-8 16,1-2 0-16,-1 1-37 0,2-1-6 0,0 0 1 15,2 0-3-15,0 0 1 0,2 0 1 0,4 0-3 16,29-12 2-16,-2 2-19 0,3 3-5 0,-1 0-5 0,-2 1 1 16,1 1-10-16,-5 1-26 0,3 1-17 0,-2-3-12 15,1 1-122-15,3 0-166 0,-1-1-87 0</inkml:trace>
  <inkml:trace contextRef="#ctx1" brushRef="#br0" timeOffset="87264.37">29914 6310 1525 0,'0'0'28'0,"0"0"0"0,-2 0 13 16,0 0 7-16,0 0-3 0,2 0 56 0,0 0-16 0,0 0 2 15,0 0-10-15,2 0-29 0,0-2-6 0,2 1-5 16,13-5-1-16,5-1-20 0,2 1-3 0,4-1-1 0,-2 1 0 16,0 0-1-16,0 1-2 0,-4-1 0 0,0 3-1 15,-3-1-4-15,-2 2-12 0,-1 0-12 0,-5 0-1 16,4 2-54-16,-4 0-34 0,-1 0-4 0,-1 0-13 15,-3 0-39-15,-3 0-106 0,-1 0-4 0</inkml:trace>
  <inkml:trace contextRef="#ctx1" brushRef="#br0" timeOffset="87453.33">29933 6511 1259 0,'0'0'20'0,"0"0"-1"15,0 0 54-15,-2 0 3 0,2 2 14 0,-2 0 34 16,2-2-12-16,0 1 1 0,0-1-8 0,0 0-18 15,2 0-20-15,0 0-3 0,1 0-5 0,3 0-13 0,14 0-7 16,4-1-3-16,1-3-2 0,1 0-17 0,0-1-6 16,-1-1 2-16,0 0-3 0,-1 1-5 0,0-1-9 15,-2 3-15-15,2-3-1 0,-1 2-77 0,1-1-134 16,2 1-37-16,3 0-69 0,5 1-465 0</inkml:trace>
  <inkml:trace contextRef="#ctx1" brushRef="#br0" timeOffset="90713.36">28778 6665 681 0,'-2'-2'198'0,"-2"0"-245"15,-22-9 238-15,-5-15-124 0,5 0-5 0,-2 2-2 16,2-2 4-16,0 2 0 0,2-4 23 0,-1 4 7 16,1 2-8-16,2-1 6 0,2 8-32 0,1 2-11 15,0 0-2-15,1 4-4 0,1 0-8 0,-3 1-3 16,1 3 3-16,2-6-3 0,-1 1-6 0,1 5-1 16,-5 3-3-16,0 2 3 0,-1 4-7 0,3 5-9 0,-1 6-1 15,-1 2-2-15,-2 18 0 0,-2-2 3 0,6 6-5 16,5-2 4-16,0 2-9 0,4-1 3 0,2 1 5 15,3-4-2-15,-16 2-1 0,11-4 4 0,5 1-7 0,6-3 6 16,2-1-4-16,5 2 5 0,6-5 0 0,4 1 1 16,-11-4 6-16,23-5-7 0,-5-2 6 0,8-1-7 15,-2-3 8-15,-1-3 1 0,-3-8 1 0,-2 12 0 16,2-2 7-16,-3-9 7 0,3-3 1 0,2-5 3 16,-1-5 4-16,1-6-4 0,2-3-4 0,0-29 1 15,-2-6-8-15,-1-2-8 0,-2-3 7 0,-1 3-9 16,-4 1 0-16,-3-1 2 0,-2 4-5 0,-8 0 5 0,1 2-1 15,-5 3-3-15,3 5 1 0,16 4-2 0,-13 12 2 16,-3 6 22-16,-4 5-5 0,-2 6 9 0,0 5-20 16,0 2-20-16,-2-1 0 0,0-1-8 0,0 2 2 0,-1 0-11 15,-3 0 3-15,-11 0-6 0,-1 4 0 0,-3 8 7 16,1 4 0-16,-1 3 4 0,1 20 11 0,1 2-8 16,1 2 4-16,1 4-7 0,2-1 10 0,4-1-2 15,2 0 1-15,-13-4 0 0,9 0 2 0,11-4-3 16,5-2 1-16,7-1-3 0,5-4 3 0,-12 0 4 15,29-4 0-15,5-2 3 0,2 2-4 0,0-3-2 16,4 3 0-16,1 4 0 0,-3-4 0 0,-2 4 5 16,-2-1-6-16,-13 3 3 0,2 4-6 0,-3-1 4 0,-12-3 4 15,4-1 0-15,-8 1-4 0,10-4 4 0,-6 2-1 16,-7-2 4-16,-4-2 3 0,-4 2 7 0,-4 0 5 16,-3-4 1-16,-4 2 14 0,1-1-10 0,-25-1-3 15,-2-2-1-15,-6 1-7 0,1-1-1 0,-2 1 1 16,-2-3-2-16,3-1 0 0,1-6-6 0,-1-2 3 0,5 1-5 15,-1-7-1-15,0 7-2 0,2 12-1 0,6-11 0 16,3-2-3-16,8-5 1 0,0-2-4 0,6-2 3 16,3 0-6-16,5 0-13 0,-1-2-1 0,6 2-7 15,-1-2-30-15,4 2-22 0,-1-2-8 0,1 1-2 16,0-1-10-16,2-2-67 0,2 0-5 0,9-3-27 0,30-4-52 16,0 0-52-16,9 1-22 0</inkml:trace>
  <inkml:trace contextRef="#ctx1" brushRef="#br0" timeOffset="91375.52">29058 7326 1204 0,'0'0'45'0,"0"0"-3"0,-2-2 13 15,0 0 7-15,0 0-10 0,1 1 58 0,-1-3 3 16,0 0 1-16,0 0-6 0,0 1-34 0,2 1-16 0,0 0-2 15,-2-2-5-15,0 1-14 0,1-1-11 0,-1 2 1 16,0 0-3-16,0 0 3 0,0 0 0 0,0 2 1 16,2 0-2-16,0 2-4 0,0 4-4 0,-2 24 0 15,1-1-2-15,-1 5-6 0,2 3 1 0,0 0-3 16,0 2 2-16,0 2-1 0,0 0-2 0,0-6 3 16,0-2-2-16,0-7 1 0,0-5 11 0,0 1-3 0,0-11 6 15,0 2-2-15,0-2 1 0,0-7-2 0,0 3 0 16,0-3-5-16,0 0 14 0,0 0-5 0,0-3 8 15,2 1-5-15,-2 0-11 0,0 0 2 0,0 0-6 16,0-2-2-16,1 0-3 0,1-2-5 0,0-2 1 16,6-16-3-16,3-12 0 0,0-3-1 0,0 0-1 15,2-2 1-15,0-1-1 0,2 1 2 0,0-2-2 0,0 4-6 16,1 2 4-16,1 3 0 0,-2 6 3 0,-13 1 1 16,14 9 2-16,-1 3-4 0,0 7 3 0,0 0-6 0,0-7-4 15,2 4 6-15,-3 3-5 0,1 4 9 0,0 2 0 16,-2 3 0-16,-2 3 0 0,-1 3 1 0,-5 17-1 15,-3-4 1-15,0 2 0 0,16 2 0 0,-8-6 0 16,-5 2 1-16,-3-4 0 0,-2-1 1 0,0-6 1 16,0-2-5-16,0-3 5 0,0-7-1 0,0 1 0 15,0 2 5-15,0 0-4 0,0-1-2 0,0-1 3 16,0 0-3-16,0-2 3 0,0 0-6 0,2-2-1 16,2-9 1-16,7-20-1 0,0-3 2 0,0-1-1 0,2 0-3 15,0-1 1-15,-2 3 2 0,0 7 0 0,-3 6 0 16,-1 5 0-16,-5 9-4 0,0 2 2 0,2 1 2 15,-1-1 0-15,1 2 0 0,0 2 5 0,3-2-3 16,6 2 4-16,0 2-1 0,-4 2-1 0,1 3 0 16,-3 6-1-16,-1 13-4 0,-1-3 5 0,1 1-3 15,-1 0 6-15,-1-2-7 0,2-2-1 0,1-1 1 0,1 0-2 16,-1-3 2-16,0-3-14 0,1 2-4 0,-1-4-5 16,6-3-31-16,2-3-60 0,6-3-26 0,1 13-19 15,2-6-154-15,4-3-107 0</inkml:trace>
  <inkml:trace contextRef="#ctx1" brushRef="#br0" timeOffset="91950.17">30900 5490 765 0,'0'-4'46'0,"-6"-31"48"0,1-4-17 16,1 2 6-16,0 1 3 0,1 1 4 0,-1 5 17 15,2 2-13-15,0 4-7 0,0 6-2 0,0-3-21 16,1 6 17-16,1 4-7 0,0 2 8 0,0 5-25 16,0 2-7-16,-2-1-2 0,2-1-4 0,-2 0-24 0,2 2-8 15,0 1 0-15,0 1 0 0,0 1 11 0,0 3-12 16,-4 13-1-16,-1 22-4 0,-1 9-3 0,2-1 3 16,-1 1 3-16,-1 2-1 0,1-2-7 0,-1 0 8 15,0 3-9-15,1-9 9 0,1-1-5 0,0-4-1 16,1-3 7-16,-1-3-6 0,0-1 0 0,1-4 6 15,1-2-9-15,0-2 7 0,0-3-10 0,2-2 5 16,0-2 1-16,0-4 0 0,0 0-5 0,0-6-14 16,0 1 4-16,0 0-7 0,0-5-14 0,0 1-21 0,0 2-7 15,0 0-9-15,0-2-72 0,0-1-136 0,0 1-47 16</inkml:trace>
  <inkml:trace contextRef="#ctx1" brushRef="#br0" timeOffset="92153.6">31355 5560 1756 0,'0'0'31'15,"-2"0"0"-15,0 0-2 0,0 0 14 0,0 0-13 16,1 0 62-16,-3 2-20 0,-4 0-10 0,-3 2-5 0,-2-1-43 16,10-3-11-16,1 0-2 0,-4 2-4 0,2 0-20 15,1 0-48-15,-1 0-2 0,2 0-19 0,0-1-31 0,0 1-106 16,2 0-13-16,2-2-47 0,0 0-181 0</inkml:trace>
  <inkml:trace contextRef="#ctx1" brushRef="#br0" timeOffset="92402.09">31665 5087 1350 0,'-2'0'24'0,"0"2"48"0,-3-1-56 0,-12 11 40 0,0-7-1 16,4 16 15-16,4 1 5 0,1-4-33 0,5 3-3 15,-1-4-10-15,-11 3-8 0,6 0 14 0,3 5-3 16,4 2 5-16,4-4-6 0,6 3-10 0,-1-6 5 16,4 2-6-16,4 3 7 0,2 1 0 0,-13-1-4 0,18 3 3 15,-4-2 6-15,1-3-3 0,-2 3 8 0,-4-4-7 16,-2-2 10-16,-4 3 2 0,-1-7-4 0,-4 1 2 16,9-2-5-16,-4 0-6 0,-3-4-1 0,-4 2-4 15,0 0-20-15,-4-2-3 0,-1 0-1 0,3-2 0 16,-20-1-5-16,-3-3-15 0,-1-1-2 0,0 13-7 15,0-6-27-15,2-5-92 0,4-6-8 0,-1-2-33 16,1-2-61-16,3-2-82 0,-1-3-50 0</inkml:trace>
  <inkml:trace contextRef="#ctx1" brushRef="#br0" timeOffset="92760.37">31657 5135 878 0,'2'-2'55'0,"0"0"-4"0,2 0 39 15,26-14 9-15,10-7-6 0,3 1 49 0,0 0-26 16,1 3-2-16,-6 1-11 0,-7 3-27 0,4 0-19 15,-7 2-4-15,0 4-5 0,-2 1-17 0,-11 5-7 16,2 1-2-16,-10-4-2 0,-1 2-10 0,3-1 0 16,-4 3 1-16,-3 2 0 0,6 0 5 0,-6 0-1 15,1 4-1-15,12 22-1 0,-4 9-6 0,-3 8 2 16,-8 1-2-16,0 3 1 0,-4 3-4 0,-2-4-1 16,3-1 1-16,-1-4-2 0,0-4 2 0,2 0-3 0,2-5 1 15,0-3-1-15,4-1-1 0,0-4 10 0,1-3-7 16,1-5 9-16,1-1-8 0,-1-6 6 0,1 1 1 15,12-7 1-15,3-1 3 0,-3 11 8 0,3-2-1 0,-1-3 4 16,-5-6 10-16,1-2-7 0,-2-2 7 0,-4 0-7 16,-2-2 8-16,-5 2-9 0,0-1-4 0,3-7-1 15,2-12-15-15,-5 2-6 0,-4-1 1 0,-4 5-4 16,-3 1-9-16,1 7-14 0,-16 5-1 0,-9 1-5 16,-7-19-15-16,-2 12-44 0,-3 9-14 0,-7 9-14 15,5 6-71-15,-7 11-55 0,0-20-26 0,0 33-19 16,-3 2-175-16</inkml:trace>
  <inkml:trace contextRef="#ctx1" brushRef="#br0" timeOffset="93170.1">30905 6362 722 0,'-1'0'51'0,"-1"0"-3"0,-2 0 63 16,-11 0 6-16,-5-2 1 0,-1 1 13 0,3 1-29 0,-1 0-6 15,2 0-8-15,3 0-18 0,1 0-8 0,1 0-5 16,5 0-2-16,1 0-25 0,3 0 1 0,-1 1-1 16,0 1 0-16,2 0-3 0,1 2-3 0,1 0 2 0,0-1-1 15,1 1 9-15,9 3-9 0,32 14 2 0,10-8-3 16,10-6 3-16,10-7-6 0,17-2 1 0,8-3-3 15,1-8 1-15,1 2-7 0,-8-4 6 0,1 0-5 16,-2 2 10-16,2 0-3 0,-1 0 0 0,-5 2-1 16,-4 0 4-16,-12 1-1 0,-7 7 2 0,-13-3-1 15,-1 2 0-15,-14 3-3 0,-4-3 3 0,-5 2-3 16,-5 0 2-16,-4 0 7 0,-6 2-5 0,-4 0 6 0,-1 0-16 16,-4 0 4-16,1 0-3 0,1 0 3 0,0 0-9 15,-1 0 3-15,1 0-2 0,0 0 3 0,-2 0-7 16,0 0-3-16,-1 0-3 0,1 0 0 0,0 0-1 15,0 0 1-15,0 0-1 0,0 0 0 0,0 0-4 0,-1 0-3 16,1 0 1-16,0 0-4 0,0 0-15 0,0 0-65 16,0 0-39-16,0 0-21 0,-1 0-250 0</inkml:trace>
  <inkml:trace contextRef="#ctx1" brushRef="#br0" timeOffset="123214.15">24934 13566 65 0,'0'0'13'0,"0"0"11"0,0 0 22 16,0 0 9-16,0-1 4 0,0-1-9 0,0 0 4 0,0 0-1 15,0 0 2-15,0 0-17 0,0 0-9 0,0 1-2 16,0-1 0-16,0 0 4 0,0 0-12 0,0 0 7 16,0 0-8-16,0 0 4 0,0 1-7 0,0-1 2 15,0 0-2-15,0 0 4 0,0 0-3 0,0 0 1 16,0 0 1-16,0 1 12 0,0-1-9 0,0 0 4 0,0 0-5 15,0 0-1-15,0 0 10 0,0 0-7 0,0 1 6 16,0-1-14-16,0 2 4 0,-2 0-2 0,1 0 1 16,-1 0-3-16,0 0 0 0,0 0 5 0,0 0-3 15,0 0 3-15,0 0-2 0,1 0-5 0,-3 0 3 16,0 2 5-16,2-1-12 0,0 1 4 0,1 0-8 16,-1 0 8-16,0 0-10 0,0 2 5 0,0-1-6 0,2-1 5 15,-4 6 4-15,1-1-5 0,-3 2 3 0,2 1-12 16,-1 1 8-16,1-2-3 0,2-2 6 0,0 3-3 15,1-1-1-15,-1 2 0 0,0 2-1 0,0 0 2 0,0-4 6 16,0 3-1-16,2-1 3 0,0-4-6 0,0 2-6 16,0 1 4-16,0 3-4 0,0-2 10 0,0 0-9 15,0-4 7-15,0 1-7 0,0-3 6 0,0 1-6 16,0-2 1-16,0-1-1 0,0-1 7 0,0 2-6 16,0-2 3-16,0 0-4 0,0-1 7 0,4 3-6 15,-2-4 0-15,5 6-2 0,-3-4 3 0,3 3 2 16,6 3-2-16,-3-3 2 0,-1-1-2 0,2 0 0 0,-5-3-2 15,5 3 2-15,0-2-3 0,-2 0 3 0,-3-2 2 16,3 0-1-16,0 0-2 0,1-2 4 0,1 0-4 16,-4 0 4-16,2-1-5 0,-1-1 1 0,1-4 1 15,2 1-1-15,-5-6 4 0,3-2-1 0,0 0-4 0,-1-1 2 16,3-1-1-16,-5 4-1 0,-1-2 2 0,-3 2-3 16,0 0-2-16,0-2 9 0,1 2-4 0,-1 2 6 15,8-2-6-15,-3 2-3 0,-1-4 2 0,-3-3-3 16,-1 3 0-16,-2 0 6 0,0 4-4 0,0 1 5 15,-2-1-6-15,2 4 0 0,-3-4 2 0,-1 1 1 16,0 3 7-16,-1-2-10 0,3 5 7 0,0 0-8 16,-2 1 4-16,0-1 9 0,3 4-9 0,-7-4 10 0,-1 0-6 15,0 1-2-15,-3 1 5 0,1 2-3 0,-2 0 11 16,-3 2-14-16,1 1 3 0,-2 5-6 0,0-1 8 16,3 3 0-16,-5 1-3 0,4 0 1 0,0-7-3 0,2 10-3 15,2 3 6-15,0 2-6 0,2-8 10 0,1 7-11 16,-1-3 5-16,2-4-5 0,1 4 6 0,0-4 0 15,3 4-3-15,-1 0 1 0,0-2 3 0,2 0-3 16,1 0-1-16,-11 2-3 0,5 0-3 0,1-2 6 16,3-2 0-16,1-4 1 0,0 1-5 0,2-1 1 15,0-1-1-15,0 3 1 0,0-3-4 0,0-5 7 16,0 3-2-16,0-2 4 0,2 2-7 0,0-1-14 0,0 1-7 16,-1 0-13-16,3 0-120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4:58:00.30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02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30T05:34:19.465"/>
    </inkml:context>
  </inkml:definitions>
  <inkml:trace contextRef="#ctx0" brushRef="#br0">3556 4662 256 0,'0'0'-22'0,"0"-2"34"15,0 0 26-15,0 0 16 0,0 0 40 0,0-15-6 0,2-1 2 16,0-1 2-16,-1 1 1 0,-1-5-5 0,2 3 6 16,-2 0-7-16,2-1 9 0,-2 3-8 0,0-1-10 15,0 2 2-15,0-1-6 0,0 1-15 0,0 0 11 16,-2 4-3-16,2 6 6 0,-2-1-11 0,2 5-6 15,-1-3-4-15,1 4 2 0,0 0 4 0,0 1 1 16,-4-3-4-16,0 0 2 0,2 4-11 0,-1-2-12 16,-5-1 0-16,6 3-4 0,-3-2-9 0,-1 2-6 0,2 0 1 15,1 0-2-15,-1 2 3 0,0 1-3 0,-7 14 2 16,-4 18-2-16,6 8-4 0,3 5-1 0,3 8 2 16,3 5-1-16,2 2 0 0,1 4-2 0,-1 0 0 0,0-2 1 15,2 2 1-15,-1-2 6 0,1 2-6 0,-2 0 5 16,0-2-6-16,0 0 6 0,1-6 6 0,3-3-1 15,-4-2 11-15,2-6-2 0,-3-2-3 0,3-3 2 16,2 0-5-16,-3-6-6 0,3 0 4 0,-4-4-5 16,0 1 3-16,1-3-3 0,-1-3-1 0,0-2 0 15,2 0-5-15,0-4 5 0,-1-1-1 0,1-1 1 16,-2-5-2-16,0-2-2 0,0-2 4 0,-2-1-2 0,0-5 6 16,0 1-9-16,0-4 1 0,1 1-4 0,1 1 1 15,0 0 0-15,0-1 1 0,0-1-1 0,0 0-7 0,0 0 0 16,-1 0-2-16,1 0 2 0,0 0 5 15,-2-1-9-15,0 1 4 0,0-2-5 0,0 0-4 0,0 0-24 16,0 0-24-16,0 0-4 0,0 0-120 0,0 0-71 16,0-2-13-16,0 1-20 0,2-1-71 0</inkml:trace>
  <inkml:trace contextRef="#ctx0" brushRef="#br0" timeOffset="1647.7">3606 7484 993 0,'0'0'41'0,"0"0"-5"0,-2-2 75 0,0 0-4 15,0 0 14-15,2 0-9 0,0 0-11 0,0-1-7 16,-1 1-2-16,-1-2-22 0,0 2-23 0,2 0 9 16,0 1-15-16,0-1 5 0,0 2 1 0,0 0 0 0,-2 2 2 15,0 1 7-15,-3 21-7 0,1 10 3 0,0 1-4 16,-1 6-8-16,-5 0-2 0,1 0-8 0,0 3 5 16,1-3-5-16,1-2-8 0,1 2 5 0,1 0-8 15,-1-4-12-15,1 0-1 0,-1-4-4 0,4-1 3 16,0-2-5-16,2-1-1 0,0-1-1 0,0-4 0 15,2 1-4-15,2-5 4 0,0 2-6 0,1-1 3 0,1-1-26 16,-1 1-31-16,-1-7-19 0,0-1-7 0,-1 0-100 16,1-1-44-16,0-5-13 0,0 0-18 0,-1-1-130 15</inkml:trace>
  <inkml:trace contextRef="#ctx0" brushRef="#br0" timeOffset="1979.69">3257 8590 952 0,'0'0'370'0,"-2"2"-461"16,0 0 450-16,0 0-233 0,1 0 10 0,-1 2-39 0,0-1-4 15,0-1-11-15,0 2-23 0,0-2-15 0,2 1 0 16,0 1-2-16,2 0 10 0,0-2-4 0,2 0-2 16,16 5-2-16,8 0-11 0,2-5-15 0,1 0 1 15,1-2-6-15,-3-2-9 0,-1-2-11 0,-5 1 1 16,-1-1-7-16,-2-1-4 0,-1-1-22 0,-2 2-5 0,-4 2-8 15,0 1-46-15,-4 1-72 0,-2 0-4 0,-3 0-23 16,-2 0-12-16,0 0-27 0,1 1 0 0,1 3-12 16,0 2-2-16,3 16 158 0,-7-2 15 0,-3 8 59 15,-3-4 149-15,-3 2 62 0,1-5 1 0,1-1 14 16,-2 1-30-16,3-7-45 0,0 1-9 0,5-5-12 16,-1-1-47-16,2-5-22 0,0 1-4 0,0-3-6 0,0 0-8 15,2 2-3-15,1-3 1 0,7 3-4 0,14-2-16 16,5-6-14-16,1-7-20 0,2-7-12 0,-3-3-194 15</inkml:trace>
  <inkml:trace contextRef="#ctx0" brushRef="#br0" timeOffset="5247.35">7535 4288 1093 0,'-2'0'46'0,"0"0"-13"15,0 0 68-15,-1 0-14 0,-5 0 56 0,-1 2-16 16,-2 0-11-16,5 0-2 0,1 0-45 0,1-2-45 16,0 2 7-16,0-1-20 0,3 1 0 0,-1 0 10 15,0 0-1-15,2 0 4 0,0 0 0 0,2 0 0 16,0-1-2-16,12 5 2 0,12 1-7 0,2-1 2 15,-2-2-4-15,4-2 2 0,3-1-4 0,3-1 2 0,3-1 1 16,2-1 0-16,1-2 0 0,1 0 2 0,7 1-5 16,0-1 4-16,0-2-7 0,6 1 7 0,-2-1 1 15,5-1 3-15,-5 1-1 0,-4 1-4 0,-1-1 2 16,-9 0-3-16,3 1 0 0,-4 1 5 0,-2 0-4 16,-5 1 4-16,-1-1-7 0,-5 2-4 0,-2 0 1 0,-3 0-2 15,-3 2 2-15,-5 0 0 0,-1 0 0 0,-3 0-2 16,-2 0-8-16,-3 0 2 0,0 0-1 0,-1 0 3 15,1 0-1-15,0 2 0 0,0 0-5 0,-1 0 1 16,-1 0-17-16,0 0-10 0,0-2-6 0,0 2-10 16,0-2-107-16,-1 0-151 0,1 0-45 0</inkml:trace>
  <inkml:trace contextRef="#ctx0" brushRef="#br0" timeOffset="6797.6">8682 4244 959 0,'0'0'30'0,"0"0"-5"0,0 0 65 16,0-2 8-16,-2 0 8 0,1 0 21 0,-1 0-16 15,0 0-11-15,0 1-1 0,0-1-36 0,0 0-7 16,-1 0 6-16,-1 0-6 0,0 0 10 0,0 0-6 16,1 1-3-16,-1-1 0 0,0 0-8 0,1 0 1 15,-1 0 0-15,0 0-1 0,0 0-6 0,1 1-2 16,-1-1 2-16,0 0-1 0,1 0-10 0,-1 0 2 0,0 0-10 16,0 0 6-16,1 1-13 0,-1 1-4 0,0 0 0 15,1 0-2-15,-1 0-9 0,2 0 2 0,-2 0-1 16,2 1 2-16,1 1 1 0,-1 0-6 0,0 0 3 15,0 2-3-15,2-2 4 0,-6 11-7 0,1 3 5 0,1 3-4 16,2 1 7-16,0 6-4 0,2 2-1 0,0 4 0 16,2-1 2-16,0 5-2 0,0 1 1 0,0 0-2 15,2 4 2-15,-3 0 4 0,-1-1-5 0,0 7 3 16,0-6-5-16,2 1-2 0,0-1 4 0,-2-4-2 16,2 4 4-16,0-4-1 0,0-1 1 0,1-1-2 15,1-2-2-15,0 3 2 0,0-1 1 0,1-2 1 0,1 3-2 16,-3-9 0-16,3 3 1 0,0 0 0 0,-1-2 3 15,-1 0-5-15,-2-8 0 0,0 0-1 0,-1 1 7 16,1-1-4-16,0 1 3 0,-2-8-3 0,0 2 2 16,-2-1 3-16,-1 1 1 0,-3 2 1 0,0-4 2 0,-1-2-5 15,3-4 4-15,-18 5-3 0,2-5 2 0,-3 0-6 16,-1 5 0-16,2-9 1 0,-2 3 4 0,-2-2-4 16,4-3 2-16,-1 1-2 0,1 0-3 0,0 13 4 15,-6-2-6-15,13-7 5 0,2-3-3 0,-2 1 0 16,10-4 5-16,-8 2-4 0,3 0 3 0,7-2-3 15,-1 0 1-15,2 0-1 0,0 0 1 0,0 0-2 16,-1 0 0-16,-1 0-1 0,0 0 1 0,2 2 1 0,0-2-3 16,1 1 2-16,1 1-3 0,0 0 3 0,0 0 3 15,1 0-2-15,3 0-2 0,4 0 1 0,14 5-1 16,-4-1 1-16,8 1 0 0,-1-1 0 0,4 1 0 16,3-1 0-16,-2-1-1 0,1 1 1 0,-1-1 1 15,1 1 1-15,3-1-1 0,-5 1 2 0,3 0-5 0,-2-1 3 16,-1 1-4-16,-1-1 6 0,0 1-1 0,-6-1 2 15,-1 1-5-15,-1 0 1 0,-7-3 2 0,-2 1 0 16,-3 0-5-16,-4-2 5 0,3 1-1 0,-3 1 5 16,-1 2-2-16,3 5 3 0,-2 4-2 0,-4-1 2 15,-2 1 8-15,-6 2-5 0,3 0 6 0,-29 3-6 0,-5 2 6 16,0 3 1-16,-5-1 1 0,-1 2-1 16,1 2-1-16,-3-4 2 0,5 4-2 0,1-4 2 0,2 0-4 15,0-2 0-15,7-2-5 0,6-7 2 0,6 0-12 16,7-1 1-16,0-3 4 0,5-2-2 0,5 6 0 0,1-3-3 15,-4-3-5-15,1 2 1 0,5-7-2 0,0 0 7 16,-2 2-1-16,2-1 2 0,0 3-1 0,0-4 0 16,0 0 0-16,2 1 2 0,7 3 3 0,11 3-3 15,8 1 1-15,-2-5-2 0,2-1-5 0,0-2 3 16,-2-2 0-16,4 0 1 0,-3 0 4 0,1 0-3 16,2 0-1-16,-2 0 0 0,0 0-7 0,-6 0 8 15,0 0-1-15,-1 0 2 0,-6 0-2 0,-1 2 1 16,-4-1 0-16,-5-1 1 0,-1 0-3 0,0 2 2 0,-1 0 0 15,1 2 2-15,0 3-3 0,-2 6 3 0,-2 6-1 16,-6-1 1-16,-3 3-6 0,-6-1 7 0,4-1-3 16,-15 1 5-16,-2-3-9 0,4 0-2 0,0-1 4 15,3-3-2-15,5 0 5 0,3-1-3 0,3-3 1 0,3-4-2 16,1 1-2-16,4 0 2 0,1-3-4 0,-1 1 5 16,-2 2 1-16,2-1 0 0,0 1 0 0,0-1 0 15,2 3-4-15,0-1 4 0,0 4-4 0,2 0 3 16,2 2-2-16,3 4 2 0,3 2 1 0,1 3 0 15,2 4 0-15,-2 4-2 0,0 3 2 0,-2 2-3 16,1 6 3-16,-3 4 0 0,-1 3-1 0,-3 2 0 16,1 4-6-16,-2 0 1 0,0 3-1 0,0 1 1 0,-2-2 5 15,0-1-1-15,0-5 2 0,0-3 0 0,0-1 5 16,0-1-3-16,2-6-1 0,-1-4 0 0,3-1 0 0,0 1 1 16,0-5 3-16,-1-3-2 0,3 1-3 0,-2-4 2 15,-1-1-2-15,1-1 5 0,0 0-4 0,-1 1 3 16,1 3-3-16,0-4 3 0,-2 2-3 0,1-2 1 15,-1-3 2-15,0 1-1 0,0-3 3 0,0 1-4 16,0-1-2-16,-2-2 0 0,0 2-3 0,0-1 7 16,0-3-2-16,0-1 4 0,0-3-13 0,0-2 5 15,0-1-6-15,0-1 5 0,0-1-17 0,0-2-51 16,0 0-32-16,2 2-18 0,-1-1-199 0,1-1-163 16,0 0-92-16</inkml:trace>
  <inkml:trace contextRef="#ctx0" brushRef="#br0" timeOffset="7174.57">8094 8563 1485 0,'0'0'34'0,"0"0"-2"16,-2 0 56-16,0 0-12 0,2 0 12 0,-2 0-35 15,2 0-23-15,0 1 4 0,0-1-9 0,2 2 8 16,0-2 27-16,2 2-6 0,1-2 14 0,19 4-2 0,6 0-3 16,0-3 2-16,9-1-3 0,2 0-13 0,-1 0-11 15,1-1 1-15,0-3-4 0,0 0-6 0,0 0-4 16,1-1-3-16,-1-1 1 0,0 1 4 0,-4-1-13 15,2 1 5-15,-2 1-8 0,-5 0-3 0,0 0-3 16,-8 1-4-16,-2-1 3 0,0 0-4 0,-1 2 0 16,-5 1 0-16,-1-1 0 0,4 0 0 0,-8 0-10 15,4 0-2-15,-4 0-2 0,-5 2-16 0,-1-2-61 0,-3 2-13 16,2-1-23-16,-1-1-84 0,1 0-105 0,-2 0-39 16</inkml:trace>
  <inkml:trace contextRef="#ctx0" brushRef="#br0" timeOffset="7324.9">8502 8995 779 0,'0'0'194'0,"0"0"422"15,0 0-528-15,0 0 38 0,2 0-1 0,0 0 11 16,0 0-7-16,1 0-33 0,1 0-1 0,7-2-15 16,6 0-25-16,3-1-7 0,-1-3-1 0,0 1-5 15,-1-3-32-15,1 1-18 0,-1-3-14 0,3 1-6 0,1-4-75 16,2-2-212-16,6 12-75 0</inkml:trace>
  <inkml:trace contextRef="#ctx0" brushRef="#br0" timeOffset="9373.18">8593 4294 195 0,'0'0'121'0,"-2"0"-110"16,0 0 149-16,1 0-61 0,-1 0 26 0,-2 0-27 16,0 0-1-16,1 0-10 0,-5 0-12 0,1 0-7 0,-1 2-2 15,-1 0-1-15,2-2-1 0,-1 1-20 0,3-1 9 16,1 0-13-16,0 0-1 0,2 0-1 0,0 0-8 16,-1 2 6-16,-1 0-17 0,0 0-4 0,1 0-2 15,1 0 0-15,0 0 3 0,0-1 7 0,0 1 0 0,0 0 1 16,0-2-6-16,2 0 11 0,0 0-1 0,0 0 4 15,0 0 4-15,2 0 3 0,0 0 0 0,2 0-1 16,0 0-7-16,14-5-3 0,1-1 2 0,5-1-3 16,-2 1-5-16,0 0 0 0,6-1-3 0,0 0 4 15,6-1 3-15,1 3-10 0,6-3 4 0,1 3-7 16,1-1 6-16,7-1-6 0,-3-1-4 0,3 3 0 16,2-1-10-16,-4 0 5 0,0 1 1 0,-3-1 2 0,-2 1-6 15,-1 1 0-15,3 0 0 0,-1 1 2 0,1 1-2 16,1 0 3-16,1 0 0 0,5 0 1 0,-6 0 1 15,1 1-4-15,3-3 2 0,-7 0-2 0,7 0 7 16,-4 3-9-16,-3-3 6 0,-2 0-6 0,-2 2 6 0,0-1 0 16,0-1-4-16,0 2 2 0,1 0-9 0,1 0 8 15,-4 2-1-15,2 0 3 0,-3 0-8 0,-1 0 4 16,-2 0-2-16,-3 0 4 0,-4 0 2 0,-2 2-4 16,-5 0 2-16,-1 0-3 0,-3 0 2 0,4 0 5 15,-3-1-3-15,3 1 2 0,0-2-10 0,-3 0 4 16,-1 0 2-16,-2 0 2 0,2 0 2 0,0 0-1 0,0 0-4 15,-4 0 2-15,-2 0-3 0,-1 0 6 0,-1 0-5 16,0 0 5-16,1 0-5 0,-3 0-1 0,-1 0 3 16,0 0-3-16,0 0 7 0,-1 0-4 0,1 0 1 15,-2 0-2-15,2 0 0 0,-1 0 5 0,1 0-3 16,0 0 3-16,-1 0 1 0,-1 0 2 0,0 0 4 16,0 0-2-16,0 0 3 0,0 0 0 0,0 0-6 0,-1 0 4 15,1 0-4-15,0-2 1 0,0 1-1 0,-2-1 0 16,0 0-1-16,0 0-2 0,0 0 2 0,0 0-4 15,0 0-1-15,0 1 0 0,-2-1 4 0,0 0-2 16,0 0 0-16,1-2-2 0,-1 1 0 0,0-1 0 16,0 0 3-16,0 0-1 0,0 1-3 0,0-1 2 15,1 0 0-15,-1 2 0 0,0 1 4 0,0-1-3 0,-2 0 3 16,1 0-2-16,-1 0-1 0,0 0 0 0,0 0-1 16,1 2 2-16,-1 0-1 0,0 0 0 0,-3 2-1 0,1 0-1 15,3 0 1-15,1-2-2 0,0 11-3 0,-2-2 4 16,2 3-4-16,0-3 4 0,-5 0-2 0,3-1-2 15,2-3 4-15,2-1-3 0,0 0 10 0,0-1 2 16,0 1 1-16,0 0 1 0,2-2 4 0,0-1-4 16,0 1 2-16,2-2-2 0,-1 0 5 0,1 0-10 15,4-2 1-15,-1-1-5 0,-1-1 0 0,-3 2 5 16,1 0-3-16,0-3 4 0,1-3 0 0,-1 3-3 16,0-1 1-16,-4 4-1 0,0 0 4 0,0 1-3 0,2-3 0 15,-1 0-2-15,1 0-4 0,0 3-2 0,0-1 3 16,-2 0-4-16,0 0 0 0,0 0-1 0,0 0 0 15,0 0-1-15,0 1 2 0,0-1-5 0,0 2-7 16,0 0 0-16,0 0-36 0,0 0-121 0,0 0-30 16,2 0-44-16,0 0-209 0</inkml:trace>
  <inkml:trace contextRef="#ctx0" brushRef="#br0" timeOffset="11387.9">10580 4311 83 0,'0'0'76'0,"0"0"-17"16,0-2 62-16,-2 0 21 0,0 0-25 0,0 0 1 15,0-2-8-15,2 3-6 0,-11-7 2 0,-4 3-30 16,6 3-9-16,-8-2 4 0,8 2-5 0,-2 0 4 16,2 0-17-16,5 1 4 0,-7-9-7 0,3 7 9 0,1-1-13 15,1 0-1-15,5 4-5 0,-1 0-16 0,-6-4-2 16,5 3-6-16,-1-3 3 0,0 2-12 0,2 0 11 15,0 0-2-15,1 0 5 0,-1 1-2 0,2-1-3 16,0 0 0-16,2 0 0 0,-1 0 3 0,3 0-3 16,0 2 2-16,14-5-3 0,3 1-1 0,9 0-3 15,1 2 2-15,-3 1-2 0,7 1 3 0,-5-2-1 16,3 0-3-16,5 2 2 0,2-2 1 0,3-2 4 16,4 1-3-16,3-1 1 0,0 0-13 0,2 0 3 0,-2 1-2 15,4 1 2-15,-2 2 1 0,-6-2-3 0,-1 2 0 16,-3 0-2-16,-1 0 1 0,-2 2 0 0,0 0 5 15,-2 0-4-15,-3-1-1 0,-4 1-2 0,-4-2 3 16,1 0-1-16,-1 0 5 0,2 0-3 0,-2 0 0 0,-2-2-1 16,-3 1 0-16,-5-1 1 0,-1 0-1 0,0 0 2 15,2 0 0-15,-6 0 2 0,0 1-5 0,-2-1 4 16,-1 2 0-16,1-2-2 0,0 0 2 0,-5 2-2 16,2 0-2-16,-4 0 6 0,1 0 0 0,1 0 1 15,0 0-5-15,-1 0 3 0,-1 0 0 0,0 0 1 16,0 0 5-16,0 0-13 0,0 0 4 0,0 0-5 0,-1 0 6 15,1 0 1-15,-2 0-2 0,0 0 0 0,0 0-2 16,0 0 5-16,0 0 0 0,0 0 2 0,0 0-4 16,0 0 5-16,0 0 2 0,0 0 0 0,0 0 0 0,0 0 6 15,0 0-6-15,0 0 8 0,0 0-6 0,0 0 3 16,0 0-1-16,0 0 1 0,0 0-7 0,0 0-4 16,0 0 4-16,0 0-4 0,0 0 3 0,0 0-1 15,0 0-6-15,0 0 3 0,0 0-4 0,0 0 2 16,0 0 0-16,0 0 0 0,0 0 1 0,0 0 1 15,0 0 3-15,0 0-1 0,-2 2 3 0,2 0-8 16,-1 0 3-16,-1-1-3 0,2 1 3 0,-2 0 3 16,0 0-5-16,0 0 4 0,0 0-7 0,0 1 5 15,1 1-2-15,-3 5 2 0,-2 6-2 0,3 0 0 0,-3 5 1 16,2 1-1-16,1 1-3 0,-1 0 0 0,-2 6 0 16,3-2 1-16,-1 0 2 0,2 0-2 0,0-2 0 15,0 2 1-15,-1 0 0 0,-1-1-1 0,0 1 1 0,2 0-2 16,-1 0 0-16,-1-2 2 0,0 2 0 0,2-6 1 15,-1 2 5-15,-1-1-5 0,0 1-1 0,2-5-1 16,0 1 4-16,1-3-4 0,-1-2 3 0,0 0-3 16,0-2 1-16,2-1-1 0,-2 1 5 0,0-2-3 15,2-2 5-15,-2 1-1 0,2-3-1 0,-1 1 0 16,-1 0 1-16,0-1 5 0,0-1-4 0,-2 1 4 16,1-1-4-16,-9 0-6 0,-2 0 6 0,-1-3-7 0,0 5 8 15,0-2-3-15,-2-1-3 0,1 1 3 0,-1-2-5 16,-2 4 6-16,-3-3-4 0,2 1 4 0,-1 2-2 15,3-1-5-15,3 1 4 0,-4-1-4 0,-3-1 8 0,3 0-8 16,5-1 3-16,1 1-4 0,1 0 1 0,3-2 1 16,0 1 0-16,5-1 1 0,2 0-1 0,-1 0-1 15,-1 0 0-15,0 0 0 0,2-2 1 0,-1 3-2 16,-1 1-1-16,2 0-1 0,0 0 1 0,0-1-3 16,0 1 3-16,1 0-1 0,1-1 8 0,0 1-2 15,0-2-2-15,1 0 0 0,1 0-5 0,2 1 7 16,11 5-6-16,7 3 5 0,0-4-4 0,3 1 3 15,2-1 2-15,1-1-1 0,-2-2-2 0,4-1-1 16,-2 1-1-16,2 0 1 0,3-1-3 0,-1-1 5 0,3 2 0 16,-4-2 2-16,1 2-6 0,-1-1 5 0,-1 1-2 15,-2 0 3-15,-6-1-3 0,-1 1-1 0,-3 0 2 16,-3 0 0-16,0-1 3 0,-6-1-2 0,1 2 2 16,-3-2-2-16,-3 0-2 0,-2-2 2 0,-1 0-2 0,3 3 4 15,0 1 0-15,0 0 2 0,-1-1 0 0,-1 1 0 16,0 0 5-16,0 0-4 0,-2-1 0 0,0 8-2 15,-2-1 2-15,-4 3 2 0,-1-2-1 0,-6 2 1 16,-15-2 2-16,-2 2-8 0,-1 4 5 0,-3-8-6 16,7 8 3-16,-3-2-4 0,2-2 2 0,2 0-1 15,2-2 7-15,5-4-8 0,3 2 1 0,1 1-2 0,4-3-2 16,1 2 2-16,-1-1 0 0,6-1 1 0,-1 1-1 16,2 1-1-16,3-2 1 0,-1 3-2 0,-2-1 8 15,0-5-6-15,2 3 1 0,1-1-3 0,-3-1-6 0,-2 3 8 16,3-1 0-16,-1 2 2 0,2-1-5 0,0-1-1 15,0 1 3-15,2-3-3 0,0 4 4 0,0 1-5 16,0-8 4-16,2 1-4 0,2 1 5 0,1 0-1 16,16 9-1-16,-3-4 1 0,5-2 0 0,-1-3 1 15,0-2 1-15,0-2-1 0,-3 0-2 0,1 0 2 16,-1 0-2-16,-4 0 3 0,0 0 4 0,-4 0-6 16,0 0 2-16,-2 0-3 0,-1 0 5 0,-1 2-3 0,-3 0 1 15,0 0-2-15,-1-1 4 0,1 1-4 0,0 0 1 16,-1 2-3-16,-1 0 4 0,2 5 6 0,0 2-6 15,-1 0 4-15,1 0-5 0,-2 2-2 0,0 0 3 16,0 2-2-16,-2 2 1 0,0 1 0 0,0 1 2 16,2 3-1-16,-1 2-1 0,3 2 0 0,0 2-1 0,0 6 2 15,-1 1 7-15,1 6-9 0,0 0 1 0,1 3-4 16,-1-1 9-16,-2 1-7 0,2 3 2 0,-3-1-3 16,1 1 6-16,0-1-3 0,0-3 2 0,2-4-2 15,-2-4 6-15,1-1-4 0,1-5-1 0,-2-3 0 16,0-2 0-16,0-1-1 0,1-3 0 0,-1-3 0 15,2-2 6-15,0 0-2 0,-3-4 1 0,1-2-3 16,0-2-2-16,-2 1-1 0,0-4 0 0,2-1 0 0,0 1-1 16,0 0-14-16,0-1-15 0,-1-1-7 0,-1 0-124 15,2-2-208-15,0 0-37 0</inkml:trace>
  <inkml:trace contextRef="#ctx0" brushRef="#br0" timeOffset="11904.1">12466 4946 1422 0,'0'0'7'0,"0"0"0"0,-2 0 66 0,1-2 0 16,-1 0 22-16,0 0 5 0,0 0-59 0,0 2-1 0,0 0-19 16,2 0-13-16,0 2 26 0,0 2-9 0,0 14 14 15,4 18-10-15,0 1 3 0,3 5 0 0,1 1 1 16,1 2 0-16,2-3 5 0,0 3-1 0,-2 0 2 16,-1-8 3-16,-1 0-4 0,1-2 6 0,-3-1-6 15,1-3 4-15,-1 1-10 0,-1-6 4 0,0-4-5 0,0 0 3 16,-3-5-2-16,1-4-3 0,0-4 2 0,-2-5-5 15,0 1-6-15,0-1 2 0,0 0-3 0,0 0 6 16,0-3 5-16,0 1-2 0,0 0 1 0,0-2-10 0,0-2-5 16,0 0-4-16,-2-12 1 0,-3-16-13 0,-1-5 4 15,1-1 5-15,1-1-2 0,0 2-4 0,2 0 4 16,0 1-6-16,2-1 5 0,2 3-2 0,2 1-2 16,2 1 1-16,1 2-1 0,2 2 0 0,2 2 1 15,2 6-1-15,-3 1 0 0,19 2-2 0,-1 2 6 16,-2 2-1-16,-2 3 3 0,-1 3-5 0,1 1 7 15,-2 2-6-15,2 0 6 0,2-14-7 0,-2 5 0 16,-3 5 4-16,-6 4-3 0,0 2-2 0,-4 0 0 16,3 0-2-16,-1 2 1 0,-1 0-14 0,-3 0-20 0,-5-2-5 15,1 2-7-15,3 1-36 0,-7-3-161 0,3 2 14 16,-2 9-67-16,7 0-13 0,2 8-153 0</inkml:trace>
  <inkml:trace contextRef="#ctx0" brushRef="#br0" timeOffset="12328.32">13086 5608 930 0,'0'0'195'0,"0"0"-220"0,0 0 247 0,-1 0-113 15,-1 0 86-15,0 0-22 0,0-1-8 0,0-1-10 0,0 0-60 16,0 0-36-16,1 2 6 0,-1 0-18 0,0 0-13 16,0 0 6-16,0 2-7 0,0 0 8 0,0 3-7 15,-7 21-1-15,2 4-3 0,1 0 0 0,2 1-10 16,1 3 0-16,1-3-1 0,0 1 0 0,0-2-14 0,2-4 1 15,0 1-2-15,0-2 2 0,2-5-5 0,0-3-3 16,0-4 1-16,0-2-3 0,-1-2 0 0,-1-5-1 16,2 0-2-16,0-1 0 0,2 1-14 0,0-2 6 15,-1-2-5-15,7 2 7 0,1-2-2 0,-2-2-9 16,2-4 6-16,-2-1-6 0,-1-8 10 0,-1-7 0 16,-1-2 3-16,-1 1 0 0,1-1 8 0,-4 4 6 15,2 1-3-15,-3 4 6 0,1 6 0 0,0 2 3 16,0 3-2-16,0 0 2 0,-2 2 0 0,4-1-2 0,-1-1 2 15,1 0-4-15,0 2 2 0,-1 0-1 0,1 1 1 16,0 1-1-16,0 0 2 0,-3 0 8 0,5 1-3 16,0 1 5-16,-1 2 7 0,1 3-4 0,-1 8 3 15,-1-2-5-15,0 2-12 0,-1 0-1 0,-1-2 0 16,2 0 0-16,-2-4-5 0,0 1-2 0,0-1-4 0,-1-4-1 16,1 3-17-16,2-3-61 0,0-1-27 0,-1 0-18 15,1 0-137-15,0-3-112 0,-2 1-53 0</inkml:trace>
  <inkml:trace contextRef="#ctx0" brushRef="#br0" timeOffset="12501.62">13124 5347 1732 0,'0'0'45'0,"-2"0"34"0,0 0 81 0,0 0-38 15,2 0 4-15,0 0-23 0,0 2-41 0,0-1-9 16,2 1-2-16,0 2-1 0,1 0 4 0,12-1-13 15,8 5-1-15,3-1-9 0,0 6-27 0,-2-5-3 16,2-1-1-16,3-1 0 0,1-4-20 0,2 1-45 16,1 18-44-16,-1-10-13 0,-6-8-276 0</inkml:trace>
  <inkml:trace contextRef="#ctx0" brushRef="#br0" timeOffset="13518.2">12015 6756 703 0,'0'0'32'0,"0"0"3"0,-2 0 44 16,0 0-6-16,1 0 12 0,-1 0 37 0,0 0-19 15,0 0 6-15,0 0-12 0,0 0-12 0,0 0-12 16,1 0-5-16,-1 0 0 0,0 0-8 0,0 0 6 15,0 0-5-15,0 0 4 0,0 0-11 0,1 0 3 0,-1 0-3 16,0 0 0-16,0 0-10 0,0 0-5 0,0 0 1 16,0 0-5-16,1 0-11 0,-1 0-3 0,2 2-2 15,0 0 0-15,0-1-6 0,0 1 2 0,0 0-1 0,2 0 2 16,-1 0 3-16,3 0-5 0,13 3 6 16,7 1-5-16,6-1 3 0,-2-1-4 0,-1 0-3 0,9-2 0 15,-3 0 0-15,6 1-3 0,6 3-1 0,-1-2 1 16,6-1 0-16,4-1 5 0,11 2-3 0,6-2 4 15,7-2-1-15,2 0-4 0,3 0 5 0,1-2-5 16,1-4-1-16,6 1 5 0,0-3-5 0,11-1 6 16,0 0-5-16,0-1-1 0,1-1 0 0,-13 0-1 15,1-2-1-15,-3 2-2 0,1 0 1 0,2 2-2 16,-2-1-3-16,2 5 1 0,-6-1 1 0,-10 3 1 0,-1-1 3 16,-7 0-3-16,-2 2 1 0,-2 2-2 0,-4-2-2 15,1 1 1-15,1 1 2 0,2-2 1 0,0 2 2 0,-2-2 0 16,-5 0-3-16,-6 2 2 0,-1-2-5 0,-1 0 4 15,0 0-1-15,-5 1 2 0,0-1-1 0,-4 0-3 16,-4 0 3-16,0 2-3 0,0 0 0 0,-5 0-1 16,2 0 3-16,-1 0-2 0,-3 0 1 0,2 2 7 15,-2 0-10-15,-8 0 7 0,0-1-9 0,-3 1 13 16,0 0-6-16,0 0 8 0,-3 0-8 0,-2 0 3 16,-5-2 4-16,-3 0-3 0,3 2 4 0,4-1 2 15,0 1 0-15,-3-2 0 0,-1 0-4 0,-5 0 3 0,2 0-2 16,-2 0 3-16,0 0-7 0,3 0-2 0,-3 0 0 15,4 0 0-15,-3 0 4 0,-1 0-6 0,2 2 1 16,0 0-3-16,-1 0-2 0,1-2-16 0,-2 0-9 16,0 0-6-16,0 0-84 0,-1 0-287 0,1 0-69 15</inkml:trace>
  <inkml:trace contextRef="#ctx0" brushRef="#br0" timeOffset="14249.7">15446 3390 1056 0,'0'0'43'0,"-1"-2"-4"16,-1 0 68-16,0 0-2 0,0 0 10 0,0 0 5 15,0 1-36-15,0-1 6 0,1 0-18 0,-1 0-15 16,0 0-8-16,0 0 1 0,0 0-3 0,0 1-4 15,0 1 5-15,1 0-9 0,1 0 7 0,-2 1-7 0,0 3-1 16,-2 17 2-16,-1 12-4 0,1 4-1 0,0 8 0 16,0 3-2-16,1 2 0 0,-1 4-2 0,2-4-9 15,-2 6 1-15,1-4-3 0,-1-2 0 0,0-2 0 16,1-5-3-16,-1-2 0 0,2-6-6 0,0-5-4 16,2-1 2-16,0-4-3 0,0-3 0 0,0-2-5 15,0-3-1-15,0-2-1 0,0-4-7 0,0 0-10 16,0-4 0-16,0-1-7 0,0 0-33 0,0-5-119 0,0 1-3 15,0 2-39-15,0 0-25 0,0-1 3 0,2 1-12 16,0-2-7-16,0 0-144 0</inkml:trace>
  <inkml:trace contextRef="#ctx0" brushRef="#br0" timeOffset="14481.56">15454 4288 361 0,'0'0'203'0,"0"0"-216"0,0-2 237 16,0 1-106-16,0-1 31 0,-2 0 4 0,0 0 1 0,0 0-4 15,0 0-25-15,1 0-9 0,-1 1-1 0,-2-1-2 16,-2 0-13-16,-7-2-31 0,-1 2 0 0,1 2-12 15,-6 6-3-15,-1 5-5 0,-1 4 1 0,-7 22-4 16,-1 6 0-16,3 7-2 0,-4-2 2 0,2 4-4 16,0-5-12-16,-3-1-12 0,8-3 1 0,-1-2-5 0,4-2 0 15,5-8 0-15,-2 1-6 0,8-8 3 16,1-4-14-16,3-1 7 0,-1-4-3 0,3-4 4 0,-5-2-6 16,4-3-2-16,3-3-4 0,1-1 0 0,0 0-20 0,-2 2-9 15,0-1-17-15,0-1-1 0,0 0-98 0,2 0-69 16,0-2-3-16,2-2-25 0,2 0-53 0,12-11-202 15</inkml:trace>
  <inkml:trace contextRef="#ctx0" brushRef="#br0" timeOffset="14795.02">15463 4075 958 0,'0'0'158'0,"-2"0"26"0,0 0-28 15,1 0-38-15,-3 0-19 0,0 0 83 0,-3 0-67 0,-3 0-6 16,3 0-24-16,5 0-51 0,0 0-15 0,-1 2 4 15,-1 1-7-15,4-1 7 0,-6 11-2 0,4 2 4 16,2-2-1-16,0 2 8 0,4 2 2 0,2-1-3 0,5 3 3 16,2-1 3-16,-4 3 1 0,19 1 0 0,2 2-1 15,5 2-6-15,0 2-10 0,0 0 1 0,-1-2-5 16,1 2 5-16,-1-2-8 0,1 2 4 0,0 1-6 16,-5-4 0-16,-4-1-5 0,-4 0 1 0,-3-2-2 15,-1 6 6-15,5 0-10 0,-7-4 4 0,-3-2-6 16,2-1 10-16,-6-5-8 0,3 3 4 0,1-4-6 0,-4-2 2 15,0-2 3-15,-1-2-1 0,-1 1 1 0,0-3-5 16,-3 0 0-16,0-1-3 0,0-1-1 0,-3-1-11 16,1-4-21-16,0 2-11 0,-2 0-13 0,4 2-134 15,0-1-68-15,-3 1-18 0,1 0-13 0,-2-1-76 16</inkml:trace>
  <inkml:trace contextRef="#ctx0" brushRef="#br0" timeOffset="15108.55">15120 4934 1517 0,'-2'0'35'0,"0"0"-2"0,0 0 103 0,-2 0-13 16,-5 0 29-16,-6 0-25 0,6 0-46 0,3 0-9 16,3 0-11-16,-1 0-37 0,0 2-8 0,2 0 3 15,0 0-4-15,1 0 8 0,-1 2 2 0,0 9 1 16,2 5 0-16,2 4 7 0,3 1-2 0,5 5-2 0,1-1-1 15,0-1-3-15,4 4-6 0,0-2 3 0,-1-2-4 16,-6 0 3-16,16-4-4 0,2 4 5 0,-7-2-5 16,1-1 1-16,-1 1-9 0,1-6 0 0,0 8-2 15,1 0 2-15,-3 0-3 0,1 0-1 0,-2-7-1 16,-1 3-2-16,-1-1 0 0,-2-5-3 0,2 3 1 16,-2-4 3-16,2-4-12 0,0 0 3 0,1-5-9 0,1-3-10 15,2 10-44-15,1-2-28 0,4-5-11 0,0-4-150 16,2-2-67-16,4-6-30 0,2-7-25 0,1-3-254 15</inkml:trace>
  <inkml:trace contextRef="#ctx0" brushRef="#br0" timeOffset="15358.03">16139 4740 1545 0,'-2'0'28'0,"0"1"58"0,-2 1 0 0,1 0 63 0,-10 7-11 15,0-5 17-15,-4 13-74 0,6 0-15 0,0 3-9 16,3 2 0-16,-3 0-22 0,0 4 6 0,0 2-3 16,-4 0 3-16,-2 0-6 0,-3 5-7 0,0 1 1 15,-3 3-3-15,5 4-9 0,-12 0-1 0,-7 0-6 16,-8 5 4-16,-1-1-6 0,3-5-7 0,0 1 4 16,6 0-5-16,4-4-1 0,5-2-3 0,6 1 0 0,3-8-2 15,2-4-7-15,8-2-8 0,2-7-18 0,1-2 2 16,1-6-79-16,3-3-61 0,2-2-5 0,-2 2-21 15,0-3-36-15,2 1-149 0,2-2-72 0</inkml:trace>
  <inkml:trace contextRef="#ctx0" brushRef="#br0" timeOffset="15730.19">15463 4665 1017 0,'0'-2'39'0,"-2"1"-4"0,0-1 90 16,1-2-4-16,-1 0 19 0,-4-3-6 0,-1-2-36 16,1 1-8-16,1 1-6 0,1 1-9 0,0 1-7 0,0-1 8 15,4 4-10-15,0 0-6 0,-1-1-22 0,-1-1 0 16,0 2-8-16,0 0-11 0,0 0 7 0,0 2 1 15,0 0 3-15,2 2 13 0,0 0-3 0,0 2 0 16,-1 16-1-16,1 6-4 0,0-2-9 0,0 2 1 0,0-2-4 16,0 1-5-16,0 1-10 0,0-2 1 0,0 0-4 15,1 0 3-15,1 0-9 0,0-2 1 0,0-1-3 16,0-1 3-16,0-3 3 0,0 0-4 0,-1-1 2 16,3-1-10-16,0-2-8 0,0-2-1 0,-3-1-4 15,3-1-28-15,-2-2-65 0,0-1-26 0,0-2-17 16,0-1-116-16,-2-1-5 0,1 2-26 0,1 0-13 15,0-1-284-15</inkml:trace>
  <inkml:trace contextRef="#ctx0" brushRef="#br0" timeOffset="16014.15">15315 4927 1156 0,'-2'0'36'0,"0"0"-3"0,0-2 82 16,0 0-5-16,0 0 19 0,0 1 8 0,1-1-39 15,-1 0 2-15,0 0-16 0,0 0-15 0,0 0-17 16,0 0-1-16,0 1-7 0,1-1-16 0,1 0 12 16,0 2-6-16,0 0 7 0,0 2-8 0,0 0 4 15,0-1 0-15,0 20 0 0,0 1-9 0,0 2-4 16,0-1-9-16,1-1 3 0,3 0-11 0,0-3 3 0,0-3 2 16,-1-3-2-16,1-1-4 0,0-3 6 0,-1-2 3 15,1-1 0-15,-2-2 12 0,2-3 2 0,9 9 0 16,2-5 1-16,-1-3 1 0,5-2-4 0,-2-4 1 0,1-3-3 15,-1-4-11-15,-4 7-11 0,2-18 0 16,0 0-3-16,-2 1 0 0,-2 4-7 0,0-1 1 0,-4 3-5 16,3 0-19-16,-5 0-36 0,3 2-31 0,-1 2-7 15,-1 2-171-15,3 0-198 0,6 1-105 0</inkml:trace>
  <inkml:trace contextRef="#ctx0" brushRef="#br0" timeOffset="16852.83">16844 4500 616 0,'0'-2'53'0,"-1"0"77"16,-1-1 9-16,-2-9 20 0,0-1-2 0,1 0 0 15,-3-1-53-15,2 6-10 0,1 1-6 0,-1 1-1 16,0 1-25-16,2 1-2 0,-13 2 6 0,-5-13-3 16,5 8 14-16,-3 1-16 0,-1 4-10 0,-1 2 0 15,-4 4-11-15,-2 5-8 0,-2 4 6 0,-2 4-8 0,-2-13-1 16,5 20-9-16,-1 4 1 0,4 1-3 0,7-3-2 16,2 2-5-16,2 0-3 0,4-4-1 0,3 0-8 15,2-3 0-15,-7-4 1 0,4-3-1 0,1 3 1 0,4-2-5 16,2-4 1-16,0-3-4 0,0-3 8 0,0-3-1 15,2 2 2-15,0-4-2 0,17 11-3 0,3-4 5 16,2-3-1-16,0-4 2 0,4-6-2 0,-2-5-1 16,-4 0-1-16,-3 9 1 0,0-22 2 0,-1 2 3 15,-1-2-1-15,-4 1 0 0,-6-1-1 0,-1 2 5 16,-1 0 0-16,-3-1 2 0,0 5 6 0,9 3-4 16,-1 0 6-16,-9 10-6 0,3-5 9 0,-4 7-9 15,0 1 0-15,0 0-3 0,0-2-2 0,0 0-7 0,0 3 1 16,2-1-3-16,-2 2-2 0,0 0 4 0,0 2-1 15,0 1 2-15,2 10 0 0,2 11 0 0,-4 1 3 16,1 2-2-16,3 3 0 0,0 2-1 0,0-1-1 16,1 1 1-16,-1-2 4 0,1 1-6 0,1-1 5 0,-2-1-4 15,-3 3 2-15,1-2-1 0,0 1-2 0,0-1 1 16,-2 2 5-16,0 1-3 0,-4 0 3 0,-3 3-4 16,-2-3-3-16,-1-1 7 0,-1-1 0 0,0-3 4 15,-2-2 0-15,2-4 9 0,-2 1-2 0,2-7 7 16,2-3 11-16,-3-7-1 0,-8-2 5 0,3-1-4 15,1 9 12-15,-1-3-5 0,2-4 3 0,0-3-4 16,-2-2 2-16,-1-3-6 0,3-5-3 0,2 1 0 0,0-3-12 16,6-12-9-16,-1-2 3 0,1 2-4 0,3-1 4 15,2 1-14-15,-9 5 5 0,2 1-5 0,3 1 0 16,4 4-2-16,2 1-2 0,0-1 1 0,0 2 1 0,2 2-2 16,2-1-3-16,1 1 1 0,1 1-6 0,13 1-17 15,1-1-4-15,6 0-9 0,-4 1-51 0,6-1-96 16,0 1-20-16,0-1-30 0,3 1-115 0,7 1-81 15,2 0-92-15</inkml:trace>
  <inkml:trace contextRef="#ctx0" brushRef="#br0" timeOffset="17395.93">17067 4918 1313 0,'-2'0'64'0,"1"0"-74"0,-1 0 103 16,0 0-41-16,-2-2 137 0,0 2-86 0,1 0 8 0,-1 0-41 15,0 0-51-15,1 0 12 0,-1 0-2 0,0 2 7 16,0 0 2-16,3-1 0 0,-1 3-3 0,-2 4 3 16,-5 10 0-16,1 3 1 0,3-3 6 0,-1 6-3 15,1-1 6-15,-1 1-16 0,0 0 3 0,1 0-6 16,-1-2 5-16,3-1-13 0,-1-1 2 0,0-3-6 16,0 0-8-16,3-4 0 0,-1-2-2 0,0-4 1 15,2-1 2-15,0 1-3 0,0-3 2 0,0 0-2 16,0-1 4-16,0 1-2 0,0 0 0 0,0-1 1 0,0-1 3 15,0 0-1-15,0 0-5 0,0-2 3 0,0 0-3 16,0-2-6-16,0 0 4 0,0-1-5 0,2-12-4 16,1-8 8-16,3 1-3 0,0-2 5 0,-1 0-6 0,1 3-4 15,-1 1 2-15,1 3 0 0,-1 4 9 0,1 2-7 16,-2 4 0-16,-1 1-3 0,-1 2-4 0,2 1 3 16,0 1 3-16,3-2-1 0,1 0 2 0,-3 4 2 15,-1 0-1-15,-2 0 0 0,1 0-2 0,-1 0 7 16,0 10-5-16,11 8 6 0,-4-1-7 0,-3-4 2 15,0 2 0-15,-5-8-1 0,1 1-6 0,0-3 5 16,-2-3-4-16,0 0 4 0,2 2-4 0,0-1 6 0,2-1 0 16,-1 0 1-16,5 0-3 0,7-2 0 0,-1 0 1 15,3-4 0-15,-2-1-3 0,0-3 0 0,2-1 2 16,-3 0 0-16,5-2 2 0,-10 5 2 0,1 0-5 16,-1 3 3-16,-5 1-2 0,7-2 2 0,0 2 1 15,-6 2 0-15,1 0-3 0,0 0 3 0,-1 2-2 16,3 2 3-16,3 3-2 0,-4-1-1 0,1 9-1 0,-3-2 0 15,-3-2-3-15,4-2 1 0,-3-1 4 0,3 1-3 16,1-4-12-16,1-1-30 0,-1 2-12 0,-1-3-9 16,5 3-91-16,-2-2-109 0,0-4-4 0,2 0-37 15,2-4-66-15</inkml:trace>
  <inkml:trace contextRef="#ctx0" brushRef="#br0" timeOffset="17769.34">17648 4413 1476 0,'0'0'36'0,"0"0"-3"0,-1-2 110 16,-1 0-10-16,0 0 29 0,0 0-26 0,0 0-84 15,0 1 1-15,0-1-28 0,2 0-13 0,0 0 5 16,0 2-1-16,0 0 2 0,0 2-4 0,2 2 10 16,4 12 1-16,3 10 3 0,-1 4 10 0,-3 0-10 15,1-1 2-15,-3 3-5 0,-1 1-3 0,-2 3-4 16,0-1-3-16,-2 0 0 0,1 1-6 0,-3-5-1 15,-2-1-2-15,3-2-1 0,-1-2-4 0,2-6 2 0,0 0 0 16,2-7 0-16,0-3 0 0,0-3 6 0,0-3 2 16,2 0 2-16,0-1 8 0,0-1 5 0,0 0 0 15,1 0 2-15,3-2 2 0,9-6-14 0,3 3 4 0,1-31-8 16,-1-3 1-16,1-8-1 0,0-1-3 0,-1-2 2 16,-1 1-3-16,-2 8-1 0,-2 4-1 0,-2 0 0 15,-2 5 0-15,-5 2-6 0,0 2 7 0,-3 10-7 16,14-5 3-16,-7 8-6 0,-5 6-8 0,-1-1 1 15,-2 6-18-15,0 1-47 0,2-3-3 0,0 0-26 16,0 2-117-16,0 0-102 0,0 2-29 0,-1 0-38 16,3 2-268-16</inkml:trace>
  <inkml:trace contextRef="#ctx0" brushRef="#br0" timeOffset="18127.56">18360 4840 1597 0,'-2'0'88'0,"0"2"-67"15,0-1 133-15,0 1-45 0,0 2 118 0,-5 5-86 16,-6 10-3-16,11-1-32 0,-4 3-51 0,-3-1-4 16,2 3-3-16,-8-1-1 0,4-2-15 0,3 1-12 15,1-1-2-15,1 1-4 0,3-5-5 0,1-1-5 16,0-4 0-16,0 0-3 0,2-1 0 0,0-3-6 16,0-1 5-16,0-3-5 0,0 1 2 0,0 0-7 0,0 0-6 15,0-3 2-15,0 1-14 0,0 0-14 0,2-2-1 16,0 0-3-16,0-2-7 0,1 0-6 0,5-7 2 15,8-17-1-15,-1 2 16 0,-2 0 11 0,0 2 6 16,-2 5 0-16,-1 2 15 0,-3 6 8 0,-1 1-1 0,-3 3 4 16,-3 3 5-16,4 0 5 0,0 0 1 0,0 0 2 15,3-1 0-15,-3 3 7 0,1 0-2 0,-3 0 4 16,0 0 0-16,2 3 17 0,3 7 0 0,4 10 6 16,-1 2 3-16,-3 1-2 0,-3-3 0 0,-1 0-3 15,-1-1-9-15,0-2-13 0,-2-1-6 0,0-1-1 0,0-5-15 16,0-1-1-16,0-5 1 0,0-3 0 0,0 3-4 15,0-2-26-15,2 2-3 0,0-1-13 0,0-1-76 16,0 0-118-16,-1 0-16 0,1-2-40 0,0-2-123 16</inkml:trace>
  <inkml:trace contextRef="#ctx0" brushRef="#br0" timeOffset="18300.43">18300 4701 1831 0,'0'0'9'0,"0"0"2"0,0 0 106 15,0 0-23-15,0 0 46 0,0 0-46 0,0 0-39 16,2 0-4-16,0 0-7 0,0 0 6 0,3 0-10 16,18 0-1-16,3 1-6 0,-4-1-23 0,0 0-1 15,2 0-3-15,4 0-2 0,0 0-16 0,-2 0-22 0,0-1-12 16,0-1-9-16,0 0-98 0,0-2-257 0,2 0-109 16</inkml:trace>
  <inkml:trace contextRef="#ctx0" brushRef="#br0" timeOffset="19048.75">10647 4797 1523 0,'-2'0'30'0,"0"0"-3"0,0 0 93 16,0 0-8-16,0 0 28 0,1 0 9 0,-1 0-60 15,-2 0 0-15,0 0-25 0,2 0-42 0,1 0 11 16,-1 0 0-16,2 0 4 0,0 0 8 0,2 0-6 0,-1 0 1 15,3 0-4-15,2 0-14 0,14 0-9 0,-3 0 0 16,-2 0-3-16,1 0-6 0,-1 2 0 0,0 0-4 16,0 0 1-16,-2 0-15 0,2-1-28 0,0 3-11 15,-2 0-9-15,0-1-74 0,-4-1-152 0,2 2-11 0,-2 0-63 16,3-1-174-16</inkml:trace>
  <inkml:trace contextRef="#ctx0" brushRef="#br0" timeOffset="19220.58">10862 4532 1516 0,'-2'0'85'0,"0"0"-42"0,1 0 108 0,-1 0-28 0,-2 0 66 15,2 0-43-15,-3 0-12 0,-1 0-16 0,4 0-89 16,-2 1-1-16,1 1-1 0,3 0 3 0,-11 22 6 0,1 8-8 16,5 3-5-16,-1 10-2 0,4 1-13 0,0-1-3 15,2-3-1-15,0-1-3 0,0-2-13 0,0-2-21 16,2 2-9-16,2-2-14 0,3 1-121 0,3 2-138 15,-1 1-24-15,0 0-58 0,2 4-330 0</inkml:trace>
  <inkml:trace contextRef="#ctx0" brushRef="#br0" timeOffset="19505.29">10786 6353 1242 0,'-2'0'82'16,"0"0"17"-16,0 2 1 0,1 0-30 0,-1 0 1 16,0-1 15-16,0 1-19 0,0 0-6 0,2 0-3 15,0 2-12-15,2-1 12 0,0-1-1 0,2 0 5 0,10 6 7 16,11-1-9-16,1-3 2 0,1-2-8 0,5-2-24 15,1-4-17-15,3-2-5 0,-3-3-1 0,0-2-5 16,-1 0-12-16,1-2-1 0,-3 0-8 0,-2 2-23 0,-8-1-71 16,1 1-41-16,-8 2-22 0,4 5-245 0</inkml:trace>
  <inkml:trace contextRef="#ctx0" brushRef="#br0" timeOffset="20004.09">9878 5230 1306 0,'-2'0'35'16,"0"0"-5"-16,0-2 68 0,-1 0 8 0,-1 0 6 16,-2-2 6-16,-3-1-31 0,5 3-7 0,-1 0-8 15,1 0-28-15,0 0-11 0,1 1 0 0,-1 1-5 0,0 0-7 16,1 1 3-16,3 1-4 0,-12 30 5 0,7-1 1 16,5 7-4-16,0-5 4 0,0 4-5 0,4 2-2 15,-1-6-3-15,5 8 5 0,-1-4-3 0,-1-5 1 16,1 0-7-16,-1-6-2 0,-1-2 0 0,-1-4 1 0,0-3-1 15,-1-4-2-15,1-4 1 0,0-1 5 0,-2-3-3 16,0-1 6-16,1 0-5 0,1-1 9 0,0 1 1 16,-2-4 6-16,3 2-2 0,1-2 10 0,-3 0-9 15,5-4-1-15,-1 2-3 0,-3-24-1 0,2-5-4 16,-5-5 3-16,3 5-4 0,0-6 3 0,-2 0-6 16,0 3 0-16,-1 3-2 0,1 3-2 0,15 2-3 15,-8 7-3-15,-1 1 0 0,-5 3-3 0,-1 7-1 16,0-1 1-16,-2 7-1 0,0 0-8 0,2-1-38 0,0-1 0 15,0 2-16-15,0 0-31 0,-1 0-135 0,1 2-11 16,0 0-49-16,0 2-111 0</inkml:trace>
  <inkml:trace contextRef="#ctx0" brushRef="#br0" timeOffset="20348.58">10240 5456 1430 0,'0'0'26'16,"0"0"0"-16,-2 2 107 0,0 0-16 0,-1 0 37 15,1 3-19-15,-7 14-45 0,-1 1-4 0,3 3-13 16,-1-3-27-16,1 4 8 0,1 4 1 0,1 0 1 16,-1-2-4-16,3 0-10 0,1 0-8 0,0-4 0 0,0-1-20 15,-13-1-4-15,8-3 1 0,1-4-2 0,2 0-5 16,4-6 0-16,0 1-4 0,0-5 2 0,0 1-3 16,0 0-6-16,0-1 0 0,2 1-4 0,0-2-9 0,0 0 7 15,2-2-5-15,-1 0 5 0,3-2-8 0,7-5 9 16,2 5 1-16,0-19 2 0,0 3-2 0,-4 3 9 15,-2 0-2-15,0 6 4 0,-3 1 1 0,1 6 3 16,-1 1-2-16,5-7 1 0,-5 4 0 0,-1 3-1 16,3-1-2-16,-7 2 2 0,7 0 3 0,-3 0 2 15,-3 0-3-15,0 0 2 0,4 7-3 0,-3 10 0 16,-1-2 4-16,9 0-4 0,-3-2-2 0,-4-4 1 0,-1 0-3 16,1-1 1-16,-2-5-7 0,0 1-21 0,-2-2-6 15,2 2-14-15,-1-1-115 0,-1-1-87 0,0 0-19 16,0 0-17-16,0-2-65 0</inkml:trace>
  <inkml:trace contextRef="#ctx0" brushRef="#br0" timeOffset="20506.13">10149 5543 1144 0,'0'0'116'0,"0"0"-97"0,0-1 140 0,0-1-52 16,0 0 42-16,0 0-21 0,0-2 3 0,2 1-14 16,0-1-36-16,0 0 8 0,1 0-7 0,9-5 8 15,10-6-2-15,4 4-19 0,0 2-6 0,0 1-7 0,-4 5-32 16,-1 1-12-16,-5 0 3 0,3 0-8 0,5 2-5 15,-7 0-9-15,1-2-4 0,-1 2-5 0,0 0-37 16,3 0-137-16,2 0-50 0,1 0-60 0,8 0-455 16</inkml:trace>
  <inkml:trace contextRef="#ctx0" brushRef="#br0" timeOffset="22402.89">15404 5521 993 0,'0'0'41'0,"0"-2"1"0,0 0 35 16,0 1 1-16,-2-1 2 0,0 0 44 0,0 0 3 0,2 0-4 15,-2 0-1-15,0 0-52 0,1 1-35 0,-1-1 5 16,2 0-12-16,0 2 19 0,0 0 0 0,0 2-3 16,0 1 3-16,-4 23-2 0,0 13 5 0,2 0-3 15,1 6 2-15,1 0-2 0,-2 3-11 0,0 2 0 0,0 2-5 16,-2 0-4-16,1 4-8 0,3-4 9 0,-2 3-9 16,2-5 7-16,0-3-15 0,0-3 3 0,0-3-5 15,2 2 9-15,1-4-7 0,-1 0 3 0,0-4-4 16,2 1 11-16,-1-5-9 0,1 1 2 0,0-4-4 15,0-1 4-15,-3-2-13 0,3-3 3 0,-2-4-7 16,2-1 3-16,-2-2-4 0,-1-2-2 0,1-2-4 16,0-2-34-16,0-3-121 0,0-2-46 0,0-1-40 0,0 1-279 15</inkml:trace>
  <inkml:trace contextRef="#ctx0" brushRef="#br0" timeOffset="23810.13">13716 6819 715 0,'0'0'22'0,"0"0"-3"0,0 0 73 16,0 0-8-16,0-2 23 0,0 0 4 0,0 0-19 15,0 1 4-15,0-1-12 0,0-2-24 0,0 0 8 16,0-7-9-16,0-2 9 0,0-2-4 0,0 2 10 0,0 2-4 15,-2 2 7-15,0 0 1 0,0 1-13 0,0 3 8 16,1 1-10-16,1 2 0 0,-2-2-6 0,-2 1-7 16,0-1 1-16,1 2-32 0,-1 0-6 0,2 2-3 0,-4 0 0 15,3 0 0-15,-1 2-1 0,-2 6 1 0,3 21-2 16,-3 3 0-16,1 3-5 0,-18 4 1 0,10 0-2 16,4 2 5-16,3 2-5 0,3-1 3 0,1 5-3 15,2-5-2-15,0 1 6 0,0 0-2 0,0-4 3 16,0 2 1-16,2-2-3 0,1-2 3 0,-1-2-4 15,0-3 2-15,2 1 0 0,-2-3 1 0,1-1 0 16,1-1-2-16,-2-2 5 0,-2-2-2 0,2-3 3 0,0-3 1 16,-2-3 1-16,0-4-2 0,0 2 2 15,0-3 2-15,0-3-3 0,0 2 4 0,0-5-4 0,0 0 0 16,0 0-1-16,0-3-1 0,0 3-1 0,0 0 0 16,-2 0-1-16,0-1 1 0,0 1 0 0,0 0 3 0,0-2-10 15,1-1 6-15,-1 1-6 0,-2 0 9 0,-7 4-10 16,-6 1 1-16,-3 1-2 0,-4-3 8 0,-2 1-6 15,0-3 5-15,0 1-5 0,0 0-1 0,-2 1 3 16,0 1-4-16,4 0 5 0,3-3-1 0,1 1-3 16,3 0 2-16,2-2-3 0,4-1 0 0,2 1 1 15,3-2 1-15,1 0 2 0,3 0-4 0,0 0-5 16,0 0 3-16,-1 2-2 0,-1 0 3 0,0 0-3 0,2 0-2 16,0 0 1-16,1-1 5 0,-1 1 0 0,2 0 0 15,0 0 1-15,2 2 5 0,-1-1-5 0,3 1 3 16,11-2-4-16,11 2-1 0,6 1 2 0,3-3 1 15,0 19 1-15,6-7-3 0,-4-2 6 0,2-7-6 16,-5-3 7-16,-7-2-7 0,5 0 0 0,-4 0 2 0,0 2-2 16,-2-2 0-16,-6 0 3 0,-3 0-4 0,-4 0 5 15,0 0-4-15,-4 0 3 0,0 0 1 0,1 2-1 16,-3-2-6-16,-5 0 5 0,2 0-1 0,-3 0 5 16,3 3-3-16,0 1 3 0,0 0 0 0,-3 0 1 15,3 5 6-15,-2 4-4 0,-2 4-1 0,-6-1-1 16,-3 5 2-16,-4-1-4 0,4 2 3 0,-21 1-5 0,0-3 1 15,-5 2-2-15,-2-1 2 0,7 1-2 0,-9-2 2 16,4 5-3-16,0-5 1 0,1 2-2 0,5-1 2 16,3-5-3-16,3 1 1 0,7-2-3 0,5 0 6 15,1-4-4-15,5 0 1 0,3-3-2 0,0-5 0 16,-4 5-1-16,5-5-3 0,-1 3 2 0,2-2 2 0,0-2-2 16,0-1 2-16,0 1-1 0,2 2 4 0,1 0-2 15,7 1 3-15,14 5-4 0,2-5-1 0,-2-3 7 16,2 0-3-16,-8-2 5 0,7 0-14 0,-7 0 10 15,-1 0-4-15,0 0 5 0,-4 0-6 0,-2 2 1 16,-2 0-1-16,2-1 3 0,-4 1 5 0,-1 0-5 16,0 0 1-16,-5-2-2 0,3 2 1 0,0 0 3 15,-2 1-1-15,0 1 1 0,-1 2-4 0,1 5 1 0,-2 0 0 16,0 0 1-16,0-2-1 0,-2 3 0 0,-1-1 0 16,-1 0 0-16,-2 4 2 0,3-2-2 0,-3 5 0 15,4 1-1-15,0-2-4 0,2 5 2 0,0 2 0 0,2 4 0 16,2 0 0-16,0 1 0 0,1 5 4 0,1-1-1 15,1 8 4-15,-1 0-2 0,-2 0-1 0,-1 0-1 16,1-2 0-16,0 0 6 0,-2 0-5 0,-1-4 6 16,1 2-3-16,-2-4 0 0,0-3 4 0,-2-2-4 15,1-6 2-15,-1-1-3 0,2-3-4 0,0-5 1 16,0-2-1-16,0-3-5 0,0-3 3 0,0-1-6 16,0 0-15-16,0-1-65 0,0-1-15 0,0 0-27 0,0 0-137 15,2-2-143-15,-1-2-54 0</inkml:trace>
  <inkml:trace contextRef="#ctx0" brushRef="#br0" timeOffset="24352.65">14117 8022 981 0,'0'0'39'0,"-2"0"2"0,0 0 70 0,0 0-15 16,1-2 23-16,-1 0 4 0,0 1-18 0,0-1-7 0,0 0-7 16,0 0-49-16,0 0 1 0,1 0 3 15,1 0 1-15,0 1 8 0,0-1-19 0,1 0 1 0,1 0-4 16,0 2 16-16,17 0-7 0,1 0 2 0,1 4-5 15,3 3-2-15,-4 1-9 0,-1 1 0 0,-6 0-3 16,-6-1-3-16,2 14-1 0,2 0 0 0,-1 6-2 16,-5-2-1-16,-3 4 1 0,15-1-2 0,-8-1 1 15,-7 2 1-15,-2 0 4 0,-6-2 3 0,-1-2 0 0,-4-2-4 16,-2-4-7-16,5 1-4 0,-14-3 0 0,5-1 0 16,-1-6-6-16,1-4 7 0,1-5-6 0,-1 9 10 15,2-3-9-15,0-3 0 0,0-1-1 0,2-2 4 0,2-2 6 16,2 0-3-16,1 0 4 0,3-2-4 0,3 2-8 15,0 0 3-15,-2-4-4 0,1 1-2 0,1-1 0 16,-2-3-2-16,2-1 2 0,2 1 0 0,0 1-2 16,0 2 5-16,0 3-3 0,2-1 8 0,20 0-6 15,1-13 3-15,1 4-3 0,2 3 13 0,2 5-15 16,-4 3 5-16,-2 0-7 0,-2 2 1 0,-1 1 2 16,-4 1-2-16,3 2 2 0,-3-3 1 0,-2 1-4 15,2 2-4-15,0-1-1 0,5 1-27 0,1-1-37 16,-3-1-2-16,3 0-17 0,-1-4-67 0,6 0-91 0,0-4-15 15,-2-3-26-15,1-5-84 0</inkml:trace>
  <inkml:trace contextRef="#ctx0" brushRef="#br0" timeOffset="24594.28">14804 7881 1449 0,'0'0'50'15,"-2"-2"-5"-15,0 0 82 0,-1 1-2 0,1 1 15 16,-11-10 18-16,2 3-27 0,-1-1-1 0,5 5-15 15,1 1-49-15,3 0-29 0,-1 0-4 0,0 0-7 0,1 2-12 16,-1 0 0-16,0 0-1 0,2 2 2 0,0 0 5 16,1 2 0-16,-7 14 3 0,3 10-1 0,1 7-3 15,2-3 3-15,2 7-8 0,0-4 6 0,0-1-4 16,0 1-11-16,0-2 4 0,-2 1-7 0,0 1-1 0,2-3-1 16,-2-3 0-16,2-1-3 0,0-2-7 0,0-5-12 15,0-1-8-15,2-5 0 0,0 0-28 0,0-6-46 16,0-3-26-16,0-3-10 0,1 1-99 0,3 0-12 15,7-1-7-15,2-3-11 0,2-3-99 0</inkml:trace>
  <inkml:trace contextRef="#ctx0" brushRef="#br0" timeOffset="24881.35">15147 7890 890 0,'0'0'70'0,"0"0"-6"0,0 0 123 0,0 0-15 15,0 0 26-15,0 0-27 0,0 0-71 0,-1 0-2 16,-1 0-25-16,0 0-15 0,-2 2 6 0,2-2 1 15,-9 8 0-15,-7-1-5 0,-7 15-9 0,3 3 4 0,-4-1-5 16,0 0 2-16,2 2-7 0,2-4-3 0,-2 0-2 16,3-1-16-16,4-1-6 0,1 2-1 0,5-3-2 15,5 0-13-15,2-1-3 0,-7-1-2 0,2 0-1 16,3-3 0-16,4-1 5 0,2 2-6 0,2-2 5 16,2 0-3-16,3-2 1 0,-5-1 3 0,22 1-1 15,-3-2-3-15,3-1 3 0,6-1-2 0,-8-1 2 16,2-1-2-16,-3-1 2 0,-8 0 0 0,1-3-1 0,-4 1-11 15,3 8-27-15,-2-3-8 0,2-1-11 0,5-1-68 16,3-3-133-16,-1-2-24 0,4-4-58 0,8-5-294 0</inkml:trace>
  <inkml:trace contextRef="#ctx0" brushRef="#br0" timeOffset="25349.66">15625 7762 1081 0,'-2'0'236'0,"0"0"-320"0,-7 0 301 0,-17 4-160 16,3 2 87-16,3 1-27 0,-1 2-1 0,-1 2-14 0,2 2-40 16,3-7-28-16,-1 13 5 0,6 1-15 0,1 2-10 15,6 2-3-15,1-3-1 0,-13 5 1 0,6-2 8 16,4-2-9-16,5-1 4 0,2-3-6 0,0 1 9 0,2-4 7 15,1-1-4-15,5 1 6 0,-1-4 3 0,1 1 9 16,-1-3 7-16,-3 0-3 0,9 0 6 0,-2 1-6 16,0-3-6-16,-2 1 1 0,-3-1-6 0,-2 0 5 15,-1 1 0-15,-1-3 2 0,4 3 3 0,-3-3 0 16,-1 1-2-16,0 0-2 0,-2-1-15 0,0 1-8 16,0-1-2-16,0-1-3 0,-2 0-17 0,0-2-9 15,-14 9-6-15,-6 2-2 0,5-6-35 0,0-1-118 16,2-3-8-16,6-1-46 0,-2-2-112 0,7 0-184 0</inkml:trace>
  <inkml:trace contextRef="#ctx0" brushRef="#br0" timeOffset="25668.12">15651 7807 1575 0,'0'0'129'0,"-2"0"-171"0,0 0 166 0,0-2-85 15,0 0 66-15,0 0-7 0,0 0-5 0,2 1-6 16,0-1-40-16,0 0-17 0,2-2 4 0,0 0-8 0,2 1 9 16,3-3-3-16,8-3-2 0,2 1 1 0,-2 5-3 15,0 1-4-15,-1 2 0 0,-1 2-2 0,0 1-6 16,-3 3 3-16,-3 5-4 0,-3 19 3 0,14 1-8 16,-6 1 4-16,-7 3 1 0,-5 1 0 0,-2-1-3 0,-3 2 0 15,-6-4 1-15,-1 1-1 0,3-5 1 0,0-4-6 16,3-1-1-16,3-4-1 0,-1-1 2 0,2-4-1 15,2-2 1-15,0-4-1 0,0 0 0 0,2-1 7 16,0-3 3-16,0-1 2 0,-2-2 7 0,3 0-4 16,8 5-4-16,4 2 0 0,-2-3-15 0,4-1 4 15,-2-3-1-15,-2-2 1 0,7 0-10 0,-3-2-11 16,5-3-4-16,-1-3-5 0,-1-3-33 0,6-4-115 16,-2 1-46-16,4 8-53 0,6-20-440 0</inkml:trace>
  <inkml:trace contextRef="#ctx0" brushRef="#br0" timeOffset="28169.4">13603 9582 328 0,'0'0'47'16,"0"0"60"-16,0 0-49 0,0 0 1 0,0 0 2 0,0 0 2 15,1-2 8-15,1 0-13 0,0 0-5 0,0 0-1 16,0 1-9-16,0-1 2 0,0 0 5 0,-1-2-2 15,3 0 15-15,0 1 7 0,0-1-2 0,-3 0 2 16,1 2-4-16,0-1 0 0,0 1 2 0,0 0-2 16,0 0-9-16,0 0-12 0,-1 0 0 0,1 1-3 15,-2-3 1-15,0 0-11 0,0 0 2 0,0 1-4 16,0-1 4-16,0 2-2 0,-2-2 1 0,1 3-1 0,-1-1 0 16,0 0-10-16,-2 0 0 0,0 0-3 0,-3-2 4 0,0 1-7 15,-3 1 3-15,5 2-4 0,-1 0-4 0,-1 0-5 16,1 0-2-16,4 0 0 0,-1 0 3 0,-1 2-7 15,0 0 6-15,0-1-5 0,1 1 5 0,1 0-9 16,0 0 3-16,0 0-4 0,0 0 13 0,1-2-2 16,1 2 2-16,0-1-1 0,1-1 6 0,1 0-2 15,0 0-1-15,2 0 0 0,-1 0-3 0,1 0 0 16,-2 0-2-16,0 0 1 0,0 0 11 0,1 0 0 16,1 0 3-16,-2 0-2 0,0 0 8 0,0 0-11 15,0 0 4-15,-1 0-7 0,1 0 1 0,-2 0-10 16,0 0-1-16,-2 0-3 0,1 0-3 0,-1 0 5 0,0 0-1 15,0 0 3-15,0 0-4 0,0 0-1 0,0 0 1 16,1 0-1-16,-1 0-6 0,2 0 4 0,0 0-5 16,0 0 6-16,0 0 0 0,0 0 0 0,0 0 0 15,0 0 0-15,2 0 2 0,-1 0 0 0,1 0 0 0,0-1 0 16,0-1 4-16,0 0-4 0,0 0 5 0,0 0-5 16,-1 0-1-16,1 0 8 0,0 1-5 0,0-1 7 15,0 0-3-15,0 0 0 0,-2 0 4 0,0 0-4 16,0 0 0-16,0 1 4 0,0-1 2 0,0 0 1 15,0 0 3-15,0 0 0 0,0 0-1 0,0 0 1 0,0 1 0 16,0-1 0-16,0 0 0 0,0 0 0 0,0 2 1 16,0 0-1-16,0 0-3 0,0 0 1 0,0 0-7 15,0 0-5-15,0 0 5 0,0 0-5 0,0 0 5 0,0 2-8 16,0 0 1-16,0 1-1 0,0 5 8 0,0 10-5 16,-2 5 1-16,0-1-3 0,0 8 0 0,2 1 0 15,0 1-1-15,-2 1 1 0,2 1 2 0,0 1-2 16,0 4 4-16,0 2-3 0,0-2 7 0,0-2-6 15,0 2-2-15,0 0 0 0,4 0-5 0,0-2 5 16,-2-2-2-16,-1-1 2 0,1-5 1 0,-2 1 4 16,2 0-5-16,0-6 4 0,-2 0-4 0,2-3-2 15,0-1 2-15,0-3-2 0,-1-4 5 0,-1-4 0 16,0-2 1-16,0 1-1 0,0 1 1 0,0-1-4 0,2 1 3 16,-2-5-3-16,2 5 11 0,-2-5-11 0,0 1 0 15,0 6-1-15,0-5 13 0,0 1-9 0,0 3 7 16,0-3-8-16,-2 2 1 0,-1 1 9 0,1-5-8 15,-4 3 8-15,-3-1-12 0,-12 2 5 0,1 1-3 0,-4-3 3 16,0 4-3-16,-8-2-2 0,-1 2 6 0,-1 1-4 16,1-3 3-16,3 2-5 0,-1-2 2 0,3 1-2 15,4-3 1-15,1 0 2 0,5 1-4 0,5-3 2 16,-2 1 3-16,6 0-4 0,-2-3 4 0,3 1-4 16,4-2 0-16,1 2 0 0,3-3-2 0,-4 5 1 15,2-2 0-15,-2 1 1 0,1 3 0 0,1-1 0 16,2 2 1-16,2-1-2 0,1-1 3 0,1-1-2 0,24-2 3 15,2-1 5-15,5-1-6 0,6 20 4 0,0-9-9 16,3-5 7-16,1-6-3 0,-4-2 5 0,-2 0-5 16,-6-2-1-16,-3 0 1 0,-2 2-1 0,-1 0 0 15,-4 0 0-15,-3 0 5 0,-7 0-2 0,2 0-3 0,-4 2 2 16,-2 0-2-16,-1 0 4 0,-4-2-1 0,-1 1 8 16,1 1-4-16,0 2 4 0,-2 0-9 0,-1-1 6 15,3 10-3-15,-4 2 4 0,0 0-3 0,-4 2-6 16,-3 0 5-16,-2-1-4 0,7 3 6 0,-24 1-4 15,4-1 1-15,-6-1-2 0,2 3 1 0,3-1-2 16,-4 1-1-16,-1-1-1 0,-2-1 1 0,-3 1 1 16,5 2 0-16,2-3 0 0,4 1-4 0,3-3 2 0,4 0 1 15,2-4 1-15,4 2 0 0,1-1-3 0,5-1-2 16,-1-1 1-16,-3-3 0 0,3-4 0 0,2-1-3 16,2 0 1-16,0 1-2 0,0-1 3 0,0 0 3 15,2 0-1-15,2-3-2 0,18 7 3 0,6-4-1 0,3-6 2 16,-1-4 0-16,-6-1 0 0,0-3 0 0,-1 3 0 15,-3 0-2-15,0 3 1 0,1 0 1 0,-10 2 0 16,0 2 4-16,0 0-6 0,-3 0 2 0,-3 2-3 16,3 2 3-16,-7-4 4 0,14 20-4 0,-2 8 6 15,-5 2-4-15,-5 3 0 0,-3 1 0 0,0 3 0 16,-1-2-4-16,-5 2 6 0,0-1-2 0,5-3 4 0,-1 2-5 16,0-3 0-16,2 1-1 0,0-3 0 0,0 3-3 15,0-1 1-15,2 0 1 0,0-1 1 0,1-1 4 16,1 5-4-16,2-2 0 0,-3 1-1 0,-1-3 10 0,0 1-10 15,0 0 5-15,-2 1-7 0,0 0 8 0,0-3-5 16,0 0 2-16,0-6-2 0,0-2 0 0,0-5 0 16,-2-2-3-16,0-4 0 0,0-2-13 0,2-1-68 15,0-5-28-15,0 1-23 0,0 0-177 0,0-2-178 16,2 0-39-16</inkml:trace>
  <inkml:trace contextRef="#ctx0" brushRef="#br0" timeOffset="28560.59">14091 10727 1281 0,'0'-1'25'0,"-2"-1"-3"0,0-2 56 16,-1-3-1-16,-5-10 13 0,1 2 26 0,3 8 12 15,2 1-5-15,2 4 2 0,-2-2-35 0,0 1-38 16,1 1-2-16,-1 0-13 0,0 0-17 0,0 2 3 15,2 2 3-15,0 2 0 0,0 29 9 0,2 2-3 16,2 3 0-16,1-1 0 0,-1 2 0 0,1 2 2 16,1-2-4-16,-2 0 2 0,-2 3-5 0,-1-3-13 15,-1-3 5-15,0-3-10 0,-1 0-3 0,-1-5-3 16,0 2-4-16,2-6 1 0,0-5-7 0,0-3-40 16,0-3-11-16,0-3-16 0,0-3-111 0,0-5-41 15,2 2-45-15,0-3 1 0,-1-1-177 0</inkml:trace>
  <inkml:trace contextRef="#ctx0" brushRef="#br0" timeOffset="28975.06">14449 10713 1439 0,'0'0'170'0,"-2"-2"-217"0,1 0 199 0,-1 0-105 16,0-2 10-16,-2-5 42 0,-1-6-5 0,1 4 14 15,2 2-33-15,0 1-39 0,2 5-7 0,0-3-10 16,0 4-16-16,2-2 9 0,0 1-2 0,0 1 4 0,0 0-2 15,1 0 6-15,1 2 4 0,0 0-1 0,5 4 1 16,-2 1 5-16,1 8-4 0,-1 13 4 0,-5 2-2 16,17 0-6-16,-8 0-1 0,-4 0-1 0,-3 0-5 0,-4-4 0 15,0 4-2-15,0-2 0 0,-2-2-8 0,0-4-2 16,-1-1 2-16,1-8-2 0,0 0 0 0,2-2 3 16,0-1-3-16,0-1 3 0,0-1-6 0,0-2-1 15,2-1 1-15,0 1-1 0,-1-2 6 0,1 0 9 16,2 0-4-16,0-1 6 0,-2-1 2 0,9 0-4 15,-4-1 3-15,1-3-4 0,-1-4 5 0,-1-16 0 16,-5 4 2-16,14-2-2 0,-4-1 0 0,-7 7 5 16,-2-1-1-16,-2 2 3 0,-2 4 0 0,-2 0 3 0,1 1-2 15,-3 3 2-15,-5 0-9 0,-11 3-6 0,-4 2 1 16,2-15-3-16,-4 4-2 0,4 8-10 0,5 3 1 16,2 2-5-16,6 0 3 0,0 0-17 0,4 0 2 15,5 0-8-15,0 0-20 0,-2 0-45 0,0 0-3 0,3 0-17 16,-1 0-50-16,2 0-85 0,2 0 0 0,1 0-50 15,14 0-220-15</inkml:trace>
  <inkml:trace contextRef="#ctx0" brushRef="#br0" timeOffset="29263.07">15133 10321 879 0,'-2'0'166'0,"0"0"353"0,0 0-463 0,0 0 57 16,-2 0-6-16,3 0 22 0,-1 2-3 0,-2 0-53 16,0-1 5-16,2 1-22 0,1 0-3 0,-1 0-4 15,0 2 4-15,0-1-4 0,-4 14 4 0,1 4-12 16,1 3 4-16,0 4-6 0,3-2 7 0,-1 5-4 16,2 3-5-16,0 4 1 0,-2 0-11 0,0 1-3 15,-2-2-2-15,-1 0 0 0,-3 2-7 0,3-4-8 16,-1-1 4-16,1-3-5 0,1-1-5 0,0 0 0 15,0-4-2-15,1-6 1 0,1-3 1 0,2-10-13 0,0 1-3 16,0-3-7-16,0 1-39 0,0-3-48 0,0 1-2 16,2 0-19-16,0-2-47 0,1 0-12 0,1-2-39 15,13-4 11-15,1-4-108 0,6-6-172 0</inkml:trace>
  <inkml:trace contextRef="#ctx0" brushRef="#br0" timeOffset="29518.29">15461 10477 733 0,'0'0'224'0,"0"0"-205"0,0-2 258 0,-2 0-105 16,1 0 12-16,-1 0-35 0,-2 2 5 0,-5 0-18 16,-6 0-16-16,-2 4-31 0,-1 2 3 0,1 1-15 15,-2 4-16-15,-1-7 3 0,3 18-8 0,-1 0 7 0,1 1-14 16,4 1-3-16,0-2-2 0,0 0-1 0,4 1-18 16,-3-3-8-16,5 2 0 0,-8 1-3 0,4-3-6 0,2 1 3 15,3-3-7-15,2 1 4 0,3-4-16 0,1-2 3 16,0 0-1-16,0-4-1 0,3 0-18 0,3 0-17 15,-2-3-16-15,5-4-1 0,6 0-58 0,3 11-53 16,6-4 3-16,-3-5-28 0,1-4-85 0,0-4-67 16,4-5-57-16</inkml:trace>
  <inkml:trace contextRef="#ctx0" brushRef="#br0" timeOffset="29862.03">15846 10406 1083 0,'-2'0'146'0,"-2"0"319"15,-11-2-389-15,-9 1 45 0,5-1 2 0,1 0 12 16,-1 2-17-16,3 0-41 0,-5 2-3 0,8 0-13 16,2-1-29-16,0 3-10 0,5-2 0 0,-1 2-2 15,-1 1 1-15,3 5-8 0,3 12 5 0,0 0-5 16,-15 2 6-16,6 2-7 0,6-4 0 0,3 3-1 0,2-3 7 15,0 0-3-15,2-3 2 0,1-1-2 0,3-1-1 16,0-2 13-16,-1 0-4 0,1-2 7 0,-1-2-2 16,1-2-3-16,-2-1 2 0,-1-3-2 0,1 1-5 0,0-1 3 15,-2-1-3-15,-1 2 3 0,1-1 1 0,0 1-4 16,2 3 1-16,-2 2-2 0,-2 0-7 0,-4 4-6 16,-7 2 0-16,3 1-3 0,-21 3-1 0,1-3-12 15,2-1-3-15,2 2-6 0,0-6-25 0,5-2-46 16,0-2-16-16,5-7-13 0,4 0-90 0,3 3-60 15,3-3 6-15,1 0-25 0,1-2-9 0,0 0-135 16</inkml:trace>
  <inkml:trace contextRef="#ctx0" brushRef="#br0" timeOffset="30111.83">15786 10339 1077 0,'0'0'61'0,"0"-1"-3"0,2-1 90 0,0 0-7 15,0 0 16-15,0 0 13 0,-1 0-56 0,1 0 2 16,0 1-24-16,0-1-25 0,0 0-13 0,0 2 1 0,1 0-4 15,1 0 8-15,0 0-10 0,5 5 6 0,0-3-8 16,1 22 6-16,-3 4-6 0,-3 2-1 0,-2 2 0 16,0-3 6-16,-1 3-12 0,18-3 0 0,-8 1-4 15,-3 0-5-15,-3-2-6 0,1-2 4 0,-3-2-6 16,1-2 5-16,-2-3-7 0,2-3 2 0,-1-3-4 16,1-1-7-16,0-5-2 0,-2-3-4 0,0-2 1 15,14 9-2-15,5-2-9 0,5-5 0 0,2-6-6 0,1-7-17 16,3-8-28-16,-3 8-5 0,1-29-12 0,0-2-56 15,-6-1-61-15,-2 2-16 0,-7 5-23 0,-4 5-138 16,-7 1-251-16</inkml:trace>
  <inkml:trace contextRef="#ctx0" brushRef="#br0" timeOffset="30765.01">14271 10861 640 0,'0'0'207'15,"0"0"-253"-15,0 0 232 0,0-2-121 0,0 0-30 16,0 1 40-16,0-3 3 0,0 2 12 0,0-9 5 16,0 0-4-16,0 0-8 0,2-2 4 0,0 1-13 0,0 1-3 15,1 0 3-15,1 2-3 0,2-2 13 0,-3 1-8 16,3 1-1-16,-1 0-5 0,-1 3-21 0,-2 3-7 15,0-1 1-15,0 4-2 0,7-8 7 0,2 1-6 16,2 1 2-16,-2 5-3 0,-1 1-5 0,-1 0-10 16,0 1-1-16,2 5-4 0,2-4-3 0,-5 22-3 15,-3 4 5-15,-3 0-5 0,0 1-1 0,17 1-5 16,-8 5-1-16,-8-3 0 0,-3 1 4 0,0 3-8 16,-3-5 4-16,-3 5-4 0,1-7 3 0,1-3-12 0,2-2 3 15,0-1-4-15,0-3 14 0,2 2-10 0,2-1 2 16,2-3-6-16,1 1 8 0,1-6-4 0,0 0 2 15,-1-2-3-15,1-2 1 0,-1-1 1 0,6 1 0 16,4-3 0-16,2-3 1 0,-4-1-1 0,-2 6 2 16,-2-3-1-16,1-1 5 0,-3-2 3 0,-1-2 0 0,-3 0 2 15,-1 0 2-15,2-2-3 0,0 0 2 0,-2 0-2 16,-1-3 3-16,3-16-1 0,-4-1 1 0,-2 3-1 16,-7-5-1-16,-2 4-4 0,9-3 1 0,-24-2-2 15,0 0 5-15,-6-2-7 0,5 4 3 0,-3-1-4 16,0 4-2-16,4-1 4 0,-4-1-5 0,4 3 2 0,2 3-2 15,2-1-6-15,3 0-9 0,3 4-3 16,1-2-66-16,6 2-59 0,1 0-24 0,-1 2-16 0,3 0-130 16,3 0-222-16</inkml:trace>
  <inkml:trace contextRef="#ctx0" brushRef="#br0" timeOffset="31202.36">13018 12657 1528 0,'-2'0'26'0,"0"1"2"16,-2 1 46-16,-3 2-9 0,-8 5 18 15,2-1 31-15,7-5-12 0,3-1-11 0,1-2-5 0,-2 4-59 16,2 0 17-16,0-1-1 0,2 1 7 0,2 0 6 15,8 1-9-15,30 10 2 0,7-7-5 0,7-8 6 0,5-8-18 16,6-1 3-16,6-4-9 0,3 0-5 0,-5 2-16 16,-6 0 3-16,-6-2-7 0,-8 2 0 0,-5 1 3 15,-7 3-1-15,-7-1 0 0,0 1-12 0,-6 1-32 16,-4 1-12-16,-3-1-9 0,-4 3-67 0,-4 1-22 16,-3 0-10-16,-2 2-6 0,-3 0-61 0,3-2-107 15,0 0-82-15</inkml:trace>
  <inkml:trace contextRef="#ctx0" brushRef="#br0" timeOffset="31324.28">13395 12996 1545 0,'0'2'93'0,"-2"0"8"0,0 0-37 0,0 0-13 16,0 2-28-16,0-1 34 0,2 1 49 0,2 0-9 0,0-1 17 16,6 3-33-16,27 13-45 0,-2-10 2 0,8-5-18 15,-9-4-24-15,5-8-63 0,0-3-16 0,2-9-22 16,4 12-115-16,-4-40-239 0</inkml:trace>
  <inkml:trace contextRef="#ctx0" brushRef="#br0" timeOffset="35730.82">18430 11164 1357 0,'0'0'208'0,"0"0"-285"15,-2 0 251-15,0 0-136 0,1 0 49 0,1 0 5 16,0 0 9-16,0 0-10 0,0 0-28 0,0 2-2 16,0-2-6-16,1 0 3 0,1 0-17 0,0 0-2 15,2 0-9-15,1 0 4 0,12 0-22 0,-2-2-7 16,-2 0 1-16,-2 0-6 0,0-2-7 0,-3 1-40 16,-1-1 3-16,-1 0-19 0,-4 4-25 0,1-5-15 15,7-8-9-15,-5 2 1 0,-1-2-21 0,-2 1 14 0,-2 3 14 16,0-4 2-16,-2 2 74 0,-4-2 28 0,-1 0 5 15,-1 2 10-15,7 5 53 0,-9 1 14 0,3 1 0 16,3 2 0-16,2-2-22 0,2 3-19 0,-2-3 4 0,1 0-8 16,-3-1 10-16,2-1 19 0,2 2-4 15,0-3 8-15,0 1-4 0,2 1-10 0,3-3 3 0,3 3-5 16,12-3 0-16,1 1-7 0,1-1-3 0,0-1-1 16,2 0-14-16,-1 1-19 0,-1 1 4 0,-2 0-8 15,-3-1 1-15,-2 1-16 0,-2-1-18 0,-2 3-3 16,-5-1-96-16,-5 2-99 0,-1 3-17 0,0-1-45 0,2-2-246 15</inkml:trace>
  <inkml:trace contextRef="#ctx0" brushRef="#br0" timeOffset="36622.6">16804 12904 1434 0,'0'0'42'0,"0"1"3"0,-2 1 11 16,2 0 1-16,-2 0-5 0,2 0 36 0,0 0-15 15,0 0 1-15,2 1-5 0,0-1 3 0,-1-2-11 0,22 11-5 16,1-3-3-16,2-3-19 0,2-5-20 0,3-3 1 15,5-7-11-15,-1-5-25 0,2-5-96 0,4 13-14 16,3-32-38-16,5-4-133 0</inkml:trace>
  <inkml:trace contextRef="#ctx0" brushRef="#br0" timeOffset="37698.37">18456 10883 1788 0,'0'0'40'0,"0"0"-5"0,-2 0 89 0,0 0-6 16,1 0 19-16,-1 0-15 0,0 0-22 0,2 0-5 15,0 0-6-15,0 2-13 0,2 0-11 0,0-2 1 16,-1 0-5-16,22 4-13 0,3-2-9 0,0-2-3 16,2 0-2-16,-1 0-12 0,7 0-9 0,1-2 2 15,0-2-5-15,1 0-7 0,-1 1-2 0,-4-1-1 0,1 0 0 16,-8 1-2-16,-5-1-38 0,1-2-7 0,-1 1-15 16,1-3-67-16,8-1-103 0,-6 2-36 0,4-3-44 15,0-1-320-15</inkml:trace>
  <inkml:trace contextRef="#ctx0" brushRef="#br0" timeOffset="46778.73">4553 3141 126 0,'-2'0'0'0,"-15"-6"31"0,-5-1 303 0,-2-1-85 16,0 1 18-16,5 1-145 0,-3-1-12 0,5 0-47 0,4 1-5 16,-2-1-5-16,1-3-7 0,1 3 1 0,-6-6 1 15,8 4-2-15,-2 3-8 0,4-9-1 0,3 6 2 16,2 0-1-16,2-1 10 0,-1 5-11 0,-1-1 5 16,2 2-6-16,0 1-4 0,0-1-1 0,2 0-1 15,0 2 1-15,0-3 1 0,2 1-9 0,0 0 1 0,2 1-3 16,11-5-1-16,9 1 9 0,0 3-7 0,4 4 7 15,5 2-7-15,-1 4-1 0,-2 1 1 0,-1 4-1 16,-3 2-5-16,-2 4-3 0,-3-8-4 0,-4 19 2 16,-3 2 2-16,-1 1-6 0,0 5 10 0,-1 3-9 15,-5 0 11-15,-5-2-3 0,20 4 3 0,-9-1-3 16,-9 1 3-16,-4 4 5 0,-8 5-5 0,-3-2 5 0,-5 0-6 16,-5 3 2-16,1-5 1 0,18-1 1 0,-24-6 3 15,-6-10 0-15,3-1-3 0,3-4 1 0,-2-1-5 16,7-5-3-16,1-5 2 0,1-5-4 0,1-7-3 0,1 11 6 15,2-3-4-15,-3-2 5 0,1-3-2 0,2-4-2 16,-2-2 5-16,6-2-5 0,4-1-2 0,-1-1-4 16,5-10 1-16,-1-1 0 0,-7 2 0 0,0-5-2 15,3-1-3-15,6 1 3 0,2 1 1 0,2 6 0 16,4 0 1-16,1 0-1 0,2 0 4 0,3 2-5 16,10-2 1-16,4 4-2 0,0-1-3 0,7 5 4 15,1-1 0-15,-1 3-1 0,-3-1-3 0,-4-13 1 0,2 4-3 16,0 6 3-16,-4 5 3 0,0 2-5 0,-2 0 4 15,-1 2-5-15,1 3 2 0,-4 1 0 0,1 1-1 16,-4-1-1-16,0 1-4 0,-2-1 1 0,0 1-3 16,-2 1 2-16,0-1-19 0,-2-1-94 0,-1-1-20 0,-1 1-31 15,0-1-122-15,3 1-114 0,1 0-75 16</inkml:trace>
  <inkml:trace contextRef="#ctx0" brushRef="#br0" timeOffset="47092.6">4906 2920 1383 0,'0'0'81'0,"0"0"-8"16,-2-2 41-16,0 0 7 0,0 0-20 0,0 0-2 0,0 1-48 15,1-1 4-15,-1 0-18 0,0 2 11 0,0 0 5 16,2 0-3-16,0 2 3 0,0 0-8 0,0 1 5 15,11 21-2-15,4 4 3 0,2 4-3 0,-2-1-4 16,1 3-3-16,-5-1 0 0,1 1-12 0,1 5-5 16,-6 0-1-16,0 0-2 0,-3 2-9 0,0-1-1 15,0 3-2-15,-3-2 1 0,1 0-10 0,-2-2 0 16,-2 0-3-16,1-4 0 0,-1-2-4 0,0-5-3 16,0-2-1-16,0-5-3 0,2-3-25 0,0-7-103 0,0-1-4 15,0-8-39-15,0-1-70 0,2 3-24 0,2-2-58 16</inkml:trace>
  <inkml:trace contextRef="#ctx0" brushRef="#br0" timeOffset="47371.42">5439 2868 1128 0,'0'0'81'0,"-2"0"87"16,0 0-10-16,0 0-3 0,-2 0-12 0,1 0 3 15,-5 0-45-15,-3 2-20 0,-4 2 3 0,-2 3-10 16,1 4-2-16,1 0-6 0,-2 19-5 0,0 5 1 0,1 2-7 15,-5 4-1-15,-3-2-2 0,8 0-1 0,-3-2-9 16,0-3-10-16,12 1 2 0,-4-5-5 0,5 1-7 16,-12-3-3-16,5 2-2 0,5-4 1 0,5-2-2 0,1-2-12 15,2-1 4-15,0-3-5 0,2 3 8 0,1-5-11 16,3 1 3-16,-1-2-3 0,1-4-2 0,3 0-2 16,1-2 0-16,8-3 0 0,4-4-5 0,1 13-5 15,1-6-6-15,6-3 2 0,-3-6-14 0,1-6-37 16,4-3-18-16,-3-4-9 0,1-4-96 0,-2 11-34 15,4-25 1-15,-6 1-14 0,0-3-18 0,0-2-97 16,-2 1-38-16</inkml:trace>
  <inkml:trace contextRef="#ctx0" brushRef="#br0" timeOffset="47652.69">5736 2849 819 0,'0'0'90'0,"0"-1"-7"0,-2-1 91 0,0-2-7 16,0 0 1-16,0 4-20 0,-11-7-38 0,0 3 0 15,6 2-14-15,-4-7-12 0,3 5-7 0,1 1-7 0,-1 1 1 16,3 2-21-16,-1 0-19 0,3 0 7 0,-1 2-12 15,0 1-2-15,0 3 2 0,-7 20-2 0,8-6 3 16,1 3 5-16,2 1-2 0,2 0 0 0,3 4 0 16,3-1-4-16,-1 1 6 0,2 0-1 0,-1-4 3 15,3 4 3-15,-2-2-2 0,0 0 0 0,1-2-2 16,-3-1-3-16,-1-1 0 0,-3 0-1 0,-1-3 0 16,0 1-4-16,-2-3-3 0,0 0 2 0,0-3-2 0,-2 1 4 15,-1 0-6-15,-3-2 1 0,0-2-3 0,1 0-12 16,-3 1-2-16,7-3-2 0,-16-2 2 0,0-1-3 0,0-1-3 15,1-1-7-15,1-2 0 0,2 0-19 16,2 7-44-16,0-3-6 0,1-3-18 0,3-1-71 0,1-2-62 16,3 0-4-16,-1 0-19 0,0-2-28 0,0-1-103 15,-1-8-62-15</inkml:trace>
  <inkml:trace contextRef="#ctx0" brushRef="#br0" timeOffset="47962.9">5671 2809 791 0,'0'0'159'0,"0"-2"269"0,0 0-253 0,0 0-27 0,0 0 1 16,2 0-15-16,-1 0-40 0,1-1-24 0,2-1-6 15,0 2-1-15,16-7 0 0,1 1-8 0,3 3 0 0,-4 5-5 16,-1 0-12-16,-3 4-3 0,1 3 0 0,2-3-2 16,-3 27-4-16,-4 6-2 0,-3 1 0 0,13 2-1 15,-7 5 0-15,-6-1-4 0,-5 5-4 0,-4-3 0 16,-2-1-4-16,-2-6 7 0,1-4-5 0,1-7 4 15,2-2-7-15,0-6-4 0,0-3 4 0,2-2-5 16,0-6-2-16,1-1 6 0,-1-5-1 0,6 3 3 16,8 5 0-16,8-4 2 0,2-5-4 0,0-4 2 0,2-5-3 15,-2-4-4-15,-2-2 4 0,2 11-5 0,0-24-6 16,0-2 0-16,0 2-1 0,-2 0 2 0,-1 0-1 16,-3 2-5-16,1 2-4 0,-5 1-1 0,-1 5-16 0,-2-1-70 15,0 2-37-15,0 0-22 0,-2-3-223 0,4 3-420 16</inkml:trace>
  <inkml:trace contextRef="#ctx0" brushRef="#br0" timeOffset="54797.51">6163 6320 337 0,'0'0'0'0,"0"0"14"16,-2 0 162-16,0 0-25 0,0 0 9 0,0-2-62 0,0 0-26 16,-1 0-15-16,-1 0-2 0,0 0 4 0,1 2 8 15,-7-2-11-15,-3-1 8 0,-2 1-9 0,2 0 9 16,2 0-8-16,0 0 3 0,-2 0-5 0,0 1 3 15,-5-1-3-15,5 0-1 0,1 0-1 0,1 0-10 16,6 2-6-16,-1-2-1 0,4 2-1 0,0 0-10 0,1 0-9 16,-3-2-5-16,0 1 0 0,2-1-12 0,0 0 0 15,1 0 1-15,1-2 0 0,1 1 1 0,1-1 2 16,4-4-2-16,20 1 2 0,0 3 0 0,-4 2-2 16,2-14 2-16,-3 8-2 0,-3 3 1 0,1 3 0 15,-2 2 1-15,-4 2 0 0,0 3 2 0,-4 1 2 16,-4-4 5-16,-1 14-2 0,-2 9 6 0,13-1 13 15,-6 0-4-15,-3 2 7 0,-6 2-13 0,-4-4 4 0,-2 0-3 16,-5 0 5-16,-2-2 1 0,-2 1-10 0,14-3 2 16,-20-1-4-16,-3-3-1 0,4 1-2 0,5-4 0 15,-2 0 0-15,0-2-5 0,1-1 0 0,1-3 1 16,4-3 0-16,3 1 5 0,1-1-9 0,3 0-3 16,-2-1-1-16,3-1 5 0,-1 2-8 0,0 0 5 0,1-1-7 15,1-1 9-15,0 0-2 0,0 0-2 0,2 0-1 16,0 0-1-16,2 0 0 0,0-1 1 0,0-1-1 15,25 6 4-15,1-4-4 0,0 0 5 0,2-2-4 16,-6 0 3-16,2 0-4 0,0 0 0 0,0 2 0 16,-2 1 3-16,-5 3 0 0,-1-1 5 0,-5 1-2 15,-3 0 6-15,-3-1-1 0,-3 1 1 0,7 8 2 0,-4 1 4 16,-3 0 0-16,-4 0-2 0,-2 2 2 0,-3-1 6 16,-5 3-6-16,-1-2 3 0,0-2-4 0,-9-1 8 15,-3-4 8-15,1 1 2 0,0-4 0 0,-2 1-4 16,-2-1-11-16,3-1-6 0,-1-1 1 0,0-3-8 0,7 0-5 15,-1 2 6-15,-1 9-5 0,8-8 4 0,2-1-4 16,-1 0-8-16,7-4 0 0,1 0-24 0,-2 2-43 16,0-1-5-16,3 1-17 0,-1 0-45 0,0 0-16 15,2 0 10-15,0-2-9 0,2 0 23 0,5 0-147 16,21-6-17-16</inkml:trace>
  <inkml:trace contextRef="#ctx0" brushRef="#br0" timeOffset="55406.76">6460 6392 642 0,'0'0'69'0,"0"0"-7"0,0 0 78 0,0-2-4 0,0 0 4 15,0 0-20-15,-2 1-27 0,0-1-4 0,0 2-9 16,0 0-22-16,1 0 8 0,-3 2-5 0,0-1 5 16,-1 3-13-16,-7 0-8 0,3 16-1 0,-2 3-4 15,2-1-12-15,-1 0-2 0,3 4-1 0,3-2 0 16,1 0-5-16,1-1-10 0,-13-1 2 0,6-2-5 15,1 1-2-15,4-1-2 0,4-1-2 0,0-2 0 16,2-3-6-16,2-1 5 0,0-2-3 0,1-1 3 0,1-3 5 16,-1-3 6-16,14-2-2 0,3 13 1 0,-1-6-8 15,-1-5 4-15,4-3-1 0,-1-1 2 0,-5-1 3 16,1-3-1-16,-4-2 5 0,-2 1-5 0,-4-1 11 0,-7 6-6 16,7-13 3-16,-2-2-3 0,-3 0 5 0,-2 1-6 15,-2-1 2-15,0 0-3 0,-4 0-5 0,-1 0 3 16,-3 0-4-16,1 2 3 0,-2 0-7 0,5 0-1 15,-9 2-1-15,-2-2 0 0,8 0 1 0,1 2-1 16,2 0 0-16,2 0-1 0,-1 2-2 0,-5-1 2 16,3 1-1-16,3 3 0 0,0-5-7 0,2 2-1 15,2 0 3-15,2-1 0 0,-1 5 5 0,3 1 1 16,12-1-3-16,1 3 3 0,-4-9-5 0,2 1 5 0,-6 7-6 16,2-1 5-16,1 2-8 0,-4 2 8 0,1 2 2 15,-4 2 2-15,-1-1 5 0,-2 1-4 0,-3 15-1 16,14 1 0-16,-4 2 1 0,-1 2-3 0,-5-1 1 15,-1-3-1-15,0 2 2 0,-2-3-2 0,-2 0 2 0,1-3-2 16,-1-3 0-16,2 0 3 0,2-2 0 0,-2-3 0 16,0-3-2-16,0-1-2 0,-2-2 2 0,3 0 0 15,5 3 13-15,1-1-2 0,0-2 4 0,1-2-2 16,-1 0 6-16,2-2-5 0,-4-2 3 0,3-3-3 16,-3-6 8-16,-1-9 5 0,-3 1-3 0,-1-1 4 15,13 2-4-15,-6-1 6 0,-5 1-5 0,-4-3 6 0,-2 3-5 16,-3-2-11-16,-5-1 5 0,-1 5-8 0,8-1 1 15,-20 8-5-15,1 4-2 0,-4-1-1 0,2 6-11 16,0 1 5-16,0-16-7 0,-1 8 6 0,5 5-6 16,1 4-12-16,5 0 0 0,6 2-7 0,1 0-27 0,5-2-43 15,-2 1-1-15,-9 18-15 0,4 0-27 0,5-3-17 16,4 1-8-16,2-2-15 0,2-4-153 0</inkml:trace>
  <inkml:trace contextRef="#ctx0" brushRef="#br0" timeOffset="55744.64">7047 5844 1297 0,'0'0'41'16,"0"0"-2"-16,-2 0 61 0,0 2-15 0,0 0 14 15,0 0-20-15,0 0-15 0,0 1 5 0,1 1-9 16,-9 15-6-16,3 1 2 0,1 4 4 0,3 2 0 16,-1 2 7-16,0 2-17 0,0 0 0 0,1 5-6 15,-1-4-4-15,2 5-4 0,0-5-3 0,0 4 0 16,1 3-10-16,-1-3-9 0,2 4-2 0,-2-8-1 0,2-1-2 16,0 0-5-16,0-4 0 0,0-2-2 0,0-2-2 15,2-1 0-15,0-3 2 0,-1-3-2 0,1 0 0 0,0-4-26 16,0-2-4-16,0-1-11 0,0-3-48 0,0 1-64 15,-2-4 0-15,1 2-26 0,3-1-67 0,0-1-211 16</inkml:trace>
  <inkml:trace contextRef="#ctx0" brushRef="#br0" timeOffset="55978.67">7279 5763 1055 0,'-2'0'284'0,"0"0"-353"0,-2 0 346 16,-11 1-180-16,-3 3 7 0,5 0-13 0,-2 1-7 16,6 1 1-16,1 0-21 0,5 5-15 0,1 11 1 15,-15 4-6-15,4 6-4 0,6 1 3 0,3 2-2 0,4 8 1 16,0-2-3-16,2 5-14 0,1 2-1 0,3-1-5 16,0 1-6-16,1 2-5 0,-1-3 0 0,-1-1-2 15,1-1-8-15,-1-4 7 0,1-2-5 0,-2-2 2 16,-1-2-39-16,1-2-81 0,1 1-11 0,1-1-33 15,1-3-142-15</inkml:trace>
  <inkml:trace contextRef="#ctx0" brushRef="#br0" timeOffset="56383.61">6885 7216 517 0,'0'-1'248'0,"0"-1"-232"0,-2-2 281 0,0 0-121 16,2 2-46-16,-3-3-4 0,-1-1-9 0,4 4 4 15,0 1-30-15,-4-3-32 0,0 0-3 0,1 2-9 16,1 0-14-16,0 2-3 0,0 0 2 0,0 2-1 16,0 2 10-16,-1 24-1 0,1 7 2 0,2-1-3 15,0 1-2-15,0 0-18 0,0 2-2 0,2 0-5 16,-2 0-3-16,0-1-5 0,0-1 6 0,0-2-7 0,0 1 2 15,0-3-1-15,0-3-9 0,0-4-1 0,2-5-52 16,-1-4-116-16,1-2-8 0,2-2-59 0,0-4-264 16</inkml:trace>
  <inkml:trace contextRef="#ctx0" brushRef="#br0" timeOffset="56795.94">7058 7296 885 0,'0'0'170'0,"-2"0"33"0,0-2-51 16,0 1-81-16,0-1-10 0,0-2-20 0,1-3 12 0,-3-5-4 15,2 1 3-15,2 0-27 0,2-4-9 0,2 0 3 16,1 4-4-16,4-5 5 0,-3 6-13 0,-4 7 3 16,7-1-5-16,2-5 10 0,-1 3 2 0,-1 2 5 15,0 1-1-15,0 1 7 0,1 2 2 0,-7 0-6 0,3 2 4 16,-2-1 3-16,7 14-3 0,2 9 6 0,-4 4-6 15,-3 4 4-15,-4-1-5 0,-4-1-3 0,-2 2-1 16,-3-1-6-16,-3 1-11 0,3-1 3 0,-1-1-5 16,1 0 6-16,0-2-10 0,1-1 3 0,2-4-6 15,1-1 3-15,1-2 2 0,2-5-2 0,0 2 3 16,0-6-6-16,2-3 6 0,-2-5-6 0,0-1 6 16,0 0-2-16,3 2 7 0,7 3 4 0,12 4-1 15,-7-7 7-15,5-4-3 0,-3-2 2 0,-4-3-2 0,5-5 3 16,-8 5 1-16,-3 1 3 0,-3-13-1 0,-1-1 10 0,10-1-5 15,-3-1 1-15,-7-1-2 0,-3 1-8 0,-3-2-2 16,-5-1-2-16,-3 1 0 0,-2 3-5 0,2 5-1 16,-17-1-3-16,4 7 1 0,-2-1 3 0,6 7-14 15,1 0 0-15,2-9-7 0,3 2-9 0,4 5-43 16,1 2-6-16,3 2-17 0,3 0-58 0,-1 0-43 16,0 0-43-16,2 0-1 0,1 0-158 0</inkml:trace>
  <inkml:trace contextRef="#ctx0" brushRef="#br0" timeOffset="57115.63">7438 7218 573 0,'0'0'131'0,"0"0"-5"0,0 0 43 0,0 0-4 15,0 0-27-15,0 0-9 0,0 0-46 0,0 0-4 16,0 0-15-16,0 2-28 0,0 0-10 0,0 2 0 0,0 1-2 16,-2 16-4-16,2-1 2 0,0 1-4 0,0-1 4 15,2-1-4-15,2-3 3 0,2 1-1 0,-3-4 0 16,3 0-1-16,1-2 11 0,-1-4 0 0,7 1 4 15,4-4 2-15,-4 5 8 0,0-2-5 0,1 1 6 16,3-5 3-16,0-1 11 0,-2-2 4 0,-2-3 0 16,2-5 1-16,-2 1-12 0,1 3-6 0,-2-16-3 15,-5-1-20-15,0 3 2 0,-3-1 2 0,9 1 2 0,-4-1 14 16,-1 0-12-16,-4 3 2 0,-4-1-7 0,-2-2-5 16,-2 1-10-16,-3-4 1 0,-1 7-4 0,-1 2-4 0,1 2-2 15,-12 5-6-15,1 0 2 0,-5 1-11 0,6-8-24 16,1 4-3-16,4 5-15 0,2 2-74 0,2 2-112 15,5 0-66-15,-5 2-37 0,5 0-414 0</inkml:trace>
  <inkml:trace contextRef="#ctx0" brushRef="#br0" timeOffset="66772.64">19626 3120 615 0,'-2'0'42'0,"0"-1"8"16,0-1 52-16,-1 0 19 0,-9-4-3 0,1-1-8 0,2 1-19 15,0 1-6-15,1 1-4 0,3 2-41 0,1 0-16 16,0 0-3-16,1 1-4 0,-1-1 0 0,2 0 8 16,0 2 1-16,2 0 3 0,0 0 17 0,2 2 13 15,5 0 3-15,31 9 0 0,-1-4-8 0,7-1-1 16,5-3-8-16,-1-3 5 0,4-1-19 0,-2-5 6 16,-2-3-4-16,0-1 4 0,3 1-10 0,-1-2-12 15,2 2 2-15,3-2-6 0,-3 1-3 0,0 5-8 0,-1-3 3 16,-9 5-3-16,-3 1 11 0,-7 2-7 0,-10 0 0 15,-1 0-3-15,-1 2-4 0,-9-1 7 0,-2 1-1 16,-7-2 4-16,2 2-3 0,0 0-2 0,-1 0 6 0,1 0-5 16,-2-2 2-16,2 2-1 0,-1-1-3 0,1 1 2 15,0 0-2-15,-1 0 2 0,1-2 1 0,0 0 0 16,-2 0 4-16,0 0 0 0,-1 0 3 0,1 0-2 16,0 0 3-16,0 0 5 0,0 0-1 0,0 0 4 15,0 0 0-15,-1 0-3 0,1 0-3 0,-2 0 2 16,0 0-2-16,0 0-2 0,0 0 0 0,0 0-1 15,0 0-7-15,0 0-2 0,-2 0-2 0,1 0 1 0,-1 0 3 16,0 0 1-16,0 0-1 0,0 0-1 0,0 0-3 16,0 0 0-16,1 0 1 0,-1 0-1 0,0 0 0 15,0 0 12-15,0 0 1 0,0 0 3 0,0 0-3 0,1 0 12 16,-1 0-3-16,0 0 6 0,0 0-6 0,0 0 4 16,0 0-3-16,2 0 2 0,0 0-10 0,-2 0-2 15,1 0-4-15,1 0 3 0,-2 0 0 0,2 0-6 16,-2 0 5-16,0 0-6 0,0 0 2 0,2 0 0 15,0-2-1-15,-2 0 2 0,1 0 4 0,-1 1-12 16,0-1 6-16,0 0-6 0,0 0 6 0,0 0-6 16,0 0-3-16,1 0-1 0,-1 1-1 0,-2-1 2 15,0 0 0-15,1 2 0 0,-5-2-5 0,1 0-4 0,5 2 2 16,-6 0-1-16,-1 0 5 0,4 0 3 0,-5 4 3 16,5-2 0-16,1 0 2 0,0-1-2 0,1 3-3 15,-1 0 1-15,0 0 0 0,2-1 2 0,0 1 1 16,1 0 1-16,-1-2 0 0,0-1 8 0,0 1-6 0,0 0 6 15,0 0-9-15,0 0 3 0,1 0 1 0,1 0 0 16,0-2 4-16,0 0-2 0,0 0 5 0,0 0-4 16,0 0 12-16,0-2-9 0,0 0 2 0,0 0-4 15,0 0 9-15,0 0-1 0,0 0 0 0,0 1-2 16,0-1-7-16,0 0 0 0,0 0-2 0,0 2 1 0,0 0-11 16,0 0 5-16,0 0-2 0,0 0 2 0,0 2-2 15,0 0 1-15,0 0 3 0,0 1-1 0,0 1-3 0,0 9-1 16,0 2-1-16,0 0 1 0,0 3 4 0,0-1-2 15,-2 2 2-15,0-1-1 0,2-1 2 0,0 0-2 16,0-1-3-16,0-1 1 0,0 2 1 0,0-2 0 16,-2 0 3-16,2-2-4 0,-2 0 1 0,0-2 0 15,0-2 0-15,1 0 1 0,-1-1 4 0,0-1-5 16,2-1 0-16,0-3-2 0,0-1 1 0,0 0 1 16,0 2 1-16,0 0-1 0,0-1-4 0,0-1 4 15,0 0-1-15,0-2 3 0,0 0 2 0,0-2-6 16,0 0 3-16,2-5-2 0,3-15 8 0,1-3-8 15,-2 1 1-15,-1 0-2 0,1 0 2 0,-2 2 3 0,2-1-4 16,-3 3 1-16,1 3 0 0,0 2 3 0,-2 1-2 16,0 4 3-16,0 1-5 0,0 5 3 0,0 2 2 15,0-1 0-15,-2 1-3 0,0 0-3 0,1 2 2 0,-1 0-2 16,0 2 2-16,0 3 2 0,-5 27-4 0,1-4 2 16,0 5 0-16,5 1 0 0,-1 1 4 0,0-2-4 15,-2 5 0-15,0 1 1 0,1 0-2 0,3 1 1 16,0 3-1-16,0 0-4 0,2-1 5 0,-1 1-3 15,3 2 8-15,-2-1-4 0,-2 1 2 0,0 1-2 16,0-5-1-16,0-4-3 0,0 2 3 0,0-5-2 0,0-1 7 16,0-3-5-16,0-4 1 0,0-2-3 0,0-4 2 15,0-3 3-15,0-4-2 0,0-2 4 0,-2 0-5 16,2-3 2-16,0-3 1 0,0-3 0 0,0 0-1 16,-2 2 7-16,0 0-5 0,1-1 6 0,-1 1-9 0,-2-2 3 15,-11 5-2-15,-7-1 3 0,0-3 4 0,-1-1-4 16,1 0 0-16,-2-2-2 0,-2 0 6 0,-4 0-4 15,2 0 5-15,2 0-6 0,2 0-1 0,4 0 3 16,-1 0-3-16,6 0 4 0,-1 0 1 0,5 0-5 16,5 0 3-16,0 0-4 0,5 0 2 0,-3 0-4 15,0 0-2-15,0 0-2 0,1 0-1 0,1 0 2 16,0 0 2-16,0 0-1 0,2 2 2 0,0 0-1 0,2 0 0 16,0 0 0-16,2-1 1 0,12 3 0 0,12 4 0 15,6-1 1-15,-1 0-1 0,0-1 0 0,6 1-2 16,6 1 1-16,-2-3-3 0,3 3 5 0,-1-1-1 15,-6 1 2-15,-4-1-10 0,-2 1 10 0,1 1-2 0,-8-2 6 16,3 3-5-16,-4-3 0 0,-11-1-1 0,5 1 0 16,-6-1 2-16,-2-1-2 0,-3-1 0 0,-5-2-1 15,1 0 4-15,0 1-1 0,-1 1 3 0,-3-2-2 16,6 9 5-16,-2 0-5 0,-4 0 4 0,0 4-4 16,-4-2 1-16,-3 0-4 0,-5 2 0 0,-17-4 0 15,-1 2 11-15,-9 0-10 0,0 2 3 0,-7-2-4 0,-4 4 5 16,3-2-2-16,4-4-1 0,6 2 1 0,2-6-3 15,9 6 3-15,0 0-1 0,7 0 2 0,3 2-4 16,3-8 0-16,5 5-1 0,3-7 0 0,-1-3-1 0,4 5 1 16,0-3 1-16,-1 2 0 0,-5 3-1 0,5-2 2 15,-1 1-3-15,2-1 2 0,2 3-1 0,0-3-1 16,0-1-1-16,2-1 1 0,0-1-2 0,16 3 3 16,10-1-2-16,2 1 2 0,5-3-2 0,2-2 0 15,4 2 3-15,0-3-1 0,-4 1-3 0,-2 0 6 16,-5 2-5-16,-2 0 5 0,-4-1-5 0,-3 1 3 15,-5 2 2-15,-5-1 0 0,-3 1 1 0,-6 1-4 16,-1-1 0-16,7 3-1 0,-1 4 0 0,-3 0 8 0,-4 4 0 16,-4-1 2-16,-5 1-10 0,-4 2 7 0,-7-1-3 15,-16-1 5-15,1 1-8 0,-8-1 6 0,8 0-5 16,0 0 5-16,3-1-4 0,6-1 2 0,6 0 0 16,3-2 0-16,4 2-4 0,6 0 0 0,-1-2 1 15,5 3 0-15,-9-1 2 0,3 2-1 0,2 5 0 0,1 2-1 16,4 2 0-16,2 4 2 0,4 0-3 0,2 1 1 15,1 3-5-15,0-4 7 0,3 1 1 0,1 1 2 16,0 3-8-16,0 0 4 0,2 4-1 0,-2 2 3 16,-1-2-3-16,-1 2 0 0,-2 2 0 0,3-3 0 15,-5 1 0-15,1 0-2 0,-1 2 2 0,3 0 0 0,-5-3 6 16,1-1-7-16,0-1 2 0,-2-1-3 0,1-2 4 16,1-2-4-16,-2-3 3 0,-2-4-2 0,0 0 11 0,0-2-7 15,0 0-1-15,0-3-1 0,0-3-1 0,0-5 7 16,-2 0-5-16,0-2 5 0,0-1-7 0,2-3 0 15,-1 1 0-15,1-5-2 0,-2 3-8 0,0-1-8 16,2-1 1-16,-2 0-6 0,0 0-14 0,0-1-64 16,0 1-24-16,1 2-26 0,-1-3-176 0,0 3-163 15,-2 1-111-15</inkml:trace>
  <inkml:trace contextRef="#ctx0" brushRef="#br0" timeOffset="67032.77">19825 6730 1124 0,'-2'0'126'0,"0"0"13"0,-9 2-11 0,-12 1-15 0,5 1-22 16,-1 0 66-16,8-2-52 0,0 0-6 0,9-2-19 16,-2 1-43-16,1 1 11 0,1 0 1 0,0 0 5 15,2 0 13-15,2 0 7 0,2 0-3 0,3-1 2 16,25 9-12-16,-1-5 4 0,6 1-5 0,4-4 1 0,-2-2-17 15,4 0-7-15,-2-2-1 0,3 0-3 0,1-2-1 16,-1-1-16-16,3-1 0 0,-3-1-7 0,5-1-4 16,-5 3-6-16,1-3 0 0,-3 3-5 0,-3-1-8 15,-9 2-19-15,-9 3-5 0,-3-1-11 0,-10 2-74 0,1-2-112 16,2 0-23-16,-5 2-37 0,-3 0-179 0</inkml:trace>
  <inkml:trace contextRef="#ctx0" brushRef="#br0" timeOffset="67208.07">20006 7179 768 0,'0'0'613'0,"-1"0"-841"16,-1 2 739-16,0 0-407 0,0 0 38 0,2 2 7 0,0-1 4 15,0 1-8-15,0 0-42 0,2-1-23 0,0 1 0 16,1 0-7-16,3 0-10 0,16 5-24 0,4-4-6 16,2-5-7-16,0-3-27 0,4-7-89 0,3-4-27 15,6-7-35-15,3 16-204 0</inkml:trace>
  <inkml:trace contextRef="#ctx0" brushRef="#br0" timeOffset="68017.61">21109 4849 1607 0,'0'0'46'0,"0"0"-1"0,-1-2 78 16,-1 0-4-16,0 0 15 0,0 1 6 0,0-3-65 15,0 0 7-15,2 0-24 0,0 1 12 0,0-1-6 0,2 0-3 16,0 1-2-16,2-1-14 0,9-3-6 0,5 1-3 15,6 2 0-15,6 4-11 0,-6 4-2 0,-2 3-1 16,-9-1-2-16,0 3-7 0,0-5-4 0,-3 16-1 16,3 1-1-16,-10 3-4 0,-1 2 0 0,17 2 3 15,-10 0-1-15,-7 3 8 0,-6 3-6 0,-5 1 2 16,-2 0-2-16,-8 0 1 0,12-5 2 0,-25-2-8 0,-1-8 6 16,9-3-6-16,0 0 0 0,1-10 6 0,3-3-6 15,5 0 1-15,0 5 3 0,2-2-3 0,4-3 4 16,0-2 2-16,1 0 1 0,3-2-2 0,-1 0 0 15,4 0-9-15,-1-2 1 0,-1-2 1 0,0-3 1 16,-1-10-1-16,3 2-3 0,2 2 2 0,2 2-1 0,-1 4 4 16,3 1-1-16,-2 1-1 0,17 3 0 0,1 0-1 15,0-11 0-15,5 2-1 0,-1 5 1 0,-4 4-5 16,6 2 2-16,-4 0-1 0,4 2 2 0,-3 2 4 0,-1 0-8 16,2-1 2-16,-5-1-5 0,7 0-1 0,-4-2-5 15,0 0-3-15,4-2 0 0,-2-2-5 0,0-3 12 16,2-2 0-16,-1-2 4 0,1-4 3 0,0-2 1 15,-2 15 3-15,-4-16 1 0,-3-1 7 0,-4 2 0 16,0-1-1-16,-6 1 1 0,1 2 0 0,-5 0 9 16,7 2 2-16,-7 6 4 0,1-1 10 0,-2 1-11 15,-2 3 1-15,0 1-5 0,0 1-2 0,0-2-12 16,-2 0 2-16,0 2-5 0,0 1 6 0,1 1-10 0,-16 3 3 16,4 5-5-16,0 1 5 0,4 6 4 0,-1 11-4 15,5 0 3-15,1 2-5 0,2-2 0 0,-13-2 1 16,6 0 0-16,5-4-1 0,4-1 5 0,0-2-2 0,4-4 3 15,2-2-4-15,-3-6-2 0,5-3 2 0,12 2 0 16,-1 9 3-16,3-4 5 0,2-3-4 0,0-6 5 16,2-2 0-16,-2-4-1 0,2-5 3 0,0-2-2 15,-2-2 3-15,-7 12-2 0,-4-18 5 0,-7-1-3 16,9 2-1-16,-4-3 3 0,-8 3-8 0,-3-1 7 16,-1 3-1-16,-7 1-10 0,-3 2 6 0,-8 0-8 15,-10 2 1-15,-3 6-1 0,1 1-3 0,-1 5 0 0,4-18-12 16,4 10-19-16,2 3 1 0,5 4-7 0,4 2-14 15,6 0-45-15,1 0-7 0,2 2-16 0,1 0-60 0,1 0-44 16,0 2-4-16,0-1-14 0,2 1-35 0,0-2-66 16,2 2-57-16</inkml:trace>
  <inkml:trace contextRef="#ctx0" brushRef="#br0" timeOffset="68266.11">22116 4895 747 0,'0'0'23'0,"2"-1"161"15,-1-1 35-15,1-2-77 0,6-13 39 0,3-7-11 16,0-4-5-16,0-1-7 0,-2-1-41 0,1 0-1 15,-5 6-3-15,1 0 1 0,-1 4-16 0,-1 1-11 16,-2 4 4-16,-2 8-8 0,0 1-4 0,0 2-20 0,0 1-4 16,0-1-6-16,2 2-19 0,-2 0-5 0,0 0-5 15,0 2 2-15,0 2-5 0,0 2 1 0,2 7 1 0,1 19 0 16,-1 1 3-16,0 3-2 0,-2-1 0 16,0-1-1-16,0-1-12 0,-2-1-4 0,-1 0 2 0,-1-1-2 15,0-1 4-15,0 0-8 0,1-2 0 0,-3-2-3 16,2-1-5-16,1-1-8 0,1-4-3 0,0 1-3 15,0-2-34-15,0-6-82 0,2 2-8 0,0-6-29 16,0-1-73-16,0-2-82 0,2-1-43 0,0 1-41 16,4-2-382-16</inkml:trace>
  <inkml:trace contextRef="#ctx0" brushRef="#br0" timeOffset="68482.21">22624 4740 1447 0,'-1'0'45'0,"-1"-2"113"16,-2 0 64-16,-2 0-113 0,-12-5 111 0,-3-1-50 15,1 4-10-15,-2 1-22 0,1 3-80 0,3 2-12 16,-3 1 4-16,3 3-7 0,-3 1-4 0,5 3-14 16,-1-9 3-16,6 22-6 0,-2 1-4 0,4-2-6 15,-1 2 1-15,3 2-2 0,1 0 8 0,4 2-11 16,-1-2 3-16,1 2-5 0,-15-2 7 0,6 0-1 16,4 0-2-16,5 0 0 0,2-4-10 0,0-1-2 0,2-3 1 15,-1-3-4-15,3-2-4 0,0-6-9 0,0 1-5 16,-1-3-2-16,12 7-21 0,6-1-18 0,3-4 0 15,0-5-13-15,2-2-74 0,0-4-67 0,0-5-10 16,0-4-14-16,-2 0-27 0,-2-2-165 0</inkml:trace>
  <inkml:trace contextRef="#ctx0" brushRef="#br0" timeOffset="68767.96">22723 4838 1109 0,'0'0'81'16,"0"0"-6"-16,0-2 84 0,0 0-3 0,0 0 1 15,0 0-11-15,0 1-61 0,0-1 4 0,0 0-21 16,0 0 9-16,0 2-1 0,2 0-3 0,0 0-2 15,-1 2-19-15,1 0 4 0,2 0-4 0,0 1 3 0,1 7-12 16,3 4 3-16,3 3 2 0,-9 0 1 0,7 1 0 16,2-1-7-16,-5 0 0 0,3 1-1 0,-2 1 6 15,-3 0-15-15,0-1-2 0,-2 1-4 0,11-1-1 16,-4 1-5-16,-3 1 2 0,-5-3-6 0,-1 0-7 0,0-1-6 16,-1-1 2-16,-1-4-2 0,0 1 2 0,0-5-5 15,-2 2 1-15,1-1-2 0,-3-1-3 0,2-1-1 16,-7-4-4-16,-6 9 3 0,6-6-5 0,-7 3-9 15,1-5 0-15,4-1-5 0,0-2-12 0,2 0-51 16,5-2-5-16,-5-1-22 0,4-1-75 0,5 4-42 16,-11-19-4-16,4-1-12 0,5-4-2 0,4-2-135 0</inkml:trace>
  <inkml:trace contextRef="#ctx0" brushRef="#br0" timeOffset="69000.86">23029 4788 884 0,'0'0'89'0,"2"0"-6"0,0-2 122 0,0 0-14 0,0 0 19 16,1 0-31-16,1 1-47 0,0-1-3 0,0 2-15 15,7-4-19-15,0 2-7 0,2 2-3 0,0 0-2 16,2 2-9-16,-2 2 2 0,-2 1-1 0,0 3 0 16,0-3-11-16,-4 14-15 0,1 1 1 0,-3 1-5 15,-1 3-4-15,-2 0-17 0,0 0 2 0,13-2-6 16,-6 1 3-16,-2-1-9 0,-3 0 5 0,0 0-8 0,-2-1-7 16,1-4 5-16,1-4-2 0,0-4 3 0,0-2-3 15,-3-3-4-15,25 13-4 0,8-4 1 0,5-10-4 16,9-6 4-16,6-10-8 0,0-6 3 0,7-7-23 0,-5 24-15 15,-6-31-2-15,-4 1-13 0,-5-3-87 0,-4 2-200 16,-1-1-72-16</inkml:trace>
  <inkml:trace contextRef="#ctx0" brushRef="#br0" timeOffset="84736.5">24643 2981 1040 0,'-2'0'62'0,"0"0"-2"0,0-2 50 0,0 2 10 16,-14-5-6-16,-1-1 41 0,0 1-46 0,2 1-4 15,-1 0-17-15,3 2-33 0,1 0-9 0,3 2-7 16,4 0-1-16,1 0-30 0,0 0-2 0,0 0 0 0,3 0 1 15,-1 0 8-15,2 0-6 0,2 2 2 0,1-2-4 16,20 4 4-16,14 0 4 0,5-2 7 0,10-1-3 16,2-1 4-16,11-3 18 0,8-5-11 0,1-1 14 15,2-2-15-15,2 0 6 0,-4 0 5 0,-1 0-1 16,1-1 7-16,-9 1-15 0,2 0-1 0,-6 0-4 16,-1 2-5-16,-5-1-3 0,-5 3 0 0,-7 1-2 0,-6 3-5 15,-15-1-5-15,-3 2-5 0,-6 2 2 0,-4 0-4 16,-1 0-6-16,-5 0 4 0,-1 0-6 0,2 0-9 15,-2 0-117-15,0 0-9 0,-2 0-50 0,0 2-146 0</inkml:trace>
  <inkml:trace contextRef="#ctx0" brushRef="#br0" timeOffset="85126.78">25137 3923 1133 0,'-2'0'173'0,"0"-2"-241"0,-2 0 209 16,0-2-113-16,-1-3 61 0,-8-14 18 0,2 1-1 0,0-1-3 16,1 1-50-16,3 0 18 0,-1-3-4 0,1 1 9 15,1 3-4-15,3 5-14 0,-1 2 3 0,0 3-8 16,2 5 4-16,1 1-17 0,-7 1 6 0,-7-9-10 15,-3 1 6-15,-4 3-8 0,1 5 2 0,-3 2-3 16,2 6 6-16,-4 3 8 0,0 4-7 0,2 2 7 16,-2-13-13-16,1 20-4 0,3 0 4 0,0 6-6 15,0 0-2-15,1 5-1 0,1-1-4 0,-1 3 1 0,3 1-6 16,-1-1 2-16,4 2-2 0,2-4 1 0,4 3-9 16,-4-1 2-16,6-3-5 0,5 1 3 0,-17-2-8 0,10-3-4 15,5 2 4-15,4-6-3 0,4-3 8 0,3-5-7 16,3-1 2-16,4-4-5 0,14-1 0 0,4-7-1 15,1 16-2-15,3-10 2 0,4-9-1 0,1-4-8 16,4-7-3-16,-1-4-3 0,-1-1-24 0,-6-3-120 16,-3 1-8-16,-5 1-50 0,3-2-127 0,-4 3-298 15</inkml:trace>
  <inkml:trace contextRef="#ctx0" brushRef="#br0" timeOffset="85903.17">25137 4279 1148 0,'-2'0'27'0,"0"0"67"0,0 0-38 0,-2 0 45 16,1-2-5-16,1 2 9 0,0 0-58 0,-2 0-26 0,2 0 5 15,-1-2-7-15,-1 0 30 0,2 1 2 0,0-1-2 16,0 0 0-16,2 0-5 0,0 0 11 0,0 0-1 16,0 0 5-16,2 1 0 0,0-1-3 0,0 0 0 15,2-2 0-15,-1 0-1 0,8-3-11 0,4-2 1 16,-2 1-4-16,4-1-15 0,0 2-5 0,-1-1 2 0,-3 4-2 15,4-1-2-15,-6 3-2 0,2 0-6 0,0 2 3 16,-2 0-5-16,-3 0-1 0,-1 2 5 0,-3 0-2 16,-2-2 8-16,0 7-4 0,0 10 0 0,11 2-1 15,-4 1 3-15,-2 2 1 0,-5-1-2 0,-2-1 1 16,0 1-5-16,-4-1 6 0,-3 0 2 0,-4 3 0 16,0-3-2-16,9-1-4 0,-20 1-3 0,1-1 2 15,3-4-5-15,-5-6-7 0,7 2 6 0,-1-5-6 0,4 1 4 16,7-3-3-16,3-2-5 0,1-1 2 0,-2 3-1 15,0 0-5-15,2 0 4 0,1-1-4 0,-1-1 4 0,2 0 0 16,0 0-2-16,2 0 1 0,-1 0-1 0,3-1 3 16,5 3 3-16,14 4 0 0,1-3-1 0,2 1 3 15,-2-3-2-15,0-1 3 0,0 0-7 0,-1 2 2 16,-1 0 1-16,2 1 2 0,-4 1 4 0,-3-1 4 16,-4-1-1-16,-4-2 3 0,-1 0 1 0,-6-2 3 15,0 0 5-15,1 3 0 0,1 1 16 0,-2 2-6 16,2 9-7-16,-4-1 2 0,-2-1-13 0,-9 6-12 15,5-2 7-15,-29 1-8 0,-1 1 3 0,-1 1-1 16,0-3-1-16,-2 0-1 0,0-4-4 0,0-2-7 0,4-2-16 16,3-3 0-16,4-1-84 0,10-3-153 0,-1 0-65 15,10 5-63-15,5-3-533 0</inkml:trace>
  <inkml:trace contextRef="#ctx0" brushRef="#br0" timeOffset="87747.33">25512 2894 363 0,'0'0'23'16,"-2"0"-3"-16,0 0 54 0,-2-2 8 0,-11-2 8 15,-7-3 30-15,2 3-18 0,-3 2 7 0,1 2-10 16,0 0 3-16,1 0 1 0,-1 2-8 0,2 0 6 0,3 0-8 16,4 2-22-16,0-1 4 0,9-3-11 0,-1 0-16 15,3 0-3-15,0 0-9 0,-2 2 3 0,1 0-20 0,1 0 5 16,0 0 1-16,0-2 2 0,2 0 15 0,2 0-5 15,2 0-2-15,16 0-1 0,21-2-11 0,3-2-8 16,8 1 6-16,8-1-7 0,5-2-6 0,13 3 4 16,7-1-4-16,6 2 4 0,4 2-5 0,-2 0 1 15,0 0-3-15,-4-2 3 0,5 2-2 0,3 0-1 16,-4 0 1-16,0 2-3 0,-6 0-3 0,-9 0 1 16,-8-2 1-16,-6 2 1 0,-11-2 3 0,-6 1-1 15,-5 3 1-15,-8-2-1 0,-4 0 7 0,-10 0 11 16,-3-2 7-16,-4 0 3 0,-2 0 30 0,-2 0-9 15,-1 0-2-15,-3 0-5 0,-1 0-18 0,0 0-4 0,-3 0-1 16,3 0-1-16,0 0-2 0,1-2-12 0,1 0 3 16,-2 2-5-16,-1-2 0 0,-1 2 0 0,2-2-2 0,0 0 1 15,-1 1-8-15,1-1 8 0,-2 0-4 0,0 0 7 16,0 0 2-16,0 0-6 0,-1 0 2 0,1 1-4 16,-2-1 5-16,0 0 0 0,0 0 3 0,0 0-3 15,-2 0 0-15,1 0 1 0,-1 1 0 0,0-1 1 16,0 2 5-16,-2 0-1 0,1 0 0 0,-1 0-1 15,0 0-1-15,0 0-8 0,1 2 3 0,1-1-4 16,0 1 3-16,-2 2 3 0,-1 5-3 0,-6 12 3 16,1-1-2-16,-1 4-4 0,2 6 1 0,0 1-2 0,-1 10 2 15,1 0 0-15,0 6 4 0,-2 3-4 0,1 0 3 16,3 4-4-16,-1 0-2 0,3 3 1 0,-1 1-1 0,3-1 1 16,1-1 1-16,2 0-1 0,0-3-2 0,2-6 5 15,1 3-3-15,1-9 4 0,2 2-6 0,-1-3 1 16,3-4-1-16,-1-1 1 0,-1-5-1 0,1-2 1 15,-1-4 1-15,-1-4 1 0,1-1 3 0,-3-6-3 16,1-2 0-16,0-2-2 0,-2-1 4 0,1-1-2 16,-1-1-1-16,0-3-2 0,0 1-3 0,-2-2 7 15,0 0-1-15,0 0 3 0,0-1-1 0,4 3 1 16,-1 0 0-16,-1 0-1 0,0-1 1 0,0-1-3 0,0 0 3 16,-2 0-4-16,0 0 0 0,0 0 2 0,-2-1-2 15,0 1 1-15,-2 0 0 0,-14 7-5 0,-4 1 3 16,-4-1-2-16,0-2 7 0,-2 1-5 0,-2-3 2 15,-2 3-3-15,-1-1 0 0,2 2 0 0,-3 1 0 0,3-1 1 16,-7 2-1-16,3 0 0 0,5-1 0 0,3-1 0 16,10-2 2-16,-2 3-2 0,-1 1-1 0,1 0 0 15,4-4-2-15,2 1-1 0,6-5 3 0,1 1-2 16,5-4 5-16,1 2-2 0,-6 5-4 0,2 1 2 16,2-3-5-16,2-1 4 0,0 2 2 0,0-4-1 15,0-1 3-15,10 3-4 0,14 13 3 0,7-4-4 16,-5-6 6-16,6-1-4 0,-2-4 2 0,-2-2-2 15,7 0 5-15,0 0-3 0,0 0-3 0,-3 0 1 0,0 0 2 16,-3 0 2-16,1 0 1 0,-4 0-1 0,0 2-5 16,-8-1-1-16,1 1 3 0,-8 0-2 0,0 2 2 0,-3-2 2 15,-5 0-1-15,-1-2 2 0,0 0 3 0,-2 1-5 16,8 12 5-16,-3 0-4 0,-3 0 6 0,-2 4-3 16,-6 2-2-16,-3-3 1 0,2 5-1 0,-19-3-2 15,-4 7 5-15,2-3-4 0,-3 4 5 0,-1 0-6 16,-1-4 2-16,1 2-2 0,2-3 0 0,4-1 0 15,2-7 0-15,9 2 0 0,2-6 5 0,0-1-8 16,10-1 1-16,-3-3-4 0,6-2-4 0,-4 3 7 16,3-1-4-16,1-2 5 0,0 1-1 0,1 1 1 15,3-2-1-15,9 4 0 0,15-1 1 0,0-3 1 0,2-2 2 16,-4 0-1-16,0-2-4 0,-2 2 4 0,-2 0-3 16,-4 0 4-16,1 4-6 0,-4 1 9 0,0 3-4 15,-2-4 6-15,-2 20-11 0,-6 4 6 0,-1-1-1 16,17 7 4-16,-8 1-1 0,-6 2-2 0,-5 2 3 0,-2-2-3 15,-2 1 3-15,-2-3 0 0,1-4 0 0,-3 7-1 16,2-3-2-16,1-5 4 0,-1 3 1 0,0-1 1 16,2 1-5-16,0 2 5 0,2-3-7 0,0-1 5 15,0 1-5-15,0-1 5 0,0 1 1 0,0-2 1 16,0-1 3-16,0 3-6 0,0-2 0 0,0-2-2 16,0-2 1-16,0 1 0 0,0-4-1 0,0-1 1 0,0 0-4 15,0-3-1-15,0-4 1 0,0-4-1 0,0-2-1 16,0 0-9-16,0-1-9 0,0-6-4 0,0 1-69 15,0-1-114-15,2 2-29 0,0 0-36 0,0-2-179 0</inkml:trace>
  <inkml:trace contextRef="#ctx0" brushRef="#br0" timeOffset="88142">26486 6444 1789 0,'-1'0'22'0,"-1"0"2"0,0 0 48 0,-2 0-1 16,-1 0 12-16,-1 0 8 0,2 0-45 0,1 0 1 0,1 0-13 15,0 0 5-15,2 2 9 0,2 0-3 0,1 0 4 16,20 5-11-16,10 0-3 0,-5-3-1 0,11 0 0 15,-6-2 0-15,5 0-8 0,1-2-1 0,-4 0-3 16,4-2-6-16,-4 0-5 0,0 0-1 0,-3-2-1 16,-4 1-8-16,-4-1-7 0,-2 0-2 0,-1 0-5 15,-3 1-25-15,-3 1-71 0,-4 0-22 0,-7 2-18 16,0 0-90-16,-1 0 22 0,-1 2 1 0,0 0 7 0,-2 0 7 16,-2 1 56-16,-5 12 27 0,-3 7 15 0,-19 1 132 15,-3-3 94-15,2-1 3 0,1-1 32 0,3 1 25 0,4-4-31 16,1 0-10-16,10-4-7 0,0 0-48 0,7-2-30 15,2 0 0-15,-5 1-9 0,3-3-4 0,2 1-9 16,2-3 2-16,0-3-6 0,2 2-12 0,2-1-4 16,14 7-5-16,14-5 2 0,0-7-11 0,5-9-12 15,3-7-9-15,5 10-11 0,1-31-131 0,5 2-280 16</inkml:trace>
  <inkml:trace contextRef="#ctx0" brushRef="#br0" timeOffset="88464.67">27710 4476 1667 0,'0'-2'58'15,"0"0"-8"-15,0-7 106 0,-2-13 0 0,2 5 14 16,0 8-11-16,0 1-56 0,0 3-12 0,0 1-14 0,0 0-51 16,0 2 14-16,0 0-2 0,0 2 7 0,2 2 5 15,0 2-10-15,3 16-2 0,1 16-3 0,0-1-15 16,-3 2-10-16,-1 0 0 0,0 2-5 0,-2 2-5 16,0 0-6-16,-2-4-3 0,0-2-1 0,0-5-10 0,1-4-74 15,-1 0-26-15,2-6-26 0,0-1-178 0,0-4-141 16,2-4-160-16</inkml:trace>
  <inkml:trace contextRef="#ctx0" brushRef="#br0" timeOffset="88967.91">28109 4387 893 0,'-2'0'322'0,"1"0"74"0,-1 0-163 0,-4 0-144 15,-12 3-36-15,-1 3 60 0,0 3-33 0,6-1 2 16,-1 3-17-16,-1 19-35 0,5 1-5 0,3 3 7 15,0-5-4-15,-1 1 17 0,-10 2-16 0,5-1-3 16,7 1-3-16,4-4-9 0,2-2-2 0,4-4-2 0,3-2 1 16,1-3 0-16,1-2 8 0,-7-4-3 0,16-2 5 15,3-1-6-15,-1-5 11 0,3-1-1 0,-5 11 4 16,1-4-3-16,-4-5-9 0,-1-2 0 0,1-2-2 16,-5 0 3-16,3-4-6 0,-2-1 3 0,-2-1-4 15,-2-1 0-15,-5-17 10 0,13 0-4 0,-6 1 6 0,-5-3-4 16,-2 4-4-16,-2 2 1 0,0 3-2 0,0 6-7 15,-2-4-1-15,0 4-5 0,0-2 2 0,2 3-11 16,0 7 8-16,0-5-3 0,0 5 4 0,0-5-6 16,0 3 4-16,2 1-2 0,2 0 2 0,0 0 0 0,3 1 1 15,10-5 0-15,-6 5 1 0,7 1 1 0,-1 2-3 16,-2 2 1-16,0 1-3 0,-2 3-2 0,-2-2 9 16,0 1-4-16,-2 1 5 0,-1-1-7 0,-1 1 2 15,1 5 2-15,-1-2 0 0,1 1-4 0,1-1 4 16,2-7-4-16,0 1 4 0,4-1-2 0,-2 8-1 15,4-1 1-15,1-4 0 0,1-1 4 0,1-4 1 16,1-2-3-16,-1-3 1 0,1-5-3 0,-1-1 3 0,-1-2 2 16,-6 10 0-16,1-16 7 0,-8-11 3 0,0 4-1 15,10 2 1-15,-5-2 3 0,-5 2 2 0,-6 2-1 16,-4-2 0-16,-3 1-6 0,-2 5-4 0,7 3-3 16,-24 4-1-16,-4 1-10 0,2 9-5 0,0-18-1 15,0 8-3-15,2 7-9 0,4 4-8 0,2 4-2 0,3 3-6 16,6-1-40-16,3-1-97 0,3 8-8 0,-10 10-35 15,8-5-80-15,3 5-60 0,4-7-75 0</inkml:trace>
  <inkml:trace contextRef="#ctx0" brushRef="#br0" timeOffset="89260.91">29143 4195 1342 0,'0'-1'328'15,"-1"-1"-405"-15,-1 0 403 0,-2-2-204 0,-3-7 51 0,-3-2-13 16,3 2-7-16,1 4-6 0,3 1-58 0,1 2-27 16,-2 1-9-16,2-1-4 0,0 2-29 0,0 0 9 15,1 0-1-15,-1 2 5 0,2 0 3 0,0 2 2 16,0 2-1-16,0 7 1 0,2 17-8 0,-1 1 6 16,3 3-6-16,-2 1 4 0,0 1-15 0,-2 3-12 15,-2 0 5-15,0-2-7 0,-3 1 1 0,-1-3-4 16,0-3-2-16,1 1 0 0,1-1-3 0,2-6-7 0,0 2-3 15,1-3-3-15,1-7-28 0,0 3-96 0,0-10-9 16,3 4-38-16,1-4-102 0,-4-7-68 0,15 9-29 16</inkml:trace>
  <inkml:trace contextRef="#ctx0" brushRef="#br0" timeOffset="89469.67">29621 4225 1610 0,'-2'0'85'0,"-2"0"145"15,-26 2-89-15,8 2 21 0,-4 1-5 0,-2 5 2 16,2 1-55-16,-2 4-32 0,4-1 5 0,2-6-13 16,0 18 4-16,1 5-11 0,5-1 0 0,-1 0-3 0,0 5-9 15,4-7-17-15,2 2-2 0,4-4-4 0,-1-2-2 16,6-4-15-16,0 1 3 0,-11-3-7 0,4 1 3 16,2 1-9-16,5-5 5 0,2-4-7 0,0 0 4 0,0-3-11 15,2-1-8-15,0-1 0 0,-1-2-12 0,18-3-30 16,3 14-7-16,8-4-16 0,-2-5-92 0,5-6-67 15,1-6-12-15,3-5-18 0,2-2-50 0</inkml:trace>
  <inkml:trace contextRef="#ctx0" brushRef="#br0" timeOffset="89763.73">29836 4251 1279 0,'-2'0'141'0,"0"0"9"0,0 0 23 0,-1 0-29 15,-3 0-14-15,-3 0 20 0,0 0-47 0,3 0-1 16,0 0-21-16,5 0-42 0,-1 0 4 0,0 0-4 15,0 4 2-15,-7 11-11 0,-1 1 7 0,3 1 0 16,1 2 2-16,3 1-4 0,1-1 5 0,2 3-2 0,0-5 2 16,2 3-5-16,0-1 1 0,1-1-2 0,1 3 1 15,2-3-2-15,-1 1-14 0,1-2 4 0,-3-3-8 16,-1 1 4-16,2 4-2 0,-2 1 0 0,0 3 0 16,-2-3-3-16,0-1 0 0,-2-1-3 0,-4-1 1 15,-3 3-3-15,0-3-2 0,-1-2-2 0,3 0 1 16,-13-4-9-16,-1-4 2 0,1 3 1 0,5-7 0 15,-2 1-7-15,4-2-19 0,4 5-5 0,-2 1-7 0,5-7-50 16,1 1-69-16,-1-2-20 0,2 0-21 0,2 0-98 16,-1-2-106-16,3 1-77 0</inkml:trace>
  <inkml:trace contextRef="#ctx0" brushRef="#br0" timeOffset="90140.22">29695 4283 1062 0,'0'0'174'0,"0"0"23"0,0 0-31 15,0-2-40-15,0 0-27 0,0 0 67 0,2 0-43 16,0 0-1-16,-1 1-19 0,3-3-31 0,13-7 2 16,5-2-4-16,4 0 2 0,0 2-17 0,2-1-14 15,4 3-1-15,-3 4-6 0,1 1-10 0,0 0-2 0,1 4 2 16,-1 2 0-16,0 2 2 0,-4 3 6 0,-2 2-3 16,-8 1 3-16,-1 1-12 0,-4 4-5 0,-3 14-1 15,-6 1-1-15,16 2-3 0,-7 1-4 0,-7 2 1 16,-6-1-2-16,-5 3-1 0,-1-7 3 0,-3-1-5 0,-2-1 4 15,2-4-8-15,-2 2 3 0,2-3-2 0,4-5 1 16,1-1-1-16,2-4-1 0,3-2 0 0,1 0 0 16,0-1 2-16,0-3-2 0,1-1 3 0,1-3-3 15,0-3 2-15,18 11 2 0,3-3-2 0,-1-6 4 16,0-2-3-16,4-4 0 0,2-2-1 0,0-3-1 16,4-2-3-16,-6 2 7 0,1-2-2 0,-2 1 3 0,-5 3 1 15,-5 1-5-15,-6 3 4 0,-3 1-4 0,-4 2 0 16,-1 0 2-16,1 0-2 0,2-2 3 0,0 0 1 15,-1 0-4-15,1 0 1 0,-2 0-3 0,0 1-9 0,0-1-64 16,0 0-13-16,-1 0-28 0,1 0-149 0,0 0-198 16,2 0-163-16</inkml:trace>
  <inkml:trace contextRef="#ctx0" brushRef="#br0" timeOffset="-74435.29">3673 5638 37 0,'-2'0'0'0,"0"-2"1"0,0 0 22 0,-1-1 17 16,-5-8 17-16,-1-6 14 0,1-2 13 0,3 4-7 15,-1-3-2-15,3-1-3 0,1 8-14 0,0-2-3 16,0 4 5-16,0 0-2 0,2 3 7 0,0 0 14 16,0 3-11-16,-2-3 8 0,0-1-33 0,2 5 2 15,-1-2-1-15,-1 0 2 0,0 1 3 0,0-1-7 16,0 0 5-16,0 3-6 0,0-1 1 0,1 0-25 0,-1 0 2 15,0 0-10-15,0 0 2 0,0 2-4 0,0 0 1 16,2 2-2-16,0 0 0 0,0 26 5 0,0-2-3 16,4 2 3-16,3 3-1 0,1 1-3 0,1 7-1 15,0-2-1-15,-1 2-2 0,-1 4 6 0,-1 3-2 0,-2 6 0 16,1 2-7-16,1 7 3 0,1 0 3 0,-1 6 1 16,-1-2 1-16,1 0-3 0,-1 0-3 0,1-2 2 15,0 0 4-15,-3 1-4 0,1-3 4 0,-2 0-5 16,-2 2 1-16,2 2 6 0,0-2 3 0,-1 2 2 15,-1-2 7-15,2 2 2 0,2-3-3 0,0-7 3 16,3 1 4-16,-1-11-3 0,1-1-1 0,2-5-1 16,1-3-2-16,-1-3-2 0,0 0-2 0,-1-3 0 0,-1 2-2 15,1-1-4-15,-1-3 3 0,0-2-4 0,-1 0 0 16,0-2 4-16,-1-3 0 0,1 1 3 0,-3-4 4 0,-1-3 7 16,0 0-1-16,0-4 3 0,-2-3 7 0,0-1-6 15,0 1 0-15,0-5-3 0,0-1-6 0,0 2-3 16,0 0 3-16,0-1-4 0,0 1-4 0,0 0 6 15,0-1-6-15,0 1 5 0,0-2-13 0,0 0 3 16,0 0 2-16,0 0-1 0,0-1 0 0,0 1-6 16,0 0-1-16,0 0 0 0,0 0 1 0,0 0-3 15,0 0 3-15,0-1-2 0,0 1 2 0,0 0-12 16,0 0 0-16,0-2-5 0,0 0 1 0,0 0-19 0,0 0-1 16,0 0-7-16,0 0-17 0,0 0-64 0,0 0-56 15,2-2-20-15,0 0-330 0</inkml:trace>
  <inkml:trace contextRef="#ctx0" brushRef="#br0" timeOffset="-72334.16">6350 2272 719 0,'-2'0'38'0,"1"0"29"0,-1 0 13 0,0 0-8 16,-2 0 0-16,0 0-1 0,3 0 4 0,-7 4-9 15,-1 1-7-15,1 1 1 0,3 1-19 0,1 8-8 16,-1 2 8-16,1 1-7 0,2 1 13 0,-11-1-8 0,4-1-4 15,3-2-1-15,2-2-9 0,3-2-6 0,1-2-1 16,0-3-3-16,1 1-9 0,-1-3 1 0,0-2-3 16,6 2 0-16,13 9-23 0,1-4-37 0,2-3-34 0,6-5-21 15,7-2-309-15</inkml:trace>
  <inkml:trace contextRef="#ctx0" brushRef="#br1" timeOffset="-66383.37">18835 12809 1305 0,'0'0'81'0,"0"0"204"0,2 0-304 15,0 0 17-15,1 2 1 0,29 3 6 0,7 3 18 0,15-3-2 16,1-1 1-16,5-4-3 0,3-6 0 0,0-3-15 15,6-6 2-15,1-5-7 0,5 1-10 0,6-1-46 16,5-4-15-16,1 0-21 0,6-4-152 0</inkml:trace>
  <inkml:trace contextRef="#ctx0" brushRef="#br1" timeOffset="-50184.73">10194 2760 152 0,'0'0'51'0,"0"0"-4"0,0 0 29 0,0 0 6 15,0 0-9-15,0 0 20 0,0-2-1 0,0 1-8 16,0-1 3-16,-2 0-22 0,0 0-6 0,0 0 6 0,0 0-8 16,0 0-6-16,1 1 0 0,-1-1-6 0,0 0 5 15,0 0-7-15,0 0 1 0,0 0 0 0,0 0 0 16,1 1 1-16,-1-1-1 0,0 0 1 0,0 0-2 16,0 0 2-16,0 0-2 0,0 0-2 0,1-1 0 15,-1-1 1-15,0 0-9 0,0 1 5 0,0-1-6 16,2 0 4-16,0 0-9 0,0 3-4 0,0-1 0 0,0 0-10 15,0 0 2-15,0 0-4 0,0 2 3 0,0 0-1 16,0 2 15-16,0 2-6 0,4 16 6 0,0 12-15 16,-1 5 3-16,-1 2-1 0,-2-2 1 0,0 6-14 15,0 1 0-15,0-3-2 0,-2 2 0 0,0-2-18 0,2-1-98 16,0 1-85-16,4 0-40 0,4 2-641 0</inkml:trace>
  <inkml:trace contextRef="#ctx0" brushRef="#br1" timeOffset="-58848.7">22734 8772 100 0,'0'-2'0'0,"0"1"34"0,0-9 28 0,0-18 28 16,0 4 9-16,0 0-21 0,-2 4-18 0,2 9-34 15,0-1 5-15,0 5-11 0,0 5-3 0,0-1-1 16,0-1-4-16,0 0 4 0,0 0 0 0,0 1 15 16,2-1 1-16,0 0 5 0,0 2-1 0,0 1-14 0,-1-1 4 15,1 2-7-15,0 0 4 0,-2 2-1 0,2-1-1 16,-2 5 0-16,6 18 2 0,-3 9-1 0,-1 3-5 16,0 5 2-16,-2 3-10 0,0-7-6 0,0 8 6 15,0-1-5-15,-4 3 6 0,1 7-7 0,-5 3 0 16,-3 5-1-16,0 4 9 0,-4 1-4 0,0-2 14 0,4-2-6 15,0-3 50-15,3-6-10 0,3-6-3 0,1-4-4 16,0-5-17-16,-1-5-11 0,1-6 5 0,-1 0-7 16,1-4-4-16,-2 0-5 0,1-2-1 0,1 0 0 15,0-5 1-15,-1 0-5 0,1-4 6 0,0-2-5 16,1-2 11-16,1-1-9 0,-2-1-4 0,2-3-1 16,2-2-2-16,0-1 6 0,-2 3-3 0,0 0 4 0,1-2-17 15,-1 0 4-15,0-2-4 0,-2 0 2 0,0-2-13 16,3 0-13-16,-3-6 3 0,-9-19-5 0,4 1 12 15,1-4 2-15,3 0 4 0,-1 1-3 0,0-3 8 0,3 0 3 16,-1-7 0-16,0-3 2 0,2 1 4 0,1-6-1 16,-1 7 1-16,2 1 0 0,0 1-2 0,0 5 6 15,0 1-3-15,0 1 6 0,2 1 4 0,-2 4-7 16,1-2 7-16,1 2-7 0,0 2 6 0,0 0 3 16,0-2-3-16,0 2 4 0,1 2 2 0,-1-2 5 15,0 3 3-15,2-1 0 0,-2 0 6 0,0 3 11 16,1 0-9-16,1 5 8 0,2-3-24 0,1 0 0 15,0 4-1-15,3-2-1 0,-1 2-12 0,10 4 2 16,8-10 2-16,11 5 2 0,-1-3 4 0,2-4-2 0,3 1-3 16,-1 0 2-16,4-3 2 0,-2 1 2 0,-3 0 1 15,1 1-1-15,-5 6-1 0,-3 1-8 0,0 10-1 16,-1 0-3-16,-4 2 2 0,-2-12 1 0,-4 6 1 16,2 8 0-16,-5 2 3 0,-3 4-4 0,-1 3-2 0,0 2-1 15,0 2 4-15,-6 18 4 0,6-3 1 0,-11-2 0 16,-2 2-9-16,16 0 7 0,-8 2-1 0,-3 7 5 15,-7-4-2-15,-2-3-2 0,-3 0 4 0,-7-2-3 16,-1-1 1-16,-1 1 4 0,-1-2-5 0,-2 0 6 16,11 0-6-16,-18 0-2 0,-4-2 1 0,1 2 0 0,-3 0 5 15,2 2-7-15,-4-2 4 0,-1 0-5 0,-4-2 5 16,-2-5 3-16,-2 1-5 0,4-1 4 0,4-4-7 16,-6 0 4-16,1-1-3 0,9-2 3 0,-1-1-5 0,8-2 1 15,1-2 0-15,3-3 2 0,5 2 0 0,3-4-3 16,5-1 3-16,1 5-3 0,4-4-2 0,-4 3 3 15,-1 3-6-15,3-4 4 0,-2 3-6 0,1 4 8 16,3 0-1-16,0 6 3 0,1-8 1 0,5 1-4 16,3-1 1-16,19-2-2 0,-4 3 3 0,12 1 0 15,-3 2 2-15,8-2-3 0,5 2 1 0,-5-4 1 16,-2-1 1-16,-2-1 1 0,-1 0 4 0,-3 1-5 16,2-1 4-16,0 3-4 0,-1 1-2 0,-6-2 4 15,0 2-5-15,-8-2 3 0,2 1-4 0,-3-1 4 0,1 2 0 16,-3 0 2-16,-2 0-8 0,0-1 11 0,-4-3-6 15,4 1 9-15,-6-1-11 0,0-1-6 0,4-1 1 16,-3 1-5-16,-1-1-7 0,-4 1-84 0,-1-2 8 16,0-1-38-16,0 1-30 0,1 0-37 0,1-1-37 15</inkml:trace>
  <inkml:trace contextRef="#ctx0" brushRef="#br1" timeOffset="-58426.97">23965 9875 520 0,'0'0'148'15,"0"-2"-180"-15,0 1 164 0,0-1-86 0,2-2-35 16,0 0 0-16,0-1 2 0,-1-3-2 0,3-1-11 0,-2 0 5 16,0 1 1-16,0-1 4 0,0 2 9 0,-2-1 2 15,0-1 3-15,0 0 1 0,0-1 9 0,-2-1 6 16,0 6-2-16,0-1 5 0,0 0 15 0,2 5-15 15,-2 1 1-15,-11-10-9 0,0 3-17 0,-3 1-2 16,1 3 2-16,-2 3-3 0,-2 0-10 0,1 3 10 16,-4 5-10-16,-1-1 10 0,-3 4-9 0,2 2-2 15,-2 2 4-15,-3-13-4 0,-1 22 3 0,0-2-3 16,2 1 4-16,12 3-2 0,4-4 8 0,-4 2-2 0,5-2-4 16,1 1 1-16,3-1-6 0,5-4 13 0,0 5-3 15,-9-5 6-15,2 5-5 0,5-1-7 0,4-5 3 16,0 1-4-16,2-1 10 0,3-6-11 0,5 6 5 15,-3-2-7-15,15-1 5 0,-1-1-3 0,1-5-1 0,-5-3-1 16,7 12-3-16,0-8 1 0,4-1 7 0,-2-4-3 16,-2-3 5-16,-2-1-14 0,2 0-2 0,-1-1-5 15,-1-3-8-15,-2 0-31 0,1-3-18 0,-1-1-5 16,-1-1-62-16,-1 0-33 0,1-1-10 0,-4 5-20 16,-2-1-134-16</inkml:trace>
  <inkml:trace contextRef="#ctx0" brushRef="#br1" timeOffset="-58098.82">24193 10120 807 0,'0'-2'29'0,"0"1"1"0,0-1 3 16,0-2-5-16,0-5-6 0,0-6-16 0,0 0-4 15,0 0 4-15,0-3-3 0,0 3 1 0,2 2-2 16,2 0 4-16,0 2-1 0,-1 1-1 0,-1 5 17 15,0-1-7-15,-2 2 11 0,0 3-5 0,0-1-5 16,2-2-3-16,0 0 0 0,0 2-3 0,0 1 9 0,-1-1 5 16,1 2 0-16,0 0 13 0,0 2-12 0,0 1-5 15,0 21-1-15,-2 10-8 0,-2 1 2 0,-4 8 3 16,1 0-3-16,-5 1 2 0,1 4-11 0,0-3 3 16,0 0-5-16,1-5 8 0,1-4 2 0,1-5 1 15,2-8-1-15,3-1 2 0,-1-4-4 0,2 1 1 0,0-2-2 16,0-4-3-16,0-4-2 0,-2 0 2 0,2-3-2 15,0 1 8-15,0-1-20 0,0-3 4 0,0 1-10 16,0 0-4-16,0-2-40 0,0 1-24 0,0 1-11 16,0-2-135-16</inkml:trace>
  <inkml:trace contextRef="#ctx0" brushRef="#br1" timeOffset="-57586.54">24765 9749 509 0,'-2'0'65'0,"1"0"-7"0,-1 0 3 0,-2 0 7 16,0 0-27-16,2 0 9 0,1 0-16 0,-3 0 2 0,0 0-9 16,0 0-18-16,1 0 14 0,1 0-8 15,0 0 9-15,0 0-7 0,2 0 19 0,0 0 5 0,2 0 4 16,0 0 19-16,11-2-20 0,18-2-2 0,10-3-7 16,2 1-20-16,2-1-5 0,-8 3-1 0,2-1-2 15,-8 1-8-15,3 2 2 0,1-2-1 0,-7 1 3 16,-4 1-4-16,2-2-12 0,-8 2-2 0,3 2-3 15,-6 0-13-15,-4 0-3 0,-2 0-31 0,-7 0 8 16,0 0-103-16,2 0 57 0,-3 0-1 0,1 2 24 16,-2 0 45-16,-2 0 10 0,-5 2 11 0,-23 12-4 0,-9 1 8 15,6-4 15-15,-10-2-9 0,6-2 10 0,2 1-9 16,0-3 14-16,12-1 0 0,-1-1 8 0,2 1 11 16,1-2-1-16,5-1 5 0,1 1-3 0,4 0 1 0,3-2 7 15,3-1 4 1,1-1 2-16,0 2 19 0,1 0-20 0,1 0-1 0,0 0-7 0,0 0-14 0,2 0-3 15,0-1 1-15,2 1-2 0,0 0-4 0,7 2-3 16,19 5-3-16,2-3 1 0,3-4-7 0,4-2-4 16,0 0-4-1,-3-2-2-15,-3 0-16 0,3-2-20 0,-3 0-10 0,3-1-16 0,-1-3-167 0</inkml:trace>
  <inkml:trace contextRef="#ctx0" brushRef="#br1" timeOffset="-55225.64">26384 10443 1705 0,'0'-1'321'0,"0"-1"-478"0,0-2 391 0,-3-18-234 16,3 14-31-16,0 6 8 0,1-1-12 0,9-3 13 0,23-3 2 15,4 7 4-15,-3 2 9 0,-10 0-5 0,2 0 8 16,-9 0-8-16,-1 0-23 0,3 0 3 0,-8 0-97 0,0 0-127 16,2 0-112-16</inkml:trace>
  <inkml:trace contextRef="#ctx0" brushRef="#br1" timeOffset="134491.02">16252 7621 256 0,'0'0'-17'15,"0"0"17"-15,0 0 0 0,0 0 7 0,0-2 14 0,0 0-6 16,0 1-1-16,0-1-9 0,0 0 7 0,0 0-8 16,0 0 26-16,0 0-3 0,0 0 8 0,0 1-5 0,0-1 0 15,0 0-2-15,0 2 2 0,0-2-8 0,0 2 0 16,0-2 3-16,2 2-3 0,-2-2-6 0,0 2-7 15,2 0 3-15,-2 0-2 0,2 0 9 0,-2 0-12 16,2 0 5-16,-2 0-5 0,0 2 6 0,0 0 5 16,0 0-9-16,0 0 8 0,0 1 0 0,0 5-9 15,0 5 12-15,0 0-11 0,0 2 13 0,0 0-8 16,0-1 0-16,0 5-2 0,0 0-3 0,0-3 0 16,0 5-3-16,0-5 2 0,0 1-6 0,0 2 2 0,0-6 2 15,0 0 0-15,0-6 6 0,0 2-3 0,0-1 3 16,0-3-2-16,0 1 8 0,0 1 7 0,0-5-3 15,1 2 5-15,1 0-11 0,0-1 0 0,0 1-5 16,0-2 3-16,0 0-4 0,0 0-1 0,-1 0-2 16,1-1-1-16,0 1-5 0,2 0-3 0,0 0 3 0,-1-2-2 15,-1 0 10-15,7 0-6 0,1-2 3 0,-1 0-3 16,2-3 5-16,2-3-8 0,2-1 5 0,4-4-5 16,-1 0 12-16,4 9-10 0,-1-18 4 0,1 3-3 15,4-3 7-15,2-2-9 0,7 2 0 0,1-2-1 16,-5-1 1-16,6 1 6 0,-1-2-2 0,-3 2 1 15,6 0-7-15,-9 0 4 0,3 2-3 0,-1 1 4 0,-6 3-8 16,3-1 7-16,-5 4-1 0,2 2 3 0,0 0-4 16,-5 4 2-16,-3 0-3 0,-3 1 3 0,-2 3 1 15,-2-1-4-15,-1 0 7 0,-3 3-6 0,-1 1 14 0,-1 0-9 16,-1-2 2-16,0 2-3 0,-2 2 5 0,-1 0-3 16,-1-1 2-16,4-3-2 0,0 0-4 0,0 0-3 15,-1 3-3-15,1-1 2 0,0 0-1 0,-1 0-19 16,1 0 2-16,0 0-12 0,0 0-47 0,-1 1-113 15</inkml:trace>
  <inkml:trace contextRef="#ctx0" brushRef="#br1" timeOffset="144314.6">26225 9188 168 0,'0'0'21'0,"0"0"-2"0,-2 0 21 0,0 0 2 0,0-2-13 16,0 1-7-16,0-1-1 0,1 0-6 0,-1 0 7 15,-2 0 4-15,0 0 1 0,1 0 0 0,-1 1 1 16,0-1 12-16,0 0 11 0,1 0 6 0,-1 0-1 16,2 0-7-16,0-1-20 0,0-1 3 0,1 0-9 15,1 0-5-15,0 1 2 0,0-1-2 0,1 0 2 0,1 1-7 16,2-1 10-16,3 0-4 0,10-5 6 0,2 1-11 16,-4 7-7-16,1 1-1 0,-3 0 0 0,-2 1-5 15,0 3 4-15,-3 0-1 0,1 1 3 0,-1 1 4 16,-7 3 0-16,5 10 0 0,-4 1 1 0,13 1-6 0,-4 1 0 15,-2 2 4-15,-3 2-1 0,-1 2 1 0,-3 5 1 16,-2 1-4-16,0-3 3 0,-2 5-4 0,-3-1 11 16,-1-2 2-16,-3 3 3 0,0-5 6 0,-3-3 3 15,1-4 3-15,0-3-1 0,-2-3 6 0,11 1 1 16,-18-4-4-16,-2-2 3 0,-4 0-10 0,-2-2-15 16,-4-2 3-16,-5 2-7 0,2-2-9 0,-8-1 7 15,0-3-4-15,6 1 5 0,-4-2-8 0,6-2 16 0,5-1-5 16,1 18 10-16,3-10 8 0,3-3-13 0,3-4 3 15,5-2-7-15,4 0-12 0,7 0 1 0,-1-2-2 16,1 0 0-16,2 0-3 0,0 0-11 0,2-1 7 16,0-7-7-16,6-3 14 0,7-2-8 0,26-3 5 15,2 1-5-15,3 0 8 0,3 1-4 0,-3 1 0 0,3 2 0 16,-8 0 6-16,-2 2-2 0,0 1 2 0,-5 7-2 16,3-1 0-16,-5-15-3 0,-1 12 1 0,-1 5-2 15,-4 4 4-15,-3 5-3 0,-1 3 3 0,-1 1-4 16,-3-6 4-16,-1 20 6 0,0-3 0 0,-4 0 3 15,0-3-3-15,2-4 3 0,-2-1-5 0,1-2 5 16,1-1-3-16,0-4-2 0,-2-1 3 0,0-3-3 0,-4-1 0 16,-3 0-3-16,7 6 4 0,-3-5-4 0,-1 1 2 15,2-2-8-15,-1-2-8 0,3 0-5 0,0-2-61 16,0-2-114-16,-2 1-26 0,6-7-44 0,-7 7-255 16</inkml:trace>
  <inkml:trace contextRef="#ctx0" brushRef="#br1" timeOffset="145360.6">27389 8787 295 0,'0'0'34'0,"0"-2"-4"0,0 0 25 0,0 1 4 16,-2-1-6-16,0 0 2 0,0 0-8 0,0 0-1 15,1 0-2-15,-1 0 1 0,0 1 4 0,-2-1 4 16,-5-2-1-16,1 2 5 0,1 0-18 0,0 0-1 0,-3 2-5 16,1 0-3-16,0 0-16 0,-1 2 1 15,-1 2-7-15,-2 2-1 0,0 3 2 0,0-2-2 0,2 17 1 16,-2 1-3-16,-2 1 2 0,-1 0 0 0,-3 3 1 16,0 1 1-16,3 3-1 0,-3 3 1 0,4 3-1 15,0 0-2-15,2 3 2 0,6-1-2 0,0 0 1 16,5 0 5-16,0-2 2 0,-22 4-3 0,13-1 1 15,7 1-1-15,4-2 14 0,4-6 1 0,3-1 2 0,2-7-7 16,2 1-1-16,2 0-6 0,-1-6 3 16,2 3-11-16,-1-7 2 0,-11 1 2 0,19-4-2 0,-1-1-3 15,1-2 0-15,-1-1-3 0,-1-2 2 0,-3-2-2 16,8 1-1-16,-11-3 1 0,4-1 0 0,0 0 8 0,-8-2-13 16,2 7 3-16,-1-3-9 0,-1-1 0 0,2 1-27 15,0-3-30-15,2-1 0 0,-5-2-97 0,-1 0-81 16,0 0-14-16</inkml:trace>
  <inkml:trace contextRef="#ctx0" brushRef="#br1" timeOffset="145671.57">27686 9112 670 0,'0'-2'28'16,"0"0"2"-16,0 1-1 0,-2-1-8 0,0 0-5 16,0-2-10-16,0 2 0 0,1 0-1 0,1 1-1 15,-2-1-4-15,0 0 2 0,0 0 9 0,0 0 0 16,0 2 69-16,0 0-3 0,1 2 8 0,-1 2-9 16,-13 22-8-16,0 5-16 0,0 5-4 0,0 3-6 0,4-4-21 15,0 4 0-15,4 5 1 0,1-8 0 0,0-1 1 16,3-4-9-16,-1-3-2 0,0 2-3 0,2-4-9 15,1-2 9-15,-1-3-3 0,0-7 4 0,0 3-13 16,0-4 2-16,2-2-3 0,0 0 3 0,0-5-3 0,0-2-38 16,0-1-9-16,0 1-13 0,0 0-57 0,0 0-97 15,2-3-52-15</inkml:trace>
  <inkml:trace contextRef="#ctx0" brushRef="#br1" timeOffset="146155.42">28093 9211 713 0,'0'0'87'0,"0"-2"16"0,-2 0-38 0,0 0-43 0,0 0-9 16,0 0-8-16,0 0-4 0,-1 1 6 0,-1-1-6 15,2 0-4-15,0 0 5 0,-2 0-5 0,1 0 6 16,-1 0-1-16,0 1 8 0,1 1 4 0,-3 0 3 15,-5 0 46-15,0 0-18 0,1 0 11 0,1 1-17 16,0 3-4-16,0 2-3 0,-3 1 0 0,3-1-2 16,0 12-12-16,1 1-13 0,3-4 3 0,1 5-5 15,0-5-1-15,3 3-2 0,-1 1 1 0,-9-4 1 16,-1 3 6-16,7-5 0 0,1 0-7 0,2 0 5 16,0 0-6-16,2 0 0 0,0-1 0 0,2 1 0 0,0-6 1 15,2 2 10-15,0-1-5 0,-3-5 4 0,11 3-10 16,8 0 7-16,6-5 4 0,-6 14-2 0,5-4 3 0,2-3-8 15,1-6 3-15,-4-2-4 0,2-2 6 0,-1-2-7 16,-5-1 5-16,8-3-5 0,-6 1 5 0,-3 1-1 16,1-1-6-16,-9 1 6 0,4-3 5 0,0 0-3 15,-6 7 4-15,2-11-5 0,-1-2 3 0,-7 0 13 16,3-2-1-16,-4-3 4 0,0-2 0 0,12-1-5 16,-6 5 2-16,-3-1-4 0,-3-1-2 0,-2-1 4 15,-3 1-3-15,-5 1 3 0,-1 1-12 0,0 3-9 16,5 4 0-16,-13 0-3 0,-3 3 5 0,-3 5-21 0,1-1 2 15,-4-13-10-15,0 6 3 0,2 4-8 0,-4 3-11 16,4 4-4-16,2 0-65 0,1 2-53 0,3 1-11 16,5 1-29-16,5 0-185 0</inkml:trace>
  <inkml:trace contextRef="#ctx0" brushRef="#br1" timeOffset="147029.85">28870 8975 214 0,'0'0'26'0,"0"0"0"0,0-2 36 0,0 0-9 0,0 0 8 16,0 0-23-16,0-1 5 0,0-1-8 0,0 0 7 15,0 2-11-15,0-1-4 0,0 1 3 0,0 0-6 16,0 0-10-16,0-2-5 0,0 1-3 0,0-1 1 16,0 2-7-16,0 0-3 0,-1 0 2 0,-1 0-3 0,0 1 7 15,0-1 1-15,0 0-4 0,0 0 3 0,0 0-6 16,1 0 6-16,-1 0-6 0,0 1 6 0,0 1-2 15,2 0-5-15,0 0 8 0,0 0-8 0,0 0 4 16,0 0 1-16,0 0-3 0,0 0 2 0,0 0-3 0,0 0 3 16,0 0 1-16,0 0 1 0,0 0 1 0,0 0-3 15,-2 0 1-15,0 0 0 0,2 0-5 0,0 0 5 16,0 0-1-16,0 0 3 0,0 0-3 0,0 0 0 16,0 0 0-16,0 0 1 0,0 0 1 0,0 0-2 15,0 0-3-15,0 0 1 0,0-2 2 0,0 2 3 16,0 0 0-16,0-2 2 0,0 0-6 0,2 0-3 15,0 0 6-15,0 2-2 0,0 0 7 0,0-2-5 16,-1 1-3-16,1-1 1 0,0 0 0 0,0 0 9 16,0 2-4-16,0-2 5 0,0 0 2 0,-1 0-11 0,1 2 11 15,0-1-11-15,0-1 7 0,-2 2-3 0,0-2-4 16,0 0 2-16,0 2 6 0,0 0-7 0,2 0 9 16,-2 0-7-16,0 0 9 0,0 0-2 0,0 0 1 0,0 0 1 15,0-2 14-15,0 2 11 0,0-2 1 0,0 0 2 16,0 2-6-16,0-1-9 0,0-1-3 0,0 0 0 15,2 0 1-15,0 2-3 0,-2-2 3 0,0 2-4 16,0 0-3-16,0 0 0 0,0 0-5 0,0 0 3 16,0 0-10-16,0 0 6 0,0 2 1 0,-2 0 3 15,0 2 19-15,-2 7-7 0,-1 9 0 0,-1 2-4 16,0 3-15-16,-1-1 1 0,1 0 5 0,-1 2-2 16,0-2 12-16,-1-2-1 0,3 2 5 0,-1-1-2 0,1 1 4 15,1-4-4-15,0-1-7 0,2-1 3 0,0-3-10 16,2-2-6-16,-1 4 1 0,-1-4-3 0,0-2-2 15,0 2 2-15,2-7-2 0,-2 3 1 0,2-4-4 0,0 3-3 16,0-3 0-16,0-1-3 0,0 0-12 0,-2 0-58 16,0-1-7-16,2 1-22 0,-1 0-67 0,-1-2-149 15</inkml:trace>
  <inkml:trace contextRef="#ctx0" brushRef="#br1" timeOffset="147649.55">29069 8297 472 0,'-2'0'41'16,"0"0"-5"-16,1 0 31 0,-1-2-2 0,0 0-5 0,-2 0-22 15,0 1-4-15,3-1-2 0,-1 0 2 0,0 0 18 16,0 2-2-16,0 0 3 0,0 0-5 0,0 0-9 0,1 0 0 16,-1 0 7-16,0 0-3 0,0 0 4 0,2 0-13 15,0 0-5-15,2 0-1 0,0 0-11 0,0 0 5 16,1 2 0-16,7 0 2 0,8 5-5 0,-1 1-1 15,3 1-3-15,-1 0 3 0,3 4 3 0,0 0-6 16,3 2 5-16,-3 0-6 0,2 2-6 0,-2-14 4 16,2 18-8-16,2-1 7 0,-1 2-10 0,1 3 5 15,3-1-1-15,-5 2 2 0,4-4-3 0,0 2-1 16,-6 4-1-16,8-4-1 0,-8 6-1 0,2 1 0 16,-3-7 6-16,-6 6-2 0,9 0 2 0,-15-6-2 0,6 4-3 15,-4 0 2-15,-5-2-2 0,-3 2 0 0,-1 1 2 16,17 1-1-16,-8 0 2 0,-4-1-2 0,-3 3 0 15,-4 1 0-15,-2 3 0 0,-5 1 4 0,-4 0-2 0,-2 0 3 16,-2 2-4-16,-4 4 1 0,-1-1-3 0,-1 1 3 16,-1-2 4-16,18-4-4 0,-23-2 2 0,2-3-2 15,1 0 6-15,2-5 4 0,2-2 0 0,-1-5 3 16,3-1 7-16,-1 1-3 0,2-3 3 0,1-2-3 16,1-2 4-16,2-2-2 0,-2-2-2 0,2 0-1 15,2-1-5-15,0-1 3 0,1-1-4 0,3-3 4 16,0 1-14-16,1 0 5 0,2-2-4 0,-1 0 3 15,1-1-9-15,0 1 3 0,-1 2-1 0,1 0 3 0,0-1-3 16,1-1-17-16,-1 0-7 0,0 0-11 0,2 0-85 16,0 0-87-16,1-2-64 0</inkml:trace>
  <inkml:trace contextRef="#ctx0" brushRef="#br1" timeOffset="149254.96">29617 10395 597 0,'-2'0'113'0,"0"0"-41"16,-2-2 48-16,1 0 3 0,-1 1-84 0,0-3-13 16,-1-4-5-16,3 5-9 0,0 1 10 0,2 0 2 0,-4-2 27 15,2 1 5-15,2-1 5 0,0 0 10 0,4 0-12 16,28-14 2-16,14 1-6 0,8 6-13 0,4 0-7 16,-1 2-5-16,3-3 1 0,-5 3-19 0,-3 2-2 15,4 1-7-15,-6 2 2 0,6-1-10 0,-8 3 0 16,0-2 5-16,2-1-3 0,-5-1 1 0,5 2-55 15,-3 1-11-15,-5-1-19 0,-6-2-88 0,-1 1-117 16,-4 1-73-16</inkml:trace>
  <inkml:trace contextRef="#ctx0" brushRef="#br1" timeOffset="149482.76">30205 9860 1082 0,'0'0'20'16,"0"0"1"-16,0-1-1 0,0-1-10 0,0 0-3 16,0 0-23-16,0 2 13 0,0 0 0 0,0 0 3 15,0 2 7-15,0 2 13 0,0 10 5 0,0 20 2 16,-1 1 16-16,-3 8-2 0,-2 5-3 0,-1 2 2 0,-1 4 14 16,-1-6 1-16,0 4-2 0,0-5-3 0,-1-5-25 15,3-3 1-15,1-3-7 0,3-5 3 0,1-5-17 16,0 0-5-16,2-2 2 0,0 0-2 0,0 1-2 0,2-3-11 15,0-2-34-15,1 1 0 0,1 1-181 16</inkml:trace>
  <inkml:trace contextRef="#ctx0" brushRef="#br1" timeOffset="150761.69">13463 4422 51 0,'0'-2'7'0,"0"-2"19"16,-3-23 23-16,1-3 9 0,-2 2 7 0,0 2-13 16,-1 2-9-16,-3 0-3 0,1 1 0 0,-2 1-17 0,-1 4 0 15,-1-1 3-15,2 4 0 0,0 2 13 0,5 0 4 16,-13 0 0-16,-1 0 1 0,-1 2-7 0,-1 2-11 15,-1 1-4-15,-3 1-1 0,0 3-2 0,0 2 0 16,-2 1 0-16,-2-18-1 0,0 8 5 0,-3 3-1 16,-3 5 2-16,-3 3-4 0,-2 3-6 0,-4 3-10 15,4 3 3-15,-3 6-5 0,-3 2-2 0,4 3 0 16,-3 4 2-16,3-16 0 0,-2 25-2 0,4 4 0 16,0 4-1-16,-2 6 2 0,2 1 5 0,2 8-6 0,2-4 2 15,1 1-2-15,-1 1-5 0,2-5 10 0,-2 1-10 16,1-8 10-16,-1-1-7 0,3-4-5 0,1-1 7 15,3-5-5-15,7 3 10 0,7 1-11 0,4 2 3 16,7 6-6-16,-22 3 11 0,12 6-6 0,10 2 4 0,6 7-6 16,5 2-1-16,7 4 3 0,1-4-7 15,3-3 7-15,5-6 1 0,0-8-8 0,-18-1 9 0,27-5-8 16,-1-1 10-16,-1 0-8 0,7 2 2 0,-3-2-2 16,4-2 8-16,2 2-3 0,3-1 0 0,6-3-1 15,4 2-7-15,9-4 5 0,4 1-1 0,-2-3 3 16,6-3-4-16,-3-4 4 0,-3-3-4 0,0-6 4 15,-9-1 4-15,-4 1-1 0,0-11 4 0,-4 2-3 16,1 18 2-16,-1-15 3 0,2-7-2 0,2-2 3 0,6-8-2 16,-6-3 6-16,-4-4 0 0,-2-5 1 0,-7 16-3 15,2-31 8-15,-2-4-7 0,-9-2 6 0,1 0-6 0,-5-1 6 16,0-3 3-16,-2-1 0 0,-3-3 2 0,-1-1 1 16,-1-2-7-16,-4-9 3 0,-2-11-12 0,-2-10 2 15,-4-11-1-15,-1-9 1 0,-2 5 1 0,31 1-8 16,-24 10 6-16,-11 10-6 0,-4 2 6 0,-7 0-8 15,-4-4 6-15,-5 0-6 0,-6-2 6 0,-4 9-2 16,21 8-3-16,-41 15 1 0,-12 13-9 0,-17 11-72 16,-12 11-31-16,-10 7-26 0,1-27-203 0</inkml:trace>
  <inkml:trace contextRef="#ctx0" brushRef="#br1" timeOffset="151925.43">31177 9645 256 0,'0'-2'192'0,"0"0"-80"0,0 0 57 0,0-1 5 16,0 1-143-16,-2-6-12 0,0-1-18 0,2 5 2 0,0 3-3 15,0-3 0-15,0 0 13 0,0 0 8 0,0 3 1 16,0-1 25-16,0 0-4 0,2 2-7 0,0 0 3 16,-1 2-18-16,1 0 1 0,4 11-1 0,7 16 1 15,-2 3-4-15,-2 3-7 0,1 6 0 0,-1 5-3 16,-2 5-3-16,-1 6-1 0,-2 4-2 0,-4 8 0 16,-2 5-3-16,-2 1 4 0,-2-3-3 0,1-5 2 15,-1-10-2-15,3-10 22 0,-1-6 8 0,0-12 6 0,2-4 41 16,0-5-29-16,1-5 6 0,1-4-16 0,0-4-5 15,0-5 24-15,0 0-4 0,0 2 10 0,0-2-14 0,-2-1-28 16,0-1 2-16,0 0-12 0,0-1-5 0,-2-3-4 16,-9-18 1-16,-3-14-2 0,3-4 3 0,3-3-4 15,5 2-2-15,1-11-1 0,2-2 1 0,4-3-1 16,2-5 3-16,3 7 0 0,1 1 0 0,3 4-5 16,4 7 1-16,1 4-2 0,3 4 12 0,0 5 2 15,-16 4 1-15,25 4 1 0,0 1 1 0,2 3-1 16,-3 3-6-16,3 6 3 0,-2 1-6 0,0 4-3 15,-4 1 2-15,-2-12-4 0,1 4 4 0,-3 5-4 16,-1 4 3-16,-3 2-4 0,1 2 0 0,-4 0-4 0,-2 2 0 16,-2 1-1-16,1 1-2 0,-5-2-35 0,1 9-6 15,-2 0-13-15,7 3-44 0,0 3-78 0,-4-1-35 16</inkml:trace>
  <inkml:trace contextRef="#ctx0" brushRef="#br1" timeOffset="152345.84">31717 10237 1016 0,'0'-2'20'0,"0"1"32"0,0-1-29 16,0 0-15-16,0 0 1 0,0 0-6 0,0 2-8 15,-2 0 15-15,2 2-2 0,-2 2 9 0,-2 9-3 16,-3 15 12-16,0 3-1 0,-3 1 6 0,3-3 6 15,-2-1-7-15,1-5-2 0,1-3-2 0,-3 0-14 0,3-3 6 16,0-2-7-16,1-4 5 0,2-3-11 0,2-1-5 16,2-5 2-16,0 0-3 0,-1 1 2 0,-1 1 15 15,2 0-5-15,0-2 6 0,0-1-15 0,2-1 0 16,-1 0-2-16,3-1 1 0,5-7-1 0,10-5 0 16,0-11 0-16,1 4 1 0,-1-4-9 0,-1 3 6 15,-1 4 0-15,0 4 2 0,1 4 0 0,-7 4 5 16,4 1 0-16,-6-4 4 0,3 3 2 0,-1 1 5 0,-8 4-5 15,-1 0 5-15,0 0-10 0,17 28 1 0,-6 4 0 16,-6-5 1-16,-5 1-5 0,-2-2 10 0,-2 0-4 16,0-4 7-16,0-3 3 0,-1-2-4 0,-1-4-1 15,0-2-3-15,2-2-11 0,1-1 4 0,1-5 0 0,0 1 1 16,0-2-3-16,0 0 5 0,-2 1-3 0,0 1 1 16,2-2-21-16,0 0-29 0,0 0-29 0,0-2-1 15,0 0-113-15,0-2-173 0</inkml:trace>
  <inkml:trace contextRef="#ctx0" brushRef="#br1" timeOffset="152532.68">31579 10109 1166 0,'0'-2'53'0,"0"0"110"0,0 1-150 0,0-1 1 15,2 0-2-15,0 0 4 0,7-2 8 0,27-5-1 16,-1 2 9-16,8-1-6 0,3 1 7 0,1-1-11 15,3 3-7-15,-6-1 1 0,3 2-13 0,-7 3-2 16,-2-1-1-16,-9 2 0 0,-1 0-5 0,0 0-5 16,-8 0-3-16,-1 2-3 0,-4-1-41 0,-8 1-136 0,4 2-61 15</inkml:trace>
  <inkml:trace contextRef="#ctx0" brushRef="#br1" timeOffset="154744.9">26431 8308 231 0,'0'0'19'0,"0"0"-3"15,0-2 5-15,0 0-5 0,0 1-4 0,0-1-14 0,0 2-3 16,0-2 13-16,0 0-10 0,0 2 5 0,0-2 26 15,0 0 2-15,2 0 14 0,-1 1 39 0,1-1-19 16,0 0 6-16,0 0-11 0,0 0 1 0,0 0-6 16,0 0 2-16,-1 1-4 0,1-1-8 0,0 0-3 15,0 0-10-15,0 0 7 0,0 0-10 0,0 0-6 16,-1 1-1-16,-1-1-4 0,0 0-15 0,-1 0 12 16,-1 0-4-16,0 2 5 0,-22-4-18 0,-2 4 14 15,-6 0-11-15,-1 0 13 0,-3 2-17 0,1 2 13 16,0 2-1-16,-6-1 5 0,0 1-12 0,-3 1 4 0,-3-1-3 15,1-1 2-15,3 1-5 0,-1-1 6 0,10 1-4 16,-1 0 5-16,-2-1-12 0,5 1 6 0,-3-1-1 16,7 1 3-16,2-1-6 0,2 1 3 0,2 0 0 15,3-3 1-15,2 3 2 0,4-2 4 0,0-1-7 0,4 1 4 16,0 0-5-16,1-1 7 0,3 1 0 0,-3-2 2 16,3 7-5-16,-1 4 3 0,-1 0-2 0,1 2 1 15,-1 0-11-15,-1-2 7 0,3 4-2 0,-1-1 4 16,1 3-4-16,-1 3 7 0,1-3-6 0,-1 5 6 15,0 0-12-15,1 0 4 0,-1 4 6 0,-1 2-3 0,-2-1 10 16,1 9-11-16,-1-5 0 0,0 0-2 0,-3 3 3 16,-1-1-1-16,2 2 2 0,-2 2-2 0,0 0 0 15,2 4 1-15,-2 1-5 0,0 3 4 0,-2 5-3 16,6 2 2-16,0 5 2 0,1 2-1 0,5 4 2 16,-7-3-8-16,7-3 6 0,1-3-6 0,-24-6 12 0,13 2-6 15,7-6 0-15,4 3-2 0,0 3 2 0,2-1 3 16,0 7 2-16,4 0 2 0,2-1 1 0,-1 3-8 15,1-5 0-15,-1-1-1 0,1 0 6 0,1-9-2 16,-1-1 1-16,0-10-1 0,-1-5 5 0,3-1 21 16,-1-6-4-16,-1-1 9 0,1-3-9 0,0-1-9 15,1-2 1-15,1 0-3 0,0 0-4 0,-5-4 13 16,18 2-2-16,1-4 6 0,5 0-4 0,-1-1 0 16,5-3 1-16,1-1 0 0,6 0-10 0,2-2-7 0,2-1-1 15,3 1 0-15,-3 22 2 0,-4-11-3 0,-2-5 0 16,-5-4-2-16,-6-3-3 0,0-1 7 0,-6 0-7 15,-3 0 6-15,1 0-12 0,-3 0-9 0,2 0-25 16,0 0-1-16,-1 0-149 0,-1 0-307 0</inkml:trace>
  <inkml:trace contextRef="#ctx0" brushRef="#br1" timeOffset="155666.05">31836 8620 278 0,'0'-2'-2'0,"0"0"1"0,0-1 3 15,-4-14-9-15,0 2 7 0,1 2-8 0,-1 2 4 16,-2-2 0-16,1 2 1 0,-1 0-7 0,1 0 9 16,3 5 3-16,-4-5 3 0,1 0 4 0,-3-2 15 15,1 0 13-15,1 0 5 0,1 0 70 0,-1 0-18 16,0 0-11-16,3 3 0 0,-1 1-25 0,0 0-20 15,2 5 2-15,1 0-12 0,-1 1-22 0,0-1-3 0,0 0 1 16,0 1-1-16,0 1 5 0,0 0 5 0,1 0-5 16,-1 0 3-16,2 0-7 0,0 2 17 0,0 0-4 15,0 0 5-15,0 2-16 0,2 0 15 0,-1 2-1 16,7-1 4-16,20 14-7 0,7 0 1 0,2 0 1 16,4-4 0-16,2 1 0 0,5-2 11 0,4-1-3 0,0 0 7 15,-2-4-6-15,-4 1-15 0,-5 1 3 0,-4 2-7 16,-1 2-1-16,-7-2-5 0,-3-1-1 0,-1-1 2 15,-5 0 7-15,-3-3 3 0,-2 7 3 0,-2-6-1 16,-2 2-2-16,-2 3-4 0,-3-7-2 0,-3 1 2 16,-1 1-6-16,4 1 9 0,1 3-7 0,1 2 8 15,-3 0-8-15,-1 0-2 0,-2 1 0 0,0 1-2 16,-2-2-3-16,0 4 5 0,0-4-2 0,-2 4 3 0,-2 1-8 16,0 1 3-16,1 5-2 0,-1-4 2 0,0 5-1 15,0 1-7-15,-1 3 7 0,1 5-6 0,0 5 7 0,-1 7-2 16,1 4-2-16,-1 10 0 0,-1 8-6 0,2 10 1 15,-1 6 4-15,-1 5 0 0,-1 0 6 0,-1-5-1 16,-1 1-7-16,0 1 3 0,1 1-3 0,1 11 7 16,1 4 0-16,3-1 3 0,1-1 0 0,0-13-3 15,4-7-1-15,1-8-1 0,1-7-2 0,2-2 6 16,1-1-2-16,1 1 4 0,-1 0-2 0,-1 2 1 16,-1-2-1-16,-3-9-1 0,2 4 1 0,-4-8 6 15,0-6 0-15,-2 1 2 0,-2-12 14 0,-1-1 10 16,-3-4 13-16,1-6-5 0,-3-2 14 0,-1-3-11 0,8-4-4 15,-22 0-1-15,-6-4-16 0,1 1-2 0,-5-5-2 16,-2 1 1-16,0-4-2 0,-4-1-10 0,0 22 1 16,-2-10-5-16,-7-4-5 0,2-7 3 0,-4-2-6 15,4 0 2-15,3 0-19 0,-1 0-60 0,3 0-9 16,0 0-23-16,4 0-80 0,4 0-212 0</inkml:trace>
  <inkml:trace contextRef="#ctx0" brushRef="#br1" timeOffset="156345.17">33015 9864 707 0,'0'-2'17'0,"-2"0"25"0,0 1-27 15,0-1-10-15,0 0-6 0,0 0 0 0,1 0-8 16,-1 0 13-16,0 2 5 0,0 0 0 0,0 2-4 0,0 0 13 16,-3 7-4-16,-12 23 9 0,4 1 14 0,2 4-1 15,2 4 5-15,1 7-4 0,1 1-1 0,5 5 3 16,0 1 1-16,0-1 0 0,0 4-7 0,-1-3 0 16,-1-1-14-16,0 2 8 0,0-4-21 0,-1 4 11 15,-1 1 1-15,-1 4 0 0,-2 6-5 0,-1 9 3 16,-3 2 0-16,-2 2 2 0,2 4 0 0,0-12-11 15,0-3 2-15,6-4-4 0,-2-11 10 0,-1-2-9 16,1-4 2-16,2-5-4 0,-1-2 3 0,3-6-5 16,-1-2 3-16,2-5-4 0,3-2 6 0,-1-4 0 15,0-5-3-15,0-4 2 0,0-4-4 0,0-3-5 0,0 0 3 16,1-3-5-16,-1 1 6 0,0 0-52 0,0-2-12 16,0-1-20-16,0-1-82 0,0-1 11 0,2-1-15 15,-1-35 8-15,4-4-61 0</inkml:trace>
  <inkml:trace contextRef="#ctx0" brushRef="#br1" timeOffset="156657.61">33264 10128 820 0,'0'-2'24'0,"0"-2"33"16,0 2-12-16,-2-7-11 0,2 3-5 0,0 3-3 0,0 1-6 15,0 0-5-15,0-2 6 0,0 1-7 0,0 1-9 16,-2 0 17-16,0 0-1 0,0 2 8 0,0 2 7 0,-5 16-10 15,-10 31 0-15,2 1-3 0,2 6-7 0,2 7-3 16,-2-2-3-16,2-2 0 0,0 1-9 0,-2-3 6 16,2 3-5-16,0 3 4 0,-2 4-7 0,3 5 3 15,1 2 1-15,0 3 1 0,1-1-3 0,1-9 9 16,-1-3 1-16,1-6 3 0,1-6 13 0,1-4 8 16,-3-5-4-16,1-2 5 0,1-2-16 0,1 0 1 15,1-2-6-15,-1-2 4 0,1 1-10 0,0-5 0 16,0 3 2-16,1-5-1 0,-1 1-4 0,2 2 1 0,0-10-5 15,0 0 2-15,-1 0-3 0,1-9 0 0,0 6 2 16,2-4-3-16,0-4-11 0,0 6-105 0,0-4-13 16,0 5-48-16,0-3-213 0</inkml:trace>
  <inkml:trace contextRef="#ctx0" brushRef="#br1" timeOffset="158232.62">6670 5183 256 0,'-4'0'-52'0,"-18"0"31"0,-36 6-7 16,1 3 1-16,-1 4 38 0,2 6-3 0,2 3-8 15,1-15 0-15,-1 32-2 0,0 2 0 0,-6 6-5 0,-3-3 9 16,-7 1-4-16,-1-1 7 0,4-7-5 0,6 1-2 16,7 1-1-16,6 0-1 0,5 5 5 0,2 1-6 15,8 7 6-15,0 3-7 0,7 5 9 0,1 5-6 16,5 7 6-16,1 2-8 0,6 1 6 0,-3-3 3 15,3-12 0-15,2-1-6 0,3-7 4 0,4 0-2 0,3 2 4 16,-27 2-6-16,18 3-2 0,10 6-4 0,6 5 2 16,5 5-2-16,4 6 5 0,4-4-2 0,1-7 1 15,4 1-6-15,2-10 0 0,-22-2 0 0,35-1 0 16,2-1-4-16,5 5 35 0,8 1-5 0,7 0 15 16,6 2-23-16,6-6-13 0,-1-1-3 0,-3-2-1 15,-3-10 10-15,-2 1 63 0,1-10-8 0,5-6 24 0,8-1-28 16,8-4-20-16,6-2-8 0,7-2 0 0,-6-3-3 15,-6 1-8-15,-4 1 4 0,-5-3-7 0,4 1 0 16,0-1-6-16,11 1-2 0,-1-4 1 0,3 0 12 0,-6 0-15 16,-13-4 6-16,-7 0-9 0,-6-2 7 0,-3-3 11 15,-1-4 13-15,-1 25 0 0,-1-15 61 0,4-11-33 16,-3-4 3-16,-4-5-18 0,-2-3-17 0,-11 0-1 16,-2-2 4-16,-2-4-3 0,-6 1 6 0,-3 12-2 15,-2-24 4-15,-7-2-2 0,-2-3 8 0,-4-6 9 16,-4-6-7-16,-2-9 7 0,-3-1-23 0,0-10-6 15,25-4-3-15,-16-1-1 0,-9-7-9 0,-4 5-3 16,-4 3 1-16,-1 1-2 0,-3 3 8 0,-3-4-9 0,0-3 4 16,-4-10-5-16,-1-7 6 0,-3-6-3 0,-1 0 3 15,-5 2-5-15,1 4 0 0,-2 8 2 0,-2 3 0 16,-1 2 1-16,23-6 1 0,-38-5-3 0,-8-4 3 16,-2 1-2-16,0 9 6 0,-2 10-12 0,2 8-1 0,-3 11-5 15,3 8-11-15,0 6-67 0,0 11-24 0,-9 6-31 16,0 8-242-16</inkml:trace>
  <inkml:trace contextRef="#ctx0" brushRef="#br1" timeOffset="160734.74">5819 13609 256 0,'0'-2'115'0,"-2"0"-37"16,1 1 46-16,-1-3 4 0,-2 0-78 0,2 4-16 0,-5-4-21 16,3 3 4-16,0-1-8 0,-1-2-2 0,1 2-5 15,0 0 0-15,1 0-1 0,-1 2 3 0,0 0 9 16,0 2 8-16,1 2 2 0,-8 18 35 0,-1 15-19 15,5 6 0-15,3-2-7 0,1 0-7 0,1 0-6 16,2 3-3-16,0 4-1 0,0 3-15 0,0 6 10 16,0 3-4-16,-4 5 7 0,-2 3 0 0,-1 5 14 15,-2 1-2-15,-1-2 5 0,3-3-5 0,-4-10 14 16,2-5-2-16,-1-7 5 0,1-6-8 0,0-4-7 16,1-4-3-16,1-5-2 0,1-4-11 0,1-2-2 0,1-7-1 15,0-2 1-15,2-5-2 0,2-5 3 0,0-1 1 16,-1 2 0-16,-1 0-8 0,0-2 0 0,0-1-8 0,0-1 5 15,0-1-10-15,2-1 0 0,-5-32 3 0,5-5-4 16,0-5 8-16,5-3 2 0,1-7 3 0,3-3-1 16,0-3-1-16,1-6 1 0,-1-3-4 0,-2 2 3 15,3-3 1-15,-1 5-1 0,0 1 3 0,2 5-3 16,1 3 3-16,-1 6-4 0,2 2 0 0,0 3-2 16,0 3-2-16,2 4 0 0,1 5-1 0,1 5 2 15,-15 2-2-15,22 4 7 0,4 5-2 0,0 6 4 0,5 4 6 16,2 1-7-16,-1 2 3 0,-1-16-5 0,-1 11-4 15,-6 7 8-15,-4 4-3 0,-5 5 6 0,-2 4-3 16,-2 6-3-16,-2 16 7 0,-4 1-6 0,-1-3 1 0,-3 5 5 16,16-5-4-16,-6 3 6 0,-7 1-2 0,-6-2-1 15,-2 3-2-15,-6-1 0 0,-3 2 4 0,-6 0-1 16,-1-2 2-16,10 1-1 0,-25-5 8 0,-6 5-5 16,-2-7 0-16,0-3-3 0,2 2 8 0,0-9-4 15,4-1 3-15,4-1-3 0,-5-8-1 0,5-3 0 16,3-1 0-16,2-1-1 0,9-2-4 0,2 0 1 15,6 0-2-15,2-1 2 0,-1 1-3 0,6 0-7 16,0 2 0-16,-1 1-6 0,-1 3-5 0,-2 3 7 0,3 6-2 16,3 1 4-16,3 3 0 0,5-1 2 0,3 1 1 15,-7 5 0-15,22-2 0 0,9 2 0 0,-3-6-1 16,1 2 0-16,0 1-2 0,3-1 5 0,-3-3-1 16,-1-1 1-16,3-3 1 0,-4 2-4 0,1-2 3 0,-4-4-3 15,0 2 0-15,-4-6-93 0,0 1-17 0,2-3-36 16,-2-3-137-16</inkml:trace>
  <inkml:trace contextRef="#ctx0" brushRef="#br1" timeOffset="161074.38">6790 14450 1146 0,'-2'0'43'0,"1"-2"3"0,-3 0-19 16,-4-1-4-16,-5-5-18 0,4 1-1 0,-4-2 2 16,8 5-4-16,-7 0 4 0,-1-3-8 0,4 1 10 15,4 1-2-15,-8 3 5 0,5-4 4 0,-7-3 12 16,-7-2 7-16,11 7 1 0,-6 0 25 0,2 2-15 16,-1 2-3-16,-5 2-2 0,1 4-2 0,1 3-17 15,-3 2 3-15,3 2-10 0,3-5-11 0,1 18 0 16,2 7-1-16,0-3 1 0,0 1 3 0,4 5-10 0,1-3 2 15,4 4-5-15,1-5 6 0,-16-1-2 0,8-1 3 16,5-2-1-16,5 0 1 0,2-2 11 0,3-4-5 16,4 0 8-16,1-3-16 0,0-4 4 0,-5-2-2 15,22-4 5-15,-4-3 5 0,10-3-6 0,-3 16 1 0,3-6-3 16,5-6-1-16,-7-5-1 0,1-2 0 0,-1-3-1 16,0-3-14-16,-4-1-34 0,-2-3-22 0,-2-1-7 15,2-2-100-15,0 0-106 0,1-2-79 0</inkml:trace>
  <inkml:trace contextRef="#ctx0" brushRef="#br1" timeOffset="161436.79">7030 14868 624 0,'0'0'12'0,"0"0"4"0,0 0 14 15,0 0-17-15,-2 0 14 0,0 0 0 0,0 0-11 16,0-2 11-16,1 0-11 0,1 0 14 0,0 1-8 16,0-1 0-16,0 0-1 0,0 0 16 0,0-2 0 15,0 1 11-15,0-1-8 0,0-5 7 0,0-3-6 16,0 1-3-16,0 2 3 0,0 0 22 0,1-1-12 0,-1 3 5 16,0-2-9-16,0 1-3 0,0 3-12 0,0 1 2 15,0 2-6-15,0 0-3 0,0-1-7 0,0-1-6 16,0 2 0-16,0 0-11 0,0 0 19 0,0 2-1 15,0 2 7-15,0 6-2 0,-1 29-14 0,-3 2 3 16,-4 2-7-16,3 1 1 0,-3 5-6 0,1-3-1 0,0 3 0 16,1-3-2-16,2-9 2 0,1-1 4 0,1-8-3 15,0-6-11-15,2 1-49 0,0-1-28 0,0-5-12 16,2-6-148-16</inkml:trace>
  <inkml:trace contextRef="#ctx0" brushRef="#br1" timeOffset="161812.03">7850 14233 174 0,'-1'0'67'0,"-1"0"-49"0,0 0 90 16,-2 2-31-16,2-2 44 0,-11 4 1 15,-1 1-2-15,-1 1 1 0,2-1-8 0,0 1-27 0,2-2-4 16,3-1-7-16,1 1-20 0,3-2-26 0,0 0-1 16,1 0-10-16,-1 1-8 0,0 1 7 0,2 0-1 15,0-1 2-15,2 1-3 0,0 0 11 0,2-2 0 16,2 0 3-16,16 5-5 0,12-1 0 0,3-5 0 0,2-1-2 15,2-3-15-15,2-1 1 0,0 0-5 16,-2 1 3-16,0 1-8 0,-4 0 4 0,-3 0 3 0,-6 2 1 16,-4 0 2-16,4-2-3 0,-5 0-5 0,-1 0 2 15,-1 1-7-15,-6-1 1 0,0 0-6 0,-4 2 2 16,-4 0-21-16,-3 0-144 0,2-2-7 0,0 0-65 0,-1 0-184 16</inkml:trace>
  <inkml:trace contextRef="#ctx0" brushRef="#br1" timeOffset="161981.6">7780 14697 1358 0,'0'0'-2'0,"0"0"2"0,0 0-4 16,2 0-3-16,0 0 4 0,0 0 17 0,25-7 5 15,5-1 9-15,1 1-6 0,4-2 6 0,-1-1-19 16,3 3-6-16,-2 1-2 0,-4 1-9 0,4-1-23 15,-7 1-1-15,4-3-27 0,-3 1-213 0</inkml:trace>
  <inkml:trace contextRef="#ctx0" brushRef="#br1" timeOffset="166056.7">10142 13878 52 0,'0'0'29'0,"0"0"-27"0,0-2 31 15,0 1-13-15,2-1-14 0,-1 0 14 0,1 0 3 16,0-2 6-16,0 1 16 0,0-1 3 0,5-9 2 0,3 0 1 16,-1-2 9-16,0 2 8 0,-1 2-5 0,-1 0 3 15,-1 1-32-15,1-1 43 0,0 0-8 0,1-2 21 16,-3 2-9-16,3-4-11 0,-4 4-7 0,-1-4 1 15,-1 4-13-15,0 0-5 0,0-2-6 0,-2 7-1 16,0 1-21-16,0 1 11 0,0 0-6 0,0 1 5 16,0 1-16-16,0 0-4 0,-2 0 0 0,0 0-2 15,0 0 3-15,0 2 0 0,-1 2 8 0,-8 6-4 0,-6 3 15 16,0 28-8-16,-1-2 4 0,1 6-4 0,-2-1 2 16,4-1-9-16,1 0-1 0,1 0-3 0,3-2-3 0,5 2-1 15,1-2-1-15,-18-2 1 0,11-4-2 0,5 1 25 16,4-1-7-16,2-1 13 0,4-1-7 0,3 3-10 15,3-3 1-15,-1-1-6 0,4 1-14 0,2-3 5 16,1 4-1-16,1-2 5 0,0-4 3 0,-12 3-7 16,18-5-3-16,-1 1 0 0,0-3-4 0,-5-2 5 15,3-1 0-15,-3-4 1 0,0-2-10 0,-4-2-27 16,-2-2-18-16,-5-3-4 0,-1-3-79 0,4 3-70 16,1 1 1-16,1 1-44 0,0-3-208 0</inkml:trace>
  <inkml:trace contextRef="#ctx0" brushRef="#br1" timeOffset="166343.07">10792 13891 1279 0,'-2'0'36'0,"-2"-2"66"15,2 2-97-15,-5-1-7 0,-3 1-10 0,-3 0 4 0,6 0-4 16,-4 3 12-16,2 3-1 0,-4 1 3 0,-2 19 11 16,4 2 5-16,-4 4 8 0,2 3-2 0,3 0 26 15,-4 2-13-15,6-1 4 0,3 1-8 0,-3-4-14 16,3 3-8-16,-1 1-5 0,-13-6 2 0,6 6-4 0,8-9-5 16,3 0 1-16,0 0-2 0,2-8-2 0,0 1-8 15,0-5-8-15,2-1-5 0,2-2-84 0,-1-3-77 16,3-1-10-16,-4-5-26 0,11-3-115 0</inkml:trace>
  <inkml:trace contextRef="#ctx0" brushRef="#br1" timeOffset="166689.75">11007 14218 1027 0,'-2'0'80'0,"0"2"-102"0,0 0 88 16,-1 2-48-16,-7 9-17 0,-1 18 5 0,2-5-2 0,0 2 3 15,-1 2 1-15,5-8 17 0,-3 8-1 0,5-4 8 16,-1-4 9-16,-11 0-2 0,8-9 2 0,3-4-3 16,2-1 0-16,2-1-1 0,0-1-2 0,0-1-1 15,0-1-5-15,2 0-6 0,0 0 3 0,2-1-5 16,3 1-15-16,15 3 1 0,2-3-4 0,2-4 6 16,2-4 5-16,2-3-6 0,-4-4 0 0,0-2-3 0,-2 0 1 15,-5 0 2-15,3-2 0 0,-9 13 0 0,-2-16-2 16,-4 1 6-16,-1 0 0 0,7-1 2 0,-2-5 4 15,-2-1 4-15,-5-4-2 0,-4 2 3 0,0 2-8 16,-5 0 0-16,-5 0-2 0,-3 2-1 0,8 1-14 0,-21 3 2 16,0-1-4-16,-6 2 4 0,-1 3-7 0,1 4-18 15,-1 1-1-15,5 7-7 0,0 0-14 0,8-11-55 16,-1 6 0-16,3 3-25 0,-1 4-41 0,2 4-149 16</inkml:trace>
  <inkml:trace contextRef="#ctx0" brushRef="#br1" timeOffset="167386.99">9332 14070 556 0,'-2'-2'310'0,"0"0"-382"16,1 0 356-16,-3-2-187 0,-4-7-46 0,1 0-19 15,1 0-2-15,1 2-6 0,1-1-12 0,0 3 6 0,3-1-4 16,-1 1 3-16,2 1-10 0,0 1 17 0,0-1 3 15,0 1 6-15,0 1 21 0,0 0-3 0,0 2 2 16,0 1-3-16,5-3-18 0,10-5-22 0,2 3-2 16,0 6-6-16,1 4-4 0,-3 3 2 0,0-3-5 15,-6 31 4-15,0 6-6 0,-3 4 5 0,-2-1 5 0,20 4-2 16,-13 1 5-16,-9-1 0 0,-4 2-1 0,-9-2 1 16,-6 1 2-16,-3-7 24 0,18-1 1 0,-28-4 9 15,-3-5 2-15,3-2-11 0,2-8-1 0,-2-4-3 16,3-3-7-16,1-2 6 0,1-5-3 0,1-5 5 15,4-1 3-15,0 13-3 0,1-6 2 0,4-5-3 0,0-2-5 16,0-2-12-16,4-2-2 0,2 0-2 0,0-1-2 16,7 3-3-16,0-8-3 0,-9-7-1 0,3-1-11 15,5 1-3-15,1 0 4 0,2 2-4 0,0 4 5 16,2 1 3-16,0 3 1 0,-1 1 0 0,14-7 6 0,11-2 0 16,-5 9 3-16,7 2-3 0,-2 4-2 0,-1 4 0 15,1 1 1-15,0 4 1 0,0 0 5 0,-1 0-1 16,2 4-1-16,-1-2 0 0,0 0-4 0,0 0 1 15,-1 0 1-15,2 2 1 0,-4-4-1 0,-1 0-1 16,-2-1-2-16,-1-3-2 0,1 1-25 0,1-1-116 16,-3-1 1-16,3-3-50 0,-3 1-81 0</inkml:trace>
  <inkml:trace contextRef="#ctx0" brushRef="#br1" timeOffset="167905.29">11536 14025 691 0,'-2'0'113'0,"0"-2"6"0,1 0-7 15,-1-1-23-15,0-1-21 0,2 2 13 0,-2-4-14 16,0 1 4-16,0 1-11 0,0 0-17 0,2 3 0 0,-1-3-2 16,-1 0 0-16,0 0-16 0,0 3 0 0,0-1 1 15,0 0 2-15,0 2 11 0,2 0 0 0,0 2-4 16,0 1 2-16,0 22-10 0,-1 6-3 0,1 4-2 16,0 3 0-16,-2-1-17 0,2 0 1 0,-2-2 0 15,0-1 1-15,2-3-1 0,0 1-1 0,0-6 2 0,0-2-1 16,2 0-2-16,-2-7 0 0,2-1-4 0,0-1 2 15,-2-2 1-15,1 0-9 0,1-2 3 0,-2-3-8 16,0-1-24-16,0-3-79 0,0 0-5 0,0-1-26 16,2 1-44-16,0 0-131 0</inkml:trace>
  <inkml:trace contextRef="#ctx0" brushRef="#br1" timeOffset="168244.06">11774 13483 1479 0,'0'0'31'0,"-2"-2"0"0,0 0-14 16,0 0-2-16,0 0-15 0,-1 1-5 0,1-1-5 15,0 0 0-15,0 0-2 0,0 2 1 0,0 0 21 16,0 0 1-16,1 0 11 0,1 0 23 0,0 0 2 0,0 0 2 15,1 2-2-15,1 0-4 0,0 0-18 0,2-1 3 16,16 11-8-16,4 1-6 0,8 5-8 0,0-16-4 16,3 26 0-16,-4 3-5 0,1 3 1 0,-8 3 3 15,4 4-1-15,0 1 0 0,-2 3 2 0,-2-2-2 16,-7 1 1-16,-1 1 1 0,-6 3 3 0,-3 0-1 0,-5 1 1 16,0 3 4-16,24-2-1 0,-15 2 7 0,-9 0-4 15,-6-2 14-15,-7 0-2 0,-4-4-2 0,-2-3 0 16,-3-2-8-16,0-6 0 0,16-1-1 0,-24-5 0 15,0 1-12-15,-2-4-8 0,-1 0-7 0,-1-4-10 16,1 1-103-16,-1 3-119 0,1-6-78 0</inkml:trace>
  <inkml:trace contextRef="#ctx0" brushRef="#br1" timeOffset="169397.07">12799 14437 590 0,'-2'0'70'0,"0"0"115"16,0 0-131-16,-15 0-21 0,1 0-2 0,1 2-4 15,2 0 0-15,-2 0 18 0,4 0 6 0,2-2 3 0,-1 0 15 16,7 0-16-16,1 0 0 0,-2 1-6 0,0-1-13 16,1 0 5-16,1 0-7 0,0 0 9 0,0 0-2 15,2 0-15-15,2 0 5 0,2 0-9 0,9 0 1 0,24 0-6 16,-4 0-2-16,6 0 1 0,0 0 0 0,0-1 2 16,6-5 2-16,-3 0-1 0,-3 1-10 0,0 1 0 15,-5 2 0-15,-3-1-1 0,-5-1 0 0,-2 2-6 16,-1-2 0-16,-5 2 0 0,-1 1 6 0,-2-3-8 15,-2 2-2-15,-4 0-4 0,-3 2-7 0,-3 0-72 16,1-2-3-16,0 0-31 0,0 1-82 0,-3-1-122 16</inkml:trace>
  <inkml:trace contextRef="#ctx0" brushRef="#br1" timeOffset="169630.74">13025 14122 1002 0,'-2'0'103'16,"0"0"2"-16,1-2-20 0,-1 0-19 0,0 0-31 16,0 0-29-16,0 2-2 0,0 0 6 0,2 0-4 15,0 0 15-15,0 2 0 0,0 0 5 0,0 2-2 16,0-3 11-16,2 22-19 0,0-1 3 0,0 2-9 16,0 0 0-16,0 6-2 0,-2 0-2 0,-2-1 0 0,0 3-10 15,-2-2 10-15,0-3-7 0,1 1 7 0,-1 0-13 16,2-2 7-16,2-2-1 0,0-1 1 0,0-5-8 15,0-5-17-15,0 0-22 0,2-2-3 0,0-1-119 16,2 1-107-16,-3-6-72 0</inkml:trace>
  <inkml:trace contextRef="#ctx0" brushRef="#br1" timeOffset="170042.75">13720 13741 1257 0,'0'0'64'0,"-2"0"-1"0,0-2-37 0,0 0-4 15,0 2-32-15,0 0-23 0,2 0 19 0,0 2-1 16,0 0 7-16,0 0 4 0,4 22 4 0,3 0 3 16,3 2 4-16,-1 2 20 0,0 2-4 0,1-1 6 0,-3 3-3 15,0 1 19-15,-1 1-6 0,0 1-5 0,-3 0-2 16,-1 1-20-16,2 1 11 0,-2 0-2 0,-2-6 4 15,0 3-11-15,0-10 10 0,-2 2 0 0,0-6 5 16,0-3-3-16,0-6-6 0,0 0-1 0,2-9 0 16,0 4 1-16,-1-1-3 0,-1-1-3 0,0 0 1 15,0-2 4-15,0-1-4 0,-2-1 0 0,1 0-2 0,-1-1-9 16,-3-5 0-16,5-27 3 0,-6-3-2 0,-14-3 3 16,11-3-7-16,3-5 0 0,8 1-1 0,2-1-1 15,4 1 0-15,3 1 0 0,2 3 0 0,2 1 0 0,2 6-4 16,0-1 2-16,0 7-2 0,3-1 2 0,-1 6-2 15,-9 3 3-15,16 3-3 0,2 1 3 0,-2 4 0 16,2 4 0-16,-2 7 1 0,0-2 2 0,-5-9-6 16,-3 6-4-16,-1 1-2 0,-4 4-14 0,-1 2-8 15,1 0-21-15,0 4 2 0,-5-2-81 0,-1 2-13 16,-3 12-4-16,15 10-7 0,-8-2-55 0</inkml:trace>
  <inkml:trace contextRef="#ctx0" brushRef="#br1" timeOffset="170469.91">14160 14077 841 0,'0'0'28'0,"0"0"0"0,0 2 9 0,0 2 1 0,0 12-5 16,-2 16 22-16,0-2-1 0,-2 3 7 0,1 6-4 16,-1-2 19-16,0 0 1 0,0 0 1 0,-1-7-2 15,-1 0-18-15,3-6-14 0,1-4-6 0,0-1-2 16,2-2-15-16,0-1-12 0,0-3 1 0,0-2-4 15,0-3 2-15,0-3-4 0,0-3 3 0,0 2-2 0,0 0 11 16,0-1-7-16,0-1 3 0,0 0-6 0,0 0-8 16,0-2-10-16,0 0-3 0,0 0 0 0,0-2 1 15,0-2 3-15,0-9 1 0,0-11 1 0,0-2 2 0,4-2-4 16,1 1 5-16,1 1-4 0,1 0 9 0,1 5 1 16,-1 3 0-16,-1 3 0 0,-1 4-2 0,-1 1-1 15,-2 5 1-15,0 1 0 0,1 0-3 0,1 3 8 16,0-1-3-16,-1 2 6 0,1 0-2 0,0 0 11 15,7 7-2-15,-6 2 6 0,3 16 5 0,-1-1 5 16,1 0-1-16,-3 0 1 0,-1 2 0 0,11-4-7 16,-4-1-2-16,-2-3-4 0,-1-1-12 0,-3-2 4 15,-1-4-2-15,0-2 2 0,-2 0-8 0,-1-1 2 16,1-3-1-16,0 1 2 0,-2-4-3 0,0 0-19 0,0 0-10 16,2 1-5-16,0 1-51 0,0 0-71 0,-2-2-8 15,0-1-30-15,0 1-106 0</inkml:trace>
  <inkml:trace contextRef="#ctx0" brushRef="#br1" timeOffset="170657.39">14058 14120 1433 0,'0'0'80'16,"0"0"-3"-16,0 0-26 0,0-2-1 0,0 0-37 15,0 0-12-15,0 0 5 0,1 0 7 0,1 1-1 0,2 1 17 16,22-10 0-16,4 3-6 0,7-1 3 0,4 1-20 15,-4 0 1-15,2 1-5 0,-10 0 3 0,-1 1-12 16,0-1 0-16,-2 1 0 0,2-1-1 0,-2 1-13 0,-2-1-59 16,-3 2-2-16,-1 1-21 0,0-3-23 0,-1 0-32 15,-2 1-9-15,-1-1-19 0,3-1-121 0</inkml:trace>
  <inkml:trace contextRef="#ctx0" brushRef="#br1" timeOffset="171093.13">14748 13314 840 0,'-2'-2'102'0,"1"0"19"0,-3-2-27 0,-2-7-52 16,-7-5-5-16,-2 1-23 0,2 2-4 0,2 2 0 15,0 3-1-15,0 1 11 0,0 1 3 0,0 1 9 0,1 1-5 16,1 2 12-16,2-4 14 0,1 3-6 0,1-1 9 15,3 4-10-15,-2-2-11 0,0 0-2 0,1 0-3 16,1 1-1-16,0-1 2 0,0 0 0 0,0 0-3 16,0 0-17-16,2 2 5 0,0 0-4 0,0 0 3 15,2 2-11-15,0 0 5 0,2 0-1 0,7 5 2 16,13-3 4-16,2 13-4 0,4 1 1 0,3 4-3 0,1 1 1 16,3 5 5-16,4-2 1 0,-1 3 1 0,3-1 0 15,5 0-6-15,-5 7-1 0,-2-1-2 0,-2-3-3 16,0 6 3-16,-6-5-3 0,-1 7 4 0,-2 2 1 15,-6 0-6-15,-2 5 4 0,-2 0-5 0,-5 3-2 0,-2 6 5 16,-7 3-4-16,-4 7 6 0,27 4-7 0,-19 5 5 16,-10 4 0-16,-10-4 2 0,-4 0 1 0,-5-5 6 15,-3-6 0-15,-4-3 2 0,0-6 2 0,16-2 4 16,-21-4-3-16,-4-2 2 0,-1 1-8 0,-5-3-7 16,-1 1-3-16,-3-2-2 0,-1-6-15 0,1-2-41 15,1 0-24-15,-1-3-9 0,1-1-111 0,3 1-160 16,4-8-65-16</inkml:trace>
  <inkml:trace contextRef="#ctx0" brushRef="#br1" timeOffset="171868.56">9215 13186 798 0,'0'0'13'0,"0"0"2"0,-2-2 3 16,0 0-10-16,1 0 4 0,-1 0-11 0,0 0-1 15,0 1 0-15,0-1 0 0,0 0 6 0,0 0 16 16,1 0 8-16,-1 0-1 0,0 0 13 0,0 1 5 15,0-1-3-15,0 0 4 0,-1 2-6 0,-5 0-20 16,-7 0 3-16,-7 5-8 0,2 3-2 0,-1 5-5 16,-1-2-2-16,0 19 0 0,-4 7 5 0,-2 4-7 15,-6 1 6-15,5 9-7 0,-5-3 1 0,1 2 0 16,3 2-2-16,-1-4 2 0,1 1-3 0,2 3 7 0,2-6-6 16,2 2 8-16,0-1 10 0,1-1 19 0,1 0 1 15,4 3 1-15,-1 3-25 0,0 3-6 0,5 1-1 16,2 2-1-16,3 1-2 0,2-1-3 0,-21 5-5 0,15-8 2 15,7 1-3-15,6-2 8 0,6-6-2 0,1 2 4 16,4-3 4-16,2-1-7 0,0-3 8 0,2 0-9 16,2-4 17-16,0 0 4 0,1-4 1 0,3 0 0 15,-18-3 2-15,23-1-10 0,2 1-2 0,2-6-3 16,2 0-10-16,-1 0 3 0,-1-8 1 0,1 5 0 16,1-3 0-16,-4-1-4 0,3 1 1 0,-5-5-3 0,2 0-2 15,-2-2 3-15,0-2-3 0,-2-4 4 0,-1-1-4 16,1 0-13-16,2-5-29 0,0 16-5 0,2-6-184 15</inkml:trace>
  <inkml:trace contextRef="#ctx0" brushRef="#br1" timeOffset="173502.75">15914 13659 232 0,'0'-2'41'0,"-2"1"-3"15,1-3 33-15,-9-13-3 0,-3-9-1 0,0-4-1 0,4 3-5 16,2-1-1-16,3 2-2 0,0 0-7 0,0 3 17 16,1 1-9-16,1 4 11 0,0 1-10 0,2 0-22 15,0 6 7-15,0 2-14 0,0 1-4 0,0 3-8 16,0 1-3-16,0 2 0 0,0 0 1 0,2-1 6 16,0-1 4-16,0 2-2 0,-1 0-14 0,3 2 3 15,0 0-3-15,0 2 4 0,5 13-6 0,6 26-6 16,-4 3-3-16,-4 5 0 0,-1 3 2 0,-4 1 2 15,0 5-4-15,-2 0 3 0,-2-5-6 0,0 1 5 16,-2-2-2-16,0-2 3 0,1 2-2 0,1-3 0 0,0-1 6 16,0-2-4-16,0-1 7 0,0-1 4 0,2-1 0 15,0 0 2-15,0 3-1 0,0-11-10 0,0 6 1 16,0-5-4-16,0-7-2 0,-1 7 2 0,-1-5 0 16,2-3 1-16,-2 0 4 0,2-4-2 0,0-4-3 0,0-5 0 15,0 2-7-15,0-6-1 0,0-2 3 0,0-3-3 16,0-2-14-16,0-2-48 0,0 1 8 0,0 1-19 15,0-2 10-15,0 0-86 0,2-2-36 0</inkml:trace>
  <inkml:trace contextRef="#ctx0" brushRef="#br1" timeOffset="173813.67">16245 13533 701 0,'0'-2'89'0,"-2"0"7"0,0 0-2 15,0-1-29-15,0-1-13 0,0 0-33 0,1 1-12 16,-1-1 0-16,0 2-4 0,0 0-3 0,0 0 1 16,0 0 2-16,0 2-1 0,1 0 7 0,-1 2 6 15,2 4-4-15,-8 31 3 0,5 4-5 0,-1 2 13 16,2-3-2-16,0 3 5 0,0-2-2 0,2 2-3 16,0-4 5-16,-2 0-4 0,1 0 10 0,1 1-13 15,0-1 5-15,0 2-7 0,0 0 11 0,0-2-4 0,1 2-2 16,1 0-1-16,0 3 0 0,0-3-11 0,0 2 7 15,0-4-9-15,0 0 2 0,-1 0 0 0,1 0-6 16,0-4 4-16,0-3 0 0,0-4-5 0,0-4 0 16,0-2-2-16,-1-3 2 0,1-5-5 0,0-1 0 15,0-5-8-15,-2-3-35 0,0-1-54 0,2 0-7 0,0 0-23 16,1-3-116-16</inkml:trace>
  <inkml:trace contextRef="#ctx0" brushRef="#br1" timeOffset="174355.15">17000 13756 837 0,'-1'-2'48'0,"-1"0"-51"16,0 0 49-16,0 0-24 0,-2 0-22 0,1 1 3 15,-1-1-2-15,-4-2 4 0,3 0 5 0,-1 1 27 16,1-1 2-16,3 4 6 0,-2-2-2 0,0-2-10 16,1 1-10-16,-1-1 1 0,2 0-25 0,0 0 18 15,0 1 7-15,1-1 4 0,1 0 16 0,0 1-2 0,1-1-5 16,1 0 1-16,0 2-17 0,2 1-2 0,9-5-10 16,5 0 6-16,-1 5-17 0,0 1 2 0,-4 3 0 15,-2 3 0-15,0 1 7 0,-3-5-4 0,-3 15 4 16,-3 5-4-16,0-2 4 0,11-1 4 0,-4 1 2 15,-5-3 1-15,-4 2 6 0,0-3 7 0,-4-1-6 16,-3 0 6-16,-3 0-7 0,5-2-8 0,-16 0 7 0,-1-2-9 16,2 0 0-16,-1-1-1 0,1-1-3 0,3-2 3 15,0 1-6-15,4-5 0 0,2 3-2 0,0-4 1 16,2 0-9-16,5 0 0 0,2-1-2 0,-1 3 1 16,-1 0-8-16,2 0 5 0,0-1-1 0,0 1 4 15,0 0 6-15,2-1 0 0,0 1-2 0,2 0 2 16,-2-2 0-16,8 7 0 0,-1 2 2 0,10-2-1 0,0 6-4 15,-1-4 4-15,-1 4-2 0,-2-2 3 0,-2 0 5 16,-3 0 2-16,-1 0 1 0,-3 2 1 0,0-2 3 0,5-2 3 16,-2 2-4-16,-1-2 4 0,-4-1 8 0,-2-5-2 15,0 1 5-15,0-4-6 0,-2 5 0 0,-2 1-3 16,0-3 1-16,1 1-3 0,-10-3-9 0,-6 10 4 16,1-3-4-16,1-3 4 0,0-1-5 0,2-4-6 15,0-1 1-15,1-1-2 0,-1 0-6 0,7 0-49 16,3 0-2-16,1 0-19 0,0-1-32 0,1-1-77 15,1-2-12-15,0-3-31 0,2-10-136 0</inkml:trace>
  <inkml:trace contextRef="#ctx0" brushRef="#br1" timeOffset="174905.03">17533 13834 1418 0,'-2'0'32'0,"1"0"70"16,-20-4-102-16,4 4-4 0,1 0 1 0,-1 2-2 16,2 2 0-16,-9 7 4 0,4 0 2 0,-3 4 2 15,3-6 13-15,3 15 1 0,4 0-3 0,4-1 3 16,0-1 2-16,7 0-1 0,-7-1 0 0,7-3-1 16,0-3-4-16,-9 0-6 0,3-2 4 0,5-4-5 0,1 0 0 15,2-3-5-15,0-2 3 0,0-1-3 0,2 1 0 16,1 0 6-16,5 0-3 0,14 5 5 0,-2-5-6 0,1-4 2 15,5-6-4-15,-2-3 4 0,0-4-5 0,6-6 3 16,-2 15-2-16,-1-20 1 0,7 0-3 0,-6 0 1 16,-2-2 0-16,0 2 0 0,-2 2 0 0,-2 3 1 15,0 0-1-15,-5 6 0 0,-2 2 4 0,-4 6-6 16,0 1 3-16,-3-2-4 0,-3 3 2 0,1 1-2 16,-1 0-1-16,1 2 0 0,0 0 4 0,-3 0 0 15,3 2 1-15,-4-2-1 0,1 2 5 0,1 18-1 16,0 1 0-16,3-3-1 0,1 1-1 0,-1-1 0 15,1 3 3-15,1-5-3 0,-2-1 10 0,6 0 0 0,0-4 3 16,2 0-2-16,0-3 1 0,2-1-2 0,-4-3-2 16,5-2 1-16,1 11 2 0,-1-4 4 0,5-3 2 15,-5-4 2-15,4-2 8 0,1-4-4 0,-5-2 0 16,-7 1-2-16,2-3-3 0,-5 3 2 0,-3-3 5 16,1-10-3-16,7-1 6 0,-4-1-13 0,-3 3 0 0,-2-3-3 15,-3 3 0-15,-1 0-3 0,0 0 2 0,-3 3-3 16,-3 1-9-16,-3 0-10 0,-2 3-3 0,-8 3-2 15,-1 1 3-15,-4 3-18 0,-2-1 0 0,1-13-7 16,3 6-14-16,4 5-40 0,1 5-4 0,6 1-17 16,0 0-44-16,5 0-52 0,1 0 0 0,1 1-30 15,0 1-129-15</inkml:trace>
  <inkml:trace contextRef="#ctx0" brushRef="#br1" timeOffset="175557.69">18675 13392 594 0,'0'0'35'0,"0"-2"-2"0,0 0 4 0,0 0 7 16,0-14-15-16,2 1 4 0,0 4 34 0,0 1 9 15,-2 3 11-15,0 1 31 0,0 3 0 0,0 1-15 16,0-2 8-16,0 0-48 0,0 2-29 0,0 1 4 0,0-1-10 16,0 2 17-16,0 0 11 0,0 2-6 0,0 1 5 15,0 18-10-15,0 14-17 0,0-3 6 0,-2 1-12 16,0 0-4-16,0 3-2 0,0 1-4 0,0 4 3 16,-1 0-6-16,-1-4-1 0,-2 5-2 0,1-3-2 15,-1 0-6-15,-1 2 4 0,0-4 4 0,-1 0-1 16,1 2 6-16,-1-3-3 0,1 1-3 0,-1-4 1 15,1 3-1-15,1-7-2 0,1 3 1 0,1-8-1 0,0 0-2 16,3-2 0-16,1-7 1 0,0-4 0 0,0 1-1 16,0-11-15-16,0 1-5 0,0 0-4 0,0 2-18 15,0 0 6-15,0-3-10 0,0 1 4 0,1-2-51 0,1 0 3 16,0-2-7-16,4-9 7 0,9-22-6 0,-1-2 7 16,1-3 2-16,2-1 3 0,0 0 15 0,-1 0 23 15,3 2-2-15,1-4 7 0,1-1-12 0,1 1 12 16,4-11-1-16,0 0 8 0,-2 0 30 0,2-4-1 15,-4 2 8-15,-3 1-4 0,-2 1 7 0,-8 7 21 16,-2 8 1-16,1 7 12 0,-3 4 34 0,-1 8-14 16,0-1 0-16,-2 4-6 0,0 2-7 0,-2 6 1 15,0 3 2-15,0 0-2 0,0 1 6 0,0-1-3 0,0 0-2 16,0 2-3-16,0 0-32 0,0 1-4 0,0 1-3 16,0 0 2-16,0 1-2 0,0 7 5 0,-6 27 0 15,-1 8 4-15,-1 5 4 0,1 2-1 0,1 2 1 16,-1 4 1-16,-1-2 6 0,1 3-7 0,1 1 3 15,-1-6-6-15,1-2-9 0,-3-4-1 0,0 1-6 0,-1-3 5 16,3 1-7-16,1-4 3 0,1-2-1 0,1-2 1 16,2-4-3-16,2-1-5 0,0-6-1 0,0-4-6 15,0-1-53-15,2-1-84 0,0 1-11 0,2-7-28 16,-1-2-93-16</inkml:trace>
  <inkml:trace contextRef="#ctx0" brushRef="#br1" timeOffset="175881.98">19626 13416 1239 0,'0'0'44'0,"0"-2"3"0,-2 0-17 16,0-1-9-16,2 1-15 0,-4-6-8 0,4 6 0 15,0 1-3-15,0-1 2 0,-1-2 3 0,-1 0 8 0,0 1 9 16,0 1 1-16,2 0 31 0,0 2 1 0,0 0 1 16,0 2-1-16,0 0 1 0,0 14 0 0,2 23-2 15,0 0 0-15,0 0-7 0,-1 6-12 0,-1-4 3 16,0 1-6-16,-3 1-9 0,-1-4-1 0,0 0-4 16,1-4 2-16,-1-1-7 0,0-5-4 0,0-1 2 0,1-2-1 15,-1 0-1-15,0-5 1 0,2-1-3 0,1-5 3 16,-1-2-4-16,0-2-19 0,2-2-14 0,0-3-8 15,0-2-84-15,0-2 12 0,0 1-6 0,0 1 6 16,0-2-35-16,2 0-167 0</inkml:trace>
  <inkml:trace contextRef="#ctx0" brushRef="#br1" timeOffset="176331.02">19975 13468 755 0,'-2'0'240'0,"0"0"45"0,0-2-128 16,0 0-96-16,1-1-47 0,-1-1-24 0,2 2 6 16,-2-7-2-16,2 1 5 0,2-1 1 0,1-4 19 15,3 4 6-15,-4-2 5 0,22 1 25 0,-2 5-9 16,2-1-7-16,-1 2-1 0,-1-10-27 0,-3 4-4 16,-1 7-1-16,-3 3 0 0,0 1 4 0,-4 5 1 15,-4 0-3-15,-3 23 2 0,-2 7 3 0,18-1-10 16,-10 0 4-16,-8 4-6 0,-4-2 7 0,-6 2 2 0,-5 0 1 15,-2-5-1-15,-1-3 5 0,1-5-5 0,-2 0 0 16,2-4-3-16,2-1-6 0,2-3 1 0,2-1-1 16,3-4 2-16,1 0 1 0,1-4-4 0,0 3-1 15,2-5-3-15,2 0 1 0,0-1-1 0,0-2 4 0,0 1-1 16,0-1 8-16,0 0-7 0,0-2 7 0,0-1-7 16,6 3 6-16,7 5 0 0,0-1-4 0,-2-4 4 15,0-1 2-15,-1-1 7 0,-5-2-3 0,-1 0 5 16,0 0 3-16,-3 0 2 0,3-2 0 0,0-1-2 15,0-5-10-15,3-18 7 0,-5 2-3 0,-4-6 4 16,-5-1-4-16,-6-3 2 0,-4-3-1 0,2 7 0 0,-2 1-3 16,2 7-1-16,10 1 0 0,-14 3 1 0,3 3-7 15,1 2-9-15,2 5-5 0,2 3-3 0,3-1-10 16,-1 1-31-16,3 1-12 0,4 2-10 0,1 2-65 16,-3-4-59-16,0 1 19 0,2 1-29 0,0 0 32 0,2 0-54 15,0 2-71-15</inkml:trace>
  <inkml:trace contextRef="#ctx0" brushRef="#br1" timeOffset="176674.18">20766 13524 1148 0,'0'0'99'16,"0"0"-112"-16,0 0 107 0,0 0-54 0,-2 0-30 0,0 0 0 0,0 0 5 15,0 2-2-15,-1-1 18 0,-3 3 11 0,-11 13-2 16,3 1 7-16,-3 5 11 0,2-1-17 0,0 2 4 15,2 0-12-15,2 2-11 0,5-2-8 0,5-1 2 0,-14-3-3 16,5-1 4-16,7-1-2 0,1-1 0 0,2-2 0 16,2-2 2-16,1 0 1 0,1-4 1 0,0-3-1 15,5-1 0-15,10-3 0 0,1 0 0 0,1 11 2 16,1-4 11-16,0-3 12 0,0-6 0 0,1 0 4 16,-3-4-1-16,-3-2-13 0,-2-1 3 0,-4 0-5 15,-2-3 4-15,-3-12-9 0,-1 0 2 0,-3-4-4 0,15 0 3 16,-4-6-14-16,-8 1 2 0,-5-3-5 0,-1 1 0 15,-5 5-6-15,-3-2 1 0,-1 8-4 0,-1 2-4 16,0 1-17-16,4 8 4 0,5 0-8 0,-11 1-14 0,2 5-44 16,0-1-3-16,3 1-14 0,3 1-42 0,-3 0-30 15,3 2-9-15,1 2-7 0,2 0-34 0,-2 0-117 16</inkml:trace>
  <inkml:trace contextRef="#ctx0" brushRef="#br1" timeOffset="177775.58">22056 13392 648 0,'-2'0'48'15,"1"0"1"-15,-16 0 9 0,-20 0 1 0,1 0-10 0,1 2 39 16,4 0-8-16,-1-1 1 0,6 3-7 0,6-2-18 15,3 0-23-15,2 0-4 0,4 0-7 0,0-1-18 16,7-1-1-16,0 0-2 0,1 2 0 0,-1 0-4 0,0 0 28 16,2 0 0-16,1 0 11 0,1 0-7 0,0-1-4 15,1 1-5-15,3 0 4 0,24 4-6 0,15-4 0 16,7-2 1-16,0 0 0 0,0 0 8 0,4-2 9 16,-2-2 2-16,2-2 0 0,-2 3-7 0,-2 1-3 15,-4-2-6-15,-1 2 2 0,-4 0-9 0,-6 1-9 16,-3 1 7-16,-5-2-9 0,1 0 0 0,-7 2 4 15,-3-2-2-15,-3 0 4 0,-6 2 5 0,1-2-9 16,-3 2 4-16,-3-2-7 0,-1 2-7 0,1-1-56 16,-2-1-10-16,0 0-20 0,0 0-75 0,-2 0-61 0,0 0-11 15,-2-1-22-15,0-1-91 0</inkml:trace>
  <inkml:trace contextRef="#ctx0" brushRef="#br1" timeOffset="178135.83">22166 13126 1397 0,'0'-2'70'0,"0"1"-78"0,-2-1 73 0,0 0-38 0,0 0-32 16,0 0 2-16,1-2 0 0,1 3 1 0,0-1 10 15,0 0 10-15,0 0 4 0,0 0 1 0,0 0 18 16,0 0-1-16,0 1 1 0,0-1-2 0,0 0-11 0,0 0-10 15,0 0 3-15,0 0-3 0,0 2 5 0,0 0-8 16,0 0-4-16,0 0 0 0,0 2-11 0,0 0 1 16,0 2 2-16,0 16-1 0,0 8 7 0,-2 4-10 15,0 3 3-15,-4 2-5 0,1 4 0 0,-1 0 3 16,1 0-1-16,-3-1 2 0,1 1 5 0,-1 0-4 16,3-2 0-16,-1-5-2 0,1-5 3 0,-1 3 9 15,2-4 3-15,1 0 2 0,1-3-1 0,2-4 3 0,-2-4-6 16,2-3 4-16,-2-2-10 0,0-3-2 0,0 0 3 15,2-1-2-15,0-3-3 0,0 1 3 0,0-3-6 16,0-1 5-16,0 0-6 0,0 2-48 0,0 0-15 16,0-1-17-16,-2 1-98 0,1-2-210 0</inkml:trace>
  <inkml:trace contextRef="#ctx0" brushRef="#br1" timeOffset="178977.56">23148 13115 806 0,'-2'0'159'0,"0"-2"-171"0,0 0 180 0,1 1-87 0,-3-3-43 15,2 0-21-15,2 2 0 0,-6-5-5 0,5 3 3 16,-1 0-5-16,0 1-2 0,0-3 1 0,0 1-2 0,0-1 8 16,2 1 4-16,0-3 1 0,0 3 16 0,2-1 4 15,0 0 1-15,2 1 1 0,12-1-4 0,5 4-13 16,1 1 1-16,0-14-5 0,3 4-7 0,-3 3-1 16,6 3-7-16,-4 5 4 0,0 0-8 0,0 3 5 15,-3 3-5-15,-3 1 4 0,4 4-3 0,-5 1-1 16,-2-7 2-16,-2 14-3 0,-7 1-5 0,-3 2 10 15,12 1-1-15,-4-1 5 0,-7 4-9 0,-4-2 6 16,-6 2-3-16,-3-2 4 0,-2-2 4 0,-4 1 1 16,10-3 1-16,-25 1 0 0,0-5 6 0,-1 3 8 0,-1-4 4 15,0 0 0-15,3-4-7 0,-1 2-6 0,2-2-5 16,2 2 1-16,4-6-5 0,5 3-6 0,0-1 4 16,4-4-4-16,2 3 0 0,2-1 4 0,3-3-5 0,3-2 6 15,-1 0-8-15,0 1-4 0,1 1 3 0,1 0-3 16,0 0 8-16,0-1-2 0,2 1 0 0,0-2 1 15,2 5 5-15,0-1-9 0,5-1 8 0,23 14-8 16,3-6 9-16,4-4 1 0,1-3-2 0,4-2 4 16,-1-3 9-16,6 1-6 0,-3-2 3 0,-3 2-5 15,2-2 2-15,-4 0-1 0,-4 0-1 0,-2 0 0 16,-5-2-6-16,-5 2-5 0,-7-2 3 0,1 1-4 0,-2-1 3 16,0-2-3-16,-4 2-1 0,-4 0 0 0,-1 0-13 15,-1 1-78-15,-1-1-15 0,3-2-26 0,-1 0-102 16,0 1-220-16</inkml:trace>
  <inkml:trace contextRef="#ctx0" brushRef="#br1" timeOffset="-207212.19">24591 13932 385 0,'0'0'0'0,"0"-2"64"0,0 0 13 16,0 1 16-16,0-1 8 0,0 0-59 0,0-2-5 15,0 0-29-15,0 1 2 0,0-1-7 0,0 0 0 0,0 1 12 16,0-1-6-16,0 2 7 0,0 0-1 0,0 0 16 15,0 0 4-15,0 1 2 0,-2-1 6 0,0 0-4 16,2 0-4-16,0 0 1 0,0 0-10 0,0 0-10 16,0 1-1-16,0-1-3 0,0 0 3 0,0 0-11 15,0 0 4-15,0 0-7 0,0 0-1 0,0 1 1 16,0-1 1-16,0 0 2 0,0 2 3 0,0 0 8 16,0 0-2-16,0 0 2 0,0 0-7 0,0 0 5 0,0 0-1 15,0 0 4-15,0 0 2 0,0 0-10 0,0 0 0 16,0 2-4-16,0 0-3 0,0-1 0 0,0 1 1 15,0 2 1-15,0 0 5 0,-4 12-2 0,1 5 0 16,-1 3-1-16,0 2-5 0,-1 6 4 0,-1 1 1 16,0 8 2-16,1 0-7 0,-3 5 6 0,3 2-1 0,-3 6 4 15,-1-2 2-15,2 0-11 0,-3-2 7 16,5-3-7-16,-3 1 6 0,1-7 1 0,0 2 4 0,1-8-1 16,0-5 8-16,-1 1 9 0,0-5-8 0,-1-4 8 15,1 1-3-15,1-5-13 0,1-1 5 0,-1-4-7 16,0 0 1-16,3-2-6 0,1-3 2 0,0-1-4 15,2-1 2-15,0-3-2 0,0-1-1 0,0 0 0 0,-2 2-1 16,0-1-7-16,0 1-7 0,2-2-2 0,0 0-50 16,0 0-37-16,0 0-24 0,0-2-5 0,2 0-93 15</inkml:trace>
  <inkml:trace contextRef="#ctx0" brushRef="#br1" timeOffset="-206620.31">24427 14149 1169 0,'-2'-1'35'0,"1"-1"-2"0,-1 0-4 0,-2-2 2 16,-3-7-15-16,-3-2 5 0,3 0-6 0,1 2 6 16,3 0-5-16,-1-2 6 0,2 0 1 0,2 0-3 15,0 2 4-15,4-2 5 0,3 0-7 0,-3 1 2 16,22 3-5-16,4-4-1 0,3 4 11 0,0-2-5 15,-1 1 7-15,3 1-7 0,1 4-12 0,-1 1 3 16,0 2-7-16,2-20-7 0,-3 11 2 0,3 5-1 0,-2 6 2 16,-3 2-2-16,1 3 0 0,-9 1-2 0,0 1 1 15,-3 1 3-15,-3 1 16 0,1 2-5 0,-6-3 5 16,0-6-15-16,-8 14 2 0,-1-1 1 0,-2 2 0 16,9 0 0-16,0 1 6 0,-3 3-4 0,-5 1 5 15,-3 2-9-15,-3-2 1 0,-8 6-1 0,-4 2 1 16,9-4-1-16,-29 2 2 0,0 1-4 0,-1-4 3 0,3 2-5 15,1-1 1-15,1-3 4 0,1-5-2 0,0 3 3 16,3-5-4-16,-1 1 0 0,2 2 0 0,0-5-1 16,2-1-1-16,1-1 2 0,3-7-2 0,-2 3 4 0,3-1-3 15,4-3 4-15,0 3-3 0,4-3 3 0,2 0-2 16,3-1-1-16,1 1 0 0,-5-2 1 0,5 0-5 16,-3 0-1-16,3 1-1 0,1 1 1 0,0 0 1 15,1-1 0-15,1 1 0 0,0 0-11 0,0 0 7 16,2-1-2-16,0 5 3 0,0-1-2 0,0 1-2 15,4 1 1-15,1 0 1 0,1-1 9 0,5 1-10 16,13-2 8-16,-1 3-7 0,3-3 9 0,-2 0 5 16,2-1-5-16,-2 1 4 0,2 1-6 0,-2 1 0 0,-2-1 0 15,1 1 0-15,-1 0 1 0,-2 0-3 0,-1 1 1 16,-1-1-1-16,1-2 2 0,-2 3-1 0,-2-3 5 16,-2 1-4-16,0-3 3 0,-4 1-1 0,-4-1-2 15,1-1 2-15,-2 0 0 0,-2-1-4 0,1-1-5 0,-3 0 1 16,2 0-9-16,0 0-16 0,0-2-28 0,-2 2-3 15,4 1-149-15,-1 1-189 0</inkml:trace>
  <inkml:trace contextRef="#ctx0" brushRef="#br1" timeOffset="-206079.93">25385 14851 532 0,'0'0'29'0,"0"0"0"0,0 0-9 0,0-2 0 15,0 1-11-15,0-1 13 0,0 0 3 0,0 0 2 0,2 0-2 16,0 0-5-16,0-1 23 0,0-1 1 0,-2 0 8 16,2-5 9-16,0 0 2 0,-2-1-7 0,0 1 6 15,0 2-11-15,0-3 2 0,0 3-4 0,0-1 3 16,0 1-4-16,0 3-12 0,-2-3 7 0,0 3-9 15,2 2 3-15,-2-1 2 0,-2 1-7 0,-7-6 4 16,0 3-15-16,-6-1-16 0,-1 2 4 0,-6 3-7 0,-6 2-1 16,0 5 5-16,2 3-3 0,-1 4 4 15,3 2-2-15,-4-11 1 0,-2 22-3 0,1 4 1 0,1-1-6 16,6-1 2-16,7 2 4 0,4-2-1 0,4 0 1 16,0-1-2-16,-1 1 0 0,9-4 0 0,-3 2-2 0,-13 0 5 15,8 0-2-15,5-3 3 0,4-3-6 0,4 0 10 16,1-5-4-16,7 6 4 0,-3-6-10 0,2-2 5 15,13 1-1-15,2-2 4 0,2 1-2 0,2-8-6 16,3 1-3-16,-3 12-1 0,1-5-14 0,5-3-9 16,-5-7-2-16,1-3-4 0,-3-2-25 0,-1-1-16 15,-4-3-6-15,2 1-2 0,-1-3-5 0,-5-1-64 16,0-2-14-16,-1 0-30 0,-2-1-160 0</inkml:trace>
  <inkml:trace contextRef="#ctx0" brushRef="#br1" timeOffset="-205735.87">25638 14864 828 0,'0'0'55'0,"-2"0"103"15,0 0-112-15,0 0 5 0,0 0 2 0,-1 0 0 16,-1 0-5-16,0 0-9 0,1 0 3 0,-1 0-4 16,2 0 3-16,-7 2-7 0,1 0 2 0,1 2-3 15,-2 1-8-15,-1 3-8 0,1-3-2 0,-2 14-1 16,0 3 2-16,0 4-9 0,-2 0 5 0,0 0-5 15,0 4 16-15,0-4 0 0,0 0-1 0,5 2 1 0,1-2-2 16,3 0-1-16,2-6 1 0,-13 2 0 0,8-7 8 16,1 4-7-16,5-3-3 0,1 1-1 0,1-2-8 15,3-6 3-15,4 2 5 0,-5-5-3 0,14 1 4 0,3 1 3 16,5-6-4-16,-1 5 5 0,4-5-9 0,-1 17-1 16,3-8-2-16,0-6 2 0,-1-3-4 0,5-2-8 15,-4 0 1-15,-3-2-4 0,5 0-15 0,-13-1 5 16,1-1-9-16,-1-2 7 0,-5 1-16 0,1-1-9 15,-4 1 0-15,-7 3-6 0,0 0-14 0,0 0-28 16,-3-2 1-16,1 1-12 0,0-1-20 0,0 0-49 16,-2-3-13-16,0 1-20 0,-6-5-112 0</inkml:trace>
  <inkml:trace contextRef="#ctx0" brushRef="#br1" timeOffset="-205513.07">25345 15291 1164 0,'0'0'316'0,"0"0"-405"0,0 0 357 0,0 0-196 16,0 0-84-16,1 0 24 0,3 0-8 0,24-7 14 15,9-4-17-15,4 0 4 0,2-1-3 0,7-2 4 16,2 1-2-16,2-2 3 0,-2-4-2 0,-2 2 0 16,-2-1-16-16,-2-1-12 0,-3 3-7 0,-8 3 0 15,-5 0-10-15,-8 1-20 0,-5 5-13 0,-9 3-14 0,-5 2-134 16,-3 1-207-16</inkml:trace>
  <inkml:trace contextRef="#ctx0" brushRef="#br1" timeOffset="-205375.07">25443 14929 890 0,'-2'0'95'0,"0"0"-1"0,0 0 3 16,1-2-6-16,-1 1-25 0,0-1 1 0,0 0-11 16,0 0 4-16,2 0-6 0,0 0 12 0,2 0-13 15,0 2 0-15,29-16-5 0,3-1-4 0,10-2-7 16,5 1-4-16,6-3-2 0,7 1-24 0,-3 1-11 15,4-1-7-15,-3 1-5 0,-3-1-38 0,-3 1-24 16,-8 3-22-16,-5-1-5 0,-2 0-111 0</inkml:trace>
  <inkml:trace contextRef="#ctx0" brushRef="#br1" timeOffset="-204673.39">26366 14146 701 0,'0'0'247'0,"0"0"-302"0,-2 0 282 0,0 0-146 15,0 0-37-15,0 0-8 0,0 0 11 0,1 0-8 16,-1 0 28-16,0 0-7 0,0 0-5 0,2 0-1 15,0 0-13-15,0 0-8 0,2 0-1 0,0 0-4 16,1 0-5-16,18 0-16 0,9-2 1 0,3 0-8 0,2-2-5 16,-3 1-22-16,-6-1-1 0,-8 0-9 0,-3 2-21 15,-2 0 4-15,-5 1-17 0,-3 1 5 0,1 0-67 0,-2 0 21 16,-1 0-8-16,-1 0 11 0,0 0-23 0,-2 0 19 16,-2 0 2-16,0 1 12 0,-18 7 61 0,-19 5 17 15,4-2 13-15,5-2 3 0,4 1 74 0,5-3 35 16,3 0-1-16,1-1 6 0,2 0-27 0,6-3-22 15,0 1 2-15,5-2-9 0,2-2-3 0,0 0 19 16,-1 4-2-16,-1-1 7 0,2 1-5 0,0 0-21 16,0-1-2-16,2 1-7 0,0-2-8 0,2 0-8 0,2 0-1 15,31 3-4-15,13-7-15 0,4-7-18 16,2-6-10-16,4-3-3 0,-6-1-26 0,-2 1-48 0,-2-1-27 16,-7 2-16-16,-4 2-162 0</inkml:trace>
  <inkml:trace contextRef="#ctx0" brushRef="#br1" timeOffset="-204380.79">27350 13663 72 0,'0'0'16'0,"0"0"2"0,0 0-29 15</inkml:trace>
  <inkml:trace contextRef="#ctx0" brushRef="#br1" timeOffset="-203851.83">26343 14435 790 0,'0'0'52'0,"0"0"-1"0,0 0 34 0,0 0-8 0,0 0-2 15,0 0-13-15,0 0-13 0,0 0-4 0,0 0-1 16,2-2 1-16,0 2 9 0,0 0-5 0,2-1 4 16,3 1-10-16,14-2 2 0,1-2 4 0,6 0-3 15,-2 1-10-15,2-1-12 0,-2 0 0 0,-2-1-4 16,2-1-7-16,2 0-5 0,1-1-6 0,3 0 3 15,1-3 0-15,3-1-12 0,-1 0 1 0,0-2-6 0,2-2-7 16,-1 2-4-16,-3 0-11 0,0 0-5 0,1-2-113 16,-5 2-213-16</inkml:trace>
  <inkml:trace contextRef="#ctx0" brushRef="#br1" timeOffset="-185131.89">4037 4249 60 0,'0'0'0'0,"0"0"4"0,0-2 41 16,0 1-14-16,0-1 1 0,0 0-18 0,-2-2-5 0,0 0-9 16,0-1 0-16,0-3-4 0,-1 1-2 0,-1 0-7 15,0 1 4-15,2 2-7 0,-1 1-3 0,-7-1 5 16,1 0-2-16,2 2 6 0,-3 0 8 0,1 1 19 16,0-7 1-16,0 3 6 0,-1-1-1 0,1 2-2 15,0 1-2-15,1 1 2 0,1 0-9 0,-1 0 12 16,-1 0-8-16,0 2 12 0,1 0 12 0,1 0-4 15,1 0 15-15,-5 0-12 0,0 0 9 0,2 0 6 16,-6 4-6-16,4-2 6 0,-4 2-10 0,-4 1 4 16,3 1-8-16,-1-1 6 0,0 1-14 0,6-3 6 0,-2 1-2 15,0 0 2-15,11-4-5 0,-3 2 6 0,1 0-1 16,0-1 3-16,-5 3-1 0,3-2-14 0,-1 0 6 16,0 0-9-16,1 0 5 0,-1-1 6 0,-1 1-2 15,6-2 4-15,-5 4-4 0,5-4 0 0,-4 2-3 0,1 0 2 16,-1 1-11-16,-3 3 11 0,5-4-7 0,-1 2 8 15,1-3-7-15,2-1 0 0,-2 4-2 0,1 0 1 16,-1 0-5-16,2-3-8 0,0 3 7 0,0 0-7 16,2 0 16-16,0-1-9 0,0 1-5 0,2 0 1 15,2-1-8-15,11 7 6 0,9 3 2 0,6-2-1 16,-1-4 0-16,7-3-3 0,3-2 0 0,0-2-1 0,5-4-2 16,-1 0-8-16,5-1 1 0,2 1-3 0,1 0 7 15,2 1-1-15,-3 1 1 0,8 0-1 0,-4 2-3 0,-2 0 0 16,5 2 0-16,-12 0 0 0,0 0 3 0,-5 1 3 15,-4-1-3-15,1 0 1 0,-6 0-4 0,-3-2 0 16,0 0 4-16,-4 0-4 0,0 0 3 0,-3 0 6 16,-3 0-4-16,1-2 5 0,-4 2-4 0,0-2 1 15,-1 0-3-15,-2 0 1 0,-1 1-2 0,-2-1 6 16,-2 0-2-16,1 0 4 0,-4 2 6 0,1-2-5 16,-1 0 5-16,-2 2-5 0,0 0-2 0,1-3 2 15,1-1-4-15,-2 0 4 0,0 0-7 0,0 1 1 0,-1-1 0 16,1 0 1-16,-2 1-4 0,0-1-3 0,0 0 1 15,0 0-1-15,-2 1 1 0,1-1-1 0,-1 0 2 16,0 1-1-16,0-1 7 0,0 0-10 0,2 2 2 16,-2-3-6-16,-1-3 2 0,-1-1 4 0,2 2-2 0,0-3 2 15,0 1-2-15,2-2 5 0,0 0-3 0,0 2 4 16,0-3-4-16,2 3-4 0,0 0 4 0,0 1-3 16,2 1 3-16,-1 0 3 0,1-1-5 0,0 3 5 15,-2 1-2-15,1 0-2 0,1 0 3 0,0 1-3 16,-1 1-6-16,1 0 8 0,0 0-3 0,0 2 3 15,-1 0-6-15,1 0 4 0,0 2-2 0,-2-2 3 16,5 9 0-16,0 12-2 0,-5 1 2 0,2 2-1 0,3 0 5 16,-1 0-3-16,5 0 3 0,-5 1-3 0,-3-1 0 15,3-2 0-15,-4-2-3 0,7 3 2 0,0-3 0 16,-3-1 0-16,0-3 4 0,1-1-2 0,-3 0 5 16,7 0-6-16,-4-4 1 0,3-2-2 0,-1 4 3 0,-2-5 0 15,-1 3-1-15,-1-4 1 0,-3-3-1 0,2-2 3 16,3 2-6-16,-5-1 4 0,6-1 0 0,-5 0 7 15,-1-2 2-15,6 4-1 0,-3-2-5 0,3 0 2 16,-6-2-2-16,1 0 2 0,1-2 2 0,0 0-6 16,-1-4 3-16,12-16-4 0,-2 0 4 0,0-4-5 15,-5-2 2-15,-3 0-4 0,1 2 3 0,-1 0-4 16,5-2 2-16,-1 2-1 0,-2 2 0 0,3 0-2 0,-3 3 1 16,1 5 0-16,-1-1-2 0,0 4-1 0,1 0 3 15,-1 0-1-15,-1 2 2 0,-1 2-5 0,-1 3-1 16,2 4 1-16,5-7 5 0,0 2-3 0,-2 3-1 15,0 2-1-15,1 2 0 0,-3 0 5 0,2 2 0 0,-1 2 0 16,-1-3-2-16,-1 22 2 0,-1-1 1 0,1 4 1 16,0-2-1-16,-1 2-1 0,-1-2 3 0,1 0-1 15,-1 0 6-15,0-1-6 0,1 1-2 0,1-4 0 16,1-3-2-16,1-2 2 0,-1-2 4 0,1-4 0 16,1-1 4-16,-2-3-6 0,1-1-1 0,-1-2 0 15,3 5-2-15,-3-1 9 0,0-3-4 0,1 1 6 16,-1-2-3-16,1-2 6 0,1 0-3 0,0 0 3 15,-1-2-11-15,1-2-2 0,-3 3 4 0,1-5-3 16,0 4 6-16,-1-11-4 0,3 2 1 0,-1-2-3 0,1 4-5 16,-2-2 3-16,1 1 0 0,-1 1 1 0,3 0 4 15,3 1-4-15,-2-1 1 0,4 2-1 0,-4-1-5 0,2 4 6 16,2-1-4-16,-6 1 4 0,8 0-3 0,-3 1 1 16,5 1-2-16,-2-9 2 0,-2 1-1 0,1 3-3 15,1 3 5-15,5 1-4 0,-1 3 5 0,1 0 1 16,4 1-5-16,2 3 3 0,0 2-1 0,-2-1-2 15,1 1 5-15,1-1-4 0,0-1 2 0,4 0 2 16,-1 0-5-16,5 1 4 0,3-1-6 0,1-2 2 16,7 0 3-16,1-2-1 0,0 0 0 0,6-2 1 15,-4-4-1-15,4 1 1 0,2-5-5 0,-6 1 6 0,-2 0-3 16,-3-1 4-16,1 1-3 0,-7 2 2 0,2-1 3 16,-2 3-1-16,-2-1 1 0,0 1-4 0,-1 1-3 15,-1 2 1-15,-3 0-1 0,3 2 4 0,-4 0-1 16,1 2 1-16,-1 0-3 0,-1 2 2 0,-2-1 2 0,-2 1-1 15,-6-2 1-15,1 0 1 0,1 1-1 0,-1-1 2 16,1 0-4-16,2-2 1 0,-5 0-2 0,1 0 1 16,0 0-3-16,1-2 3 0,1 0 3 0,-1 1 0 15,-1-3-3-15,0 0 3 0,1 0-3 0,-1 3 3 16,-3-1-3-16,2 0-1 0,-3 0 1 0,1 0 1 16,0 0-3-16,-4 2 5 0,2 0-4 0,-2 0 5 15,0 0-4-15,1 0 1 0,-2 0 1 0,-3 0 0 0,-2 0 7 16,1 0-8-16,-3 0 6 0,3 0-6 0,-5 0 9 15,5-2 0-15,-1 1 0 0,-1-1 0 0,3 0 0 16,0-2 2-16,1 0-6 0,1 1 4 0,-2-1-3 0,0 0 2 16,1 1-1-16,1-1-1 0,-4 2-7 0,1 0 7 15,-5 2-1-15,-1 0 4 0,2 0-4 0,0 0-1 16,1-2-2-16,1 1 0 0,-3 1 6 0,1 0-9 16,-2 0 5-16,2 0-7 0,-1 0 5 0,1 0 0 15,0 0 1-15,-2 0-2 0,0 0-2 0,-1 0-1 16,1 0-6-16,2 0 1 0,-2 0-34 0,0 0-239 15,1 0-103-15</inkml:trace>
  <inkml:trace contextRef="#ctx0" brushRef="#br1" timeOffset="-175008.99">13580 9704 101 0,'0'0'41'16,"0"0"-4"-16,0-1 32 0,0-1 0 0,0-2-4 0,0 0-11 16,0 1 10-16,0-3-12 0,0-3 10 0,0 5-18 15,0 2-6-15,0 0 2 0,0 0-6 0,0-1-11 16,0-1-16-16,0 0 6 0,0 1-8 0,0 1 13 16,0 0 15-16,0 0 0 0,0 0 9 0,2 0 20 15,0 0 1-15,2 1 1 0,3-3-4 0,17-5-23 0,-3 1-7 16,7-1-5-16,3 1 1 0,-1 3-9 0,7-1-7 15,-2 3 2-15,1-3-3 0,4 0 2 0,5 1-5 16,5-1-3-16,8 3 0 0,3-1-6 0,6 0 3 16,1 2 1-16,5 0 1 0,1 1-4 0,-1-3 4 15,-5-2-4-15,-3-1 5 0,0-1 1 0,0 1-3 16,4 0 1-16,5-1-2 0,6 4 2 0,5 3-1 0,3-1 5 16,-5 2-4-16,-5-2 6 0,-5 2-5 0,-3 0 3 15,4 2-2-15,4 0 13 0,6 1-12 0,5 1 4 16,4 0-5-16,-2-4 15 0,-4 0-8 0,-5-4 6 15,-6 0-6-15,-2 1 11 0,2-1-5 0,4 2 1 0,0-2-3 16,2 2-5-16,-2-3 1 0,-6 1-1 0,-4 0 2 16,-6 3-2-16,-7 1-8 0,-5-2 6 0,-5 2-5 15,-5-2 6-15,-5 0-1 0,1 2-7 0,-3 0 4 16,-2 0 2-16,-1 0-2 0,-6 0 6 0,2 2-4 16,0 0 9-16,-4-2-3 0,-2 0 3 0,-3 0-3 15,-3 0 7-15,-3 0-3 0,4 0-1 0,-2 0 0 0,-8 0 0 16,10-2-7-16,-2 0 4 0,0-2-5 15,-2 1 8-15,0-1-12 0,-6 2 6 0,-1 0-8 0,-1 0 6 16,-1 0 1-16,0 1-2 0,-1-1 2 0,1 0-7 0,-2 2 7 16,2-2-8-16,-1-2 9 0,1 1-3 0,-2-1-4 15,-2 2 1-15,0-2-3 0,0 1-4 0,0 1 6 16,0-2-2-16,0 0 4 0,-2-1-5 0,2 3-2 16,-4-2 1-16,1 0-1 0,-1 3 7 0,-9-7-3 15,4 3 2-15,-3-1-4 0,1 0 0 0,0 3-3 16,-6-3 3-16,6 4-1 0,-2 0 6 0,2 2-6 15,2 0-1-15,-2 2-2 0,-2 2-6 0,-2 3 4 0,6-3-2 16,1 22 3-16,1-2 4 0,3 6 2 16,-3-4 1-16,3 4 0 0,-15-1-2 0,8-1-2 0,6-4-2 15,1-3 2-15,2-3 2 0,2-5 3 0,0 2 0 16,2-2 1-16,2-2 3 0,1-1-2 0,-1-3 3 16,0-1-3-16,7-3 5 0,9 1 8 0,2 11-5 0,1-4 4 15,3-2-10-15,2-3-1 0,-2-4-2 0,0-2 1 16,1-2-4-16,-2-2-1 0,2-1 3 0,-2-1-3 15,-1-1 4-15,-2-3-4 0,-3 1 0 0,1-2 0 16,-3 0 5-16,-2 7-4 0,-2-11 0 0,0-1-1 16,-4-1 1-16,-4 0 4 0,-1-5-3 0,11 0 1 15,-6 1-2-15,-1 3-2 0,-6 3 1 0,-2 2-3 16,0 0-5-16,-2 0 7 0,-2 3-6 0,0 5 5 16,-3-1-6-16,-17-10-4 0,-4 4 3 0,-4 5-3 0,-1 5 0 15,-4 2-4-15,1 2-1 0,3 4-2 0,5-1-24 16,8-1-68-16,1 1-17 0,6 1-19 0,2 1-74 15,5 10-79-15</inkml:trace>
  <inkml:trace contextRef="#ctx0" brushRef="#br1" timeOffset="-173905">18300 8958 667 0,'0'-2'26'0,"-2"0"-4"0,0 0 10 16,1-1 5-16,-3-3-10 0,-4-3-11 0,3 1-11 16,3 5-3-16,2 1-1 0,-2-2-2 0,2 2 3 15,-2 0 0-15,-3-1 2 0,3 3 7 0,-2-4-7 16,0 0 0-16,1 2-3 0,-1 1 2 0,0-1 14 0,2 2 6 16,1 0 1-16,1 0 3 0,0 2 4 15,1-1 2-15,3 1 2 0,11 8 15 0,18 8-10 0,-3-5-5 16,5 0-1-16,4 0-15 0,0-4 5 0,4-1 0 15,4-1 1-15,-1-1-5 0,2-1 0 0,6 1-5 0,4 0 3 16,3 1-15-16,8-1 3 0,-4-1 1 0,0 1 0 16,-6-1-2-16,-5-1 2 0,-8 2-7 0,-7-1 5 15,-3 1-7-15,-9 1 5 0,-1-1 1 0,-5-1 1 16,-1 3-5-16,-3-3 4 0,-4 1-2 0,-4-2 4 16,-1-1-2-16,-3 1 6 0,-3-4 3 0,2 4 0 15,-1 1-4-15,5 8 1 0,-3 0 0 0,-1 0 2 16,-4 0 8-16,0-2-10 0,-2 2 3 0,-1 0-6 15,-5 4 3-15,1 0-3 0,-3 1-2 0,1-1 0 0,-2 3-5 16,0 1 0-16,-4 5-2 0,0 4 2 0,2 3-2 16,0 4-3-16,2 0 2 0,2 2-2 0,0 2 8 15,1 0-7-15,3 2 4 0,-1-2-5 0,0 1 6 0,-1 5-4 16,-2 1 3-16,1 6-3 0,-1 1 8 0,0 9-3 16,-1-1-3-16,1 5 1 0,2 3-2 0,1-4 1 15,2-2 3-15,3-9-1 0,1-1 10 0,1-6-2 16,3-1 2-16,4 0-2 0,1 0-5 0,0 4 1 15,2 0 0-15,2 4 1 0,0 3 5 0,2 6-2 16,-2-1-6-16,2 1 3 0,-4-8-5 0,-2-3 3 16,1-2 5-16,-5-9-3 0,1-1 2 0,-1 1-3 15,-1-2-1-15,0 2 0 0,-2-1 0 0,-2 3 0 16,0 1-3-16,0 6 2 0,-2 2-2 0,-4 7-1 0,1-1 4 16,-1-6-3-16,-1-1 5 0,-3-4-3 0,3-3 0 15,0-1-2-15,1-4 5 0,0-8-6 0,3-5 3 16,-1-2-3-16,2-6 8 0,-2 1-5 0,1-5 4 0,1 1-5 15,0-4 5-15,0 0-5 0,0 0 1 0,0-4-2 16,1 1 0-16,1-5 7 0,-2 3-5 0,2-5 4 16,-2 3-7-16,0 0 1 0,0-1 7 0,-2 1-2 15,1-1 5-15,-14 1-3 0,-3-1-8 0,-5 1 6 16,1 0-4-16,-7-1-1 0,-3-1 4 0,-1 0-4 16,-2-1-1-16,-2-1 10 0,0 0-7 0,2 20 7 15,1-11-7-15,7-5-1 0,5-2 6 0,-1-2-5 0,1-2 9 16,4 0-3-16,-1-2 0 0,5 0-2 0,-1-2-5 15,2 0 1-15,2 1-1 0,0-1 1 0,0 0-1 16,0 1-2-16,2-1 2 0,0 0-2 0,0 0 3 0,3 3-7 16,1-1 0-16,3 2-4 0,-3-2 3 0,1 2 3 15,-1 0-6-15,-1 0 4 0,1 0-11 0,1 0 2 16,-1 0-3-16,1 0 0 0,-1 2-17 0,3-2 3 16,-1 2-2-16,1-1 0 0,0 1-19 0,1 0-38 15,1 0 5-15,0 0-13 0,0 0 20 0,0 0-19 16,0-1-7-16,0 1-7 0,1 0-46 0,-1 0-71 15</inkml:trace>
  <inkml:trace contextRef="#ctx0" brushRef="#br1" timeOffset="-173593.93">18521 12270 291 0,'0'0'62'0,"0"-1"-5"0,2-1 26 0,0 0 4 16,0 0-16-16,0-2-1 0,-1 1-7 0,1-1-3 0,0 2-1 15,0 0-8-15,0 0 4 0,0 0-9 0,0 1 5 16,-2-1-18-16,0 0-6 0,0 0 4 0,0 2-7 15,-2 0-1-15,-2 2 2 0,-5 2-2 0,-15 10 2 16,-4 5-7-16,-2 0 5 0,-3-18 3 0,-8 22 0 16,2-1 9-16,-2-2 2 0,-2 1-7 0,10-3 6 15,-1 1-12-15,5 1-6 0,1 1-2 0,4-5-3 16,5 1-13-16,2 0-1 0,4-2-2 0,10 1 1 16,1-1-2-16,-2 0 3 0,-5-2 1 0,-1 2-1 0,5 0-5 15,1 2 10-15,4-3-5 0,0-1 6 0,2 2-4 16,2-5 0-16,3 3-1 0,-1-2-1 0,18-4-5 0,7 1-12 15,5-3 3-15,1-3-8 0,6 22-13 0,5-11-3 16,0-9-3-16,-1-6 0 0,-3-5-12 0,-1-6-363 16</inkml:trace>
  <inkml:trace contextRef="#ctx0" brushRef="#br1" timeOffset="-172938.13">18931 8993 161 0,'0'-2'44'0,"0"1"-8"0,0-1 37 16,0-2 5-16,0-9-11 0,4-6-24 0,-2 6-14 16,2-3-5-16,-1-3 0 0,-1 4-4 0,2-3 13 0,0 3 1 15,1 0 6-15,1-2 18 0,-1 1-6 0,-1 1 2 16,2 0-7-16,-1 0-12 0,-1 2-2 0,0 0 8 15,-4 0-4-15,0 6 14 0,0 1-9 0,0-3-7 16,0 5 1-16,-2-2-17 0,0 3-3 0,-2-1 0 0,-12-5-1 16,-14 1-3-16,-7 6 1 0,-8 6-4 0,1 7 3 15,1 2 7-15,0 4-7 0,-1 5 10 0,-3 2-8 16,-1 1 9-16,2-1-6 0,-3-22 0 0,8 20 0 16,-1-2 2-16,1-3-8 0,7 0 5 0,5-4-5 15,3 0 5-15,9 0-10 0,0-2-1 0,1-2-3 0,8 0 5 16,4-1-5-16,3-1 0 0,-3-1-2 0,0-1-2 15,0 1 1-15,3 0 5 0,1-1-2 0,0 1 8 16,1-1 1-16,3 1-8 0,20-2 5 0,17-1-8 16,0 1-15-16,4 0 4 0,3-1-10 0,0 1-13 0,4 0-13 15,4 0-38-15,7 3-17 0,9 2-394 0</inkml:trace>
  <inkml:trace contextRef="#ctx0" brushRef="#br1" timeOffset="-136705.17">27925 13600 256 0,'0'0'-3'0,"0"-2"18"0,0 0 31 0,0 0 12 15,0-1 16-15,0 1-8 0,-1-9-24 0,-1-1-6 0,2 3 1 16,-2 0-10-16,0-2 2 0,2 1 6 0,0 3-2 16,-2-2 22-16,0-1-12 0,0 1 2 0,2 4-8 15,0 1-10-15,0 2-4 0,0 0 3 0,0-2-3 16,0 3-7-16,0-3-1 0,0 2-2 0,0 0 2 15,0-2-5-15,0 1-7 0,-1 1 2 0,-1 0-2 16,0 2 10-16,0 0-3 0,0 2 5 0,2 2-5 0,-11 29-1 16,2 6 2-16,-1-2-7 0,3 0 6 0,1 4-6 15,1 0-4-15,-1 0 3 0,-1 1-3 0,1 1 3 16,-1-2-2-16,1 0 1 0,1 0 0 0,-1 0 10 0,-1 3 3 16,1 1 0-16,1 1 0 0,-1-3-6 0,0 0 5 15,-1-1 0-15,1-3 2 0,-1 0 2 0,1-5 1 16,1-5-7-16,1-1 5 0,0-4-15 0,3-3 7 15,-1-6 3-15,0-6-2 0,0 0-5 0,2-3 3 16,0 1-4-16,0-1 5 0,0-4-4 0,0-1-5 16,0 3-2-16,0 0 1 0,0 0 2 0,0-3-9 15,0 1-5-15,0 0-4 0,0-2-22 0,0 0-57 0,0-2-10 16,0 0-26-16,4-22-125 0</inkml:trace>
  <inkml:trace contextRef="#ctx0" brushRef="#br1" timeOffset="-136141.05">27714 13778 468 0,'-2'-2'187'16,"0"0"28"-16,0-1-66 0,-7-10-63 0,-2-6-34 15,1 4-28-15,3 2-15 0,3 4-4 0,1 0-3 0,-1-4-7 16,0 0 9-16,4 2-2 0,0-2 5 0,2 0-11 15,2-4 8-15,3 0-5 0,2 2 6 0,-3-5-1 0,16 3 18 16,2-1-3-16,2 5 7 0,0 0-13 16,0 7-7-16,-1 2 1 0,-1 2-2 0,0-12-1 0,0 4 1 15,0 7-3-15,0 3 3 0,0 3 7 0,1 5-7 16,-5 1 6-16,0 4-6 0,-7-6 11 0,-1 16-4 16,-3-7-4-16,-4 7 0 0,1-3-2 0,-2 2 8 15,1 3 0-15,10-5 1 0,-4 2-5 0,-3-1 3 16,-1 1 0-16,-1 0 2 0,-3-1 2 0,-1-3-6 15,-2 1 0-15,0-1-1 0,-2-3 0 0,1 2 2 16,-5-2-1-16,0 0-1 0,1-2-4 0,-3 0 0 16,1-2 0-16,1-2-1 0,-8 0-3 0,-1 1 8 0,2-1-4 15,0 0 4-15,0-1-8 0,2-1 5 0,-4 2-4 16,5-1 4-16,-3 1-9 0,4 2 7 0,0-2-1 16,1 3 3-16,1-1 0 0,3 0-10 0,2 0 6 15,-7 2-6-15,4-4 12 0,-1 2 0 0,2 1-7 0,2-3 4 16,1 2-5-16,1-4 3 0,0 3 4 0,1-1-3 15,3-3-1-15,2 1 2 0,10-1-5 0,7-1 5 16,1 3-11-16,4-1 5 0,-2-1 3 0,-2-1 1 16,2 1-2-16,-4-3 2 0,0 5-5 0,2 1 5 15,-1 0 0-15,-1-1-4 0,-3 3 7 0,-5-5-7 16,-1 1 3-16,0-1-4 0,-1-5 1 0,-1 9-1 16,-2-5 1-16,0 1-1 0,1-1-8 0,-5-1 4 0,3 0-24 15,-5-2-15-15,3 0-34 0,-1-1 3 0,-3-1-128 16,0 0-25-16,2 2-17 0</inkml:trace>
  <inkml:trace contextRef="#ctx0" brushRef="#br1" timeOffset="-135375.31">28586 14014 1068 0,'0'0'25'0,"0"-2"0"0,-1 0 2 0,-1 0-9 16,0 0-3-16,0 1-20 0,0-1 5 0,0 0 0 16,0 0 2-16,1 0 7 0,-1 0-5 0,0 0-1 15,0 1-3-15,0 1 0 0,0 0 1 0,0 0 2 16,1 0-1-16,-1 1 2 0,0 1 14 0,2 0-5 0,-9 22 9 16,1 0-4-16,3 1-8 0,-1 2 5 0,2 3-7 15,1 4 4-15,-1-3 3 0,0-1 0 0,2-2 1 16,2-2 1-16,-2 3-13 0,2-6 6 0,0-1-7 15,0-4 11-15,0-3 0 0,0 4-2 0,0-10 2 16,0 0-6-16,0 3 1 0,0-7-3 0,2 4 3 16,0 1-6-16,-2-7-2 0,0 1 4 0,2 0-3 0,0 0 8 15,0-1-6-15,0-1 2 0,-1 0-2 0,1 0 9 16,0-2-7-16,0 0-3 0,0-2-1 0,0 0-2 16,0 0 3-16,-2-3-2 0,1-12 3 0,-1-2-4 15,0-3-2-15,0 0 2 0,-1-4-1 0,-1 4-1 0,-2-2 8 16,0 3-5-16,1 1 7 0,-1-4-13 0,0 5 4 15,0-1-5-15,3 1 6 0,-1 0 4 0,0 3-1 16,0 1-1-16,2 2-1 0,0 0-1 0,0 2-1 16,0 1-3-16,2 1 1 0,0 2 2 0,0-1-5 15,1 1 7-15,1 1-5 0,3-3 14 0,12 3 6 16,0 1-5-16,-1 1 3 0,1 0-15 0,-1-9 3 16,1 4 1-16,-2 4-1 0,-3 3-3 0,1 2 0 15,-5 0 1-15,1 2 0 0,-2 1 9 0,-3-1 4 0,-1 2-1 16,-1 1 0-16,-2 12-9 0,9 0 2 0,-2 0 1 15,-5-3 1-15,0 3 7 0,-3-2-6 0,-1 0 1 16,0-2-1-16,-3 2 3 0,-1-2-1 0,-2 0-1 16,3-4 0-16,-1-2-1 0,0 1-1 0,1-3 0 15,1-1 0-15,0 0 3 0,-2 0-9 0,0-1 5 0,1 1-6 16,-1 0 4-16,0-1-2 0,2 1-1 0,1-2 1 16,-1 0 2-16,0 0-9 0,0 0 1 0,0-1-6 15,0 1 2-15,0 0 3 0,1 0 3 0,-1 0 0 16,2 0-1-16,0 0 2 0,0-1-4 0,2 1 4 15,-1 0-4-15,1-2-1 0,19 8 4 0,1-1-1 0,0-1 3 16,2 1-2-16,4 0-1 0,-9-1 1 0,1 1 7 16,-7-1-1-16,-4 0-4 0,4 1 1 0,-1 0-6 15,-5-1 3-15,2 1 2 0,-7-7 0 0,2 8 6 16,1-1 0-16,1 2 1 0,0 3-1 0,-5-3 2 0,-1 0 9 16,0 4-8-16,-1-2 6 0,-5 2-14 0,4-2 7 15,-24 1 0-15,-2-1 1 0,-3-4-7 0,-1 1 9 16,-1-1-8-16,1-1 8 0,4-3-15 0,4-1 1 15,2 0 1-15,3 0-3 0,3 9-19 0,3-4-71 16,2-1-27-16,3-2-24 0,1-2-192 0</inkml:trace>
  <inkml:trace contextRef="#ctx0" brushRef="#br1" timeOffset="-131589.43">13086 7159 24 0,'0'0'9'0,"0"0"9"0,0 0 20 16,0-2 7-16,0 0 4 0,0 0-6 0,0 0 2 16,0-1 3-16,0-1 2 0,0 0 8 0,0 2-15 15,0-5 3-15,0 5-6 0,-1-5-3 0,1 3-4 0,0 0-6 16,-2-1 1-16,0 1-15 0,0 0 0 0,0 1 2 16,0-1-1-16,0 0-2 0,1 0 5 0,-1 3-7 15,0-1 7-15,0 0 0 0,0 0-3 0,0 0 1 16,0 0-1-16,1 0-5 0,-1 1-4 0,0 1-1 15,2 0-1-15,0 0 7 0,0 1-7 0,0 1 5 0,0 0-8 16,0 2-6-16,-4 14 6 0,2 1-2 0,0 0 6 16,1-1 9-16,-1 1-13 0,0-1 9 0,2-1-11 15,0-2 2-15,0-2 7 0,0-2-11 0,0 2 9 16,0-6 0-16,0 3-1 0,0-1 4 0,0-3-5 16,0 1-3-16,0-3 7 0,0 1 0 0,0-1 3 0,0 0 2 15,0-1 1-15,0 1-1 0,0 0-1 0,0 0-5 16,0-1 12-16,0 1-9 0,0 0 11 0,2-2-3 15,0-1 5-15,-1 1 2 0,1 0-1 0,0 0-4 0,0 0-12 16,0 0 11-16,0-1-12 0,1-1 5 0,1 0-4 16,4 0-5-16,6 0 5 0,1-1 2 0,2-3-6 15,0 0 1-15,1-1-3 0,3-3-5 0,3 1 3 16,0-1-5-16,4 1 5 0,-2 1 0 0,4 1 5 16,1-1-4-16,4 1 4 0,3-3-7 0,-1 3 2 15,2 1 1-15,-4 0-1 0,0 2-3 0,2 1 2 16,0 1 1-16,4 0-1 0,-2 0 6 0,-5 0-4 15,3 0 2-15,-4 0-3 0,-1 0 6 0,1 0-10 16,1-2 5-16,-1 0-8 0,1 0 9 0,-1-2-2 0,0 1 2 16,3-1-1-16,-1 0 12 0,-2 0-12 0,3-1 1 15,-5 1-2-15,1 0 4 0,-4-1-3 0,-6 1 0 16,-2 0-1-16,-5 3 2 0,-2-1-3 0,4-2 4 16,-10 2-5-16,1 0 3 0,-1 0 6 0,-3 1-8 0,0-1 9 15,-1 0 2-15,1 0-4 0,0 0 13 0,-2 0-10 16,-1 0 10-16,1 1-8 0,-2-1-6 0,0 0 2 15,0 0-6-15,-2 0 2 0,1 0 4 0,-3-1-1 16,0-1-5-16,-3 0 2 0,-6-3-2 0,0-6 4 16,-2-2 4-16,6 2-4 0,-1-2-2 0,5 0-1 15,-3-3 2-15,-3-5-1 0,2 5 4 0,1-6-3 16,3 5 1-16,1 2 6 0,-3 1-5 0,3 1 5 0,-3 0-4 16,-3 4-1-16,3-2 2 0,3 5-2 0,2 3 1 15,0 1-3-15,1 0 4 0,1 2-5 0,-2-1-3 0,0-1 2 16,0 0-3-16,0 2 3 0,0 1-6 0,0-1-1 15,1 0 1-15,1 2 1 0,0 0 8 0,0 0-2 16,0 2-1-16,0 0-1 0,0-1-10 0,0 3-7 16,0 0-9-16,1 7-8 0,1 2-118 0,0-4-92 15,2 2-64-15</inkml:trace>
  <inkml:trace contextRef="#ctx0" brushRef="#br1" timeOffset="-131186.68">14121 6906 382 0,'0'-2'41'0,"-2"1"53"15,0-1-65-15,0 0-27 0,0 0-2 0,0 0-4 16,-1 0 4-16,-1 2 5 0,2 0-3 0,-3 0 5 15,1 0-3-15,2 0 14 0,0 0 14 0,-2 0-1 16,3 0 43-16,-1 0-15 0,0 0 1 0,0 0-4 0,0 0-3 16,0 0-18-16,0 0 5 0,-1-2-8 0,-1 1 5 15,0-1-15-15,2-2-3 0,2 2-2 0,-1-7-7 16,-1 0-10-16,2-3 0 0,2 3-3 0,1-2 3 16,1 2 4-16,2-1-2 0,-3 3 3 0,10-2-5 0,4 3 0 15,-4-1 1-15,0 3-1 0,2 2-1 0,-4-7 3 16,0 1 1-16,4 1 1 0,-2 1-6 0,4 1 7 15,-1 3-6-15,-5 2 7 0,2 0-11 0,4 0 9 16,2 0-4-16,-1 2 4 0,-1 2-8 0,3-1 1 16,-3 1 2-16,2 2-1 0,1-1 5 0,-7-1 4 15,4 1-8-15,-4-1 4 0,-6-2-7 0,6 4 3 16,-5-5-1-16,3 5-1 0,0 0-11 0,2 1-49 16,-2 0-43-16,0 1-15 0,-1-3-246 0</inkml:trace>
  <inkml:trace contextRef="#ctx0" brushRef="#br1" timeOffset="-130651.87">12773 7320 114 0,'0'0'52'0,"0"0"-7"0,0 0 36 0,-2 0-3 16,0 0-7-16,0-1-28 0,-2-1-8 0,3 2 7 15,-9-2-7-15,7 2 13 0,-5 0-10 0,-1-2-4 16,1 2 0-16,1 0 2 0,0 0 15 0,-3 0-1 16,3 0 5-16,-2 0-13 0,3 0-11 0,2 0 0 0,2 0-3 15,1 0-1-15,-3-2-7 0,0 0 7 0,2 0-6 16,0 1 9-16,2-3-17 0,0 0-2 0,2-11-3 15,6-1-7-15,7-5 2 0,3-3-3 0,14 0 2 16,-4-4 3-16,1 2-2 0,-3 2-3 0,0 3 0 16,-2 5-4-16,-5 3 7 0,0-4 0 0,-6 10 2 15,-1-3-5-15,3 7 3 0,-2-1-5 0,-2-5 2 0,1 1 0 16,-3 4-1-16,2 1 3 0,-4 3-2 0,1 0 3 16,-1 0-5-16,1 0 1 0,1 2-5 0,2 3-10 15,4 4-193-15,2-3-93 0</inkml:trace>
  <inkml:trace contextRef="#ctx0" brushRef="#br1" timeOffset="-127749.54">14672 7018 40 0,'0'0'0'0,"0"0"9"0,0 0 85 0,0 0-36 16,0 0 3-16,0 0-47 0,-2 0-7 0,2 0-3 15,-2 0 6-15,1 2-3 0,1-1 12 0,0 1 8 16,0 0-1-16,0 2 5 0,0-2 3 0,0 7 0 0,0-3-6 16,0 5 3-16,0-4-11 0,0 4 9 15,0 0-2-15,1 2 3 0,1 0-23 0,0-1 13 0,2 2-11 16,0-1 11-16,-1 4-6 0,1 0-11 0,0 0 9 15,-1-3-11-15,1 3 0 0,0-2 2 0,-2 0-2 16,0 2 2-16,-1-3-4 0,1-1 8 0,0-1-7 16,-2-3 8-16,0 0-12 0,0-1 9 0,0-1 2 0,0-3 2 15,0 1-5-15,0-3 0 0,0 2-3 0,0-2 3 16,0-1 0-16,0 1 6 0,0 0-5 0,0 2 4 16,0 0-4-16,0-1 11 0,0 1-2 0,0-2 4 15,0 0-6-15,-2 0-1 0,0-1 7 0,1 1-5 16,-1 0 11-16,0-2 6 0,0 0-2 0,0 0 4 0,0-2-6 15,0 0-14-15,2 1 0 0,-11-18-3 0,4-1 10 16,1-1-9-16,3 1 4 0,1-4-6 0,2 0 1 16,2-1-9-16,1-1 6 0,3 2-6 0,1 0 1 15,3-2 6-15,1 2-3 0,0 0 5 0,0 2 2 0,-2 5-10 16,2 0 4-16,-7 12-5 0,7-7 1 0,0 3-1 16,2 5-4-16,-1-5 1 0,-1 7 2 0,-2 0 1 15,0-5 0-15,0 1-1 0,-1 3-8 0,1-1 8 16,-1 2-2-16,-1 0 2 0,-1 2-13 0,-1 0-14 15,1 0-13-15,1 0-6 0,2 2-104 0,-1 0-94 16</inkml:trace>
  <inkml:trace contextRef="#ctx0" brushRef="#br1" timeOffset="-127187.64">14887 7350 449 0,'0'0'75'16,"0"0"3"-16,-1-2-7 0,-1 0-17 0,0 1-16 0,0-1-21 15,0 2-9-15,0 0 0 0,0 0-2 0,1 0 0 16,-1 0 3-16,0 0-1 0,0 0 1 0,0 0-2 15,0 0 6-15,0 0 0 0,2 0 4 0,0 0 17 0,0 0 2 16,2-2 2-16,0 0-3 0,0 0-18 0,0 2 3 16,15-7-7-16,-1 1 5 0,3-1-14 0,3-1 0 15,0 1 1-15,4-1 0 0,-7 3 5 0,3-3-11 16,-3 1 3-16,1 0-4 0,1-1 5 0,-5 3 4 16,-1-3 0-16,-7 4 0 0,3-3-1 0,-6 3 0 15,7-5-1-15,-3 2 2 0,-5 3 7 0,-1-4-8 16,7-5 10-16,-3 2-8 0,-3 2 12 0,1-2-8 15,-3 2-1-15,-2 5-1 0,0-4-10 0,0 7 0 0,0-3-2 16,0 0 3-16,-2 0 1 0,0 1 1 0,1 1 0 16,-3 0-2-16,-5-2-5 0,-12 1 3 0,1 1-3 15,-1 2 4-15,-3 3 4 0,4 3-5 0,1 1 1 16,2 1-2-16,3-1 5 0,-1 1-2 0,2-1 0 16,2-1-1-16,-1 1 2 0,5-1-2 0,1-1 0 0,-1 8-1 15,1 0 1-15,3-2 0 0,-3 4 1 0,4-2-1 16,0-3-6-16,-5-1 9 0,0 2-2 0,3-2 5 15,2 1-11-15,0-1 12 0,2-4-7 0,0 3 10 16,2-3-16-16,0 1 7 0,5 0-2 0,19-3 4 16,2 1 6-16,6 16-9 0,-1-7 4 0,6-5-5 15,9-5 1-15,6-3-33 0,2-3-31 0,5-3-9 0,-1-1-183 16</inkml:trace>
  <inkml:trace contextRef="#ctx0" brushRef="#br1" timeOffset="-121684.56">1604 9699 104 0,'0'-2'0'0,"-1"0"14"0,-1-2 155 0,0-3-38 15,-2-6 12-15,2 0-66 0,0 6-19 0,2 1-25 16,0 2-9-16,0 1 0 0,0-1-16 0,0 0 3 16,0 0 3-16,0 3-2 0,0-1-2 0,0 0-1 15,2 0 0-15,0 0-1 0,0 2 1 0,0 0-3 16,2 0-4-16,-1 2 2 0,3 0-2 0,5 0 1 0,2 20-1 16,-2 0 0-16,0 4-1 0,0 0-2 0,2 2 3 15,0 6-2-15,-3-1 12 0,1 4-12 0,0 0 10 16,-2 0-10-16,2 0 3 0,-3-1 3 0,1-1-6 15,-1-2 5-15,-3 1 5 0,1-1-7 0,-3-3 4 0,1 0-7 16,0-6 2-16,-2-6 5 0,0-1 2 0,-1-4 1 16,3 0-6-16,-4-11 21 0,2-2 2 0,2 4 11 15,-1-1 32-15,1-1-40 0,-2 0 1 0,0-2-16 16,0 0-7-16,0-2-5 0,-2 0 7 0,0-1-6 16,0-23 5-16,-2-6-1 0,-2 1-3 0,0-3 2 15,1 3-2-15,-1-3-1 0,2 3 0 0,0-3 1 0,0 3 1 16,0-1-6-16,2 2 2 0,2 2-3 0,2 3 6 15,3 0-1-15,3 3-5 0,1 2 1 0,-2 5-4 16,-3-2 4-16,16 2 1 0,6 0 1 0,2-3 2 0,3 1 0 16,-3 4-2-16,-2 2 0 0,-1 4-4 0,-1-1-2 15,2 4 1-15,-5 1 0 0,-3-12 4 0,0 6-4 16,-5 5 0-16,0 2-5 0,2 2-9 0,-2 0-36 16,-2 2-25-16,0 2-8 0,0 1-109 0,0 3-114 15</inkml:trace>
  <inkml:trace contextRef="#ctx0" brushRef="#br1" timeOffset="-121202.15">2271 10343 581 0,'-2'0'33'16,"0"0"1"-16,0-2-4 0,1 0-3 0,-1 2-11 16,0 0-6-16,0 0-8 0,0 0 2 0,0 0-2 15,0 0 17-15,2 0 0 0,0-1 0 0,2-1-2 0,0 0 0 16,0-2-1-16,7-7 4 0,-1-9-4 0,8 3 3 16,-1-5 4-16,0 1-5 0,-4 3 4 0,0-1-12 15,1 2 6-15,-3 2-3 0,2 1 3 0,-2-3-8 16,-1 2-3-16,-1 2-2 0,-3 2 0 0,0 2-1 0,-1 3-1 15,3-1 2-15,-2-1-2 0,-3 3 5 0,1-1-6 16,-2 2 6-16,0 2-5 0,0-1 12 0,0-1-10 16,-2 2 0-16,-1 0-2 0,-5 0 1 0,-10-1 0 15,-3 3-1-15,3 2 1 0,-6 5 6 0,3 2-4 16,1 1 1-16,-1 3-2 0,5-10-1 0,-3 20 0 16,4 4-2-16,0 1 2 0,2 0 0 0,2 9-2 15,0-1 0-15,5 3-2 0,3 0 2 0,-3-8 2 0,4-3 3 16,0-6-1-16,-12 1 9 0,8-5 21 0,4-1-4 15,2-2 9-15,2-6-15 0,2 0-4 0,1-1-3 16,10-5-1-16,9 3-16 0,2 11 5 0,0-6-4 16,2-4 5-16,2-5-1 0,0-2-6 0,1-2 1 0,-3-2-4 15,4-1-2-15,-5-1-17 0,3-1 0 0,-4-1-12 16,0 1-66-16,0-2-88 0,2-2-63 0</inkml:trace>
  <inkml:trace contextRef="#ctx0" brushRef="#br1" timeOffset="-120963.02">3014 9962 877 0,'-2'0'62'0,"0"-1"16"0,0-1-21 16,0 0-38-16,0-2 0 0,1 0-20 0,1 1 1 15,0-1-3-15,1 0 3 0,1 1-2 0,2-1-16 16,2 0-7-16,7-3-6 0,0 1-42 0,-6 2-19 16,0 3 4-16,-1-1-9 0,0 0-22 0,-3 2-78 15</inkml:trace>
  <inkml:trace contextRef="#ctx0" brushRef="#br1" timeOffset="-120808.15">3060 10174 479 0,'0'0'51'16,"-2"0"67"-16,0 0-35 0,1 0-20 0,-1 0 3 0,0 2-9 16,0 0-7-16,2 0-18 0,0 0-7 0,0-2-2 15,2 0-22-15,0 0 0 0,0 0-1 0,1 0 0 16,12-2-13-16,4-4-50 0,-1-1-3 0,5-3-23 16,-1-1-78-16</inkml:trace>
  <inkml:trace contextRef="#ctx0" brushRef="#br1" timeOffset="-119874.54">4200 9186 104 0,'0'0'15'0,"0"-1"-2"0,0-1 12 16,0 0-6-16,0-2 0 0,-2 0-14 0,0 1-3 0,2-1-3 16,-1 0 0-16,1 1 1 0,0 1 0 0,0 0 3 15,0 0-1-15,0 0 22 0,0 0 33 0,0 0-3 16,0 1 11-16,0-1-2 0,0 0-30 0,0 0 15 16,0 0-20-16,0 2 20 0,0 0-4 0,0 0-3 0,0 2 0 15,0 0-8-15,0 2-2 0,0 5 2 0,3 19-3 16,1 5-3-16,-2 8-12 0,0 3-3 0,-2 7-1 15,0-1-7-15,0 2 1 0,0 2 1 0,0-4-1 16,0-6-4-16,0-5 6 0,0-5-1 0,0-8 3 16,0 0 12-16,0-6 20 0,0-1 1 0,0-4 4 15,0-1-9-15,0-2-6 0,0-3-6 0,0-2 3 0,0 1-5 16,0-5-12-16,0 3 4 0,0-2-7 0,0-1 0 16,0-1-3-16,0 0 0 0,0 0-2 0,0 0-3 15,0 2 4-15,0-1 1 0,0 1 1 0,0 0 3 16,0-2-4-16,0-1-1 0,-2 1-1 0,0 0-2 0,0 0 3 15,0-2 2-15,0 0 0 0,1 0-8 0,-1 0 1 16,0-2-2-16,0 0 3 0,0 0 0 0,0-1 5 16,0-5-1-16,-5-10 1 0,0-1-8 0,-3-1 5 15,1-3-3-15,-2-6 4 0,2-1-8 0,-1-3 9 16,3-6-6-16,-1 0 7 0,3-4-4 0,-1-4-5 16,3 1 5-16,1 1-4 0,0 3 6 0,0 5 1 15,2-1-2-15,0 5 0 0,0 2-9 0,2 3 8 16,2 2-2-16,-1 3 4 0,3 3-1 0,1 1-4 15,1 3 7-15,-1 3-6 0,-3 0 10 0,16 2-12 0,3-1 0 16,4 3-4-16,3 0 7 0,5 1 1 0,3 3 4 16,-1 1-2-16,0 0-1 0,-2 3-2 0,2-1-3 15,-3-19 2-15,-5 10-1 0,3 6 1 0,-4 1 1 0,-6 4 0 16,-1 0 4-16,-3 2-4 0,-3 1 1 0,-2 1-2 16,-6 0 1-16,1 1 0 0,-5-3 0 0,7 11 1 15,1 6 7-15,-6-2-6 0,-3 1 4 0,-2 3-5 16,-3 1 7-16,-5-2-4 0,-3 3 1 0,9-1-4 15,-24-2-7-15,-3 3 10 0,-1-3-7 0,-2-2 8 16,-1 1-4-16,-2-4-1 0,1 3 5 0,1-3-4 16,-3 0 3-16,7 0-8 0,1-4 4 0,6-2-5 15,5 3 4-15,0-5 1 0,2 0 0 0,-1-3 0 0,4 0 0 16,5 0 3-16,1-3-4 0,3 5 2 0,-3 1-1 16,1 1-3-16,-5 9 3 0,7-4-3 0,1 0 8 15,2 0-2-15,0-6 2 0,3 8-2 0,5 0-3 0,-1-4 0 16,6 6-1-16,17-8 0 0,-2-2-7 0,0 3 11 15,0-3-3-15,5 0 6 0,0-1-6 0,8-2 0 16,-2-2 5-16,-7 16-3 0,3-5 0 0,-5-5 2 16,0-3-3-16,-1-1 2 0,-1-2-4 0,-2-2 3 15,-4 0-2-15,-1 0 4 0,-5 0-4 0,1 0 0 16,-4 0 0-16,0 2 1 0,-4-2 11 0,-1 0-12 16,-1 0 2-16,-3 0-4 0,-2 0 8 0,0 0-6 0,1 0 0 15,1 0-2-15,0 0-1 0,-2 0-13 0,0 0 3 16,-1 0-9-16,1 0-9 0,0 0-63 0,-2 0-3 15,0-2-20-15,0 0-21 0,0 2-51 0,0 0-12 16</inkml:trace>
  <inkml:trace contextRef="#ctx0" brushRef="#br1" timeOffset="-119251.75">4984 9357 675 0,'0'0'48'0,"0"-2"-5"16,0 0-1-16,0 1 0 0,0-1-18 0,0 0-16 16,0 0-7-16,0 0 4 0,0 0-5 0,0 0 7 0,0 1 4 15,0 1 5-15,0 0-2 0,0 1 11 0,0 1 1 16,2 28-2-16,-2 5 2 0,0-7-6 0,0 4-8 16,-2-3 3-16,0 1-4 0,-2 0 1 0,0-2 4 15,3-4-5-15,-1-2 5 0,0-1-9 0,2-7-6 16,0 1 1-16,0-4-2 0,0-1 5 0,0-1 2 15,0-2-4-15,0-1 3 0,0 0-9 0,0-3 3 16,0-1 4-16,0 0-1 0,0 2 3 0,0-1-2 16,0 1 0-16,0-2 1 0,-2 0-2 0,0 0 3 15,0 0-10-15,0-2 7 0,1 0-2 0,-1 0-1 0,0-2 4 16,0 0-4-16,2-2 1 0,0-1-1 0,-2-16 2 16,0-1-2-16,2 0-1 0,0-4-1 0,2-2-3 15,0-4 4-15,2 2 9 0,-1 1-8 0,1 3 8 16,4 3-8-16,-3-1 4 0,4 2 0 0,1 2-4 0,1-1 2 15,0 4 0-15,-4 4-1 0,21 2-1 0,-11 0 1 16,9 7 2-16,-4 1-3 0,-1-12 2 0,-1 6-1 16,-7 5 5-16,2 4-6 0,-6 2 6 0,-3 0-5 15,3 1 18-15,-7 23-10 0,17 4 8 0,-10-2-9 16,-5-2 4-16,-4 0-5 0,-4 2-4 0,-2-2 3 16,-1-4-2-16,-1-5 1 0,-1-1-2 0,2-3 2 15,-1 0-5-15,1 0 1 0,1-3-1 0,4-7 1 0,1 1 2 16,1-2-8-16,-4 0 6 0,4 0-7 0,-2 1 6 15,0 1 5-15,2-2-6 0,-2 2 5 0,2-1-4 0,0 1-4 16,2-2 4-16,0 0-4 0,2 0 1 0,-1 1 6 16,7 3-2-16,3 1 3 0,3 5-9 0,3-1 6 15,-8-4-3-15,4-3 4 0,-2 9-2 0,-7 0 9 16,1 0 2-16,-3 2 1 0,7 0-1 0,-4-2 6 16,-1 0-4-16,-4-2 6 0,-2-2 2 0,0 0-10 15,-4 1 7-15,-2-3-9 0,-10 0 2 0,-16 1-5 16,6-4-4-16,0 1 2 0,-2-1 1 0,4-2-15 15,-7 1 4-15,1-1-10 0,2 2-7 0,-4-2-58 0,5 2-32 16,-1-1-13-16,0 3-152 0</inkml:trace>
  <inkml:trace contextRef="#ctx0" brushRef="#br1" timeOffset="-118799.37">3911 10429 367 0,'0'0'33'0,"-2"0"-3"0,0 0 10 16,0 0 6-16,0 0-13 0,0 0 2 0,0 0 5 15,1 0-4-15,-1 0 5 0,0 0 11 0,0 0 8 16,0 0 2-16,2 0-2 0,0 0-20 0,2-2-16 16,2 0-3-16,22-7-2 0,11-3-7 0,6 1 10 15,5-2-2-15,9-2 5 0,8-1 4 0,13-1-4 16,2 2-2-16,2-2 0 0,-4 1 2 0,-2-7 1 16,2 3-2-16,2 0 2 0,3 1-2 0,8 4-6 15,4-2 2-15,0 3-5 0,-4-1 1 0,-11 2 0 16,-6 0-1-16,-6 0-1 0,-4 0-2 0,-5 2 3 0,-3-2 0 15,-8 3-1-15,-5 3-6 0,-2-1-2 0,-6 3 0 16,-4-1-1-16,-5 3-5 0,-9 1 8 0,-6 0-7 16,-1 0 6-16,-5 2-8 0,-1 0 4 0,1 0-2 0,-1-2 1 15,-2 2-18-15,0 0-18 0,-2 0-2 0,-2 0-5 16,-4 0-13-16,-36 8-24 0,-3 3-14 0,1 2-5 16,-5 2-74-16,-1 3-78 0</inkml:trace>
  <inkml:trace contextRef="#ctx0" brushRef="#br1" timeOffset="-118536.49">4492 10605 640 0,'-2'-2'94'0,"0"0"136"0,0 0-129 0,0-1-37 16,0-1-6-16,1 0-9 0,-1 0-27 0,0 1-14 15,0-1-4-15,0 2-1 0,2 0-4 0,0 0 2 16,0 1 7-16,2 1-2 0,0 0 11 0,0 0 8 15,0 1-4-15,-1 3 6 0,1 4-9 0,4 14-8 16,-2 0 3-16,-1 2-4 0,1-1 3 0,0-1-3 16,-1 0-1-16,1-1 1 0,0-3-1 0,0 1-2 15,-1-1 0-15,-1 1-1 0,0-2-5 0,2-3-4 0,-1 1 1 16,1-4-4-16,0-1-14 0,0-3-33 0,-1 2-29 16,-1-5-4-16,0 2-121 0,2-1-148 0</inkml:trace>
  <inkml:trace contextRef="#ctx0" brushRef="#br1" timeOffset="-118335.23">4882 10785 818 0,'0'0'106'16,"0"0"20"-16,1-2-12 0,1 0-52 0,4 0 2 16,22-11-9-16,11-1-21 0,5 1-1 0,1 1-7 0,-1 3-9 15,3 0-4-15,-4 0 3 0,-3-1-5 0,-1 3-8 16,-9 1-2-16,-2 1 1 0,-6-1 0 0,-1 2 3 15,-5 1-2-15,3-1-5 0,-2 0 2 0,-4 2-1 0,-2 1-12 16,-2-1 8-16,-2 0-12 0,-1 2-21 0,-4 0-62 16,2 0-23-16,-1 0-14 0,1 0-96 0,-2 0-61 15</inkml:trace>
  <inkml:trace contextRef="#ctx0" brushRef="#br1" timeOffset="-118086.2">5090 10512 993 0,'0'0'27'0,"0"0"-3"0,0 0 9 0,0 0-1 16,0 2-7-16,0 0-1 0,0 2 6 0,-2 10 7 15,0 9-3-15,0 1 9 0,2 2-10 0,0 0 3 16,0 3-4-16,4-1 4 0,1 2 0 0,3 2-6 0,-3-3 3 16,1 3-3-16,1-1-7 0,1-1 6 0,1 0-8 15,0-2-3-15,1-2-10 0,-1 2-3 0,0-2-1 16,-1-4 2-16,-1-2-9 0,0-1 3 0,-1-2-5 15,-2-3 4-15,-1-1-17 0,-1-1 1 0,0-1-7 16,2 4-11-16,-2-8-33 0,1 2 2 0,1-1-13 16,0-5-16-16,0 1-73 0,1 0-30 0,8 5-22 15,6 2-189-15</inkml:trace>
  <inkml:trace contextRef="#ctx0" brushRef="#br1" timeOffset="-117804.62">5751 10531 877 0,'-2'0'91'0,"0"-2"19"0,0 0-23 15,-2 0-48-15,2 0-3 0,1 0-27 0,-3 2-11 16,0 0-3-16,0 2-1 0,1 0 9 0,-1 2-4 16,-5 11 4-16,-2 7-3 0,-1 2 10 0,5 2-1 15,0 2 4-15,1 3-2 0,2 1 19 0,2 3 3 0,1 2 3 16,-1 1-2-16,-2 2-3 0,0-1-3 0,1 0 0 15,-1 2-1-15,0-4-7 0,2-3-5 0,0-3 1 16,1-1-2-16,1 0-3 0,0-4-4 0,0-2 1 16,0-9-3-16,0-4-8 0,0-4 8 0,0 1-5 15,0-3 7-15,0 1-14 0,0-1-25 0,0 1-1 0,0-2-10 16,0-1-27-16,0 1-75 0,0-2-38 0,0 0-17 16,0 0-170-16</inkml:trace>
  <inkml:trace contextRef="#ctx0" brushRef="#br1" timeOffset="-117409.49">5674 10560 1021 0,'0'-2'44'0,"0"-1"86"0,-1-16-92 0,1 3-25 15,0-1 4-15,3 2-12 0,3 0-3 0,3 0 8 16,0-1-2-16,19 3 4 0,4 0-6 0,-1 3 16 15,1 1-2-15,-4 3 8 0,-2 5-6 0,-2-16-13 16,0 8 3-16,-4 7-6 0,-1 2 2 0,-2 3-1 16,-6 3-5-16,-6-2 4 0,-3 22 1 0,15-2 2 15,-10-2 3-15,-3 4-2 0,-4-5 5 0,-4-1-10 0,-3-2-1 16,-2-5-3-16,5 0 5 0,-13-1 1 0,-1-5 0 16,7 0-1-16,1 1-3 0,3-4-3 0,3 1 0 15,-5-3 0-15,7 0-4 0,0-2-3 0,2 2 0 16,-3 1-2-16,1 1 6 0,0 0-3 0,2 0 6 0,0-3-4 15,2 1-1-15,1 0 1 0,5 2 0 0,10 3 2 16,8 4 2-16,-11-5 2 0,4 1-2 0,-1 3 3 16,-1-3-2-16,0 2 0 0,-1 1 3 0,-1-1-1 15,-5-2 3-15,-1 1 0 0,-4-4 11 0,-3-4-3 16,0 3 44-16,-2-1-2 0,2 2-8 0,0 0 0 16,-2-3-40-16,0 5-1 0,-4 0-7 0,-39-1 3 15,-9 1-10-15,-7-3 6 0,-2-1-8 0,1 26 4 0,-1-15-40 16,9-5-167-16,2-5-33 0</inkml:trace>
  <inkml:trace contextRef="#ctx0" brushRef="#br1" timeOffset="-103610.48">27515 14896 236 0,'-2'0'0'15,"0"0"62"-15,-7-2 14 0,-13-2 56 0,7 1 9 0,-2-1-49 16,6 2-3-16,7 2-56 0,-1-2-8 0,3 2-2 16,-2 0-24-16,1 0 12 0,1 0-1 0,-2-2 4 15,0 0-3-15,1 1 9 0,1 1 4 0,0 0 0 16,0 0 6-16,0 0-5 0,0 0 0 0,0 0-1 16,2 0-2-16,0 0-1 0,2 0-5 0,0 0 2 0,32 0-14 15,5 1 5-15,7 1 0 0,-3 2 2 0,7-2-5 16,-2 0 1-16,6 0 2 0,5-1 1 0,8-1 14 15,11-1-7-15,6-3-3 0,7-4-2 0,1 1 5 0,-2-2-6 16,-3-1 5-16,-5 1-6 0,-4-2 4 0,0 2-7 16,-2-1 3-16,-2 1-6 0,0 2-2 0,-5 3 8 15,-4 0-8-15,-9 2 7 0,-6 1-7 0,-8-1 2 16,-6 0 2-16,-8 0-1 0,-4 2 1 0,-6 0 3 16,-3 0 0-16,-4 0 1 0,-1 0-6 0,-3 0 3 15,-3 0-3-15,-1 0 4 0,1 0 6 0,0 0-2 16,0 0 1-16,-1 0-3 0,-1 0-5 0,0 0-26 15,0 0-11-15,0 0-10 0,0 0-73 0,-2 0-158 16,0 0-82-16</inkml:trace>
  <inkml:trace contextRef="#ctx0" brushRef="#br1" timeOffset="-103202.84">27795 15289 577 0,'0'-1'29'0,"0"-1"38"0,0 0-40 0,0 0-20 15,0 0-1-15,0 0-5 0,0 0 7 0,0 1-5 16,0-1-1-16,0 0-1 0,2 0 9 0,0 0-1 16,0 0 12-16,0 0-8 0,0 1 17 0,0 1-5 15,-1 0-1-15,1 0 1 0,0 0 1 0,0 0-3 16,0 1 6-16,0 1-5 0,0 0-1 0,-1 2 4 16,3 5-8-16,4 6 6 0,-3 2-16 0,3 1 11 15,-3-1-8-15,1 2 10 0,-3-1-3 0,1 1 5 0,0-1 0 16,0 5 0-16,-3 1-5 0,1-2-8 0,-2 0 3 15,0 1-4-15,0-1 3 0,0-2-4 0,0 1-3 16,0-3 1-16,0-1 0 0,0 0 2 0,2-3-5 16,-2-1 3-16,2-1-12 0,-2-5 9 0,0-3-4 0,0-1 4 15,2 1-26-15,0 0-27 0,0 0 2 0,-1-3-11 16,1 1 2-16,0 0-114 0,0 0-11 0</inkml:trace>
  <inkml:trace contextRef="#ctx0" brushRef="#br1" timeOffset="-102938.52">28120 15514 966 0,'0'0'42'0,"-1"0"-5"0,-1 0 6 16,0 0-2-16,0 0-15 0,0 0-23 0,0 0-6 15,0 0-1-15,2 0-2 0,2 0 0 0,0 0 11 16,2-2 4-16,20-3 2 0,11-5-2 0,6 1 1 15,-2 0-5-15,0 1 4 0,-6 1-7 0,-5 1-2 16,-2 1-1-16,-3 1 0 0,-3 0 6 0,-3 1-5 16,-2-1 0-16,-4 2-4 0,-2 0-3 0,-2 0-8 15,1 1-1-15,-4 1-5 0,-1 0-9 0,-1 0-3 0,0 0 0 16,2-2-2-16,-1 0-8 0,-1 0-100 0,0 0 3 16,0 0-44-16,0 0-75 0</inkml:trace>
  <inkml:trace contextRef="#ctx0" brushRef="#br1" timeOffset="-102580.57">28362 15182 451 0,'-2'-2'47'16,"0"0"-1"-16,0 0 17 0,0 0-6 0,-1-1-6 0,-1-1-1 15,0 0-12-15,0 0 5 0,3 1-7 0,-3-1 6 0,0 0-5 16,0 1 0-16,3-1-2 0,-1 0-4 0,0 2-11 16,0 0 0-16,0 1-4 0,0-1-8 0,0 0 3 15,1 0 2-15,-1 2 1 0,0 0 6 0,0 2-8 16,0 0-4-16,2 1 1 0,0 25 4 0,2 8-13 16,2 3 7-16,-1 0-11 0,1-4 7 0,0 0-2 15,0 0 2-15,-3-1-1 0,1-4 3 0,0-1-7 16,2-5 2-16,0 1-4 0,1-3 14 0,1 0-6 15,1 0 0-15,-1-3-2 0,-1 1 0 0,1-3-5 16,-1 2 2-16,1-5-4 0,0 1 2 0,-1-2-20 16,-1-2 1-16,-2-3-10 0,1-1-19 0,-1-3-16 0,0 2-26 15,0-3-1-15,0 1-138 0</inkml:trace>
  <inkml:trace contextRef="#ctx0" brushRef="#br1" timeOffset="-102221.37">28874 15249 814 0,'-2'-2'54'0,"0"0"-3"16,1 0-14-16,-1 0-2 0,0 0-23 0,0 0-9 15,0 1-5-15,-2-1 0 0,1 0-3 0,-1 0-2 0,0 0 2 16,2 2 5-16,-1 0-1 0,1 0 13 0,0 2-12 15,0 0 4-15,0 2-5 0,-3 7 6 0,-5 9 12 16,3 2-8-16,2 3 9 0,1-1-11 0,2 0 10 16,2 4-5-16,0-4 5 0,0 4-9 0,2 0 9 15,0-1-7-15,1 5 7 0,3-2-6 0,-1 1-6 16,1 3 8-16,-2-3-8 0,-2 1 15 0,-1-3-12 16,-1 3 5-16,2 1-7 0,0-3 9 0,2-2-3 15,0-4-3-15,-3-3-1 0,3 1-3 0,-2-5-5 16,0 3 1-16,-2-7-1 0,0-2 8 0,0-3-6 0,0-5-1 15,0-1-2-15,0 2-13 0,0 0-26 0,0-3 4 16,2 3-13-16,0 0-19 0,-1-2-103 0,1 0-21 16</inkml:trace>
  <inkml:trace contextRef="#ctx0" brushRef="#br1" timeOffset="-101766.44">28820 15269 647 0,'0'-2'193'15,"0"0"-255"-15,0 0 228 0,-5-16-127 0,1 7-27 16,2 1-7-16,0-1-5 0,2 4 0 0,0-1-4 0,2-1 6 16,0 4 4-16,4-5 1 0,-1 1 0 0,19 2-3 15,-1 1 1-15,-9 2-2 0,11-12 5 0,-9 8-8 16,-3 3 3-16,6 1-3 0,-12 4 9 0,6 0 2 15,-2 2 2-15,-7-2 1 0,0 2 13 0,-2 1-3 16,9 14 2-16,-4-2-2 0,-1 2-2 0,-4-4 6 16,-2-2-2-16,0 2 2 0,-2 0-10 0,0 0 0 15,-2-4-2-15,1 0 1 0,-1-1-5 0,0-3-8 16,2-1 1-16,0 0-3 0,-1 1-1 0,1-1-9 0,0 0 4 16,0-1-5-16,0 1 10 0,0 0-5 0,2 0-1 15,0-3-1-15,2 1 6 0,0 0 0 0,2 2 0 16,11 3 1-16,3 3 4 0,1-3-6 0,-1 0 1 15,-1 1-4-15,-2-1 4 0,-2 1 2 0,0 1 4 0,-4-3-1 16,-1-1-4-16,-3-1 8 0,-1 5-8 0,0-1 8 16,-1-3-4-16,-1-1 5 0,0 0 9 0,0-1-5 15,0 1 10-15,-2-2 2 0,0 0-7 0,0 0 4 16,0-1-17-16,-2 3 10 0,-2 0-11 0,-12 7 9 16,-12 0-19-16,0-5 7 0,0-3 2 0,-5-3 1 15,7 0-9-15,1-1-27 0,11-1-12 0,8 2-8 0,-3-2-62 16,5 2-178-16</inkml:trace>
  <inkml:trace contextRef="#ctx0" brushRef="#br1" timeOffset="-100999.68">29595 14491 383 0,'0'0'48'0,"-2"0"80"15,-2-2-69-15,0 2-19 0,-1 0 3 0,-6-2-9 16,1 2-8-16,-1 0 7 0,4 0-4 0,3 0 5 15,-2 0 8-15,3 0-10 0,-1 0 4 0,0 0-9 16,1 0-19-16,1 0 8 0,0 0-4 0,0 0 7 0,2 0 1 16,2 0 0-16,2-2-5 0,16-3 3 0,13-6-16 15,8 0 9-15,0-1 1 0,-2-1 2 0,4 0 3 16,-2 0 6-16,0 2-7 0,-4 2 6 0,-4 2-13 0,-5-1-4 16,-4 3 1-16,-3 1-3 0,-5 2 4 0,-1 0-7 15,-4 0 3-15,-5 2-5 0,1-2-6 0,-3 2-14 16,0-1 1-16,-2 1-6 0,-1 0-10 0,3-4-97 15,-2 0-37-15</inkml:trace>
  <inkml:trace contextRef="#ctx0" brushRef="#br1" timeOffset="-100714.3">29628 14185 659 0,'0'0'116'0,"0"0"28"0,-2 0-42 0,0-2-64 0,0 0-5 16,1 0-39-16,-1 2-3 0,0 0-11 0,0 0 9 16,2 0 5-16,0 0 7 0,0 2 2 0,0 0 0 15,2 0-2-15,0 0 3 0,0 1 4 0,-1 1-2 16,7 9 0-16,3 6 8 0,0 5 1 0,2 4 2 16,-2-2-2-16,2 9-3 0,0-2 0 0,-2 6 0 15,-1 0-4-15,-3-2 9 0,-3-5-6 0,0-2 7 0,-1-1-11 16,1-5-2-16,2 2 0 0,-3-5 0 0,1-1 3 15,0 1-4-15,-1-5 2 0,1 1-3 0,0-2 5 16,-2-4-18-16,0 0 0 0,-1-3-10 0,-1-3-25 0,0-1-63 16,0-2-43-16,2 2-18 0,2-1-241 0</inkml:trace>
  <inkml:trace contextRef="#ctx0" brushRef="#br1" timeOffset="-100184.34">30194 13891 866 0,'0'0'39'0,"0"-2"-2"0,-2 1-15 0,1-1 5 15,-1 0-22-15,0 0-3 0,0 0-38 0,0 0 7 0,0 0-14 16,0 1 30-16,2-1 6 0,0 0 2 0,0 0 2 15,0 2 7-15,0 0 19 0,0 0-4 0,2 0 8 16,0 2-7-16,0 0-4 0,0 1 5 0,3 14-5 16,3 5 4-16,-1 3-9 0,1 1 2 0,-1 0-2 15,1 1 1-15,-1 1 1 0,-1 2-2 0,1-2 1 0,-1 2-12 16,1-3 8-16,-1-1-4 0,-1 0 8 16,1 0 5-16,-3-5-7 0,3 1 5 0,0-3-5 0,-1-4 13 15,1 1-11-15,-1-1 6 0,1-2-7 0,-2-2 11 16,-1-2-2-16,-1-5-9 0,0 0 6 0,0 0-10 0,-2-3 3 15,2 3 5-15,0 0-4 0,-1 0 8 0,1-1 4 16,0-1 0-16,0 0 0 0,-2 0-10 0,0-2-3 16,0 0-2-16,0-2 0 0,0 0-4 0,-9-22-3 15,-2-8 1-15,1 5-1 0,5 3 5 0,-3-8-1 16,3 0-3-16,1-1 0 0,2 0-5 0,2-1 1 16,2 1-2-16,4-1 0 0,-1 5-1 0,4-1-3 15,3 4 5-15,2 4-4 0,-10 1 3 0,18 4 1 0,1 1 3 16,-3 3 0-16,4 2 5 0,4-1-1 0,-2 3-2 15,4 4 1-15,-6-3-7 0,4 6 9 0,-2-1-6 16,-6 1 7-16,-3-9-1 0,-4 3-5 0,-2 3 4 16,-5 3-5-16,1 0-1 0,-1 2-6 0,-3 0-2 0,1 0-2 15,-2 0-10-15,0 0-14 0,2 0-2 16,-1 2-4-16,1 0-17 0,-2-1-108 0,0 1-20 0</inkml:trace>
  <inkml:trace contextRef="#ctx0" brushRef="#br1" timeOffset="-99744.42">30657 14387 970 0,'0'0'25'0,"0"0"1"0,-2 0-26 15,2 0-8-15,0 0-15 0,0 0-12 0,0-2 17 16,0 0 6-16,2 0 2 0,0 1 16 0,1-1-3 15,8-6 0-15,8-1 1 0,3-11 16 0,0-1 17 16,1 3 2-16,-1-1 4 0,0-3 9 0,-1 1-25 16,-1 5 2-16,-1-1-10 0,-3 0 0 0,-1 4-3 15,-4-3 1-15,-1 3-2 0,-3-2-1 0,-3 0 2 16,0 2 3-16,-3 0-2 0,9 2 7 0,-5 1-7 0,1-1 2 16,-4 4-2-16,0-1-3 0,-2 3-8 0,0-1 0 15,0 3-1-15,0 1 1 0,-2-2-6 0,0 0 2 16,-2 2-2-16,-16-7 6 0,1 4-8 0,-3 3 0 15,1 2-2-15,-1 2 6 0,2 1 7 0,1 5-7 16,-1-1 5-16,1 2-13 0,4 1 3 0,-1 1 6 0,4-9 0 16,-2 14 7-16,4 1-12 0,3 2-4 0,0-1-1 15,-8 5 4-15,2-1 2 0,3 2 2 0,5 2-1 16,3-2-4-16,2 4 5 0,4-2-3 0,1 0 4 16,3-2 3-16,-1-5-2 0,4 3 7 0,-1-5-6 15,-1-4 6-15,-7 0 1 0,14-4-3 0,5 0 3 16,1-1-5-16,0-1-21 0,4-1 4 0,2 12-13 0,0-7-17 15,0-3-19-15,3-6-2 0,5-4-7 0,-3-6-45 16,6-5-177-16</inkml:trace>
  <inkml:trace contextRef="#ctx0" brushRef="#br1" timeOffset="-99202.93">30995 13065 532 0,'0'0'165'0,"-2"-2"-189"0,0 0 177 0,0 1-90 15,0-1-56-15,-2 0 5 0,3 0-4 0,-1 0 2 16,0 0-14-16,0 0 6 0,0 1-2 0,0-1 3 16,0 0 0-16,1 0 19 0,-1 0-3 0,0 0 7 15,0 0-3-15,0 2-6 0,0 0 2 0,0 0-4 16,1 0-9-16,-1 0 4 0,0 0 0 0,2 0 2 16,0 0 7-16,0 0 3 0,0 2 0 0,0 0 2 0,2 0 6 15,0 0-10-15,-1 2 5 0,3-1-6 0,4 7 1 16,-1 1 6-16,12 3 2 0,3 1 1 0,6 0 8 15,0 2 0-15,-1 3-6 0,9 1 4 0,-3-1-21 0,4 4 1 16,8 2-4-16,-4 2 3 0,3 6-10 0,-1 3-4 16,-6 0 5-16,-2 7-4 0,-5 1 1 0,3 5-2 15,-3 4-1-15,-4-2 0 0,0 4-10 0,-4-1 12 16,-3-3-4-16,-2 4 5 0,-2 2-4 0,-6-1 0 16,0 6 2-16,-3 6 0 0,1-2 11 0,-3 0-9 15,1 5 4-15,1-1-4 0,-2-3 6 0,-1-3-6 16,25-9 2-16,-17-8-2 0,-3-1 5 0,-6-1-1 15,-2 1-3-15,-4 1 1 0,-2 2 2 0,-3-4 3 0,-4 6 2 16,-2 0-1-16,-3 2 7 0,-5 6-12 0,-3-7 5 16,17 5-7-16,-32 0 6 0,-7-1-20 0,-2-1-11 15,-13-6-8-15,-6-2-76 0,-13-1-116 0,-5-3-63 16</inkml:trace>
  <inkml:trace contextRef="#ctx0" brushRef="#br1" timeOffset="-98348.09">27851 13184 363 0,'0'0'35'16,"0"0"-5"-16,0-2 15 0,0 0 0 0,0 0-9 0,0 0-9 15,0 1 1-15,0-1 3 0,0-2-3 0,0 0 1 16,0 1-1-16,0-1 2 0,0 0 0 0,0 0 9 16,-2 1-7-16,0-1 7 0,1 0-4 0,1 2 22 15,-2-3-19-15,0 1-1 0,0 0-6 0,0 1-9 0,-2 1-5 16,-3 0 0-16,0-4-2 0,-3 1-2 0,1-1-6 16,-2 3-1-16,-2 1-1 0,-4 2 2 0,2 0-5 15,-1 3 5-15,-5 5-6 0,3 1-1 0,-7 6 8 16,1-9-8-16,-4 16 8 0,-3 2-8 0,3 2 0 15,-2-2 6-15,3 4-4 0,2 0 6 0,1 0-7 16,0 1 0-16,6 1-1 0,-7 5-3 0,5 8 4 16,0 4-6-16,1 3 7 0,2 0-2 0,-1 4-2 15,1-2 2-15,0-4-2 0,2 2 10 0,1-4-8 0,1 3 3 16,0 3-5-16,0 2 1 0,1 1 1 0,-1 5 0 16,2 1 1-16,2 0-1 0,2 2 6 0,3 2-4 15,2 0 6-15,0-3-6 0,0-3 0 0,-24-5-1 16,13-8 0-16,10 3-2 0,3-1 7 0,1-2-6 0,3 1 6 15,2-1-6-15,1 6-1 0,2-2 3 0,1 4-2 16,3 2 2-16,0 1 4 0,2 1-7 0,-1-2 3 16,3-1-7-16,-4-5 5 0,0 1 5 0,0-5-2 15,0-3 2-15,0-2-5 0,2-1 2 0,0-1-3 16,-2 0 1-16,2-2 4 0,1-1-3 0,1-5 7 16,-11-1 19-16,25-2 15 0,3-2-4 0,3-4 1 0,-4-3-31 15,3-6-3-15,-1-4 1 0,4 0-2 0,0-3-6 16,0 3-7-16,2-3-1 0,1-4 1 0,1 5 6 15,2-5-14-15,1 2 3 0,6-1-9 0,4 25-21 16,1-13-8-16,-8-8-23 0,3-3-6 0,3-2-202 0</inkml:trace>
  <inkml:trace contextRef="#ctx0" brushRef="#br1" timeOffset="-97581.41">31929 13191 138 0,'0'0'55'0,"0"-2"-4"0,0 1-15 0,0-3 1 15,0 0-26-15,0-3-9 0,0-4 2 0,0-1 1 16,0 1-1-16,1 2-4 0,1-2 20 0,0 2 5 0,0 1 7 16,0 3 37-16,0-1 15 0,-2 2-10 0,0-1 8 15,0-1-20-15,0 2-8 0,0 1 0 0,0-1-6 16,0 0-19-16,0 1-11 0,0-1 2 0,0 2-6 16,0 0-14-16,0 0 3 0,0 1-3 0,0-1 6 15,0 0-4-15,0 2 3 0,0 0-5 0,0 2 4 16,0 0 5-16,0 1-3 0,0 10 3 0,0 11-7 15,-4 4-10-15,2 2 12 0,0 3-3 0,0 3 8 0,1 1-6 16,1 7-5-16,1 1 4 0,3 3-3 0,2 2 0 16,-1 4 4-16,1 0-3 0,1 0 7 0,-1-2-4 15,-1-8-7-15,-3 1 0 0,-2-6-1 0,0 2 10 0,0 0-6 16,0 1 2-16,0 5-3 0,0 3 2 0,0 2 8 16,0 2-4-16,-3-2 5 0,-1 2-9 0,0-2 2 15,2-2 2-15,2-4 1 0,0-3 5 0,-2-4-6 16,1-4-1-16,-1-5 0 0,2-6 5 0,0-2 0 15,0-3-1-15,0-4-1 0,0-2-6 0,0-4 8 16,0-2-1-16,0-1 1 0,0-2-3 0,0-3-4 16,0 1 2-16,0 2-2 0,0 0-2 0,0-1-25 15,0-1-6-15,0 0-9 0,0 0-40 0,2-2-21 0,-1 0-13 16,1-2-14-16,0-2-166 0</inkml:trace>
  <inkml:trace contextRef="#ctx0" brushRef="#br1" timeOffset="-97025.11">32272 13199 82 0,'0'-2'40'0,"0"0"-2"16,0-2 19-16,0-3-5 0,0-10-5 0,0 2-19 15,0 4 17-15,0 2-1 0,0 0 9 0,0 3 11 0,0 2 2 16,0-1-5-16,0 3 2 0,0 0-5 0,0 0-5 16,0 0 4-16,0 0-6 0,0-1-12 0,0-1-2 15,0 0-8-15,0 1 5 0,0 1-27 0,0 0-4 16,0 0-1-16,0 0 1 0,0 0 3 0,0 0 0 16,0 2-1-16,0 0 1 0,0 0 5 0,0 2-11 15,-2 0 5-15,2 2-6 0,0-2 18 0,-4 14-14 16,1 3 9-16,-1 1-12 0,-2 3 4 0,3 1 0 15,-1 0 3-15,0 0-1 0,2 4 4 0,1-2-5 16,-3 4-3-16,0 3 3 0,0-1 1 0,1 3-2 0,-1 2 1 16,-2-3-1-16,1 1-5 0,-1 2 3 0,1-2 3 15,1 2 1-15,0 1-6 0,1-5 8 0,1-2-8 16,0 1 8-16,0-2-8 0,0 1-3 0,0 1 1 0,2 1-1 16,0 1 3-16,0 3 6 0,0 0-6 0,0 0 5 15,0 4-7-15,0 0 2 0,0 0 4 0,0 1-2 16,0-1-2-16,0 0-1 0,-2 0 4 0,1-6-3 15,-3 0 4-15,0-3-2 0,0-2-4 0,1-6 2 16,1-2 3-16,0-1 4 0,2-5-5 0,0 1 4 16,0-4-5-16,0-4 6 0,0-1 2 0,0-1 0 0,0-1 0 15,0-3 4-15,0-1-4 0,0 0 4 16,0 2-5-16,0 0 3 0,0-1 4 0,0 1-2 0,0-2 6 16,0 0-13-16,0 0-2 0,0-1-4 0,0 1-27 0,0 0-24 15,0-2-7-15,0 0-6 0,0 0-44 0,0-2-75 16,0 0-35-16</inkml:trace>
  <inkml:trace contextRef="#ctx0" brushRef="#br1" timeOffset="-86249.4">30339 13967 30 0,'0'0'29'16,"0"0"-5"-16,0 0 30 0,0 0-7 0,0 0 5 0,0 0 1 15,-2 0-4-15,0 0 7 0,1 0-10 0,-1 0 1 16,-2 0-2-16,2 0 2 0,-11-1-3 0,2-1 0 15,0 2-12-15,2 0 5 0,-3-2-7 0,5 2 2 16,-2 0 1-16,-1 0 2 0,3 0-1 0,-2 0 1 0,1 0 1 16,3 0-2-16,3 0 3 0,-4 0-1 0,3 0-3 15,-1 0 8-15,2 0-6 0,0 0 4 0,0 0-3 16,0 0-4-16,1 0 1 0,-1 0-11 0,-2-2 3 16,0 0 0-16,1 0 2 0,1 0-8 0,0 1-1 15,0-1-8-15,0 0 5 0,0 0-16 0,0 0 4 16,1 0-3-16,-1 0 5 0,2 1-1 0,0-1 0 15,2 0 4-15,-1 0-4 0,3 0 5 0,4-2 1 16,14-5 2-16,6 0-2 0,3 1-3 0,3 3-2 0,1-1 1 16,2 3-1-16,-5-1-1 0,-1 2 1 0,-1 0-2 15,-6 2 2-15,4 0-3 0,-4 0-4 0,0 0 3 16,-5 0-2-16,-1 2 10 0,-3 0 4 0,-2 2-2 16,-2-1 2-16,4 3-8 0,-4-1-2 0,1 1 4 0,-1 1-3 15,-4-1 9-15,1 5-12 0,-5 6 2 0,3 1-3 16,-3 3 0-16,-1-1 2 0,2 4-2 0,0-1 1 15,-1 3-2-15,1-2 3 0,0 4 1 0,-2 1 1 16,0 3-5-16,18 1 5 0,-7 1-4 0,-6-1 5 16,-1 3-8-16,-2 2 2 0,-4 3 0 0,0-2 1 15,-4 2 8-15,0-6-8 0,-3-1 7 0,-1-1-7 16,-1-3 9-16,-2 0 3 0,-2-2-6 0,2-4 5 0,-4 0 0 16,0-2-7-16,12-1 5 0,-16-5-4 0,0 1 9 15,1-4-3-15,-3-2-1 0,-6-2 1 0,1 1 6 16,0-5-7-16,3 1-2 0,5-2-1 0,-3-3 4 15,3 12-1-15,-5-1 7 0,1-5-7 0,2-5 4 0,-3-2 13 16,7 0-3-16,5-2 6 0,-1-2-9 0,3 1-15 16,-2-3 4-16,4 0-7 0,-1 3-1 0,4-14-4 15,-7 0-1-15,2 1 0 0,3-3 3 0,5 2-4 16,1-3 0-16,5-1-1 0,4-3-4 0,4 2 8 16,2-4-5-16,-4 0 6 0,25-2-6 0,-1 0 2 15,4 4-1-15,-4 4 1 0,-1 1 8 0,-1 2-4 16,-5 3 5-16,-8 6-6 0,5 3-2 0,-5-10 2 0,2 4-1 15,1 7 2-15,-3 4-3 0,0 5 2 0,-3 3-2 16,2 5 1-16,-3-2-2 0,-3 13 5 0,2 2 2 16,-4-5 1-16,2 3 2 0,-3-4-4 0,-1-1-2 15,0 1 0-15,0-1 0 0,3-3 3 0,-1-1-2 16,-2-4 3-16,2 2 0 0,-2-3-7 0,1-1-2 0,-1-2-4 16,-2-1-9-16,3-4-18 0,1 0 6 0,-4 3-10 15,-1-1-4-15,-2-2-22 0,-1 0-11 0,-1-2-6 16,0 0-66-16,2 0 7 0,-1 0-23 0,1-2 4 15,0 0-158-15</inkml:trace>
  <inkml:trace contextRef="#ctx0" brushRef="#br1" timeOffset="-85580.36">30218 14016 697 0,'0'-2'40'0,"-1"0"1"0,-1 0-3 16,0-2-13-16,-2-1-8 0,-1-4-18 0,-1-1 3 15,2 3-3-15,1-1 2 0,1 1-1 0,0 1 0 16,0 1 8-16,2-1-4 0,0 3 13 0,0-3-2 0,0 0 1 16,0 3 1-16,0-1 13 0,0 2-8 0,0-2 10 15,0 1-11-15,2-1-2 0,-2 2 6 0,0 0-6 16,17-9 8-16,-3 2-2 0,12-2-5 0,2 3 3 15,0 3-4-15,2 1 12 0,3 2-17 0,3 2 5 16,6 0-8-16,1 2 4 0,-2 2-6 0,-4 3-4 0,-4 1 1 16,1 1-3-16,-4 0 14 0,-4 2-2 0,-4 2 7 15,-2-7-8-15,-1 22-2 0,-3 3-1 0,-1 3 0 16,-2 3-8-16,-3 2 0 0,-1 4 0 0,-2-1 1 16,-3 5-1-16,-2 1 7 0,22-3-4 0,-11-1 6 15,-9-3-11-15,-2-4 7 0,-4 0-3 0,-2-3 5 16,-3-1-3-16,-3-1 9 0,1-5-6 0,-2-2 6 15,-2-3 3-15,0-2-5 0,4-1 3 0,-17-2-3 0,-6-1 3 16,1 1-3-16,-7 0 1 0,-2-4-2 0,1 2-3 16,-6-4-3-16,6-2 1 0,-7-2-2 0,7 1 0 0,-2-6 7 15,2 1-1-15,9 16 4 0,0-8 16 0,8-7-3 16,0-4 6-16,3 0-8 0,4-2-5 0,4 0-10 16,4 0-1-16,3 0-4 0,0 1-12 0,1-3-9 15,-3-4 4-15,-1-6-5 0,3-1 6 0,4-2-3 16,2 2 1-16,5-2 1 0,2 3 2 0,6-3 5 15,15 2-3-15,-4 0 5 0,7 2 0 0,1 2-4 16,-4 2 1-16,1 1-2 0,-7 1 6 0,-5 5 0 16,1-2-3-16,1-11 0 0,-1 8 1 0,2 1 0 0,-1 6 4 15,1 0-3-15,-3 4 0 0,1 2 6 0,2 3-5 16,-1 0 4-16,-1 2-9 0,-3-1 9 0,3 3-6 16,-5-4 6-16,2 2-7 0,1 0 5 0,-3-1 3 15,4 1-1-15,-2-2-3 0,-1 0 6 0,1 1-6 16,-2-3 5-16,3 2-9 0,-3-3 5 0,0-1-2 0,-2 1 1 15,-2-2-2-15,-1-1-4 0,-3-1 5 0,-3-2-4 16,3 2-10-16,-3-2-1 0,0 0-7 0,-3 0 3 16,3 0-27-16,0 0-77 0,0 0 3 0,-3-2-25 15,1 0 10-15,0 1-136 0</inkml:trace>
  <inkml:trace contextRef="#ctx0" brushRef="#br1" timeOffset="-84911.16">30395 14055 516 0,'0'0'60'0,"0"0"-1"0,-2-2 5 0,0 0-12 15,0 0-13-15,0 0-16 0,1 0-13 0,-1 1 4 16,2-1-7-16,0 0 5 0,0 0 10 0,0 0-1 16,2 0 3-16,-1 0 3 0,3-1 12 0,11-7-2 0,11-3 5 15,0 4-5-15,0 4-16 0,0-1-3 0,0 2-4 16,0 2-3-16,-6 2-9 0,1 0 13 0,-4 0-12 15,-4 2 8-15,0 2 0 0,-2 0 2 0,-2-1 3 16,0 3 13-16,-3-2-5 0,1 14 2 0,3 5-3 16,-3-3-1-16,-2 6-14 0,1 2-1 0,-2 3-1 15,1 5 13-15,-1 3-18 0,-2 3 9 0,0 1-11 0,0 2 11 16,22-1-9-16,-13-1 4 0,-6-2-5 0,-3-2 2 16,-2-6 3-16,-3-1 2 0,-5-4 1 0,1-2 4 15,-4 0 0-15,-1-2-3 0,-2 2 4 0,10-2 8 0,-31 0-7 16,-4 0-1-16,-4-2-3 0,-3 3 2 0,-1-1-8 15,3-6 7-15,-1-3-8 0,0-4 5 0,10-5 1 16,4-1 0-16,3 14 1 0,4-8 4 0,1-5-9 16,3-4 5-16,1-2-6 0,3-2 6 0,4-2 0 15,1-3-2-15,2-1-1 0,2-7-12 0,3-9-8 16,2 0 2-16,-15-2-2 0,6-2 0 0,7 2 6 16,4 0 0-16,2 0 3 0,4 4 3 0,1 1-10 15,1 7 1-15,1 1-2 0,0 0 10 0,-1 5-6 0,8 1 7 16,1-4-6-16,2-1 8 0,1 5-3 0,2 5-1 15,-1 2-1-15,7 2 6 0,0 4-2 0,-4-1-3 16,9 4 0-16,-5 1 0 0,4 1 3 0,5 2 7 16,-8-4-5-16,3 0 4 0,-2 1 1 0,-4-1-1 0,0-2 1 15,2 3-3-15,-4-3 0 0,0 1-1 0,-4-1 2 16,-1-1-2-16,-3-1-4 0,-1 1-1 0,-2-1-4 16,-2 1-13-16,1-1-47 0,-1-1-43 0,0 0-12 15,4 0-241-15</inkml:trace>
  <inkml:trace contextRef="#ctx0" brushRef="#br1" timeOffset="-83864.48">33020 13598 226 0,'0'-2'37'0,"0"0"0"0,0-1 47 15,-2-16-19-15,1-1 15 0,-1 1-25 0,0 0-9 16,0 1 8-16,0 1-9 0,0 0 11 0,0 1-16 16,1 1 4-16,1 2-9 0,0 2 0 0,-2-2-4 15,2 3-1-15,0 1 1 0,0 2 9 0,0 1-6 16,0 1 2-16,0 3-3 0,0 0 7 0,0-2 4 16,0 0 4-16,0 1-3 0,-2-1-4 0,0 0-22 15,0 2 1-15,0 1-9 0,0-1-13 0,1 2 7 0,-1 0-5 16,-2 2 7-16,0 1-8 0,-7 21 9 0,2 12-4 15,-4-1 6-15,2 4-10 0,3-4 6 0,-1 4-6 16,3 4 6-16,-1-6-5 0,1 0 5 0,1-1-1 16,-16-3 3-16,8-2 9 0,6-1-11 0,3-4 12 15,1-2-13-15,-1 0 2 0,2-1 6 0,2-1-8 0,0 2 8 16,0-3-8-16,0-1-1 0,0 0 5 0,0-1-5 16,0-2-1-16,0 1 1 0,0-3-4 0,0-2 5 15,0-4 7-15,0-1-8 0,-2-1 1 0,0-1-6 16,2-2-9-16,-2-1-11 0,1 1-9 0,-1 0-4 15,0-2-68-15,0-1-49 0,0 1 1 0,0-2-23 0,0-2-64 16</inkml:trace>
  <inkml:trace contextRef="#ctx0" brushRef="#br1" timeOffset="-83362.64">33011 13409 970 0,'0'-2'17'0,"0"0"1"0,0 0-14 16,0 0 0-16,0-11-9 0,2 0 5 0,3 0-2 15,3 2 10-15,3 0-7 0,17-2 18 0,0 2-5 0,1 3 2 16,3-1 0-16,-2 2 19 0,-1 1-8 0,-1 2 1 16,-4 2-4-16,-1-12-2 0,-5 4 3 0,-1 5 3 15,-2 3 0-15,-6 2 12 0,-5 0-14 0,-1 0 0 16,-1 0-6-16,2 4-10 0,5 12 3 0,-1 8 4 15,-8 6-1-15,-4 0 4 0,-5 3-4 0,-6 4 0 0,-2-1-1 16,-3-1-4-16,1-3-2 0,1-1 0 0,-3 4 0 16,3-1-4-16,1-6-4 0,2-2 1 0,4-6-1 15,-2 2 5-15,2-1-1 0,2-1-5 0,-1-1 3 16,1 1-3-16,2-1 1 0,1-3 0 0,0 1 0 16,1 0-10-16,-1 0 11 0,1-1-5 0,-1 1 8 15,2 0-8-15,3-2 3 0,1 1 2 0,0-5-1 0,0 2-2 16,0-3 9-16,1-1-5 0,1-2 8 0,2-1-5 15,0 0 4-15,5-3 5 0,8 8-2 0,1 1 1 16,1-5-4-16,-1-1-2 0,1-5 2 0,-4-1-1 0,-2 0 5 16,2-1-4-16,-2-3 4 0,0-2-2 0,-4 3 9 15,0-3 2-15,-3 0 1 0,1-14 4 0,-3-2-1 16,0-2-2-16,12-2 1 0,-5-4-6 0,-5-2 2 16,-4-1-1-16,-2-2 1 0,0 1 5 0,-4-5-1 15,-3-2 7-15,-3 1-5 0,-3-1 6 0,2 4 0 16,-2 5-6-16,0 4 3 0,-1 0-12 0,-1 6-8 15,7 0-4-15,-20 1-2 0,-1 5-10 0,-5-1 1 16,1 2 1-16,-8 2-2 0,4 0-15 0,-2 4-58 16,-4-1-39-16,0 3-14 0,-3 0-202 0</inkml:trace>
  <inkml:trace contextRef="#ctx0" brushRef="#br1" timeOffset="-80628.56">27963 16435 256 0,'0'0'-44'0,"0"0"37"0,-2 0 11 0,0 0 17 0,-2 0 43 16,0 0-2-16,-3 0-11 0,-4 0-3 0,0 0 4 15,0 0 4-15,-1 0-10 0,3 0-1 0,-2-2-2 16,4 2 4-16,1 0-17 0,0 0 10 0,3 0-13 0,-1 0-2 15,0 0-2-15,2 0-5 0,1 0 4 16,-1 0-4-16,-2-2 3 0,0 0-9 0,1 1 5 0,1-1-14 16,0 2-8-16,0 0 9 0,0 0-9 0,0-2 15 15,0 2 5-15,2-2 2 0,0 0 1 0,2 0 13 16,0 0-4-16,2 1 1 0,29-16-2 0,4-2-6 0,14 1-6 16,6-3-1-16,6-1 1 0,6-2 2 0,1-4-7 15,1 0 5-15,-2-1-5 0,-2 25 0 0,1-24 0 16,1-4-6-16,0 3 4 0,9 3-3 0,2-4 6 15,-3 2-6-15,1 4 5 0,-11-2-8 0,-9 6 2 16,-6 3 7-16,-9 0-5 0,-8 4 1 0,-7 2-1 16,-6 4 1-16,-2 3 0 0,-5 2-1 0,-5-2 4 15,-3 2 0-15,-3 1 2 0,-1-1 5 0,1-2 1 0,0 0 4 16,0 1 1-16,-3 1 22 0,1 0-30 0,0 0 4 16,0 0-12-16,0 0-2 0,-2 0-23 0,0 1-1 15,-2-1-10-15,0 2-10 0,0 0-14 0,-1 0 7 16,-16 3-10-16,-1 5-14 0,-5 3-16 0,1 2-11 0,-5 6-1 15,-5-18-46-15,-3 22-56 0,-2-1-9 0</inkml:trace>
  <inkml:trace contextRef="#ctx0" brushRef="#br1" timeOffset="-80318.53">27979 16591 382 0,'-2'0'64'0,"1"0"-3"16,-11 4 23-16,-14 3-4 0,4 1-13 0,2-1-9 15,5-1-28-15,2-1 5 0,5-3-14 0,3 0 0 16,3-2-22-16,-2 2 1 0,1 0-7 0,-1-1 1 0,2 1 13 16,0 0 9-16,2 0 2 0,0-2 20 0,2 0-9 15,2 0-7-15,18-9 2 0,13-6-1 0,12-6-4 16,-1 1 3-16,8-2-3 0,5-2 7 0,-3-1-6 16,2 3 4-16,-3-2-5 0,-3 2 2 0,2-1-7 15,2-1-3-15,0 4-1 0,-3 1-4 0,1 3-2 16,-2-1 6-16,6 0-6 0,-8 4 6 0,-2 2-7 15,-7 0 3-15,-6 2-3 0,1 1 7 0,-10 3-2 16,-4 1-5-16,-11 2 4 0,0 0 3 0,-3 0-5 0,-3 2 7 16,-3 0-8-16,2-1 4 0,-1-1-1 0,1 2-7 15,0 0 0-15,-2 0-36 0,0 0-55 0,-1-2-2 16,1 0-30-16,2 0-127 0</inkml:trace>
  <inkml:trace contextRef="#ctx0" brushRef="#br1" timeOffset="-79347.47">30482 15360 225 0,'-2'0'42'0,"0"0"71"16,1 0-43-16,-1 0-27 0,-2 0 13 0,-7 0-19 15,-6 0-4-15,-3 2-7 0,-4 2-7 0,-1-1 4 0,1 3 1 16,2 1-4-16,-4 3 6 0,4-1-4 0,1-2 20 16,1 3-2-16,3-5-2 0,0 1-1 0,4-1-6 15,2-1-4-15,4-2 0 0,3-2-1 0,2 0 0 0,0 0-9 16,-1 2 2-16,-1 0-6 0,2-1-3 0,0 1 21 16,0 0-8-16,2-2 9 0,0 0-18 0,2 0 0 15,2 0 6-15,16-2-4 0,16-3-3 0,3-5 7 16,9-3-11-16,4-1 11 0,-4-3-13 0,4-2 8 15,-5 1-1-15,1-3 2 0,0 1-6 0,-5 1-1 16,-2-1-1-16,-6 5 2 0,-5 0-2 0,-1 0 9 16,-3 2-2-16,-5 2 4 0,-1 0-12 0,-3 2 11 15,-4 1-11-15,-2 3 10 0,-5 3-8 0,-4 2 17 0,1-2 6 16,1 0 3-16,0 0 14 0,-2 0-20 0,-1 1 1 16,1-1-7-16,0 0-5 0,-2 0-12 0,0 0 1 15,-2 0-5-15,0 0 0 0,-1 1-1 0,-7-1 1 16,-10 0 0-16,0 2 5 0,-3 4-7 0,1-1-1 15,-2 5-2-15,0-1-4 0,-2 4 3 0,-6 2 3 0,1 2 0 16,-5 0 6-16,3-2-5 0,-2 2 0 0,3 0-1 16,-1 1 4-16,1-3-6 0,1 0 2 0,3-1-4 15,7-5 6-15,5 0-3 0,6-3 3 0,-1 2-4 16,2-1 3-16,3-1-11 0,1 0 6 0,1-2-6 16,0 1 12-16,1 1-7 0,1 0-4 0,0-1-1 0,0 1-1 15,2 0 5-15,0 0 1 0,0-3 0 0,2 1 4 16,0 0-4-16,7 2 4 0,21 0-4 0,3-4 0 15,4-4 10-15,2-4-11 0,2-3 11 0,0-2-6 16,0-3-5-16,-4-1 7 0,-4 0-4 0,3-3 11 0,-5 1-7 16,1 2 2-16,-3 1-4 0,-1 3-1 0,-4 2 3 15,1-1-2-15,-5 5 2 0,-1 0-1 0,-6 3 2 16,-2 2 0-16,-4 0 2 0,1 0 6 0,-5 2 8 16,1-2 1-16,0 1 2 0,-1-1 4 0,1 2 5 15,0 0-3-15,-2 0 2 0,0 0-10 0,-1 0 3 16,1 0 0-16,0 0 0 0,0 0-7 0,0 0-9 15,0 0 2-15,0 0-5 0,-2-2-8 0,0 2-17 0,0 0-12 16,0 0-2-16,0 0-72 0,0 2-296 16</inkml:trace>
  <inkml:trace contextRef="#ctx0" brushRef="#br1" timeOffset="-813.75">23265 6396 28 0,'0'-2'0'0,"0"0"4"15,0 0 53-15,0-2 0 0,0 1 6 0,0-7-6 16,2-1-3-16,-2 2-18 0,2 0 12 0,-2 5-15 16,2 0-4-16,-1 1-15 0,1-1-1 0,0 0-2 15,0 0 9-15,0 3-9 0,0-1 1 0,0 0-5 16,-1 2-1-16,1 0 3 0,0 0 2 0,0 2-2 0,0 0 0 16,0 1-1-16,-2-1 4 0,11 20-4 0,-2 3-2 15,-5-3 0-15,0 4-3 0,-4 0 3 0,0 2 5 16,0 3-8-16,-2 3 1 0,-2 1-4 0,-2 4 4 0,1 4-6 15,-1-1 3-15,-1 5-3 0,-1-3 3 0,1 6 3 16,1-3-4-16,1 1 4 0,-1 0 3 0,3-7-6 16,-1-4 2-16,0-5-3 0,-1 1-1 0,-1-5 11 15,2-2-1-15,1-5 3 0,-3-3-12 0,0-1 13 16,1 0-1-16,1-4 4 0,0-2-7 0,1-4 2 16,1-1-1-16,0-2 2 0,0-1 2 0,0 1 7 15,-1 0-5-15,-1-1 6 0,0-1 0 0,0 0 2 16,1 0 1-16,-1-2-2 0,0 0-6 0,1-2 0 0,-1 0-7 15,0-1 3-15,-3-10-4 0,-4-13-9 0,1-4 7 16,1-7-9-16,3 1 2 0,3-6 7 0,1-1-9 16,2-3 6-16,0-1-6 0,0-1-2 0,4 0 5 15,1 3-4-15,3 0 1 0,-1 3 2 0,0 3-6 0,3 0 4 16,-1 2-6-16,0 3 9 0,2 1-2 0,2 1 2 16,-1 3-1-16,1 3 1 0,-2 0 4 0,0 0-3 15,0 1-1-15,0 1-1 0,0 2 0 0,-1 5 0 16,1 1-2-16,-2 3 0 0,-7 1 0 0,16-1 1 15,-1 6 3-15,7-2-1 0,-1-1-3 0,4 7 2 16,5-5 1-16,0 3-1 0,-3 3 5 0,1-7-5 16,3 3 2-16,-1 4 1 0,5-2-3 0,-3-16 0 15,-3 9-4-15,-1 3 7 0,-6 7 1 0,-2 1 2 0,-1 1-5 16,-5 5-4-16,-1 1 3 0,-4 1-3 0,-1-3 6 16,-5 20-1-16,-1-1-1 0,14 4 1 0,-6 1-2 0,-7-3 6 15,-3 2-5-15,-2-4 6 0,-6 2-9 0,-1-2 5 16,-4 1 0-16,-2-3 4 0,7 2-3 0,-20-2 1 15,-2 2-1-15,-1-3 2 0,-7-1 7 0,-1 1-2 16,0-5 0-16,-2 1-2 0,2-2-1 0,-4-4 8 16,-1 0-4-16,-1 0 4 0,2-1-8 0,4-1 2 15,3 0-1-15,3-1 0 0,1-3-4 0,6 1 6 16,0-1-1-16,3 1 3 0,5-1-7 0,1 1-5 16,4 3 3-16,1-1-4 0,3 3-2 0,5 2 0 0,0-4-1 15,-5 2 2-15,1 2 5 0,3 0-1 0,1 4 2 16,4 2-1-16,3-5 2 0,6 3-4 0,-1-2 2 15,21-8-2-15,3 10 6 0,3-6 5 0,2 4-5 16,2 0 6-16,1-4 3 0,-1 0-11 0,-2 0 3 16,-4-1-7-16,-3-3 0 0,1 4 1 0,1 0 1 0,-6-1-1 15,-2 1-4-15,-6-2 2 0,-3-1 1 0,1-3 0 16,-5-1-11-16,0 1-6 0,-2 1-10 0,2 0 3 16,0-3-40-16,-1 5-187 0,-1-5-68 0</inkml:trace>
  <inkml:trace contextRef="#ctx0" brushRef="#br1" timeOffset="1013.43">24481 6951 113 0,'0'-2'33'0,"0"0"8"0,0-2 27 15,2-12 3-15,2-8-16 0,-1-1-9 0,-1 3 1 16,2 4-5-16,0-1-11 0,-1 4-14 0,-1 2 10 15,-2 0-9-15,0 2 17 0,0 4-11 0,0-1 2 16,-2 1-4-16,1-1 5 0,-1 3-7 0,-2-1 3 16,0 1-2-16,1-1 11 0,-14 2-14 0,-2 1 5 15,4 1-6-15,-5-13 9 0,-4 4-5 0,5 3-1 0,-7 3-3 16,2 1-10-16,-2 4 10 0,-5 0-8 0,-1 2 9 16,1 4-9-16,-1 1-2 0,0 4 4 0,3 0-3 15,-1 4 13-15,2 2 15 0,0-14-4 0,2 27 4 16,0 0-15-16,2 7-12 0,0 4 4 0,0 0-5 15,2 3 1-15,-1-5-2 0,5 0-4 0,-6 2 3 0,5-2-2 16,2-7-2-16,2-3 7 0,10 1-4 0,-1-8 14 16,1 1 3-16,-10-1-1 0,6-3 3 0,3-1 0 15,4-1-6-15,2-2 4 0,0-1-5 0,4-1-4 0,2 0 8 16,3 0-8-16,-6-3 8 0,20 1-11 0,-1-4 0 16,4 3 1-16,-2-7-2 0,2 3 0 0,-4-4-5 15,3 0 1-15,-3-1-3 0,-2 14 0 0,1-5-1 16,-3-5 4-16,1-1-2 0,-4-2-1 0,0 0-11 15,-2-2-2-15,-4 0-3 0,4 0-9 0,-6 0-53 16,3 0-10-16,-1 0-15 0,-2 0-37 0,-1 0-32 16,-2 0-18-16,1 0-16 0,-1 0-140 0</inkml:trace>
  <inkml:trace contextRef="#ctx0" brushRef="#br1" timeOffset="1569.56">24257 7380 634 0,'0'0'41'16,"0"-2"-1"-16,-2 0-1 0,0 0-3 0,0 0-14 16,0 0-6-16,0 1-9 0,0-1 4 0,1 0-6 0,1 0-1 15,0 0 0-15,0 0 0 0,0 0 2 0,1 1 5 16,1-3 31-16,0 0-3 0,0 4 13 0,15-2 1 15,5-7-11-15,-2 2-2 0,6-1-3 0,2 1-7 0,-2 5-17 16,2-17 1-16,-4 10-7 0,-2 5-11 0,-3 4 4 16,-4 0 0-16,-4 2 2 0,-4 0-2 0,-3 0 5 15,-2 4-4-15,11 12 6 0,-4 3-1 0,-3-1 4 16,-4 2-3-16,-2-1 4 0,-6-1 3 0,-3 2-1 16,-4 1 1-16,7-1-2 0,-22 0-1 0,1-1 4 15,-5-3-3-15,6-1 2 0,0-2-5 0,4-6 0 16,3 0 2-16,-1-3-1 0,1-1 0 0,1-1 4 15,-1 2-6-15,12-4 5 0,-1-1-10 0,3 3 1 16,3-4 2-16,0 0-2 0,-2 4-8 0,1 0 1 16,1-3-1-16,0 1 3 0,0 0-4 0,2 0 5 0,2 0-3 15,0 0 3-15,16 5-3 0,8 1 0 0,0-1 1 16,2 0 1-16,0 1-4 0,2 1 4 0,-6-1 1 16,0 3 0-16,-4-2 5 0,1 2-5 0,-5 0 1 15,-1-7-1-15,-4 11 0 0,-5 0 0 0,0-2 2 0,-1-6 1 16,3 4 4-16,-5-3 20 0,1 1 2 0,0 2 6 15,-4-2 1-15,0 1-11 0,0-7-4 0,-4 5 0 16,-7-6-1-16,-19 1-5 0,-3-1 4 0,-4 19-6 16,-2-8-3-16,1-8-9 0,-2-5 2 0,6 0-2 15,3 0 8-15,1-2-9 0,6 1-1 0,2-3-4 16,3 2-11-16,4 0-22 0,4 0-27 0,4 0-1 0,1 1-116 16,2-1-151-16</inkml:trace>
  <inkml:trace contextRef="#ctx0" brushRef="#br1" timeOffset="1999.85">25137 7268 670 0,'0'0'37'15,"0"-1"-2"-15,0-1-11 0,0 0-2 0,0 0-16 16,0 0-7-16,1 0 4 0,1 0 1 0,0 2 0 16,2 0-4-16,16-1 1 0,6-1 5 0,0 0 1 0,-2 0 25 15,6 0 21-15,-2 0-6 0,2-1 11 0,5-1-12 16,-3 0-5-16,3-1 1 0,-2-1-5 0,-1 0-18 16,-1 3-4-16,3-1-5 0,-1 0 1 0,-1 1-11 0,-3 1 0 15,1-2 5-15,-4 2-2 0,-4 2 0 0,1 0-2 16,-7 0-4-16,-1 0 2 0,-4 0-5 0,-5 0-13 15,1 0 0-15,-3 0-4 0,0 0-12 0,-2 0-68 16,0 0-10-16,-2 0-30 0,0 2-123 0</inkml:trace>
  <inkml:trace contextRef="#ctx0" brushRef="#br1" timeOffset="2190.6">25042 7385 222 0,'0'0'72'0,"0"0"-4"0,-2 0 36 0,2 0 0 15,0 0-12-15,0 0-6 0,0 2-1 0,2 0-12 0,2 0 6 16,5 0-23-16,22 1-12 0,3 1 9 0,10-2-8 16,3-2 19-16,1-2 4 0,4-3-10 0,0-3 4 15,4 1-40-15,3-3-15 0,4 3 1 0,6 0-6 16,5-1 2-16,2 5-28 0,6-1-9 0,4 0-28 16,-1 2-217-16</inkml:trace>
  <inkml:trace contextRef="#ctx0" brushRef="#br1" timeOffset="18685.53">17520 9730 278 0,'0'-1'0'0,"0"-1"10"0,0-2 104 0,0-2-33 0,0-3 8 16,0-2-57-16,0 2-7 0,0-1-4 0,0 3-9 16,0-2 10-16,0-1-1 0,0 5 10 0,0-6-4 15,0 5 6-15,0-1 8 0,2-6-2 0,0 5 10 16,0-1-9-16,0 2 2 0,-2 3-10 0,2-4 1 16,-1 3-5-16,1 1-6 0,0 0-13 0,0 1-1 0,2 1-2 15,-1 0 3-15,1 0 0 0,0 0-3 0,0 0 1 16,-1 2-6-16,1 0 3 0,0 2 2 0,-1 0-1 15,1 0 1-15,0 9-5 0,0 2 2 0,1 4-3 16,-1 3 4-16,1 1-3 0,5 3 2 0,-5-4-1 16,1 1 8-16,1 5-6 0,-1 0-4 0,-1 5 0 0,3 3-9 15,-6 5 9-15,1 5 0 0,23 6 4 0,-13 4-4 16,-5 9 1-16,-4 6-1 0,-3-2 2 0,1 3 2 16,-2-3-5-16,0-4 3 0,2-3-2 0,-2-3 5 0,2-5 1 15,0-2-9-15,0 1 5 0,1-3-5 0,-1 0 8 16,-2 0 4-16,0 1-1 0,0 1 4 0,0-2-1 15,0 2 1-15,0-7-2 0,0 0-2 0,0-6 0 16,-2-4 1-16,1 1-1 0,-1-7-4 0,0-2 8 16,-2-1-10-16,2-8 9 0,0 1-14 0,1-4 10 15,-1-2 2-15,0-3 3 0,2-3-5 0,0 1 9 16,-2-2-4-16,0-1 5 0,0 1-1 0,0-2 0 16,1 0 2-16,-1-2-3 0,0 0-3 0,0-2-7 15,0-2-3-15,-3-11 1 0,-5-16 3 0,1-5-3 0,0-4 4 16,1-5-5-16,1-1-6 0,-2-10 7 0,1 0-8 15,3-3 8-15,-1 1-4 0,0 6 1 0,3 0 4 16,-1 0-3-16,2 0-1 0,2 2 0 0,0-2-1 0,-2-2 1 16,0-3 0-16,1-1 0 0,1-3 5 0,0 2-3 15,0 3 2-15,0 0-2 0,0 6-1 0,0 7-1 16,0 6 4-16,0 6 4 0,0 5-5 0,0 5 3 16,0 4-8-16,0 4 5 0,0 2 0 0,0 6 3 15,0-1 0-15,0 4-11 0,0-1 6 0,0-1-7 16,0 0 6-16,0 2-7 0,0 0 1 0,0 1-2 15,0-1 2-15,0 2 5 0,1 0-2 0,1 2 3 0,0 1 0 16,4 21-2-16,1 10-1 0,-3 7 1 0,0 5 2 16,-3 2 0-16,1 8-5 0,0 4 2 15,0 3-3-15,-2 2 6 0,0 2 0 0,0-2 0 0,-2-2-2 16,0 5-3-16,0 3 5 0,1 5-4 0,-1 4 3 0,0 2 3 16,0 1-2-16,2-1 3 0,0-8-3 0,0-3-2 15,0-8 1-15,2-8 0 0,2 1 2 0,1-4-1 16,1 2 4-16,-1-2-3 0,1 4 5 0,-2-4-3 15,-3 2-3-15,1-1 0 0,0-1-1 0,0 2 4 16,-2-6 0-16,0 1 2 0,0-3 2 0,-2-3-4 16,0-2 2-16,-1-6-2 0,-3-2 7 0,2-1 0 0,-3-4 0 15,1-4 1-15,1 0 8 0,-1-3 3 0,2-3 1 16,1-3-1-16,1-2-10 0,0-4 8 0,2-3-2 16,0-1 3-16,0-1 0 0,0-2-12 0,0 2 3 15,0-2-6-15,0-1-6 0,0 1 6 0,0 2-4 0,-2 2 7 16,0-1-11-16,-1 2 4 0,-1 1-2 0,-2 3 1 15,1 2-6-15,-3 2 5 0,1 2 1 0,1-4 0 16,1 3-10-16,-1-1 10 0,2 0-3 0,3-4 5 16,-1 0-10-16,0-1-7 0,0-5-7 0,0 3-3 15,0-1-57-15,2-5-2 0,0 2-15 0,-2-1 12 16,1 1-16-16,-1-2-1 0,0 0-2 0,0 0-3 16,-2-1-25-16,2-1-42 0,-7 2-15 0</inkml:trace>
  <inkml:trace contextRef="#ctx0" brushRef="#br1" timeOffset="19043.14">16963 12612 803 0,'-2'0'143'0,"1"-2"-150"16,-1 0 156-16,0 0-73 0,-2 1-33 0,0-1-7 16,1 0-1-16,-5-2-4 0,5 2-13 0,1 2 0 15,0 0 0-15,-2-2 0 0,0 1-7 0,1-1-4 16,-1 0-2-16,2 0 1 0,0 0 3 0,0 0 4 15,1 0 1-15,1 1 3 0,0 1 25 0,1 0 9 0,1 0 1 16,6 0-1-16,21-4-8 0,5 2-12 0,3-2 6 16,11 2-9-16,2-1-4 0,6-3-2 0,4 1-6 15,3-1 5-15,4 0 0 0,-8 1-2 0,-3-3-4 16,-4 3 0-16,-8-1-9 0,-1 1-1 0,0 1 2 16,-10 2-3-16,-1 0 3 0,-6 0-7 0,-4 2 7 0,-2 0-7 15,-1 0 14-15,-4 0-7 0,-2 0 0 0,-2 0-3 16,-2 0-7-16,-3 0 3 0,-3 0 0 0,-1 0 1 15,2 0-4-15,0 0-7 0,-1 0-10 0,-1 0-2 16,0 0-66-16,0 0-21 0,0 0-10 0,-2 0 0 16,0 2-19-16,-2 0-17 0,-2 0-12 0,-9 4-7 15,-9 5-87-15</inkml:trace>
  <inkml:trace contextRef="#ctx0" brushRef="#br1" timeOffset="19274.64">16952 13047 1018 0,'0'0'60'0,"-2"0"109"0,0 0-145 0,2 0-13 16,0 0 1-16,0 0 0 0,2-2 18 0,2 0 12 15,18-6-4-15,12-3 5 0,3 2-4 0,4 0 0 16,5-2 4-16,2-1-4 0,3 1-3 0,1-2-10 16,-2 2-3-16,3-2-2 0,-1 0-8 0,0 0-6 15,-5 0 1-15,-4 2-3 0,-4 2 2 0,-6 1-2 0,-1 1-1 16,-5 1-2-16,-2 1-3 0,-9 1 5 0,-1 0-4 15,-6 2 2-15,-3 2-14 0,-2 0-10 0,-1 0-14 16,1 0-3-16,-2 0-87 0,0 0-110 0,-2 0-94 16</inkml:trace>
  <inkml:trace contextRef="#ctx1" brushRef="#br1">32502 17239 0</inkml:trace>
  <inkml:trace contextRef="#ctx0" brushRef="#br1" timeOffset="42056.73">20510 3028 256 0,'0'0'117'16,"-2"-2"-24"-16,0 0 77 0,0 0 16 0,-2 0-65 0,1 0-19 15,-1-1-38-15,-5-3 3 0,-4-1-8 0,-6-1-2 0,1 1-2 16,5 3 2-16,-2 0-2 0,-2 2 0 0,0 1 11 16,1 1-12-16,1 0 12 0,7 0-12 0,1 1-14 15,1 1 0-15,3-2-6 0,-1 0-5 0,0 2-6 16,0 0 1-16,3 0-3 0,-1 0-2 0,0 0 11 15,2-1-6-15,2 1 7 0,0 0-8 0,-1-2-2 16,29 8 4-16,5-3-5 0,3-5-2 0,2 0 0 16,1-4 0-16,-2-1 1 0,6-3 4 0,-1 1-9 15,1 0 1-15,3-3-3 0,-1 3-4 0,1-1 2 16,2 1-5-16,2 1 4 0,6 1-1 0,-1-1-4 0,4 3 1 16,-1-1-3-16,-5-2-5 0,3-1 4 0,-6-2-1 15,0-2 4-15,-4-1-2 0,-3 1-2 0,-4 2 2 16,-2 0-2-16,-4 1 6 0,-3 3-2 0,-1-3 1 15,-5 3-1-15,-2-1 4 0,-3 1 0 0,-3-1 3 0,1 0-1 16,-2 3 13-16,-4-1-3 0,0 0-2 0,0 1 0 16,-2-1-1-16,-4 2 0 0,2 0 4 0,-1 0-2 15,-5 2-5-15,5-2 1 0,1-1-3 0,-1 1 3 16,-3 0-3-16,-3 2 6 0,2-2-2 0,-1 0 3 16,1-1 0-16,0-1-9 0,1-2 5 0,-3-7-6 15,9 2 6-15,-9-4-6 0,2 0-3 0,-2-1 0 16,2-3-5-16,1 2 5 0,-1-3-5 0,1 0 5 0,10-1-7 15,-4-3 1-15,-5 0 5 0,-2 2-2 0,-1-3 1 16,1-2-2-16,-2 1-1 0,-2 0-1 0,-6-4 4 0,1 0-1 16,-3-1-2-16,1-3 1 0,1 1 0 0,3 5-2 15,-1-2-1-15,0 1-1 0,2-1 5 0,-1 0-3 16,-1 6 3-16,2 0-4 0,0 5 1 0,0-1-1 16,1 1 0-16,-1 4 0 0,-2-1 5 0,2-1-6 15,0 6 4-15,0 0-3 0,1 3 3 0,1 1 4 16,0 3-5-16,0 2 4 0,0 0-4 0,0-1 3 15,-2-1 1-15,0 0 0 0,0 2-6 0,0 1 1 16,0-1-2-16,0 0 2 0,1 2-10 0,-1 0 10 16,0 0-2-16,0 0 4 0,0 2 1 0,0 0-4 0,0-1 1 15,1 1-1-15,-1 0 1 0,0 0 1 0,2-2 0 16,0 0 0-16,0 0 6 0,0 0-7 0,0 0 5 16,0-2-5-16,0-2 0 0,0 1 4 0,-2-16-4 15,0-1 4-15,0 1-3 0,-1 1 0 0,-1 3 4 0,-2 2-2 16,3 2 1-16,-1 1-4 0,0 1 3 0,0 3-1 15,3 3 6-15,1 1-8 0,-10-6-3 0,1 3 0 16,0 1 0-16,0 2-1 0,-4 2 3 0,-2 2-3 16,0 4 4-16,0 3-1 0,4-2-1 0,3 18 1 15,3 1-4-15,-10-4 0 0,6-2 0 0,3 1 2 16,4-1 3-16,2-5 1 0,2-2 0 0,2-2 0 16,0-3-2-16,-1-3 4 0,3 1 1 0,11-4 2 0,-1 9-4 15,5 0 5-15,-1-4-5 0,-1-1 4 0,-3-4 3 16,3-2-5-16,-4-2 3 0,1-4-4 0,-1-1 3 15,-7 3-4-15,-1 0 8 0,-5 4-8 0,2-5 7 0,1-4 0 16,-1 1-6-16,0-1 4 0,-2 1-6 0,-2 3-5 16,0-1 2-16,0 3-7 0,0-1-21 0,-2 0-103 15,0 0-23-15,0 3-31 0,2-1-132 0,0 0-136 16,2 2-75-16</inkml:trace>
  <inkml:trace contextRef="#ctx0" brushRef="#br1" timeOffset="43244.07">24821 3018 323 0,'0'0'121'0,"0"0"16"0,0-2-25 0,0 1-22 16,0-1-22-16,0 0 53 0,0 0-34 0,0 0-1 15,0-2-15-15,2 1-36 0,-2 1-1 0,4-7-4 16,1-3 3-16,1 3 5 0,-1-2-4 0,-1 4 6 15,0-1-3-15,-2 3 25 0,-1 1 1 0,-1 0-1 0,0 2-3 16,0 0-27-16,0-1 4 0,-1-1 0 0,-1 2 2 16,-2 0 5-16,-16-1-4 0,-8 3-2 0,-4 3 2 15,2 7 3-15,-1 1 0 0,-1 0 4 0,1 2-3 16,-6 2 5-16,5-2-1 0,-3 2-1 0,-2-1 0 16,5-2-1-16,2-3-4 0,-3 2-4 0,7-4 0 15,0 1-16-15,4-3 0 0,1-1-2 0,-3 0 1 16,2 0-5-16,1-3-4 0,1 1 4 0,1 0-4 0,5-2 4 15,-1 0 1-15,2 0 0 0,2 0 1 0,-1 0 3 16,3 0 5-16,2 0-8 0,1 0 6 0,2 0-8 16,3 0 1-16,-1 0 4 0,-2-2-5 0,0-1-3 0,1-1-3 15,-1-4-1-15,-5-8 0 0,3-3 3 0,2 1-10 16,2-5 3-16,2 1-5 0,2-4 4 0,2-2-2 16,2-7 4-16,1-2-4 0,0-2 0 0,-1-4 3 15,0 2-6-15,-1 0 3 0,1-1-4 0,-3-3 3 16,1 4 3-16,-2-1 0 0,-2 3-1 0,0 0 2 15,0-2-4-15,0 4 1 0,-2-2-3 0,-2 0 2 16,1 5 2-16,-1-3-1 0,-2 0-1 0,1 4 2 0,-1-1 0 16,1 4 2-16,1 10-2 0,-2 0-1 0,3 1-1 15,-3 2 1-15,2 1 2 0,1 1-2 0,1 4 2 16,0 1-3-16,0 3 0 0,2-1 0 0,0 5-2 16,0-3 2-16,-2 1 0 0,2 3 0 0,0-2 2 0,0 2-2 15,-2-2-2-15,1 1 4 0,-1-1-3 16,2 0 2-16,0 2-1 0,0 1 0 0,0-1 0 0,0 0 0 15,0 0 0-15,0 0 0 0,0 0-2 0,0 0 0 16,0 1 0-16,0-1-3 0,0 0 7 0,0 0-3 16,0 0 5-16,0 0-3 0,0 0-1 0,0 1-1 15,0-3 2-15,0 0-1 0,0-1-1 0,0-7 1 16,0 1 4-16,0-2-4 0,0 0 2 0,0 2-2 0,0 0 1 16,0 2 0-16,0-1-1 0,0 3 0 0,0 0-4 15,0 1 10-15,0 2-3 0,0 1 4 0,0-1-10 16,0 2 1-16,-2-2 0 0,0 1 1 0,0-1 1 15,-2 2 1-15,-1 0 0 0,-8-2-1 0,2 4-2 0,0 0-1 16,-1 2-1-16,3 2 0 0,2 0-4 0,3-2 7 16,0 12-5-16,2 1 6 0,-9 2 0 0,4-2 0 15,1 2 4-15,3-4-4 0,1 1-1 0,2-1 1 16,0-1-2-16,2-5 2 0,-1 0 3 0,1-3-5 16,2 2 5-16,0-1-4 0,5-1 2 0,8 0 3 15,1 9-5-15,3-4 2 0,-1-3-1 0,2-3 4 16,3-3-1-16,-3 0 0 0,0-3-5 0,2-3 2 0,-3-1 1 15,-3-1 1-15,-7 3 1 0,-3-1 3 0,-1 4-2 16,-5-15 3-16,4 1 0 0,5-1-4 0,-2 0 0 16,-3 2 0-16,-4 1 7 0,-2 2-6 0,0 1 1 15,-2 2-2-15,-2 2-2 0,2 3 1 0,-18 2 0 16,-4 0 0-16,3-13 2 0,-1 4-3 0,3 6 3 16,1 1-4-16,3 2-1 0,6 2 1 0,-3 0-4 0,7 0 4 15,-1 0-7-15,1 2-6 0,1-2-9 0,0 2-4 16,2-2-87-16,-1 5-160 0,-7 10-16 0,3 2-59 15,1 1-174-15</inkml:trace>
  <inkml:trace contextRef="#ctx0" brushRef="#br1" timeOffset="44154.35">20909 1832 699 0,'0'-2'40'0,"-2"0"7"16,0-2 55-16,-7-16-27 0,0-2 27 0,1 1 10 0,1 1-2 15,1 3-4-15,1 2-3 0,-1 2-38 0,2 4 6 16,2 2-7-16,2 3 6 0,0 0-7 0,-1 0-24 16,-1 1-1-16,0-1-9 0,0 2-10 0,0 0 2 15,0 2 7-15,0 0-2 0,1 2 9 0,-1 2-4 16,-13 26-2-16,4-1-1 0,0 5-6 0,1-3 0 16,3 3-5-16,-1 1 2 0,3-2-13 0,1-1-2 15,2 3 2-15,0-11-1 0,1 1 3 0,-1 1-6 16,2-8-2-16,0 3 0 0,0-5-6 0,0 1 3 0,0-4-1 15,2 2 0-15,-1 0-18 0,3-4-17 0,2 2-8 16,-3-6-4-16,3 3-62 0,-6-9-15 0,15 3-6 16,-2 5 1-16,2-1-9 0,-2-4-23 0,-4-3-4 15,2-1-7-15,-2 0-27 0,-3 0-21 0</inkml:trace>
  <inkml:trace contextRef="#ctx0" brushRef="#br1" timeOffset="44472.57">20836 2201 144 0,'0'0'85'15,"0"0"-6"-15,-1 0 67 0,-1-1-7 0,0-1-3 16,-2 0-8-16,-5-4-21 0,-2-1-7 0,0-1-5 16,1 3-19-16,-1-1-5 0,2 1 5 0,0-1-7 0,-1 1-3 15,5 1-12-15,-1 0 1 0,1 0-5 0,3 4 2 16,0 0-14-16,0 0 0 0,-2-1-6 0,1-1-11 0,-1 0-9 16,2 0 6-16,0 2-5 0,0 0 18 0,0 0-6 15,1 2 0-15,-1 2-2 0,0 7 4 0,0 9-13 16,2 2 5-16,0-1-7 0,0-3 8 0,0 1-9 15,2 1 2-15,2-1-5 0,-3-6 0 0,3 2-4 16,0-2 3-16,-2-6-3 0,0-1 6 0,1-1-10 16,-1-1 2-16,-2-2-3 0,9 5 4 0,1-1-3 15,1-1-1-15,-4-3-1 0,1-2 0 0,-1 0-8 16,1-2 3-16,-3 1-5 0,1-3 2 0,-3 2-38 16,1-17-12-16,-2-3-13 0,13 0-77 0,-4-2-61 0,-2-10-15 15,-3 1-21-15,-4-2-114 0</inkml:trace>
  <inkml:trace contextRef="#ctx0" brushRef="#br1" timeOffset="44597.04">20801 1631 826 0,'-2'0'55'0,"0"-1"63"15,1-1-16-15,-3 0-3 0,2 2-9 0,-11-6 2 16,2 3-39-16,2-1-25 0,-1 0 2 0,-1 0-12 16,6 3-13-16,-3-1-2 0,3 0-12 0,3 2 4 15,-2-2-32-15,0 0-3 0,2 2-1 0,1 0-14 16,1 0-138-16</inkml:trace>
  <inkml:trace contextRef="#ctx0" brushRef="#br1" timeOffset="45607.25">21108 1637 1138 0,'-2'0'19'0,"0"0"-1"0,-2 0 41 0,-11-2 3 0,0 0 10 16,1 0 26-16,2 1-39 0,5 1 0 0,1 0-17 15,5 0-29-15,-3 0-8 0,0 0 1 0,2-2 0 16,0 0 29-16,2 0-9 0,2 0 8 0,8-2-10 16,34-9-1-16,3 2-2 0,8-2-5 0,3 2 1 0,-1-2-7 15,8 0-3-15,-3 4 2 0,1-2-2 0,5-4 1 16,3 2-5-16,9 0-1 0,7 0 0 0,6 4 2 15,3-1-4-15,-1 1 2 0,-2 0-3 0,-4-4-1 0,6 3 3 16,1 1-1-16,12 5 3 0,-2 3-3 0,3 1 1 16,-3 0 1-16,-11 0 1 0,5-6-1 0,-1 0 5 15,3 1-3-15,2-1 3 0,-2 1-1 0,2-1 2 16,-6-1 1-16,-7-1 0 0,-2 1-1 0,-5 1 0 16,3-1-2-16,-1 1 1 0,-10 4-7 0,4-1 10 15,-14-1-2-15,-3-2 5 0,1-1-7 0,-11 1 6 16,-2 3 0-16,-9-1 4 0,-1 2 6 0,-7 0 15 15,-3-1 1-15,-3-1 5 0,-4-2 8 0,-2 3-14 16,-1 1-1-16,-1-2-5 0,1 0-3 0,-1 1-7 0,-3-1-2 16,0 0-2-16,1 0-5 0,-1-1-5 0,1-1 5 15,-3 3-4-15,-4-1 4 0,2 2 0 0,-2 0-4 16,1 0 3-16,-3 0-3 0,-4 2 5 0,1 0-4 16,3 0 3-16,-3 0-6 0,-2 0-4 0,-3 0 1 0,3 0-2 15,0 2-1-15,0 0 4 0,-1 2 1 0,7 9 1 16,1 7-8-16,0 8 4 0,-4 4-2 0,-1 3 2 15,-2 4-4-15,1 4 2 0,-1-4 2 0,-2 2 1 16,0-2-4-16,-2-2 2 0,1 4-4 0,1-3 5 16,0 1 2-16,0 2-5 0,0 0 5 0,0-2-6 15,-2-2 2-15,0-1 3 0,0-1-5 0,0-2 5 0,0-3-2 16,0-4 1-16,0-4 2 0,0 1-2 0,0-7-5 16,0 7 6-16,0-7-1 0,0 1 4 0,0 0-6 15,0-6 2-15,0-2-3 0,0-1 1 0,0-5 3 0,0 1-2 16,0 0 6-16,0-1-6 0,0 1 3 0,0-2-2 15,-2 0-2-15,0 0 1 0,0-2 6 0,0 0-7 16,-1-2 3-16,-5-2-3 0,1-1 3 0,-1-1 0 16,-3-11 0-16,2 6-2 0,-2 0 2 0,-4 0-3 15,6 2 1-15,-4-1-1 0,0 5 6 0,3 1-6 16,-3 0 1-16,6-1-1 0,1 1-1 0,1 2-2 16,-1 0-4-16,-1 2 2 0,-1 0 2 0,3 0-1 15,1 2 5-15,0 0-3 0,1 4-1 0,-8 12 3 0,1 3-2 16,7-5 2-16,1 1 0 0,2-2-1 0,0-4 3 15,0 0-1-15,3 2 9 0,5 2-2 0,-3-6-2 16,-1-1 0-16,17-5-1 0,-1 12 12 0,2-4 1 0,0-1 2 16,-3-5-7-16,5-1-2 0,4-4-2 0,-6 0 1 15,6-6-2-15,-7 3-5 0,-3-5 2 0,3 1-3 16,-5-1 8-16,-3 3-4 0,0-3 2 0,-3 3-4 16,-3-1 2-16,-1 3-5 0,-1-9 5 0,-3 3-4 15,0 2 4-15,3-1-2 0,1 1-3 0,0-2 1 16,-3-1-9-16,-1 5-27 0,0-5-12 0,-2 5-9 15,0-1-85-15,0 4-164 0,0-1-32 0</inkml:trace>
  <inkml:trace contextRef="#ctx0" brushRef="#br1" timeOffset="46513.1">27127 1236 165 0,'0'-2'67'0,"0"-2"90"15,0-9-49-15,0-13 5 0,0 2-5 0,0-4 4 16,0 4-11-16,-2 0-1 0,0 0 2 0,0 2-3 16,-1 1 1-16,-1 3-14 0,2 3-2 0,0 0-4 15,0 2-15-15,-1 0-8 0,1 6-2 0,0-1-3 16,0 3-15-16,2 3-4 0,0 0-9 0,0 0 3 0,-2-2-23 15,0 1-7-15,1-1 1 0,-1 2-5 0,0 0 4 16,0 0 7-16,2 2 1 0,0 0 2 0,0 2-6 16,0 0 4-16,-6 26 3 0,1 7 1 0,-3 2 12 0,1 6-7 15,0 3 2-15,-3 4-3 0,1-1 17 0,-2-1-7 16,0-3 5-16,0-3-6 0,-2 3 5 0,1-6-10 16,1-2-1-16,2-2-3 0,2-3-6 0,1-6 0 15,0-2-4-15,3-4 0 0,-1 3-12 0,2-5 5 16,0 1-1-16,0-4 1 0,2 1-8 0,0-5-17 15,0 1 1-15,0-3-7 0,0-4-15 0,0-1-39 16,0-2-5-16,2 2-12 0,2-1-24 0,0-1-51 16,-1 0-4-16,-1-2-21 0,9 0-57 0</inkml:trace>
  <inkml:trace contextRef="#ctx0" brushRef="#br1" timeOffset="46949.55">26984 1160 458 0,'0'-2'73'15,"0"0"-10"-15,0 0 74 0,0-18 5 0,0 1-6 16,0 2-14-16,2 1-36 0,-2 3-1 0,2 0-13 16,1-2-13-16,1 4-8 0,0 0-4 0,1 0-1 15,-1 3-3-15,2 1-3 0,3-1 3 0,10 3-3 16,1-3 3-16,0 5-4 0,3-1 2 0,-1 0-5 0,2 2-11 16,0 0-3-16,-1-12-7 0,4 4 4 0,1 7-6 15,-2 3-9-15,-2 5 4 0,-7 1-5 0,-6 1 3 16,-1-1-5-16,-5 18 5 0,-1 2-4 0,-2 0 6 15,16 2 1-15,-7-1-3 0,-5 5 4 0,-4-4 5 16,-4 0-4-16,-2-4 6 0,-1-6-5 0,-5 3 18 0,-1-3 5 16,9 3-1-16,-14-4 2 0,-3-3-7 0,2-6 4 15,1 5-2-15,-1-2 2 0,2 2-10 0,2-2-5 16,2-2 0-16,0-3-2 0,0 1-11 0,3 1-3 16,1-1-1-16,1 3 1 0,3 1 5 0,-3 2-4 15,0 0-1-15,3-4-1 0,-7 2 0 0,3 0 1 16,1 0-2-16,1 2 2 0,3-3 3 0,2 1 5 0,0-4 3 15,2-1 0-15,0-1 4 0,3 3-2 0,6-4 3 16,19 1-2-16,-2-1 11 0,4 14-17 0,1-5 2 16,-5-3-8-16,2-5 7 0,-1-1-8 0,-1 0 4 15,-2-2-6-15,-2-1-3 0,-9-1 6 0,0 0-4 16,-4 0 3-16,-2 0-1 0,-1 0-6 0,-1 0 2 0,-1 0-8 16,-4 0-21-16,3 0-51 0,-3 0-40 0,0 0-6 15,2 2-163-15,-1 0-131 0</inkml:trace>
  <inkml:trace contextRef="#ctx0" brushRef="#br1" timeOffset="47575.27">28039 1474 830 0,'0'-2'48'0,"0"0"61"0,0 0-3 16,0-2 26-16,-2-5-12 0,-2-8 10 0,0 2-44 16,1 1-28-16,-1 1 0 0,0 1-12 0,1 3-16 0,1 5-9 15,-2 1 2-15,2 3-5 0,-7-6 6 0,-2 1-7 16,-4 1 1-16,-4 2-3 0,1 2-8 0,-3 6 11 16,-1 5-1-16,0 2 6 0,-2-10 4 0,1 20 5 15,-1-1-4-15,4 4 4 0,-3-4-4 0,5-1-6 16,3-1 3-16,0-3-5 0,4 1-3 0,4 1-3 15,-1-2-2-15,4-1 0 0,3 1-3 0,-1-2 3 16,-9 2 3-16,3-3 0 0,3 1 10 0,3 0-1 16,2 0 1-16,2-2-1 0,1 0 0 0,3-4-8 15,3-1-2-15,21-1-3 0,3-3-16 0,4-2-10 0,2 20-9 16,6-9-1-16,1-7-25 0,-1-6-50 0,-2 0-20 16,-2-4-24-16,-1-4-184 0</inkml:trace>
  <inkml:trace contextRef="#ctx0" brushRef="#br1" timeOffset="48140.21">28256 1719 389 0,'-2'0'187'0,"0"0"26"0,0 0-64 16,0-2-42-16,1 0-38 0,-3 0 76 0,0 0-32 15,0 0 2-15,1 0-16 0,-1 1-30 0,0-1-16 16,1 0-5-16,1 0-3 0,0 0-12 0,0 0-4 15,0 0 0-15,2 1-4 0,0-1-9 0,0 0 8 0,2 0 1 16,2-2 2-16,-1 1 4 0,10-5 5 0,6-1-3 16,-4 1 3-16,0 3-12 0,0 1-4 0,-6 2-2 15,2 0 1-15,-4 2 2 0,-1 0-10 0,-2 0 4 0,-1 0-6 16,1 2 4-16,0 0-10 0,0 2 3 0,-1 5-5 16,3 8 11-16,-6 0-8 0,-2 3 6 0,-2-3-7 15,-3 1 1-15,-1-1 3 0,1-4-4 0,1-2 5 16,-1 0-8-16,1-3 0 0,1 1 0 0,1-2 0 15,0 1 4-15,3-3-4 0,1-1 0 0,0 0-1 16,0 0-3-16,0-3 6 0,0 1-5 0,1 2 5 16,1 0-2-16,2-1 0 0,3 3 3 0,8 3-2 0,-2-3 2 15,0-1-2-15,0 1 1 0,-2 1-2 0,-1-1 7 16,-3 0-7-16,1-1 5 0,-5 4-5 0,5 1 13 16,-3-1-3-16,1 0 3 0,-4-1-2 0,0 3 12 0,-2-2 4 15,-2 2-6-15,0-3 3 0,0-5-11 0,-17 9-8 16,-5-5 6-16,-7 2-8 0,7-1-2 0,-4-6 1 15,-2-1-4-15,10 3 2 0,-3 11-15 0,8-8-13 16,1-1-11-16,2-2-5 0,3-2-81 0,4-1-121 16,1 1-38-16,0-2-40 0,2 0-249 0</inkml:trace>
  <inkml:trace contextRef="#ctx0" brushRef="#br1" timeOffset="48358.25">28991 1431 1662 0,'-2'0'35'0,"0"-2"66"16,1 0-8-16,-1 0 46 0,0 0-11 0,0 1 11 16,0-1-88-16,2 0-36 0,0 0-3 0,2 0-9 15,0 0-8-15,0 2-6 0,18-11 0 0,6 0-3 16,0 4-20-16,0 1-13 0,0 2-12 0,-4 2-2 0,-3 1-68 15,-4 1-208-15,-4 0-3 0</inkml:trace>
  <inkml:trace contextRef="#ctx0" brushRef="#br1" timeOffset="48514.27">28917 1655 915 0,'0'0'66'0,"0"0"130"0,0 0-85 0,0 0 67 15,0 0-5-15,0 0 17 0,2 0-60 0,0 0-35 16,-1 0-6-16,1 0-9 0,2 0-24 0,11-3-17 15,7-5-6-15,2 1-4 0,-5 0-25 0,12-5-11 16,-1 3-5-16,0 0-5 0,5 0-26 0,-5 1-69 16,0 3-24-16,-3-1-35 0,3 2-264 0</inkml:trace>
  <inkml:trace contextRef="#ctx0" brushRef="#br1" timeOffset="53936.04">17283 5698 296 0,'0'0'0'0,"0"0"6"16,-2 0 68-16,0 0 21 0,0 0 21 0,0 0-17 15,0-2 3-15,1 0-42 0,1 0-16 0,0 2 4 16,0-2-34-16,0 0 2 0,1 0 5 0,1 1-3 0,2-1 12 16,18-9 4-16,4-1-3 0,2 1 1 0,-4 2-10 15,4 0-1-15,-6 3 0 0,1 1-1 0,-1 1-9 0,-7 2 3 16,-2 2-6-16,-4 0 5 0,-2 0 0 0,-1 0 2 16,-2 0 4-16,-2 0-2 0,1 4 6 0,3 5-7 15,1 6 1-15,-1 2-2 0,-4-1 11 0,-2 1 6 16,-6 0-1-16,-3 1 1 0,-2 1-7 0,7-1 17 15,-18 1-7-15,1 0 9 0,-1 1-15 0,0-3-5 16,-1 1-4-16,5-1-1 0,-3-4-14 0,9 2 0 16,0-2-2-16,3-2 0 0,2 2-4 0,3-6 3 15,-2 1-3-15,1-1 2 0,1 1-6 0,0-1-12 16,3 1-13-16,-1-1-2 0,2-1-56 0,0 1-45 0,0-5-1 16,0 2-28-16,0-1-128 0</inkml:trace>
  <inkml:trace contextRef="#ctx0" brushRef="#br1" timeOffset="78454.51">29632 1230 341 0,'0'0'0'0,"0"-2"59"0,0 1 22 0,-2-1 43 0,0-2 20 16,2 2-33-16,-4-3-1 0,-3-5-15 0,1 3-7 15,-3-1 3-15,2-3-18 0,1 4-3 0,-1-2 2 16,1 3-4-16,0-1-13 0,-1 1-6 0,1-1-7 16,3 1 3-16,-1-1-13 0,0 1-4 0,2 2 0 0,1 1-3 15,-1-3-7-15,0 2-4 0,0-1 1 0,2-1-1 16,0 1 3-16,0-3 3 0,2 1-5 0,2-1 3 16,1 1-2-16,17-1 1 0,3 1-1 0,1 1 0 15,0-1-10-15,0 3 4 0,0 1 3 0,-4-12 0 16,0 4-4-16,0 3-2 0,-1 5-3 0,-8 1 2 15,0 2 1-15,0 0 5 0,-8 0 0 0,5 2 2 0,-5-1 1 16,1 3 7-16,-4 2-2 0,13 14 3 0,-4 2-7 16,-2 8-6-16,-3 2 2 0,-5 1-3 0,-1 0-1 15,-3 3 3-15,-5 1-6 0,-3 0 5 0,-2 2-6 0,0-6 2 16,-2 1 0-16,0-6 0 0,-1-4-6 0,8-4 7 16,-12-1 0-16,-2-1 3 0,3-3-2 0,0-4-2 15,-7 1-3-15,10-5 2 0,1 2 2 0,0-3-1 16,6-1 0-16,-2-3-1 0,1 0-5 0,8 0-1 15,2 0 1-15,0 0-2 0,-3 1-9 0,-1 1 4 16,2 0 1-16,0 0 1 0,0-1-5 0,1-1 9 16,1 0-7-16,0 0 8 0,1 0-8 0,1 0 1 15,0-1 2-15,0-1 1 0,17 10 7 0,3-3 3 0,-5-3-5 16,7 0 4-16,-4-3-5 0,2 1 5 0,4-2-2 16,-5 0 2-16,3 0-7 0,-2 0 3 0,1-2-1 15,1-1 0-15,-4-1-11 0,2 0-15 0,1-1-4 16,-3-1-3-16,1-1-12 0,-1-3 3 0,0 1-3 0,1-2 1 15,-1 0-15-15,-1-2-1 0,-1 0 1 0,1 7 3 16,-2-12 23-16,-4 1 4 0,0-2 10 0,0 1-4 16,-4-1 19-16,2 1 4 0,-5 3 0 0,-1 0 1 15,1 4 0-15,-1 0 4 0,1-2-1 0,-1 3 4 16,1 3 8-16,-4 0 8 0,0 5 0 0,0-2 2 16,3-5 3-16,-3 5 2 0,2-3 0 0,-2 3 3 15,-1 0-1-15,1 0 6 0,0 1-2 0,0-1 3 16,0 0-5-16,-2 2-27 0,0 1 2 0,0-1-10 0,0 0-4 15,0 0 3-15,0 2 3 0,0 0 0 0,-2 2 2 0,0 0 1 16,2 0-1-16,-7 14 2 0,-1 1-6 0,1 0 7 16,-1 3-7-16,5-5 6 0,-1 0-7 0,0-2 1 15,1 2 2-15,-1-2 0 0,0 3-2 0,2-4 2 16,2-1 0-16,0-2-1 0,0-2-6 0</inkml:trace>
  <inkml:trace contextRef="#ctx0" brushRef="#br1" timeOffset="78814.24">31230 1314 2171 0,'2'0'-1'0,"0"0"2"16,0 0-2-16,0 0-22 0,0 0-16 0,0-2-3 15,1 0-6-15,1 0-23 0,-2-1-16 0,2-7-26 16,1-1 1-16,-1 2-96 0,-2 3-102 0,0 1-61 16</inkml:trace>
  <inkml:trace contextRef="#ctx0" brushRef="#br1" timeOffset="79059.97">31067 928 1024 0,'0'0'54'15,"-2"0"-1"-15,0 0 41 0,0 0-10 0,1 0 3 16,-1 0-6-16,0 0-12 0,0 0-1 0,-2 0-8 0,2 0-37 16,1 0-3-16,-1 0 0 0,0 0 1 0,0 2 14 15,0-1-6-15,0 3-4 0,2-2 1 0,-5 17-9 0,1 5 2 16,2 2 2-16,0 5-1 0,0 1 1 0,-1 1 5 15,-3 1-5-15,1 3 5 0,-1-4-11 0,-1 1-2 16,-1 3 2-16,3-8-3 0,-3 5-8 0,1-8 3 16,-1 0-2-16,1-4 5 0,-1 2 2 0,1-3-6 15,1-3 0-15,1-1 0 0,1-2 5 0,0 0-28 16,3-4-3-16,1 0-14 0,0 0-43 0,1-2-73 16,1-3-10-16,-2-4-30 0,10 5-122 0</inkml:trace>
  <inkml:trace contextRef="#ctx0" brushRef="#br1" timeOffset="79373.8">31615 924 669 0,'0'-2'63'0,"0"0"93"16,0 0-55-16,0 1 3 0,0-1-2 0,0 0 0 15,0 0-13-15,0 0-16 0,0 0-3 0,0 0-6 0,0 1-28 16,0-1-17-16,0 0 7 0,0 0-9 0,0 0 11 16,0 0 19-16,0 0-3 0,0 2 10 0,0 0 1 15,0 0-1-15,0 2 0 0,0 0-1 0,0 2-8 0,-2 7-6 16,-2 15-3-16,-1 4-2 0,-1-1-16 0,-1 5-3 16,-1 1-5-16,1 2 1 0,-3-2-8 0,3-3 2 15,-2 3 4-15,3-5-2 0,2 0 9 0,1-4-16 16,1-6-4-16,0 1-8 0,2-1-40 0,0-5-60 15,0 0-1-15,2-6-21 0,0 0-22 0,0-1-43 16,-1-3-10-16,-1-3-25 0,4 2-163 0</inkml:trace>
  <inkml:trace contextRef="#ctx0" brushRef="#br1" timeOffset="79921.2">31832 983 953 0,'0'0'42'0,"-2"0"-3"0,0 0 31 0,0 0 0 0,1 0-2 16,-3 2 30-16,0 0-26 0,-1 2 5 0,-8 5-17 16,5 0-21-16,-1 12-14 0,0 3-2 0,1 2-2 15,1-6-4-15,3 4-6 0,2-3-5 0,-11-3 1 16,2 3-10-16,7-6 2 0,2-2 1 0,2 0 0 16,0-2-1-16,2-2 0 0,0-3-1 0,2-1 2 0,7-3 7 15,15 15-5-15,6-4 5 0,-3-8-5 0,1-3 5 16,-4-4-5-16,0-3 6 0,-6-1-4 0,-1-1 9 15,3-4 0-15,-3 0-5 0,-4 1 4 0,-2 5-5 16,-4-16 1-16,-4-1 5 0,-3 2-3 0,13-1 5 0,-6 1-3 16,-3-3-4-16,-4 5 2 0,-2-1-7 0,0 4-1 15,-2 2-1-15,-2 2 1 0,1 2 5 0,1 3-9 16,0 1 5-16,2 3-7 0,-2-2 0 0,0 1-11 16,0-1 1-16,0 0-1 0,2 1 8 0,0-1 3 15,2 0-2-15,0 0 1 0,0 4-1 0,20-14 3 16,1 2-1-16,-3 5 0 0,0 1-1 0,1 3 5 15,-3 1-1-15,1 2 1 0,-4 0 1 0,-6 0-5 16,2 2 6-16,-3 0-4 0,1 1 10 0,-3 1-1 0,1 2-3 16,-3-1 2-16,-1 8 1 0,1-2 1 0,0 0 0 15,0 1-1-15,-1-5-3 0,3 0 11 0,-1-1-7 16,3-2 7-16,1-1-1 0,4 7 8 0,0-3 8 16,0-1-2-16,4-1 15 0,-2-3-1 0,1-2-1 0,1-4 0 15,2-1-7-15,-4-1-6 0,-4 1-2 0,-2-1-1 16,-5 4 3-16,-1-11-6 0,9-3 6 0,-5-1-6 15,-3-2-2-15,-4 1-6 0,-4 1-3 0,-3 2-2 16,3 2-19-16,-31 4-21 0,-4 3-11 0,-4 4-3 16,0-22-51-16,-5 11-114 0,-8 8-34 0,0 5-44 15,-9 7-266-15</inkml:trace>
  <inkml:trace contextRef="#ctx0" brushRef="#br1" timeOffset="80654.37">30692 1366 554 0,'0'0'26'0,"0"0"-37"16,-2 0 28-16,0 0-17 0,0-2-8 0,1 0-2 0,-1 0 3 16,0 0-1-16,2 1 3 0,0-1 4 0,0 0-1 15,0 0 2-15,0 0 0 0,0 0 8 0,0 0 4 16,0 1 6-16,0-1 51 0,0 0 6 0,0 2 6 15,0 0-5-15,0 0-11 0,0 0 5 0,0 0 3 0,0 0 1 16,-2 0 12-16,2 0-3 0,-2 0-4 0,0 0 0 16,2 0-25-16,0 0-25 0,0 0 1 0,0 0-6 15,0 0 20-15,2-2 12 0,0 0 0 0,2 0 3 16,12-5-5-16,10-4 8 0,4 0-5 0,3-2 5 16,3 0-4-16,1 0-27 0,2 0 2 0,4 1-12 15,-3 1-15-15,3 2-1 0,-6 2-2 0,-3-1 0 0,-5 3 4 16,-4 1 5-16,-7 2-2 0,-5 0 2 0,-4 2-5 15,-3 0 0-15,-2 0-5 0,3 0 0 0,-3 0-30 16,0 0-56-16,-1 0-21 0,1 0-15 0,0 0-89 0,-2 0-119 16,1 0-69-16</inkml:trace>
  <inkml:trace contextRef="#ctx0" brushRef="#br1" timeOffset="81232.21">30265 1104 814 0,'0'0'96'0,"-2"-2"-64"16,0 0 104-16,0 0-37 0,0 1-32 0,1-1 2 16,-1 0-8-16,0 0 5 0,0 0-24 0,0 0-20 15,0 0 0-15,0 1-7 0,1-1-7 0,-1 2-3 16,-2 0 4-16,0 2-2 0,1-1 17 0,-5 12 0 16,-3 25 5-16,0-1-3 0,0 4-1 0,0-2-1 0,-1-4-6 15,3 0 3-15,0 0-14 0,3-3 3 16,3 0 0-16,1-6-1 0,-15-2-5 0,8-6-2 0,3-1-2 15,4-2 2-15,2-2 0 0,0-4 11 0,2 0 3 16,0-3 2-16,0-2 11 0,15 7 10 0,7 2-2 16,2-6 6-16,2-5 3 0,7-2 11 0,6-7-9 0,-6-4 7 15,2-4-20-15,-5-2-7 0,-4 0 4 0,7 15-6 16,-7-20-1-16,-6 0-2 0,-7-2 4 0,-8-2-2 16,-1 0 1-16,-4-4-6 0,1 2-4 0,16-2 2 15,-10 4 1-15,-5 0-6 0,-4 2 2 0,-6 2-5 16,-3 3-6-16,-4 1-17 0,-5 3-11 0,-16 4-9 15,-1 5-94-15,-4 4-132 0,0-20-70 0</inkml:trace>
  <inkml:trace contextRef="#ctx0" brushRef="#br1" timeOffset="81875.29">29010 2595 741 0,'-2'0'70'0,"0"0"-8"0,-2 0 61 0,-12-2 2 15,3 0-6-15,1 0-10 0,5 2-19 0,0 0-6 0,5 0-5 16,-2 0-27-16,0 0-23 0,2 0 8 16,1 0-9-16,-1 0 33 0,0 0 5 0,2-1-3 0,0-1-2 15,2 0-30-15,9 0-18 0,22-5 2 0,1 1-8 16,1 0-6-16,-2 1-9 0,1 1-10 0,-8 0 0 15,-2 3-35-15,-4-1-20 0,-5 2-10 0,0 0-11 16,-2 0-112-16,-7 0-86 0,-3 0-49 0</inkml:trace>
  <inkml:trace contextRef="#ctx0" brushRef="#br1" timeOffset="82024.37">29051 2794 1003 0,'0'0'50'0,"-2"0"-4"16,0 0 22-16,0 0-3 0,0 0-10 0,0 0-13 15,0 2-6-15,2-1 0 0,0 1-3 0,0 0 2 0,2 0 11 16,0 0 3-16,6-2 0 0,19 2-9 0,5-2-15 15,1-4 1-15,3-5-7 0,1-1-10 0,-2-1-23 16,4-4-8-16,2-1-8 0,2-1-49 0,5-2-73 16,0 3-105-16</inkml:trace>
  <inkml:trace contextRef="#ctx0" brushRef="#br1" timeOffset="82289.32">30174 2207 1413 0,'0'0'44'0,"0"-2"-1"0,-2 0 39 0,0 0-1 0,0 1 1 16,0-1 13-16,-1 0-28 0,-1 0 0 0,0 2-12 16,2 0-34-16,1 0 16 0,-1 2-6 0,0 2 13 15,-4 5 5-15,-7 19-21 0,4-2-1 0,2 3-7 16,1 3-7-16,0-1-3 0,1 1-1 0,-3 1 0 15,1 1 1-15,0 1-4 0,-1 0 3 0,1-1-4 0,-2 3 3 16,1-4-15-16,1 1-15 0,1-4-3 0,2-4-72 16,3-2-84-16,1-2-1 0,0-2-37 0,1-7-90 15</inkml:trace>
  <inkml:trace contextRef="#ctx0" brushRef="#br1" timeOffset="82848.59">30309 2298 1093 0,'0'0'58'0,"-1"-2"3"0,-1 0-5 15,0 0-12-15,0-1-11 0,0-1 9 0,2 0 20 0,0-7 1 16,2 2 3-16,4-4-16 0,-1 5-11 0,12-1 0 16,11 7-3-16,-2-1 0 0,9-18-21 0,-3 12 1 15,-1 5-7-15,-1 4-3 0,-10 4-5 0,1 5 2 16,-8-1-2-16,-2-1 7 0,-4 15 10 0,-3 4-5 0,13 2 5 15,-8 2-1-15,-7-2 4 0,-6-1 1 0,-5-1 0 16,-6 4-2-16,-2-2 0 0,6 0 1 0,-13-2-2 16,0 0-2-16,0-4-4 0,0-1-1 0,1-5-1 15,7 1-5-15,3-6-5 0,5-3 1 0,6-3-1 16,-1-1-1-16,1 0-8 0,0-1-9 0,0 1 1 16,0 0-23-16,2-2 14 0,2-1-6 0,2-1 10 0,11 0 2 15,16-11 2-15,4-5 4 0,1-5-3 0,3 17 12 16,0-22-2-16,-4-1 6 0,-2 1-4 0,1 1-3 15,-6 3 7-15,1 2-1 0,-3 3 4 0,-3 4-1 0,-3 6 0 16,-5 1-2-16,-2 2 2 0,-4-3 7 0,-1 3 2 16,1 0 5-16,-4 4-2 0,1 0 15 0,-2 0-7 15,-1 0-2-15,-1 0-3 0,4 8-17 0,7 12 0 16,-2 3 2-16,-4-3-1 0,1 2 5 0,-3-3-10 16,3-1 0-16,-1-1-3 0,3-2 7 0,-3-4 6 15,-1 0-2-15,16-3 4 0,-7-5-4 0,7-1 33 16,0 13-3-16,-1-6 14 0,5-3 4 0,-6-6-7 15,-1-2-2-15,1-2 0 0,-5-1-6 0,-4-3 0 0,0 1 2 16,-3-2-3-16,-1-12-7 0,8 1-5 0,-4-2-5 16,-5-1 2-16,-4-1-8 0,-2 2-3 0,-6-2 2 15,-3 5-4-15,-4 1 1 0,0 1-7 0,-21 0 0 16,-1 4-2-16,2 4 0 0,3 3-12 0,2 4 2 16,2-14-6-16,4 6-13 0,5 7-44 0,2 3-6 0,6 0-20 15,1 2-78-15,7-2-22 0,-3 3-23 0,0 5 2 16,-3 8-95-16</inkml:trace>
  <inkml:trace contextRef="#ctx0" brushRef="#br1" timeOffset="83085.28">31587 2227 198 0,'0'-1'102'0,"0"-1"102"0,2-2 18 16,-2 0-26-16,2-5-1 0,-2 5-11 0,0-1-40 15,0 3-38-15,0 0-4 0,0-2-11 0,0 1-26 0,0-1-15 16,0 2-4-16,-2 0-2 0,0 0-4 0,0 2 23 15,0 2-3-15,0 0 9 0,2 0-14 0,-9 20-16 16,0 2-2-16,1 2-5 0,3-2-8 0,-1 0-15 16,1-1 1-16,-1 1-6 0,2-2 7 0,1 0 1 15,-3 3 0-15,2-3-4 0,1-2-27 0,-1 3-80 16,2-3-25-16,0 0-21 0,0 1-105 0,2-6-111 16,0-2-61-16</inkml:trace>
  <inkml:trace contextRef="#ctx0" brushRef="#br1" timeOffset="83277.52">31815 2316 1307 0,'-2'0'48'16,"1"0"-3"-16,-18 2 61 0,-9 4 0 0,2-1 6 16,0 5 14-16,2-1-41 0,0 2-2 0,2 2-18 15,1 2-32-15,4-13-10 0,4 16-3 0,4-1-2 16,5 0-14-16,3 0-9 0,-11-3 1 0,5 1-2 15,1 0 10-15,5-2-8 0,1-2 1 0,1-1-8 0,3-1-23 16,0-4-33-16,16-3-4 0,12 17-8 0,3-8-16 16,6-5-48-16,0-6-6 0,9-8-19 0,0-3-49 15,2-4-4-15,0-2-23 0</inkml:trace>
  <inkml:trace contextRef="#ctx0" brushRef="#br1" timeOffset="83495.23">32313 2281 419 0,'0'0'122'0,"0"-2"117"0,0 1 14 0,0-1-100 16,0 0-5-16,-2 2-33 0,0 0-37 0,0 0-23 15,0 0 2-15,-1 2-11 0,-1 0-7 0,2-2 0 16,-5 11-4-16,1 5 2 0,1 1-7 0,3 0 18 16,-2-1 5-16,2 1 4 0,-9-2 10 0,4-2 1 15,-1 2-8-15,4-4 6 0,3 0-11 0,-1-2 1 16,0 1-3-16,0-3 0 0,0 2-18 0,0-1-5 16,0-3 3-16,-1 3-4 0,-1-1-10 0,2 1 1 0,-16-1-9 15,-12 1 4-15,2-1-27 0,0-1-51 0,0-1-21 16,2-1-17-16,2 13-137 0,6-8-97 0,-5-2-67 15</inkml:trace>
  <inkml:trace contextRef="#ctx0" brushRef="#br1" timeOffset="83748.31">32304 2140 841 0,'0'0'294'0,"0"0"-351"0,0-2 350 0,0 0-175 0,1 1 9 16,1-1-8-16,0 0-7 0,0 0-5 0,2 0-52 15,-1 0-10-15,9 2-7 0,4 4 0 0,1 3-13 16,-4 3-9-16,0 3 0 0,-4 15-2 0,-1 3 2 16,-5 3 1-16,-1-3 6 0,17 1-4 0,-8-3 8 0,-5-1-7 15,-3 2 2-15,-3-4-4 0,0-2-4 0,0-2-10 16,0-1 1-16,0-5-3 0,2 3-1 0,2-6 6 16,0 0-3-16,-1-4 4 0,3 1-4 0,5-7 6 15,17 16-6-15,5-6 5 0,4-8-17 0,10-5-13 16,-6-5 2-16,5-6-7 0,-3-2-9 0,-8 0-26 15,-2 0-12-15,-7 2-7 0,-3 1-56 0,-10 5-79 16,-2-1-24-16,-7 4-41 0,-1 0-295 0</inkml:trace>
  <inkml:trace contextRef="#ctx0" brushRef="#br1" timeOffset="84150.22">30176 3249 686 0,'-2'0'360'0,"0"0"-484"16,-2 0 431-16,1 0-236 0,-1 0-1 0,0 0-25 15,2 0 7-15,0-2-13 0,1 2 15 0,-1 0 9 16,2-2 7-16,2 0-1 0,9 0 21 0,33-5-6 16,14-3 3-16,7 1-5 0,9 0-9 0,12-2-18 15,-5 1-4-15,8 1-5 0,-3-2-21 0,10 2-7 16,10-1-3-16,7-1 1 0,4 4-5 0,-5-1-8 16,-6 3 4-16,-10-1-5 0,-5 3-2 0,-2 1 2 15,-1 2-2-15,-7 0 6 0,-6 2 2 0,-14-1-13 16,-13 3 0-16,-9 0-6 0,-7 0-1 0,-12-1-9 0,-7-1-2 15,-7-2-3-15,-3 0-9 0,-1 2-56 0,0 0 8 16,-2 0-27-16,-2 0-12 0,-13 3-18 0,-39 12-19 16,-12-2-1-16,-1-2-96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6-30T05:25:51.4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6-30T05:25:54.410"/>
    </inkml:context>
  </inkml:definitions>
  <inkml:trace contextRef="#ctx0" brushRef="#br0">23186 16900 0,'0'0'0</inkml:trace>
  <inkml:trace contextRef="#ctx1" brushRef="#br0">12503 3178 256 0,'0'0'-24'0,"0"0"34"15,0 0 28-15,0-2 14 0,0 0 32 0,0 0-11 0,0 1-19 16,0-1-6-16,0-2 4 0,0 0-4 0,0 1-19 15,0-1 6-15,0 0-10 0,0 2 1 0,0-3-8 16,0 1 0-16,0 2-3 0,0 0-3 0,0-1 7 16,0 1-4-16,0 0 5 0,0-2-1 0,0 0-9 15,0 1 9-15,0-7-9 0,0 7 8 0,0 1 5 16,0-4-5-16,0 3 7 0,0-1-6 0,-1 0-6 16,-1 0 5-16,0 1-4 0,0-1 3 0,0 2-5 15,0 0-4-15,0 0 1 0,1 1-3 0,-1-3-6 0,0 0 6 16,0 2-5-16,2 0 6 0,-2 1-5 0,2-1 2 15,-2 0-1-15,2 0 14 0,0 0 16 0,0 0-10 16,0 0 10-16,0 1-16 0,0-1-13 0,0 0 7 16,0 0-11-16,0 0 0 0,0 0-1 0,0 2 1 0,0-2-1 15,0 1 2-15,0 1 0 0,0-2-7 0,0 0 4 16,0 0-4-16,0 0 0 0,0 2 3 0,0 0-3 16,0 0 2-16,0 0 7 0,0 0-3 0,0 0 4 15,0 0-11-15,0 0 6 0,0 0 2 0,0 0 1 16,0 0 0-16,0 0-2 0,0 0-1 0,0 0 0 15,0 0 1-15,0 0 6 0,0 0-3 0,0 0 3 16,0 0-11-16,0 0 3 0,0 0 2 0,0 0 0 0,0 0 0 16,0-2 2-16,0 2-1 0,0 0 3 0,0 0-2 15,0-2 0-15,0 1 0 0,0-1 1 0,0 0-2 0,0 2 16 16,0 0 0-16,0-2 8 0,0 0 10 0,0 0-5 16,0 0 2-16,0 1-3 0,0-1-4 0,0 0-5 15,0 0-3-15,0 0 0 0,0 0-8 0,0 0 2 16,0 1-4-16,0-1 3 0,0-2-1 0,-2 2-2 15,1 0 5-15,-1-1-5 0,2-1 6 0,-2 0-9 16,0 0 4-16,2 3-4 0,0-1 8 0,-2 0 1 16,2 0-2-16,-2 0 2 0,2 0 2 0,-2 0 3 15,2 1 1-15,-1-1 2 0,1 0-1 0,0 0-6 16,-2 0-2-16,2 0-1 0,-2 0 6 0,2 1-7 0,-2 1 5 16,0 0-7-16,0 0-1 0,0 0 3 0,1 0 1 15,-1 0 0-15,0 0-3 0,0 0-5 0,0 0 1 16,0 1-2-16,2 1 2 0,-2 0-4 0,2 0 2 15,0 2-2-15,0 1 6 0,-3 18-2 0,1 1-3 0,2-4 1 16,0 4 0-16,0-3 1 0,0 3 3 0,0 0-4 16,0 2-1-16,0 0 1 0,2 2-2 0,0 0 0 15,-2 1-4-15,0 1 4 0,0 0 4 0,0-2-1 16,0 0-1-16,0-2-1 0,0 0 1 0,0 0 0 16,0 0 6-16,0-2-6 0,0-6-1 0,0 3 1 15,0-5 5-15,0 1 2 0,0-2-2 0,0-6 1 0,0 6 4 16,0-6-4-16,0 6 2 0,0 0-3 0,0-8 8 15,0-3-9-15,0-2 7 0,0 0-8 0,-2 5 6 16,0 4-5-16,0-5 2 0,0 0-2 0,0-3-1 0,-1 1 0 16,-1 0 0-16,-2-1 0 0,-7 7 1 0,2-3-6 15,0 1 1-15,0-3-1 0,0 1 10 0,0-3-4 16,1 1 0-16,1 0-1 0,2-2 2 0,-1 1-1 16,1-1 3-16,-4 2-4 0,3-2-3 0,3 0 1 15,-1 0-3-15,2-1 3 0,1 1-3 0,-1 0-1 16,0 0 2-16,1 0 0 0,-1 0 3 0,0 0-3 15,2-1-2-15,0 1 0 0,1 0-3 0,-1 0 8 16,0 2-2-16,2-1 5 0,0-1-6 0,0 0 5 16,2 0-4-16,0 0 4 0,1 0-4 0,8 3 0 0,10 5 1 15,1-5-2-15,0-1-1 0,2 0 2 0,1-3 0 16,2 1-1-16,-1-2-1 0,2 0 1 0,-2 0 3 16,0-2-3-16,4 1 5 0,-6-1-5 0,4 2-1 15,-8 2 0-15,-1-1 7 0,5 5-4 0,-2 0-1 0,3-1-2 16,-11-1-2-16,-2 0 2 0,-7-3 1 0,-3-1 0 15,7 6 2-15,-5-2 3 0,0-1 1 0,-1 1 0 16,1 2-4-16,0 3 9 0,-2 2-7 0,-2 0 7 16,-2-1-8-16,-4 3 2 0,-3 0 2 0,5-2-1 15,-18 0 1-15,-2 2-3 0,-2-2-3 0,-6 0 1 16,10 0 2-16,-2-1 4 0,0-1-1 0,1 2 1 16,1-2-8-16,2 2 9 0,1-1-1 0,1-1 3 0,-3 2-8 15,4-2-4-15,1 4 3 0,1-1-3 0,2-1 8 16,4-2-9-16,-3 2-1 0,1-2-2 0,6 1 1 15,-1-1 5-15,4-2-1 0,-3 1 3 0,1-3-9 16,0 1 2-16,1 1 0 0,-1 1 2 0,2-1 1 0,2 1 4 16,0-3-5-16,0 1 2 0,0-1-1 0,0-1-2 15,4 2 4-15,-2-3-2 0,7 3 0 0,6-2-2 16,1-1 2-16,-1-1-2 0,4 0 9 0,-2 0-2 16,3 13-2-16,2-4 0 0,1-4 0 0,-1-1-3 15,2-2 4-15,-4-3-4 0,3 1 4 0,-3-2-4 16,-5 0 0-16,4 2-3 0,-6 0 4 0,-2 0-1 15,0 0 1-15,-4 0-1 0,4 1 8 0,-9-3-3 0,0 0-2 16,0 0-1-16,2 4-2 0,-1 0 1 0,1 3 4 16,2 8-1-16,-4-2 7 0,-2-4-8 0,-2 4 1 15,-4 0-2-15,-1 0 5 0,-6 8-3 0,-2-1 5 16,11-1-4-16,-9-1-4 0,0-5 0 0,-2 0 1 16,8 2 1-16,-2 6-3 0,1 1 4 0,3-2-4 0,1 3 3 15,2-1-5-15,0-2 3 0,0 3 0 0,-13-3 3 16,6 0-2-16,2 1-3 0,1 1 1 0,2 0-2 15,1 1 1-15,1-1 1 0,2-2 1 0,0-1 2 16,0 1-2-16,0-1 4 0,2-1-5 0,1 1 4 16,1 1 3-16,0 1-5 0,0-3 4 0,-1 1-4 0,1 0 9 15,0-1-8-15,-1 1 4 0,1-3-5 0,0-3 3 16,1 4 3-16,1 0-4 0,-2-6 3 0,-1 0-12 16,-1-3 7-16,-2-7 3 0,2 5 2 0,0 0-1 0,0-3 3 15,0 1-8-15,0 2 7 0,-2-5 0 0,0 1-1 16,0 0 4-16,1 2-3 0,1 0 3 0,0-1-2 15,-2 1 3-15,0 0-2 0,0-1-2 0,0 1-3 16,0-2-3-16,0 0 0 0,0 0-2 0,0 0-1 16,2-1-2-16,0 1 2 0,0 0-5 0,0 0 8 15,1 0-2-15,-1-2 2 0,11 2-7 0,4 0 6 16,1-1 0-16,5-1 1 0,5 2-9 0,-4-2 6 16,0 0-4-16,0 2 5 0,9 0 0 0,5 2-2 15,6-1 3-15,4-1-3 0,-3-2 3 0,3 0 1 0,4 0-1 16,4 0 1-16,5-2-1 0,2 1 2 0,2-5-2 15,4 2 0-15,-4-1-1 0,2-1-3 0,-2-1 2 16,0-3-2-16,2 1 3 0,-8 0 0 0,6 0 0 16,-4-1 0-16,4 1-1 0,0 0-1 0,2 1 1 0,0 1 1 15,-10-1 5-15,1 1-5 0,-2 0 0 0,-8 1-2 16,6 0 0-16,-11 1 0 0,-3 1 2 0,-2 0-1 16,-5 3 1-16,-1-1 0 0,1 0 0 0,-3 0 0 15,-1 0 0-15,1 0 2 0,-2 0 1 0,0 1 2 16,-4 1-4-16,0-2 1 0,-4 0-3 0,1 0 1 15,3 0-1-15,-2 0 1 0,-3 2 3 0,7-2-1 0,-6 1-1 16,1-1 0-16,3 0 0 0,-7 0 2 0,3 0 5 16,0 0-6-16,3 0 0 0,-5 2-2 0,3-1 1 15,-1 1 0-15,-3 0 0 0,3 0 1 0,-3 0 3 0,-2 0-3 16,0 0 1-16,-2 0-3 0,0 0 0 0,-4 0 3 16,0 0-3-16,-1 0 5 0,-3 0-5 0,1 0 0 15,-4 0 0-15,1 0-2 0,1 0 0 0,0 0-5 16,0 0-6-16,-1 0-7 0,-1 0-95 0,0 0-249 15,0 0-84-15</inkml:trace>
  <inkml:trace contextRef="#ctx1" brushRef="#br0" timeOffset="1729.47">15324 5200 65 0,'0'0'42'0,"0"0"1"0,0 0 19 0,0 0-7 16,0 0 0-16,0 0 18 0,0 0-26 0,0 0 8 0,0 0-16 16,0 0-13-16,0 0 12 0,0 0-3 0,0 0 8 15,0 0 3-15,-2-2 14 0,0 0-9 0,0 0 9 16,0 1-6-16,1-1 8 0,-1 0 5 0,0 0-3 15,0 0 2-15,0 0 1 0,0 0-4 0,0 1 3 16,1-1-15-16,-1 0 4 0,0 0 1 0,0 0 1 0,0 0 0 16,0 0-2-16,0 1 1 0,1-1-2 0,-1 0-7 15,0 0-15-15,0 0-2 0,0 0-2 0,0 0 5 16,0 1-12-16,1-1 1 0,-1 0-6 0,0 0-3 16,0 0 1-16,0 2 5 0,0 0-3 0,0 0 2 0,1 0-4 15,-3 0 2-15,0 0-2 0,2 0-1 0,-1 0-3 16,1 0-3-16,0 0 2 0,0 0 0 0,0 2-5 15,0 0 2-15,0 0-2 0,1 0 7 0,-1 1-5 16,-4 12 2-16,1 7-4 0,1-1 0 0,2 1-3 16,2 4 2-16,0 4-2 0,2-2 3 0,0 3-4 15,-2 5 1-15,0-3 0 0,0 6 4 0,0 2 0 16,0-8-4-16,0 2 3 0,2-1-5 0,-1-3-1 16,1 1 2-16,-2-2-1 0,0-2 1 0,0 1 2 15,2-3-1-15,4 2 1 0,-1-4 0 0,-1-1-3 0,0-1 4 16,-1 2-3-16,1-2 3 0,0-1-1 0,0 3-1 15,-1-6 2-15,1-1-2 0,0 2 1 0,-2-6 0 16,1 2 2-16,1-1 6 0,-2 1-7 0,0-2 0 16,0 0-3-16,-1-4 4 0,-1-1 2 0,0 1 3 0,0-5-1 15,0 5 6-15,0-1-3 0,0-1-3 0,-1-1 2 16,1-5 3-16,-4 5-1 0,2-2 3 0,-5 1-2 16,-10 1 5-16,4 1 0 0,-4-3-3 0,-1 0 0 15,-3-1-4-15,1-1-2 0,3 6 3 0,-2-1-3 16,-5-3 3-16,0 0 4 0,0-3 1 0,-4 3 0 0,2 4-7 15,4-1 3-15,-2 0-5 0,3-5 5 0,5 2-3 16,-3 0-4-16,2 3 4 0,6 1-5 0,0-3 1 16,4 4-1-16,-1-5-5 0,4 0 4 0,1 0-2 15,-1-1-2-15,2 1 0 0,2-2-2 0,-2 2-5 0,2-3 3 16,0 1-1-16,-5 6 2 0,3-3-2 0,0 3 0 16,2-1 0-16,0-1 1 0,2 1 1 0,0-3 1 15,0 0 2-15,16-3-1 0,4 14 1 0,8-2 0 16,4-2 0-16,-5-3-1 0,7-3-2 0,-5-1 5 15,-1-2-3-15,9 0 4 0,-4 0-3 0,0 0-2 16,-1-1 1-16,-6 1-1 0,1 0 5 0,-3 0-2 16,2 2 2-16,-5-1-3 0,-3 1 0 0,-3 0 4 15,-1 0-4-15,-3-1 2 0,-3-1-10 0,-5 0 8 0,1 0 1 16,-2 0 3-16,-1 0 8 0,1 1-5 0,-4-1-1 16,6 7-1-16,-1 3 3 0,-1 1-2 0,-4 0 1 15,0 1-2-15,-6 3-3 0,-3 2 4 0,-2 1 0 16,7-1 1-16,-20 1-2 0,-4 2 2 0,2 1-3 15,-9-1 3-15,7-2-5 0,2 3 5 0,-4-3-2 0,21 0 3 16,-11 1-6-16,1-4-2 0,6-1 2 0,-4-3-2 16,8 0 4-16,0-2-1 0,5 1-2 0,-7 1 1 15,0-2-4-15,9-4 2 0,-6-1-4 0,7-1 4 16,-1-3 0-16,-2 4-4 0,2-3 6 0,2-1-5 16,-4 6 0-16,4-6 6 0,0-1-8 0,0 1 7 0,-1 2-11 15,-1 0 9-15,2-1-2 0,0-1 3 0,0 2-1 16,2-2 1-16,-1 0-2 0,1 0 1 0,0-1-2 15,0 1 2-15,0 0 3 0,0 0-3 0,0 2-4 0,-1-1 4 16,3 3-3-16,0 5 3 0,3 6-3 0,4 7 3 16,2 0-3-16,0 0 2 0,-1 0-6 0,-1 2 5 15,0 6-1-15,-4 1 3 0,1 3-2 0,-3-1-3 16,3 0 4-16,-3 2-4 0,1-3 8 0,1 1 0 16,-5 0-3-16,19 1 2 0,-7-1 0 0,-2 0-1 15,-5 2 4-15,2-1-4 0,-3-3 1 0,-2-1 3 16,1-1-5-16,-3-3 3 0,0 0-3 0,0-2 5 15,0-2 0-15,3 0 0 0,1 0 2 0,-1 4-3 16,-1-6 5-16,0 1-3 0,-1 1 4 0,1-6 0 16,-2 1-3-16,0-2 3 0,0-3 3 0,0 3-9 0,-1-2 4 15,-1-4-5-15,0 0 8 0,0-1-9 0,0-5 2 16,0 1-4-16,0-1 0 0,0 1 0 0,0-4 1 16,0 0-1-16,0 1-1 0,0 1-17 0,0 0-21 0,0-2-4 15,0-1-138-15,0 1-173 0,0-2-49 0</inkml:trace>
  <inkml:trace contextRef="#ctx1" brushRef="#br0" timeOffset="2506.94">16015 6531 1064 0,'0'0'19'0,"0"-2"4"0,-2 1 21 16,0-1 3-16,0 0 7 0,2-2 74 0,0 0-24 15,0 1-1-15,0-1-13 0,0 0-41 0,0 1-13 0,0-1 0 16,0 2-4-16,0 0 5 0,0 0 4 0,0 0-4 15,0 2 3-15,0 0-15 0,2 2 0 0,0 2-2 16,0 9 1-16,1 17 1 0,-1 1-6 0,0 1 2 16,-2 3-3-16,0-1 1 0,0 1-9 0,0-2 0 0,-2 1-3 15,0-3 1-15,0-3-5 0,1 2 3 0,-1-2-4 16,0-8 7-16,0 0-5 0,2-5-2 0,0-2-2 16,0 2 1-16,0-6 1 0,0-3 1 0,0-4 0 15,0 0 1-15,0 0 3 0,0 1-2 0,0 1 1 16,0-2-5-16,0 0 1 0,-2-2 4 0,0-2-3 15,0 0 5-15,1-4-8 0,-11-20 1 0,3 0-1 16,2 0 1-16,-1-5-1 0,1 1 1 0,1-3-1 16,1-1 2-16,1-1 6 0,2 2-1 0,2-1 2 0,2 3-9 15,4 3-1-15,1 2 0 0,0 4 0 0,3 3 3 16,-1 2 4-16,2 1-4 0,-7 3 4 0,13 1 0 16,-1 5-3-16,3 0 3 0,-1 1-4 0,1-1 7 0,3 3-1 15,0-11 5-15,3 2-3 0,-3 6-3 0,-2 3 6 16,1 2-7-16,-3 2 6 0,1 0-10 0,-2 2 4 15,-3 2 2-15,-1 1 1 0,-1 1 6 0,-5-3-5 16,0 3 2-16,-5 1-1 0,2 8 2 0,7 2 0 16,-3 0-4-16,-3 1 2 0,-3 1-9 0,-2 1 4 15,-6 1 3-15,-3-1 0 0,-4 2 0 0,0-1 8 16,8-1-4-16,-16 1 6 0,1-5 0 0,1-1-3 16,2-4 2-16,4 0-2 0,2-1-9 0,2-1 7 15,2-2-8-15,1 1 8 0,0-3-14 0,5-1 3 0,-5 2-1 16,0 1 1-16,5-3-4 0,-3 1 2 0,0 3 1 15,2-3 1-15,-1 7-5 0,1-1 2 0,2-4 0 16,-2 6 0-16,2-2 4 0,0 4-2 0,2-2 1 0,1 4-1 16,3 3-1-16,0-5-1 0,-1 2 4 0,3-2-3 15,-3-2 5-15,3-2 0 0,3 6-5 0,-4-8 3 16,-3 4-4-16,11-2 0 0,0-4 0 0,-1 5 0 16,1-7-4-16,0 4 2 0,2-1 0 0,-4-3-1 15,4 3-5-15,-1-1-21 0,3-1-29 0,-2 1-4 16,-1-5-144-16,1 0-51 0,0 2-25 0,7 12-14 0,-2-4-152 15</inkml:trace>
  <inkml:trace contextRef="#ctx1" brushRef="#br0" timeOffset="2804.01">16792 6971 110 0,'0'0'44'0,"0"0"55"15,-1 0-22-15,1 0-51 0,0 0 4 0,-2 0-20 16,0 0 1-16,0 0-16 0,0 0 8 0,0 0-11 16,2 0 9-16,-2 0-14 0,2 0-5 0,0-2-7 15,-1 2-40-15,1 0-31 0</inkml:trace>
  <inkml:trace contextRef="#ctx1" brushRef="#br0" timeOffset="3209.89">16759 6953 70 0,'0'0'57'0,"0"0"-4"15,0 0 59-15,0 0-10 0,0 0 3 0,0 0-24 0,0 0 11 16,0 0-1-16,0 0 4 0,0 0-4 0,0-2-11 16,0 0 5-16,0 0-8 0,0 0-4 0,0 0-5 15,0 1-3-15,0-1 0 0,0 0-1 0,0 0 0 16,0 0-1-16,0 0 1 0,0 0-4 0,0 1 0 16,0-1-4-16,0 0 1 0,0 0-5 0,0 0-19 15,0 0 2-15,0 2-8 0,-2 0 0 0,0 0-3 16,0 0 1-16,1 2-2 0,-1 0 2 0,0 0-11 15,0 2 7-15,2-1-9 0,-7 12 10 0,-1 4-4 0,3-3 0 16,-1 1-1-16,-1 5-1 0,1-3 1 0,1 3-1 16,1 4 1-16,2-7 0 0,0 1-4 0,0-5 5 15,0-2-4-15,1 4 8 0,1 0-5 0,0-4-2 16,0 1 1-16,0-1 2 0,0 0-7 0,0 0 5 0,1-1-6 16,3 1 2-16,0-4-2 0,0 0 0 0,-1-1 0 15,-1-1 0-15,19 2 4 0,-3-3 0 0,1-1 2 16,1-3-5-16,4 2 2 0,2 13-3 0,0-6 2 15,0-4-2-15,0-1-6 0,2-4 0 0,-2-2-3 16,2 0-3-16,0-2 2 0,-2-2 0 0,2-2 1 16,-2 1-2-16,-4-1 2 0,-2 1-2 0,3-3 1 15,-7 3-2-15,1-1-16 0,-4 1 2 0,4-3-10 0,-6 3-21 16,-7 3-102-16,1-2-9 0,-1 0-39 0,-4 3-93 16,5-11-113-16,-3 3-99 0</inkml:trace>
  <inkml:trace contextRef="#ctx1" brushRef="#br0" timeOffset="3585.01">16807 7226 1308 0,'0'0'83'0,"-2"0"8"0,1 0 26 16,-1 0-12-16,-2-2-3 0,0 0 48 0,2 2-47 15,1-2 1-15,1 2-18 0,0 0-16 0,1-2-11 0,1 0-1 16,2 1-4-16,16-7-15 0,5 1-11 0,2-3-3 15,1 1-4-15,-2 0-13 0,-2 0-6 0,1-3 5 16,-1 3-5-16,-4 0 1 0,1 0-4 0,-5 3-9 0,-3 0 3 16,0 1-16-16,-7 3-18 0,-2 0-16 0,-1 0-6 15,1-1-89-15,0-1-31 0,-2 0 0 0,-1 0-7 16,-1 1 14-16,0-1 28 0,-1-2 9 0,-3 1 9 16,0-1 50-16,-18-5 35 0,1 0 2 0,-1 5 14 15,0-1 34-15,1-2 26 0,3 1 11 0,-1 3 5 16,3-3 56-16,4 6 9 0,3 1 1 0,4-3 1 15,-1 2-15-15,2-2-37 0,1 1 4 0,-1-1-13 0,2 2 16 16,0 0 1-16,2 0-2 0,0 0 1 0,2 1 1 16,0-1-7-16,2 0 4 0,14-7-6 0,4-1-5 15,4 1-4-15,0 0-7 0,0-1 0 0,2 1-28 0,-2 2-12 16,0-3-1-16,-2 1-4 0,-3 2 0 0,-1-1-8 16,-1 1-1-16,-1 1-7 0,-1 3-30 0,-8 1-150 15,-5 2 2-15,0-2-60 0,0 0-90 0</inkml:trace>
  <inkml:trace contextRef="#ctx1" brushRef="#br0" timeOffset="4035.74">14171 8639 1303 0,'-2'0'128'0,"0"0"20"15,-2 0-15-15,-1 0-48 0,-4 0-7 0,3 0 16 16,2 0-12-16,1 0-13 0,1 0-2 0,0 0-57 15,2 0 5-15,2 0 7 0,1 0-2 0,35-2 21 0,13-2 13 16,9 0-5-16,-3-3 7 0,14-2-1 0,5-1-13 16,4-1 2-16,13 0-8 0,-4 0-5 0,7 0-10 15,3 0 3-15,-4 0-6 0,-8-1 3 0,-5 1-11 16,-10-2 0-16,-7 6-3 0,0-2-3 0,-8 3-3 16,-3 0 4-16,-2 1-3 0,-5 1 2 0,-6 0-1 15,-2 3-1-15,-13 1 1 0,-2 0 4 0,-6 0-3 16,-8 0-3-16,-1 0-1 0,-2 0-6 0,-3 0-3 15,0 0 4-15,-1 0-5 0,-1 0-15 0,0 0-41 0,0-2-41 16,-2 0-2-16,0 0-147 0,-2 0-57 0,0 0-27 16</inkml:trace>
  <inkml:trace contextRef="#ctx1" brushRef="#br0" timeOffset="4223.33">14956 9030 1099 0,'0'0'470'0,"0"0"-679"0,0 0 567 0,0 0-325 16,2 0 28-16,0 0 66 0,2 0-4 0,18 4 18 16,2-2-46-16,6 0-22 0,5-2-8 0,6 0-4 15,0-4-18-15,-6 0-25 0,-2-1 5 0,-1-1-14 0,-4 1-9 16,0-3-10-16,0 1-11 0,1-2-3 0,1-3-62 16,-2-1-171-16,0-1-32 0,5 12-87 0,6-22-486 0</inkml:trace>
  <inkml:trace contextRef="#ctx1" brushRef="#br0" timeOffset="6397.06">13079 3198 482 0,'0'0'43'0,"0"-1"-7"15,0-1 44-15,0-2 11 0,0-3-5 0,-2-12 29 16,0 4-18-16,0 0 1 0,1-1-9 0,-1 1-9 0,2 4-25 16,0-1 9-16,0 3-16 0,0 2-6 0,0 3-1 15,0 0-5-15,0 1 5 0,0-1 8 0,0 2-26 16,0-2 2-16,0 1-12 0,0-1 1 0,0 2-6 15,0 0 1-15,0 0-3 0,0 2 4 0,0 0-4 16,0 2 5-16,0 2-5 0,2 20 11 0,1 8-4 16,-1 1 5-16,0-1-5 0,0-1 6 0,0-1 5 15,0 3-6-15,-1 1 7 0,-1-3-5 0,0 1-4 16,2-1-1-16,0 1-1 0,0 0-3 0,0 1-3 0,0-1-1 16,0-5-1-16,-2 1-3 0,0-2 0 0,0 2 2 15,0 0-1-15,0-2 0 0,0-4-3 0,0-3-1 16,0-6 0-16,0 2 3 0,0 1-6 0,0-5 2 15,-2 2-6-15,0 4-7 0,2-9-31 0,-2 1-13 16,0 2-9-16,2-9-60 0,0 3-11 0,-2 1 3 0,0-2-7 16,1-1-14-16,-1 1-57 0,0-2-18 0</inkml:trace>
  <inkml:trace contextRef="#ctx1" brushRef="#br0" timeOffset="6755">12977 3789 275 0,'0'0'82'16,"0"-2"-5"-16,0 0 78 0,0 0-13 0,0-1 4 0,-2-7-19 15,0-1-10-15,0-4-3 0,2 8-5 0,0-1-25 16,0 1-16-16,0 1 1 0,0 1-5 0,0 1 8 0,0 0-18 16,0-1 4-16,0 1-11 0,0 2-4 0,0-1-29 15,0-1 2-15,0 2-12 0,0 0-4 16,2 0-1-16,0 2 4 0,0 2-1 0,0 0 4 0,-2 0-2 16,13 22-4-16,-2 0 3 0,2 4-4 0,-2-2 3 15,0 0-3-15,2 2 2 0,-2-2 4 0,0-2-9 16,1-2 8-16,-1 2-8 0,0-1 14 0,0-3-10 15,-2 1 2-15,-1-5-4 0,-1-1 10 0,1 2-3 16,-3-6 1-16,-1-2-2 0,-2-3 6 0,0-2 14 0,-2-3 5 16,3 3 3-16,1 0 32 0,0 0 0 0,-1-3-4 15,1 1-3-15,0-2-35 0,1 0-3 0,5-3-1 16,-1-5-2-16,-2-12-7 0,3-8 2 0,1 0-3 16,-4 0 2-16,1-2 1 0,-1-1-5 0,-5 1 1 15,2 0-2-15,-2 10-5 0,-1-2 0 0,3 1 1 16,0 1-1-16,13-6 4 0,-10 11-6 0,0-4-5 0,-3 8-2 15,-2-2-18-15,0 2-78 0,-2 0-7 0,0 4-29 16,0-3-64-16,0 3-61 0,0 5-42 0</inkml:trace>
  <inkml:trace contextRef="#ctx1" brushRef="#br0" timeOffset="7079.72">13601 3379 1003 0,'0'-2'70'0,"0"0"-83"0,0 0 82 0,-2 0-36 0,0-2 56 0,0 1 27 16,-2-3 5-16,1-1-2 0,-1-1-38 0,2 3-34 15,2 3 0-15,0 0-10 0,-2-2-11 0,0 1-15 16,2-1 0-16,-1 2-5 0,-1 0 4 0,0 2 8 16,0 0 2-16,0 2 1 0,2 0-4 0,-2 7 11 15,-1 19-6-15,-3-2 9 0,2 0-2 0,1 2-5 16,1-4 3-16,2 2-5 0,0-4-4 0,0 1 4 0,0-3-3 15,0-3 3-15,2-3-5 0,0-2-4 0,-1-5-1 16,5 4-1-16,1-2-5 0,-5 1-8 0,9-1 3 16,-5-2-3-16,5 3 5 0,2-1-3 0,-2-3-4 15,6 1 0-15,-6-3-7 0,-2-2-2 0,-1-1-6 16,-1-1-4-16,-3 0-74 0,-2 0-38 0,1-1-19 0,1-3-3 16,2-5-59-16,5-14-115 0</inkml:trace>
  <inkml:trace contextRef="#ctx1" brushRef="#br0" timeOffset="7235.84">13799 2855 1116 0,'0'-2'38'0,"0"0"47"0,-1 0-9 16,-1 1 14-16,0-3-9 0,0 0 5 0,2 2-39 16,-6-1-29-16,-3-1 2 0,7 2-11 0,0 2-14 0,1 0-24 15,-1 0-2-15,0 0-11 0,-2-2-61 0,0 0-186 16,1 2-69-16</inkml:trace>
  <inkml:trace contextRef="#ctx1" brushRef="#br0" timeOffset="7586.43">13874 3176 447 0,'0'0'112'0,"0"0"-142"16,0 2 135-16,0 0-67 0,0 0 51 0,0 0 45 0,0 1 0 15,0 3 7-15,0 9-47 0,-2 0-28 0,0 3-7 16,0 1-6-16,0 1-25 0,0 4 10 0,1 0-9 15,-1 2 11-15,0-1 1 0,0-5-12 0,0 0 9 16,2-3-11-16,0 2 1 0,0-4 6 0,0-4-7 0,0-2 7 16,0-3-13-16,0-1 0 0,0-1-5 0,0-2 3 15,2 1 0-15,0 1 6 0,0-2 0 0,0 0-1 16,1 0-14-16,-1-2-2 0,15 0-1 0,3-2-1 16,1-4-14-16,1-1 6 0,2-1-4 0,-2 1 6 15,3 0 2-15,-3 1 2 0,0 2 0 0,0 2 0 16,-5 2 0-16,2 0-4 0,-4 2 0 0,-2 2 0 0,3 3 4 15,-6-1 3-15,3 3-2 0,-1 1 3 0,-10 6 2 16,9-1 11-16,-1 4-1 0,-7-5 5 0,-1 1 12 16,-2 0 8-16,-2 0 0 0,-1-4 0 0,-7 2 0 0,1-2-15 15,-19-3 3-15,8-1-8 0,-2 2-8 0,-1-1-5 16,5-4 0-16,-1-3-3 0,1 3-8 0,3 7 1 16,-2-1-1-16,4-5 0 0,0-1-2 0,4-2-34 15,1-2-31-15,1 0-12 0,5 0-206 0,0 0-328 16</inkml:trace>
  <inkml:trace contextRef="#ctx1" brushRef="#br0" timeOffset="13870.66">12412 3044 48 0,'0'0'0'16,"0"0"2"-16,0 0 38 0,-1 0 36 0,-1 0 21 0,0-2-5 15,0 1-7-15,0-1-63 0,0 0-6 0,0 0-4 16,2 0 3-16,0 0 6 0,0 0 5 0,0 1 2 16,0-3 27-16,0 0 23 0,0 0-2 0,0 3 7 15,0-3-2-15,0 2-9 0,0-2 3 0,0 1-7 16,0-1-13-16,0 0-7 0,0 2 4 0,0 0-2 15,0 1 19-15,0-1-21 0,0 0 0 0,0 0-8 0,0 0-5 16,0 0 4-16,0 0 0 0,0 1 1 0,0-1-6 16,0 0-2-16,0 0 0 0,0 2 0 0,0 0 7 15,-1 0-9-15,-1 0 2 0,-2 0-4 0,-2 0-6 0,-12-2 4 16,-1 0-5-16,1 2 4 0,-10 0-4 0,-4 0-1 16,-3-2 1-16,-11 1-3 0,1 1-8 0,-7 0 3 15,-4-2 0-15,1 0 1 0,-8 0-4 0,-4 0-2 16,2 0-2-16,-4 2 1 0,6 0-2 0,0 2 1 15,0 2 4-15,-2-2-2 0,-4 1 8 0,2 1 3 16,0 0-4-16,8 1 5 0,7-1 1 0,4-2-6 16,5-2 3-16,4 0-4 0,2 0 10 0,5 0-4 15,4 4 4-15,1-2-5 0,4-1-10 0,1 1 4 16,2 0-6-16,3 0 6 0,0-2-11 0,2 2-1 16,0 0-1-16,2 0 1 0,0-1-9 0,-1 1 8 0,1-2-1 15,1 0 3-15,3 0-3 0,0 0-8 0,-4 2-2 16,2 0-4-16,-2 0-24 0,2 2-131 0,1-1-15 15,-1 3-54-15,4-2-174 0</inkml:trace>
  <inkml:trace contextRef="#ctx1" brushRef="#br0" timeOffset="17221.74">11172 3904 184 0,'0'0'37'0,"0"0"-5"16,0 0 93-16,0-2-14 0,0 0 23 0,0 0-45 0,0 1-18 15,0-1-6-15,-2 0-2 0,2 0-3 0,0 0 9 16,0 0-4-16,0 0 4 0,0 1-16 0,0-1-2 15,0 0 0-15,0 0-4 0,0 0-10 0,0 0 0 16,0 0-6-16,0 1 4 0,0-1-5 0,0 0-10 16,0 0 3-16,0 0-6 0,0 0-7 0,0 0 0 15,0 1-1-15,0 1 1 0,0 0 0 0,0 1-4 16,0 3 5-16,-2 9-5 0,-3 13 6 0,1 0-2 0,-1 4-2 16,1-4 1-16,0 0-5 0,-1 0 12 15,-1 0-3-15,2 2 6 0,1-2-8 0,-1 0 11 0,2 0-7 16,-2-2 8-16,1-2-7 0,-1 0-2 0,2 1 1 15,0-5-2-15,2-1-6 0,0 0 3 0,0-6-3 16,-2 0 3-16,2 0-6 0,0-4 2 0,0-1 1 0,0 0 1 16,0-3-2-16,0-1-3 0,0 2 2 0,0 0-2 15,0-3 3-15,0 3-3 0,0 0 1 0,0 0-2 16,0-1 0-16,0-1 2 0,0 2-2 0,-2-2 0 16,1 0-10-16,-1-1 2 0,0 1-7 0,0 0 2 15,0 0-39-15,0 0-33 0,0-2-11 0,1 0-8 16,1 0-55-16,0 0-62 0,0-2-42 0</inkml:trace>
  <inkml:trace contextRef="#ctx1" brushRef="#br0" timeOffset="18059.56">11061 3911 342 0,'0'0'41'0,"0"-1"55"0,0-1-11 0,-2 0 11 16,0-2 1-16,0 0 1 0,2-1-9 0,-2-3-25 0,0 3-3 16,1-3-9-16,1 3-24 0,0-1-4 0,0 1 0 15,0 1 1-15,0 0 8 0,0 2 1 0,0-1 3 16,1-5-3-16,1 1 3 0,2 1 3 0,5-5-3 16,-5 4 3-16,11-8-7 0,5 4-2 0,-5 3 0 0,9-3-1 15,-1 4-7-15,-9-3-4 0,5 1-4 16,-4 0 2-16,3 3-3 0,-3 1 0 0,2 1 2 0,-4 2-3 15,4 0-6-15,-4-1 5 0,0-3-4 0,-2 0 4 16,0 5-3-16,0-7-3 0,0 3 0 0,-1 1-1 16,-5 2-3-16,3 0 3 0,-1 0 2 0,0 2 0 15,-1 0 0-15,-4 0 4 0,2 0-3 0,-3 0 3 16,1 0-3-16,0 0-1 0,2 2 3 0,0 2-2 0,-1 0 4 16,1 1-4-16,2 6 0 0,-3 0 1 0,-1 6 2 15,-2-6-5-15,0 4-2 0,0 2-1 0,-4 0-1 16,-1 1 2-16,-1 3 3 0,1-5-2 0,1-3-1 0,-5 8 2 15,1-8 0-15,-3 2 1 0,6 1-3 0,-12-3 3 16,2 2-2-16,4-2 3 0,-8-2-7 0,1 2 7 16,-5-3-7-16,3 1 6 0,1 0-11 0,3-2 10 15,-3-1 1-15,4-1 2 0,0-1-10 0,-1-3 9 16,-1 1-1-16,0-2 8 0,4 0 6 0,2 0 0 16,2-1 1-16,3 3 0 0,-1 2 5 0,1-3-15 15,3-1 1-15,-3 2-6 0,4-4-3 0,0 0 2 16,0 0-2-16,-1 2 1 0,-1 0 0 0,0 0 0 0,2-1 3 15,1 1-2-15,-1 0-2 0,0 0-3 0,0 0 3 16,0 0-2-16,0-2 10 0,0 0-7 0,1 0 3 16,-1 0-4-16,0 0 8 0,0 0-7 0,2 0-3 15,0 0 0-15,0 0-1 0,0 0-3 0,0 0 2 16,0 0-4-16,0 0 4 0,0 0-1 0,0 0 4 0,0 0-3 16,0 0-3-16,2 0 3 0,0 2-4 0,0-1 4 15,-1 1-3-15,3 0 3 0,0 0 0 0,1 0 0 16,8 2 0-16,-1-1 0 0,2 3 0 0,1-2 0 15,0 1-1-15,4 1 0 0,-4-1 1 0,-1 1 0 16,3-1 2-16,-4 1-3 0,2 1 1 0,-4-1-1 0,2 1 1 16,2 1 0-16,-2-1 0 0,4 2 1 0,-2 1-2 15,-2-3 2-15,1 2 1 0,-2-1 1 0,-9-6-3 16,5 3 5-16,-5-3-4 0,7 6 4 0,1-1-4 16,-2-1 10-16,-1-3-3 0,-5-1 6 0,3 2-5 0,-4-4 3 15,0 0 2-15,1 2-1 0,1 0 6 0,0-1-11 16,-1 1 2-16,1 0-5 0,0 0-7 0,0-2 5 15,-1 0-3-15,-1 0 4 0,0 0-3 0,0 0-5 16,0 0 2-16,0 0-4 0,-1 0-4 0,1 0-31 16,0 0-17-16,0 0-6 0,0 0-71 0,0 0-24 15,0 0-7-15,-1-2-11 0,1 0-56 0,0 2-39 16,0 0-56-16</inkml:trace>
  <inkml:trace contextRef="#ctx1" brushRef="#br0" timeOffset="18573.47">11605 4234 449 0,'0'0'78'0,"0"0"-92"0,0 0 111 0,0 0-51 16,0 0 72-16,0 0-6 0,0 0-12 0,0-1 0 15,0-1-36-15,0 0-11 0,0 0 0 0,0 0-6 16,0 0-3-16,0 0 6 0,0 1 2 0,0-1-2 0,0-2-2 15,0 0-1-15,0 1 3 0,0-1-1 0,0 0 6 16,0 0-8-16,0 3 0 0,0-5-2 0,0 0 4 16,0 1-13-16,0 1 4 0,0 2-9 0,0-1 1 15,0 1-3-15,0-2 0 0,0 2-3 0,0 0 0 0,0 1-9 16,0-3 0-16,0 0-4 0,0 0 0 0,0 1-4 16,0 1 3-16,0 0-5 0,0 0-6 0,0 0 0 15,0 0-1-15,0 1 1 0,0-1-1 0,0 0 3 16,0 0-3-16,0 2 4 0,0 0-2 0,0 0-6 15,0 0 1-15,0 2-3 0,0 0 4 0,0 1 4 16,0-1-3-16,-2 15 3 0,2 0-3 0,0 1-3 16,0 3 4-16,0-3-1 0,0 1 6 0,0 1-3 15,0 1-1-15,0 1-1 0,0-2 0 0,0-3 4 0,2 3-1 16,-2-3 1-16,2 2-1 0,0-1 2 0,-2-7 2 16,1 4-2-16,1 0 0 0,-2-6 7 0,0 1 1 15,2-1 2-15,-2-3 0 0,0-1 2 0,0 1 2 16,0-3 0-16,0 1 1 0,0 0 2 0,0 3-6 0,0-3 6 15,0-2 1-15,0 2-12 0,2-1 6 0,-2 1-8 16,0 0 3-16,0-1-4 0,0 1-4 0,2 0 1 16,-2-2-5-16,0 0 2 0,0-1 1 0,0 1 0 15,0 0 0-15,0 0-10 0,0 0-2 0,0 0-4 16,0 0-9-16,0-1-100 0,2 1-9 0,0 0-43 16,-1-2-127-16</inkml:trace>
  <inkml:trace contextRef="#ctx1" brushRef="#br0" timeOffset="19771.21">10721 3275 146 0,'0'0'0'0,"-2"0"20"0,0-2 191 0,0 0-75 16,1 0 30-16,-1 0-81 0,0 0 13 0,0 0-10 16,0 1-5-16,0-3-7 0,0 0-24 0,-1 0-5 15,-1 1-1-15,0-1-2 0,1 0-3 0,-1-1-5 16,-2-3-2-16,4 5-2 0,-7-5-16 0,4 6 12 0,-7-3-7 15,1-5 9-15,4 7 1 0,-4-3 7 0,0 1 0 16,7 1 0-16,-11-4-9 0,-2 3-2 0,2 1 1 16,-1 2 0-16,-1 0-8 0,6 1 1 0,-4-11-4 15,-9-1 3-15,9 6-5 0,-5 0 6 0,5 3 2 16,-6-2 0-16,3 1-4 0,-4 1-8 0,-6-2 5 0,9 5-5 16,-7-1 1-16,0 0-2 0,0 2-2 0,-5-2 2 15,1 0 2-15,0 2 1 0,0 0-3 0,-3 0 2 16,1 0-1-16,-1 0-2 0,0 0 4 0,-8 0-3 15,2 0 9-15,0 0 3 0,0 0-2 0,11 2 3 16,-9-2 5-16,3 0-5 0,-1 2 1 0,-4 0-3 16,8 0 0-16,1 1-1 0,0-1 2 0,6 0-2 0,2-2-1 15,3 0-3-15,2 0-4 0,1 2 2 0,-1 0-2 16,2 0-7-16,2-2 3 0,0 0-6 0,2 1 0 16,2 1 3-16,-1 0 0 0,3 0 0 0,1-2-9 0,1 2 2 15,1-2-4-15,-1 2 4 0,1-2 4 0,0 0-4 16,0 2-2-16,3-2-2 0,-1 0-3 0,0 0-16 15,0 0-1-15,-2 3-15 0,1 1-95 0,-1 0-116 16,4-2-51-16</inkml:trace>
  <inkml:trace contextRef="#ctx1" brushRef="#br0" timeOffset="20751.83">8214 2628 219 0,'0'0'33'0,"0"-1"-3"16,0-1 28-16,2 0 0 0,-2 0-2 0,2-2-1 15,0 1 7-15,0-1-7 0,-2 2 7 0,2-4-19 16,-2 5 2-16,0-3 4 0,2 0-2 0,-1 0 2 0,1 1-11 15,-2-1-9-15,0 2 2 0,0 0-19 0,0 0 0 16,0 1-1-16,0-1 1 0,0 2 0 0,-2 0-3 16,1 0 3-16,-1 2-3 0,0-1-2 0,0 3-2 15,0 2 1-15,-9 18-2 0,4 0 2 0,1 0 0 16,0 2-4-16,3 6 3 0,1-6-1 0,0 7-5 16,0 2 2-16,2 3-3 0,0 10 2 0,2-2-1 15,-2 2 0-15,0 3 0 0,0-9 8 0,0 5-5 16,0 3 4-16,-2 0-4 0,-2 4 11 0,1 3-4 0,-1 7 4 15,2 6-4-15,-2 4 3 0,-3 4-4 0,0 6-6 16,-1-1 3-16,-1-3 2 0,3-2-3 0,-1-3 2 16,-1 4-5-16,1 7-4 0,1 12 2 0,1 10 5 15,5 7-3-15,0 4-1 0,4-4 2 0,-4 2-2 16,1 0 3-16,3 5 1 0,0 14-1 0,3-2 4 0,-1-1-4 16,3-5 0-16,-1-11 3 0,-5 0-6 0,8 2 4 15,-3 0 3-15,-1 2-11 0,3-8 8 0,-1-5-7 16,0-6 14-16,0 0-7 0,4-2 5 0,-3-1-4 15,-5-3 11-15,1 3 44 0,-1-7-20 0,-3-4 23 16,2-7-44-16,0-5-10 0,-1 1 7 0,5-7-9 0,-3-1 7 16,1-4-9-16,0-4-1 0,1-3-1 0,-1-4 5 15,-1-2 3-15,-1-4-4 0,-2-5 3 0,0-5-8 16,-1-6 2-16,1-4 3 0,-2-11-2 0,0-6 3 16,0-2-6-16,0-7 1 0,0 2-3 0,0-1 0 0,0-1-14 15,0 0 2-15,0-4-9 0,0-2-17 0,8-55-86 16,1-12-15-16,8-10-35 0,-1-18-166 0</inkml:trace>
  <inkml:trace contextRef="#ctx1" brushRef="#br0" timeOffset="21301.74">8369 2625 250 0,'0'-2'44'0,"-2"0"42"15,0-2 1-15,-2 1-6 0,-1-3 1 0,-14-5-2 0,4 0 4 16,-3 1-4-16,3-1-8 0,5 4 4 0,-3 1-16 0,0-1-15 16,6 1 2-16,-10 1-7 0,8 1-3 0,0 0-6 15,-4 2 7-15,11 1-7 0,-7-1 7 0,3-2-1 16,0 0-3-16,-1-1 1 0,3 1-7 0,1 2 0 16,-1 0-7-16,2 0 4 0,0 1-19 0,2-1 14 15,0 0-3-15,0 0 5 0,2 0-12 0,0 0 5 16,3 2 2-16,29-3 2 0,-1 1 4 0,12 2-1 15,-2 0-4-15,1 0 2 0,4 0-4 0,4 0 5 16,6-4 1-16,7-2 1 0,4 1-5 0,5-1 6 16,2 1-7-16,-2-1 5 0,4 1-11 0,-3-1 0 0,-5 2-2 15,-5 1 0-15,-7 1-9 0,-5 0 7 0,-1 2-2 16,2 0 4-16,-5 0-8 0,-1 0 6 0,-2 0-3 16,-5 0 4-16,2 0 7 0,-4 0 0 0,-8 0 3 15,1 0-1-15,-10 0 8 0,-1 0-11 0,-5 0 5 16,-5 0-8-16,1 0 9 0,-5 0-16 0,0 0 6 0,-1 0-9 15,-2 0 13-15,-1 0-12 0,-1 0-1 0,0 0-3 16,4 0-6-16,-4 0-5 0,1 0-9 0,3 0-5 16,-2 0-86-16,-1 0-65 0,1 0-13 0,0-2-15 15,-1-2-53-15</inkml:trace>
  <inkml:trace contextRef="#ctx1" brushRef="#br0" timeOffset="21629.2">9869 2084 661 0,'-2'0'36'0,"0"0"-7"15,0-1 55-15,-2-1 4 0,1 0 4 0,-7-2 2 0,-6-3 14 16,3 1-7-16,3 4 5 0,-4-1-34 0,10 3-26 16,0 0-6-16,2 0-7 0,-1 0-28 0,-1 0 9 15,0 1-1-15,2 1 6 0,0 0 5 0,1 2 3 16,1 0-3-16,0 3 3 0,3 8 3 0,1-8 2 16,5 6 1-16,19-5-2 0,2 3-9 0,3 4-4 15,-5-12-1-15,2 7 0 0,1-3 4 0,-5-3 0 16,6 5 2-16,-2-3-1 0,-1 3 3 0,-1-2-9 15,0 3-2-15,-6 1-1 0,3 2-1 0,-7-2 4 0,1 0 3 16,-6-2 0-16,-2 3 5 0,0-1 3 0,-4-2-2 16,-3 0 3-16,0 0 8 0,1-1 3 0,1 1 3 15,-2-1-1-15,-1 1 2 0,-3 0-12 0,0 0-2 16,-3 3-3-16,-3-1-6 0,4 0-5 0,-20 0 0 0,2-2-4 16,-1 2-7-16,1-1 1 0,1 1-3 0,1-2 1 15,-3 2-8-15,3 2-10 0,1 2-4 0,-2 0-7 16,1 2-51-16,3-1-156 0,-4 5-7 0,6-1-68 15,-2 1-203-15</inkml:trace>
  <inkml:trace contextRef="#ctx1" brushRef="#br0" timeOffset="23064.21">8818 5154 223 0,'0'0'48'0,"0"0"-3"0,0 0 24 15,0-2 10-15,0 0-11 0,-2 0 47 0,0 0-9 0,0-2-3 16,2 1-4-16,0-1-28 0,0-2-12 0,0 1-1 15,-2-1-3-15,2 1 3 0,0-1-2 0,0 4-2 16,0-1 1-16,0-1-2 0,0 2-7 0,0 0-1 0,0-2-4 16,0 1-3-16,0-1-19 0,0 2 12 0,0 0-15 15,0 0 6-15,0 2-4 0,0 0-4 0,0 2 2 16,0 0-7-16,0 6 3 0,-1 25 2 0,-3 4 1 16,0 6-1-16,-1 3 0 0,-1 4 0 0,-1 1-1 15,-1 1-2-15,3 1-5 0,-1-3 0 0,0 2 0 16,1-5 0-16,1-3-3 0,-1 1 4 0,-1-4-3 0,2-2 5 15,1-2-8-15,1-2-2 0,0-3-1 0,2-1-4 16,0-6 5-16,0-3-1 0,0-2 1 0,0-7-10 16,0 2-47-16,0-6-5 0,0-5-16 0,0 0-40 15,0 0 5-15,0-3-16 0,0 1-1 0,0-2-117 0</inkml:trace>
  <inkml:trace contextRef="#ctx1" brushRef="#br0" timeOffset="23594.78">8732 5471 536 0,'0'-2'62'0,"0"0"-4"0,-1-9 37 16,-3-17 1-16,2 1-10 0,0-3 4 0,2 4 4 16,0 0-6-16,0 4 4 0,2 1-21 0,2-1-21 0,-1 1 4 15,5 3-9-15,3-4 7 0,0 3 3 0,-5-1-1 16,16-3 3-16,10 5 8 0,-1-1-16 16,1 2 6-16,3 3-10 0,-11 2-11 0,8 3-13 0,-1 4-4 15,-12 1-2-15,7 2-10 0,-8-11 1 0,3 4-1 16,-1 3 1-16,-7 6-2 0,-2 0 9 0,-3 0-3 0,1 4 4 15,-3-2-10-15,-5-2 5 0,3 15-6 0,9 3 5 16,-4 3 1-16,-5-1 1 0,-2-1 2 0,-2 5-2 16,-2 0 0-16,-3 2-3 0,-7 2-2 0,-1-2 0 15,12 2 2-15,-20-1-1 0,-3 1 2 0,-7-4-3 16,6-1-3-16,-1 1 2 0,-1-7 2 0,4 3 0 16,3 2-2-16,-8-7-2 0,6 5-1 0,-1-3 0 0,-3-2 3 15,6 2-2-15,-2-2 0 0,-2-2 0 0,3 0 5 16,4-4-7-16,1 4 2 0,5-4-4 0,1 2 4 15,3-1 7-15,-1-5-3 0,7 3 3 0,-1-5-9 0,0 1 0 16,0 0 0-16,0-1-1 0,2-1 3 0,-2 2-2 16,2-2 4-16,0 2-4 0,0-1 4 0,2 1-1 15,0 0-1-15,0-4-1 0,22 15-2 0,2-2 3 16,-2-4 1-16,2-2 1 0,6 1-2 0,-3-1-2 16,5 1-1-16,-4-1-1 0,-1 2 2 0,-1 1-1 15,-4-1 1-15,4 4 0 0,-4-2 4 0,0 2-2 16,2 2-2-16,-9-4 1 0,3 2-1 0,-5-4 7 15,0 1-2-15,0-1 3 0,-2-2-1 0,-2 1 12 0,-2-3-1 16,3 3 5-16,-5-5-1 0,-1-1 5 0,-1 0-2 16,-1 0 2-16,0 0-12 0,-1 0 0 0,-1-2-9 15,0 0 6-15,0 0-12 0,2 2 1 0,-1-1 0 16,1 1 0-16,0 0-1 0,-1 0-13 0,-1 0-1 16,0-2-11-16,0 0-83 0,0 0-101 0,0 0-21 0,0 0-28 15,-1 0-114-15</inkml:trace>
  <inkml:trace contextRef="#ctx1" brushRef="#br0" timeOffset="28003.06">9624 6006 27 0,'0'0'15'0,"0"0"-2"0,-2 0 37 15,0 0 4-15,2 0 7 0,0 0 20 0,0 0-23 16,0 0-2-16,0-2-6 0,0 0 9 0,0 0 3 16,2 0 3-16,0 1-4 0,0-1-7 0,-1 0-3 15,1 0 0-15,0 0 2 0,0-2 19 0,0 1-14 16,0-1 2-16,0 0-7 0,-1 1 8 0,1-1-3 0,0 0-1 16,0 0-2-16,-2 3-9 0,2-3-3 0,0-2 1 15,-2 3-2-15,0-1-4 0,0 0 6 0,0 0-5 16,2 1 6-16,-2-1-7 0,0 0 4 0,0 1-2 15,0 1 1-15,1-2 2 0,1 0-7 0,-2 1 2 0,0-1-5 16,0 2-13-16,0 0 0 0,0 0-5 0,0 0 3 16,2 1-17-16,-2-1 12 0,0 0-9 0,0 0 10 15,0 0-9-15,0 0-4 0,0 0 4 0,2 1-3 16,0-1 4-16,0 2-2 0,0 0-1 0,-1 0 0 16,1 0-5-16,0 2 4 0,0-1-2 0,-2 3 2 15,0 4-5-15,2 12 2 0,0 2 1 0,0 8 1 16,-1 0 3-16,1-2-3 0,0 1-1 0,0 1 0 0,-2 0 0 15,0-1 2-15,0-1 0 0,2 0 1 0,0 2 4 16,0-2-3-16,-1-2 0 0,1-6 0 0,0 4 5 16,-2-2 3-16,0-5-3 0,0 2 2 0,0-6-7 0,2 2 6 15,0-2 2-15,-2-4-1 0,0 2-4 0,0-2 1 16,0-1-2-16,0-3 3 0,0 3 0 0,0-5 0 16,0 3 0-16,0 0 0 0,0-5-5 0,0 1-2 15,0 2-3-15,0-2 2 0,0 2 1 0,0-1-4 16,0 1 2-16,0 0-5 0,0-1-11 0,0-1-53 15,0 0-11-15,0 0-17 0,0 0-66 0,0 0-55 16,0-2-29-16,0 0-27 0,0 0-263 0</inkml:trace>
  <inkml:trace contextRef="#ctx1" brushRef="#br0" timeOffset="28933.22">9620 5954 99 0,'0'0'10'0,"0"0"10"0,0 0-7 0,-2 0-4 16,2 0 2-16,0 0 1 0,0 0 25 0,0 0-3 16,0 0 5-16,0 0-7 0,0 0-3 0,0 0 2 15,0 0 0-15,0-2 2 0,0 2 10 0,0 0-3 0,0 0-2 16,0 0-1-16,0 0-10 0,-2-2 10 0,0 2 3 15,1 0 2-15,-1 0 5 0,0 0 12 0,0 0-6 16,0 0 8-16,0 0-12 0,0 0 5 0,1 0-6 16,-1-2 4-16,0 2-12 0,0 0-5 0,0-2 0 15,0 2-3-15,-1 0 2 0,1 0-4 0,-2 0 6 0,0 0-6 16,1 0 0-16,-1 0-4 0,2 0-5 0,0 0 2 16,0 0 0-16,0 0-1 0,1 0 1 0,-3 0-1 15,0 0 0-15,2 0 6 0,-1 0-3 0,-1 0 3 16,0 0-12-16,0 0 0 0,1 0 1 0,-1 0-1 15,0 0 3-15,1 0-5 0,-1 0-4 0,0 0 0 16,0 0 1-16,1-1-2 0,-1 1 2 0,0 0-4 16,1 0 1-16,1 0 6 0,-2 0-3 0,2 0 2 0,0 0-2 15,0 0 6-15,1 0 0 0,-1 0 1 0,0 0-3 16,-2 0 8-16,2 0 0 0,-1 0 2 0,-1 0-1 16,0 0 0-16,0 0-1 0,3 0 0 0,-1 0-4 0,0 0-1 15,0 0-8-15,0 0 5 0,0 0-13 0,0 0-6 16,1 0 4-16,-1 0-8 0,0 0 2 0,2 0 9 15,0 0-2-15,0 0 5 0,0 0-5 0,2 0 2 16,0 0-3-16,-1 0 3 0,24-2 2 0,1 2 3 16,0-2 0-16,5 0 0 0,3-2-6 0,-3 1 6 15,4-3 3-15,-3 0 1 0,-2 1 5 0,1-1-8 16,-1 1 3-16,-10 1-4 0,3-2-2 0,-1 3 3 0,-4-1-2 16,5 0 3-16,-8 1-5 0,-4 1 8 0,0 0-9 15,-4 0 8-15,1 0-10 0,-5 2 6 0,1 0 0 16,0 0 2-16,-2 0-6 0,0 0 6 0,1-2 1 15,1 0 1-15,-2 1 7 0,0-1-10 0,0 2-1 0,-1 0-2 16,1 0 0-16,-2 0-2 0,0 0-1 0,-2 0 0 16,1 0-10-16,-5 0 5 0,-18 2-3 0,-8 1 4 15,4 3-2-15,-7 1-2 0,2 1 2 0,-1-1-1 16,-3 2 8-16,2-1-2 0,-2-1 0 0,7-1-2 16,4-1-3-16,4 1 7 0,9-4-4 0,0 0 6 15,2 0 5-15,3-1-6 0,3-1 4 0,3 0-8 16,-2 2-6-16,0 0 2 0,3 0-1 0,-1 0 2 15,2 0 2-15,0 0 4 0,2-1 1 0,1 1 0 0,12 2-7 16,17 2 2-16,-3-3 0 0,3-1 1 0,0-2 1 16,7 0 1-16,1-2-4 0,5-3 3 0,5-3-10 0,-5 1-38 15,3-4-70-15,9-4-4 0,1-2-374 0</inkml:trace>
  <inkml:trace contextRef="#ctx1" brushRef="#br0" timeOffset="31048.64">9514 3210 226 0,'0'0'0'0,"0"0"18"0,-2 0 167 0,0 0-45 16,1-2 19-16,1 0-70 0,0 0 12 0,0 0-36 16,0 0 1-16,0 0-12 0,0 1-2 0,0-1 25 15,0 0 1-15,0-2 8 0,0 0 5 0,0 1-6 16,0-1-7-16,0 0 1 0,0-5-20 0,0 3 2 15,0-1-4-15,0 0 2 0,0 5-16 0,0-2 2 16,0 2-3-16,0 0 2 0,-2-1-6 0,-2-1-5 0,0 2 6 16,-5-5-7-16,-2-1-3 0,-2 3-10 0,-2 1 0 15,2 2-2-15,0 2 7 0,0 0-16 0,2 2 4 16,0 2-6-16,1-1 9 0,1 3-7 0,2-2-2 16,-1-3-1-16,5 12-5 0,-1 0 0 0,0-1 0 0,-5-1 0 15,1 2-2-15,1 2 3 0,1-1-3 0,3 1 3 16,3-4-4-16,0 2 1 0,0-3 3 0,2-1-1 15,1 0-2-15,1-1 0 0,0-1-6 0,-1-3 6 16,14 0 0-16,2 9-1 0,-3-4 6 0,1-2-3 16,2-1 9-16,-1-4-4 0,3-2 1 0,1 0-1 15,-2-4 2-15,1-2-1 0,-1-1 3 0,-7 1-3 16,0-1 0-16,-3 0 2 0,-3-3-4 0,0-6 4 16,5-1 2-16,-7-2 2 0,-1-1 1 0,11-2 0 0,-6-1-1 15,-5 3 0-15,-4-2 0 0,0 1 1 0,-4-1 0 0,-3 3 0 16,-3 3-1-16,7 3-1 0,-18 3-4 0,-3-1 10 15,0 0-5-15,3 5 8 0,-6-3-3 0,-1 4 2 16,2-12 0-16,-4 4 0 0,4 7 2 0,0 6-10 16,0 0 2-16,2 4-5 0,2 2-2 0,-3 3 2 15,1 4-2-15,0 4 1 0,4-10-8 0,1 21 2 16,4-2-3-16,8 5 4 0,-2-1-5 0,7-2-3 16,0-2 4-16,-15-2-3 0,8-2 5 0,3 1-5 15,5-3 0-15,1 2-2 0,5-3 5 0,4 0-1 16,2-3 1-16,1-1-1 0,-7-4 4 0,14-1-4 15,-3-1 0-15,3-5-1 0,0-1 7 0,-1 10-6 0,1-3 5 16,-1-3-4-16,3-3 7 0,-3-2 3 0,3-2-7 16,-1-2 5-16,-1-2-7 0,-3-2 2 0,1-3 5 15,0-2-2-15,-2 0-2 0,1 5 3 0,-3-14-5 16,-1-2 5-16,-3-1-1 0,-5-1-3 0,-1 0 5 0,12 2-6 16,-6-2 2-16,-5 1 8 0,-4 5-5 0,-2 1 7 15,-1 2-6-15,-1 6 6 0,0 1-6 0,0 3 5 16,-12 1-4-16,-3 0 6 0,-3-10-1 0,3 4 1 15,1 7-4-15,3 3-8 0,2 0 5 0,0 1-6 16,2 3 3-16,3 0-4 0,1 1 1 0,3 7-2 16,2 8 0-16,0-1 2 0,-9-3-4 0,2 1 2 0,0 2-16 15,3-3-20-15,2 1-5 0,3 0-20 0,1-1-161 16,1 3-126-16,3 1-81 0</inkml:trace>
  <inkml:trace contextRef="#ctx1" brushRef="#br0" timeOffset="32617.66">9884 5742 123 0,'0'0'5'0,"0"0"9"0,0 0 49 16,0 0 23-16,0 0 34 0,0 0 13 0,0 0-27 16,0 0-3-16,0 0-11 0,0 0-47 0,0 0-1 0,0 0-2 15,0 0 3-15,0 0 4 0,0-2-13 0,0 0-3 16,0 1-3-16,0-1 2 0,0 0 5 0,0 0 1 15,0 0-2-15,0 0-9 0,0-1 7 0,0-1 0 16,0 2 3-16,0-11 9 0,0-2-5 0,-2-3 0 0,0-3-2 16,0 3-2-16,0-5 3 0,-2 1 3 0,3 5 1 15,-3-3 15-15,-2 1-4 0,3 10 3 0,-3-2-4 16,0 0 3-16,6 9-7 0,-1-2 5 0,-3 0-7 16,0 1-4-16,0 1-14 0,-1 0-2 0,1 2-3 15,-3-2-13-15,1 2 1 0,1 0-3 0,-3 4 2 16,6-2-4-16,-7 22-4 0,5 4 0 0,1 1-1 0,-3 3-1 15,4 0 4-15,-3 3 1 0,-1 2 0 0,-16 0-6 16,9 0 8-16,5 4-4 0,5 4 6 0,-1-4 2 16,2 3-8-16,0 1 5 0,0-1-4 0,1 1 8 15,-1-4-11-15,0-6 2 0,0 0-4 0,2 0 3 16,0-5-5-16,0 2 1 0,0-10-2 0,0-2 2 0,0-1-2 16,0-4-2-16,0 0 1 0,0-4-7 0,0-2-12 15,0-5-4-15,0 0-8 0,0-1-62 0,0 1-56 16,0 0-12-16,0-2-14 0,0-1-76 0,0-1-288 15</inkml:trace>
  <inkml:trace contextRef="#ctx1" brushRef="#br0" timeOffset="33239.79">9224 6134 1446 0,'0'0'14'0,"-1"0"-2"0,-1 0-3 0,0 0 2 0,0-2-7 16,0 2 16-16,2-2 36 0,0 0-1 0,0 0 9 16,2 1-22-16,2-3-5 0,20-5-7 0,17-8 3 15,3 0-16-15,8-1-9 0,6-1 3 0,3-1-5 16,-1-1 1-16,3 5-7 0,-4-1 4 0,-3 4-4 16,-2 0 5-16,-4-2 0 0,-6 4-3 0,-8-2 3 15,-1-2-1-15,-7 2-5 0,1 0 1 0,-3 0-2 0,0 2 6 16,-7 0 6-16,0-2-3 0,-5-2 3 0,1 2-4 15,-2-2 10-15,-3 0-1 0,-3 0 4 0,-3-3-1 16,-1 1 3-16,-1 2-2 0,11-3 1 0,-5 3-2 0,-3 0 0 16,-1-2 4-16,-2 6-3 0,-2 2 1 0,0 3-1 15,0 2-3-15,-2 1 1 0,0-1-5 0,0 0 8 16,-1 1-1-16,-5-1 4 0,-5-2 3 0,4 4-17 16,-4 2 4-16,2 2-9 0,1 2 7 0,1 2-9 15,0-5 4-15,3 22-5 0,-3 1 5 0,3 2-1 16,1 2-2-16,-1 1 0 0,3 1 1 0,1 5-5 15,-2 3 6-15,2 2-5 0,-2 1 2 0,1 4 2 0,-1 1-3 16,0 1 2-16,1 1-4 0,1-2 9 0,0-1-8 16,-4-6 8-16,-16 0-8 0,11-8 2 0,3-3 2 15,5-4 0-15,1-5-4 0,2-2 9 0,0-6-7 16,0-4 9-16,0-1-11 0,0-2 15 0,2-1 0 16,0-1 7-16,-1 0 12 0,3-2-9 0,2 0 1 0,16-9-5 15,2 7-4-15,0-30-7 0,6-3 3 0,-4-2-5 16,2 3-2-16,3-1-3 0,3 4-3 0,-4 3 1 15,-3 4-3-15,5 7 4 0,-8 0-1 0,0 8 2 16,-2 5-3-16,-7 2 0 0,0-9 0 0,0 6 0 16,0 3-2-16,-2 2 6 0,2 5-1 0,-6 1 4 15,2-2 1-15,-5 20-5 0,1-2 3 0,4 4-4 0,-7-6-2 16,7 1 6-16,-5-4-5 0,1-1 5 0,2-1-5 16,1-6-1-16,5 1 0 0,-1-5-2 0,3 1-8 0,5-4-35 15,1 13-22-15,5-6-20 0,-1-7-228 16</inkml:trace>
  <inkml:trace contextRef="#ctx0" brushRef="#br0" timeOffset="41765.72">24685 16752 0,'0'0'0,"-46"83"0,0 52 16</inkml:trace>
  <inkml:trace contextRef="#ctx1" brushRef="#br0" timeOffset="39873.55">8350 8005 256 0,'0'0'170'0,"0"0"-72"0,0 0 67 0,0 0 20 0,0 0-101 16,0 0 8-16,0 0-6 0,0 0-4 0,0-1-6 15,0-1-35-15,0 0-10 0,0 0 2 0,0 2-3 16,0 0 20-16,0 0-1 0,0 0 2 0,0 0-3 0,0 2-7 16,0 0-7-16,0 0-1 0,0 1-1 0,0 10-2 15,2 8 6-15,0-3-6 0,0 10 6 0,-1-2-14 16,1 4 0-16,0 5-4 0,0 4 1 0,2 2-8 16,-1 4 2-16,3 5 1 0,0 0-1 0,-1 7 4 0,1 5-9 15,-1-5 6-15,3 8-8 0,-1-5 0 0,-1-1 5 16,-1 4 1-16,-1-7 2 0,-2-2 1 0,3-4 4 15,-1-2-6-15,2-1 4 0,-1-3-9 0,1-5 0 16,-1 0-2-16,1 0 0 0,-1-2-1 0,1-2 6 16,0-1-1-16,-3-3 1 0,1-1-1 0,0 0 3 15,-1 0 0-15,-1-4 1 0,0-2 8 0,0 2-4 16,-2-4 2-16,2-3-3 0,-2-1-7 0,0-3 3 16,0-6-5-16,0 1 4 0,0-1-8 0,0-5 5 0,0-3-1 15,0 3 1-15,0 0-7 0,0 0 2 0,2-1-4 16,0 1 3-16,-1 0-3 0,1-2-2 0,0-1 3 15,0 1-2-15,2 0 4 0,-2-2-2 0,12 9-1 16,5 1-1-16,1-3-5 0,5 1 7 0,2-1-1 16,3-1 1-16,5-3-4 0,6 1-3 0,6-2 2 0,1-2 0 15,-2 0 3-15,3 0 0 0,-5-2 0 0,5 0 0 16,-1 0 2-16,-5-1-4 0,-3-1 3 0,-1 0-4 16,0-1 7-16,2-1-3 0,2 0 2 0,0 3-1 15,-1-1 6-15,3 0-4 0,-2 1-3 0,3-3 1 16,4 2-1-16,-3 2 2 0,-5-1 1 0,-5-1-1 15,1 0-2-15,-3 1 6 0,0 1 0 0,0 0 3 0,-5 0 3 16,-4 0-6-16,0 0 0 0,-4 2-3 0,1 0 1 16,-3 0 2-16,0 0-1 0,-1 0 2 0,-2 0 1 0,-1 0 0 15,1 0 1-15,-4 0 0 0,-2 2 3 0,0 0-6 16,-1 0 2-16,-1 0-4 0,-2 0 1 0,-3-2 2 16,2 1-5-16,-3-1 4 0,-1 0-3 0,0 0-12 15,0 0-6-15,2 2-8 0,-1 0-51 0,1 0-60 16,0 0 5-16,0 0-23 0,-3-2-1 0,1 0-156 15,0-2-26-15</inkml:trace>
  <inkml:trace contextRef="#ctx1" brushRef="#br0" timeOffset="40185.87">10015 9275 540 0,'-1'0'244'0,"-1"0"30"0,-2 0-54 0,0 0-68 15,-9 2-41-15,0 0 8 0,-2 0-3 0,1 0-5 16,2 0-1-16,3 0-41 0,2-1-24 0,3 1 3 0,-3 2-9 15,3-2-3-15,0 2-6 0,2-1-4 0,-1 5 2 16,-1 5-1-16,4-4-11 0,0-2 1 0,4 5-5 16,1-3 7-16,3 4-9 0,21-2 4 0,3-2-7 15,1-1 0-15,4-3 4 0,6 1 1 0,7-1 0 16,-3 1-2-16,3-2-2 0,-6-1-1 0,3 1 0 16,-8-2-5-16,-6 18 9 0,4-3-8 0,-14-9 8 15,1 1-11-15,-2-2 18 0,-5 1 4 0,1 1 8 0,-7-3 41 16,-3-1-2-16,-3 6 1 0,10 12-5 0,-4 1-7 15,-7 5-8-15,-6 1-2 0,-7 4-2 0,-6 3-14 16,-3-2 0-16,12 4-6 0,-24 0 3 0,-3 0-16 0,-2 2-10 16,1-2 3-16,1-4-6 0,-1-2 2 0,5-5-26 15,3-5-10-15,2-5-13 0,5-3-95 0,6-4-320 16,4-3-143-16</inkml:trace>
  <inkml:trace contextRef="#ctx1" brushRef="#br0" timeOffset="42767.85">23339 3978 256 0,'0'0'269'0,"0"0"-122"0,0 0 96 16,0 0 24-16,-2 0-171 0,1-2 9 0,-1 1-27 0,0 1-5 15,0 0-10-15,0 0-34 0,0 0-7 0,2 0 1 16,0 0 0-16,0 1 12 0,0 1 4 0,0 0 4 16,0 2-1-16,6 20-2 0,-1 2 3 0,3 4-5 0,-1 3 4 15,1 2-7-15,-3 8-3 0,1 3 3 0,-4 6-3 16,0 0-5-16,-1 4 1 0,-1 4-7 0,-1-5 5 16,-1 3-8-16,-2-1-2 0,-2-3 3 0,-1-2-4 15,0-5-4-15,1-8-9 0,2-4 1 0,2-5-1 16,1-4 6-16,-1-8-3 0,2 1-2 0,0-6-1 15,0 0-10-15,0-4-29 0,0-3-10 0,0-3-10 16,0 1-68-16,2 0-30 0,-1-1-2 0,1-1-10 0,0 0-22 16,0-2-63-16,0-2-75 0</inkml:trace>
  <inkml:trace contextRef="#ctx1" brushRef="#br0" timeOffset="43224.61">23304 4454 646 0,'0'-2'38'0,"0"-2"-4"0,-4-22 45 16,2-9 11-16,-1-2-3 0,-1-2 31 0,2 5-31 15,2 1-2-15,0 1-10 0,4 4-7 0,0 4-14 16,1 4 7-16,4-1-10 0,3 3 8 0,-5 1-10 16,25 2-1-16,-6 4-4 0,5 0 0 0,4 4 0 15,-3-3-1-15,3 3-1 0,-1 1-6 0,-3 4-9 16,1-16-1-16,-2 9-3 0,-3 5 3 0,-4 4-2 16,-3 2-2-16,-3 1 0 0,-1 3-4 0,-3 0 4 0,-1 1 2 15,-3 0-2-15,-4 3-2 0,-3 10 6 0,13 1-1 16,-6-1 2-16,-3 4-4 0,-6 2-2 0,-4 2-4 15,-5 0 3-15,-4 0-5 0,-6-1 3 0,12 1-1 16,-23 0-1-16,-3 2-11 0,-4-6 5 0,-2 0-2 0,4 0 2 16,-3-7 0-16,3 2 0 0,0-1-1 0,3-5 0 15,3 6 5-15,3-6-5 0,1-2 3 0,5-2-3 16,3-1-4-16,8 1 2 0,0 4-1 0,5-4 2 16,0 2-4-16,-7 4 3 0,6-6-2 0,-1 6 4 15,2 4-2-15,4-6 5 0,6 5-3 0,1-5 4 16,1 2-2-16,27 0 1 0,6-2 0 0,0-2 0 0,3-1-2 15,-3-3 1-15,-2 0-1 0,6 1 0 0,-1-3-1 16,-1 1-2-16,-2 1 2 0,-6 1-3 0,-2-4-8 16,-3 1 6-16,-4-1-4 0,-2 1 7 0,-3-1-7 0,-5 2 3 15,1-3-1-15,-4 3 3 0,-2-2-1 0,0-1-2 16,-1 1-2-16,-3-2 0 0,1 3-12 0,1-1-7 16,-4 0-2-16,5 0-4 0,-1-1-30 0,-3-1-23 15,1 2-13-15,0 0-5 0,-3-3-80 0,4 1-94 16,-1 0 5-16,10 9-33 0,-6-3-7 0</inkml:trace>
  <inkml:trace contextRef="#ctx1" brushRef="#br0" timeOffset="43539.28">24342 4775 1025 0,'0'0'50'0,"0"0"92"16,0-2-100-16,0 0 39 0,0-2-5 0,0-3 16 15,0-12 3-15,0-1-19 0,0 5-4 0,0 2-5 16,0 0-17-16,0 0 1 0,0 8 3 0,0-1-1 16,0 2 10-16,0 1-10 0,2-1-1 0,0 0-4 15,0 0-17-15,-1 1-5 0,1 1 6 0,0 0-4 16,0 0-1-16,0 2 5 0,0 0-6 0,-1 2 5 0,-1 2-5 16,4 22 2-16,-2 9-3 0,-2 0 4 0,0 1-8 15,-2 1-5-15,-2 0-1 0,1-2-2 0,-3 2 1 16,1-3-3-16,1-1-1 0,2 0-2 0,0-1-9 0,2-4 7 15,0-2-4-15,0-2 6 0,2-4-11 16,0-3 3-16,0-2-1 0,0-6 1 0,1 1 0 0,-1-7-28 16,0 1-1-16,0 0-15 0,2-2-41 0,-1-1-51 15,14 1-11-15,3-2-15 0,1-5-53 0,3-6-186 16</inkml:trace>
  <inkml:trace contextRef="#ctx1" brushRef="#br0" timeOffset="43800.37">24923 4472 1576 0,'-2'0'69'0,"0"0"-75"0,1 0 88 0,-1 0-34 16,0 0 92-16,0 0-37 0,0 0 14 0,0 0-30 16,2 0-32-16,2 0-9 0,2 0-5 0,24 0-1 15,14 0-13-15,8 0-1 0,-1-2-2 0,1-3-1 16,0-3-1-16,2-1-5 0,2 2 1 0,0-3-4 15,1-1-5-15,-8 2-3 0,-6 1 2 0,0 3-2 16,-6-1-6-16,-4 3 6 0,-3-1-3 0,-4 0 5 16,-1 2-7-16,-9 0-15 0,-1 1-3 0,-7 1-7 0,-2 0-32 15,-2 0-49-15,-1 0-27 0,3-2-9 0,0 2-105 16,-2 0-51-16,0 0-40 0</inkml:trace>
  <inkml:trace contextRef="#ctx1" brushRef="#br0" timeOffset="44077.87">25293 4084 1594 0,'-2'0'26'0,"0"0"39"0,-2-2-11 0,0 0 75 16,1 1-19-16,1-1 30 0,0 0-69 0,0 2-41 0,0 0 4 15,0 0-14-15,1 0 11 0,1 2-1 0,0 0 2 16,0 1-1-16,5 23 1 0,4 6 3 0,1 3-1 15,-1 4 1-15,0 6-9 0,1 5-5 0,-3-2-5 16,-1 6 2-16,-5-2-5 0,1-2-9 0,-2 4 1 0,0-11-5 16,0 7-2-16,0-6 1 0,0-3-5 0,2-2 1 15,0-7-35-15,2-1-84 0,1-1-15 0,3-4-31 16,-1-4-118-16,2 0-116 0,1-5-72 0</inkml:trace>
  <inkml:trace contextRef="#ctx1" brushRef="#br0" timeOffset="44670.34">26628 3921 1605 0,'0'0'5'0,"0"0"2"0,0 0 50 16,0 0 1-16,-2 2 17 0,0-1 16 0,0 3-32 15,-5 11-7-15,-5 15-4 0,1 5-6 0,4 2-8 16,1 6 2-16,3 0-6 0,1 1-6 0,0 2-2 16,0 3-4-16,2 1 1 0,0-6-10 0,0 7-9 0,0-7 3 15,0-3-5-15,2-2 2 0,-2-13-12 0,4 4-2 16,-3-4-5-16,1-4-13 0,0-2-26 0,0-3-5 16,-2-9-10-16,2 1-45 0,-2-7 25 0,2 1-9 15,-2 1 17-15,0-2 1 0,0-2 19 0,0 0 6 16,0-2 5-16,-4-16 32 0,-3-20 15 0,-5-8-1 0,3-2 6 15,0-2-2-15,1-2 13 0,3 0 0 0,-1-4 7 16,4 0 14-16,2-1 11 0,4 3 4 0,7-2 2 16,0 0 15-16,2 4-5 0,4 2-4 0,-2 4 0 15,2 3-2-15,3 4-11 0,-18 8 5 0,30 1-7 16,-5 4 3-16,3 11 13 0,-4 2-10 0,4 7 8 16,0 5-25-16,-3-18-5 0,1 8 5 0,0 5-4 0,-4 6 15 15,0 0 14-15,-1 6-5 0,-1 1 6 0,-2 4-14 16,-3 1-3-16,-4-5-2 0,-9 13 0 0,-1 10-6 15,14 0-3-15,-9 0-3 0,-8 5 2 0,-4-5-7 16,-9 3-1-16,-4 0 1 0,15-1-2 0,-27 1-3 0,4-3-1 16,-4 0-1-16,3-2 0 0,0 0 1 0,4-1-2 15,1-1-2-15,6-2 1 0,2 1-3 0,6-1 3 16,1 0 1-16,3-2 0 0,-12 2-2 0,7-5 5 16,3 3-3-16,5-3 3 0,0 1-8 0,3 1 9 15,5-3-4-15,1 1 5 0,0-4-10 0,-7-4 0 16,19 2 0-16,-1 0-1 0,1-4-6 0,1 2 6 15,0-5-3-15,0 1 3 0,2-1-5 0,1-4-1 0,1 1-5 16,-4-1 0-16,2 15-25 0,-4-8-35 0,1-3-5 16,-1-4-13-16,4-2-51 0,2 0-86 0,0 0-51 15,4-2-17-15,0-4-203 0</inkml:trace>
  <inkml:trace contextRef="#ctx1" brushRef="#br0" timeOffset="45083.23">27567 4164 846 0,'-2'0'113'0,"0"0"249"16,0 0-328-16,1-2 84 0,-1 0-12 0,0 0 34 0,0 1-33 16,0-1-42-16,-2 0-2 0,3 0-13 0,-3 0-10 15,2 0-11-15,0 2 2 0,0 0-5 0,1 0 3 0,-1 0-9 16,0 0 5-16,0 0-6 0,0 0 3 0,0 0 5 15,0 2 0-15,1 0 1 0,-1 0-6 0,0 2 5 16,0 3-1-16,-2 13 5 0,1 1-3 0,-1 5-12 16,0 3 0-16,0 1-3 0,1 4 1 0,-1 5-5 15,-2 0 1-15,1 3-2 0,-3 1 9 0,1-4-13 16,3 0 5-16,1-2-8 0,-1 0 6 0,2 0-7 16,0-5 2-16,2-2-2 0,0-2 11 0,2-6-6 0,0-2 1 15,2-3-2-15,-1-2 0 0,1-2 8 0,2 0-2 16,-3-4 4-16,3 0 0 0,-1-1 2 0,1-5 1 15,11 1-1-15,1 9 1 0,1-4-9 0,1-1 2 16,-3-4-2-16,3-3 8 0,3-1-14 0,-3 0 5 16,2-1-7-16,1-3 1 0,-5-2 4 0,3-1-2 0,-3-1 3 15,1 1-5-15,-3 0-6 0,-1-1 3 0,0 1-6 16,-4 1-11-16,0-1-21 0,-1 1-5 0,-5 2-6 16,-1-3-33-16,-2-2-37 0,0-4-10 0,7 2-9 15,-2 0-41-15,-3 1-106 0,0-1-37 0</inkml:trace>
  <inkml:trace contextRef="#ctx1" brushRef="#br0" timeOffset="45426.34">27420 4611 1278 0,'-1'0'42'0,"-1"0"91"0,0 0-80 0,2 0 46 16,0 0 2-16,2 0 9 0,0 0-18 0,1 0-12 15,14 0-8-15,-2 0 1 0,9 0-15 0,4-3-2 16,0-1 0-16,3 0-1 0,-1-1-2 0,0-1-13 15,1 1-3-15,1-5-4 0,-1 1-12 0,-3 0-16 16,-2-1 8-16,-2 1-10 0,-3 2 0 0,-8 1 4 16,-2 1-7-16,-6 3 2 0,-3 2-43 0,2-2-81 15,0 0-2-15,-2 0-32 0,-2-2-66 0,0 1 0 16,-2-1-12-16,-19-7 8 0,-12-2-29 0,-1 4 23 0,-3-4 36 16,4 1 6-16,-2-1 193 0,3 0 147 0,2 0-12 15,-1 0 57-15,12 4-9 0,8 4-23 0,2 1-18 16,5 2-4-16,0 0-91 0,3 0-7 0,-1 0 4 15,2 1 1-15,2-3 27 0,-1 0-10 0,9-3-3 16,17-12-2-16,3 2-11 0,4 1-10 0,1 1-3 0,4 0-4 16,4 0-18-16,-1 0-11 0,7-3-2 0,12-3-2 15,-2 3-7-15,4-3-49 0,-3 5-7 0,-4-1-20 16,-1 0-67-16,-1 2-160 0,4 1-64 0</inkml:trace>
  <inkml:trace contextRef="#ctx1" brushRef="#br0" timeOffset="45748.49">29140 3356 1334 0,'-2'-2'60'0,"0"1"-8"0,-2-1 97 16,-18-11-1-16,0 0 12 0,-2 0-10 0,-1 2-37 16,1-1-6-16,-2 1-11 0,6 4-33 0,-6 1-5 15,4 3-5-15,-1 1 1 0,-5 2-16 0,12 2 4 16,-5 3-4-16,3 3 3 0,-1 3-8 0,1-2 0 15,-1 23-1-15,2 7 1 0,3 3-2 0,1 10-1 16,0 2-1-16,1 5-1 0,1 3-14 0,2 1 3 16,3 2-3-16,1-6 3 0,-1 8-6 0,4-9-2 0,1-1 0 15,-25 1-2-15,16-2 2 0,10-3-7 0,10 3 1 16,4-4-3-16,3-4-1 0,7 1-4 0,-1-9 0 16,-14-1-3-16,22-1-12 0,3-7-25 0,-3-1-5 0,3-8-8 15,1-1-30-15,-2-7-51 0,5-2-4 0,-5-5-29 16,6-5-155-16,0 0 2 0,2 18-60 0</inkml:trace>
  <inkml:trace contextRef="#ctx1" brushRef="#br0" timeOffset="45951.75">29455 3783 1220 0,'0'-2'139'0,"0"1"20"15,0-1 3-15,-2 0-37 0,1 0-8 0,-1-2 45 0,0 2-44 16,0 1-7-16,0-1-14 0,0 2-40 15,0 0-4-15,1 2 2 0,-1 1-1 0,-2 20 4 0,0 10-22 16,4 4 2-16,0-2-9 0,2-1-6 0,2 1-12 16,0-1 2-16,1-3-6 0,1 1-6 0,1-3-1 15,1-1-2-15,-1 0-1 0,0-2-9 0,-1-4-52 16,0-1-16-16,-1-3-22 0,1-1-156 0,-3-6-162 16,1-3-26-16</inkml:trace>
  <inkml:trace contextRef="#ctx1" brushRef="#br0" timeOffset="46123.44">29732 4099 1709 0,'0'0'16'0,"0"0"3"0,2 0 91 0,2 0-7 0,9 0 33 16,24-6 17-16,0 3-51 0,4-3-8 0,11-1-12 16,2-1-29-16,3-3-24 0,2 2 1 0,-1-2-11 15,0 1-15-15,-1 1-2 0,-7-2-4 0,2 2-2 16,-2-1-38-16,-3 1-64 0,-3-2-16 0,-6 0-20 15,-1 0-89-15,-8 3-165 0</inkml:trace>
  <inkml:trace contextRef="#ctx1" brushRef="#br0" timeOffset="46342.02">30217 3596 1197 0,'-2'0'104'0,"0"0"233"0,0 0-265 0,0 2 68 16,0-1-1-16,0 1 20 0,-1 2-16 0,-3 5-47 15,-5 15 2-15,2 2-18 0,3 2-15 0,4 6-2 16,2-3-5-16,2 5 2 0,4 1-17 0,-1-4-5 16,3 4-7-16,-1-3 2 0,1 3-21 0,1-2-6 15,0 0 0-15,-3-3-4 0,1 1-6 0,-1-3-1 16,1 2-6-16,-1-3 1 0,-1-1-32 0,1-2-57 0,-1 0-31 16,1-5-16-16,0-3-175 0,1 3-84 0,0-1-7 15</inkml:trace>
  <inkml:trace contextRef="#ctx1" brushRef="#br0" timeOffset="46575.16">30920 3594 1605 0,'-2'0'68'0,"1"0"131"15,-3 0-126-15,2 0 42 0,-11 0-11 0,-2 4 16 0,2 1-40 16,4 1-25-16,1 14-1 0,5 14-9 0,-1 8-15 15,-18-3 3-15,7 6-2 0,7-1 1 0,7-1-7 16,1 2-1-16,3-1-1 0,3-1-1 0,-1-2-15 0,3 0 1 16,-3-4-3-16,3 2 2 0,-1-2-7 0,1-2-6 15,-1-1-3-15,-1-7-2 0,-1-1-21 0,-1-3-32 16,-2-3-20-16,0-3-14 0,-2-4-149 0,0-2-90 16,0-2-38-16</inkml:trace>
  <inkml:trace contextRef="#ctx1" brushRef="#br0" timeOffset="46956.89">30863 3559 1484 0,'0'-2'44'0,"-2"0"-5"0,0-2 54 0,-2-7 2 0,-1-6 1 16,-1-1-4-16,4 3-13 0,2-2-7 0,2 2-4 15,2 4-42-15,1 2 4 0,-3 3-3 0,22 3 4 16,2-14-13-16,-1 8-6 0,-1 5 2 0,-2 4-3 16,2 4 5-16,-2 3 7 0,1 4-3 0,-7 0 5 15,-3 1-6-15,-5 10-1 0,-4 2-2 0,-1 2 2 16,1-2-6-16,-2 0-2 0,11-5-2 0,-4-1 1 0,-5-3-4 16,-2-4 2-16,0 0-7 0,-1-1 5 0,1-3-8 15,-2-3 3-15,2 3 4 0,-2-5-1 0,4 4 4 16,0-3-6-16,7 5 1 0,5 1-1 0,-1-1 7 15,2-3-8-15,-4 1 4 0,-2-3-6 0,-3-1 2 0,-5 0 3 16,1 0 2-16,0 2 1 0,3 9 11 0,-3 3 2 16,-4 5 1-16,-8-1 0 0,5 1-5 0,-33-1-3 15,-6-1-6-15,-1-6 3 0,2 2-5 0,2-2-3 16,6-2 2-16,3-2-4 0,6-3-12 0,5 1-23 16,4-3-1-16,8-2-10 0,3-1-46 0,1 3-108 15,-1 0 9-15,2-2-49 0,2 0-82 0</inkml:trace>
  <inkml:trace contextRef="#ctx1" brushRef="#br0" timeOffset="47244.74">31704 2998 1681 0,'0'0'63'0,"0"-2"4"0,0 0 76 0,0 0-24 0,0 0 21 15,0 1-18-15,0-1-45 0,0 0-7 0,0 0-13 16,2 2-25-16,0 0 8 0,1 0 3 0,21 7 0 15,6 8-7-15,2-9 1 0,-1 25-8 0,1 1 6 16,-1 3 0-16,-1 2 2 0,5 6 3 0,1 2-2 16,3 3-4-16,0 6 2 0,-2 3-4 0,-2 5 2 0,-3-3 1 15,-6-1-2-15,-10-5 1 0,-3-2-3 0,-7-3-9 16,-4-2-2-16,20-5-1 0,-13 4 0 0,-9-6-2 16,-7 0-3-16,-6-2-1 0,-6-4 0 0,6-1-10 0,-24-4-1 15,-2-2-2-15,-2-2 0 0,6 0-17 0,0 0-71 16,5 0-29-16,-1 0-29 0,-1-3-236 0,-1-1-267 15</inkml:trace>
  <inkml:trace contextRef="#ctx1" brushRef="#br0" timeOffset="47991.29">21561 4758 1881 0,'0'-2'-18'0,"1"0"2"0,1 1 43 16,6-3 20-16,27-15 17 0,2 1 82 0,4 1-70 15,9-2-4-15,6-1-22 0,9 0-28 0,2 3-9 16,-1 2 4-16,-4 2-7 0,-5 4-5 0,-3-1 3 16,-7 1-4-16,-7 5 2 0,-10 1-6 0,-6 1-35 0,-7 2-17 15,-10 0-13-15,-3 0-100 0,0 0-56 0,-2 2 1 16,0 0-22-16,-2 16-47 0</inkml:trace>
  <inkml:trace contextRef="#ctx1" brushRef="#br0" timeOffset="48131.94">21889 4925 1016 0,'-2'2'84'16,"-1"0"143"-16,-12 2-158 0,7-3 9 0,5 1-6 0,-1 0 8 15,0 0 5-15,2 0-6 0,0 0-1 0,2 1-4 16,0-1-19-16,2 0-14 0,2 0 1 0,16 5-6 16,16-1-1-16,6-6-7 0,-3-4 1 0,10-7-4 15,-3-2-16-15,-3-4 1 0,0 1-7 0,-3-1 4 16,-4 2-19-16,-8 2-24 0,-8 4-8 0,-7 3-9 15,-4 3-59-15,-5 1-95 0,0 0-17 0,-2 0-49 0,-2 0-279 16</inkml:trace>
  <inkml:trace contextRef="#ctx1" brushRef="#br0" timeOffset="48473.3">19585 4554 1303 0,'0'-2'36'16,"-2"-2"33"-16,0 1 5 0,-3-7 38 0,-3-1-3 15,5 4 16-15,3 5-3 0,-2 0-55 0,-8-5-11 16,1 1-15-16,4 4-40 0,-1 2 11 0,4 0-2 0,-11 19 5 15,-5 23-1-15,6 10-5 0,5 8 3 0,3-1-5 16,2 8-2-16,2-4 3 0,4 2 0 0,0 0 1 16,-2-2-3-16,1-5-6 0,1-2 2 0,0-4-2 15,-2-6 8-15,1-3-8 0,-1-2-3 0,0-8-4 16,0-3-23-16,0-1-31 0,0-6-29 0,-2-7-3 16,0-1-107-16,0-7 12 0,0-7-11 0,0 3-3 0,-2-2-136 15</inkml:trace>
  <inkml:trace contextRef="#ctx1" brushRef="#br0" timeOffset="48817.89">19366 4908 714 0,'0'-18'72'0,"0"-38"106"0,2 1-84 0,3-1 17 16,3 6-4-16,1 0 9 0,4 3 2 0,2 3-15 15,5 3-5-15,-18 5-4 0,30 3-20 0,9 1-5 16,-2-1-6-16,3 9-3 0,5 2-29 0,-1 9-4 16,-1 3-1-16,1 7-1 0,-7-20-4 0,-9 14 6 15,0 7 1-15,-6 4 3 0,-8 4 6 0,-3 1 2 16,-7 2-1-16,14 27 1 0,-7 1-7 0,-9 9-12 15,-8-1 3-15,-9 5-6 0,-7 0-1 0,16-5-3 0,-31 3-3 16,-6-5 2-16,4-1-4 0,2-5-3 0,3-5 0 16,2-6 0-16,4-2 3 0,4-4-5 0,-2-1 5 15,13-6-4-15,3-2 3 0,1-2-4 0,3-1-3 16,-3 1 1-16,1 0 2 0,3 3 1 0,1 1 4 0,2-2-4 16,2 2 0-16,5 2 6 0,2-1-1 0,4 5 3 15,13-2 0-15,2 3-1 0,6 1-1 0,-5-1 1 16,3 2-4-16,-4 1 1 0,0-3-2 0,-1 2 1 15,-1 1-5-15,-3-1 0 0,-5-5-2 0,-1-1 1 16,1-1 1-16,-1-6-3 0,0 1-3 0,1-3-3 16,-1 1-18-16,0-5-49 0,0-1-1 0,5 13-21 0,-2-6-55 15,1-1-101-15,1-5-12 0,0-3-39 0,8-5-146 16</inkml:trace>
  <inkml:trace contextRef="#ctx1" brushRef="#br0" timeOffset="49021.37">20356 5007 1405 0,'-2'0'60'0,"0"0"-1"0,0-2 31 16,0 2 2-16,-13-6-4 0,2 3 52 0,4 1-43 15,2 0-4-15,1 2-19 0,0 0-48 0,3 2 3 16,-1 0 7-16,0 7-2 0,-5 26 16 0,9 4-8 16,2 4 4-16,5 0-5 0,6 1-5 0,-2-1-12 0,2 0-4 15,-1-1-2-15,-1 5-16 0,-4-6 4 0,1-1-6 16,-1-1 6-16,-1-7-5 0,3 1-1 0,2 1-4 15,-5-8-1-15,-1-2-30 0,-1-2-82 0,-4-5-21 16,0-2-27-16,0-4-128 0,0-4-105 0,0 1-63 16</inkml:trace>
  <inkml:trace contextRef="#ctx1" brushRef="#br0" timeOffset="49599.39">20070 5475 1451 0,'0'0'19'16,"0"0"3"-16,0-2 1 0,0 0 11 0,0 0-2 0,1 0 87 15,1 0-50-15,0 1 10 0,30-16-28 0,1-3-19 16,10-1 9-16,5-1-13 0,6-4 11 0,5 2-22 16,-8-2-9-16,-5 0 4 0,-7 2-6 0,-2-1-2 0,0 3 3 15,-5 0 2-15,-8 0 0 0,-4 1 0 0,-3 3 8 16,-4-1-4-16,0 2 6 0,-6-1 15 0,-3-1 0 16,-2 1 5-16,13-3-3 0,-6 1-4 0,-3 1-2 15,-3 1 4-15,-1 1-3 0,-2 0 6 0,0 6-4 16,0-2 0-16,-2 2 0 0,1 2-5 0,-1 1 1 15,2 4-5-15,0 3 4 0,-2-3-9 0,0 0-12 16,0 0 1-16,0 3-3 0,0-1 2 0,1 2 5 16,-1 0-1-16,0 2 3 0,2 1 2 0,-2 29-5 15,2 1 4-15,0 4-4 0,2 1 3 0,0 4-5 16,1 5 2-16,1 7-2 0,-2-2-1 0,0 0 4 0,0-2 0 16,-2-6 3-16,0 1 4 0,0-4 3 0,0-2-3 15,0-4 2-15,0-2-12 0,0-9-3 0,0-1 2 16,0-5-2-16,0-5-1 0,2-3 1 0,-1-3-5 15,1-1 3-15,-2-5-4 0,4 3 0 0,-2-4 4 0,15 8-1 16,1-7 3-16,1-2-6 0,3-9 0 0,-2-5 0 16,5 1-3-16,-5-18 1 0,4 2-1 0,-3 2 1 15,-1 10 2-15,-1 1-1 0,-1 6 1 0,3 5 0 16,-5 1 0-16,1-6-6 0,2 2 1 0,-1 5-2 16,4 4 9-16,3 5-3 0,2 6-1 0,-6 1 1 0,1 2 6 15,0-8-5-15,-5 14 3 0,9-1-4 0,-2-2-6 16,2-1 9-16,4-3-2 0,-6-1 4 0,0-3-2 15,-5-7 8-15,1 1 4 0,-5 9-1 0,2-3 6 16,-4-4 4-16,-2-1 1 0,0-2 2 0,-2-2 1 0,1 0 0 16,-3 0-2-16,0 0 2 0,-3 0-5 0,0 0-3 15,-2 0 0-15,0 0-1 0,-1 0-5 0,1 0-2 16,2-2-4-16,0 0 1 0,-1 0-8 0,-1 1 0 16,0-1 2-16,0 0-1 0,0 0-2 0,0 0-10 15,0 0-9-15,-1 0-3 0,1 1-65 0,0-1-94 16,0 0-77-16,0 0-21 0,0 0-406 0</inkml:trace>
  <inkml:trace contextRef="#ctx1" brushRef="#br0" timeOffset="56161.14">9341 3371 256 0,'0'0'-10'0,"0"0"29"0,0-2 54 0,0 0 23 0,0 1 47 15,0-1-1-15,0 0-41 0,0-2 3 0,0 0-11 16,0 1-2-16,-1-1-8 0,1 0 3 0,-2-3-7 16,0-1-14-16,-2-1-16 0,2 2 5 0,-1-3-9 15,-1 1 1-15,0 0-18 0,0 0-6 0,1 1-1 16,-1 1-11-16,-2-3 2 0,3 5-2 0,1-3 2 16,-15 3-1-16,0 1-2 0,-5-3 1 0,-6 5-1 0,0 0 3 15,-9-2 4-15,-3-18 1 0,1 9 1 0,-12 2 9 16,-2 5-7-16,-1 4 1 0,-9 1-2 0,3 1 6 15,1 0-2-15,-1 1 4 0,1 3-3 0,-2 0 7 0,-1 0-1 16,-3-1-5-16,0-1 1 0,-7 0-5 0,-4 0-4 16,0-2 2-16,1-2-3 0,5-2-2 0,9 1-1 15,1-1-2-15,3-2 1 0,-1 1-8 0,-3-1 0 16,-2 1 3-16,0-1-3 0,-6 0 1 0,2 1-2 16,0-1 4-16,2 3-3 0,8-1 2 0,3 0 11 15,2 2-9-15,7-1 10 0,3 1-7 0,3 0-7 16,3 2 1-16,5 0-2 0,-1 0 7 0,4 0-4 15,0 0 4-15,-3 0-6 0,5 0 0 0,-2-2 3 0,6 0-5 16,3 0 4-16,2 2-4 0,6 0 5 0,-2 0-1 16,8 0 1-16,-8-2-4 0,3 1 6 0,1-1-3 15,-2 0 3-15,5 2-5 0,5 0 3 0,-9 0-4 16,7 0 4-16,1 0-5 0,-8 0 0 0,7 0-2 0,-1 0 1 16,-2 0-1-16,1 0 2 0,-3 2 1 0,-1 1-1 15,0 3-3-15,3-2 2 0,-3 3-1 0,2 12 2 16,-1-1 0-16,1 3 0 0,-1 5 0 0,1 2 0 15,1 5 2-15,1 4 0 0,1 4-1 0,-20 5 1 16,11 3 0-16,6 5 0 0,3-1-3 0,2 5 1 16,0-2-4-16,2-4 2 0,0 9 3 0,2-4-1 15,0 3-2-15,2-1-1 0,-1-1 1 0,-1-4 0 0,-2 3 2 16,0 1 0-16,-2 1-2 0,0 2 1 0,2 1-1 16,0-3 2-16,0-3 0 0,0-10 0 0,0-3 5 15,0-2-1-15,0-6 6 0,0 2-2 0,2-3 10 0,-2-12-9 16,2 0 2-16,0-7-4 0,0-2-2 0,2-2-1 15,-3-1 0-15,1-3 0 0,0-1-2 0,0-1-10 16,-2-3-10-16,0 0-1 0,2 1-39 0,0 1-36 16,0 0-2-16,-1 0-14 0,1-1-36 0,0-1-96 15,-2 0 13-15,0 0-43 0,2 0-20 0</inkml:trace>
  <inkml:trace contextRef="#ctx1" brushRef="#br0" timeOffset="56659.75">6473 4799 733 0,'-2'0'45'0,"0"0"-4"0,0 0 25 0,-1 0 6 15,-7-2-12-15,-8 0 1 0,-3 2 1 0,1 0-8 16,-6 4 8-16,0 2-3 0,0 3-22 0,-4 4 0 16,-1 3-9-16,-3-14-3 0,-3 30 13 0,0 1 2 0,-6 8 4 15,-3 2 5-15,-3 5 12 0,-1 2-6 0,-2 2 8 16,8 4-9-16,-3-4-2 0,8 0-1 0,8 2-3 16,1-8-15-16,12 4-7 0,1-1-3 0,4 3-2 15,4 0-8-15,-1-2 3 0,5 2-3 0,1 0 3 16,2 2-8-16,-26 3 3 0,17 4 1 0,9 1-1 15,6-3 0-15,3 2-2 0,5-1 3 0,2-5-2 16,5 1 4-16,5-6 1 0,-13-1-2 0,28-5 1 0,0-5 0 16,4-4 3-16,5-3-1 0,10-4 0 0,-1-4-12 15,3-2 4-15,-5-3-2 0,-1-6 4 0,6-2-6 16,5-2-5-16,3-5 1 0,10 28-1 0,0-19 6 16,2-12-2-16,-4-2-3 0,-3-5 0 0,-5-5-1 0,-6-2 3 15,-3-4 6-15,-3-3-2 0,1-3 6 0,-1-3-7 16,2 25 0-16,-3-31-2 0,-5-5 7 0,-5-2 6 15,-6 0-7-15,-7-4 6 0,1 2-8 0,-7 0 3 16,-7-5 3-16,-8 0-1 0,0-3 2 0,13 1 4 16,-9 2-2-16,-8-3 1 0,-5 3-3 0,-4-4 0 15,-7 0-1-15,-4-2-1 0,-6-4-1 0,-3-2 4 16,2 1-1-16,-8-3 1 0,24 3-3 0,-35 1 6 16,-7-3 1-16,-3 1 1 0,-1 3-1 0,4 6-3 0,-2 3 0 15,-1 11 0-15,1 5-4 0,2 4-8 0,-3 7 1 16,1 8-3-16,-6 6 0 0,-3 3-16 0,-8-22-7 15,-2 22-6-15,0 13-28 0,-5 13-29 0,9-18-6 0,3 44-10 16,-1 9-42-16,11 14-127 0,3-1 6 0,1 11-54 16,9-3-58-16</inkml:trace>
  <inkml:trace contextRef="#ctx1" brushRef="#br0" timeOffset="57146.78">5890 5776 1055 0,'-2'0'47'0,"0"-2"7"0,-2 0 32 0,-5-2-23 16,4 2 12-16,-8-5-2 0,9 5 14 0,-5-4-8 16,-1 3 5-16,8 3-44 0,1 0-29 0,-3-2-2 0,2 2-7 15,0 2 1-15,0 1 13 0,-3 27-2 0,1 17 5 16,6 3-1-16,0 2-10 0,1 3 7 0,3 3-7 15,0-2 11-15,1-3 0 0,2-2 3 0,1-9-1 16,1-5-1-16,0-3 6 0,0-6-4 0,-2-6 5 16,1-3 0-16,-1-6 5 0,-4-6-2 0,-3-3 3 15,13 7 4-15,-4-6 0 0,4 1 5 0,4-4-3 16,-6-4 6-16,1-5-7 0,1-12 1 0,-2-26-5 0,0-3-13 16,2-2 6-16,-4-2-6 0,0 0 5 0,-1 0-9 15,-5 2-2-15,-1 0 1 0,20 2-2 0,-11 5 2 16,-5 4 2-16,-5 4-6 0,-1 3 4 0,-2 4-10 0,0 6 0 15,0 5-5-15,-2 2 3 0,0 2-3 0,2 8-20 16,0-1-2-16,0 4-14 0,-1-1-53 0,-1-1-92 16,0 2-4-16,0 0-39 0,0 2-128 0</inkml:trace>
  <inkml:trace contextRef="#ctx1" brushRef="#br0" timeOffset="57349.5">6402 5683 895 0,'-2'2'151'0,"1"1"332"0,-18 27-448 0,0 9 38 0,1 4 1 16,-1 5 16-16,3 6 18 0,1 2-38 0,2 5 2 15,2-4-17-15,1 1-28 0,7-4-6 0,1-4-6 16,2-2 2-16,2-1-13 0,3-8-4 0,1-6 2 0,1-5-2 16,-1-4-2-16,-1-4-31 0,3-1 0 0,-3-4-14 15,3 0-31-15,-5-8-17 0,1 1-5 0,-2-3-6 16,-2-3-38-16,2 2-90 0,0-1-44 0</inkml:trace>
  <inkml:trace contextRef="#ctx1" brushRef="#br0" timeOffset="58002.7">6196 6290 1086 0,'0'0'1'0,"0"0"3"0,0 0 11 16,0 0 4-16,0 0 6 0,2-2 41 0,0 0 11 15,2 0-6-15,1-1 4 0,21-14-35 0,2 0-9 16,2-1 1-16,7-5-4 0,-7 20 0 0,7-23-12 15,2 1 4-15,0-1-7 0,2 4 1 0,-6-4 0 16,-11 0-2-16,4 2 1 0,-6 2-7 0,-7 1 13 16,2 1-7-16,-6 3 10 0,-2 2 5 0,-2 2 21 15,-1 2 2-15,-2 4 4 0,-2-1-1 0,-2 5-15 16,0-1-3-16,0 0-4 0,-2 1-17 0,0 1-2 16,-2 0-4-16,2 2 2 0,-18 4-10 0,5 3 0 0,-5 8 3 15,-1 2-2-15,10 16 8 0,-4 0-6 0,10 1-1 16,3-4-1-16,0-3 2 0,-13-4-1 0,6-3 6 15,3-5-6-15,4 0 4 0,2-4-1 0,0-6-1 16,2-1 1-16,0 0 6 0,0-4 4 0,22 13-3 0,0-6 4 16,-3-3-10-16,1-4-2 0,0 0 1 0,-5-2-2 15,5-3 5-15,-1-1-4 0,-7 2 4 0,1 1-4 16,-4 1 0-16,2 2 3 0,-3 0-3 0,-1 0 3 16,-3 2-3-16,-3-1 8 0,1 1-2 0,0 2 4 15,-1 0 1-15,3 7-6 0,0 2 0 0,-5-6-2 16,-1 1-9-16,0-3 5 0,0-3-2 0,0 0 3 0,0 2-9 15,0-1-9-15,0-1 2 0,2 0-2 0,0 0-1 16,2-2-8-16,0-2 0 0,9-7-2 0,3-12 9 16,5-10 4-16,-3-1-2 0,3-5 3 0,-1 2 1 0,-3-4 7 15,0 0-3-15,-3 2 4 0,-2 2-3 0,-5-3 5 16,-1 3 0-16,-5 2 1 0,20-1-2 0,-12 8 4 16,-3 4-1-16,-4 5 3 0,-2 4 4 0,0 6 1 15,0 3 3-15,-2 0-2 0,0 1 6 0,0 1-5 16,-2 2 2-16,2 0-3 0,-5 4-2 0,1-3-3 15,-1 27-1-15,5 2 0 0,0 0 0 0,-16-1 8 16,7 1-2-16,5-2 4 0,4-2 2 0,2-2 2 16,0 0-2-16,4-1 1 0,0-5 0 0,1-3 14 15,1-4 0-15,-6-9 4 0,18 11 6 0,5-2-11 0,3-3 5 16,0-8-8-16,3-4 0 0,3-7-15 0,-1-8 0 16,5 14-5-16,-7-21-4 0,1 1-3 0,2 3-5 15,-12 2 0-15,4 1-23 0,-3 2-48 0,-12 4 3 16,-2 6-22-16,-1 1-29 0,-2 3-78 0,-1-1-21 0,1 2-26 15,-2 0-130-15</inkml:trace>
  <inkml:trace contextRef="#ctx1" brushRef="#br0" timeOffset="58300.43">6582 6671 1470 0,'0'0'45'0,"-2"0"-4"0,1 0 49 16,-1 0-11-16,0 0 4 0,0 0-39 0,0 0 20 15,0 1-6-15,1 1 10 0,1 6-11 0,-6 31-11 16,4 7-1-16,2 4-1 0,0 10 6 0,0 5-8 16,-5 3 1-16,-3 7-5 0,-1 1-12 0,-2 2-5 15,-2 2 1-15,-6 1-3 0,-1 3-8 0,1 3 1 16,1 0-5-16,3-5 5 0,2-2-6 0,0 2-6 15,2-4 4-15,1-1-4 0,5 0 0 0,3-9 0 0,2-5-7 16,4 1-1-16,3-7-46 0,2-1-47 0,2 0-13 16,1-6-24-16,1-6-191 0,1 3-17 0,-1-8-100 15</inkml:trace>
  <inkml:trace contextRef="#ctx1" brushRef="#br0" timeOffset="58629.24">5873 9114 1425 0,'-2'2'71'16,"-1"0"0"-16,-23 9 25 0,-8 2-17 0,8-2-4 15,11-4 4-15,0 1 8 0,14-8-5 0,-1 0-1 0,-2 4-54 16,2-1-10-16,0 1-2 0,2-2 0 0,4 3 4 16,29-3-3-16,19 24 0 0,6-15-1 0,-4-11 1 0,3-5 0 15,-3-4-2-15,4-4 0 0,1-2-10 0,1-2 2 16,1 0-2-16,2 1 1 0,-2 1-5 0,-1 0-1 15,-5 2 1-15,-14 5-1 0,2 3-15 0,-10 1-31 16,-5 2 1-16,-4 2-12 0,-14 0-15 0,-7 0-25 16,1 2-2-16,0 0-5 0,-2 2 6 0,-1 14 35 15,-6 10 10-15,-12 0 10 0,-3 2 47 0,-19-1 6 16,-4-1 2-16,2 2 4 0,0-2 40 0,2-4 24 16,4-4 2-16,11 3 4 0,0-3-16 0,9-3-14 15,2 1-2-15,6-7-4 0,5-3-14 0,-4-1-10 0,2 1-4 16,4-5-2-16,0 3-13 0,0-4 0 0,2 2-4 15,19 7 1-15,16-4-15 0,13-9-15 0,4-14-12 16,0-10-5-16,7 5-83 0,-2-31-342 0</inkml:trace>
  <inkml:trace contextRef="#ctx1" brushRef="#br0" timeOffset="59469.38">5851 4203 585 0,'0'0'65'0,"-2"2"15"0,0 0 16 16,0-1-32-16,0 1 13 0,1 0 23 0,-1 0 3 16,0 0-3-16,2 0 0 0,0 0-22 0,0-1-18 15,-2-1-5-15,2 0-3 0,-2 0-8 0,0-1 10 16,2-1-2-16,-2-8 4 0,1-19-5 0,1-6-4 15,0-4-1-15,3-8-3 0,1-3-17 0,0-6-6 0,-2-5-1 16,-1-2-3-16,3 0-13 0,0-4 6 0,1 2-8 16,1 0 7-16,0 4-7 0,-1 5 2 0,-1 2-3 15,1 4 3-15,5 2-3 0,1 3 5 0,0-1 2 16,4 1-1-16,0 2 7 0,-1 1 4 0,1 1 2 0,0 2-2 16,0 0-8-16,-2 5 16 0,2 1-7 0,-2 7 11 15,2 2 0-15,-2 5 0 0,-4 6-3 0,0 6 1 16,10 5-6-16,-1-11-3 0,3 4 5 0,1 5-5 15,-1 4 3-15,1 4 1 0,0 3-3 0,4 4 1 16,-4 2-5-16,-1 0-4 0,-4-1 1 0,-3-11-3 16,3 14 3-16,-2-4-3 0,4-1 1 0,-3 1-4 15,-3-7-3-15,2-1 5 0,-2 1-2 0,-2 5 2 0,2-1-8 16,-2-3 0-16,4 1-13 0,-4-4 0 0,8 1-87 16,-6-3-179-16,-4 0-6 0,4-2-62 0,-7 1-47 0</inkml:trace>
  <inkml:trace contextRef="#ctx1" brushRef="#br0" timeOffset="59717.86">6473 2597 1119 0,'-2'0'54'0,"0"-2"-18"16,0 0 56-16,-1 0-12 0,-1 0-18 0,0-1 6 0,0-1-9 16,1-2 7-16,-1-1-23 0,2 0-14 0,2 1 7 15,0 2-8-15,0 2 23 0,4-1 5 0,22-12-2 16,5 4 3-16,1 7-3 0,3 4-7 0,-7 4 5 15,4 1-5-15,5 6 1 0,-4 1-11 0,-1 1 2 16,-3 1-4-16,-6-1 10 0,-1 0-4 0,-2 2 1 0,-5-9-3 16,0 12 1-16,-4 1-8 0,-3-2 0 0,-3-1-3 15,-1 1 0-15,9 2-13 0,-4-1 5 0,-3-1-7 16,-4 0 4-16,-2 1-18 0,0 3-4 0,-4 1-9 16,-5 6-42-16,1-10-159 0,-5 8-23 0,-2-2-53 15,10-1-141-15</inkml:trace>
  <inkml:trace contextRef="#ctx1" brushRef="#br0" timeOffset="60108.98">4856 2159 1098 0,'0'-2'34'0,"0"0"-3"0,-2-7 42 0,-4-14-1 15,1 3 4-15,1 3 20 0,0 4-9 0,0 4 1 0,3 5-9 16,1 2-32-16,-2-1-41 0,0 1 12 0,-2 2-18 15,0 2 40-15,1 1-2 0,-16 33 5 0,2 14-4 16,6 2 7-16,4 2-12 0,1-2 3 0,3-6-6 16,1-3 1-16,2-4-12 0,0-4-1 0,3-3-2 15,1-6-5-15,2-2 1 0,-1-4-2 0,3-1 1 16,1-3-10-16,-2-4 0 0,5-3-1 0,6-4 0 16,1-3-9-16,1 13-22 0,1-6-8 0,-1-3-8 0,4-2-61 15,-7-4-102-15,3 0-19 0,-3-4-40 0,0-2-177 16</inkml:trace>
  <inkml:trace contextRef="#ctx1" brushRef="#br0" timeOffset="60264.74">4865 1934 1596 0,'0'-2'27'0,"-2"0"-5"0,0 0 55 15,0-1-2-15,-1-7 6 0,-3-4-35 0,0 1-30 16,3 0-1-16,-1 0-12 0,2 3-24 0,2 5-34 15,0-1-13-15,0 2-8 0,0 1-61 0,0 1-46 0,4-2-92 16</inkml:trace>
  <inkml:trace contextRef="#ctx1" brushRef="#br0" timeOffset="60621.25">5485 1875 1116 0,'0'1'20'16,"-2"1"-6"-16,-3 15 82 0,-10 20-3 0,-2 11 21 15,0-5-6-15,1 7-34 0,-1 2-7 0,2-7-10 16,2 7-35-16,2-6 9 0,2-5-1 0,3-4 4 16,2-5-2-16,2-6 1 0,2-6-3 0,0-1 1 15,0-4-3-15,0-2 0 0,2-4-1 0,-2-4-1 0,0-1-7 16,0-2 4-16,2 2-6 0,0-1 4 0,0 1-4 16,2-2-4-16,-1 0 3 0,1-2-5 0,0 0-5 15,-1-2 2-15,1 0-6 0,0-2 5 0,3-9-4 0,4-7-3 16,-1 0 6-16,-1-3-6 0,-2-1 0 0,1 2 0 15,-1 1-1-15,-1 5 1 0,-2 5 0 0,-1 1 0 16,1 5-1-16,-4 3 0 0,9-6-2 0,4 1 5 16,4 1 1-16,-2 5 1 0,2 1-2 0,-1 3 5 15,-1 5-5-15,0 1 5 0,0 4-7 0,-2 11 3 16,-2 2 2-16,2 0-2 0,-7 0-3 0,-3 0 9 16,1 0-9-16,13-2 9 0,-6-1-23 0,-4-3-50 15,-1-3-12-15,-2-2-19 0,-3-4-95 0,-1 0-56 0,0-4-9 16,0-1-20-16,0-4-88 0</inkml:trace>
  <inkml:trace contextRef="#ctx1" brushRef="#br0" timeOffset="61011.8">5377 2025 813 0,'0'-2'30'0,"0"0"1"0,0-1 59 15,0-9-8-15,0 1 18 0,0 2 12 0,0 3-21 16,0 3 2-16,0-1-12 0,0 2-24 0,2 0-2 16,0 2-6-16,0 2 3 0,2 9-5 0,3 26-6 15,-1 6-1-15,-1 0-2 0,1 3-5 0,-3 3-2 16,3-1 0-16,0-2-1 0,-1 1-4 0,1-5-4 0,-1 3 0 16,-1-4-2-16,2 0-4 0,-1-2-6 0,3-2-1 15,-1 0-1-15,0-2-1 0,1-3 3 0,-1-3-7 16,1-1 5-16,-3 0-15 0,1-2-20 0,-2 0-7 0,-1 0-15 15,-1-4-135-15,0 3-103 0,0 0-33 0</inkml:trace>
  <inkml:trace contextRef="#ctx1" brushRef="#br0" timeOffset="61730.22">5285 2875 1229 0,'0'0'10'0,"0"0"3"16,0 0 28-16,0 0-11 0,0 0 15 0,1-1 3 15,1-1 4-15,6 0-6 0,21-24 2 0,3-4-32 0,5 0 8 16,4-5 1-16,3 0 4 0,3-2 6 0,5-2 0 16,5 0-4-16,1 2 2 0,0-2-6 0,-5 1-7 15,-8 1 2-15,-4 0-4 0,-8 4-6 0,-5 3 3 16,-6 2 2-16,-9 2 1 0,-3 2 8 0,-9 0-3 16,14 2-3-16,-5 3 1 0,-5 2 5 0,-3 1-9 15,-2-1 6-15,-2 2-7 0,-2 4 3 0,1 2-2 16,-1 3-3-16,-16 1 1 0,-3 1 2 0,1-11-9 15,0 4 2-15,7 7-5 0,-7 4 1 0,1 2-2 16,-1 4 2-16,-2 5-4 0,5 2-2 0,-1-8 2 0,1 25-3 16,4 0 2-16,-1-4 0 0,10 7-2 0,1-3 2 15,1-2-1-15,-15-1-1 0,10-4 5 0,3-1-2 16,5-3 5-16,1-1-6 0,1-5 6 0,3-2-3 16,2-1 2-16,-4-3-5 0,22 10 7 0,4-4-4 0,1-6 5 15,12-5-3-15,-4-6-6 0,8-3 3 0,3-8-4 16,-5-2 9-16,1-1-6 0,-3-3 2 0,-2 3-3 15,-4-1 5-15,-1 4-3 0,-4 4-1 0,-4 4-2 16,-2 1-3-16,-6 4 4 0,-3 2 1 0,-6 0 2 16,-3 2-3-16,-2 0 16 0,-1 0-7 0,-1 2 9 15,-2-3-10-15,2 14-2 0,-4 0 5 0,-3 0-4 0,-3-2 4 16,1-2-9-16,1 2-3 0,-10-5 0 0,-1 1 2 16,6-5 5-16,1 1-3 0,5-1 2 0,1-2-5 15,0 1-2-15,1 1 2 0,-1 0-3 0,2-2-2 16,0 0 0-16,2-2 0 0,0 0 1 0,2-2 3 0,0-2-5 15,2-18 2-15,20-10-4 0,4-1-6 0,0-10 8 16,1-1-2-16,1-7 5 0,3-4 1 0,1 3 1 16,-1-4-3-16,-5 0 2 0,-2 4-3 0,-7 0 4 15,-4 6 0-15,-4 7 3 0,-2 5 3 0,-5 8-7 16,-1 8 3-16,7 7-2 0,-5 1 4 0,-5 9 0 16,0-1 0-16,2-2 0 0,0 2-2 0,0 0 3 15,0 2-1-15,-2 2 1 0,0 2-4 0,1 22 2 16,1 11-4-16,-2 6 2 0,0-1-5 0,2 1 4 0,2 5 0 15,1-1 1-15,3-3 0 0,1-1 6 0,0-8-2 16,-1-5 2-16,1 0-4 0,4-2 3 0,0-4-3 16,2-2 2-16,-4-5 0 0,-3-2 0 0,12-2 4 15,-3-4-4-15,1 0-5 0,-3-7 6 0,4 4-7 0,-4 5 6 16,1-2-5-16,3-2-17 0,-2-3-3 0,-1-4-7 16,-1 0-33-16,-2-2-44 0,-2-1-8 0,-3-1-23 15,-1 0-129-15,-5 0-78 0</inkml:trace>
  <inkml:trace contextRef="#ctx1" brushRef="#br0" timeOffset="61870.44">6584 1999 1427 0,'-2'0'55'0,"0"0"45"0,-1 2 29 16,-1 0-27-16,0 0-6 0,1-1-10 0,1 1-49 0,0 0-20 16,2 0-3-16,2 0-3 0,0-2-3 0,38 17-7 15,3-8 3-15,-2-9-5 0,5-4-4 0,-1-5-32 16,-2-4-9-16,9-4-13 0,-6-1-83 0,4-3-364 15</inkml:trace>
  <inkml:trace contextRef="#ctx1" brushRef="#br0" timeOffset="63188.51">20380 7361 380 0,'-2'-2'0'0,"0"0"18"0,0 1 172 0,-2-1-63 15,1-2 16-15,-5-5-74 0,-1-6 6 0,0 0 1 16,-2-5-3-16,-1-3-3 0,3 1-25 0,2 0-4 15,1-2-3-15,2 0 1 0,3-2-2 0,1-6 4 0,0 2 5 16,0 1 0-16,0-9 21 0,0 11-10 0,0 1 2 16,0 0-5-16,0 7 1 0,0 2-6 0,0 4 3 15,0 6-3-15,0 1 2 0,0 4-10 0,0-1-4 0,0-1-4 16,0 2-28-16,0 2 6 0,0 2-6 0,0 2 6 16,5 37-5-16,-1 12-1 0,1 9 1 0,-1 3-1 15,0 3 4-15,-2 1 0 0,1-4-3 0,-1 2 1 16,0 0-8-16,2 1 11 0,0-1-6 0,1-2 7 15,-1-3-12-15,1-9 10 0,3-1 1 0,-1-11 5 16,1-4 8-16,-1-7 6 0,1-4-2 0,-3-5 2 16,-1-5-1-16,0-1-4 0,-4-9 2 0,0-3-4 15,1 3-3-15,1-2-3 0,0-1 10 0,0-1-6 0,0 0 17 16,0-2-9-16,0 0-8 0,1-2 1 0,7-11-10 16,-9-31-4-16,14-6 4 0,2-4-6 0,2-8-5 0,1-4 5 15,4-3-3-15,-3 0 4 0,-5 4-2 0,5 6-2 16,-7 3 1-16,5 8-2 0,-2 3-2 0,-4 8 3 15,2 2-2-15,-8 7 4 0,2 0-5 0,-1 6 3 16,-1 7-2-16,-5 0 3 0,2 13-9 0,-2-1 4 16,1 1-9-16,-1 2 3 0,2-2-50 0,-2 2-42 15,3-4-8-15,1 2-20 0,3 2-126 0,0 4-101 16,3 7-25-16</inkml:trace>
  <inkml:trace contextRef="#ctx1" brushRef="#br0" timeOffset="63407.62">21033 7487 1101 0,'0'0'170'0,"0"0"-197"0,-2 0 194 0,1 0-95 16,-1 0-1-16,0 0 39 0,-2 0-8 0,0 0 12 15,-5 0-43-15,4 0-25 0,-3 0-4 0,3 2-5 16,-1 0-12-16,2 33 9 0,1 4-1 0,1 6 4 16,0 1 5-16,0 3-2 0,0-1 0 0,0-3-3 15,0 5-12-15,-1-2-9 0,-1 4 0 0,2 0-4 16,-2-4-11-16,3-3-1 0,-22-6-2 0,10-2 2 15,8-4-10-15,3-5-27 0,2-4-9 0,0-5-10 16,2-2-66-16,0-6-78 0,-1-4-10 0,-1-3-26 0,2 0-79 16</inkml:trace>
  <inkml:trace contextRef="#ctx1" brushRef="#br0" timeOffset="64095.59">20970 7985 1247 0,'0'0'84'0,"-2"0"4"0,0 0-20 16,1 0-5-16,-1 0-27 0,0 0 32 0,0 0-15 15,0 0-3-15,0 0-9 0,0 0-33 0,2 0 4 16,0 0 3-16,2 0 1 0,0 0 4 0,7-2 10 16,25-5-5-16,1-2 7 0,0-1-7 0,6-5-3 15,-7 2-2-15,1-3-1 0,-4-1-10 0,-3 0-2 0,6-1 3 16,-8 14-2-16,-2-16 3 0,-2-3 4 0,-3 3-4 16,-3-2 3-16,-3-1-8 0,-3 3 10 0,-5-4-2 15,-3 7 5-15,0 2-3 0,5 6 11 0,1-2-1 16,-6 5 5-16,-2 2 9 0,0 1-10 0,0-1 1 15,-2 2-5-15,0 2-15 0,-2 0 3 0,-22 11-6 0,0-7 5 16,0 33-11-16,4 4-2 0,2-4 1 0,1-2-1 16,4 3 5-16,0-7-7 0,4 1 2 0,-7-3-3 15,8-8 1-15,7 3 5 0,4-6-4 0,5-1 4 16,3-2-3-16,10-8 2 0,18-3 0 0,2-2 0 16,2 20 0-16,-2-12 0 0,2-10 4 0,3-2-2 0,-1-6 3 15,0-3-4-15,1 0-1 0,-3 2 0 0,0 1 0 16,-2 5-1-16,-2 3 0 0,-3 1 0 0,-7 5 5 15,-1 1-3-15,-7 1 0 0,-1 3-1 0,-1 0 9 16,-9-3 1-16,-3 10 3 0,6-1-2 0,-1 1 13 0,-9-5-2 16,-1 0-1-16,-1-1-1 0,-5-1-3 0,2-6-8 15,-12 1 4-15,-5-4-5 0,3 11 5 0,3-6-10 16,-2-1 6-16,8-4-8 0,-1-2-1 0,3 0-13 16,3 0-2-16,2 0-4 0,-1-4-7 0,-5-9-4 15,-1-9-2-15,5-6 0 0,6 0-7 0,6-7 6 16,6-4-2-16,5-6 4 0,3-3 10 0,2-4 5 15,1-4 7-15,-1 2-2 0,0-3 11 0,0-1-5 16,-2 2 3-16,-5 6-2 0,-2 4 7 0,-6 11-2 0,0 5-4 16,-3 9 1-16,-2 7 1 0,-2 2 11 0,-1 5 6 15,-1 5-1-15,0-2 5 0,0 1-7 0,0 1-2 16,0 0 1-16,0 2-2 0,0 0 5 0,0 2-1 16,0 9 1-16,-1 24-3 0,-3 4-1 0,0 2-2 0,-1 2 1 15,1 5 2-15,4-1 7 0,0 1 2 0,2-2-1 16,0-1 0-16,-1-2-5 0,-1 1 1 0,4-1-3 15,2-2-3-15,3-2-3 0,0-4-2 0,2-4 0 16,2-3-5-16,-1-7 2 0,-3-1-2 0,13-3 1 16,2-2-4-16,2-4 4 0,-3-4-4 0,3-3 4 15,0-2-10-15,-2 13-14 0,2-8-5 0,0-7-4 16,0-2-19-16,0-5-19 0,-4-4 1 0,0-2-9 0,-5 11-17 16,-6-22-27-16,-2 0-33 0,-7-2 4 0,13 0-79 15,-8 1-74-15,-5 1-72 0</inkml:trace>
  <inkml:trace contextRef="#ctx1" brushRef="#br0" timeOffset="64288.22">21793 7733 1373 0,'0'0'37'0,"0"0"0"0,0 0 36 16,0-2 8-16,0 0 0 0,0 0 39 0,0 0-33 15,0 0-6-15,0 0-9 0,0 1-19 0,2-1-12 0,1 0 3 16,19-6-6-16,14-1 4 0,6 4-6 0,-1 1 1 15,-2 0-4-15,4-1-14 0,3-1-6 0,1 0-5 16,-1-1 2-16,-1 0-10 0,-1-1 4 0,-1 1-6 16,0 1 1-16,0 1-40 0,-1-1-69 0,6-1-2 15,-5 1-29-15,2-1-51 0,1-1-179 0,-1 1-106 16</inkml:trace>
  <inkml:trace contextRef="#ctx1" brushRef="#br0" timeOffset="64972.55">20239 8999 896 0,'-2'0'131'0,"0"-2"-143"0,-11-2 145 0,-9-3-70 16,3-1-32-16,0 1 31 0,5 0-1 0,1 1 14 0,1 0 24 15,5 3-37-15,0-1 6 0,3 2-18 0,2 2-7 16,-2-2 1-16,1 0-3 0,-1 1-1 0,0-1-22 0,0 0-1 16,3 0 0-16,-1 0 2 0,0 2 2 0,2 0 14 15,2 0-6-15,1 0 10 0,35 8 9 0,21 1-1 16,6-2 3-16,15 1-4 0,7-3-7 0,4-3-1 16,7-2-2-16,5-2 1 0,6-1-1 0,16-5-15 15,1 1 2-15,6-4-6 0,-4-1-10 0,-13 3 7 16,4 2-6-16,-4 1 5 0,-6 2-9 0,-1 1-3 15,-11-1 6-15,-19 2-6 0,-8 0 8 0,-12 2 1 16,-10 2-6-16,-9 0 5 0,-9 0 4 0,-8 0-4 16,-5 0 5-16,-6-1-5 0,-6-1 8 0,-3 0-2 0,0 0 4 15,2 2-3-15,0 0 3 0,-3 0-27 0,1 0 2 16,-2 2-14-16,-3 3-31 0,-9 10-42 0,-10 3-8 16,-19 4-13-16,4 2-66 0,-9 4-84 0,-3 2-10 15,-1 7-38-15,-13 1-186 0</inkml:trace>
  <inkml:trace contextRef="#ctx1" brushRef="#br0" timeOffset="65480">20428 9784 954 0,'-4'0'123'0,"1"0"-95"16,-20-2 128-16,12 1-48 0,2-1-40 0,0 0 54 16,1-2-11-16,3 2 23 0,1 0-27 0,2-1-13 15,-9-12-5-15,3-2 0 0,7 6-13 0,-1-2-25 16,2 4-2-16,0 3-7 0,0 2-2 0,0 3-13 16,2-3 8-16,-1 0-9 0,3 0 11 0,-2 4 0 15,5-1 5-15,5 1-1 0,-5 1 9 0,0 5-16 16,8 14-1-16,-2 12-6 0,-5 3 0 0,-5 2-13 0,-3 1 3 15,0-1-6-15,-3 2-1 0,-3-2-10 0,1 5 3 16,-1-3-3-16,0 0 1 0,-1-1-9 0,0-9-2 16,-1-1-3-16,3-4-3 0,1-3-1 0,0-1-2 15,0-3 0-15,1-2-4 0,1-8 8 0,0-1 3 0,-2-1 1 16,4-3 9-16,-13 4 2 0,-3 1-4 0,-3-5 3 16,0 5-2-16,3-3 3 0,-1 2 3 0,2-1-2 15,2-1-2-15,2 0 2 0,4 1-5 0,1 3 6 16,4-3 0-16,-2 1-3 0,-1 1 4 0,1 1-3 15,2 1 11-15,2-2 1 0,0-5 3 0,2 4-2 16,0-6 8-16,31 4 0 0,8-3-1 0,2 20 1 16,3-12-4-16,-5-9-5 0,4-4-4 0,1-5-1 0,-1 0-3 15,-1 0-5-15,-1-3 5 0,-10 1-6 16,-5 0 4-16,0 0-7 0,-6 0-4 0,-1 0-3 0,-1 0-21 16,-3-1-21-16,-4 3-7 0,-2 0-4 0,-7 1-34 0,7-6-31 15,-2-5-36-15,-1-7 1 0,-8 4-124 0,-4 1-88 16,-5-1 21-16</inkml:trace>
  <inkml:trace contextRef="#ctx1" brushRef="#br0" timeOffset="65807.66">20276 9840 571 0,'-4'-2'352'0,"-9"-2"-337"16,-28-10 378-16,10 1-167 0,5 3-133 0,11 5-18 15,5 1-3-15,5 2-5 0,1 0-19 0,0 0-20 16,3 1 3-16,-1-3-6 0,2 2 9 0,3-9-5 16,1-4-5-16,33 6-1 0,8-2-20 0,3-2 1 15,-1 0-4-15,-1-4 1 0,-1 2-2 0,-1 6-20 0,3-1 0 16,-7 1-10-16,1 4-30 0,-6-5-20 0,-3 5-5 15,0 3-5-15,-3-17-26 0,-5 8-4 0,2 6 7 16,-3 5 1-16,1 3 61 0,-4 3 31 0,1 3 2 16,-6 2 9-16,-1-7 9 0,-2 16 2 0,1 3 10 0,-2-5-1 15,-2 1 55-15,2 1 39 0,-2 1 0 0,1 1 11 16,-3 4-6-16,-3 2-10 0,0 2 0 0,16 3-4 16,-5 4-5-16,-8 2 2 0,-1 6-6 0,-6 3 6 15,0 6-11-15,-4 0-18 0,-3 5 5 0,1-1-11 16,-3 1-3-16,0 4-20 0,-1 0-2 0,-1-1-6 15,2-1-10-15,0-2-7 0,1-3-1 0,3-6-2 0,-1-2-2 16,2-5-5-16,2-2 4 0,1-6-6 0,1-3-15 16,0-10-49-16,0-3-12 0,0-10-12 0,0-2-61 15,0-3-138-15,1 0 43 0,1-1-66 0,0-1 74 0</inkml:trace>
  <inkml:trace contextRef="#ctx1" brushRef="#br0" timeOffset="66395.57">20818 10640 1285 0,'0'0'45'0,"0"0"-2"0,0 0 33 15,0 0-4-15,0 0-2 0,0 0 5 0,0 0-2 16,0 0-3-16,0 0-1 0,0 0-20 0,2 0 0 16,0-2-2-16,1 0 2 0,7-1 1 0,14-10-16 15,2 0 7-15,5-6-11 0,5 1-6 0,1-3-1 0,4 19-7 16,1-29 5-16,1-1-14 0,-2 1 0 0,1-3 1 16,-8 3 0-16,-1-1-2 0,-3 1-2 0,-2 1 1 15,-4 6 0-15,-4 1-2 0,-5 5 9 0,-4 5-3 16,-5-2 5-16,-4 6-5 0,0 5 3 0,1-2-2 0,1 3 3 15,0-1-1-15,0 0-9 0,-1 2 5 0,1 1-6 16,0-1-1-16,-1 2-5 0,1 0 0 0,0 2 0 16,5 3 8-16,8 6-4 0,-2-7-2 0,3 13-1 15,3 3-5-15,-1-9 11 0,1 6-4 0,-1-2 5 16,-3-4-4-16,-2 2 2 0,-1-2 6 0,-2 0-3 16,-7 2 14-16,-3-5 56 0,5 3-6 0,-1 0 21 15,-2 6-21-15,-4 3-29 0,-8 1-5 0,-7 3-6 16,4 0-8-16,-18 4-16 0,-3 1 5 0,4-3-9 15,6-2-1-15,1-5 0 0,7 0-5 0,2-8 3 0,7 0-10 16,-1-4-3-16,4-3-6 0,1 0 1 0,1-2-17 16,0 1-14-16,1 1 9 0,1-4-9 0,32 4 24 0,1-10 8 15,6-9 3-15,2-9 1 0,-1 11 6 0,1-28 0 16,2-3 0-16,1-3 2 0,2 3 11 0,-3-4-4 16,-3-1 2-16,-6 5-2 0,-5-5 8 0,-5 3 1 15,-5 1 3-15,-5-1-2 0,-4 1 2 0,-3 1 11 16,0-1-5-16,15 3 6 0,-11 1 2 0,-7 6 10 15,-4-1 4-15,-2 12-1 0,-2 2 9 0,-2 3-16 16,2 12 9-16,0 1-11 0,1 3 4 0,-1-1-18 0,0 0-4 16,0 2-3-16,0 0-6 0,0 2 6 0,0 0 4 15,1 2-1-15,-5 15 0 0,-5 20 4 0,5 4-7 16,3-2 6-16,1 2-9 0,2 0 3 0,0-1-2 16,3-1 1-16,1 0-8 0,2-3 2 0,1-3 2 15,1-7-1-15,3 2 4 0,0-6-3 0,-4-5-1 0,3-2 0 16,-5-8-5-16,3 1 2 0,6-3-2 0,7-3 1 15,-3 4-15-15,-3 5-15 0,4-2-2 0,-4-5-6 16,-2-2-23-16,-2-2-44 0,-2 0-17 0,-3 0-20 16,-3-2-173-16,1 0-96 0,0-2-52 0</inkml:trace>
  <inkml:trace contextRef="#ctx1" brushRef="#br0" timeOffset="66526.55">22108 10152 1540 0,'0'0'35'0,"0"0"3"15,0 0-15-15,0 0 10 0,2-2-15 0,0 0 74 16,4 0-26-16,20-14 1 0,3 14-11 0,1-21-15 0,3 1-17 15,6-4-1-15,6 0-6 0,-2-5-12 0,1-3-4 16,1 1-1-16,1-1-5 0,-3 5-37 0,-2 3-136 16,-10 0-74-16,-8 0-33 0,3 3-351 0</inkml:trace>
  <inkml:trace contextRef="#ctx1" brushRef="#br0" timeOffset="67082.6">19258 8709 1270 0,'-2'0'302'15,"1"0"-377"-15,-1 0 348 0,0 0-184 0,0 0-61 0,0 0 51 16,0 0-8-16,0 0 26 0,1 0 5 0,1 0-32 16,0 0 1-16,1 0-15 0,1 0-26 0,8 0-20 15,21 0-1-15,-1 0-5 0,1 0-3 0,-1 0 7 16,2 0-4-16,-3 0 5 0,1 2-7 0,-4 2-22 0,4-1-5 16,-12 1-8-16,-5 0-21 0,0 1-31 0,-9-3 4 15,0 2-14-15,9 15-11 0,-4 1 35 0,-7-3 1 16,-4 1 16-16,-4-5 42 0,5-2 9 0,-27 1 5 15,-6-7 2-15,8 1 15 0,2-1 19 0,2 1 1 16,3 1 8-16,4-1 10 0,6-2-7 0,4-1-2 0,3-3-3 16,0 2-19-16,-2 2 8 0,2 0-1 0,0-1 4 15,2 1 4-15,2-2-11 0,2 0-3 0,41 11-3 16,7-11-13-16,5-6-1 0,-3-5-4 0,4-4 1 16,-3-2-9-16,-10 2-16 0,3 0-6 0,-9 2-8 15,-7-1-68-15,-1 1-173 0,-3-2-41 0</inkml:trace>
  <inkml:trace contextRef="#ctx1" brushRef="#br0" timeOffset="67896.83">17114 8189 1287 0,'0'-2'33'16,"-2"1"-5"-16,2-3 12 0,-9-17 16 0,3 7-12 15,0 2 60-15,3 5-16 0,1 3 4 0,2 2-11 16,-2-1-29-16,0 1-20 0,0 0 0 0,0 2-2 16,1 2 25-16,-14 31-8 0,0 23 4 0,6 9-8 0,3 7-15 15,0 10-3-15,1 4 0 0,-3 6 0 0,-1 3 2 16,2-4-9-16,-4-4-1 0,-1-11-1 0,1-7-5 15,4-9 2-15,-1-8-3 0,3-6 2 0,1-7-6 16,0-7 0-16,3-5 2 0,1-4-1 0,0-5 0 0,0-3-8 16,0-8 1-16,0-5-2 0,0 2 3 0,0 0-6 15,0-2-3-15,0-1-3 0,0-1-20 0,0-1 12 16,0-1-5-16,-6-47 8 0,2 1 6 0,1-11 3 16,1-2 5-16,0-6-3 0,0-6 4 0,2-7 1 15,0 1-2-15,2-1 2 0,2 0-2 0,5 6-6 16,2 1 4-16,2 6-4 0,2 8 9 0,3 7-1 15,3 7 1-15,1 8-1 0,-13 4 9 0,25 9-6 0,-3 5 4 16,3 2-5-16,-4 8 5 0,3 5 3 0,4-16 1 16,-5 13 0-16,-1 7-3 0,-3 3 12 0,-7 5-2 15,-5 1 5-15,1 2-2 0,-6 23 3 0,-4 3-1 16,-5 4 1-16,21-1-2 0,-14 5-5 0,-9 5 0 16,-9 2-3-16,-10 4-2 0,-3 0-2 0,-6-1 2 0,17 1-3 15,-30-10-3-15,0-1 2 0,2-4-4 0,8-4 3 16,-1-4-3-16,6-7-3 0,0-2 4 0,6-5-4 15,-1 0-2-15,10-6 1 0,2-2-3 0,3-2 3 16,2-2 1-16,-1 1-2 0,1-3 1 0,0 5-2 16,1 3 7-16,3 0-1 0,3 2 4 0,7 1-3 15,-3-1 7-15,27 2-4 0,1 0 3 0,8 1-4 16,-1 1-3-16,3-3 4 0,-4 3-6 0,-4-2 7 0,-2-4-4 16,-3-2-5-16,-1 0 1 0,-1 0-1 0,-4-2 1 15,-2-3 4-15,0 1-3 0,-3-5 0 0,1 2-27 0,-4-2-40 16,1 11 0-16,0-6-15 0,-3-3-32 0,1-4-122 15,0-2 12-15,-4-2-45 0,0-1 26 0,-2-3-81 16,-2-1-20-16</inkml:trace>
  <inkml:trace contextRef="#ctx1" brushRef="#br0" timeOffset="68070.5">17747 8986 434 0,'0'-2'139'0,"0"0"-2"0,-6-16 53 16,-5-14-15-16,4 12-19 0,-1 1-17 0,3 6-3 16,3 6-6-16,0 3 0 0,0 0-24 0,0 0-43 15,0 1 4-15,1 1-18 0,-1 0-2 0,0 2-6 0,0 2 3 16,2 0-4-16,-2 13 10 0,2 22-10 0,2 0 2 15,0 4-4-15,2 1 1 0,1 1-21 0,1 2 3 16,-1 1-10-16,1 1-5 0,-1-3-1 0,3 4-2 16,-1-3 2-16,-1-1 0 0,1 1-25 0,-1-6-6 0,-1 6-11 15,1-3-55-15,-2-1-95 0,-2-4-32 0,-1-3-24 16,-1-6-126-16</inkml:trace>
  <inkml:trace contextRef="#ctx1" brushRef="#br0" timeOffset="68504.32">17611 9537 1278 0,'0'0'28'16,"0"-2"3"-16,0 1-7 0,-2-9 8 0,1-12-11 0,1-6 45 16,3-2-10-16,5-3-4 0,3-4-5 0,0 2-31 15,6-3-4-15,-1 3-6 0,5-4 3 0,1 2-12 16,0 0 3-16,-20 2 0 0,22 1 1 0,-1 1-1 0,-1 1 5 16,0 3-2-16,-5 3 4 0,0 1 3 0,-1 7 14 15,-4-1 6-15,-1 8 2 0,-6 4 21 0,-3 3-7 16,2 2-1-16,-2 2-3 0,1-4-14 0,1 1-9 15,0 1 0-15,0 0-3 0,-3 2-7 0,1 0 8 16,0 0-6-16,0 26 7 0,0 11-4 0,2 4 2 16,18 0 6-16,-9 3-3 0,-8 3 5 0,-5 1 1 15,0 0 0-15,0 3 2 0,-1-5 4 0,-3-3-3 0,2-1-6 16,0-8 1-16,0-3-12 0,2-7 1 0,0-7-2 16,0 0 1-16,0-6-7 0,0 0 3 0,0-3-3 15,2-5 2-15,0 1-2 0,0 0 7 0,0-2 1 16,0-1-1-16,-1 1-3 0,1-2-3 0,2 0 4 15,0 0-5-15,1-2 0 0,8-1-3 0,4-3-5 0,1 1 3 16,-3 1-7-16,11 0 6 0,-5 4-1 0,5 0 3 16,2 4 0-16,-1 1 0 0,5 5 7 0,-4 1-3 15,2 2 7-15,-4 0-2 0,-4-2 0 0,-2-2 1 16,3 2 7-16,-5-1-6 0,4 1 0 0,-1-2-3 16,-3-1-9-16,-1-5 6 0,0 1-4 0,-4-4 5 15,2 0 1-15,1 0-17 0,-1-2-6 0,4-2-9 16,-1-3-58-16,3-6-68 0,3-2-29 0,6-15-33 0,1-1-292 15</inkml:trace>
  <inkml:trace contextRef="#ctx1" brushRef="#br0" timeOffset="69672.98">12279 2491 332 0,'0'0'327'16,"-2"0"-149"-16,0 0 113 0,-2 0 28 0,1 0-200 16,-1 0 15-16,0 0 6 0,1 0-21 0,1 0-2 15,0 0-107-15,0-2 23 0,0 0-7 0,2 0 13 0,0 1 6 16,2-1-17-16,5 0 6 0,32-11-11 0,-7 4-4 15,3-1-11-15,-1 1 1 0,1 2-5 0,0 1 2 0,0 2 3 16,1 2-7-16,1-1 5 0,-6 1-21 16,-1 2-54-16,-6 0-11 0,-3 0-29 0,1 2-174 0,-7 0-112 15,2 1-109-15</inkml:trace>
  <inkml:trace contextRef="#ctx1" brushRef="#br0" timeOffset="69835.89">12533 2218 1262 0,'0'0'66'0,"0"0"9"0,0 0 24 0,0 0-15 16,0 0 3-16,0 0 36 0,0 0-23 0,0 2-5 15,0 0-8-15,0 2-31 0,-2 14-14 0,-1 14-2 0,-1 5-4 16,-2 2-17-16,1 3-10 0,1 3-1 0,0 1-4 16,2 3-4-16,2-1-23 0,0 2-17 0,2 8-14 15,4 1-148-15,-1 4-157 0,1 4-29 0</inkml:trace>
  <inkml:trace contextRef="#ctx1" brushRef="#br0" timeOffset="70265.06">11655 5412 1431 0,'-2'2'89'0,"-2"-1"134"16,-5 3-101-16,2 0 8 0,3-2-18 0,0 0 8 15,1-1-64-15,-1 1-10 0,2 0 0 0,2 0-3 16,2 0-2-16,2-2 0 0,27 2 0 0,15-4 0 16,3-4 1-16,5-1-12 0,1-6 3 0,-1 2-7 15,0-2-9-15,-4-2-9 0,-5 2 0 0,1 0-2 16,-9 2-5-16,0 1 3 0,-5 3-3 0,-10 1 3 0,1 1-4 15,-5 1-69-15,1 2-16 0,-1 0-29 0,1 1-141 16,1-1-440-16</inkml:trace>
  <inkml:trace contextRef="#ctx1" brushRef="#br0" timeOffset="71170.84">14330 5841 256 0,'-1'0'177'16,"-1"0"-64"-16,-2 0 85 0,-16 1 21 0,-10 1-97 15,8 0-2-15,-1 0-13 0,3 0 2 0,-2 0-8 16,5-2-24-16,6 0-9 0,0 0-8 0,5 0 1 0,2 0-10 16,1 0-8-16,-1 0-1 0,0 0-5 0,2 0-13 15,1 0 14-15,-1 0 1 0,2 0 3 0,2 0-14 16,1-2-11-16,33-7-4 0,1 1-1 0,0 1-5 0,5 1-4 15,-8 1 0-15,5-1-1 0,-4 0-2 0,0 1-3 16,1-1-8-16,-7 3-2 0,-1-1-51 0,-4 0-27 16,-1 2-5-16,1 0-9 0,-2-1-52 0,-3 1-242 15</inkml:trace>
  <inkml:trace contextRef="#ctx1" brushRef="#br0" timeOffset="71359.62">14407 5625 1236 0,'0'0'88'0,"0"0"17"0,-2 0-21 0,0 0-45 16,0 0 0-16,0 0 14 0,0 2 20 0,0 0 2 15,1 2 0-15,-5 12-21 0,2 12-25 0,2 6-2 0,1 5-8 16,1 3-5-16,0 3-3 0,0 5-2 0,0 0-1 16,0 2-7-16,0 0-2 0,0 2-3 0,0 2-3 15,0-1-38-15,1 5-48 0,3-1-23 0,4 1-18 16,-3-1-171-16</inkml:trace>
  <inkml:trace contextRef="#ctx1" brushRef="#br0" timeOffset="71560.47">14143 7766 1220 0,'0'0'162'0,"0"0"31"0,-2 0-58 16,0 0-78-16,0 0-13 0,1 0-6 0,1 2 51 15,0-2-11-15,0 0 20 0,1 0-34 0,3 0-27 16,30 0 3-16,4 0-11 0,5-4-5 0,7-1-12 16,-1-5-2-16,1-3-3 0,2-2-7 0,-4 2-11 15,-2-1-15-15,3-3-4 0,3-4-91 0,2 3-260 16,5-4-106-16</inkml:trace>
  <inkml:trace contextRef="#ctx1" brushRef="#br0" timeOffset="74583.75">23152 8691 1576 0,'0'0'46'0,"-2"0"2"16,0 0 35-16,0 0 11 0,0 0-8 0,0 0-9 0,1-2 3 15,-1 0-2-15,0 0-2 0,2 0-22 0,0 0-24 16,2 0 4-16,0 2-11 0,5-1 3 0,26-7-4 16,3 3 1-16,3 1-3 0,0 0-8 0,5 2-3 15,1-1-1-15,1-1-1 0,1 2-6 0,-5 2 4 16,-1 0-3-16,-9 0 2 0,-6 0-4 0,4 0-28 0,-6 0-5 16,2 0-12-16,0 0-58 0,-6 0-84 0,-3 0-38 15,-4 2-22-15,-2 0-176 0</inkml:trace>
  <inkml:trace contextRef="#ctx1" brushRef="#br0" timeOffset="74738.42">23480 8889 1375 0,'-1'0'262'0,"-1"0"-331"0,0 0 301 0,0 0-162 15,0 0-56-15,0 0 35 0,0 0-5 0,1 0 18 16,1 0 8-16,0 2-15 0,1 0 0 0,3 0-6 16,9 0-10-16,15 3-10 0,-4-1 4 0,8-2-6 15,-1-2-3-15,1 0-11 0,1 0-1 0,-1-2-2 16,-2 0-2-16,1-2-25 0,2-1-13 0,-1-1-10 15,-2-1-91-15,-2-1-231 0,-1-1-27 0</inkml:trace>
  <inkml:trace contextRef="#ctx1" brushRef="#br0" timeOffset="75741.09">24659 7333 677 0,'-1'-1'159'0,"-7"-9"314"0,3-12-393 0,-7 3 7 16,3 6-2-16,0 4 7 0,1 2 24 0,1-1-28 15,1 5 5-15,5-1-16 0,-1 2-12 0,0 2-9 16,0 0 4-16,0 0-5 0,-2-2 6 0,1 0 3 15,-1 2-3-15,2 2 3 0,0 0-10 0,-7 18-10 0,-2 16-2 16,3 1-2-16,5 4-3 0,-1-1-10 0,-2 3 1 16,1 7-5-16,-1 2-3 0,1 0-10 0,-3-3-1 15,-1 1-3-15,2-4 1 0,1-7-7 0,0-2 1 16,3-5-3-16,1-2-4 0,0-4-18 0,2-4-4 0,0-5-9 16,0-4-46-16,0-6-26 0,2-1 3 0,0-3-8 15,0 1 14-15,1-2-35 0,1-2 15 0,0-2-16 16,-1 0 56-16,1-37 44 0,-2-5 3 0,0-1 13 15,24-7 19-15,-19 2 8 0,-7 2 1 0,0-4 4 16,-2 3 7-16,-3-1 22 0,1 0-3 0,2 0 10 16,-1 2 7-16,3 1-5 0,0 1 2 0,0-1-6 15,5 5-5-15,3 3-8 0,1 3 1 0,-2 12-5 0,4 2 2 16,2 0-2-16,0 1 0 0,-5 3 1 0,18-5 8 16,0 10-10-16,2 2 2 0,3 2-5 0,-3 3 1 0,4-12 1 15,-1 3 2-15,3 6-1 0,-6 3 1 0,1 4 0 16,1 2-1-16,-11 2 1 0,8 7 4 0,-12-1 2 15,-7-3 0-15,1 16-1 0,8 5-4 0,-6 5-6 16,-4 7-2-16,-7 1-2 0,-11 1-10 0,-11 7-4 16,5 1 5-16,-33 2-4 0,7-1 2 0,-1-5-2 15,1-5-3-15,6-6 2 0,3-3-2 0,8-8-1 16,4-3 2-16,4-6-2 0,3-6-3 0,5-3 6 16,3 0-1-16,3-2 2 0,2-2-5 0,-1 3-2 15,-1 1-1-15,2 0 0 0,0-2 6 0,0 0-3 0,1-1 3 16,1 1-3-16,0 0 1 0,1 0 2 0,3 0-2 15,5 2 3-15,14 1-4 0,1 1-2 0,4 1 2 16,1 2-2-16,1 1 2 0,4 1 2 0,-5 0-1 16,3 2 1-16,-2-2 1 0,-1 4-2 0,5 0 2 0,-6-2-3 15,-2 0-5-15,-4 0 5 0,-11-6-2 0,2-1 6 16,5 12 0-16,-3-1-9 0,-2-8 5 0,0 6-8 16,-3-5-3-16,3 1-42 0,0 2-10 0,0-10-15 15,0 7-73-15,-2-7-184 0,0 5 21 0,4-6-71 16,1 9 43-16</inkml:trace>
  <inkml:trace contextRef="#ctx1" brushRef="#br0" timeOffset="75909.99">25389 7736 1059 0,'0'0'103'0,"0"0"0"15,-2 0 22-15,0 0 9 0,2 0-25 0,-1 0 73 16,-1 0-54-16,0 0-11 0,0 0-17 0,2 0-53 0,0 0 23 16,0 0 0-16,0 2 6 0,0 0-18 0,0 2-5 15,0 12-3-15,2 9 1 0,2 1-8 0,1 1-7 16,1 1-1-16,-3 4-2 0,-1-1-5 0,0 1-13 15,-2 1-5-15,-2-1-1 0,-1 3-8 0,-3-5 0 16,0 1 2-16,-1-1-3 0,0-2-12 0,1-2-53 16,0-2-21-16,3-5-16 0,1-3-130 0,0-3-102 15,2-5-8-15,0-4-36 0,0-3-101 0</inkml:trace>
  <inkml:trace contextRef="#ctx1" brushRef="#br0" timeOffset="76335.88">25918 7441 623 0,'0'0'296'15,"0"-2"-396"-15,-2 0 347 0,2-1-187 0,-1-12 10 16,-1-8 67-16,2-1-8 0,0-2 19 0,0-3-66 0,3-3-12 16,-1 1-4-16,6 1 0 0,-3 2 9 0,-1 8 2 15,0-3-5-15,-2 10 2 0,-1 0-8 0,1 4-8 16,-2 5 5-16,0 1-8 0,0-1-8 0,0 0-6 16,0 2-7-16,0 0 1 0,0 1-22 0,0 1-1 15,0 1 1-15,-2 9 0 0,-5 27 6 0,-2 6-2 16,-1 5 2-16,-1 0-1 0,0-1 1 0,4-3-5 15,1-1 3-15,2 1-3 0,4-1-6 0,0-2-3 16,2-2 0-16,4-2 0 0,1-7 3 0,4-2-5 16,1-6-3-16,-1-4-1 0,2 3-4 0,-10-6 3 0,18-2 2 15,3-8-1-15,0-1-16 0,0 13-33 0,0-6-7 16,-1-6-8-16,-3-5-34 0,2 0-69 0,-1-7-46 16,-3-4-17-16,3 7-214 0</inkml:trace>
  <inkml:trace contextRef="#ctx1" brushRef="#br0" timeOffset="76471.14">26158 6659 1810 0,'0'0'66'16,"0"0"6"-16,-2 0-19 0,0 0 7 0,0 0-19 16,0 0 106-16,1 0-74 0,-1 0 3 0,0 0-34 0,0 0-56 15,0 0-12-15,0 0-12 0,0 2-3 0,2 0-76 16,0 0-100-16,0 2-80 0</inkml:trace>
  <inkml:trace contextRef="#ctx1" brushRef="#br0" timeOffset="76865.96">26559 7025 2017 0,'0'0'25'0,"0"0"43"0,-2 0 20 0,0 0 74 16,0 2-17-16,0 0 23 0,1 0-96 0,-1 1-28 15,-8 14-4-15,-1 15-5 0,2 1-7 0,2 4-7 0,-1 2 0 16,1 2-4-16,1 2-5 0,1 0-6 0,-1-5 0 16,0 1-2-16,1-3 0 0,1-1 0 0,2-2-2 15,2-7 0-15,2 0-2 0,0-5-4 0,2-3 4 0,-1-5-3 16,1-5 4-16,-2-4-1 0,2-1 1 0,-1 1-1 16,5 0 3-16,1-1-6 0,8 1-1 0,-2-4-1 15,1-4 0-15,5-3-2 0,-1-4 0 0,1-2-1 16,1 9 3-16,2-11 2 0,2 4-1 0,0 2 1 15,0 3-1-15,-4 4 0 0,1-12 3 0,-5 4-2 16,1 7 6-16,1 3-5 0,-3 1 1 0,0 5-3 16,-4 1 5-16,-2 1-1 0,-4 5 4 0,-1 11-4 0,-4-2 7 15,12 2 5-15,-4-1-4 0,-8-3 4 0,-2 1-2 16,-2-7 6-16,-4 1-8 0,-5 2 7 0,4-4-13 16,-23 6 2-16,-2-5 1 0,1-6-1 0,-3 1 0 0,3-3-10 15,3-1 0-15,-4-1-5 0,5 0-12 0,-1-2-17 16,7 12-12-16,5-4-6 0,3-5-72 0,3-3-169 15,3 0 7-15,3 0-63 0,2 0-24 0</inkml:trace>
  <inkml:trace contextRef="#ctx1" brushRef="#br0" timeOffset="77128.61">27600 7430 2092 0,'-1'0'13'0,"-1"0"3"0,-2 0 110 0,0 0-16 0,-7-2 43 16,6 2-20-16,1 0-73 0,0 0-5 0,0 0-22 15,3 0-25-15,-1 0 1 0,0 0 4 0,2-2-3 16,2 0 2-16,13-1-1 0,24-7-2 0,3 1 2 16,3-2 3-16,5 0 6 0,4 0-7 0,5-1 4 15,-3 1-14-15,2 0 0 0,-6 2 2 0,-6 0-3 16,-3 1-1-16,-10 1-1 0,2 1-5 0,-11 1 0 15,1 1-19-15,-9 2-45 0,-3 0-5 0,-3 0-22 0,-5 2-86 16,-1 0-132-16,0 0-30 0</inkml:trace>
  <inkml:trace contextRef="#ctx1" brushRef="#br0" timeOffset="77421.53">27823 7044 1028 0,'0'0'751'0,"-2"0"-1058"16,1 0 907-16,-1 0-513 0,0 0 16 0,0 0 22 16,0 0-5-16,0 0 1 0,0 0-63 0,1 0-18 15,-1 0-3-15,2 2-4 0,0 1 5 0,0 12-4 0,3 13 4 16,3 4-4-16,1-3 0 0,1 7-4 0,-3-1-2 16,1 0-1-16,-2 0-7 0,-2 1 0 0,-1-1-4 15,-1-2 2-15,0 3-9 0,-1-5-9 0,-3 1 4 16,-2-4-4-16,3-1 8 0,-1-1-6 0,0-3 2 15,2-3-3-15,0 1 1 0,2-7-2 0,0 1 0 0,0-5-1 16,0-5-11-16,0-3-25 0,0 0-12 0,0 0-7 16,0 1-85-16,0 1-115 0,0-2-74 0,2 0-33 15,0-2-408-15</inkml:trace>
  <inkml:trace contextRef="#ctx1" brushRef="#br0" timeOffset="78294.78">28677 6507 1542 0,'0'0'30'0,"0"0"-4"0,0 0 41 0,0 0 8 16,0 0 1-16,0 0 20 0,0 0-11 0,0 0-1 16,0 2-4-16,0 0-9 0,12 35-17 0,1 9 0 0,1 6-7 15,1 2-6-15,2 6-5 0,-4-1-4 0,-2-1 0 16,0 1-11-16,-1-5-12 0,-3 0 6 0,0 0-10 15,-1-6 4-15,-1 0 0 0,-1-5-5 0,-4-6 4 16,0-4-6-16,-2-7-15 0,-1 0-12 0,1-5-5 16,-2-1-63-16,0-7-119 0,3-4 12 0,1-3-49 15,-2-2 3-15,0-1-186 0</inkml:trace>
  <inkml:trace contextRef="#ctx1" brushRef="#br0" timeOffset="78607.99">28668 7031 680 0,'0'-2'349'0,"0"-7"-440"16,-5-34 410-16,3 0-215 0,2-1-18 0,3 5 15 15,5 0-2-15,3 1 3 0,2 7-17 0,6 1-33 16,-6 2 8-16,22 6-14 0,4 0 9 0,-8 5 4 16,6 2-8-16,-1 6 6 0,-5 3-29 0,5-14-5 15,-5 11-3-15,-3 5 1 0,5 6 0 0,-5 5 15 16,-5 3-2-16,-7 1 6 0,-3 0 9 0,-7 20-1 16,16 7 0-16,-11 1-3 0,-7 1-12 0,-8 5-3 15,-7-4 6-15,-7 5-4 0,-7 2 0 0,18-9-7 16,-26 2-3-16,-1-7 0 0,-1-6 1 0,3-1 3 0,6-4-2 15,6-1-1-15,9 0-14 0,-4-9-1 0,2 4-3 16,4-8 2-16,-1 1-8 0,3-1 4 0,-2 4-3 16,3 0 4-16,2 0-7 0,2 2 0 0,2-4 0 15,2 2 0-15,0-4 6 0,2 0-7 0,1 3 4 0,3-3-7 16,-1-2 0-16,16 1 4 0,-3-3-6 0,4 1 4 16,-2-3-26-16,-1-1-27 0,5 0-9 0,-6 0-9 15,6 15-64-15,0-6-39 0,0-6-8 0,0-3-18 16,2-2-116-16,0-3-162 0</inkml:trace>
  <inkml:trace contextRef="#ctx1" brushRef="#br0" timeOffset="78889.17">29507 7090 998 0,'0'0'180'0,"0"0"11"16,0 0-35-16,0 0-24 0,-2 0-47 0,1 0 42 16,-1 0-25-16,0 2-2 0,0 0-11 0,0 2-36 0,0 3 0 15,-3 12 4-15,-1 7-1 0,2-4 7 0,3 4-6 16,-1 2-3-16,0 1 1 0,0 1-6 0,2 0-4 15,0-2-3-15,0-2 1 0,0 0-3 0,0-2-9 16,0-2 0-16,2-2-5 0,2-1-5 0,1-2 0 16,3 1 0-16,-3-5-1 0,3 0-6 0,-3-2-8 15,17-5 3-15,4-2-5 0,4 14-1 0,-2-7-3 16,2-7-1-16,3-4-2 0,1-5-1 0,5-5 0 16,-2-3 0-16,-4 0-1 0,2-2-8 0,-5 2 3 0,-4 0-6 15,-2 0 4-15,-1 0-17 0,-7 4-17 0,3-2-6 16,-4 2-5-16,-4 1-29 0,-2 1-30 0,-3 3-7 15,-4-5-15-15,3 1-98 0,-1 3-30 0,-2-1-72 16</inkml:trace>
  <inkml:trace contextRef="#ctx1" brushRef="#br0" timeOffset="79212.87">29474 7311 1090 0,'0'0'181'15,"0"0"33"-15,-2 0-84 0,0 0-64 0,0 0-32 16,2 0 28-16,0 0 28 0,0 0-11 0,0 0 13 0,2 0-27 15,0 2-2-15,2-2-5 0,29 6 0 0,1-3-23 16,1-1 0-16,-5-2-2 0,1 0 0 0,4-2-7 0,-1-3-15 16,-3-1 2-16,-5 1-7 0,-1-3 3 0,-3 1-10 15,-2-1-2-15,-5 3-4 0,-7 1-16 0,-3 2-40 16,-3 2-16-16,2-2-11 0,-2 0-85 0,-1-1-17 16,-1-1 10-16,-1 0-9 0,-3 1 27 0,-20-10 60 15,-21-6 13-15,-3 4 23 0,-2 0 86 0,1 0 66 16,7 4 6-16,5 0 23 0,7 4 42 0,6 1-26 15,9 2-6-15,6 1-10 0,5 3-54 0,0-2-38 16,0 0 0-16,3 0-11 0,-1 0 22 0,2 0 13 16,2 1 1-16,-1-1 2 0,14-2-7 0,24-5-15 15,-2-1 3-15,10-1-8 0,-4 0 0 0,-1 0-13 0,1 0-1 16,2-4-3-16,1 0-4 0,2-3-32 0,1 1-19 16,-1-2-10-16,-4 3-99 0,-1-1-237 0,2-5-1 15</inkml:trace>
  <inkml:trace contextRef="#ctx1" brushRef="#br0" timeOffset="79508.69">30506 6243 1208 0,'-2'0'297'16,"1"0"-402"-16,-1 0 362 0,-21-7-196 0,-3 0 42 0,13 3 21 15,4 4-7-15,-2 0 4 0,4 0-59 0,-5 0-8 16,-1 2-1-16,10 0 0 0,-5 3 8 0,-1 16 2 16,3 8-1-16,-1 12 0 0,0 2-9 0,1 3 2 15,0 3 0-15,-1 3-1 0,-19 1-16 0,11 5 3 16,8 5-10-16,5 2 8 0,2 2-17 0,4-2-1 16,3-4-2-16,2-3 0 0,-1-8-7 0,5 4-2 15,2-4 3-15,1-6-3 0,5 1-5 0,-3-6 1 16,1-6-4-16,-1-1 4 0,-14-2 1 0,18-6-15 15,1-2-3-15,-3-3-7 0,2-3-34 0,3-1-50 0,-1-4-14 16,-2-3-28-16,2-6-206 0,2 14-32 0,0-6-54 16</inkml:trace>
  <inkml:trace contextRef="#ctx1" brushRef="#br0" timeOffset="79746.39">30892 6724 1717 0,'0'0'148'0,"-1"0"-148"0,-1 0 179 0,0-2-78 16,-2 2 29-16,0 0 3 0,1 0-6 0,-1 0 0 16,0 0-50-16,1 2-33 0,-1 0 4 0,0 4-10 15,-11 23 13-15,4 3-10 0,6 0 3 0,1 5-6 0,4 0-1 16,0-2-16-16,2 0-2 0,1-3-4 0,1-4-6 16,2 7 1-16,-1-1-7 0,1-5 5 0,-2 3-11 0,-1-12 3 15,1 3-6-15,0-1-1 0,-1-4-45 0,-1 1-85 16,0-4-83-16,-2-2-14 0,2 2-401 0</inkml:trace>
  <inkml:trace contextRef="#ctx1" brushRef="#br0" timeOffset="79949.3">31208 7053 2073 0,'0'0'76'0,"0"0"8"0,-2 0-18 0,0-2 13 16,2 0-26-16,0 0 96 0,0 1-56 0,2-1-13 15,0 0-14-15,2 0-52 0,13-5-4 0,9-6 2 16,11-2-3-16,-2 4-1 0,2-1-4 0,2 3-3 0,-4 4 0 16,1-3-11-16,-7 3-38 0,1-1-9 0,-4-1-16 15,-6 1-91-15,-1 0-125 0,-10 3-56 0,-3 3-37 16,-1-2-342-16</inkml:trace>
  <inkml:trace contextRef="#ctx1" brushRef="#br0" timeOffset="80137.67">31342 6637 1902 0,'-2'0'29'0,"0"0"-1"15,0 0 61-15,-1 0 10 0,-3 0 10 0,0 2 38 0,-1 2-36 16,3-1-17-16,1 3-2 0,-12 18-42 0,4 6-8 16,5 1 4-16,4 3-8 0,2 1-4 0,2 4-13 15,2-2-2-15,1 2-4 0,1-5-9 0,-1 1 0 16,3-2-5-16,-1 1 3 0,3 1-14 0,-3-5-50 15,2-1-9-15,-1-3-28 0,3 2-157 0,0-4-178 16,0-1-1-16</inkml:trace>
  <inkml:trace contextRef="#ctx1" brushRef="#br0" timeOffset="80385.98">31962 6637 1457 0,'-2'0'196'16,"0"0"28"-16,-1 0-66 0,-10 0-46 0,1 0-41 16,5 0 61-16,-2 2-20 0,1 0-13 0,1 2-5 15,-2 3-59-15,1 6 1 0,3 15-4 0,3 5 3 16,0 1-3-16,-20 6-1 0,7 7-1 0,7-1 1 16,5 3 0-16,1-5-6 0,2-1-4 0,-2-2-1 0,2 1-20 15,-2 1 4-15,0-4 0 0,-2-2 1 0,-1-1 0 16,-1-5-12-16,3-1-7 0,-1-4-5 0,0-4-43 15,2-3-83-15,0-1-51 0,1-5-23 0,-1-2-276 16</inkml:trace>
  <inkml:trace contextRef="#ctx1" brushRef="#br0" timeOffset="80770.03">31726 6626 1598 0,'0'0'47'0,"0"0"4"0,0-2-1 0,0 0 7 16,0 0-10-16,0 1 81 0,0-1-41 0,0-2-2 15,2 0-17-15,-2 2-37 0,4-5-6 0,20 0 3 16,7 3-4-16,-5 0-2 0,-3-11 0 0,1 4-3 16,-11 7 2-16,2 3-11 0,-2 1-2 0,-4 1 2 0,-2 1 0 15,1 2 12-15,-8-2 3 0,15 20-2 0,-8 4 2 16,-5 2 2-16,-4 2-7 0,-5-2 2 0,-6-1-5 15,-2-3-10-15,11-3 0 0,-14 1-1 0,6-7 0 16,5 0 0-16,5-4-11 0,0-4 3 0,-3 1-6 16,3-4 6-16,2-1 4 0,0 1-1 0,0 0 4 15,2 1 2-15,1 1-4 0,16-1 2 0,7 3-3 16,4-1 2-16,-6 3-4 0,-2-1 3 0,4 4-2 0,-6-4 9 16,-1 6-3-16,0-4-1 0,-6-3 0 0,0 8 7 15,-10-8 5-15,1 1 3 0,5 4 1 0,-7-7 6 0,2 7 0 16,-2 0-3-16,-2-4 1 0,-6 4-16 0,2-6-16 15,-27 6-4-15,-3-2-6 0,-1-5-28 0,0 0-49 16,-4-5-10-16,9 16-21 0,4-9-106 0,8-5-57 16,3-3-31-16,4 0-22 0,9 0-308 0</inkml:trace>
  <inkml:trace contextRef="#ctx1" brushRef="#br0" timeOffset="81053.41">32172 6165 1881 0,'0'0'34'16,"0"0"47"-16,0 0-2 0,0 0 24 0,0 0-7 16,0 0 7-16,0 0-49 0,0 2-23 0,2 0 2 15,-1 0-7-15,-1 0 12 0,13 18-9 0,10 8 5 0,3 7-6 16,-6-3 3-16,4 7-14 0,2 2 3 0,-3-2-5 16,-1 9 13-16,0 2-6 0,-3 2 3 0,-3 4-3 15,-3 3 16-15,-5 3-5 0,-4-1 6 0,25 4-5 16,-19-6 12-16,-10-3-10 0,-6 0-3 0,-5-6-4 15,-4-6-16-15,0 1-4 0,-2-6 1 0,1-6-1 16,-3 3-5-16,2-8-4 0,3-6 0 0,1-4-3 16,3-5-20-16,3-3-46 0,1-3-13 0,4-3-16 0,2-2-99 15,-3 1-188-15,1 1-5 0,0-2-86 0,2 0-275 16</inkml:trace>
  <inkml:trace contextRef="#ctx1" brushRef="#br0" timeOffset="81351.67">32965 6719 1442 0,'0'0'38'0,"0"-2"87"0,-2 0-72 0,0 0 59 0,0-1-2 16,0-3 16-16,-2-9-26 0,1 0-41 0,1 2 8 15,2 4-16-15,0 0 17 0,0 1-5 0,0 5-1 16,0 1-3-16,0-2-8 0,-2 0-7 0,0 1 2 15,0 1-4-15,0 0-6 0,1 0-14 0,-1 2 2 0,0 0-5 16,0 2 5-16,-7 13 4 0,-10 18-2 0,1 2 2 16,3 2 1-16,4 6-10 0,-1-4 2 0,5 2-5 15,0-2-3-15,-1-9-7 0,4 1 1 0,3-7-2 16,1-5 1-16,1 1-7 0,-1-10 0 0,4 6-4 16,0-4-6-16,0-5-32 0,1 2-10 0,-1-5-10 15,5 3-68-15,13 5-53 0,4-7-29 0,10-5-21 16,-8-5-224-16</inkml:trace>
  <inkml:trace contextRef="#ctx1" brushRef="#br0" timeOffset="81520">33043 6062 2405 0,'-2'0'27'0,"0"0"46"0,0 0 7 0,-2 0 12 16,1 0 0-16,-1 0-5 0,2 0-60 0,0 0-30 15,0 0 0-15,0 0-9 0,2 0 8 0,0 0-26 16,0 0-10-16,2 1-9 0,0 1-69 0,2 2-82 16,-4-2-64-16,7 20-11 0,6 0-238 0</inkml:trace>
  <inkml:trace contextRef="#ctx1" brushRef="#br0" timeOffset="81867.6">33295 6589 1504 0,'0'2'44'15,"0"0"-6"-15,-2 1 91 0,-2 12 3 0,-3 15 14 16,0 3 18-16,-3-1-58 0,-1 5 5 0,0 0-24 16,-2 2-18-16,2 7-12 0,2-8-3 0,-1-3-1 15,1-2-12-15,2-9-7 0,-1 6-5 0,3-8 0 16,1-3-12-16,0-2-1 0,2-4 2 0,2-8-3 0,0 1 1 16,0-2 3-16,0-1-6 0,0 1 5 0,0 0-5 15,0-2-8-15,2-2 3 0,0 0-5 0,2-2 2 16,9-6-4-16,11 5 4 0,4-14-5 0,-2-5 2 0,3 1-4 15,-4 4 2-15,1 3-3 0,0 2-2 0,-8 7 5 16,3-10-2-16,-10 9 2 0,2 1 7 0,-4 1-9 16,0 4 5-16,1 0-4 0,-9 0 12 0,5 2 1 15,-2 0 1-15,-1 2-1 0,3 7 7 0,0 2 11 16,-1 3-7-16,-3-4 6 0,-2 1-19 0,0-6 2 16,-2 2 2-16,-2 1-1 0,1-5-6 0,-16 3-5 15,-12-3 1-15,-1-1-3 0,2-2-14 0,-3 18-26 16,-1-7-20-16,-3-7-6 0,2-6-108 0,2 0-303 15,3-2-111-15</inkml:trace>
  <inkml:trace contextRef="#ctx1" brushRef="#br0" timeOffset="83081.11">24964 8811 1185 0,'-2'0'44'0,"-11"0"51"0,-13 0-15 0,4 0 9 16,1-2-1-16,-1-1 5 0,5 1 5 0,1-2-11 16,1 2-2-16,4 0-4 0,0 1-24 0,1-1-12 15,1 0 0-15,2 0-3 0,1 0-2 0,0 0 0 16,3 2-1-16,-1 0 0 0,2 0-2 0,0 0-7 16,0 0-4-16,-1-2-2 0,-1 1-13 0,0-1 4 15,2 0-4-15,1 2 2 0,-1-2-9 0,0 2 0 16,0 0 4-16,0 0-4 0,0 0 0 0,2 0 8 15,0 0-4-15,2 0 5 0,2 0-6 0,11 2 4 0,24 2-2 16,7-3 4-16,8-1-7 0,11-1-1 0,5-5-4 16,3 0 3-16,7-1 2 0,5-4-6 0,2 0 0 15,16-2-2-15,12 2 8 0,9-1-6 0,10 3 5 16,5 0-5-16,0 0 1 0,15-1 0 0,10 1 0 0,1-4 0 16,-2-2 0-16,3 0 2 0,1 1 0 0,7-3 2 15,1-4 5-15,-4 3-3 0,-2-3 2 0,1 1-2 16,1 1 3-16,0 1 0 0,-6-1 2 0,1 3-1 15,-3 1 8-15,-2 0-13 0,-5 0 4 0,-1 0-6 16,2 4 1-16,-4 0-4 0,-1 0-1 0,-7 0 1 16,-2-2 6-16,5 1-8 0,-3-1 4 0,-2 2-5 15,0 0 2-15,-7-2 2 0,3 0-1 0,-2 0 3 16,-3 0-2-16,-6 2 0 0,-11 0-1 0,-9 3 2 0,-10-1 3 16,-5 2-5-16,0-1 3 0,-13 3-4 0,-6-3 4 0,-9 3 1 15,-17-1-1-15,2 1 2 0,-5-1 5 0,-6 2-8 16,-2 1 5-16,-6-1-6 0,-1 0 10 0,-6 2-3 15,-3 0 0-15,-5 2-1 0,1 0 1 0,-2 0 4 16,-4 0 0-16,-3 0 0 0,-3 0-1 0,-1 0-2 16,1 0 2-16,-3 0-1 0,2 0 0 0,2 0-4 15,-5 0-2-15,1 0 0 0,2 2-1 0,0 0-1 16,-1-2-1-16,1 0-1 0,0 0-2 0,-2 0 0 16,1 0-9-16,-1 2 3 0,0 0-39 0,0-2-64 15,0 0-26-15,0 0-32 0,0 0-261 0</inkml:trace>
  <inkml:trace contextRef="#ctx1" brushRef="#br0" timeOffset="84835.22">6296 1414 90 0,'-1'-2'399'0,"-3"0"-210"0,-24-1 103 15,-5-14 5-15,3 10-300 0,-2-1 13 0,-5 4-10 16,-7-1-6-16,-3 1 1 0,-3 2 5 0,-2-24 1 0,0 13 4 16,-5 6-2-16,3 3 9 0,-4-1 3 0,2-1-1 15,4 6 1-15,-3-2-5 0,6 2 20 0,1 2-9 16,-6-2 13-16,0 2-1 0,-5 2-11 0,2-1 0 15,1 5-7-15,-4 1-12 0,1 2-6 0,-4 8 3 0,2 3-5 16,3 2 13-16,4-13-10 0,-2 34 2 0,3 1-5 16,-7 4-1-16,-3 2 1 0,2 4 1 0,-6 7 0 15,0 0 8-15,0 10-5 0,-1-1 0 0,6-3-4 16,10 5 0-16,6-1 7 0,7 1-2 0,6-2 3 16,1-3-13-16,10-6 5 0,5-2 0 0,4 2 1 15,7 1-4-15,5 2 4 0,-29 7-7 0,21-3 7 0,9 5-5 16,7-5-2-16,8-3 5 0,5-6-3 0,4-3 11 15,-16-6-7-15,35-4 3 0,8-5-5 0,9-2 5 16,12-8 14-16,4-3-2 0,2-8 6 0,6-3-12 0,-2-10 5 16,3-7-3-16,8 28 2 0,3-30-6 0,16-13 5 15,-1-12-6-15,1-8 6 0,1 27-1 0,-9-40-1 16,4-4 4-16,-1-4-3 0,3-7 4 0,5-4 2 16,-5-2-7-16,-7-6 5 0,-8-3-5 0,-9 0 9 15,-1-7 2-15,-1 1 0 0,3 4-1 0,0 2 6 16,-9-4-3-16,-4 2 2 0,-11-5-7 0,-12-8 3 15,-1 3-1-15,-17 1 3 0,-5 5 1 0,-9 8 0 16,-6 7 6-16,14 6-2 0,-17 5 11 0,-12 6-9 16,-11 4-4-16,-9 7-1 0,-4 0-6 0,-36 7-21 0,-12 6-3 15,-15 17-8-15,-6 3-14 0,-3-25-13 0,-1 31 7 16,10 16-9-16,0 14-10 0,-2-26-12 0,8 44-23 16,5-5-3-16,3 3-149 0</inkml:trace>
  <inkml:trace contextRef="#ctx1" brushRef="#br0" timeOffset="85890.23">13449 2675 560 0,'-2'0'189'0,"0"0"-244"0,0-2 221 0,-2 0-119 15,-11-7-22-15,2 1-7 0,0-1-2 0,-3 7-3 16,3-9-12-16,0-2 8 0,2 2-3 0,-2 0 5 16,-4 2 5-16,-2 1 12 0,-1 3 2 0,-1 3 2 15,5-9-2-15,-3-1-1 0,1 7-2 0,1 3 1 0,2 2-8 16,2 2-11-16,4 2-4 0,-4 5-1 0,2 6-7 15,1 22-2-15,-1 7 3 0,2 7-3 0,0 6 6 16,3 6 0-16,2 0 1 0,1 6-1 0,-1 0-5 0,-26-1 3 16,15-1-1-16,12 0 2 0,3-4 0 0,1-1 0 15,5-1-1-15,3 2 2 0,4-5 6 0,4 3-4 16,3-2 6-16,5-7-4 0,-24 6 13 0,38-3 12 16,2-3-8-16,6 2 8 0,7-5-13 0,5-5-1 15,10-5-3-15,5-2-2 0,-4-1-11 0,1-5 3 16,-6-1-3-16,-2-4 3 0,2-2-10 0,2-7 5 15,0-4 2-15,7-8 1 0,-1 25 5 0,3-19 4 16,-2-13 3-16,-5-11-1 0,5-7 2 0,-5-4 8 16,-3 22-3-16,3-37 4 0,-6-4 2 0,0-3-8 0,1-8 5 15,0-7-5-15,0-4 3 0,-7-10 3 0,-5 3 2 16,-5-4-1-16,-10-4-6 0,-4 0 3 0,-5-3-4 16,-11 3 6-16,-6 0 1 0,20-2-1 0,-18 0 3 15,-18 4-3-15,-12-5-5 0,-11 5 3 0,21 0-3 0,-45 2 2 16,-15 15-17-16,2 12-21 0,-9 10-8 0,-4 11-4 15,2 6-25-15,-8 11-13 0,-5 5-3 0,-13-29-9 16,-2 28-77-16</inkml:trace>
  <inkml:trace contextRef="#ctx1" brushRef="#br0" timeOffset="86826.42">27307 9602 256 0,'0'0'400'0,"0"-2"-189"15,-2 1 102-15,0-1 2 0,1 0-294 0,-1 0-7 0,0 0 23 16,0 0-2-16,2-1 7 0,0-7-5 0,2-12-7 16,5-8-1-16,6 2-2 0,6-7-9 0,-14 4-15 15,29-3 2-15,-4 1-5 0,-8 5 8 0,0 2 0 16,-11 2 7-16,0 5-2 0,2 3 17 0,-1 3 8 16,-3 3 7-16,-2 8 0 0,-3-1 14 0,-2 3-9 15,2-4-2-15,-1 0-1 0,1 2-2 0,0 2-13 16,-2 0 3-16,-1 2-5 0,5 13 7 0,-1 28-4 0,-3 1-1 15,-2 5-2-15,-2-1-10 0,-1-2-4 0,-3 4 1 16,-1-3-2-16,-1-3-3 0,3 3-3 0,1-6-4 16,2-2 1-16,2-4-7 0,0-5 3 0,0-4-3 15,0-4 2-15,2-3-9 0,2-5-77 0,0-2 0 0,-3-7-35 16,-1-3-78-16,8 4-123 0,16 5-14 0</inkml:trace>
  <inkml:trace contextRef="#ctx1" brushRef="#br0" timeOffset="87263.1">27808 8913 1820 0,'-1'0'90'0,"-1"-1"-85"0,-2-1 87 0,0 2-39 0,-3-2-52 15,1 2-3-15,1 0 2 0,-1 0-2 0,-1 0 7 16,3 0-6-16,-2 2 0 0,5-2-6 0,-3 3-10 16,-4 9-31-16,3 4-11 0,1 1-10 0,4 0-66 0,2-1 1 15,4 1 7-15,3-2 1 0,-7 0 40 0,16 0 41 16,3-2 2-16,-1 0 15 0,-3 0 23 0,1-2 7 15,1 0 0-15,-2-2 5 0,3 4 9 0,-1 6 43 16,-3 1-6-16,5 6 19 0,-3 6 13 0,-1 5-2 16,2 6 2-16,-8 7-4 0,-7 0-14 0,-1 2 6 15,21 0-6-15,-12 0 6 0,-9 2-2 0,-3-6-7 16,-2 2 5-16,-5-3-8 0,-2-1-3 0,-1-5-15 16,-1-4 6-16,4-7-8 0,-1-3 0 0,5-8-5 15,1-4-7-15,0-6 4 0,2-3 1 0,0-4-6 0,0-1 6 16,0 3-8-16,0 0-4 0,0 0-6 0,2-3-4 15,0 1 1-15,3-2-12 0,25-7 4 0,0-6-2 16,5-6 3-16,-3 14-2 0,6-21-8 0,1 3 2 16,-3 3-3-16,3 3 12 0,-8 6-7 0,3 4 3 0,-10-10-4 15,2 6 4-15,-6 7 4 0,-3 4-4 0,-2 2 5 16,-4 2 4-16,-5 0 5 0,-1-1 4 0,10 20-1 16,-4 3 9-16,-7-1 4 0,-4 3-1 0,-4-2 2 15,-7 2-9-15,-6 0-12 0,6-4 0 0,-26-2-4 16,2 3-2-16,-4-9-10 0,-4 1-8 0,-2-6-4 15,1-9-51-15,-3 2-95 0,3-2-66 0,3 20-18 0,8-11-284 16</inkml:trace>
  <inkml:trace contextRef="#ctx1" brushRef="#br0" timeOffset="87862.6">24368 11708 855 0,'-2'0'389'16,"0"0"-492"-16,-5 0 463 0,-10 0-246 0,2 0-29 15,6 0 34-15,5 0-7 0,-1 0 17 0,3 0-7 0,-2 0-76 16,2 0 9-16,0 0-30 0,1 0 18 0,1 0-10 16,1 0-2-16,1 0-5 0,9 2-18 0,14 3-6 15,0 1 2-15,-4-2-4 0,5 1 5 0,-2 3-1 16,0-3-3-16,2 3 0 0,-4-3-19 0,-1 1-33 16,1-3-9-16,-1 1-8 0,-1 0-33 0,-5 0-41 15,0 1 7-15,-4 1-30 0,-4-3-94 0,-1 1 47 16,1 5-8-16,3 10 40 0,-5 1 109 0,-3 1 49 0,-4 5 29 15,-5-4 11-15,-3-2 163 0,-3 1-4 16,8 1 9-16,-14-3-15 0,-1 1-29 0,1-3-27 0,3-4 1 16,3-2-9-16,3-2-10 0,5-1-13 0,1-3-6 15,2-1-2-15,-2 2-29 0,-1 3-22 0,1 0 3 16,2 2-9-16,2-3-9 0,2-3-9 0,0-1-1 16,4 0-3-16,18 11-18 0,2-6-36 0,3-5-13 0,5-6-9 15,3-4-69-15,2-3-111 0,2-2-27 0,9-2-43 16,11-4-242-16</inkml:trace>
  <inkml:trace contextRef="#ctx1" brushRef="#br0" timeOffset="88707.71">25599 11530 755 0,'0'-2'69'0,"-2"0"131"15,0 0-149-15,0-2 36 0,-1-3 1 0,-3-6 15 0,2 4 31 16,3 1-29-16,-1 3 8 0,2 3-17 0,0 0-11 16,-2-2-31-16,0 0-6 0,0 3-8 0,0-1-14 0,0 2 13 15,1 2 2-15,-5 12 3 0,-5 33 0 0,3 1-5 16,3 6-1-16,-3 2-2 0,3-1-6 0,-1 5-11 16,1-8 0-16,1 0-5 0,-3 5-2 0,1-7-4 15,0 4 1-15,1-9-2 0,1-6-1 0,0-8-3 16,1-3-2-16,1-5-1 0,2-7 0 0,0-3-28 15,0-5-5-15,0-6-11 0,0-1-45 0,0 3-10 16,0-2 12-16,0 0-5 0,0-2 64 0,0-2 2 16,0-7 4-16,5-40-2 0,-1-1 12 0,0-2 2 0,-2-3 7 15,0 3-4-15,-1-6 12 0,-1-3-5 0,0 7-1 16,-1-2-2-16,1 4 2 0,0 6 3 0,0-1 0 16,1 8 3-16,5 4 9 0,1 4 4 0,5 1 8 15,2 2-5-15,3 0 8 0,-8 2 10 0,23 4-8 16,9 1 9-16,-4 5-7 0,2 6-9 0,-6 5 3 0,-5-14-6 15,0 8-1-15,-6 7 13 0,1 4-1 0,-5 4 4 16,-1 4 4-16,-6-5 2 0,-2 29-2 0,12 1 0 16,-10-1-7-16,-6 3-6 0,-5 2 2 0,-7 0-3 15,-4 2-6-15,-6-1-8 0,-1 1 5 0,-3-4-6 16,14 0 3-16,-25-3-4 0,-3-4-5 0,5-1 3 16,-1-4 0-16,3-3 0 0,5 0-2 0,3-7 0 15,3 4-8-15,3-6 2 0,4 6-1 0,3-4 1 0,3 0-2 16,-7 4-2-16,4-4 4 0,-1 5-3 0,4 6 4 15,4-5 1-15,4 1 0 0,4 3 1 0,5-3 3 16,-2 1 5-16,20-5-3 0,8 1 3 0,-2 0-7 0,4-2 2 16,-6-2 0-16,3-4 1 0,-5 0-2 0,-1-1-2 15,-5-3 0-15,-1 1-1 0,-3-3-2 0,-3 1 2 16,2-2-3-16,-5 9 1 0,0 0-22 0,-2-3-36 16,0-3-10-16,-1-1-10 0,-2-2-58 0,-1-2-121 15,0 0-1-15,0 0-44 0,0 0-47 0</inkml:trace>
  <inkml:trace contextRef="#ctx1" brushRef="#br0" timeOffset="88891.26">26325 12020 1134 0,'0'0'44'0,"0"0"2"0,0 0 39 0,0 2-4 15,2-1 7-15,0 3 31 0,-2 0-17 0,7 16 3 16,4 8-9-16,-2 2-8 0,-1 0-9 0,-3 5-4 16,-1 0-2-16,0 4-22 0,-4 0-1 0,0 4-9 0,-2-2 4 15,0-2-11-15,-2-2-20 0,1-2 7 0,-3-2-13 16,2-3-7-16,1-2 4 0,1-6-3 0,0-3 1 15,2-8-21-15,0-2-77 0,0-5-18 0,0 0-35 16,2-1-217-16,0-1-85 0</inkml:trace>
  <inkml:trace contextRef="#ctx1" brushRef="#br0" timeOffset="89094.82">26971 12111 1247 0,'0'0'104'0,"0"0"246"0,2 0-346 0,0 0 55 15,1-2 12-15,16-2 16 0,11-3 58 0,-2-1-55 16,5-1 5-16,4-2-23 0,2 0-15 0,6-2-24 16,-4 2-4-16,1-1-6 0,-6 5-19 0,1 0 4 15,-6 1-5-15,-5 0 5 0,2-1-8 0,-6 1-11 16,-1 1-9-16,-3-1-4 0,-1 3-44 0,0-3-25 16,-4 2-14-16,-2 2-14 0,-2-1-154 0,-3 1-101 15,3-2-64-15</inkml:trace>
  <inkml:trace contextRef="#ctx1" brushRef="#br0" timeOffset="89268.79">27365 11778 1327 0,'-2'0'113'0,"0"0"237"16,0 0-326-16,0 2 5 0,0 0 14 0,1 0 1 16,1 0 65-16,0 2 6 0,0 1-6 0,0 17 1 15,0 4-33-15,3 4-33 0,1 7 0 0,2 6-11 16,1 5-9-16,-1 8-10 0,-6-4 2 0,0 2-4 15,-2-2 3-15,-2-2-12 0,2-2 2 0,-2-3-5 0,1-8 2 16,1-2-40-16,0-9-9 0,0-2-19 0,2-3-87 16,0-1-282-16,6-1 24 0</inkml:trace>
  <inkml:trace contextRef="#ctx1" brushRef="#br0" timeOffset="89845.45">28354 11453 1012 0,'0'0'386'0,"-2"0"-542"16,1 0 463-16,-1 0-264 0,0 0-25 0,0 0 29 0,0 0 8 16,0 0 9-16,0 2 34 0,1 0-22 0,-1 2 0 15,-9 26-8-15,1 5-18 0,3 6-8 0,1 1-1 16,1 5 0-16,-1 3 2 0,1 0-6 0,-1 2-1 0,-1 0-2 15,1 0-14-15,0 0-4 0,1 0-6 0,-1-6 3 16,-1 1-11-16,1-4-1 0,1-8 1 0,3-2 0 16,0-9-1-16,0-5 0 0,2-4-1 0,0-6-4 15,0-3-30-15,0-3-54 0,0 1 3 0,0 0-17 16,0-2 28-16,0 0 25 0,2-2-5 0,0-2 7 16,0-2-33-16,9-28 12 0,-2-8 4 0,-1-5 6 15,-3 0 36-15,-1-7 19 0,-4 0-3 0,0-1 9 16,-2-1 3-16,2 4 11 0,0 1 5 0,0 9-1 0,0-3 8 15,4 6 17-15,3 0-11 0,4 5 12 0,2 0-15 16,4 3 2-16,0 5-1 0,-10 1-1 0,19 5-9 16,2 1-4-16,-2 2 10 0,0 6-8 0,-2 5 19 0,0-13 5 15,2 6-2-15,-2 6 3 0,-3 3-5 0,-1 2-5 16,-3 4-1-16,-2 1 0 0,-2 3 1 0,-8-5-1 16,-3 23 1-16,15 0-1 0,-8 4 0 0,-7 5-6 15,-4 1 2-15,-9 4-4 0,-6 1-9 0,-3-2-3 16,14 0-3-16,-25-2 1 0,-3-3-8 0,3 3 5 15,-3-9-3-15,5 0 3 0,5 3-7 0,-1-7-1 16,9 6 2-16,-1-6-2 0,2-3-3 0,8-5 2 0,1-3-4 16,-7 6 4-16,6-4-8 0,3 3 5 0,4 5-1 15,4-7 2-15,1 1 1 0,3-6-1 0,-3 2 2 16,19-4-2-16,2-1-1 0,0-3 2 0,0-1-7 16,2 15 5-16,2-8-9 0,0-7-19 0,3-4 5 15,1-4-14-15,-1-4-28 0,0-5-46 0,3-1-51 0,5-7-2 16,-1 19-209-16,9-26-75 0</inkml:trace>
  <inkml:trace contextRef="#ctx1" brushRef="#br0" timeOffset="90143.73">29255 11624 1687 0,'-2'0'62'0,"0"0"-1"16,0 0 43-16,-1 0-2 0,-1 0-1 0,-9 4 18 15,2 0-28-15,-2 1-2 0,3-1-10 0,3 0-27 0,0 1-9 16,1-1-6-16,-3 13 1 0,1 3-6 0,-3 6 2 15,2 2 0-15,3 4 0 0,-3 6-5 0,0 0-1 16,-4-1 0-16,0 0 1 0,5 2 2 0,3-2-16 16,-1 2 5-16,1-2-9 0,-3-3 0 0,4-1 0 15,-16 2 0-15,11-5 1 0,5-2-9 0,4-2 3 16,2-4-5-16,3-1 5 0,3-3 2 0,1-1-3 16,0-2 1-16,1-2-3 0,14-4 0 0,-4 0-1 15,4-5-1-15,2-2 0 0,-1 15 1 0,-1-8-4 0,0-5-1 16,0-4-3-16,0-4-2 0,-2-2-12 0,1-1 5 15,-1-2-8-15,-5 1-10 0,-2-1-25 0,-1 0-10 16,-4 1-9-16,-3 3-76 0,-1-7-94 0,-1-1 0 16,-1 2-35-16,2 2-60 0,-3 0-123 0</inkml:trace>
  <inkml:trace contextRef="#ctx1" brushRef="#br0" timeOffset="90502.62">29177 12187 1605 0,'0'0'0'16,"0"0"3"-16,0 0 35 0,0 2-2 0,2 0 19 16,0-1 36-16,-1 1 4 0,3 0 0 0,4 0-2 0,8 0-25 15,3 0-22-15,1-2-2 0,3 0-8 0,1-2-19 16,2-4-4-16,0-1-4 0,2-2 2 0,1-1-5 16,-3 1 0-16,-4 0-3 0,-7 3-1 0,-2 1-7 0,-9 3-20 15,2-2-4-15,-1 0-9 0,-1-1-43 0,3-6-79 16,-1-4 1-16,-6 0-25 0,-2 0 27 0,-5 2 51 15,5 2 20-15,-26-10 7 0,-2 10 68 0,2-4 31 16,-1 4 5-16,1 4 10 0,2-4 21 0,4 3 16 16,-1-1 5-16,5 7 4 0,1 0 25 0,4-7-14 15,7 5-9-15,3 2-5 0,-1 1-54 0,0-1 4 16,2 0 0-16,1 0 4 0,1 0 18 0,0 0-3 16,1 0 6-16,3 1-5 0,24-12-1 0,0 1 1 0,3-1-4 15,5 2 3-15,-5 2-10 0,6-2-15 0,4-2-1 16,-4-2-5-16,0 0-12 0,-1 2 1 0,-12 2-3 15,2-2 0-15,0 0-17 0,-2 0-54 0,2-2-16 16,-7 2-32-16,5 11-241 0,4-18-257 0</inkml:trace>
  <inkml:trace contextRef="#ctx1" brushRef="#br0" timeOffset="91318.45">30360 10898 627 0,'0'-2'181'0,"0"1"-202"0,0-1 200 15,-2-2-98-15,2 2-37 0,-4-7 29 0,0 0 8 16,1 1 8-16,-1-1 40 0,2 5-8 0,-2-1-4 16,4 3-1-16,0 0-19 0,-13-7-27 0,4 3-4 0,-4 2-10 15,0 4-21-15,0 2 25 0,-4 7 3 0,-1 10 6 16,3 27 4-16,0 12-12 0,0 5 2 0,2 4-7 16,2 4-9-16,0-7 0 0,2 3-11 0,3 0 7 15,-1-2-18-15,3 0-1 0,-24-2 1 0,15-1-2 16,7-3-6-16,6-3-6 0,2 1-1 0,2-3 0 15,3-4-4-15,3 0-2 0,1-7 2 0,0-6-1 16,0-2-2-16,2 1-5 0,0-8 0 0,2 1-1 0,-2-6 6 16,2-3-21-16,-13-5-7 0,14-6-8 0,5-3-49 15,1-3-77-15,6 16-7 0,2-10-28 0,1-7-54 16,1-7-93-16,-4-10 4 0</inkml:trace>
  <inkml:trace contextRef="#ctx1" brushRef="#br0" timeOffset="91506.76">30738 11316 1596 0,'0'0'42'0,"0"0"-2"0,-2 2 1 15,1 0 12-15,-1 0-17 0,0 1 46 0,-2 7 26 0,-5 16-3 16,0 5 10-16,-1 4-7 0,1 4-24 0,0 4-4 16,0 2-10-16,-1 3-29 0,3 0-8 0,-1 2-2 15,-1-1-2-15,-2-3-14 0,0 0-4 0,2-3-3 16,1-2 1-16,1-4-7 0,1-5-2 0,2-8-1 15,1-4-3-15,-1-1-25 0,4-6-71 0,0 0-17 0,0-8-34 16,0-1-218-16,2 0-31 0,0 0-72 0</inkml:trace>
  <inkml:trace contextRef="#ctx1" brushRef="#br0" timeOffset="91708.57">31078 11543 1778 0,'0'0'7'16,"2"0"2"-16,0 0 19 0,0 0 10 0,1 0 7 0,16 0 78 15,3 0-4-15,-1 0 3 0,-6 0-10 0,5-2-31 16,0 0-31-16,3-2-7 0,1 0-6 0,0-1-24 0,2-3-7 16,4-1-3-16,-3 0-1 0,3-2-2 0,-4-2-12 15,-2 0-7-15,-1 0-4 0,-1 0-46 0,0 0-34 16,-1 2-7-16,-3-1-18 0,-3 3-100 0,-4 2-133 16,0-1-55-16</inkml:trace>
  <inkml:trace contextRef="#ctx1" brushRef="#br0" timeOffset="91912.57">31457 11101 1193 0,'-2'0'155'0,"0"0"20"0,0 0-41 0,-1 0-53 15,-1 0-22-15,0 2 7 0,2-2 20 0,0 0 10 16,-3 3 0-16,-4 8 25 0,-6 14-28 0,0 2-6 16,2 9-7-16,2 6-22 0,0 5-18 0,1-1 6 0,1 10-12 15,0-2-6-15,-2 1-10 0,0 1 0 0,-2 0-2 16,0 0-4-16,0-4-8 0,0-4 2 0,1-2-2 15,1-7-4-15,2 0-6 0,3 2-10 0,3-11-1 16,1 1-56-16,2-5-157 0,2-7-3 0,1-6-62 16,3-4-108-16,0-1-145 0</inkml:trace>
  <inkml:trace contextRef="#ctx1" brushRef="#br0" timeOffset="92130.38">31843 11270 1617 0,'-2'0'46'0,"0"0"99"0,1 0-97 0,-1-2 5 16,0 0 5-16,2 0-4 0,0 2 8 0,-2 0 3 15,0 2 0-15,0 7 1 0,-3 23-4 0,1 7-7 16,0 0-3-16,1 5-3 0,1 1-15 0,0-1-1 16,-4 5 1-16,1-5-2 0,-3 3-14 0,-1-3 1 15,2-1-6-15,-3-2 4 0,1 0-12 0,2-4 0 0,-1-4-2 16,3-5 1-16,-1-2-2 0,2-6-17 0,-1 3-8 15,3-7-8-15,0 1-57 0,2-6-116 0,0-5-27 16,0-2-34-16,0-3-121 0,0 3-102 0</inkml:trace>
  <inkml:trace contextRef="#ctx1" brushRef="#br0" timeOffset="92843.81">31882 11208 747 0,'-2'-2'201'0,"0"1"407"0,1-1-542 16,-1 0-40-16,0 0 4 0,0 0-10 0,2 0 43 15,0 0 9-15,2 1 1 0,0-1-1 0,0 0-24 16,1 0-11-16,7 0-1 0,-1 2-4 0,-2 0-8 0,4 0 0 16,-7 0-1-16,2 2 1 0,-3 0 3 0,1 2 7 15,0-1-5-15,0 5 4 0,1 5-15 0,-1 0-3 16,-4-2-2-16,0-2-1 0,-2-1-7 0,-2 1 2 15,1 0-3-15,1-3 1 0,-2 1-11 0,4-5 2 16,0 0-4-16,-2 2 3 0,0-1-9 0,0 1 7 16,1 0 1-16,1-1 1 0,0 3-3 0,0 1 5 15,3 3-3-15,1-1 5 0,0-3 1 0,1 1-1 16,-3-1 2-16,4 1 0 0,3 0 1 0,-5-1 3 0,1 1-2 16,-3-1 3-16,2 0-4 0,-1-1 17 0,1 1-7 15,0-1 13-15,-2-1 11 0,-2 0 4 0,2 1 2 16,-2-1-2-16,0 2-11 0,0-3-12 0,0 1-3 15,0-2-2-15,0 0-8 0,-15 9 1 0,-4-2-1 0,3-3 0 16,3-3-9-16,3-1-18 0,5-2-1 0,-5 0-7 16,7 0-4-16,-1-2-2 0,0 1 8 0,2-3-4 15,-1-4 18-15,-3-10 8 0,2-4 0 0,4 1 3 16,2 1 2-16,2-1-2 0,2 1 0 0,-1 3 0 16,-1 2 2-16,1-1 4 0,3-3 1 0,-3 2 1 15,3-1-2-15,-3 3 0 0,1 4-3 0,1 0 2 16,3-2 6-16,-7 5-2 0,9-7 6 0,10 4-4 0,4 6 2 15,-4-6 3-15,6 7-1 0,-10-4 2 0,5 7 3 16,-1-14 0-16,-2 7 7 0,3 5-3 0,-8 3 10 16,-4 1-8-16,-4 1 1 0,-3 0-2 0,-2-2 10 0,-2 2-5 15,15 22 0-15,-10 0-3 0,-5 4-6 0,-7 4-4 16,-6-1 3-16,-6 1-4 0,8-3-6 0,-19-3 1 16,-1 0-1-16,-3-5 2 0,8-1-4 0,4-3-5 15,7-4-1-15,8 0-1 0,5-4 0 0,-6 2-5 16,3-1 1-16,-1 3-1 0,4 0 3 0,2 3-1 15,2 3 4-15,4 1-3 0,1 1 5 0,6 1 0 16,2 0-2-16,-2-1 2 0,-11 1-3 0,11 0 2 16,2 1 5-16,-2-3-2 0,-2 1 3 0,-5-3-2 0,-3-1-3 15,1-6 2-15,5 2 2 0,-1-2 4 0,-5-4 2 16,-1 5-3-16,-2-5-12 0,0-5-34 0,0 3-19 16,-2-1-13-16,-1-2-147 0,-5 0-99 0,-8-2-29 15,6-2-29-15,7-2-203 0</inkml:trace>
  <inkml:trace contextRef="#ctx1" brushRef="#br0" timeOffset="93066.65">32680 10566 1995 0,'0'0'27'0,"0"0"70"16,0 0-106-16,0 0 57 0,2 0 4 0,0 2 22 0,0 0 30 15,2-1-15-15,7 7-4 0,13 20-4 0,-2 5-19 16,14 10-10-16,-1 5 0 0,-2 8-4 0,6 5-7 0,-7 4 7 15,-4 6-3-15,1-1 3 0,-6 1-9 0,-5-1-4 16,-1 3-1-16,-8 1 1 0,-3 0-4 0,-4 4-10 16,27-3 1-16,-23 4-6 0,-12-2-8 0,-8-1 6 15,-9 3-7-15,-6-2 6 0,21 4-13 0,-42-1-5 16,0-6-12-16,-2-1-2 0,-6-8-66 0,4-6-178 16,-3-9-65-16,5-7-57 0,2-13-365 0</inkml:trace>
  <inkml:trace contextRef="#ctx1" brushRef="#br0" timeOffset="99473.24">17104 5984 51 0,'0'0'0'0,"0"0"49"15,0 0 28-15,-1 0 44 0,-1 0 21 0,0 0-37 16,0-2-13-16,0 0-37 0,0 0-12 0,0 0 6 15,-1-2-12-15,-1 1-2 0,0-1-2 0,4 2 0 16,-2-5 2-16,-5 1 7 0,1-1-3 0,-5-1 2 16,4 1-10-16,-1-1 8 0,-1 3-4 0,0-3 4 0,-2-1-13 15,1 2-3-15,3-1 2 0,-4-1-4 0,3 2-7 16,1-1 9-16,-4 1-6 0,0-1 6 0,-2 1-1 0,0-1 2 16,0-1 5-16,3 0-4 0,-10-2 5 0,1 0 2 15,-3-2 4-15,-2 0 0 0,0 3 16 0,-4-1-13 16,-3 2-2-16,-3 0-4 0,-3-3-6 0,2 7 5 15,-1-1-1-15,3 3 1 0,1 1-9 0,-3 0-5 16,2 0 0-16,-6-20-2 0,9 11-2 0,0 5-7 16,1 2-1-16,4 2 0 0,-1 2-2 0,4 0 3 15,0 0-1-15,0 2 1 0,3 0-7 0,0 2 8 16,1 1-5-16,-3 1 4 0,1 1-2 0,0 1-2 16,-1 1 0-16,3 0-1 0,-8 4-2 0,2 0 1 0,-1 2 3 15,-1 2-1-15,6-15-1 0,-6 20-2 0,-2 0-1 16,2 3 1-16,2 1 5 0,0-2-5 0,0 2 5 15,0 3-5-15,-2-3 0 0,0 4 5 0,3 0-3 16,5 1 4-16,-3-1-4 0,3 0 0 0,1-1 4 0,0-1-3 16,2 4 1-16,4-1-1 0,2 5-3 0,3-3 1 15,-1 6 1-15,3 0 0 0,1-2 1 0,-1 6-2 16,2-2-2-16,0 3 1 0,0-1 0 0,-20-2 2 16,9 0-2-16,6 2 3 0,3-3-3 0,0 1 2 15,4 2-4-15,0-2 1 0,2 1 2 0,0 1 1 16,3 0 4-16,1 7-3 0,1-5-4 0,3 1 1 0,-1-1-3 15,0 1 4-15,1-1 2 0,-1-3 1 0,2 3-3 16,2-1 4-16,0-3-3 0,4 2 2 0,3-2-4 0,2 1 1 16,-14 3 0-16,23-2 2 0,3-6-3 0,1 7 0 15,0-6-1-15,3-3-1 0,-1 2 6 0,-2-5-4 16,-2 1 2-16,-5-7-3 0,2 6-1 0,-2-3 3 16,-4-5-1-16,4 2 2 0,-4-5-3 0,0-1 1 15,2-3 0-15,0-2 0 0,0-2-2 0,2-2 1 16,2-4 1-16,3 1 1 0,0-3 1 0,5 3-4 15,2-5 0-15,3-1 0 0,7 0 2 0,-3 22 0 16,3-9 0-16,0-9 2 0,-5-6 0 0,3 0-1 16,-6-2-1-16,-3-2 0 0,0-1-2 0,0-3 0 15,-1-1 2-15,2-2 0 0,1 0 1 0,0-2-1 0,6-2-3 16,-1-2 2-16,6 0 5 0,-2 1-8 0,-3-3 7 16,-7 2-7-16,1-3 5 0,-2-1-6 0,0 1 5 15,-2 0-5-15,-11 16 9 0,0-18-2 0,-2-4-2 16,-5 2 0-16,3 3 1 0,-5-5-1 0,0 0 3 0,-1-2-3 15,1 0 3-15,0-1-3 0,0 3 2 0,-3-2-1 16,1 0 1-16,-2 4-2 0,0 0 3 0,4 0-2 16,-4-1-1-16,0 1 6 0,0 2-6 0,-4-2 6 15,2 2-4-15,-1-1 2 0,1-1 2 0,-7 2 0 16,1 0 3-16,-1-1-3 0,13-3 1 0,-4-1-1 16,-6-5 6-16,-1-3 2 0,-6-1 4 0,0 5-2 0,-4-6 4 15,-5-4-7-15,-3-4 2 0,-2-3-2 0,-7-6-3 16,-1-5 2-16,-2-3-3 0,-2-3 4 0,-4 1-3 15,28-3-1-15,-33-4 3 0,-13-1-2 0,-3-1 14 0,-4 5 17 16,-7 3-4-16,-1 5 7 0,-3 4-13 0,-14 3-17 16,4 3 2-16,3 5-6 0,3 2 7 0,6 2-10 15,-1 6 3-15,2 7-6 0,-4 2-4 0,-1 8 0 16,-1 1-3-16,-3 6 1 0,7 2-11 0,3 1-12 16,7 4-3-16,12-20-7 0,4 15-48 0,9 7-24 15,2 6-14-15,6 7-2 0,0-4-51 0,3 36-80 16,4 11-7-16,4 13-35 0,6 16-116 0</inkml:trace>
  <inkml:trace contextRef="#ctx1" brushRef="#br0" timeOffset="114320.22">17806 5868 43 0,'0'0'0'0,"0"0"94"15,0 0 14-15,0-1 34 0,0-1 19 0,0 0-64 16,0 0 7-16,0 0-22 0,0-2 2 0,0 1-11 16,0-1-19-16,0-3 5 0,0 1-2 0,0-1 3 0,0 1 2 15,0 0 10-15,0 3-5 0,0-1 7 0,0 2-8 16,0-2-10-16,0 3 4 0,0-1-4 0,-2-2 10 15,1 0-8-15,-1 1 3 0,-2 1-6 0,0 0-5 16,1 0-17-16,-9 0 0 0,1 2-7 0,-2 0-10 0,2 2-6 16,0 4 0-16,-4 3-1 0,0-2 6 0,4 17-9 15,-2 2 2-15,2 0-4 0,0 4 4 0,2 0-2 16,-3 0-2-16,5 1 1 0,0 3 0 0,-1 1 4 16,4 2 0-16,3-4 0 0,-1 3-8 0,0-1 2 15,-20 4 2-15,7 0-1 0,5 0-4 0,3 4 2 16,1-4-2-16,1 1 2 0,-1 3 9 0,1 2-7 15,-1-4 1-15,2 5-3 0,3-1 0 0,-1-1 3 16,2 2-2-16,0-1 1 0,3 1-4 0,3 5 3 0,0-7-2 16,1 1 4-16,0-3-2 0,1-3 3 0,-1 2-1 15,3-2 1-15,-1-2-4 0,0 1 3 0,2-1 3 16,-1-4-2-16,-1-3 0 0,2-1 0 0,0 1 4 16,-2-4-2-16,3 4 3 0,-1-2 2 0,0-2-2 0,2 0 2 15,-2-4-2-15,0 0 0 0,0-1 0 0,-1-5 1 16,1 3 2-16,-2-4-3 0,0 0 1 0,-1-2-3 15,-1-2-5-15,-1-4-1 0,-4-1-1 0,7-2 0 16,-2 1-2-16,3 3 0 0,-3-3 1 0,0-1-1 16,-1 0-1-16,-2-3-3 0,-1 1-7 0,3 0 2 15,-4-2-21-15,2 0-88 0,-1 0-16 0,3 0-33 16,-1 0-122-16,3-2-264 0</inkml:trace>
  <inkml:trace contextRef="#ctx1" brushRef="#br0" timeOffset="114645.77">18040 6511 1164 0,'0'0'31'0,"0"0"-2"0,-2 0 67 0,0-2 3 15,2 0 14-15,0 0 33 0,0 0-59 0,0 1-6 16,0-1-21-16,0 0-40 0,0 0 11 0,0 0 9 16,0 2 0-16,0 0 12 0,0 2 1 0,0 5-5 15,4 32 4-15,-2 4-6 0,-2 11-4 0,0 2 3 0,-4 5-4 16,-3 2-2-16,-4 0-9 0,-2-2-4 0,0-1-1 16,2-1-18-16,3-10-3 0,3-3-4 0,1-7 0 15,2-4-3-15,2-5-1 0,0-4 1 0,4-4-3 16,1-5-11-16,1-4-26 0,0-2-14 0,-3-5-12 15,-1-5-123-15,17 12-54 0,-3-5-27 0,8-4-13 16,-1-6-163-16</inkml:trace>
  <inkml:trace contextRef="#ctx1" brushRef="#br0" timeOffset="114834.45">18179 6852 1427 0,'0'0'43'0,"0"0"-1"0,0 0 45 16,0 0 2-16,0 0 1 0,0 0 15 0,0 0-26 15,0 0-2-15,2 0-7 0,2 0-6 0,16-1-2 16,12-3-2-16,3 0-1 0,1-1-17 0,1-3-4 16,2-1-6-16,0 0 1 0,2-3-14 0,-4 3-11 15,4-2 1-15,-2 0-6 0,0 0-4 0,1 0 1 16,-3 1-3-16,2 1 3 0,-3 0-14 0,-7 1-26 0,1 3-6 16,-13 1-12-16,3 0-71 0,-7 3-109 0,-7 1-1 15,-1 0-41-15,-3 0-66 0</inkml:trace>
  <inkml:trace contextRef="#ctx1" brushRef="#br0" timeOffset="115080.94">18529 6509 1373 0,'0'0'53'16,"-2"0"0"-16,0 0 96 0,0 0-21 0,0 0 27 15,0 0-40-15,0 2-38 0,-1 0-6 0,-1 0-11 0,0 1-27 16,-9 16-7-16,0 7 3 0,2 4-3 0,2 1 7 15,0 4-16-15,3 1 2 0,0 1-5 0,3 2-3 16,-1 2-4-16,2 1-2 0,0 1 0 0,0-4 2 16,1-2-7-16,-1-2 1 0,2 1-3 0,0 3 2 0,0-6-8 15,0 2 0-15,0-5-3 0,0-4-11 0,0-2-36 16,2-3-36-16,-1-6-3 0,3 1-132 0,-2-6-55 16,2-3-22-16</inkml:trace>
  <inkml:trace contextRef="#ctx1" brushRef="#br0" timeOffset="115347.51">19022 6513 1302 0,'-1'0'58'16,"-1"0"89"-16,-2 0-31 0,0 0 29 0,-5 0-5 0,0 0 6 15,-4 2-50-15,5-1-41 0,1 3-4 16,1 0-12-16,3 13-19 0,1 5 8 0,-2 4-5 0,-15 4 6 15,6 3-6-15,2 0 4 0,6 4-2 0,1-1 1 16,0 6-5-16,2-1 7 0,1 2-2 0,-3 0 3 16,0-1-11-16,0-1-6 0,1 0 0 0,-3 0-3 15,1-8-8-15,-1 3 1 0,2-8-2 0,1-2 0 16,-1-4-6-16,0-2-17 0,2-5-4 0,0-2-12 0,2-2-95 16,0-1-97-16,0-7-12 0,0 1-25 0,2 0-68 15</inkml:trace>
  <inkml:trace contextRef="#ctx1" brushRef="#br0" timeOffset="115607.55">18957 6500 1016 0,'0'0'32'0,"0"-2"50"0,0 0 13 0,0 0 8 15,0-2-3-15,0 1-2 0,0-10-49 0,2 0-17 0,2 2 1 16,2-1-6-16,5-4-6 0,-8 1 1 0,18-6 0 16,1 5 0-16,6 3-3 0,-2-6 12 0,2 6-7 15,-4 4 8-15,0 1-22 0,-3 7-2 0,1-3-2 0,-4-9 1 16,-1 4 0-16,-2 5 4 0,-6 4-1 0,-1 0 3 16,-6 0 3-16,1 5 4 0,12 23 2 0,-9 2-1 15,-6 0-7-15,-8 5 0 0,-3-5-5 0,-6 1 3 16,14-3-6-16,-18-2 2 0</inkml:trace>
  <inkml:trace contextRef="#ctx1" brushRef="#br0" timeOffset="121252.98">19076 6559 71 0,'0'0'0'0,"-2"-2"17"16,1 0 189-16,-1 1-11 0,0-3 29 0,0 0-56 16,-5-7-12-16,-3 0-56 0,3 0-2 0,3 1-10 15,-3-1-15-15,3 4-8 0,2-1 5 0,-3 1-8 16,-1 0-5-16,4 3-20 0,0 0 0 0,0-1-6 0,2 3 2 16,0-4-4-16,0 1 2 0,2-1-4 0,0 2-15 15,2 2 1-15,18-12-5 0,-1 4 4 0,-3 5-2 0,-1 3-2 16,-2 2 1-16,-4 2-1 0,2 1 1 0,-6 1 8 15,-1 0 4-15,-4 5 3 0,13 13 31 0,-6-1 13 16,-5-1-3-16,-4 3 3 0,-2 1-18 0,-6 2-20 16,-7 2 1-16,8-1-7 0,-32 3-8 0,0-2-2 15,2 0 2-15,2-4-3 0,-1 0-9 0,7-7 3 16,3-4-3-16,7-2 4 0,8-6-4 0,2 1-3 16,5-4-1-16,0 0 0 0,2-2-7 0,-1 3-9 15,-1 1 3-15,2 0-3 0,0-2 13 0,2 0 1 16,0-1 0-16,2 1 0 0,0-2 2 0,9 0-3 0,9 0 3 15,3-2-2-15,5-1-4 0,3-1 6 0,1 0-2 16,-1 2 4-16,-3 2-3 0,-6 0 2 0,1 2-1 16,-5 2 3-16,-1 0-1 0,-4-1 4 0,-4 1 3 15,-3-2 0-15,-1 2 8 0,-1-2 14 0,-2 5-3 0,7 6 8 16,-3-4 3-16,-1 6-7 0,-1 2 0 0,-4-2-4 16,-2 3-11-16,-5 1-6 0,-2-2-1 0,1-3-1 15,-22 3 1-15,-5-8-6 0,5 4 4 0,-5-7-5 16,2-2-5-16,7-1-25 0,3 1-6 0,9 4-7 15,-1-3-38-15,4 4-42 0,1-3-12 0,7-4-16 16,-5 0-96-16,4 0-87 0,1-1-20 0</inkml:trace>
  <inkml:trace contextRef="#ctx1" brushRef="#br0" timeOffset="121650.07">19280 5848 1510 0,'-1'0'33'15,"-3"-2"46"-15,0 0-11 0,-5 0 63 0,-2-1-5 16,-2-1 21-16,2 0-34 0,3 2-44 0,3 1-10 15,3 1-11-15,-2-2-43 0,0 0-2 0,3 0 0 16,-1 0 1-16,2 0 9 0,0 0-3 0,2 1 4 0,1-1-4 16,12-2 2-16,17-3 1 0,7 3 0 0,3 4 0 15,5 5 4-15,1 7-1 0,6 6 0 0,-2 4 1 16,-2-20-3-16,-5 39-4 0,-10 9 1 0,-2 8-1 16,-1 7 4-16,-6 13 3 0,-2 2-7 0,-11 7 6 15,-9 6-1-15,29 5 2 0,-25 4 9 0,-14 8-6 16,-11 3 22-16,-9 0-5 0,-5-3-3 0,27-4-2 0,-37-6-18 15,-5-2-2-15,-4 1-4 0,-2-8 1 0,-2 0-3 16,5-2-38-16,5-9-11 0,7-4-22 0,7 0-156 16,10-4-667-16</inkml:trace>
  <inkml:trace contextRef="#ctx1" brushRef="#br0" timeOffset="154549.81">32044 11574 296 0,'0'0'35'0,"0"0"1"16,0 0 40-16,0 0 13 0,0 0-10 0,0 0-6 15,0 0-43-15,0 0 5 0,1 0-14 0,1 0-4 0,0 0 18 16,0 0-8-16,2 0 12 0,-1 0-15 0,3 0-1 16,1 0 0-16,3 2-1 0,-1 0 2 0,0 2-9 15,-3-3 1-15,3 5-4 0,-3-2-1 0,1 5 7 16,-1 8-3-16,-4 1 4 0,-1 3-1 0,16 5 10 16,-6 0-1-16,-5 2 5 0,-6-1 6 0,-4 5-1 15,-3 1 4-15,-3-1-2 0,-1-4 15 0,-5 0 7 16,10-2 1-16,-29-8 0 0,1 4-14 0,-3-7 2 15,-5-2-8-15,1 2 5 0,-4-7-12 0,4 3-12 0,2-2 2 16,6-3-6-16,3-1-2 0,6-3-15 0,2 4 5 16,-1-1-7-16,5 1 3 0,1-3-4 0,-1-1-9 15,1 0 1-15,0 9-30 0,-1 0-80 0,1-5-7 16,0 0-31-16,4-5-93 0,0 1-140 0</inkml:trace>
  <inkml:trace contextRef="#ctx1" brushRef="#br0" timeOffset="155026.46">31955 11385 96 0,'0'0'63'16,"0"0"-7"-16,0-2 39 0,0 0-5 0,0 0-7 15,0 0-15-15,0 0-13 0,0 1 8 0,0-1-8 16,0-2 12-16,0 2-3 0,0 0-1 0,0 0-4 16,0 1-24-16,-2-1 12 0,0 2-5 0,0 2 9 15,-2-1 9-15,-1 16-15 0,-12 24-1 0,8 11-7 16,-2 4-25-16,1 12 1 0,-1 9-6 0,2 6 4 15,-2 6-9-15,3 0 2 0,3-5 1 0,-3-10 0 16,1-5 0-16,-1-6-4 0,3 2-1 0,-1 2-3 0,-1 3-23 16,1 8-299-16</inkml:trace>
  <inkml:trace contextRef="#ctx1" brushRef="#br0" timeOffset="-2131.32">7453 14881 526 0,'-2'0'0'0,"-1"0"116"0,-14-4 17 16,-4-1 7-16,3-1 1 0,1 2-107 0,8 3-13 0,-6-3-7 15,4 0 1-15,5 2-4 0,-5-1 6 0,6 1-10 16,-1 0 11-16,0 0-11 0,3 2 9 0,-1-2 1 16,0 0-6-16,1 2 3 0,1 0-7 0,0 0 11 15,0 0-4-15,0 0 6 0,0 0-3 0,2 0-2 16,0 0 5-16,2 2-5 0,0 0 8 0,4 0-11 15,20 5 3-15,0-1-5 0,0-1 3 0,7 1-3 16,-3-2-3-16,7-1 0 0,6 1-4 0,3-2 4 16,-3-2 1-16,7 2-1 0,-6-2-3 0,8 0 4 0,4 2-1 15,5-2 1-15,8 0-2 0,5 0 0 0,4 0-4 16,4-2 4-16,3 0 3 0,1 0-4 0,1-2 3 16,2-1-5-16,-2-1 6 0,16 1-8 0,4-1 4 15,7 1-6-15,1-3 1 0,-8 3 0 0,3-1 0 0,1 0 1 16,10 3-6-16,7-1 3 0,-2 2-2 0,-5 2 4 15,-6-2 2-15,2 2-6 0,2 0 1 0,11 0-4 16,0 0 7-16,-4 2 3 0,0 0 2 0,1 0-1 16,1 0 2-16,13-2-5 0,-2 0 0 0,-3 0-1 15,1 0 0-15,2 0 4 0,2-2-2 0,10 2 2 16,-3-2-9-16,-10 2 4 0,1 0 1 0,2 0 0 16,6 0-1-16,0 0 3 0,-6 4-3 0,-8-1 3 15,5 5-11-15,3-3 6 0,2 3-1 0,-2-3 4 0,-7 3 3 16,3-1-6-16,2 1-1 0,6-3-2 0,0 3 6 15,-8-5-7-15,1 1 10 0,1 0-9 0,4 1 6 0,5-1 0 16,-3 0-5-16,-7 1 5 0,3-1 2 0,2 4-4 16,-4-3 3-16,2 3-4 0,-5-3 3 0,-5 1 3 15,5 1-2-15,3 2 4 0,4 1-5 0,-5-3-1 16,-1 0-1-16,-5-1 0 0,3 0 0 0,10 1 2 16,-4 0-1-16,-3 1 1 0,-6-1 8 0,-4-1-9 15,9-1 1-15,-3 3-6 0,-2-3-5 0,-6 3 2 16,-13-1-1-16,0-3 1 0,1 3-7 0,-5 1-20 15,-3 1-8-15,-13 0-10 0,-8-1-94 0</inkml:trace>
  <inkml:trace contextRef="#ctx1" brushRef="#br0" timeOffset="-704.62">7190 10085 635 0,'0'-2'0'0,"0"0"4"15,0-1 49-15,0 1-8 0,0-6 5 0,0 3-22 0,0 1-3 16,0 2-14-16,0 0 1 0,0-1-2 0,0-1 4 0,0 2 4 16,0 0-2-16,0 0 1 0,0 2-10 0,0 0 16 15,0 2-5-15,0 2 7 0,0 20-18 0,0 8 12 16,0 5-9-16,0 5 9 0,0-1-8 0,0 2-8 15,0 2 7-15,0-5-9 0,0 7-1 0,1 1 7 16,1-3-7-16,2 3 8 0,0 0-12 0,-1 4 8 16,3 6-7-16,1 5 6 0,1 7-8 0,-1 16 9 15,2 5 1-15,-1 7 3 0,-3-5-5 0,3-9-3 16,-4-6 4-16,1 0-4 0,1 3 8 0,1 12-10 0,-1 9 4 16,-3 0-3-16,3 0 9 0,0-9-8 15,-1-5 0-15,-1-7-1 0,1 3 4 0,1 3-4 0,5 6 0 16,-2 7-2-16,3 2 11 0,-3 4-5 0,-2-6-1 15,3-1-2-15,-5-4 0 0,3 7-2 0,1-2 2 0,2 9-2 16,2 1 2-16,2 1 4 0,-2-3 0 0,-2-8 1 16,6 2-6-16,-8-5 1 0,4 0-1 0,0 7 1 15,-4 0-6-15,1 5 7 0,-3-3 0 0,-1-11 2 16,-5-3-4-16,3-1 5 0,-2-1-2 0,4 6 5 16,-1 1-3-16,-1-1-1 0,0 3-2 0,-3-7 1 15,1-2 2-15,0 1 11 0,4-4 5 0,-1 4 1 16,3 5 7-16,-1 5-11 0,2-3-4 0,-1-5-2 0,-1-8-13 15,1-1 7-15,1-10-5 0,2-3 5 0,0 3-2 16,-1 2-5-16,-1 6-2 0,2 1-5 0,-2 6-17 16,2-1-150-16,-3-9-67 0</inkml:trace>
  <inkml:trace contextRef="#ctx1" brushRef="#br0" timeOffset="493.93">9096 14619 406 0,'-1'-2'47'0,"-1"-1"78"0,-2-3-84 0,-9-14-5 15,0-1-1-15,4 3 0 0,-2-5-3 0,3 7 8 16,1-1-2-16,1 4 6 0,4 7-5 0,2 3 6 15,0 1-9-15,0 0 7 0,-2-2-15 0,1 0 0 16,-1 1 1-16,0 1-2 0,0 0 0 0,2 0-3 16,0 2 4-16,0 2-3 0,0 0 3 0,-4 35-10 15,2 4 0-15,2-4-3 0,0 4-1 0,-1-4-7 0,-1 0 2 16,0 0-5-16,0-1-7 0,0-1 3 16,0 2-9-16,2-2 7 0,0 1-12 0,0-1-20 0,0 4 6 15,0-2-11-15,0 0 2 0,2 0-13 0,0-5-1 0,0 1-7 16,2-1-36-16,1 1-30 0,1 1-21 0,-1-5-9 15,-1-3-146-15</inkml:trace>
  <inkml:trace contextRef="#ctx1" brushRef="#br0" timeOffset="1052.09">9017 15438 181 0,'0'0'63'0,"-2"-2"1"0,0 0 23 16,0 0-13-16,0-1-6 0,0-1-22 0,0 0 0 16,1 1-1-16,-1-1 1 0,0 2-1 0,0 0-7 15,0 0-1-15,0 0 0 0,0 1-4 0,2 1-7 16,0 1 5-16,-1 3-6 0,-1 7 2 0,-6 17 5 15,3 0-4-15,1 2 4 0,0-1-10 0,2 5 1 0,1-4-11 16,-1 1 6-16,0-1-13 0,2-2-2 0,0-1 8 16,0-1-7-16,0-3-1 0,0-7 8 0,0-1-11 15,0-9 10-15,0 3-10 0,0-3 8 0,0-4 5 16,0 1 0-16,0 1 13 0,0 0-14 0,0-2 0 0,-2-1-6 16,0 1-6-16,0-2-3 0,0 0-4 0,1 0 1 15,-1-2 5-15,0-1-1 0,-4-7 2 0,-3-12-3 16,2 0 3-16,3 0-4 0,0-1 4 0,0-1-4 15,1 2 4-15,1-2 2 0,2-2-2 0,0 2 2 16,4 0-3-16,1-1 0 0,1 3 1 0,1 2 0 16,1 3 0-16,-1 2 5 0,0 2 2 0,-3 6 0 15,0 1-3-15,13-5 0 0,-1 2-3 0,5-1 3 0,-6 7 3 16,-4 1 3-16,2 2 3 0,-2 0-1 0,0 2-2 16,0 1 8-16,-2 3-1 0,-1-2 3 0,-4-2 2 15,-1 9-3-15,6 2 1 0,-1 0 0 0,-3 2 12 0,-3 1-14 16,-2 1 2-16,-2 0-7 0,-3 1 4 0,-3-1-9 15,-1 2 0-15,-2-3-5 0,-2-1-4 0,-4 0-4 16,-1-2-5-16,5-2-1 0,0-2-32 0,4-1-52 16,3-1 2-16,0-3-25 0,5 0-56 0,1-3-145 15</inkml:trace>
  <inkml:trace contextRef="#ctx1" brushRef="#br0" timeOffset="2369.59">16209 14671 600 0,'0'0'37'0,"-1"-2"53"0,-1 0-49 16,0 1-7-16,0-1-8 0,0 0 3 0,0 0-6 0,0 0 4 16,1 0 1-16,-1 0-2 0,0 1-12 0,2-1 12 15,0 2-5-15,0 0 8 0,0 0-2 0,0 2-8 16,0 1 4-16,0 7-5 0,-2 16 1 0,0-2-10 16,2 2-5-16,0 2 1 0,0-1-3 0,0 1-1 15,2 0 1-15,0-2-2 0,0 2 0 0,1 0-5 16,1 2 3-16,0 1-7 0,0 1-16 0,-1 5-52 15,1 2-18-15,0-2-18 0,-1 2-121 0</inkml:trace>
  <inkml:trace contextRef="#ctx1" brushRef="#br0" timeOffset="2931.8">16159 15785 496 0,'0'0'77'0,"-2"-2"1"16,1 0-18-16,-1-1-7 0,0-1-25 0,-2-5-1 16,0-2-8-16,1 1-1 0,1 5-2 0,0-1 10 15,2 2 2-15,-2 1 6 0,0-1-4 0,0 0 9 16,1 2-12-16,-1 1 1 0,0-1-6 0,0 0-3 0,0 0-1 15,0 2 5-15,0 0-4 0,1 2-5 0,1 0-2 16,0 3-4-16,-4 16 4 0,2 1-2 0,0-2-9 16,0 3 4-16,2-3-5 0,0 1 3 0,0-5 2 15,0 3-3-15,0-4 2 0,0-4-5 0,0 0-1 16,0-2 0-16,0-7 0 0,0 4-2 0,0-3-9 16,0 1-1-16,-2-2-4 0,1 0-4 0,-1 0 3 15,0 0 6-15,0-2-2 0,0-2 18 0,0 0-4 16,1-2 6-16,-5-13-5 0,-1-9 2 0,1 0 5 0,2-3-7 15,2-3 4-15,2 2-9 0,2 1 10 0,2-1-3 16,0 4 7-16,1 0-7 0,3 2-2 0,1 2 0 16,0 1-3-16,0 3 3 0,1 3 13 0,-1 2 0 0,-7 5 5 15,11 1-2-15,0 3 5 0,0 2-4 0,0-7 4 16,2 0-4-16,-2 3-6 0,0 4-1 0,-2 2 0 16,-2 0 7-16,0 0 4 0,-3 2 5 0,0 0-5 15,-3 0-4-15,1 2 10 0,0 1-8 0,3 10 8 16,-3 0-4-16,-2 2-12 0,-2-2 7 0,-4 1-10 15,-2-1 4-15,-1 2-5 0,-2-2-7 0,-2 1 1 16,1-1-7-16,-1 0-41 0,2-2 1 0,1-2-22 0,1-2-41 16,3-3-44-16,2-2-13 0,1-1-14 0,-1 1-96 15</inkml:trace>
  <inkml:trace contextRef="#ctx1" brushRef="#br0" timeOffset="3103.82">16501 15666 827 0,'0'0'36'0,"0"0"1"0,0 0 2 15,0 2-6-15,0 0-6 0,0 2 0 0,-2 16-4 16,-2 8 2-16,1 4-3 0,-1-1-6 0,0 3-5 0,1-3 2 16,-1 3-2-16,0-1-9 0,0-3 1 0,1 1-4 15,1-8 2-15,0-3 0 0,2-7-37 0,0-2-24 16,0 0-17-16,0-7-195 0</inkml:trace>
  <inkml:trace contextRef="#ctx1" brushRef="#br0" timeOffset="4179.81">17959 15052 712 0,'0'0'24'0,"0"0"1"0,-2 0-5 16,0 0-8-16,0 0-7 0,2 0-18 0,0 0 6 15,0 0-1-15,0 0 3 0,2 2 5 0,0-1-1 16,1 1 1-16,14 6-2 0,2-3-3 0,7 3 6 15,0-3 1-15,1 1 5 0,3-2 25 0,4-1-2 16,1-1 11-16,8 0-9 0,1-2 3 0,3-4-4 16,3-3-6-16,0-2 3 0,0-3-5 0,8-1-8 15,3 0 6-15,9-1-6 0,6-1 0 0,8 0-1 0,3 0-8 16,-3 0 5-16,-2 0-9 0,-8 4-2 0,-2 0 3 16,-5 2-3-16,-2 3 10 0,-2 3-10 0,-2 1 5 15,1 2-5-15,-7 0 7 0,-6 2-6 0,-3 1-1 0,-3 3 0 16,-4-1 7-16,-4 1-7 0,-3 0 8 15,-8-1-8-15,-4-1 6 0,-3 0-1 0,-2-1 1 16,-2 1-1-16,-2 0 3 0,-2-1-10 0,-1-1 2 0,-1 2-4 16,-1-2-3-16,-3 0-10 0,1-1-26 0,0 1 1 15,-1 0-136-15</inkml:trace>
  <inkml:trace contextRef="#ctx1" brushRef="#br0" timeOffset="4541.96">18930 14768 722 0,'0'0'36'16,"0"0"63"-16,0 0-72 0,0 0-13 0,0 0 5 15,0 0-6-15,0 2 13 0,0-1 0 0,0 3-1 0,-2 17 1 16,0 10-1-16,2 1-6 0,0 3 2 0,0-2-4 15,0 3-6-15,0-1 5 0,0 2-7 0,0 0 6 16,0-3-13-16,0-1-2 0,0-7 0 0,0 0 0 16,0-2-3-16,0 2-9 0,0 2 3 0,0-4-8 15,2 2-28-15,0 0-83 0,-1-2-16 0</inkml:trace>
  <inkml:trace contextRef="#ctx1" brushRef="#br0" timeOffset="4837.35">18751 15728 688 0,'0'0'149'0,"0"0"-179"16,0-2 160-16,0 0-85 0,0 0-47 0,0 0 7 15,2 0 4-15,0 0 2 0,0 1 1 0,0 1 6 0,1 0 1 16,1 0 2-16,2 1 10 0,1 3-6 0,1 2-3 15,-7-1 0-15,12 14 0 0,-1 1-9 0,-3 1 5 16,-4-3-8-16,-1-1-5 0,0-4 2 0,-2-2-4 16,-2-3 3-16,0-1-8 0,0-1-16 0,0-3-3 15,0 1-7-15,0 0-36 0,0-1-31 0,0 1-7 0,0-2-10 16,0 0-52-16,-2 0 2 0,0-2-3 0,0 0 12 16,0-2 65-16</inkml:trace>
  <inkml:trace contextRef="#ctx1" brushRef="#br0" timeOffset="5017.69">18805 15757 5 0,'0'-2'9'16,"2"1"-2"-16,0-3-1 0,5-17 11 0,4-3-9 15,2 0 29-15,0 2 31 0,0 0 0 0,0 1 11 16,-1 1 14-16,-1-1 4 0,2 1 2 0,0 1 0 0,-2 3-1 16,-7 5-7-16,5-1 1 0,0 5-4 0,2 1-9 15,0 5-29-15,1-7-1 0,-3 3-9 0,-2 3-1 16,-1 2-5-16,-2 0 4 0,-3 0-3 0,3 2 4 16,0-1-10-16,-2 3 2 0,0 4-5 0,-1 6-6 0,-1 1 0 15,-1-2-8-15,-3 0 5 0,-2-2-11 0,-3 4-4 16,0-2 1-16,3 0-3 0,-3-2-7 0,0-1-24 15,1-3-6-15,3-1-11 0,1-3-70 0,2-1-97 16,-5 0-15-16</inkml:trace>
  <inkml:trace contextRef="#ctx1" brushRef="#br0" timeOffset="5358.56">19069 15802 501 0,'0'0'34'16,"0"0"-1"-16,0 0-5 0,0 0-1 0,0 0-11 16,0 0 10-16,0 0-7 0,2 0 8 0,0 0-7 15,-1-2 22-15,3 0 10 0,-2 2 8 0,11-5 1 16,0-1 20-16,-4 2-23 0,2 1-3 0,-3 3-6 0,-1 0-8 15,-1 0-5-15,-2 1 5 0,-3-1-5 0,1 13 4 16,17 15-9-16,-10-4-1 0,-3 2-2 0,-4 0 0 16,-2-5-12-16,0-1 3 0,0 1-8 0,-2-6-5 15,2-1 0-15,0-4-3 0,0-1 2 0,0-7 4 0,2 2-5 16,-1-1 1-16,3-1-3 0,9 0-2 0,15-4-19 16,5-9-4-16,6-9-7 0,8 14-22 0,-1-29-59 15,4-1-24-15,2 1-32 0,-3 0-251 0</inkml:trace>
  <inkml:trace contextRef="#ctx1" brushRef="#br0" timeOffset="5806.53">19695 14920 491 0,'-2'0'48'0,"0"0"-6"15,-2 0 7-15,-3 0 14 0,-8-4-24 0,6 2 12 16,1 2-20-16,3 0-8 0,-1 0-2 0,2 0-19 0,1-1-3 15,-1 1 5-15,2 0-4 0,0 0 6 0,2-2-2 16,0 0 4-16,2 0-4 0,2 0 5 0,20-3-3 16,4-1 1-16,0 0 1 0,11-1 16 0,3 0 20 15,5-1-1-15,1 1 7 0,0-1 6 0,0 3-19 16,10-3-3-16,7 3-6 0,6-1-18 0,16 1 1 16,0-3-1-16,8 1 1 0,-4-1-2 0,-6-1-7 15,2-2 0-15,1 0-2 0,1 0 1 0,7-2 0 16,5 0 6-16,-3 0-4 0,0 0 5 0,-10 1-5 0,-10 3-2 15,-6 0 1-15,-5 1-2 0,-8 3 0 0,-1-1 5 16,-2 4-4-16,-6 1 2 0,2 1-1 0,-8 0-1 16,-5 0 1-16,0 0 3 0,-11 0-3 0,-2 0-4 15,0 0 1-15,-7 1 1 0,-3 1-14 0,-3 0-12 16,-3 0-12-16,-5-2-130 0,1 0-201 0</inkml:trace>
  <inkml:trace contextRef="#ctx1" brushRef="#br0" timeOffset="6119.93">21321 14630 278 0,'0'0'96'0,"0"-2"-84"16,-2 1 106-16,2-1-43 0,-5-13-20 0,-1-2-14 16,4 8-2-16,0-2-3 0,0 0 4 0,2 9-1 15,0-2 11-15,0 0-6 0,0 1 22 0,0 1 0 16,0 0-6-16,0 2 4 0,0 0-15 0,0 2-3 16,0 0-6-16,-3 27 1 0,1 3-19 0,-2-1-10 0,0 3-2 15,-1-1-2-15,-1-1-7 0,-1 3-1 0,-1-1-4 16,1 3 1-16,1-4-11 0,-1 1-18 0,0-1-3 15,-3 0-12-15,1 3-70 0,0 1-127 0</inkml:trace>
  <inkml:trace contextRef="#ctx1" brushRef="#br0" timeOffset="6387.58">21102 15544 472 0,'0'-2'306'16,"0"0"-399"-16,-2 0 359 0,0 0-198 0,0-1-51 16,2-1-11-16,-1-3-7 0,1 3 1 0,0 0-1 15,0 2 3-15,0-1 8 0,0-1-3 0,0 2 20 0,0 0 10 16,0 0-8-16,0 2 7 0,0 2-13 0,0 0 3 16,0 5-1-16,0 19 0 0,-2 4-10 0,-4-2-7 15,-1 0 6-15,-1 0-6 0,-1-1 0 0,3-2-9 16,1 1 0-16,1-6-2 0,2-3 6 0,0-4-11 15,2-6-9-15,0-1-4 0,0-1-45 0,0-3-62 16,0 2-10-16,0 0-26 0,0-3-124 0</inkml:trace>
  <inkml:trace contextRef="#ctx1" brushRef="#br0" timeOffset="6681.17">20953 15288 963 0,'0'-2'57'16,"0"0"5"-16,0 0-26 0,-1-2-12 0,1 1-19 15,0-1-10-15,0 0 5 0,1-5 3 0,3 1 1 16,0 3 4-16,7-3-2 0,13 5-1 0,2-3 3 16,-4 4 22-16,6-16 22 0,2 5 3 0,-2 5 4 15,2 5-9-15,-6 1-16 0,-4 2-10 0,-3 2-2 0,-1 1-20 16,-1 3 8-16,-7-2 3 0,-5-3 0 0,1 3 1 15,-2 0-3-15,5 13-4 0,-1 3 0 0,-6-3-16 0,-4 3-19 16,-7 4-7-16,-4 0-5 0,4 1-41 0,-13-3-28 16,-2-2 1-16,-2-3-12 0,6 2-18 0,0-5-157 15</inkml:trace>
  <inkml:trace contextRef="#ctx1" brushRef="#br0" timeOffset="7101.8">21455 15585 819 0,'-2'0'28'0,"0"0"64"0,0 0-95 16,0 0-21-16,2 0 4 0,0 0-8 0,0 0 21 15,2-2-2-15,0 0 3 0,0 0-2 0,2 0 14 0,-1 0 1 16,1 2-2-16,7 0 1 0,-2 0 1 0,1 2 23 15,-1 2 0-15,0 2 6 0,1 1-1 0,1 2-4 16,0 13 5-16,-4 3-4 0,3-3 10 0,-5 2 7 16,1 0-1-16,-3-2 2 0,3 1 10 0,-4-8-11 15,0 3 6-15,7-7-9 0,-5-3-9 0,-1 1-17 16,-1-2-2-16,-2-1-5 0,0 5-5 0,0-5-8 16,-2-1-7-16,1-1-8 0,-3 2-91 0,-11-5-237 0</inkml:trace>
  <inkml:trace contextRef="#ctx1" brushRef="#br0" timeOffset="8696.6">11295 11219 93 0,'0'0'24'0,"0"0"-3"0,0-1 23 16,-2-1-3-16,0 0-1 0,0 0-25 0,0 0-9 15,0 0 2-15,1-1-3 0,-3 1 11 0,0 0 21 16,-3-2-3-16,-4-1 12 0,-2-3 17 0,-2 3-6 16,4 1 4-16,-2 0-7 0,1 1 1 0,1-1-3 15,0 2-5-15,2 0 1 0,3 2-17 0,-1-2-7 16,-1 2-2-16,1 0-3 0,-2-2-12 0,3 2-8 0,2 0 3 15,1 0-3-15,1 0 1 0,-2 0 4 0,0 0-4 16,1 0 4-16,-1 0-4 0,0 0 2 0,2 0-2 16,1 0 3-16,-1 0 2 0,0 0-5 0,0 2 4 15,0-2-4-15,0 0 12 0,0 2-12 0,1 0 12 0,-1 0-11 16,0 0 14-16,2 0-2 0,0-1-8 0,0 1 5 16,0 0-14-16,0 0 10 0,0 0-1 0,2-2 5 15,0 2-4-15,-1-1-2 0,3-1 0 0,0 0-1 16,1 0-4-16,12 0 4 0,0 0-4 0,9 0 2 15,0 0-1-15,4-1-4 0,1-3 6 0,-3-2-4 16,5-1 9-16,1 0-7 0,1 1 4 0,0 0-5 16,1 3-6-16,-5-1 4 0,6-2-1 0,1 1 3 0,1-1 0 15,0 3 2-15,3-1-3 0,5 4 2 0,1 0-1 16,6 0-4-16,5 0-2 0,-3-4 1 0,1 0 3 16,5 1-1-16,-5 1 6 0,5 0-3 0,1 2 6 0,-6 0-1 15,1-2-4-15,1 2 2 0,2 0-1 0,8 0 1 16,7 2 2-16,-3-2-2 0,5 0-2 0,-8 0 1 15,-3 0-1-15,-4 0 1 0,-2 2-1 0,-3 0 0 16,3 1-2-16,2-1 0 0,4-2 1 0,6 0-3 16,3 2 1-16,-2 2-1 0,-2 0 4 0,1 1-5 15,-10-1 4-15,2 0-4 0,-4-1 6 0,-3 3-1 16,5-1 0-16,4 3-2 0,0-3 0 0,11 3-6 0,-2-4 5 16,2-1-6-16,2 1-1 0,-12 0 9 0,1-3-11 15,-4 1 12-15,-2 0-4 0,2 0 2 0,4 2 5 16,3 1-3-16,-1 1-2 0,3-1 2 0,-2-1-2 15,-3 2 4-15,-2-3-1 0,-6 1 1 0,-5 0 0 16,-6 0 0-16,-2-3 2 0,1 3-3 0,1 0 1 0,4 0-2 16,1 1-6-16,3 1 5 0,1-4 2 0,-5-1 3 15,2 1 0-15,-2-2-4 0,-6 2-1 0,0 0 1 16,-5-2 10-16,-4 0-11 0,-2 0 2 0,0-2-4 16,-2 0 9-16,-3 2-5 0,0-2-1 0,-5 2-1 15,1 0-6-15,-2 0 10 0,-3 0 2 0,-1 0 1 16,-4 0-7-16,-1 0 5 0,-2 0-4 0,-4 0 6 0,4 0-6 15,-8 0 0-15,5 0 1 0,-3 0 0 0,0 0-1 16,-1 0 3-16,-5 0 0 0,1 0 0 0,0 0 0 16,-1 0 17-16,-1 0-2 0,0 0 8 0,0 0 5 15,0 0-28-15,0 0 5 0,-2 0-13 0,0 0-3 0,0 0-11 16,-2 0-9-16,0 2-3 0,0 0-62 0,-2-2-105 16,-12 8-36-16</inkml:trace>
  <inkml:trace contextRef="#ctx1" brushRef="#br0" timeOffset="9062.3">16321 11481 529 0,'0'0'31'0,"0"-2"39"0,0 1-26 15,0-1-23-15,0 0 1 0,0 0-8 0,0 0-5 16,0 2-13-16,0 0 4 0,0 0-6 0,0 0 19 0,0 2-9 15,0 2-2-15,0 5-3 0,0 15-7 0,-2 4 7 16,-2 0-4-16,1 2 4 0,-1 1-7 0,2 3-10 16,0 1 3-16,0 0-9 0,-1 8-17 0,-1 5-90 15,0 8-13-15</inkml:trace>
  <inkml:trace contextRef="#ctx1" brushRef="#br0" timeOffset="9342.56">16215 13435 113 0,'0'1'39'0,"0"1"-2"0,0 2 35 16,0 15-5-16,2 8-52 0,0 7-8 0,0-4-1 15,1 7 0-15,-1 4 3 0,0-1-8 0,0 7-3 0,0-3-2 16,-2 1-19-16,0 3 1 0,-4 2-1 0,-3 2 4 16,-1 0 20-16,3-2 0 0,-3-5 5 0,3-2-2 15,1-10 20-15,2-7 29 0,-2 4-6 0,4-10 11 16,0 3-17-16,0-1-22 0,0-4 9 0,0-1-13 15,2 0 4-15,0-1-5 0,2-1-3 0,1 4 1 16,3 1-5-16,-3-1-2 0,3 1-4 0,-1-1 1 16,1-1-3-16,-1 3 3 0,0-4 2 0,-1-3-1 15,0 3-6-15,-1-2 6 0,-1-4-5 0,-2 0 5 0,0 0-3 16,-1 1 0-16,-1-5-1 0,0-3-2 0,0-2-3 16,0-1-12-16,0 3-1 0,0 0-11 0,0 0-69 15</inkml:trace>
  <inkml:trace contextRef="#ctx1" brushRef="#br0" timeOffset="10617.91">16312 11387 108 0,'0'0'46'0,"0"-2"-8"0,-2 0 28 0,0 0 7 16,0 0-15-16,0 0-18 0,0-1-3 0,-1-1 1 15,-1 0-1-15,0 0-1 0,0 1-5 0,1-1-6 0,-1 2 2 16,0-2-6-16,1 3 13 0,-1-3-3 0,0 0 5 15,0 0-3-15,3 3 1 0,-1-1 5 0,0 0-4 16,0 0 7-16,0 0-2 0,0-2-4 0,0 1 2 16,1-1-8-16,-1 0-2 0,0 1-1 0,0-1-1 15,0 0-15-15,0 0 7 0,0 1-7 0,1-1 5 16,-1 2-17-16,0 0 5 0,0 0-1 0,0 1 3 16,0-1-3-16,0 0-2 0,1 0 3 0,-1 0-2 0,0 0 4 15,0 0-2-15,2 1-2 0,0-1 0 0,0 0-1 16,0 0 2-16,0 0 3 0,0 0-2 0,0 0-3 15,0 1 6-15,0-1-5 0,0 0 6 0,0 0-5 16,0 0 3-16,2 2-1 0,0-2 1 0,0 0 5 0,-1 2-9 16,1 0 8-16,0 0-8 0,0 0 4 0,2 0 6 15,-1 0-8-15,-1 0 6 0,8 0-15 0,3 0 9 16,0 0-4-16,3 2 5 0,-1 0-5 0,2 0 0 16,1 2 3-16,-1-2-1 0,4 1-3 0,3 3 0 15,-4-2-2-15,2-1 2 0,-1 1 1 0,3 3 0 16,2 1 3-16,-2 1-2 0,0 0-1 0,0 1-2 15,1-1 0-15,2 0-1 0,3 2 3 0,-6-1 5 16,2-1-6-16,2 0 4 0,-6-1-5 0,4 1 0 0,0 0 2 16,-3 1-2-16,-1-1 0 0,2 0 1 0,-2 0 3 15,1 3 0-15,-1-1 4 0,0 0-9 0,4 0 3 16,0 0-4-16,-2-2 6 0,2 3 0 0,0-1-2 0,4 0 3 16,-2 0-3-16,5 2-3 0,4 2 3 0,-3-2-2 15,5 0-3-15,-6 0 8 0,-12-4-6 0,6 4 8 16,-1 0-2-16,2 0-5 0,8 2 2 0,-5-2-3 15,-3 0 2-15,-2 0 6 0,0 0-5 0,-4-2 5 16,-1 0-9-16,1 4 0 0,-3-4 4 0,-1 2-2 16,1-2 4-16,-1 2-3 0,1 0 1 0,-1-11-1 15,1 11 0-15,-2 0 1 0,-1 0 0 0,1 0 1 0,4 0-1 16,-5-4 4-16,1 1-6 0,2 1 5 0,-6-4-3 16,7 6-3-16,-1-2 3 0,-1-1-2 0,4 3 2 15,-3-8 2-15,-2 5-1 0,1-1 1 0,-1-4 1 0,0 7-4 16,3-7-1-16,-9 1-2 0,6 1 2 0,-2-1 0 15,-4-3 5-15,6 3-2 0,-1-2 8 0,-3-2-8 16,-3-1-4-16,-1 3 0 0,2 5-3 0,-4-3 9 16,5 1-3-16,-5-3 4 0,0 0-4 0,-1-2-1 15,0 0 5-15,3 1-4 0,-5-1-2 0,1 0 3 16,1 0 0-16,-4-2 3 0,1 0-1 0,1 2 0 16,0-2-5-16,-1 2 2 0,-1-2 0 0,2 0-1 15,2 1 4-15,-3-1-4 0,-1 0 1 0,0 0-4 16,2 0 2-16,-1 0-3 0,1 0 6 0,0 0 0 0,1 2-4 15,-3-2 3-15,4 2 2 0,-4-2-5 0,0 0 3 16,-1 0-4-16,3 2 9 0,0 0-5 0,0 0 1 16,-1 0-1-16,1-1 3 0,0 1-3 0,-1 0 6 0,-1 0-5 15,0 0 1-15,0-2-1 0,0 0 0 16,0 0 0-16,0 0 1 0,-1 0 1 0,1 0-5 0,0 0 4 16,0 0 3-16,0 0-7 0,0 0 2 0,0 0-7 15,-1 0-10-15,1 0-13 0,0 2-22 0,0 0-3 16,-2-1-128-16</inkml:trace>
  <inkml:trace contextRef="#ctx1" brushRef="#br0" timeOffset="11119.83">18735 12287 138 0,'0'0'78'0,"0"0"-3"0,-2-2 5 0,0 0-5 0,0 1-23 15,0-1-17-15,0-2-8 0,0 0 4 0,-1 1-5 16,1-1 8-16,-2 0 3 0,0 0-5 0,1 1 4 16,-1-1 1-16,0 2 6 0,1 0-5 0,-1 0 3 15,0 1-25-15,-3-1-1 0,-3 2 5 0,3 0-5 16,-2 2 0-16,-1 1 0 0,3 3-2 0,-4 5 3 16,4 9 3-16,-1 1-10 0,1-1 0 0,5 1-4 0,-2-3-1 15,2-3 3-15,-7-2 2 0,2-2 0 0,3-3-4 16,2-1 4-16,0-1 6 0,2-4 1 0,0-1 23 15,0 3-5-15,0 0 2 0,0-1-3 0,0 1-7 16,2-2-5-16,0 0 0 0,0 0-1 0,0-2 2 0,-1 0-7 16,1 0-2-16,0-2-2 0,0 0 2 0,-2 0 6 15,7-13 1-15,-3 4 2 0,0-2 3 0,-4 4-7 16,0-2 1-16,0 3-4 0,0 1-1 0,0 3 1 16,0 1-2-16,0 1-1 0,0 0-22 0,-4-2-7 15,-1 0-10-15,-3 1-1 0,1-1-56 0,-3 0-125 16,5 4-51-16</inkml:trace>
  <inkml:trace contextRef="#ctx1" brushRef="#br0" timeOffset="12090.34">18629 12445 101 0,'0'0'28'0,"0"0"31"15,0-2 2-15,0 0-11 0,0 0-1 0,0 0-4 16,0 1-14-16,0-3 2 0,2 0-6 0,0 1 3 16,-1-1-13-16,-1 2-2 0,0-4 3 0,0 1-4 15,0 1-5-15,0 0 12 0,0 1-2 0,0-1 6 16,0 2-6-16,0-2 23 0,0 1-8 0,0 1 14 15,0-2 3-15,2 0-4 0,0 1 1 0,-2-1-2 16,0 0 2-16,0 1-9 0,0-1 0 0,0 0-5 0,0 0-15 16,0 1 5-16,0-1-6 0,0 2 5 0,0 0-16 15,0 0 3-15,0 1-1 0,0-1 2 0,0 0-1 16,0 0-8-16,0 0 5 0,0 0-5 0,0 0 13 0,0 1-3 16,0-1-4-16,0 0 1 0,0 0-2 0,0 0-1 15,0 0 7-15,0 2-5 0,0 0 9 0,0 0-5 16,0 0 2-16,0 0-3 0,0 0-7 0,0-2-2 15,0 2 1-15,0 0 1 0,0 0 1 0,0 0-5 16,0 0 0-16,0 0 0 0,0 0 3 0,0 0-2 16,0 0-2-16,0 0 0 0,2 0 0 0,0 0 2 15,0 0 2-15,-1 0 0 0,1 2-2 0,0 0-1 16,0 0-2-16,2 0 1 0,-1 0 0 0,1 0-1 0,7 3 3 16,0 1-3-16,2-1 0 0,2 3 5 0,0 1-5 15,-2-2 5-15,2 3-3 0,0 1-2 0,3 2 3 16,7 2-2-16,-3-2-1 0,4 1 1 0,-6-2-2 15,-3-1 2-15,3 2-2 0,3 0 5 0,-3 0-2 16,6 2 2-16,-4-2-2 0,3 1-4 0,-7-2 4 0,6 2-3 16,-3-1 6-16,-1 2-1 0,1-13 0 0,-1 17-1 15,-1-1-2-15,1 5-2 0,0-3 2 0,1-3-1 16,1-2 5-16,-3 3-3 0,3 4-2 0,2 3 1 16,0-1 0-16,0 0 0 0,4-4 2 0,-4 3-1 15,4-3-3-15,-4 2 3 0,4-1 0 0,-2-5 1 16,2 1-3-16,-2 0 4 0,0-2-2 0,-2 1 3 0,-2-3-1 15,4 2-3-15,-7-2 2 0,1 0-1 0,-1-2-2 16,0 2 4-16,-1-2-2 0,1 2 3 0,-3-1-8 16,3-1 4-16,-2 0-3 0,3 0 4 0,-5 0 0 0,0-2 2 15,-2 3 0-15,2-5 1 0,-1 2-1 0,3-1-6 16,-2-1 2-16,0 1-4 0,0-3 2 0,0 3-4 16,-1-3-7-16,-1 1 1 0,4-1-26 0,-4-1-20 15,0 2-8-15,-2-5-18 0,0 3-155 0</inkml:trace>
  <inkml:trace contextRef="#ctx1" brushRef="#br0" timeOffset="13427.32">19927 13210 252 0,'0'0'86'0,"-2"0"13"0,0 0-6 16,0 0-44-16,0 0-2 0,0 0-38 0,0 0-7 15,1 0 3-15,-1 0-3 0,0 0 7 0,2 0-10 16,0 0 1-16,0 0-6 0,2 0 1 0,0 2 3 16,-1 0 4-16,3-1-1 0,4 3-1 0,12 5 1 15,2 1-5-15,1-3 6 0,1 2 5 0,2-1 0 16,2 1 4-16,5 0-3 0,2 1 10 0,8 1-2 0,5 0-3 16,2 0 1-16,4 0-7 0,2 2-6 0,-6-3 2 15,4-1-3-15,0-2 2 0,-6-1-1 0,0 1 6 16,-9-1-6-16,-2 1-4 0,-1 1 4 0,-7-3-2 15,-1 1 4-15,-4-1 1 0,-3-1 5 0,-3 0 4 16,-3 0 1-16,-2-3 26 0,-3 1-3 0,1 0 4 0,-6 0-8 16,1 0-17-16,-1 0 3 0,-3-2-8 0,2 0 7 15,-2 0-3-15,2 2 3 0,-1-1 4 0,1 1-2 16,-2 0 8-16,0 0-7 0,0 0 0 0,-1 0-3 16,1 0 3-16,0-2-16 0,0 0 7 0,0 0-9 15,0 0 3-15,0 0-7 0,-2 0 1 0,0 0-2 16,0 0 3-16,0 0-1 0,0 0 1 0,0 0-1 0,0 0 2 15,0 0-1-15,0 0 1 0,0 0-2 0,0 0 0 16,0-2 0-16,0 0 2 0,-2 0 0 0,0 0 4 16,0 0-4-16,0 0-1 0,0 1 1 0,0 1 1 0,1-2 3 15,-1 2 5-15,0 0 0 0,0 0 19 0,0 0-5 16,0 0-1-16,0 0-2 0,1 0-13 0,-1 0 0 16,0 0 0-16,-2 0 1 0,0 0-5 0,1 0-4 15,-1 0 1-15,-2 2-2 0,1-1 5 0,-1 1 0 16,4-2-5-16,1 0 2 0,-1 0-6 0,0 4 14 15,-2 2-2-15,4-5 6 0,0 1-5 0,0 0-4 16,-4 2 3-16,3 0-3 0,-1-1 6 0,0-1-1 16,0 0 1-16,0 0-1 0,0 0 2 0,0 0-3 0,2-1-2 15,0 1-1-15,0 0-4 0,0 0 0 0,0 0 2 16,2 0-1-16,0 0 4 0,0-1-4 0,0 1 1 16,0 0-1-16,0 0 4 0,-1 0-5 0,3 0 1 15,0 0-1-15,3-2-1 0,4 1 1 0,2 1-5 16,4 0 2-16,-4 0-8 0,8 2 5 0,3 1 6 0,0 1-1 15,-2-2 6-15,4 1-5 0,-4 1-6 0,6 3 2 16,2 0-4-16,-4 2 2 0,5 4 2 0,-5-2-2 16,4-11-3-16,0 22 6 0,1 2 1 0,1-3 1 15,0 1-1-15,-3 2 1 0,1 1-1 0,0-2 1 16,1-1-1-16,5 2-2 0,-3 0-1 0,0 0-1 16,3 2-3-16,-1-1 8 0,4 3-2 0,0 0 3 0,0 1 1 15,4 1-6-15,-1 0 4 0,-3-1-4 16,2 1 3-16,-6-3 3 0,-1 3-3 0,-3-2 3 0,3-1-6 15,-4-1 7-15,-3-4-4 0,-1-1 6 0,-3-3-9 16,-5-5 7-16,1 0-4 0,-2-4 5 0,1 2-4 0,-1-4-5 16,0 4 0-16,-4-2-8 0,0 0-35 0,-4-1-100 15,-2-3-71-15</inkml:trace>
  <inkml:trace contextRef="#ctx1" brushRef="#br0" timeOffset="14033.28">20940 13412 586 0,'0'0'19'0,"0"0"-2"0,0-2-2 0,0 1 1 16,0-1-9-16,0 2-7 0,0 0-6 0,2 0 5 0,0 0-5 16,0 2 9-16,0 1-1 0,7 14 0 0,10 26-2 15,-3 5-16-15,-3 10-8 0,-3 3-1 0,-5 0 0 16,-1-2-2-16,-4 3-4 0,-2-3 0 0,-2 6 1 16,1 0 4-16,-3 4-8 0,2 5 11 0,1-3-8 15,1-3 31-15,2 3-3 0,0-12 1 0,4-7-1 16,1-9 4-16,3-6 7 0,-3-7 3 0,3-4 1 15,-1-4 1-15,0-1-7 0,3 1-3 0,-1-4 0 0,2 1-4 16,0-2 6-16,0 1-7 0,1-1 4 0,-1 0-27 16,-2-2-86-16</inkml:trace>
  <inkml:trace contextRef="#ctx1" brushRef="#br0" timeOffset="14391.29">18684 12703 52 0,'0'-2'6'15,"0"0"3"-15,0-5 5 0,0-15-1 0,0-1-18 0,0 1-22 16</inkml:trace>
  <inkml:trace contextRef="#ctx1" brushRef="#br0" timeOffset="14510.86">18729 12412 83 0,'0'0'11'0,"0"0"-2"0,0 0 19 16,0 0 3-16,0 1 0 0,0 1-5 0,0 0 5 15,0 4-8-15,0 23 7 0,0 10-22 0,0 13 0 16,2 13-11-16,2 11 3 0,-1 8-24 0,3 1 7 0,-2 1 5 15,-1-4-2-15,-1 3 6 0,-2 6-25 0,0 9 4 16,-2 12-10-16,2 5 2 0</inkml:trace>
  <inkml:trace contextRef="#ctx1" brushRef="#br0" timeOffset="18732.31">9232 15798 41 0,'0'0'23'0,"0"0"1"16,0 0 26-16,0 0-5 0,0-2-10 0,0 0-14 15,0 1-12-15,0-1 3 0,0 0-11 0,0 0-3 16,0 0 7-16,0 0-7 0,0 0 2 0,0 1 6 16,0-1-6-16,0 0 6 0,0 0 4 0,0 0-2 15,0 0 11-15,0 0-7 0,0 1 14 0,0-1-5 16,0 0 2-16,0 0-2 0,0 2-1 0,0 0-9 15,0 0-2-15,0 0-1 0,0 0-4 0,0 0 1 16,0 0-3-16,0 0 3 0,0 0 4 0,0 0-4 16,0 0 4-16,0 0-3 0,0 0 9 0,0-2-6 0,0 2 3 15,0 0-5-15,0 0 0 0,0 0 6 0,0 0-7 16,0-2 7-16,0 2-7 0,0-2 10 0,0 1 5 16,0-1-2-16,0 0-2 0,0 0 12 0,0 0-8 15,0 0 9-15,0 0-9 0,0 1-2 0,0-1-2 0,0 0 1 16,0 0-5-16,0 0 6 0,0 0 0 0,0 0 1 15,0 1-7-15,0-1 7 0,0 0-7 0,0 0 6 16,0 0-8-16,0 0-4 0,0 0-2 0,0 1-1 16,0-1 1-16,0 2-3 0,0 0 4 0,0-2-5 15,0 2 8-15,0 0 1 0,0-2 2 0,0 2-3 16,2 0-3-16,-2 0 3 0,0 0-1 0,2 0 1 16,-2 0-9-16,1 0 8 0,1 0-7 0,-2 0 8 0,0 0-12 15,0 0 6-15,0 0-2 0,0 0 4 0,0 0-5 16,0 0 2-16,0 0 2 0,0 0-2 0,0 0-2 0,0 0 2 15,0 0 2-15,0 0 0 0,0 0-5 0,0 0 1 16,2 0-1-16,-2 0 2 0,0 0 0 0,0 0 5 16,0 0-9-16,0 0 7 0,0 0-9 0,0 0 7 15,0 0 4-15,0 0 0 0,0 0-7 0,0 0 0 16,0 0-3-16,0 0 4 0,0 0 7 0,0 0-6 16,0 0 4-16,0 0-5 0,0 0-2 0,0 0 2 15,0 0-1-15,0 0 1 0,0 0-5 0,0 0 7 16,0 0-5-16,0 0 6 0,0 0-2 0,0 0-5 15,0 0 7-15,0 0-6 0,0 0 2 0,0 0 3 0,0 0-5 16,0 0 5-16,0 0-2 0,0 0 0 0,0 0 3 16,0 0-3-16,0 0-6 0,0 0 6 0,0 0-1 15,0 0 3-15,0 0-10 0,0 0 3 0,0 0-2 16,0 0 2-16,0 0-5 0,0 0-2 0,0 0-1 0,0 0-2 16,0 0-23-16,0 0-50 0,0 0-19 0,0 0-19 15,0 2-139-15</inkml:trace>
  <inkml:trace contextRef="#ctx1" brushRef="#br0" timeOffset="19715.65">9211 15650 442 0,'0'0'27'0,"0"0"53"0,0 0-64 0,-1 0 4 0,1 0-3 15,0 0 3-15,0 0 3 0,0 0 6 0,0 0 6 16,0 0 0-16,0 0 21 0,0 0-14 0,0 0 6 16,0 1-10-16,0 1-5 0,0 0 5 0,0 2-9 15,0 7 7-15,0 8-12 0,0 1-10 0,0 0-1 16,0 3-3-16,0-5-3 0,0 5-8 0,0-5 6 0,1 1-6 16,1 3-2-16,0-3-2 0,-2-5-5 0,0 1 2 15,0-4-17-15,0-1-132 0,0-1-52 0</inkml:trace>
  <inkml:trace contextRef="#ctx1" brushRef="#br0" timeOffset="20417.67">10049 14729 122 0,'0'0'28'0,"0"0"-2"0,0 0-1 16,0-2-3-16,0 0-9 0,0 0-4 0,0 0-6 15,0 0 6-15,0 1-6 0,0-1 7 0,-2 0 7 16,2 0 5-16,-2 0-1 0,0 0 13 0,0 0 2 15,2 1-8-15,-1-1 6 0,-1 0-10 0,0 0 12 16,0 0 3-16,0-2 1 0,0 3-8 0,0-3-5 16,2 0 0-16,-1 0-1 0,1 1-7 0,-2-1 5 0,2 0-10 15,0 1 8-15,-2-1-5 0,0 0 5 0,2 2-1 16,-2-5 1-16,2 1-11 0,0 3 17 0,0-3 1 16,-2 2 6-16,0 1 11 0,1-1-15 0,1 0 5 15,-2 2-8-15,2-1 3 0,-2 1-10 0,2 0-2 0,0 0-1 16,0 0-3-16,0 0 7 0,0 2-1 0,0 0 1 15,0 0-6-15,0 2-10 0,0 0 0 0,0 2-3 16,0 7-2-16,0 7-1 0,0 3 0 0,0-3 0 16,0 1-1-16,2 0-10 0,0 1-8 0,-1-1-5 15,3 3-69-15,0 0-76 0,0 2-21 0</inkml:trace>
  <inkml:trace contextRef="#ctx1" brushRef="#br0" timeOffset="20817.61">10002 15449 273 0,'0'0'50'0,"0"-2"-1"0,0 0-7 0,0 1-5 16,0-1-16-16,-1-2-10 0,-1 0 2 0,2 1 1 16,0-1-2-16,0 0-8 0,0 0 7 0,0 1-2 15,0 1 6-15,0 0 13 0,0 0 7 0,0 0 5 0,0 0-1 16,0 1 1-16,0 1 7 0,-2 0-7 0,0 1 7 16,2 1-10-16,0 4-18 0,-4 12 8 0,2-1-12 15,1 2 3-15,-1-4-14 0,0 3 5 0,2-3-7 16,0 2 5-16,0-1-3 0,0-3-1 0,0 0 0 15,0-1 1-15,0-1 4 0,0-2-3 0,0 0 3 16,0-1-9-16,0-3 6 0,0 1-6 0,0-3 4 16,0 1-13-16,0 0 5 0,0 0-1 0,0-1 0 0,0 1-13 15,0-2-55-15,0 0-5 0,0 0-25 0,0-1-89 16</inkml:trace>
  <inkml:trace contextRef="#ctx1" brushRef="#br0" timeOffset="21021.48">9973 15347 220 0,'0'-2'65'0,"0"0"-39"16,0-9 73-16,2-17-22 0,-1 10 0 0,1-3-22 16,0-1 1-16,0 5-7 0,2-1 6 0,-1 3-1 15,1 6 3-15,0-1-4 0,-2 7-4 0,1-3-10 16,1 2-2-16,0 1-2 0,1-1-3 0,3 2 0 0,-3 2 0 16,3 0 0-16,-4 0-1 0,-1 2-7 0,-1-2 0 15,4 7-2-15,7 14 1 0,-8-6-5 0,1 3-1 16,-4 1-2-16,-2 1-3 0,-2 1-6 0,-2-3 2 15,-1 3-5-15,1-8-19 0,-2 1-23 0,-1 3-22 16,-1 0-3-16,3-4-120 0</inkml:trace>
  <inkml:trace contextRef="#ctx1" brushRef="#br0" timeOffset="21352.55">10149 15414 366 0,'0'0'93'0,"0"0"13"0,0-2-38 16,0 0-35-16,0 0-18 0,0 0-18 0,0 1 7 16,0-1-3-16,2 0 6 0,0 0 6 0,0 0-13 15,1 0 7-15,3 2-7 0,9 0 16 0,-2 2 16 16,-2 2 0-16,-2 1 3 0,-3 1 11 0,-2 16-7 15,-3-1 7-15,1 1-9 0,13-2 0 0,-6-1-9 16,-3-2-4-16,-2-2-2 0,-2-2-14 0,-2-2 16 16,0-4 0-16,0-1 8 0,0-1 18 0,0-3-31 0,0 0 5 15,0 0-15-15,1 2-8 0,1-1-1 0,0 1-7 16,0-2 3-16,2 0-15 0,12 1 2 0,10-3 1 16,2-3-1-16,6-7-10 0,-3-3-27 0,-1-1-1 15,5-5-13-15,0 17-43 0</inkml:trace>
  <inkml:trace contextRef="#ctx1" brushRef="#br0" timeOffset="24125.23">7810 14627 46 0,'0'0'0'0,"0"0"2"15,0 0 3-15,0 0 5 0,0 0 1 0,0 0 2 0,0 0 8 16,0 0-4-16,0 0 5 0,0 0-2 0,0 0 17 15,0 0-1-15,0 0-5 0,0 0 2 0,0 0-18 16,0 0 4-16,0 0 5 0,0 0-3 0,0 0 9 0,0-2-5 16,2 0 6-16,-1 0-5 0,1 0-2 0,0 0-6 15,2 0 1-15,-2 2-1 0,13-5 3 0,-1-10-8 16,3 0-5-16,0 0 3 0,1-1 8 0,5-3-7 16,3 0 8-16,-4-3-8 0,6-2 12 0,1-2-7 15,-1-2 1-15,6 0-4 0,-3-1-9 0,3-3 6 16,-1-1-3-16,2-1 5 0,3 1 1 0,-3-1-5 15,-2 1-5-15,1-2 1 0,-5 1-8 0,1 1 6 16,-2 1 3-16,0 4-1 0,0 1-9 0,-4 2 8 16,0-1-4-16,-2 6 8 0,-3-2-2 0,1-1-8 0,-5 3 2 15,0 1-3-15,-2 1 8 0,-2 5 2 0,-2-4 0 16,-3 4 1-16,1 4 2 0,-1 1 2 0,-1-1 0 16,5 0 0-16,-7 1-5 0,1-1-2 0,-2 4 6 0,2-1-5 15,-1 1 2-15,1-1-4 0,0 0 0 0,0 3 1 16,-3-1 8-16,1 0-9 0,0 1 7 0,0-1-7 15,0 2 10-15,0 0-6 0,0 0 2 0,-1 0-1 16,1 1 0-16,0-1 2 0,-2 0-8 0,0 0 6 16,0 0-5-16,0 0-4 0,0 2 2 0,0 0-2 15,0 0 12-15,0 0-11 0,0 0 4 0,0 0-5 0,0 0 9 16,0 0-9-16,0 0 7 0,0 0-7 16,0 0 6-16,0 0-2 0,0 0-2 0,0 0 1 0,-2 0-3 15,0 0 0-15,1 0 6 0,1 0-4 0,0 0 5 16,0 0 0-16,0 0-7 0,0 0 4 0,-2 0-4 0,2 0 0 15,0 0-2-15,0 0 2 0,-2 0-3 0,0 0 1 16,0 0 5-16,0 0-2 0,2 0 9 0,0 0-6 16,-2 0-2-16,2 0 0 0,-1 0 8 0,-1 0-9 15,0 2 5-15,0-2-6 0,2 2 2 0,0-2 1 16,0 0-2-16,0 0 2 0,-2 0-6 0,2 0 3 16,-2 0 1-16,2 2 2 0,0-2 1 0,0 0 0 15,0 0-7-15,-2 2 4 0,2-2 1 0,0 2-3 0,0-2 7 16,0 0-6-16,0 0 3 0,0 0-3 0,0 1 0 15,0-1-2-15,0 2 5 0,0 0 2 0,0-2 0 16,0 0-1-16,-1 0-3 0,-1 0 2 0,0 0-1 16,0 0 2-16,0 0 8 0,2 0-4 0,-2 0 0 15,0 0-2-15,1 0-5 0,1 0 3 0,-2 0 0 16,2 0 0-16,0 0-4 0,0 0 2 0,0 0 0 0,-2 0 3 16,2 0 4-16,0 0-6 0,0 0-1 0,0 0 1 15,-2 0 7-15,0 0-11 0,0 0 7 0,0 0-8 16,1 0 2-16,1 0 7 0,0 0-4 0,0 0 5 15,-2 0-10-15,2 0 2 0,0 0-1 0,0 0 1 16,0 0 0-16,0 0 8 0,0 0-4 0,0 0 5 16,0 0-7-16,0 0-4 0,0 0 2 0,2-2 0 0,-1 0 6 15,1 1-6-15,2-1 1 0,0 0-2 0,12-7 0 16,1-3 1-16,4-1 0 0,5-3 0 0,1 1 0 0,3-2 0 16,-2 0 3-16,-4 4-3 0,8-5 3 0,-4 1-1 15,1-1-2-15,3-1 0 0,-8 2 0 0,4 14 7 16,-4-16 0-16,0 0 3 0,2 1-6 0,-2-3 5 15,-2 3-5-15,4-1 4 0,-1 1-3 0,1 1 1 16,1 2-6-16,1 0 3 0,-2 2-7 0,-2 0 3 16,1 4 2-16,-3 2 0 0,0-1 5 0,-3 3 0 15,-1 1-6-15,-3-2 3 0,2 3-2 0,-6-5 1 16,2 3 4-16,-6 1-4 0,1 0 2 0,1-1-4 0,2 1 1 16,2 0-1-16,-7 0 3 0,3 1 4 0,-5 1-5 15,1-2 3-15,3-1-5 0,-6 5 1 0,1-2 3 16,5-4 0-16,-6 6-3 0,3-4 3 0,-1 3 0 15,0-1 0-15,1-2-10 0,1 0 6 0,-2 2 0 16,1-1 3-16,1-1-3 0,-4 4 6 0,1-2-8 0,1 0 6 16,0 0-10-16,-1 1 10 0,-1-1 1 0,0 0 3 15,0 0-8-15,0 0 4 0,0 0-2 0,0 0 4 16,-1 1-3-16,1-1-5 0,0 2 3 0,0 0-2 16,0 0 4-16,0 0-12 0,0 0 4 0,-1 0-9 15,1 0-9-15,0 0-49 0,0 0-20 0,0 0-14 16,0 0-111-16,0 0-95 0</inkml:trace>
  <inkml:trace contextRef="#ctx1" brushRef="#br0" timeOffset="25185.93">9856 13011 17 0,'0'0'15'0,"0"0"-3"0,0 0 11 0,0 0 0 16,0 0-2-16,0 0-9 0,0 0-3 0,0 0 3 0,0 0-4 16,0 0 3-16,0 0 5 0,-2 0-8 0,0 0 6 15,0 0-14-15,0 0 10 0,0 0 2 0,1 0 1 16,-1 0 1-16,0 0-5 0,0 0-3 0,0 0 0 16,0 0-9-16,0 0 4 0,1 0 5 0,1 0 0 15,0 0-4-15,0 0 8 0,0 0-7 0,0 0 8 0,0 0-8 16,0 0-2-16,0 0 1 0,0 0 0 0,0 0 8 15,0 0-11-15,0 0 8 0,0 0-9 0,0 0 10 16,0 0-1-16,0 0-4 0,0 0 3 0,0 0-4 0,0 0 1 16,0 0 2-16,0 2-3 0,0-2-13 0,0 0-3 15,0 2-1-15,0-2-1 0,0 2-18 0,0-2-6 16,0 0-3-16,0 0 1 0,0 2-5 0</inkml:trace>
  <inkml:trace contextRef="#ctx1" brushRef="#br0" timeOffset="26531.54">9772 13067 59 0,'0'0'24'0,"-2"0"23"15,0 0-22-15,1 0-5 0,-1 0-8 0,2 0 5 16,0 0-3-16,0 0-1 0,0 0 5 0,0 0-6 16,0 0-5-16,0 0 0 0,-2 0-3 0,2 0 3 15,-2 0-4-15,2 0 12 0,0 0-5 0,-2 0 7 16,0 0-3-16,0 0 4 0,2 0-3 0,0 0 2 16,0 0-6-16,0 0 8 0,0 0 3 0,0 0 1 0,0 0 4 15,0 0-9-15,0 0 1 0,0 0-3 0,0 0 7 16,0 0-10-16,0 0 3 0,0 0-7 0,0 0 2 0,0 0-1 15,0 0-4-15,0 0 2 0,0 0-6 0,0 0 5 16,0 0 4-16,0 0-1 0,0 0 6 0,0 0-8 16,0 0 2-16,0 0-3 0,0 0 5 0,0 0-11 15,0 0 4-15,0 0-6 0,0 0 1 0,0 0 0 16,0 0 1-16,0 0 2 0,0 0-1 0,0 0 0 16,0 0 0-16,0 0 0 0,-1 0 0 0,1 0 5 15,0 0-4-15,0 0 4 0,0 0-5 0,0 0 9 0,-2 0 0 16,2 0 3-16,-2 0-4 0,0 0 3 0,0 0 0 15,0 0 1-15,1 0 3 0,-1 0-8 0,0 0 6 16,0 0-5-16,0 0 8 0,0 0-9 0,0 0-4 16,1 0 0-16,-1 0-4 0,0 0 9 0,0 0-1 15,0 0 2-15,0 0 0 0,0 0 1 0,1 0-4 0,-1 0 2 16,0 0-6-16,0 0-2 0,0 0 4 0,0 0-4 16,0 0 2-16,1 0 6 0,-1 0-6 0,0 0 5 15,0 0-5-15,0 0 2 0,0 0-1 0,2 0 0 16,0 0-7-16,0 0 5 0,0 0 1 0,0 0 1 15,0 0-3-15,0 0 3 0,0 0-3 0,0 0 4 16,0 0 0-16,0 0-2 0,0 0-1 0,0 0 0 0,0 0-5 16,0 0 8-16,0 0-5 0,0 0 7 15,0 0-5-15,0 0-3 0,0 0 4 0,0 0-4 0,0 0-1 16,0 0 1-16,0 0 5 0,0 0-2 0,0 0 7 16,2 0-8-16,-2 0-1 0,0 0-1 0,0 0 2 0,0 0 3 15,0 0-5-15,2 0 4 0,0 0 0 0,-2 0-1 16,2 0 2-16,-2 0-3 0,0 0-3 0,0 0 6 15,0 0-5-15,0 0 4 0,0 0-10 0,0 0 6 16,0 0 1-16,0 0 2 0,0 0 1 0,0 0-2 16,0 0-3-16,0 0 2 0,0 0 6 0,0 0-5 15,0 0 4-15,0 0-6 0,0 0-1 0,0 0 2 16,0 0 2-16,0 0 2 0,0 0 3 0,0 0-5 16,0 0 1-16,0 0-2 0,0 0 3 0,0 0-3 0,0 0-1 15,0 0-1-15,0 0-3 0,0 0 3 0,0 0 1 16,0 0 1-16,0 0-2 0,0 0 5 0,0 0-4 15,0 0 6-15,0 0-8 0,0 0 1 0,0 0-3 16,0 0 3-16,0 0 2 0,0 0 1 0,0 0-4 0,0 0 2 16,0 0 5-16,0 0-10 0,0 0 7 15,0 0-8-15,0 0 8 0,0 0-2 0,0 0 3 0,0 0-4 16,0 0-1-16,0 0 0 0,0 0 1 0,0 0 2 16,0 0 1-16,0 0-2 0,0 0-1 0,0 0 0 15,-2 0 0-15,2 0 4 0,0 0-1 0,0 0 2 16,0 0-7-16,0 0 9 0,-2 0-8 0,0 0 8 0,2 0-7 15,0 0 0-15,0 0 5 0,0 0-5 0,0 0 1 16,0 0 0-16,0 0 1 0,0 0 1 0,0 0 4 16,0 0-9-16,0 0 4 0,0 0-5 0,0 0 2 0,0 0 7 15,0 0-7-15,0 0 7 0,0 0-4 0,0 0 4 16,0 0 0-16,0-2 0 0,0 0-11 0,0 0 3 16,2 2-1-16,0-1 3 0,0-1 1 0,0 0 2 15,-1 0 3-15,1 0-2 0,2 0-4 0,3 0 3 16,8-5-3-16,-5 3 3 0,8-5-1 0,-3 0 10 15,2-2 1-15,10-6 3 0,-8 6 8 0,5 5-13 16,4-16 4-16,-2-4-6 0,6-6-2 0,-3 4 0 16,5-3-1-16,1-1 0 0,4 3-2 0,-4 1 1 0,6-4-3 15,4 2 2-15,-3 4-7 0,5-5 7 0,1 9-4 16,-7-1 6-16,3 3-9 0,-8 3 3 0,-7 0-1 16,-1 3 1-16,-4 1 4 0,-3-2-4 0,-1 4 4 15,-3 1-4-15,-2 1 1 0,-4 2 9 0,0-1-9 16,-7 3 8-16,3-1-8 0,-3 2 2 0,0 1 0 0,-1 1-1 15,-1-2 3-15,0 2-9 0,4-1 5 0,-3-1-5 16,1 0 13-16,0 0-10 0,0 3 2 0,-1-1-5 16,-1 0 12-16,2 0-11 0,0 0 4 0,-3 0-5 15,1 0 13-15,0 1-12 0,0-1 6 0,0 0-7 16,0 0 4-16,0 0 5 0,-1 0-7 0,1 0 5 16,0 1-4-16,0-1 4 0,0 2 1 0,0 0 0 15,0 0-8-15,-1 0 4 0,1 0-1 0,0 0 3 0,0 0-3 16,0 0 1-16,0 0 1 0,0 0 1 0,-1 0-2 15,1 0 3-15,0 0-2 0,-2 0 1 0,0 0-5 0,0 0-3 16,2 0-3-16,-2 0-3 0,0 0-43 0,0-2-139 16,0 2-5-16,0 0-64 0,0 0-194 0</inkml:trace>
  <inkml:trace contextRef="#ctx1" brushRef="#br0" timeOffset="30415.44">12567 11129 48 0,'0'0'0'0,"0"-2"29"0,0 0 7 0,0 0 2 15,0 0 2-15,0 0-29 0,0 0-5 0,0 1-3 16,0-1-5-16,0 0 2 0,0 0 13 0,0 0-3 15,0 0 13-15,0 0-9 0,0 1 33 0,0-1 12 16,0-2-1-16,0 2 4 0,0-2-6 0,0 1 2 16,0-1-6-16,-2 0 3 0,0 2-22 0,0 1-8 15,0-3-1-15,0 0-4 0,0 0-8 0,1 3-2 0,-1-1 5 16,0 0-4-16,0 0-6 0,0 0 2 0,0 0-4 16,0 0 3-16,-1 1-7 0,-1-1 3 0,0 2 1 15,-5 0 4-15,-2 0 8 0,2 0-8 0,-1 0 4 0,1 0-5 16,-2 0 3-16,0 0-4 0,-2 0 2 15,0 2-2-15,-4 1 2 0,0 1 1 0,-1 2-2 0,-1-1 3 16,-1 3 5-16,-3-1-4 0,1 0 4 16,-2-1-3-16,-6 0 7 0,4-1 1 0,-3 1-2 0,-3-1 2 15,8-3-5-15,-2 0 2 0,2 0-1 0,-4-2-1 16,4 0-3-16,-6 0 0 0,-1 0-2 0,5 0 2 16,-6-2-9-16,2 0 1 0,2 0 2 0,4 2 0 15,-2-2 1-15,0 2 4 0,0 0-1 0,-2-1 3 16,2 1 2-16,4 0-4 0,2 0 7 0,1 0-7 0,3 0-2 15,1 1 0-15,2 1-5 0,0 0 4 0,0 0-5 16,0 2 5-16,-4 1-2 0,2-1 3 0,2 0-7 16,-2-1 6-16,2 1-4 0,4-2 4 0,-8 2-7 0,6-4 7 15,4 0-1-15,-1 0 4 0,5 0-4 0,-1 0 0 16,0 0-1-16,0 0 1 0,1 0-3 0,1 0-7 16,0 0 1-16,0 0-3 0,0 0 10 0,0 0-3 15,1 0-1-15,-1 0 0 0,0 0-2 0,0 0-2 16,0 0 5-16,0 2-3 0,0-1 5 0,1 1-4 15,-1 0 1-15,0 0-2 0,0 0 2 0,0 0-12 16,2 0 1-16,0-1-6 0,0 1-11 0,0 0-22 0,0 0-17 16,0 0-8-16,2 0-125 0,0 1-141 0</inkml:trace>
  <inkml:trace contextRef="#ctx1" brushRef="#br0" timeOffset="31410.42">11540 11247 554 0,'0'-2'45'16,"0"1"45"-16,0-1-18 0,0 0-6 0,0 0-8 15,0 0 4-15,0 0-17 0,0 0-3 0,0 1-4 16,0-1 0-16,0 0-22 0,0 0-9 0,0 0 3 0,0 0-5 16,0 2 5-16,-2 0 1 0,0 0 1 0,0 2 0 15,0 0 2-15,-1 0 8 0,-1 2-5 0,-2-1 6 16,-7 7 2-16,0-1 5 0,0 0 4 0,-1-3-3 16,-3 7-12-16,-2 7 3 0,-3-1-9 0,-6 5 7 15,-2 4-7-15,-7 0-1 0,-4 3 0 0,-7 4-1 16,-4 3-1-16,-2 4 2 0,-1 5 3 0,5 3-2 15,1 0-2-15,5 4 4 0,1-2-5 0,8 0 5 0,-1-8 0 16,5-5-2-16,3-2 0 0,0-9-2 0,6 2-7 16,3-6 1-16,-1-5 0 0,1-3 0 0,4-3-4 15,4-3 1-15,2-3 3 0,2-1 0 0,3-3-1 16,2-3-8-16,0 2-8 0,-2 2 1 0,3 0-14 16,-1-1 18-16,0-1 1 0,2 0 5 0,2 0 0 0,0-2 2 15,7-4-5-15,21-12 4 0,-1 8-10 0,3-25 4 16,1-6-3-16,1-2 3 0,1-2-3 0,0 4-16 15,-1 0 4-15,-5 4-7 0,-1 5 0 0,-4 4-5 16,-1 4-7-16,-8 5-3 0,1 2-45 0,-6 6-180 16</inkml:trace>
  <inkml:trace contextRef="#ctx1" brushRef="#br0" timeOffset="33576.43">10468 12332 156 0,'0'0'47'0,"0"0"-2"0,0 0-19 0,0 0-8 16,0 0-19-16,0 0-28 0,2 2 92 0,0 1-25 16,4 16 42-16,1 20-61 0,-1 9-16 0,-3 8 5 15,-1 11-6-15,-4 1 13 0,-1 7-16 0,-7 1 9 0,-3-6-9 16,4 1 9-16,-2-8-4 0,0-2-1 0,2 4 0 16,-4-2 1-16,0 10 6 0,0 8 0 0,-2 9 4 15,2 8 22-15,2 4-5 0,-2-2 0 0,0-3-3 16,2-2-3-16,-1-3-16 0,3 11 5 0,2-1-10 15,1 0-3-15,1-4 0 0,1-11 2 0,2-14 1 16,2-8 5-16,0-13 0 0,2-6-2 0,2-7 2 16,-1-5-3-16,-1-5 19 0,0-6-4 0,0-5 7 0,0-1-24 15,0-6 1-15,-1-2-9 0,-1-5 4 0,0-2-14 16,2 2-89-16,0-1-53 0</inkml:trace>
  <inkml:trace contextRef="#ctx1" brushRef="#br0" timeOffset="34088.39">9340 13228 556 0,'0'0'68'0,"0"0"5"0,0 0 15 16,0-1-26-16,0-1-3 0,0 0-56 0,0 0-12 15,0 2-7-15,0 0 0 0,0 0-10 0,0 2 11 16,0 2-1-16,0 22 6 0,-2 26 14 0,0 16-4 0,0 16 6 16,0 18-6-16,-2 6 8 0,-3 5-1 0,0 6-1 15,-1 7 1-15,-3 11-5 0,0 16 3 0,2 3-3 16,-3-2 2-16,3-4-15 0,2 8-30 0,-3 11-116 16</inkml:trace>
  <inkml:trace contextRef="#ctx1" brushRef="#br0" timeOffset="37917.58">10604 14304 4 0,'0'-2'0'0,"0"0"16"0,0 0 30 15,0 0 9-15,0-15 18 0,4-1-4 0,-1 1-30 16,-1 0 6-16,2 3-11 0,-2 1 5 0,0 0-9 16,0 0 2-16,-2 0-3 0,0 1-1 0,0 3-4 15,0 0 0-15,0 3 0 0,-2-1 6 0,0 1-14 0,0 3 13 16,-2-3-12-16,2 2 9 0,-18 1 0 0,1 1-7 16,5-2 6-16,-5 2 5 0,4 0-8 0,-5 0 5 15,-1 1-7-15,-1-14 3 0,-4 2-7 0,7 7 1 16,-1 1-4-16,-4 1-5 0,4 2-6 0,-5 2-5 0,1 0 0 15,2 0-14-15,0 2 13 0,-1 2-2 0,1 1 5 16,-2 3-2-16,0 1 8 0,0 2 2 0,0 2 1 16,-2 0-9-16,1 2 2 0,-1 2-1 0,-3 1 4 15,-3-16 4-15,2 20-8 0,-1 1 4 0,-1 1-4 16,1 4 6-16,-1-1-3 0,2-1 0 0,6 2-1 16,-3-2-2-16,-3 0 0 0,8 4 0 0,-6 0 0 0,7-1 5 15,1 3-5-15,1 1 4 0,3 1-4 0,-3-1-6 16,4 2 6-16,2 1-5 0,-4 5 5 0,6-2-1 15,0 3 7-15,0 1-6 0,2 3 7 0,1 1-12 0,-1 1 5 16,2 6 0-16,-1 2 1 0,3-1-4 0,-1 5 3 16,0-1 3-16,1-3-1 0,1-2-4 0,0-8 2 15,3-1-5-15,-22-6 4 0,10 0-1 0,8-4-1 16,3 0 1-16,2-1-1 0,5 1 1 0,5 2-1 16,1-4 1-16,4 3-1 0,0-1-2 0,3 0 4 15,4 2-6-15,-20-3 5 0,30 1-8 0,-1 4 8 16,5-4-1-16,5 3 2 0,-6-5-1 0,0-1-8 0,6-3 0 15,-6-3-2-15,2-2 4 0,6-1 2 0,-8-10 7 16,2-2-1-16,1-2 20 0,-3-5-3 0,0 16-1 16,4-7 0-16,0-7 3 0,4-6-8 0,-2-4 7 15,5-3-6-15,2-5 6 0,-3-2-4 0,5-3-5 16,-2 0 3-16,-7 1-8 0,4-5 9 0,-6 1 0 16,-6 16 5-16,2-29 9 0,-7-1-2 0,0 3 2 0,-7-10 0 15,1 2 6-15,-2 2-4 0,-1-6-3 0,-1 8-1 16,1-4-15-16,-4 1 6 0,-2-1-7 0,-2 0 6 15,-2 0-10-15,1 2 0 0,-1-2 4 0,0-1-3 16,-1-3 2-16,-1-4-1 0,-1-6 1 0,-5-7-1 16,3-5 2-16,26-7 0 0,-17-1-5 0,-9 1 2 15,-4 3-6-15,-2 2 6 0,-2 4-4 0,0 4 4 0,1 1-9 16,-1 1-1-16,0 5 5 0,-3-2-3 0,-1 4 2 16,-1 0 3-16,-2-1-4 0,-2 7 4 0,-2 1-6 15,-2 4 5-15,1 6 6 0,-1 7-1 0,8-2 13 0,-21 2-6 16,-2 4-5-16,-3 1 1 0,-6 3-8 0,-7 1-2 15,3 4 4-15,-7 4-3 0,0-1 7 0,8 5-6 16,-4 3-4-16,3-20 1 0,4 12-6 0,-3 10-6 16,1 8 3-16,0 10-5 0,-1 1-5 0,-3 52-19 15,-5 14-29-15,-9 26-12 0,-15 14-239 0</inkml:trace>
  <inkml:trace contextRef="#ctx1" brushRef="#br0" timeOffset="41262.13">16261 14602 285 0,'0'0'25'0,"-1"-1"21"0,-1-1 40 0,-2 0 12 16,2 2-8-16,-9-8-22 0,0 3-27 0,0-1-6 0,3 3 1 15,-1-1-13-15,2 0 10 0,-1 0 2 0,-1 1 1 16,0-1-2-16,-1 0 9 0,-3 1-2 0,0 1 5 15,-3 0-6-15,-3 2-10 0,2 0-2 0,-7 0-2 16,0 0-5-16,-2 2-7 0,0 1-1 0,2 3-1 16,2 0 11-16,-4 3-12 0,3 0 4 0,1 4-7 15,-4 4-7-15,0-8-3 0,-2 19 2 0,4 5-4 16,4 6-2-16,-1 6 4 0,5 3-3 0,-1 8 4 0,4 5-8 16,4 6 4-16,-1 4-1 0,5 1 3 0,1 0 3 15,2-3-1-15,-26-2 2 0,19-2-1 0,9-6-2 16,4-5 7-16,5 2-5 0,2 1 5 0,4 3-6 0,5 1-3 15,3 8 1-15,1 0 0 0,0-3 3 16,0-1-1-16,0-7 1 0,-1-6-2 0,1-4-4 0,-2-7 5 16,-18-4-7-16,25-7 6 0,-3 0-7 0,0-3 3 15,-1-1 3-15,-3-3-2 0,2-3-8 0,4-1 1 16,0-3 4-16,0-1-2 0,1-2 11 0,5-2 6 16,1-1-6-16,4-3 5 0,4-3-10 0,1 0 3 15,6 22 3-15,0-15 0 0,10-8 6 0,-1-6 2 0,-1-5-8 16,-2-3 6-16,-8-2 1 0,-2-4 2 0,-1-1 4 15,-8-3-3-15,-2 16 9 0,-5-25 5 0,-4-3-5 16,0-3 4-16,-2-4-3 0,-5-7-8 0,-1-7 8 16,-3-5-9-16,-4-6-2 0,-2-7 4 0,-1-3 3 15,-3-6-1-15,-1-1 4 0,28 6-6 0,-19-4-6 0,-10 0 3 16,-4-5-3-16,-7-6-4 0,-5-8 5 0,-2-3-6 16,-3 2 2-16,-3 5 4 0,-1 8 1 0,-2 11 3 15,-4 3 9-15,24 3-10 0,-37 1 1 0,-11-1-4 16,-5-1 13-16,-8 6-16 0,-7 4-2 0,1 13-8 15,-7 9-36-15,-6 11-4 0,3 13-13 0,-7-19 3 16,-3 29-60-16,-16 23-136 0,-18 1-127 0</inkml:trace>
  <inkml:trace contextRef="#ctx1" brushRef="#br0" timeOffset="46256.11">16948 14341 809 0,'0'0'18'0,"-1"0"6"0,-1 0 12 15,0 1 1-15,0 1-14 0,0 0-14 0,0 0 4 16,0 2-4-16,-1 7 7 0,-1 2 0 0,2 0 9 16,2-4 4-16,0-3 2 0,0 3 10 0,0-3 8 15,0-5-3-15,2 3 6 0,0 0 2 0,2-2-4 0,-3-2 3 16,14 3-5-16,4-1-17 0,1-2 0 0,3-3-11 16,6-7 7-16,5-5-19 0,12-9-10 0,4 17 0 15,15-34-5-15,8-3-5 0,8-8-23 0,10-4-1 16,-2-7-11-16,6-6-40 0,4-2-50 0,14-7-7 0,22-11-35 15,10-13-244-15</inkml:trace>
  <inkml:trace contextRef="#ctx0" brushRef="#br0" timeOffset="95305.92">20174 14946 0,'0'0'0,"0"0"0,74 32 16</inkml:trace>
  <inkml:trace contextRef="#ctx1" brushRef="#br0" timeOffset="93321.23">1293 10020 60 0,'0'0'0'0,"0"0"9"0,0 0 110 0,0-2 0 0,0 0 14 15,0 0-33-15,0 1-13 0,0-3-34 0,0 0 1 16,0-1-4-16,1-7-6 0,1 3-4 0,-2 0-2 16,0 1-1-16,0 3-8 0,0-1-3 0,0 3 0 15,2-1 1-15,-2 0 14 0,0 0 7 0,0 1-2 0,0 1 0 16,0 0-15-16,0 0-10 0,0 0 1 0,0 0-3 16,0 2 10-16,0 0-8 0,0 2 8 0,0 0-8 15,0 7 5-15,-2 23-12 0,0 5-2 0,2 6-4 16,0 1-6-16,0 10-2 0,0 4 1 0,-1 5-1 15,-3 9 0-15,-2 8 3 0,-3 6-3 0,3 3 3 16,-1 0 2-16,0-2-6 0,-3-1 5 0,-8 6-5 0,-3 12 8 16,-1 21-7-16,0 8 1 0,9-4-2 0,-2-16 5 15,0-24-4-15,2-9 3 0,2 3-3 0,0 16 3 0,3 12 1 16,3-1 0-16,3-10 0 0,2-18 2 16,0-21-3-16,0-11 7 0,0-13-5 0,0-2 9 0,0-3-5 15,2-2-3-15,-2-1 1 0,0-1 6 0,0 2-2 16,0 2 2-16,0 3-3 0,0-2 0 0,-4 4-3 15,-2-1 3-15,1-1-3 0,-3 2 11 0,1 0-10 16,1-9 2-16,1-6-4 0,-1-3 3 0,3-2-5 16,-1-2 2-16,0-4-3 0,0-2-3 0,3-2 3 15,-1-1-4-15,2-2 2 0,0-1-4 0,-2 3-31 16,2-2 0-16,-2 1-16 0,0 1-39 0,2-3-66 0,0 1-1 16,-2 2-22-16,0 3-8 0</inkml:trace>
  <inkml:trace contextRef="#ctx1" brushRef="#br0" timeOffset="94104.6">992 12243 537 0,'0'0'39'0,"0"0"-2"0,0 0 1 15,0 0-4-15,0 0-12 0,0 0-12 0,0 0 23 0,0 1 4 16,0 1 5-16,0 2 5 0,0 7-4 0,2 15-2 16,-1 6 2-16,1 1 8 0,-2 2-12 0,2 1 12 15,2 1-12-15,0 2 13 0,-1 3-18 0,1 10 0 16,-2 19-5-16,0 20-9 0,0 20 0 0,-1 8-4 16,3-6 4-16,-2-14-8 0,-2-14-1 0,2-5 0 0,-2-2 0 15,0 0-11-15,-2 0 11 0,0 4-3 0,0-10 7 16,2-1-10-16,0-14 3 0,0-5-5 0,0-5 5 15,2-6 8-15,2-6-8 0,0-4 3 0,-1-5-5 16,1-3 5-16,0-7-6 0,-1-1 3 0,1-2-4 16,-2-3-2-16,0-3 9 0,0-1-5 0,-2-3 6 15,2 1-5-15,-1 0-3 0,1-1 0 0,0 1-2 0,0-2-2 16,0 0 6-16,0 0-3 0,0 0 2 0,-1-1-6 16,1 1 0-16,0 0-2 0,-2-2 1 0,0 0 4 0,0 0-2 15,0 0 4-15,0-2-4 0,-2 0 4 0,0 1-4 16,1-1 3-16,-1 0-3 0,0 0 6 0,0 0-3 15,0 0-2-15,0 0-1 0,0 2-5 0,1 0 9 16,-1 0-5-16,0 0 5 0,2 0-6 0,0 0 2 16,-2 0 3-16,2 0-2 0,0 0-1 0,0 0 2 15,0 0-4-15,0 0 2 0,0 2 0 0,0 0 0 16,0 0 0-16,0 0 0 0,2 0-8 0,0 0 8 16,1 1-3-16,18 10 4 0,12 6-2 0,3-2-2 0,1-1 1 15,5-1-2-15,7 0-8 0,8 0 6 0,1-2-4 16,-1 0 4-16,-3-2-7 0,6 0 3 0,5-2 2 15,14 1 1-15,12-3 4 0,15 0 3 0,-2 3-1 16,-5-5 2-16,-7 23-2 0</inkml:trace>
  <inkml:trace contextRef="#ctx1" brushRef="#br0" timeOffset="95011.03">1380 14361 256 0,'0'2'52'0,"-2"0"2"0,0 0 42 0,0-1 12 16,0 3-30-16,-1 0-18 0,-3 7-24 0,1-2-5 0,1 4 2 15,0-2-12-15,2 1 8 0,2 1 3 0,-2 1 2 16,2 1 7-16,2 0-2 0,2-4 3 0,2 0-2 16,-3-5-1-16,-1-2-4 0,6-2 0 0,5 7 0 15,1 0 2-15,9 0-12 0,1-3 6 0,4-4-8 16,7-2-1-16,6-8-1 0,9-3-7 0,11-2 4 16,12-2-10-16,14-3-1 0,4-3-4 0,0-1 2 0,0-2-5 15,-10 2 4-15,-3 1 3 0,0 3 0 0,0-1-9 16,10 4 0-16,6 4 2 0,9-2 0 0,-1 4 7 15,-11 2-8-15,-6-1 1 0,-13 1-4 0</inkml:trace>
  <inkml:trace contextRef="#ctx1" brushRef="#br0" timeOffset="96680">836 14545 2 0,'0'0'0'15,"0"0"15"-15,0 0 16 0,0 0 36 0,-2 0 15 16,0 0-2-16,0-2-4 0,0 0-32 0,1 2-4 0,-1 0 0 15,0-2 1-15,0 0-6 0,0 1 6 16,0-1-7-16,0 2 2 0,1 0-6 0,-1 0-3 0,0 0-1 16,0 0-14-16,0 0 2 0,0 0 0 0,0 0-1 15,1 0-9-15,-1 0 5 0,0 0 3 0,0 2 3 16,0-2 11-16,0 0 0 0,2 0-3 0,0 0 2 16,0 0-11-16,0 0-7 0,0 0 0 0,0 0 0 0,0 0 3 15,0 0-2-15,0 0-6 0,0 0 3 0,0 0-8 16,0 0 3-16,0-2 1 0,2 2 1 0,0-2 2 0,0 0-4 15,0 0 5-15,1 0-4 0,1 0 11 0,2 1-5 16,7-7 5-16,2-3-4 0,-1 0 11 0,1 3-5 16,4-16 2-16,-3-2-1 0,5-2 16 0,-3-5-12 15,3 3 6-15,3-3-9 0,4 0-4 0,3-1-1 16,1-1-8-16,3 0 5 0,-5-3-12 0,2 1 4 16,-1-4 1-16,1-1 2 0,3-3 5 0,-3-3-10 15,-3-6 3-15,1-4-5 0,-8 6 10 0,-1 0 0 16,-1 10-3-16,-3 3 1 0,0 2 0 0,-3 3-4 15,3 5 3-15,0-1-5 0,-1 4 12 0,3 2-10 0,1 0 5 16,-3 1-7-16,4-1 3 0,-3 2-1 0,3-2 3 16,1-4-2-16,2-4 3 0,-2 1 0 0,1-6-4 15,1-4 1-15,0-4-1 0,0-3 3 0,2-8-1 16,7 1 3-16,-5-3-2 0,0 4 0 0,2 8 6 16,-13 7-4-16,9 5-2 0,5 8 2 0,-7-2-6 0,12 4 4 15,-10 2 2-15,-2 0-5 0,2 1 4 0,-8-1-5 16,3 0 1-16,-1-2-1 0,2-2 1 0,-1-4-2 15,-1-2-3-15,1-1 9 0,-3-4-3 0,4-2 5 16,1-2-9-16,-3-7 2 0,4-2 2 0,-1-1 1 16,1 7 1-16,0 1 1 0,2 10-6 0,5-1 3 15,-3 1 2-15,0 1-6 0,6 3 7 0,-10-1-7 16,5 2 5-16,3 0-2 0,-8 4-2 0,2-2 1 0,0 0 7 16,-4-2-10-16,4-1 7 0,2-1-7 0,-2-2 11 15,0-3-5-15,-2 2-3 0,-5-6-1 0,1 1 2 0,1 1-1 16,-6 0 3-16,3 2-3 0,-3 0 2 0,2-3-2 15,-1 5 5-15,1 3-4 0,0 1 4 0,0-1-6 16,-3 4 1-16,3 0-3 0,2 7 9 0,-3-3-4 16,3 4-1-16,0 1-1 0,-3-2 1 0,3 1-2 15,-1-1 3-15,5 2-3 0,-3-1-2 0,-1-3 3 16,5 1 1-16,-4-2 0 0,4 1 7 0,-3-3-8 16,-1-2 6-16,4 2-7 0,-3-2 1 0,1 2 1 15,-5-4 0-15,1 4 1 0,-1-4 2 0,3-2-2 0,5 6-3 16,-9-4 2-16,1 8-1 0,-2-2-2 0,-4 3 2 15,4 1-1-15,0 1 8 0,-4-2-7 0,0 6 6 16,-2-2-7-16,1 1-1 0,-1 4 6 0,0-3-4 16,-1 2 6-16,1-4-5 0,-2-1-3 0,4-3 2 0,1 2-2 15,-1-3 4-15,0-1 1 0,0 1 2 0,0-4-2 16,6 2-6-16,-2-3 6 0,0 3-4 0,1 0 5 16,1 0-2-16,0-1 1 0,-2 1-2 0,-1 0 1 15,1-2-7-15,2-2 4 0,1 1 1 0,5 3 2 16,-5-2 5-16,3 0-4 0,1 2 3 0,-3-2-4 15,3-1 1-15,0 1 16 0,-7-4 9 0,9 4 2 0,-3-2 17 16,-3-2-16-16,1 2-12 0,-4-1 4 0,-1 2-15 16,3 5 1-16,2 1 1 0,-4 1-2 0,-2-1-9 15,0 3 2-15,1 3-5 0,-1-2 3 0,4 2-19 16,-2 0-132-16,4 0-80 0</inkml:trace>
  <inkml:trace contextRef="#ctx1" brushRef="#br0" timeOffset="99681.09">2438 12484 256 0,'0'0'0'0,"0"0"21"0,0 0 14 0,-2-2 6 15,0 0 4-15,1 0-16 0,-1 0-2 0,0 1 4 16,0-1 0-16,-2-2 4 0,1 0 8 0,-1 1-12 15,0-1 10-15,2 0-20 0,-1-1 11 0,1-1-5 16,-2 0 7-16,0 1-3 0,2 1 0 0,1 1 5 0,1 1-5 16,-2-2-7-16,0 0-3 0,2 2 0 0,-2-1 1 15,0-1 4-15,0 0-15 0,0 1 6 0,1-1-8 16,-1 0 10-16,0 0-11 0,0 1 0 0,0-1 0 16,2 2 11-16,0 0-3 0,0 0 2 0,0 1-2 15,0-1 13-15,0 0-9 0,0 0 2 0,0 2-7 16,0 0-9-16,0 2-2 0,0 0-1 0,0 1 0 0,0 18-3 15,2 9 10-15,2-1-5 0,-1 3 6 16,1-1-11-16,2 5-2 0,1 3 3 0,1 1-1 0,-1 5 3 16,-1 0 3-16,-1-1-5 0,-1 8 4 0,0 0-2 15,-1 8-1-15,-1 1 0 0,2 4-1 0,0 5-7 16,-1 5 3-16,1 3-1 0,0 0 2 0,-1-2 4 0,1 0 1 16,-2-4 2-16,0-9-1 0,-2-1-4 0,0-5 5 15,0-7-5-15,2 0 4 0,0-5-4 0,1-4 1 16,1-4 7-16,-2-2-3 0,2-1 2 0,-1-3 4 15,1-1-3-15,0-6 4 0,-1-2 0 0,1 1-1 16,-2-8-4-16,2 1 1 0,-1-1-11 0,-1-2 4 16,0-2 0-16,0-1 4 0,0-3-4 0,0 2-5 15,1 4-3-15,1 2-3 0,0 0-14 0,1 2-45 16,1 1-46-16,1 6-16 0,3 10-310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38:24.2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2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30T05:39:14.540"/>
    </inkml:context>
  </inkml:definitions>
  <inkml:trace contextRef="#ctx0" brushRef="#br0">25372 2950 285 0,'0'-2'62'0,"-1"0"-3"0,-1 0 23 16,0-2 19-16,0 1-8 0,0-1-7 0,-7-7 49 15,-4 0-11-15,2 3 4 0,5 1-78 0,-1 3-26 0,3-1-1 16,0 3-5-16,-1-2 17 0,3 4 5 0,-2-4-4 16,2 4 1-16,0 0-13 0,-1-2-17 0,-1 1 5 15,0-1-10-15,1 0 9 0,-1 2-13 0,0 0 4 16,0 2-5-16,-1 5 11 0,-12 25 24 0,2 7-2 0,4-2 9 15,2 2-9-15,0 0-14 0,1 2 0 0,3 1-6 16,-1-1-9-16,-1 4 11 0,-1-3-9 0,1 3 11 16,-1-2-6-16,-1-2 5 0,2-2 3 0,1-6-2 15,0 0-2-15,1-3 3 0,1-2-7 0,0-4 6 16,3-2-3-16,1-1-11 0,0-3 6 0,0-3-8 16,0 2 4-16,0-10-6 0,0 3-4 0,0-5-3 15,0-1-35-15,1 0-98 0,1-3-8 0,0 1-40 16,2-2-116-16</inkml:trace>
  <inkml:trace contextRef="#ctx0" brushRef="#br0" timeOffset="280.06">25311 2900 833 0,'-2'-2'58'0,"0"0"76"0,-1-6-73 0,-7-6-16 16,1-1-5-16,4 2-1 0,1 3-4 0,2-1-17 15,2 4 12-15,2-4-9 0,2 0 44 0,-1 5-16 0,1-1 1 16,24 1-8-16,2 4-19 0,1 0 0 0,3-18 0 16,-3 9-1-16,3 5-10 0,-5 4 4 0,1 2-7 15,-4 2 7-15,-4 2-9 0,-5 1 2 0,2 7-1 16,-8-5 0-16,-2 0-1 0,-5 16 3 0,9-5-2 16,-6 6 2-16,-5 1-1 0,-4 2 0 0,-7 3 6 0,-6-2-4 15,13 3 7-15,-31-3-7 0,1 0-2 0,-3-2-2 16,0 0 0-16,3-4-4 0,0-3 1 0,3 0-2 15,5-5 0-15,-1 1-17 0,3-2 5 0,4 0-10 16,5-2-11-16,1-1-40 0,5-1-22 0,1-2-7 16,1 3-85-16,1-1-98 0,2 0-49 0</inkml:trace>
  <inkml:trace contextRef="#ctx0" brushRef="#br0" timeOffset="560.45">25725 3458 714 0,'-2'0'68'0,"0"0"113"0,2 0-114 0,-1 0 34 16,-1 0-18-16,0 0 17 0,0 0-57 0,0 2-11 16,0 0 6-16,0 2-4 0,1 7 25 0,-3 9-9 15,0 5-4-15,0 0-1 0,1 0-14 0,1 1-11 0,-2 0 0 16,2 0-4-16,0 0 0 0,-1-4-8 0,1-2-2 15,0-5-2-15,-2 4 2 0,2-3-7 0,1-3 1 16,-1-1-5-16,0-3-8 0,0-2-21 0,0 3-7 16,0 1-12-16,2-2-97 0,0-3-93 0,0-3-29 0</inkml:trace>
  <inkml:trace contextRef="#ctx0" brushRef="#br0" timeOffset="857.96">26355 3204 935 0,'0'0'45'0,"0"0"-4"0,0 0 47 16,-2 0-3-16,0 0-1 0,0 0-35 0,0 0-13 15,2 0-1-15,0 0 1 0,0 0 26 0,2 0-4 16,0 0-5-16,3 0-2 0,27 0-37 0,3 0 4 16,8 0-6-16,-6-2 6 0,-2-2-2 0,-3 3-14 15,-4-3 5-15,-2 2-7 0,-2 0 7 0,-2 2-14 0,-3 0 1 16,-2 0-9-16,-4 0-20 0,0 2-63 0,-6 0-10 16,0 0-23-16,1 1-78 0,-4-1-131 0</inkml:trace>
  <inkml:trace contextRef="#ctx0" brushRef="#br0" timeOffset="1010.81">26425 3516 775 0,'0'0'47'0,"0"0"75"16,-2 0-58-16,2 0 21 0,0 0-9 0,0 0 9 16,0 2-37-16,0-2 12 0,2 0-7 0,0 0 7 0,2 0-20 15,11 0-22-15,14 0-1 0,1-2-8 0,7-2-6 16,2-3-58-16,-2-1-14 0,2 1-26 0,0 0-148 15</inkml:trace>
  <inkml:trace contextRef="#ctx0" brushRef="#br0" timeOffset="6031.05">27777 3208 456 0,'0'0'250'16,"-2"0"-278"-16,0 0 290 0,0-2-138 0,0 0-2 16,1 0-14-16,-1 0-1 0,0 0-9 0,0 1-28 15,0-1-13-15,0 0 2 0,0 0-6 0,1 0-6 0,1 0-14 16,0 0-1-16,1 1-3 0,3-1 5 0,11-4 2 16,17-1 1-16,1 1-2 0,4 1-7 0,0-1 2 15,8-1-8-15,1-1 5 0,-1 1-12 0,1-1-7 16,-5 5 6-16,-6-3-7 0,-5 2 0 0,-8 1 0 15,1-3-7-15,-9 4 1 0,5-2-30 0,-2 3-29 16,-6-1-2-16,2 0-12 0,-6 2-37 0,1 0-123 16,-5 0-14-16,5 0-44 0,-1 0-125 0</inkml:trace>
  <inkml:trace contextRef="#ctx0" brushRef="#br0" timeOffset="6539.24">28570 2994 878 0,'0'0'65'0,"0"0"-8"15,0 0 67-15,-2 0 4 0,0 0-5 0,0-2-14 0,0 0-43 16,0 1-2-16,1-1-14 0,-1 0-13 0,-2 0-20 16,0 2 5-16,1 0-10 0,-7 2-5 0,-1 2-9 15,0 3 2-15,2 4-4 0,-2 13 5 0,3 2 0 16,1 0-1-16,-1 0 0 0,5-2-5 0,1-1 10 16,0-5-4-16,-11 1 6 0,5-4-4 0,5-2 9 15,1-2 0-15,2-2 2 0,0-1 3 0,0-3 9 16,0-1-5-16,0-2 6 0,4 1-3 0,3 3 0 15,8 1 0-15,0-1-1 0,-2-4-2 0,2-2-6 16,-2 0 3-16,-4-2-4 0,0-2 3 0,-3 2-1 0,-1-1 0 16,-1 1 0-16,-2-9 5 0,7-2-7 0,-1-2-1 15,-3 0-3-15,-1 0-6 0,-2 0-2 0,-2 0 4 16,0-3-3-16,-2 7 1 0,0-4-4 0,0 6-2 16,0 1 0-16,0-1-2 0,1 1 1 0,1 5-3 0,0-1 2 15,0 0-8-15,0 2-1 0,0 1 5 0,-2-3-4 16,2 0 4-16,0 2 3 0,0 0-9 0,0 1 5 15,0-1-14-15,2 0 7 0,-1 0 1 0,1 0 3 16,0 0-2-16,0 0-24 0,0 2-12 0,0 0-12 16,1 0-117-16,1 0-278 0</inkml:trace>
  <inkml:trace contextRef="#ctx0" brushRef="#br0" timeOffset="7256.21">27448 2764 677 0,'-2'-2'146'0,"-1"0"264"15,-12-7-311-15,2 2-10 0,5 1-2 0,1 4-1 16,0-5-2-16,3 1-22 0,-4-1-9 0,7 3-5 16,-1 0-34-16,2 2 12 0,0 1 7 0,0-3 2 15,2 0 26-15,-1 0-19 0,9-1-2 0,19-8-7 0,9 2-13 16,2 5-6-16,1 4 0 0,-2 2-2 0,0 0-11 16,-4 4 4-16,-1 2-2 0,-3 1 2 0,-1 2-5 0,-6 2 4 15,0 2-3-15,-5-7 4 0,-2 22 0 0,-4 5 5 16,2 3 3-16,-6 3 1 0,-2 7 13 0,-1 6-13 15,20 0 7-15,-11 4-8 0,-8-1 6 0,-7-1-4 16,0-2 0-16,-4 0-2 0,-1 2-5 0,-1-2 6 16,-1 0-5-16,1-2 6 0,1-3-4 0,-1-1-3 15,1-3 1-15,-1-6-2 0,-1 0-4 0,1-6 3 16,-1 1 1-16,-3-4 1 0,1 2 6 0,0-6-8 0,-1-2 2 16,1-3-5-16,2-5 0 0,-3 1-18 15,3-2-2-15,0 0-11 0,1-3-51 0,0-3-73 0,3-1-6 16,1-3-27-16,0 1-69 0,0 0-94 0,0-2-87 15</inkml:trace>
  <inkml:trace contextRef="#ctx0" brushRef="#br0" timeOffset="7487.15">27376 3306 1060 0,'-2'0'111'0,"0"0"225"0,-22 0-296 16,11 0 22-16,4 0-7 0,5 0 8 0,0 0-33 16,2 0-16-16,1 0-3 0,1 0 1 0,1 0 21 15,1 0 2-15,11 0 5 0,19-5-6 0,7-3-18 0,9-1-6 16,4-2-11-16,6-2 4 0,-3 0-11 0,-1 0-19 16,2 0 2-16,3 2-10 0,1-1-18 0,-1 3-17 15,1 0-11-15,-5 3-5 0,-3 3-64 0,0 1-88 16,-5 0 0-16,-5 0-35 0,1-2-64 0</inkml:trace>
  <inkml:trace contextRef="#ctx0" brushRef="#br0" timeOffset="7921.91">28492 3139 356 0,'0'0'105'0,"0"0"115"0,0 0-23 0,0 0-42 0,0 0-6 15,0 0-14-15,0 0-35 0,-2-2-13 16,0 0-5-16,0 0-4 0,0 2-28 0,-1 0-16 0,-1 0 1 16,-9 0-5-16,0 2 2 0,-2 2-17 0,0 2 3 15,-3 5-5-15,-3-9 8 0,3 20-1 0,-3 2-4 16,8 0 2-16,0 0-12 0,8-1 5 0,3-3 0 0,0-1 1 15,-9-3-4-15,3-1 1 0,5-2 3 0,3-2 1 16,0 0 18-16,1-5 2 0,-1-4-1 0,4 2 0 16,9 3-5-16,11 2-2 0,2-5-4 0,2-6 1 15,2-5-13-15,-2-4 3 0,1-4-1 0,3-4 1 16,-2 17-5-16,-2-20-4 0,-1-2 5 0,-1 2-4 16,-5-1 1-16,1 1 7 0,-1 2-6 0,-7 1 6 15,-2 2-8-15,-5 4 7 0,-3 2-7 0,5 0 7 0,-5 4-7 16,-4 5 1-16,0 0 0 0,2-2-3 0,-1 2-9 15,1 0 1-15,-2 2 0 0,0 0 1 0,0 2 0 16,-2 2 3-16,1 2-3 0,-9 14 3 0,3 0 2 0,3-1-8 16,2 0 2-16,2-5-6 0,2 1 7 0,2-5-3 15,1-1 5-15,12-4-4 0,11-3 11 0,5 19-1 16,3-10 0-16,-9-7-1 0,3-4 2 0,2-2-2 16,-3-4 3-16,1-3-3 0,2-4 2 0,-6 0 8 15,-2 0-6-15,-6 2 7 0,-5 1 0 0,-5 5-1 16,-6-12 1-16,9 0-2 0,-4 3-5 0,-1-5 3 15,-4 6-4-15,-2-4 2 0,-6 2-19 0,1 6-15 16,3-2 0-16,-21 5-8 0,5 3-24 0,-6-1-30 0,5-9-11 16,2 6-8-16,3 3-47 0,4 4-38 0,7 0-8 15,-1 0-10-15,2 2-27 0,0 0-78 0</inkml:trace>
  <inkml:trace contextRef="#ctx0" brushRef="#br0" timeOffset="8284.39">29634 2896 299 0,'0'0'119'16,"0"0"5"-16,-2-2 53 0,0 0-30 0,0 0-3 16,0 0-36-16,0-1-39 0,0-1-6 0,-3-5-9 15,1 1-16-15,-1-1-5 0,1 3-9 0,0 1 1 0,0-3-21 16,1 1 4-16,1 1 0 0,0 3-1 0,0-3-8 16,0 2-1-16,0 1 6 0,1-1-3 0,-1 0 8 15,0 1 13-15,0-1-5 0,2 0 9 0,0 0 3 0,0 1 11 16,0-1-2-16,0 0 4 0,0 1 1 0,2-1 9 15,0 0-2-15,0 0 4 0,-1 1-4 0,1-1 10 16,0 0 0-16,0 1 1 0,0-1-16 0,0 0-6 16,0 2-8-16,-1 0 3 0,-1 1-18 0,0-1-10 15,0 2 4-15,0 2-5 0,0-1 9 0,-3 14-4 16,-10 24 1-16,0 0-2 0,-2 2 5 0,-2 2-5 16,0-1-3-16,-1 3 1 0,1 1-3 0,0-3-1 15,1 0 2-15,3-4-3 0,0-2-3 0,2-4 1 0,1-1-6 16,1 0 3-16,2-5-18 0,1-2-36 0,1-1-16 15,1-6-15-15,2-3-113 0,0-4-69 0,2-3-23 16,0-5-18-16,2 1-123 0</inkml:trace>
  <inkml:trace contextRef="#ctx0" brushRef="#br0" timeOffset="8485.26">29972 2920 1201 0,'-2'0'53'15,"0"2"-6"-15,-9 1 71 0,-25 10-12 0,3 0 10 0,-4 2-38 16,5-2-18-16,-3 2 2 0,2 2-7 0,3-2-2 16,0 0-15-16,6-1-5 0,4-1-4 0,3-9-18 15,9 13 0-15,3 0-2 0,-6-1 0 0,0 3-4 16,7-4-5-16,2 1-1 0,2-3-3 0,4 2-2 16,3 0-10-16,1-4 5 0,-3 0-9 0,16-3-9 0,8-1-11 15,-1-3-9-15,6-2-2 0,-3 16-37 0,3-5-118 16,1-7-9-16,2-4-57 0,2-4-206 0</inkml:trace>
  <inkml:trace contextRef="#ctx0" brushRef="#br0" timeOffset="8720.91">30430 2838 653 0,'-2'0'381'0,"0"-2"-481"0,1 1 456 15,-3-1-237-15,-4 0 21 0,-5 0-42 0,2 2 7 16,0 0-23-16,6 0-21 0,-5 2-3 0,1 2-2 0,0 1 0 15,-4-3-7-15,5 17-11 0,1 3 3 0,-1 2-7 16,5 2-5-16,-3 2-10 0,2-2-1 0,-3-4-2 16,0 2-6-16,1 2-4 0,-1-2-3 0,-1 0 1 15,3-1-7-15,-3-5-18 0,3 1-3 0,1-4-10 16,0 1-53-16,-5-3-94 0,1-1-9 0,5-3-32 16,1-4-72-16,2-3-122 0</inkml:trace>
  <inkml:trace contextRef="#ctx0" brushRef="#br0" timeOffset="8906.19">30651 2751 824 0,'-2'0'116'0,"0"0"210"0,-1 0-213 0,-1 0-3 16,-9 2-9-16,-2 3 0 0,0 3-38 0,4-1-1 16,2-3-4-16,0 18 1 0,3 2-5 0,-9-1-21 15,2 1 9-15,6 0-14 0,1 0 4 0,2 4-3 16,1 0-4-16,1 0 2 0,2-1-20 0,0-2-5 15,0-3 0-15,-2 6-1 0,0-6 1 0,0 2-28 16,0-2-3-16,1-1-15 0,-3 1-69 0,2-3-134 0,-2-3-30 16,1 1-51-16,1-2-284 0</inkml:trace>
  <inkml:trace contextRef="#ctx0" brushRef="#br0" timeOffset="9253.68">30285 3130 733 0,'0'-2'103'0,"0"0"-146"0,0-2 124 0,0 2-71 16,6-20 6-16,5 0-19 0,-9 0 3 0,37-6-10 16,0 5 4-16,9 1 6 0,0-4 4 0,1 0 2 15,6 0 11-15,-6-2 5 0,3 4 4 0,-2 4 2 0,0 3 14 16,6 2 0-16,3 6-1 0,0 3-1 0,-3 3-5 16,-8-21 54-16,-7 14-5 0,-9 10 21 0,-8 2-15 15,-11 2-17-15,-4 1-6 0,-5 1-1 0,13 22-20 0,-8 2-14 16,-5 3 4-16,-4 0-6 0,-4 3 1 0,-5-1-1 15,-1 2 0-15,-3-2 1 0,-1-1 4 0,-3-6-11 16,11-1 3-16,-16-2-4 0,3-1 4 0,5-2-11 16,-3-2 1-16,8 1-4 0,1-4-5 0,4-1 2 15,3-3-6-15,-9 0 4 0,5 0-11 0,3-3-6 16,2-1 6-16,0-2-5 0,2-1 5 0,0-2-6 16,9-3-6-16,18 18 2 0,-1-8-12 0,0-3-13 15,0-7-7-15,-2-1-2 0,6-1-24 0,-3-5-5 0,1-1-6 16,-2-3-5-16,-6 1-62 0,-5 2-201 0,1-3-39 15</inkml:trace>
  <inkml:trace contextRef="#ctx0" brushRef="#br0" timeOffset="9404.52">30883 3070 1153 0,'0'0'28'16,"-2"0"-1"-16,0 0 50 0,1 0-8 0,-1 0 11 15,0 0-10-15,2 0-10 0,0-2 6 0,2 1-6 16,0-1 5-16,12-2-5 0,20-2-7 0,10 1 4 15,3-3-20-15,9-3-23 0,-3 0-3 0,1 0-6 16,4-2-2-16,-2-2-18 0,7 2-4 0,-4 0-12 0,-5 2-47 16,-4-2-94-16,-2 0-137 0</inkml:trace>
  <inkml:trace contextRef="#ctx0" brushRef="#br0" timeOffset="10060.86">25319 4574 546 0,'-2'-2'196'0,"0"1"30"0,0-3-40 0,2 2-76 0,-7-7-18 16,1 1-6-16,4 5-9 0,0 3-2 0,-1-2-7 15,1 2-38-15,-2-2-5 0,-2 2-8 0,-3 2 4 16,7-2-9-16,-3 39 10 0,-3 11 6 0,6 6-2 15,-9-1 0-15,0-1-5 0,2 0-3 0,0-4 1 16,-3 2-6-16,3-2-8 0,0 0 1 0,-4-3-3 16,5-5 4-16,5-1 5 0,-3-4-6 0,-14-3 5 15,7-4-19-15,5-4-15 0,3-4-21 0,3 0-4 16,2-5-126-16,0-4-97 0,0 2-30 0</inkml:trace>
  <inkml:trace contextRef="#ctx0" brushRef="#br0" timeOffset="10311.28">25203 4548 1167 0,'0'-2'49'0,"0"1"-5"0,0-1 17 16,0 0 1-16,0-2-13 0,0 0-2 0,2-1 7 16,2-4 1-16,0 3 0 0,14 2-6 0,6 2-27 15,2-14 3-15,-5 8-10 0,-1 5 8 0,-1 3-2 0,-1 1 0 16,-1 3-1-16,-4 2 2 0,-4-1 10 0,-3 1-1 15,-4 14 4-15,15 4 4 0,-6 4-5 0,-8 4 2 16,-4 1-4-16,-9 4-7 0,-5-1-9 0,-5-3-8 16,13 2 2-16,-27-3-17 0,3-1-4 0,-3-3-4 15,4-4-3-15,4 2-38 0,0-5-77 0,8 3-6 0,1-4-30 16,4 5-90-16,9-3-198 0</inkml:trace>
  <inkml:trace contextRef="#ctx0" brushRef="#br0" timeOffset="10694.56">25348 5376 681 0,'-2'0'179'0,"1"0"35"0,-3 0-56 16,-18 2-80-16,3 0-12 0,4-2 16 0,2 0-15 15,6 0 4-15,-3 0-11 0,3 0-13 0,3 0-23 16,1 0 5-16,1 0-11 0,0 0-6 0,0 0-6 15,2-2 2-15,0 0-3 0,2 1 10 0,2-1 6 16,1-2-2-16,12-5 3 0,0 1-9 0,-1 5-4 16,-3 3 1-16,0 0 0 0,-3 1 10 0,-3 1 1 15,0 2-4-15,-3 3 2 0,15 21-2 0,-8 2-1 0,-6 0 5 16,-3 3-3-16,-2-1 1 0,-3-1-2 0,-5 1-1 16,-1-3 1-16,0-3 1 0,1-3 2 0,-1-3-2 15,1-3 1-15,1 0-5 0,1-4-3 0,3 0-5 16,1-4 2-16,0 0-12 0,2-1 4 0,0-3 0 0,0-1 2 15,0 0 2-15,2-1-7 0,2 1 3 0,9 3-3 16,11 1 4-16,0-4-7 0,4-4-1 0,1-4-4 16,-1-4-9-16,0-3-28 0,2-2-2 0,0-2-11 15,3-3-39-15,0 1-27 0,-3-1-37 0,9-5-3 16,-6 5-181-16</inkml:trace>
  <inkml:trace contextRef="#ctx0" brushRef="#br0" timeOffset="10914.52">26219 5042 1494 0,'0'0'62'0,"0"0"8"0,-2 0-36 16,0 0-24-16,1 0-14 0,1 0-5 0,0 0 0 15,0-2 5-15,1 0-5 0,7-1-15 0,25-18 1 16,2 3-5-16,3-1 0 0,-1 2-46 0,7 1-97 0,-1 1-63 16</inkml:trace>
  <inkml:trace contextRef="#ctx0" brushRef="#br0" timeOffset="11100.89">26280 5207 782 0,'0'0'139'15,"-2"0"24"-15,1 2-54 0,-1 0-42 0,0 0-23 16,0 0 57-16,0 0-41 0,0 0 3 0,1-1-16 16,1 1 6-16,0 2 4 0,0-2 6 0,1 0-5 15,1 0-9-15,2-1-14 0,1 1-7 0,14 6-1 16,0-3-17-16,1-1-1 0,2-2-4 0,6-2-2 0,-4 0-23 16,6-4-48-16,0-1-45 0,3-5-16 0,2-1-285 15</inkml:trace>
  <inkml:trace contextRef="#ctx0" brushRef="#br0" timeOffset="12224.76">28464 4819 1297 0,'-2'0'88'15,"0"0"164"-15,0 0-204 0,0 0 61 0,-1 0-25 16,-1 0 32-16,0 0-68 0,1 0-16 0,-1 0-1 0,0 0-3 16,0 0-6-16,3 0-9 0,-1 0-5 0,0 0 1 15,0 0-4-15,0 0-6 0,0 0 0 0,0 0-5 16,1 0-11-16,-1 0-34 0,0 0-5 0,2 0-13 16,0 0-47-16,0 0-78 0,0 0-74 0</inkml:trace>
  <inkml:trace contextRef="#ctx0" brushRef="#br0" timeOffset="13157.18">27671 4805 504 0,'0'-2'129'0,"-2"0"5"0,-2-11-4 0,-3-17-19 15,-2-1-30-15,1 1-5 0,3 0-5 0,-1 2 2 0,2 0-6 16,4 6-20-16,0 4-6 0,2 3-2 0,0 4 0 16,2-2 0-16,0 3 1 0,5-5-1 0,-5 2 3 15,20-1 8-15,2-1 4 0,5 4 0 0,6-1 0 16,1 3-13-16,1 2 5 0,5 1-3 0,4 4 4 15,-1-22-9-15,-1 13-5 0,-10 9-1 0,-10 4 1 16,-2 4 2-16,-6 3-2 0,-3-2 3 0,-2 30-4 0,-9 6-8 16,20 7 6-16,-15 4-11 0,-13 6 8 0,-7 1-27 15,-9 2 12-15,-8 2-4 0,15-6 7 0,-33 1-5 16,-6-5 0-16,0-3 2 0,5-3-2 0,3-5 0 0,5-7 0 16,5-3 0-16,5-10-1 0,4-2-7 0,5-7 4 15,3-6-2-15,4-5 5 0,2-2-4 0,4 4 4 16,1-3-3-16,-1 1 2 0,5-4-6 0,-2 0 5 15,0 0-5-15,1 0 4 0,-1 0-7 0,2-2-1 16,0-2 0-16,-1-20-1 0,4-5-2 0,5 1 3 16,5-2-1-16,4 6 1 0,-9 0-2 0,20 1 4 15,5 5 2-15,4 1 0 0,4 2-1 0,10 4 3 16,5 2-3-16,1 3 4 0,1 1-8 0,0 3 1 16,-4-24 2-16,-4 15 1 0,4 5 7 0,-9 6-4 15,-3 2-2-15,-4 4-1 0,-5-1-4 0,-5 1 5 0,-3 1 2 16,-3 1 1-16,-5-3-7 0,-6-1-23 0,0 1-10 15,-3-1-7-15,-2-2-71 0,-2-2-136 0,1 6-14 16,-1-1-53-16,2 1-166 0</inkml:trace>
  <inkml:trace contextRef="#ctx0" brushRef="#br0" timeOffset="13719.79">28908 4758 886 0,'0'-2'39'15,"0"0"53"-15,0-9-18 0,-2-13 0 0,2 4 0 16,0 3-3-16,0 4-24 0,0 9 16 0,0-3 6 0,0 3 6 15,0-1 30-15,0 1-36 0,0 0-4 0,0 0-12 16,0 3-29-16,-2-1-11 0,0 2-3 0,0 2 0 16,0 1 5-16,-13 23 2 0,-3 10 7 0,1 3-4 15,0 0 4-15,4-4-3 0,1 0-4 0,2-3 2 16,1-1-5-16,3-1 3 0,3-2-4 0,1 0 3 0,2-4-12 16,2-2 6-16,1-2-4 0,3-3 4 0,3-2-3 15,-7-6 8-15,18-1 1 0,1-6 1 0,5-1-5 16,-2 12-3-16,6-5 1 0,1-8-1 0,-1-4 4 15,2-7-3-15,-5-4 1 0,3-3-1 0,-6 8 3 0,-5-16-1 16,-1-2 1-16,-6 1 0 0,-3-1 7 0,-4-4-3 16,1 2 3-16,13 1-3 0,-6-3-3 0,-8 4 1 15,-5 1-2-15,-2-1 3 0,-3 4-7 0,-3 5-5 16,-1 4-2-16,7 10-1 0,-26 1-17 0,2-11-34 16,-3 8-2-16,-5 7-10 0,3 3-25 0,-5 8-68 15,8 4-7-15,-1-11-25 0,8 26-80 0,-3-1-116 0</inkml:trace>
  <inkml:trace contextRef="#ctx0" brushRef="#br0" timeOffset="14084.23">29491 4712 638 0,'1'-2'111'0,"1"0"12"0,0 0-6 0,0 0-10 0,0 0-19 16,0 1 82-16,0 1-67 0,-1 0 11 0,1 0-33 15,-2 0-12-15,0 0-15 0,0 1-6 0,-2 1-2 16,1 2-17-16,-9 13-9 0,-1 3 3 0,-2 4-6 15,4-5 6-15,0 1-8 0,-1 1-2 0,3-5-2 16,0 3-7-16,1-2-1 0,4-1 2 0,2 1-1 0,0-4 6 16,2-2-3-16,2-2 2 0,-2-1-1 0,23-3-1 15,7-3-2-15,3 0-1 0,-1 17 0 0,-1-8-4 16,2-9 3-16,1-4 0 0,1-4 2 0,0-3 5 16,-2-2 0-16,-7 0 0 0,-6 0 0 0,-1-1 5 0,-8 11 5 15,-4-20 1-15,-5-1 1 0,13-2-3 0,-6-4 2 16,-6 0-2-16,-5 0 1 0,-7-1-9 0,-4 4 3 15,-8-2-3-15,6 6 2 0,-24 4-10 0,-2 8-10 16,0 5-2-16,-4-20-3 0,2 15 0 0,1 7-9 16,6 2-3-16,4 4-5 0,3 1-29 0,8 1-54 15,4 1-7-15,8-3-18 0,5 4-58 0,-9 6-6 16,5 1 4-16,4-4 0 0,2-3 37 0,2-3-11 16,9-1-4-16</inkml:trace>
  <inkml:trace contextRef="#ctx0" brushRef="#br0" timeOffset="14329.73">29869 4706 101 0,'2'0'58'0,"0"0"-7"0,6-2 38 0,12-3 2 15,-3 1-12-15,-2 2-24 0,-4 0 57 0,-6 2 10 16,-3 0 18-16,2 0 37 0,0 0-65 0,-1 2-1 0,-1 0-21 16,-2 2-18-16,4 18-15 0,-4 2-6 0,-2 2-1 15,-2-4-20-15,-1 1 5 0,-1-1-6 0,1-2 5 16,1-1-14-16,2-2-3 0,2-1 1 0,2-1-1 16,2-2 4-16,1-2-1 0,1-1-3 0,1-5 1 15,15-1 0-15,4 13-1 0,0-6 2 0,4-4-1 16,-2-5 3-16,2-2 5 0,-3-6 0 0,7-3 0 15,-4-2-4-15,-8 0 13 0,0-2-3 0,-9 11 6 0,4-18 1 16,-8-3-4-16,6 1-5 0,-4-4 1 0,-7 0-12 16,-4-2 0-16,-4-1-2 0,-3-1 0 0,-6-4-6 15,-4 7-8-15,13 2 3 0,-24 5-6 0,2 7-16 0,2 4-35 16,-4 5-12-16,2-13-9 0,0 6-57 0,2 6-72 16,0 3-13-16,6 2-33 0,1 5-153 0</inkml:trace>
  <inkml:trace contextRef="#ctx0" brushRef="#br0" timeOffset="14646.78">30751 4223 1391 0,'-2'0'52'0,"1"-2"74"16,-1 1-16-16,-2-1-9 0,0 2-3 0,-1-2-7 16,-5 0-46-16,7 2-9 0,-1 0 3 0,0 0-3 15,1 0 10-15,-1 2 1 0,0 2-2 0,-7 16 0 16,0 12-9-16,2 1 0 0,1 4-7 0,3 2 3 16,1 0-15-16,0 4-5 0,1-2-3 0,-1 1 0 0,-2-3-6 15,3 0 1-15,-5 0 1 0,3-3-2 0,-3 1-3 16,1-7-28-16,1-1-7 0,1-1-17 15,-1-4-111-15,0-2-124 0,1-3-44 0,1-2-36 0,4-2-288 0</inkml:trace>
  <inkml:trace contextRef="#ctx0" brushRef="#br0" timeOffset="14909.44">31100 4351 1324 0,'-1'0'49'0,"-1"0"-3"0,-15-1 51 16,-11-3 1-16,-2 2 0 0,1 2-2 0,1 0-50 0,0 2 8 16,2 3-20-16,4 3 4 0,1 1 0 0,-1 6-8 15,3-8 4-15,3 21-17 0,1-2-3 0,6 4-4 16,-1-2 2-16,8 3-10 0,-14-5 4 0,5 0 8 16,5-1-4-16,4-5 8 0,2 0-4 0,4 1-3 0,1-4 1 15,3 1-7-15,1-3-11 0,-1-4-4 0,5-2-4 16,11-1-19-16,4-3-31 0,3 1-3 0,6 16-11 15,2-9-32-15,2-3-69 0,4-7-66 0,1-3-24 16,4 0-422-16</inkml:trace>
  <inkml:trace contextRef="#ctx0" brushRef="#br0" timeOffset="15114.63">31531 4329 1196 0,'-2'0'123'0,"0"0"237"0,1 0-256 0,-3 0 33 15,0 0-20-15,0 0 15 0,1 0-84 0,-1 0-2 16,0 0 0-16,2 2 2 0,1 0 12 0,-5 7-8 16,-7 19-3-16,4 4-2 0,3 1-14 0,1 0-12 15,-1 5-2-15,0-3-3 0,-1 2-7 0,0 4-9 16,-1 2 3-16,1-4-4 0,-3-2 4 0,5-9-3 16,-1-1-6-16,3-3-2 0,1 1-30 0,0-5-57 15,2-3-22-15,0-4-18 0,0-2-122 0,2-6-38 0,0-1-25 16</inkml:trace>
  <inkml:trace contextRef="#ctx0" brushRef="#br0" timeOffset="15315.2">32086 4240 1511 0,'-2'0'34'0,"-1"0"48"15,-3 0 35-15,-9 4-1 0,6-1-1 0,-6 7-9 16,4-5-49-16,2 19 7 0,-1 2 1 0,5 6 3 15,-4 1 14-15,-3 1-28 0,1 3 4 0,6-4-15 0,-1-3-21 16,3 5-7-16,-1-5-3 0,-5-2-1 0,3 0-6 16,0-2-15-16,-1-4-2 0,3 2-7 0,2-1-25 0,1-5-75 15,-12 3-26-15,5-7-22 0,3 3-129 16,1-2-123-16</inkml:trace>
  <inkml:trace contextRef="#ctx0" brushRef="#br0" timeOffset="15722.69">31455 4788 1361 0,'-2'0'74'0,"0"-2"133"0,0 0-151 0,1 0 2 15,-1-1-17-15,0-1 8 0,-2-9-47 0,4-4 2 0,4-3 0 16,7-3 0-16,-9-1-4 0,31-2 0 0,6 0-6 16,2-2 2-16,4-1-15 0,-1-3-9 0,6 4 5 15,4 0-7-15,4 4-2 0,-2 2 14 0,-1 0-7 16,-8 1 11-16,-1 1 5 0,0 5 5 0,-3 0 4 0,-2 4-1 15,0 0-2-15,-8 3 2 0,3 1 0 0,-5 3 0 16,-1 1-5-16,-4-1 11 0,-2 2 1 0,0-15 6 16,-2 6 12-16,-1 6 9 0,-1 3-3 0,-1 2 5 15,-4 0-2-15,1 5-3 0,-3 1 1 0,0 3-1 16,-1 2 7-16,-3 19-4 0,2 0-2 0,-4 3 1 16,1 4 6-16,-6-1-12 0,18 4 4 0,-11-2-7 15,-5 1 4-15,-4 0-2 0,0-2-1 0,-2 2 0 0,-2-4-13 16,-1-5 6-16,-2-1 1 0,-1-3 1 0,1-2-3 15,-1-1-3-15,3-5-2 0,1-1 0 0,2-2-4 16,2-6-2-16,0 0 2 0,0-1-3 0,2-3-6 0,-2-3 5 16,0 0-5-16,20 13 4 0,6-4-18 0,0-5-3 15,4-4 0-15,-2-4-2 0,0-4-8 0,5-1-12 16,-3-3-7-16,-6 1-2 0,9-4-27 0,-10 2-26 16,1 0-10-16,-4 2-10 0,-9 3-81 0,-1 0-271 15</inkml:trace>
  <inkml:trace contextRef="#ctx0" brushRef="#br0" timeOffset="15905.05">32168 4790 928 0,'-2'0'126'0,"0"0"234"16,0 0-276-16,1 0-11 0,-1 0-6 0,2 0-1 15,0 0-20-15,2 0 11 0,7 0-10 0,28 0 8 16,6-4-20-16,5-3-8 0,6-5-1 0,5-1-3 15,8 0-10-15,4 2-7 0,1 0 3 0,-3-2-6 16,-1-2-4-16,-3 0-25 0,-1 2-9 0,-9 0-10 16,-5 2-94-16,-7 2-93 0,-4 2-135 0</inkml:trace>
  <inkml:trace contextRef="#ctx1" brushRef="#br0">30715 18042 0</inkml:trace>
  <inkml:trace contextRef="#ctx0" brushRef="#br0" timeOffset="73371.69">20974 3700 173 0,'0'-2'0'0,"0"-2"12"0,-2-14 122 0,0-3-3 0,0 1 20 16,0 5-38-16,-1-2-2 0,-1 2-44 0,2 4-1 15,-2-2-7-15,3 2-3 0,-1 2 0 0,-2-2-3 0,2 1-1 16,0 3-14-16,0 0 0 0,2 1 0 0,0 0-2 16,-1 1-5-16,1-1 4 0,0 3-5 0,0-1 5 15,0 0-2-15,0 2-1 0,0 0 6 0,0 1-4 16,-2-3 5-16,0 0 5 0,0 0 0 0,0 3-1 16,0-1-9-16,0 0-1 0,1 0-3 0,-1 0 3 15,0 0-4-15,0 2-1 0,0 0-5 0,0 2 2 16,0 0-9-16,1 0-3 0,-1 2 0 0,-8 16-2 0,3 0-5 15,0 6 0-15,-1 0 1 0,3 6-2 0,-1 3-6 16,0-1 4-16,3 3-1 0,-1-2 5 0,0 0-3 0,1 1 6 16,-1 3-3-16,2-4 4 0,-2-2-7 0,1-1-2 15,-1-4-1-15,2 1 1 0,0 1 0 0,0 0 2 16,0 0-1-16,-1-3 1 0,-1 3-5 0,0 0 6 16,2 1-3-16,-1 3 5 0,1 1-3 0,0-2-4 15,0 5 2-15,2-1-3 0,0 0 6 0,0 2-6 16,0 4 3-16,0-4-3 0,0 0 6 0,0 1-5 15,2-4-1-15,-2 3-2 0,0 0 2 0,2-6 2 16,-2-1 2-16,0-3-1 0,0-3-5 0,0-2 4 0,0 2 1 16,0-5 2-16,0 1 0 0,2-1-2 0,0-3 1 15,-2-1-2-15,1 1-3 0,1-1 2 0,0-2-1 16,0 0 2-16,0 0 6 0,0-2-5 0,0 0 1 16,-1 0-2-16,1 0 1 0,0 0-2 0,0 0-3 0,0 0 1 15,0 0 6-15,0 0-8 0,1 3 7 0,-1 1-8 16,0 0 6-16,0-2 0 0,0-2 1 0,0-2-1 15,-1 4 3-15,1-4-3 0,0 2 0 0,0 0-1 16,0-2 4-16,0 0-1 0,0-2-5 0,-2 1 2 16,0-5-4-16,0 3 6 0,1 1 1 0,-1-3 0 15,2 7-6-15,0-2 3 0,-2 2 0 0,0 1 1 16,0-4-1-16,0 1-3 0,0 0 7 0,0 4-4 0,0 2 4 16,0 1-3-16,0-3-3 0,0 0 2 0,0 0-2 15,0-2 2-15,0 2 1 0,0-2 0 0,0 0 1 16,0 1-4-16,0-1 0 0,0-1-1 0,0-3 3 0,0 0 1 15,0 0 2-15,0-1-1 0,0-1 5 0,0-1-9 16,0-2 2-16,0-1-4 0,0 1 3 0,0 0 0 16,0-1 1-16,0 3 0 0,0-2 1 0,0-1 3 15,0 1-5-15,0 0 2 0,0 1 0 0,0 1-1 16,0-2 1-16,0 1-1 0,0-1 1 0,0 2-2 16,2-1 0-16,-2-1-1 0,2 1 3 0,-2-1 0 15,0 0 0-15,0 0-1 0,0-1 1 0,2 1-1 0,-2-2 0 16,0 0-1-16,2 1 3 0,-2-1-3 0,1 2 0 15,1 0-3-15,0-1-1 0,0 1 8 0,0 0-2 16,0-2 4-16,0 0-12 0,-1-1 10 0,1 1-5 16,0 0 6-16,0 0-5 0,0 0-2 0,0 0 3 0,0 0-2 15,-1-1 7-15,1 1-5 0,0 0 1 0,0 0-3 16,2 0-7-16,-1 0 11 0,1-2-3 0,-2 0 5 16,9 2-10-16,-2-2 5 0,1 0-1 0,1 0 2 15,0 0 1-15,4 0-1 0,0 0 0 0,1 0 0 16,5-2-8-16,1 0 9 0,0 0-4 0,4 0 5 15,-1 2-7-15,-1 0 4 0,2 0 0 0,0 0 1 16,-2 0 6-16,5 2-4 0,-3 0 0 0,0 2-2 0,0-1-1 16,-5 1-3-16,-1 0 4 0,-3-1-3 0,0 1 3 15,-2 0 4-15,1 1-4 0,-1-1 4 0,0 0-2 16,2 0-4-16,1-1 2 0,-1-1-1 0,3 0 4 0,1 0-4 16,-1-2 2-16,-1 0-2 0,-1 0 7 0,-1 0-6 15,2 0 0-15,3 0-1 0,-2 0 1 0,3-2-3 16,-1 2 5-16,0 0-4 0,4 0 6 0,2-2-3 15,4 2-2-15,-3 0 0 0,1 0-1 0,0 0-2 16,-2 0 3-16,-1 0-2 0,-4 0 4 0,1 2 1 16,-4 0 1-16,1 0-1 0,1-2 1 0,-2 0-3 15,-1 2 2-15,-4-2-2 0,3 0 1 0,-1 0-1 16,-2 0 0-16,2 0 0 0,-4 0 1 0,0 0 0 0,3 0-1 16,-1 0 1-16,2 0-2 0,0 0 3 0,-1 0-2 15,-1 0 2-15,0 0-5 0,-2 0 3 0,2 0 2 16,0 0-1-16,2 0-2 0,-1 0 4 0,3 0-4 0,-1 0 5 15,1 0-8-15,-1 1 5 0,1-1-3 0,0 0 4 16,7 0 1-16,-4 0-5 0,0 0 2 0,4 0-4 16,-5 0 4-16,3 0 3 0,7-1 0 0,-8-1 1 15,3 0-7-15,-6 2 3 0,0 0-3 0,1-2 3 16,-4 2-2-16,1 0 3 0,-5 0 0 0,4 0 1 16,-6 0 0-16,4 0-3 0,-2 0 1 0,0 0-1 15,0 0 6-15,-2 0-5 0,0 0 2 0,-2 0-3 0,3 0-4 16,1 0 5-16,0 0-1 0,1 0 2 0,-1 0-5 15,0 0 4-15,2 0 0 0,0 0 1 0,-2 0-2 16,2 0-1-16,0 0-2 0,-2 0 3 0,2 0 3 0,-1 0-3 16,1 0 1-16,0 0 0 0,-2 0 0 0,0 0 4 15,-4 0-1-15,3 0 1 0,-1 0-6 0,-2 0 2 16,4 0 0-16,-2 0 0 0,2 0-3 0,2 0 1 16,0 0 2-16,0 0-1 0,0 0 0 0,5 0 4 15,-3 0-6-15,3 0 5 0,-1 0-4 0,-3 0 5 16,1 0-4-16,-4 0 2 0,2 0-6 0,0 0 5 15,0 0 2-15,0 0 0 0,-2 0-2 0,0 0 2 0,0 0-3 16,0 0 2-16,-2 0-3 0,0 0 4 0,0 0-1 16,-2 0 3-16,2 0-8 0,-1 0 4 0,3-2-2 15,-4 0 2-15,4 0 5 0,-2 1-5 0,-4 1 1 16,5-2-3-16,1 0 3 0,-4 0-1 0,6 0 0 0,-6 0 0 16,2 0 1-16,-2 1-2 0,1-1 1 0,-1 2-1 15,-2 0 2-15,-1 0-1 0,1 0-2 0,-1 0 0 16,0 0 4-16,-1 0-1 0,3 0 2 0,-3 0-3 15,1 0-7-15,-3 0 7 0,3 0 0 0,0 0 3 16,-3 0-3-16,5 0 2 0,-3 0-2 0,1 0 2 16,1 0-3-16,-1 0 1 0,1 0 1 0,-1 0 1 15,1 0 0-15,-1 0-4 0,1 0 3 0,-3 0-3 0,2 0 4 16,-3 0 1-16,1 0-3 0,-2 0 1 0,0 0-2 16,1 0 1-16,1 0 6 0,0 0-3 0,0 0 3 15,-3 0-7-15,1 0-13 0,0 0-5 0,0 0-113 0,0 0-227 16,-2 0-54-16</inkml:trace>
  <inkml:trace contextRef="#ctx0" brushRef="#br0" timeOffset="75250.17">22339 5763 539 0,'0'0'47'0,"0"0"-6"0,0 0 44 0,0-2 0 0,0 0-3 15,-2 0-9-15,2 0-13 0,-2 0-2 0,0 0-5 16,0 1-5-16,2-1-8 0,-2 0 3 0,2 0-6 15,0 0-7-15,0 0-11 0,0 0 2 0,0 2-3 16,0 0 16-16,-2 2-3 0,2 0 3 0,0 2-4 16,-1 7-10-16,-3 13 8 0,0 0-13 0,0 0 11 15,3 1-12-15,-1-3-4 0,0 0 4 0,0 0-7 0,0 1-1 16,2-3-1-16,0 1-1 0,0 3-1 0,0-6-11 16,0 1 6-16,0-2-2 0,0-4 2 0,0 3-17 15,0-3-36-15,0 0-5 0,0 6-12 0,0-6-32 0,0 0-196 16,2 0-13-16</inkml:trace>
  <inkml:trace contextRef="#ctx0" brushRef="#br0" timeOffset="75639.42">22201 6607 646 0,'0'0'50'16,"0"0"-6"-16,0 0 31 0,-2 0 5 0,0-1-13 16,1-1-15-16,-1 0-19 0,0 0 3 0,0 0-7 15,0 0 15-15,0 0-8 0,0 1 2 0,1-1-6 0,-1 0-6 16,0 0 11-16,0 0 0 0,2 0 4 0,0 0 0 15,0 1 14-15,-2-1-8 0,2 0 9 0,0 0-15 16,0 0-16-16,-2 2 0 0,0 0-6 0,1 2-3 16,-1 0-3-16,0 9 1 0,-6 22-1 0,1 3 3 0,0 3-6 15,-1 0 2-15,-3 3-3 0,2 1-1 0,-1 0 2 16,1-2-5-16,2-1 4 0,1-4-5 0,2-5-2 16,1-3 2-16,1-7-3 0,0-5-1 0,2-1 3 15,0-6-5-15,0-1 2 0,0 1-36 0,0-5-39 16,0 0 1-16,2-1-14 0,0 1-11 0,0-2-100 15,1 0-24-15</inkml:trace>
  <inkml:trace contextRef="#ctx0" brushRef="#br0" timeOffset="75903.77">22151 6607 613 0,'0'0'45'0,"0"-1"-5"0,0-1 33 0,0 0 3 0,0-2-8 16,0 0-3-16,4-9-5 0,1 0-11 0,1 2 5 15,-1 2-8-15,3-2 15 0,-4 5 2 0,7 1 2 16,4 1-9-16,-1-7-14 0,1 2-4 0,-2 3-3 16,-2 2-10-16,2 2-5 0,-3 2 0 0,-3 0-2 15,1 2 2-15,-3 0 3 0,-1 0 1 0,-2-2 0 0,7 11 3 16,0 4-5-16,-3 0 5 0,-2 0-4 0,-3 0 11 16,-1-1-16-16,0 3 1 0,-1-2-6 0,-3 0-3 15,-4 2-6-15,3-4-2 0,-3 1-2 0,1 1-2 16,-2 2-20-16,-1 0 6 0,1-1-14 0,0 3-18 0,1-4-54 15,1 0-16-15,3-2-21 0,1-2-125 0,3 2-165 16</inkml:trace>
  <inkml:trace contextRef="#ctx0" brushRef="#br0" timeOffset="76090.05">22545 6661 843 0,'0'0'64'0,"0"0"-4"0,0 0 32 0,0 0 3 15,0 0-13-15,0 0 2 0,0 0-29 0,0 0 7 16,0 0-14-16,0 0 4 0,0 2 9 0,0 2-7 16,0 1 6-16,1 18-15 0,1 1-16 0,-2 0 4 0,0-2-9 15,0 4-11-15,0-4-6 0,0 3-7 0,0-3 3 16,0-5-3-16,0-4-26 0,0-6-5 0,0 0-15 16,0 1-71-16,0-4-253 0</inkml:trace>
  <inkml:trace contextRef="#ctx0" brushRef="#br0" timeOffset="77563.05">21497 3913 104 0,'0'0'30'0,"0"0"37"0,0 0-21 16,-1 0 3-16,-1 0-4 0,0 0 4 0,0 0-4 15,0 0-1-15,0 0 1 0,0 0-1 0,1 2 4 0,-1-2 1 16,0 0-4-16,0 0 2 0,0 0-3 0,0 0-1 16,0 0 6-16,1 0-6 0,-1 0-3 0,0-2-5 15,0 0 1-15,0 1-2 0,0-1 1 0,0 0-1 16,1 0-2-16,-3 0 0 0,0 0-5 0,0 0 5 15,3 2-5-15,-5-3 4 0,2 1-11 0,1 0-2 16,1 2 4-16,-2-2-4 0,0 0-6 0,1 0-7 16,1 1-5-16,0-1 2 0,0 0 1 0,0 0 0 0,0 0-1 15,0 2 0-15,2 0-3 0,0 0-1 0,0 0 6 16,2 0-3-16,0 0 10 0,2 0-11 0,3 0 0 16,19 0-3-16,0 0 1 0,-2 0 7 0,4-2-2 15,4 0 4-15,1-3-7 0,3-1 1 0,3 1 0 0,1-3 1 16,1 5 0-16,6 1-2 0,-3 0-1 0,4 2 0 15,4 0 0-15,-9 0 1 0,-4 4 1 0,-4-1 0 16,-5 1-1-16,0 0 1 0,-4-2 0 0,-2 1 2 16,-2-1-3-16,-3 0 3 0,3 0 2 0,-3 0 1 15,-3-2 11-15,3 0 25 0,0-2-5 0,1-2 9 16,-1-1-20-16,-1-1-15 0,1 0 4 0,-3 1-7 16,1-1-1-16,0 3-2 0,-2-1-3 0,-2 0 3 0,0 0-4 15,-2 3 0-15,-2 1 1 0,-2 0-1 0,-1 0 5 16,0 0-3-16,-3 0 0 0,3 0-1 0,-4 0-6 0,0 0 12 15,1 0-9-15,-1 0 9 0,0 0-6 0,2 1 0 16,-1 1 5-16,1 0-5 0,0 0 2 0,-2 0 5 16,0 0-7-16,-1 0 7 0,1-1 1 0,0 1 0 15,0 0 2-15,0 0-4 0,0-2-7 0,0 0 2 16,-1 0 5-16,1 0-3 0,0 0 3 0,-2 0-5 16,0 0 0-16,0 0 0 0,0 0 1 0,0 0 2 15,0 0-3-15,0 0 3 0,-2 0-4 0,0-2 2 16,1 2 0-16,-1-2 0 0,0 2 2 0,0 0-5 0,-2 0 6 15,1 0-5-15,-1 0 2 0,0 0 0 0,2 0 0 16,-5 0 1-16,-1 0-1 0,1 2-2 0,0 0-1 16,1 0 2-16,-1 2 0 0,3-3-4 0,-4 5-2 0,3-2-1 15,-1 3 7-15,3 6-1 0,-3-2 2 0,2-1-3 16,1 1-7-16,-1-4 7 0,2 2-1 0,0 1 3 16,-1-5-7-16,-1 1 3 0,0-1-3 0,2-1 4 15,0 0 0-15,2 0-2 0,-1-1 0 0,1 1-1 16,0 0 4-16,0-1 1 0,0-1 1 0,1 0-1 15,1 0-6-15,0 0 6 0,0 0-4 0,2-2 5 0,-2 0-6 16,9 0 10-16,2-2-6 0,-2 0 7 0,0-2-8 16,-4 2 2-16,-1 1 4 0,-2-1-2 0,-3 2 4 15,3-4-3-15,0 0 1 0,0 1-1 0,-3-1-1 0,1-2 0 16,2-3 1-16,-4 7 0 0,2-7 1 0,-2 0-4 16,0 7 1-16,0-2-2 0,-2 0 3 0,0 1 2 15,0 1-4-15,-1 0 2 0,-1 0-4 0,0 0 5 16,0 2 5-16,-3 0-2 0,1 0 0 0,1 0-10 15,-1 0 2-15,3 0-3 0,-1 2 1 0,2-2 4 16,0 0-6-16,-2 4 6 0,3-1-7 0,-3 3 3 16,2-2 2-16,0 1 0 0,0 1-2 0,2-2 0 15,-2 3-6-15,2-5-1 0,0 2-41 0,0-1-68 16,0 1-55-16,2 0-25 0,0-2-385 0</inkml:trace>
  <inkml:trace contextRef="#ctx0" brushRef="#br0" timeOffset="82468.67">22405 3941 150 0,'0'0'32'0,"0"0"48"0,0 0-35 0,-1 0 3 15,-1 0 5-15,0 0-2 0,0 0-3 0,0 0-12 16,0 0 2-16,0 0-4 0,1-2 14 0,-1 0-16 16,2 1 0-16,0-1-5 0,0 0 0 0,0 0 20 15,0 0 3-15,0 0 5 0,0 0 10 0,0 1-6 16,0-3-2-16,0 0 0 0,0 0-5 0,0 3-19 16,0-1 4-16,0 0-8 0,0 0 1 0,0 0-7 15,0 0 3-15,0 0-4 0,0 1 4 0,0-1-5 16,0 0 0-16,2 0-1 0,-2 0-2 0,1 0-3 0,1 2 0 15,0 0-1-15,0 0-4 0,0 0 1 0,0 2-3 16,0 0 2-16,1 0-6 0,1 0-3 0,3 1 1 16,6 3-1-16,2 1 9 0,2 1-3 0,-2-3 3 0,0 3-3 15,-1-1 6-15,1 1-4 0,2-1-3 16,2 2-1-16,1 1-4 0,-1-1 0 0,-1 2 1 0,-3-2 0 16,4 3 9-16,-3-1-5 0,3-8 5 0,1 14-6 15,-3 0 3-15,3-2-7 0,1 1 1 0,-3-1-2 16,1 4 1-16,0-4 6 0,-1 1-1 0,3-1 2 15,-3-2-11-15,1 0 6 0,-1-2 0 0,-3 2 4 16,0-2 0-16,0-1 31 0,0 1-13 0,0-2 17 16,-1 2-17-16,-1 0-13 0,0-1 1 0,2 1-6 0,-2 4-3 15,0-4-2-15,0 4 3 0,0-2-3 0,-2-2 2 16,2 4 3-16,0-4-3 0,0 4 3 0,0 0 1 16,-2-4-7-16,2 5 3 0,-1-1-4 0,-1-2 0 0,-2 2 0 15,0-2 2-15,2 0 0 0,-1 2 2 0,1-6-4 16,-2 4 1-16,0 0-1 0,1-5 0 0,-1 1 4 15,4 2-4-15,-4-3 5 0,2-3-5 0,-1 3 0 16,3-7 4-16,-2 5-1 0,0 0 4 0,-2 1-5 16,-3-3-2-16,1-1-1 0,1 1-1 0,5 4 5 15,-6-5 0-15,2 1 3 0,-5-2-2 0,-2-2-1 16,7 4-3-16,-5-3 1 0,0 1-1 0,-2-2-12 0,1 0 8 16,7 4-10-16,-7-4-5 0,5 4-38 0,-6-4-3 15,1 2-12-15,1-1-24 0,0 1-246 0</inkml:trace>
  <inkml:trace contextRef="#ctx0" brushRef="#br0" timeOffset="86877.07">23627 5763 204 0,'0'0'41'0,"0"0"6"16,0-2 21-16,0 0 15 0,0 0 5 0,0 0-13 0,0-2-2 16,0 3-9-16,2-12-15 0,0 1-1 0,0 1 4 15,0 2-2-15,-2 2 5 0,0 1-2 0,0 0 2 0,0 3-2 16,0 1 7-16,0 0-1 0,1-2-9 15,1 1 3-15,0-1-22 0,-2 2 6 0,0 0-1 0,2 0 0 16,0 2-12-16,0 0-1 0,0 2-2 0,-2 2 1 16,0 3-1-16,0 14-8 0,0 3 4 0,0 0-7 15,0 0-2-15,0-2-3 0,-4 1-1 0,0-1 1 16,2-3 2-16,0-1-7 0,2-1 0 0,0-4-1 16,0 0 2-16,0-2-20 0,0-4-7 0,0 3-8 15,0-5-39-15,0-1-45 0,2 2-33 0,-2-3-17 0,6 7-220 16</inkml:trace>
  <inkml:trace contextRef="#ctx0" brushRef="#br0" timeOffset="87155.65">23605 6442 439 0,'-2'0'12'0,"0"0"162"0,0 0 47 16,0 0-150-16,1 0-35 0,-1 0 20 0,0 0-12 15,0 2 12-15,0 0-26 0,0 2-3 0,-3 20 5 0,3-2-5 16,2 0 12-16,0 2-10 0,0-1 1 0,0 3-3 16,0-4 2-16,0 2-3 0,0-2 1 0,0-1-2 15,0 1-13-15,0-5 6 0,0-1-6 0,0 1 6 16,0-2-12-16,0-4-6 0,0 0 0 0,0-3-3 15,0-1-10-15,0-3-48 0,-2 1-2 0,2-3-20 16,0 0-59-16</inkml:trace>
  <inkml:trace contextRef="#ctx0" brushRef="#br0" timeOffset="87386.93">23521 6483 719 0,'0'-2'50'0,"0"0"86"0,0-1-90 0,0-1 24 16,0-17-6-16,4 5 12 0,2-3-13 0,3 2 7 16,2 1-5-16,0 1 3 0,-7 4-17 0,14 7-12 15,5 2-4-15,-7-9-2 0,3 0-15 0,-8 7 0 16,2 0-3-16,0 3 1 0,-2 1-3 0,-5 0 2 16,-1 1 1-16,-1 1 0 0,-2-2 8 0,2 4-6 0,3 5 2 15,-1 4-5-15,-1 4-9 0,-3 0-6 0,-2 1-8 16,-2 3-2-16,-3-1-46 0,-3-1-169 0,-3 1-60 15</inkml:trace>
  <inkml:trace contextRef="#ctx0" brushRef="#br0" timeOffset="87690.76">23857 6658 666 0,'0'0'20'0,"0"0"84"16,0-2 34-16,0 0-108 0,0 0-16 0,0 0 33 16,0 0-7-16,0 2 14 0,2 0-24 0,0 0 5 15,0 2 0-15,0 0 3 0,0 2 6 0,-1-1-6 16,9 22 1-16,-3-1-3 0,-3 0 3 0,-4 0 21 15,0-2-5-15,-2 0 10 0,-2 1-7 0,1-7-10 16,-1 5 3-16,0-10-7 0,2-2-16 0,2-5-9 16,0-2-11-16,-2 2 4 0,1-1-21 0,1 1 2 0,0-2 2 15,1 0-3-15,1-2-17 0,2-2-26 0,11-7-6 16,13-8-5-16,1-24-12 0,5-4-163 0,3 3-16 0</inkml:trace>
  <inkml:trace contextRef="#ctx0" brushRef="#br0" timeOffset="89463.6">23449 4762 60 0,'0'0'38'0,"0"0"4"0,0 0 43 0,0 0-3 0,0-2 7 0,0 0-9 15,0 0-5-15,-2 0 1 0,0 1-6 16,0-1-16-16,0 0 8 0,1 0-12 0,-1 0-6 0,0 0 3 16,-2 0-1-16,0 1 3 0,1 1-3 0,-1 0-5 15,2 0-3-15,-2 0 1 0,1 0-2 0,-1 0-24 16,0 0 4-16,2 0-11 0,1 0 7 0,-1 0-3 15,0 0 5-15,0 0-5 0,2 0 0 0,0 0 4 16,0 0-2-16,2 1 4 0,2 1-1 0,1 0-2 16,19 7-7-16,-3-1 3 0,-5-1-9 0,5 1 4 15,-8-3 2-15,2 1-2 0,1-1-5 0,-1 1 7 0,4 1-5 16,-2-1 7-16,-8-4-4 0,0 1-2 0,-3-1 2 16,-3-2-3-16,1 0 0 0,0 2 14 0,0 0-11 15,-1 0 12-15,1 0-5 0,-2 0 0 0,0-1 1 16,0 1-2-16,-1 0-9 0,1 0 3 0,0 0 1 0,0 0 0 15,0 0-1-15,0-2-7 0,-2 0 3 0,0 1-5 16,0 1 7-16,0 0-2 0,0 0-2 0,0 0 0 16,0 0 0-16,0-2 7 0,0 0-3 0,0 0 5 15,0 0-9-15,0 0 2 0,0 2 1 0,0-1 0 16,0-1-3-16,0 0 7 0,0 0-1 0,0 0 3 16,-2 0-7-16,0 0 0 0,2 0 0 0,-2 0 0 0,0 0 9 15,0 0-1-15,1-1 3 0,-1-1 0 0,0 0 13 16,0 0 5-16,0 0-1 0,0 0 1 0,0 0-9 15,-1 1-5-15,-1-1-2 0,0 0 0 0,1 0-3 0,1 2 4 16,-6-2 0-16,3 2 0 0,-6-2-7 0,5 2 1 16,-1 0-2-16,-1 0 2 0,4 0-6 0,-1 0-1 15,-4 0 1-15,5 0 0 0,0 2-2 0,0 0 0 16,1 0-6-16,1 0 5 0,0 0-6 0,0-1 2 16,0 1 0-16,0 0 1 0,1 0 4 0,1 0 0 15,0 0 1-15,0-2-1 0,0 0 4 0,1 0 1 16,1 0-1-16,0 0 1 0,0 0 1 0,0 0 2 15,0 0 0-15,0 0 0 0,-1 0 0 0,1-2 4 16,0 2-2-16,0 0 2 0,-2 0-8 0,0 0-1 0,0 0-1 16,-2 0 0-16,0 0 6 0,-1 2-5 0,-5 1 6 15,-10 7-6-15,1-1-1 0,0 2 3 0,8-3 1 16,0-7 1-16,-4 11 3 0,7-5-11 0,0 0-1 0,3-1-4 16,-1 0 0-16,4-5 3 0,0 1-2 0,-2 2 3 15,0 0 2-15,0-1-2 0,2 1 5 0,0 0-3 16,0-2 3-16,2 0-2 0,0-1 2 0,0 1-1 15,0 0 6-15,2-2-6 0,-1 0-2 0,-1 0 0 16,9 0 3-16,-5 0 1 0,1 0-2 0,-3-2 1 16,0 0-5-16,-1 1 5 0,1-1-2 0,0 0 3 15,0 0-5-15,-1 0 3 0,1 0 3 0,0 0-1 16,-1 1 3-16,-1-1-7 0,0 0 0 0,0 0-1 0,0 0 1 16,0 0 4-16,0 0-4 0,-1 1 4 0,1-1-8 15,0 0 2-15,0 0 3 0,0 0 0 0,0-2 4 16,0 1-3-16,-1-1-2 0,1 0-1 0,0 1-1 0,0-1 2 15,0 2 1-15,0 0 0 0,0 0 3 0,-1 0-4 16,1 1-2-16,0-1 1 0,-2 0 2 0,0 0 1 16,0 0 1-16,0 0-2 0,0 0 0 0,0 1 0 15,0-1 0-15,0 0 0 0,0 0-1 0,0 0 6 16,0 0 0-16,0 0 1 0,0 1-5 0,0-1 9 16,0 0-3-16,0 0 5 0,0 0 2 0,0 0 2 15,0 2 0-15,0 0-1 0,0-2-5 0,0 1 3 16,0 1 0-16,0 0 0 0,0 0-4 0,0 0 2 0,0 0-4 15,0 0 3-15,0 0-2 0,0 0-2 0,0 0-3 16,0 0 0-16,0 0-4 0,0 0-1 0,0 0 4 16,0 0-3-16,0 0 0 0,0 0 1 0,0 0-4 15,0 0 4-15,0 0 4 0,2 0-5 0,0 0 3 0,0 0-4 16,0 0 1-16,-1 1-6 0,3-1 3 0,11 6-4 16,2 1 3-16,-1 1 5 0,-6-4-2 0,6 5 3 15,3 2-2-15,0 2-2 0,-1-11 1 0,3 18-2 16,-3 3-4-16,1 1 7 0,-1 4-3 0,1 3 4 15,1 1 4-15,-3 1-5 0,1 1 0 0,-1-1-2 16,0 4 0-16,1-5 5 0,-1 1-1 0,0 1 3 16,1-8-3-16,-3 0-5 0,0 0 4 0,0-8-4 0,-2 6 11 15,0-2-4-15,0-1-4 0,-2 3 0 0,2-4-7 16,-2 1 10-16,2-3 0 0,-2 3 4 0,-1-1-7 0,-3 1 0 16,-1-3-1-16,1 1 1 0,1-1 2 0,-1-1 2 15,0 0 0-15,1-2 0 0,-1 1-4 0,-1-3-3 16,-1 2 3-16,1-2-2 0,-2-2 4 0,-1 1 1 15,5-3-3-15,-6 0 2 0,1-1 2 0,1-3-1 16,-2-1-1-16,0 0 1 0,0-1-2 0,0-1 3 16,-2 0-3-16,0 0 2 0,0 0-1 0,3 1 0 15,1 1 3-15,0 0-2 0,-2 0-3 0,-1-3 2 16,1 1-4-16,0 0 2 0,0 0-7 0,0 0 9 16,0 0 2-16,0 0 1 0,-1-1-9 0,1 1 7 0,0 0-4 15,0 0 5-15,0 0-5 0,0 0-1 0,0 0 2 16,-1-1 0-16,1 1 3 0,0 0 0 0,-2 0-3 15,0-2 1-15,0 0-4 0,2 0 4 0,-2 0-3 16,0 0 3-16,2 0-7 0,-2 0 9 0,0 0-2 0,2 2 4 16,-2-2-6-16,0 0 0 0,2 0-1 0,-2 0 1 15,1 0-7-15,1 0-34 0,-2 0-3 0,2 0-13 16,0 0-32-16,0 0-97 0,0 0-25 0,1-2-36 16,3 0-185-16</inkml:trace>
  <inkml:trace contextRef="#ctx0" brushRef="#br0" timeOffset="92469.79">22238 5972 228 0,'0'0'82'0,"0"0"-83"0,-2 0 89 16,1 0-40-16,-3 0-10 0,2 0 0 0,-5 0 3 15,-5 0-3-15,1 0-4 0,0 0 6 0,-4 0-8 0,-5 0 9 16,7 2-5-16,-4 2-6 0,-1 2 6 0,5-1-8 16,-12 8-2-16,5 0 1 0,-4-11-3 0,-6 22 3 15,2 8 3-15,-1-1-6 0,-1 4 7 0,0 3-7 16,2-1 6-16,4 0 1 0,-2 0-4 0,2 0 4 16,0-2-4-16,0 4-1 0,2-3-4 0,3-3 1 15,2 1-12-15,1-1-2 0,3 0-1 0,1 1 1 16,3 1-5-16,4 2 3 0,3-1-4 0,0 2 2 0,-20 3-10 15,10 0 6-15,7 6 2 0,5-1 1 0,2 0 0 16,3-1-4-16,3-2 0 0,1-2-2 0,0-2 2 0,1 1 0 16,-1-2-1-16,0-3 0 0,0-4-3 0,1 1 3 15,-3-6 2-15,2-4-1 0,1 2 5 0,-1-1-3 16,-2-5 3-16,1-1-3 0,-1-2-7 0,3 1 3 16,-1-1-1-16,0 0 3 0,0-2 4 0,-7 2-8 15,17-2 2-15,1 2-3 0,3 0 9 0,2-2-6 16,1 0 2-16,0 0-3 0,4-4 7 0,-6-2-4 15,4 5-4-15,0-9-1 0,2-1-9 0,1 17 8 16,-3-8 3-16,4-6 1 0,-4-5 11 0,-1-3-5 16,1-7 4-16,0-4-5 0,0 10-3 0,-2-24 4 15,0-2-5-15,2-1 6 0,-4 1 0 0,0 0-4 0,2 1 3 16,-4-1-4-16,2-2 6 0,-3 3-2 0,-1-3 2 16,-1-1-1-16,-2-1 4 0,-3-3 4 0,-4-2-3 15,-1-2 3-15,-5-1 0 0,20-5 13 0,-9-3-5 0,-8 0 6 16,-5-2-15-16,-2-2 4 0,0 4-5 0,-7-6 5 15,-1 1-3-15,-1-1-8 0,-2 0 6 0,0-5-7 16,-1 1 6-16,-1 3-3 0,2 7-5 0,0 11 3 16,0 3 0-16,-2 3-4 0,0 3 3 0,0 4-3 15,0 8 4-15,11 3-14 0,-18 9 0 0,1 4-8 16,-1-12-15-16,-1 4-58 0,-1 5-31 0,4 5-22 16,3 2-223-16</inkml:trace>
  <inkml:trace contextRef="#ctx0" brushRef="#br0" timeOffset="93199.75">23467 5913 642 0,'-3'0'97'0,"-12"0"-99"16,-30 6 107-16,4-3-48 0,8 3-11 0,1-1 3 15,3 3-3-15,3 1 0 0,-2 2-15 0,4 0-5 16,1 2-1-16,1-7-2 0,2 20 0 0,3 4-13 15,2 5 8-15,2 8-10 0,2-3-4 0,2 9-3 16,3-3-2-16,3 1 1 0,-23 5 4 0,14-4-6 16,9 0 1-16,3 0-3 0,5-1 3 0,3-1-1 15,1-1 1-15,2-1-2 0,2-1-6 0,2 3 5 16,2 1-5-16,-1-1 4 0,1 1-2 0,0 1 6 16,-1-5-2-16,1-2 2 0,0-2 1 0,0-6-4 0,1 0-2 15,1-3-1-15,-17-8-7 0,25 1-3 0,3-5 2 16,5-5-2-16,4 2 1 0,4-7-4 0,2-3 2 15,-3 19-3-15,1-11-1 0,0-7 13 0,-6-6-5 16,0-4 8-16,0-5 8 0,-2-4 4 0,4-6 3 0,-3 12 0 16,-1-27 0-16,0-5 2 0,1-1-3 0,1 2 1 15,0-1-2-15,-2-1 16 0,0-3 2 0,4 2 4 16,-3-2 11-16,-1 4 13 0,-3 4 0 0,-6 0 5 16,-6-2 10-16,-3-1-12 0,-2 1 8 0,-8-2-8 15,-1 0 13-15,-5-1-22 0,22-1 1 0,-12-2-9 16,-11 0-5-16,-6 1-5 0,-5-1-3 0,-6-2-1 0,-1 3-15 15,12-3-1-15,-29 2 3 0,-4 8-3 0,2 0 1 16,-2 7-8-16,0 4-5 0,0 5 0 0,0 10-18 16,4 3 7-16,-3-14-4 0,3 11 3 0,-2 7-12 0,2 6-44 15,1 7-26-15,3 4-16 0,-1 3-182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42:26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11909 4626 4 0,'-2'-2'0'0,"1"1"8"0,-3-1 4 0,0-2 11 16,-3-2-4-16,-4-1-5 0,-2-2-5 0,1 1 20 16,1 5-6-16,0-9 11 0,0 1-21 0,0 0-3 15,-2 4 5-15,2-4-4 0,0 1 10 0,-1 3-15 16,1-2-2-16,0 3-3 0,0 0 2 0,0-5 6 0,0 8 1 15,0-1 0-15,-2 0 6 0,0-1-11 0,1 1 13 16,0-2-9-16,-1 1 39 0,1 3-44 0,-2-2 13 16,-3-1-21-16,0 3 23 0,-3-4-1 0,1 2 0 0,-1 1 0 15,-3-1 11-15,-1-3-14 0,0 1 4 16,-2 2-9-16,-4-1-1 0,4-1 14 0,0 1-3 0,-5-3 6 16,1 1-12-16,0 3-5 0,-3-2 0 0,7 3-3 15,-2-1-6-15,-2 0-2 0,3 1 2 0,1-1-1 16,-2 2 1-16,0 0 0 0,2-15 0 0,0 6 0 15,-2 2 4-15,2 3-6 0,-4 3 1 0,-1 1-2 16,1 0 7-16,-1 2-6 0,-3 0 5 0,1 0-4 16,-6 0 10-16,2 0-4 0,-2 0 5 0,3-2-2 0,3 0 28 15,-1 0-24-15,7 1 4 0,-3-3-12 0,4 2 2 0,4 0 0 16,-4 0-2-16,0-1 1 0,0-1-4 0,0 0 4 16,0 0-3-16,2 1 2 0,-1-1-7 0,-2 0 3 15,1 2 3-15,-2 1-1 0,0 1-7 0,-2 0 5 16,0 0-4-16,-1 0 6 0,-1 0 4 0,-1 0-7 15,-4 0 4-15,-2 0-5 0,0 0 0 0,-4 1 3 16,2 1-4-16,2 0 5 0,-2 0 5 0,4 0-7 16,2-2 5-16,3 2-6 0,3 0 2 0,-1-1 4 15,0 3-5-15,-3 0 3 0,3 0 5 0,2 1-10 16,-1 1 5-16,1 1-6 0,-2 1 5 0,-3 1-1 16,1-2 1-16,-5 1-1 0,0 1 1 0,0-2 5 0,-2 3 0 15,-4-1 2-15,2 0 3 0,4 1-7 0,0-1 1 16,3 0-4-16,1 0 3 0,-4 3-5 0,2-1 1 15,1 2-2-15,3 0 1 0,-1 0 2 0,0 2-2 16,1-1 3-16,-1 3-4 0,3-2 9 0,-1 0-3 0,0 0 6 16,-1 0 2-16,-3 1 3 0,-1 3 4 0,-2-1-3 15,0-1-5-15,-4 0 2 0,0 0-3 0,-4-3 3 16,5 1 2-16,1-2-3 0,3 0 1 0,5 0-2 16,-1 0-4-16,1 0-3 0,1 2-2 0,0 0 0 15,0-2-1-15,4 0-3 0,-1 2 1 0,-1 1-2 16,2-1 6-16,-2 2-3 0,0 0 2 0,2-2-3 15,-4 3 7-15,-1 1-4 0,-1-1-2 0,1 1-1 0,-1-1-1 16,4 1 3-16,0 0 5 0,2-16-2 0,2 18 3 16,0 3 5-16,4 0-2 0,-1 2 2 0,6 7-4 0,-5-1-4 15,0 1-3-15,-1-1 1 0,1 0 0 0,3 5 3 16,2-6 2-16,4 8-3 0,-2-9-12 0,0 0 8 16,4-3-2-16,-2-2 4 0,0 1 4 0,3-4-9 15,-1 0 2-15,3 0-3 0,3-1 4 0,-1-1 3 16,2-1-3-16,-11-1 3 0,4 1 2 0,1 3-6 15,5-1 3-15,1-3-3 0,2 3 8 0,0-1-7 16,2-1 1-16,1 5-3 0,3-2-3 0,-1 4 6 16,3 4-2-16,1 0 2 0,2 3-5 0,0 2 3 15,-1-1-1-15,1 1 1 0,2-2-4 0,-2-1 4 0,2-2 0 16,2-1 0-16,-2-3-16 0,3 0 11 0,-1-3-8 16,-13-7 10-16,20 3-11 0,-1-4 9 0,7 1 1 0,-2-3 0 15,0-1-8-15,0 1 9 0,-2-4-8 0,2 2 9 16,0 0-6-16,-2-2 3 0,0 4 1 0,0-1-2 15,-1-3 0-15,1 2-4 0,0 0 8 0,2 0-7 16,2-1 4-16,0 1 2 0,1 0-2 0,1 0 3 16,1 0 0-16,5 0-9 0,-1 0 7 0,4-1-7 15,7 1 10-15,5 0-6 0,-1 0-2 0,5-2 0 16,-1 1 9-16,2-1-3 0,-6-2 2 0,-2-1-3 0,-3 1 3 16,-2-1-6-16,3 0 5 0,-1-1-4 0,3 1 12 15,-2-1-6-15,4 1 1 0,4-1-3 0,2-1-9 16,9 0 13-16,-2-1-8 0,-2 25 9 0,3-15 0 15,-9-5-3-15,1-3-1 0,-4-1-2 0,-4-2-6 0,-1 2 11 16,1-1-1-16,0 1 3 0,2 2-7 0,4-1 1 16,-2 4 3-16,4-1-1 0,-2 1 1 0,3 0-4 15,1 3 1-15,-4-3-1 0,-1 2 2 0,-2-2-1 16,-3 1-7-16,2-3 5 0,2-3-5 0,2-1-1 16,5 1 4-16,3-2-3 0,3 0-5 0,7-2 7 15,-7 0-6-15,7 0 6 0,-5-2-3 0,-6-2 8 16,6 1-2-16,-11-1 4 0,3-2-3 0,1 3 2 15,1-3 1-15,10-1 0 0,7-1-5 0,7-5 5 0,2 0-2 16,-5 0 3-16,-4-2 3 0,-4 0-1 0,-1 2 3 16,3-1-2-16,0-3 8 0,11 2-7 0,-3 0-1 15,7 0-1-15,0 1-3 0,-6 1 7 0,1 0-3 16,-10 0 5-16,0 0-14 0,0-2 8 0,2 2-3 0,5 0 6 16,1 0-5-16,3 0 5 0,-3-4 0 0,-10 2 1 15,0 0-3-15,-9 0-3 0,-2-1 1 0,2 1-2 16,-3 0-3-16,6-2 9 0,-4 2-4 0,-5-1 8 15,8-3-8-15,-8 1 2 0,2-5 0 0,-5-1-1 16,-4 0-9-16,-5 0 9 0,-1 20-2 0,-1-22 7 16,-3-4-8-16,-1 3 9 0,4-5-9 0,-6 0 8 15,3 3-9-15,-6 3 0 0,-3-2 6 0,-3 2-2 0,-4 0 11 16,-2 2-11-16,-4 2 8 0,-1-3-8 0,-6 1 9 16,-2-2 1-16,2 2 3 0,-6-2 1 0,5 2 16 15,-5-2 0-15,10 0-7 0,-4-4 4 0,-6 2-15 0,-5-3-2 16,-2-4 7-16,-4-6-6 0,-5-9 0 0,-4-4 6 15,-4-4-4-15,-1-5 7 0,1 2 5 0,-3-4-4 16,-5 4 3-16,1 3-5 0,22 6-7 0,-31 4 9 16,-2 1-4-16,-8 6 6 0,4-1-6 0,-4-1-8 15,-1 0 2-15,-6-5-4 0,-4-4 2 0,-7 0-6 16,-8-4-3-16,-4 3 0 0,-14 1-3 0,-9 1 3 16,-3 5-5-16,-8 9 3 0,3 3-5 0,-12 7 1 15,-10 4 3-15,-15 5-3 0,-7 3-5 0,-5 7-1 0,-12-32-2 16,-15 36 0-16,-17 17-15 0,-16 15-16 0,-16 13-7 15,-10-19-5-15,-8 56-54 0,-22 20-341 0</inkml:trace>
  <inkml:trace contextRef="#ctx0" brushRef="#br0" timeOffset="13921.96">16817 6054 6 0,'0'0'14'0,"0"0"10"16,0 0 11-16,0-2 11 0,0 0-1 0,0 1-8 15,-2-1 0-15,0 0-9 0,0 0 5 0,0-2-8 0,0 1 0 16,0-1 5-16,1 0-6 0,-1 0 2 0,0 1-3 16,2 1 3-16,-2-4-3 0,-2 1-6 0,2 1-2 15,-1-2 3-15,-1 1-1 0,-5-1 12 0,-1-1-7 16,-4-1-8-16,2 1 3 0,5 0-2 0,-2-1-9 16,0 1 12-16,-8 1-12 0,2 1 6 0,-2-1 2 15,1 2-10-15,1-1 8 0,-2 1-11 0,0 0 11 0,4 2-1 16,-2-1 2-16,2-7-9 0,-3-1 7 15,-3 2-2-15,-1 2 3 0,-1 1-3 0,3 2 8 0,-1 1-2 16,2 1 4-16,-1 0-8 0,3 0-5 0,-4 0-1 16,5 2-1-16,-1 0 2 0,0 0 0 0,0 0 0 15,0 0 1-15,0 0 3 0,0 2-10 0,1 0 7 0,-3 2-7 16,2-1 4-16,-2 1-5 0,-1 2 1 16,-1 1-2-16,-1 0 2 0,-4 3 5 0,-2 1-5 0,-6 0 4 15,1 0-10-15,-5 0 9 0,5 0-5 0,3-1 5 16,-2-1-7-16,2 0 9 0,-1 1-2 0,-1-1 5 15,2 0-13-15,2-1 8 0,0-1-2 0,2 2 4 16,-2 1-8-16,2-1 4 0,0 0 2 0,-1 0 2 16,3 1 8-16,0-1-8 0,1 2 4 0,3 0-5 0,-3 0 8 15,1 2-5-15,0 2-2 0,-1-13-2 0,5 17-4 16,-1 1 1-16,2 0 5 0,-4 1-2 0,5 1-5 16,-1-9 7-16,0 2-7 0,7 2 8 0,-5-8-7 15,6 6 1-15,3 0-1 0,-7-8 1 0,6 4 4 0,3 0-2 16,-2-1 5-16,-3 1-5 0,-1 0 3 0,3 0 1 15,-1 2 1-15,2 0 1 0,2 0 2 0,1 2-3 16,1-2-2-16,0 2 1 0,0 2 0 0,1-1 0 16,1 1-1-16,2 0 0 0,0-1-1 0,1 3-4 15,1 0 4-15,1-1-4 0,1 1 3 0,-1-1-3 16,1-1 0-16,-1-2 0 0,0 0 5 0,3-1 5 16,-1-1-2-16,2 2 3 0,-7 0-4 0,13 0 1 0,1 2-3 15,1-1 2-15,-1 1 1 0,1 0-11 0,3 0 5 16,0 3-6-16,1-3 4 0,-1 3 4 0,2-1-2 15,4-4 1-15,2 5-1 0,-1-9 2 0,-1 4-1 16,4 0 1-16,-1 0-3 0,1-2 6 0,3-2-4 16,2-4 5-16,-3 1 3 0,5-1 3 0,2 1 1 0,-6-7-1 15,6 22-2-15,-6-12-2 0,0-6 3 0,-1-3-4 16,-3-4-1-16,3-1-6 0,1-5 1 0,0 1-1 16,0-2 8-16,-1-3-6 0,-1 1 0 0,-1 2-2 15,-1 0 1-15,3-1-3 0,-3 1 2 0,-3-2-2 16,4-2 4-16,-8 2 0 0,2-4-2 0,-2 0 0 15,-5 4-7-15,9-6 7 0,-4 4 2 0,2-2 2 0,-2 14-4 16,-4-14 1-16,1-2-1 0,-1 4 1 0,-1-2 1 16,-3 0-4-16,3 0 0 0,-4 1-2 0,-2-1 6 15,-2-4-4-15,0 1 7 0,0-1-7 0,0 0 12 0,-3 1-10 16,1-2-2-16,-3-3-1 0,-1 1 0 0,1 2 3 16,-1-3 1-16,-1 3 2 0,-2-4 1 0,15 0-6 15,-6 1-2-15,-4-3-3 0,-3 2 4 0,-4-4-9 16,-2-1 9-16,-4-5-8 0,-3 3 5 0,-4 1 1 15,-4 0-7-15,12 4 4 0,-27 4-18 0,-5 1-3 16,-7 5-10-16,-8 3-1 0,-2 9-59 0,-9-22-86 16,0 20-36-16</inkml:trace>
  <inkml:trace contextRef="#ctx0" brushRef="#br0" timeOffset="14920.01">18529 6767 54 0,'0'0'22'0,"0"0"-9"0,0 0 23 0,0-2-5 15,1 0 4-15,1 0 6 0,0 1-3 0,0-1 1 16,0 0-9-16,0 0 13 0,0 0-9 0,-1 0 9 15,1-1-11-15,0-1-12 0,0 0 7 0,0 0-9 16,0 1 4-16,-2 1 3 0,0 0-1 0,0 0 2 16,0 0-6-16,0 0-3 0,-2 1-1 0,0-1 0 15,-2 0-1-15,1 2-5 0,-12 0 5 0,0 0-5 0,-2 2 1 16,2 1 3-16,-5 3-6 0,1 0 6 0,-1 1-4 16,1 0 0-16,1 1 7 0,-5-1-4 0,7-1 11 15,-1-1 6-15,6-1-4 0,2-2 4 0,-3 0-8 0,5 0 2 16,-6 1-3-16,7-3 2 0,5 0-5 0,-3 0-5 15,0 2-1-15,0 0-3 0,3-2-5 0,-1 2 3 16,0 0 3-16,0 0 0 0,2-2 2 0,0 2-8 16,2-2-1-16,2 1-2 0,-1-1 3 0,20 4 2 15,-3-2 0-15,0 0 1 0,8 0-1 0,2-2 2 16,3 2 0-16,5-1 1 0,2 1 3 0,7 2 5 16,3 0-4-16,7-1 3 0,10 1-5 0,15 0 1 0,2-2-3 15,10 0 2-15,-1-2-9 0,-6 0 5 0,4-2 1 16,-7-2 1-16,5 0-1 0,2 1-3 0,2-1 3 15,2 0-2-15,-4 2 6 0,-4 0-11 0,-6-1 5 16,-4-1-5-16,-7 2 9 0,-3 0-2 0,0 0-3 16,-2 2 2-16,5 0-2 0,-3 2-3 0,-2 2-1 0,-9 0 0 15,-6-2-1-15,-5 1 0 0,-10 1 1 0,-4 2 1 16,-5-1 0-16,-3 1 3 0,-7-3 2 0,-3-1 0 16,-1 0-1-16,-7-2-2 0,1 0 1 0,-3 0 1 15,-1 0 11-15,2 2-5 0,0 0 8 0,-1-2-6 16,-1 0 2-16,0 0-2 0,0 0-9 0,0 0 6 15,0 0-11-15,-2 0-10 0,0 0-7 0,0 0-2 0,0 0-19 16,-2 0-5-16,0 0 0 0,-2 0-4 0,-11 2-9 16,-5 0-7-16,-10 1-3 0,2 1-3 0,-3 0-26 15,-8-1-25-15,0 3-47 0</inkml:trace>
  <inkml:trace contextRef="#ctx0" brushRef="#br0" timeOffset="15373.16">18490 7083 304 0,'-2'0'39'0,"0"0"0"0,-11 0 47 0,-19-2-9 15,-3 0 9-15,2 0-16 0,1 0-3 0,2 2-5 16,2 0 0-16,-1 0-18 0,6 2 7 0,3 0-7 15,3 0 7-15,4-2-12 0,6 0 4 0,3 0-7 0,0 2 5 16,1 0-16-16,-1-1-2 0,2 1 3 0,0 0-5 16,2 0-14-16,2 0-4 0,0-2 0 0,37 20 0 15,13-3 4-15,0-8-10 0,11-3 1 0,10-2-3 16,-1-4 11-16,12-4-9 0,12-4 3 0,12-1-5 16,12-2 7-16,7 0-5 0,-7-2 3 0,5-2-5 0,-1 0 2 15,19 4-2-15,2 2 1 0,0-1 0 0,-2 1 9 16,-6 2 0-16,4 1-2 0,10 4 0 0,-5 2 1 15,-12 0-3-15,-8 0 6 0,-7-2-5 0,0 4 2 0,-2 4-4 16,0 1-1-16,-17 1 0 0,-11-6 9 16,-11-1 0-16,-9-1-3 0,-8 0 1 0,-5 2-9 0,-8-2 6 15,0 0-2-15,-7 0 3 0,-5 0-6 0,-5 0 14 16,-12-2 2-16,-4 1 5 0,-2-1 3 0,-6 2-5 16,2-2 2-16,-3 2-2 0,-2 0 3 0,-3 0-3 15,3-2-4-15,0 0 0 0,0 0-13 0,-3 0 11 16,1 1-10-16,0-1 7 0,0 0-34 0,0 0-91 15,0 0 1-15,0 0-42 0,-2 2-108 0</inkml:trace>
  <inkml:trace contextRef="#ctx0" brushRef="#br0" timeOffset="23796.91">26321 9857 256 0,'0'0'-40'16,"0"0"32"-16,-2 0 8 0,0 0 0 0,1 0 46 0,-1 0-6 15,0 0-5-15,-2 0 2 0,0 0-4 0,1 0 7 16,-1 0 0-16,0 0-1 0,1 0-2 0,-1 0-8 0,0 0 0 15,0-2 3-15,1 0-3 0,-1 0-1 0,0 0-3 16,1 0-3-16,-1 1 2 0,0-1-7 0,1 0-6 16,-1 0 4-16,0 0-5 0,0 0-5 0,1 0 6 15,-1 1-4-15,2 1 4 0,0-2-11 0,0 2 12 16,1-2-5-16,-1 2 8 0,0 0-11 0,0 0 3 16,0 0-3-16,0 0 4 0,0-2 5 0,1 2-7 15,-1 0 4-15,0 0-6 0,0 0-5 0,0 0 1 0,0 0 0 16,0 0 0-16,2 0-4 0,0 0 5 15,0 0-1-15,0 0 3 0,0 0-3 0,0 0 8 0,2 0-8 16,0 0 6-16,0 0-10 0,2 0 4 0,9 0 3 16,7-2-1-16,2 2 2 0,4 0-3 0,2 0 1 15,4 0-2-15,9 0-3 0,3 0 8 0,8 0-8 0,2 0 9 16,4-2-3-16,5 2-3 0,-2-2 7 0,-2 1-6 16,-1-1 3-16,-2 0-2 0,1 0-2 0,1 0 1 15,-1 2 5-15,5 0-8 0,3 0 9 0,1 0-8 16,5 0 11-16,0 2-9 0,-14 0 2 0,1 0-3 15,-6 0 8-15,-4-1-1 0,-2 1 0 0,-5 0 2 16,0 2 12-16,-2 0-8 0,-4-3 3 0,-1 3-5 16,-1 0 6-16,-1 0-3 0,1-1 1 0,-3 1-2 15,1 0 4-15,-1-1 7 0,-4-1-1 0,-2 0 2 0,-3 0-1 16,-1 0-7-16,2 0 5 0,-1 0-4 0,-3-2 6 16,-3 0 6-16,-2 0-4 0,-2 0 4 0,0 0-6 15,-3 0-9-15,-4 0 0 0,1 0-5 0,-1 0-5 0,0 0 4 16,-1 0-1-16,1 0 1 0,-2 0-7 0,0 0 1 15,0 0 4-15,-1 0-1 0,1 0-4 0,0 0-2 16,0 0-5-16,0 0 3 0,-2 0-11 0,0 0-9 16,0 0-7-16,0 0-1 0,0 0-22 0,0 0-26 15,0 0-24-15,0 0-11 0,-2 0-163 0</inkml:trace>
  <inkml:trace contextRef="#ctx0" brushRef="#br0" timeOffset="24413.24">26596 10048 263 0,'-2'0'30'16,"0"0"2"-16,-1-2 26 0,-10-2-2 0,-6 1-27 15,2-1-4-15,6 2 3 0,-2-2-3 0,2 2-1 0,2 1-8 16,-1-1-5-16,5 2 2 0,1 0 3 0,2 0-1 16,0 0 3-16,1 0-3 0,-3 0-5 0,0 0-3 15,0 0 2-15,3 0-2 0,-1 0-1 0,0 0 2 16,0 0 0-16,0 0 4 0,0 0 9 0,0 0-3 15,1 0-4-15,1 0 1 0,0 0-2 0,0 2 7 16,1-1-1-16,1 1 0 0,0 0-17 0,6 0 9 16,18 4-1-16,3-1 6 0,8 3 6 0,-1-5-2 15,1 1 2-15,9-2-2 0,3 0 0 0,4-2-8 16,1 0 7-16,6 0-4 0,-1-2 20 0,4 0-7 0,6-2-5 16,7 1 0-16,2-1-7 0,11-2 1 0,4 1-2 15,-8-1-1-15,3 2-10 0,-10 1 8 0,-2 1-2 0,2 0 2 16,2 2-8-16,-1 0 8 0,7 2-7 15,-4 2 6-15,-3 1-17 0,-3 1 7 0,-7-1-1 0,-2 3 3 16,-4 1 6-16,-7 0-6 0,0 1 1 0,-3-1-3 16,-2 0-2-16,2 2-2 0,-6 0 6 0,-6-1-4 15,-6-3 2-15,-4-1 2 0,1-3-3 0,-6 1 4 16,0 0 3-16,-7-2 7 0,-3 0-3 0,-3-2 4 16,-2 0 3-16,-3 0 4 0,-3 0 4 0,-1 0-2 0,-2 0 8 15,2 0-15-15,-1 0-2 0,1 0-4 0,0 0-6 16,0 0 0-16,-1 0 3 0,-1-2-2 0,0 0 2 15,0 0-12-15,0 0-2 0,0 0-6 0,-1 0-23 16,1 1-57-16,0 1-46 0,-2 0-20 0,0 0-298 0</inkml:trace>
  <inkml:trace contextRef="#ctx0" brushRef="#br0" timeOffset="41752.94">10413 9833 80 0,'0'0'16'0,"0"0"2"0,-2 0 32 16,0 0 10-16,0-2 6 0,-2 0 1 0,1 0-15 15,-5 0-1-15,-5-3-5 0,-1-1-13 0,2 2-5 16,1 1 0-16,0-1-3 0,0 2-11 0,0 0-10 15,0 0 0-15,0 0-2 0,-1 1 2 0,-1-1 2 16,4 0 1-16,-4 0 0 0,2 0-3 0,-2 0 12 0,0 2-8 16,0 0 7-16,0 0-6 0,2 0 3 0,-4 0 5 15,2 0-4-15,0 0-8 0,-2 0 5 0,2 0-5 16,0 0 6-16,-2 0-4 0,2 0 6 0,-2 0-7 16,2 0 5-16,-1 0-12 0,-1 2 0 0,2 0 9 0,-6 0-5 15,2 0 5-15,-7 1-5 0,-2 1-1 0,0 0-1 16,-2 0-2-16,-1-1 1 0,-1 1 0 0,-3 0 3 15,1-2 4-15,2-1-4 0,3 3-2 0,-1 0 0 16,-2-2 3-16,2 1 2 0,2 1-1 0,6-2 3 16,-3 2 4-16,3-1-3 0,-2 3-1 0,1 0-2 15,1-1-9-15,3 1 7 0,-1-1 2 0,-1 3 4 0,2-1 2 16,-1 2-4-16,-1 1-3 0,2-1 3 0,-1 2 3 16,-1 2 1-16,-1 2-1 0,-1-13 0 15,-3 16-4-15,-2 1 12 0,-2 1-3 0,-3 3 4 0,3-1-7 16,2 4-3-16,2-2 4 0,2-2-4 0,3 2-7 0,-7-1-1 15,9-1 1-15,1 2 2 0,-1-2-4 0,6 3 1 16,-4-7-1-16,6-1 2 0,-1 3-2 0,3 3 4 16,1 1-5-16,-1 0 5 0,1-4-2 0,-1 4-7 15,1-1 4-15,1 1-4 0,-3 0 7 0,1 2 2 16,1 2-4-16,1-2 2 0,1 3-7 0,-1 1 7 16,1-2-5-16,2 2 5 0,-17-2-3 0,8-2 0 15,4 0 6-15,1 0-6 0,3-2-1 0,3 0 5 16,0 2-4-16,0-6 5 0,3 4-7 0,1-3 2 15,2 1 0-15,3 4 1 0,0-4-3 0,2 3 2 0,0-5-1 16,-7-3 1-16,15 3-4 0,7 1 6 0,0-3 1 16,-6-1 1-16,10-1-7 0,3-1-3 0,-1 2 6 15,3 0-2-15,-3-2 3 0,-3 1 0 0,1-3-1 0,0-2 3 16,-2-1 2-16,-4-5-8 0,5 3-1 0,1-3-2 16,2-3 8-16,1 0-4 0,4 20-3 0,4-9 0 15,4-5 2-15,3-3-4 0,8-1 4 0,-1-4-5 16,1-2 2-16,2 0 0 0,-8 0 2 0,-2-1-2 15,-5-1 0-15,-4 0 6 0,-2 1-5 0,-4-3 5 16,1 0-9-16,1 1 9 0,-2-1-3 0,3 1 3 0,1-3-7 16,2 1 7-16,2-4-1 0,7-4 1 0,0 0-7 15,8-2 0-15,-2 1 6 0,-4-5-3 0,-2-1 3 16,-3 20-2-16,-3-24-2 0,-4 0 2 0,-5-5 8 16,-1 3-5-16,-3-4 0 0,1 2-2 0,-2 3 12 0,-2-5-9 15,2 4 1-15,0-2-5 0,-1 4-5 0,-1-1 10 16,-5 1 0-16,-3 1 4 0,3-1-2 0,-6 2 5 15,-2-2-2-15,-6 0 2 0,-5 0-11 0,16-2 11 16,-6-1-8-16,-7-5 10 0,-5-7-12 0,-5-1 18 16,-7-5-3-16,-4-5 7 0,-5 0-11 0,-3-3 10 15,-4-1 0-15,23 2 3 0,-30 6 12 0,-4 1-1 16,-4 7 1-16,-5 4-1 0,-6 3-2 0,-9 7-12 16,-8 4 1-16,-5 5-6 0,-8 2-3 0,1 6-13 0,1 7-2 15,2-30-5-15,4 29-16 0,6 10-25 0,-7 12-6 16,-10 9-10-16,-9-25-54 0</inkml:trace>
  <inkml:trace contextRef="#ctx0" brushRef="#br0" timeOffset="44071.1">9535 13318 52 0,'-2'0'0'0,"0"0"64"0,-2 0 20 0,-5-2 31 15,-12 0 9-15,3 0-49 0,-1 0-11 0,3 0-33 16,3 2 3-16,1 0-9 0,-1 0-12 0,4 0-1 0,-2 0-1 16,0 0 2-16,2 0 6 0,-3 0-17 0,3 0 10 15,2 0-12-15,-3 0 15 0,3 0-8 0,0 0 0 16,-1 0-2-16,-1 2 8 0,1 0 4 0,1 0-2 15,-2 0 3-15,1 0 1 0,3-1 2 0,1-1 0 0,0 0-1 16,2 0-10-16,1 0 5 0,-1 0 3 0,-2 2-1 16,0 0-8-16,2 0 7 0,1 2-7 0,-1-1 9 15,0 1-6-15,2 0 3 0,0 0-1 0,2-1 2 16,0 1-7-16,1 0-5 0,10 5 1 0,15 4-1 16,2-2-1-16,1-3 1 0,7-1-1 0,2-1 0 15,7-1-7-15,3-1 8 0,9 1-7 0,3-1 7 0,3-2-4 16,1 0 1-16,-2-2-1 0,-5 0 0 0,-1 0 0 15,-1 0-1-15,4 0 4 0,6 0-4 0,4 0 2 16,12 0-1-16,5 0-1 0,4 0 1 0,-2 0 10 16,-11-2-3-16,1 2 2 0,-4 0-4 0,2 0 3 0,8 0-1 15,10 0 1-15,12 0-1 0,-4 0-1 0,-6 0 2 16,-7 0-2-16,-7 0 1 0,3 0-5 0,6 0 2 16,9 0 0-16,4-2-1 0,0 0-1 0,-8-1 3 15,-5-1 0-15,-9 0 2 0,-3 0 0 0,5 1-4 16,5 1 0-16,3 0-3 0,3 0 2 0,-6 2 1 15,-9-2 2-15,-8 0-1 0,-5 1 3 0,-1 1-6 16,1-2 2-16,3 2-1 0,10 0 9 0,-4 0-8 16,2 0 7-16,-4-2-8 0,-9 0 3 0,-2 0-5 15,-6 0 2-15,-1 0-3 0,-2 2 0 0,-4 0 9 0,3-1-10 16,-1-1 10-16,4-2-11 0,1 0 5 0,-1 2 0 16,-6 1 2-16,-2-3-4 0,-2-2 6 0,-3 1-6 15,-3 1 5-15,-8 0-5 0,-3 1-1 0,-5 1 3 0,0 0-2 16,-2 0 5-16,-3 0-1 0,-1-2 3 0,-1 3-3 15,-2-1-4-15,-3 0 4 0,-1 0-4 0,-3 2 4 16,-1 0-2-16,-2 0 1 0,-1 0 4 0,-4 0-4 16,0 0-7-16,1 0-14 0,1 0-4 0,0 0-2 15,0 0-22-15,-3 0-60 0,1 0-35 0,0 0-22 16,-2 0-242-16</inkml:trace>
  <inkml:trace contextRef="#ctx0" brushRef="#br0" timeOffset="44755.89">9154 13962 419 0,'-2'0'41'16,"0"-2"-7"-16,-2 0 15 0,-7-2 10 0,-9-5-18 15,3 2-7-15,1 1-19 0,4 2 3 0,-1-1-9 16,2 1 1-16,4 2-2 0,-1 0 1 0,5 1-2 16,-1-1-6-16,0 0 1 0,2 0-1 0,1 0 2 0,-1 0-3 15,2 0 7-15,0 1-6 0,0-1 8 0,2 0-5 16,-1 0-1-16,3 0 1 0,9-2-1 0,9-1 2 16,-3 1 9-16,1 2-3 0,3 0 4 0,-3 1-11 0,2 1 3 15,2 0-6-15,2 0 5 0,2 0-1 0,2 0-2 16,7 1 5-16,4 1-4 0,4 0 10 0,8 0-6 15,9 0 4-15,8-2-5 0,6 0-2 0,6 0 3 16,-4-2-8-16,-4-2 6 0,1-1-3 0,1 1 0 16,5-2 2-16,14 1-3 0,7 1-8 0,11 0 4 15,-3-1 2-15,-8-4 0 0,-2-1 6 0,-5 3-8 16,7 1 2-16,10-1-2 0,10-1 7 0,1 3-2 16,-8-4-5-16,-4 1 2 0,-7-1-1 0,8 1-2 15,8 5 1-15,5-1-1 0,-6 0 4 0,-10-1 4 0,-5 1-2 16,-6 2 3-16,14 2 5 0,3 0 2 0,4 0 4 15,-6 0-3-15,-11 0 5 0,-3 0-3 0,1-2 4 16,9 2-3-16,5-3 7 0,8 1-14 0,-7-2 4 0,-13-2-6 16,-1 1 8-16,-5-1-4 0,6 1 0 0,6-1-2 15,9 3-6-15,-7-5-1 0,-12-1-3 0,-9 1 2 16,-11-1-2-16,0 2 5 0,4 1-4 0,-2 2 4 16,5 1-7-16,-5-1 3 0,-10 2 4 0,-3 0 0 15,-11 0 8-15,-4 2-13 0,-7 0-8 0,-6 2-5 16,-6 2-58-16,-3 2-139 0</inkml:trace>
  <inkml:trace contextRef="#ctx0" brushRef="#br0" timeOffset="50582.69">20478 4264 8 0,'0'0'0'0,"2"0"13"0,0-2 9 0,0 0 22 15,0 1 8-15,-1-3-6 0,-1 0-2 16,4-7-19-16,-2 2-3 0,2-2 1 0,-2 1-1 0,-1 1-4 16,1 0 5-16,-2 1-4 0,2-1-3 0,-2 5 4 15,0-3 1-15,0 0 2 0,0 1 1 0,0 0 1 16,-2-1-3-16,0 1 4 0,1 3 13 0,-1-1-20 15,-4-2 8-15,-5 3-11 0,-8-3 13 0,3 1 4 16,1-1-10-16,0 0 6 0,0-1-12 0,0 1-4 0,-1-1 11 16,-3 0-9-16,0-1 1 0,1-1 0 0,1 0-7 15,-1-3 5-15,3 5-11 0,0 0 6 0,-2-3-2 16,2 1 3-16,-3 0-2 0,-1 1-4 0,1-1 0 16,-1 2-1-16,0-1-1 0,1 1-1 0,-4 3 1 0,3 0 0 15,-1-7-2-15,-3 7 5 0,-1-5-5 0,-2 0 6 16,4 3-2-16,-2-1 1 0,0-2 3 0,0 1-3 15,-8-3-1-15,4 0 1 0,2 0 3 0,2 1 0 16,4 1 1-16,-6 0-2 0,3 1-7 0,-1-1 3 16,0 4-8-16,2-5 7 0,-4 3 2 0,2 1 2 15,1-1-1-15,3 5-3 0,-1-2-2 0,3-9 0 16,-3 2-6-16,1 4 7 0,1 1-1 0,-1 1 4 0,1 1-2 16,1 0-4-16,-1 2 2 0,1 0-3 0,-3-1 3 15,5 1 4-15,-3 0 3 0,2 0-2 0,-3 0 1 0,0 0-1 16,-3 1-5-16,3-1 2 0,-6 0-8 0,2 2 10 15,-6 0-1-15,-2 0 4 0,6 0-4 0,-1 0-3 16,-1 0 0-16,-6 0 0 0,3 0-5 0,-6 0 4 16,5 0 3-16,0 2 0 0,3 0 3 0,-3-1-5 15,2 1 0-15,3 2 0 0,-1 0 7 0,0-1-9 16,-2 1 4-16,1 0-4 0,-1 0 8 0,0-1-6 16,-1 3 0-16,-1-2-2 0,-3 1 1 0,-2 1 4 15,-6-1-3-15,4-1 2 0,0 0 0 0,-2-1-5 16,0-1 3-16,-2-2-3 0,1 2 2 0,-1 0 5 0,4 2-5 15,4-2 5-15,-4 3-9 0,2 1 3 0,1-1 1 16,3 1 1-16,0 1 1 0,1 1 3 0,-3 1-3 16,-4 0 3-16,0-1-7 0,-4 1 4 0,0 0-1 15,2 1 2-15,-3-1-2 0,-1 0 1 0,-1-1-4 0,1-3 3 16,3 1-1-16,1-3-3 0,4 1 4 0,0 0-3 16,-1 0 6-16,5 1-3 0,0 1 4 0,-1 1-4 15,1 1 1-15,1-1 0 0,-1 0 1 0,-1-1 1 16,1 0-1-16,-4-1 0 0,-2 1-2 0,0-3 1 15,0 1-1-15,0 0 3 0,0 1-5 0,2-1 3 16,0 2 4-16,-2-1-6 0,3 1 7 0,1-1-7 0,2 1 4 16,1 0-6-16,2 1 1 0,1 0-2 0,-1 3 9 15,2-1-7-15,-2 0 4 0,2 1-5 0,-1 1 6 16,-1 0 0-16,-3 2-2 0,-3 0 2 0,1 0-3 16,-4 0-4-16,0 0 3 0,0 0-4 0,0 0 12 0,4 0-5 15,0 0-2-15,3 0 0 0,-5 3-6 0,0 1 6 16,5-2-1-16,1 2 1 0,1 1-1 0,2-14 1 15,-2 18-1-15,2 4 1 0,2 6 1 0,0-1-3 16,0 1 4-16,0 3-2 0,-1-5 7 0,1 3-8 16,2 1 3-16,-4-6-4 0,4 1-3 0,1-4 9 15,-3 1-7-15,2-4 7 0,-2-2-9 0,0-1 3 16,4-1 2-16,7 1 0 0,2-1-2 0,-2 1 5 0,4 0-3 16,-2-1 2-16,2 3-7 0,2-1 3 0,-1 4 1 15,1 0-1-15,-2 2 0 0,7 6 6 0,-1-1-4 16,1 3 5-16,0 3-8 0,2 2 0 0,-5 0 5 15,5 7-1-15,-2-5 2 0,-1 4-5 0,-18-1 1 16,10-5-3-16,8 2 5 0,3-4-2 0,2-5 0 0,0-4-1 16,4-2 2-16,1-2 1 0,3-2-4 0,1 2 2 15,2-1-3-15,2-1 2 0,2 2 1 0,0-2-2 16,2 2-3-16,-14-1 4 0,16-1-2 0,1 2 3 16,3-2 0-16,-3 4 1 0,4-1 2 0,-2 6-1 15,-1-3 0-15,1 4-2 0,0 3 1 0,-5-5-2 16,4 5 1-16,-5-4 1 0,3-1-3 0,1 3 3 15,1-1-1-15,-1 0-3 0,1-8 6 0,-1-2-5 0,6 2 6 16,-4-5-6-16,10 1-2 0,-1-5 0 0,3-2 3 16,5 2-2-16,0-2 3 0,7 0-3 0,-1-2-5 0,3 0 8 15,-2 0-4-15,1-1 5 0,-1-1 1 0,1 2-4 16,-5-2 1-16,1-1-2 0,0 3 11 0,-1-2-11 16,5 0 4-16,1 3-7 0,6-1 7 0,0 2-2 15,5-2 2-15,6-2-4 0,4 2-5 0,5-1 8 16,-1 1-3-16,-7-2 4 0,-1-2-1 0,-5 3 3 15,1-3-2-15,6 1 4 0,2 1-4 0,9 0-3 16,2-1-1-16,5 1-1 0,0-4 8 0,-3 3-3 16,-4-1 3-16,-7-1-3 0,-3 1-5 0,5-1 3 15,7 1-1-15,7-1 3 0,0-1 6 0,6 1-8 0,-2 1 2 16,-8-1-5-16,-3-1 7 0,-4 1-2 0,1 0 2 16,6-3-2-16,12 3 8 0,-1-4-4 0,7 1-4 15,-7 31 1-15,-4-19 1 0,-1-10 0 0,-2-3 6 16,4-4-6-16,5 0 4 0,10-3 0 0,0 1-2 0,-2-1 1 15,-5 1 1-15,-12-2-1 0,2 1 2 0,4-1-3 16,3 1-1-16,6 1-6 0,1-2 5 0,-7-3-3 16,-3 0 9-16,-10-1-5 0,5-1 0 0,-3 0-1 15,8-2-2-15,7-2 0 0,-3-1 0 0,-1-3 1 16,-5 2-1-16,-11-1 2 0,6-3 0 0,-8 1 2 16,5-2 3-16,6-1-3 0,0 1 1 0,4-2-2 0,-2 0-3 15,-9 0 0-15,-6 0 3 0,-9-2-1 0,-2-2-1 16,-4 0-1-16,4 26-2 0,0-30 2 0,0-3 5 15,-6-2-5-15,-5 0 0 0,-2-6-3 0,-5 0-1 0,3 3 7 16,-11-1 0-16,-6-2 4 0,-3 4 1 0,-6 2 3 16,0-4 4-16,-1 4 0 0,-3-4 16 0,-3 2-3 15,1 0-2-15,-3 0 0 0,0-4-8 0,-6-3-4 16,0-2 6-16,-3-12-7 0,-2 5-2 0,-1-7 4 16,27-3-10-16,-19 4 10 0,-7-4-7 0,-4 6-1 15,-4 3 0-15,-1 8-1 0,-5-2-5 0,1 7 6 16,-4-2-1-16,0-1 2 0,-2 1-4 0,-5-8 4 15,-1-5 2-15,-5-7 1 0,1-2 1 0,-5 0-4 0,21 0-2 16,-30 10 2-16,-10 1 0 0,-3 6-2 0,-3 5 2 16,-9 3-4-16,1 3-4 0,0 0 4 0,-2 2-5 15,4 0 5-15,-6-2 0 0,0 1-2 0,-9-4 3 16,-4-1-4-16,-7-2 5 0,-8-1-5 0,6 1 4 16,-4 1-4-16,2 5 5 0,6 2-4 0,-4 1-2 0,-8 7 0 15,-5-1 6-15,-9 6-5 0,-4-2 6 0,3 6-7 16,5 1-5-16,-1 2 3 0,-7 4-3 0,-17 2 4 15,-5 0 2-15,-5 5 0 0,3 3-1 0,5 1 0 16,-5-37-9-16,-13 30 10 0,-4 9-3 0,6 9 5 16,-6 2-3-16,-2 8-5 0,-7 1-1 0,-6 8-3 15,4 3-5-15,-4 8 1 0,-6-33-2 0,-3 59 1 16,2 2-10-16,2 13-45 0,-4 5-6 0,-2-3-20 0,0 1-95 16</inkml:trace>
  <inkml:trace contextRef="#ctx0" brushRef="#br0" timeOffset="62884.74">23809 4933 256 0,'0'0'54'0,"0"-2"-9"15,-2 0 39-15,0 0 9 0,2 0-34 0,0-2-10 0,0 1-17 16,0-1-9-16,0-2 5 0,0 1-11 0,0 1-6 15,0 0 1-15,0-1-5 0,0 1-15 0,0 2 12 16,0 0-4-16,2-1 7 0,0-1-11 0,0 0 2 16,0 2-2-16,0 1 2 0,-1-1 0 0,-1 0 8 15,0 2-1-15,0 0 6 0,0 2-3 0,-1 0 3 16,-1-1 1-16,0 3 0 0,-2 4-3 0,-5 6 1 16,-2 3-4-16,1-2 3 0,-1 4-5 0,2-3-5 15,0 1 0-15,-1 0-2 0,5-2 7 0,-1-2-1 0,3 0 1 16,-1-2 0-16,2-4 5 0,2 1-3 0,0-3-1 15,0-1-2-15,0 0 5 0,0-3 3 0,0 1 0 16,2 2 1-16,2 0 4 0,3-1-3 0,12 5 5 16,3-3-6-16,8-3-6 0,-3-4 7 0,3-5-1 0,2-4 4 15,1-4 3-15,2-4 6 0,6-3-6 0,8 20 6 16,4-26-6-16,12 1 2 0,-3-3 1 0,6-5 0 16,-1-3-3-16,0-2-7 0,2-3 2 0,-8-5-4 15,2-1-4-15,-5-3-6 0,-1 2-1 0,3 4 0 16,-1 1 0-16,4 8-9 0,2 2-13 0,-2 7-2 15,-3 2-71-15,-1 4-285 0</inkml:trace>
  <inkml:trace contextRef="#ctx0" brushRef="#br0" timeOffset="68449.5">26509 11817 1 0,'0'0'0'0,"0"0"27"0,0 0 13 0,0 0 19 16,0 0 8-16,0 0-14 0,0 0-6 0,0 0-16 15,0 0 1-15,0 0-7 0,0 0-13 0,0 0 1 16,2 0-5-16,-1 0 3 0,1 0-6 0,0-2 9 15,-2 1 2-15,2-1 1 0,0 0 0 0,0 0 11 16,0 0-6-16,-1 0 8 0,1 0-7 0,0 1 4 16,0-1 2-16,0 0-1 0,0 0-2 0,0 0 5 0,-1 0-3 15,1 1 4-15,0-3-2 0,0 0-1 16,0 0-1-16,0 1 0 0,-2 1-7 0,2-7-4 0,-1 1 3 16,1 1-2-16,0-1 2 0,0 3-4 0,-2-1-5 15,0-3 3-15,0 1-5 0,0 3 8 0,0-3-2 16,0 3 3-16,0 1-11 0,-2-1 11 0,0 1-8 0,0 0 7 15,1 0-10-15,-11 3-8 0,-2-1 2 0,1 0-3 16,-4-9 7-16,2 3 0 0,-2 3-2 0,2 1 2 16,-1 2-1-16,-1 2-6 0,2 0 6 0,-3 0-6 15,1 2 2-15,-2 2 1 0,3-1-1 0,-1 3 3 16,2 0 6-16,0 1-9 0,0 0 4 0,2 1-4 16,-1 3-1-16,1-7 3 0,0 12-2 0,1 3 3 0,1 0-3 15,0 3-1-15,2 2-1 0,1 2-1 0,3 0 0 16,1 0 4-16,0-2 2 0,3-2 1 0,-3-3-2 15,-11 1-4-15,6-1 3 0,3-4-3 0,1 0 3 0,1-2-1 16,2-2-3-16,2-2 3 0,0 2 2 0,0 0-2 16,0-3 5-16,0 1-5 0,2-2 3 0,0-1 6 15,-2-2-6-15,0-2 7 0,0-1 2 0,2 3-6 16,5 2 7-16,6 1-7 0,2 1 6 0,2-3-1 16,3-1-8-16,4-4 5 0,2 0-7 0,2-6 3 15,0 1-1-15,0-5 1 0,-1-1-1 0,5 0-6 16,-4-2 5-16,2-2-6 0,3-1 4 0,-5 1 3 15,-2 0-6-15,-6 4 5 0,-1-2-7 0,1-2 8 16,1 13-2-16,1-17 3 0,-5 3-5 0,-2-3 0 0,1 4 3 16,-5-1-2-16,-1 4 2 0,1 3-5 0,-4 0 6 15,1 0-5-15,-5 1 2 0,-1 4 5 0,2-1-8 16,-2 1 6-16,0 0-8 0,0 1 2 0,-1-1 2 16,1 0 0-16,0 1 6 0,0 1-8 0,0 0 2 0,-2 0-6 15,0 0 7-15,0 0 2 0,0 0-3 0,0 1 1 16,0-1-4-16,0 0 3 0,-2 2 1 0,0 0 1 15,0 0 1-15,0 0 3 0,1 0-5 0,-1 0 3 16,-2 2 0-16,0 0-4 0,1-1 5 0,-1 3-6 16,4-2 5-16,-4 17-2 0,-3-1 2 0,3 3-2 15,0 1 1-15,2 2-1 0,-1 4-1 0,-16 0 0 16,6 0-5-16,4-1 3 0,1 1-2 0,3-2 4 16,-1-2 7-16,1 1-4 0,1-3 2 0,0-2-4 0,1-1-1 15,-1-1-1-15,2-1 2 0,0 0-1 0,0-2 4 16,0 1 5-16,1 1-9 0,-3 2 7 0,0-1-8 0,0 1 1 15,1-2 4-15,-1-3-3 0,0 1 1 0,1 0-1 16,-1-2-4-16,2-2 3 0,0-2-1 0,0-1 1 16,2-4-2-16,-2 1 1 0,1-1-9 0,-1 0-24 15,2-1-5-15,0 1-11 0,0 0-56 0,0-2-242 16</inkml:trace>
  <inkml:trace contextRef="#ctx0" brushRef="#br0" timeOffset="69236.47">26991 11973 126 0,'0'0'76'0,"0"0"-8"16,0 0-1-16,0-2 15 0,0 1-37 0,0-1 16 0,0 0-15 16,0 0 2-16,0 0-7 0,0 0-11 0,0 0 6 15,0 1-10-15,-1-1 7 0,-1 0-14 0,0 2-4 16,0 0 2-16,0 0-3 0,0 2 1 0,-1 1-1 15,-5 20-2-15,-1 6 2 0,-4-1-6 0,2-2-7 16,1-2 4-16,-1 1-5 0,4-5 0 0,1 0 8 16,1-1-2-16,3-4 4 0,-9 2-8 0,3-6 10 15,3 2-5-15,1-4 8 0,0 0 7 0,3-1-4 16,1-1 1-16,0 1-4 0,0-5 5 0,0 1 7 0,0-2 1 16,0 0 1-16,1 1-5 0,1 1 4 0,2 0-6 15,0-2 3-15,1 0-15 0,6 1 4 0,4-1-3 16,0-2 3-16,-2-2-8 0,0-1 5 0,0-5-2 15,0-1 1-15,0 7-2 0,-4-18-5 0,1-1 5 0,-3-1-5 16,2-4 2-16,-1 2-3 0,-1 0-2 0,1-2 1 16,1 1-1-16,-2 1 1 0,1 2 2 0,-1 3-1 15,1-3-2-15,-1 7 0 0,-1-1-3 0,1 3 3 16,2 5-4-16,-1 1 3 0,1 3 1 0,-3-2 0 16,-1 3-7-16,-3 3 5 0,4-4-5 0,1 0 6 15,-1 2 0-15,1 2 1 0,-3 0 0 0,-2 0 0 0,-1 0 5 16,9 13-5-16,3 10 5 0,-6-3-5 0,1 2-4 15,-3-1 8-15,1-3-4 0,-3-1 6 0,1-2-7 16,0-2-2-16,0-2 1 0,-1-2 1 0,-1-3 7 0,2 0-4 16,1 1 0-16,-1-1-2 0,5 1-7 0,3-3 9 15,2 1-3-15,-2-1 6 0,1-2-1 0,-2 0 0 16,2 0-1-16,3 9 0 0,-6-6-2 0,5 1 9 16,1-1-4-16,-3-3 6 0,2-2-8 0,-2 0 7 15,2-3-2-15,-2-3 3 0,0-1-5 0,-2-1 0 16,-3 1 2-16,-5-21-3 0,1 2-7 0,-2-2 6 15,16 0-4-15,-6 0 7 0,-7 0 0 0,-3-1-9 16,-2-3 6-16,-2 6-6 0,0 2 6 0,-1 0 1 16,-3 3-1-16,0 5 1 0,-1 3-6 0,0 2 3 0,1 3-4 15,2 3 3-15,-7-1-1 0,0-3-4 0,-2 1 2 16,2 3-6-16,0 1-16 0,0 2 10 0,3 2-7 16,-1 0 8-16,1 2-4 0,-1 2-24 0,0 1 5 15,5-1-13-15,0 15-11 0,-1-3-7 0,3 3-3 0,-13 3-2 16,8-5-18-16,3 1-54 0,4-1-57 0</inkml:trace>
  <inkml:trace contextRef="#ctx0" brushRef="#br0" timeOffset="69594.98">28093 11569 492 0,'0'-2'46'0,"0"0"69"0,0 0-53 0,0 0-4 15,0 0-5-15,0 0-1 0,0 1-19 0,0-1-7 16,0 0 3-16,0 0-3 0,0 0 1 0,0 0-13 16,0 0 3-16,0 1-6 0,0-1 6 0,0 0 1 15,0 0-2-15,0 0-1 0,0 0-13 0,0 0 5 16,0 1-3-16,0 1 3 0,0 0-7 0,0 0 8 16,0 0 2-16,0 1 3 0,0 1-3 0,0 2-4 15,-4 11 2-15,-4 7-1 0,3 2 5 0,-4 4-2 0,1 2-2 16,1 7 1-16,-3 0-2 0,-1 4-5 15,-2 3 6-15,-2 1-5 0,2 1 3 0,2-3 1 0,0-4-5 16,2 0 4-16,0-5 0 0,1-7-2 0,1 1 4 16,1-5-5-16,2-3 3 0,1-3-1 0,-1-1-5 15,0-1 3-15,2-2-1 0,1 0 1 0,-1-3 3 16,0-1-3-16,2-2-2 0,0-1-5 0,0-2-3 0,0-1-3 16,0-1-21-16,0 0-32 0,0 2-8 0,0-1-10 15,0 1-48-15,0-2-57 0,0 0-25 0</inkml:trace>
  <inkml:trace contextRef="#ctx0" brushRef="#br0" timeOffset="69896.63">28401 11804 477 0,'0'0'78'16,"0"0"-59"-16,-2 0 85 0,0 0-32 0,-2 0-30 0,-11 0-3 15,-3 0-9-15,1 2 5 0,-5 2-11 0,-4 3-4 16,2 1 2-16,-4 1-4 0,6 0-6 0,-4 2 8 15,0 2-1-15,5 0 4 0,-5 2 2 0,6-2-3 16,1-2-1-16,1 1-2 0,5-3-1 0,2 0-5 16,5-5-1-16,0 11-3 0,3-2-9 0,-8 2 6 15,3-2 1-15,3 1 2 0,1-2-3 0,4-1 3 16,0 4-6-16,2-4 4 0,3 4-7 0,1-4 5 16,-1-2 2-16,1-2-1 0,7 1 3 0,9-1-6 0,-1-1 2 15,5 1-5-15,-6-3-5 0,2-2-9 0,2 2-1 16,4-3-4-16,0 18-31 0,4-8-43 0,1-5-12 15,-3-6-10-15,1-4-48 0</inkml:trace>
  <inkml:trace contextRef="#ctx0" brushRef="#br0" timeOffset="70178.74">28694 11795 661 0,'0'0'35'0,"0"-2"45"0,0 0-35 15,0 1-15-15,0-1 2 0,0 0-6 0,0 0-3 16,0 0-12-16,0 2-2 0,0 0 0 0,0 0 1 0,0 0-3 16,0 0 6-16,0 0-5 0,0 0 7 0,0 2 3 15,0 0 2-15,0 2 0 0,0 8 5 0,0 16-6 16,0 2 0-16,-2 2-1 0,-1 1-5 0,-3 0-2 16,0 1-3-16,1-1 2 0,-1-3-1 0,1-6-4 15,-1-2-1-15,1-1-1 0,-1-3 8 0,0-1-8 16,3-2 1-16,-1-2-4 0,0 0 5 0,2-4-6 15,1-1 1-15,-1-3-5 0,2 1-7 0,0-2-4 16,0-3-14-16,0 3 6 0,0 0-36 0,0 0-38 16,0-3-3-16,2 1-17 0,-1 0-40 0,1-2-61 0</inkml:trace>
  <inkml:trace contextRef="#ctx0" brushRef="#br0" timeOffset="70459.66">29106 11699 396 0,'0'0'55'0,"0"0"62"16,0 0-21-16,0-2-31 0,0 0-5 0,0 2-8 16,0 0-14-16,0 0-20 0,-2 0 3 0,2 0-11 15,-1 0-6-15,-1 0 9 0,0 0-4 0,0 2 5 16,0 0-4-16,0 1 0 0,-5 14 2 0,-1 5-1 16,-3 6 3-16,2-2 2 0,2 4-4 0,-1-2 3 0,3-2-14 15,-1 3 7-15,0 1 3 0,1-8 1 0,-1 2 8 16,3-3 1-16,1-6-2 0,-2 1 1 0,2 1-10 0,0-4 6 15,0 2-4-15,2-2 4 0,0-2-6 0,0 0 0 16,2-1-1-16,0-1 0 0,0-2-4 0,2 3 0 16,-2-5 1-16,-1 1-1 0,1-1 0 0,-2-3-5 15,2 2 2-15,0 0-2 0,-2-3 3 0,2 3-24 16,3 0 1-16,1 0-14 0,0-1-40 0,-3 1-99 16,1-2-52-16</inkml:trace>
  <inkml:trace contextRef="#ctx0" brushRef="#br0" timeOffset="70631.8">28653 12081 516 0,'0'0'155'0,"0"-2"43"0,0 0-75 0,0 0-100 0,0-1 0 16,0-1-32-16,0 0 9 0,0 2-2 0,2-1 3 15,2-1 4-15,20-5-9 0,8-2 1 0,8 3-8 16,-2 1-27-16,8-1-45 0,0 1-2 0,-3-4-17 15,3 1-37-15</inkml:trace>
  <inkml:trace contextRef="#ctx0" brushRef="#br0" timeOffset="71053.63">29374 11828 300 0,'0'0'74'0,"0"-1"111"0,0-1-103 0,0 0-14 15,2 0-8-15,-1-2 2 0,1 1-4 0,0-1-20 16,4-5 6-16,-1 1-13 0,6 1-11 0,10-1 7 15,1-1-6-15,4 0 7 0,-2 0-9 0,6 1-5 16,-6 3 8-16,4 1-6 0,2 0 10 0,-3 0-12 16,5 3-2-16,-10-14-2 0,2 4 1 0,-5 5 0 15,-2 2-3-15,-2 2 0 0,-2 2-6 0,-4 0 6 16,0 2 3-16,0 0-2 0,-5 0-5 0,2 2 4 16,-4-4-3-16,9 16 4 0,2 9-3 0,-8-5 8 0,-1 4-6 15,-4 2 6-15,-4-4-10 0,-3 6-1 0,-2 0 5 16,-3-2-4-16,-2 4 4 0,-1-2-4 0,2-4-2 15,-4 2 0-15,2-2-4 0,13-2 6 0,-22-1-1 0,6-1 4 16,-3 0-2-16,1-1-5 0,7 0 1 0,-6-3-2 16,6-1-1-16,4 0 5 0,1 0-3 0,3-4 4 15,-3 0 0-15,1-2-2 0,1-1 2 0,1-1-3 16,3-1-1-16,0-1 3 0,0-1-2 0,2 0 4 16,0 0 4-16,0-1-6 0,0 1 9 0,0 0-7 15,2-1 10-15,0 1-10 0,2 0 3 0,24 9-5 0,-1-4 6 16,3-5-6-16,7-4 0 0,-1 0-3 0,1-2-5 15,-2-2 8-15,2 1-5 0,-2-3 6 0,-1-1-7 16,-4-1-2-16,-1 1-7 0,-5-1 1 0,1 1-30 16,-5-1-16-16,-3 1-14 0,-2 1-3 0,-4 1-68 15,-4 1-148-15</inkml:trace>
  <inkml:trace contextRef="#ctx0" brushRef="#br0" timeOffset="71328.64">29361 12114 501 0,'0'0'99'0,"-2"0"18"0,0-1-27 0,0-1-44 15,0 0-8-15,0 0-11 0,1 0-6 0,-1 0-4 0,0 0-1 16,0 1-19-16,0-1 12 0,2 0-4 0,0 0 9 15,2 0 1-15,0 0 11 0,11-3 2 0,24-10 3 16,2 4 12-16,9 1-6 0,4 1 1 0,6 0-4 16,7 1-7-16,-4 3-9 0,4-3-2 0,-4 3-2 15,-5-1-5-15,2-1-2 0,-3-1-1 0,-1 5-2 16,-4-1-3-16,-3 2-14 0,-3 2-9 0,-9 0-8 16,1 2-75-16,-12 0-100 0,-9 0-25 0</inkml:trace>
  <inkml:trace contextRef="#ctx0" brushRef="#br0" timeOffset="72987.83">22240 5755 189 0,'0'0'23'15,"0"0"-1"-15,0 0 15 0,0 0-7 0,0 0 0 16,0 0-13-16,0 0-1 0,0 0-1 0,0 0 0 0,0 0 4 16,2 0 10-16,0 0-3 0,0 0 4 0,1-2 0 15,12 0-7-15,4-1 6 0,3-1-8 0,0-2 2 16,3 1-2-16,1-1-1 0,1 1-1 0,3 1-9 0,2 0 1 16,-3 1-11-16,5-1 9 0,-3 2-8 0,-5 2 1 15,0 0-2-15,-5 0 0 0,-5 0-22 0,5 0-17 16,-3 0-7-16,-8 0-9 0,3 2-65 0</inkml:trace>
  <inkml:trace contextRef="#ctx0" brushRef="#br0" timeOffset="73168.89">22199 5982 251 0,'-2'0'55'0,"1"0"60"0,-7 0-36 0,-5 2-14 0,2-2-10 15,2 0 2-15,5 0-21 0,0 0 6 0,2 1-7 16,1-1 4-16,1 0-15 0,0 0-9 0,1 0-5 15,9 0-1-15,23-5-8 0,6-4-5 0,0-3 2 0,2 1-8 16,2 0-29-16,-1 0-74 0,5 0-1 0</inkml:trace>
  <inkml:trace contextRef="#ctx0" brushRef="#br0" timeOffset="73687.95">23757 5694 434 0,'0'-2'17'0,"0"0"23"0,0 0-2 0,0-1-18 16,-2-1 8-16,2 0-12 0,-2-9-7 0,0 2 2 16,2 2-7-16,0-6 6 0,0 4-4 0,0-2 3 15,0-2 0-15,0 6 2 0,-1-6 16 0,-3 0-2 16,0 2 2-16,0 0-2 0,3 4 10 0,-1 3-13 15,0 0 7-15,0 1-11 0,0 1-3 0,-1 0-13 16,-5 1 9-16,-14-7-10 0,0 5 5 0,-4 5 2 0,-2 2-6 16,0 5 7-16,-6 6-7 0,1 4 9 0,0 1-9 15,5-16 8-15,2 21-14 0,2-3 5 0,3 2 2 16,4 1 1-16,3-3-4 0,2 0 3 0,3-3-3 16,2-2 1-16,3-2-4 0,-5-2 11 0,3-2 2 0,4-3 5 15,0 0 1-15,2-5 2 0,0 3-1 0,0 0 3 16,0 0 6-16,2-3-16 0,0 1 7 0,2 0-10 15,3-2 2-15,17 0-1 0,2-4 0 0,0-3-1 16,0-2-8-16,2-2 6 0,0-2-5 0,-6 1 6 16,3 1-5-16,-1 0 1 0,-6 0-1 0,1 0 1 15,-4 2-5-15,-4 1 8 0,2 1-6 0,-6 3 7 0,-1 0-3 16,-2 2-2-16,-1 1 2 0,1-1-3 0,0 0-1 16,-1 0-3-16,-1 0 4 0,0 0-1 0,0 2 13 15,0 0-5-15,0 2 3 0,0 0-4 0,-2 2 1 16,0 18-4-16,0 0-3 0,-4 4 0 0,-2 0-6 0,-1 4 10 15,-2 2-4-15,-1-1 4 0,1 1-1 0,2 1-6 16,-1-1 6-16,3-3-8 0,1 1-8 0,-2-2 2 16,3-6-6-16,-1 2 5 0,2-1-13 0,2-5-14 15,0-1-6-15,0-2-5 0,0-6-43 0,0-2-41 16,2 1-5-16,0-4-18 0,0-1-88 0</inkml:trace>
  <inkml:trace contextRef="#ctx0" brushRef="#br0" timeOffset="74324.27">24127 5599 517 0,'0'0'25'0,"0"0"-3"0,0-2 38 0,-2 0-10 0,0 1 8 16,0-1-38-16,0 0-8 0,0 0-6 0,-1 2 1 15,-1 0-6-15,0 0 2 0,-9 2 4 0,0 2-2 16,-2 3-5-16,0 2 2 0,2-3-4 0,0 11 3 15,2 3-1-15,0-1 0 0,2-1 5 0,0-1-5 16,-1 0 3-16,5-1 2 0,3 1 2 0,-7-4 2 0,1 0 5 16,4-4 4-16,3-1 3 0,-1-1 2 0,2-3 18 15,0 0-10-15,2-1 0 0,-1 1-4 0,3 0-5 16,2-2-4-16,16 5-7 0,4-5 2 0,-2-2-8 0,2-4 3 16,4-3-1-16,-2-3 1 0,1-3-7 0,3 0 3 15,-2-1 1-15,-2-1 0 0,-1 0-1 0,-1 0-2 16,0 0 0-16,-3 0-1 0,3-1 0 0,-4 1 4 15,-2 0-5-15,1 2 3 0,-3 0-8 0,3 11 7 16,-3-11-2-16,-1 4 2 0,-4-1 1 0,0 5-9 16,-4-1 6-16,-1 1-9 0,-5 3 5 0,-1 2-3 15,2-2 3-15,-2 2-3 0,2-2 7 0,-1 2 7 16,1 2-3-16,-2 0 4 0,0 2-9 0,0 5 1 16,1 9-1-16,-3-1 1 0,0 2 0 0,0-3 0 0,0-1 2 15,2 2-2-15,0 0-2 0,2-1 3 0,-1-1-2 16,3 0 2-16,0-2-1 0,-1-2 0 0,3 0 4 15,-1-1-2-15,12-3 0 0,-1-1 4 0,3-4-4 16,-3-1 5-16,3 14 0 0,-1-5 2 0,0-5 1 0,1-1-1 16,-3-4 0-16,1 0-3 0,-4-2-4 0,3-4 3 15,-5 1 7-15,0-3-6 0,-3 1 3 0,-7 3-6 16,1-11-3-16,7 1 3 0,-1-3 4 0,-5 0-2 16,-3 0 4-16,-2 3-10 0,-4-5 0 0,-1 4-2 15,-3-2 7-15,-3-1-2 0,0 3 2 0,5-4-2 16,-12 6 5-16,1 2-6 0,-3 4 0 0,5 1-2 15,-2 1-9-15,2-1 9 0,2 4-8 0,2-7 8 0,0 2-21 16,2 3 2-16,1 4-6 0,1 0 4 0,1 0-14 16,1 0-35-16,1 0-3 0,0 2-14 0,1 1-36 0,-1 5-20 15,0 3 0-15,2 0-8 0,2-2-7 0</inkml:trace>
  <inkml:trace contextRef="#ctx0" brushRef="#br0" timeOffset="74834.08">25428 5465 179 0,'0'-1'30'0,"0"-1"-3"0,2-6 43 0,5-16-5 15,-1 4 6-15,0-2-16 0,-1 1-5 0,1-3-5 16,-3 5 3-16,1 1-1 0,0 1-5 0,-2 4 4 16,0 2-5-16,-1 2 6 0,-1 1-6 0,0 5-5 15,0-3 0-15,0 4-5 0,2-2-16 0,-2 1 3 16,0-1-9-16,0 2-4 0,0 0 2 0,0 2-1 0,0 0 1 15,0 2 0-15,0 4-6 0,0 23 6 0,-3 9-6 16,-3-3 9-16,-1 0-7 0,-3 0-3 0,1 1 0 16,-2-1-2-16,0-2 2 0,1-3 1 0,1-2-1 15,0-4 0-15,0-2 0 0,1-1-3 0,-1-3 1 16,0 1 1-16,1-4-4 0,3-2 9 0,1-2-7 16,0-4 4-16,2-1-7 0,0-1-2 0,1 1-2 0,1-2-12 15,-2-1 9-15,0 1-6 0,2 0 7 0,0-2-11 16,0 0 1-16,2-2-1 0,1 0 0 0,9-2-12 15,10-6-1-15,0-1 2 0,0-2 0 0,1-2 2 0,-5 0 6 16,3 9-2-16,-1-14 7 0,1-1 21 0,-5-3 3 16,-3 3 2-16,0 1-2 0,-3 1 13 0,-5 2 15 15,-1 0 7-15,0 4 0 0,5-2 14 0,-5 6 0 16,-1 1-4-16,-3 4 1 0,2-2-24 0,0 1-17 16,-2 1 6-16,0 0-9 0,-2 2 4 0,0 0 5 15,-1 2 0-15,-7 2 2 0,-10 9-1 0,-1-12-8 16,3 18 2-16,-1 1-4 0,4-3-3 0,4 0-2 15,4-2 1-15,5 0 0 0,0-2 6 0,-5-4-9 0,1 2 2 16,4-4-3-16,2-1 19 0,0 0-5 0,0-3-1 16,0-1-1-16,0 0-5 0,4 2-4 0,13 7 1 15,7 0-2-15,4-4 0 0,3-3-16 0,5-2-7 16,1-2-6-16,3 0-46 0,3-4-44 0,-2 1-5 16,2-3-14-16,1-1-36 0</inkml:trace>
  <inkml:trace contextRef="#ctx0" brushRef="#br0" timeOffset="75081.81">26254 5289 364 0,'0'-2'66'16,"0"0"-9"-16,0 1 63 0,0-1-10 0,0-2-3 15,0 2-51-15,0-2-17 0,0 3 1 0,0-1-7 0,-1-2-18 16,-1 0-11-16,0 2-4 0,0 1 0 0,0 1 1 16,0 0 3-16,0 1-3 0,1 3 3 0,-7 18-4 15,1 6 0-15,1-2 6 0,1 6-6 0,-1-2 0 0,0-1 5 16,1 3-8-16,-1-6 6 0,1 0-8 0,1-6 9 15,-2-1-2-15,3-4 3 0,1-4-6 0,0 0 4 16,0-2 1-16,2-3 0 0,0-1 2 0,0-1-10 16,0 0-2-16,0-2-4 0,0-1-12 0,0 3-7 15,2 0-3-15,0 0-2 0,0-3-12 0,1 1-37 16,5-2 3-16,10 0-19 0,3-3-31 0,-3-5-20 16</inkml:trace>
  <inkml:trace contextRef="#ctx0" brushRef="#br0" timeOffset="75286.62">26494 5274 160 0,'0'0'90'0,"0"0"1"0,0-2 52 0,0 1-24 16,0-1 2-16,0 0-36 0,0 0-28 0,0 0-6 16,0 0-9-16,0 0-30 0,0 2-4 0,-2 0 4 0,0 2-3 15,0 2 16-15,-3 9-17 0,-10 20-1 0,6-1-4 16,3-2 4-16,0 1-1 0,3-5-2 0,-1 2 0 16,2-2-9-16,2-4 4 0,0 4 1 0,0-3 1 15,0-5 7-15,0 1-8 0,0-3 5 0,0 1-6 16,0-2 4-16,0-2-2 0,0-2-3 0,0-2-2 15,0 1-16-15,0-3-39 0,0 1-10 0,0-3-14 0,-2 3-77 16,2-5-70-16</inkml:trace>
  <inkml:trace contextRef="#ctx0" brushRef="#br0" timeOffset="75659.8">26097 5540 441 0,'0'0'34'0,"0"-2"-6"0,1 0 10 15,-1 0 4-15,12-15-13 0,-9 1-14 0,21-1-5 16,2 0 4-16,4-1-4 0,2-1 9 0,3 4-12 16,2-1 1-16,8-3-6 0,-1 8-1 0,3-4 9 15,5 4 5-15,0 5 0 0,-6-1 11 0,8 3-4 16,-8-1-1-16,-3-1 1 0,2-18 3 0,-10 13 0 0,-4 5-2 16,-6 6 0-16,-3 2-14 0,-7 2 11 0,-2 1-5 15,-2 3 7-15,-6-4-4 0,-1 18-3 0,11-2 0 16,-4 3 0-16,-4 4 4 0,-3 1-8 0,-4 2-2 15,-4-2-3-15,-3 0-5 0,-2-2 3 0,-4 0 3 0,2-4-2 16,-4 0-2-16,2-3 1 0,2-3-5 0,7 1 3 16,-5-4 1-16,1-2-5 0,3 0 6 0,1-3-5 15,2-1 4-15,-3 1 6 0,1-3-2 0,2-1 4 16,0 2 7-16,2-5-2 0,0 3 0 0,0 0-2 16,0 0-6-16,2-1 3 0,2-1-4 0,1 0 4 15,18 5 0-15,1-5-12 0,0-2 6 0,4-2-8 16,-2-1 2-16,-2-3-7 0,-2-1-6 0,-2-1 1 0,-1 1-26 15,-2 1-5-15,-2-1-10 0,-1-1 0 0,-1 3-49 16,-3-1-53-16,-1 1-7 0</inkml:trace>
  <inkml:trace contextRef="#ctx0" brushRef="#br0" timeOffset="75831.75">26798 5636 555 0,'0'0'52'0,"0"0"-7"0,-1 0 17 15,1 0 2-15,0-2-16 0,0 1-8 0,1 1-3 16,1 0 5-16,2 0-7 0,26-6-7 0,5-1-8 0,4-1-2 16,9-1-3-16,2 1-15 0,4 1 3 0,2-2-3 15,3-1 3-15,4 3-11 0,4 1-15 0,-2 1-12 16,-7-1-2-16,-8 3-60 0,-9-1-64 0,-8 2-16 16</inkml:trace>
  <inkml:trace contextRef="#ctx0" brushRef="#br0" timeOffset="76251.03">23391 6427 56 0,'2'0'22'0,"0"0"13"15,2 0 26-15,20-5 0 0,7-1 2 0,12-1-1 0,0-1-7 16,3-1 3-16,6 0-15 0,2-2-11 0,0-1 5 15,2 3-6-15,-1 0 4 0,8 0 4 0,8-3-2 16,18-1 3-16,4-1 2 0,9-3-8 0,2-2-4 16,-9 3-2-16,1 1-11 0,-7-2-10 0,4 0 7 0,8 4-9 15,3-2 3-15,1 2-2 0,-4-1-4 0,-16-3 2 16,-9 4-6-16,-9 4 2 0,-6 1 3 0,-9 4 0 16,-3-1-4-16,-9 1-12 0,-4 2-7 0,-7 2-1 15,-5 0-29-15,-11 0-19 0,-1 0-18 0,-9 0-5 16,1 0-109-16</inkml:trace>
  <inkml:trace contextRef="#ctx0" brushRef="#br0" timeOffset="76516.58">23224 6529 254 0,'0'0'65'0,"0"0"-57"16,0 0 73-16,2 0-29 0,0 0 4 0,2 0-14 16,29-5 5-16,10-3-9 0,9 1-6 0,9 0-12 15,10-3 1-15,3 3-6 0,4-2-6 0,0-1 10 0,-4-1-6 16,4 0 9-16,4 0 4 0,7 0-6 0,15 1 3 16,2-1-5-16,7 0 2 0,-4 0 0 0,-8-2-5 15,3 4 2-15,-4-1-9 0,11 5-8 0,4-3 8 16,2 3-8-16,-1-1 5 0,-18-1-4 0,0-1-8 15,-3 3 2-15,3-3-30 0,10 3-134 0,5-3-15 0</inkml:trace>
  <inkml:trace contextRef="#ctx0" brushRef="#br0" timeOffset="83233.39">23313 11968 176 0,'0'0'45'0,"0"0"2"16,-2-2 46-16,1 0 8 0,-1 0-23 0,0-2-17 15,0 1-29-15,-2-5 0 0,-1-1-4 0,-1 2-7 0,6 5-3 16,0 0-1-16,-7 0-1 0,1-2-10 0,1 1 12 16,-3-1-1-16,1 0 6 0,-3 0 1 0,3 4-8 15,0 0 3-15,-1 0-4 0,1 0 1 0,-1 2 3 16,-1 2-4-16,2 0 3 0,-1 1-15 0,1-3 4 16,1 9 1-16,-1 6 1 0,-1 3-2 0,3-1-2 15,-3 3-4-15,1-3 4 0,-1 3 5 0,1 0-4 16,0 4-2-16,-1 0-2 0,3-3-3 0,-1 3 12 15,-1-4-3-15,3 2 5 0,0 0-14 0,-12 2 2 0,3 0-3 16,5-2 2-16,3 4-7 0,3-5 11 0,2-1-3 16,0-2 5-16,2-3-5 0,-1-2 3 0,3 0 8 15,2-2-3-15,-1-2 4 0,-1-4-2 0,2 2-2 16,-3-3 2-16,-1-2 3 0,9-2-8 0,0 7 3 0,2-2-3 16,4 1 8-16,-2-5 0 0,5 1 3 0,1-4-4 15,-3-2-12-15,5-3 3 0,1-5-4 0,5-4 6 16,3-3 1-16,0-2 4 0,7 12-6 0,-8-21 4 15,4 0-15-15,1 0 14 0,-5 1-6 0,3 1 8 16,-3 0-13-16,-5-2 6 0,-2 4-1 0,-3 1 3 16,-6 1-1-16,0 2-1 0,-6 1 1 0,-4 2-2 15,-3 1 2-15,0 3 0 0,2 7 2 0,1-1-1 16,-3 3 7-16,-2 2-1 0,0 0 4 0,2-2-4 0,0 1-8 16,-2 1 0-16,0 0-5 0,0 2 2 0,-2 2-10 0,0 0 12 15,-3 7-3-15,-8 13 5 0,0 2-6 0,-2-1-5 16,2 1 4-16,2-2-3 0,1 2 13 0,7-3-10 15,-1 1 4-15,4 0-5 0,0 1 1 0,2-3 6 16,2-1-7-16,1-3 6 0,3 1-4 0,1-2 1 16,0-2 1-16,-3 0 0 0,12-2-11 0,-1-2 5 15,0-1-5-15,-1-3 7 0,1-3-2 0,2 11 2 16,1-4 2-16,-1-3-1 0,-1-4 3 0,1-2-4 16,-3-2 7-16,1-4-3 0,0-1 15 0,0-4-8 15,1 0 5-15,-3-17-5 0,-2-4 7 0,-2 3-5 0,0-5 0 16,-1 3-2-16,-1-3 1 0,-2-1-2 0,-1-2 1 15,-4-4-2-15,1 0 0 0,20 0 6 0,-8-3-2 16,-8 5 3-16,-3 1-1 0,-4 7 15 0,0 5-11 0,0 2 12 16,-2 3-16-16,-2 5 2 0,0-1 2 0,1 6-1 15,-1 1-2-15,2 5-7 0,2 3-1 0,-2-2-3 16,-1 1-13-16,-1 1-3 0,0 0-11 0,0 0 6 16,1 2-17-16,-3 0-1 0,1 2 0 0,-1 3-4 15,2 18-22-15,2 6-33 0,-16 3-2 0,5 1-11 16,4 5-24-16,5-1-47 0</inkml:trace>
  <inkml:trace contextRef="#ctx0" brushRef="#br0" timeOffset="83831.67">24401 12360 411 0,'0'-2'64'0,"0"0"-57"16,0 0 72-16,0 0-29 0,0-2-12 0,-2 1 14 16,2-1-2-16,0-3 7 0,0 1-13 0,0 2-10 15,0 1-6-15,0 1 2 0,-1-2-9 0,-1 0-7 16,0 2 3-16,0 1-4 0,0-1 1 0,0 2 3 0,0 0-1 16,1 2 2-16,-3-1 3 0,0 5-11 0,-5 18 6 15,-2 0-6-15,0 0 9 0,0 1-18 0,1-3 8 16,1 2-9-16,-4 2 9 0,-2 0-5 0,0 2 1 15,2-2-2-15,6 2-2 0,-1-6 6 0,3-2-5 0,1-5 5 16,-9 4-12-16,6-6 4 0,3-2-7 0,2-2 5 16,2-5-17-16,0-2 2 0,0 1 8 0,0-1-2 15,2 0 15-15,0 0 1 0,5 0-4 0,10-2 2 16,0-4-7-16,1-3 2 0,-1-4-2 0,7 1 3 16,-2-16-4-16,-1 0 6 0,1-2-7 0,-3 1 7 0,-1-1-4 15,-1 2 5-15,1 0 0 0,-6-2 1 16,1 2-3-16,-2 2 1 0,-2 3 5 0,2 3-4 0,-5 1-1 15,-3 2 9-15,1 2-6 0,0 6 7 0,-2-1-6 16,0 5 0-16,1-1 2 0,-1 0 0 0,-2 2 1 0,4-1-5 16,0-1 4-16,-1 0-3 0,1 2 16 0,-2 1-14 15,0-1 6-15,0 2-7 0,-1 0 11 0,1 2-13 16,0-1 3-16,0 3-5 0,4 11 12 0,-1 9-4 16,-1 2-2-16,-2 2-2 0,-2-4-5 0,0 4 3 15,0-2 0-15,0 4 1 0,0 1 3 0,0-3-1 16,0 4-1-16,0-5-1 0,0-1 0 0,0 0-3 15,0-3 3-15,0-1-2 0,0 2 1 0,0-5 3 16,0 3-2-16,0-5 1 0,0-6-3 0,0 0-2 0,0-4 1 16,0-3 0-16,0 2-2 0,0-4-8 0,0-1-3 15,0 3 0-15,2 0-10 0,-1 0-27 0,1-3-3 16,0 1-12-16,0-2-31 0,0-2-114 0,0 1-20 16</inkml:trace>
  <inkml:trace contextRef="#ctx0" brushRef="#br0" timeOffset="84035.42">24368 12502 513 0,'-2'0'39'15,"0"0"1"-15,0 0 21 0,0 0-8 0,1 0-2 16,-1 0-12-16,0 0-13 0,0 0-2 0,0 0-3 0,0 0-10 16,1 0 7-16,1 0-1 0,0 0 4 0,0 0 6 15,1 0-10-15,1 0 2 0,0 0-7 0,2 0-4 0,11 0-1 16,11 0 2-16,0-1-2 0,0-3-1 0,1-2-9 15,-1 1 1-15,-1-1-3 0,-1 1-4 0,-2 1-15 16,2-2-5-16,0 1-2 0,-1-1-18 0,-3 1-43 16,0-1-16-16,1 0-22 0,1-1-184 0</inkml:trace>
  <inkml:trace contextRef="#ctx0" brushRef="#br0" timeOffset="84333.39">24971 12315 700 0,'-1'0'35'0,"-1"0"62"16,-2-2-67-16,2 0-11 0,-2 2-2 0,3 0-3 15,-1 0-4-15,0 0-6 0,0-2 0 0,2 2-3 0,0-1 8 16,0-1-5-16,2 0 7 0,2 0-7 0,9 0 6 16,14-3-10-16,1 1 1 0,2 0-2 0,0 0 6 15,-1 1-2-15,1 1 0 0,-6 0-1 0,-2 2-8 16,-1 0 6-16,-1 0-5 0,-5 0 5 0,0 0-6 0,-4 0-53 16,-5 0-7-16,1 2-24 0,-1 0-90 0</inkml:trace>
  <inkml:trace contextRef="#ctx0" brushRef="#br0" timeOffset="84504.46">24999 12482 374 0,'0'0'84'0,"0"0"3"0,-2 0-25 16,1 0-7-16,1 0-31 0,0 0-12 0,0 0 1 0,1 0-5 16,1 0 4-16,0 0-2 0,0 0-5 0,22 0 7 15,-4 0-7-15,10-2 0 0,4 0-1 0,1 0 0 16,2-1 1-16,0-1-1 0,-2-2-14 0,3 1-50 15</inkml:trace>
  <inkml:trace contextRef="#ctx0" brushRef="#br0" timeOffset="89724.85">11310 10005 20 0,'0'0'0'0,"0"0"71"0,0 0 18 0,-2-2 20 0,0 0 2 16,0 1-67-16,0-1-12 0,2 0-23 0,0 2 1 15,0 0-4-15,0 0-6 0,0 0-4 0,0 0 2 16,0 0 0-16,0 0 9 0,0 0-7 0,0 0 3 16,0 0-4-16,0 0 6 0,2 0 12 0,0 2-3 0,0 0 6 15,0-1 14-15,-1 1-12 0,1 0 7 0,0 0-11 16,0 2-3-16,-2-2-1 0,2 12-1 0,2-1 2 16,-1 0 3-16,1 6-15 0,-2-4 6 0,-2 0-9 15,0 0 8-15,0-2-6 0,0 1 2 0,0-1-2 16,0 6 7-16,0-6 1 0,0 2-2 0,0-2 0 15,0-2-3-15,0-4 0 0,0 3 8 0,0-1-4 16,0-3 7-16,2 3 34 0,-2-5-15 0,2-1 20 0,-1 1-21 16,3 0 1-16,5 1 2 0,6 3-1 0,2-3 2 15,3-5-9-15,6-2 1 0,2-9-3 0,2-5-8 0,3 12-4 16,5-35-3-16,4 0 1 0,5-2-12 0,5 0 4 16,5-2-3-16,3 3 4 0,5 1 0 0,1 3-24 15,-1 1-7-15,2 4-9 0,-5 1-44 0,-3 2-172 16</inkml:trace>
  <inkml:trace contextRef="#ctx0" brushRef="#br0" timeOffset="92316.49">23642 14094 56 0,'0'0'15'0,"0"0"8"0,0 0 26 0,0 0 1 15,0-2-4-15,0 0-13 0,0 0-13 0,0 2-7 16,0 0 2-16,0-2-15 0,0 0 18 0,0 2 0 15,0 0 5-15,0 0-6 0,0-1 11 0,0-1-3 0,0 0 5 16,0 0-2-16,0 0 17 0,0 0-3 16,0 0 8-16,0 1 4 0,0-1-2 0,0 0-3 0,0 0-3 15,0 0-30-15,0 0-3 0,0-1 1 0,0-1-1 16,0 2-3-16,0-5-2 0,0-1-5 0,0 3 4 16,0-1-4-16,0 0 7 0,0 3 1 0,0-1 3 15,-2 0 10-15,2 2 2 0,0 1 2 0,0-1-1 16,-4-2 1-16,1 0-8 0,-1 1 2 0,0 1-4 0,-5-2-6 15,-6 0-4-15,2 4-3 0,-9 2 1 0,0 6-6 16,-1 3-4-16,-1 4 5 0,6-6-3 0,-1 19 7 16,0 1-2-16,3 1 0 0,1 0 0 0,0-2 8 0,4-2-5 15,0 2-3-15,3-4-1 0,1 0-3 0,3-2 6 16,2 2 0-16,-13-3 3 0,6-1-10 0,4-5 7 16,1 0-7-16,2 0 7 0,0-4-5 0,2 0 7 15,0-2 1-15,0-3 1 0,2 1 2 0,2 2-1 16,-1-3-2-16,1-4 0 0,18 0 1 0,3 13-8 15,2-4 5-15,-1-6-6 0,-1-5 10 0,1-2-6 16,0-3 4-16,0-4-5 0,7-4 9 0,-5 0-6 16,0-2 5-16,0-2-5 0,-6 2-2 0,-4 4 6 15,-1-15-5-15,-4 9 6 0,-4-3-5 0,1 9 1 0,-3 2 0 16,-3-1 1-16,1 8 1 0,-3 1 0 0,2-3 0 16,0 2 2-16,-1 0 10 0,1 0-19 0,-2 2 6 15,0 0-10-15,0 2 6 0,1 7-4 0,7 27 1 0,-5-1-1 16,-1 0 6-16,-2 0-4 0,-2-1-2 0,2-3 0 15,1-3 2-15,1-7-2 0,0-1 7 0,1-5-7 16,1-2 1-16,-1-4-7 0,-1-3 3 0,2-2-4 16,7-1 7-16,2 8 2 0,1-1 2 0,3-3 1 15,1-1 8-15,3-4-4 0,1-2-2 0,2-4 0 16,0-4-6-16,2-1 11 0,-2-4-4 0,-4 0 4 16,0 9-6-16,-3-20 2 0,-1-4 2 0,-1 2-1 0,-6-5 6 15,-2 1 7-15,-5-1-3 0,-2-1 5 0,0 0 0 16,0 6-11-16,16-3 4 0,-8 5-7 0,-9-2-4 15,-1 2 0-15,-5 3-1 0,-3 3 2 0,1 1 1 0,0 4-5 16,-1 0 1-16,6 2-1 0,-13 1-3 0,2 5-33 16,-1-3-2-16,4 5-13 0,-3 1-28 0,2-7-38 15,2 3-10-15,0 2-11 0,-3 2-56 0,3 2-90 16</inkml:trace>
  <inkml:trace contextRef="#ctx0" brushRef="#br0" timeOffset="92749.68">24615 14547 600 0,'0'0'104'0,"-2"0"15"0,0 0-47 0,0 0-30 0,-1 2-26 15,-1-1-2-15,-5 5-5 0,-10 1 1 0,4 14-2 16,0 1 4-16,-1 2 0 0,1-1 1 0,-2 1 0 15,-2-2 8-15,1 2-4 0,3-2 1 0,2-1-3 16,4-1 2-16,3-5-6 0,1 0 4 0,-5-4-7 16,5-2-9-16,1-1 1 0,2-3-6 0,2 1 6 0,0-2-4 15,0-2-4-15,2 1 3 0,0 1-5 0,0-2-2 16,1 0 6-16,1 0 0 0,4-2 2 0,5 0-6 16,3-2 4-16,3-4-4 0,-1-3 6 0,-1-2 4 15,-2 9 0-15,2-19 4 0,-2 1-4 0,-1-2-4 16,1-1 5-16,0-3-1 0,0 4 4 0,0 0-4 0,0 3 0 15,-2 1-1-15,0 5 1 0,-2 2 11 0,-2 3-8 16,-1 4 7-16,-3 1-4 0,1-1 19 0,-3 2 5 16,3 0-4-16,-4 2 3 0,2 0-6 0,-1 0 5 15,1 2 0-15,0 0 2 0,-1 5 1 0,7 19-12 16,-7-1 2-16,-3 1-6 0,0 1-7 0,-1-1-5 16,-5 2 1-16,0-2-1 0,-1 0 1 0,0-3 0 15,-1-1 3-15,1-2-2 0,1-3 2 0,1-2-7 0,-1-2-1 16,2-2-3-16,1 0-7 0,1-3-61 0,2-5-6 15,0 1-24-15,-2 0-76 0,0-1-129 0</inkml:trace>
  <inkml:trace contextRef="#ctx0" brushRef="#br0" timeOffset="92935.29">24418 14796 751 0,'0'0'101'16,"0"0"20"-16,0-2-49 0,0 0-53 0,2 0-10 15,0 0-13-15,1 0 14 0,23-13 3 0,6-1 1 16,3-1-10-16,-1 2-4 0,3-2 0 0,-2 3-3 0,0 1-8 16,-1 0-52-16,-3 1 0 0,-1 3-21 0,2 0-52 15</inkml:trace>
  <inkml:trace contextRef="#ctx0" brushRef="#br0" timeOffset="93232.63">24953 13446 926 0,'0'0'42'16,"0"-2"-1"-16,0 0 12 0,-2 0 2 0,2 0-10 16,-2 0 14-16,2 1-33 0,-2-1 8 0,0 2-16 15,1 0 8-15,-1 2-12 0,0 1-3 0,-11 36-2 16,-9 8-4-16,-4 3-8 0,0 0 6 0,0 2-7 16,1-6 5-16,5-1-52 0,1-4-9 0,6-4-26 15,4-4-128-15</inkml:trace>
  <inkml:trace contextRef="#ctx0" brushRef="#br0" timeOffset="93701.59">25408 14149 306 0,'0'0'149'0,"0"0"-177"0,-2 0 169 0,0 0-86 0,0 0-24 16,0 0-12-16,0 0 4 0,1 0-7 0,-1 0 0 0,0 0 2 15,0 0 10-15,0 0-1 0,2 0 48 0,0 0-22 16,0 0 2-16,0 0-10 0,2 0-3 0,0 0-1 15,2 0-1-15,12 0-1 0,5 0-12 0,3 0 2 16,4-1-4-16,1-1 2 0,1 0-12 0,4-2-12 16,-1-1 2-16,4-1-5 0,0 0-2 0,-5 3-3 15,-1-1-5-15,-3 0 1 0,-6 1-15 0,1 1 1 16,-7 0 2-16,-4 2 0 0,-3 0-2 0,-5 0-101 16,-1 0-3-16,1 0-55 0,-2 0-223 0</inkml:trace>
  <inkml:trace contextRef="#ctx0" brushRef="#br0" timeOffset="93845.82">25268 14372 480 0,'-1'0'195'0,"-1"0"-211"0,0 0 201 0,0 0-100 15,0 0-96-15,0 0 17 0,2 0 2 0,0-2 6 16,2 0 8-16,0 2-17 0,5 0-3 0,25-3-3 16,5-5-6-16,4-1-12 0,5-2 4 0,6-4-8 15,6-2-11-15,11 1-47 0,5-1-14 0</inkml:trace>
  <inkml:trace contextRef="#ctx0" brushRef="#br0" timeOffset="95100.46">27250 13574 189 0,'0'0'32'0,"0"-2"-4"0,0 0 30 15,0 0 3-15,0-1-2 0,1-10 4 0,3-8-10 16,0 4-3-16,0-1-1 0,1-1-6 0,-1 3-4 16,0-3 6-16,-3 2-5 0,1 4 2 0,-2 0 1 15,0 2-7-15,0 2 5 0,0 0-6 0,0 1-10 0,0-1 10 16,0 1-10-16,0 5 11 0,0-3 0 0,0 2-6 15,0 1 2-15,0-1-15 0,0 2-4 0,0 0 4 16,-3-1-4-16,-3-1 2 0,-9-4-9 0,-2 5-2 0,-5 3-2 16,2 2-6-16,-4 3 4 0,-1 6 2 0,-1 4 1 15,2-7-1-15,4 16 2 0,1 5-4 0,3-3 4 16,1 2-1-16,4-4-3 0,-1-3 1 0,5-3-1 16,0 1 7-16,3-2-5 0,0-1 2 0,-9 3-2 15,6-6 2-15,1 0-2 0,2-4-3 0,3 1 1 16,-1-1-2-16,2-2 9 0,0-3-1 0,0 0 5 15,2-1 1-15,-1-1-5 0,3 0 1 0,5 2-2 16,12 0-6-16,-1-4 1 0,1 0-3 0,-1-2 2 0,1-4-1 16,-3-1 0-16,1-3 2 0,-3 1-1 0,3 0 0 15,1 0 5-15,-5-1-1 0,0 1 1 0,-4 2-5 0,-5 3-1 16,1-2-3-16,-1 3 2 0,1-1 2 0,-3 2 1 16,0 0 1-16,-2 2-1 0,1-2-4 0,-1 2 10 15,4-2-3-15,-3 2 6 0,1 0 3 0,0 2-8 16,0 0 4-16,-1 2-7 0,5 9 2 0,5 13-1 15,-6 4 3-15,-5-4-2 0,-4 3-2 0,-2-1 3 16,-3 2-4-16,-2-2 4 0,1-2-1 0,1-2 3 16,-1-4-4-16,-1 2 3 0,0-1-4 0,0-3 2 15,-1-1-1-15,1 0 0 0,0 0-2 0,3-4-4 16,-1 1 2-16,1-1-3 0,2-1-5 0,1-1-61 0,1-2 0 16,-2 2-25-16,2-3-48 0,2-1-78 0,0 0-55 15</inkml:trace>
  <inkml:trace contextRef="#ctx0" brushRef="#br0" timeOffset="95694.74">27912 13518 673 0,'0'0'34'0,"-1"-2"51"0,-1 0-41 0,0 1-6 16,-2-1-4-16,0 0 1 0,3 2-6 0,-11-2-23 16,-1 2 7-16,0 0-11 0,-1 4 8 0,-3 3-7 15,0-5 0-15,-1 24-1 0,-3 4 5 0,3-4 1 16,-1 0 0-16,2 0 0 0,2-4 3 0,4 2 7 16,0-5-1-16,4-3 2 0,1-3 2 0,4-2-7 15,-5-1 4-15,1-1-3 0,3-2 25 0,1-3-4 16,0 2 5-16,2-4-8 0,0-1-8 0,0 1-9 15,0 2 6-15,2 0-7 0,1-2 0 0,3-1 0 0,16 3-9 16,4-4 6-16,0-2-6 0,4-5-6 0,0-2 8 16,1-6-8-16,3-2 6 0,1 0-1 0,-2-1-6 15,5-1 2-15,-5 3-2 0,-3 1 0 0,-2 0 7 16,-10 6-5-16,3-3 2 0,-7 5-3 0,-2 3-5 16,-3 1 3-16,-5 3 5 0,-3 0 5 0,5 0 6 0,1 0-3 15,-1 0 10-15,-2 0-15 0,-1 1-2 0,1 3-2 16,5 13 4-16,1 3-3 0,-3 3 4 0,-3-3-5 15,-1-2-2-15,-1-1 1 0,0-2 0 0,2-2 2 16,0-2 3-16,-1-3-6 0,3-1 0 0,-2-1-1 16,1-3-8-16,8-1 11 0,2 9-4 0,4 0 6 15,-1-3 0-15,1-4 5 0,1-3 1 0,-3-1-1 16,1 0-2-16,3-1 0 0,-3-3 2 0,1-2-1 0,-2 1 3 16,-4-1-2-16,-2 1-4 0,0-3 1 0,-4 3-2 15,-1-3 16-15,0-7 2 0,-5-1 3 0,14-7-10 16,-4 1 1-16,-3-4-8 0,-4-2 6 0,-4 4-6 0,-2-2 1 15,-4 2 5-15,-5-6-3 0,-4 1 1 0,0 4-11 16,12 1-10-16,-18 9 0 0,-3 1-26 0,-2 4-8 16,4 5-8-16,-6-14-4 0,0 8-61 0,0 7-74 15,-3 4-22-15,-1 6-28 0,6 5-180 0</inkml:trace>
  <inkml:trace contextRef="#ctx0" brushRef="#br0" timeOffset="96263.29">28969 13134 194 0,'0'0'64'0,"-2"0"-31"16,0 0 60-16,0-2-14 0,0 0-29 0,1 0-9 15,-1 0 5-15,0 0-6 0,-2 1 1 0,0-1 2 16,1 0-2-16,-1 0 2 0,2 0 5 0,0 0-4 0,0 0 1 16,1 1-3-16,-1-1 0 0,0 0-13 0,0 0-1 15,0 0-5-15,0 0-18 0,0 0 0 0,1 1 3 16,-1-1-2-16,0 0-3 0,0 0 3 0,2 0-7 15,0 2 5-15,2 0 3 0,0 0-2 0,1 0 8 0,1 0-7 16,24 4 6-16,0 1-8 0,3 3 7 0,5 1-6 16,-1 2 9-16,2 4-5 0,-2 0 0 0,3 4 0 15,-7-1-1-15,1-10 0 0,-3 21-4 0,1 3 3 16,0 7 5-16,-4 2-4 0,-2 7 1 0,-4 2-2 16,-5-2 2-16,-4 4 7 0,-3-7-2 0,14-4 3 15,-9 0 2-15,-9-6 5 0,-4-5 2 0,-4-1-1 0,-5-5-2 16,-4-1-11-16,2-1-2 0,-25 0-4 0,-3 1-6 15,2-1-44-15,-7 0-19 0,-5 0-15 0,-6 1-116 16,-10 1-121-16</inkml:trace>
  <inkml:trace contextRef="#ctx0" brushRef="#br0" timeOffset="96658.02">26852 13176 568 0,'-2'0'32'0,"1"0"64"16,-3 0-72-16,-5 2-6 0,-12 6 4 0,1 5-3 15,-4-4 7-15,1 26-8 0,1 4 0 0,-4 8-2 16,4 1-8-16,-2 8 5 0,-2-1 0 0,1 1 2 0,-1-2-8 16,0 0 1-16,8-2-5 0,-4-6 5 0,7 1-2 15,5-7-2-15,3-2 5 0,-15-1-5 0,11-4-5 16,11 2-4-16,5 1 2 0,12-1-3 0,-6-2-12 15,24-1-21-15,10-2-9 0,3-2-8 0,12-2-74 0</inkml:trace>
  <inkml:trace contextRef="#ctx0" brushRef="#br0" timeOffset="97203.43">30723 12989 237 0,'0'-2'37'0,"0"-2"35"0,0-10 8 0,0-7-2 15,0 3-8-15,0 3 3 0,0-2-18 0,0 4 10 16,0 0 0-16,-1 2 1 0,-1 0-13 0,0 5-1 16,0 1-5-16,0 1 2 0,0 0-17 0,0 0-20 15,-1 3 1-15,-1-1-7 0,-5 0 0 0,-6 2-3 0,4 4-2 16,-8 7 1-16,3 4 2 0,-1 18 0 0,-7 0-2 16,7 6 0-16,0-3-7 0,1 5 9 0,6-1 0 15,-8 9 3-15,5 1-6 0,-2 4-2 0,0 5 1 16,4 6-1-16,0 0 14 0,1 2-13 0,3-4 2 15,-21-5-3-15,15-3 6 0,8-7-5 0,3-5 1 0,2-4-2 16,2-7 3-16,1-3-2 0,1-3 0 0,2-1-1 16,1-3-12-16,2-4 1 0,1-1-4 0,-1-2-1 15,-2-6-41-15,6-1-14 0,11-1-19 0,4-3 2 16,-2-2-76-16</inkml:trace>
  <inkml:trace contextRef="#ctx0" brushRef="#br0" timeOffset="97672.46">30915 13143 609 0,'0'-2'44'0,"0"0"-14"0,0-5 35 0,2-12-5 16,1 1-33-16,-1 3-5 0,0 4 4 0,0 3-4 15,-2 5 3-15,0 1-8 0,2-2 6 0,0 0-6 16,-1 1-1-16,1 1-4 0,0 0 1 0,0 2 2 0,0 0 26 16,0 2-5-16,0 2-3 0,5 12-3 0,-1 16-23 0,-5 7 3 15,-1 2-1-15,-3 3 2 0,-5 3 4 0,1-3-12 16,-1 1 4-16,-1 1-7 0,0 1-1 0,3-5 1 15,1-1 2-15,-1-9 1 0,2-4 4 0,1-2-6 16,1-6-1-16,0 2 0 0,0-5-1 0,2-4-49 16,0 2-39-16,0-4-20 0,0-2-278 0</inkml:trace>
  <inkml:trace contextRef="#ctx0" brushRef="#br0" timeOffset="97859.35">31212 13617 848 0,'0'0'192'0,"0"0"49"0,0-2-101 0,-2 0-107 0,0 0-12 15,0 0-13-15,0 0-6 0,1 0 4 0,-1 1-6 16,0-1-6-16,0 2-8 0,0 0-25 0,0 0 6 16,2 0-85-16,0 0-46 0,0 0-13 0,0 2-16 15,0-1-95-15</inkml:trace>
  <inkml:trace contextRef="#ctx0" brushRef="#br0" timeOffset="98125.98">31669 13100 378 0,'0'0'154'0,"0"-2"-173"15,0 1 174-15,0-1-84 0,0 0-13 0,0 0-12 16,0 0 5-16,0 0-9 0,0 0-7 0,0 1-10 15,0-1-1-15,0 2-2 0,0 0 5 0,0 0-8 16,0 2 1-16,0 1-5 0,-2 10-5 0,-2 17 0 16,0 3-6-16,1 3 3 0,-1 1-12 0,2 2 10 15,0 0-3-15,-2 2 6 0,3 1-3 0,-3 3-6 16,0-4 2-16,0-2-3 0,1-4 8 0,-1-5-8 16,2-10 3-16,0 3-5 0,0-5 7 0,1-5-8 0,-1 0-3 15,2-5-8-15,0-3-43 0,0 1-90 0,0-3-24 16,0-1-12-16,0 0 21 0</inkml:trace>
  <inkml:trace contextRef="#ctx0" brushRef="#br0" timeOffset="98361.66">31966 13210 724 0,'0'0'54'16,"-2"0"-5"-16,0-2 27 0,0 0-5 0,-2 0-11 15,1 0-31-15,-1 2-24 0,-5 0 4 0,1 0-9 16,-1 0 4-16,2 2-3 0,-1 2-2 0,3 0 1 15,1-1 1-15,-11 18-2 0,6-3-7 0,1 3 3 0,5 1 2 16,1 0 0-16,2 3 7 0,3 2-4 0,1-1 0 16,2 0 3-16,3 2-2 0,0 0 5 0,2 0 14 0,1 0 26 15,-3-4-6-15,-2-4 10 0,-1 3-23 0,-1-3 1 16,-1-1 0-16,0-1-1 0,-2-3-9 0,-2-6 2 16,0 3-5-16,0-5 4 0,-2 2-3 0,-2 0-5 15,0-3-4-15,-1 1-1 0,1-1-12 0,-13-2-33 16,-3-1-23-16,0 12-13 0,-5-4-159 0,1-3-139 15</inkml:trace>
  <inkml:trace contextRef="#ctx0" brushRef="#br0" timeOffset="98502.12">31847 13123 1019 0,'0'0'5'0,"2"-2"0"0,0 0-9 0,5-2-5 0,25-9-5 15,-5 2-32-15,9 0-59 0,-10 3-16 0</inkml:trace>
  <inkml:trace contextRef="#ctx0" brushRef="#br0" timeOffset="98718.35">32361 12798 602 0,'0'0'149'0,"0"0"28"0,0-2-63 16,0 0-70-16,0 0-16 0,0 0-15 15,0 2 7-15,0 0-2 0,0 0 3 0,2 2 10 16,0 0 10-16,2 4 3 0,12 20-1 0,3 1-12 0,-1 5-4 16,3 3-1-16,-1 2 0 0,1 2-4 0,-3 4-5 15,1 3 1-15,-2 6-2 0,-4 0-2 0,-6 8-3 16,-3-1-3-16,-4 4 0 0,-4-1-4 0,-2-10-3 16,-3-4-1-16,-2-9-3 0,-4 0-22 0,-3 2-63 15,-3-6-1-15,10 2-29 0,-24-3-79 0</inkml:trace>
  <inkml:trace contextRef="#ctx0" brushRef="#br0" timeOffset="99536.62">27675 14610 730 0,'0'-2'35'0,"-2"0"0"15,0 0 7-15,0 0-4 0,-2 1-7 0,1-1 7 16,-1 0-5-16,-9-4 5 0,0 1-7 0,0-1-5 16,2 1-3-16,-4-1-4 0,6 2 1 0,3 2-10 0,-3-1-2 15,5 1 3-15,2 2-3 0,-1 0-3 0,-1-2 5 16,0 0-5-16,0 0 6 0,3 0-8 0,-1 1-3 16,0 1 4-16,2 0-2 0,2 0 16 0,0 0-8 15,16 0 6-15,23-2-6 0,7 2 12 0,14-4-5 16,6 0-3-16,20-3 0 0,8-2-3 0,16-4 0 15,8-2 7-15,5 2-5 0,3-2 6 0,7 2-8 16,10 0-2-16,7-2 1 0,2 0-4 0,-1 6 0 0,-1 0-1 16,4 1 0-16,4-1-6 0,-3 1-2 0,-10 3-1 15,-2 1 1-15,-2 2 4 0,-2-3 2 0,-4 3-2 16,-14 2 2-16,-6 0-1 0,-6 0 2 0,-7 0 2 16,0 0-1-16,-7-2 6 0,-10-4 11 0,-7 1 1 15,-13 1 2-15,-6-1-10 0,-7-1 1 0,-8 2-5 0,-7-1 2 16,-7 1-11-16,-6 0 2 0,-9 1-4 0,-6 1 4 15,-6 2 3-15,-1 0 0 0,0 0 2 0,-1-2-6 16,-1 0-36-16,0 0-128 0,-2 0-10 0,-2 1-50 16,-20-7-152-16</inkml:trace>
  <inkml:trace contextRef="#ctx0" brushRef="#br0" timeOffset="99989.76">27552 14861 392 0,'-2'0'148'16,"0"0"-180"-16,1 0 161 0,-1 0-83 0,0-2-40 0,0 0-8 15,0 2 5-15,0 0-7 0,1 0-4 0,-1 0-5 0,0 0 2 16,2 0 2-16,0 0 13 0,0 0 3 0,2 0 5 16,0 0 0-16,1 0 30 0,12 0 1 0,5 0 2 15,5 0-2-15,2 0-1 0,3-2-19 0,4 0 2 16,6 0-6-16,5-1 10 0,5-1-4 0,13 0 4 0,10 0-4 16,10-1 13-16,14-1-10 0,3 1 5 0,6-5-6 15,3 3 7-15,14 0-8 0,5-1 4 0,15 3-5 16,6-3 9-16,-1 1-11 0,4 1 4 0,8 2-7 15,2 1 0-15,1 1 0 0,-3-2-1 0,-4 2 1 16,0 0 3-16,1 2-6 0,-2-1 3 0,-13-1-4 16,0 0 2-16,-5 0-5 0,2-2 1 0,-5 2-1 0,-4-1 5 15,-11-1-13-15,-4-2 6 0,-6 1-8 0,-1 3 5 16,-4 0-3-16,-11-2 1 0,-11 1 0 0,-6-1 3 16,-13 0-4-16,-4 1-3 0,-7-1 1 0,-7 0-3 15,-4 2-3-15,-4 0-1 0,-9 1 0 0,-2 1 3 16,-10 0-24-16,3-2-21 0,-8 0-10 0,-7 2-149 0,-2 0-282 15</inkml:trace>
  <inkml:trace contextRef="#ctx0" brushRef="#br0" timeOffset="100546.42">31578 12404 573 0,'0'0'12'0,"0"0"-1"0,0-2-3 16,0 0 11-16,0 1-11 0,0-1 9 0,0 2-14 15,0 0 2-15,0 0-4 0,0 2 19 0,0-1-2 0,0 3 1 16,-6 17-3-16,-3 8 6 0,-2 5-3 0,-1 3 7 16,1-2-7-16,0 4-1 0,4-9 2 0,1-8 1 15,2-2 2-15,3-8 8 0,1 2 74 0,0-6-19 0,0-4 35 16,0-3-37-16,1 3-10 0,1 0-7 0,11 1-1 15,24-1-23-15,14-13-19 0,4-13-1 0,21 10-6 16,4-32-13-16,13-3 2 0,5 1-5 0,-1-4 2 16,3 2-7-16,1 1-6 0,1 3-12 0,5 1 0 15,3-2-67-15,11 1-32 0,-1-6-115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45:37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24075 679 256 0,'0'-2'180'0,"0"0"-87"0,0 0 73 0,-4-26 12 0,0 1-101 16,0 1 13-16,1 0-20 0,1 0 1 0,0 7-16 15,0 2-33-15,0 2-6 0,2 4 2 0,0 4-3 16,0-2 16-16,0 7-8 0,0 0 4 0,0-2-8 15,0 0-11-15,0 3-2 0,0-1-2 0,0 0 3 16,0 2 10-16,0 0-2 0,0 2 1 0,0 1-3 16,-5 25-4-16,-3 9 2 0,1 8 0 0,1-4 1 15,-1-2 6-15,-2 4 4 0,-1-3 3 0,-1 3 0 0,0 0 13 16,0 1-13-16,0 1 3 0,1 1-7 0,3-3-3 16,0 2 10-16,-1-1-5 0,3-1 5 0,-1 0-7 0,2-4 0 15,1-4 2-15,1-4-2 0,0-3 0 0,2 0-1 16,0-4 0-16,0-7 0 0,0 0-3 0,0-8-2 15,0-2-1-15,0-1 0 0,0-4 4 0,0 2-1 16,0-1-4-16,0 1 1 0,0-2-5 0,0 0-6 16,0 0 8-16,2-2-8 0,0-2 1 0,-1-2-7 15,5-18-1-15,1-10 0 0,1-5 4 0,-1 0-3 16,1-4 2-16,1-5-5 0,2-1-2 0,0-1 5 16,2 0-5-16,0-1 6 0,2 3-3 0,0 0-1 0,2-1 5 15,-2 4-4-15,1 3 5 0,1-1 0 0,0 5-4 16,-1 7 3-16,1-3-3 0,-4 6 0 0,2 0-1 15,-6 9 0-15,-7 6 2 0,13 2-5 0,2 5 4 16,-1-7-5-16,-3 6 5 0,2 1 8 0,-5 4 0 16,3 4 4-16,-4 1-4 0,2 4 1 0,0 21-2 0,-9-2 2 15,2 2 4-15,-2-1-3 0,16-1 2 0,-7-4-2 16,-3 1-2-16,-5-5 0 0,1-5-1 0,-2 0 2 16,0-4 3-16,0-4-1 0,-1-1 2 0,-1-4-3 15,2 1 1-15,2 1 6 0,0-2 0 0,5 0 0 16,8-2-6-16,-2-2-5 0,3-7-2 0,-1-2 0 15,0-2 4-15,1-13-6 0,1-6 4 0,-3-1-3 16,3-5 1-16,-2-1 2 0,-2-1-3 0,1 4 2 0,1 5-4 16,-2 7 1-16,0 1-1 0,-4 8 1 0,0 6-5 15,-4 0 5-15,1 3-2 0,-1 3 3 0,1 1-3 0,-3 2 10 16,1 2-1-16,-2-1 6 0,-1 16-2 0,20 20-4 16,-10 2 1-16,-8 6-2 0,-3-2-4 0,-2-1 5 15,-4 3-1-15,1-4 2 0,-3 0-5 0,0-2 3 16,1-2-4-16,-1 0 3 0,3-2-3 0,-1-1 1 15,2-5-1-15,2-1-1 0,0 0-9 0,0-4-16 16,0-4-12-16,0-5-5 0,2 0-69 0,0 2-102 16,0-2-1-16,1 3-50 0,-1-5-155 0</inkml:trace>
  <inkml:trace contextRef="#ctx0" brushRef="#br0" timeOffset="263.44">25161 814 1031 0,'0'0'12'0,"-2"0"29"15,0 0 34-15,0 0 33 0,0 2 1 0,0 0 1 16,1 2-50-16,-7 7-1 0,-7 17 0 0,2 2 2 16,2 3 5-16,0 0-13 0,2 3-4 0,3-1-4 15,1 2-17-15,1-7-14 0,0 5-2 0,0 0-4 0,3-7-6 16,1 2-1-16,0-4 0 0,0-9-1 0,0 1-14 15,1 1-10-15,1-8-1 0,2 6-2 0,0-8-10 16,-1-2-67-16,-1-1-20 0,0-2-23 0,4-1-140 16</inkml:trace>
  <inkml:trace contextRef="#ctx0" brushRef="#br0" timeOffset="371.82">25356 629 384 0,'0'0'-57'0</inkml:trace>
  <inkml:trace contextRef="#ctx0" brushRef="#br0" timeOffset="620.3">25643 501 806 0,'0'0'92'15,"0"0"14"-15,-1-2 3 0,-1 0-23 0,0 0-3 16,0 0 57-16,0 0-61 0,0 0 3 0,0 2-26 16,1 0-29-16,-1 0 19 0,0 2-6 0,0 2 9 15,-3 5-12-15,-7 23-10 0,5 1 1 0,1 3-5 0,5-1-1 16,-1 4 2-16,0-2-5 0,2 0 3 0,-2 2-8 16,2-4-9-16,0 1 2 0,-2 1-5 0,2-2 0 0,-2-1-4 15,2-3 2-15,-2-1-4 0,2-2-1 0,0-2-10 16,0-2-3-16,-1-2-4 0,-1-3-30 0,0-1-43 15,0 3-15-15,2-8-12 0,0 0-84 0,0-2-78 16,0-4-61-16</inkml:trace>
  <inkml:trace contextRef="#ctx0" brushRef="#br0" timeOffset="884.74">26110 352 592 0,'0'-2'113'0,"0"0"-62"0,-2-9 124 16,0-4-37-16,0 4-17 0,0 0-37 0,0 4-2 0,2 3-11 16,-2 0-21-16,1 1-20 0,-1 1 7 0,0 0-9 15,0 2 15-15,0 0 3 0,0 2-3 0,-7 13 4 16,-6 25-9-16,6 3-6 0,3 5-1 0,1 2-2 16,1 1-5-16,0-1 1 0,1-2-2 0,1-3 1 15,0-1-4-15,-2-3 0 0,0 0-5 0,-1-2 3 16,1 2-15-16,0-2 1 0,3-4 3 0,-1-2 0 15,0-5-2-15,0 2-2 0,2-4-10 0,0-4 3 16,0-1-25-16,0-5-25 0,0 1-18 0,2-4-14 0,2 2-168 16,-3-6-193-16</inkml:trace>
  <inkml:trace contextRef="#ctx0" brushRef="#br0" timeOffset="1285.73">26210 1093 1048 0,'0'0'6'0,"0"0"2"0,0 2 59 16,0 0-2-16,0-1 27 0,0 1 55 0,0 0-59 15,0 0 15-15,2-2-30 0,0 0 23 0,1 0-30 0,18-4 3 16,3-3-17-16,2-2-34 0,-2-3-1 0,-2 1-4 16,4-4 2-16,-2 2-8 0,0-1 5 0,2-3-6 15,-3 2 5-15,-7 13-6 0,-1-14 1 0,-7-1 1 16,-3-2 0-16,6 4 4 0,-7 1-6 0,5-3 4 15,3 2-4-15,-3-2 1 0,-4 2 0 0,-3 2-2 0,-2 0 1 16,0 4-3-16,-2 0 8 0,-1 1-6 0,-1 1 6 16,0 3-8-16,-14-9 3 0,1 4-1 0,-3 3 1 15,-3 3-5-15,3 3-2 0,-1 3-4 0,-1 5 2 16,4 1 1-16,-1 4 1 0,2-9 0 0,4 20-1 16,0 2-1-16,4 0 2 0,2 2 2 0,3-2 0 15,0 0 3-15,-14 2 0 0,7-2 2 0,5 0-1 0,2 0 4 16,4-2 1-16,0-4-5 0,4 2 4 0,0-3-9 15,3 0 0-15,2-1-3 0,1-3 2 0,-1 0-6 16,-5-4-4-16,16 0 0 0,0-3-3 0,5-1-15 16,1-1-8-16,5 12 0 0,4-3-10 0,1-8-84 0,3-5-95 15,0-2-62-15</inkml:trace>
  <inkml:trace contextRef="#ctx0" brushRef="#br0" timeOffset="1615.58">27051 848 948 0,'0'0'20'15,"-2"0"52"-15,0 2-33 0,0 0 62 0,0 1-7 16,1 1 18-16,-9 16-53 0,3 1 11 0,-1 1-3 0,3 0 9 16,1 3 2-16,0-1-29 0,3 0 0 0,-1-2-10 15,0 4-7-15,0-6-6 0,2 1-3 0,0-3 0 16,0-3-4-16,0-4-10 0,0 1 7 0,0-9-8 15,0 3 9-15,0-4 9 0,0 1-4 0,0 1 4 16,0-2-7-16,0 0-12 0,0 0 5 0,0-2-6 16,0-2 1-16,0-2 2 0,0-20-5 0,-2-9 4 15,2-3-7-15,0 3-1 0,2-2 3 0,0 3-3 16,3 2 0-16,1 4 4 0,0 2 1 0,-1 6 2 16,3-1 6-16,-1 2 10 0,0 3-3 0,1 1 5 0,-1 1-6 15,-5 3-13-15,11 0-1 0,6 3-3 0,-3-1-2 16,3 1 0-16,0 4-5 0,-3-1 1 0,3 1-10 0,-8-2-24 15,0-5-8-15,4 0-14 0,-2 3-100 0,4 2-113 16,-2 4-20-16</inkml:trace>
  <inkml:trace contextRef="#ctx0" brushRef="#br0" timeOffset="1884.52">27699 385 1064 0,'0'-1'41'0,"0"-1"-4"0,0-2 108 0,0-13-15 15,0 1 28-15,0 1-44 0,0 6-33 0,0 3-3 0,2 2-7 16,0 1 1-16,-1-1-13 0,1 2 2 0,0 0-7 16,0 0-16-16,0 2-4 0,0 0-6 0,0 2 3 15,-2 2-14-15,7 26-7 0,-1-1 0 0,-5 5-3 16,1-3-9-16,-2-1 7 0,0 1-6 0,0 1 5 15,0 0-20-15,0-3-3 0,0-3-14 0,0-3 4 16,0 1-51-16,2-2-116 0,2-2-8 0,0 1-44 16,1-3-84-16</inkml:trace>
  <inkml:trace contextRef="#ctx0" brushRef="#br0" timeOffset="2179.94">28453 467 1120 0,'-2'0'139'0,"-2"0"-168"16,-26 4 187-16,-20 3-89 0,6 4 92 0,-5 6-77 15,1 0 4-15,7 3-34 0,-1 3-44 0,10-5-8 0,6-12-2 16,4 16 0-16,7 0-3 0,9-1-3 16,5-5-8-16,-12 3 3 0,5 0-13 0,6-3 14 0,2 1 1 15,4-2 3-15,3 0 0 0,-1-2 6 0,24 0 3 16,-4 0 1-16,5 3 1 0,1 1 9 0,3 4-7 15,-3-1 9-15,-3 0 3 0,1 3 15 0,-4 1 4 0,-6 0 4 16,-5 2 20-16,-4-4 9 0,-3 0 0 0,-4 1 2 16,-3-3 2-16,11 1-2 0,-7-5-1 0,-5 1-4 15,-5-2-31-15,-3-6-10 0,-23 0-8 0,-18 3 3 16,-3-3-21-16,-16-2-11 0,-3-3-14 0,-3 28-15 16,-2-19-192-16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45:56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10964 4173 164 0,'0'0'0'0,"0"0"14"0,0 0 145 0,0 0-38 16,-2 0 11-16,1-2-54 0,-1 1-11 0,0-1-4 15,0 0-2-15,0 0-2 0,0 0-15 0,0 0-5 16,1 0 6-16,-1 1-5 0,0-1 5 0,0 0-4 16,0 0 4-16,0 0-3 0,0-2 13 0,1 1-1 0,1 1-6 15,0-2 3-15,-2 2-16 0,2-1 14 0,-2-1-3 16,2 2 6-16,-2-2-9 0,0 1-3 0,0 1 1 16,0 0-1-16,1 0-6 0,-1 0-7 0,0 0-4 15,0 0 0-15,-2 1-3 0,1 1-10 0,-9 0 5 16,-1 0-7-16,0 3 2 0,-1 3 2 0,1 1-4 0,-2-3 2 15,0 18-12-15,4 2 7 0,-2 0-4 0,5 1 5 16,1-3-4-16,3-2 8 0,0-1-4 0,-7-4 3 16,2 1-8-16,3 1-4 0,5-2 6 0,1-6-4 15,0 1 8-15,0-7 2 0,1 1-6 0,-1-2 5 16,21 13 3-16,1-6-7 0,2-5 11 0,2-4-11 16,2-6 4-16,2-3-2 0,0-4-2 0,-3-2 3 0,1 0-1 15,-4 0-1-15,-3 2 2 0,-3 0 0 0,-3 2 8 16,-7 6 2-16,-3-1 4 0,4-5 0 0,-1 0 33 15,-4 1-11-15,-3-1 4 0,-1 2-10 0,0 0-19 0,-1 3 0 16,-3-1 1-16,2 3-1 0,-13 0-4 0,-5 2-7 16,-3 1-1-16,1-14 0 0,0 4-8 0,3 5-9 15,5 4-4-15,2 2-1 0,5 0-21 0,1 0-141 16,5 0-2-16,-3 2-69 0,0 0-224 0</inkml:trace>
  <inkml:trace contextRef="#ctx0" brushRef="#br0" timeOffset="7434.56">19249 3841 63 0,'0'0'73'15,"0"0"-9"-15,-2 0 50 0,0-2 11 0,0 0-47 16,1 0-19-16,-1 0-39 0,0 1-2 0,0-1-5 0,0-2-2 15,2 0-8-15,0 1 3 0,0 1-4 0,0-2-2 16,0 2 3-16,0 0 1 0,0 0 1 0,0 1-2 16,0-1-1-16,0 0-3 0,0 0 1 0,2 0 3 0,0 0 0 15,0 0 0-15,0 2-1 0,-2 0-5 0,0 0 5 16,0 0-1-16,0 0 4 0,0 0 3 0,0 0 31 16,0 0 2-16,0 0 11 0,0 0 23 0,0 0 2 15,0 0 4-15,0 0-1 0,0 0 2 0,0 0-16 16,0 0-6-16,0 0-2 0,0-1-13 0,0-1 2 15,0 0 2-15,0 0-2 0,0 0-10 0,0-2-8 16,0 1-3-16,0-1 0 0,0 0 3 0,0 1-10 16,0 1 3-16,0 0-6 0,0 0 3 0,0 0-6 0,-2 0 4 15,0 0-6-15,0 2-3 0,0 0 7 0,0 0-2 16,0 2 5-16,-1 0 3 0,-1 0-6 0,0 2 2 16,1 1-4-16,-10 14-1 0,5-4-9 0,3-2 0 15,-3 5-3-15,6-8-2 0,0 1 7 0,1-2-2 0,1-3 4 16,0 1-3-16,0 0-3 0,0 3 5 0,0-3-5 15,0 4 6-15,0-3 0 0,0-3-1 0,0-1 1 16,1 2-3-16,-1-5 2 0,2 3-4 0,0 0 2 16,-2-2-4-16,2 1 0 0,4 1 1 0,3 4 1 15,0-3 0-15,0 1 3 0,3-1 1 0,-3-1 1 16,-2-2-1-16,3 0-3 0,-1-2 2 0,-2 0-1 16,1 0 6-16,-3 0-5 0,1 0 2 0,-1-2-3 0,3-2 3 15,-5 2-2-15,1 0-4 0,0 1 3 0,-2-12-1 16,0-2 5-16,-1 2-2 0,11-2 2 0,-3 0-6 15,-4 2-4-15,1-2 7 0,0-2-5 0,-3 1 12 0,-1 5 2 16,-2-4-3-16,0 2 3 0,0 0-7 0,0-2 4 16,-2 4-7-16,0 1 5 0,1 5-8 0,-1 1 3 15,0 0 6-15,0 4-4 0,-13-9 1 0,-2 2-1 16,-1 1-4-16,1 6 2 0,-1 2-4 0,1 4 4 16,-2 1-2-16,1 4 4 0,-1 2-7 0,3-5 0 15,3 18-1-15,-2-8 1 0,7 3 1 0,1-5 0 16,1-1 1-16,-5 0-1 0,4-2-4 0,-1 2 5 0,5-6-2 15,1 0 2-15,0-1-3 0,2-3 4 0,0 1 1 16,0 0 1-16,2 1-7 0,0-1 4 0,-1-3-2 16,-1-1 3-16,2 2 0 0,6 1-2 0,3 3 4 15,-2-3-4-15,2-1-2 0,0 0 7 0,1-2-4 16,1-2 8-16,0 0-3 0,0 0 2 0,1-2-4 16,-1-2 1-16,0-1-5 0,-1-1 3 0,-3-1 1 0,0 5 1 15,0-13-3-15,-7 0 4 0,4 0 1 0,-4 0 1 16,7 4-4-16,-2 0 2 0,-3 4-2 0,0-3 3 15,-4 7-2-15,0-1-1 0,0 0 1 0,0 0 0 16,0 1-1-16,-2 1 3 0,0 0-4 0,-2 2 5 16,-1 0-2-16,-10 7-8 0,4 1 6 0,0 5-5 15,-2 9 10-15,2 2-9 0,-1-3-1 0,5-1-2 0,0-3 4 16,3 0-1-16,-2-1 3 0,1-3-3 0,-5 0-2 16,5-2-14-16,1-1-5 0,4-3-6 0,0-1-46 15,0-3-143-15,2 1-44 0,0-4-56 0,29 17-370 0</inkml:trace>
  <inkml:trace contextRef="#ctx0" brushRef="#br0" timeOffset="21521.55">14767 5497 435 0,'0'0'140'0,"-2"-2"38"0,0 0-39 16,-2 0-93-16,1 2 12 0,-8-5-14 0,7 3 16 16,-2 0-1-16,3 0 3 0,-1 0-17 0,2 2-12 0,0 0-3 15,-2-3-2-15,1-1-6 0,3 2 5 0,0 0 0 16,-2-3 2-16,0-5-4 0,2 3 0 0,2-4 4 16,5-2-1-16,-3 4 15 0,24 1 6 0,2 1-5 15,5-2 2-15,6 3-24 0,3 2 1 0,-1-3-1 16,1 5 0-16,-6-2-1 0,4 1-5 0,-3 1 2 0,-3 0-2 15,-5-17 0-15,-3 8-1 0,-4 4 1 0,-3 3-1 16,1 2-4-16,-5 2-7 0,-3 0 1 0,-1 0-1 16,-5 0 14-16,-1 0 26 0,-1 2-11 0,-4-2 14 15,1 2-22-15,-1-2-6 0,2 5 5 0,5 10-6 16,-1-2 0-16,-3 2 10 0,1 4-6 0,-6 1 5 16,0 2-15-16,-6 2 6 0,-3 4-5 0,-4 0 4 15,-6 2-13-15,14-2 0 0,-29 5 0 0,-1-3 1 0,2 1 5 16,-8 1-5-16,7-4 5 0,-1 2-5 0,-6-3 5 15,2-1-6-15,-2 0 1 0,12-1-3 0,1-1-2 16,6-2 4-16,5-2-4 0,0 1 4 0,4 1-9 16,2 0 3-16,0-1 2 0,3-3 1 0,3 1 3 0,3-2-1 15,-13 3-3-15,10-7 0 0,1-2 5 0,0 2-2 16,4-4-2-16,0 4-1 0,2 0 0 0,2-3 0 16,3-1 3-16,8-3-2 0,15-3-1 0,5 18 3 15,2-8-1-15,4-8 2 0,2-3-1 0,-2-4 2 16,-1-1 0-16,1-3 0 0,2-1-5 0,-4-1-1 15,-2 1 0-15,-3-1 0 0,-5 1 2 0,-1 1 2 16,-4 1-1-16,-3-1 2 0,-3 1 2 0,-1 1-6 16,-4 0 6-16,0 0-6 0,0 3 0 0,-4-1-13 0,-1 2-12 15,-1 0 1-15,0 0-32 0,-1 0-5 0,0 0-5 16,-1-2-2-16,-1 2-33 0,-2 0-39 0,1-2-10 16,1-2-14-16,2-3-73 0</inkml:trace>
  <inkml:trace contextRef="#ctx0" brushRef="#br0" timeOffset="21886.53">14611 5909 1110 0,'-2'0'43'0,"0"0"-2"16,-9 0 46-16,-15 4-4 0,6-2 6 0,1 0 16 15,2 0-6-15,6-2 6 0,0 1-32 0,7-1-59 16,1 0 3-16,-1 0-21 0,2 0 1 0,0 0 2 16,2 0 10-16,2 0-4 0,2 0 27 0,12 0-6 15,20-3-1-15,1-3-2 0,4-3-5 0,7 0 0 16,4-3 4-16,4 1-3 0,3-2 6 0,0 2-11 16,3 0 5-16,-5 0-5 0,-3 2 1 0,-4 1-3 15,-1 3-6-15,-7-1 2 0,-3 2-4 0,-7 2 0 0,-6 1 5 16,-4-1-4-16,0 2 0 0,-1 0 3 0,-3 0-2 15,-3 0 2-15,0 0 1 0,-4 0-2 0,-1 0 2 16,1 2-3-16,-4-1-6 0,2 1 3 0,-1 0-2 16,1 0 4-16,-2 0-3 0,1 0 4 0,-3 0-4 0,1-1 4 15,-2-1-1-15,1 2-13 0,1 0-8 0,-1-2-7 16,1 0-66-16,1 0-75 0,5 2-60 0,2-2-18 16,7 0-341-16</inkml:trace>
  <inkml:trace contextRef="#ctx0" brushRef="#br0" timeOffset="31438.65">9965 3148 147 0,'0'0'0'0,"-2"-2"61"16,1 1 23-16,-1-1 9 0,0-2 3 0,2 2-57 15,-6-11-18-15,-1-4 5 0,-1 1 2 0,3 3 4 16,-3-8 17-16,3 6 23 0,-1-1-4 0,3 3 9 15,1 5-16-15,-2-5-19 0,2 6-4 0,0-1-6 16,0 1-15-16,1 1 36 0,-3-1-2 0,2 1 13 0,2 5-5 16,-2-3-19-16,0 0-4 0,-1-3-3 0,1 1-11 15,0 2 10-15,0 1-4 0,0-1 5 0,0 0-5 16,0 1-6-16,1-1 5 0,-1 0-6 0,0 1-4 16,0 1 7-16,0 0-6 0,0 0 5 0,0 0-22 0,1 0 6 15,-1 0-4-15,0 1 5 0,0 1-7 0,0 0 2 16,0 0-2-16,0 1 3 0,2 1 3 0,0 0-5 15,0 2 4-15,0 5-4 0,2 11 3 0,0 1 1 16,0 5-5-16,2 4 3 0,-1-3-4 0,3 1 3 16,0 0-1-16,-1-2 1 0,3-2-6 0,-1 2 9 15,0 0-5-15,1-3 6 0,-1 3-8 0,1-4 1 16,-1 0 5-16,-1 0-4 0,-1-1 1 0,1-1 5 16,-1 1-5-16,1-1 7 0,0-1-1 0,-1-3 0 0,1 3 2 15,-1-2 0-15,-1-1 7 0,2 1-9 0,-3 0 10 16,1-2-9-16,0 1 5 0,-1-3-4 0,-1 0-2 15,0-2 1-15,0 1 2 0,0-3 4 0,0 2-6 0,-2-5 5 16,2 1-10-16,-2-1 5 0,0-1-1 0,1-1 2 16,1 0-5-16,0-1 1 0,0 1 0 0,0 0 0 15,0-1 7-15,0-1 0 0,-1 0 4 0,1 0-1 16,0 0 6-16,0-2-4 0,0 0-7 0,0 0 1 16,1-2-13-16,1-2 3 0,2-3 5 0,9-19-2 15,-2-2 5-15,-2-2-12 0,0-1 5 0,0-4-7 16,0-4 4-16,0-2-3 0,0-2-2 0,-1 0 3 15,1-1 5-15,0-3-7 0,0 5 1 0,2-10-5 0,0 1 4 16,-2 5 3-16,0 0 1 0,-1 7 0 0,1 0 4 16,0 2-3-16,0-2 2 0,-2 9-3 0,1 0 5 0,-1 4-4 15,0 4 2-15,-1 3-2 0,-3 6 0 0,-1 2 5 16,0 4-6-16,-1-1 6 0,-1 3 0 0,-2 1 4 16,0 0 6-16,2 1-4 0,0-1-6 0,0 0 1 15,0 2-11-15,0 0 6 0,-1 1-14 0,1-1-13 16,-2 0-5-16,0 2-5 0,0 0-36 0,0 2-79 15,0 0-9-15,0 1-37 0,2 23-150 0</inkml:trace>
  <inkml:trace contextRef="#ctx0" brushRef="#br0" timeOffset="32243.74">10409 3573 127 0,'0'0'82'0,"0"0"-24"16,0 0 73-16,0 0-12 0,0-1-45 0,0-1-9 15,0 0 2-15,0 0-5 0,0 0-5 0,0 0-6 16,0-1-6-16,0-1 1 0,0 0-15 0,0-3 6 0,0-1 2 15,0 1 1-15,0 0-1 0,0-1-1 0,0 1 3 16,0 1 0-16,0 1 10 0,0 1-13 0,0-2 5 16,0 4-6-16,0-1 6 0,0-1-8 0,0 0 2 15,0 1-4-15,0-1 2 0,0 2-12 0,-2-2-4 16,0 1 0-16,2 1-5 0,0 0-6 0,-2-2 3 0,2 2-5 16,0 0 0-16,0 1 6 0,0-1-3 0,0 0 3 15,0 0-3-15,-1-2-2 0,-1 1 1 0,0-1 0 16,2 0 8-16,0 2-2 0,0 0 0 0,0 1-1 15,0-1 0-15,0 0-6 0,0 0 5 0,0 0-5 16,0 0 0-16,0 0 7 0,0 1-3 0,0-1 4 0,0 0-6 16,0 0 3-16,0 0 0 0,0 0 3 0,0 2 8 15,0 0-4-15,0 0-5 0,0 0 0 0,0 0-11 16,0 0 2-16,0 0 7 0,0 0-5 0,0 0 2 0,0 0-3 16,0 0-2-16,0 0 0 0,0 0-2 0,0 0 9 15,0 0-6-15,0 0 7 0,0 2-8 0,0 0 0 16,0 0-2-16,0 0 1 0,0 0-1 0,0 1-3 15,0 1 2-15,0 11-2 0,0 0 4 0,0 1-4 16,0 5 0-16,0-1-2 0,0 4 6 0,0 2-3 16,0-3 0-16,0 4 0 0,0-4 4 0,0 1-5 15,2-2 3-15,0 0-4 0,1 1 3 0,-1-7 8 16,0 5-8-16,0-10 7 0,-2 2-12 0,2 0 6 16,0-4 1-16,-1 2 3 0,3 1 5 0,-2-7-9 0,-2-1 8 15,2 1-8-15,-2-3 6 0,0 2-2 0,2 0 0 16,0-1 0-16,-1 1 0 0,1 0 0 0,0 0 0 15,0-3 0-15,0 1-4 0,0 0 0 0,0 0-3 16,-2 0 1-16,0 0-1 0,0 0-7 0,0-1-11 0,1 1-5 16,1 0-89-16,0 0-126 0,0 0-162 0</inkml:trace>
  <inkml:trace contextRef="#ctx0" brushRef="#br0" timeOffset="33828.3">19364 2578 493 0,'0'-2'0'0,"0"1"62"16,0-1 20-16,0 0 35 0,-2-15 19 0,0 2-39 15,0-1 0-15,1 3-27 0,-1 0 2 0,2 0-8 16,0 1-1-16,0 1-1 0,0 2-3 0,0 2 1 16,0-1-7-16,0 3-4 0,0-1-3 0,0 0-2 0,0 3-18 15,0-1 7-15,0 0-4 0,0 1 4 0,0-1-14 16,0 2-11-16,0-2-5 0,0 1 0 0,0-1 6 15,0 2 24-15,0 0-2 0,0 0 6 0,0 0-28 0,0 1-1 16,0 1-4-16,0 0 4 0,0 0-5 0,0 1 0 16,0 1 2-16,0 2-1 0,0 7 1 0,0 8 7 15,0-1-6-15,0 3 5 0,0 1-12 0,0 0 1 16,2 4 2-16,1 2 1 0,1 2-1 0,0 1 3 16,-1 5-5-16,3 1 6 0,0 2-2 0,-1 0 2 15,-1-4-4-15,0-1 2 0,-1-3-5 0,1 1 0 0,0-1 7 16,-1 4-3-16,1-1 7 0,0-3-6 0,-2-1-2 15,0-4 1-15,-1 0-1 0,1-2-1 0,0-1 0 16,0-3 0-16,0-3 7 0,0-2-5 0,0-1 4 16,-1-2-4-16,1-1 3 0,0 0 4 0,-2-4-2 15,0-1 3-15,0-1 0 0,0-1 2 0,0-2-2 16,0 0 0-16,2 2-6 0,0-1 5 0,0 1-4 0,0-2 4 16,-1 0-3-16,1 0 12 0,2-1-8 0,0-1 6 15,-1 0-11-15,5-1 1 0,7-7 1 0,3-5-1 16,-3 4-6-16,6-17 0 0,-1 0 2 0,-1-8-2 15,1 1-3-15,-3-6 2 0,-1-2-1 0,3-3 2 16,1-7 1-16,5 1 0 0,-3-3 0 0,-2-7 1 0,3 6 1 16,-5-1-3-16,3 3-2 0,-3 5 1 0,1 3 1 15,-1 6 2-15,-3 5 3 0,0 3-3 0,-6 4 5 16,1 6 3-16,-5 1 3 0,1 8 0 0,-5-2 8 16,3 8-6-16,2-3 2 0,-4 4-3 0,1 1 1 0,1-1-6 15,-2 0-5-15,0 1 1 0,0 1-11 0,-1 0-6 16,1 2 5-16,0 0-4 0,-2 0 3 0,0 2-26 15,0 0-18-15,0-1-7 0,0 3-90 0,0 0-80 16,0 14-25-16,0-1-37 0,0 5-266 0</inkml:trace>
  <inkml:trace contextRef="#ctx0" brushRef="#br0" timeOffset="34389.43">19927 3117 1296 0,'-2'0'26'16,"0"0"1"-16,0 0 41 0,-2-2 0 0,1 0 8 16,1 2 27-16,-4-2-60 0,3 0 4 0,-1 0-25 15,0 1-22-15,2-1 19 0,0 0-1 0,2 0 9 16,0 0-3-16,2 0-1 0,2-1 6 0,5-5-3 0,13-7 13 15,1 2-4-15,-1 2-4 0,2 2 2 0,0 3 0 16,-1 1-1-16,1 1-3 0,-4 2 1 0,-1 2-9 16,-4 2-14-16,-2 0 7 0,-2 2-7 0,-4-1 16 15,-3-1-10-15,0 6 6 0,-3 12-7 0,14 2 6 0,-5 1-9 16,-7-3 0-16,-1-1-1 0,-2-1 3 0,-4 3-4 16,-3 1 3-16,-2-2-3 0,-2-1 3 0,-1-2 0 15,-1 1-6-15,2-3 3 0,6 2-7 0,-8-1 5 16,2-1-1-16,-1-2 0 0,3 0-6 0,2 0 3 15,-3-2 1-15,3 1 1 0,1-5-3 0,1 2 0 16,3-3 3-16,0-1-1 0,-2 1-2 0,4-4 2 16,-1 2-4-16,1-3 3 0,0 1-4 0,-2 2 7 15,2 0-4-15,0-1 5 0,2-1-5 0,1 0 1 0,10 2-1 16,15-2 1-16,0-2-1 0,2-2 6 0,5-2-3 16,0-1 3-16,1-1-9 0,-3 0 2 0,-3 3 1 15,-1-1 0-15,-1 0 4 0,0 2-5 0,-2 1 4 16,-9 1-4-16,0 0 1 0,-3 0 4 0,-1 0-5 15,2-2 4-15,0 2 5 0,-6 0-2 0,-3 0 5 0,3 0-3 16,-5 0 11-16,-2 0-7 0,3 0 2 0,-1 0-5 16,0 0-5-16,-1 0 0 0,1 0-2 0,0 2 2 15,0-1-10-15,-3 1-23 0,3 0-29 0,0 0-14 16,0 0-260-16</inkml:trace>
  <inkml:trace contextRef="#ctx0" brushRef="#br0" timeOffset="55858.67">11525 3423 2 0</inkml:trace>
  <inkml:trace contextRef="#ctx0" brushRef="#br0" timeOffset="61667.62">24240 3150 216 0,'0'-2'0'0,"0"0"122"15,0-1 35-15,2-8 37 0,-2-15 19 0,0 1-97 16,0 3-15-16,0 0-38 0,0 5 1 0,2 2-11 16,-1-3-14-16,1 5 9 0,0-6 4 0,0 2 1 15,-2 8 8-15,2-4-24 0,-2 9 2 0,0-1-10 16,0 1-7-16,0 2 6 0,0-3-6 0,2 1 5 16,0 0-13-16,-1 3-13 0,1-1 2 0,0 0-5 15,-2 0 5-15,0 2 11 0,0 0-2 0,0 2 4 0,0 0-5 16,0 3-2-16,0 23 0 0,0 0-1 0,-2 3 4 15,-1 3-6-15,-1-1 2 0,2 3-4 0,-4-3 0 16,3 0 5-16,1-1-3 0,0 0 3 0,2-3 0 0,0 1-3 16,0 0 0-16,0-1-1 0,0 1-2 0,0-2 2 15,2 0 0-15,0-2 1 0,-2-4 3 0,0 2-7 16,0-3 4-16,0-1-5 0,0 0 3 0,0-7 6 16,-2 2 1-16,0-7 2 0,0-3-1 0,-2 3 3 15,1-1-5-15,-1-1 4 0,0 1-11 0,1-3 9 16,-10 5-3-16,-4 0 3 0,0-3-11 0,-1 0 6 15,-1-3-4-15,-1-1 5 0,-1 0-2 0,1-2-6 0,-1 0 4 16,3 0-4-16,-1 0 5 0,4 0 1 0,0 0-6 16,2 0 4-16,4 0-4 0,2 0 5 0,-1 0 2 15,6 0 0-15,-1 0-5 0,1 0 4 0,-2 0-2 16,0 0 3-16,1 0-7 0,1 0 7 0,0 0 0 16,0 0 3-16,2 0 0 0,0 0 0 0,0 0 0 15,2 0 1-15,2-2 7 0,16-2-12 0,10-1 6 0,3-1-8 16,3 3 6-16,3-3-2 0,0 0-4 0,-2 1 2 15,-2-1-3-15,0 3-1 0,2-1 3 0,-7 2-1 16,2 2-3-16,-6 0 0 0,-6-2 1 0,2 2 0 16,-1 0 4-16,-1 0-4 0,1 0-3 0,-3 0 1 15,-3 0 4-15,-2 0-4 0,0 0 4 0,-2 0-4 16,-2 0-5-16,1 0-10 0,-5 0-7 0,3-2-1 0,-1 0-33 16,-3 2-58-16,1-1-9 0,1-1-19 0,-4 2-60 15,2-2-76-15,-1-9-49 0</inkml:trace>
  <inkml:trace contextRef="#ctx0" brushRef="#br0" timeOffset="61965.92">24037 2961 534 0,'-1'-2'176'0,"-1"0"46"0,0 0-52 0,0 2-104 15,-9-7 9-15,3-1 6 0,3 3-8 0,1-3-2 16,0 3-5-16,1-1-38 0,-3-1 3 0,6 5-1 16,-2-2 4-16,2 1 17 0,0-5-5 0,2 1 4 0,2-1-4 15,5 1 1-15,25-4-10 0,5 0 0 0,5 3-4 16,-1-1-9-16,-4 3-11 0,-2 1-4 0,-5-14-2 16,-5 8-7-16,5 2 5 0,-8 5-3 0,0 2 5 15,-2 2-3-15,-1 0-4 0,-4 0 1 0,1 2-3 16,1 0-9-16,-4 0-27 0,1 1-4 0,-1 1-15 15,-2 0-76-15,2 1-25 0,0 1-25 0,-2 1 4 16,4 5-70-16</inkml:trace>
  <inkml:trace contextRef="#ctx0" brushRef="#br0" timeOffset="62339.34">24886 3529 681 0,'0'0'48'0,"0"0"0"0,0 0 3 16,0 0 7-16,0 0-14 0,0-2 49 0,0 0-39 15,0 0 2-15,0 1-18 0,0-1-3 0,0 0 13 0,0-2 6 16,0 0 1-16,0 1-3 0,0-3-3 0,0-1-7 16,2-1 5-16,0-1-7 0,-2 5 8 0,0-1-3 15,0 1 2-15,0 0-17 0,0 2 10 0,0-1-10 16,0-1 9-16,0 0-22 0,0 2-19 0,0 1 5 0,0-1-10 15,0 0 3-15,0 2 13 0,0 0-9 0,0 2 11 16,0 1-8-16,-2 10 3 0,-2 17-1 0,0 5 1 16,1-1-5-16,1 1-1 0,-2 0 8 0,2-1-5 15,0 1 9-15,1-5-10 0,-1 3 3 0,0-1-3 16,2 1 13-16,0-1-5 0,0-6 3 0,0-4-5 16,0-2-1-16,0-1 9 0,0-2-10 0,0-2 9 15,0-2-11-15,0-2-3 0,0 0 6 0,0-4-6 16,0 1 6-16,0-5-10 0,0 3-9 0,0-2-1 0,0-2-36 15,2 1-61-15,0 1-4 0,-1 0-28 0,1-2-96 16,2-1-269-16</inkml:trace>
  <inkml:trace contextRef="#ctx0" brushRef="#br0" timeOffset="62749.42">25488 3198 688 0,'0'0'35'16,"-2"0"51"-16,0 0-9 0,0-1 9 0,0-1-3 0,0 0-1 15,-1 0-40-15,-1 0 3 0,0 0-8 0,0 2 7 16,1 0 3-16,-1 0-5 0,0 0 0 0,2 0-5 16,1 0-18-16,-1 0-1 0,0 0 2 0,0 0 1 15,0 0 10-15,0 0-7 0,2 0 2 0,0 0-3 16,0 0 4-16,2 0-7 0,0 0 4 0,5-2-5 0,19-1 10 16,4-1-4-16,2 0 3 0,5 1-4 0,0-3-7 15,9 2-2-15,-1 1-6 0,-4-1 4 0,1 0-11 0,-4 0 2 16,-7 3-3-16,1-1 4 0,-4 2 4 0,-10 0-5 15,-3 0 3-15,0 0-5 0,-6 0 5 0,0 0-3 16,1 0 2-16,-8 0-3 0,3 0-3 0,-3 0 1 16,0 0-3-16,2 0-1 0,-1 0-22 0,1 0-5 15,-2 0-12-15,0 0 0 0,0 0-70 0,-1 2-70 16,1-1-31-16,0 1-31 0,-2 0-291 0</inkml:trace>
  <inkml:trace contextRef="#ctx0" brushRef="#br0" timeOffset="63072.38">25506 3425 749 0,'0'0'64'16,"0"0"6"-16,-2 0 2 0,0 0-2 0,1 0-11 15,-1 0 52-15,2 0-70 0,0 0 7 0,0 0-28 16,0 0 2-16,0 0 23 0,2 0 3 0,1-2 3 15,7 0-10-15,17-5-11 0,5 1-2 0,1 1 0 16,6 1 0-16,2 0-7 0,-6 1-1 0,4 1-3 16,-11 0-7-16,-2 2 1 0,-2 0 0 0,-1 0 0 0,-3 0 0 15,-3 0 0-15,1 0 5 0,-8 0-2 0,1 2 6 16,-2 0 0-16,-1-2-2 0,-5 0 1 0,-1 0-4 16,4 1-2-16,-4-1-5 0,1 0 2 0,5 2-8 0,-5 0 5 15,1 0-2-15,0 0 3 0,0 0-12 0,-1 0-26 16,1-1-6-16,0 1-10 0,-1 0-62 0,1 0-191 15,2 0-60-15</inkml:trace>
  <inkml:trace contextRef="#ctx0" brushRef="#br0" timeOffset="64514.79">27103 2532 120 0,'0'-2'42'0,"0"0"42"0,0-2-8 15,0-1-4-15,0-12-11 0,-2-1 6 0,0 1-9 16,0-4 5-16,0-3-1 0,1 6 0 0,-1-6-12 0,0-1 8 15,0-4 0-15,0-1 1 0,0-1-14 0,0-5 6 16,1 5-8-16,1-6 7 0,0 1-11 0,0-1-1 16,0-2 1-16,0 4-1 0,0 0 3 0,0 7 3 15,0 4 2-15,0 3 0 0,0 4 1 0,0 3-10 16,0-1 0-16,0 4-3 0,0 1-2 0,0 5 0 16,0-1-2-16,0 4 0 0,0-1-21 0,0-1 1 15,0 0-6-15,0 0 4 0,0 3-9 0,0-1-2 16,0 0-2-16,0 0 1 0,-2 2 4 0,0 0 0 15,0 2 2-15,0 2-2 0,0 9 0 0,-3 14 0 0,-1 5-1 16,1 1 1-16,-1 3 4 0,2 1-6 0,1 4 6 16,1 0-7-16,2 5 7 0,0-1-1 0,0-1-3 15,0-5 2-15,2 2-3 0,1-4 1 0,1 2 3 16,0-2-1-16,1 0-1 0,1-1 0 0,-1-3-3 16,1 2 3-16,0-3 1 0,-1-2-2 0,1-3 2 0,-1-1-2 15,1 0 11-15,-1-3-1 0,1-5 0 0,0-1-1 16,-3-6 0-16,1-2 3 0,-2-1 7 0,0-1-3 15,0-1 18-15,-2-4 2 0,0 0 5 0,1 1-3 16,3 1-1-16,0-2-12 0,0 0-5 0,-1-2 0 16,1 0-6-16,5-4-6 0,6-5 4 0,-4-1-7 15,2-21-3-15,4-1 2 0,-2-5-1 0,2-2 3 16,7 0-1-16,-6-4-2 0,6 1-2 0,-1-3 2 0,-3-5 7 16,4-2-5-16,-3-7 2 0,-1-4-4 0,-3 1-3 15,-2 1 2-15,1 5 2 0,-4 4 0 0,-3 6-3 0,2 9-1 16,-9 3 1-16,3 10 1 0,-1 4 11 0,2 3-9 15,1 4 2-15,-1 6-4 0,-3-1-2 0,-1 4 4 16,-2 3-1-16,0-1 2 0,4-2-6 0,0 0-6 16,-1 1 1-16,1 1-1 0,-2 0 1 0,2 0-1 15,-3 2-2-15,1 0 1 0,0 2-15 0,0 0-26 16,0 1-12-16,5 12-9 0,3 9-78 0,-3 8-40 16,-3 0-18-16,1 10-9 0,-3 3-90 0</inkml:trace>
  <inkml:trace contextRef="#ctx0" brushRef="#br0" timeOffset="64842.57">27768 2550 984 0,'0'-1'45'0,"-2"-1"62"15,0 0-13-15,0-2 7 0,0 0-8 0,0-3 3 16,-1-2-41-16,1 1-2 0,0 3 3 0,0 1-1 15,0-2 6-15,2 3-19 0,0 1-4 0,-2-2-7 16,0 0-30-16,1 3-1 0,-1-1-1 0,0 0 0 0,0 0 4 16,0 2 3-16,0 2-2 0,0 0 1 0,1 1-1 15,-3 14-1-15,0 7 4 0,0 4-2 0,1 0 2 16,-1 0 2-16,0 2-2 0,1-3 3 0,-1 1 5 0,2-2 4 16,-2-3-2-16,2-1 2 0,1 0-11 0,-1-1 7 15,0-1-3-15,2-7 3 0,0 0-7 0,0-6-5 16,0 3 3-16,0-7-3 0,0 7-2 0,0-1-7 15,0-2-2-15,0 3-2 0,0-7-12 0,0-1-32 16,0 2-8-16,0 0-12 0,2-1-66 0,0 1-53 16,-1-2-15-16,1 0-22 0,2 0-155 0</inkml:trace>
  <inkml:trace contextRef="#ctx0" brushRef="#br0" timeOffset="65236.58">28451 2385 925 0,'0'0'48'0,"-2"0"-23"0,0 0 62 0,0-2-16 16,-1 0 39-16,1 2-40 0,-8-3 0 0,1-1-17 15,-4 0-20-15,2 1 15 0,0 1 3 0,2 0 3 0,1 2 0 16,-1 0-16-16,1 0-3 0,-1 0-3 0,2 0-1 15,3 0-9-15,-3 0 4 0,3 0-7 0,0 0-1 16,0 0-7-16,1 0 2 0,1 0-3 0,0 0 2 16,0 0 4-16,0 0-3 0,2 0 5 0,2 0 4 0,0 0-7 15,17 0 2-15,18 0-4 0,4 0 2 0,3-4-4 16,4-3-1-16,4 1 0 0,4-1 3 0,2 1-4 16,1-1 3-16,-5 1-5 0,-4 1-4 0,-5 1 2 15,-6 2-3-15,-6 0 1 0,-3 0 1 0,-8 2-3 16,-2 0 3-16,-3 0-3 0,-6 0 10 0,-1 0-4 15,-3 0 2-15,-1 0-3 0,-1 0 0 0,-3 0-13 16,2 0 1-16,-2 0-8 0,-1 0-20 0,3 0-51 0,2 0-13 16,-1 0-16-16,5 0-86 0,3 0-130 0,0 0-81 15</inkml:trace>
  <inkml:trace contextRef="#ctx0" brushRef="#br0" timeOffset="65874.37">29583 1698 575 0,'0'-2'86'0,"-1"0"144"0,-1-1-136 16,0-1 6-16,0-3-11 0,0-3 5 0,0-1-40 15,0 2-2-15,2 1 2 0,0 3 1 0,0-1 17 16,0 3-14-16,0-1-1 0,0 0-5 0,0 2-3 0,0 1-3 15,0-3 4-15,2 0-5 0,0 0-13 0,0 3-17 16,0-1-3-16,-2 0-4 0,0 0-6 0,0 0 3 16,0 0 1-16,0 2-1 0,0 0 0 0,0 2-1 15,0 0 2-15,0 0-2 0,0 2 3 0,2 7-2 16,1 7-3-16,1 1 2 0,0 1-4 0,0 2 1 16,-3 3 2-16,3 2 0 0,0 1 3 0,0 2-5 15,3 3-2-15,0 1-1 0,3 3 1 0,-3 0 1 16,-1 2 1-16,-3 0 0 0,3-2 2 0,-2-3-3 0,-1 1 1 15,1-7-1-15,0 0 5 0,0 0-3 0,-1-6 3 16,-1 2-4-16,0-4 1 0,0-3 3 0,0 2-1 16,0-5 3-16,-1 1-3 0,1-2 2 0,-2 0-1 15,2-2 3-15,0 1 6 0,0-5-8 0,0 0 5 16,-2-1-6-16,0 0 7 0,0-5-3 0,0 3-3 0,0-2 1 16,0 0-3-16,2 2 9 0,-1-1 0 0,1 1 3 15,0 0 2-15,0-2 2 0,0-1-1 0,0 1 1 16,0 0-9-16,-1-2-2 0,3 0 0 0,0-2-1 15,0 0-1-15,5-3-5 0,6-6-1 0,3-12-1 16,-1-4 5-16,5-1-3 0,2-8 0 0,1-8-2 16,1 1 3-16,-4-1 0 0,0-3-1 0,2 6 0 0,-3-5-1 15,-1 0-1-15,1 3 1 0,-3 0-1 0,1 4 2 16,-3 4-2-16,-1 3 5 0,-2 6-5 0,0 2 8 16,-2 6-3-16,-5-1 0 0,-4 6 0 0,3 0 5 0,-3 4 2 15,2-1-3-15,-2 3 2 0,1 1-5 0,1 1 0 16,-2 1 0-16,-2 2 0 0,2-1-5 0,2-1 0 15,-1 0-1-15,1 0-1 0,0 1 0 0,-2-1 0 16,-1 2-1-16,1 0 0 0,0 1-6 0,0-1-1 16,0 0-1-16,0 0-1 0,0 0-16 0,-1 2-42 15,1 0-14-15,0 0-13 0,0 0-100 0,0 2-44 16,0 0-33-16,0 2-16 0,-1 1-242 0</inkml:trace>
  <inkml:trace contextRef="#ctx0" brushRef="#br0" timeOffset="66389.41">30161 2183 828 0,'0'0'35'16,"0"0"-4"-16,0-2 87 0,0 0-6 0,-2 0 18 15,0 0-37-15,0-1-29 0,0-1-3 0,1 0-6 16,1 1 3-16,0 1-19 0,0-2 2 0,0 0-9 15,0 1-10-15,1-1 2 0,1 0-2 0,0 0 3 0,2 1 4 16,11-7 0-16,5 1 1 0,2 2-2 0,1 1-3 16,1 2 0-16,6 3-3 0,3 1 2 0,-5 1-7 15,-2 3-5-15,-8 0 2 0,-5 0-4 0,4 3-3 0,-6 0 11 16,-1-5-6-16,-5 17 8 0,-3 3-4 0,13 0-7 16,-6-3 4-16,-1 3-4 0,-8 1 1 0,-2-1-2 15,-8 2 1-15,-3-2-1 0,6 2-2 0,-28 2 1 16,-6-2 0-16,0-1 1 0,2 1-3 0,6-4 6 15,1 1-7-15,4-5 6 0,4-1-10 0,4-4 6 16,5 2 1-16,4-3 1 0,3-1-4 0,4 0-2 16,3-3-3-16,-1-2 1 0,-2 1-6 0,2-1 6 15,2-2 1-15,-2 1 1 0,2-1 3 0,0 2 3 0,0-2-1 16,2 2 2-16,0-1 5 0,2 1-3 0,16 5-1 16,8-1 0-16,2-5-1 0,-1-1-8 0,5-2 3 15,1 0-3-15,0-2 8 0,-1 1-3 0,-3-1 0 16,1 0-1-16,-2 0-1 0,-2-2 2 0,-1 1 5 0,-2 1-3 15,-1 0 6-15,-4 0-11 0,-1 0 5 0,-6 2-6 16,-4 0 3-16,-7 0 3 0,0 0-1 0,1 0 2 16,1-2-5-16,0 2-17 0,0 0-12 0,-3 0-6 15,1 0-80-15,0 0-119 0,-2 0-39 0,0 0-51 16,-2 2-368-16</inkml:trace>
  <inkml:trace contextRef="#ctx0" brushRef="#br0" timeOffset="67343.86">27287 3392 228 0,'-2'0'53'0,"0"0"66"0,-2 0-21 0,-1 0-27 15,-10-2 4-15,0 0-12 0,4 2 0 0,2 0-2 16,-1 0-4-16,3 0-1 0,-2 0-11 0,1 0-8 16,3 0 4-16,-3 0-7 0,1 0 0 0,1 0 10 15,-1-2-5-15,-1 0 7 0,-1 0-1 0,0 0-5 16,-1 1 0-16,-1-1-2 0,0 2-1 0,2 0-5 16,-4 0 4-16,2 0-6 0,-2 0-7 0,0 0 6 0,0 0-2 15,-2 0 5-15,2 0 12 0,2 0-7 0,0 0 3 16,-1 0-5-16,1 0-2 0,0 0 1 0,0 0-2 15,2 0 1-15,-1 0-6 0,3 0 4 0,1 0-6 16,3 0 4-16,-3 0-10 0,4 0 3 0,-1 0 2 16,-1 0-1-16,0 0-2 0,1 0-4 0,-1 0-2 0,0 0-1 15,0 0-10-15,1 0 2 0,-1 0-4 0,0 0 3 16,2 2-1-16,1-1-7 0,-1 1 4 0,0 0-5 16,0 0 8-16,0 0 1 0,0 0-1 0,0 0 1 15,1-1-3-15,-1 1 1 0,2 0 6 0,0 0-2 16,0 0 6-16,0 0 1 0,2 0-6 0,-1-1 4 15,5-1-11-15,18 4 6 0,4 0-5 0,7-2 5 0,4 0 3 16,4-1-8-16,7-1 9 0,9 0-9 0,8 0 2 16,8 0-2-16,3-1-2 0,-2-1 1 0,4 0 6 15,-4-2-9-15,5 2 3 0,3-1-4 0,7-1 8 16,2 2-4-16,0-2 0 0,-1 1-1 0,-1 1 7 0,-2-4-10 16,1 2 5-16,-1-1-7 0,-2 1 4 0,0 0 1 15,1 1 0-15,-3 1 2 0,-2-2-2 0,1 2 0 16,-4 0 3-16,-6 1-3 0,0-1 2 0,-9 0 3 15,-1 0-5-15,2 2 4 0,-3 0-4 0,2 0 2 16,-3 0-1-16,-8 0 2 0,-4 0-9 0,-6 0 13 16,1 2-4-16,-6-2 8 0,0 0-12 0,-6 0 5 15,-7 0-1-15,0 0 5 0,0 0 2 0,0 0-8 16,2 0 4-16,-4 0-5 0,-1 0 10 0,-5 0 2 0,-3 0 1 16,-4 0 0-16,0 0-7 0,-3 0 5 0,1 0-7 15,-2 0 7-15,1 0 4 0,-3 0-8 0,1 0 9 16,-2 0-9-16,-3 0 2 0,3 0-1 0,0 0-1 15,0 0 1-15,-1 0 1 0,-1 0-7 0,0 0-6 0,0-2-3 16,0 0-48-16,0 2-104 0,-2-2-9 0,0 2-34 16,-2 0-57-16,0 0-86 0,-2 0-60 0</inkml:trace>
  <inkml:trace contextRef="#ctx0" brushRef="#br0" timeOffset="68169.08">27831 4038 808 0,'0'0'44'0,"-2"0"-2"0,0 0 9 0,0 0 10 15,0 0-12-15,0-2 61 0,1 0-19 0,-3 0 0 16,2 2-13-16,0 0-43 0,0 0-10 0,0 0 0 16,1-2-1-16,-1 0 12 0,0 2-3 0,0 0 2 0,0 0-3 15,0 0 10-15,2 0-6 0,0 0 3 0,0 0-4 16,0 0 4-16,2 0-5 0,0 0-1 0,0 0-2 15,20 0-6-15,2 0-8 0,2 0 0 0,4 0 0 16,2 2 5-16,1 0-10 0,0-2 0 0,-3 2-5 16,-2 0 0-16,-4-2 0 0,0 2 1 0,2 0-2 15,-3-1-1-15,-3 1-4 0,-2 2 4 0,-5-2-3 0,2 2 9 16,-4-3-6-16,1 3 1 0,-5-2-2 0,-1 0 2 16,1 2 8-16,-3-3 2 0,-2-1 1 0,1 2 5 15,1 2 11-15,-2 0-5 0,5 7 7 0,-1 0-7 0,-1 6-5 16,-3-2-1-16,-2 3-1 0,-2-1-8 0,-3 3-3 15,-3 1-4-15,-1-1 1 0,-4 4 0 0,0-2-2 16,-2 1 2-16,13 3-2 0,-18 0 4 0,1 0-10 16,-1 0 8-16,0 0-8 0,-6-2 9 0,3 6-5 15,-4-3 0-15,2 1-1 0,-1-2-2 0,-1 0 1 16,2 4-1-16,1-2 3 0,2 2 3 0,2-3-6 16,-3-2 0-16,5-1 0 0,-1 0 4 0,6-4-4 15,0 1 4-15,2-3-3 0,2-1 8 0,-1-2-3 16,3-2-2-16,1-4 1 0,1 2-3 0,1-3 7 0,0-3 0 15,1 1 2-15,1-3-6 0,0 1-5 0,0 0 3 16,0 0-3-16,0-1 3 0,2 1 0 0,0-2-1 16,0 0 0-16,2 1-4 0,0 1 2 0,0 0-1 15,0-4 1-15,18 11 0 0,3-2 0 0,1-3 0 0,5-2 0 16,3-3 0-16,5-1 0 0,2 0 0 0,4 0 2 16,-4-1 3-16,5-3-2 0,-5 0-2 0,-2 0-1 15,1 1-5-15,-3 1 5 0,0-2 0 0,-11 2 1 16,6-1 5-16,-8 1-3 0,-3 0-1 0,-1 0-1 15,-5 2 0-15,-3 0 2 0,1 0 2 0,-6 0-1 16,1 0 0-16,-2 0 1 0,-2 0-1 0,-1 0 1 16,1 0-1-16,2 0 5 0,0 0-6 0,-1 0 5 0,1 0-5 15,-2 0-3-15,0 0-1 0,0 0-4 0,0 0-29 16,-1 0-55-16,1 0-6 0,0 0-20 0,0 0-60 0,0 0-113 16,0 0 9-16,-2-2-52 0,0 2-100 0</inkml:trace>
  <inkml:trace contextRef="#ctx0" brushRef="#br0" timeOffset="68760.99">27636 4593 584 0,'0'0'32'15,"0"0"-5"-15,0 0 35 0,-2 0 5 0,0 0-2 16,0-2 16-16,0 0-33 0,0 0 13 0,1 0-18 16,-1 1 12-16,0-1 2 0,-2 0 4 0,0 0 1 15,-3-2 17-15,-4 1-10 0,2-1-3 0,-1 2-2 16,3 0-2-16,-1 0-1 0,-3 0 0 0,0 2-2 0,2 0-19 15,2 0-2-15,1 0-7 0,4 0 2 0,0 0-16 16,0 0-5-16,-1 0-1 0,-1 0-3 0,2 0-13 16,0 0 5-16,0 0 0 0,2 0 1 0,0 0 2 0,2 0 3 15,0 0 1-15,2 0 1 0,18 2 4 0,8-2-5 16,3-2 1-16,8 1-1 0,0-3 7 0,7-2-3 16,2 1-2-16,8-3 0 0,-1-1-5 0,5-2 3 15,3 2 2-15,-8-3 0 0,1 3 0 0,-4 2-2 16,-6-3-3-16,0 3 2 0,-1 1 1 0,-8 1-3 15,-4-1 4-15,-4 1-4 0,-3-1 4 0,-4 2 2 16,-3 1 1-16,-1-1-1 0,-5 2-2 0,-2 0 9 16,-2 0-4-16,-1 1 7 0,-3-1-1 0,0 0-2 0,-1 2 1 15,0 0 0-15,-3 0 1 0,-1 0-4 0,2 0 1 16,-2 0-2-16,0 0 0 0,1 0 0 0,-1 0-2 16,2 0 1-16,0-2-5 0,-1 0 1 0,1 2 3 15,0 0-2-15,-1 0 0 0,1 0-4 0,-2 0-2 16,0 0 0-16,0 0 4 0,0 0-1 0,-1 0 5 0,1 0-4 15,0 0 2-15,0 0 0 0,0 0-6 0,0 0 4 16,0 0-4-16,-1 0 0 0,-1 0-1 0,0 0-1 16,0 0-5-16,0 0-22 0,0 0-7 0,0 0-10 15,0 0-59-15,0 0-42 0,0 0-7 0,0 0-21 16,-1 0-125-16,1 0-217 0</inkml:trace>
  <inkml:trace contextRef="#ctx0" brushRef="#br0" timeOffset="77780.46">20539 5144 196 0,'0'0'34'0,"0"0"11"0,0-2 46 15,0 1 17-15,0-3-2 0,0-5-10 0,2-10-32 16,0 2-7-16,0 1-4 0,2-1-13 0,-3 2 11 16,3 2 5-16,0 2-1 0,-2 0 0 0,0 1-5 15,-1 1 0-15,1 0-2 0,2 0-10 0,-2 1-3 0,0 1 1 16,1-3 0-16,-1 3 4 0,0 0 3 0,0-1-2 15,0 3 3-15,0-1-7 0,-2 2 6 0,2-3 3 16,-2 3 1-16,0 2 3 0,0-1-11 0,0 1-4 16,0 0 0-16,0-2 5 0,1 0-27 0,1 1 7 0,-2-1-15 15,0 2-10-15,0 0-2 0,2 0 0 0,0 2 2 16,0 0 12-16,0 2-8 0,0 0 5 0,-2 4-5 16,1 14 8-16,1 2 1 0,0 1-5 0,0 3 2 15,0 2-4-15,0-1-1 0,0 5-1 0,-1 0-1 16,3 1 5-16,-2 2-1 0,2 2 3 0,-1 2-3 15,-1-3-2-15,2 1 3 0,0 0-1 0,1 2 1 16,3 0-4-16,-1 0 1 0,1 0-2 0,-1-6 2 0,0-1 2 16,-1-2-2-16,0-3 5 0,1 1-4 0,-1-4 6 15,-3-1-4-15,3-1-3 0,-2-2 1 0,-1-3 0 16,1-2 8-16,0-2 0 0,-2-2 3 0,-1-2 7 0,1-3-3 16,0 0 3-16,0-3-4 0,-2-1-2 0,0 0-4 15,2 2 3-15,0-1-4 0,0 1 0 0,-1 0-3 16,1-2-1-16,2 0 1 0,0-1 5 0,-1 1-9 15,1-2 5-15,0 0-6 0,-2 0 3 0,5-3-3 16,4-3 1-16,-1-1-1 0,1 1 2 0,-2-14-1 16,2-3 2-16,-2-1-2 0,1-4 5 0,-3-1-3 15,2-5-1-15,1-3 0 0,-1-2-2 0,0-6 2 16,1 1 0-16,-1-6 0 0,0 0 2 0,-1 0-3 0,1-6 1 16,-2 4-2-16,1 0 2 0,-3 7 3 0,3 3-1 15,-1 6 1-15,-1 5-7 0,1 3 8 0,-1 4 1 16,3 1 3-16,0 5 0 0,-7 3-3 0,4 2-1 15,-4 4 1-15,5-1 5 0,-3 5-2 0,-1-1 0 16,-1 3-2-16,0-1-10 0,-2 2 5 0,0 0-2 0,4-2 4 16,0 1-8-16,-1-1-4 0,-1 2 3 0,0 0-3 15,0 0 7-15,0 1-6 0,0-1-7 0,-1 2-3 16,1 0-55-16,0 2-74 0,0-1-12 0,0 3-24 16,3 7-78-16,5 12-127 0</inkml:trace>
  <inkml:trace contextRef="#ctx0" brushRef="#br0" timeOffset="78326.47">21234 5618 611 0,'0'0'78'0,"-2"0"9"0,0 0 2 16,-2 0-17-16,-3 0-4 0,3 0 49 0,-5 0-32 15,0-2 7-15,3 2-20 0,2 0-21 0,1-2-4 16,-1 2-3-16,0-2 0 0,2 0-15 0,1 0-11 0,-1 1 1 16,0-1-4-16,0 0-1 0,0 0 5 0,2 0 1 15,0 0 2-15,2 0 6 0,0 1-1 0,0-1 5 16,1 0-2-16,5-2 7 0,7-5 3 0,-1 1-12 16,-2 3 8-16,2-1-18 0,5 1 2 0,-6 3-5 0,4-2 2 15,-2 2-8-15,-4 2-3 0,0 0 6 0,-4 0-4 16,-1 0 5-16,-2 0 5 0,-1 2-2 0,1 2 4 15,2 3 9-15,3 8-13 0,-2 4 3 0,-3-1-7 16,-4 3-5-16,-4-1 4 0,-3 2-2 0,-4 3 1 16,-2-5-6-16,11 2 3 0,-15 1 1 0,-9-3 1 15,4 0-2-15,-2-3-3 0,1 0-2 0,9 0 2 16,-3-4 6-16,4 0-10 0,4-2 6 0,-2-2-8 16,7-2 2-16,0 3 3 0,0-3-3 0,-3 4 4 0,3-5-5 15,1-1-2-15,1-1-1 0,0 2 1 0,2-3-5 16,0-1 8-16,0 0-2 0,2 2 2 0,0 0 4 0,1-3-4 15,8 5 1-15,14 1-2 0,-1-3 1 0,3-2 0 16,3-2 3-16,5-2 0 0,-9-2 3 0,4-1-9 16,0-1 0-16,-6 3-1 0,6-3 8 0,-6 2 1 15,-4 1-1-15,1-1 0 0,-6 2-9 0,-1 0 7 16,1 0-2-16,-5 2 5 0,-1 0-3 0,-5 0 5 16,-1 0-6-16,-1 0 5 0,0 0-6 0,2 0 1 15,-1 0 0-15,1 0-2 0,0 0-13 0,-2 0-54 16,0 0-22-16,-1 0-16 0,-1 0-119 0,0 2-108 0,0 0-67 15</inkml:trace>
  <inkml:trace contextRef="#ctx0" brushRef="#br0" timeOffset="78795.87">20133 6576 1211 0,'-2'0'68'0,"0"0"-2"0,0 0 14 16,-18 0 9-16,5 0-22 0,0-2 26 0,4 0-38 15,2 2-2-15,3 0-14 0,2 0-20 0,2 0-5 16,-1 0 3-16,-1 0-4 0,0 0-9 0,2 0 4 16,1 0-5-16,-1 0 6 0,2 0-3 0,0 0 12 15,0 0 1-15,2 0 2 0,-1 0-6 0,3 0-7 16,11 0 2-16,9 2-2 0,4 2 9 0,4-1-10 0,1 3 6 16,6-2-6-16,9 1 10 0,6-1-4 0,2-2 7 15,5 0-3-15,2-2 11 0,6-4-14 0,1-2 0 16,3-1-3-16,-1-2 6 0,6-2-9 0,6-2 2 15,1 0-4-15,6-2 4 0,-7 4-5 0,-6-1-1 16,-10 3-3-16,-6 2-3 0,-7 1 10 0,-8 1 2 16,-4 1 2-16,-8 2-7 0,-5 0-4 0,-4 2 6 0,-6 0-5 15,-3 0 4-15,-6 0-5 0,-4 0-9 0,-1 0 4 16,-4 0-20-16,1 2-47 0,1 0-12 0,-2 0-18 16,0 1-90-16,-2 1-51 0,-2 15-20 0,-5 3-21 15,-5 2-195-15</inkml:trace>
  <inkml:trace contextRef="#ctx0" brushRef="#br0" timeOffset="79325.28">20619 6951 1104 0,'-2'-2'37'0,"0"0"6"15,1 2 28-15,-14-9 6 0,-2-6-7 0,10 2 9 16,-6 2 1-16,3 2-3 0,3 1-23 0,0 3-7 0,5-3 6 16,-4 4-4-16,4 3 10 0,-3-3-18 0,1 2-1 15,0-2-7-15,1 1-21 0,1 1-1 0,0 0-3 16,0 0 4-16,0 0 8 0,0 2-9 0,2 0 8 16,0 2-9-16,0 0 12 0,2 3-7 0,6 25 1 0,1 4-2 15,-2-1-4-15,1 2 2 0,1 4-3 0,-2 2 4 16,1 2 0-16,-1 0-6 0,-1-1 6 0,-1-3-6 15,-1 0 6-15,0 0-12 0,-1-2 4 0,1-1-5 16,2-1 6-16,-1 0 0 0,1 0-4 0,-1 1 3 16,1-3-7-16,1 1 2 0,-1-3 1 0,0 1 1 15,-1-4 4-15,3-1-5 0,-1-1-1 0,0-1-1 16,-1-5 1-16,0-3 5 0,-1-1-4 0,-1-6 4 16,0-1-5-16,-3-3 2 0,3-1-2 0,-2-1 0 0,2 0 5 15,-2-4-6-15,9 5 9 0,0-3-9 0,4-2 5 16,1-6 6-16,1-5-6 0,4-4 5 0,-3-22-6 15,3 0 1-15,1-2-2 0,-4-5 2 0,1 1-2 0,-2-2 0 16,-1-1 5-16,-1 3-4 0,2 0 1 0,-2 3-1 16,2 4-1-16,-4 3 2 0,-4 3-2 0,-2 4 1 15,-3 4-1-15,3 3 1 0,-3 3 1 0,-2 5-1 16,2-2 4-16,5 0-3 0,-5 7 2 0,-2 2-6 16,-2 2 5-16,1-1-5 0,1-1 6 0,0 0-9 15,0 1-4-15,0-1 0 0,0 0-6 0,0 2-43 16,-1 0-8-16,1 2-16 0,0 0-57 0,0 2-147 15,0 2-30-15</inkml:trace>
  <inkml:trace contextRef="#ctx0" brushRef="#br0" timeOffset="79619.1">21200 7664 1248 0,'0'0'45'16,"-2"0"-2"-16,1 0 25 0,-1 0 7 0,0 0-10 16,0 0 14-16,0 0-48 0,0 0 5 0,0 0-18 15,1 2-2-15,-1 0 22 0,0-1-6 0,2 3 12 0,0 5-9 16,0 14-2-16,0-1 1 0,0 2 0 0,0 4 7 16,0 0 1-16,0 0 3 0,0 1-2 0,-2 3 6 0,0 0-13 15,0 1 7-15,-1-3-8 0,1-1 4 0,-2 3-1 16,0-4-8-16,3-2 5 0,-1-4-19 0,0-2-4 15,0-1-2-15,0 0-2 0,0-3-12 0,0 1 7 16,2-4-8-16,0-4 7 0,0-1-19 0,0-3-57 16,0-1 1-16,0-2-26 0,2 2-55 0,0-1-78 15,6 1-47-15</inkml:trace>
  <inkml:trace contextRef="#ctx0" brushRef="#br0" timeOffset="80015.64">22285 6286 892 0,'0'0'66'0,"-2"0"-3"0,0 0 42 16,0 0 9-16,-2 0-11 0,1-2 19 0,-3 2-36 16,-3-2-4-16,0 1-10 0,5 1-13 0,0 0 2 15,2 0-8-15,-1 0 3 0,-1 0-22 0,0 0-20 16,0 0 9-16,3 0-10 0,-1 0 24 0,0 1-6 15,2 1 0-15,0 0-3 0,2 0-5 0,0 0-6 16,1-2 2-16,5 0-4 0,12 0-3 0,1 0-6 16,-1 0 0-16,2 0-2 0,-3 0 0 0,-1-2-1 15,1 0-2-15,-2 2 0 0,-1-2-3 0,-3 2-14 0,0 0-4 16,-3 0-6-16,1 0-36 0,-4 0-33 0,-1 0-6 16,-1 2-9-16,1 0-29 0,-2 0-254 0</inkml:trace>
  <inkml:trace contextRef="#ctx0" brushRef="#br0" timeOffset="80260.3">22077 6646 1018 0,'-2'0'122'0,"0"0"222"15,0 0-263-15,0 0-4 0,0 0-10 0,1 0 3 0,-1 0-42 16,0 0 1-16,0 0-3 0,0 0 5 0,2 0 5 15,0 0 10-15,2 0-4 0,0 0 3 0,22-5-21 0,4-1-11 16,0 1 1-16,3-3-5 0,-3 3-7 0,2-1 3 16,-4 1-5-16,-2-1 2 0,2 0-24 0,-4 3-74 15,1-1-8-15,-3 2-23 0,2 0-51 0,1 0-91 16</inkml:trace>
  <inkml:trace contextRef="#ctx0" brushRef="#br0" timeOffset="80961.69">23298 5575 684 0,'0'0'64'0,"0"-2"-8"0,0 0 58 16,-1-1 3-16,-1-9-7 0,-4-4-16 0,2-1-26 15,1 2 2-15,1 8-8 0,-2-3 1 0,2 3-18 0,0 0 0 16,1-1-6-16,1 4-6 0,0 3 0 0,-2-3-1 15,0 0 1-15,0 0 2 0,0 3 2 0,0-1 0 16,0 0-1-16,1 0-12 0,1 0-4 0,0 0-1 0,0 1 0 16,0-1-3-16,0 2 6 0,0 0-6 0,-2 0 6 15,2 2 1-15,-2-1-2 0,2 1 3 0,0 2-4 16,-2 9-1-16,-2 5-8 0,2 3 4 0,1-1-4 16,-1 4 2-16,0 2-5 0,0 2-2 0,0 4 0 15,0 1 5-15,2 3-9 0,-2 1 6 0,-1 2-7 16,1 3 1-16,-2 5 2 0,2 1-2 0,-1 0 2 15,-1 3 0-15,0-3-2 0,0 0 0 0,-1 0 1 0,1-1-1 16,-1-3 2-16,1-3 2 0,-2-2-1 0,1 0 0 16,1-2-5-16,0-7 1 0,1-2-1 0,-1 0 6 15,2-4 3-15,0 0-2 0,2-4 2 0,0 1-2 0,0-3 3 16,0-1 2-16,0-2-1 0,0-2 7 0,0 0-12 16,0-2 2-16,0-3-6 0,0-1 1 0,0-5-3 15,0 3 0-15,0-3 0 0,0 2-1 0,0 0-22 16,0-1-4-16,0 1-9 0,2-2-38 0,0 0-39 15,0 0-15-15,0-2-13 0,-1 0-97 0,1-2-124 16</inkml:trace>
  <inkml:trace contextRef="#ctx0" brushRef="#br0" timeOffset="81725.58">23740 5751 941 0,'0'0'20'16,"0"0"-1"-16,0-1 49 0,2-1 2 0,0 0 10 15,0 0 9-15,0-2-44 0,0 1 6 0,1-1-18 16,1 0 3-16,0 2 9 0,-1 0-8 0,-1 1 6 16,0-1-14-16,0 0 21 0,0 0-5 0,0 0 8 15,0 0-12-15,-1 2-8 0,1 0 3 0,0 0-6 0,-2 2 2 16,0 0 2-16,0 2-3 0,0-1 1 0,-2 7-8 15,-1 5 1-15,-3-2-3 0,-3 3 2 0,-2-1-9 16,7 0-1-16,-15 4-2 0,-3-3 1 0,2 1-6 0,-12 2 5 16,6 1-2-16,-2 0 3 0,-3 1-1 0,1-3 6 15,-3-1 1-15,1 0 2 0,4 0 1 0,4-6 3 16,2 0-1-16,3 0 0 0,4-2-5 0,2-1-6 16,2 1 0-16,4-2-1 0,-1-5 1 0,1 6-5 15,1-3 1-15,3-3-2 0,-1 2 2 0,2-2-2 16,2-1 0-16,0 1 0 0,-2 2 3 0,2-2-2 15,-4 3 1-15,1 1-2 0,1-2 2 0,-2 5 1 16,0 0-3-16,3 1 2 0,1-7-5 0,0 3 2 0,0-2 0 16,0-3 0-16,0 7-2 0,0-3 6 0,0-1-2 15,0 0 3-15,0 0-3 0,0-1 1 0,1 1 1 16,3 0 0-16,-2-4-2 0,13 9-3 0,3 2-1 16,1-2 0-16,3-1-3 0,4-1 4 0,-2-1-5 0,4 1 5 15,-5-3-6-15,-1 0-3 0,0 1 5 0,2 1-4 16,0-1 5-16,4 5-1 0,-5-3 1 0,-3-1 0 15,0 1 4-15,1 1-5 0,-3-3-1 0,1 1-2 16,-2-1-2-16,-3 1 8 0,1-1 0 0,-2 1 2 16,0 0-6-16,0-1 1 0,-2 1-1 0,1-1 0 15,-3 1 0-15,0-1 1 0,-1-1 4 0,-3 0-3 0,3 0-2 16,-3-1 4-16,1 1-4 0,-3-2 3 0,3 2-6 16,-2-3 3-16,1 3 0 0,-1-2 3 0,0 0-1 0,-1 0 0 15,3 1 0-15,-2-1 0 0,1 2 2 16,1 0 5-16,-1-1-2 0,1 1 2 0,-2-2-5 0,1 0 6 15,-1 0-4-15,2 0 4 0,-3-1-5 0,1 1 0 16,0 0 0-16,-1 0 1 0,-1-2 0 0,2 2 1 16,-2-2-4-16,0 0 2 0,0 0-5 0,-1 0-1 15,1 0 6-15,2 2-3 0,0 0 3 0,-1-1-5 16,1 1 1-16,0 0-1 0,0 0 1 0,-1 0 3 16,1 0-5-16,0 0 2 0,-1-1-3 0,1 1 3 15,-2 0 3-15,0 0-1 0,0-2-3 0,0 0 3 16,-1 0-3-16,1 0 2 0,0 0 5 0,0 0-8 0,0 0 2 15,0 0-4-15,0 0-1 0,-1 0-20 0,1 0-10 16,0 0-6-16,0 0-72 0,0 0-143 0,0 0-110 16</inkml:trace>
  <inkml:trace contextRef="#ctx0" brushRef="#br0" timeOffset="93496.47">25397 7066 179 0,'0'0'0'0,"0"0"14"15,-2 0 149-15,0 0-26 0,0 0 15 0,0 0-53 16,0 0-11-16,-1 0-13 0,-1 0 4 0,0 0-4 0,0 0-1 16,1 0-7-16,-3 0 1 0,-1 0-1 0,-1 0 4 15,3 0-11-15,-1 0 4 0,1 0-3 0,-5 0 21 16,3 0-28-16,-1 0 2 0,3 0-14 0,-1 0-3 0,4 0-8 15,1 0 1-15,-3 0-5 0,2 0-13 0,0 0 0 16,0 0-1-16,-1 0 0 0,-1 0-3 0,2 2 1 16,0 0 4-16,0 0-1 0,2-1 19 0,0 1-3 15,2 0-1-15,0 0-2 0,2 0-15 0,11 2 0 16,11-1-2-16,3-1 2 0,5-2-1 0,1 0 0 16,2-4 2-16,0 1 0 0,0-1 4 0,1 0-10 15,-1 1 5-15,0-1-6 0,-2 0 3 0,-5 2-2 0,-4-1-6 16,-4 1 5-16,-2 0 4 0,-1 0-3 0,-4 0 5 15,-4 2-6-15,0 0 0 0,0-2 1 0,-7 2-3 16,0 0 2-16,-2 0-6 0,1-2 1 0,1 1 1 16,0-1 0-16,-1 0-6 0,1 0-2 0,-2 0-13 15,0 2 5-15,0 0-32 0,0 0-89 0,-1 0-4 0,1 0-40 16,0 0-99-16,0 0-212 0</inkml:trace>
  <inkml:trace contextRef="#ctx0" brushRef="#br0" timeOffset="93844.09">25452 7400 652 0,'-2'0'116'0,"1"0"225"0,-3 0-291 0,-9 0 8 15,0 0-3-15,2 0 7 0,0 0 2 0,1 0-6 16,1 0-5-16,3 0 1 0,-1 0-5 0,3 0-13 15,-1 2-2-15,3-2-6 0,-2 2-11 0,2-2 10 16,-1 2 0-16,-1 0 3 0,0 1 3 0,2 1-6 16,0 0 7-16,1-1-6 0,1 1 4 0,0-2 1 15,0 2-4-15,0-2 3 0,1 1-10 0,22 12-1 16,8-2-1-16,3-4 1 0,1-5 8 0,4-4-4 0,2 0 2 16,2-4-3-16,1-1-2 0,4-1-7 0,-5 1-4 15,-6 1 0-15,-3 2-5 0,-8 0 0 0,1 0 2 16,-1 2-2-16,-5 0-4 0,-6 0 7 0,-8 0-5 15,-1 0 6-15,-1 0-10 0,-1 0 6 0,2 0-5 0,1 2 4 16,-5-2-12-16,3 0-7 0,-3 0-2 0,0 0-4 16,0 0-35-16,4 0-205 0,7 2-53 0</inkml:trace>
  <inkml:trace contextRef="#ctx0" brushRef="#br0" timeOffset="96779.9">27333 6024 256 0,'0'0'46'0,"0"-1"6"0,0-1 43 0,0 0 9 16,0-2-13-16,0-9-19 0,0-4-13 0,0 4 9 15,0 0-6-15,0 0 16 0,0 4-9 0,0 0-4 16,0 0-3-16,0-1-10 0,0 3 0 0,2-2 1 0,-2 1-3 16,0 3-11-16,0-1 20 0,0-1-9 0,0 1 12 15,0 0-11-15,0 3 2 0,0-1-3 0,0 2 0 16,0-2-10-16,0 3-12 0,0-1 3 0,2-2-8 15,0 0-18-15,0 1 7 0,-1 1-3 0,1 0 6 16,0 0 3-16,0 2-1 0,0 0 0 0,0 2 0 16,0 0-2-16,-1 1-5 0,3 3 0 0,7 16-2 15,-3-3 2-15,-3 3-2 0,1 4 1 0,-2 0-3 0,3 4-5 16,-1 0-1-16,-1 5 1 0,3 4-1 0,-3 3-1 16,3 3 4-16,3 5-1 0,-4-5 4 0,1-1-2 0,-5-1-2 15,1-2 1-15,0 0-1 0,-2-4 2 0,-1 0 0 16,1-2-1-16,0-1 1 0,2-3-2 0,-2-1 1 15,0-4 2-15,-1-2-1 0,1-2-5 0,2-1 6 16,0-3-4-16,-2-3 7 0,-1-2-5 0,-1-5 7 16,0-1-4-16,2-1 4 0,0-1-5 0,-2-1 6 15,0-2 0-15,2 1 2 0,0 1 3 0,0-2 2 16,0 0-3-16,-1-2 1 0,1 0-10 0,0-2 1 16,2-2 1-16,-2-20-1 0,13-7-7 0,-1-3-1 15,1-3-3-15,2-2 2 0,0-2 1 0,-1-3 2 0,1-3-1 16,2-5 0-16,-1-3-3 0,3-3-1 0,-1 2 8 15,2-5-4-15,-1 3-3 0,-1 6 6 0,-1 4-5 16,-3 7 7-16,-3 6-3 0,-1 5-1 0,-3 6 2 16,-4 4-1-16,3 3-2 0,-6 2 1 0,3 4 1 15,-1 4 2-15,-2-1 6 0,0 5-6 0,-2 1-1 0,3-2-1 16,1 0-2-16,0 1-11 0,-2 1 1 0,0 0-6 16,-1 0-11-16,1 2-78 0,0 0 0 0,0 2-30 15,-2 2-38-15,0 12-82 0,2 16-47 0</inkml:trace>
  <inkml:trace contextRef="#ctx0" brushRef="#br0" timeOffset="97086.3">28122 6494 1009 0,'0'0'127'0,"-2"0"-130"16,1-2 147-16,-1 0-64 0,0 1 22 0,-2-1-10 15,2 0-11-15,0 0-3 0,1 0-51 0,-1 0-3 16,0 0 6-16,0 1-4 0,0-1 7 0,0 2-4 16,2 0 3-16,0 2-2 0,0-1 11 0,0 3-8 15,2 11 1-15,2 5-3 0,0 1-5 0,1-1 1 0,-1 1-4 16,1 1 5-16,-1-2 1 0,0 3-9 0,0-5-1 16,-3 3-3-16,1-1-7 0,0-3-4 0,-2-1-2 15,0 1 0-15,0-2-4 0,0 0-4 0,0-2 3 16,0 4-5-16,0-4-15 0,0 1-54 0,0-1-22 0,0 2-12 15,0-2-89-15,0 4-102 0,0-2-39 0</inkml:trace>
  <inkml:trace contextRef="#ctx0" brushRef="#br0" timeOffset="97520.88">28885 6333 687 0,'-2'0'108'0,"1"0"-90"16,-1 0 124-16,-2-2-46 0,-2 0 16 0,-5-2-23 15,-5-3 0-15,1 1-12 0,0 1-12 0,2 1 9 16,2 0 1-16,-4 0 1 0,8 3-4 0,-1-1-24 15,3 2 1-15,1 0-10 0,0 0-10 0,2 0-15 16,0 0 2-16,1 0-7 0,-3-2-2 0,0 2 5 0,2 0-4 16,0 0 5-16,1 0-9 0,1 0 2 0,0 0 1 15,0 0 2-15,1 0 8 0,3 0-1 0,22 0-3 16,11 0 2-16,0-2 3 0,13-4 5 0,-1-1-2 0,8-4 2 16,8-4-15-16,-5 2 3 0,1 0-6 0,-5 0 3 15,-2 4-7-15,-8 1 3 0,-1-1-1 0,-1 3-1 16,-7 3-5-16,0-1 6 0,-3 2 1 0,-6 2 2 15,-4 0-4-15,-4 0 3 0,-5 0-3 0,-4 0 4 16,0 0 1-16,-3 0 4 0,1 0-1 0,-5 0 2 16,-1 0 2-16,1 0 4 0,0 0-1 0,0 0 1 15,-3 0-10-15,1 0-6 0,0 0-5 0,0 0 0 16,0 0-15-16,0 0-37 0,0 0-35 0,-1 0-9 0,1 0-188 16,0 0-354-16</inkml:trace>
  <inkml:trace contextRef="#ctx0" brushRef="#br0" timeOffset="100266.7">30664 5673 580 0,'0'0'32'0,"0"-1"-2"0,-2-1 39 16,0-2-2-16,-1-5 6 0,-3-12 16 0,2 3-33 16,1-3 4-16,1 8-14 0,2-2 2 0,0 2 1 0,0 0 2 15,0-7-2-15,0 7-2 0,0 2 4 0,0-2-3 16,0 2 4-16,0 1-2 0,0 1 6 0,0 0-2 15,0 5 1-15,-2-3-13 0,0-2 6 0,0 3 0 16,0-1 1-16,1 3-2 0,-1 0-14 0,0 0-1 0,0 3-6 16,0-1-10-16,0 0-11 0,0 0-1 0,1 2-1 15,-1 0 3-15,2 2-2 0,0 2 6 0,0 22-5 16,0 1 4-16,0 7-8 0,2-1 0 0,-1 4 0 16,3 2 3-16,0-2 4 0,0 4-2 0,-1 4 2 15,1-2-6-15,-2 1 7 0,-2 3-2 0,0-3 4 16,0 3 2-16,0-5 3 0,2-1 1 0,-2-2 0 0,0 0-3 15,0-6-6-15,0-1 0 0,0-6-1 16,0 0 6-16,0-4-7 0,0 1-1 0,-2-5-2 0,0 3-1 16,0-7-2-16,0-1 3 0,0-1-4 0,1-3 1 0,1-4-6 15,-2 5-1-15,0-5-3 0,2-1-20 0,-2 0-19 16,0-1-15-16,0 1-3 0,2 0-71 0,0-2-115 16,0 0-14-16,0-1-56 0,0 1-259 0</inkml:trace>
  <inkml:trace contextRef="#ctx0" brushRef="#br0" timeOffset="100638.43">31167 5627 872 0,'0'0'220'0,"0"-2"-285"0,0 0 263 16,0 0-139-16,0 1 22 0,0-3 18 0,-2 0-7 0,1 0 5 15,-1 3-38-15,0-1-8 0,-2 0-6 0,-3 0-1 16,-12-2-13-16,1 4-18 0,-1 4 9 0,-7 3-13 15,-2 6 3-15,0 2 8 0,0 2-3 0,1-15 7 16,-1 20 4-16,0-1 6 0,0-3 3 0,4 3 1 16,-2-5 5-16,4 1-6 0,3-2 1 0,-1-2-1 15,5 0-5-15,2-2-14 0,2 2 2 0,3-4-5 16,-1 2 2-16,2 1-6 0,1-1-1 0,2 2-2 0,-5 0-2 16,0 3 6-16,3 1-5 0,2 2 6 0,4 1-9 15,0 1 5-15,4-3-3 0,4 4 3 0,1-3-5 16,2 0 2-16,4 1 1 0,-8-9 0 0,15 0-2 15,4-2 9-15,4-1-10 0,2 3 10 0,-1-2-14 0,3 2 7 16,1 4 0-16,0-7 2 0,-3-1-8 0,-2-1-3 16,3 1 1-16,-11-1-2 0,2 3-1 0,-1 0-12 15,-7 1-3-15,5 3-4 0,-4-8-22 0,-4 4-26 16,3-5-10-16,1 0-11 0,3 1-103 0,6-1-48 16,-3 2-29-16,-1-4-11 0,0 1-159 0</inkml:trace>
  <inkml:trace contextRef="#ctx0" brushRef="#br0" timeOffset="101134.4">31630 5551 1075 0,'0'-2'99'16,"-2"0"13"-16,0-2-4 0,-6-7-34 0,-1-4-5 15,-2-1 22-15,5 5-36 0,1 1 8 0,1 3-21 16,2 3-2-16,2 2 14 0,-2-1-11 0,1-1 7 15,-1 0-41-15,0 0 3 0,0 3 2 0,0-1 2 16,0 2 6-16,0 2-4 0,1 1 2 0,-3 18-2 16,0 8 3-16,2 1-7 0,0 0-2 0,2 1-1 0,0-1 0 15,0 2-5-15,0 1 7 0,0 1-6 0,0 3 7 16,0 2-6-16,0 0 1 0,0 0-3 0,0 0 4 16,0 3-7-16,2-4 0 0,0-1-2 0,0-2 7 15,0-5-2-15,0-1 5 0,0-3-5 0,-1-5 1 0,3 1 2 16,0-5-4-16,0-1 3 0,-3-4-6 0,1-5 4 15,2 4-1-15,0-2 0 0,-2-3-1 0,-1-2-3 16,-1-2 6-16,4 1-5 0,0 1 10 0,0 0-5 16,-1-2 2-16,1-1-1 0,0-1 9 0,5 0-8 15,4-1 3-15,2-7-4 0,2-3 5 0,3-9-10 16,6-18 0-16,4-8-3 0,1-4 0 0,1 0 9 16,-1-2-4-16,-3 2 4 0,0 0-9 0,-2 1 3 0,-7 3 2 15,-3 1 0-15,1 6 3 0,-6 4-3 0,2 3 5 16,-2 6-3-16,-5 2 13 0,-4 6-1 0,1 3-2 15,-1 2 0-15,0 2-5 0,4 3 1 0,-1 1-2 16,-1 1 0-16,-2 1-8 0,-2 3-3 0,2-4-3 16,0 3-2-16,-1-1-6 0,-1 0-26 0,0 2-12 0,0 0-9 15,0 1-71-15,-1 1-69 0,-1 0 0 0,0 1-33 16,-4 7-90-16</inkml:trace>
  <inkml:trace contextRef="#ctx0" brushRef="#br0" timeOffset="101397.82">32179 6134 1250 0,'0'-2'55'0,"0"0"76"0,-2-2-19 0,0 1 14 16,1-1-5-16,-3-3 1 0,2 3-52 0,0-2 1 16,0 3-7-16,2 1 6 0,0 0-12 0,-2-2-38 15,1 0 6-15,-1 3-15 0,0-1 9 16,0 2-2-16,0 2 2 0,0-1-2 0,-1 14 6 0,-3 21-9 15,2-3 5-15,2 4-6 0,1 0 7 0,-1 0-4 16,0 4-7-16,0-7 3 0,0 5-7 0,0-6 4 16,0-1-1-16,2-1-1 0,0-3-8 0,0-2 2 0,0 2 3 15,0-4-2-15,0 0-4 0,0 0-6 0,2-1-5 16,0-3-2-16,0 2-35 0,0-1-129 0,2-1-33 16,-1 1-57-16,5 8-342 0</inkml:trace>
  <inkml:trace contextRef="#ctx0" brushRef="#br0" timeOffset="102254.54">27604 7699 853 0,'-2'0'63'0,"0"-2"0"15,-1 0 54-15,-7-1-18 0,-3-3 8 0,4 2-19 16,-4-1-9-16,4 1-3 0,-6-3-2 0,6 1-8 0,0 1-3 16,-1-1 5-16,3 2-6 0,-1-1 1 0,-1-1 0 15,-2-1 0-15,2 1-2 0,-4-3-12 0,3 3-6 16,3 1-3-16,1 1 0 0,3 2-2 0,1 2-10 15,0 0-7-15,-2-4 0 0,1 3-18 0,1-1-5 16,0 0 3-16,0 0-3 0,2 0 2 0,0 0 2 16,2 0-2-16,2 1 1 0,16-9-8 0,13-1 12 15,5 2-3-15,-1 1 8 0,2 3-4 0,3-1 0 16,3-1 1-16,9-1-1 0,5 1 4 0,15-2 3 0,14 1-4 16,1 1 1-16,13-2-11 0,0-1 6 0,-2 1-1 15,10 0 2-15,3-1-6 0,15 1-6 0,6 0 5 16,5 0-3-16,-3-3 7 0,-3 1 1 0,12-2-4 15,6 2 0-15,1 0-2 0,-4-2-5 0,-6 2 6 0,-3 0-5 16,7 3 3-16,-1 1 5 0,-7 0-4 0,-18 1 3 16,-5-1-1-16,-5 1 3 0,-2 4-3 0,-1-2 4 15,-4 3-1-15,-11-1-3 0,-8 0 6 0,-12 0-6 16,-5 0 0-16,-9 0 0 0,-3 2 3 0,-4 0-1 16,-3 0 4-16,0 2 3 0,-3 0-5 0,-4 0 5 15,-1 0 2-15,-10 0 4 0,-2-1 2 0,-4 1 1 16,-2 0 9-16,-1-2-8 0,-1 0 7 0,-1 0-7 0,-3 0 1 15,-3 0-6-15,2 0-7 0,-2 0 2 0,-3 0-7 16,-1 0 0-16,2 0-2 0,-4 0 0 0,3 0-5 0,-3 0-11 16,-3 0-11-16,0 0-4 0,-1 0-64 0,1 0-103 15,0 0-37-15,-2 0-52 0,-1 0-407 0</inkml:trace>
  <inkml:trace contextRef="#ctx0" brushRef="#br0" timeOffset="102937.62">28861 8342 1356 0,'-2'0'35'15,"0"0"-6"-15,-11-2 20 0,-1-2 2 0,-1 0-9 16,6 2-11-16,3 2-13 0,2 0 0 0,1-1-7 0,-1-1-11 16,2 2 5-16,0 0 2 0,0 0 1 0,2 0 8 15,0 0 16-15,2 0 0 0,2 0 6 0,14 0 18 16,14 2-1-16,3 1 1 0,2 3-1 0,2-2 4 0,4 1 1 15,-6-1-4-15,4-2-1 0,0 0-16 0,0-2-9 16,0 0 4-16,-2 0-8 0,-4 1-15 0,0 1 0 16,2 0-4-16,0 0 3 0,-1 0-6 0,-3 2 1 15,-1-1-3-15,-6 1 4 0,-2 2 2 0,-4-1-3 16,-3 1 0-16,-4-1-1 0,0 1 5 0,-6-2-1 16,-3-3 6-16,-2 3-5 0,7 9 8 0,-1 0 5 15,-1 2-2-15,-1 4 3 0,-5-1 0 0,-1 6 5 16,-5 0-7-16,-6 4 4 0,-2-2-26 0,7 2 7 0,-25 0-4 15,-3 7 5-15,1 2-7 0,-1 2 9 0,1 2-4 16,0-4 6-16,1 0-9 0,0 1-2 0,3-3 2 16,-3 0-2-16,1 0 6 0,1-1-6 0,-4-1 1 15,1-3-2-15,1 2 4 0,3-1 2 0,5-1-4 0,-2-2 3 16,1-1 1-16,3-2-5 0,2 1 8 0,10-2-8 16,-1-2 4-16,6 0 1 0,3-1-5 0,0-3 2 15,-9-1-5-15,2 2-4 0,3-3 3 0,4-3-3 16,2-2 5-16,2-1 0 0,2-1 1 0,1 0-1 15,8-3 6-15,13 11-4 0,4-4 2 0,5-8-2 16,4-1 11-16,4-4-6 0,3-2 2 0,1-5-3 0,-1-3 2 16,4 1-8-16,2 0 2 0,8-1-3 0,1 1 8 15,-5 0-5-15,-1 1 1 0,-14 3-2 0,-2-1-1 16,-3 1 2-16,-9 1 2 0,-2 2 0 0,-7 0-1 0,-3 2-2 16,-4 0-1-16,0 0-2 0,-3 0 0 0,-5 0 4 15,1 0-7-15,0 0 3 0,0 0-20 0,-1 0-8 16,1 0-22-16,-2 0 1 0,0 0-102 0,0 0-101 15,-1-2-15-15,1 1-58 0,0-1-309 0</inkml:trace>
  <inkml:trace contextRef="#ctx0" brushRef="#br0" timeOffset="103339.88">28768 9181 996 0,'-1'0'92'15,"-3"0"19"-15,-26-4 17 0,-7 0-58 0,7-1 18 16,4 1-24-16,6 0-14 0,1 1 4 0,3-1-6 16,4 2 7-16,3 0 0 0,4 2-5 0,1 0 0 15,2 0-27-15,-2-2-13 0,1 2 0 0,-1-1-3 0,2 1 4 16,0 0 13-16,0 0 5 0,0 0 3 0,2-2 22 15,0 0-5-15,2 0-2 0,2 0-1 0,18-3 0 16,19-1 3-16,7 0-5 0,14 1 2 0,3-3-14 16,7 1-6-16,2-2 0 0,-1-1-3 0,5-1-9 0,-2 0-1 15,2-2-1-15,2-2 0 0,3 0-4 0,4 2-3 16,1 0-1-16,-7 0-1 0,-8 4-1 0,-14 2-1 16,-9 1 0-16,-11 2 0 0,-5 1 3 0,-6 1-1 15,-4 0 2-15,-6 2-1 0,-3 0 8 0,-4 0-3 16,-3 0 1-16,-6 0-2 0,1 0 2 0,1 2 1 15,0 0-3-15,0 0 2 0,-3-1-1 0,1 1-5 16,0 2 1-16,0 0-5 0,-2-1-10 0,0 1-38 16,0 4-26-16,0-5-18 0,0 3-212 0</inkml:trace>
  <inkml:trace contextRef="#ctx0" brushRef="#br0" timeOffset="106733.56">24940 11162 256 0,'0'0'173'0,"0"0"-60"16,-2 0 80-16,0 0 21 0,0 0-106 0,0 0-6 0,-1 0-5 16,-1 0-5-16,0 0 3 0,-1 0-27 0,-3 0-3 15,3 0-3-15,-1 0 2 0,4 0-7 0,-1 0-26 16,-1 0-3-16,0 0-8 0,2 0-13 0,0 0-2 15,1 0 6-15,-1 0-4 0,0 0 17 0,0 0 11 16,0 0-10-16,2 2 7 0,0 0-21 0,2 0-6 16,0-1 10-16,2 1-8 0,16 2 6 0,13-2 0 0,-1-2-1 15,5 0 2-15,2 0 6 0,2-2 12 0,5 0-8 16,-1-2 7-16,-2-1-16 0,-4 1-9 0,-4 0 1 16,-4 1-4-16,1 1-4 0,-4 0 6 0,-2 2-5 15,-4 0 6-15,-3 0-11 0,-6 0 4 0,0 0-2 0,-4 0 2 16,0 0-7-16,-3 0-11 0,-1 0 1 0,-3 0-6 15,0 0-16-15,2 2-48 0,0-2 1 0,-1 2-16 16,-1 0 11-16,0-1-42 0,-2 1-1 0,0 0-23 16,-2 0-70-16,-2 2-55 0</inkml:trace>
  <inkml:trace contextRef="#ctx0" brushRef="#br0" timeOffset="106907.65">24799 11509 834 0,'0'0'53'0,"-2"0"0"16,0 0 5-16,0 2 2 0,0 0-13 0,0 0 38 0,1 0-7 15,-1-1 9-15,0 1-9 0,0 0 19 0,2 0-34 16,0 0 7-16,2 0-16 0,0 0 6 0,1-1-24 16,12 1 8-16,17 0-12 0,1 0 7 0,14-2 2 15,-3 0 0-15,-1-2 1 0,1 0 0 0,-3-1-4 16,-2-1-11-16,-2 2 4 0,4 0-27 0,-7 0 3 16,-5 0-2-16,-1 1 0 0,-5-1-12 0,-3 2-15 15,0 0-6-15,-3 0-7 0,2 0-64 0,-4 0-284 16</inkml:trace>
  <inkml:trace contextRef="#ctx0" brushRef="#br0" timeOffset="107950.71">27025 10568 771 0,'0'-2'35'0,"-2"-2"51"0,0-3-44 0,-3-16 6 0,1 1 2 16,0 4 3-16,2-6 15 0,0 5-13 0,1 0 9 15,1 5-9-15,0 2 5 0,0 3-8 0,0 2-5 0,0 3-1 16,0 0-21-16,0 1 1 0,0 1-5 0,0-2 3 16,0 0-3-16,1 2 7 0,1 1-1 0,0-1 3 15,0 2-4-15,0 0 7 0,0 2-3 0,1 5 4 16,14 25-8-16,-4 1-10 0,-4-3-2 0,1 3-2 15,-3-1 5-15,1-1-6 0,-3 1 7 0,1-1-7 16,-1 3 3-16,-1-3 5 0,0 1-2 0,-1-1 2 16,1-1-2-16,0 0-6 0,1 0-1 0,1 1-1 0,1-1 4 15,1-2-6-15,-1 1 4 0,1-6-5 0,-1 1 4 16,1-4-2-16,-1-1-1 0,0-4 0 0,-1-4-1 0,0 0-1 16,-3-4 3-16,1-1-2 0,2 3 1 0,-5-5-2 15,3 2-2-15,-2-3 0 0,7 5 0 0,-1-5 15 16,-1 1-6-16,-1-2 10 0,1-2-7 0,4 0-10 15,-1-2 4-15,4-5-7 0,-1-1 0 0,2-25 2 16,6-8-2-16,-3-2 2 0,1-1-4 0,3-5 3 16,-1 1-3-16,3 0 3 0,0-2 1 0,0 0-2 15,-4-1 2-15,3-1-2 0,-5 2 5 0,-1 0-5 16,0 0 1-16,-6 6-2 0,2 3-1 0,-2 9 6 0,-2 6 4 16,-3 9-2-16,-1 4-1 0,1 6-3 0,-4-2-2 15,1 7 2-15,-1 0-3 0,0 2 0 0,2-4-5 16,0 2 1-16,-1 1-25 0,1-1-2 0,-2 2-8 15,0 2-4-15,0-1-88 0,3 14-76 0,1 19-14 16,-4 1-17-16,-2 2-38 0,-4 0-95 0</inkml:trace>
  <inkml:trace contextRef="#ctx0" brushRef="#br0" timeOffset="108196.95">27860 10726 1057 0,'0'0'125'0,"0"0"-153"0,-1 0 140 0,-1 0-72 0,0 0-20 16,0 0 58-16,0 0-8 0,0 0 23 0,0 1-9 16,1 1 16-16,-1 2-10 0,-4 7 9 0,-3 11-32 15,1 3-19-15,1 2-3 0,1 1-6 0,3 4-16 0,-1-2 6 16,2-3-2-16,2-2 3 0,0-1-12 0,0-8-8 16,0 7-4-16,2-3-1 0,-2-11-10 0,2 6 4 15,0-4 0-15,0-1 0 0,1 3-21 0,1 0-20 16,0-4-24-16,-2-2 0 0,-1-1-109 0,1 1-92 15,2 5-30-15</inkml:trace>
  <inkml:trace contextRef="#ctx0" brushRef="#br0" timeOffset="108665.82">26913 11626 70 0,'-1'0'6'0,"-1"0"-2"15,0 0 52-15,-2 0 15 0,0 0 12 0,-7 2 58 16,-5 0-15-16,1 0 6 0,0 0-7 0,0-1 4 15,6-1-36-15,-4 0-8 0,7 0-6 0,-1 0-11 0,1 0 1 16,4 0 2-16,-5 0-4 0,3 0-16 0,1 0 8 16,-1 0-8-16,0 0 6 0,0 0-28 0,1 0-6 15,1 0-6-15,0 0 1 0,2 0-16 0,0 0 6 16,2 0-1-16,2 0 2 0,9 0 0 0,20-1 15 16,4-5-6-16,2-1 9 0,4-3-4 0,3-1 1 15,4 0-2-15,6 0 0 0,2 0-5 0,7 0 4 16,1-1 0-16,5 3-1 0,-4 2-13 0,-6 1 3 15,-1 1-6-15,-14 3 3 0,4 0-12 0,-7 2 7 0,-4 0 0 16,-2 0 5-16,-4 2 1 0,-5 0-7 0,-4-1 0 16,-3 1-1-16,-3 2 3 0,-1-2 2 0,-2 0 4 15,0 0-2-15,-2-1 4 0,-4 1-7 0,2 0-5 16,0 0 1-16,-1-2-2 0,-1 2-18 0,-2-2 5 0,-3 0-11 16,2 0-16-16,-5 0-99 0,5 0-22 0,-4 0-38 15,2 2-183-15</inkml:trace>
  <inkml:trace contextRef="#ctx0" brushRef="#br0" timeOffset="109275.27">27328 11990 1012 0,'-2'0'34'0,"0"0"5"0,0 0-14 15,-20 0-10-15,7 0-4 0,2 0 31 0,2 0 38 16,0 0 4-16,1 0 9 0,3 0 3 0,1 0-11 15,-1 0-3-15,1 0-4 0,4 0-27 0,-1 0-16 16,1 0 2-16,-2-2-5 0,0 0 18 0,1 0-18 16,-1 2-2-16,2 0-8 0,0 0-20 0,0 0 9 15,1 0 0-15,1-1 2 0,0 1-12 0,0 0 7 16,1 0-2-16,3 0 4 0,5 0-7 0,16-4 12 16,4 0-10-16,3 2 10 0,-2 0-8 0,1 1 7 15,3-1-2-15,-1-2 3 0,0 0 8 0,1 2-11 0,-3 1 7 16,-5-1-10-16,-2 2 2 0,-3 0-6 0,-3 0-1 15,-3 0 1-15,-2 2 4 0,-2-1 4 0,-1 3 3 16,-3 0 1-16,-1-2 9 0,-3 0 5 0,1 1-5 16,-2 14 2-16,11 2-20 0,-6-6 6 0,1 3-2 0,-6-5 4 15,0 6-2-15,-2 0-2 0,-2 3 0 0,-2 1 0 16,-2 1 2-16,-1 0-6 0,-4 1 6 0,0-1-5 16,-4 2 3-16,9 2-3 0,-14 0-6 0,-1 2 3 15,3 2-1-15,-4-3 2 0,3 1 1 0,1-2-2 16,-7-2-10-16,7 2 6 0,-3 0 2 0,3-3 2 15,7 1-4-15,-2-6 2 0,2 3-4 0,3-5 3 0,1-1 3 16,3-2-2-16,2-2 3 0,-7 2-2 0,3-3 5 16,1-1-10-16,1 0 2 0,2-3-4 0,0 1 4 15,0 3-2-15,1-3 4 0,-1 0-2 0,2-1 5 16,0 0-2-16,0 1-3 0,0-1 2 0,2-1-3 0,-1 1-2 16,3-3 3-16,-2-3-2 0,15 12-1 0,7 1 1 15,4-4 0-15,0-2 0 0,3-3 0 0,-1-2-2 16,-1-2 2-16,5-2-1 0,-3 0-1 0,1-3 0 15,0-1 0-15,-5-1 1 0,-1-1 5 0,-1 3-2 16,-5 1-2-16,-1 2 0 0,-3 0-7 0,-5 0 2 16,1 0-1-16,-7 2 0 0,1-1-14 0,-4 1-37 15,-1 0 3-15,1 0-16 0,2-2-27 0,0 0-19 0,-1 0-11 16,-1 0 1-16,0 0-23 0,0 0-108 0,0-1-11 16</inkml:trace>
  <inkml:trace contextRef="#ctx0" brushRef="#br0" timeOffset="109588.57">27029 12605 863 0,'-2'0'203'0,"0"0"34"15,0 0-93-15,-2 0-80 0,1 0-35 0,-1 0-8 16,2 0 63-16,0 0-17 0,-2 0 25 0,1 0-57 0,1 0-11 16,0 0 4-16,2 0-5 0,0-2 8 0,2 0 10 15,18-6 1-15,23-5 5 0,0 2 5 0,7-2-1 16,4 0-9-16,3 2 5 0,3 0-20 0,-5 2-15 16,-1 1 1-16,-5 3-6 0,-1-3 0 0,-7 5-4 15,-4-1-3-15,-4-2 0 0,-1 3-7 0,-6-1-8 16,2-2-8-16,-6 3-2 0,-2-1-32 0,-3 2-11 15,-2 0-33-15,-2 0 2 0,-2 0-137 0,0 1-117 0</inkml:trace>
  <inkml:trace contextRef="#ctx0" brushRef="#br0" timeOffset="111002.67">28817 10544 139 0,'0'0'49'16,"0"0"-7"-16,0-2 63 0,0 0 3 0,0 0 2 0,1 0-7 16,1 0-1-16,0-1-13 0,-2-1 6 0,0 0-23 15,0 1-8-15,0-1 2 0,0 0-4 0,0 0 2 16,0 1-5-16,0-1 5 0,-2 0-5 0,0 2 6 16,1 1 0-16,-1-1 2 0,0 0-1 0,0 0-1 0,-2 0-20 15,1 0-2-15,1 2-5 0,-11-3-6 0,0 1-10 16,-4 2 6-16,0 2-6 0,1 3 11 0,1 3-6 15,-2-7 0-15,-1 24-3 0,1 4-10 0,0 1 5 16,2 0-9-16,0 1 8 0,2 1-6 0,2 3-6 16,2 0 7-16,2 2-8 0,-1 1 5 0,6 4-1 15,-1 1 0-15,1-4-1 0,-21 2-2 0,14-6-2 16,5 2 3-16,4-1-2 0,2-5 3 0,4 3 3 0,3-7-9 16,2 3 7-16,2 0-11 0,2-2 3 0,0-2 5 15,0-4-1-15,-11-2 2 0,14-1 1 0,3-2-3 16,-1-1 2-16,0-3 1 0,-1-2-1 0,0 1 0 15,-1-3-2-15,3 0-4 0,-5-3-1 0,-1-1 0 0,-6-1-1 16,4-2-7-16,-3 2-16 0,4 7-1 0,1-2-7 16,-4-3-29-16,6-1-31 0,-2-1 0 0,-2-2-10 15,6 0-8-15,-1-2-24 0,3 0-3 0,-1 0-18 16,4-2-113-16</inkml:trace>
  <inkml:trace contextRef="#ctx0" brushRef="#br0" timeOffset="111517.74">29298 10772 151 0,'0'0'78'0,"0"-2"-46"0,0 0 85 15,0 0-24-15,0 1 9 0,0-3 18 0,0 0-4 16,0 0 5-16,0 1-33 0,0 1 3 0,0-6-4 16,0 3 4-16,0-1-8 0,-2 1-23 0,2 1 1 0,0 0-9 15,0 1-5-15,0-1 2 0,0 2-1 0,-2-2 0 16,2 2-4-16,0 1-19 0,-2-3 2 0,0 0-7 15,0 0 4-15,0 1 3 0,1 1 2 0,-1 0-1 16,0 0 1-16,0 0 2 0,0 0-5 0,2 1 3 16,0-1-10-16,0 0 5 0,0 0 1 0,0 2 1 15,0 0-4-15,-2 0-5 0,0 2-3 0,1 0 0 16,-1 1-5-16,-2 18 2 0,2 3-1 0,0 4 2 16,0 2-6-16,1 1 1 0,1 4 3 0,0 3-1 15,0-1 8-15,0 0-11 0,0-4 3 0,0-1-5 0,0-1 4 16,0-3-3-16,0-2 2 0,0 0-3 0,0-2 0 15,1 2 0-15,-1-3-3 0,0-7 2 0,0-1-3 16,0-2 3-16,0 2 0 0,0-2 0 0,0-2-8 0,0-3-2 16,0-1-1-16,0-1-1 0,0-3-11 0,0 1-53 15,0-2-18-15,0 2-14 0,0-3-82 0,2 3-136 16,0 0-67-16</inkml:trace>
  <inkml:trace contextRef="#ctx0" brushRef="#br0" timeOffset="111766.44">29608 10958 1459 0,'-2'0'118'0,"0"0"-141"0,-2 0 133 0,-1 0-68 16,-3 0-24-16,4 0 103 0,3 0-20 0,-1 0 44 15,0 0-46-15,-2 0-63 0,0 0-3 0,3 0-20 16,-1 0-23-16,2 0 19 0,0 0-4 0,2 0 11 15,-1 0 5-15,27-4 4 0,0 2 0 0,4-2 1 16,-1 1-16-16,1-1-10 0,3-2 2 0,-1 3-4 16,-3-1 3-16,1-2-12 0,-4 1-4 0,-4 1-5 0,-2 0-35 15,-2 1-30-15,-1-1-7 0,1 0-5 0,-1 1-5 16,-2 1-97-16,1-2-24 0,-1 2-45 0,0 0-244 0</inkml:trace>
  <inkml:trace contextRef="#ctx0" brushRef="#br0" timeOffset="112029.38">30386 10592 1162 0,'0'-2'51'0,"0"0"8"0,0 0 2 16,0-3-14-16,-4-10 0 0,0-2 39 0,2 4 36 16,2 6-11-16,0 1 14 0,0 1-32 0,0 1-42 0,0 2 1 15,-2-2-18-15,2 1-26 0,0-1-2 0,0 2 0 16,0 0 2-16,0 0 32 0,0 2-11 0,0 2 5 15,2 0-9-15,0 7-7 0,4 23 5 0,-3 1 0 16,-1 3 1-16,0 1 5 0,-2 2-7 0,-2 0 2 0,-3 2-3 16,-3-2-5-16,1 0-4 0,-1 0-1 0,1 0 0 15,-2-4-4-15,1 0-4 0,3-3-3 0,-1-6 0 16,1 0-1-16,1-6-9 0,0-1 4 0,2-4-6 16,0-2-7-16,1-2-51 0,-1 0-19 0,2-2-15 15,0 0-99-15,0-1-42 0,0-3-50 0</inkml:trace>
  <inkml:trace contextRef="#ctx0" brushRef="#br0" timeOffset="112374.58">30924 10670 613 0,'0'0'165'0,"-2"0"349"0,0-2-461 0,0 0 15 15,1 0 5-15,-1 0 6 0,-2 1 17 0,-2-1 12 16,-7-4-13-16,-3 1 9 0,-1 1-34 0,-3 0-28 15,1 2 0-15,-5 2-11 0,2 0-13 0,-3 2 20 16,-1 4-6-16,-3 5 10 0,1 2-2 0,0 2-8 16,0 1-1-16,8-12-3 0,-4 20-2 0,3-3-1 15,1 1 0-15,-2-2-1 0,9 1-10 0,3 3-3 0,5-2-3 16,-10-1 1-16,6-1-3 0,3-3-1 0,2 3-1 16,2-1-1-16,2-2-6 0,0-1 8 0,2-3-6 15,2-2 6-15,3 2-3 0,1-3-2 0,5-3 3 16,13 2-3-16,-4-5-3 0,4 13-8 0,2-4-3 0,0-6-2 15,2-3-12-15,3-4-25 0,0-2 2 0,1-2-12 16,1-5-25-16,0-2-32 0,1-2 6 0,1-4-8 16,4-1 41-16,3-1-89 0,-1 1-16 0,7-7-41 15,-4 3-193-15</inkml:trace>
  <inkml:trace contextRef="#ctx0" brushRef="#br0" timeOffset="112887.28">31333 10256 1434 0,'-2'-2'33'0,"0"0"-2"0,-2-2 10 15,-3 1 15-15,-4-10-12 0,-1 0 63 0,1 0 12 16,0 2-8-16,4 1 4 0,1 3-47 0,1 3-28 16,1-1-4-16,2 3-6 0,-2 0-8 0,2-2 0 15,2 2 3-15,-3-1-3 0,-1-1 2 0,2 0-14 16,0 2 5-16,0 0-7 0,1 1 6 0,-1-1 1 15,2 0-2-15,0 2 1 0,0 0-3 0,2 0-3 0,-1 2 6 16,3 0-4-16,17 9 2 0,1 4-1 0,4-12-7 16,2 20 6-16,-2 3-3 0,1-6-3 0,1 2 5 15,0 2-5-15,0 2 6 0,0 4-6 0,0-2 6 16,0-2-6-16,-1 2 5 0,-1-4-7 0,-1 2 0 0,-3 0-1 16,0-2 3-16,-1-2 2 0,-3 1-4 15,3-3 4-15,-5 0 0 0,-1 3 5 0,0-1 1 0,-6 2 0 16,2 2-9-16,-5-2 5 0,-2 4-1 0,-1 0 2 15,16 0 2-15,-8 2-2 0,-3-1 1 0,-5 3-1 16,-3-1 1-16,-2-1-6 0,-5 0 1 0,-2-2-2 16,-2-4 7-16,-1 2-1 0,1-2-4 0,0-2 2 15,-2 1-9-15,0-5 4 0,0 1 2 0,9-5 1 0,-14 7 1 16,1-3-2-16,-3-1 1 0,1 2-1 0,-1-3-2 16,-1-1 7-16,3 2-8 0,3 2 8 0,-2-5-3 15,2 1-3-15,-1 0 7 0,1-2-5 0,0 0 6 0,2-2 0 16,2 0-4-16,1-1 3 0,-3-3-1 0,6 1-3 15,3-3 7-15,-1-1-5 0,3-2 9 0,-2 0-6 16,0-1 1-16,1 3-3 0,-1 0-1 0,0 0-4 16,1-1-3-16,1-1 0 0,0 0-2 0,0 0-16 15,0 0-1-15,0 0-10 0,0-1-43 0,1-1-144 16,-1 0-86-16</inkml:trace>
  <inkml:trace contextRef="#ctx0" brushRef="#br0" timeOffset="116177.4">3153 5766 256 0,'0'0'65'0,"0"0"1"15,0-2 55-15,0 1 18 0,0-3-37 0,0 2-19 0,0-15-34 16,0 4-13-16,0 0 3 0,0-3-37 0,0-1 16 15,0-2 1-15,0 1 8 0,0-3 14 0,0 3-23 16,0-1 6-16,0-3-7 0,0 1 49 0,0 3-12 16,0 1 0-16,0 6-11 0,0 0-27 0,0 3 51 15,0 1-8-15,0 0 19 0,0 5-36 0,-2-8 3 16,2 9-7-16,0-3 5 0,0 0-17 0,0 1-16 16,-2 1 2-16,0 0-5 0,1 0 1 0,-1 2-11 0,0 0 3 15,0 2-5-15,0 2 8 0,-2 12 1 0,-1 10-2 16,1 0 1-16,0-4 0 0,1 8 0 0,-1-2 4 15,2 0-2-15,0 0-2 0,0 1 1 0,1-1-3 16,1 2 3-16,0 0 2 0,0-1-3 0,-2 1 2 0,2-2-3 16,0 0-2-16,0 0 4 0,0-2-1 0,0 2 2 15,0-4-5-15,2-2 2 0,-2-2 0 0,1 1 2 16,-1 1 0-16,0 0 3 0,0-1 0 0,0-6 1 16,0 1 3-16,0-5-1 0,-1 4 2 0,-3 2-1 15,0-2 0-15,-3 0 1 0,-1-2-1 0,6 2 1 16,-20-2-1-16,-2 1-8 0,-2-1 2 0,0-1-3 15,-6-1-3-15,-1-2 7 0,1 0-6 0,3 1 9 16,1-5-3-16,2 4 1 0,0-7 12 0,0 0-5 0,2 2 27 16,2 11-3-16,-3-4-4 0,5-6 1 0,3-1-7 15,4-2-2-15,4-2-1 0,3 0-1 0,-1 0-8 16,5 0-5-16,-2 0 2 0,1 0-4 0,-1 0-5 0,2 0-2 16,0 0-2-16,0 0 1 0,2 0 2 0,2 0 2 15,0-2-5-15,13-2 2 0,18-1 1 0,5-1-2 16,2 1 6-16,-1 1-7 0,4-2 0 0,2 1 1 15,1-1-2-15,2-1 2 0,-1-1 5 0,-3 1-7 16,1 1 6-16,-1 1-7 0,3-4 3 0,-1-1 2 16,-1 1-2-16,-4 2 2 0,0-1 0 0,-6 1-5 15,2-3 2-15,-11 3-2 0,2 0-3 0,-4 1-9 0,-9 2-3 16,3-1-1-16,-8 1-15 0,-5 2-32 0,-3 2-17 16,2-2-9-16,-1 0-95 0,-1 1-71 0,-2-1 6 15,-2 0-39-15,1 0-122 0</inkml:trace>
  <inkml:trace contextRef="#ctx0" brushRef="#br0" timeOffset="116363.21">2767 5506 1146 0,'0'-2'60'0,"0"1"125"15,0-1-161-15,2-2 87 0,-1 0-29 0,9-9 45 0,-7 2-42 16,20-2-5-16,3 2 3 0,3 0-6 0,5 0-18 15,7 2-19-15,0-1-5 0,-2 5-4 0,1-3-23 16,-1 6 0-16,2-20-3 0,0 9 0 0,-2 8-16 0,-4 5-9 16,4 1-1-16,-5 5-7 0,-4 1-52 0,-1 5-104 15,-1 2 9-15,-4-10-41 0,-2 24-27 0</inkml:trace>
  <inkml:trace contextRef="#ctx0" brushRef="#br0" timeOffset="116658.97">3781 6121 1223 0,'0'0'37'0,"0"0"-2"0,-2 0 32 0,0 2 11 0,0 0-6 16,0-1 31-16,0 1-34 0,0 2-1 0,2 0-12 15,-3 20-15-15,3 2 0 0,2 7-2 0,1 1 3 16,1-5 9-16,2 3-18 0,-1-4 3 0,3 2-8 15,-3 1-3-15,1-1-7 0,-1 0 1 0,3-3-1 16,-1-1 6-16,1-1-2 0,-1-5-1 0,0 0-1 16,1-3-12-16,-3-2 0 0,1-2-4 0,0-2 2 15,-3-2-6-15,1-1-9 0,-2-3 1 0,0 1-4 0,0-2-15 16,-2-2-30-16,0-1-6 0,3 3-11 0,1 0-60 16,0-2 1-16,-2 0-12 0,-1-1 3 0,3 1-79 15</inkml:trace>
  <inkml:trace contextRef="#ctx0" brushRef="#br0" timeOffset="116892.3">4429 5946 1342 0,'0'0'62'0,"-2"0"1"0,0 0 55 16,0 0-13-16,0 0 5 0,2 0-14 0,0 0-17 0,0 0-2 15,0 0-6-15,0 0-18 0,0-1-22 0,2 1-6 16,2-2-3-16,16-2-8 0,8-2-12 0,-4 1 10 16,4-1-10-16,0 1-1 0,0-1-1 0,1 1-5 0,1 1 2 15,-2 0-6-15,-4 0-11 0,-2 3-3 0,-3-1-4 16,-6 2-35-16,-2 0-82 0,-5 0-5 0,-5 0-29 16,3 2-53-16,-2-1 0 0,0 1-53 0</inkml:trace>
  <inkml:trace contextRef="#ctx0" brushRef="#br0" timeOffset="117064.38">4310 6383 669 0,'0'0'59'0,"0"0"123"0,-2 0-104 15,2 0 47-15,0 2 10 0,0-1 6 0,2 1-13 16,0 0-65-16,1 0 4 0,12 2-23 0,2-2-2 0,7-1 7 16,6-1-5-16,-4-1 6 0,5-3-9 0,1 0 0 15,-4 0-3-15,0-1 1 0,-2-1-17 0,-2 1-17 16,0-1 0-16,0 1-5 0,0 1-6 0,-4 0-24 15,-1 2-14-15,-2 0-20 0,-4 2-212 0</inkml:trace>
  <inkml:trace contextRef="#ctx0" brushRef="#br0" timeOffset="119109.58">6707 4868 31 0,'0'-2'160'0,"-2"0"-50"0,0-6 90 0,-9-21 6 0,2-1-92 15,-3-5-18-15,3-4 16 0,0 0-8 0,-2-4 12 16,1 2-49-16,3 4-8 0,0-2 0 0,1 4-3 15,2 7-13-15,2 6 2 0,1 1-11 0,-1 6 6 16,0 2-17-16,2 4 3 0,0 4 2 0,0 1-1 16,0 2-13-16,0-2-1 0,0 1 1 0,0 1 2 0,0 0 13 15,2 2-4-15,0 2-8 0,-1 1 2 0,9 25-16 16,1 17-3-16,-2 1 5 0,-1 6-5 0,-3 4 1 16,1-4 3-16,-3 0-4 0,1-2 3 0,0 0-6 0,0-5 2 15,1 1 4-15,1 1-1 0,-1-3 4 0,3 1-1 16,-1-1-3-16,4-1 2 0,-1-2-8 0,1-4 9 15,2 0-4-15,-4-3 7 0,0-5-9 0,1-6 4 16,-1-3 3-16,-4-9 1 0,1 0 10 0,-2-5-8 16,-1-1 2-16,-1-1-3 0,2 0 6 0,0 0 11 15,-1-3-4-15,1-1 5 0,2 0-7 0,5-7 2 16,0-12-1-16,0-31 2 0,4 0 5 0,0-6-10 0,0-3 4 16,1 3-6-16,3-5-3 0,0 2-1 0,1-3-3 15,-1-5 4-15,-1 1-2 0,-1-3-4 0,0-2-2 16,-1 6 0-16,1 6 9 0,-4 5-1 0,0 10 4 15,-4 6-4-15,-1 9 2 0,-3 8-8 0,-1 6 6 0,0 4-7 16,1 4-2-16,-1 1-3 0,-4 4-12 0,2-1 4 16,0-1-40-16,0 2-12 0,-2 2-24 0,0 0 0 15,-2 2-114-15,-6 15-103 0,-10 24-42 0</inkml:trace>
  <inkml:trace contextRef="#ctx0" brushRef="#br0" timeOffset="119381.28">7260 4981 1269 0,'0'0'58'0,"0"0"15"0,-2 0 5 16,0 0-33-16,0 0 13 0,1-2 28 0,-1 2-18 16,0 0 1-16,2 0-14 0,-2 0-38 0,2 0 5 15,0 2-2-15,0 0 5 0,0 1-1 0,0 23 0 16,0 0 1-16,0 4-1 0,2 0-2 0,0 1-3 15,0 1-6-15,-2-2 2 0,0 1-15 0,0-1 0 16,0 0 1-16,1-1 1 0,1-3 4 0,0 0-17 16,2 0 1-16,-2-3-10 0,1 1-20 0,1-4-37 0,-2-3-24 15,2 1-4-15,-2-1-84 0,-1-2-137 0,1 0-60 16</inkml:trace>
  <inkml:trace contextRef="#ctx0" brushRef="#br0" timeOffset="119816.71">6040 5998 763 0,'-4'0'128'0,"-9"0"12"0,-35-1-7 16,4-1-26-16,10 2-22 0,-3 0 7 0,7 0 0 16,4 2-12-16,2-1 6 0,8 1-39 0,4 0-27 15,7-2-5-15,1 2-6 0,0 0-12 0,3 0 12 16,-1 0 0-16,2-1 6 0,0 3 5 0,0-2-9 16,29 7 4-16,18-3-7 0,3-2-3 0,15-3 8 15,2 1-6-15,5 28 6 0,6-15-13 0,0-10 6 16,13-3 0-16,13-2 2 0,6 0 3 0,3-2-6 0,-2-1 1 15,-3-3-3-15,-4 2-1 0,7-1 7 0,3-3-5 16,1 3 5-16,-2-3-7 0,-9 5 10 0,-7-3 2 16,-8 1 3-16,-6 1 17 0,-3 0 4 0,0 2-2 0,-6 0-1 15,-9 1-11-15,-11-1-13 0,-9 2 8 0,-8 0-9 16,-4 0 5-16,-9 0-2 0,-3 0-4 0,-8 0 2 16,-4 0-7-16,-3 0-13 0,-3 0-2 0,1 0-4 15,-2 0-10-15,0 0-18 0,0 2-7 0,-2-1-9 16,0 1-57-16,-2 0-58 0,-11 6-26 0,-30-5-17 15,8 21-166-15</inkml:trace>
  <inkml:trace contextRef="#ctx0" brushRef="#br0" timeOffset="120327.12">6553 6691 1008 0,'0'-2'34'0,"0"0"3"0,0 0 0 16,0-1-7-16,5-16-2 0,5 1 21 0,1 3 46 16,2-4 7-16,9 2 12 0,0 1 23 0,10-1-54 0,3 4-1 15,0 2-19-15,-1 2-12 0,-6 3-14 0,-2 2 2 16,3 2-6-16,-3-14-7 0,0 6-9 0,-2 5 2 15,-3 3-4-15,-1 2-2 0,-3 4-8 0,-4-1 0 0,-2 3-1 16,-2 0 5-16,-3-3 6 0,-2 14 1 0,-1 3 1 16,12 1 4-16,-4 1-5 0,-3 2 6 0,-6 0-6 15,-2 1-3-15,-2 1 2 0,-6 1-7 0,-3-1 7 16,-4 4-8-16,-3 2 5 0,-1-5-4 0,14 5 3 16,-18-2-2-16,-3-2-2 0,0-1 0 0,4-4-2 15,0-1-4-15,3-3 0 0,3-1 6 0,1-1-3 16,0 0 5-16,2-3-7 0,5 1 0 0,1-4 0 15,3-1 7-15,-1-3-3 0,-1 1 0 0,2-1-1 0,1 4 2 16,3-3 0-16,0 1-1 0,2-2 1 0,-1-3-7 16,5 3 1-16,7-5 0 0,11 0 2 0,2 15-4 0,2-6 5 15,2-5-3-15,3-5 5 0,1-1 0 0,1-3-4 16,2-3 3-16,0-1-4 0,0-1-3 0,-3 1 4 16,-1-1-5-16,-3 3 3 0,-4-1-16 0,-2 1 5 15,4-3-1-15,-10 5 1 0,-5 1-15 0,0 0-9 16,-9 0-7-16,0 0-1 0,-1 2-34 0,1 0-58 15,0-2-12-15,-2 2-18 0,0 0-63 0,-2 0-26 16,0 0-9-16,-2 0-11 0,-13-2-94 0</inkml:trace>
  <inkml:trace contextRef="#ctx0" brushRef="#br0" timeOffset="120594.38">6480 6929 1239 0,'0'0'18'16,"0"0"1"-16,0 0 6 0,0 0 2 0,0 0 4 15,0 0 80-15,2 0 27 0,0 0-13 0,2 0 6 16,25-2-80-16,10 0-8 0,2-2 5 0,7-1-5 0,1-1 1 16,-1-1-1-16,2-3-7 0,0-1 3 0,0 0-11 15,-3 2-18-15,1-1 1 0,-3 5-7 0,-3-1-1 16,-3 3-9-16,0 1-1 0,-3 2-5 0,-5 0-9 15,-1 0-6-15,-4 0-8 0,-8 2-3 0,-3-1-60 0,-5 1-45 16,-5 0-11-16,-1 0-15 0,0 2-89 0,1 5-99 16</inkml:trace>
  <inkml:trace contextRef="#ctx0" brushRef="#br0" timeOffset="120967.12">6029 7642 645 0,'-2'0'87'0,"0"0"3"0,-7 0 35 0,-10 0-23 0,3 0-1 16,-1 1-15-16,4 1 10 0,2 0-2 0,4 0 1 15,1 0-31-15,4-2-12 0,-2 2-1 0,1 0-4 16,-1-1-11-16,2 3-19 0,0 0-5 0,2 3-1 15,2 4 0-15,4-1 12 0,16-3 1 0,17-3 3 16,7 20 16-16,3-11-10 0,4-7 7 0,7-6-9 16,3-4-4-16,9-4 13 0,10-5-6 0,5-1 8 15,2-3-14-15,2 0 3 0,-7 0-3 0,-2-1 3 0,-2 1-2 16,-2 0 0-16,1 3-2 0,1 1 0 0,2 0-6 16,-4 3 2-16,-6 1-1 0,-9 3 1 0,-9 1 1 0,-7 1-19 15,-6 0 8-15,-6 3-11 0,-4-1 5 0,-5 2-4 16,-3 0-2-16,-5 0-1 0,-5 0-9 0,-2 0-1 15,-3 0-7-15,-4 0 3 0,-1 0-25 0,1 2-23 16,0-1-15-16,-2 1-8 0,-1 2-88 0,1 0-22 16,-2 12-21-16,-7 7-3 0,-8 10-112 0</inkml:trace>
  <inkml:trace contextRef="#ctx0" brushRef="#br0" timeOffset="121280.08">6287 8167 1185 0,'0'0'50'16,"-2"0"-4"-16,0 0 23 0,1-2 7 0,-1 0-12 16,0 0 19-16,0 2-2 0,0 0 2 0,0 0-4 15,0 0-21-15,1 0-13 0,-1 2-3 0,2 0-1 16,0 2 8-16,0 7-9 0,2 13 5 0,1 4-8 0,1-2 0 15,0 2-6-15,1 2-4 0,1 1 0 0,-1 1-8 16,1-3-2-16,-2 1-1 0,-1-4-2 0,1 0-4 16,0-2-4-16,1 2-1 0,-1-3-3 0,0-3-3 0,0-1-7 15,-1-3-3-15,1 1-3 0,0 0-21 0,-1-3-78 16,1 3-8-16,0-4-32 0,0-2-105 0,1 6-249 16</inkml:trace>
  <inkml:trace contextRef="#ctx0" brushRef="#br0" timeOffset="121499.17">6798 8351 1395 0,'0'0'90'0,"0"0"18"0,0 0-43 0,0 0-29 16,0 0-11-16,0 0 78 0,0 0 32 0,2 0-3 15,-1 0 5-15,1 0-58 0,2 0-27 0,18 0-5 16,2 0-6-16,4 0-7 0,0 0-22 0,-2 0 6 0,2 0-12 15,-2 0 2-15,-2 0-7 0,2 0-4 0,-2 0-2 16,0 0-14-16,1 2-18 0,-1 0-10 0,0-1-11 16,0 1-94-16,0 0-74 0,0 0-24 0,2-2-29 15,-2 2-216-15</inkml:trace>
  <inkml:trace contextRef="#ctx0" brushRef="#br0" timeOffset="121763.27">7652 8056 1143 0,'0'0'48'0,"-2"0"1"0,0-2 48 15,0 0-12-15,0 0 10 0,1 0 12 0,-1 0 1 16,0 2-5-16,0 0 0 0,0 0-40 0,0 0-29 16,0 0 0-16,1 0-7 0,-1 2 20 0,0 0 0 15,2 0 4-15,-4 20-3 0,4 0 1 0,0 3-11 16,4 1 3-16,0 1-7 0,-1 3-9 0,1 4-3 15,-2 1-5-15,0 0 2 0,-2 2-9 0,0 0-10 16,0 1 1-16,0-3-2 0,-2-2 9 0,-2 1-9 0,0-6-2 16,1 1-7-16,-1-1-23 0,2-9-18 0,0 1-12 15,2-9-6-15,0 4-84 0,0-4-61 0,2-3-12 16,0-1-18-16,0-3-75 0</inkml:trace>
  <inkml:trace contextRef="#ctx0" brushRef="#br0" timeOffset="122060.74">8058 8180 791 0,'0'0'120'16,"0"0"22"-16,0-2-14 0,0 0-36 0,2 0-7 15,-2 1 57-15,0-1-20 0,0 0 1 0,0 0-9 0,-2 0-25 16,1 0-37-16,-3 0-1 0,-2 2-11 0,-14-1 10 16,-2 2-7-16,-1 5 0 0,-5 5-5 0,2 2-12 15,0 2-5-15,2-13 3 0,6 20-5 0,1-1-1 0,4-3 0 16,2-1-5-16,2 0 4 0,3-1-4 0,4 1 0 15,-11 2 5-15,6-5-4 0,1 1-4 0,3-4 5 16,1 1-6-16,2 1 6 0,0-2-11 0,2-2 8 16,1 2-4-16,1-2 6 0,2 1-4 0,1 1 0 15,2-4 4-15,10 1-3 0,1-3 8 0,-1-3 3 16,3 4 0-16,0-1 2 0,1-1-8 0,1 0 0 16,0 12-5-16,-2-4 3 0,4-3-14 0,0-4 4 15,-4-1-2-15,3 0 3 0,-5 0-3 0,-3-3-15 16,-2 1-8-16,-1 0-5 0,-1 0-41 0,0-2-165 0,4 0-41 15,0 0-87-15,14 0-575 0</inkml:trace>
  <inkml:trace contextRef="#ctx0" brushRef="#br0" timeOffset="133608.44">11013 4103 107 0,'0'0'0'0,"0"0"6"15,0 0 68-15,0 0-15 0,0 0 7 0,0-2-21 0,0 0-6 16,0 0 7-16,1 0 10 0,1 0-3 0,0 1 19 15,0-1-11-15,-2 0-10 0,0 0-1 0,0-2-40 0,0 1 11 16,0-1-2-16,0 2 6 0,0-4 1 0,0 3 9 16,0-3-2-16,-2 1 4 0,2 1 2 0,0 2-1 15,-2-2 8-15,-1 1-4 0,-3-1 21 0,-5-4-8 16,-2 3-5-16,-2 1-2 0,2 2-17 0,0 2 1 16,0 0 6-16,0 4-2 0,-2 3 13 0,4 1-12 15,-6-4 2-15,2 16-5 0,-1-1-6 0,3-1-3 16,2 3-9-16,-1-1 3 0,3 0-14 0,2 1 3 15,1-1 0-15,-1-3-1 0,5 0-6 0,0-1 0 16,-9-1-4-16,3 0 2 0,3 0-7 0,3-2 8 0,2 0-2 16,0 0 3-16,0-2-1 0,2-2-2 0,0 1 4 15,0-5-2-15,-1-1 0 0,3 1 4 0,-2-1-4 16,0-4 5-16,9 2-4 0,0 5 6 0,0-1 3 0,2 0-1 16,-2-5-4-16,1 1 0 0,1-2-3 0,-2 0 2 15,2-2 0-15,-2-1 8 0,2-5-4 0,-2 1 4 16,-2 3-6-16,-1-14 2 0,-3-1 1 0,1 0 0 15,-4-1 1-15,13 0-5 0,-6 1 3 0,-2-1-3 16,-3 1 0-16,-2 2 5 0,-2-1-7 0,-2 3 6 16,-2 0-6-16,-1 4 0 0,-3 0 6 0,1 2-3 15,-1 3 8-15,-5 4-2 0,0 0-8 0,-1-9 5 16,-1 4-10-16,0 3 13 0,-2 2-3 0,2 2 6 0,2 0-15 16,2 2 6-16,0 2-4 0,2 1 3 0,1 1-7 15,1 5 2-15,-1 8 1 0,5-1 1 0,1 1-4 16,-11-1 1-16,4-1-1 0,1 1 2 0,4-1 2 0,4 0-5 15,0-2 1-15,2 0-3 0,0-2 1 0,2-2 4 16,0 0-3-16,-1-4 3 0,5 4-1 0,-3-3 1 16,-3-3-1-16,13 7 1 0,0-3 0 0,-2-4 0 15,2 1 2-15,-2-2-2 0,3-2-2 0,-1-2 6 16,0 0-4-16,0-2 5 0,-4-2-8 0,0-2 7 16,-1 1-3-16,1-4 5 0,-4 1-1 0,1-10-2 15,-5-3 3-15,1 1-5 0,3-3-1 0,-5 1 5 16,0 2-3-16,0-1 4 0,11 1-3 0,-6-1 0 0,-5 7 6 15,-2-3-5-15,0 4 8 0,-2 2-6 0,-1 2-1 16,1 5 0-16,2 2 1 0,-8-4 0 0,-6-3 2 16,-1 4-1-16,2 5 1 0,0 0-7 0,-2 5-1 15,0 6-1-15,0 10 6 0,2 14-2 0,0 4 3 0,4 4-5 16,1-1-1-16,1 1 5 0,1-2-4 0,5 0 3 16,-22-4-9-16,12-4 2 0,7-1 3 0,4-4 0 15,0-8-1-15,4-1-7 0,2-1 1 0,-3-7 0 16,3 1 4-16,-2-7 3 0,-2-5-6 0,12 11 6 15,1-3 4-15,2-3 3 0,0-3 5 0,1-4-3 16,1-3 1-16,-1-5 0 0,-1-1-3 0,0 8 3 16,0-25 5-16,-3-4-4 0,1 1-1 0,-4-1-1 0,-1 2-7 15,-7-1 3-15,-1-3 4 0,19 1-2 0,-10 1 10 16,-8 3-10-16,-3 1 0 0,-3 0-3 0,-3 4 0 16,-3 1 3-16,0 5 3 0,-1 5-1 0,7 2 6 0,-16 5-3 15,2 3-3-15,1-9 1 0,-3 5-6 0,4 5 3 16,0 2-1-16,-1 6 1 0,3 1 0 0,0 4-9 15,2 19 5-15,3 1-6 0,1-1 4 0,5-4-3 16,-15 0-3-16,8-4 0 0,3-3-6 0,6-2-23 16,0-2-15-16,2-6-9 0,0-2-106 0,0-3-200 15</inkml:trace>
  <inkml:trace contextRef="#ctx0" brushRef="#br0" timeOffset="139600.79">10723 5594 256 0,'0'0'34'16,"0"0"-1"-16,-2-2 35 0,0 0 7 0,0 0-12 16,-1 2-8-16,-1 0-13 0,2 0 1 0,-5 0 0 15,-3-2 4-15,3 0 14 0,-4 0 0 0,-2 1 3 16,7 1 1-16,-3-2-16 0,-2 0 2 0,3 0-8 0,3 2-8 16,-3-2 4-16,3 2 2 0,-3-2 1 0,-7-1 16 15,1 1-3-15,1 0-2 0,-4 0 0 0,4 2 1 16,2 0 1-16,-2 0-2 0,3 0-2 0,-4 0-20 15,1 0 27-15,0 0-7 0,3 0 13 0,5 0-12 0,-3 0-19 16,6 0 4-16,-1 0-9 0,-3 0-1 0,2 0-20 16,3 0 4-16,-3 0-9 0,0 0-4 0,2 0 2 15,0 0-2-15,1 2 2 0,-1 0 2 0,2 0-1 16,0-1 3-16,2 1-3 0,1 0 3 0,10 4 0 16,15 5 0-16,0-4 0 0,5-1-6 0,1-2 5 15,3-1-3-15,6-1 5 0,-8-2-3 0,8 0 1 16,-1-2-3-16,-1-1 1 0,4-5 5 0,-2 3-5 0,-1-1 5 15,7 2-6-15,1 1-6 0,0 1 6 0,-6 0 1 16,1 0 2-16,-6 0 4 0,0 0-9 0,0 0 2 16,-4 2-2-16,0 0 8 0,-7 0-6 0,-2 0 2 0,-3 0-2 15,-3 0 10-15,-3 0-4 0,-1 0-2 0,-1 0-1 16,-2 0 3-16,-2 0 8 0,-1 0 0 0,-3 0 2 16,1 0 0-16,-3 0-4 0,1 0 2 0,-1 0-3 15,1 0 3-15,-4 0-9 0,1 0 0 0,-1 0-5 16,2 0-3-16,0 0-5 0,-1 0 3 0,1 0-6 15,0 0-12-15,-2 0-56 0,0 2-17 0,-1 0-17 16,1 0-92-16,-2 0-38 0,0 0-25 0,-2 1-24 16,-5 10-299-16</inkml:trace>
  <inkml:trace contextRef="#ctx0" brushRef="#br0" timeOffset="140078.93">10394 5722 883 0,'-2'0'77'0,"0"-2"-57"0,-1 0 77 16,-6-2-26-16,-6-1-27 0,2 1 34 0,-2-2 3 15,7 5 9-15,-1-3-6 0,4 2-37 0,-1 0 1 16,2 2-12-16,1-2 2 0,-1 0-2 0,0 1-3 15,0 1 2-15,3 0 1 0,-1 0 3 0,0 0 1 16,0 0-1-16,0 0-10 0,0 0 2 0,0 0-3 0,1 1 4 16,1 1-5-16,0 0-8 0,0 0 4 0,0 2-6 15,0 5 6-15,0 4-11 0,1 6-1 0,3-1-3 16,0 3-1-16,1 1-4 0,5 4 7 0,-1 0-7 16,0 4 6-16,2 7-10 0,-3 2-1 0,1 5-2 15,0 6 4-15,1 4 1 0,1 4 3 0,-2 1-2 16,0 2-5-16,1 3 7 0,-1 1-7 0,-2-4 8 0,3 0-6 15,-5-3 2-15,1-3 0 0,-3-3 2 0,-1-3-3 16,2-7 5-16,-2-3 3 0,2-3 0 0,-1-5 1 16,1-1 2-16,0-4 6 0,-1-2-2 0,1-2 11 0,-2-7-7 15,2 2 1-15,-1 0-2 0,1-1 1 0,-2-3-1 16,0 0-6-16,0-2 4 0,-2-1-5 0,0-1-6 16,0-2 5-16,0-1-5 0,0 1 0 0,0-1 2 15,0-2-2-15,0 1 1 0,0-1-4 0,0 0 0 16,0-1-3-16,0 1 1 0,0 0-12 0,0-2-20 15,0 0-1-15,0-1-8 0,0 1-25 0,0 0-92 16,0 0-5-16,2 0-37 0,-1-2-92 0</inkml:trace>
  <inkml:trace contextRef="#ctx0" brushRef="#br0" timeOffset="140762.54">10951 4817 154 0,'0'-1'71'0,"0"-1"76"16,-2-7-49-16,-1-14 11 0,1-1-16 0,0-4 14 16,0 0-16-16,2-1-19 0,-2 1 2 0,2 0-8 15,0 2-10-15,0 0 2 0,0 0-2 0,0 7 5 16,0 1 9-16,0 5-17 0,0-4 3 0,0 4-9 15,0 6-3-15,0-1 7 0,0 5-6 0,0 1 4 16,0-2-24-16,0 0-4 0,0 1-3 0,0 1 1 0,0 0-2 16,0 2 5-16,0 0-1 0,0 2 0 0,0 1-11 15,-2 22-4-15,2 8-2 0,0 6 0 0,0-2 4 16,2 2-9-16,2-2 3 0,2 2-4 0,-1 0 11 0,1-3-7 16,-1 3 3-16,1-4-5 0,-1-2 3 0,1 2 4 15,-2-1-1-15,-1 1 2 0,1 0-1 0,0 1 0 16,0 1 1-16,-1 0 0 0,-1-2 5 0,0 1 3 15,0-5 0-15,-2 1 1 0,0-3-5 0,2 1 1 16,-2-2 5-16,0-9-2 0,0-1 13 0,0-5-19 16,0 0 1-16,0-2-7 0,0-3 0 0,0-1-2 15,0-1-2-15,2 1-1 0,-2-3-20 0,0 0-20 16,1-1-5-16,1 1-10 0,0 0-72 0,0-1-120 16,0 1-22-16,0 2-48 0,1 1-240 0</inkml:trace>
  <inkml:trace contextRef="#ctx0" brushRef="#br0" timeOffset="141361.29">11579 5529 435 0,'0'0'156'0,"0"0"-172"16,0-2 178-16,0 0-80 0,-2 0 41 0,0 0 12 15,0 0 3-15,0 0-6 0,1 1-45 0,-1-1-12 16,0 0 0-16,0 0-3 0,0 0 7 0,0 0-7 0,0 0 1 16,1 1-3-16,-1-1-2 0,0 0-27 0,0 0-2 15,0 0-8-15,0 0-14 0,0 0 14 0,2 2-4 16,0 0 6-16,0 0-10 0,0 0-2 0,0 2 3 0,0 0-3 16,0 2 3-16,0 3-2 0,4 21-3 0,0 0 0 15,0 2-8-15,1 5 0 0,-1-2 2 16,-2 3-2-16,1 3-8 0,1-2 6 0,0 2-6 0,0 0 5 15,-1 4-8-15,1-1 4 0,0 5-1 0,-1 1 1 16,3 0-4-16,0 2 0 0,-3 2 2 0,3 0 0 16,-2 2-2-16,1 2 4 0,-1-2-4 0,0 1 4 15,-1-1-2-15,1-2-5 0,0-2 5 0,-1 1-4 16,-1-1 7-16,2-4-1 0,0-1-1 0,-3-6 1 0,3 0-4 16,-2-4 0-16,2-2 0 0,-1-3 1 0,1 0 1 15,0-2 7-15,0-2-6 0,-1 0 7 0,1-4-8 16,0 0 0-16,-1-1-1 0,1-1 0 0,0-3-2 0,1-1-1 15,1 3 4-15,-2-6-2 0,-1-2-3 0,1 0-8 16,-2-1-5-16,0-3-1 0,0 0-27 0,0 1 5 16,-2-3-8-16,0 1 2 0,0-4-63 0,0 0-49 15,0 1-14-15,0 1-10 0,0 0-54 0,-2 0-167 16</inkml:trace>
  <inkml:trace contextRef="#ctx0" brushRef="#br0" timeOffset="141847.43">10645 7335 581 0,'-2'0'96'16,"0"0"10"-16,-5 0 36 0,-14-2-37 0,6 1 7 15,4-1-19-15,4 0-10 0,3 0-3 0,0 0-2 16,1 0-23-16,-1 0-7 0,0 1-5 0,1-1 3 16,-1 0 10-16,0 0-6 0,2 0 4 0,0 0-7 0,1 0-10 15,-1 1-7-15,0-1 3 0,0 0-3 0,0 0 7 16,0 0-9-16,0 2-2 0,1 0-1 0,-1 0-2 0,2 0-9 16,0 0-1-16,0 0-3 0,2 0-1 0,-1 2-5 15,3 0 6-15,11 3-6 0,13 5 5 0,3-1-2 16,1-2 4-16,3 1-2 0,6-4 1 0,0-1 10 15,7-1-8-15,4-2 9 0,4-4-3 0,9 1 9 16,2-3-2-16,0 1 2 0,-1-3-13 0,-2 1-3 16,-7-1 2-16,-5 3-3 0,-4 1-8 0,-9 2-1 15,0 0 0-15,-7 0 2 0,-2 1 5 0,-6 1-2 16,0 0 1-16,-5 0 0 0,-1 0 1 0,-3 1 0 16,-2 1-2-16,-2 0 2 0,-2 0 1 0,-3-2 4 15,-1 0 1-15,-1 0 0 0,2 2-10 0,-3-2-5 0,1 0-4 16,0 0 0-16,-2 0-6 0,1 0-11 0,-1 0-2 15,0 0-8-15,0 0-53 0,2 2-123 0,-1 1 0 16,-1 1-49-16,0 0-95 0</inkml:trace>
  <inkml:trace contextRef="#ctx0" brushRef="#br0" timeOffset="142363.06">11133 7525 609 0,'0'0'69'0,"0"-2"133"0,-2 0-151 0,0 0 30 16,1 0-4-16,-1-2 13 0,0 1 7 0,0-1-34 16,0 0 0-16,2 1-13 0,0-1-8 0,0 0 11 15,0 0 2-15,0 1 2 0,0 1 8 0,0 0 1 16,0 0 0-16,0 0 1 0,0 0 8 0,0 1-21 15,0-1 13-15,0 0-15 0,0 0 24 0,0 0-34 16,0 0 3-16,0 2-14 0,0 0-14 0,0 0 12 16,0 2-3-16,0 2 6 0,-2 7 3 0,0 17-19 0,1 2 3 15,1 7-8-15,0 0 3 0,1 0-4 0,1 2-2 16,0 2 0-16,0-2-6 0,0 4 2 0,0 1 0 16,1-1 1-16,1 1-5 0,-2 1 1 0,2-2 2 15,-1 1 0-15,1-3 1 0,-2 5-1 0,0 1-1 16,0-1 1-16,0 3 0 0,-1 1-3 0,-1 0 1 0,0 0-1 15,0 2 0-15,0 4 3 0,0-4-4 0,0 1 4 16,0 1-6-16,-1-2 6 0,-1-5 1 0,0-1 2 16,-2-1-7-16,2-4 1 0,0-2-1 0,1 0 2 15,-1-2-3-15,2-2 5 0,0 0-5 0,0-1 5 16,0-1-2-16,0 1-3 0,0-5 5 0,0 1-5 16,0-4 8-16,0 0 0 0,0-2-4 0,0-2 3 0,0 1-2 15,0-1-6-15,0-7 3 0,0 0-3 0,0-1 4 16,0-2-1-16,0-1-1 0,0-8 1 0,0 3 4 15,0 0-10-15,0-1 1 0,0 1-7 0,0-3-13 16,0 1-50-16,0 0-17 0,0 0-19 0,0-1-127 0,0-1-143 16,0 0-120-16</inkml:trace>
  <inkml:trace contextRef="#ctx0" brushRef="#br0" timeOffset="143106.64">10279 9823 641 0,'0'0'64'0,"0"0"-6"0,-2 0 40 0,0 0 1 15,1 0-10-15,-1 0-9 0,-2 0 2 0,0 0-3 16,1 0 1-16,-3 0-14 0,0 0-6 0,3 0-3 0,-1 0-2 16,0 0-12-16,2 0-8 0,-1 0-3 0,1 0-2 15,-2-2-3-15,0 2 7 0,1 0-5 0,1-1 5 16,0 1-10-16,0 0-5 0,0 0 5 0,0 0-4 16,1 0 11-16,-1 0 7 0,2 0-2 0,0 0 3 15,0 0-2-15,2 0 6 0,-1 0-6 0,3 0 5 16,2 0-15-16,14 3 3 0,6 3 0 0,0-2 0 15,8 1 1-15,5-1-7 0,-4-2-1 0,9-2-3 0,1 0-6 16,3-4-5-16,4-2-2 0,2-3 0 0,0-4 2 16,0-2-7-16,1-5 2 0,1-1-3 0,2 1 3 15,-1 1-3-15,3 1 2 0,-8 3-3 0,-6 4 0 0,-5 2 4 16,-11 1 1-16,-4 3 1 0,-8 1-6 0,6 2 2 16,-5 0 1-16,-4 2 2 0,3 0-1 0,-14 0 4 15,3 0-3-15,-1 0 4 0,-2 0-9 0,-2 0 1 16,1 0-1-16,1 2 1 0,0 0-1 0,-1-2-1 15,1 2-3-15,0-2 2 0,0 0 0 0,-1 2-3 16,1-1 1-16,0 1-5 0,-1 0-15 0,1 0-23 16,-2-2-11-16,0 2-6 0,0 0-57 0,1 0-136 15,1-1-13-15,0 1-63 0,0-2-240 0</inkml:trace>
  <inkml:trace contextRef="#ctx0" brushRef="#br0" timeOffset="143436.93">10918 10014 1655 0,'0'0'71'0,"-2"0"-6"16,0 2-4-16,0 0 8 0,0 0-31 0,1-2-3 15,-1 0-18-15,0 0 7 0,0 0-8 0,2 0 31 0,0 0 1 16,2 0-4-16,0 0 1 0,1 0-20 0,3 0-10 16,16 2 1-16,-1-2-5 0,-1 0-10 0,2 0 8 15,1 0-5-15,-3 0 6 0,2 0-10 0,-1 0 2 16,-3 0 1-16,-1 0 0 0,2 0 1 0,-3 0-7 16,-5 0 3-16,6 0-5 0,-8 0 0 0,-7 0-36 15,9 0-2-15,1 0-15 0,1 0-51 0,5 0-178 16,-5 0-31-16</inkml:trace>
  <inkml:trace contextRef="#ctx0" brushRef="#br0" timeOffset="143655.5">11009 10247 1337 0,'0'1'72'0,"0"1"123"15,0 0-142-15,0 0-5 0,0 0 8 0,0 0-1 16,2 0 28-16,0-1-8 0,1-1-8 0,12 0 2 16,7 0-19-16,-3 0-33 0,-10 0 5 0,6 0-15 15,0-1 1-15,0-1-6 0,3 0 2 0,-5 2-4 0,-5 0-8 16,1-2-33-16,-2 2-16 0,1-2-21 0,-3 0-197 16</inkml:trace>
  <inkml:trace contextRef="#ctx0" brushRef="#br0" timeOffset="147168.72">11512 4767 1 0,'0'0'0'0,"0"0"9"0,0 0 97 0,0 0-14 16,0 0 12-16,0 0-39 0,0 0-10 0,0-1-10 15,0-1 0-15,0 0 2 0,0 0-2 0,0 0 7 16,0 0-13-16,0 0 12 0,0 1-16 0,0-3-4 15,0 0 1-15,0 2-4 0,0-3-11 0,0-3 4 0,0 5-2 16,0-7 1-16,0 3-9 0,0-1 5 0,0-1 2 16,0 2 1-16,0-1-6 0,0 1 3 0,-2-4-3 15,2 0 3-15,0 1-2 0,0-1 2 0,0-2-3 16,0 2 3-16,0-2 3 0,0 2 1 0,0 0 6 0,0 0-2 16,0-1 8-16,0 3-8 0,0 0 2 0,0 1-4 15,0-1 0-15,0 2 3 0,0-3-3 0,0 3 3 16,0 0 4-16,0 1 7 0,0-3 0 0,0 1 1 15,0 5-13-15,0-3-4 0,0 4 0 0,0 0 2 16,0-1 20-16,0-1-14 0,0 0 13 0,0 0-15 16,0 1 6-16,0 1-6 0,0 0-8 0,0 0 3 15,0 0-13-15,0 0 2 0,0 1-1 0,0-1 0 16,-2 2-8-16,0 0 4 0,2 0-2 0,0 2 2 0,0-1-10 16,0 1 3-16,0 0 1 0,0 2 2 0,-1 7 5 15,-1 11-4-15,0 2-1 0,2 4 1 0,0 0 6 0,0-7-5 16,0 5 1-16,0-4-2 0,0 0-3 0,-2 0 7 15,0 3-4-15,0-7 6 0,0 4-3 0,1-3-4 16,1-2 5-16,0-2-6 0,0-1 0 0,0-2 7 16,0-3-2-16,0 0 4 0,0 0-9 0,0-1 5 15,0 1-6-15,0-2 6 0,0 1 1 0,0-1 1 16,0-1-1-16,0 1 0 0,0-3-11 0,0 2 7 0,0 1-2 16,0 0 4-16,0 1-12 0,0-1-3 0,0 3-6 15,0-5 1-15,-2 4-28 0,2-3-110 0,0-2 1 16,0 1-49-16,0-3-101 0</inkml:trace>
  <inkml:trace contextRef="#ctx0" brushRef="#br0" timeOffset="148056.48">11284 4910 786 0,'0'0'45'0,"0"0"-2"0,0 0 50 16,0 0-12-16,0-2 7 0,-2 1-25 0,0-1-22 16,0 0-1-16,2 0-7 0,0 0-2 0,0 0 1 15,0 0-3-15,0 1 1 0,0-1-12 0,0 0 18 0,0 0 0 16,0 0 5-16,0 0-5 0,0 0-6 0,0 2 0 16,0 0-2-16,0 0-4 0,0 0 3 0,0 0-4 15,0 0 2-15,0 0-6 0,0 0 0 0,0 0 2 16,0 0-2-16,0 0-8 0,2 2 1 0,0 0-6 0,0 0 6 15,-1 0-8-15,1 0 8 0,0 0-4 0,0-1 4 16,0 1-8-16,0 0 7 0,0 0 1 0,-1 0 1 16,3 2-11-16,0-1 6 0,0 1-6 0,-1 0 7 15,1-1-1-15,0 1 0 0,-4-2 3 0,5 4-3 16,1-1-3-16,-2 1-2 0,1-1 2 0,1 3-2 16,-1-1 5-16,1 1-2 0,-2-1-2 0,3 2 1 15,0 1-3-15,-3-1 4 0,0 0-3 0,0 0 2 0,1 1-7 16,-1-1 7-16,1 0-4 0,-1 1 6 0,-2-1-5 15,0-2 0-15,2 3 1 0,-3-3-1 0,5 0 7 16,-2-1-6-16,1 1 4 0,-3-3-6 0,2 2 3 0,0-1-3 16,-1 3-1-16,1-3 0 0,0 1 0 0,-1 1 0 15,-1-1 2-15,0-1-1 0,2 1-5 0,-2-2 11 16,0-1-7-16,-1 1 9 0,1 0-9 0,2 0 2 16,0-1 0-16,-2 1-1 0,-1 0-1 0,1-2 6 15,0 1-3-15,0-1 5 0,0 0-2 0,0 0-6 16,0 0 6-16,-1 0-6 0,1-1 7 0,0 1-1 15,0 0-2-15,0 0 2 0,0 0 0 0,0 0-8 0,-1 0 2 16,1-1-5-16,0-1 2 0,0 0 5 0,0 0-2 16,0 0 3-16,0 0-3 0,-1 0 0 0,1 0 2 15,0 0 0-15,0-1 4 0,0-1-7 0,0 0 3 16,0 0-3-16,-1-2 6 0,1 1-5 0,4-7-2 16,1-3 0-16,1 0-1 0,-1-2 3 0,1 1 0 15,-1-1-1-15,0-2 1 0,1 0 0 0,-1 2 3 0,1-1-2 16,-1 1-1-16,1 0 3 0,-1 2-5 0,0 0 3 15,1 0-4-15,-3 2 5 0,-1 3 2 0,0 1 2 16,-1 0 0-16,1 1-9 0,0 0 2 0,0 1-5 16,-4 3 11-16,1-2 3 0,-1 2-2 0,2-1-1 15,2-3-4-15,-2 2 3 0,-2 3-1 0,0-1 1 0,0 0-4 16,0 0 0-16,4-2 4 0,-1 1 0 0,-1-1 0 16,0 2-5-16,0 0-7 0,0 0-1 0,0 0-31 15,-1 1-159-15,1-1-15 0,0 0-71 0,0 2-262 16</inkml:trace>
  <inkml:trace contextRef="#ctx0" brushRef="#br0" timeOffset="148752.17">12186 5005 788 0,'0'0'57'16,"0"0"-3"-16,0-2 61 0,-2 0-14 0,0 0 8 15,0-1-26-15,2 1-15 0,-5-7-4 0,-1-1-6 16,3 3-16-16,1 1-8 0,-2 1 4 0,2 1-7 0,0 0-6 16,0 1-5-16,1-1 1 0,-1 0-2 0,0 0-5 15,0 3-5-15,0-1 2 0,0 0 0 0,2 0 7 0,0 0 2 16,0 0-1-16,0 0 1 0,0 1-1 0,0-1-4 16,0 2 6-16,0 0-4 0,0 0 3 0,0 0 3 15,0 0-10-15,0 2 8 0,0-1-12 0,0 1-7 16,0 0 4-16,0 2-5 0,0 5 5 0,0 10 0 15,0-1-4-15,0 3 3 0,0 1-3 0,0 2 0 16,-2 2 0-16,1 0 0 0,-1 0-2 0,0 0 0 16,2 0 2-16,-2 2-2 0,0-4 4 0,0 2 0 15,-1-4 2-15,-1-3-1 0,2 1 1 0,0-7-6 16,0 2 7-16,0-2-5 0,2-5 11 0,-1 1 1 16,1-7-8-16,0 2 7 0,-2-1 2 0,0 1 11 0,0 0 1 15,0-1 1-15,0-1-7 0,0 0-12 0,1 0 5 16,-3 0-7-16,0 0 3 0,0 0 1 0,1-1-2 15,1-1 3-15,-2 2 0 0,2-2-3 0,0 0 1 0,-5 2-1 16,-2 0-2-16,7-2 8 0,-6 2-10 0,5 0 7 16,-1 0-14-16,2-1-2 0,0 1 3 0,0 0-2 15,1-2 0-15,-1 0-2 0,2 0-1 0,0 0-1 16,0 0 4-16,2 0 0 0,-1 0 2 0,3 0-1 16,-2 0 2-16,15-5 0 0,1-1-3 0,5-1 1 15,-3 1 3-15,0 0-1 0,-1 1 2 0,1 1-3 0,-1 0-1 16,-4 3 2-16,2-1 0 0,-4 0 0 0,-2 2 0 15,2 0 0-15,-4 0 0 0,0 0 1 0,-1 0-4 16,-3 0 3-16,3 0-3 0,-5 0 3 0,1 0-7 16,0 0 1-16,-2 0-1 0,1 0 1 0,1 0-7 0,0 0-16 15,-1 0 3-15,1 0-9 0,-2 0-13 0,0 0-108 16,0 0-10-16,0 0-44 0,-1-2-148 0</inkml:trace>
  <inkml:trace contextRef="#ctx0" brushRef="#br0" timeOffset="149025.1">11831 4923 972 0,'-2'0'167'0,"1"-2"34"0,-1 1-60 0,0-1-74 15,0 0-14-15,0-2 14 0,0 0-10 0,0 1 0 0,2-1-4 16,0-3-6-16,0-3 8 0,4 1-5 0,4-2 3 15,14 2-21-15,9 1-2 0,7-1-2 0,-1 3-1 16,-2 1-7-16,-3 1-13 0,-3 2-2 0,-5-2-5 16,1 1 3-16,-1-14-3 0,-2 8 2 0,-7 5-4 15,0 2-9-15,1 2-13 0,-3 0-4 0,4 2-5 16,-4 0-39-16,-4 2-172 0,4 1-7 0,-1 3-80 0,1 1-256 16</inkml:trace>
  <inkml:trace contextRef="#ctx0" brushRef="#br0" timeOffset="149380.62">12559 5115 592 0,'0'0'139'0,"0"0"28"0,0 0-47 16,0 0-52-16,0 0-13 0,0-2 41 0,0 0-22 0,0 2-7 15,0 0-7-15,0 0-43 0,0 0 19 0,0 0-4 16,0 0 10-16,0 0 1 0,0 0-5 0,0 2 3 16,0 0-4-16,0 1 3 0,0-1 0 0,4 17-5 15,0-1 4-15,-1 3-4 0,1-3 5 0,0 5 3 16,-2-3-2-16,-1 2-5 0,1-1-9 0,-2-1-3 0,0 2 0 16,0-1-6-16,0-1-3 0,0-3 3 0,0 0-3 15,0-1-3-15,0-4-3 0,0 2-2 0,0-4 0 16,0 1-2-16,0 2 2 0,0-10-4 0,0 7 2 15,0-5-5-15,0-3 5 0,0 4-5 0,0-1 3 16,0-3-10-16,0 0 9 0,0 0-2 0,0 2 2 0,0-1-10 16,0 1-7-16,0 0-3 0,0-1-3 0,0 1-27 15,0 0-139-15,0-2-13 0,0 1-69 0,2 1-300 16</inkml:trace>
  <inkml:trace contextRef="#ctx0" brushRef="#br0" timeOffset="157996.57">12368 6082 16 0,'0'0'81'0,"0"0"-2"16,-2 0 63-16,0 0 19 0,0 0-39 0,0 0-21 16,1 0-14-16,-3 0-7 0,0 0 7 0,0 0 2 15,1 0-10-15,-5 0 2 0,-1 0-9 0,2 0-15 0,-1 0-13 16,3 0-2-16,-1 0-5 0,2 0-10 0,1 0 8 15,-1 0-2-15,0 0 3 0,1 0-1 0,-1-2-8 16,0 0-1-16,0 0-3 0,3 1-7 0,-1-1-1 16,0 2 3-16,0-2-3 0,0 0-7 0,2 0 2 15,0 0 0-15,0 0 2 0,2 1 3 0,0-1-3 16,0 0 1-16,1 0-1 0,3 0 1 0,11-3 3 16,3 1-6-16,-1 0 4 0,-1 2-6 0,1-1 0 0,1 1 0 15,-1 0-1-15,1 0-5 0,-1 0 0 0,-1 2 5 16,5 0-3-16,-5 0 4 0,1 0-3 0,-4 0-5 15,-4 0 4-15,4 0 5 0,-4 0-5 0,-4 0 9 16,-3 0-8-16,0 2 11 0,-1 0-5 0,1 0 5 16,0 1-3-16,-4-1 6 0,7 15-10 0,-3-2-5 0,-4 3 2 15,-2 5 2-15,-4-1 0 0,-3 4 1 0,0-4-2 16,-4 0-2-16,-2 3 0 0,-4 4-3 0,3-5 0 16,-1 2-2-16,2-3 1 0,13-1 6 0,-13 0-3 15,1-1-4-15,2 1 5 0,-1-3-5 0,2-1 7 16,0-1-5-16,2 0 0 0,1-3-4 0,3-1 2 15,-3 2-3-15,5-2 3 0,-1 0 1 0,-5-2-1 16,1 1 0-16,3-1 0 0,-1 0 2 0,2 0-1 0,1-2-2 16,-1 2 2-16,2-1 0 0,2-1 2 0,0 0-7 15,0-1 7-15,0-1-3 0,0-1 3 0,2-1-2 16,2 3 0-16,-4-6-3 0,7-1 2 0,14 14 2 0,3-6 1 16,2-3 1-16,9-4-2 0,0-4-9 0,8-4 7 15,-2-1-1-15,2-4 2 0,1 0-1 0,-3 0-1 16,-4 0 4-16,-9-1-1 0,2 3 5 0,-2 0-7 15,-1 0 3-15,-2 3-3 0,-9 0 10 0,-5 5-1 16,-3-1-1-16,-6 2-1 0,0 0-1 0,1 0-4 16,1-2 4-16,0 0-5 0,-1 2-10 0,-1 0-30 15,0 0-9-15,0 0-7 0,0 0-44 0,-2 0-51 16,0 0-9-16,0 0-21 0,0 0-105 0</inkml:trace>
  <inkml:trace contextRef="#ctx0" brushRef="#br0" timeOffset="158327.82">12268 6394 588 0,'0'0'50'0,"-2"0"-1"15,0 0 49-15,0 0-15 0,0 0 9 0,0 0-11 16,-1 0 5-16,-1 0 3 0,0 0-2 0,1 0-14 0,-1 0-9 16,2 0 0-16,-4-2-3 0,3 0-8 0,-1 0-7 15,0 0-4-15,1 2-1 0,1 0-10 0,0 0-7 16,0 0 1-16,0 0-1 0,0 0 7 0,2 0 1 16,0 2-4-16,2 0 3 0,2 0-5 0,7 0-10 15,13 3 8-15,4-1-11 0,3-2 2 0,7-4 0 16,1-2-7-16,5-3 5 0,6-4-13 0,2 0 4 15,4-2 1-15,3-2 1 0,-8 2 3 0,-3 0-4 16,-2 0 2-16</inkml:trace>
  <inkml:trace contextRef="#ctx0" brushRef="#br0" timeOffset="158908.06">12034 7231 834 0,'-2'0'90'0,"0"0"-8"0,0 0 26 16,0 0 2-16,0 0-28 0,-1 0-24 0,-1 0-9 15,2 0-4-15,0 0 1 0,0 0-14 0,1 0 2 0,-1 0-4 16,2 0 2-16,0 0-10 0,2-2 6 0,-1 1-6 15,3-1 5-15,15-6-16 0,10-3-3 0,1 0-3 16,-4 2 1-16,8-4-1 0,-3 2 5 0,3-1 1 16,1 1 1-16,0 2 1 0,2-2 0 0,2 0-4 15,2 0 2-15,-2-1-5 0,6 3 3 0,1 0 0 0,-1 1 0 16,5-1-7-16,-6 2-1 0,-1 1 4 0,-6 1-3 16,-5 1 10-16,1 2-3 0,-3 2 0 0,-4 0-3 15,-2 0-7-15,-5 0 1 0,-1 0 1 0,-5 0 2 16,2 0 5-16,0 0-5 0,-4 0 5 0,4 2-5 15,-4-2-1-15,-2 0 4 0,0 0-6 0,1 0 5 16,-1 0-6-16,0 0 3 0,1 0 0 0,-3 0 3 0,0 0 1 16,-1 0-6-16,-2 0-2 0,-1 0-2 0,1 0-3 15,-2 0-9-15,2 0 0 0,-1 0-5 0,1 0-15 16,-2 0-21-16,0 2-1 0,0 0-8 0,0-1-16 0,-2 3-55 16,0 13-17-16,-6 11-25 0,-3 0-175 0</inkml:trace>
  <inkml:trace contextRef="#ctx0" brushRef="#br0" timeOffset="159266.7">12255 7645 611 0,'-2'0'311'0,"0"0"-378"0,0 0 358 16,0-2-185-16,-1 1-49 0,-1-1-7 0,0 0-2 0,2 0-1 16,0 0-12-16,1 0-6 0,-1 0 3 0,0 1-3 15,0-1 9-15,0 0-6 0,0 0-2 0,0 0 0 16,1 0-2-16,-1 0-5 0,0 1 5 0,0 1-5 16,2 0-1-16,0 1 4 0,0 1-6 0,0 2 6 15,-4 26-7-15,2 5 0 0,-1-2 4 0,-1 5-3 16,-2-1 1-16,1 2-12 0,-3 3 4 0,1-1-5 15,0 2 6-15,3-4-4 0,-4 0-3 0,3-6 2 0,-1 1-4 16,3-6 3-16,1-4-2 0,-2-2 1 0,0-2-4 16,1-1-5-16,1 0 0 0,2-6-2 0,0 0 0 0,0-2-15 15,0-6-5-15,0-1-9 0,0 0-53 0,2-1-50 16,-1 1-8-16,3 0-21 0,-2-4-105 0</inkml:trace>
  <inkml:trace contextRef="#ctx0" brushRef="#br0" timeOffset="159559.45">12492 7939 652 0,'-2'0'195'15,"1"0"375"-15,-3 0-502 0,0 0-5 0,-3 0-17 0,-1 0 11 16,5 0-22-16,-1 0-14 0,2 0 2 0,-2 2-7 15,1-1-9-15,1 1-4 0,0 0 1 0,0 0-1 16,0 0-1-16,2 0 7 0,0 0-6 0,2-1 7 16,2 1-6-16,5 0 7 0,17 2 1 0,2-4 1 15,2 0 6-15,-1 0-8 0,5-2 0 0,-3-2-1 16,1-1 0-16,-1-1-1 0,-3 1 2 0,-5-1-2 0,-5 0 0 16,-1 1-8-16,0-1-6 0,-3 1-4 0,5-3-47 15,-2 3-54-15,-2-1-8 0,-2 2-30 0,0-1-186 16</inkml:trace>
  <inkml:trace contextRef="#ctx0" brushRef="#br0" timeOffset="159964.2">13133 7497 1068 0,'0'0'36'0,"0"0"-2"0,0 0 29 0,-2 0-5 15,0 0 1-15,2 0 8 0,0-2-25 0,0 0 10 16,0 0-14-16,0 0 10 0,0 0-5 0,0 1-2 0,0-1 1 16,0 2 7-16,0 0 9 0,0 0 0 0,0 0 1 15,0 0-10-15,0 0-21 0,0 0 2 0,0 0-7 16,0 2 11-16,0-1-16 0,0 1 10 0,0 2-12 15,0 7 1-15,-2 10-5 0,0 1-6 0,2 4 2 16,-1 0-8-16,-1 4 9 0,0 1-4 0,0-1 5 16,0 1-10-16,0-3 1 0,0 8 1 0,1-5 1 0,-1-1 5 15,0 5-6-15,0-11 1 0,-2 6-3 0,1-4 1 16,-1 2-2-16,0-2 5 0,0 0-4 0,1-2-1 16,-1-2 3-16,-2 0-6 0,3 1 5 0,-1-5-2 15,0 1-6-15,1-4 8 0,1-2-7 0,0 0-12 0,0-4-15 16,0 0-22-16,2-5 2 0,0 0-89 0,0-1-43 15,0 1-37-15,0 0-28 0,2-2-396 0</inkml:trace>
  <inkml:trace contextRef="#ctx0" brushRef="#br0" timeOffset="160478.81">13599 7539 1014 0,'0'0'81'0,"0"0"-5"0,0 0-9 0,-2 0 16 16,0 0-39-16,0 0 34 0,0 0-11 0,1 0-1 0,-1 0-6 15,0 0-24-15,0 0 4 0,0 0-2 0,0 2 4 16,0 0-3-16,1 0 9 0,-1 2-5 0,-2 1 6 16,-5 12-7-16,0 2 6 0,1-3-3 0,-3 5 3 15,0-1-15-15,-2 2 5 0,-2 1-8 0,0 1 6 16,-2 0-17-16,14-5-1 0,-20 5 2 0,1-8-3 15,2 7-6-15,1-3-5 0,-1-1 0 0,1-1-1 0,1-1 8 16,-1 0-6-16,2-2 6 0,2-4-6 0,2 2 1 16,4-4-4-16,0 0 0 0,3-3 0 0,1-2 3 15,1-1-6-15,2-1-1 0,0 0 0 0,0 0-6 0,1 0 3 16,1-1 0-16,-2 3 1 0,-2 0 2 0,0 0-3 16,2-1 0-16,1 1-1 0,-1 0 2 0,0-1-4 15,0 1 6-15,0 0-5 0,2 0 8 0,0-1-2 16,0 1-3-16,2 0 1 0,0-1-3 0,0 1 4 15,1 0 1-15,3 0 0 0,11 5 0 0,-2-2-2 16,1 1 0-16,3-3 0 0,-2 1 7 0,5-2-6 16,2-1 1-16,-4 1-1 0,-1-2 1 0,5 2 1 15,-5-3-1-15,5 1 0 0,2 2-1 0,-9-2-2 16,-3 0 3-16,1 0-1 0,2 1 3 0,2 1 0 0,-1 0-3 16,-3-2 1-16,0-1-5 0,0 1 5 0,-4-2-4 15,0 0 4-15,-2 0-6 0,4 0 2 0,-4 0 3 16,4 0 0-16,-1-2-7 0,-3 1-6 0,2-3-3 0,-2 0 0 15,1 0-5-15,-3 1-13 0,2-1-8 0,-3 2-2 16,-1-2-41-16,-1 3-115 0,4-3-67 0</inkml:trace>
  <inkml:trace contextRef="#ctx0" brushRef="#br0" timeOffset="175341.49">4002 12844 337 0,'0'-2'29'16,"0"0"3"-16,0 1 28 0,0-3 4 0,0-4-9 0,-4-10-10 15,2-1-7-15,0 3 4 0,2-1-3 0,0 0 0 16,0 4-1-16,0 0-2 0,0-2 0 0,0 2-2 0,0-2 4 16,2-3 3-16,0 3-2 0,0 0-6 0,1-2 2 15,-1 3-3-15,0 1 4 0,0 1-4 0,0 5-6 16,0 1-4-16,-2 3 0 0,0-1-10 0,0 2 3 15,2-2-6-15,-1 1 5 0,1 1 5 0,0 0-4 16,0 0 5-16,0 2-7 0,-2 2-7 0,0 0-2 16,0 5 2-16,0 29-2 0,-2-1-1 0,0 4 0 15,-2 0 0-15,1 2 0 0,-1 0-3 0,0-2 5 16,1-2-3-16,-1-2 7 0,2-3 0 0,0-1-5 16,0-3 5-16,2-2-6 0,0-2 2 0,0-2 4 0,0 2 0 15,0-3 4-15,0 1 3 0,0-3-8 0,0-1 0 16,-2-1-1-16,1-2 3 0,1-2 9 0,-2 0-5 15,0-2 6-15,0-2-14 0,2-3 5 0,-2 1-4 16,0 1 4-16,0-3-3 0,1 1-3 0,-1-2 1 0,0-1-2 16,0 5 2-16,-11-6-1 0,0 3 2 0,0 1-2 15,-2-4 2-15,0-1-6 0,0 1-1 0,-1 9-1 16,-1-1 10-16,0-3-7 0,1-1 8 0,-3-3-9 16,8-1-2-16,-2 0 10 0,-2-2 2 0,8 0 4 15,-5 0 7-15,1 0-2 0,6 0-3 0,-5 0 0 16,7 0-5-16,-1 0 2 0,0 0-6 0,2 0 3 0,1 0-11 15,-1 0 0-15,0 0 2 0,2-2 0 0,0 0 7 16,2 1-5-16,1-1-1 0,7 0-2 0,12-6-2 0,4 1 2 16,2 0 1-16,-2 1 1 0,2 0-1 15,1 1 2-15,3-1 0 0,1-1 0 0,1 1 5 0,-3 1-8 16,3-1 3-16,-5 1-4 0,3 1 0 0,-2 0 0 16,-6 0 1-16,2 3 0 0,-8-1 5 0,-1 2-6 15,2-2 5-15,-6 2-5 0,0 0 2 0,-2 0-3 16,-4 0-1-16,3 0 1 0,-9 0-4 0,1 0 2 15,0 0-3-15,2 0 2 0,0 0-14 0,-1 0-37 16,1 0-17-16,-2 0-9 0,0 0-72 0,-2-2-46 16,0 0-8-16,-2 0-20 0,0 0-86 0</inkml:trace>
  <inkml:trace contextRef="#ctx0" brushRef="#br0" timeOffset="175611.99">3433 12701 810 0,'-2'-2'141'0,"2"0"278"16,-11-16-347-16,6 7-49 0,-1 0 6 0,6 7-21 16,-2-4-9-16,2 1 3 0,0 1-2 0,4-3 5 0,0 4 2 15,22-5 0-15,5-1 14 0,6 0-3 0,1-4 41 16,4 2-33-16,3 0 2 0,1 2-13 0,-1 2-10 15,-8-1 5-15,0 3-8 0,-5 1 6 0,-1 3-8 0,-1 1-6 16,-4-15 2-16,0 6-4 0,0 5 3 0,-4 6-10 16,1 0-17-16,-1 4 0 0,-2 2-85 0,2 5-25 15,1 2-17-15,-1 2-9 0,2-2-128 0</inkml:trace>
  <inkml:trace contextRef="#ctx0" brushRef="#br0" timeOffset="176126.63">4520 13180 1167 0,'-2'0'36'0,"0"0"-2"0,0 0 5 0,-2 0-4 0,1-2-9 16,-3 2-9-16,-3-2-6 0,5 2 7 0,-2-1-5 15,3 1 24-15,-1-2-6 0,0 0-4 0,1 0-1 16,1 0-13-16,0 0 1 0,2 0 6 0,0 1-3 15,2-1 17-15,0 0-9 0,7-4 3 0,13-5-7 16,4 2-12-16,-4 3-8 0,-1 3 0 0,-3 1-1 16,1 2 1-16,0 3 1 0,-5 1 0 0,1 4 0 0,0 1 4 15,-4-2 6-15,-2 4 0 0,-1 12 0 0,-4 3-12 16,12 0 9-16,-3 2-7 0,-7 1 8 0,-4-1-10 0,-4 2 8 16,-4 0-4-16,-1-4 5 0,-2-2-5 0,-3-4 5 15,1 1 2-15,0-5 1 0,9 1 4 0,-12 2-8 16,-3-6 0-16,-2-4-1 0,4-2 8 0,1-3-1 15,1-2 4-15,3 0-4 0,1 0 4 0,3 1 6 16,3-1-2-16,-1 2 3 0,0 0-4 0,1-3-19 16,-1 1 7-16,2 0-9 0,0 0 5 0,0 0-5 15,2 0 2-15,2 0-2 0,0-1 1 0,5-1 1 16,18 0-4-16,4-3 2 0,3-3 1 0,3-3-1 16,2 0 0-16,6-1-1 0,0 3 0 0,1-1 1 0,3 1 5 15,3 0-3-15,-4-1-2 0,-9 3 0 0,-1-1 1 16,-10 2 0-16,1-1 1 0,-4 1-1 0,-3 2-1 15,-1 0 0-15,-8 2-4 0,-2 0-1 0,0 0 0 16,-7 0-2-16,4 0-12 0,-2 0-23 0,-1 0-13 16,1 0-4-16,0 0-53 0,-2 0-48 0,-1 0-7 0,1 0-20 15,0 0-76-15</inkml:trace>
  <inkml:trace contextRef="#ctx0" brushRef="#br0" timeOffset="176527.51">5557 12800 537 0,'-1'0'43'0,"-1"0"83"0,-2 0-82 0,0 0-21 16,-3 0 3-16,-2 0-10 0,-1 0-8 0,5 0 20 16,1 0 3-16,0 0 7 0,2 0 26 0,-1 0 11 0,-1 0 2 15,2 0 2-15,0 0-1 0,0 1-41 0,2-1 8 16,2 0-18-16,0 0 5 0,6 0 3 0,21 4-5 16,8-2 5-16,2-2-6 0,10 0-2 0,1 0-2 15,2-2 1-15,-4-2-10 0,0 1-9 0,-1 1 0 16,-1-2-4-16,-1 2-2 0,-4-1 3 0,-6 1-3 0,-9-2 3 15,0 0 2-15,-6 2-5 0,-3 1 6 0,2-1-7 16,-6 2-2-16,-4 0-2 0,-2 0-1 0,-3 0 1 16,-2 0-2-16,2-2-25 0,-1 0-11 0,-1 0-7 15,0 0-64-15,0 0-32 0,-2 1 11 0,0-1-13 16,-2 2 47-16,0 0-46 0,0 0-12 0,-1 0-19 16,-9 2-96-16</inkml:trace>
  <inkml:trace contextRef="#ctx0" brushRef="#br0" timeOffset="176743.93">5663 13011 731 0,'-2'0'56'0,"1"0"97"0,-1 0-94 0,0 0-8 16,0 0-3-16,0 0-3 0,0 0-13 0,0 0 14 16,1 0-7-16,1 0 8 0,0 0-14 0,1 0-2 15,1 0-1-15,0 0 0 0,30-2 10 0,1 1 1 16,2-3 2-16,10 0-1 0,-6 0-6 0,6-1-9 0,1-1 0 15,-9 1-4-15,4-1-10 0,-8 2-13 0,-3 1 5 16,-4-1-6-16,-4 2 4 0,-1 0-1 0,-5 0-5 16,-1 1 2-16,-2-1-11 0,-2 0-50 0,-1 0-52 15,-1 0-16-15,-2 2-318 0</inkml:trace>
  <inkml:trace contextRef="#ctx0" brushRef="#br0" timeOffset="177602.09">7412 11945 440 0,'0'-1'47'0,"0"-1"-1"15,0-11 23-15,-2-23-1 0,1 3-9 0,1 1-8 16,0-1-12-16,0 2 0 0,0 1-3 0,0 0-3 16,0 0 22-16,0 6-8 0,0 2 16 0,0 2 7 15,0 5-22-15,0 2 11 0,-2 2-17 0,0 1-4 0,0 1 6 16,2 3-10-16,0 3 7 0,0 1-21 0,0 0-11 16,-2-2 3-16,2 1-6 0,0-1 1 0,0 2-3 15,0 0-2-15,0 0 1 0,0 0 9 0,0 2-12 16,2 0 6-16,0 2-9 0,0 0-1 0,3 9 4 15,6 19 0-15,1 5 2 0,1 4 4 0,-2 2-8 16,2 9 2-16,0 0-4 0,0 4-1 0,-2-2 8 16,2-2-5-16,-2-5 5 0,-2-4-6 0,1-2 3 0,-3-4 1 15,0-2 1-15,1-3 0 0,-1-4-2 0,1 0 3 16,-1-4-3-16,2-1 6 0,-1-4 1 0,-1-1-7 16,-1-3 5-16,-1-2-5 0,1 1 0 0,0-3 5 15,-3-4-5-15,1 3 4 0,-4-6 2 0,2 1-4 16,2 1 4-16,-1 0 1 0,-1-4 5 0,4 2 1 0,-1 0 0 15,1-2 2-15,-1 0-7 0,1 0-1 0,3-6-3 16,1-1 6-16,-1-14-7 0,2-9 8 0,-2-3-6 16,1-4 9-16,1-4-9 0,0-7 0 0,4-2-3 15,-2-4 0-15,3-6 0 0,3 6 2 0,-1-3-1 16,1 3 5-16,0 4-6 0,-1 4 3 0,1 7-3 16,3 1 17-16,-3 7-12 0,-1 5 5 0,-1 5-7 0,-6 5 2 15,-2 5-6-15,-3 1-1 0,-4 5 0 0,0 1 0 16,-2 2-3-16,1 2 1 0,1 0-2 0,2-2-7 15,-2 2-5-15,2-2-5 0,-1 1 0 0,-1 1-26 16,0 0-47-16,0 1-10 0,-2 1-18 0,-2 8-77 0,-5 19-146 16</inkml:trace>
  <inkml:trace contextRef="#ctx0" brushRef="#br0" timeOffset="178018.61">8135 12152 1112 0,'0'0'87'0,"-2"-2"-96"0,0 0 94 15,0 0-47-15,-2 0-21 0,1 0-6 0,1 0 2 16,0 1-3-16,0-1 0 0,0 0-7 0,2 0 3 0,0 0-6 16,2 0 2-16,0 0 2 0,2 1-2 0,1-1 1 15,6-2-6-15,2 2 15 0,2 2-5 0,2 2 9 16,-6 2-12-16,-5-1 6 0,-3-1-4 0,-1 19 5 15,13 1-7-15,-4 2 0 0,-3 2 5 0,-7 0-3 16,-1-2 6-16,-3 0-7 0,-5 1 4 0,-1-3-3 16,0-2 9-16,-2-1 4 0,-2 1-4 0,7-3 4 15,-13 0 1-15,3-4 7 0,-1 0-2 0,6-2 2 0,5 0-9 16,-3-6 1-16,7 1 4 0,0-2-3 0,-1-2-5 0,3-1 17 16,0 1-7-16,0 0 12 0,0 0-3 0,-2 2-9 15,0-1-5-15,2 1-1 0,2-2-6 0,0 0-7 16,5 0 6-16,15 1-7 0,-1-1 5 0,5-2-8 15,2-2 1-15,-2-1-1 0,3-3 1 0,-5 1-7 16,2-1-3-16,0 0-2 0,-3 1-6 0,-1-1-5 16,-2 1 0-16,-1-1-3 0,3-1-6 0,1-1-19 15,1-1-18-15,0-2-5 0,0 0-91 0,0-2-80 16,2 0-5-16</inkml:trace>
  <inkml:trace contextRef="#ctx0" brushRef="#br0" timeOffset="178277.65">8914 12042 1366 0,'-1'0'37'15,"-1"-2"0"-15,-9-2-7 0,-10-1-1 0,6 1-15 16,4 0-12-16,6 3-2 0,3 1-3 0,0 0 2 0,-2 0-2 15,2 0 6-15,0 0 3 0,2 0 4 0,0 0 17 16,2 0-3-16,2 0 2 0,22-2-4 0,6 0 0 16,3 0 5-16,0-4-5 0,6 1 3 0,4-1-17 15,-5 1 2-15,1 1-4 0,-7-2 3 0,-1 5-7 0,-5-3-16 16,-2 2 4-16,0 0-10 0,-4 2-7 0,-1 0-39 16,1 0-18-16,-4 0-10 0,1 0-84 0,-2 0-76 15,-4 2-41-15</inkml:trace>
  <inkml:trace contextRef="#ctx0" brushRef="#br0" timeOffset="178769.01">9731 11747 770 0,'0'-2'129'0,"0"0"2"0,-1 0-35 0,-1-1-10 15,-2-10-49-15,-5 0-8 0,1 3-13 0,6 3 3 0,-3 3-6 16,-1-1 9-16,4 3 1 0,-3 0-1 0,1-2 0 15,0 0-11-15,3 1-7 0,-1 1 4 0,0 0-4 16,0 0 12-16,0 0-4 0,2 2 5 0,0 0-5 16,2 0 4-16,0 2-3 0,0 2-5 0,5 9 3 15,6 13-7-15,-2-2-1 0,-3-2 1 0,1 6-1 16,-3-2 3-16,-1 4-8 0,1 1 1 0,-3-3-4 16,1 0 8-16,-2 0-2 0,0 2 2 0,-2-3-3 15,2 1 3-15,-1-4 1 0,3 1-3 0,0-3 1 0,0-4-1 16,1-1 5-16,1-2 1 0,-1-2 1 0,1 0 12 0,-2-4-2 15,1 2 2-15,1-1-2 0,-1-3 7 0,-1-1-11 16,2-4 5-16,3-1-8 0,4 1-2 0,-2 6 0 16,0-1 0-16,2-1 1 0,0-4 7 0,2-2-6 15,-2-2 3-15,0-2-3 0,2-3 8 0,-4 1-8 16,4-24 2-16,0-5-4 0,1 0 7 0,1-6-1 16,2-2 0-16,1-5-1 0,1-6-2 0,1-2 3 15,0 4 1-15,0 0 1 0,3 8 1 0,-5 3 0 16,-1 4-2-16,-3 7 0 0,-3 4-5 0,-3 6-5 15,1 3 3-15,-6 4-3 0,-1 4-3 0,0 3-2 0,-1 1-2 16,-3 3 0-16,4-2-7 0,0 0-21 0,-2 1 3 16,0 1-8-16,-1 0 5 0,1 0-15 0,-2 2-13 15,0 0-4-15,0 2-65 0,0 2-55 0,-3 14-15 16,-3 10-20-16,2 2-114 0</inkml:trace>
  <inkml:trace contextRef="#ctx0" brushRef="#br0" timeOffset="179033.52">10509 12068 455 0,'0'-2'345'0,"0"0"-427"0,0-3 396 0,-3-12-207 0,1 2-49 0,0 4-7 16,2 4-2-16,0-1-2 0,0 4-14 0,0-1-13 15,0 1 7-15,0 0-8 0,0 3 9 0,0-1 10 16,0 0 0-16,0 0 4 0,0 2-2 0,0 0-20 15,2 2 0-15,-2 3-6 0,3 23-8 0,1 6 3 16,-2-6 5-16,-2 3 0 0,0-3 18 0,0-2-2 16,-2 0-2-16,-2 0 3 0,3-2 0 0,-1-3-12 15,-2 1 0-15,2-2-6 0,-2-1-9 0,3-1-1 16,-1-3 4-16,0 0-4 0,2-2 0 0,0-2-11 16,0-1-13-16,0-3-4 0,0-1-78 0,0-1-222 15,0 1-68-15</inkml:trace>
  <inkml:trace contextRef="#ctx0" brushRef="#br0" timeOffset="180060.61">7644 13184 325 0,'-1'0'37'0,"-1"-2"59"15,0 0-54-15,0 0-7 0,-2 0-1 0,1-1-1 16,-5 1 7-16,-3-6 14 0,-4 1 1 0,-5 0 3 0,5 1-5 16,-6-1-20-16,5 1 7 0,1 2-12 0,4 1 4 15,-8-10 1-15,-1 1-8 0,3 5 7 0,-3 1-7 16,7 5 17-16,3-1-5 0,-6 0 7 0,3 0-13 0,1 2-7 16,1 0 8-16,6 0-8 0,1 0 0 0,0 0-7 15,2 0-5-15,-1 0 3 0,-1 0-7 0,2 0 6 16,0 0 1-16,0 0 3 0,2 0 13 0,0 0-13 15,0 0-1-15,2 0-6 0,2 2-8 0,24 2 0 16,9 1 3-16,6-1-1 0,1 0 3 0,1-3-4 16,3 1-1-16,0 0-2 0,4-2-5 0,6 2 12 15,5-2-7-15,8 0 9 0,7 0-8 0,7 0 2 16,4 0 3-16,0-2-2 0,0-2 0 0,-1 1 1 0,-1-1-1 16,0 0 1-16,4 1-3 0,6-1 3 0,-3 2-2 15,7 0 3-15,-7 0 5 0,-6 0 11 0,-3-1-2 16,-5 1 4-16,0 2 0 0,-4 0 4 0,6-2 0 15,-8 2 0-15,-4-2-2 0,-1 0-6 0,-11 2 2 0,-3 0-3 16,-3 0-2-16,-11 0-1 0,-6-1-3 0,-5-1 2 16,-6 0 1-16,-3 0 7 0,-5 0-1 0,-3 2 2 15,-3 0-3-15,-3 0-10 0,-3 0 5 0,-2 0-8 16,0 0-3-16,1-2-5 0,1 0-1 0,0 1 0 16,-2-1-6-16,-1 0-16 0,1 0-14 0,0 0-4 15,-2 0-80-15,0 0-19 0,0 1-16 0,-2-1-6 16,-1 2-117-16</inkml:trace>
  <inkml:trace contextRef="#ctx0" brushRef="#br0" timeOffset="180650.77">8434 13722 1020 0,'-2'-2'84'0,"0"1"171"0,-2-1-236 0,0 0-9 0,3 2-5 15,-3-2 1-15,0 0-7 0,0 0 1 0,3 0-2 16,-1 1 0-16,0-1 1 0,2 0 17 0,0 0 2 16,2 0 7-16,0 0 5 0,1 1 14 0,7-1 3 15,10-4 3-15,4 1 9 0,2-1-12 0,4 2-2 0,3 1-4 16,1 1-16-16,-1 2-17 0,4 3 4 0,-2 1-7 15,1 4 3-15,-3-1-5 0,-1 2-2 0,-6 0 0 16,-4 1-1-16,-2 1 1 0,-5-2 0 0,-4 0-1 16,1-3 4-16,-7 7-1 0,1 2 1 0,-4-2 0 15,7 0 2-15,0 2 2 0,-3-2-1 0,-3 2 1 16,-1 1 1-16,-2 1 3 0,-2-2-2 0,-5 2 1 0,-4 1-3 16,5-1-8-16,-22 1 7 0,-1 1-6 0,-1 1 9 15,0 1-6-15,1 1 0 0,-1-1-2 0,0-1 0 16,0 0-1-16,3 1 2 0,-1 3-2 0,2-2 1 0,3-1 2 15,3 1-4-15,3-2 3 0,4 1-10 0,4 1 7 16,2-5-3-16,3 0 4 0,0-1-1 0,2 1 0 16,0-4 0-16,-7 0 0 0,2 0-2 0,3-4 5 15,0 6-1-15,2-2 4 0,2 0-5 0,0-6 0 16,2 1-1-16,0-1 0 0,0-3 0 0,2 5 2 16,16-3 0-16,4-2 2 0,2-1-4 0,2-1 0 15,4 0 0-15,3 18 0 0,2-7 7 0,2-5-7 16,0-4 3-16,8-3-4 0,-3 1 6 0,-1 0-5 15,-2-2 6-15,-12 0-6 0,7 0 3 0,-3 0 0 0,-1-2-1 16,-1 0 0-16,-9 1-1 0,-1-1 6 0,-1 0-5 16,-5 0 3-16,2 0-14 0,-8 0 5 0,-1 0-1 15,-5 2 2-15,1 0-15 0,-2 0-64 0,2-1-16 0,-1-1-22 16,-1 0-103-16,0 0-99 0,0 0-29 0</inkml:trace>
  <inkml:trace contextRef="#ctx0" brushRef="#br0" timeOffset="181056.61">8211 14190 794 0,'-2'0'26'0,"-2"-2"51"0,-3 1-55 0,-12-7-7 16,2 3-2-16,8 3-1 0,2 0 3 0,-4-2 6 15,5 2 8-15,-3-1-2 0,1 1 26 0,1 0-8 16,-2-2 6-16,7 4-5 0,-6-2 20 0,5 2-12 16,1 0 2-16,-2 0-6 0,0-2-3 0,1 1-6 0,-1-1-5 15,0 0-1-15,2 0-23 0,0 2 2 0,1 0 1 16,1 0 0-16,1 0-3 0,1 0 0 0,11 0-6 15,17-2 5-15,2 2-1 0,7 0-6 0,1 0 4 16,5 0-6-16,3 0 2 0,-3-2 23 0,1 0-6 16,4 1 12-16,-1-3-7 0,1 0-4 0,4 0-3 0,-1 1-1 15,-1 1-10-15,0 0 1 0,-7 0-2 0,1 0 0 16,-5 2-6-16,-5-2-1 0,1 2 0 0,-9 0-2 16,1 0 0-16,-5 0 2 0,-9 0-2 0,4-1 1 15,-4 1-11-15,-2 0-27 0,5-2-62 0,-7 0 2 16,0 0-289-16</inkml:trace>
  <inkml:trace contextRef="#ctx0" brushRef="#br0" timeOffset="182060.85">11555 12987 469 0,'0'0'74'16,"0"0"-5"-16,-2-2 15 0,0 0 4 0,-2 1-25 0,1-1-30 15,-1 0-5-15,-5-2-12 0,-1 0 6 0,-3 1-9 16,2-1 20-16,0 2-1 0,0 0 6 0,-2 0-2 0,5 2 15 16,-1-1-2-16,0-1 6 0,3 2-2 0,1 0-4 15,1 0-5-15,2 0 1 0,0 0-12 0,-1 0-1 16,-1 0-1-16,2 0-1 0,0 0-5 0,2 0-9 15,2 0 0-15,2 0-3 0,22-6 3 0,7 1-6 16,4-3 2-16,0 3-4 0,4-1-4 0,0 0 3 16,0 3-7-16,2-1 4 0,-3 2-1 0,1 0-4 15,2 0 5-15,-2 2-6 0,-4 0 2 0,-5 0 3 16,-3 0-1-16,-1 0 1 0,-2 0 1 0,-4 0-4 0,-3 0-2 16,-8 0-1-16,2 0 2 0,0 0-7 0,-7 0 3 15,1 0-7-15,-3 0-9 0,0 0-61 0,-1 0-8 16,1 0-24-16,0 0-85 0,-2 0-28 0,-1 2-40 15</inkml:trace>
  <inkml:trace contextRef="#ctx0" brushRef="#br0" timeOffset="182282.71">11454 13210 1217 0,'0'0'45'16,"0"0"-3"-16,0 0-1 0,0 0-5 0,0 0-14 0,2 0-14 15,0 0-5-15,0 0 5 0,2-2-5 0,14-2 12 16,5 1 18-16,1-1-3 0,5-2 8 0,1 3-18 16,7-3-7-16,-3 2-3 0,-5 2 0 0,3 1-3 0,-4 1-2 15,1 0 0-15,-1 0-3 0,-4 0-2 0,1 0 1 16,-3 0-1-16,0 1 2 0,-3 1-6 0,-8-2 0 16,4 2 2-16,-12-2-3 0,10 0-17 0,-7 0-75 15,1 0-28-15,3 2-29 0,-5-2-219 0</inkml:trace>
  <inkml:trace contextRef="#ctx0" brushRef="#br0" timeOffset="184908.21">13733 12168 42 0,'0'0'34'15,"0"-2"-4"-15,0 1 15 0,0-1 9 0,0-2-8 16,-2-5 34-16,-2-6-4 0,0-7 5 0,1-3-6 0,-1-2 4 16,0-1-13-16,0 0 0 0,3-4-7 0,1 6-25 15,0-5 7-15,1-3-6 0,1 5 5 0,2-3-12 16,0 4-1-16,-1 4 0 0,1 0 0 0,0 2 3 0,-2 3-2 15,0 2 2-15,-1 3-1 0,1 1 2 0,-2 3 9 16,0-1-4-16,0 6 6 0,0 1-3 0,0 0 5 16,0 2-3-16,0-1 2 0,0-1-21 0,0 0-22 15,0 2 0-15,0 0-5 0,0 1 3 0,0 1-1 16,0 0-2-16,0 1 1 0,0 3 4 0,0 9-3 16,2 15 1-16,0 4-3 0,0 3 6 0,0 2-4 15,0 6 6-15,-1-4-5 0,1 1 2 0,0 7-1 16,0-4-2-16,2 3 2 0,-1-1 1 0,1-5-2 0,2-1 0 15,-3-7-2-15,3 1 8 0,0-5-4 0,-3-2 5 16,1-2-5-16,0-1 8 0,-1-3-8 0,1-1 3 16,0-4-4-16,-2-2 2 0,0-4 5 0,-1-2-5 15,1-1 6-15,-2-2-1 0,0-3 0 0,2 3 8 0,0 0-1 16,0 0 43-16,0-3-10 0,0 1-2 0,-1 0-6 16,1-2-23-16,0-2-4 0,2-1 0 0,7-14-3 15,6-11-1-15,-1-4-1 0,3-3 3 0,-2 2-2 16,-1-6 11-16,-1-2-10 0,2-2 3 0,2-3-5 15,-3 1 4-15,3-5-3 0,-2 7 5 0,1-1-4 16,-1 5 4-16,-2 9-8 0,0-2-1 0,-2 7-1 16,0 0-2-16,-2 7 2 0,-4 3-1 0,1 4 2 0,-3 0 2 15,-1 5-11-15,-2 2 3 0,-2 3-9 0,2-3-10 16,-1 0-44-16,1 0-5 0,0 3-14 0,0-1-25 0,0 0-83 16,0 2-28-16,0 0-30 0,-1 2-183 0</inkml:trace>
  <inkml:trace contextRef="#ctx0" brushRef="#br0" timeOffset="185359.66">14358 12254 694 0,'-2'-2'521'0,"1"0"-735"0,-3 0 627 16,0 0-360-16,-14-9-35 0,8 6-13 0,-3-3 2 15,10 6-5-15,-1 0-9 0,2 1 3 0,0-1-3 0,2 0 6 16,2-2 3-16,0 0-3 0,3 1 1 0,20-12-1 16,1 4 10-16,0 1 2 0,-4 5 4 0,0 1-2 15,-3 2 13-15,-3 2-3 0,3 2 0 0,-6 2-3 16,2 1-6-16,-2 3-2 0,-8-4-5 0,3 9 1 16,-4 9-6-16,12 4 3 0,-5 0 0 0,-3 4 1 15,-4-1-4-15,-4-1 7 0,-4 0-3 0,-2-4 5 16,-1 0-5-16,-1-3-1 0,-3 1 1 0,0-2-2 15,0-3 0-15,2-2-2 0,-2 0 4 0,3-6-2 16,6 0 3-16,-7-1-5 0,2-3 1 0,3-3-1 0,4 0 8 16,-4 2-3-16,0-1 4 0,1 1-2 0,1 0 21 0,0 0-5 15,0-3-2-15,2 1-3 0,0 0-11 0,2 0-4 16,0 0-1-16,5-2 0 0,19 0-2 0,-2-2 4 16,2-2-1-16,-1-1 1 0,-1-1-6 0,0 1 1 15,2-1 1-15,0 0 0 0,0 1 0 0,-4 1-2 16,0 0 0-16,-3 1-2 0,0 1 0 0,-5 0-5 15,1 0 3-15,0-2-5 0,-2 3-14 0,0-3-22 16,2 0-28-16,-4 0 0 0,4-1-117 0,0-1-77 16,0 1-33-16</inkml:trace>
  <inkml:trace contextRef="#ctx0" brushRef="#br0" timeOffset="185685.45">15558 12036 883 0,'-2'0'43'0,"0"-1"2"16,0-1-21-16,-2 0-7 0,-5-2-16 0,-6-1 2 15,0 1-1-15,-3 2 5 0,1 2-4 0,1 0-3 16,3 2 6-16,-2 0-6 0,4 0 8 0,-4 1 7 0,5-1 9 15,-3 2 6-15,4-2-2 0,5-2 7 0,1 0 6 16,1 0-4-16,-2 2 4 0,0-1-1 0,3 1 18 16,-1 0-3-16,0 0 5 0,2 0-16 0,0 0-24 15,2 0-1-15,5-1-8 0,25 5-11 0,1-2 3 16,2-2 5-16,6-1-2 0,2-1 3 0,3-1-1 16,-1-1-3-16,5 0 3 0,-2 2 0 0,-7 0-7 15,-2 0 2-15,-9 2-3 0,-8-2 8 0,2 0-10 16,-3 0 2-16,-6 0-5 0,1 0 4 0,-6 0-46 0,-3 0-31 15,0 0-13-15,-1 0-167 0</inkml:trace>
  <inkml:trace contextRef="#ctx0" brushRef="#br0" timeOffset="186418.34">16945 11155 106 0,'0'-2'73'0,"0"0"-8"0,-2-2 72 0,-2-9-1 15,-1-9-4-15,-3-10-32 0,1 4-22 0,1 2-2 16,-1-1-7-16,1 1-24 0,2 3 4 0,1 3-5 0,-1 1 6 16,2 3-8-16,0 3-8 0,0 1-3 0,2 3-2 15,0 4-13-15,0-3 0 0,0 4 0 0,0 1 1 16,0-1-1-16,0 0-11 0,0 2-1 0,-1 1-2 16,1-1-2-16,0 0 0 0,0 0-2 0,0 2 1 15,0 0 3-15,0 2-5 0,0 2 4 0,0 9-4 16,-2 18 3-16,2 4 0 0,0 4 0 0,0 4 0 15,0 0 2-15,0 3-3 0,0-1-1 0,0 3 0 0,0-2 5 16,-2-3-3-16,2-6 1 0,0-3-1 0,0 1-6 16,0-5 10-16,0-1-4 0,0 1 6 0,0-2-7 15,2 0 0-15,-2 0 1 0,2-2 0 0,1 0 2 0,1-4 3 16,0 0-1-16,-1-3 1 0,1-1-1 0,0-3 27 16,0-2-2-16,-1-2 11 0,-1-3 5 0,0-3-3 15,0 1 7-15,0-2-4 0,0-1 14 0,1 1-20 16,1-2 2-16,0 0-10 0,-2-2-8 0,7-2-7 15,2-4-1-15,0-3-2 0,4-9 6 0,0-12-2 16,0-2 1-16,1-1-3 0,1-1 0 0,2 1-4 16,-3-2 5-16,1 3-5 0,-2 1 1 0,-2 5-1 0,-2 1-5 15,-2 1 4-15,-1 2-8 0,-4 2-2 0,-1 3 5 16,10-2-4-16,-5 6 1 0,-1 0-4 0,-1 2-6 16,-3 4 2-16,1-3-15 0,-2 5-69 0,-2 1-6 15,2 0-25-15,0 1-48 0,0 1-28 0,-1 0 0 16,1 0-13-16,0 2-19 0,0 0-54 0</inkml:trace>
  <inkml:trace contextRef="#ctx0" brushRef="#br0" timeOffset="186871.02">17455 11518 1211 0,'0'-1'57'0,"0"-1"105"0,0 0-127 0,0 0-21 15,0-2-2-15,0 1-4 0,0-1 0 0,6-7-5 16,1 0 4-16,4 1-3 0,17 1 9 0,2 0 3 16,0 3-1-16,-4-1 2 0,-2 5 1 0,-4 0-16 15,-3-9 3-15,-2 2-6 0,-4 5 11 0,-2 2 1 16,-1 2 6-16,-6 0-5 0,-1 0-4 0,3 2 3 16,-2 2-10-16,2 5 7 0,-1 11-12 0,-4 4 7 15,-7 1-1-15,-7-1 3 0,4 0-4 0,-20-4 2 16,-1 1 1-16,6-5 0 0,2-1-2 0,7-2 3 15,2 0-3-15,4-2 2 0,2-1-7 0,1-1 3 0,7 0 3 16,-1-3 0-16,-2-1 1 0,4-3 3 0,-4 4 1 16,4-4 3-16,0 1 15 0,0-1-14 0,0 2 5 15,2 0-8-15,2-1 9 0,3 1-7 0,19 5 2 16,-3-5-4-16,1-2-6 0,0-2 8 0,0 0-3 16,0 0 4-16,0-4-7 0,-1 1-5 0,-1-3 0 0,-4 2 0 15,1 1 4-15,-4-1-4 0,0 2-2 0,-4 0-2 16,-4 0-8-16,-3 2-3 0,-2 0-6 0,0 0 0 15,1-2-39-15,1 1-14 0,-2 1-11 0,0 0 2 16,0 0-33-16,-2 0-4 0,0 0 3 0,-2 0-5 16,-2 1-15-16,-3 3-28 0,-14 7-3 0,3 2-8 0,-3-7-6 15</inkml:trace>
  <inkml:trace contextRef="#ctx0" brushRef="#br0" timeOffset="187200.84">16726 12152 637 0,'-2'0'80'0,"-2"-2"146"0,2 2-172 0,-9-4-33 16,4 2 0-16,1 0-10 0,-1 0-7 0,5 2 5 16,-2 0 1-16,0 0 0 0,1 0 3 0,-1 0 4 0,2 0 3 15,0 0 1-15,2 0 18 0,0 2-6 0,2 0-4 16,0 0 1-16,13 2 0 0,20 1 10 0,2-1 2 15,6-4 1-15,-2 0 10 0,1-2-9 0,5-2 4 16,1-3-6-16,6 1 1 0,5 3-10 0,5 1-1 16,6 0-4-16,-1-2-9 0,-2 2-6 0,-4-1 2 0,-4 1-5 15,-3 0-2-15,-6 2-1 0,-4 0-2 0,-10 0 1 16,-7 0-1-16,-4 2-3 0,-5 0 4 0,-5-2-3 16,-2 0-3-16,-6 0 3 0,-1 0-9 0,-2 0 6 15,-1 2-14-15,1-1-17 0,0 1 6 0,-2 0-13 16,-1 0-19-16,-1 0-36 0,-1 0-4 0,-3 0-8 15,-20 11-3-15,-10 1 21 0,-1-1-6 0,-2 0 10 0,-2-1-24 16,-2-3-75-16,0 0-37 0</inkml:trace>
  <inkml:trace contextRef="#ctx0" brushRef="#br0" timeOffset="187478.95">17019 12406 427 0,'0'0'87'0,"0"0"-6"0,0 0 44 16,0 0-6-16,0-2-14 0,0 0-35 0,0 0-14 15,0 2-4-15,0 0-1 0,0 0-8 0,0 0 14 16,0 0-11-16,0 0 8 0,0 0-41 0,0 2 0 16,0 0-5-16,0 0 2 0,-2 18-6 0,-2 4 10 15,1 1 4-15,-1-1 1 0,-2 5 18 0,3-6 4 0,-1 1-2 16,0-2 3-16,2-1-7 0,1-1-6 0,-1 0 1 16,0 1-4-16,0-3-8 0,2-3-4 0,0-2-2 15,0-2-1-15,0-1-10 0,0 1 6 0,0-2-2 16,0-1 4-16,0-1-9 0,0-1 3 0,0-1-6 0,-2 1 5 15,0-1-11-15,2 1-28 0,-2-1-18 0,2-1-8 16,-1 0-104-16,-1 0-70 0,2-1-13 0,0 1-19 16,0-2-43-16</inkml:trace>
  <inkml:trace contextRef="#ctx0" brushRef="#br0" timeOffset="187804.49">17673 12395 937 0,'-2'0'105'0,"0"0"-134"16,0-2 120-16,0 2-66 0,-16-4-22 0,-7 1 3 15,-2 1 2-15,2 2 1 0,-2 3 0 0,-3 3 2 16,2 1-5-16,2 3 5 0,-2-1 3 0,2 0-7 16,6-1 4-16,-6 3-4 0,4-2 5 0,1-2 0 15,3 3 6-15,1-3-4 0,2 1 13 0,2-1-3 16,0 0 3-16,4-1-3 0,1-2 2 0,3-1-3 0,-1 1-5 15,2 7 2-15,1 2-10 0,1 0 2 0,0 2-1 16,-9 0 1-16,3-2 2 0,3 2-1 0,1 3 3 16,2 1-2-16,4 1 8 0,2-1 2 0,1-4-2 15,5 2 1-15,1-1 0 0,-2 1-12 0,17-2 5 16,6 0-7-16,-3-4 5 0,5 0-11 0,3 0 4 16,-7-5-6-16,3-1 3 0,0 1-8 0,-5-2-1 0,-2-1-4 15,-2 3-17-15,1-4-30 0,-1 1-32 0,-4 3-4 16,-1 7-158-16</inkml:trace>
  <inkml:trace contextRef="#ctx0" brushRef="#br0" timeOffset="188506.24">13924 13266 715 0,'-2'0'70'0,"-2"-2"101"15,-12-4-114-15,-7-1-14 0,3-1-8 0,-2 3 3 16,-1 1 3-16,5 0-11 0,-5 1 3 0,1 1-6 0,4 0 2 16,1 2 13-16,2 0-1 0,6 0 5 0,-1 0-1 15,5 0 0-15,-1 0-1 0,3 0 0 0,-1 0-18 0,0 0-11 16,0 0-2-16,3 0-2 0,-1 0 5 0,0 0 14 16,2 0-3-16,0 0 5 0,2 0-11 0,7 2-9 15,28 3 4-15,8 1-5 0,3-2-1 0,11-3-3 16,8 1-1-16,13-2 0 0,11 0-3 0,11-2 0 15,4-1 1-15,5-3 0 0,-1 1 5 0,1-1-6 16,6 2-1-16,10 1-1 0,1 1 4 0,0 2-2 16,-4-2 2-16,-5 2-2 0,2 0-2 0,1 0-1 15,5 4-1-15,-3-3 1 0,-5 1 2 0,-6 0 9 16,-3 0 4-16,-6-2 1 0,3 0 6 0,-3 0 9 0,-5 0-2 16,-6 0 6-16,-12 0 4 0,-5-2-12 0,-7 0 4 15,-8-1-5-15,-1-1-1 0,-5 0-7 0,-6 2-1 16,-8 0-1-16,-4 1 1 0,-11 1-11 0,-6-2 3 15,-5 2-5-15,-8 0-1 0,-5 0 1 0,2 0 0 0,0 0 1 16,-1 0-4-16,-1 0-18 0,0 0-8 0,-2 0-3 16,0-2-21-16,-2 2-33 0,-14-2 0 0,-25 2-14 15,-8 2-29-15,3 5-68 0,-6 6-9 0,-4 4-32 16,1 2-150-16</inkml:trace>
  <inkml:trace contextRef="#ctx0" brushRef="#br0" timeOffset="189000.73">15003 13962 1104 0,'-2'0'120'0,"0"-2"15"0,0 0-20 16,0 0-46-16,-2 0-14 0,1 1-39 0,-1-1-15 15,2 0 4-15,0 0-5 0,2-2 2 0,0 1 13 16,2-1-11-16,11-5 12 0,19-8-3 0,5 4 12 15,-4 4 0-15,6 1 2 0,4 3-1 0,-6 1 18 16,0 2-5-16,-3 0 7 0,-1 0-24 0,-1 2-12 0,-1 0 2 16,-1 0-6-16,-2 2 1 0,-4 2-7 0,0 0 0 15,-4 1 0-15,1 1 6 0,-4-1 3 0,-3 3-2 16,-2-1 2-16,-3-1-5 0,-5-3 2 0,-1 12-1 0,-1 4 1 16,11-1-6-16,-4 3 8 0,-5-1-3 0,-4 4 5 15,-2 1-9-15,-5 1 1 0,-6 1 2 0,-2-1 0 16,9 2 7-16,-18-2-4 0,0-2-5 0,-2 2 2 15,0 0-1-15,2-3 2 0,0-1 3 0,5-7-3 16,-1 0-3-16,3-1-4 0,4 1 2 0,0-4-1 16,8 2 3-16,1-1-2 0,0-3 0 0,-5 2 0 15,3-2 0-15,3-1 7 0,-1 3-6 0,2 0 8 16,2-2-4-16,2-1-2 0,4 1 4 0,1-5-4 0,25-1 4 16,3 1 4-16,4-2-3 0,3 0 3 0,3 22 4 15,5-9-5-15,2-10 3 0,2-3-5 0,-4-2-1 16,-3 0 0-16,-7 0 0 0,-10 0 0 0,2 0-7 0,-4 0 0 15,-2 0 1-15,-2-2 0 0,-6 1-1 0,-8 1-6 16,-1 0 4-16,-4 0-4 0,1 0 6 0,-4 0-6 16,2 0-4-16,-1 0 0 0,1 0-11 0,0-2-54 15,-2 0-1-15,-1 0-24 0,1 0-52 0,-2 0-51 16,0-1-17-16,-2-1-18 0,1 0-129 0</inkml:trace>
  <inkml:trace contextRef="#ctx0" brushRef="#br0" timeOffset="189298.12">15049 14272 1366 0,'0'0'28'15,"0"0"1"-15,0-2-5 0,-2 0-9 0,2 0-6 16,0 1-12-16,0-1 4 0,0 0-1 0,2 0 4 0,0 0 2 16,2 0 35-16,5-1 1 0,13-5 16 0,10 1 52 15,1 1-36-15,4-1 9 0,2 1-24 0,-2 1-17 16,8-3-14-16,1 1-4 0,3 1-5 0,1 1-19 16,-4 1 3-16,2-2-4 0,-1 3 1 0,3-1-24 0,-5 2-24 15,-6 0-38-15,0-2-3 0,-6 3-187 0,6-1-287 16</inkml:trace>
  <inkml:trace contextRef="#ctx0" brushRef="#br0" timeOffset="189866.73">18447 13097 437 0,'0'0'61'0,"0"0"-4"0,-2 0 44 0,0 0-5 0,0 0-4 16,0-2-19-16,1 0 9 0,-3 0-3 0,0 2 5 15,0-2-4-15,1 2-11 0,1 0-3 0,0 0-3 16,0-2-21-16,0 2-8 0,0 0 2 0,2-2-3 15,0 1-10-15,2-1-8 0,0 0 0 0,2 0-2 0,16-4-11 16,6-1-1-16,-2 2-12 0,1 1 7 0,-3 0-21 16,-5 2-61-16,1 0-23 0,-3 1-22 0,-2 1-156 15</inkml:trace>
  <inkml:trace contextRef="#ctx0" brushRef="#br0" timeOffset="190013.45">18445 13327 779 0,'0'0'96'0,"-2"0"183"0,0 0-235 0,0 0-19 16,1 0 3-16,1 0-5 0,0 0 25 0,0 0 0 16,1 0-2-16,1 0 2 0,0 0 27 0,2 0-25 15,22-2 11-15,2-2-19 0,1-3-14 0,3-2-15 0,1-4-6 16,3 0-4-16,4 0-23 0,-2 1-40 0,-5 1-39 16,10-2-5-16,-4 4-157 0,0 2-128 0</inkml:trace>
  <inkml:trace contextRef="#ctx0" brushRef="#br0" timeOffset="190605.4">19423 11975 1132 0,'0'-2'21'0,"0"-1"-2"16,-9-36 0-16,2-4-2 0,1 8-6 0,2-1-9 0,3 7 6 16,1 1-1-16,0 2 1 0,0 0-10 0,0 2 0 15,1 1 5-15,1 3 0 0,0 3 24 0,0 6 9 16,0 0 4-16,-2 4 4 0,0 1 19 0,0 4-22 16,0 0-3-16,0 0-8 0,2-1-26 0,0-1-3 15,-1 2 2-15,1 0-3 0,0 0 0 0,0 2 2 16,0 0-2-16,0 2 3 0,1 2-3 0,7 9 0 15,6 19-3-15,-3 1 2 0,-1 2 1 0,-3 6-2 16,0 2 2-16,0-1-3 0,-1 1 4 0,-1 2-6 0,-1-1 8 16,1 1-6-16,1-1 7 0,1-1-3 0,0-2-3 15,1-4 1-15,-3-3 1 0,0-5 2 0,-1 1 0 16,1 0-1-16,3-2-2 0,-1-2 4 0,-2 0 1 16,-1-4 1-16,-2-4-4 0,-1-1 0 0,-1-2 2 15,0-2-1-15,0-4 4 0,0 0-1 0,0-1-1 0,0-4 3 16,-1-1 34-16,1 1 23 0,0 0 2 0,0-1 4 15,0-1-5-15,0 0-26 0,0 0 5 0,-1-2-14 16,3-2-11-16,0 0-5 0,-2-3-2 0,3-27 1 16,3 1-3-16,1-5 4 0,0 1-3 0,6-2 3 15,0-4-4-15,0-3 0 0,5-1-2 0,-5-9 1 16,2 0-5-16,0-5 1 0,-4-1-1 0,1 8 1 0,1 2 1 16,-2 6 5-16,2 5 3 0,-4 4 0 0,2 7 2 15,-4 7-12-15,3 1-3 0,-1 5-1 0,-2 2 1 16,2 6-5-16,-5-1 3 0,-1 4-6 0,-3 1-2 15,2 1-7-15,0 0-8 0,-3 2-2 0,5-4-43 0,-2 2-33 16,-2 2-5-16,1 0-11 0,1 0-34 0,-2 0-123 16,0 0-22-16</inkml:trace>
  <inkml:trace contextRef="#ctx0" brushRef="#br0" timeOffset="191027.07">20116 12157 1368 0,'0'-2'52'0,"-2"0"-2"0,0 1-12 0,0-3 3 0,1 0-26 16,-1 0-13-16,0 1-3 0,0-1-4 0,2 0 1 15,0 1 2-15,2-1 5 0,0 0-4 0,1 0 3 16,5-1 3-16,12-8 30 0,-3 5-3 0,-2 3 8 15,0 1-28-15,1 2 2 0,-1 2-9 0,0 2 6 16,-4 2-15-16,-1 1 2 0,-1 5 3 0,8 16-1 16,-4 2-2-16,-10 1 0 0,-3 3-3 0,-7 1 4 0,-6 1 1 15,-6 1 0-15,-1-2 4 0,18-3 0 0,-22-2-1 16,3-2 1-16,-1-4-3 0,4 0 4 0,-1-3-1 16,4-2 0-16,2-1-2 0,2-4 2 0,4-1 5 0,3-6-5 15,2-1 2-15,-2 2-3 0,4-5-3 0,0 1 6 16,-3 2 1-16,1 0 5 0,0-1 20 0,2 1-16 15,0-2 4-15,2 0-9 0,0 0 2 0,7 0-10 16,19 1 8-16,0-3-8 0,5-3 6 0,-1-1-2 16,1-2-4-16,2 3 2 0,-3-1 4 0,3 0-10 15,-9 2 5-15,0-1-6 0,-5 1 2 0,-7 0 1 16,3 0 0-16,-6 2 2 0,0 0-4 0,-3 0-15 16,-6 0-5-16,1 0-4 0,1 0-39 0,0 0-51 0,0 0-26 15,-3 0-13-15,1 0-129 0</inkml:trace>
  <inkml:trace contextRef="#ctx0" brushRef="#br0" timeOffset="191482.89">19492 13071 620 0,'-2'0'94'15,"0"0"-102"-15,1-2 97 0,-3 2-48 0,-11-4-44 0,0 0 10 16,0 1-5-16,0 1 7 0,4 0-4 0,-2 0 10 16,2 2 12-16,0 0 0 0,0 0 46 0,0 0 17 15,1 0-5-15,3 0 7 0,0 0-22 0,3 0-26 16,2 0 1-16,0 0-10 0,-2 0-17 0,1 0-9 15,1 0-1-15,0 0 0 0,0 0 17 0,2 0 4 16,0 0 4-16,2 2-3 0,0 0-9 0,11 0-4 16,24 3 0-16,8 1 0 0,5-4 8 0,9-1 4 15,8-1 1-15,0 0 1 0,2-1 3 0,-1-3 4 0,-3 0-2 16,4 1 2-16,-4 1-7 0,0 0-4 0,0 0-1 16,2 0-2-16,-2 0-12 0,2 2-1 0,-6 2-5 15,-7 0 3-15,-2-2-5 0,-11 2 3 0,-6 0-1 16,-4-2 2-16,-3 0 1 0,-11 0-6 0,3 0 3 0,-9 0-4 15,-3 0 5-15,-3 0-4 0,-3 0 2 0,0 0-3 16,2 0-1-16,0 0-18 0,-1 0 0 0,-1 0-8 16,0 0-23-16,0 0-41 0,-2 0-10 0,0 0-13 15,-2 0-66-15,0 0-84 0,-2 0-68 0</inkml:trace>
  <inkml:trace contextRef="#ctx0" brushRef="#br0" timeOffset="194143.36">19626 13778 433 0,'0'0'65'0,"0"0"-1"0,-2-2 8 15,0 0-7-15,0 0-16 0,0 1-12 0,1-1 6 16,-1 0-3-16,0 0 3 0,0 0-3 0,0 0-5 16,0 0-2-16,0 1 0 0,1-1 1 0,-1 0-13 15,0 0 6-15,0 0-7 0,0 0 8 0,0 0-4 16,0 1-2-16,1-1 0 0,-1 2-2 0,2 0-6 0,0 0 8 15,0 0-7-15,0 0 7 0,2 0-3 0,-1 0-2 16,5 0 0-16,20-2-3 0,-7 0 2 0,3 2-7 16,0-2 6-16,-3 0-3 0,7 2 8 0,3-2 2 15,-4 2-1-15,1 0-6 0,-4 0-4 0,0 0-4 0,-1 0 2 16,-1 0-7-16,-5 0-3 0,-4 0 2 0,0 0-1 16,-2 0 9-16,-1 0 11 0,-3 0-4 0,-1 0 6 15,2 0 6-15,-1 0 3 0,-1 0 1 0,0 0-1 16,-1 2-16-16,-1-2-2 0,0 0-7 0,0 0 4 15,0 4-10-15,5 5 9 0,-3-1-1 0,1 3 4 16,1 0-4-16,-2 2-5 0,-2 2-1 0,-2-2 0 0,0 0 5 16,-2 2-3-16,-2 3 2 0,-2 1-4 0,-1 1-7 15,-2 1 8-15,-2-1-3 0,9 2 5 0,-19 1-5 16,-5 1 5-16,0 0-2 0,0 0 4 0,-1-2-10 0,2 1 9 16,3-3-6-16,4 1 7 0,-1 1-9 0,0-4 2 15,3 1 5-15,3-2-2 0,-6-6 5 0,6-2-2 16,2 0-5-16,2-5 3 0,3 4-7 0,2-3 6 15,4-3-3-15,0 0 5 0,-1 2-3 0,-1-1 1 16,0 1 7-16,0 0-3 0,0-1 11 0,2 1-8 16,0 0-3-16,0-2-1 0,2 0-2 0,0-1 3 15,2 1 1-15,16 9-2 0,-3-5-7 0,7 0 4 16,4-1-3-16,0-3 4 0,5 0-1 0,-5-2-1 16,0 0 4-16,0-2-3 0,-1 0 3 0,1 0 3 0,0 0-1 15,0 1 1-15,0-3-1 0,-2 0-9 0,-2-1 3 16,-2 1-3-16,-1 2 6 0,-7 0-3 0,-1 0-3 15,-1 0-2-15,-3 1-6 0,-4 1-1 0,1 0 1 0,-4 0-2 16,2-2-9-16,-1 0-40 0,1 0-7 0,-2 0-12 16,0 0-38-16,0 0-6 0,-1 1 1 0,-1-3-2 15,0 0 1-15,0 2-12 0,-1-5-15 0,-1 1-3 16,-2 1-88-16</inkml:trace>
  <inkml:trace contextRef="#ctx0" brushRef="#br0" timeOffset="194360.84">19418 14112 1154 0,'0'0'115'0,"0"0"2"0,0-2-43 16,0 1-14-16,0-1-45 0,0 0-23 0,2 0 8 15,0 0 0-15,11-3 4 0,18-5 5 0,4 5 1 16,3-1 1-16,2 2 0 0,-1 1 11 0,4-1 28 15,-2 0 1-15,0 2 6 0,5-1-15 0,1-1-23 16,-1-2-8-16,-3 1-1 0,-4-1-16 0,-2 1-12 16,0-1 0-16,2 1-12 0,-6-1-79 0,-3 2-133 0,-2 1-23 15</inkml:trace>
  <inkml:trace contextRef="#ctx0" brushRef="#br0" timeOffset="195229.93">21436 11866 318 0,'0'-2'63'0,"0"0"90"0,-2 0-72 0,0-2-23 16,1 1 1-16,-1-3-9 0,2 2-9 0,-4-5 11 15,2 2 1-15,2 5 2 0,-2-4-6 0,2 4-9 16,0 0-14-16,-2-1 5 0,2 1-22 0,-1-2 10 15,-1 0-6-15,-2 1 6 0,0 1-8 0,1 0 0 16,-3 0 4-16,-7 2-4 0,4 0-3 0,-1 4-4 16,-1 3 5-16,-4 4-4 0,1 19 2 0,-3 0 1 15,0-4-2-15,2 2 3 0,-1 1-2 0,1 3-4 0,-2 1 1 16,8-1 0-16,-2-4 13 0,3-2-11 0,1-2 8 16,1 0-10-16,1 0 10 0,1 4-6 0,-15 0-4 15,8 0 1-15,4 5-1 0,3 3 0 0,2 1 6 16,2 2-4-16,0 5 4 0,2 6-3 0,4 6 0 15,-3 7 0-15,3 0-4 0,0-1 3 0,-3 1-1 16,3-4 3-16,-1-1 8 0,-3-6-7 0,0-4 3 0,4 0-4 16,1-3-3-16,4-1 45 0,0-3-10 0,0-4 22 15,1 0-6-15,1 1-14 0,1-3 4 0,1-5-9 16,0-1-7-16,2-1-4 0,-2-2-6 0,1-2 3 16,-14 0-8-16,13-9-2 0,-2 4-5 0,2-2 0 15,-2-1-5-15,0 3 1 0,2-4 2 0,-2 1-3 16,-2-4-2-16,2 1-2 0,-4-6 2 0,1-3-2 0,1 1-2 15,0-3-11-15,2 7-8 0,0-1-3 0,0-1-38 16,2 1-112-16,3-3-14 0,-3-3-50 0,4-2-204 0</inkml:trace>
  <inkml:trace contextRef="#ctx0" brushRef="#br0" timeOffset="196973.64">21527 12300 532 0,'0'-2'73'0,"0"0"-47"16,0-1 72-16,0-3-25 0,-4-9-52 0,3 2 1 16,-3-2-5-16,2 2 7 0,0-1 11 0,0 1-1 15,0-2 8-15,2 4-6 0,0-1 13 0,0 5-14 16,0-2-2-16,0 1-5 0,0 5-5 0,0-1-4 16,0 2 1-16,0 0-4 0,0 0 0 0,0 0-4 15,2-1 4-15,0-1-4 0,0 2 10 0,0 0 12 16,0 0-7-16,0 1 5 0,-1 1-30 0,3 0 0 15,0 1 3-15,0 3-2 0,3 5 0 0,6 14-2 16,-2 1-1-16,-2 0 0 0,-3 0 0 0,0 4 1 0,-1 0 0 16,-1 3 0-16,1 3-5 0,-1-1 7 0,0 4-6 15,-2-1 5-15,0 3-5 0,-1 0 9 0,1-2-5 16,-2 0 6-16,0-2-7 0,0 2-2 0,0-1 7 16,0-5-5-16,2-1 3 0,-2-6 0 0,0 2-3 0,0-9 3 15,0 1 7-15,0-3-4 0,0-6-3 0,0 1-1 16,0-3 1-16,0 1-1 0,0-5 5 0,0-1-4 15,0 2 0-15,0 0 9 0,0-1-5 0,0 1 5 16,0-2-12-16,0 0-62 0,0 0-15 0,0-1-21 16,0 1-102-16</inkml:trace>
  <inkml:trace contextRef="#ctx0" brushRef="#br0" timeOffset="197265.54">22008 12551 1225 0,'-2'-2'31'0,"0"0"71"0,0 0-94 0,1 0-4 0,-1 0-1 15,0 1-2-15,0-1-9 0,0 0 5 0,2 0 4 16,0 0 2-16,2 0 12 0,0 0 3 0,0 1 4 15,1-1 5-15,5 0 51 0,9-4-37 0,5-1 14 16,2 1-25-16,-4 3-9 0,3-1-15 0,-5 2 2 16,1 0-5-16,-1 2 2 0,-1 0-8 0,0 0 3 0,-2 0-5 15,-2 0 10-15,-2 0-18 0,0 0-1 0,-2 0-11 16,1 0-41-16,1 0-53 0,0 0-7 0,2 0-14 16,-2 0-21-16,0 0-28 0,2-2-26 0</inkml:trace>
  <inkml:trace contextRef="#ctx0" brushRef="#br0" timeOffset="197955.23">23046 12300 732 0,'0'0'190'0,"-2"-2"-217"16,0 0 208-16,0 1-106 0,1-1-69 0,-1 0 8 16,0 0-5-16,0 0 7 0,0 0-1 0,0 0 13 15,0 1-2-15,1-3 6 0,-1 0 0 0,2 2 8 0,-4-9 11 16,0-2-2-16,2 0 21 0,2-2-28 0,0-1-6 16,0-3-4-16,0 2-11 0,2-1-9 0,2-1 3 15,0 1-5-15,1-1 6 0,1 0-9 0,-1-1 6 16,-1 3-7-16,2-3-5 0,-3 3 4 0,1 6-3 0,-2 4 4 15,0 1-6-15,-2 4 0 0,0 0-3 0,2-1 3 16,-2 1 2-16,0-2 5 0,2 0-3 0,-1 1 2 16,1-1-7-16,0 0 3 0,0 2-8 0,0 0 5 15,0 1-17-15,0 1 14 0,-1 0-2 0,1 1 5 16,0 1-3-16,0 2 5 0,3 16 0 0,1 5 2 16,-2-1-4-16,-2 0-1 0,-1-4 0 0,-1 4 0 0,0-5 1 15,0 0 5-15,0-1-3 0,0-1 4 0,0 1-12 16,0-3 11-16,0 0-3 0,0-2 5 15,0 2-11-15,0-4 7 0,0 2-5 0,0 0 5 0,0-4 2 16,-1 3-4-16,-1-3 3 0,0 0-3 0,-2 2 0 0,2-3 2 16,-1 1 0-16,-1-2 1 0,0 1-3 0,1-3 2 15,-3-1 0-15,-7 0 1 0,0 0-2 0,0-3 5 16,-4 1-3-16,1 0 3 0,3 7-8 0,0-1 4 16,-4-1 0-16,4-1 3 0,0-2-1 0,0-1 4 15,4-1-6-15,7-2 4 0,-4 0 0 0,2 0-6 16,3 0 6-16,-1 0-6 0,-2 2 7 0,0 0-5 15,2-2 2-15,1 0-3 0,-1 2 3 0,2-2 6 16,0 2-5-16,2-1 5 0,-1-1-10 0,3 0 0 16,11 2 3-16,11 0-1 0,2 0 6 0,0-2-5 0,1 0 3 15,-1 0-3-15,2 0 5 0,-4 0-6 0,4-2-2 16,-6 2-2-16,0 0 1 0,-4 0 0 0,-3 0 3 16,-2 0-2-16,-4 0 3 0,-2 0-16 0,-3 0 1 15,-1 0-8-15,-3 0-2 0,2 0-30 0,0 0 0 0,-1 0-9 16,1 0 3-16,-2 0-40 0,0 0-5 0,0 0-21 15,-2 0-83-15,0 2-80 0</inkml:trace>
  <inkml:trace contextRef="#ctx0" brushRef="#br0" timeOffset="198375.23">22513 12898 840 0,'-2'0'84'0,"0"-2"154"0,-1 0-208 0,-1 0-19 15,0 1-10-15,2 1 1 0,-1-2-3 0,1 2 5 16,-2 0-2-16,0 0 3 0,1 0-5 0,-1 0 7 16,0 0 4-16,2 0-1 0,0 0 3 0,1 0 10 15,-1 0-2-15,0 0 5 0,0 2 5 0,2-1 11 16,0 1-6-16,2 0 6 0,0 0-11 0,0-2-14 0,24 7 4 15,5-1-8-15,8-2 10 0,4-1-2 0,0-1 5 16,7-2-4-16,4 0 3 0,1-2-5 0,3-1-1 16,-1 1-1-16,-1 0-4 0,-2 0 13 0,3 0 2 15,-1 0 5-15,-2 1 10 0,-2 1-9 0,0 0 0 0,0 0-3 16,-2 0-4-16,-3 0-4 0,1 0-2 0,-9 0 0 16,-4 0-7-16,0 0-2 0,-7 0-1 0,-4 0 0 15,-3 0 0-15,-8 0-3 0,-2 0 4 0,-4 0-5 16,-1 0-2-16,-2 0-2 0,-1 0 2 0,-1 0-2 15,2 0-4-15,0 0-4 0,-1 0-15 0,1 0 4 16,-2 0-44-16,0 0-29 0,0 0-6 0,-2 0-10 0,0 0-38 16,-2 0-10-16,-8 0-8 0,-21 3-1 0,-2 5-26 15,-8 3-140-15</inkml:trace>
  <inkml:trace contextRef="#ctx0" brushRef="#br0" timeOffset="198761.23">22962 13256 832 0,'0'-2'73'16,"0"1"151"-16,-1-3-199 0,1-2-20 0,-2-3 3 15,2 2-8-15,0 1 9 0,0 2-4 0,0 1 0 16,0 1-1-16,0 0 10 0,0 0 23 0,0-2-4 15,0 1 7-15,0-1-9 0,0 2-9 0,0 0-1 16,-2 0-3-16,0 0 2 0,0 1 15 0,0 1 0 0,0 0 3 16,1 0-8-16,-1 0-7 0,0 1 1 0,0 1-2 15,0 2 14-15,2-2-16 0,-5 16 7 0,-1 1-10 16,2 1-2-16,1 3 2 0,-1-3-4 0,-2 6 4 16,3 0 3-16,1-2 15 0,0 0 1 0,0-1 3 15,2-3-11-15,0 4-13 0,0 2-2 0,0-7-2 16,0-1-3-16,0-5-4 0,0-1 2 0,0 2-2 0,0-2-4 15,0-1 1-15,0 0-3 0,0-6 2 0,0 5 0 16,0-8-34-16,0 3 4 0,0-1-20 0,2 0-48 16,-2-1-33-16,0 1-16 0,0 0-3 0,0-1-39 0,2 1 6 15,0 0 6-15,-1 0-4 0,1-3-27 0</inkml:trace>
  <inkml:trace contextRef="#ctx0" brushRef="#br0" timeOffset="199106.38">23319 13331 562 0,'0'0'183'0,"0"0"-171"0,0-2 202 15,0 0-89-15,-2 0-57 0,0 0-11 0,0 0-3 16,0 0-2-16,1 1-20 0,-1-1-22 0,0 0-2 16,0 0-5-16,0 2-2 0,0 0 4 0,-1 0-1 0,-1 0 2 15,-5 2 1-15,-6 2-2 0,-2-1 2 0,-2 5 0 16,1-1 6-16,1 1 7 0,-1 1-1 0,1 2 5 15,0 0 0-15,2-2 0 0,2 1-1 0,2-3-1 16,2 1-5-16,-2-1-1 0,2-5 2 0,-1 9-1 16,5-2 3-16,1 1-13 0,-2-1 2 0,5 0-4 15,-9 2 7-15,5-1-5 0,1-1 6 0,0 0-5 16,2-3 14-16,1 5 9 0,1-2 0 0,0-1 3 16,3 3-7-16,-1-6-9 0,-2-3 1 0,8 2-4 0,10 1-4 15,3 1 2-15,3 1-6 0,3-3 6 0,-1-2-2 16,4 17-11-16,-2-6 5 0,-2-6-7 0,2-1 5 15,-2-3-8-15,2 1-11 0,-4-2 1 0,-2 0-26 16,2-2-37-16,-1 0-17 0,3 0-10 0,-10 0-77 0,1 0-79 16,-6-2-32-16</inkml:trace>
  <inkml:trace contextRef="#ctx0" brushRef="#br0" timeOffset="199812.15">23597 11739 1012 0,'0'-1'51'0,"0"-1"-2"16,-1 0-11-16,1-2-6 0,-4-5-18 0,0 0-12 0,2 3 2 15,0 0 0-15,2 3-1 0,-1-1-4 0,-1 0 6 16,2 2 6-16,0 1 1 0,-2-3 15 0,0 0 3 15,0 0-2-15,0 1 4 0,0 1 9 0,1 0-1 16,-1 0-6-16,0 0 0 0,0 0-24 0,2 1-5 16,0-1 2-16,0 0-3 0,0 2 9 0,0 0-3 15,2 0 3-15,0 2-3 0,1 0 1 0,9 5 1 16,8 8 3-16,-3-10-1 0,5 12 12 0,-3 4 3 16,3-1-3-16,2-1 4 0,-4 3 3 0,1 2-10 15,-1-2 3-15,6 4-7 0,-4-2-11 0,1-1-2 0,-1 3 0 16,0 0 0-16,1 0-6 0,-1 3 5 0,2 1-5 15,-2-2 6-15,2 2-7 0,1-3 1 0,-3 5 0 16,4 0 0-16,-2-1 1 0,-2 4 0 0,-3 4-1 16,-4 2 1-16,0 2-1 0,1 3 0 0,-1 4-1 0,-6 1 1 15,1 1 2-15,-7 3-2 0,3 1 0 0,22 2-1 16,-15-6 0-16,-8-2 3 0,-5 0-2 0,-1-6 2 16,-7-1-2-16,-1-4 4 0,-2-4 1 0,-2-1 2 15,0-1-7-15,-2 1-2 0,-2-3 3 0,2-1-1 16,-1 1 9-16,3-5-5 0,-2 0 1 0,0 0-2 15,2-3-3-15,-2 1 4 0,2 0-4 0,0-4 5 0,0 1 10 16,0-3 1-16,2-1 2 0,0 0-3 0,-2 3-1 16,3-5-6-16,1 0 6 0,2-4-6 0,-3 2 4 15,3 0 4-15,0 0-5 0,-1-2 5 0,1 0-1 0,1-1-1 16,2-5 5-16,-1 5-4 0,1-5 4 0,-1 3-3 16,1-1 0-16,2-3 0 0,-2 3-4 0,2-3-4 15,1 0-2-15,-1-1 1 0,0 1-4 0,0 0-5 16,0-1 1-16,0 1-5 0,0 0-10 0,1-1-52 15,-1 1-59-15,0 0-13 0,0 1-335 0</inkml:trace>
  <inkml:trace contextRef="#ctx0" brushRef="#br0" timeOffset="200816.36">17842 15535 659 0,'0'0'164'0,"-2"0"-154"15,0-2 172-15,0 0-75 0,0 0-73 0,0 0-17 0,0 0-4 16,1 0-3-16,1 1 1 0,0-1-2 0,0 0 9 16,1 0-7-16,3 0 14 0,9-2 11 0,17-3-1 15,7 0 5-15,-2-1-3 0,6 1-16 0,0-1 1 16,-4 5-7-16,0-3-13 0,-2 4 0 0,-5-2-2 0,4 3 0 16,-5-1-1-16,-5 0-1 0,-3 2-1 0,-10 0 0 15,2 0-9-15,2 0-50 0,-8 0-27 0,-1 0-15 16,-2 0-145-16,-1 2-77 0</inkml:trace>
  <inkml:trace contextRef="#ctx0" brushRef="#br0" timeOffset="200955.35">17643 15796 875 0,'-2'0'98'0,"0"0"158"0,0 0-203 0,0 0-45 16,1 0-3-16,1 2-8 0,0 0 6 15,1 0 4-15,3 0 3 0,13 3 1 0,11 3 4 0,1-5 20 16,7-1-5-16,3-2 12 0,3-3 6 0,3-3-29 15,5-3 1-15,0-1-12 0,2 1-11 0,0 0-12 16,-4 0-12-16,-3 1-12 0,-6 1-171 0</inkml:trace>
  <inkml:trace contextRef="#ctx0" brushRef="#br0" timeOffset="201748.59">19954 15098 240 0,'0'0'78'0,"0"-2"-52"16,0 0 82-16,0 1-28 0,0-3-30 0,0 2-8 0,0-9 0 15,0-2-3-15,0-2-14 0,0 2-13 0,0 0 7 16,0-2-6-16,0 0 26 0,0 0 8 0,0-1-4 16,0 3 7-16,-1-2 5 0,1 2 5 0,0 4 2 15,-2-2-2-15,2 3-9 0,0 3-1 0,0-1-10 0,0 4 5 16,0-2-27-16,0 3-8 0,0-1 3 0,0-2-5 15,0 0-1-15,0 1 10 0,0 1 5 0,0 0 3 16,0 0 9-16,0 2-23 0,0 0-1 0,0 2-6 16,2 0 4-16,-1 5-7 0,5 15 2 0,0 4-4 15,-1-1 0-15,1 2 1 0,-1-1 0 0,1 2 2 16,-1 2-2-16,1-2 4 0,1 5 0 0,-1-1 1 0,1-3-5 16,1 1 1-16,-1-4 1 0,-1-2 1 0,1 4 5 15,-1-4-1-15,-1-1-6 0,-1-3 4 0,0-3-3 16,-2-4 2-16,0 0 5 0,-1-4-3 0,1 0 1 15,0-1-2-15,0-3 3 0,0 1-1 0,-2-2 7 16,2-1 7-16,0 1-6 0,-1 0 7 0,1-2-5 0,0-1 1 16,0 1 2-16,2 0 0 0,-1-2 1 0,1-2-12 15,0 0 2-15,1-9-5 0,5-20-4 0,-1-6 9 16,2-1-7-16,2-2 8 0,-4-5-3 0,3-3 0 16,2-1 4-16,-2 5-4 0,2 1 0 0,1 6 6 15,0 2-5-15,-2 3 5 0,2 4-8 0,-6 6 3 16,2 4-5-16,-3 3 4 0,-3 2-8 0,3 5-2 15,-4 3 2-15,1-1-2 0,-1 4-5 0,-2 2 2 0,1-3-9 16,1-1 4-16,0 0-35 0,0 2-39 0,-3 0-2 16,1 1-16-16,0 1-50 0,0 0-99 0,-2 1-19 15</inkml:trace>
  <inkml:trace contextRef="#ctx0" brushRef="#br0" timeOffset="202106">20395 15353 1573 0,'0'0'44'0,"0"-2"-1"16,-2 0-21-16,0 0-1 0,0 0-23 0,0-2-19 0,2 1 13 16,0-7 0-16,4-1 6 0,1 2 9 0,3 0-3 15,16 1 1-15,2 1-2 0,-6 1 12 0,3-3-4 16,-3 3 1-16,-1-7-2 0,-1 2 0 0,-5 6 0 15,-4 3 1-15,-3 2-1 0,-2 0 1 0,-2 0-3 16,1 4 3-16,7 9-4 0,1 13-3 0,-9 0-2 16,-4 0-2-16,-6 0 0 0,-3-2 5 0,-2-2 1 15,11-3-1-15,-14-3 0 0,-1-3-6 0,-2-2 2 16,6 1 2-16,4-5 0 0,-2 0-2 0,9-3 1 16,-5 2-2-16,5-3 0 0,0 1-2 0,0 0 2 15,2-2-1-15,0 1 1 0,0-1-3 0,2 2 8 0,0 0-3 16,2-1 5-16,10 7-5 0,11-1-2 0,0-3 1 15,1-3-1-15,2-1 1 0,-2-2-1 0,-2 0 2 16,-1 0-2-16,-5-2 2 0,-1 2-7 0,0 0-11 16,-4 0 2-16,-2-2-24 0,-4 2-46 0,1 0-6 0,-5 0-22 15,-1 0-86-15,0 0-197 0</inkml:trace>
  <inkml:trace contextRef="#ctx0" brushRef="#br0" timeOffset="202760.32">19338 16008 334 0,'0'0'34'0,"0"0"52"15,-2 0-48-15,0 0-9 0,0 0 13 0,1 0-7 16,-1-2 41-16,0 2 2 0,0-2-4 0,0 0 2 16,0 1-16-16,0-1-12 0,1 2-1 0,-1 0-2 15,0 0-5-15,0 0 6 0,0 0-2 0,0 0 3 16,0 0-6-16,1 0-4 0,-1 0-5 0,0 0 0 16,0 0-17-16,0 0 4 0,0 2 3 0,0-1 2 0,2 1 18 15,0 0-20-15,0 0 4 0,2 0-11 0,0 0-9 16,6 0 4-16,23 1-7 0,8 1 6 0,4-4 2 15,9 0 7-15,7-4 6 0,4-1-3 0,2-3 3 16,6-1-3-16,-2-4 2 0,1 2-3 0,1 0 1 0,-1 1-10 16,5 3-2-16,3 0-3 0,5 1-6 0,4 2 7 15,1-1-2-15,-7 1 4 0,-3 2-4 0,-9-2-5 16,-2 3 4-16,-2 1-4 0,-8 0 3 0,-6 1 1 16,-1 3-2-16,-8 0 1 0,-1 0-4 0,-2 1 2 15,-3 1-1-15,-7-3 2 0,-3 1-2 0,-2 2 7 16,-3-3-3-16,-6-1 4 0,-6 0-3 0,2 0 14 15,-7-2 2-15,3 2 3 0,1 0 2 0,-5 0-8 16,-1-2 1-16,2 1-3 0,0 1 0 0,-1-2-13 0,-1 0 2 16,0 0-4-16,0 0 6 0,0 0-10 0,0 0-2 15,-1 0-3-15,1 0-15 0,0 0-99 0,0 0-19 16,0 0-43-16,0 0-201 0</inkml:trace>
  <inkml:trace contextRef="#ctx0" brushRef="#br0" timeOffset="203807.41">20055 16390 707 0,'-2'0'36'0,"0"0"62"0,0-1-59 16,0-1-6-16,0 0 5 0,1 0-6 0,-1 0-5 0,0 0 1 16,0 0-9-16,0 1 6 0,0-1-8 0,0 0-1 15,2 0 0-15,0 0 0 0,0 0 1 0,0 0 5 16,0 1 4-16,0-1-1 0,2 0 7 0,0 0-9 15,0 0 1-15,0 0-5 0,0 0-4 0,1 1 8 16,1-1-4-16,4 0 7 0,5-2 6 0,0 0-15 16,1 3 8-16,1-1-12 0,2 2 2 0,-2 0-3 15,5 0-5-15,1 0 3 0,-1 0-6 0,6 0 2 0,-5 0 0 16,-3 0-1-16,3 0-5 0,-1 0 16 0,2 0-1 16,1 0 8-16,-1 0 5 0,-4 0-10 0,1 0 1 15,-2 0-5-15,-4 0 2 0,3 0-7 0,-8 0 5 16,1 0-7-16,6 0 1 0,-2 0 1 0,2 0-1 15,-2 0 2-15,-9 0 3 0,1 0-1 0,-1 0-4 0,3 0 3 16,-3 0-4-16,0 0 0 0,-1 0 5 0,-1 0-4 16,2 0 9-16,0 0 12 0,-1 0 1 0,-1 0 2 15,0 2-11-15,0-1-9 0,0 1-9 0,0 0 5 16,-1 0-2-16,1 0-6 0,0 0 5 0,-2 1-5 16,0 1 4-16,0 2-1 0,-4 7 1 0,-1 0-2 15,-4 3-2-15,5 1 3 0,-17 2-4 0,-1-1 2 0,-2 3-2 16,-2 1 1-16,-5-2 0 0,1 5 0 0,-2-3-2 15,4-4 4-15,4 5-2 0,4-3 3 0,1 1 0 16,4-5-3-16,4-1 1 0,4-4-1 0,-1-1-1 16,7-1-1-16,-1-4 0 0,-2 1-1 0,0 0 0 0,1-1 1 15,-3 4-1-15,4-3 2 0,0 0 3 0,0 1-5 16,2-3 7-16,0 5-7 0,0 0 3 0,0-5-3 16,0 3 0-16,0-3-1 0,2 2 5 0,2 1-1 15,0-1-1-15,-1-1 0 0,5-3-3 0,10 0 3 16,-3 9 0-16,4 0 1 0,-1-3 0 0,3-5 3 15,1 1 3-15,2-2-1 0,2-2 2 0,-3 0-5 16,-1 0-1-16,0-4-1 0,2 2 3 0,-3-1 2 16,-5-1-4-16,3 0 4 0,-1 1-5 0,-5-1-2 0,2 0 1 15,-4 0-2-15,-1 3 3 0,-1-1 1 0,0 0-3 16,-7 2 2-16,4-2-3 0,-4 2-5 0,-1 0-4 16,3-2-3-16,0 0-35 0,0 0-57 0,-1 1 5 0,-1-1-22 15,0 0-1-15,0 0-64 0,0 0-4 0,0 0-32 16,-1 0-134-16</inkml:trace>
  <inkml:trace contextRef="#ctx0" brushRef="#br0" timeOffset="204197.83">19971 16684 934 0,'-2'0'88'0,"0"0"182"0,1-2-232 0,-1 0-24 16,0 0-2-16,0 0-8 0,0 1-7 0,0-1 8 0,0 0 3 15,2 0 2-15,0 0-1 0,2 0 25 0,0 0-2 16,2 1 12-16,13-5 9 0,9-1-16 0,5-1-2 16,3 1-5-16,3-1-8 0,2 5-4 0,0-1-1 0,5-2-1 15,-7 3-4-15,1 1-7 0,4 0-1 0,-8 0-3 16,1 2-6-16,-3 0 7 0,-10 0-4 0,-5 0 4 16,3 0-8-16,-1 0 5 0,-5 0 2 0,5 2 0 15,-6-2-5-15,-2 0 0 0,0 0-10 0,2 0 3 16,-4 0-45-16,1 0-111 0,-3 0-18 0,-1 0-46 15,-1 0-224-15</inkml:trace>
  <inkml:trace contextRef="#ctx0" brushRef="#br0" timeOffset="205043.08">21117 16338 637 0,'0'0'47'0,"0"0"-2"15,0 0-7-15,0 0-2 0,0 0-19 0,0 0-16 16,0 0 2-16,0-1 0 0,0 1 0 0,0-2-7 0,0 2 17 16,0-2-8-16,0 2 14 0,0 0 9 0,0 0 12 15,2 0 9-15,0 0-2 0,-1 0 25 0,1 0-19 16,0 0 7-16,-2 0-12 0,2 0 1 0,0 2-22 15,0 0 0-15,1 5-8 0,9 19-11 0,-5 4 4 16,-3-1-5-16,-1 1 5 0,1 2-3 0,-2-1 1 16,0 3 7-16,-2-3-2 0,0 1 16 0,-2-4 2 15,-2-2 0-15,1 0 0 0,-1-2-5 0,-2 0-11 16,3 0 1-16,1-7-5 0,-2 0 3 0,2-8-9 16,-2 2 3-16,3-4-6 0,-3 1 2 0,0-1-9 0,4-5 2 15,-2 2-6-15,2-2-14 0,-2 1-109 0,1 1-8 16,-1 0-39-16,0 0-70 0</inkml:trace>
  <inkml:trace contextRef="#ctx0" brushRef="#br0" timeOffset="205418.74">21711 16342 735 0,'0'0'163'0,"0"-2"9"15,-2 0-56-15,0 1-35 0,0-1-50 0,1 0-29 16,-3 0 9-16,0 0 1 0,0 0 0 0,-7-1-12 16,-4 1 4-16,-1 2-4 0,-5 3 6 0,1 3 5 15,-1 1-7-15,-3 3 6 0,4-1-5 0,-6 2 20 16,2 0-6-16,0 0 8 0,-4 2-7 0,4-1 10 0,-1-1-4 16,1 0 0-16,4-2-1 0,5-1 8 0,4-3-13 15,0 3 0-15,5-5-6 0,2-1-14 0,3-2 9 16,-5 8-6-16,0 1 8 0,1 0 0 0,1 0 14 15,2 3-2-15,2-3 4 0,0 2-7 0,2 0-5 16,2 0-1-16,1 0-2 0,3-1-4 0,-1-3-2 16,10 1 4-16,2-3-3 0,-6 1 4 0,3 1-3 15,3-1-1-15,-8-4 1 0,4 1 0 0,-2 3-7 16,-2-4 2-16,4 0-3 0,-2-1 3 0,0 9-10 0,5-1 0 16,7-2-5-16,-1-5-5 0,2-2-17 0,3-2-3 15,1-3-12-15,0-3-69 0,-2-1-67 0,0 0-42 16,-2 0-22-16,0 1-302 0</inkml:trace>
  <inkml:trace contextRef="#ctx0" brushRef="#br0" timeOffset="206145.53">21600 14892 186 0,'0'0'42'16,"0"-2"-1"-16,0 0 18 0,0 1-10 0,0-3-3 16,0-2-24-16,3-7 2 0,1 2-7 0,0 0 4 15,1-2-13-15,-1 4 7 0,2-2-4 0,-3 1 3 0,1 1 4 16,0 2 23-16,-1-1 4 0,-1 1 5 0,0-1 15 16,-2 5 3-16,2-5-2 0,-2 4 1 0,2-1-7 15,0-1-22-15,-2 3 7 0,2-3-11 0,-2 0 2 0,0 1-8 16,0-1 3-16,0 4-4 0,0-1 10 0,0-1-2 15,-2 0-9-15,0 1 3 0,0-1-25 0,-2 2 2 16,-1 0 0-16,-10-2 0 0,-2 3-2 0,-3 1 0 16,-1 1 1-16,-1 5-1 0,-2 3 10 0,-2 4 1 15,4 0-3-15,-3 4 0 0,3-10-3 0,0 21 1 16,3 0 0-16,1 2-1 0,-1 1-7 0,10 3 0 16,-2-3-1-16,9 5 0 0,0-1-6 0,-18 0 7 0,7-1-2 15,5-1 5-15,4-1-1 0,4-3-2 16,4 1 7-16,4 0-4 0,3-1 20 0,5 3 2 0,-1-2-2 15,0-4 2-15,0-4-9 0,-13 0 1 0,18 1-2 16,-1-5 1-16,-1 3-8 0,3-3-3 0,-1-1 0 16,-1-2-1-16,-1 0-6 0,-1-4-1 0,2 0-3 0,-3-2 2 15,1 0-2-15,-4-3-12 0,-2-2 1 0,0-1-6 16,2-1-10-16,-1 8-60 0,4-1-14 0,1-2-23 16,0-1-115-16</inkml:trace>
  <inkml:trace contextRef="#ctx0" brushRef="#br0" timeOffset="211988.24">22103 14842 409 0,'0'0'41'16,"0"0"-3"-16,0-2 12 0,0 0-6 0,-2 0-7 15,0 1-17-15,2-1 1 0,0-2-2 0,0 0 2 0,0 2 4 16,0-3 26-16,0-1 1 0,0 1 8 0,0 1 0 16,0 0-13-16,0 1-5 0,0-3-1 0,0 2-7 15,0 1 3-15,0-3 5 0,0 2-4 0,0 1 1 16,0 1-1-16,0 0-5 0,0 0 2 0,0 0-13 0,0-2-6 16,0 1 2-16,0-1-3 0,0 0-2 0,0 2-5 15,0 1-4-15,0-1 0 0,0 0-3 0,0 0 8 16,0 0 0-16,0 0 3 0,-2 0 5 0,2 1 2 15,0 1-4-15,0 0 1 0,0 1-16 0,0 1 5 16,0 2 0-16,0 2 2 0,-4 16-6 0,3 4 4 16,-1 0-2-16,2 0 2 0,-2 2-3 0,2 0-2 15,0-1 0-15,-2 3-1 0,2 3 1 0,-2 1 4 0,0-1-1 16,-1 1 1-16,-3-1 1 0,2-3-5 0,1 0-1 16,-1-1-1-16,2-3 4 0,0 0 0 0,0-3 1 15,0-7-1-15,1-3 0 0,-1 0 6 0,0-2 0 16,2-1 0-16,-2 1-9 0,2-6 2 0,-2 3 0 0,2-4 2 15,0-1-6-15,0-1-1 0,0 0-8 0,0 0 5 16,-2 2-15-16,0-1-53 0,2 1-4 0,0 0-18 16,0-2-28-16,0-1-49 0,0 1 6 0,0 0-34 15,0 0-107-15</inkml:trace>
  <inkml:trace contextRef="#ctx0" brushRef="#br0" timeOffset="212364.5">22435 14953 561 0,'0'0'175'0,"0"-1"-184"16,0-1 192-16,0 0-93 0,0 0-63 0,0 0-6 15,0 0-6-15,0 0 6 0,0-1 17 0,0 1 4 16,0 0 9-16,0 0-5 0,0 0 15 0,0 0-20 16,0 1-7-16,-2-1-6 0,0 0-24 0,1 0 0 15,-1 2 3-15,-2 0-2 0,-5 2-6 0,-10 3 8 16,-1 5-3-16,-4 1 6 0,3 0-2 0,1 0 18 15,-3 2-4-15,1 0 7 0,2-2-9 0,3-2 2 0,2 1-4 16,2-1 2-16,2-2-15 0,-2 1 1 0,9-6-2 16,2 1 1-16,-5 7-6 0,-2 5 0 0,1-1 3 15,5-2 0-15,1-1 12 0,2 0-5 0,0-4 7 16,2 6-6-16,1-2 6 0,3 1-12 0,-1-5-2 16,7 0-2-16,8 1 8 0,-1 1-3 0,-3-3 0 0,1 1-2 15,2-1-1-15,-1-1 6 0,3 3 2 0,-3-3 0 16,1-3 7-16,-4 2-14 0,-1-2 8 0,-2 7-11 15,1 0 1-15,-4-3 2 0,0-1-7 0,0-1 5 16,-3-2-12-16,0 0-3 0,-3 0-8 0,1 0 0 16,-2-2-47-16,2 1-48 0,-1 1-9 0,1 0-20 15,0 0-92-15</inkml:trace>
  <inkml:trace contextRef="#ctx0" brushRef="#br0" timeOffset="212709.47">22777 15159 1026 0,'0'0'27'0,"0"0"0"0,-2 0-12 0,0 0-3 16,0-1-11-16,0 1-2 0,0 0 7 0,1 0 0 15,-1 0 3-15,0 0-9 0,2 0 27 0,0 0 3 16,0 0 10-16,0 0 19 0,0 0 10 0,2 0 3 16,0 0 3-16,-1 0-7 0,3 0-11 0,2 0-8 0,23 1 1 15,-3-1-18-15,2 0-13 0,2 0-1 0,-10 0-4 16,6 0-5-16,-5 0-3 0,-3 0-1 0,-3 0 0 16,0-1-5-16,-2 1 0 0,0 0-2 0,-2 0 1 15,0 0 3-15,-3 0-7 0,1 0-2 0,-1 0-6 16,-1 0-24-16,-2 0-65 0,3 0-2 0,-6 0-25 15,3-2-42-15,-3 2-34 0,0 0 4 0,2 0-21 16,-1-2-75-16</inkml:trace>
  <inkml:trace contextRef="#ctx0" brushRef="#br0" timeOffset="213051.04">23386 14994 881 0,'0'-2'36'0,"0"0"70"0,0 1-86 0,0-1-1 16,0 0-3-16,0 0 1 0,0-2 1 0,0 1 11 15,0-1 1-15,0 0 2 0,0 1-8 0,0 1 6 0,0-2-5 16,0 0 7-16,0 2-2 0,0 1-2 0,0-1 3 16,0 0-3-16,0 0 3 0,0 0-5 0,0 0 0 15,0 0-2-15,0 1 3 0,0-1 14 0,0 0-3 16,0 0 6-16,0 0-12 0,0 2-14 0,0 0 0 0,0 0-6 15,0 2-5-15,0 0 1 0,0 2-5 0,0 1 3 16,0 17-6-16,0 4 3 0,0-3 2 0,0 1-1 16,2 2-1-16,-1 2-4 0,1 1 1 0,0-5-2 15,0-3 3-15,0 1 3 0,0-3-1 0,0-1 2 16,-1 8-3-16,1-11 1 0,-2-2-3 0,2 2 2 16,-2-9 1-16,0 1-14 0,0 2 2 0,0-3-10 15,0-1-23-15,0-1-104 0,0-2 1 0,0 2-40 16,0-2-49-16,0 1-85 0</inkml:trace>
  <inkml:trace contextRef="#ctx0" brushRef="#br0" timeOffset="213457.25">23798 14628 794 0,'-2'-1'65'0,"0"-1"119"0,0 0-167 0,0 0-9 0,1 0-9 15,-1 0 4-15,0 0 0 0,0 1 8 0,0-1 7 16,0 0-2-16,0 0 13 0,1 0 14 0,-1 0-5 16,0 0 8-16,0 1-13 0,0-1 5 0,0 0 6 0,0 0 2 15,1 0 25-15,-1 2-32 0,0 0 5 0,0 0-15 16,0 0 0-16,0 0-12 0,2 0-2 0,0 0-3 15,0 0-3-15,0 0 0 0,0 0 1 0,2 0-1 16,0 0-1-16,0 2 7 0,0 0-1 0,1 0 1 16,5 0-6-16,7 3 6 0,1 1-1 0,5 1 3 15,-3 1 6-15,3 1-14 0,1 0 2 0,4 2-7 16,2 2 2-16,2 2 4 0,1 2 1 0,6 5 0 0,-3-16 2 16,-3 23-13-16,-3 5 6 0,-4 1-6 0,2 2 15 15,-9 2-4-15,0 4-1 0,-13-2-1 0,18 0-5 16,-9-2-4-16,-6-2 3 0,-5-6-1 0,-2 5 6 0,-4-3-10 15,-3 2-5-15,-6-3-3 0,-6-1-27 0,3-1-85 16,-23 0-5-16,-2 0-36 0,2-3-102 0,0 3-211 16</inkml:trace>
  <inkml:trace contextRef="#ctx0" brushRef="#br0" timeOffset="214546.99">21050 16285 142 0,'0'0'30'0,"0"0"-5"0,0-2 49 0,0 0-2 15,0 0 7-15,0 0-5 0,0-2-27 0,-2 1 6 16,2 1-17-16,-2-6-7 0,0 1-10 0,1 0 1 16,1 3-4-16,-2-2-1 0,2 3 15 0,0 1-5 0,0-2 9 15,-2 0 6-15,0 1 3 0,0-1 3 0,0 0-1 16,0 1 1-16,1-1-4 0,-1 0-2 0,2 2 0 15,0 0 0-15,0 1-11 0,-2-1 7 0,0 0-9 16,0 0-1-16,0 0-4 0,0 0-2 0,2 0 1 16,-1 1-4-16,-1-1 5 0,0 0 1 0,0 2 1 15,0 0-2-15,0 0-6 0,0 0-4 0,1 2 1 0,-1 0-7 16,0-1 6-16,0 3-6 0,0 4 4 0,-3 10-14 0,-1 3 11 16,2 1-4-16,1-2 7 0,-1 4-10 0,2-1 8 15,0 3-4-15,0 0 5 0,0 0-7 16,1 1 5-16,1 1-2 0,-2 0 1 0,0 0-5 0,0 0 6 15,0 2-1-15,0-3 3 0,2 1-5 0,0-2 5 16,-2 0 0-16,1-3 2 0,-1 1 8 0,0-2-8 16,2-2 4-16,-2-1-7 0,2-2 0 0,0-2 4 15,0-2-6-15,0-2 5 0,0-4-12 0,0 4 4 16,0-3-1-16,-2 3 1 0,2-2-8 0,0-7 5 16,0 3-1-16,0-3 1 0,0 2-2 0,0 0-10 15,0-2-5-15,0-1-3 0,0 1-20 0,0 2-64 16,0 0-1-16,0-1-25 0,0 1-40 0,0-2-67 0</inkml:trace>
  <inkml:trace contextRef="#ctx0" brushRef="#br0" timeOffset="-214376">21642 16242 840 0,'0'0'31'0,"0"0"-1"15,0 0-13-15,0 0-1 0,0 0-14 0,0-2 3 0,0 0 3 16,0 0 3-16,0 1-1 0,2-1-2 0,0 0 18 16,0 0-2-16,0 0 8 0,0 0 9 0,-1 2 26 15,1 0 2-15,0 0 9 0,0 0 10 0,0 0-25 16,-2 0 0-16,0 0-10 0,0 0-12 0,0 0-15 15,0 0 2-15,0 0-8 0,0 0-13 0,-2 2-2 16,0 0 0-16,0 0 1 0,-1 2 6 0,-5 1-5 16,-7 10-3-16,-1 0 1 0,-1 0-3 0,-2-1 2 15,3 1 1-15,-3 2-2 0,-3 2-3 0,-1-1 2 16,-1 1 1-16,-7 1 0 0,5-1-2 0,-2-1 2 0,-7-1-3 16,10-2 4-16,5 0 0 0,-2-4 0 0,12 2 5 15,-3-2-5-15,0-2 2 0,4-1 2 0,-4-5-6 16,4-1 6-16,5 2 1 0,-1-2 3 0,3-2 4 0,0 2-2 15,-2 0 0-15,2-2-6 0,0 0-4 0,-1 3 0 16,-1 1-9-16,2 0 0 0,0-2 5 0,0-1-3 16,1 1 4-16,-1 0-1 0,2 0-1 0,0 0 1 15,2 0-3-15,-1 0 5 0,3-1-2 0,4 3 2 16,14 5-7-16,4 1 8 0,5-1-1 0,-1-3 4 16,4-1-3-16,-3-1 9 0,-1-2-2 0,1 0 4 15,-1 1 2-15,2 1-8 0,-3 0 1 0,1-1-3 16,0 1 1-16,-4-2-2 0,0 0 0 0,0 0-2 0,-2 1-9 15,-4 3 8-15,-3 0-3 0,0-1 5 0,-2 1-5 16,0-1 0-16,-1 1-2 0,-1-1 1 0,-1 1-1 16,-5-4-22-16,0 2-24 0,-1-3-10 0,7 5-168 0,0 0-259 15</inkml:trace>
  <inkml:trace contextRef="#ctx0" brushRef="#br0" timeOffset="-208994.62">19160 4079 32 0,'0'0'44'16,"0"0"-10"-16,0 0 44 0,0 0 9 0,0-2-22 15,0 0-3-15,0 0-12 0,0 0-1 0,0 0 5 16,0 0 10-16,-2 1-26 0,2-1 8 0,0 0-14 16,0 0 6-16,0 0-1 0,0 0-5 0,0-1 2 0,0 1-2 15,0 0 6-15,0 0-2 0,0-2 1 0,0 1 1 0,0 1-5 16,2-2 9-16,0 2-9 0,0 0-1 16,-2 0-6-16,0 1-2 0,0-1 1 0,0 0-3 0,0 0 56 15,0 0-22-15,0 0 30 0,0 0-40 0,0 1-13 16,0-1 2-16,0 0-7 0,0 0-6 0,0 0-4 15,0 0-1-15,0 0 0 0,0 1 4 0,0-1-5 16,0 0 3-16,0 0-4 0,0 0-10 0,0 0-6 16,0 0 2-16,0 2-1 0,0 0 12 0,0 0-3 15,0 0 2-15,0 2-1 0,0 0-1 0,0 0 1 16,0 2 0-16,0 5 1 0,0 6-2 0,0 2 3 0,0-1-8 16,0 1 6-16,0 2-6 0,0 1-4 0,0 2 6 15,1 2-5-15,1-1 6 0,0 3-3 0,2-2-4 16,0 4 3-16,-1-1 6 0,1 1-6 0,0 4 5 15,-1-2-5-15,1 1-1 0,0 3 4 0,0-5-4 0,-1 5 4 16,-1-6 3-16,-2-2-7 0,2 3 5 0,-2-3-6 16,0-3 1-16,0 3 1 0,0-4 1 0,0 0 0 15,2 2-2-15,0-5-2 0,-2 1 4 0,0-1-2 16,2 1 5-16,-1-1-3 0,-1-3-4 0,2 1 3 16,0 0 1-16,0-4-3 0,0 2 1 0,0-6-2 15,0 2-2-15,-1-2 1 0,1 1 0 0,-2-3 0 16,0-1 2-16,0-1-6 0,0 1-9 0,0-2-1 0,0-1-41 15,0 1-15-15,0-2 6 0,2 2-8 0,0-1 8 16,0 1-72-16,0 0 3 0,0-2-27 0,-1-1-18 16,-1 1-31-16,0 0 8 0,0 0-14 0,0 0 24 0,0 0 95 15,-1 0 5-15,-1-1 35 0,0 1 58 0,0 0 3 16</inkml:trace>
  <inkml:trace contextRef="#ctx0" brushRef="#br0" timeOffset="-208962.05">19175 5038 14 0,'0'0'1'0,"-2"0"-5"0,0 0 2 0</inkml:trace>
  <inkml:trace contextRef="#ctx0" brushRef="#br0" timeOffset="-208635.97">18933 5064 200 0,'-2'0'78'0,"1"0"-6"0,-3 0 59 16,-9 0-6-16,-9 0-4 0,-8 0-13 0,8 0-20 15,-4 0-6-15,1 0-5 0,3 0-21 0,-4 0 8 0,2 2 2 16,2 0 1-16,-1 0 3 0,3 0-3 0,0 2-3 16,1-3 1-16,1 3-3 0,1 0 0 0,-2 0 1 15,4-3-1-15,2 1-7 0,4 0-18 0,2 0 2 0,1-2-9 16,2 0-9-16,1 2-19 0,-1 0 0 0,0 0-5 15,2-1-7-15,1 1 8 0,1 0-2 0,0 0 3 16,1 0 0-16,1 0 4 0,9 0-4 0,19 3 2 16,2-1-7-16,7 0 6 0,1-3 0 0,7-1 2 15,5 2-3-15,0 0 1 0,0 0 2 0,4 0-1 16,-1 2-1-16,1-1-2 0,2 1 1 0,-8-2-1 16,-4 0 3-16,1 0-1 0,-1-2-1 0,2 0-1 0,2 0 7 15,0 0 0-15,1 0 1 0,-1-2-3 0,0-2 1 16,-7-2 1-16,-3 1 1 0,-4-1-2 0,-8 3-4 15,-4 1 4-15,-2 0 1 0,-9 2 2 0,-4 0 1 16,-3 0-8-16,-2 0 2 0,-3 0-2 0,1 0 3 0,2 0-8 16,0 0-5-16,-1 2-2 0,-1 0-23 0,0-1-121 15,0 1-11-15,-2 0-54 0,-2 2-199 0</inkml:trace>
  <inkml:trace contextRef="#ctx0" brushRef="#br0" timeOffset="-208200.7">18564 5384 1155 0,'0'0'20'15,"-2"-2"-3"-15,0 0 24 0,-2 0 2 0,1 0 1 16,-5-1 19-16,1-1-22 0,-1 0 1 0,5 2-12 15,-1 2-29-15,2 0 6 0,-2-1-1 0,1 1 4 16,-1 0 12-16,0 1 5 0,1 1 4 0,1 2-1 16,-2 3 0-16,-5 16 8 0,3-1-6 0,2 6 7 0,3 0 2 15,1 3-9-15,1-3 2 0,1 2-5 0,0-1-7 16,2 3 3-16,0-2-3 0,1 3 1 0,1 2-13 0,-1 3 12 16,1 2-7-16,-1 3 8 0,3 5-8 0,-1 4-2 15,1 4 6-15,-1 2-5 0,1-1-6 0,-3 4-1 16,3 1-3-16,-1-7 2 0,0 3-4 0,-1-2 1 15,0-8 1-15,1 0 0 0,0-1 2 0,-1-3-1 16,0-1-3-16,-3-4 2 0,1 0 0 0,0 0 2 16,-1 0-2-16,-1-4 1 0,0-1-1 0,0 1 4 15,-2-4 1-15,0-1 1 0,0-6-6 0,0-7-2 16,0-2 1-16,0-4-1 0,0 4 0 0,0 0-21 16,2-4-5-16,0-2-8 0,-2-7-43 0,1 2-9 0,1-1-30 15,0-1 7-15,2 0-99 0,0-2-293 0</inkml:trace>
  <inkml:trace contextRef="#ctx0" brushRef="#br0" timeOffset="-207390.44">19531 5174 630 0,'0'-2'88'0,"0"0"14"16,0 0 26-16,-2-1-37 0,0-1 9 0,2 0-3 15,-1-3-18-15,1 3-9 0,0 0-1 0,-2 1-26 0,0-1-9 16,0 2 0-16,0 0-4 0,0 2-8 0,0 0 8 16,1 2-7-16,-5 11 7 0,-5 21-3 0,2 1 10 15,1 2 3-15,1-4-1 0,1 3-2 0,2-1-3 16,1 2-4-16,1-2 2 0,0-1-5 0,0 3-2 15,2-4 0-15,0 1-3 0,0 1-3 0,2-2-5 16,2 1 0-16,1-1-2 0,3 1 2 0,-1 1-6 16,2 2-2-16,-1 0-2 0,1 0-2 0,0 4-2 15,1-2 0-15,-1 2 0 0,2 0 5 0,0 0-5 0,-1-4 3 16,1 4-4-16,-2 0 1 0,-2-2 2 0,1 0-1 16,-1-2 1-16,1-4 3 0,1 4-5 0,0-5 4 15,-1-1-4-15,-1-1-1 0,-1-2 5 0,-3 0-3 16,-1-2 5-16,0 0-2 0,0 0 3 0,0-2-6 0,-2 0 5 15,0-2-3-15,0-1 2 0,0-3 3 0,0-3-1 16,-2 2-1-16,0-2 0 0,-2-2-2 0,1 0 1 16,-3-2-3-16,1 0-2 0,-1 2 0 0,0-4 0 15,3 1-5-15,-3 3 8 0,2-4-3 0,3-4 4 16,-5 5-10-16,2-5 8 0,1 1-2 0,-1 1 6 16,-4-1-5-16,-1-2 3 0,-2 3 0 0,-4 0 0 0,0-5-6 15,4 6 2-15,-4-6-2 0,0 1 2 0,2 1-2 16,-5-2 4-16,-1 0-3 0,-3 13 3 0,3-4-5 15,-1-4 3-15,1 1 0 0,-1-1 2 0,-2-1-3 16,-1-3 1-16,1 1 0 0,-2-2 0 0,2 0-2 16,0 0 4-16,-4-1-4 0,5 3 4 0,-5-2 2 0,4 2-3 15,-2-2 4-15,-2-1-5 0,5 1-2 0,-3 0-1 16,4 0 1-16,-1 0 0 0,3 0 3 0,3 0-1 16,-4 1 2-16,1-1-3 0,1 0-7 0,-2 0 11 15,3-2-5-15,3 0 7 0,-2 2-3 0,4 0-2 16,-4-1 7-16,4 1-4 0,-2 0 9 0,7-2 3 15,1 0-11-15,1 0 9 0,0 2-13 0,0 0-1 0,1 0 1 16,-1 0-2-16,2-1 1 0,0 1 0 0,0 0 1 16,2 2 0-16,0 0-5 0,2-1 5 0,-2-1-6 15,10 4 5-15,21 3-5 0,1 2 3 0,1-7-1 16,1 1 1-16,1-1 1 0,4-2 0 0,2 0 4 0,-2 20-2 16,-4-11 6-16,-2-3-2 0,1-5-3 0,-3-3 1 15,1 0-3-15,-2 0 4 0,-1 0 2 0,-1 0 0 16,2-1-8-16,-4 1 4 0,-4 0-2 0,0 0 2 15,-1 0 2-15,-4 0-5 0,3 0 2 0,-7 0-4 16,-2 0-7-16,-2 0 4 0,-5 0-7 0,2 0 2 16,-4 0-42-16,1 0-76 0,-1 0 3 0,2 1-29 0,0 1-25 15,-1 0-103-15,-1 0-32 0</inkml:trace>
  <inkml:trace contextRef="#ctx0" brushRef="#br0" timeOffset="-206971.61">19268 7138 969 0,'0'0'54'0,"0"0"-5"0,-2-1 39 16,0-1 10-16,0 0-11 0,0 0 15 0,-2 0-23 16,1-2 0-16,1 1-7 0,0-1-15 0,0 0-8 0,-2 2 2 15,3-1-2-15,-3 1 8 0,2 0-18 16,0 0 0-16,0 0-8 0,0 0-15 0,1 2 11 0,-1 0-2 15,0 0 5-15,0 2-2 0,0 0-4 0,-2 7 0 16,-3 21-1-16,3 2 3 0,2-1-10 0,2 3-3 16,0-1-1-16,0 4 1 0,0 0-10 0,0 2 6 0,0 6-7 15,0 3 6-15,0 4 0 0,4 6-7 0,0-1 3 16,0 5-9-16,-3-3 4 0,3 2 3 0,0-1-1 16,0-3-1-16,-1-1 6 0,-1-4-5 0,0-2 7 15,2-4-11-15,-2 1 3 0,-1-3 0 0,1-1 1 16,0 0 2-16,0 0-2 0,0-4 4 0,0 3-4 15,0-6 2-15,-2 1 3 0,0-4-3 0,0-1 2 16,0-1-2-16,0-7-3 0,0 2 0 0,-2-5 0 0,0 1 0 16,0 0 0-16,0-3-2 0,2-6 1 0,0 0-16 15,0-6-11-15,0-3-11 0,0 0-3 0,0-2-78 0,0 1-23 16,0 1-15-16,0-2-4 0,0 0-79 0,0 0-202 16</inkml:trace>
  <inkml:trace contextRef="#ctx0" brushRef="#br0" timeOffset="-206591.03">18768 9081 939 0,'-2'0'85'0,"0"0"123"16,-18 0-110-16,3 0-5 0,4 0-8 0,0 0 4 16,4 0-11-16,0 0-13 0,1 0-4 0,3 0-4 15,1 0-16-15,2 0-1 0,-2 0-2 0,1 0 0 16,1 0-9-16,0 0 8 0,0 0 10 0,2 0 0 16,0 0 30-16,2 0-8 0,5 0-11 0,32-4 2 0,2-4-30 15,7-1-2-15,-1 0-3 0,-1 0 0 0,-1-1-17 16,-2 3 1-16,-4-1-2 0,-6 3 2 0,-1-1-9 15,-6 3 1-15,-4-1 3 0,-2 2-2 0,-1 0 7 16,-1 0-2-16,-3 2-4 0,0 0 2 0,0 0-7 16,-4 0 3-16,2 0 3 0,-2 0-1 0,-1 0 3 0,1-2-4 15,0 1-4-15,-2 1 1 0,2-2-6 0,0 0-26 16,0 0 2-16,1 0-14 0,1 0-31 0,-2 0-24 16,2-1-10-16,-2-1-6 0,2 0-44 0,-4 1-51 15,2-1-21-15,-3 2-26 0,-3 0-239 0</inkml:trace>
  <inkml:trace contextRef="#ctx0" brushRef="#br0" timeOffset="-206261.6">19110 9198 1547 0,'-2'0'34'15,"0"0"-2"-15,0 0 50 0,-2 0-13 0,-1 0 11 16,3 0-22-16,0 0-25 0,0 0 2 0,-1 0-12 16,-1 0-15-16,2 0 6 0,0 0-3 0,2 0 5 15,0 0-4-15,2 0-6 0,0-2-3 0,2 0-1 0,1 0-10 16,6-2 7-16,0 1-4 0,-3 1 3 0,1 0-15 16,-1 0 4-16,-3 2-1 0,-1 0 2 0,-2 0 0 15,1 0 4-15,1 0 0 0,0 0 2 0,-2 2 6 16,0 0 5-16,-1 0 2 0,1 1-1 0,0 1-6 0,0 0 2 15,-2-2 1-15,0 1 2 0,2 1-2 0,0 0 1 16,1-1-6-16,5 1 3 0,7 4 0 0,3-5 3 16,1-3 1-16,3-2-2 0,2-3-11 0,2-8-71 15,2-4-28-15,2 8-45 0,3-23-408 0</inkml:trace>
  <inkml:trace contextRef="#ctx0" brushRef="#br0" timeOffset="-205650.04">19203 3954 875 0,'-2'0'49'16,"0"0"58"-16,0-2-30 0,0 0 3 0,0 1-8 15,0-1 5-15,-1 0-19 0,-1 0-5 0,0 0 1 0,1 0-3 16,-1 0-2-16,0 2-3 0,0 0-5 0,1 0 1 16,-1 0-15-16,0 0 0 0,2 0 5 0,1 0-3 15,-1 0-1-15,0 0 15 0,0 0-8 0,0 2 12 16,0 0-5-16,0 0 8 0,2 0 0 0,0 0 0 16,0 0-6-16,0-1 3 0,-1 1-5 0,1 0 3 15,0 0-15-15,0 0-10 0,0-2 15 0,0 0-11 16,0 0 20-16,0 0-17 0,0 0-11 0,0 0 3 0,0 0-19 15,1 0 0-15,1 0-1 0,0 0 0 0,0 0-6 16,0 0-29-16,0 0-35 0,0 0-9 0,-1 0-199 16</inkml:trace>
  <inkml:trace contextRef="#ctx0" brushRef="#br0" timeOffset="-204282.97">17095 6015 340 0,'0'0'138'0,"-2"0"-162"0,0 0 155 0,1 0-76 16,-1-2-9-16,-2 0 7 0,0 1 8 0,2 1-4 0,-5-2 0 15,0-2 9-15,1 2-8 0,0 0 9 0,-1-1-8 16,3 1 2-16,-1 0-1 0,1 0 1 0,0 0-6 15,2 2-14-15,1 0 5 0,-1 0-7 0,0 0 7 0,0 0-6 16,0 0-5-16,0 0 0 0,-1-2-18 0,-1 0 4 16,0 1-2-16,2-1 3 0,0 0 5 0,1 0-3 15,1 0 5-15,0 0-4 0,1 0 1 0,3 1-8 16,15-5 3-16,14-3-5 0,4-1-2 0,6-1-8 16,5 2 1-16,-3 2-2 0,-1-1-4 0,-3 3 1 15,-5 1-2-15,-5 2 2 0,1 0 6 0,-3 0-1 16,-5 2-2-16,-3 0 0 0,-4 0-5 0,-8 0 1 15,0 0 5-15,0 2-2 0,-5-2 10 0,0 2 5 0,-2-2 1 16,1 4 2-16,1-1 9 0,4 10-6 0,-1 2 1 16,-3 2-3-16,-2 3-6 0,-4 3 0 0,-4 1-2 15,-3 4 3-15,-4 1 6 0,-2 1-8 0,-2-2 1 16,10 5-3-16,-23-1-2 0,0 1-1 0,1 4 0 16,-1 1 0-16,-1-3-1 0,-3-2 4 0,3 1 1 0,-3-3 0 15,6 3 5-15,0-1-7 0,2 1 2 0,4-3-5 16,2-1-6-16,1 0 4 0,2-1-2 0,4-3 2 15,2 2 1-15,6-2-1 0,-1-6-1 0,4 1 0 16,-11-3-3-16,4-1-4 0,3 0 0 0,6-6-2 16,0 2 3-16,0-6 6 0,4 5 0 0,0-5 1 15,3 0-7-15,16-3-1 0,3 13 1 0,5-4-1 0,1-4 8 16,-1-5-3-16,3-2-3 0,-1-2 1 0,2-2-5 0,3-2 3 16,-5 0-2-16,-3-1 1 0,-4-1-5 0,-2 1-5 15,2-5 1-15,-2 3-3 0,-2-2-6 0,-3 1-28 16,-3 1-10-16,-4 1-10 0,2-1-53 0,-4 1-32 15,-1 1-20-15,-2-1-12 0,-3 4-132 0</inkml:trace>
  <inkml:trace contextRef="#ctx0" brushRef="#br0" timeOffset="-203943.43">16928 6546 1070 0,'-2'0'27'0,"0"0"-1"0,0 0 2 0,-1 0 13 0,-3 0-13 16,-5 0 43-16,2 0-13 0,1 0-4 0,3 0-1 15,-1 0-9-15,1 0 8 0,-1 0-2 0,0 0 3 16,5 0-10-16,-3 2-9 0,0 0 2 0,2 0-4 15,0 0-1-15,1-1 5 0,1 1 3 0,0 0 2 0,1 0 14 16,1 0 20-16,6 0-5 0,21 3 7 0,3-3-24 16,5-2-26-16,2 0-3 0,6-4-6 0,-1-1-7 15,5 1-8-15,-3 0 3 0,6 1-5 0,-6 1-4 16,-1 0-1-16,1 0-2 0,-7 2 1 0,2 0-8 0,-7 0-47 16,-5 0-7-16,-6 0-16 0,-1 0-50 0,-2 0-81 15,-1 0-24-15,-2 0-39 0,-3 2-265 0</inkml:trace>
  <inkml:trace contextRef="#ctx0" brushRef="#br0" timeOffset="-203632.06">17621 6787 279 0,'0'0'149'16,"-2"0"16"-16,0 0-48 0,0 0-35 0,0 0-35 16,0 0 28-16,-1 0-2 0,-1 0-2 0,0 0-4 15,0 0-29-15,1 0-6 0,-1 0 0 0,0 0-1 16,1 0 3-16,-1 0-1 0,0 2 5 0,2-2-4 16,0 0-2-16,1 0-12 0,-1 0-4 0,0 2-2 0,0 0-14 15,0 0-1-15,0-2 1 0,0 2 0 0,1 0 7 16,-1-1-7-16,0 1 1 0,0 0-1 0,0 0 1 15,0 0 0-15,0 0 0 0,1 0-1 0,-1-1-4 0,0 1 2 16,0 0 0-16,2 0 0 0,-2-2 2 0,2 2-12 16,0 0-12-16,0 0-6 0,0-2-109 0,0 0-150 15</inkml:trace>
  <inkml:trace contextRef="#ctx0" brushRef="#br0" timeOffset="-192202.63">17743 6147 35 0,'0'0'78'16,"0"-2"-27"-16,0 0 57 0,0 0 19 0,0-1-41 16,0 1 5-16,0-13-34 0,0 4 4 0,0-4-8 0,0 0 2 15,0 2-11-15,0-2 5 0,0 4-2 0,0 0 24 16,0 2-10-16,0-1-1 0,0 1-3 0,0 0-2 16,0 3-6-16,0-1 2 0,0 1-3 0,0 3 4 15,0-1-6-15,0 0 3 0,0 0-4 0,0 1-7 0,0 1-1 16,0 0-7-16,0-2 4 0,0 1-9 0,0-1-1 15,0 0 0-15,0 2-1 0,0 0-5 0,0 1-7 16,0-1-1-16,0 0-3 0,0 0-3 0,0 0-5 16,0 0 1-16,0 0-2 0,0 2-2 0,0 0 5 15,0 0-5-15,0 2 4 0,0 0-7 0,0 2 4 16,0 13 3-16,2 7-1 0,-2 0 5 0,2 2-2 0,-2 0 0 16,0 0-2-16,0 0 0 0,2 3 4 15,-2 1-4-15,0 0 4 0,0 1-6 0,0 3 2 0,0-3 0 16,0 1 2-16,0 0-2 0,0-5 3 0,0 3-1 15,0-4 0-15,0-4-2 0,0-1 6 0,0-1-1 16,0-1 4-16,2-1-7 0,-2-3 8 0,0 0-2 16,0-2 4-16,0 0-5 0,0-2 1 0,0-1-3 0,0-1 2 15,0-2 1-15,0 1 1 0,0-3 1 0,0-1-2 16,0 0-6-16,0-2 5 0,0 1-7 0,0 1 6 16,0 0-6-16,0-1-9 0,0-1-10 0,0 0-2 15,0 0-39-15,0 0-18 0,0 0-11 0,0 0-10 16,0-1-106-16,1-1-142 0,1 0-34 0</inkml:trace>
  <inkml:trace contextRef="#ctx0" brushRef="#br0" timeOffset="-191760.95">18140 6104 585 0,'0'0'100'0,"0"0"-2"0,-1 0 46 16,-1-2-16-16,0 0-9 0,0 1-14 0,0-1-29 15,0 0-1-15,0-2-11 0,1 0-18 0,-1 3-12 16,0-1 8-16,0 0-8 0,0 0 17 0,0 0-24 16,0 0 4-16,2 1-12 0,0-1-4 0,0 0-5 15,0 0 3-15,-1 0-4 0,-1 0 6 0,0 2-1 0,0 0 2 16,0 2 0-16,0 0 4 0,0 0-4 0,-1 0 1 16,-3 1 0-16,-12 18 3 0,-3 1-2 0,-1 0-5 15,-2-7 1-15,2 0-3 0,-1 4 1 0,3-5 4 16,1 9-2-16,1-3 1 0,-1 2-7 0,4-1-1 0,2-8-2 15,2 2-1-15,2-2-2 0,3 0 3 0,3 0-3 16,-1-2 2-16,2-4-5 0,0 1 1 0,-3-1-1 16,-1 1 9-16,2-1-8 0,2-1 1 0,1 1-3 15,-1-1 5-15,2-1-2 0,0 1 3 0,0-1-2 16,0 1 8-16,2-1-1 0,-1-1-1 0,11 0 1 16,8 1-2-16,4 1-3 0,0 0 1 0,0-1-3 15,2 3-1-15,0-1-1 0,-3 0 0 0,1 3 0 0,-6-1 4 16,1-2-4-16,-1 1 4 0,-5 1-4 0,4-1 0 15,-6-1 3-15,2 0 1 0,-3-1 0 0,1 1 3 16,-2 1-9-16,-7-3 1 0,7 1-5 0,-1 0-12 0,1-1-50 16,4 1-4-16,0-1-20 0,-4-1-54 0,8 2-289 15</inkml:trace>
  <inkml:trace contextRef="#ctx0" brushRef="#br0" timeOffset="-191117.72">16560 7439 792 0,'-1'0'56'0,"-3"0"6"0,-30-2 11 16,5-1-23-16,3 1 1 0,2 0-11 0,1-2 10 16,1 2 4-16,3 0-1 0,1 1-4 0,3 1 2 15,-2 0-4-15,4 0 5 0,0 0-1 0,4 0-4 16,-2 0 0-16,3 0-4 0,-1 0-7 0,4 0-1 16,-1 0-1-16,0 0 1 0,3 0 2 0,-1 0-14 15,2 0 1-15,0 0-7 0,-1 1-4 0,-1 1-10 16,2 0 11-16,0 0-9 0,0 0 16 0,2 0-1 0,2 0-8 15,2-1 7-15,20 9-1 0,21 1-8 0,7-6 6 16,11-3-9-16,5-2-3 0,14-2 5 0,2-3-5 16,-3-3 5-16,7-3-1 0,-7 2-4 0,5-2-1 0,8 2-2 15,7 1 1-15,-1 3-3 0,-7-1 1 0,-12 2-1 16,-6 2 9-16,-8 1-9 0,-4 1 6 0,-8 0-8 16,1 0 3-16,-4 0 4 0,0 0-2 0,-4 0 3 15,1 0 2-15,-3 0 2 0,-9 0 0 0,-5 0-1 16,-4 0-3-16,-12 0-2 0,1 0 5 0,-6 0-3 15,-3 0 7-15,1 0 0 0,-5 0-5 0,-1 0 4 16,1 0-4-16,0 0 0 0,-2 0-3 0,3 0 1 16,-1 0-2-16,-2 0-28 0,1 0-6 0,1 0-14 0,0 1-74 15,-2 1-84-15,0 0-54 0,-1 0-25 0,-1 0-329 16</inkml:trace>
  <inkml:trace contextRef="#ctx0" brushRef="#br0" timeOffset="-190460.6">16310 8013 729 0,'-2'0'214'0,"0"0"-236"0,0-2 240 0,-2 0-115 16,1 0-27-16,-1 0 44 0,0 1-6 0,1-1 15 15,-1-2-31-15,0 0-37 0,0 1-6 0,3-1-10 16,-1 0-23-16,0-5 12 0,2-2-4 0,0 3 4 16,4-5-13-16,-3 10-15 0,9-3 6 0,16 2-9 15,2 3 0-15,1-3 3 0,3-15-6 0,-1 6 4 0,3 6-1 16,-4 5 1-16,-3 2 1 0,-2 2-1 0,-7 0-6 15,3 1 4-15,-8 1-2 0,3 2 3 0,-5-3 3 16,2 3 0-16,-1 0 0 0,-1-1 0 0,-6-1 3 16,3 1-6-16,-3-1 6 0,-3-2-5 0,4 7 10 0,-4 1-5 15,-1-1 3-15,1 0-3 0,6 0 3 0,-1 4 0 16,-1-2-1-16,-3 2 0 0,-1-3-7 0,-2-3 7 16,0 2-7-16,0-1 6 0,0 1-2 0,0-3-7 15,0-3 4-15,0 3-5 0,0-4 3 0,0 2 3 16,0-3-1-16,0 1 0 0,0 0-3 0,0 0 6 15,0 0-5-15,0 0 5 0,0 0-4 0,0-1-4 16,-2 3 5-16,1 0-5 0,-1 0 1 0,-2-1 8 16,0 1-8-16,1 0 6 0,-1-1-8 0,2 1 1 0,0 0 1 15,-2 0 0-15,1-1-1 0,-1-1-4 0,0 0 2 16,2 0-1-16,1 0 5 0,-1 0-2 0,0-1 0 16,0 1 0-16,0 0 0 0,0 2 0 0,2-2 0 15,0 1 0-15,0-1-1 0,0 0-3 0,0 0 4 0,0 0-2 16,-2 0 5-16,2 0-3 0,0-1 2 0,-1 1-2 15,1 0 3-15,0 0-3 0,0 0-1 0,0 0-1 16,0 0 3-16,0-1-1 0,0 1-1 0,0 0-3 16,0 0-13-16,0 0-4 0,0 0-2 0,0 0 0 15,0-1-14-15,0-1-52 0,-2 0-3 0,0 0-18 16,0 0-28-16,0 0-3 0,0 0-4 0,0 0 0 16,1 0-17-16,-1 0 3 0,0 0-11 0,0 0-3 0,0 0-117 15</inkml:trace>
  <inkml:trace contextRef="#ctx0" brushRef="#br0" timeOffset="-189355.57">16772 8349 260 0,'0'0'0'0,"0"0"16"0,0-2 138 0,0 0-66 16,0 0 5-16,0 1-86 0,0-1 4 0,0 0-5 15,0 0-1-15,0 0-1 0,0 0-3 0,0 0 7 16,0-1-6-16,0-1 7 0,0 0-2 0,0 1 6 16,0-1 5-16,0 0 0 0,0 0 17 0,0 3 3 0,0-7 4 15,0 1 0-15,-2-3 8 0,0 1-6 0,-1-2 0 16,-1-2-2-16,-2-4 4 0,1 2 9 0,-3-5-2 16,1 0 4-16,-2-5-4 0,-2-2-16 0,1-1 6 15,5-2-8-15,-1-3 14 0,1-3-13 0,1 7-1 16,-2-5-4-16,4 8 2 0,-1 4-1 0,1 2 4 0,0 5-3 15,-2 0 9-15,4 9-1 0,-3-5 1 0,1 4-2 16,0 1-8-16,2 4-4 0,0 0-2 0,-2-1 0 16,0-1-1-16,0 0-16 0,0 2 3 0,1 1-7 15,-1-1-5-15,0 2 3 0,0 0-2 0,0 2 2 16,0 5-3-16,-3 26 6 0,1 5-2 0,0 1 3 16,2 5-1-16,1 2-3 0,1 1 7 0,-4-3-5 0,0-1 8 15,0-2 3-15,-1 0-6 0,-1 0 4 0,-1 0-8 16,-1-1 8-16,-1-2-6 0,0 1 4 0,1 0-12 15,1-4 4-15,1 0 3 0,1-5 1 0,-1 0 0 0,1-4-4 16,1-6 1-16,0-3-1 0,2-3 1 0,1-1-5 16,-1 0-3-16,2-5-3 0,-2 1-23 0,2-7-31 15,0 0-2-15,0 0-12 0,0 1-30 0,2 1-21 16,0-2-8-16,-1-2-4 0,3 0-31 0,2-4-27 16,12-9-11-16,-1-20-10 0,-2-2-90 0</inkml:trace>
  <inkml:trace contextRef="#ctx0" brushRef="#br0" timeOffset="-189032.08">16889 7638 490 0,'0'0'159'0,"0"0"-6"0,-2-2-28 0,0 0 5 16,0 0-65-16,1 0 17 0,-1 1 12 0,0-1-7 0,0 2 4 15,0 0-40-15,0 0-21 0,-1 0 4 0,-1 0-8 16,2 0 9-16,-7 7 5 0,-1 17-3 0,1 15 2 15,2 6-16-15,1 1 11 0,-3 4-7 0,1 1 8 16,1 1-10-16,-2 1 4 0,1 1-6 0,-3-6 3 16,4 3-9-16,-1-5-3 0,5-1 5 0,-1-1-5 0,-4-1-4 15,1 1 2-15,3 1-5 0,1-4 6 0,-3-4-3 16,2-4-5-16,-3 1 2 0,3-6-2 0,-3 0 1 16,-2-6 4-16,3-4-2 0,0 1 3 0,5-2-3 15,-1-1-6-15,0-6 1 0,-2-3-5 0,-3 2-23 0,5 1-52 16,0-7-1-16,-2 1-19 0,2 0-33 0,1-2-19 15,1-1-12-15,0-1-1 0,1-1-47 0,1-3-42 16,19-33-37-16</inkml:trace>
  <inkml:trace contextRef="#ctx0" brushRef="#br0" timeOffset="-188699.83">17054 8150 398 0,'0'-2'110'0,"2"1"-10"0,0-3 57 0,2-5 1 15,5-10-22-15,-3 8-24 0,-3 2-23 0,-1 3-2 16,-2 4-6-16,0-2 1 0,0 3-17 0,2-3 1 15,-2 0-10-15,0 2-24 0,0 0-5 0,-2 2 2 16,0 0-2-16,-1 2 2 0,-10 4-1 0,-8 7-1 16,-1-9 0-16,-2 20-5 0,0-2 7 0,-4 0-5 0,0-1 8 15,-2-3 10-15,4 1 3 0,-2-2 6 0,2-3-5 16,-3-1 3-16,4-1 0 0,5-1-6 0,-4-4 2 16,13 1-20-16,-2-1-16 0,0-1 1 0,9 1-6 15,0 0 0-15,1-1-5 0,-5 3 0 0,3 1-3 16,-1-1 3-16,2 0 0 0,3 0-2 0,-1 3 1 15,2-1 4-15,2 2-4 0,1 2 6 0,3-4-6 16,1 0 6-16,-3-2 4 0,15-3-7 0,5 5 5 0,-6-4-9 16,4-1 3-16,-3-1 3 0,-2-3 1 0,3 4 9 15,-1-1-9-15,-1 1-2 0,-1 0-2 0,0-3-4 16,-1 1 2-16,1 2 5 0,-2-5-1 0,2 11 3 0,1-1-11 16,1-2-6-16,3 0-4 0,0 1-31 0,1-5-30 15,1 1-9-15,-2-4-11 0,4-2-82 0,2-4-81 16,2-2-13-16,1 1-19 0,-3-3-27 0</inkml:trace>
  <inkml:trace contextRef="#ctx0" brushRef="#br0" timeOffset="-188392.37">17435 8221 1100 0,'-2'0'50'0,"0"0"1"0,0 0 33 0,-1 0 0 0,-7 2 0 16,1 0 49-16,2-1-44 0,1-1-5 0,4 0-19 16,-3 2-51-16,1 0 9 0,2 0 2 0,0 0 2 15,2 0 8-15,0 0 4 0,2-1-4 0,0 1 3 16,7 2-7-16,23 3-3 0,-3-3 5 0,-1-4-4 16,0-2 1-16,0-1-14 0,-4-1 1 0,2-2-5 0,-4 1-3 15,-7 1-3-15,2 0-2 0,-6 2 0 0,0 1-6 16,-1-1 4-16,-3 2-6 0,0 0 3 0,1 0-30 15,-4 0-43-15,3 0-7 0,-1 0-21 0,-1 0-121 0,3-2-70 16,1 0-16-16,2 0-23 0,4-2-157 0</inkml:trace>
  <inkml:trace contextRef="#ctx0" brushRef="#br0" timeOffset="-188041.09">17998 7889 1046 0,'-2'0'193'0,"0"0"-235"16,-2-2 233-16,0 2-116 0,-5-4 39 0,0 0-7 16,3 2 0-16,-1-1-9 0,3 1-41 0,2 2-21 0,-1-2 2 15,-1 0-6-15,0 0 18 0,2 0-17 0,0 1 1 16,1-1-9-16,-1 0-8 0,0 0 0 0,0 0 7 16,0 2-4-16,0 0 11 0,0 0-1 0,2 2-5 0,0 0 3 15,0 2-6-15,0 3 2 0,0 17-2 0,0 2 0 16,0-2-12-16,0 2 0 0,4 4-1 0,0-2 1 15,0 5-2-15,-1-1 0 0,1-3-6 0,0 3 4 16,-1 0-7-16,1-1 1 0,0 1 4 0,0-4-1 16,-1 1 3-16,1-3 0 0,2 2-5 0,-1 0 3 15,1-4-4-15,-3-2 5 0,1 3-4 0,0-3 3 16,0-4-5-16,-1 3 6 0,-1-8 0 0,0-2 2 0,0 4-4 16,-2-10 4-16,2 7-5 0,-1-3 5 0,-1-4-8 15,2 3 5-15,-2-3 2 0,0 1 0 0,0-2-4 16,0 1 3-16,2-1-3 0,0 0 3 0,0-1-8 0,0 1 0 15,0 0-2-15,-2-2-1 0,0-1-25 0,0 1-227 16,1 0-34-16,1 0-90 0,0 0-374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51:47.1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9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6-30T05:51:51.497"/>
    </inkml:context>
  </inkml:definitions>
  <inkml:trace contextRef="#ctx0" brushRef="#br0">27903 2874 563 0,'0'-2'16'0,"0"0"18"0,0-4 29 15,-4-18 19-15,1 4 13 0,1-1-7 0,-2 3-23 16,2 3-3-16,0 6-9 0,1-1-11 0,1 7 6 16,0-1 1-16,-2 0-1 0,2 0-8 0,0 3-24 15,-2-1 7-15,0 0-12 0,0 2 9 0,0 2 17 16,0 1-4-16,-7 20 7 0,-2 12-7 0,0 8-6 15,0 3-2-15,0 2 0 0,-1 8-2 0,1 0-5 0,0 1 4 16,0 1-3-16,-4 1 8 0,0 3 5 0,0 1-2 16,1 2 3-16,-1 3-2 0,2 1 0 0,0-2-3 15,2-2 0-15,-1-2-6 0,3-9 4 0,0 0 3 16,1-12 0-16,1-4 6 0,1-5-16 0,3-5 1 16,1-2-6-16,0-4-6 0,2-3 1 0,0-3 0 0,0-4 0 15,0-3-1-15,0-2-5 0,0-1 0 0,0-2-1 16,0-3-2-16,-2 3-15 0,2 0-22 0,0 0-4 15,-2-3-112-15,0 1-40 0,1-2-33 0,-1 0-17 16,2 0-277-16</inkml:trace>
  <inkml:trace contextRef="#ctx0" brushRef="#br0" timeOffset="424.26">28169 3226 534 0,'0'0'157'0,"0"-2"35"0,0 1-55 16,0-3-68-16,-2-7-8 0,0-4 57 0,2 2-16 15,0 0-2-15,0 5-11 0,0 3-50 0,0 3 3 16,0-2-9-16,0 1 6 0,-2 1-26 0,0 0 1 16,0 2 0-16,1 2 2 0,-3 0 6 0,-4 5-1 0,-19 23 5 15,4-1-3-15,-5 5 15 0,-3 1 7 0,5 2 1 16,-8 0 1-16,3 1 2 0,-1-3-4 0,1-2-1 15,1 1 0-15,2-3 3 0,4-5-7 0,0-2-3 16,3-5-3-16,-1-2-8 0,7-4-6 0,2 1 3 0,2-1-4 16,2-1 2-16,3-5-7 0,-1-3 1 0,3-2-5 15,2-2-4-15,2 1 0 0,-3 3-1 0,-1 0 0 16,2 0-2-16,0-1-5 0,0-1 6 0,2 0-4 16,0 0 11-16,2 0-5 0,2 0-3 0,13 5 1 15,9 2-4-15,3-1 6 0,3-3-4 0,-1-1 4 16,1 0-5-16,1 1 0 0,3 1 5 0,-5-1-2 15,5-1 0-15,-7 0-3 0,-1 0-2 0,0 1 0 0,-8-1 1 16,-1 0 1-16,-4-3-1 0,-6 1 2 0,4 2 3 16,-4-2-5-16,-1 0-1 0,-3 0-2 0,-1-1-1 15,2 1-5-15,-1 2-5 0,4 2-3 0,-3-3-34 0,7 5-60 16,-2-1 5-16,0-1-25 0,4 1-11 0,-2-1-23 16,6-1-11-16,1-1-9 0,-1-2-81 0</inkml:trace>
  <inkml:trace contextRef="#ctx0" brushRef="#br0" timeOffset="749.52">28763 3330 757 0,'0'0'84'0,"-2"0"-4"0,0 0 31 0,-2 0 15 16,-1 0-24-16,-6 0 45 0,3 0-50 0,3 0-5 0,3 0-19 15,0 0-46-15,-2 0 5 0,1 0-3 0,1 0 7 16,0 0 2-16,2 0-10 0,0 0 1 0,2 0-4 16,1 0-3-16,20 0 5 0,10 0-2 0,-1 0 3 15,3 0-11-15,0 0 12 0,0 0-8 0,1 0 9 16,1 0-16-16,-2 0 1 0,-1 0-5 0,-5 0 3 16,-3 0-14-16,-5 0 2 0,-3 0 0 0,-3 0 4 0,-4 0 3 15,0 0-7-15,-1 0 2 0,-1 0-4 0,-2 0-5 16,-1 0-48-16,-2 0-13 0,-2 0-17 0,1 0-76 15,1 0 6-15,0 0-20 0,-2 2 9 0,-1 0-71 0</inkml:trace>
  <inkml:trace contextRef="#ctx0" brushRef="#br0" timeOffset="906.29">28709 3570 637 0,'-2'0'85'0,"0"0"6"0,-1 2 15 15,1-2 9-15,-6 1-17 0,3 1 85 0,3-2-62 16,-2 2-5-16,0 0-20 0,3 0-33 0,-1 0-4 15,2 0 1-15,2-1-3 0,1 1-9 0,18 4-8 16,12-1 1-16,8-3-1 0,-2-2 5 0,0-2-12 0,2-1-1 16,0-1-4-16,-4-2-16 0,4 3-8 0,-2-1-4 15,-6 0 0-15,4 1 1 0,-5 1-15 0,-4 0-28 16,-1 2-9-16,-1 0-205 0,-3-2-363 0</inkml:trace>
  <inkml:trace contextRef="#ctx0" brushRef="#br0" timeOffset="1625.54">30352 2396 540 0,'0'-2'75'0,"0"-1"129"0,-4-18-131 16,1-3 42-16,1 0-8 0,0 2 19 15,2 1-9-15,0 3-35 0,0-3 6 0,0 7-16 0,0 2-5 16,0 7-8-16,0-1-4 0,0 4-1 0,0-3-11 0,0 1-27 16,0 0 4-16,0 3-12 0,0-1 7 0,0 2 1 15,0 2 0-15,-2 1-2 0,-3 25-14 0,-3 13 6 16,1 0-1-16,-3 1 4 0,1 3-1 0,-2 3-2 16,0 6-6-16,0-2 4 0,0 6-1 0,1-1-3 15,1 1 5-15,2 1-5 0,1-5 2 0,0-6 7 16,3-3-9-16,1-4 7 0,0-4-10 0,0-2 7 15,2 0 6-15,0-10-2 0,2-1 2 0,0-8-6 16,2 1 4-16,-1-4-4 0,-1-4-1 0,0-1 5 16,0-4-5-16,-2-3 8 0,4 3 9 0,-1-2-4 0,12 5 9 15,0-3-8-15,-2-4 6 0,7-4-10 0,-1-5 1 16,3-2-4-16,2-28-2 0,-3-6 8 0,1-3-5 16,2-11 6-16,-1 5-12 0,1-5 4 0,0-3-1 15,0 5 2-15,-4-1 0 0,1 8 2 0,-3 5 2 0,-1 8-1 16,-2 4-2-16,-2 9 9 0,-7 0-7 0,-1 5 7 15,-1 2-9-15,0 4-9 0,-3 2-2 0,3 6-2 16,2-3-5-16,-4 4-31 0,1 1-23 0,1-1-11 16,-2 0-141-16,0 2-74 0,0 1-36 0</inkml:trace>
  <inkml:trace contextRef="#ctx0" brushRef="#br0" timeOffset="1951.78">30809 2825 1380 0,'0'0'22'0,"0"0"0"0,0-2 14 15,0 1 25-15,0-1-10 0,0 0 86 0,0 0-82 16,0 0 1-16,0-2-30 0,2 1-18 0,0-1 23 16,-1 0-6-16,3 1 10 0,0 1-10 0,5-2-15 15,0 2 7-15,1 2-9 0,-5 0 8 0,-1 2-2 16,0 0-2-16,14 28 1 0,-7 1-2 0,-7 1 6 0,-4-3 0 15,-5 7 2-15,-5-5-2 0,1 1 9 0,-2-4-3 16,3-10 6-16,-1 3-2 0,4-7-9 0,-1-1 3 16,2-1-5-16,2-5-9 0,1 2 1 0,1-3-3 15,0-1 3-15,0-3 5 0,0 0-7 0,1-2 3 0,24 15-4 16,2-6 5-16,-1-5-10 0,6-4 4 0,0-2-6 16,-1-2-3-16,-3 1 4 0,-2-1-9 0,-6 2 5 15,-7 0-30-15,-1 2-131 0,-7 0 23 0,-1 0-60 16,0 0 5-16,-3 0-132 0,-1 2-79 0</inkml:trace>
  <inkml:trace contextRef="#ctx0" brushRef="#br0" timeOffset="2275.37">30003 3731 982 0,'-2'0'21'0,"0"0"2"0,-7 0 35 15,-17 0 13-15,0 2 4 0,4 0 62 0,7 0-36 16,4 0-14-16,5-2-6 0,1 0-50 0,1 2-7 16,0-1 6-16,2 1-6 0,1 0 11 0,-1 0-7 15,2 0-3-15,2 0-1 0,1 0-3 0,21 1 10 16,12-1-1-16,3-2 4 0,5-2 1 0,5-1-7 16,6-3 3-16,6-1-4 0,3-3-1 0,6 1 2 0,-9-2-7 15,3 0 5-15,-3 1-14 0,-5 1 1 0,1 0-1 16,-5 1 0-16,-4 3-5 0,-9 1-1 0,0-1-2 15,-7 1 0-15,-4 2-4 0,-4 2 0 0,-2 0-4 0,-7 0 0 16,0 0-14-16,-6 0-41 0,-3 0-19 0,-1 2-8 16,-3-2-69-16,2 4 5 0,-4-3-13 0,5 18 0 15,-5 1-80-15</inkml:trace>
  <inkml:trace contextRef="#ctx0" brushRef="#br0" timeOffset="2631.66">30447 4023 286 0,'-2'0'144'16,"0"0"19"-16,-7 0-44 0,-10 0-37 0,1-2-22 0,5 2 91 15,2-2-5-15,7 2 7 0,2 0-17 0,-2-2-46 16,1 0-27-16,-1 1 0 0,2-1-9 0,0 0-1 16,0 0-9-16,0 0 1 0,1 2-5 0,-1 0-15 0,0 0 2 15,0 0-3-15,0 2 3 0,2 0-7 0,0 2 12 16,-2 9-6-16,-5 14 8 0,-1 7-11 0,-1 1 1 16,-4 6-2-16,2 2 0 0,-2 3-8 0,2-1 7 15,2-1-3-15,-1-1 4 0,3-2-9 0,1 0-2 16,3-8 4-16,1 0-4 0,2-3 2 0,0-8-7 15,3 3 0-15,3-3-2 0,-2-9-1 0,5 5 4 16,-3-6-5-16,-1-5 5 0,6-1-2 0,8-5 5 0,9 18 7 16,-2-10-3-16,0-5 6 0,2-4-6 15,-8-4-4-15,10-9 1 0,-1-3 0 0,1 6 4 0,2-19 1 16,-3-9-2-16,-1-1-8 0,0-1 5 0,-2 1-2 16,0 0 3-16,2-2-5 0,-8 5 2 0,1-1-3 15,-5 6 2-15,-3 1 2 0,-5 8 1 0,-1 1-5 16,-3 5 3-16,-2 3-5 0,0 3-7 0,5 1 2 0,-3 3-7 15,-2 3-9-15,-2 1-35 0,0 0-22 0,0 0-10 16,2-1-114-16,-1-1-47 0,-1 2-15 0,0 0-18 16,0 2-123-16</inkml:trace>
  <inkml:trace contextRef="#ctx0" brushRef="#br0" timeOffset="2864.51">31047 4392 1289 0,'0'0'27'0,"0"0"-1"0,0 0 63 16,0 0 11-16,0 0 12 0,0 0 48 0,0 2-76 16,0 0-1-16,0 0-24 0,0 0-8 0,0 26 17 15,0 3-4-15,-2-1 7 0,-2 5-11 0,0 0-13 16,-1 4 4-16,-5 10-7 0,1-7 1 0,-2 3-6 16,0 0-2-16,2-7-2 0,-1 1-11 0,3-3-13 15,-1-3 6-15,3-3-8 0,1-2-1 0,2-4-5 16,0-2-4-16,2-3 1 0,0-3-10 0,0 1-29 0,0-4-24 15,0-2-12-15,0-1-165 0,0-3-105 0,0-3-63 16</inkml:trace>
  <inkml:trace contextRef="#ctx1" brushRef="#br0">22852 17211 0,'0'0'0</inkml:trace>
  <inkml:trace contextRef="#ctx0" brushRef="#br0" timeOffset="6508.51">25005 5779 755 0,'0'-2'-2'16,"0"1"13"-16,-2-3 18 0,-2-5 4 0,-1-10 26 15,3-1-4-15,2 1-2 0,0-1 4 0,2 5-9 16,0 5-20-16,1-3-8 0,-1 8 3 0,0-3-4 16,-2 5 10-16,2-1 22 0,0 2-2 0,-1 0 9 15,1 2 4-15,0 2-26 0,0 2 2 0,7 35-11 0,-5 11-5 16,-4 8-3-16,-6 3-3 0,-5 9 0 0,-3 7-5 16,-1 2 13-16,2 3-2 0,-6 0 4 0,-1-4-8 15,-1-2-2-15,-3-4-1 0,0-5 0 0,2-4-10 0,1-3 1 16,3-5 1-16,1-3 0 0,4-5-4 0,2-8 0 15,2-4-3-15,1-5 0 0,3-4-12 0,1 2-86 16,2-10-6-16,2-5-38 0,0-2-117 0</inkml:trace>
  <inkml:trace contextRef="#ctx0" brushRef="#br0" timeOffset="6834.81">25486 5933 957 0,'-2'0'19'16,"-2"2"28"-16,-9 4-23 0,-9 7 55 0,0 2-10 0,-1-8 22 15,1 14-29-15,3 3-31 0,-3 4-3 0,-4-1-6 16,4 3-2-16,-2-2 8 0,-6 2-1 0,4 1 1 16,-6 1-10-16,-1-1 0 0,7 1-5 0,-4-1 3 15,4-1-5-15,4-2 2 0,0-2 4 0,7-6-3 16,4-1-7-16,3 0-3 0,5-6-3 0,-7 0 0 15,3-2-6-15,3-2 5 0,1 0-2 0,3-1 3 0,0 3 3 16,3 0-5-16,3-2 0 0,1 2-1 0,21 1 9 16,9-3-6-16,2 0 6 0,4 2-6 0,0-3 7 15,-6 1-5-15,2 2 3 0,-2-2-3 0,0 3 9 0,-4-1-5 16,-1 0-2-16,-2 4 0 0,-4-2 3 0,-6-2-8 16,1 4 6-16,-5-4-6 0,-1 0 13 0,-2 0-16 15,-4-2 3-15,3 2-10 0,-3-1-10 0,-2-3-245 16,1 2-51-16</inkml:trace>
  <inkml:trace contextRef="#ctx0" brushRef="#br0" timeOffset="12227.16">7902 4112 115 0,'-1'0'0'0,"-1"0"11"0,-2 0 104 0,-7 0-28 0,-2 0 24 16,0 0-41-16,2 0 10 0,2 0-19 0,-3 0-6 15,3 0-5-15,0 0-19 0,-2 0-8 0,0 0-5 16,-1 0 2-16,1 0 4 0,4 0 0 0,-4 0 6 0,1 0-4 16,1 0 0-16,-4 0-8 0,2 0 3 0,-2 0-3 15,0 2 9-15,-2 2-4 0,-3 3-1 0,-3 2 1 16,-5 4 7-16,2 0 2 0,-4 4-2 0,4-13 1 16,-2 22-4-16,-7 1-9 0,3 5 7 0,-7 1-7 15,0 1 17-15,5 3-19 0,-5 2 10 0,3-2-13 16,7 8 7-16,1-4-8 0,2-1-4 0,1 3 2 0,-1-2 5 15,6 2-9-15,-1-1 4 0,2-3-6 0,2 0 3 16,2-2-4-16,-1 1-2 0,2 1 0 0,3-2-1 16,4 4 4-16,1-1-2 0,2 5 1 0,-22 0-9 15,11 1 7-15,5 4-7 0,7 0 6 0,1 0-3 0,3 2-1 16,3-1 7-16,1-5-4 0,1 0-5 0,1 1 7 16,2-5-5-16,0 1 6 0,-1-4-2 0,1 0-8 15,0-4 5-15,2 1-6 0,2-5 3 0,1 1 3 16,1-4-6-16,-9-2 5 0,21 0-8 0,5 0 1 15,3-4 7-15,5-3-4 0,-3-5 8 0,10-1 0 16,-8-3-3-16,5-3 2 0,0-5-6 0,-3 0 6 16,0 22 0-16,-4-13 2 0,0-7-1 0,0-4 0 0,0-6 0 15,2-5 2-15,1-4-4 0,3-3 2 0,1-3-2 16,4-3 2-16,2-2-7 0,6 22 4 0,-8-25 1 16,0-8 2-16,0 1-1 0,-5-5 2 0,0-1-3 15,-6-5 3-15,-8 1 1 0,-1-4 0 0,-2 0 3 16,-2 1 0-16,0 1 9 0,-2 2-6 0,-4 1 1 0,-1 1-3 15,-1 1 5-15,-3 2 5 0,0-2-8 0,-2 2 6 16,0-1-7-16,-2-1 7 0,4 0 2 0,-2-1-2 16,0-3 2-16,-2-3 6 0,-7-4 2 0,-2-5 2 15,26 1 4-15,-19-7-1 0,-9-3-3 0,-8-1 0 16,-6-5-9-16,-5-1 5 0,-5 3-3 0,-2 5 2 16,-4 2-11-16,25 4 5 0,-34 2 0 0,0 3 0 15,-6 2-5-15,-3 9-1 0,-6 8-7 0,-7 6 2 0,-2 10-20 16,-14 5-59-16,1 8-27 0,4-22-27 0,1 21-232 15</inkml:trace>
  <inkml:trace contextRef="#ctx0" brushRef="#br0" timeOffset="41167.98">28468 2337 256 0,'0'0'-13'0,"0"0"39"16,0 0 52-16,0 0 14 0,-2 0 35 0,0 0-17 0,0-2-38 15,0 0-8-15,0 0 0 0,0 0-15 0,1 1-5 16,-1-1 5-16,0 0-7 0,0 0-1 0,0-2-7 15,2 1 0-15,-2-1-4 0,2 0-6 0,-2 0-9 16,2 3 2-16,-1-11-4 0,-1 1 1 0,-2 0 8 16,0 0-6-16,2 4 4 0,-1-4-11 0,1 7 7 0,-4-5-5 15,4 5 4-15,-7 0-15 0,-8-1 11 0,-1 1 3 16,-3 2 3-16,1-13 9 0,-8 2-9 0,0 4 2 16,0 3-4-16,-3 4 5 0,-1 2-8 0,-1 0 0 15,-4 2-4-15,3 2-2 0,5 2 0 0,-7 1 5 16,7 0-4-16,1 3 3 0,2-1-8 0,0 0-2 15,0 2 0-15,4 1-1 0,-1 1 1 0,1 1 0 0,2-8 0 16,-3 14 0-16,5 4 0 0,-3 2 0 0,-3 0 0 16,4 0-6-16,1 2 8 0,-5 4-6 0,5 1 7 15,1 1-10-15,-1-1 7 0,1 2 0 0,1 4 2 16,-1 2-5-16,-3 2 3 0,4 5 0 0,1 2 0 16,3 1-2-16,0 0 0 0,2 0 0 0,-6-3-1 0,0 0 0 15,0-1 9-15,1-3-6 0,3 3 5 0,-4-1-10 16,-3 4 7-16,-3 2 1 0,3 4 3 0,1 3-6 15,3 4 1-15,-1 0-1 0,2 2 0 0,0 0-4 0,4-5 7 16,0-1-3-16,-2-1 3 0,4-8-3 0,1 2 2 16,1-7 2-16,3-3 0 0,2 1-1 0,-2 2 3 15,-20-1-4-15,11 1 1 0,8 1-8 0,5 0 4 16,0 1 1-16,2-1 0 0,3-3 9 0,1 3-11 16,1-1 2-16,1-2-6 0,1 1 2 0,0-7 3 15,2-1 0-15,2-5 0 0,0-3-5 0,4 0-3 16,2 0 1-16,-14-6 0 0,17 0 8 0,3-1-3 15,1-5 3-15,-2-1-1 0,0-2 5 0,4-2 7 16,-4 1-1-16,2-5 2 0,4-1-2 0,-6-1-5 0,5-1-5 16,-4 13 2-16,0-4-1 0,3-4 0 0,-2-5 5 15,2-3-4-15,4-2 2 0,-1-3-2 0,5-4-1 16,1-1-1-16,5-2-11 0,7-2 13 0,6-4-4 16,10-3 7-16,-1-4-8 0,2-2 5 0,-4-2 2 0,-7 19 3 15,-1-32 3-15,-6-11 0 0,-1-2 3 0,-1 2-1 16,-3-9 12-16,0 5-5 0,-2-3-1 0,-1 1-1 15,-1 6-1-15,-3 2-3 0,-1 3-3 0,-9 1 0 16,-4 5-1-16,-1-1 5 0,-6 1 1 0,5 0 1 16,0-4-1-16,-10-7 0 0,1-2 2 0,-8-7-2 15,3 0-7-15,3-8-2 0,-1 2-1 0,-3-3 2 16,-1-3 1-16,0 7-5 0,-2-3 3 0,3-2-4 0,25-1-2 16,-17-8 6-16,-11-7-5 0,-6-10 5 0,-3-3 0 15,-5 2-5-15,1 3 6 0,-2 9-6 0,-3 10 4 16,-9 4 0-16,-1 5 0 0,23-4 1 0,-34 7-1 0,0-3 7 15,-4 2-9-15,4 13 9 0,-2-4-6 0,3 11 7 16,-3 8 7-16,0 9-1 0,2 10 14 0,-4 7-19 16,-3-13-7-16,-8 14-5 0,-4 18-35 0,-9 18-14 15,-5 7-9-15,-3 51-5 0,-5 10-70 0,8 14-91 16,-3 5-75-16</inkml:trace>
  <inkml:trace contextRef="#ctx0" brushRef="#br0" timeOffset="50538.11">31201 1915 256 0,'0'0'-57'16,"0"0"41"-16,-2 0-5 0,0-1 8 0,0-1 45 0,0 0-6 15,0 0-12-15,1 0-7 0,-1 0 2 0,0 0-4 16,0 1 8-16,0-1 0 0,0 0 2 0,-1 0-5 0,-1 0 7 16,0 0 1-16,0 0 1 0,1 1 3 0,-1-1 15 15,0 0-9-15,1 0 10 0,-3-2-9 0,-1 1-2 16,-3-3 7-16,-1-1-7 0,0-1-1 0,-2 1 6 15,0-1-9-15,-2-1 7 0,-2 0 0 0,3 1-7 16,-5 1 4-16,2-1-6 0,1 3 5 0,1-1-10 16,0 1 6-16,0-1-7 0,0 1 9 0,2 1-13 15,-2 0 5-15,0 0-7 0,1 1 12 0,-1-1-7 16,2 2-3-16,-2 0-2 0,2 0-6 0,2 1 6 0,0-1 3 16,-1 2-1-16,1 0-5 0,0 0 3 0,-2 0-3 15,-2 0 3-15,0 0-11 0,-1 0 10 0,1 0-8 16,0 0 8-16,0 2-9 0,-1-1 5 0,-1 3 4 15,-4 2-2-15,-3-1-6 0,8 1 8 0,-9 1-8 16,3 1 8-16,2-1-2 0,-6 2-2 0,2-1 4 16,-2 1-5-16,1 0-1 0,-1 3-2 0,6-1 2 0,1 0-2 15,1 0 3-15,3 0 3 0,-2-9-9 0,2 13 5 16,2 3-6-16,-1-1 4 0,-1 4 5 0,0 1-2 16,0-2 2-16,0-1-5 0,2 3-2 0,0-5 0 15,-2 9 7-15,2-4-5 0,-2 2 1 0,1 2-3 16,-1-5 2-16,0 5 4 0,2-2-5 0,0-2 2 15,2 4 0-15,-4 0-3 0,0-2 4 0,-2 6-4 16,1-2 8-16,1 3-6 0,-2 5 5 0,6-1-5 0,-6 2 1 16,1 4 1-16,-1 3 1 0,-2-1-1 0,3 4 4 0,-1-1-8 15,4 0-1-15,-2-1-1 0,2 0 12 0,4 1-7 16,-6-2 1-16,2 1-3 0,4 0 4 0,-8-5-3 16,4-1 6-16,2-1-5 0,-6-1 12 0,0 2-13 15,1 0 3-15,-1 5-5 0,6 3 2 0,-4 3 6 16,2-2-6-16,0 4 4 0,-2 7-4 0,2-3 3 15,2 5 3-15,2 1-3 0,-1-7-4 0,3 5 4 16,-1-6-2-16,3-4 5 0,-1-2-6 0,1-1 6 16,3-1-2-16,0 0 4 0,-22 1 2 0,11-1-9 15,6 1 5-15,5 1-6 0,0 0 6 0,2 0 2 0,0 4-8 16,4 2 5-16,1-2-7 0,4 0 6 0,1 0 2 16,1-5 1-16,0 1-6 0,2-2 1 0,2-1-2 15,-2-2 1-15,2-1-2 0,1 3 2 0,1-2 1 16,2-1 1-16,-1-1-4 0,-1-2 4 0,1 2-2 15,3-4 5-15,-1-2 2 0,-16 1-8 0,24-1 6 0,0 0-6 16,-2-1 6-16,2-3-10 0,-2 1 2 0,0-8-5 16,0 0 5-16,0 0 1 0,1-3-1 0,3-3 0 15,4-1-10-15,-3-2 12 0,3-2-3 0,3 0 5 16,0-2-10-16,4 0 6 0</inkml:trace>
  <inkml:trace contextRef="#ctx0" brushRef="#br0" timeOffset="50889.65">31895 3369 1712 0,'-17'-48'-9'0,"1"5"-1"16,-3-3 0-16,-7-6 3 0,0-4-5 0,0-1 2 0,-2 1-3 16,2 0 8-16,-2-1-8 0,27-1 5 0,-29 4-7 15,-2 0-1-15,1 4 1 0,-3 4-4 0,-1 3 3 16,-2 0-5-16,-8 4 3 0,-1 2 1 0,-2 2 0 15,1 5 0-15,3 2 6 0,-6 4 1 0,1 6 2 16,1 1 6-16,5 4-14 0,6 4 3 0,6 5-6 16,3 2-7-16,0-16-39 0,2 8-13 0,0 7-11 15,0 5-67-15,2 7-41 0,-2 7-28 0</inkml:trace>
  <inkml:trace contextRef="#ctx0" brushRef="#br0" timeOffset="53682.83">12407 3395 52 0,'0'0'45'0,"0"0"-4"0,0 0 43 0,0 0 7 16,0-2-18-16,-2 1-8 0,0-1-6 0,0 0-3 15,0 0 0-15,1 0-26 0,-1 0 2 0,0 0-2 0,0 1 2 16,0-1-6-16,0 0 2 0,-1 0-4 0,-1 0 4 15,2 0-5-15,0 0 5 0,-2 1-3 0,1-1 2 16,-1 0-13-16,0 0 3 0,1 0-1 0,-1 0 2 16,0 0 1-16,-5 1-9 0,-2-1 5 0,0 0-7 15,-1 2 0-15,-2 0-1 0,-3 2 3 0,0 1-1 16,-1 3-3-16,-3 1 19 0,3 1-2 0,-1 1 9 16,-3 2-1-16,3 0 0 0,1 1-7 0,-3 1 5 0,8-4-19 15,4-4 9-15,0 14-7 0,-1 1 8 0,-1-3-1 16,-4 2 6-16,8 3 0 0,0 0-1 0,-3 0-14 15,5 4 5-15,-6-1-5 0,5 1 5 0,2 1-4 0,-1 1-2 16,-14 2-2-16,6 0-1 0,4-1-1 0,3-3 0 16,3 2 6-16,1-4-5 0,2 1-5 0,0 1 3 15,0-4-4-15,2 0 5 0,3 2 3 0,3-3-5 16,-1-1 0-16,-1-1-1 0,-1-3 10 0,1 3-9 16,-1 0 6-16,1-3-6 0,1 1 7 0,1 0-6 15,1-3 3-15,-2-1-4 0,5 2 5 0,-9-2-5 16,16 0 5-16,3-2-5 0,-1 1 1 0,-1-1-1 15,-1-2-3-15,-1 2 3 0,3-2 5 0,-5 1-7 0,1-5 3 16,0 1-4-16,-2 1 6 0,-1-3-3 0,3 3 4 16,0-3-5-16,-2 0 1 0,1 7 3 0,1-2-4 15,0-3 5-15,1-2 1 0,-1-4 6 0,3 0-4 16,-1-4 3-16,1-4-11 0,-1-1 1 0,3-2 6 16,2-4-4-16,1 10 4 0,-1-16 1 0,-4-3-1 0,1 0 1 15,1 0 3-15,-2 1-8 0,1 3 2 0,-1-2-4 16,-7 0 6-16,0-4-1 0,0 1 1 0,-7 1 0 15,-3-2 12-15,5 2-12 0,-6-2 4 0,1-5-7 16,1-1 0-16,17-5-2 0,-10 0 4 0,-8 3-2 16,-1-3 9-16,-2 2-12 0,-3 1 6 0,-7-3-7 15,-1 6 8-15,-2 1-3 0,-2 0-3 0,0 4 1 0,-1 2-2 16,12 4 6-16,-16 1-5 0,-1 4 6 0,3 2-4 16,-3 2-2-16,1 0 3 0,-1 6-4 0,1-3 4 0,-1 4 1 15,-1 3 3-15,2-14-2 0,-3 4-4 0,1 3-1 16,0 4-3-16,0 4 2 0,-1 0-3 0,1 4 6 15,0 2-5-15,3 1 5 0,-1 2-5 0,-1 1-1 16,1 3 0-16,1 0-1 0,3-10 0 0,1 16-6 16,0 3 6-16,6 1-6 0,-1-1 9 0,1 2-7 15,2-4 5-15,-3 3-5 0,-4-3 0 0,4 0-28 16,3 3-29-16,3-1-7 0,2-2-165 0,6 6-347 16</inkml:trace>
  <inkml:trace contextRef="#ctx0" brushRef="#br0" timeOffset="54648.18">15381 3598 127 0,'0'0'45'0,"0"0"-10"15,0-2 78-15,0 0 5 0,0 0 5 0,0 0-20 0,0 0-34 16,0-1 1-16,0-1-11 0,0-2 6 0,-1-3-7 15,-1 3 3-15,0-1-6 0,0 1 3 0,-2 1 1 16,1-1-5-16,1 3 3 0,-4-1-8 0,-3 2-1 16,0 0 1-16,-3-7-3 0,5 5-10 0,-4-1 5 15,2 1-7-15,-4 0 4 0,0 2-24 0,3 2-1 16,-5 2 0-16,2 2 1 0,-1 3-2 0,-1-5-3 16,2 22 0-16,2-1-1 0,1 8-2 0,1-1-6 0,-2 3 2 15,3 3-2-15,1-5 8 0,-2 1-1 0,1-1-2 16,-1 3 0-16,2-3-1 0,3 3-4 0,-4-3 1 15,7 1-1-15,-5 1 11 0,-13-1-6 0,8-2 3 16,4 1-5-16,1-1 2 0,4-2 2 0,2 1-2 0,0-3 2 16,6 0 2-16,1-2-7 0,3-1 4 15,1-1-6-15,0-2 4 0,2-1-3 0,-7 0-3 0,18-5 1 16,2 1 0-16,0-4-1 0,-2 1 6 0,0-1-4 16,-2-6 6-16,2 1-4 0,1-4 0 0,-3 0-1 15,0 12 7-15,0-4-2 0,4-5-1 0,-1-5 0 16,1 0-2-16,1-5 5 0,5-5 5 0,-1-3-2 15,1-3 3-15,0-1-3 0,-1 15-4 0,-1-22 3 0,1 0 5 16,-5-2-4-16,0 0 2 0,-3 2-3 0,-5 0 2 16,-1-1 4-16,-2-1 2 0,-6 2 1 0,0-2 10 15,-5-1-6-15,0-1-4 0,14-4 1 0,-6 2 1 16,-5-5-5-16,-5-4 5 0,-2 6-6 0,-2-3 3 0,-2 5 0 16,-1 1 2-16,-5-1-2 0,-1 1-2 0,-2 4 0 15,-2 0-2-15,1 4 1 0,2 3-1 0,11 0-1 16,-18 5-1-16,0 2 0 0,-3 1-9 0,2 2 4 15,-1 3-5-15,-3 1 4 0,-2 1-9 0,2-13-6 16,0 6-2-16,2 4-1 0,3 3-15 0,2 2-23 16,1 1-30-16,1 1-2 0,0 0-129 0,4 0-120 15,-2 1-104-15</inkml:trace>
  <inkml:trace contextRef="#ctx0" brushRef="#br0" timeOffset="59944.54">10907 3735 10 0,'0'0'8'0,"0"0"29"0,0 0 2 0,0 0 15 16,0 0 25-16,0 0 4 0,0 0 6 0,0 0-6 16,0 0-3-16,0 0-13 0,0 0-6 0,0 0-2 15,2 0-17-15,-2 0 12 0,1 0-1 0,-1 0 3 16,2 0-12-16,-2-2 5 0,0 0-10 0,2 0 6 0,0 1-16 16,0-1 7-16,0 0 0 0,-2 0 1 0,2 0-2 15,-2 0-10-15,1 0 1 0,-1 1-4 0,2-1-5 16,0 0 0-16,-2 0 0 0,2-2-1 0,0 1 0 0,0-1-3 15,-2 0 0-15,2 0-1 0,-1 1 3 0,1-1 6 16,-2-2-7-16,2-3 5 0,0 2-14 0,0-4 9 16,0 1-1-16,0 1 2 0,1-2-3 0,1 0-3 15,-2 0 5-15,0-1-4 0,1 1 0 0,1-2 1 16,-2 2-5-16,0-2 4 0,0 4-5 0,0 0 3 16,1-2-3-16,1-1 2 0,0-1-7 0,-2 0 18 15,-1 0-3-15,1-1 7 0,0-1-12 0,0 0-3 16,2 0 0-16,-1 0 0 0,1 0-2 0,0 0-4 0,1-1 5 15,-1 1-3-15,2-2 5 0,-3 2-8 0,1 0 3 16,0 1-3-16,-1 1 8 0,1 0-7 0,2-2-1 16,-3 2-1-16,3-2 7 0,0-2-4 0,-3 6-1 15,3-2-1-15,-1 0-1 0,3-2 3 0,-3 0 2 0,1 2 0 16,1-3-7-16,-1 3 4 0,1-4-1 0,-1 2 4 16,-2 0-2-16,-1 2 4 0,3-2-6 0,0 0 5 15,-3 1-4-15,3-3 1 0,-1-2 1 0,-1 4-2 16,0 1 5-16,-2 3-9 0,1 1 7 0,-1 3-6 15,0-1 6-15,2 1-6 0,0-2 1 0,-3 1-3 16,1 1 5-16,0 1-1 0,0 1-3 0,2-3 1 16,-2 3 2-16,1-3 0 0,1 1 1 0,0 1-1 0,-1-1 5 15,1-1-5-15,-2 3 1 0,2-3-3 0,-2 3 2 16,1-3 0-16,1 1 3 0,-2 1-2 0,2-1 5 16,-3 1-7-16,1 1 0 0,2-1-2 0,0 1 11 0,-1-3-7 15,1 3 1-15,0-1-3 0,-2 1 1 0,0 1-2 16,1-4-1-16,1 3 0 0,0-1 4 0,-1 1-2 15,1-1 6-15,-2 2-6 0,0 1 3 0,2-3-3 16,-3 2-4-16,1 1 1 0,2-3 4 0,-2 2 0 16,3-3 5-16,-1 1-4 0,0 1-1 0,0-1 0 15,-3 3 0-15,1-3 1 0,2 0 1 0,-2 3 1 16,3-3-5-16,-3 2 3 0,6 1-1 0,-6-1-1 16,-1 0 1-16,1 1-1 0,0-1-2 0,0 0 3 0,2 0 1 15,1 3 1-15,-3-3 2 0,2 2-6 0,0 0 2 16,-3 0-3-16,3 0 5 0,-2 1-2 0,0 1-5 15,0-2 2-15,1 0 4 0,-1 2-2 0,0 0 3 16,2-2-4-16,-2 2 1 0,0 0 2 0,1-2 1 16,-1 2 1-16,2-4-4 0,0 1 1 0,-1-1-1 0,1 2 3 15,0 0-2-15,-1 0 3 0,-1 1-2 0,0-1 4 16,0 0-5-16,0 0 0 0,0 0-1 0,0 0 0 16,-1 0 7-16,1 1-6 0,0-1 0 0,0 0-3 15,0 0 3-15,0 0 2 0,0 0-1 0,-1 0 1 16,-1 1-6-16,2-1 4 0,0 2-2 0,-2 0 1 15,2 0-5-15,0 0 5 0,0 0 2 0,0 0 0 0,-2 0-3 16,0 0 7-16,0 0-5 0,0 0 4 0,0 0-4 16,0 0-2-16,1 0 3 0,1 0-1 0,-2 0 1 15,2 0 7-15,-2 0-8 0,0 0 7 0,0 0-8 0,0 0 4 16,0 0 1-16,0 0 1 0,0 0-4 0,0 0 3 16,0 0-1-16,0 0 1 0,0 0-5 0,0 0 0 15,0 0 1-15,0 0 1 0,0 0 4 0,0 0-6 16,0 0 0-16,0 0-3 0,0 0-5 0,2 0 9 15,0 0-5-15,0 0 6 0,-2 0 1 0,2 0-5 16,-1 0 6-16,1 0-6 0,0 0 5 0,0 0-2 16,0 0-2-16,0 0 1 0,0 0 1 0,-1 2-2 15,1-1 2-15,0 1-2 0,0 0 3 0,0 0 0 0,0 0 2 16,0 0-3-16,-1 0 2 0,1-1-1 0,0 1-2 16,0 2 0-16,0 0 0 0,0-1-1 0,0 1 2 15,-1 0-2-15,-1-2 3 0,2 5 2 0,2 2-3 16,-2-1 3-16,0 1-1 0,0-1 2 0,-1-1 0 15,1 2-2-15,0 1-7 0,0-3 6 0,0 0-2 0,0 3 4 16,-2-3 1-16,2 2-3 0,-2-1 3 0,0-1-4 16,0-1-2-16,0 1 2 0,0 1-1 0,0-1 1 15,0-1 0-15,1 1 0 0,-1-3 1 0,2 3 0 16,0 3 1-16,-2-3 0 0,2 2-1 0,0 2 2 16,-2-3-1-16,2 5-4 0,0-2 2 0,-1-2-2 15,1 4 5-15,0-2-4 0,0 1 0 0,0 1-1 0,0-2 9 16,0 0-5-16,-1-2-3 0,1 2-1 0,0-1 1 15,0-3-1-15,0 0 5 0,0 1-4 0,0-1 1 16,-1 1 1-16,1 1-2 0,-2-5 2 0,2 3 7 16,0 0-9-16,0 1 7 0,2 1-8 0,-1 4 3 0,-1-4-1 15,2 3-3-15,0 1 1 0,-4-8 6 0,1 8-5 16,1-4 4-16,0 3-5 0,0 1-1 0,0-2 5 16,0-2-2-16,1 4 4 0,1 0-5 0,-2-4 2 15,2 2-6-15,-1 1 6 0,1-1 2 0,-2-2-3 16,2 4 3-16,-1-4-3 0,1 2-5 0,-2-1 6 15,2 1-1-15,-2-2 2 0,-1 0-3 0,1-1 1 16,0-1 1-16,0-1 2 0,0-1 0 0,0 3-1 16,-1-3 0-16,1 1 0 0,-2-2 1 0,2 1-3 0,-2-1-1 15,0 0-1-15,2 1 2 0,-2-1 4 0,0 0-2 16,0-1 2-16,0 1-5 0,0-2 1 0,0 2 1 16,2-1 1-16,0 1-1 0,0 0 3 0,-1 0-3 15,1-1 3-15,0 1-1 0,0-2-2 0,0 0 0 0,-2 0-1 16,0-1 2-16,0 1-2 0,0 0 2 0,0 0-2 15,0 0 0-15,0 0-3 0,0 0 2 0,0-1-3 16,0 1 7-16,0 0-1 0,0 0 0 0,0 0-1 16,0 0 0-16,0 0 0 0,0-1-1 0,0 1-1 15,0 0-5-15,0 0 9 0,0 0-3 0,0 0 6 16,2 0-9-16,-2-1 2 0,2 1 1 0,-1-2 1 0,-1 0 3 16,2 0-11-16,-2 0-13 0,2 0-16 0,0 0-203 15</inkml:trace>
  <inkml:trace contextRef="#ctx0" brushRef="#br0" timeOffset="60906.55">15654 4069 187 0,'0'0'61'0,"0"0"-1"0,0 0 26 15,0 0-8-15,0 0-6 0,0-2-5 0,0 1-18 16,0-1-2-16,0 0-4 0,0 0-4 0,0 0-14 15,0 0 6-15,0 0-7 0,0 1 7 0,0-1-23 16,0 2 8-16,0 0-14 0,0-2 0 0,0 2 0 16,0-2-6-16,0 2 4 0,0 0 1 0,0 0-35 15,0 0-85-15</inkml:trace>
  <inkml:trace contextRef="#ctx0" brushRef="#br0" timeOffset="61153.36">15526 4123 536 0,'0'0'143'0,"0"0"-165"0,0 0 156 0,0 0-77 0,0-2-24 16,0 0 14-16,0 1-2 0,0-1 1 0,0 0-35 15,0 0-7-15,0 2-7 0,0-2 3 0,0 2-8 16,0 0 0-16,0 0 1 0,0 0-1 0,0 0-6 0,0 0-6 16,0 0-11-16,2-2-12 0,0 0-186 0</inkml:trace>
  <inkml:trace contextRef="#ctx0" brushRef="#br0" timeOffset="63177.97">15320 4721 273 0,'0'0'47'15,"0"0"-4"-15,0 0 43 0,-2-2-1 0,0 0-1 16,1 0-9-16,-1 1 3 0,0-1-5 0,2 0 4 15,-2 0-19-15,0 0-7 0,2 0-3 0,0 0-1 16,0 1-2-16,0-1-12 0,0 0 0 0,0 0-4 16,0 0-10-16,0 0 3 0,0 0-2 0,0 1 2 0,0-1-2 15,0 0-5-15,0 0 5 0,0 0-5 0,0 0 6 16,0 2-4-16,0 0 3 0,0 0-2 0,0 0 0 0,0 2-2 16,2 0-5-16,0 0 4 0,0 2 2 0,-2-3-4 15,5 12 2-15,1 2-3 0,-1 0-8 0,1 0 6 16,0 0-4-16,-1 2 6 0,1-1-3 0,-1 3 8 15,1 3-3-15,-1 0 4 0,1 1-5 0,0-1-7 16,-1 2 7-16,-1 0-7 0,0 4 8 0,-1 0-3 16,1 2-4-16,0 1 2 0,-1 1-9 0,1-1 5 15,0 5 0-15,0-9 1 0,-3 5-1 0,3 1-5 16,0 1 0-16,0 3 0 0,1 2 8 0,1 0-1 0,-3 0-2 16,1 2 0-16,0 0-6 0,0-1 1 0,1 3 0 15,1 0 0-15,-1 0 0 0,-1 1 5 0,1-1-5 16,-1-2 5-16,2 3-5 0,-1-1-4 0,3 0 5 15,-1-2-3-15,2 1 3 0,-1-5-1 0,1 4 0 16,0-2 0-16,1 0 5 0,-1 2-4 0,0 4 2 0,1-3-3 16,-3 1 1-16,-1-2 5 0,-1 0-5 0,-1 0 5 15,1 1-7-15,-1-1-1 0,0 0 2 0,0-2 0 16,-1 0 6-16,1 0-2 0,2-2-1 0,-3-2 0 16,3 1-3-16,-1-1-1 0,-1-2 1 0,2 1-1 15,-1-5 1-15,1 1 4 0,-1-4-3 0,3 0 5 16,-1-2-4-16,1-1 0 0,-1-1-2 0,-1-5 0 15,3 5-2-15,-2-2 6 0,1-5-1 0,-1 0 1 0,-1-4-4 16,3 4 2-16,-1-2 3 0,-1 0-2 0,0-2 7 16,1-2-3-16,-1 3 0 0,-1-5-1 0,-4 0 0 15,5 1 5-15,1-1-4 0,3 1 4 0,0-3-2 0,-2 1 0 16,-1-1 1-16,-3-1-1 0,4 0 0 0,3-1 4 16,-5-1-2-16,4 0 1 0,-2 2-8 0,-1-2 9 15,3 0-1-15,-5 1 5 0,3 5-4 0,-2-5 3 16,4 3 0-16,2 0 1 0,0-3-1 0,2-1-4 15,-2-2-5-15,2 0 3 0,0-2 0 0,-2 0-8 16,4-3 5-16,-4-1-6 0,1-1 5 0,-1-2 2 16,0 5-6-16,2-11 4 0,-2-3-7 0,0 3 2 15,0-2 2-15,0-2-1 0,-2-1 7 0,1 0-6 0,-3-1 1 16,2 4-2-16,-2 1 0 0,1 1-1 0,-3-2 5 16,2-5-5-16,1 1 4 0,-3-1-1 0,0-2-7 15,-1 2 4-15,1-4 0 0,1-2 0 0,-3 0 5 16,5-2-5-16,-3 1-2 0,4-3 1 0,-1 0-2 0,-3-1 2 15,6 0 0-15,-4-3-2 0,8 3 2 0,2-2 0 16,-3-1 0-16,3 3 1 0,-6 0-3 0,0 1 2 16,0-1-7-16,-4 1 11 0,2-1-4 0,2-1 5 15,-3 1-7-15,3 1 5 0,-4 1-4 0,-2-7 3 16,-1 3-9-16,-1-2 10 0,5-4-2 0,-8 0 5 0,3-1-9 16,1-7 3-16,20-1-2 0,-10 0 2 0,-4-4-5 15,-7 0 3-15,-1-3 4 0,-2-1-2 0,0 3 0 16,-1-3 3-16,1 8-3 0,0 3 4 0,-2 3-4 15,0 1 2-15,0 4-2 0,0 6 3 0,2 1-6 0,0 1 3 16,2 1 0-16,-3 0 0 0,3 2-9 0,2 2 8 16,-3-1-6-16,3-1 6 0,-2-2-16 0,-1-2-43 15,3 3-14-15,0-5-15 0,1-1-88 0,0-4-102 16,-1-7-62-16</inkml:trace>
  <inkml:trace contextRef="#ctx0" brushRef="#br0" timeOffset="69189.84">12632 3241 48 0,'-2'0'61'0,"0"0"-31"0,-2-2 27 0,2 2 7 16,-14-3-43-16,1-1 9 0,4 2-8 0,-1 0 31 15,1 0-12-15,2 0 14 0,-2 1-35 0,2-1 6 16,-1 0 7-16,5 0-1 0,-1 0 18 0,2 2-3 15,-1-2 4-15,1 0-3 0,2 2 7 0,-1-1-16 16,1 1-2-16,0 0-4 0,0-2-4 0,-2-4-8 0,-1 1-1 16,1-1-2-16,-2 0-4 0,1 5 6 0,-1-1 3 15,-1-4 2-15,-4-1 11 0,0 1-3 0,-1 2 2 16,-1 1 0-16,2 1 16 0,0 0-13 0,0 2 3 16,-2 0-7-16,2 0-6 0,2 0-3 0,1 0-3 15,4 0 1-15,-1 0-5 0,3 0-6 0,0 0 1 16,0 0-3-16,-1 0-6 0,-1 0 7 0,0 2-2 0,0 0 4 15,3 0-5-15,-1-1-3 0,0 1 0 0,0 0-1 16,0 0-1-16,0 0 0 0,1 0-1 0,-1 0 2 16,0-1 9-16,2 1-6 0,0 0 8 0,0 0-7 15,0 0 14-15,0 2-9 0,2-1 0 0,0 1-2 16,-1 0 3-16,3-1 4 0,11 7 1 0,7 1 0 16,0-4-4-16,3-1-1 0,4-1 2 0,5-1-2 0,3-2-4 15,6 0-2-15,-1 0-1 0,7-2 2 0,4 0 5 16,5 2-2-16,3-2-3 0,-3 0 1 0,-2-2-2 15,-1-2 10-15,1-2-3 0,0 1 4 0,1-1-9 0,1 1 0 16,3-1 6-16,2 1-5 0,4-1 6 0,4 0-1 16,1-1-4-16,-2 1 2 0,-3 1-3 0,-11-3-2 15,-6 3 0-15,-3-1 0 0,-5 1-6 0,1-3 2 16,-4 3-5-16,0 1 5 0,0 0 0 0,0 1-2 16,0-1 2-16,-2 2-3 0,0 0 2 0,0 0 0 15,-1 0-2-15,-3 2 0 0,0 0-2 0,-1 0-2 16</inkml:trace>
  <inkml:trace contextRef="#ctx0" brushRef="#br0" timeOffset="69795.32">14275 2963 586 0,'-2'0'69'0,"0"-2"16"0,0 0-16 16,0 0-36-16,0 0 4 0,-1 0 21 0,-1 0 20 15,0 1-8-15,1-1 9 0,1 2-29 0,0 0-18 16,-2-2 5-16,0 0-10 0,1 0-8 0,-1 0-3 16,2 0-4-16,0 1 3 0,0-1 1 0,1 0 16 15,1 2-1-15,0 0 6 0,0 0-4 0,1 0-4 0,3 0 4 16,7 0-5-16,10 2-11 0,5 1 6 0,2 5-13 15,1-1 12-15,3-1-13 0,-1-1 3 0,7 3 5 16,-7-3-2-16,3 1-2 0,-1-2-1 0,-1-1-4 16,-1 1 2-16,1 0-1 0,1 1-4 0,-1-1 3 15,-4 0-2-15,-2 0 6 0,-6-1-10 0,-1 1 6 0,-3 0-8 16,-1-1 1-16,-6-1 6 0,1 2-6 0,-5-2 7 16,-3-2 2-16,0 0-2 0,-2 2 5 0,7 9-5 15,1 4 2-15,-6 0 11 0,-2 1 18 0,-4 5-3 16,-5-3 37-16,-6 3-25 0,2 1-6 0,-17-2-1 15,-1 3 5-15,-1-1-5 0,2-2 4 0,-1 3-4 0,-3-5-1 16,3 3-13-16,-1-3-2 0,2-3-5 0,4 0-16 16,0-4 4-16,0-2-5 0,6 1 4 0,1-5-7 15,6-1-11-15,4 0-7 0,-6-1-8 0,4-1-82 0,-2 8-113 16,-2-1-97-16</inkml:trace>
  <inkml:trace contextRef="#ctx0" brushRef="#br0" timeOffset="81192.46">21527 4845 67 0,'0'0'0'0,"0"0"9"0,0 0 93 0,0 0-19 0,-2-2 12 16,0 1-30-16,1-1-3 0,-1 0-5 0,0 0-6 0,0 0-1 16,0 0-28-16,0 0 11 0,0 1-9 0,1-1 7 15,-1 2-20-15,0 0 13 0,0 0-3 0,0 0 6 16,0 0 2-16,0 0-8 0,1 0 5 0,-1 0-5 15,0 0 7-15,0 0-6 0,0 0 1 0,0 0-2 16,0 0-4-16,1 0 8 0,-1 0-4 0,0 0 6 16,0 0 0-16,0 0 0 0,0 0 1 0,0 0-1 0,1 0-7 15,-1 0-1-15,0 0-4 0,0 0 2 0,0 0-5 16,0 0 0-16,0 0-5 0,1 0 2 0,-1-2-14 0,0 0 6 16,0 0-1-16,0-2 1 0,-2-5 2 0,1-9-6 15,1-5 7-15,2-3-6 0,4-1 2 0,-1 2 5 16,5-4-6-16,-3 5 4 0,5-4-6 0,-3-2 2 15,0 2 1-15,1 2 0 0,-1 2 2 0,1 0-2 16,-1 2 2-16,-1 1-2 0,1 1 4 0,1 1-4 16,1 1-2-16,0-1-1 0,2 0-2 0,0 1 5 15,-1 1 1-15,-1 0 2 0,0 3 0 0,2-1-6 16,-5 2 2-16,11 0-3 0,-1 0 3 0,-1 2 5 16,0 1-6-16,0 1 6 0,2 2-1 0,-2-1-3 15,-1 5 0-15,1-5-1 0,0 3-6 0,6 1 7 0,-3-2 0 16,1 3 4-16,3-1 0 0,-4 0-5 0,-1 0-1 15,-2 1-1-15,-2-1 1 0,0 2 4 0,-4-2 0 16,-1 1 2-16,5-1-4 0,-2 2 1 0,2-7 0 0,0 1 0 16,-2 3-1-16,0-1 2 0,4-1-6 0,-6 3 4 15,-3 2-4-15,3 0 4 0,-3 1 3 0,3-1-1 16,0 0-2-16,-3 2 3 0,-2 0 0 0,-1 0 1 16,1 0 7-16,-2 0-6 0,2 0 4 0,-1 0-4 15,1 0 1-15,-2 0 6 0,0 0-4 0,0 0 5 16,3 2-8-16,-1 0 6 0,1 1-5 0,1 1 4 15,-4-4-8-15,2 2 7 0,-3 5-6 0,3 3 4 0,4 1-8 16,-3 0 7-16,3 2-5 0,-5-2 4 0,-1 2-5 16,4 0 0-16,-3 2 7 0,3-2-6 0,0 2 5 15,-1-1-9-15,3 3 3 0,-1 0-2 0,-1 1 7 0,1 1-5 16,-1 1-2-16,1 5 1 0,0 2 1 0,3 1 0 16,-3 2 2-16,1-2-2 0,-1-2 0 0,0 0 0 15,3 0-2-15,-3-2 2 0,1 0 1 0,-1-3 0 16,-1-1 2-16,1 2 0 0,-1-3-1 0,-1-2 0 15,1-3-3-15,-1-1 1 0,-1 0 0 0,2 0 1 16,-3-1 3-16,3-3-4 0,-2 0 0 0,-1-5 0 16,1 3 1-16,-2-3 2 0,0 2 3 0,0-1-4 15,-1-3-3-15,3 2 0 0,-2-1 7 0,0 1-6 0,-2-2 2 16,2 2-5-16,0-2 5 0,-1-2 1 0,-1 1 1 16,2-1-1-16,-2 2 8 0,2 0 22 0,0 0-8 15,0 0 9-15,2 1-19 0,-1 1-10 0,1 0 8 16,0 0-9-16,-2-1 8 0,-1 1-7 0,1-2-1 15,0 2 0-15,0-1 5 0,0-1-7 0,0 2 1 0,0 0-3 16,-1-1-3-16,1 1 0 0,0 0 4 0,0-1-1 16,0 1 1-16,0 0-1 0,-1 0-3 0,1-1 1 15,0 1 3-15,0 0 2 0,0-1-2 0,0 1 1 16,1 0-5-16,-1 0-2 0,2-1-4 0,0 1-1 16,-1 0-45-16,1-2-282 0</inkml:trace>
  <inkml:trace contextRef="#ctx0" brushRef="#br0" timeOffset="82813.7">24522 4708 159 0,'0'2'31'0,"0"0"-4"0,0 0 45 0,-2-1 0 15,0 1 3-15,0 0 0 0,1 0-20 0,-1 0 9 16,0 0-12-16,0 1-6 0,0 1 1 0,0 0-6 0,0 0 9 16,1-3 27-16,-1 1-20 0,0 0 1 0,0 0-14 15,0 0-32-15,0 0-9 0,0 0 0 0,1-1-3 16,-1 1-5-16,0 0 9 0,0-2-5 0,2 0 6 15,0 0 0-15,0-2 1 0,0 0 4 0,0-1-4 16,0-5-2-16,2-16 3 0,0 2 1 0,0-4 0 16,-1 0 0-16,1-2 3 0,0 0-5 0,0-3 5 15,-2-3-11-15,0-1 2 0,0-2-3 0,0-2 4 0,0 0 1 16,0 2 0-16,0-4 1 0,2-2-2 0,0 0 0 0,0-1-3 16,-1-3 3-16,1-3-4 0,2-5 3 0,2-5-4 15,-1-1 2-15,3-6-3 0,-1-4 6 0,-1 5-4 16,1-3 1-16,0 2-4 0,3 6 2 0,-1 0 2 15,2 5 0-15,0 2 3 0,-1 2 3 0,1 2-3 16,-2 2-1-16,0-1-1 0,-1 5-2 0,-3 1-2 16,3-3 0-16,-3 5 0 0,3-7 5 0,-1 3 0 15,1 4 0-15,-1-2 0 0,2 1-2 0,2-3 0 16,1 2 2-16,2 1-1 0,1 1 1 0,2-2-2 16,-2 6-3-16,2 0 2 0,-1 3 1 0,3 1-2 15,1-2 5-15,1-4-5 0,-1 0 7 0,1 2-3 0,-1-2 0 16,-1 3-2-16,-18 7-4 0,20-3 6 0,5 2-2 15,-2 4 6-15,-2-3-6 0,0-3 2 0,1 2-1 16,-5 3 3-16,-1 1 5 0,3 0 0 0,-5 1-2 16,6 1 0-16,-5 0-3 0,1 0 7 0,2 4-1 0,-6-1 3 15,2 3-1-15,-1-1-3 0,-1 2-5 0,4 2 2 16,-2 2-2-16,0-1-2 0,2 3 4 0,-1-2-4 16,-1 3 8-16,-2 3-6 0,0-1 0 0,0 5-2 15,0-3 7-15,-2 2-3 0,0 1 2 0,1-1-2 16,-1-5 3-16,-2 3-4 0,2 1 8 0,-2 1-7 15,-1 0 1-15,1 2-5 0,-1 0-2 0,1 2 1 0,-4 0 5 16,1 0 6-16,0 0-6 0,-3 0 6 0,3 0-4 16,-1 0-6-16,5 2 5 0,-1 2-7 0,0 0 3 0,2 1 3 15,-1 1 1-15,-1-1 0 0,-2-3 3 0,6 17-9 16,-2 1 4-16,-1-1-5 0,1 3 3 0,-6 0 2 16,3 2-3-16,1-1 4 0,0 1-4 0,-3 0 2 15,0-2-4-15,1 6 2 0,0-4-2 0,-1 4 1 16,-2 0 1-16,-1 2 0 0,1 3 3 0,2 4-4 15,1 2-1-15,1 4 0 0,-3-4 0 0,-1 2-4 16,3 3 6-16,-3 3-5 0,3 1 3 0,-3 2 5 16,0-2-5-16,1 6 5 0,-1 2-5 0,2 7 0 15,-3 4 3-15,3 4-3 0,0-1 0 0,-3-3 0 0,5 0-3 16,-1-10 2-16,-1-3-1 0,7-7 3 0,-6-3 2 16,1-5-1-16,3-2-4 0,-2-1 1 0,2-5 0 15,0-1-1-15,0 0 1 0,1-1 5 0,-1 5-4 16,2-3 5-16,-4 1-3 0,0 3-1 0,4 2 1 0,-3 4-2 15,-1 4 0-15,-2 3-2 0,-3 0 4 0,2 2-2 16,-1 2 0-16,1-2 2 0,-1-1-5 0,3-7 4 16,-1-4 6-16,-1-3-8 0,-1-4 2 0,1-3-4 15,-1-2 7-15,1 0-5 0,0-3 3 0,1-1-3 16,0-2 6-16,1-1-5 0,-3-1 0 0,1-1-3 16,0-2 6-16,-1 0-4 0,-1-4 3 0,-2 0-3 15,3 0 4-15,-3 2-1 0,2-4 1 0,0 1 0 0,-3-3-2 16,3-1 1-16,-2-1 3 0,0 1 1 0,0-2 12 15,0-3 0-15,-1 3-4 0,1-2 2 0,0 2-4 16,0-2 2-16,0 3-2 0,0-5 1 0,1 4-5 0,1 0 0 16,0-1 3-16,0 1-3 0,-3-2-2 0,1 0 0 15,0 0 0-15,0-1 1 0,0 1-5 0,0 0-8 16,0 0 0-16,-1 0-4 0,1 0-5 0,0 0-77 16,0-1-8-16,0 1-42 0,0-2-215 0</inkml:trace>
  <inkml:trace contextRef="#ctx0" brushRef="#br0" timeOffset="88990.36">22905 1102 441 0,'-2'0'0'0,"-18"-4"10"0,-21-1 115 16,11 1-1-16,4 0 11 0,4 1-40 0,-4-3-9 0,3 2-55 15,5 1 5-15,-4-1-12 0,5 2 10 0,0 0 3 16,2 0 3-16,4 1-1 0,0-1 15 0,4 2-9 16,-1 0-1-16,3 0-4 0,-1 0-5 0,2 0-11 15,1 0 3-15,1 0-6 0,-2 0-1 0,0 0-9 16,1 0 2-16,1 0-4 0,0 0 2 0,0 0-5 16,0 0 4-16,2 0-4 0,0 0 8 0,2 2-4 15,2-1-3-15,31 9 0 0,13-3-10 0,12 1 8 0,5-5-3 16,3-1 5-16,1-2-9 0,4 0 2 0,1-2 0 15,6-1 1-15,3-3 2 0,14 2-1 0,7-1-2 16,2 3-1-16,-2 0-1 0,-12 0 5 0,-3 0 1 16,-11 0 1-16,2 1-6 0,-5 1-1 0,1 0 1 15,-6 0 0-15,-3 0 5 0,-7 0-2 0,-10 0 1 0,-6 0-1 16,-14 0 4-16,-4 0 3 0,-4 0-1 0,-7 0 2 16,-2 0-3-16,-6 0 10 0,-1 0 0 0,-4 0 3 15,2 0 5-15,-1 0-7 0,1 0-2 0,-2 0-2 16,0 0-12-16,0 0-25 0,-2 0-9 0,0 0-8 15,-2 0-42-15,0 0-108 0,-11 0-11 0,-24 0-50 16,-4 0-183-16</inkml:trace>
  <inkml:trace contextRef="#ctx0" brushRef="#br0" timeOffset="89347.67">23100 714 503 0,'0'0'25'0,"0"0"-2"0,0 0 58 0,0 0 2 16,0 0 11-16,0-2 17 0,0 2-53 0,0 0-1 16,-2 0-20-16,0 0-15 0,0 0-3 0,0 0 6 15,-27 15-3-15,-8 6 9 0,-8-20 1 0,-5 25 2 16,-4 0 1-16,-4 0 6 0,5-1 2 0,-1 1-4 15,4-2 2-15,3-4 1 0,8 2-9 0,6-1-1 0,3 1-4 16,6-1-12-16,5-3-7 0,1 2 4 0,5-3-5 16,2 0-4-16,3 0-4 0,3-1 1 0,1 1-2 15,2 2-8-15,-13 1 7 0,8-5-12 0,1 0 11 16,4-4-13-16,2 0 7 0,2 6 2 0,2-4-1 16,5 2 2-16,1-1 8 0,21 1-1 0,8 0 5 15,4-2-2-15,7 4-78 0,6-8-12 0,5 2-63 16,4-1-430-16</inkml:trace>
  <inkml:trace contextRef="#ctx0" brushRef="#br0" timeOffset="90326.36">22483 5852 883 0,'0'0'42'0,"0"0"-3"0,-2 0 27 15,1 0 3-15,-1 0-9 0,0 0-11 0,0 2-20 16,-2-2-4-16,2 1-3 0,1 1-8 0,-1-2-4 16,0 0 3-16,0 2-4 0,0-2 1 0,0 2 2 0,2 0-3 15,0 0 2-15,2 0-11 0,0-1 7 0,0 1-7 16,5 0 8-16,17 2-4 0,10 1 0 0,3-1 7 16,8-2-5-16,5 0 6 0,9 0-7 0,-1-2-2 15,1-2-1-15,2-2-6 0,-3-1-1 0,-2-3 4 16,-1-1 0-16,1-2 7 0,0 0-4 0,1-2 0 15,1 1-2-15,7-1 0 0,-4 2-1 0,-1 0 2 0,-5-2-1 16,-5 4 4-16,2 0-4 0,-7-1-2 0,-6 3 2 16,-4 1 8-16,-3 1-9 0,-3-1 3 0,-4 2-3 15,-3 1 8-15,-5 1-2 0,-3 0 2 0,1 0-3 16,-4 2 2-16,2 0-6 0,-3 0 1 0,-3 0-2 16,2 0 1-16,-3 0-32 0,0 0-10 0,-1 0-12 0,-1 0-59 15</inkml:trace>
  <inkml:trace contextRef="#ctx0" brushRef="#br0" timeOffset="90700.25">23386 5603 1102 0,'-2'0'3'0,"0"0"-2"0,-4 0 7 16,-14-2 4-16,13 2-3 0,1 0 0 0,4 0-21 0,-2 0 4 16,1 0-9-16,1 0 8 0,0 0 0 0,2 0 1 15,2 2 0-15,2 0 3 0,33 3-3 0,9 1-3 16,4-2 2-16,4-3-1 0,-7-1-1 0,-1 0 6 0,-3 0-4 16,-6 0 14-16,-2 0-7 0,-3 0 0 0,-3 0-2 15,1 0 5-15,-6 0-1 0,-3 0 3 0,-3 2-3 16,1 0 3-16,-4 2 8 0,-2 0-2 0,-2-1 6 15,-2 1 10-15,-3 0 18 0,-3-2 3 0,-1 3 3 16,9 10-2-16,-1 4 0 0,-5-3-5 0,-3 5 5 16,-2-1 1-16,-4 1 1 0,-3 1-5 0,-4 0 3 15,-4 0-12-15,9 3-6 0,-22-3-2 0,-1 2 0 16,-5-2-2-16,-5 2-19 0,0-1 8 0,-9-3-14 16,-6 2-6-16,2-1-91 0,-9-1-31 0,0 1-53 0,1 1-428 15</inkml:trace>
  <inkml:trace contextRef="#ctx0" brushRef="#br0" timeOffset="140046.48">25972 5850 6 0,'0'0'0'0,"-2"-2"5"0,0 0 64 0,1 0 11 0,-1 0 18 16,0-1-12-16,0-1 1 0,-5-11-12 0,1 2-7 16,-5-2 5-16,3-1-12 0,5 1-19 0,-12-2 2 15,4 0-10-15,0 1-5 0,-6 1-8 0,4-2 1 16,-4 2-3-16,-3-2 10 0,1 3-1 0,-1-3 1 0,-3-2-1 15,-1 4 4-15,-2-3-13 0,0 1 3 0,2 2-6 16,2-1-1-16,-2-1-3 0,0 4-3 0,1 4 0 16,-1-4-5-16,4 1 7 0,-2 3 1 0,1 0 0 15,1 3-1-15,1 1-6 0,1 1-5 0,-1 2 3 16,0-11-1-16,-5 2 0 0,4 4 2 0,-1 3-4 16,-3 4-9-16,-4 0 9 0,1 4-1 0,-5-1 4 0,4 5 0 15,0 3-3-15,-3 2 0 0,3 2 0 0,-6 3 3 16,1-14-3-16,3 22 2 0,-1-4-2 0,1 6 6 15,0-2-3-15,-1 0-1 0,1 4-1 0,0 0-4 16,1 3 6-16,-1 0-1 0,0 3 3 0,1 1-14 0,1 2 8 16,0 2-3-16,-6 5 5 0,5 1 3 0,1 5-6 15,0 1 2-15,4-3-4 0,0 2 11 0,-2-5-6 16,5 1 0-16,-1-5-4 0,2 0-3 0,1-3 4 16,1-1-1-16,5 2 2 0,0 0 0 0,3 4-3 15,3 1 1-15,-2 6-2 0,1 2-2 0,-1 7 1 16,0 6-2-16,5 4 1 0,0 3-2 0,-26-7 7 15,17-4-1-15,10-7 2 0,3-6-3 0,3-6 5 16,3-5-2-16,1 0 1 0,5-4-5 0,2 3 9 0,-1-3-1 16,4 0 5-16,0-1 5 0,1-3 2 0,-6 1-1 15,12-4 1-15,5-1-8 0,1-4-3 0,-2 1 4 16,7-4-4-16,-1-5 4 0,-1 4-2 0,4-4 0 0,0-4 0 16,0 0 3-16,1-4-4 0,1-1 1 0,0 1-2 15,1-5 0-15,1 20 6 0,6-10-1 0,-5-12 2 16,3-6-3-16,1-3 5 0,-1-6 0 0,-1 0 1 15,5-7-4-15,-3-2-2 0,-1 16-2 0,1-27 1 16,1 1-5-16,-5 1-2 0,-1 1 5 0,0-1-4 16,-2 1 11-16,-2 1-12 0,2-1 5 0,0 3-5 15,-2-3 12-15,-2 2-10 0,3-3 0 0,-5-6-2 0,0 0 1 16,-1-4 4-16,-6-7 0 0,2-6 0 0,-2-5 4 16,-4-2-8-16,-1 2 6 0,-1-1-6 0,-1 5 2 15,-1 3 5-15,3 0-8 0,-8 2 6 0,-2 4-6 16,-4 0-3-16,-1-6 5 0,-1-4-3 0,-3-3 3 0,0-8-2 15,26 2 3-15,-19-1-3 0,-9 5 8 0,-5 3-10 16,-3 6 2-16,-5 8-4 0,-2 3 7 0,-1 6-6 16,-3 6 3-16,8 1-4 0,-24 6 3 0,-3 3 3 15,-4 3-5-15,-5 1 4 0,-1 6-12 0,-4 2 2 16,0 3-4-16,2 2 1 0,-2-22-27 0,-2 17-50 16,-3 9-12-16,-3 9-27 0,-7 12-196 0</inkml:trace>
  <inkml:trace contextRef="#ctx0" brushRef="#br0" timeOffset="148047.59">20480 4028 256 0,'0'0'-47'0,"-2"-1"36"0,0-1-2 15,-3-2-1-15,-19-11 42 0,5 4-10 0,-9-4 1 16,2 2 8-16,-2-2-5 0,0 0 4 0,4 2 1 15,4 2-7-15,-4-2 6 0,1 0-12 0,-1 0-5 0,2 0 6 16,-2 0-4-16,2 2 6 0,-3 0-13 0,1 0 4 16,0 2-5-16,-2 1 3 0,-2 3 7 0,-1-1-13 15,-5 2 11-15,-5 4-10 0,-2 0-1 0,2 6 8 16,-7 3-5-16,5 2 6 0,0 4-6 0,-3 2-5 0,1 1 1 16,0 3 0-16,-1 3 4 0,3-2 1 0,4-20 1 15,1 20-5-15,1 4-4 0,2-1 2 0,-1-1-3 16,-1 0 1-16,0 2 12 0,1 4-11 0,-5-3 11 15,-1 5-16-15,-1-1 12 0,4 1-4 0,-1 5 5 16,1 2-18-16,4 2 13 0,-4 5-3 0,5 3 5 16,4 6-3-16,2 9 4 0,4-1-1 0,2 0 2 15,1-4-7-15,0-3-3 0,3 1 6 0,3 7-3 0,2 2 6 16,-1 9-4-16,7 6-5 0,3 1 1 0,-31 5-9 16,22-7 10-16,11-7-3 0,3-7 5 0,3-12 3 15,5-2 4-15,0-3-5 0,6-1 3 0,3 0 3 0,6 2 3 16,-20 0 8-16,31 4-7 0,4 4-8 0,1-2 8 15,-1-1-10-15,2-3 9 0,2 0-8 0,3-4 3 16,-2-3 2-16,-1-10 1 0,-4-7 15 0,-2-4-10 16,2-3 6-16,-3-5-7 0,5-1 16 0,0-5 27 15,3-3-2-15,4-3 9 0,4 22 1 0,6-13-9 16,1-13-1-16,2-6-5 0,0-5-18 0,0-6-13 16,-1-3 5-16,-5-4-8 0,1 20-4 0,-4-35 0 15,1-6-8-15,5-5 6 0,1-4-2 0,4-5 5 0,4-2-5 16,-2-4 3-16,-2 0-8 0,-2 2 3 0,-4-2 5 15,-7 2-2-15,-2-6 2 0,-9-11-5 0,2-5 1 16,-6-16-2-16,-4-4 2 0,-5 1-2 0,-4 0-2 16,-5 11 1-16,-4 4 4 0,-4-4-6 0,-6-6 1 0,31-10-4 15,-27-4-1-15,-11 3 5 0,-13 8 4 0,-5 15 0 16,-8 11-4-16,-2 7-9 0,19 9-9 0,-32 3-1 16,-1 3-52-16,-4 4-101 0,-10 5-18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30T05:55:40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26754 2573 256 0,'0'0'-22'0,"0"0"32"0,0 0 19 0,0 0 7 15,0 0 21-15,0 0-16 0,0 0 4 0,0-2 6 16,0 0 9-16,-2 2 36 0,0-2-59 0,0 2 8 16,0-2-25-16,1 2 3 0,-1 0 17 0,0-2-9 0,0 2 10 15,0 0-23-15,0 0 5 0,0 0-2 0,1 0 1 16,-1 2-11-16,0 0 9 0,0 0-4 0,-2 5 6 16,-5 16-7-16,0 6 6 0,1-1-4 0,-1 2 5 15,-2 3-3-15,2-1-1 0,1 3-5 0,3-1 2 16,1-3-4-16,-2-1-5 0,-1-2 6 0,-1 0-7 15,3-2 4-15,-1 0 1 0,3-8-2 0,-1 1 2 0,0-3 1 16,2-1-10-16,0-2 8 0,1-3-9 0,1-3 9 16,0 0-1-16,0-1-1 0,0-4 1 0,0 0 0 15,-2 1 7-15,0 1 2 0,0 0 3 0,0-2 12 0,2 0-5 16,0-1 0-16,0-1-3 0,0 0-7 0,0-1 2 16,0-1-2-16,0-2 1 0,6-24-9 0,1-2-3 15,1-1-1-15,1-1 1 0,-2-1 3 0,1-1-4 16,1 1-4-16,2 0 1 0,-2 3-1 0,1 0-3 15,-1 2 3-15,-2 6-3 0,3 2 7 0,-3 5-2 16,1 0 0-16,-3 4-2 0,-1 2-8 0,-2 3 7 16,1 0-2-16,-3 5 4 0,0-1-1 0,2 2-6 15,6-6 0-15,-5 4-3 0,1 0 2 0,2 1 9 0,-1 1-5 16,1 0 5-16,-1 0-9 0,-1 0 7 0,0 1 1 16,0 3 1-16,3 5-4 0,4 10-3 0,-2 1 4 15,1 1-3-15,-3-1 1 0,-1-3 5 0,1 3-6 16,1 1 6-16,-1 1-2 0,-1-5-1 0,-1 0-2 0,3-1-1 15,-1-1-3-15,0-2 7 0,1-2-1 0,-3-3 3 16,3 5-3-16,5-6 0 0,0 0 0 0,0-1 0 16,0 3 3-16,0-1-4 0,-2-3 5 0,2-1-4 15,-2-2 8-15,0 0 3 0,-2-2-7 0,3 0 5 16,-5-2-5-16,2-2 14 0,-1 0 0 0,-3-9 4 16,1-7 2-16,-1-4 1 0,1-6 2 0,-2 8-1 15,1-6 4-15,-1 0-3 0,-2 2 0 0,15 0-1 16,-6 2 1-16,-4 4-7 0,-1 1 5 0,-3 2-5 0,-1 4 5 15,-2-1-9-15,0 2-2 0,0 3-2 0,0 0-11 16,0 3 5-16,0 3-7 0,0-1 3 0,0 2-9 0,0 0 2 16,-2-2 1-16,1 1-2 0,-1-1-11 0,0 2-36 15,0 0-19-15,0 0-7 0,0 2-68 0,0 0-40 16,1 0-4-16,1 2-22 0,0 0-105 0</inkml:trace>
  <inkml:trace contextRef="#ctx0" brushRef="#br0" timeOffset="386.92">27396 2911 571 0,'0'0'25'0,"0"0"-1"0,0 0 33 0,0 0 2 16,0 0 1-16,0 0 0 0,0 0-24 0,0 0 1 16,2-2-6-16,0 0 9 0,0 0 18 0,2 0-10 0,3-1 12 15,15-7-10-15,-3 1-16 0,-1 0 7 0,-5 1-12 16,0-1-10-16,2-2-1 0,-2 7-6 0,0-7 5 15,-4-2 5-15,-3 0-7 0,-2 2 2 0,3 2-6 16,-3-1 0-16,-2 1 9 0,0 0 3 0,5-1 1 16,-3 3-2-16,-1 0-11 0,-1 3 2 0,0-2-4 15,-2 3 0-15,0 1 2 0,0 0-5 0,0-2 3 0,0 0-11 16,-2 1 6-16,0 1-4 0,1 0 4 0,-3 0-2 16,-7-2-3-16,1 4 1 0,-6 0-2 0,-1 2-1 0,4 2 4 15,-5 3 3-15,3 1 0 0,4-1 0 0,-2 3-4 16,1-7-3-16,9 10 0 0,-5-3-1 0,6 4 5 15,-7-1-2-15,4-1 1 0,-1 1-1 0,2-2-5 16,2-4 1-16,2 4-1 0,0-3 5 0,0 1 5 16,2 2 0-16,2 0 1 0,0 0-8 0,-1-1 1 15,1-5 3-15,0 3-1 0,13-1 3 0,1-1-17 16,1-3-7-16,-3 8-7 0,3 1-53 0,5-3-45 16,-2-5-12-16,1-3-13 0,3-1-65 0</inkml:trace>
  <inkml:trace contextRef="#ctx0" brushRef="#br0" timeOffset="879.01">27942 2586 323 0,'-2'0'201'0,"0"0"-240"0,1 0 234 0,-3 0-118 16,-4-2 0-16,-1 0 6 0,0 0-6 0,0 0 2 15,1 2-35-15,3 0-23 0,-1 0 0 0,2 0-10 16,2 0-9-16,-1 0 4 0,-1 2-6 0,2 0 5 15,0 0-5-15,0 0 1 0,2 1 4 0,0 1-2 0,0 5 7 16,2 4 16-16,2-1-5 0,3 2 6 0,1-1-17 16,1 2 9-16,-1-2-7 0,1 2 6 0,0-2-9 15,2 4-2-15,-1-2-1 0,-1 0-1 0,-2-2-1 0,-1-4-1 16,1 4 7-16,-1-4-6 0,1 4-3 0,1 2 2 16,-1-2-3-16,-1-4 2 0,-1 2-6 0,-3-5-9 15,0-2-6-15,2 3-3 0,-4-5-65 0,3 2 7 16,1-1-13-16,0 1 14 0,3 0-8 0,1-2 23 15,-3-2 4-15,-1 0 8 0,0-2 32 0,-1-2 13 16,5-5-2-16,3-6 8 0,2-9 2 0,-4 2-1 16,-3-1 2-16,-2 1-2 0,-1 0 5 0,-1 3 14 15,-2-1 1-15,0 3 7 0,0 0 22 0,0 2 10 16,0 4 8-16,-2 2-4 0,0 2 4 0,1 1-17 0,-1 2-4 16,0 1-3-16,-2-1-9 0,-1 0-16 0,-12-3 1 15,4 3-7-15,2 4-8 0,-6 2 3 0,2 3-2 16,0 5 1-16,-1-1-8 0,1 17 2 0,0 2 1 15,4 2 1-15,1-3 0 0,1 1 1 0,4 2-3 0,1-10 2 16,0 3-5-16,-9-5 1 0,6-5-6 0,1 2 3 16,2 0-16-16,3 0-11 0,1-2-13 0,0-6-6 15,0-1-98-15,1-3-193 0</inkml:trace>
  <inkml:trace contextRef="#ctx0" brushRef="#br0" timeOffset="1189.5">28633 2376 502 0,'0'0'115'0,"0"0"-123"15,-2 0 128-15,0 0-57 0,0 0 14 0,-1 0-14 16,-1 0 1-16,-2 0-12 0,-7 0-33 0,2 2-6 16,-2 3 3-16,0 3-2 0,0 1 10 0,0-2-8 15,0 14 4-15,0 3-5 0,2-2 8 0,2 4-1 16,-2-2-2-16,3 1 1 0,3-1-2 0,1 0-7 15,2 0 5-15,0-2-6 0,-15 2 3 0,8 1-9 0,4-5 1 16,3-3-2-16,2-1 13 0,0 1-7 0,2-2 1 16,3 2-4-16,3-2 2 0,-3-6-5 0,-1 0 5 15,13-5-6-15,1 1 9 0,3 1-9 0,1 0 5 16,-2-5-6-16,3 1 6 0,-5 11-8 0,4-2-2 16,-5-7-2-16,2-2 2 0,-3-2-11 0,-1-2 0 15,0-2-6-15,-2 1-16 0,-4-1-47 0,-3 0-8 0,-2 2-19 16,7-14-88-16</inkml:trace>
  <inkml:trace contextRef="#ctx0" brushRef="#br0" timeOffset="1346.81">28224 2705 569 0,'0'0'0'0,"0"0"11"0,2 0-11 15,0 0 42-15,0 0-8 0,0 0 15 0,18-6-30 16,8-1 4-16,4-3-7 0,3-1 6 0,2 0-13 0,-2 0 3 15,4-2 0-15,-3 2 0 0,1 0-8 0,-6 3-42 16,-1 3-28-16</inkml:trace>
  <inkml:trace contextRef="#ctx0" brushRef="#br0" timeOffset="1971.14">27350 3547 547 0,'0'0'86'0,"-2"-1"19"16,0-1-15-16,0-2-38 0,2 2-1 0,-2-9 8 15,-7 2-15-15,2 0-1 0,1 1-6 0,1 3-21 0,1 3-5 16,2-2-1-16,-2 2 1 0,2 2 12 16,-1-4-10-16,-1 1-1 0,0 1-3 0,2 0-7 0,1 0 0 15,-1 2 1-15,0 0-1 0,0 2 4 0,0 0 8 16,-2 2 1-16,-5 10 0 0,-2 11 2 0,2-5-8 15,-1 4-1-15,3-2-2 0,1 2-2 0,1 1-3 16,-1-1 4-16,4-4-3 0,1-1-2 0,1-1 4 16,0-1-4-16,0-8 7 0,0 4-9 0,1-5 7 15,-1-5-2-15,2 3 8 0,0-2 25 0,2-1-5 0,13 9 5 16,-4-9-8-16,3-1-10 0,1-2-1 0,-6-2-2 16,6-3 0-16,1-5-6 0,-5 3-5 0,0 0 0 15,2-3-1-15,-11 8 0 0,5-3-5 0,1-1 4 16,-9 6-3-16,9-3 4 0,-1 1-2 0,2 0-6 15,0 2 4-15,0 0-1 0,-3 0 2 0,1 2 2 16,2 1-2-16,2 3-8 0,2 1 12 0,2 3-7 0,0-3 11 16,-3-1 8-16,1-3 6 0,2 1 7 0,0-4-4 15,-3 0 6-15,3-2 5 0,2-3 2 0,-3-5 1 16,1-1 3-16,-2 9-8 0,-2-18-6 0,0 1 0 16,-4 3-13-16,-3-3 1 0,-1 1 4 0,-3 1-2 15,0-2 2-15,9 3-8 0,-1 1-3 0,-3 0 0 16,-1-2-8-16,-3 2 3 0,-1-1-1 0,-2 5 0 0,0-1-15 15,0 3-26-15,0 2-20 0,0 5-4 0,0-2-88 16,0 0-39-16,0 1-7 0,0 1-14 0,0 0-59 16</inkml:trace>
  <inkml:trace contextRef="#ctx0" brushRef="#br0" timeOffset="3217.79">27981 3677 523 0,'0'0'39'0,"0"0"-5"0,2 0 75 15,0 0 0-15,0-1 10 0,1-1-15 0,10-6-39 16,12-5-4-16,-3 0-10 0,0 0-10 0,4-2-19 0,0 1 3 16,2-1-9-16,-6 2-4 0,-1 0-4 0,-7 3-1 15,3-1 0-15,-2 0-3 0,-4 2 4 0,0 0 1 16,-3 3 0-16,-1 4 3 0,-1-3 3 0,-3-1 1 16,-1 2 2-16,0 1 17 0,2-3-7 0,-2 1 6 0,-2 1-9 15,0 2-10-15,0-2-1 0,0 1-9 0,-2-1 6 16,0 0-3-16,0 2-7 0,-2 0 8 0,-5-1-8 15,-4 1-1-15,-5 0 1 0,5 2-4 0,3 0 4 16,-3 4 1-16,6-2-3 0,1 1 1 0,-1 3-3 16,3-2-3-16,0 9 4 0,-1 3-5 0,-6-1 5 15,2 0-5-15,1 2 2 0,3-4 2 0,1 1 1 0,2 1 5 16,2-4-3-16,0 2 0 0,0 0-3 0,2 0 0 16,2 2 0-16,1 0 0 0,-1-7 1 0,1 3 3 15,-1-4-1-15,0-5 3 0,12 2-3 0,1-2 2 16,4 12 10-16,-5-6-7 0,5-3 8 0,1-1-6 0,0-4 5 15,2-4 0-15,1-3 2 0,-1-4-2 0,0-4 10 16,2 13-6-16,0-20 5 0,2-2-9 0,-4 0 3 16,2-2 1-16,-4 3 0 0,-3-3-7 0,-3 6 2 15,-3 0-3-15,-1 3 2 0,-5-2-2 0,0 4 2 16,-1 1-1-16,-4 1 0 0,2 0-1 0,3 3 9 16,-3 3-2-16,-1 1 4 0,-1 1-7 0,0 1 2 15,-2 0-4-15,2 1 2 0,-2-1-5 0,0 0-8 16,0 2 1-16,-2 0-4 0,0 1-5 0,0 1 11 0,1 0-3 15,-14 1 5-15,-2 5-6 0,2 1-1 0,2 3 2 16,0-3-2-16,0 14 1 0,4-3-3 0,0 3 4 16,-1-1-2-16,3-1 0 0,3-1 0 0,0-3-1 15,-7 2 1-15,2-1 0 0,5-5 2 0,1 1-5 16,3-3 3-16,0-5-4 0,0 1 5 0,0-1 0 0,3 1 1 16,-3-3 0-16,21 13 0 0,1-4-1 0,2-5 0 15,2-2-8-15,2-4 0 0,4-2-1 0,-1-4 0 16,4-3-5-16,-1-2-2 0,-3 0 0 0,1-2-2 15,-4-2-4-15,0 0 12 0,-1 0-3 0,-2 0 6 16,2-1-1-16,-4 1 3 0,-3 9 0 0,2-18 1 16,1 0 0-16,-1 0-2 0,0 0 8 0,-3-1-5 15,-4 3 10-15,-2 0-2 0,-4 3-2 0,-2-3 0 0,-1 5-2 16,-2 1 11-16,-2 1-7 0,-1 5 9 0,9-1-5 16,-7 4 6-16,1-1 6 0,0-1-2 0,-4 7 4 0,0-1 1 15,0 1-6-15,2-2 4 0,-2 0-18 0,0 2-2 16,0 1 0-16,0-1-1 0,0 0-1 0,0 2-1 15,-2 0 1-15,0 2 0 0,0 0-3 0,0 1 7 16,-1 10-2-16,-5 8 3 0,3-1-3 0,-3 2 3 16,1 3-3-16,-1 1 4 0,-1 3-1 0,0 1 2 15,-1 3-3-15,1-1 0 0,-2 1-5 0,2 1 3 16,-4-1 2-16,2 1 1 0,1-5 3 0,-1-1-5 16,2 2-1-16,1-8 0 0,-1 4 2 0,5-9-5 0,1-2 3 15,1-4-4-15,2-4 4 0,0-1-51 0,0-1 5 16,2-1-24-16,0 0-20 0,1-2-4 0,10 1-10 15,11-3 5-15,4-5-25 0,0-8 12 0,0 11 4 16,-2-26 4-16,-4-3 17 0,1 5 24 0,-3-2 4 16,0 0 9-16,1 2 30 0,-1 0 21 0,3 0-3 0,-1 2 8 15,0 0-5-15,-3 1 5 0,-3 3 0 0,-1 0 5 16,0 3 19-16,-4 2 20 0,0 2 8 0,-1 2 6 16,-7 0 62-16,3 3 2 0,-4 3 4 0,0 1-7 15,-2 2-31-15,0 0-50 0,1-1 6 0,1-1-22 16,0 2-13-16,-2 0 7 0,0 0-5 0,-2 2 7 0,-1 0 8 15,-9 2-4-15,-10 6 0 0,-2 3-1 0,2 2-3 16,1-11-14-16,3 16 2 0,-1 3-7 0,3-3-3 16,-1 1 3-16,4 3 0 0,2-3 0 0,1-1-4 15,5 1-1-15,3-3-3 0,0-1 1 0,-9 0 2 0,4-2-3 16,3-4 2-16,0 1-2 0,4-3 13 0,0 2-8 16,0-1 6-16,2-1-8 0,2 1 3 0,-4-7 2 15,3 3 2-15,10 5 0 0,6 3 10 0,-2-5-5 16,3 0 3-16,2-1-3 0,1-2 2 0,1-4-1 15,-2 0 3-15,2 0-2 0,-3 0 7 0,3 0-9 16,-4 0 2-16,2 0-2 0,-1-2 7 0,-4 2-2 16,-6 0 1-16,0-2-3 0,-2 2-6 0,0 0 3 15,1 0-7-15,-7 0 8 0,1 0-4 0,0 0-3 16,0 0 5-16,-1 0-5 0,1 0 4 0,-2 0-4 0,0 0 0 16,0 0-1-16,-1 0 2 0,1 0-7 0,0 0 3 15,0 0-3-15,0 0 6 0,0 0-1 0,0 0-1 16,-2 0-2-16,0 0-9 0,0 0-12 0,0 0-6 0,0 0-9 15,0 0-89-15,0 0-84 0,0 0-37 0,0 0-23 16,1-2-235-16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02:51.3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27">
        <inkml:traceFormat>
          <inkml:channel name="X" type="integer" max="320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11.11111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1" timeString="2023-07-04T05:06:40.750"/>
    </inkml:context>
  </inkml:definitions>
  <inkml:trace contextRef="#ctx0" brushRef="#br0">3002 17890 256 0,'0'0'320'0,"-1"1"-137"0,0 0 82 0,-2 0-4 15,1 0-254-15,0 1-29 0,1-1-167 0,-1-1-36 16</inkml:trace>
  <inkml:trace contextRef="#ctx0" brushRef="#br0" timeOffset="916.41">7438 7867 1239 0,'0'0'8'0,"-1"1"3"0,-2 1 8 0,-17 9-1 0,0 1 3 16,10-5-4-16,1-2-9 0,5-3-30 0,1-1 4 15,2 1-10-15,0-1 19 0,1 0 11 0,1-1 0 0,2 0 6 16,15-4-3-16,9-5 8 0,5-4 0 0,7-3 4 16,3-2 13-16,3 17 6 0,2-18-1 0,-2 0 1 15,2 2-6-15,-5 1 14 0,-2 4-5 0,-2 3 7 16,-3 3-11-16,-2 5-1 0,-4-14 2 0,-3 10-2 15,-1 5-2-15,-5 4-4 0,-4 3-3 0,-4 0 0 16,-5-4-12-16,-5 16-25 0,1 0-12 0,10 2-8 0,-7 0-59 16,-6 2-77-16,-5-2-25 0,-4 0-35 0,-4 1-258 15</inkml:trace>
  <inkml:trace contextRef="#ctx0" brushRef="#br0" timeOffset="5772.59">9518 11020 1634 0,'-2'0'-50'15,"-11"0"-150"-15,3 0 212 0,8 0-37 0,0 0-12 16,-1 0-11-16,2 0-61 0,1 0-77 0,1 0-23 16</inkml:trace>
  <inkml:trace contextRef="#ctx0" brushRef="#br0" timeOffset="11594.2">9618 2830 256 0,'0'0'-13'16,"-1"0"23"-16,0 0 3 0,-1 0 3 0,1 0 10 0,0 0-18 16,-1 0-1-16,-1 1-7 0,1-1 4 0,-4 1-7 0,-2 1-1 15,4-1 6-15,0 1-2 0,-1 0 11 0,1-1-3 16,0 0 0-16,0 1 0 0,1-1 11 0,-2 0 19 15,-1 0-2-15,-1 0 9 0,0 0 8 0,2-1-9 16,-1 0 5-16,2 0-8 0,-1 0 0 0,-1 0-10 16,1 0-8-16,1 0 0 0,-1 0-11 0,0 0-6 15,1 0 7-15,-1 0-8 0,0 0 6 0,0 0 5 16,2 0-11-16,-2 0 9 0,1 0-8 0,0 0 0 16,-1 0 6-16,3 0-7 0,-2 0-9 0,2 0 16 15,1 0-8-15,-1 0 11 0,-1 0-16 0,1-1 8 0,-1 0-7 16,1 0 8-16,0 1-8 0,-1 0 0 0,1 0 5 15,0 0-4-15,1 0 1 0,-1 0 2 0,1 0-1 16,0 0 3-16,0 0-7 0,0 0 4 0,-1 0-1 16,1 0 3-16,0 0-5 0,0 0 4 0,0 0-4 15,0 0 5-15,-1 0 0 0,1 0-3 0,0 0 8 0,1 0-6 16,0 0 1-16,0 1 7 0,0 0-8 0,1 0 9 16,0 1-1-16,1-1 1 0,0 0-3 0,-1-1 0 15,10 2-13-15,2 1 7 0,0-1-5 0,2 0 7 16,2 0 7-16,-1-1-10 0,4 0 3 0,-5-1-7 15,3 1-3-15,-2 0 2 0,-2-1 4 0,3 1-2 16,-2-1 1-16,4 2-1 0,-3-2 3 0,0 1-3 0,0 0 1 16,1-1 4-16,-1 1-8 0,0 0 6 0,-1-1-1 15,-1 0 3-15,1 0 2 0,0 0-2 0,2 0-10 16,-1 0 1-16,2 1 2 0,-1-1 1 0,0 0 3 0,1 0 5 16,0 0-10-16,2 2 7 0,0-1-6 0,0-1 0 15,3 1 5-15,-2-1-3 0,0 1 8 0,4 0-11 16,-2 1 4-16,2-1-5 0,-3-1 4 0,1 0 1 15,-2 0-4-15,-1 0 2 0,1 0 1 0,-1 0 1 16,1 0-1-16,-1 0 2 0,0 0-2 0,0 0 2 16,0 0-1-16,1-1 0 0,0-2-4 0,1 1 6 15,1-2-4-15,-2 1 5 0,6-1-4 0,-2 1 0 0,-4-1 1 16,1 1-1-16,-4 0 0 0,0 2 0 0,2 0 1 16,1 0-1-16,-5 0-4 0,3-1 7 0,-2 1-3 15,-3 0 4-15,0 1 0 0,-1 0-4 0,-4 0 0 16,2 0-3-16,-1 0-2 0,0 0 8 0,2 0-2 15,-3 0 5-15,2 0-5 0,-3 0-1 0,1 0 0 0,-1 0-1 16,1 0-2-16,-2 0 4 0,0 0 5 0,0 0-2 16,-1 0-5-16,0 0 1 0,-1 0-2 0,-1 0 3 15,-1 0 1-15,1 0-1 0,-2 0 0 0,2 0 2 16,-2 0 4-16,-1 0-11 0,1 0 4 0,0 0-7 16,0 0-5-16,1 0-5 0,-2 0-12 0,0 0 2 15,0 0-50-15,0 0-69 0,1 0-16 0,-1 0-23 16,0-1-120-16</inkml:trace>
  <inkml:trace contextRef="#ctx0" brushRef="#br0" timeOffset="12329.56">10969 2577 269 0,'0'0'103'16,"0"0"26"-16,-1-1-28 0,0-1-69 0,0 1 5 16,-1 0-40-16,1 0 3 0,0 0 1 0,0 0 2 15,0-1-2-15,1 1 6 0,0 1-4 0,0 0 6 0,0 0 5 16,0 0 2-16,0 0 4 0,0 0-4 16,0 0 1-16,0 0 15 0,0 0-3 0,0 0 7 0,0 0-3 15,0 0-6-15,0 0-7 0,0 0 1 0,0 0-12 16,0 0 6-16,0-1-3 0,0 1 1 0,0-1-10 0,0 0 0 15,0-1 6-15,0 1-4 0,0 0 2 0,0 0 4 16,0 1-8-16,0 0 7 0,0 0-1 0,0-1-9 16,0 0 12-16,0-1-11 0,0 1 13 0,0 1-8 15,0 0 5-15,0-1-4 0,0 1 9 0,0-1-11 16,0 1 0-16,0 0-2 0,-2 0 1 0,2 0 0 16,-1-1 0-16,1 1 1 0,0 0-2 0,0 0 0 15,0 0-5-15,0 1 2 0,0 0-3 0,0 0 4 16,0 0 3-16,0 2-1 0,0 3-9 0,0 4 6 15,0 0-4-15,0-3 6 0,0 2 10 0,0-1-9 0,0 2 0 16,0-2-4-16,1 0-5 0,1 2 6 0,-1-1 0 16,1 2 1-16,1-1 3 0,-1 2-6 0,0-1 5 15,1 1-4-15,0 4 11 0,1 0-8 0,-1 2 1 16,0 1-3-16,-2 1-1 0,1 3 0 0,-1 1 2 0,0 2 1 16,-1 1 13-16,0 1-9 0,0 2 2 0,-1 2-4 15,0 1 10-15,0-1-5 0,0-3 3 0,-2-3-4 16,1-2 5-16,1-3-6 0,0-2-1 0,1-5-1 15,0-1 0-15,0-2-3 0,0-1 3 0,0-2-3 16,0 0-1-16,0-2 1 0,0 0-5 0,0-1 4 16,0-2-1-16,0 0-4 0,0-2 2 0,0 0-5 0,0 1-13 15,0 1-1-15,0-1-7 0,0-1 0 0,0 0-38 16,0 1-18-16,0-1 4 0,0 0-7 0,0-1 2 16,0 0-18-16,0-1 1 0,0 0-6 0,0-1-1 0,6-12-33 15</inkml:trace>
  <inkml:trace contextRef="#ctx0" brushRef="#br0" timeOffset="13862.53">10991 2609 308 0,'0'-2'56'0,"0"1"92"15,-1 0-110-15,0 0-23 0,0 0 4 0,0-1-9 16,0 1 4-16,-1 0-12 0,1 0 7 0,1 0-5 15,0 0 17-15,0-1 9 0,0 1-5 0,0 0 8 16,0 0-4-16,0 0-4 0,1 0-5 0,1-1 0 0,-1 1-9 16,0 0 7-16,0 0 6 0,0 0-2 0,2-1-1 0,-1 2-5 15,6-2-5-15,5-1 2 0,-1-1-6 0,1 2 2 16,2-1 1-16,-3 2-1 0,5 0-11 0,1 0 10 16,1 1-7-16,1-1 9 0,-1-1 1 0,0 1-8 15,-2-1 3-15,2 1-5 0,1 0 8 0,-1-1-1 16,3 1-3-16,-1 1 1 0,2 0-2 0,0 0-5 15,2 1 5-15,2 1-5 0,1 0 13 0,3 0-12 16,2-1 9-16,-2 1-10 0,2-1 9 0,1-1-5 16,-2 0-1-16,0 0-1 0,0 0 4 0,-2 0 4 0,0-1-1 15,-1-1 2-15,2 2 0 0,0 0-9 0,1 0 11 16,2 0-10-16,4-1 16 0,-2 1-14 0,4 0-2 16,-2 0 0-16,-2 1 6 0,2-1-3 0,-3 0 8 15,1 2-6-15,-2-2 8 0,-3 0-8 0,2 1-4 0,-1-1 1 16,2 0-1-16,3 2 5 0,-3-2 0 0,3 0 1 15,3 0 0-15,-1 0-6 0,0 0 3 0,-1-1-5 16,-4-1 4-16,-3-1 4 0,0 0-2 0,0-1 3 16,-3 1-11-16,1 0 7 0,-1 2-5 0,-1 1 7 15,3-1-9-15,-2 1 4 0,0 0-2 0,-4 0 4 16,-1 0-5-16,-1 0 6 0,0-1-2 0,3 1 3 0,-4-1-4 16,-1 1 2-16,1 0-3 0,-5 0 2 0,1 0-9 15,-3 0 7-15,0 0 0 0,-1-1 3 0,0-1 1 16,-1 2-12-16,-2 0 5 0,0 0-6 0,-1 0 13 15,-1 0 0-15,-1 0-3 0,0 0 1 0,-1 0-2 16,0 0-2-16,-1 0 6 0,0 0-5 0,-3 0 9 0,1 0-3 16,-1 0-7-16,0 0 4 0,-1 0-3 0,1 0-1 15,1 0 4-15,-1 0-4 0,1 0 9 0,-1 0-8 16,-1 0 4-16,0 0-5 0,0 0 3 0,1 0 11 16,-1 0-5-16,0 0 7 0,0 0-1 0,0 0-13 15,0 0 10-15,1 0-11 0,-1 0 5 0,0 0 0 16,0 0-3-16,0 0 4 0,-1 0 1 0,2 0 0 15,-2 2 0-15,0-1 0 0,0 0-3 0,0 1-2 0,0 1 1 16,0 1-1-16,1 4-3 0,0 2-1 0,0 2-1 16,1 2 1-16,0-2 10 0,-1 0-6 0,0 1 2 15,0 0-5-15,0 1-3 0,0 1 2 0,1-1 1 16,-1 1 0-16,0 0-1 0,0 2 5 0,2-1-5 0,-2-2 5 16,1 3-1-16,0-3 1 0,1 1-4 0,0 2 1 15,1-1-8-15,-1 1 9 0,1 0 0 0,-1 3 3 16,0 0-7-16,1 2-3 0,0-2 5 0,0 2-2 15,-1-1 2-15,1 1 2 0,-1-1-2 0,-1-1 3 16,2 3-1-16,-2-5-8 0,-1 1 8 0,-1-2-6 16,0-3 10-16,0-2-6 0,0-2-3 0,0 0 2 0,0-1 2 15,0-3 0-15,0 1 0 0,0-1-1 0,0 0 2 16,0 0-6-16,-1-2 6 0,0 2-6 0,0-1 8 16,0-2 3-16,0 2-3 0,1-3 2 0,-2 2-7 15,0 1 1-15,1-3-4 0,-1 2 4 0,-1-1-5 0,0 1 5 16,-3-2 6-16,-1 2-2 0,-1-2 4 0,-1 0-10 15,0 1 1-15,-2-1-4 0,1 0 0 0,-2 1 6 16,-1-2-6-16,0 1 7 0,0-1 6 0,-1 1-12 16,1-1 8-16,-3 9-8 0,0-3 6 0,0-2 1 15,-2-1-3-15,2-2 1 0,-5 0-1 0,-1-1-1 16,1 1 1-16,-1-1-2 0,1 0-2 0,0-1 4 16,-3 0-2-16,3 0 2 0,1 0 8 0,-2 0-10 15,-1 0 7-15,2 1-7 0,-1-1 5 0,-1 0 2 0,1 0 0 16,0 0 1-16,-1 0 0 0,1 0-2 0,0 0-4 15,-3 0 2-15,-1 0 2 0,0 0 4 0,-1 0 0 16,-2 0-1-16,-1 0-9 0,2 0 9 0,-2 0-3 16,3 0 5-16,-2 0-9 0,1 0 3 0,0 0-5 0,1 0 5 15,1 0-2-15,1 0-4 0,1 0 4 0,-3 0-5 16,-1 0 8-16,-1 0-1 0,3-1 0 0,-4 1-2 16,-2-1-2-16,2 1 0 0,-4 0 2 0,4-1 1 15,-1 1 4-15,0 0-5 0,0 0 3 0,3 0-3 16,-1 0 1-16,1 0 1 0,2 0-3 0,1 0 3 15,0 0 1-15,0 0 0 0,-1 0-3 0,0 1 1 16,-2 0-2-16,-1 0 4 0,-1 1 5 0,0 0-1 0,6-1 3 16,-2-1-10-16,3 0 2 0,-1 1-3 0,-4-1-6 15,6 0 13-15,-3 0-7 0,5 0 9 0,0 0-16 16,1 0 13-16,0 0-5 0,2 0 9 0,-1-1-8 0,1 0 2 16,0 1-2-16,-1-2 1 0,1 1 0 0,-1 0 4 15,2 1-2-15,-1 0 3 0,2 0 1 0,0 0-3 16,-2 0 3-16,1 0-4 0,3 0-1 0,0 0-3 15,3 0-1-15,1 0 1 0,-5 1 5 0,5 0-2 16,-2 1 0-16,0-1-2 0,6 0-9 0,-3 0 6 16,3 0 1-16,0-1 0 0,1 0 1 0,1 2 0 15,-2-1-1-15,2 0 1 0,0-1-4 0,1 0-6 16,1 0-3-16,-2 1 0 0,1 0-8 0,0 0-7 0,-1 1-3 16,1-1-3-16,1 0-13 0,0 0-1 0,-1 0-4 15,1 0-1-15,0 1-25 0,1-1-75 0,0 0 5 16,1 0-32-16,2-1-27 0</inkml:trace>
  <inkml:trace contextRef="#ctx0" brushRef="#br0" timeOffset="15245.7">13548 2857 256 0,'0'0'18'16,"0"0"4"-16,0 0-5 0,-1 0-7 0,-1 0-2 15,1 0-6-15,0 0-1 0,0 0-7 0,0 0 5 16,0 0 5-16,-1 0 15 0,1 0 7 0,0-2-2 0,0 2 14 16,0 0 10-16,0-1 3 0,1 1 2 15,0-1-7-15,0 1-7 0,0-1-5 0,0 1 4 0,0 0 1 16,0-1 3-16,0 1-7 0,0 0 3 0,-2 0-17 0,1 0-6 15,0 0 4-15,0 0-6 0,1-1-7 0,0 1 2 16,-1 0-3-16,1 0 4 0,0 0 3 0,0 0-9 16,0 0 8-16,0 0-9 0,0 0-1 0,0 0 6 15,1 0-2-15,0 0 6 0,0 0 2 0,0 0 0 16,1 0-3-16,0 0 3 0,-1 0 2 0,10 2-12 16,-2-1 10-16,0 0-10 0,3 0 11 0,0 1-6 15,1-1-6-15,1 0 3 0,-1 0-5 0,2 0 6 16,1 1 1-16,0-1-1 0,2 1-14 0,0-1 11 0,4 2-7 15,-2-2 9-15,1 0-9 0,1 1 9 0,2-1-4 16,2 2 5-16,-1-2-7 0,2 1 1 0,5 1 0 16,0-2 0-16,2 0 8 0,0 0-3 0,-1 0-2 15,-1 1-3-15,-2-1-7 0,2 0 14 0,1 0-5 16,0-1 8-16,1 0-9 0,0 0-2 0,3 0 6 0,1 0-6 16,2 0-2-16,2 0 5 0,2 0-3 0,0 0 5 15,-3 0-2-15,0-1 3 0,-2 0 0 0,-1 1-1 16,-1 0-5-16,1 0 4 0,3 1-3 0,2 0 2 15,0 0-7-15,1-1 7 0,-1 0-1 0,-2 0 5 16,1 0-2-16,-4 0-4 0,1 0-2 0,-4 0 0 16,1 0-2-16,0 0 8 0,-1 0-1 0,4 0 3 0,-2 0-6 15,2 0 3-15,0 0-1 0,-6 0 0 0,2-1-7 16,-2 1 10-16,-1-1-2 0,-3 1 5 0,1-1-9 16,-6 1 4-16,1 0-3 0,-3-1 4 0,2-1-4 0,-2 2-7 15,1 0 8-15,-1 0-4 0,-2 0 3 0,1-1 3 16,-1 1-4-16,0 0 4 0,-2 0 2 0,-3 0-6 15,2 0 3-15,-6 0-2 0,1-1 7 0,2 1-3 16,-4 0-2-16,0 0 1 0,0 0-4 0,-5 0 7 16,3 0-1-16,-4 0 4 0,4 0-9 0,-3 0 9 15,0 0-7-15,-2 0 8 0,-1 0-3 0,0 0-4 16,-1 0 6-16,0 0-4 0,2-1 14 0,-1 0 0 16,0 0-3-16,0-1 2 0,-1 1-3 0,0 0 5 15,0 0 0-15,0 0 0 0,0-1 0 0,1 1-7 0,-1 0 2 16,-1 0-3-16,0 0 1 0,0 0-4 0,0-1-2 15,0 1-1-15,-1 0-6 0,-1 0 4 0,1 0 1 16,0 0 2-16,0-1 3 0,0 1-10 0,0 0 10 16,-1 0-10-16,1 0 5 0,0-1 4 0,0 2-9 0,-2 0 10 15,1 0-2-15,0 0-7 0,-1 0 0 0,1 0-1 16,0 0-5-16,-1 0 7 0,2 0-2 0,-2 0 4 16,-1 0-6-16,1 2 8 0,0-1-4 0,1 0 4 15,1-1-11-15,-2 2 4 0,0 3 0 0,-2 2 1 16,2 0 0-16,0-1 0 0,2-1 0 0,1-1 3 15,-1 4 3-15,1-4-6 0,0 4 3 0,0-3-4 0,1 0 2 16,1 1 8-16,0-4-4 0,-1 0 4 0,8 4-11 16,2-2 0-16,1-3 0 0,-1 1 1 0,-2 4 9 15,0-1-5-15,2 0 2 0,-3-3-3 0,2 0 6 0,0-2-4 16,-2 0 7-16,1 0-7 0,-2-1 5 0,0 0-2 16,-1 0-7-16,-2 0 5 0,1-2-3 0,-3 2 11 15,0 0 2-15,-1 1 1 0,2-2-8 0,-3 0 6 16,2-1-5-16,1-1 6 0,0-3-7 0,-2 3 8 15,0-2-1-15,-1 1 2 0,0 0-11 0,0 1 8 16,0 0-5-16,-1-1 6 0,0 2-10 0,0 1 0 16,0-1-2-16,1 2 0 0,-6-4-3 0,1 2 0 15,2 0 3-15,-3 0-3 0,3 2 1 0,0 0-4 0,0 1 0 16,2 0 0-16,0 0 2 0,-1 0-4 0,-1 0 2 16,2 0-2-16,0 0-1 0,0 0-3 0,0 0-2 15,0 0 0-15,1 1-8 0,0 0-21 0,0 0 0 16,1 0-9-16,0 0-18 0,0-1-29 0,0 0-18 15,2 0-8-15,0 0-120 0</inkml:trace>
  <inkml:trace contextRef="#ctx0" brushRef="#br0" timeOffset="16562.45">9362 2796 130 0,'0'0'40'16,"0"0"-28"-16,0 0 35 0,0 0-11 0,0 0-13 0,0 0 26 16,-2 0-2-16,1 0 8 0,0 0-9 0,0 0-7 15,0 0-1-15,-1 0-3 0,1 0-14 0,0 0 5 16,0 0-3-16,0 0 3 0,0 0-3 0,-1 0 10 15,1 0 0-15,0 0 5 0,0 0 6 0,-1 0-10 16,-1 0-2-16,1 0-3 0,-1 0-8 0,1 0-3 16,0 0 2-16,1 0-2 0,-4 0 6 0,1 0-9 15,1 0-1-15,1 0-3 0,-2 0-4 0,0 0 0 0,0 0 1 16,-1 0-1-16,2 0-3 0,-2 0-2 0,1 0 3 16,3 0-2-16,-4 0 0 0,3 0 0 0,-1 1-2 15,-1 0 1-15,3-1-8 0,-2 1 8 0,1 1-2 16,0 1 4-16,2-2 2 0,-4 5-6 0,2-2 4 0,1 0-4 15,0 1 14-15,-1-1-4 0,2 1 0 0,0-1-3 16,0 0-3-16,0 1 12 0,2 1-4 0,-2-4 5 16,1 2-7-16,-1-3 2 0,0 0-7 0,3 2 4 15,3-2 0-15,-1 0-1 0,2 5 6 0,-1-3-7 16,0 1 2-16,0-2-1 0,-2-1-3 0,1 1 0 16,0-1-5-16,-2-1 2 0,2 0 8 0,-3 0-3 15,2 0 2-15,-3 0 6 0,1 0-10 0,1-1 9 0,-1-1-12 16,0 1 3-16,1 0 4 0,-1 0-2 0,-1-2 5 15,0 1-2-15,-1 1 6 0,2-3-5 0,-1 1 3 0,0-1-13 16,-1 2 4-16,0 0-5 0,0 0 3 0,0 1 6 16,0 0-5-16,0-1 6 0,0 1-10 0,0-2 13 15,0 1-11-15,-1 0 12 0,0 0-9 0,-1 1-5 16,1 0 9-16,0 0-8 0,0 0 12 0,0-1-8 16,-1 1-3-16,1 1-2 0,0 0 0 0,0 0-4 15,0 0 6-15,0 1-3 0,-1 1 7 0,1-1-9 16,0 0 2-16,0 1-4 0,0 1 11 0,0-1-8 15,1-1 0-15,-2 7-3 0,2-2 10 0,0 3-5 16,0-2 4-16,0-3-4 0,0 2 3 0,0-2-3 0,2-1 1 16,-2 0-1-16,1 0 0 0,-1-2-2 0,1 2-3 15,5-2 3-15,1 0 6 0,0 0-7 0,0 0 9 16,0 5-8-16,1-1 12 0,-2-1-12 0,1-1 2 16,0-1-3-16,0 1 6 0,-1-2-1 0,1 0 2 0,-2-1 0 15,-2 0 1-15,1 0 0 0,-2 0-2 0,1 0 2 16,0 0 5-16,0 0 4 0,-1-1-3 0,-1 1 3 15,1-2-9-15,1-1 4 0,0-1-3 0,1-2 2 16,-2 0 0-16,1 0-3 0,-2 1 5 0,-1 0-4 16,0 1 9-16,0-1-7 0,0 0 9 0,0 2-8 15,0 0 5-15,-1 1-13 0,-1 0 0 0,1 2-2 0,-7-1 0 16,-1-6-47-16,-1 2-7 0,0 1-21 0,-3 2-89 16</inkml:trace>
  <inkml:trace contextRef="#ctx0" brushRef="#br0" timeOffset="20031.54">12083 3616 36 0,'0'0'0'0,"0"0"6"0,0 0 70 16,0-1-7-16,-2 1 10 0,1 0-23 0,0 0-5 15,0 0-4-15,0-1-4 0,0 1 4 0,-1 0 5 0,1 0-16 16,0 0 14-16,0 0-15 0,0 0 9 0,0 0-23 16,-1 0 5-16,1 0-10 0,0 0 0 0,0 0 1 15,0 0-8-15,1 0 6 0,0 0-15 0,-2 0 18 16,2 0-4-16,0 0 8 0,0 0-5 0,0 1 0 16,0-1-2-16,0 1 3 0,0 0 9 0,0 1-9 15,0-1 4-15,0 0-7 0,0 0-3 0,2 0 6 16,-1 1-2-16,1-1 4 0,1 0-9 0,9 4-7 15,3-1 1-15,-2 1-1 0,2 0-1 0,-1-1 4 0,2 1-6 16,-2-1 7-16,-1-2 5 0,2 0-6 0,-1 0 3 16,0-1-5-16,2 0-1 0,-2 0 0 0,2 0 5 15,-2 0-4-15,1 2 7 0,-1-1-7 0,1 0 3 16,1 1-5-16,-2-2-1 0,1 1-2 0,-1 0-3 16,0 0 2-16,-1-1 6 0,-1 0-9 0,1 0 11 15,-1 1-10-15,-1 0 10 0,1-1-9 0,-2 0-2 0,-2-1 0 16,2 1 14-16,-2-1-11 0,0 0 6 0,-1 0-6 15,0 0 3-15,-2 0-4 0,-4 0 0 0,2 0-1 16,0 0 15-16,2 0-12 0,-1 0 2 0,1 0-5 16,-2 0-3-16,-2 0 6 0,3 0 3 0,-2 2 1 15,1-1 2-15,-1-1-6 0,-1 1 0 0,0 0 0 16,1 0 9-16,-1 0-1 0,-1 1 2 0,0-1-2 0,0 0-2 16,-1 0 8-16,-1 0-3 0,1 2 5 0,-1-1-5 15,1-2-4-15,-6 6 5 0,-3 0-4 0,0 1 10 16,-1 0-11-16,2 1 1 0,-2 0-3 0,0 2 3 0,-1 0-8 15,-4 0 5-15,3 0-4 0,0 2 18 0,0 0-17 16,0 2 5-16,1 2-8 0,-3-1 4 0,2 1 4 16,-1 1 2-16,3-1-1 0,-1 2-4 0,0-1-2 15,-1 1-2-15,0 0 1 0,1 0-1 0,0 0 0 16,0 1-3-16,-1-2 3 0,1 2-1 0,2 0 2 16,-2-1 0-16,0 1 1 0,-1-4 3 0,0-1-5 15,-2-1 5-15,1-1-5 0,3-1 4 0,1-1-2 0,-1-1-1 16,3 1 0-16,0-3 1 0,2-1 6 0,0-2-8 15,2 1 7-15,1-2-7 0,-1 1 0 0,3-2 0 16,0 1-3-16,1-2-5 0,-1 1 4 0,1-1 0 16,0 1 2-16,0-1 2 0,0 0-10 0,0 0 7 15,-2 1-8-15,1 1 13 0,1-1-3 0,0 1-8 16,0-1 4-16,0-1 2 0,1 0-2 0,1 0 7 0,0 1-4 16,2-1 0-16,8 3-2 0,1-1 0 0,0-2 2 15,1 0 3-15,1-1-6 0,-1 0 7 0,0-1-5 16,0 0 9-16,1 0-1 0,0-2-5 0,1 1 2 15,-1 0-3-15,-2-1 3 0,0 1 2 0,0 0 0 16,-3 0-4-16,2 0 0 0,-1 1-1 0,-2 0 1 16,1-1 0-16,-1 1-1 0,-2 1 0 0,1 0-1 0,-1 0 4 15,2-1 8-15,-1 1-10 0,-4 0 8 0,4-1-10 16,-5 1 2-16,2 0 8 0,-3 0-5 0,0 0 1 16,0 0-4-16,-1 0-3 0,1 0 1 0,-1 0 4 0,1 0 2 15,0 0 2-15,0 0-1 0,-1 0-4 0,1 0 0 16,-1 0-3-16,0 0 0 0,0 0-12 0,0 0-17 15,-1 0-5-15,0 0-8 0,0 0-55 0,0 0-7 16,-1-1-11-16,0 0 9 0,0-1 0 0,0 1-13 16,-1 0-5-16,0-1-13 0,0-1-94 0</inkml:trace>
  <inkml:trace contextRef="#ctx0" brushRef="#br0" timeOffset="20599.34">12144 3934 91 0,'0'0'23'0,"0"0"-1"16,0 0 7-16,0 0 5 0,0 0-7 0,0 0 11 0,-1 0 0 15,-1 0 4-15,1-1 1 0,0-1 25 0,0 2-24 16,0 0 8-16,-2 0-14 0,1 0 8 0,1 0 7 16,-4 0-11-16,0 0 9 0,1 0-18 0,1 0 4 15,2 0-3-15,-2 0 0 0,0 0-11 0,1 0-1 16,0 0-3-16,0 0 0 0,1 0-7 0,0 0 11 15,0 2 5-15,0-1-2 0,1 0-6 0,0 0-2 16,0 0-7-16,0 1 5 0,1-1-7 0,0 0 2 16,0 0 1-16,2 0-1 0,-1-1 3 0,7 3 2 0,-2-2-4 15,3 0 2-15,-1 0-14 0,1 0 11 0,1 0 0 16,-1-1 2-16,0 0-10 0,2 0 1 0,0 0-5 16,2 0 3-16,0 0 2 0,1 0-3 0,0 0 9 15,-1 0-7-15,1 0 3 0,-1 0-2 0,0-2-6 0,3 1 3 16,-2 0 2-16,1 1-2 0,2 0 1 0,-3 0-2 15,-1 0-4-15,3 0 5 0,-2-1-1 0,-1-1 3 16,3 2 1-16,-5-1 5 0,-5 1-3 0,2-1 3 16,-1 1-1-16,-2 0-2 0,8-1 2 0,-4 1-2 15,-2 0 9-15,0 0-5 0,-6 0 5 0,1 0-6 16,-1 0-6-16,0 0 1 0,3 0-1 0,0 0 2 16,-4 0-4-16,1 0 0 0,1 0-1 0,-1 0 0 15,0 0 4-15,1 0-9 0,-1 1-7 0,-1-1-2 0,1 1-36 16,-1-1-101-16,0 0-40 0</inkml:trace>
  <inkml:trace contextRef="#ctx0" brushRef="#br0" timeOffset="25921.77">9003 3119 42 0,'0'0'12'0,"0"0"9"15,0 0 27-15,0 0 13 0,0-1 1 0,0 0-4 0,0-1-41 16,0 1-1-16,0 0-10 0,0 0-14 0,0 0 14 15,0-1-9-15,0 1 10 0,1 0-7 0,0 0-3 16,0 0 6-16,1 0-4 0,-1-1 13 0,0 1-8 16,0 0 3-16,0 0-3 0,0 0 18 0,1 0-4 15,-2-1 5-15,0 1-7 0,0 0-3 0,0 0 6 16,0 0 0-16,0-1 4 0,0 1 9 0,0 0-4 16,0 0 3-16,0 0-4 0,0 0 9 0,0-1 5 0,0 1-3 15,0 0 2-15,0 0 0 0,0 0-11 0,0 0 3 16,0-1-6-16,0 1 3 0,0 0-20 0,0 0 4 15,0 0-9-15,0-1 5 0,0 1 2 0,-2 0 1 16,2 0-1-16,0 0 1 0,0 0 0 0,0-1 3 0,0 1-2 16,0 0 4-16,0 1 4 0,0 0-2 0,-1 0 3 15,1 0-5-15,0 0-3 0,0 0-4 0,0 0 1 16,-1 0-4-16,1 1-2 0,0 0 4 0,0 1-3 16,0-1 6-16,0 1-9 0,0 4 0 0,0 5-3 15,0-1-4-15,1 1 2 0,0-1 3 0,2 2 0 16,-2-1 9-16,1-1-14 0,1 2 4 0,-1-1-7 0,2-1 11 15,-1 2 0-15,1-1 1 0,-1 1 0 0,0 1-3 16,-1 2 0-16,0 1-4 0,1 0 2 0,-1 3 4 16,0 0-6-16,1 0 6 0,0 2-7 0,3 0 2 15,-1 0 4-15,-2 1-6 0,1-2 5 0,0-2-6 0,1 1 8 16,1-2-1-16,-1-4 4 0,-1 1-5 0,0-5-4 16,1 3 6-16,-2-2-4 0,0-1 7 0,0-1-8 15,-1-1 1-15,1-1-1 0,-2-4 13 0,0 1-12 16,0-1 3-16,1 0-4 0,-1 1 8 0,0-1-1 15,0 0 6-15,0 1-5 0,0-2 14 0,1 0 3 16,-1 0-7-16,0-1 4 0,0 0-8 0,0-1-2 16,0-1 1-16,5-11-3 0,1-6-9 0,0-3 1 15,-1-4 0-15,0-3 1 0,-1 1-1 0,-2 0 5 0,2 1-6 16,0 1 3-16,1 1-3 0,0 3-5 0,-2 1 8 16,0 2-7-16,-1 0 10 0,0 5-4 0,0-1 0 15,1 2-2-15,-1 1 0 0,1 2 3 0,-1 0-1 0,0 3 0 16,-2 2-1-16,0 2-2 0,0 1 1 0,-1 0-1 15,1 0-1-15,-1 1 2 0,2-1-6 0,-2 0 5 16,0 1-8-16,0 0 0 0,2-1 2 0,0-1-3 16,1 2 0-16,-1 0-21 0,0 0 4 0,1 0-12 15,-1-1-9-15,0 1-100 0,1 0 7 0,-1 0-46 16,0 1-69-16</inkml:trace>
  <inkml:trace contextRef="#ctx0" brushRef="#br0" timeOffset="26421.09">9433 3549 558 0,'0'0'25'0,"-1"0"65"0,0 0-101 0,0 0 5 16,0 1-3-16,-1 1 5 0,2-1 14 0,0 0-6 0,0 0 17 16,0 0-11-16,0 1 25 0,0-1 19 0,0 0-12 15,0-1 14-15,0 0-16 0,0 0-10 0,0 0 8 16,-1-1-8-16,0 0 13 0,0-1-2 0,0 0-5 0,1 0 2 16,-1-7-4-16,-1 1-10 0,0-2 5 0,0-2-8 15,0 4-12-15,1-1 9 0,1 5-8 0,-1-3 8 16,1 2-6-16,0 1-9 0,0 1 6 0,0 2-8 15,0-2 10-15,0 1-2 0,0 1-5 0,-1-2 2 16,1 1-6-16,0 1 1 0,0 0-2 0,0 0-1 16,0-1 1-16,0 1-3 0,0 1 9 0,0 1-7 15,0 1 5-15,0 1 0 0,1 16-1 0,1-1 0 0,1-1-2 16,-1 1 0-16,1 1-4 0,-1-1 2 0,0 2-3 16,1 0 10-16,-1 0 5 0,0 0 1 0,-1 0 0 15,1 0-9-15,-1-1-2 0,0 0 0 0,0 1 3 0,0-2 8 16,1 0 1-16,-1-1 1 0,-1-2-5 0,0-1 0 15,0-2-4-15,0 0 2 0,0 1-4 0,0-4 6 16,0 1-3-16,0-3 1 0,0-4-9 0,0 2-4 16,0-2 4-16,0-1-2 0,0 1 6 0,1-1-25 15,0 1-15-15,0-2-7 0,0 0-75 0,1-1-118 16,-1 0-50-16</inkml:trace>
  <inkml:trace contextRef="#ctx0" brushRef="#br0" timeOffset="28071.45">16043 3381 77 0,'0'0'9'0,"0"0"2"0,0-1 8 15,0 0-4-15,0 0 1 0,0-1-7 0,0 1-9 16,0 0 18-16,0 0-14 0,0 0 21 0,0 0 10 16,0-1-4-16,0 1 9 0,0 0 9 0,-1 0-9 15,0 0 11-15,0-1-8 0,-1 1 21 0,1 0 1 0,0-1-8 16,0-1 5-16,1 1-19 0,-2-5-9 0,-1-1-4 15,2 1-3-15,0-3-14 0,1 3-5 0,0 0-1 16,0 0-3-16,0 0-3 0,0 1 1 0,0 0 4 16,1 2-1-16,0-2 15 0,2 0 4 0,-2 1 0 0,0 0 0 15,0 0-2-15,-1 2 14 0,1-1-7 0,0-1 8 16,-1 1-11-16,2 0-12 0,-2 0 4 0,0 2-7 16,0-2 0-16,0 2-4 0,0 1 4 0,0-1-6 15,1 0-10-15,0 0 9 0,0-1-6 0,0 1 8 16,1 0-6-16,-2 1 2 0,0-1-2 0,0 1 2 15,0 0-2-15,0 0 9 0,0 0 0 0,1-1 3 16,0 1-5-16,0 0 3 0,0 1-2 0,0 0 3 0,1 0 1 16,-1 0-10-16,0 0 11 0,0 1-11 0,0 0 12 15,0 1-2-15,1-1-10 0,-1 1 7 0,0 2-14 0,1 4 10 16,1 1 0-16,-2 1 4 0,1 0-11 16,1 2 11-16,-1 0-6 0,-1 0 8 0,1 2-14 0,1 0 0 15,-1 0 1-15,-1 1 1 0,0 1 6 0,2 1 2 16,-1 3-5-16,-1 0 3 0,2 3-4 0,-2-2 1 15,0 2-1-15,0 0 0 0,0-3 3 0,1 1-4 16,-1-4 3-16,0-1-3 0,0 1 4 0,0-5-6 16,0 2 5-16,1-1-6 0,-1-2 2 0,0 0 1 15,0-2 1-15,0-1 2 0,1-1 7 0,-1-1-9 0,0-1 0 16,0 0-2-16,0-1 3 0,0-1-1 0,-1 0 4 16,0-2-5-16,0 0 1 0,0 0 9 0,0 0-7 15,0 1 6-15,0-1-6 0,2 1-1 0,-1 1 7 16,0-1-5-16,0-1 3 0,1 0 13 0,1 0-9 15,-1 1 11-15,1-2-10 0,-1 0-1 0,0-2 3 16,1 1-4-16,-2 1 2 0,3-13-12 0,1-2 2 0,1 0-4 16,0-3 8-16,0-2-4 0,0 0 1 0,0 0-3 15,1-1 3-15,0 0-3 0,0 1 1 0,-1-3-1 16,-1 2 6-16,1 1 1 0,3-3-2 0,-1 2 1 16,-1-2-7-16,1 2-3 0,0 0 4 0,2 1-3 15,0 1 0-15,0 2 3 0,-3 1 0 0,-1 2 3 16,1 1-2-16,0 1 1 0,0 2-1 0,1 0 1 0,-1 1 0 15,-2 2-4-15,1 1 2 0,0 0-1 0,-4 1 2 0,3 1 0 16,-2 0-2-16,-2 2 1 0,2 0-7 0,0 0-3 16,-2 0-1-16,1 0-1 0,0 1-2 0,-2-1-12 15,3 1-5-15,0-1-2 0,-1-1-8 0,1 2-64 16,-1 0-1-16,0 0-29 0,1 0-59 0,-1 0-66 16</inkml:trace>
  <inkml:trace contextRef="#ctx0" brushRef="#br0" timeOffset="28739.37">16595 3607 656 0,'0'0'6'16,"-2"0"3"-16,1 0 0 0,0 0-11 0,0 0 5 15,-1 0 4-15,0 0 1 0,-5 2 10 0,-2 1-5 16,1-1 22-16,0-1 14 0,-1 0-5 0,5-1 7 0,-3 1-5 16,-1 1 8-16,0-2-1 0,0 0 3 0,0 0-14 15,2 0 4-15,-1 0-10 0,2 0 8 0,2 0-19 0,-1 0 10 16,2 0-3-16,-1 0 2 0,1-2-25 0,0 1-4 15,0 0-2-15,1 0 1 0,0 0 3 0,0 0-8 16,1-1 7-16,0 1-6 0,1 0 12 0,1 0-12 16,1 0 0-16,6-3-3 0,4-1 12 0,-1 3-9 15,1 1 6-15,-1 1-8 0,-2 0 1 0,-2 1 2 16,1 1 1-16,-2 1 1 0,0 0-8 0,-2 0 7 16,0-2-5-16,-1 8 8 0,-2 1 4 0,-1-1-1 15,1-1 4-15,5 2-5 0,-3-1-3 0,0 1 10 16,-2 0-7-16,-2 1 8 0,0-1-10 0,-2 2 2 15,-3 1-3-15,-1 0 1 0,-1-1-10 0,-1 1 9 0,5-2-4 16,-8 1 4-16,-2-1-7 0,4-1 8 0,-1 0 0 16,-2-3 1-16,4 2-8 0,2-3 2 0,-1 1 2 0,4-1-1 15,0-1 1-15,2-2-1 0,-1 1 1 16,2-3-1-16,-3 2 0 0,3-1 5 0,-1 0-5 0,0 0 5 16,0 1-7-16,1-1 9 0,0-1-5 0,0 2 7 15,0-1-16-15,1 0 7 0,0 1-2 0,4-1 3 16,9 5-3-16,-1-2 3 0,2-2-2 0,-1 0 2 15,-1-2-5-15,3-1 3 0,-2 0 3 0,1 0 1 16,0-1 7-16,-1-1-4 0,1 0 0 0,-2 0-1 16,2-1-4-16,-2 1 1 0,1 0 1 0,1 1-1 15,-2-1 0-15,0 1 3 0,-1 0-5 0,0 0 5 0,-3 0-1 16,0 1 2-16,1 0 1 0,-3 0-2 0,0 0-14 16,0 0 13-16,0 0-8 0,0 0 9 0,-1 0-13 15,-3 0 7-15,0 0-8 0,-1 0 4 0,0 0-33 0,1 0-61 16,-1 0-58-16,-1 0-24 0,1 0-417 0</inkml:trace>
  <inkml:trace contextRef="#ctx0" brushRef="#br0" timeOffset="32663.29">19193 2583 355 0,'0'-2'-1'0,"0"1"4"0,-1 0 29 0,0-2 0 16,-1-4 7-16,1-1-2 0,-1 4-29 0,2-1-1 16,0-1-3-16,0 0 0 0,0 0-2 0,0 1 1 0,0 0-2 15,0 4 3-15,0 0 17 0,0-4 0 0,0 1 5 16,0-3 1-16,0 1 9 0,0 0-2 0,0 1 6 16,0 3 1-16,0-2-1 0,0 0 0 0,0 2-2 15,0-3 2-15,0 2-6 0,0 1-2 0,0 0-2 16,0 0-4-16,-1-1-12 0,0 1 8 0,1 0-11 15,0 0-2-15,0 1 1 0,0 0-5 0,-1 0 4 16,1 0 0-16,0 0 0 0,0-1-2 0,0 1 0 0,0 0-6 16,0 0 2-16,0 0 4 0,0 0-2 0,0 1 6 15,0 0-3-15,0 0 0 0,0 1-2 0,0 0-2 16,0 0 10-16,0 0-7 0,0 2 7 0,0-2-12 0,0 7 12 16,0 3-5-16,-1 0 6 0,0 0-12 0,-1 1 4 15,0 2 5-15,0-2-3 0,-1 2-6 0,1-1 2 16,0 0-1-16,0 2 2 0,1 2-2 0,0 0 3 15,1 1-7-15,0 0 4 0,0 1-10 0,1 1 5 16,2 3 3-16,0 0 0 0,1 3 1 0,0 2 0 16,1 3-1-16,-1-1 0 0,0 6-13 0,0-1 11 15,-1-3-6-15,2 5 7 0,-3-3-2 0,1 0 2 0,-2-1-2 16,-1-8 2-16,1 1 2 0,-1-4-4 0,0-2 3 16,0-1-3-16,0-1 1 0,0-3 5 0,0-1-3 15,0-1 3-15,1-1-10 0,-1-3 7 0,0 1-2 16,0-2 4-16,0-1-3 0,0-2-5 0,0-1 2 15,0-1-3-15,0-1 12 0,0 0-14 0,0 1 7 0,0-1-9 16,0 0-2-16,0 1-44 0,0-2-4 0,0 0-13 16,0 0-28-16,0-1 8 0,0 0-13 0,0-1 8 15,1 0-41-15,-1 0-54 0</inkml:trace>
  <inkml:trace contextRef="#ctx0" brushRef="#br0" timeOffset="33310.22">19500 2790 598 0,'0'0'13'0,"0"0"-2"0,-1-2-8 16,0 1 9-16,0 0-12 0,0 0 1 0,1-1-1 15,0-1 0-15,0 1 0 0,0 0 15 0,0-1-12 16,0 2 4-16,0 0-5 0,0-2 21 0,0 2 18 0,0 0-6 16,0 0 10-16,0-1 0 0,0-1-4 0,0 1 9 15,0 0-9-15,-2-1 2 0,1 1-16 0,0 1 0 16,1-1-4-16,-1 1 6 0,1 0-9 0,0 0-2 16,0 0 0-16,-1 0-1 0,0-1-6 0,-1 1 4 15,1 0-6-15,0 1-14 0,0 0 8 0,0 0-6 0,-2 1 7 16,0 0 1-16,-5 4-9 0,-1 0 8 0,0 2-8 15,-6-5 4-15,-1 9 0 0,-1-2 0 0,-1 2 0 16,2 1-2-16,-4-2 4 0,3 3-3 0,-2 1 3 16,3-2-8-16,-1 2 9 0,0-2-4 0,2-2 5 15,-1 2-8-15,5-2 4 0,-1 0 2 0,2 1 1 16,1-1 3-16,1 0-10 0,-1 0 2 0,4-3-4 0,-2 3 12 16,2-3-4-16,0-1 4 0,3 0-3 0,-1-3 7 15,2 2-6-15,0-3-2 0,0 1-1 0,-1 0-1 16,-1 1 7-16,2-2 0 0,0 1 3 0,1 1 6 0,0-2-15 15,0 1 8-15,0-2-9 0,0 0 1 0,2 1 2 16,10 3-2-16,0 3 3 0,2-1 0 0,0-1-4 16,0-2-3-16,3-1 1 0,-3 0 2 0,2-1 2 15,3 2 7-15,-3-1-4 0,2 1 2 0,1-1-7 16,-3 1-3-16,3-1 1 0,-2 1 11 0,-5-2-6 16,5 2-1-16,-5-1-2 0,3 2 1 0,0 1 6 15,-1-2 3-15,2 2-3 0,-3 0-14 0,-2-1 8 16,2 0-1-16,0-1 5 0,0 1-9 0,0 1 9 0,-2-1-4 15,-1-1 7-15,1 1-16 0,-3-1 14 0,-1-1-6 16,-1 1 8-16,-1-2-8 0,-2 0 4 0,1 1-4 16,-3-3 2-16,0 0-1 0,0 0-11 0,2 2 2 15,-1 0-9-15,-1-1-22 0,0 1-33 0,1-1-5 0,-1 0-14 16,0 0-70-16,-1 0-86 0</inkml:trace>
  <inkml:trace contextRef="#ctx0" brushRef="#br0" timeOffset="33895.49">19954 2823 269 0,'0'0'29'16,"-1"0"-6"-16,0 0 13 0,0 0 5 0,0 0-9 15,-2 0 5-15,1 1-13 0,0 0 0 0,-1 0-7 16,1 0-1-16,1-1 13 0,-3 1 3 0,3-1 1 0,0 0-7 15,-3 2 15-15,2-1-10 0,1-1 11 0,0 0-13 16,-2 1-3-16,1 0-1 0,1 0-1 0,-1 0 2 16,1 1-10-16,0-1 3 0,1 0-7 0,0 0-3 0,1 0 4 15,2-1-2-15,3 0 0 0,9 0-16 0,-1 0 7 16,2 0-3-16,-1-1 6 0,0 0 1 0,-1-1-6 16,1-1 3-16,-2 1-4 0,1 0 5 0,0-1-2 15,2 1 1-15,-2 1-1 0,2 0 0 0,-3-1-2 16,1 2 0-16,0 0 1 0,-2 0 3 0,-1 0-8 15,-3 0-5-15,-1 0-2 0,4 0-17 0,-3 0 7 16,-3 0-10-16,-1 0 6 0,-3 0-26 0,2 0-15 16,-1 0-5-16,0 0-10 0,1 0-65 0</inkml:trace>
  <inkml:trace contextRef="#ctx0" brushRef="#br0" timeOffset="34226.19">19845 2975 748 0,'0'0'3'0,"0"0"0"16,0 0 9-16,0 0-8 0,1 2 6 0,0-1-1 0,0 0 15 15,1 1 7-15,0 1 1 0,-1-3 13 0,12 3-4 16,1 2-2-16,-2 1 0 0,2 1-7 0,1-6 7 16,1 0 1-16,1 0 2 0,2 11-3 0,0-5-13 15,1-2-4-15,1-2-2 0,1 0-14 0,1-1-5 16,-1-1 1-16,2-1-2 0,-3 0-6 0,-1 0 8 16,1 0-7-16,-3 0 5 0,2 0-16 0,-5 0-21 15,-1 0 1-15,-3 0-8 0,-2 0-23 0,0 0-12 16,4 0-7-16,0 0-3 0,-2 0-45 0,-2 0-120 0</inkml:trace>
  <inkml:trace contextRef="#ctx0" brushRef="#br0" timeOffset="35094.06">20773 2105 483 0,'0'-1'29'0,"0"0"2"0,-1 0 26 0,-1-2-13 0,2 2 8 15,-3-5-13-15,-1 0 0 0,0-2-2 16,0 1 0-16,2 1-6 0,1 4 5 0,-1 0-1 16,1-1 2-16,0 1 2 0,0-1-14 0,0 2 4 0,0 0-8 15,-1 0 1-15,1 0-13 0,0 0 3 0,0-1-7 16,1 1 7-16,-1 0 0 0,1 0-2 0,0 1 2 16,0 0-2-16,0 0 4 0,0 1-3 0,0 0 2 15,0 0-13-15,0 2 5 0,0-2-3 0,0 8 6 16,0 2-7-16,0 0-1 0,0 0-1 0,1 1-1 0,0 0 0 15,-1-2 9-15,1 2-8 0,-1 0 8 16,1 0-6-16,1 2-2 0,0 1 3 0,0 3-4 0,2 1-4 0,0 4 1 16,0 2 0-16,-1 4 1 0,0 3 11 0,-1 1-13 15,-1 1 5-15,-1 0-8 0,0-2 16 0,0-3-6 16,0-1 4-16,2-4-6 0,-1-2-6 0,1-4 7 16,0-2-2-16,1-2 4 0,0 1-1 0,1-4 6 15,-1 1-5-15,0-1 5 0,-1-2-5 0,-1-1-1 16,2 1-1-16,-2-4 0 0,1 2 1 0,0 1 0 15,0-4 3-15,-1 2-3 0,0 0 3 0,0-2-8 16,-1-2 5-16,0 0-4 0,0 1 9 0,0-2 2 16,0 0-7-16,1 1 4 0,1 1-2 0,-1-1 5 15,0-1-4-15,1 0 2 0,1 1-7 0,1-2 6 0,5 0 2 16,-6 0 1-16,4-4-3 0,-1-1-5 0,2-6 5 16,4-9-5-16,0-2 4 0,-2-1-2 0,1-5 1 15,-2-5 1-15,1-4 3 0,-1-2-6 0,2-1 0 0,-1 0-1 16,1-1-1-16,-1 4 5 0,0-1-7 0,-2 3 6 15,0 1-3-15,2 2-2 0,-3 5 11 0,0 1-9 16,0 3 8-16,-1 0-4 0,-2 4-5 0,0 3 2 16,1 1-2-16,-2 2 6 0,0 2-4 0,0 4 4 15,-1 2-8-15,0 5 3 0,0-1 0 0,-1 1 0 16,0 0-18-16,2-1-4 0,-2 1-1 0,1-1-2 16,-1 1-7-16,1 0-11 0,0 0 4 0,0 0-7 15,1 0-13-15,-1 1-9 0,0 0-9 0,1 1-1 0,-1 2-48 16,4 9-120-16</inkml:trace>
  <inkml:trace contextRef="#ctx0" brushRef="#br0" timeOffset="35696.18">21124 2483 889 0,'0'0'20'0,"0"0"1"0,-1 0-5 0,0 0-8 15,0 0-4-15,0 0-10 0,-1 0 12 0,1 0-6 16,0 0 8-16,0 0-6 0,0 1 10 0,0 0 4 0,-1 0 0 16,1 0 8-16,1 1-1 0,0-1-2 0,0 0 1 15,0 0 4-15,1 0-3 0,1 0 6 0,-1-1-3 16,1 0 13-16,5 0-20 0,6 0 12 0,0 0-14 15,1 0 5-15,1 0-8 0,-3 0-9 0,2 0 4 16,-3 2-10-16,-2-1 0 0,4 1 4 0,-5 1-2 16,5 2-4-16,-3 1 12 0,-4-1-8 0,3 1 11 0,-3 6-2 15,0 3-1-15,-3 0-2 0,7-1-2 0,-4-1-10 16,-2 1 2-16,-1-2 0 0,-2-1 0 0,-1 0 1 0,0-1 0 16,-1 0 0-16,-2 0-1 0,0-1-3 0,-2 1 6 15,0-2 3-15,0-1 0 0,-5 0 3 0,0 0 1 16,-6 0-2-16,5 0 2 0,0-1-7 0,0-2 7 15,4 0-7-15,3-1 8 0,0 0-5 0,1-2-1 16,1 2 0-16,0-2-2 0,2 0 0 0,-1 0 7 16,0 0-1-16,1 1 2 0,0-1-7 0,0 0 8 15,0 0-1-15,0 0 2 0,-2 2-6 0,2-2 4 16,-1 1-2-16,1-1 2 0,0 1 3 0,0 0-9 16,0-1 6-16,4 0-5 0,10 0 11 0,1 1-8 15,3 9-3-15,-3-4 0 0,3-1 0 0,3-1-4 0,-2-3 5 16,0 1-5-16,1-1 1 0,-5-1 2 0,1 0-2 15,-3 1 3-15,0-1 2 0,0 1-2 0,-3-1 2 16,-2 0-3-16,0 2-6 0,-2-2 8 0,0 0-7 16,-2 0 6-16,1 0-3 0,-2-1-5 0,0 2 5 15,-2-2-4-15,2 0-3 0,-2 0-25 0,0 0-3 0,1 1-10 16,1 0-26-16,-1 0-64 0,0 0-12 0,0-1-22 16,-1 0-95-16</inkml:trace>
  <inkml:trace contextRef="#ctx0" brushRef="#br0" timeOffset="36229.55">20834 3159 501 0,'0'0'54'0,"0"0"-38"0,-1 0 59 15,0 0-20-15,-1 0-4 0,0-1-10 0,1 1-6 16,-3 0 0-16,0-1 0 0,1 1-8 0,0 0-1 0,0 0-5 15,0 0-11-15,0 0-3 0,1 0-1 0,0 0-3 16,1 0-8-16,-1 0 21 0,1 0-9 0,0 0 13 16,1 0-6-16,0 1 10 0,0 0 4 0,0 0-1 15,1-1-9-15,2 0 4 0,2 1-1 0,11 2 2 16,-1-2 1-16,4 0-6 0,-1-1-1 0,3 0 0 16,1 0 9-16,-1 0-14 0,3 0 12 0,2 0-12 15,2 0 15-15,2 0-3 0,3 0-7 0,3-1 2 0,5-2-14 16,-1 2 3-16,1 0 2 0,-1-1-1 0,1 1-1 15,-2-1 0-15,0 1-5 0,-4 0 5 0,-3 1-1 16,-3 0-1-16,0 0 2 0,0 0-3 0,-3 0-5 16,-2 0 12-16,1 0-4 0,-5 0 7 0,2 0-7 0,-3 0 2 15,-1 0-3-15,-1 1 4 0,-5 0-7 0,0 1-2 16,1-1 6-16,-1 0-5 0,-3-1-2 0,-1 0 4 16,-2 0-5-16,0 1 5 0,1 0-6 0,-2-1-22 15,-3 0-1-15,0 0-8 0,1 0-11 0,-1 0-23 16,-1 0-17-16,0 0-6 0,1 0-91 0,-2 0-136 15</inkml:trace>
  <inkml:trace contextRef="#ctx0" brushRef="#br0" timeOffset="36897.28">21040 3382 527 0,'0'0'27'0,"-2"-1"55"0,1 0-71 16,0 0-10-16,0 0 1 0,0-1-2 0,0 1-7 15,-1 0 18-15,1 0-2 0,0 0 10 0,0-2 16 0,0 1-3 16,0 0 13-16,-1-1-8 0,1 1 12 0,0 0 6 15,0-1-3-15,0 1 5 0,-1 0 3 0,1-1-13 16,0 1 0-16,0-1-5 0,0 2-7 0,0 0-5 16,-1 0-7-16,1 0 1 0,0 0-25 0,0-1 9 15,0 1-3-15,1 1 6 0,0 0-2 0,0 1-2 16,0 1-4-16,0 0 1 0,1 10-11 0,0 2 14 16,1 2-4-16,2 0 6 0,-1 0-12 0,1-1-1 15,1 2 4-15,-1-2-2 0,2 2 5 0,0-1 0 16,-1-2 0-16,1 4-1 0,1 1-3 0,-1-2 1 0,0 2-2 15,-2-3 2-15,1 1-3 0,1 1 10 0,-1-2-6 16,-1-1 8-16,1 1-8 0,0-2-1 0,-2-1 3 16,2 0-3-16,-2-3-2 0,1 1 4 0,0-2 2 15,-1-1 2-15,1-1-6 0,-2-1 8 0,0-1-8 0,1 0 9 16,-2-3-4-16,1 2-4 0,-1-2 6 0,-1-1-5 16,3 2 8-16,-1-1 8 0,0 0-4 0,1 1 6 15,-1-2 2-15,0 0 4 0,1 0-5 0,-1-1 3 16,0 0-16-16,1-1-4 0,-1-1 3 0,5-8-3 15,3-6 9-15,0-3 0 0,0-1-7 0,-1-4 4 16,0-1-7-16,1-4 1 0,0-1 2 0,-1-3-2 0,0 1 0 16,-2-1-5-16,1 1 3 0,1 4-3 0,-2 1 0 15,0 5 4-15,1 1-3 0,-2 4 4 0,1 2-10 16,-2 4 6-16,-2 3-1 0,-1 3 3 0,1 1-7 0,-2 1 1 16,0 1-6-16,0 0 5 0,2-1-13 0,-1 2-7 15,-1 0-2-15,2 0-2 0,-1-1-12 0,0 1-14 16,1 1-3-16,-1 0-8 0,-1 0-42 0,3 1-37 15,-1 1-9-15,2 1-10 0,-3 0-49 0</inkml:trace>
  <inkml:trace contextRef="#ctx0" brushRef="#br0" timeOffset="37296.01">21443 3803 1118 0,'-1'-1'17'0,"0"0"17"15,-1 0-27-15,1 0-7 0,0-1-5 0,0 1 3 16,0 0 2-16,1 0-1 0,0 0 1 0,0 0-2 16,0-1-2-16,0 1 4 0,0 0 0 0,0 0 2 15,1 0-3-15,0-1 3 0,0 1-3 0,0 0 3 16,1 0 4-16,-1 0 28 0,0 0 0 0,0-1 8 15,-1 1 1-15,0 0-5 0,0 0-5 0,0 0-1 16,0 0-20-16,0-1-7 0,0 1-3 0,0 1 1 0,0 0 5 0,1 0-8 16,1 1 5-16,-1 1-6 0,0-1 1 0,-1 0 8 15,3 12-4-15,1 2 4 0,-1 2-12 0,1 0 8 16,0 4-5-16,-2 2 5 0,0 0-4 0,2 2 0 16,-2-2 2-16,2 1 1 0,-2-1 3 0,2 2-6 15,-1-2 4-15,1-2-4 0,-2-3 8 0,0-1-1 16,2-2-3-16,-2-2 2 0,1 0 5 0,-1-2-5 15,0-1 8-15,-1-4-8 0,1 2-1 0,-1-2 5 16,0 0-5-16,-1-1 6 0,0 0-7 0,0-2-3 16,0 1-5-16,0-2 1 0,0 0-13 0,0-1-47 15,0 1-6-15,0-1-25 0,0 1-109 0</inkml:trace>
  <inkml:trace contextRef="#ctx0" brushRef="#br0" timeOffset="43218.43">9270 5995 129 0,'0'0'-42'0,"0"0"26"0,0 0-32 0,0 0 62 0,0 0 9 16,0 1-3-16,0 1 8 0,0-1 6 0,0 0 1 15,1 0 23-15,0 0-9 0,0 0 4 0,1 1-7 16,-1-1-17-16,0-1 0 0,0 0-11 0,1 0 7 16,1 0-9-16,0 0-9 0,3 0-1 0,0 0-3 15,0 0 0-15,1 0 3 0,-1 0 1 0,1 0-1 16,-2 0 1-16,2 0 10 0,-1 0-3 0,1 0 4 0,0 0-9 15,-1 0 2-15,1 0-2 0,0 1 2 0,1 0-3 16,2 0 0-16,0 0 1 0,0 1-1 0,2 0 4 16,-1 0-6-16,3 1 5 0,-1-1-6 0,1 0-3 0,-1 1 11 15,5 0-5-15,-3 0 7 0,0-2-15 0,2 1 12 16,-3-1-7-16,0 2 10 0,-1-1-7 0,0 0 6 16,-4 0 4-16,4-1-1 0,0 0 8 0,-4-1-8 15,3 1-2-15,-5-1 0 0,-1 0 0 0,0 0-2 16,1 0 7-16,-1 0-6 0,1 0-1 0,0 0-4 15,-2 0-6-15,-1 0 3 0,-1 0 3 0,0 0-4 16,1 0 1-16,-2 0-4 0,3 0-3 0,-2 0 8 0,0 0 0 16,1 0 2-16,-1 0-9 0,-1 0 12 0,2 0-7 15,-2 0 10-15,0-1-13 0,0 1 5 0,0-1 0 16,-1 1 3-16,1-1 2 0,0 1-4 0,0-2 0 16,0 1-2-16,1 0 3 0,-1 0 8 0,-1 0 0 15,0 0 1-15,1-1-12 0,-1 1 4 0,0 0-4 0,0 0 4 16,0 0-7-16,-1-1-3 0,0 1-1 0,0 0-1 15,0 0-3-15,0 0 5 0,0 0 0 0,-1-1 4 16,0 1 4-16,0 0-1 0,0 0-5 0,-2 0 3 16,1 0 3-16,-2-1-10 0,-2 0 3 0,1 1-5 15,-1 0 16-15,0-1-13 0,1 2 6 0,2 0-9 16,-2 0 5-16,2 0-1 0,-4 0 0 0,2 2 0 0,1-1 10 16,1 0-10-16,0 0 6 0,1 0-8 0,-1 2 2 15,2-1 0-15,-1 3 3 0,0 3 1 0,0-1-1 16,2 0 1-16,0 1-5 0,0-1 4 0,3 3 10 15,-1-3-3-15,-1-4 3 0,2 1-3 0,-1-1 2 0,2 1 8 16,4-2 1-16,0 0 1 0,-1 3-2 0,0 0-5 16,0-1 1-16,-1-2-3 0,0-1-5 0,1 0-3 15,0-1-1-15,0 0 0 0,-1 0 4 0,-3 0-8 16,1-1 6-16,-2 0-6 0,0 1 4 0,2-6 0 16,0 0 1-16,-1 0-1 0,1-1 3 0,-3 1-4 15,-1 2-3-15,0-1 0 0,0 0 0 0,0 1-5 16,-1-1 2-16,-2 0-1 0,1 0 10 0,0 2-8 0,1 1 4 15,-5-1-5-15,-1-3 14 0,0 2-11 16,0 0 4-16,1 2-6 0,-1-1 0 0,0 2 2 0,3 1 0 16,-1 0 1-16,1 0-5 0,0 0 5 0,2 0-1 15,-1 1 4-15,1 1-3 0,0 0-1 0,-1 0-4 0,1 1 1 16,0 1 3-16,-2 2 2 0,1 1-1 0,0 0 0 16,2 0-2-16,1-2-4 0,0 1 5 0,0-1-4 15,1-1 7-15,0 1 1 0,1-3 1 0,-1 1-3 16,-1-2-7-16,4 3 7 0,3 0-2 0,-1 0 6 15,0-2-5-15,0 0 4 0,0 0-5 0,-1-2 2 16,-2 0-3-16,2-2 1 0,-3 1 0 0,2-1 1 16,-1 0 1-16,0-1 3 0,-1-4 2 0,4-1 0 15,-1 0-1-15,-3 3-6 0,0 0 5 0,0 1-4 0,-1 0 6 16,0-2-1-16,-1 1-2 0,0 1 3 0,0 1-1 16,0 2 1-16,0 0-1 0,0-1 3 0,0-1 1 15,0 1-8-15,0 0 4 0,0 0-5 0,0 1 8 0,0 0-4 16,0 0 1-16,0 0-2 0,-1 0-8 0,0-1 5 15,-1 1-1-15,2 0 4 0,-1 1 2 0,0 0-5 16,0 0 2-16,0 1-3 0,-1 0-1 0,1 1 4 16,0-1-2-16,0 1 4 0,1 0-12 0,0 3 7 15,-1 7-3-15,1-3 3 0,0 3 0 0,0-1 0 16,0 2 0-16,0 2 0 0,1-1 4 0,1 5-6 16,1-5 3-16,-1 2-2 0,2 3 8 0,-2-2-5 15,1 3 3-15,0-2-4 0,-1 0-1 0,0 2-3 0,1-1 0 16,-2 0 1-16,0 0 12 0,0-1-10 0,-1 2 4 15,0 3-6-15,2-1 0 0,-2 3 2 0,0 1-1 16,0-1 2-16,-3 3 6 0,1 1-12 0,-2-2 6 16,2 0-7-16,-2 0 8 0,1 0-2 0,1-2-2 0,-1 1 1 15,1-4 8-15,-2-1-7 0,2-2 4 0,0-4-6 16,-1 2 2-16,1-3 0 0,0 0-1 0,-1-2 1 16,1 0 3-16,1-2 0 0,-2 1-1 0,2-2 0 15,0 0 1-15,0 0-5 0,0-2 2 0,-1 0-2 16,1 0 6-16,0 0-2 0,0-1 1 0,0-1-1 15,0 0 4-15,-1 0-3 0,1-1-2 0,0 0-1 0,0 0-3 16,1-2 8-16,-1 2-4 0,1-3 5 0,0 1-6 16,0-1-5-16,0 1 4 0,-2 0-3 0,1 0 9 15,0 1-10-15,0-1 4 0,0-1-7 0,1 0 1 0,0 1-7 16,0-1 1-16,0 0-3 0,0 0-3 0,0 0-14 16,0 0-5-16,1-1-5 0,0 0-38 0,0 0-43 15,0 0 1-15,1 0-15 0,-1 0-11 0,0-1-7 16,0 0-28-16</inkml:trace>
  <inkml:trace contextRef="#ctx0" brushRef="#br0" timeOffset="43784.64">9352 7193 334 0,'-1'0'156'0,"0"0"-215"0,-2-1 191 0,1 0-107 16,-5-1 2-16,0-1-13 0,0 1-9 0,-1 0 1 15,-1-1-6-15,1 1 14 0,0 0 5 0,-3-1 2 16,3 2 19-16,0-1 3 0,0-1-2 0,2 2 1 16,1 0-2-16,2 0-5 0,-1 0 8 0,2 0-7 15,-1-1 9-15,0 1-15 0,0 0 0 0,1 0-5 0,0 0 7 16,-1-1-5-16,1 1 0 0,1 0-4 0,0 0-14 15,0 0 3-15,-1 0-4 0,1-1 3 0,1 1-7 16,0 0 11-16,0 0-7 0,1 0 6 0,1 0-19 0,0-1 11 16,4 1 0-16,6 0 5 0,-1-1-9 15,2-1 6-15,1 1-1 0,0 0 4 0,4-1 8 0,0 1-7 16,2 0-1-16,1-1-1 0,2 1 5 0,1-2-6 16,3 2 4-16,0-2-6 0,6 1-1 0,-1-1-5 15,-3 0 2-15,4-1-1 0,-6 1 6 0,4 2-7 16,-2 0 0-16,-2 1-1 0,-2-1 6 0,-3 0-4 15,-1 1 1-15,-1 0-3 0,1 0 0 0,-2-1 3 16,1 2-3-16,-3 0 3 0,0 0 4 0,-1 0-4 16,-1 0 4-16,1 0-6 0,-1 0 4 0,-3 0-4 0,1 0 4 15,-1 0-5-15,5 0 4 0,-4 0 3 0,1 0-3 16,-1-1 3-16,-5 0-5 0,4 0 0 0,-1-2 3 16,0 1-2-16,2 0 4 0,-3 1-2 0,1-1-1 15,-3 1 0-15,2 0-2 0,-4 1-1 0,-3 0 0 0,-1 0 0 16,0 0 0-16,0 0 3 0,0 0 2 0,-1 0-1 15,1 0 3-15,-1 0-3 0,0 0-4 0,0 0 2 16,0 0-3-16,1-1-36 0,-2 0-5 0,0 0-13 16,0-1-47-16,-2 1-72 0,1 0-14 0,0 1-32 15,-12-5-164-15</inkml:trace>
  <inkml:trace contextRef="#ctx0" brushRef="#br0" timeOffset="44252.18">9496 7519 825 0,'-2'0'4'0,"1"0"2"0,-1 0 2 0,-10 0-8 15,2 0 4-15,0 1-3 0,1 1-6 16,2-1-1-16,1 0-1 0,-1 1 11 0,1 1 1 0,0-1 2 16,1-1-3-16,1 0 5 0,0 0 8 0,1 1 1 15,0-2 3-15,0 1 13 0,0-1 19 0,1 0 4 16,0 0 3-16,0 0-5 0,0 1-11 0,0 0-6 0,-1 0 0 16,2 1-22-16,0-2 0 0,0 0-7 0,1 0 4 15,0 0-9-15,1 1 4 0,0-1-1 0,2 0 1 16,8 1 3-16,7 1-6 0,2-1-1 0,1 1 0 15,1-2 5-15,3 0-2 0,3 1 3 0,-3 0-3 16,0-1 5-16,1 0-2 0,1 0 5 0,1 0-4 16,1 0 10-16,-2 0-8 0,-3 0 1 0,3 0-4 0,-4 0 2 15,3 0 0-15,1 0-1 0,-1 0 0 0,1-1-2 16,-3 1-6-16,-1 0 3 0,0 0-4 0,-3 0-2 16,-3 0 1-16,-1 0-1 0,-2 0 0 0,-6 0-3 15,0 0 0-15,-2 0-9 0,-4 0 3 0,1 0-35 0,-1 0-5 16,0 0-6-16,1 0-1 0,-2 0-27 0,0 0-66 15,0 0 1-15,-1 0-30 0,0-1-82 0</inkml:trace>
  <inkml:trace contextRef="#ctx0" brushRef="#br0" timeOffset="44752.48">9819 7591 1159 0,'0'0'23'16,"0"0"-3"-16,0 0 14 0,0 0 1 0,0 0-6 15,0 0-19-15,0-1-5 0,0 1-1 0,0-1 1 16,0 1-4-16,0 0-1 0,0 0 0 0,0 0-1 16,0 0 4-16,0 0 5 0,0 0-8 0,0 1 6 15,0 0-2-15,0 0 10 0,0 0 4 0,0 0-2 16,0 1-2-16,0-1 3 0,0 1-5 0,0 1 4 15,0-2-8-15,0 6 2 0,0 1 1 0,0 4 1 16,0-2 16-16,0 3-15 0,0 0 3 0,0 4-7 16,1 1-1-16,0 2-6 0,2 4 7 0,-1-2-8 0,2 3 0 15,-1 1 6-15,1-1-5 0,-1 2 6 0,2 1-6 0,-2-1 0 16,2 1-4-16,0 3 2 0,-2-1-1 0,2 1-2 16,-1 1 3-16,-1 1-2 0,-1-1 7 0,1 1-5 15,-2 1 5-15,-1-3-5 0,0 2 1 0,0 0 1 16,0-3-2-16,0 3 2 0,-1 0 1 0,-2 1 6 15,1 1-8-15,-1-3 7 0,-2 4-6 0,0-1 0 16,2-1 7-16,-1 0-6 0,-1-2 5 0,2-1 1 16,0-7 2-16,1 0 2 0,0-2 7 0,-1-3-5 15,1-1-2-15,1-4 0 0,0-3-7 0,0-1-1 16,-1-2-2-16,1-1 2 0,1-1 2 0,0 0-12 16,0-1 4-16,0-2-7 0,0-1 4 0,0 1-9 0,0-2-4 15,0 1-3-15,0 1-22 0,0-1-16 0,0 0 4 16,0 0-8-16,0-1-4 0,0 0-46 0,0 0-5 15,0 0-20-15,0 0-79 0,0-1-75 0</inkml:trace>
  <inkml:trace contextRef="#ctx0" brushRef="#br0" timeOffset="45170.19">9491 8953 408 0,'0'0'231'0,"-1"0"-289"16,0 0 264-16,-1 0-140 0,0 0-35 0,0 0-26 16,-1 0 7-16,1 0-13 0,0 0 4 0,-1 0 2 15,1 0-3-15,1 0 2 0,0 0 4 0,-1 0-1 16,1 0 12-16,0 0-8 0,0 1 27 0,0 0 6 15,1 0-3-15,0 0 5 0,0 1-2 0,1-1-2 16,0 0 3-16,0 0-1 0,2-1 8 0,9 2-15 16,3 1-1-16,-1-1-6 0,8-1 3 0,-2-1-8 0,1 0 3 15,2-1-5-15,-5 0 5 0,6 0-12 0,-1-2 3 16,1 2-7-16,-1-1-5 0,0 1 3 0,0 0-2 16,-2 1 1-16,1 0-9 0,-1 0 0 0,-1 0-1 15,0 0 1-15,0 0 9 0,-1 0-9 0,-3 0 7 0,3 1-8 16,-4-1 1-16,-1 0 3 0,-1 0-1 0,-5 0 3 15,-1 0 0-15,1 0-2 0,-4 0-10 0,6 0 6 16,-3 0-10-16,-5 0-17 0,2 0 10 0,-2 0-14 16,0 0 3-16,1-1-31 0,-1-1-8 0,-1 1-10 15,0 0-50-15,1 0-123 0,-2 0-10 0</inkml:trace>
  <inkml:trace contextRef="#ctx0" brushRef="#br0" timeOffset="45603.59">9739 9069 1126 0,'0'0'61'0,"0"0"131"0,-1 0-184 0,0 0-2 0,1 1-4 16,0 0 3-16,1 1 0 0,0-1 0 0,0 1 2 16,2-1-2-16,7 6-3 0,2 2-2 0,-2-2-2 15,2 0 0-15,-1-1 3 0,-3-3-4 0,-1 1 0 16,0-1-7-16,-1 0-23 0,-2-2-31 0,-1 0-5 0,-2-1-7 16,0 0-3-16,2 1 9 0,-1 0-2 0,-1-1 2 15,0 0-17-15,1 0 3 0,-2 0 3 0,0-1 1 16,0 0 12-16,-2 0 7 0,1 0 13 0,0 1 0 15,-8-6 53-15,1 1 36 0,0 1 3 0,0 1 10 16,2 1 5-16,3 0-16 0,-2 1-9 0,4 1-1 16,-1-1-26-16,-1 1 24 0,1 0 4 0,1 0 10 0,0 0 33 15,-1 1-8-15,2 0-5 0,0 1-1 0,0 0-21 16,2 4-4-16,2 3-1 0,2 1-1 0,-2-2-3 16,11-1-1-16,3 0-4 0,0-4 1 0,1 2-20 15,1-3-9-15,-2 10-4 0,4-4-5 0,-2-4-38 0,0-3-116 16,1-2-74-16</inkml:trace>
  <inkml:trace contextRef="#ctx0" brushRef="#br0" timeOffset="46420.3">10509 7001 460 0,'0'0'128'0,"-1"0"23"16,0-2-21-16,0 1-57 0,-2 0-6 0,2 1-18 15,-2-1-22-15,0 0 3 0,2 1-9 0,-1-3 4 0,-1 1-12 16,1 0 5-16,0-1-5 0,2 2 11 0,-3-2-13 16,2-1-2-16,0-1-2 0,0 0 0 0,1 0-3 15,0-1 2-15,1 0-2 0,1 1 7 0,1 1 5 16,-2-1 2-16,12 1 0 0,3 0-5 0,2 0 3 15,-3-1 0-15,1 2 1 0,-1-1 10 0,4 2-16 16,2 0 4-16,1-11-7 0,2 3 8 0,-4 6 1 16,1 0 0-16,-2 2 0 0,1 1 1 0,0 1-3 0,-3 1-2 15,2 1 0-15,-2 0 0 0,-2 2-7 16,-1 1 1-16,0-1-4 0,-2 1 7 0,-2 0-6 0,1 1 6 16,-2-2-5-16,2 3 14 0,-4-2-5 0,-1 0 1 15,-3-4-4-15,0 6-1 0,-2 1 8 0,0 1-6 16,6 0 5-16,-2 0-6 0,-2 2-4 0,-1 1 3 0,-2-1-5 15,-3 4-4-15,-1-1 11 0,-4 1-7 0,0 0 6 16,7 3-17-16,-14 1 6 0,-1 0 0 16,1-1 1-16,0 4 3 0,0-4 0 0,-2 1-1 0,2 0 0 15,0-1-2-15,-1 0-5 0,2-1 3 0,-2-1-4 16,-2 0 9-16,4-2-1 0,-1 0 2 0,2-1-3 16,1-1-2-16,-1-1 4 0,0 1-5 0,5-1 4 15,1-2-3-15,2 0 2 0,-1-1 6 0,2-3-5 16,1 0 0-16,2 0-4 0,-3 0 0 0,1 0-2 0,1 0-2 15,-1 0 7-15,2 1-1 0,0-2 6 0,1 1 0 16,0 0-5-16,1 1 0 0,1-2-1 0,2 2 8 0,3-1-8 16,7-1 6-16,1 0-7 0,1 0 8 0,0-2-2 15,1 0-4-15,0 0 3 0,1 9 0 0,1-4 5 16,1-1-4-16,0-3 3 0,1-1-7 0,-1-2 4 16,2 0-1-16,-2 0 0 0,3-1-10 0,-3 0 4 15,1-1 2-15,0 1 0 0,-5 0-2 0,3 0 7 16,-4 0-7-16,-4 1 8 0,2 0-7 0,-4 0 5 15,-2 0-2-15,4-1 1 0,-4-1-12 0,-1 2 9 16,-1 0-4-16,-3 0 6 0,0 0 1 0,0 0-14 16,-1 0 5-16,1-1-11 0,0 0-7 0,1 0-70 0,-2 0-13 15,0-2-26-15,0-5-110 0,-1-4-125 0</inkml:trace>
  <inkml:trace contextRef="#ctx0" brushRef="#br0" timeOffset="46756.63">10560 7219 1340 0,'-1'0'11'0,"-1"0"0"0,1-1-11 15,1 1-4-15,0 0-7 0,0 0-7 0,1 0 18 16,1 0 1-16,-1 0 6 0,1 0-1 0,9 1 2 16,5 2-5-16,-1-1 5 0,3 0 2 0,-3 0 3 15,1-1 6-15,-1-1-3 0,0 0 1 0,2 0 14 16,-1 0-7-16,0 0 9 0,0 0-10 0,0 0-7 16,0 0-3-16,0-1-1 0,-1-2-12 0,0 1 3 15,1 1 1-15,-1 0 0 0,1 1 0 0,-1-2-3 16,-1 1 0-16,1 0-1 0,-1 0-1 0,3 1-3 0,-2-1-7 15,0 1 3-15,1-2-13 0,-3 1-43 0,3 0 11 16,-4-1-28-16,2-1-64 0,4-1-162 0</inkml:trace>
  <inkml:trace contextRef="#ctx0" brushRef="#br0" timeOffset="47204.44">11258 7403 1100 0,'0'0'5'0,"0"0"1"0,0 0 1 16,-1-1 1-16,0-1-2 0,0 1 0 0,1 0-2 15,0 0-1-15,-1 0 4 0,1 0 5 0,0-1-5 16,0 1-3-16,0 0 1 0,0 0 11 0,0 0-4 15,0-2 9-15,0 1-7 0,0 0 12 0,0-1 7 16,-2 1-3-16,2 0 3 0,0-1-4 0,-1 1 9 16,1 0-7-16,0-1 7 0,0 1-13 0,0-1-3 15,0 2-2-15,0 0-2 0,0 0-11 0,0 0 6 16,0 0-4-16,0-1 3 0,0 1-11 0,0 0 12 16,0 0-6-16,0 1 7 0,0 0-5 0,0 1-6 0,0 0 0 15,0 2-2-15,-1 7-1 0,1 7 5 16,0 1 2-16,0 2 1 0,0 0-4 0,0 2-6 0,1 0 3 15,0 0-3-15,1 2 10 0,-1-1-9 0,0 2 1 16,0-1-2-16,0-1 11 0,0-3-7 0,1 1 2 0,-1 2-4 16,0-5 0-16,1 2 0 0,0-1 0 0,-1-2 0 15,0-2 5-15,0-1-2 0,0-2 2 0,0-2-2 16,1 0 1-16,-1-3-4 0,0-1-8 0,0 1 3 16,0-3-11-16,-1 0-36 0,0-2-16 0,0 0-21 15,1 0-174-15</inkml:trace>
  <inkml:trace contextRef="#ctx0" brushRef="#br0" timeOffset="48625.16">16370 5699 206 0,'0'0'40'15,"0"0"2"-15,0 0-19 0,0 0-6 0,0 0-16 16,0 0-1-16,0 0 4 0,0 0 8 0,0 0 0 16,0 0 21-16,0 0-18 0,0 0 1 0,0 0-7 15,0 0 2-15,0 0 16 0,0 0 5 0,0 0 3 16,0 0 5-16,0 0-21 0,-1 0-10 0,1 0 1 0,-1 0-4 16,0 0-6-16,-1 0 14 0,1 0-10 0,0-1 26 15,0 0 6-15,0-1 7 0,-1 0 0 0,1 0 12 16,-1-3-22-16,-3-6 0 0,3 5-7 0,0-3-13 15,0 2 5-15,2 3-6 0,-1 0 7 0,-1-3-7 0,1 3-8 16,1 1 8-16,-2-2-7 0,2 4 13 0,-1-3-14 16,0 1 3-16,1 2-6 0,-1-3 14 0,0 2 7 15,0-1 0-15,-1 2-1 0,1 0-21 0,0 0 5 16,0 0-5-16,-1-1 7 0,-1 2 0 0,2 0-8 16,-6 0 1-16,1 2-3 0,0-1 7 0,2 1 1 15,-1 2 4-15,1-2-3 0,1 4-1 0,-1 0 12 16,3 4-7-16,-5-3 8 0,0 3-7 0,3-2 1 0,0-2-5 15,3-3 3-15,0 1-3 0,0 1-2 0,0-1 9 16,0 1-7-16,0-3 8 0,2 1-7 0,-1-1 2 16,1 1-2-16,0-2-5 0,2 0 2 0,2 1 2 15,-1-1 2-15,-1 1 10 0,1-2 3 0,1 0-12 0,-1 0 10 16,0 0-11-16,-1 0 2 0,1-2 2 0,-1 1-2 16,-1 0 2-16,-2 1-8 0,0-3 0 0,1-3-3 15,1-1 0-15,0 2 2 0,1 0 3 0,-1-1-2 16,0 2 5-16,-2 0-7 0,1-1 2 0,-1 2-5 15,-1 2 0-15,0-2 2 0,2 1 0 0,-1 0 3 16,0-1 2-16,0 2-6 0,0 0 3 0,0 0-3 16,1 0 9-16,-2-1-7 0,0 1 3 0,0 0-3 0,0 0 6 15,0 0-2-15,0-1 2 0,0 1-1 0,0 1 4 16,0 0-5-16,0 0 6 0,0 1-4 0,0 1 3 16,0-1 4-16,0 1-13 0,-2 4 11 0,0 5-13 0,1-3 9 15,-1 0-3-15,-1 3 4 0,0-1-6 0,-1 2-4 16,2-1 3-16,-1 0-4 0,2 0 4 0,-1 1-3 15,1 1 6-15,-2-2-4 0,2 1 4 0,0 1-5 16,0 0-2-16,0 0-1 0,0 2-1 0,1 2 2 16,-2-2 3-16,1 1 0 0,0 1 1 0,-1 2-3 15,-1 1 1-15,1 3-2 0,0 2-6 0,-1 1 11 16,1 3-6-16,0 2 7 0,-1-4-13 0,1 1 9 16,0 0-7-16,-2-4 7 0,0 2-9 0,2-4 8 0,0-2-1 15,-1 0 4-15,1-2-2 0,0-2 2 0,-1-1-4 16,1-2 2-16,0 1 0 0,-1-2-2 0,1 0 5 15,1 0-5-15,0-3 1 0,-2 2 1 0,2-2-2 16,-1-1 0-16,-1 2-1 0,1-1-2 0,0-1 3 0,-2 2-2 16,1-2 10-16,-1 0-9 0,-1 2 6 0,2-3-7 15,-2 1 2-15,2-2 2 0,-3 3-2 0,3-4 5 16,0 1-4-16,0-1-5 0,3-4 1 0,-2 2-2 16,1 0 11-16,1-2-13 0,0 0-1 0,0 0-7 15,-2 1-10-15,0 1-32 0,1-1 2 0,0-1-13 16,0 1-8-16,0-1-9 0,1 0 2 0,0-1-7 15,0 0-31-15,0 0 1 0,0 0-9 0,1-1 10 0,0 0 12 16,0-1-78-16</inkml:trace>
  <inkml:trace contextRef="#ctx0" brushRef="#br0" timeOffset="49123.35">15753 6627 372 0,'0'0'81'0,"-1"0"-74"0,-1 0 86 0,1 0-35 15,0 0-15-15,0 0 2 0,-2 0-1 0,1 0 1 16,0 0 2-16,-1 0 6 0,2 0 8 0,0 0-4 16,0 0 1-16,0 0-22 0,0 0-8 0,-1 0-2 15,1 0-11-15,0 0 14 0,0 0 0 0,0 0 5 16,1 0-4-16,0 0-5 0,1 0 2 0,0 0-2 16,0 0 6-16,0 0-2 0,12 0 1 0,3 0-3 15,0 0-14-15,4-3 9 0,2 1-8 0,5 0 10 16,2-1-6-16,2 1 0 0,1-2-2 0,1 0 1 0,0-2 2 15,1-2-11-15,1 1 9 0,-2 2-9 0,1-1 2 16,1 1-7-16,0 2 0 0,-1 0 0 0,1 0 6 0,-2 2-6 16,-1-1-3-16,-2 1 0 0,-1 0-3 0,-2 1 7 15,-6 0-4-15,-1 0 5 0,-3 0-5 0,-1 0-2 16,0 0 8-16,-3 0-7 0,-2 0-1 0,-2 0 6 16,-3 0-4-16,-1 0 6 0,-1 0-1 0,1 0-6 15,0 0 0-15,-3 0-3 0,1 0-4 0,-2 0-9 16,1 0-5-16,-1 0-3 0,0 0-35 0,2 0-19 15,-1 0-12-15,0 0-4 0,0 0-66 0,-1-1-136 16,0 0-11-16</inkml:trace>
  <inkml:trace contextRef="#ctx0" brushRef="#br0" timeOffset="49556.91">15869 6909 1050 0,'-1'0'20'0,"0"0"46"0,0 0-64 16,-1 0-18-16,1 0 2 0,0 0-7 0,0 0 8 0,0 0 5 15,0 0 7-15,1 0-3 0,0 1 2 0,0 0 4 16,0 0 1-16,1 1 4 0,0-1 16 0,0 0 0 15,0 0 4-15,0 0-1 0,1 0 11 0,0 1 9 16,0-1-3-16,2 0 4 0,9 3-9 0,-3-2-7 16,1 0-3-16,-2-1-1 0,7 2-9 0,-1-2-1 15,4 0 0-15,0-1-2 0,1 0-8 0,2 0-6 16,0 0 2-16,3 0-2 0,-2 0 12 0,1 0-13 16,-1 0 6-16,2 0-7 0,-1 0 11 0,0 0-8 15,2 0 1-15,1 0-2 0,2 0 5 0,0 0 3 16,-4 0-2-16,0 0 2 0,0 1-8 0,0 0 4 15,-2 1-2-15,-3-1 1 0,2 0-8 0,-6-1 4 0,2 1-1 16,-4-1 3-16,-2 0 3 0,-3 0-3 0,-1 0-3 16,0 0 1-16,-1 0 0 0,0 0-9 0,-1 0 3 15,-1 0-9-15,0 0-29 0,-3 0-88 0,0 0-16 0,1-1-33 16,-1 0-121-16</inkml:trace>
  <inkml:trace contextRef="#ctx0" brushRef="#br0" timeOffset="50041.63">16257 7101 1422 0,'-1'-2'26'0,"0"1"54"0,0 0-78 0,-1 0 0 15,1 0-4-15,0 0 2 0,0-1-4 0,0 1-1 16,0 0 0-16,-1 1-1 0,1 0-1 0,0 0 7 15,0 0 0-15,1 0 1 0,0 0-1 0,0 0 3 16,0 0 2-16,0 1 1 0,0 0 3 0,0 1 0 16,0-1-3-16,0 0 3 0,0 0 0 0,-1 0-1 15,0 2 3-15,1-1-2 0,-2 6-2 0,0 6-7 16,0 3-1-16,-1-3-2 0,2 2 4 0,0 2 2 0,0 2-1 16,-2 3 1-16,2 1-2 0,0 1 2 0,0-1-2 15,0 1 1-15,0 0-5 0,-1 2 3 0,1-1 1 16,0 3 1-16,0-1 2 0,0 3-4 0,-1 2 0 15,2 1-2-15,-1-1 6 0,0 1-3 0,0-1 0 16,0-1-2-16,0-1-10 0,-1 2 16 0,0-2-5 16,1-3 7-16,0-1-13 0,-2-1 7 0,1-1 3 0,0 1 1 15,-2-2 0-15,1 1-5 0,-2 0 2 0,0-2-2 16,1 2 9-16,-1-2 0 0,1 1-2 0,1 1 2 16,-2-2 3-16,3 1-7 0,-1-3 4 0,1-4-5 15,1 1 5-15,1-1-7 0,0-5 2 0,0-1-4 16,0 0 6-16,0-3-9 0,0 0 3 0,0-1-5 15,0 0 3-15,0-2-16 0,0-4-3 0,0 1-4 16,1 1-10-16,0-1-13 0,0 0-8 0,1 1-4 0,-1-1-41 16,0-1-94-16,0 1-18 0,0-1-35 0,0 0-146 0</inkml:trace>
  <inkml:trace contextRef="#ctx0" brushRef="#br0" timeOffset="50407.46">15783 8388 638 0,'0'0'107'0,"0"0"-140"0,0 0 124 0,1 0-68 16,1 0-13-16,0 0 22 0,3 0-9 0,11 3 14 15,-1-2 3-15,2 1 9 0,2-1-3 0,0 0 3 16,4 2-10-16,2-2 1 0,1-1 8 0,-2 0-6 16,2 0 9-16,0 0-11 0,-1 0-2 0,-2-1-4 0,1 0-17 15,-2-1-6-15,-2 1 1 0,0 0-2 0,-2 0-5 16,-1 1 1-16,0 0-7 0,-2 0 3 0,-1 0-9 15,-2 0 9-15,-1 0-2 0,-1 0 4 0,0 0-2 16,-3 0-17-16,-1 0 7 0,-4 0-14 0,1 0-17 0,-1 0-28 16,0 0-11-16,0 0-5 0,1 0-43 0,-2 0-100 15,0-1-43-15</inkml:trace>
  <inkml:trace contextRef="#ctx0" brushRef="#br0" timeOffset="50623.95">15924 8572 1471 0,'-1'0'27'16,"0"0"64"-16,0 0-99 0,0 0-25 0,0 0 3 0,-1 0-8 16,1 0 20-16,1 0 8 0,0 0-2 0,1 0 1 15,1 0-18-15,0 0-32 0,13 2-2 0,3 0-14 16,-2-2-39-16,0 0-62 0,-5 0-21 0,-2 0-9 15,0-1-32-15</inkml:trace>
  <inkml:trace contextRef="#ctx0" brushRef="#br0" timeOffset="50774.47">15948 8648 635 0,'0'0'117'0,"0"0"2"15,0 1-28-15,0 0-20 0,0 1-38 0,0 0-24 0,2 6 7 16,4 4 14-16,2 0-7 0,-4-5 12 0,14-1-14 15,2 0-6-15,0-3 0 0,1-1-5 0,0 0-19 16,0 9-2-16,-1-5-9 0,0-5-16 0,-1-1-69 16,1-3-24-16,-1-4-27 0,1-4-201 0</inkml:trace>
  <inkml:trace contextRef="#ctx0" brushRef="#br0" timeOffset="51608.82">16940 6578 649 0,'-1'0'489'0,"0"-1"-710"16,0 0 590-16,1 0-345 0,-6-7-23 0,4 4-8 15,2 3 6-15,-3-1-6 0,1-1 13 0,1 1-10 16,0 0 2-16,-1-1-4 0,1 2 9 0,0 0-4 16,0 0 6-16,0 0-5 0,0-1 0 0,1 1 13 15,0 0-1-15,0-1 8 0,0-1 11 0,0 1-1 16,1 0-4-16,0-1 2 0,1 1-1 0,1 0-9 16,6-6 4-16,5 0-7 0,-1 2-2 0,1 2-2 0,-1 1-3 15,1 1 1-15,-1 1-6 0,1 0 6 16,0 1-6-16,0 0 5 0,2 1-4 0,-3 1 1 0,-2 2 5 0,1-1-4 15,0 2 3-15,0 1 5 0,1 1 0 0,-3 0 1 16,1-6 3-16,-2 10-8 0,1-2-1 0,-2 2-2 16,0-1-5-16,0 1 7 0,-1 1-3 0,-1-4 5 15,1 2-2-15,-3 0-3 0,-2-4-2 0,1 4 0 16,2-3 1-16,-1-1-1 0,1 2 6 0,-1 2-6 16,-1-1 0-16,-1 4 4 0,-2-3-8 0,0-1 4 15,-2 3-13-15,-3 1 6 0,-1 0 3 0,-2 1 0 16,7-1 5-16,-12 2-3 0,-3-1 5 0,2 1-5 0,0-1 7 15,3 1-7-15,-1-1-2 0,0-1 1 0,3 0 1 16,-1-2-1-16,0 0-1 0,1 1 2 0,0-2 0 16,3 0-2-16,3-1 1 0,-1-1-2 0,1 1 1 0,-1-4 4 15,2 0-3-15,-2 2 4 0,2-1-4 0,-3 0-1 16,0 1 0-16,3-2 0 0,1-2 7 0,0 3-3 16,1 0-1-16,0-3 0 0,0 5-1 0,0-6 6 15,1 1-1-15,0 0 1 0,-1-2-7 0,5 1 5 16,6 7 1-16,2-2 1 0,1-3 4 0,2 0-2 15,-1-3-2-15,3 0 0 0,-1-1-6 0,1 0 1 16,-2 0 3-16,2-1-2 0,0-1 2 0,-1-1-4 16,0 2-3-16,-1 0 1 0,0-1-7 0,-1 0 7 0,1 1 0 15,-2 0 1-15,-3 1-5 0,-4 0 1 0,1 0-2 16,-3 0 1-16,2 0 0 0,-1 0-23 0,0-1 0 16,-3 1-10-16,0 0 0 0,1-1-5 0,-2 1-4 15,0-1-5-15,0-2-53 0,2-2-61 0,2-6-7 0,-3-1-21 16,0-1-69-16</inkml:trace>
  <inkml:trace contextRef="#ctx0" brushRef="#br0" timeOffset="51892.64">17024 6827 997 0,'0'0'291'0,"0"0"-396"16,0-2 338-16,0 1-192 0,0 0-57 0,0 0-2 15,0 0 4-15,0 1 0 0,1 0 13 0,0 0 5 16,2 0-2-16,5 1 5 0,7 1-3 0,0 2 3 16,3-1 4-16,0 1 0 0,0-1 17 0,1 0-15 15,1-2 4-15,3 0-9 0,-2 0 1 0,2-1-11 16,-2 0-8-16,1-1 0 0,0 0-23 0,-3 0-7 15,-2-2-2-15,-1 1-6 0,-2 0-52 0,-4-2-14 0,3-1-12 16,1 0 3-16,-1-1-25 0,-1-1-67 0,0 0 23 16</inkml:trace>
  <inkml:trace contextRef="#ctx0" brushRef="#br0" timeOffset="52408.36">17501 6904 1485 0,'0'-1'24'0,"-1"0"52"0,0 0-76 16,0-1-36-16,0 1 7 0,-1 0-13 0,2 0 35 0,0 0 5 16,0 0-2-16,2 1 1 0,-1 0-4 0,3 0-5 15,14 0 8-15,-4 0-8 0,2 0 10 0,-4 1 3 16,1 0 2-16,2-1 2 0,-1 1 8 0,-1 0 7 15,1 0-4-15,0 1 3 0,-2-1-17 0,-3 0 10 16,-1 1-9-16,0 1 10 0,-2-1-8 0,1 3 4 16,0-1 8-16,-1-2-5 0,0 8-2 0,-2 1 6 15,-2-1-10-15,-1 2 9 0,2 1-10 0,5-1-5 16,-1 3 6-16,-2-1-6 0,-2 3-9 0,-3 0 1 16,-2 3-4-16,-3 3 5 0,-2-2 5 0,-1 1-2 15,-3 1 5-15,-2-1-1 0,12-1 7 0,-14 1-5 0,-1-2 0 16,2-2-2-16,1-2 4 0,3-3-7 0,-1 0 1 15,3-2-2-15,1-4 13 0,2 0-5 0,1-2 3 16,0-3-7-16,2 2-3 0,1-2 2 0,-1 0-2 16,2 0 3-16,0-1 5 0,-1 1 7 0,0 0 0 15,1 1 2-15,0-1 4 0,1-1-11 0,0 0 6 0,4 1-8 16,13 0 7-16,-1-2-6 0,3-1 1 0,-1-3-2 16,2 0 4-16,0-1 4 0,1 1 0 0,0 1 1 15,3-1 0-15,-2 2 4 0,0 0-6 0,-5 0 3 16,0 1-16-16,-2 1 13 0,-1 0-6 0,0 3 8 15,-3-1-13-15,-1 0 5 0,0 2-2 0,-3-1 3 16,3 2-8-16,-3-1 1 0,-1-1-2 0,2 2 1 0,-3-2-23 16,0 0-126-16,-1-1-42 0</inkml:trace>
  <inkml:trace contextRef="#ctx0" brushRef="#br0" timeOffset="53927.36">20505 5715 256 0,'-2'0'-10'16,"1"0"12"-16,0 0 6 0,0 0 2 0,-1 0 8 15,-2 0-8-15,-3 0 18 0,-4 0-6 0,1 0 14 16,-1 0 5-16,2 0 18 0,-1 0-4 0,-1 0 8 0,-2 0-2 16,2-1 2-16,1 0 5 0,1 0-4 0,2 0-3 15,-1-1-9-15,2 1-2 0,1 1 0 0,1-1 4 16,1 1-21-16,2 0 0 0,-1 0-7 0,0-1-7 0,-1 0-7 15,1 0-1-15,-1-1-2 0,2 1 1 16,0 0 2-16,0 0 2 0,1 1-1 0,0 0 4 0,1 0 0 16,0 0 2-16,2 0 0 0,5-1 1 0,8 0 1 15,4-2-3-15,-1 2 2 0,1 1-4 0,0 0-11 16,0 0 10-16,0 1-10 0,0-1 5 0,0 1-8 16,0 2 3-16,0 0-3 0,-2 1 5 0,-1 0-6 15,0 1 1-15,0 1-1 0,0 0 7 0,-2 0-5 16,-1-2-1-16,-2 1-2 0,2 2-7 0,-2-1 9 15,-1 0-2-15,-3 0 7 0,-1-1-4 0,-2-4-1 0,0 6-2 16,0 0 1-16,-3 0 2 0,0 0-3 16,-1 0 5-16,3 0-5 0,1 1 5 0,0 2-2 0,-2 0 1 15,0 1-1-15,-3 2 1 0,0-1 2 0,-4 2-4 0,-2 0 4 16,-1 1-8-16,-3 2 8 0,7-2-6 16,-12 0 8-16,-1 2-8 0,-1-2 0 0,1 4 6 0,2 2-5 15,-2-5 3-15,1 3 0 0,0-1-3 0,1-2 3 16,1 2 2-16,0 0-6 0,1-3-2 0,1 1-1 15,1 2 2-15,2-4 6 0,-1 1-1 0,5-5 3 16,-1-2-7-16,3-1 1 0,-1-2-1 0,0-1 0 16,-1 1 5-16,2-1-4 0,1 0 1 0,-1 1-3 0,2-1-3 15,0 0 7-15,2 0 3 0,-1-1 0 0,0 1 6 16,13-2-7-16,3 1 1 0,0-1-3 0,2-1 1 16,1 0 0-16,5 2 4 0,-2-2-3 0,3 0-2 15,6 0 3-15,-4 14-6 0,0-6 4 0,1-5-4 0,-2 0 5 16,0-3-1-16,-1 0 2 0,-1-1-6 0,-1 0-5 15,-2 0 8-15,-1 0-5 0,1 0 3 0,-5 0 2 16,1 0-9-16,-2 0 6 0,0 0-7 0,-3 0 3 16,-2 0 2-16,-1 0-2 0,-3 0-10 0,-1-1-31 15,-3 0 0-15,0 1-14 0,0-1-36 0,-1 0-84 16,-2-1 2-16,7-8-31 0,-2-2-16 0</inkml:trace>
  <inkml:trace contextRef="#ctx0" brushRef="#br0" timeOffset="54260.42">20476 5982 700 0,'-1'0'73'0,"0"0"164"16,0 0-234-16,0 0-11 0,1 0 4 0,0 0-6 16,0 0 15-16,1 0-2 0,0 1-1 0,0-1 1 15,12 5 9-15,2 0 15 0,1-2 0 0,0 1 5 0,2-1-2 16,-1 0 5-16,2-1 3 0,5 0 0 0,-2-2 0 0,6 0-13 16,1 0-5-16,-1 0-1 0,2-1-13 0,0 0-1 15,-3-1-1-15,-1-1-1 0,-2 1-10 0,-2 0 1 16,-1-2 1-16,-4 1 1 0,1-2-7 0,0 0-12 15,-3 2-6-15,3-2-2 0,-4 2-28 0,0-2-13 16,1 1-14-16,-2 1-8 0,1-2-147 0</inkml:trace>
  <inkml:trace contextRef="#ctx0" brushRef="#br0" timeOffset="54626.77">21454 6185 1038 0,'0'-2'5'16,"-2"1"2"-16,1 0 4 0,0 0-8 0,0 0 4 16,1-1-12-16,0 1 5 0,0 0 4 0,0 0-1 15,0-1 1-15,0 0-4 0,0 1-1 0,0 0 1 0,0 0 0 16,0 0 3-16,0 0-3 0,0-1 5 0,0 1 5 15,-1 0 5-15,1 0 7 0,0 0-2 0,0 1 15 16,0 0 0-16,0 0-6 0,0 1 4 0,0 0-15 0,0 1 1 16,-1 5-3-16,-2 12 1 0,2 1-6 0,1 1-9 15,0-1 9-15,0 0-9 0,0 2 10 0,0 1-12 16,1 1 0-16,0-2-3 0,1 0 13 0,-2 1-10 16,0-3 5-16,1-2-5 0,0 1 9 0,0-2-11 15,1 0 7-15,1-3-10 0,-1 1 3 0,0-3 1 16,0-3-1-16,-1-2 2 0,0-1-7 0,-1-4-25 15,0-1-2-15,1 2-10 0,0-1-44 0,1-1-152 16,-1 0-28-16</inkml:trace>
  <inkml:trace contextRef="#ctx0" brushRef="#br0" timeOffset="55061.45">21852 5889 247 0,'0'0'64'0,"-1"0"-38"15,0 0 70-15,-1 0-23 0,-1 0-16 0,-3 0-1 16,0 0-3-16,1 0 3 0,-1 0 6 0,2 0-4 16,2 0-2-16,-1 0-1 0,1 0-10 0,1 0-12 15,0 0 2-15,0 0-5 0,-1 0-8 0,2-1 5 16,2 0-2-16,-1 0 3 0,1 0-1 0,12-5 5 16,4-1-8-16,1 1 8 0,1 0-11 0,-3 1-12 15,0 2 5-15,-1 0-10 0,1 1 0 0,-3 1 4 16,1 0-8-16,-2 0 6 0,0 1-4 0,-1 0-5 0,-1 0 8 15,1 0-8-15,-1 0 2 0,-3 1 6 0,-1 0-5 16,-1 0 6-16,-1-1-11 0,-1 0 7 0,-1 0-5 16,-1 0 6-16,0 0-4 0,1 0-8 0,-1 1 1 15,0 0-8-15,1-1-22 0,-1 0-54 0,-1 0-15 0,1 0-28 16,-1 0-202-16</inkml:trace>
  <inkml:trace contextRef="#ctx0" brushRef="#br0" timeOffset="55362.02">21855 6048 925 0,'-2'0'38'0,"1"0"74"0,0 0-105 0,0 0-13 15,0 0-5-15,1 0 0 0,0 0 16 0,0 0-3 16,1 1 13-16,0 0-11 0,0 1 5 0,2-1 0 16,12 8-2-16,1-1 2 0,0-2 3 0,1-1 5 15,1-3-2-15,1 0 4 0,1-4 12 0,0 1-11 16,1-2-2-16,-2-1-5 0,2-1-15 0,-2 2 6 0,-1-1 0 16,0 2 2-16,-4 0-6 0,2-1 4 0,-5 1-1 15,1 0 4-15,-3 0-9 0,1 1 5 0,-1 0-10 16,-3 1 8-16,4-1-19 0,-7 1-79 0,-1 0-24 15,1 0-44-15,-2 0-314 0</inkml:trace>
  <inkml:trace contextRef="#ctx0" brushRef="#br0" timeOffset="57763.3">23608 4918 661 0,'-1'0'0'16,"0"-1"15"-16,-1 0 12 0,1 0 15 0,0-1 0 15,0 1-13-15,0 0-11 0,-1 0-7 0,2 0 0 16,0-1 2-16,0 1 2 0,2 0 5 0,-1 0-2 0,1 1 3 16,3 0 0-16,11-1 2 0,0 1 1 0,-1 0-1 15,4 1 6-15,-4-1-5 0,-1 1-2 0,3 1-1 16,-1 1-7-16,1 0-3 0,0 1 4 0,-5-2-4 16,2 2 3-16,-1-1-14 0,-2 1 8 0,-1-1-9 15,-2 1 4-15,-1-1 7 0,-1 1-1 0,-1-2 4 16,-1 1-3-16,0 1 4 0,-1 7-1 0,4-1 3 15,-3-1-6-15,2 6 0 0,-2 0 0 0,-3 2 2 16,-1 3 0-16,-2 0-6 0,-4 1-1 0,-3 1 0 0,-2 3 2 16,-2-3-8-16,10 2 7 0,-18-2-6 0,0 0 11 0,-2 3-11 15,0-1 2-15,-4-1-2 0,-1 2 8 0,1 1-8 16,-2 0 5-16,6 1-4 0,2-4 10 0,0 1-9 16,3-4 2-16,2-1-1 0,2-1 13 0,3-1-5 15,2-3 2-15,2-3-3 0,1-1 9 0,2 0-10 16,2-1 4-16,-1-3-7 0,-1 0-5 0,0-2 2 15,1 2-2-15,0 0 2 0,2 0-3 0,1-1 11 16,0-1-3-16,0-1 7 0,1-1-3 0,2-1-3 16,14 10 2-16,3-3-4 0,5-3-8 0,0-2 11 15,4-3-11-15,-1-1 12 0,2-2-11 0,2-1 0 16,-3-2 2-16,1-1-2 0,1 0-1 0,-3 1 4 16,-2 2 0-16,-1-1 1 0,-3 1-3 0,-3 2 1 0,0 0-2 15,-5 0 0-15,-1 1 0 0,-4 0-6 0,-2 0 8 0,-1 1-7 16,-2 0 11-16,-2 0-17 0,-1 0-1 0,2 0-8 15,-1-1-19-15,0 0-43 0,-1-1-17 0,1 1-11 16,-1-1-77-16,-1-3-6 0,-1-5-21 0</inkml:trace>
  <inkml:trace contextRef="#ctx0" brushRef="#br0" timeOffset="58163.08">23396 5250 528 0,'-1'0'199'16,"0"0"-286"-16,0 0 241 0,-2 0-140 0,1 0-12 0,-4 0 0 15,1 0 3-15,4 0-2 0,-1 0-3 0,1 0 6 16,-3 1-10-16,1 0 9 0,0 0-6 0,1 0 12 15,0 1 2-15,-1 0 5 0,2-1 12 0,0 0 18 16,0 0-4-16,0 1 7 0,-1-1-8 0,1 0-12 0,1 0 7 16,0 0-7-16,1 0 16 0,1 1-6 0,5-2-5 15,14-2-1-15,1-1-13 0,4-2 6 0,3-1-1 16,4-1 1-16,5 0-8 0,1 0-11 0,2 0 1 16,0 1-5-16,-2 0-6 0,-2 3 9 0,-4 1-8 15,-2 0 8-15,-3 2-16 0,-4 0 7 0,-2 0 2 0,-4 2 1 16,-3-2 6-16,-1 1-6 0,-2 0-2 0,-3 0-1 15,0 0 3-15,-4 0-3 0,0 1 1 0,-1-1-3 16,-2-1-5-16,-1 0-7 0,1 1-2 0,1 0-4 16,-1 0-42-16,-1 0-122 0,1-1 0 0,-1 0-57 15,0 0-162-15</inkml:trace>
  <inkml:trace contextRef="#ctx0" brushRef="#br0" timeOffset="58713.72">23048 5972 694 0,'0'0'17'16,"0"0"-4"-16,0-1 29 0,0-1-10 0,0 1 6 15,0 0-38-15,0 1 5 0,0 0-5 0,1 0 4 16,0 0-1-16,2 0-4 0,-1 0 9 0,13 0-7 15,2 0 16-15,3 0 0 0,1 0-3 0,-2 0 2 16,4 0 1-16,1 0 10 0,1 0-1 0,4 0 6 0,-2 0 12 16,1-1-14-16,1 0 11 0,0-1-13 0,0 0 11 15,3 0-2-15,0-1-8 0,1 2 5 0,3-1-3 16,4 0-8-16,3 0 6 0,4 0-8 0,-3 0 1 0,4-1 5 16,0 1-1-16,-3 1 2 0,2-2-16 0,-2 1 2 15,0 0-9-15,2-1 8 0,2 0-7 0,3 0 1 16,-3 0 3-16,-2-1-3 0,-2 2-5 0,-6-1-3 15,-3 0 2-15,-4 2-1 0,-1-1 8 0,-3 0-10 16,-3 1 3-16,-3 0-3 0,-2 0 7 0,-2 1-1 16,2 0-4-16,-4 0 2 0,0 0-2 0,-4 0 0 15,0 0 0-15,-5 0 1 0,-1 0-9 0,-3 0 6 0,0 0-8 16,-1 0 5-16,-1 0-23 0,0 0-33 16,-1 0-4-16,-1 1-15 0,-1 0-66 0,-13 3-25 0,-9 1-29 15,-1-3-4-15,0 1-163 0</inkml:trace>
  <inkml:trace contextRef="#ctx0" brushRef="#br0" timeOffset="59214.74">23240 6486 150 0,'0'-2'33'0,"0"1"23"15,0 0 23-15,0-2 10 0,1-10-35 0,0 1-16 16,2 0 11-16,-1 0-10 0,0 3 19 0,-1 1-1 15,1-1-8-15,-1 2 4 0,-1 1-5 0,0 3-8 16,0 1 0-16,0 0-4 0,1 0-11 0,0 0-7 0,0-1 10 16,0 2-8-16,1 0 7 0,-1 0 3 0,0 0-10 15,0 1 8-15,0 0-17 0,1 1 8 0,0 0-6 16,-2 0 5-16,10 18-18 0,-1 1 11 0,-2 2-4 16,-3 2 5-16,-1 1-12 0,-1 4 9 0,-1 0-8 15,-1 1 9-15,3 0 2 0,-2 0-2 0,0-1 2 0,0 3-4 16,-1-4-3-16,1-2 9 0,1-1-6 0,0-4 6 15,-1-1-9-15,0 0-1 0,0-3 8 0,1-1-7 16,-1 0 0-16,0-2 3 0,-1-1-3 0,0-2 5 16,0-3-4-16,0-1-6 0,0-1 1 0,0-2-2 15,0-1 5-15,0-1-7 0,0 1-3 0,0-2-1 0,0 1 9 16,1 1-29-16,0-1 7 0,0-1-20 0,1 0-27 16,-1 1-25-16,0-2-16 0,0 0-2 0,0-2-76 15,1 1-100-15</inkml:trace>
  <inkml:trace contextRef="#ctx0" brushRef="#br0" timeOffset="59548.48">23683 6700 883 0,'0'0'20'0,"-1"-2"-5"0,0 1 15 0,-2 0-1 16,-2-1-4-16,-4-1-18 0,3 2-3 0,-1 0 1 16,2 1-2-16,0 0-5 0,-1 0 5 0,0 0-2 15,3 0 3-15,0 1-1 0,1 0 1 0,-1 1 8 16,1-1-4-16,1 0 23 0,0 0 1 0,0 0-1 0,-1 0 1 16,2 1 5-16,2-1-3 0,-1 0 3 0,5 0-3 15,15 1-6-15,1 0-2 0,2-2-8 0,-3-3 3 16,2 1-15-16,0-2-3 0,-2 1 1 0,2 1-2 15,-4-2 3-15,-1 2-2 0,-1 0-3 0,-1 1 1 16,-2 1-6-16,-1 0 7 0,-1 0 2 0,-1 0 0 16,0 0-7-16,-2 0-12 0,0 1-6 0,-1 1-5 0,1-1-43 15,-1 0-70-15,1-1-29 0</inkml:trace>
  <inkml:trace contextRef="#ctx0" brushRef="#br0" timeOffset="60015.31">24356 6391 1014 0,'0'0'36'0,"0"-1"-47"0,-1 0 44 16,-1 0-25-16,1 0-6 0,0 0-1 0,0-1-1 15,0 1 1-15,0 0-1 0,-1 0 0 0,2 0 4 16,0 1-1-16,-1 0 5 0,0-1-5 0,1 1-3 0,0-2 1 16,0 1-6-16,-1 0 18 0,1 0-4 0,0 0 12 15,0-1 2-15,0 2 12 0,0 0-5 0,0-1 6 16,0 1-18-16,0 0 0 0,0-1-3 0,-1 1 0 16,1 0-11-16,0 0 5 0,0 0-1 0,0 0 2 15,0 0 5-15,0 1 5 0,0 0-11 0,0 2 8 16,0 13-16-16,1 4 11 0,0 1-4 0,1 3 4 15,1 2-16-15,0 1 4 0,1 2 2 0,-1 2 1 0,1-1 5 16,-2 0-4-16,-1-1-1 0,1-1-2 0,-1-2-4 16,-1 0 3-16,0-3 2 0,0-1 1 0,0-3-1 15,-1 0 4-15,-1-2-1 0,1 1 7 0,-1-2 26 0,-1 0-7 16,1-2 1-16,1-4-5 0,-1 2-15 0,0-5-3 16,1 1-2-16,0-2 0 0,1-2-2 0,-1 0-3 15,1 0-1-15,0-2 0 0,0 1-4 0,-1-1 1 16,0 0 1-16,-1 1-1 0,1-1-12 0,1-1-30 15,-1 0-3-15,0 1-12 0,0-1-35 0,-1-1-17 16,1 0 2-16,0-1-7 0,1-1-15 0,0 0-31 16,0-12-12-16</inkml:trace>
  <inkml:trace contextRef="#ctx0" brushRef="#br0" timeOffset="60498.39">24627 6439 994 0,'0'0'29'0,"-1"-2"15"16,0 1 32-16,0 0-33 0,0 1-1 0,0 0-10 15,-1 0-8-15,1 0-12 0,0 0 10 0,0 0-11 16,0 0 4-16,-1 1-2 0,0 0-6 0,0 1 4 16,-4 2-9-16,-2-1 0 0,-1 6 1 0,0 2 0 15,-2-1 6-15,0 2-6 0,-2 0 6 0,-1-1-5 0,0 4 8 16,-1-1 1-16,1 0 0 0,0-1 3 0,0 2 1 15,0-1 0-15,1 0-5 0,1-1 2 0,1-3-13 0,1-1 7 16,-2 2-5-16,3-1 5 0,2 3-7 0,0-1-1 16,1-3 5-16,1 2-2 0,1-4 2 0,1-1 4 15,-3 2-7-15,2-1 5 0,1-1-4 0,1 0-3 16,1 1 7-16,1-2-5 0,0 0 1 0,1 0 7 16,1 0-6-16,1-2 7 0,1 0-2 0,12-1-7 15,0 0 2-15,2 10-3 0,-1-4 6 0,2-2-6 16,-1-2 2-16,2-1-3 0,1 0 11 0,-1-1-7 15,1 0 1-15,1 1-4 0,-4-1 7 0,3 2-5 16,0-1 5-16,1 2-6 0,1 0 4 0,-4-1 3 0,0 2-4 16,-2 0 3-16,1 0-6 0,1 1 1 0,0 0 1 15,-3-1 0-15,1 1 7 0,-2 0-2 0,-3-1 4 16,1 0-5-16,-2 0-7 0,1 0 5 0,0-1-1 16,-2 1 3-16,-1-1 0 0,-1 0-5 0,-2-2-3 0,-2 0 0 15,1-1-6-15,-1-1 2 0,-1 0 5 0,-2-1-4 16,2 1-12-16,-2-1-62 0,0 0-19 0,1 2-25 15,1-2-170-15</inkml:trace>
  <inkml:trace contextRef="#ctx0" brushRef="#br0" timeOffset="62101.29">26585 5237 256 0,'0'0'158'0,"0"0"-77"0,0 0 47 0,0 0 2 16,-1 0-123-16,0 0-1 0,0 0 0 0,0 0 0 15,-1 0 5-15,1 0 14 0,1 0 19 0,0 0-1 0,0 0 6 16,0 0-9-16,0 0-11 0,1 0-1 0,1 0-2 16,-1 0-3-16,13 0-8 0,-2 0 1 0,2 0-3 15,2-1-1-15,3-1 4 0,0 1-2 0,2 0 3 16,0 0-2-16,-2 1-9 0,2 0 5 0,-1 0-6 15,-1 0 10-15,-1 0-4 0,-1 1 3 0,-1 0-3 16,-1 0 1-16,-2 1 0 0,0 0-4 0,-2 1 4 16,-1 0-6-16,-2 0-3 0,-1 1 6 0,0-1-5 0,0 2 3 15,-2-1 9-15,-1-1-10 0,-2 7 9 0,5-1-12 16,-1 2 11-16,-3-1-4 0,0 1 5 0,-2 0-14 16,-1 1 8-16,-2 1-6 0,-3 1 6 0,-1 2-1 0,-3 1-9 15,-2 2 3-15,-2 2-5 0,11 0 13 0,-14 4-11 16,-1 0 5-16,0-1-6 0,0 2 11 0,-1-2-5 15,0 0 4-15,0 0-5 0,0 1 3 16,1-2-4-16,2 0 0 0,-1-2-1 0,4-2 3 0,-5-2-6 16,3 0-1-16,4-3-1 0,-6-1 6 0,7-2 0 15,1 1 1-15,0-1-1 0,1-2-2 0,2 1 0 16,1-5 2-16,0 1 0 0,0-1 3 0,2-1-1 16,-1-1 0-16,3-2 1 0,-1 2 2 0,1-1-2 0,0 0 1 15,0 2-1-15,0-2 5 0,0-1-5 0,0 1 3 16,3 0-4-16,7 5-3 0,10 1 8 0,1-3-10 15,-1-3 6-15,4-1-10 0,-2-1 8 0,0-1 3 16,0 0 1-16,-1-1-5 0,0-1-1 0,-1 1-1 0,0 0-1 16,0-1-3-16,-2 1 2 0,-1 1 3 0,0 0-1 15,-3-1 0-15,1 1 6 0,-2 0-6 0,0 0 6 16,-2 1-6-16,0 0-2 0,-2 0 2 0,-4 0 0 16,5 0 1-16,-7 0-3 0,-1 0-3 0,1 0-2 15,-1 0-10-15,1 0-69 0,-1 0-4 0,-1-1-29 16,0 0-80-16,1-1-160 0</inkml:trace>
  <inkml:trace contextRef="#ctx0" brushRef="#br0" timeOffset="62417.68">26409 5565 1116 0,'0'0'-5'0,"0"0"3"0,0 0 0 0,0 0-8 16,1 0 8-16,1 1-5 0,7 1 17 0,8 4-6 16,7 1 9-16,-2-1-2 0,9 1 4 0,4 0 6 15,0-2-3-15,4-4 3 0,0 0-4 0,-5-1-4 16,1 0 1-16,-1 0-4 0,-5 0-10 0,0 0 2 0,-2-1-3 15,-2-1 9-15,-4 1-15 0,0-2 7 0,-2 1-9 16,-1 0 13-16,-1-1-11 0,-1 0-15 0,0-1-2 16,-2 1-73-16,1-2-45 0,1 0-7 0,-5 1-17 15,0 0-64-15</inkml:trace>
  <inkml:trace contextRef="#ctx0" brushRef="#br0" timeOffset="62950.53">27320 5827 1063 0,'0'0'6'0,"0"0"1"0,-1 0-1 15,0 0-10-15,0 0 1 0,0 0-33 0,-1 0 15 16,2 0-3-16,0 0 12 0,0 0 23 0,0 1-13 15,0 0 5-15,0 1-8 0,-1-1 4 0,1 0-6 16,0 0 4-16,0 0-2 0,0 0 29 0,0 1 8 0,0-1-1 16,0-1 2-16,0 0-6 0,1 0-2 0,1 0-1 15,-1 0-2-15,0 0-16 0,1 0 5 0,1 0-11 16,0 0 9-16,3 0-10 0,0 1 8 0,-1 0 4 0,1 2-1 16,-3-1-2-16,1 6 5 0,-2 6-6 0,0 1 5 15,-1 2-6-15,1 2-6 0,9 1 0 16,-2 2-2-16,-6 0 10 0,-2 0-8 0,-1 1 7 0,-2-3-7 15,-3 0-3-15,-1 0 3 0,-1-2-3 0,0-1 4 16,-1 1 0-16,0-2 6 0,0-3 4 0,1-2-1 16,4-2-1-16,-5-2-2 0,0 1-1 0,2-1 1 15,2-2 1-15,0-1 2 0,1-2 1 0,1 0 0 16,2-1-5-16,-2 1 2 0,-1 0-6 0,1 1 6 0,1-1 1 16,-1 0 0-16,1 1 4 0,1-1-3 0,0-1-4 15,1 0 4-15,1 1-7 0,1-1 6 0,12 2-9 16,2-3 5-16,1-1 1 0,2 0 0 0,-2-1-7 0,4-1 1 15,-4 1-2-15,2 0 3 0,3-1 4 0,-3 2 0 16,1 0 0-16,-1 1 0 0,-5 0-8 0,3 0 4 16,-4 1 0-16,-5 0 2 0,2 2-4 0,-5-2 3 15,0 0-2-15,-2-1 2 0,2 1-6 0,1 0-6 16,0 2-4-16,0-1-3 0,-1-1-35 0,-3-1-78 16,-1 0-19-16,0 0-29 0,1 0-156 0</inkml:trace>
  <inkml:trace contextRef="#ctx0" brushRef="#br0" timeOffset="63353.84">27745 5521 687 0,'0'0'105'0,"0"0"24"0,-1-1-42 15,-1 0-52-15,1 0-7 0,0 0-12 0,0-1-11 16,1 1 5-16,0 0-5 0,0 0 10 0,1 0 10 15,0 0-11-15,0-1 12 0,2 1-3 0,5-1-6 16,4-1 7-16,2 1-9 0,2 0-9 0,-2 1 0 16,4-2-3-16,-3 2 3 0,1 0 0 0,0 0-3 15,-3 0-3-15,1-1 0 0,-1 1-5 0,0 1 8 16,-1 0-3-16,0 0 6 0,-2 0-4 0,-2 0-6 0,2 0 9 16,-2 0-8-16,-2 0 5 0,0 0-1 0,0 0-5 15,-2 0 2-15,2 0-8 0,0 0-23 0,-4 0-21 16,3 0-4-16,-4 0-98 0,1 0-65 0,-1 0-26 15</inkml:trace>
  <inkml:trace contextRef="#ctx0" brushRef="#br0" timeOffset="63603.25">27728 5774 922 0,'0'0'60'0,"-1"0"86"0,0-1-94 16,0 0-30-16,0 0-6 0,1-1-5 0,0 2 0 16,1 0-3-16,0 0 5 0,1 0-5 0,8 0 2 15,5 0 5-15,3 0-8 0,0 0 6 0,2 0-10 0,3 0 3 16,2 0 4-16,0 0-1 0,4 0 0 0,-1 0-14 16,-1 0-3-16,3 2-6 0,-1-2-10 0,-5 0-30 15,1 0-4-15,-4-2-11 0,2 0-33 0,0-3-131 16,1 1-25-16</inkml:trace>
  <inkml:trace contextRef="#ctx0" brushRef="#br0" timeOffset="64185.99">29204 4630 539 0,'0'-1'10'0,"0"0"4"16,0-2 4-16,0-5 3 0,0 0-20 0,-1 1 2 15,1 1 3-15,0 2 0 0,0 3 6 0,0 0 7 0,0-1-2 16,0-1 5-16,0 1 1 0,0 0 11 0,0 0 4 15,0 1 2-15,0 0 6 0,0 0-10 0,0 0-1 16,0 0-2-16,0-1 1 0,0 1-10 0,0 0 6 16,0 0-7-16,0 0 7 0,0 1-9 0,0 0 0 15,0 0-2-15,0 1 2 0,0 1-5 0,0 8 3 0,0 8-3 16,0 2-3-16,0 4-2 0,0-2 2 0,0 4-1 16,0 1 1-16,0-1 1 0,0 2-5 0,0 2 4 15,0 0-5-15,0 3-1 0,-1-1-2 0,0 1 0 16,-2 1 4-16,1-1-9 0,0 0 8 0,-1-4-9 15,0-1 0-15,-1-2 1 0,1-1-4 0,-1-2 4 16,1-1 1-16,-1-6-1 0,0-2 5 0,1-3-5 0,1-3 6 16,-1-2-11-16,2-1 4 0,1-3-7 0,0-1-2 15,0 0-14-15,-1 2-23 0,0-1 5 0,0 0-76 16,-1 0-108-16,1-1-59 0</inkml:trace>
  <inkml:trace contextRef="#ctx0" brushRef="#br0" timeOffset="64651.98">29538 4682 981 0,'0'0'138'0,"0"-1"-194"0,0-1 164 15,0 0-94-15,0 0-10 0,0-1-16 0,-1 1 3 16,0 1-8-16,0 0 8 0,-1-1-1 0,1 2 8 15,0 0-3-15,0 0 15 0,-1 0-2 0,-1 2-4 0,-6 1 2 16,-4 2-5-16,-5 2 10 0,1 0-1 0,1-2 4 16,0 1 5-16,0-1-4 0,1 2 2 0,-1 2-3 15,-2-1 4-15,3-1-9 0,-3 2 5 0,2 1-7 16,-1-1-2-16,2 1 2 0,1-1-4 0,0-8 5 16,1 11-4-16,0-1-7 0,-1-2 3 0,3 0-3 15,1 2 9-15,3-2-6 0,-1 1 3 0,4-1-3 16,-2 1 6-16,1-1-2 0,4 2-6 0,-3-2 2 0,1-2 3 15,-1 1-3-15,3-2 17 0,-3 1-11 0,0 0 24 16,3 0-17-16,1 0 1 0,0 0-4 0,2 2 16 16,2-4-12-16,-2-1 4 0,16 0-7 0,2 0-5 15,0 2 0-15,2-4 1 0,-1 1 1 0,2-2 2 0,-2 12-7 16,0-4 1-16,-1-2-2 0,1 0 9 0,-2-1-5 16,-3 0-2-16,3 1-1 0,-2-1-3 0,-1 1 0 15,1 1 2-15,-6-2-2 0,0 1 0 0,-1 0 0 16,0-1 0-16,-2 0 0 0,0 0 4 0,-1-1-4 15,-1-1 1-15,-1-2-2 0,1 6 0 0,0-3 0 16,1-2-6-16,0-2 2 0,-4 2-28 0,2 0-29 16,0 0-49-16,2-1 0 0,2-1-228 0</inkml:trace>
  <inkml:trace contextRef="#ctx0" brushRef="#br0" timeOffset="65252.36">29913 4521 1470 0,'0'-2'36'0,"0"1"14"15,0 0-27-15,-1-8-32 0,1 6 1 0,0 1-31 16,0 1 26-16,0 0-12 0,1-1 18 0,0 2-4 0,2 0 10 15,5 2 5-15,4 1-2 0,-1 2 5 0,1 1-9 16,2 1 2-16,0 0-4 0,1-1 7 0,-2 0 1 16,-5-4-3-16,2 1 3 0,2 1 0 0,1-2 9 15,2 2-4-15,-1-2 5 0,-2 1-5 0,0-1-6 16,1-1 1-16,-4 0-3 0,1 2 5 0,-1-1-6 16,1 2 5-16,-1 0-7 0,-1 1 2 0,-1 1 2 15,-1 10 3-15,0 0-1 0,-1 1-4 0,-2 0 2 16,1 0-1-16,-3 2 3 0,0 0 0 0,0 0-10 15,10-2 5-15,-5 1-6 0,-4 0 12 0,-2 0-5 16,-2 0 1-16,-2 1-1 0,-1 0 1 0,-2 0 3 0,-1 1-5 16,-2 0 3-16,-1-3 1 0,7 1 1 0,-11 1 4 15,5-4-3-15,-4 0-4 0,3 0 2 0,0-3-4 16,-2 0 3-16,3 0 0 0,0-2 0 0,3 1 5 0,3-3-5 16,0 0 2-16,2-4-3 0,-4-1-2 0,4 1 1 15,0-2 6-15,2-1-6 0,-1 2 3 0,-1-1-4 16,1 1 6-16,1-2 8 0,0 1-7 0,0 0 7 15,0 1-8-15,1-1-2 0,0-2 8 0,15 10-7 16,4-2-3-16,0-4 2 0,2-1-2 0,0-2 3 16,0-1 2-16,1-1-3 0,-1-2-1 0,-1 1-1 0,-2 0-2 15,-1-2-5-15,-2 2 7 0,-2 0-3 0,-2-1 10 16,0 2-8-16,-3 0-2 0,-1-2 0 0,-2 2 2 16,-1 0-1-16,-2 1 3 0,3-1-1 0,-3 1 4 15,-1 0-8-15,-1 0-3 0,0 0 0 0,1 0 3 0,0-1-17 16,0 0-22-16,1-1 0 0,-1 1-74 0,-1 0-61 15,0 0-8-15,1-1-30 0,-2 0-121 0</inkml:trace>
  <inkml:trace contextRef="#ctx0" brushRef="#br0" timeOffset="65554.42">29870 4828 745 0,'0'-2'138'0,"0"1"312"16,0 0-453-16,1 0-7 0,0 0-2 0,1 1 1 16,11 0 4-16,10 1 8 0,3 1 2 0,2 3 4 15,4 1 7-15,3 1 0 0,0-1 6 0,3 0-3 16,1-1 10-16,-2 0-6 0,2 0 2 0,-3-2-3 15,1 1 3-15,-2-1-19 0,-1 0 0 0,-1-2-4 0,-1 0 1 16,-7-1-5-16,-1 0 6 0,-7 0-6 0,-2 0-1 16,-1-1 3-16,-2 0-9 0,0-2 8 0,-1 1-13 0,-5 1-38 15,-2 0-23-15,-2 0-8 0,-1 1-97 0,2-3-118 16</inkml:trace>
  <inkml:trace contextRef="#ctx0" brushRef="#br0" timeOffset="66121">28924 5721 1098 0,'0'-1'9'0,"-1"0"4"15,0 0 10-15,0 0-12 0,0-1 8 0,-1 1-10 16,1 0-16-16,0 0 2 0,0 0-6 0,0-1 5 15,1 1 6-15,0 0 1 0,0 0 2 0,0 0 3 0,0 1 0 16,1 0-2-16,0 0 1 0,1 0-3 0,5 1 3 16,8 0 3-16,-1 0 1 0,3 0 18 0,4 1-6 15,3-1 3-15,2-1-4 0,1 0 1 0,1 0 8 16,4-3-5-16,1 0 4 0,3-2-8 0,1 1-10 16,3-1 8-16,3 0-8 0,2-2 12 0,7 1-7 15,3 1 4-15,3 0-4 0,1-1 7 0,-2 1-15 16,-3-1 5-16,0 1-7 0,-5 2 14 0,6 1-11 15,1 0 5-15,2 2-6 0,0 0 6 0,-5 0-2 16,-3 0 0-16,-4 0 0 0,-2-1 7 0,0 0 4 0,-2 0 3 16,2 1 1-16,0 0 1 0,1 0-15 0,-3-1 2 15,-3-1-6-15,-1 1-7 0,1 1 7 0,-4 0-8 16,-6 0 7-16,-4 0-10 0,-5 1 5 0,-2-1-2 0,-4 0 3 16,-1 0-5-16,-3 0 2 0,0 0 2 0,-3 0 1 15,-1 0-1-15,1 0-5 0,-4 0-1 0,0 0-1 16,-2 0-12-16,1 0-58 0,0 0-9 0,1 0-21 15,-2 0-81-15,0-1-115 0,0 0-56 0</inkml:trace>
  <inkml:trace contextRef="#ctx0" brushRef="#br0" timeOffset="66571.1">29058 6010 529 0,'0'0'188'16,"0"-1"53"-16,-1 0-107 0,0-1-111 0,0-1-8 15,1 1-13-15,0 0-1 0,0 1-7 0,0-1 6 16,0 1 2-16,0 0 4 0,0 0 1 0,0 0-2 16,0 1 8-16,0 0 1 0,0 1 3 0,0 1-3 15,0 18 4-15,0 6 8 0,-1-2-6 0,-1 6 5 16,0 1-6-16,0-1-7 0,-1 3 6 0,0-2-8 15,0-1 3-15,0 0-14 0,-2-3 5 0,1 2-6 0,-1-3 18 16,0 0-5-16,2-3-1 0,-1-1-3 0,2-2-8 16,-1-3 6-16,1 2 4 0,0-2 0 0,-1-3-8 15,2 1-1-15,0-4-6 0,0 0 5 0,0 1-1 0,-1-4-7 16,1 3-4-16,1-6-5 0,0-3-44 0,0 0-82 16,0 1 20-16,0-1-44 0,0-1-32 0</inkml:trace>
  <inkml:trace contextRef="#ctx0" brushRef="#br0" timeOffset="66989.53">29422 6075 1097 0,'0'0'113'0,"0"0"-150"0,-2-1 130 16,1 0-73-16,0 0-17 0,0-1-3 0,0 2 1 15,0 0-1-15,-2 2 11 0,2-2-11 0,-8 1 9 0,-3 12-9 16,0 1 2-16,-3 0 1 0,0-1-4 0,-2 1 2 16,-2 0-1-16,0 0 0 0,-2-1 1 0,-1-1 2 15,1-1 3-15,-3-1-5 0,1 0 2 0,2-1-2 16,-2-1 9-16,2-1-4 0,3-1-2 0,1 0-1 16,4-1-4-16,3-1 12 0,2-1-1 0,5 0 4 15,-3-2-14-15,3 2 3 0,1-1 4 0,1 0-1 0,0 1 5 16,0-1-1-16,-2 2-4 0,2-1 5 0,0 1 1 15,1-1-6-15,0 2 4 0,0 0-5 0,1-1 6 16,3 2-4-16,-1 0 4 0,10-1-3 0,4 1-2 0,-1 1 3 16,0 0-8-16,4 0 9 0,-3 1 5 0,-1 0-14 15,3 1 7-15,-2-1-8 0,-1 0 17 0,2 0-12 16,1 2 6-16,-2-2-8 0,1-2 3 0,-2 0-1 16,2 0-2-16,-3-3 1 0,1-1 1 0,-4 1-5 15,-1-2 0-15,0 0-2 0,-1 6-1 0,-4-3-18 16,2-1 2-16,-4-2-10 0,-1 1-19 0,1-1-62 15,-3-1-13-15,3 0-21 0,3-1-93 0</inkml:trace>
  <inkml:trace contextRef="#ctx0" brushRef="#br0" timeOffset="67305.21">29826 6244 711 0,'0'-1'183'0,"-1"0"429"15,0 0-603-15,0 0 1 0,-1 0-4 0,1-1-1 0,0 1-25 16,0 0 17-16,0 0-11 0,1 0 13 0,0 1-13 16,0 0 14-16,0 0-6 0,1 0 7 0,0 0-1 15,0 0 0-15,2 1 7 0,-1-1-3 0,11 3 15 16,-1 0 3-16,2-1 5 0,3 0-2 0,0 0 4 0,4-1-26 15,-1-1 6-15,-2 0-10 0,-1-1-2 0,0 1 1 16,-2 0 0-16,-1 0 1 0,0-2-1 0,-1 1-8 16,-1 0-4-16,-1 1 0 0,2-1-20 0,1 1-71 15,1-1-6-15,0 0-25 0,2-1-55 0,-3 0-154 16</inkml:trace>
  <inkml:trace contextRef="#ctx0" brushRef="#br0" timeOffset="67771.27">30613 6039 515 0,'0'-1'415'0,"0"-1"-616"0,-1 0 511 0,1 0-302 16,-3-5-4-16,1 0-1 0,1 1-4 0,0 0 3 15,1 2-2-15,0 2 5 0,-2-2 0 0,2 2-1 16,0 0-9-16,0-1 7 0,-1-1-2 0,0 1 5 0,-1 0 10 16,1 0 13-16,-1 1 2 0,2 1 1 0,-1-1 2 15,1 0 6-15,-1-1-2 0,1 2 2 0,0-1-9 0,0 1-4 16,-1 1-3-16,-1-1 0 0,-1-1-10 0,1-1-11 16,1 2 4-16,-1 0-6 0,1 0 7 0,0 0-6 15,0 0 6-15,0 1-5 0,0 0 3 0,-1 1 4 16,2 1-7-16,0 4 7 0,-1 13-1 0,1 0 0 15,0 2 5-15,0 2-5 0,3 3-1 0,-1-2 7 16,0 1-9-16,1 1 8 0,-1-2-9 0,0 2 0 16,2 0 7-16,-1-3-6 0,1 1-2 0,-2-2 1 15,-1-2-4-15,-1 1 4 0,0 0 7 0,0 0-3 16,0 1 0-16,0-4-1 0,0 0-5 0,0-3 6 0,0 1-2 16,0-3 2-16,0-2-7 0,0 2 21 0,0-4 1 15,0 0 6-15,0-3-2 0,0 0-14 0,0-2-1 16,0-2-3-16,0 1-1 0,0-2-11 0,0 2 8 15,0 0-10-15,0 0-6 0,2 0-18 0,-2-1-17 16,1 1 1-16,0-1-69 0,0 0-152 0,0 0-137 0</inkml:trace>
  <inkml:trace contextRef="#ctx0" brushRef="#br0" timeOffset="83284.16">23975 1841 40 0,'0'0'0'0,"0"-2"5"15,0 1 54-15,0 0-1 0,0 0 2 0,0 0-11 16,0-2-5-16,0 2-9 0,1-3 6 0,0 0-8 16,-1 2-7-16,1-2-1 0,-1 3-4 0,0 0 0 0,1-2-21 15,1 1 8-15,-1 0-9 0,0 1 10 0,0-1 5 16,0 1-9-16,1 0 9 0,-1 0-10 0,0 0 12 16,0-1-4-16,0 2 1 0,0 0-2 0,1 0-1 0,-1 0 0 15,0 0-2-15,0 2 2 0,0-1 4 0,0 0-12 16,2 1 10-16,2 5-10 0,0 5 14 0,1 2-12 15,0 4 3-15,-1 2-6 0,-2 1 5 0,1 4 10 16,-2 1-9-16,1 3 8 0,-2-1-15 0,0 3 2 16,0-3 2-16,0-1 0 0,1-2-1 0,-1-2 6 15,0 1-6-15,0 1 6 0,0-1-7 0,0 4 6 16,-1 0-3-16,0 0 3 0,0 0-6 0,0 1 9 16,0 0-2-16,-1 0 4 0,0-3 2 0,0 0-2 15,-1 0 6-15,0-3-5 0,1 2 8 0,0-5-13 0,0-1 1 16,0-5-6-16,-1-1 7 0,1-2-9 0,1-1-1 15,0-1-1-15,0-1 0 0,0-2 2 0,0-1 2 16,0-3-4-16,0 1-9 0,0-2 2 0,0 0 1 16,0 1 1-16,0 1-3 0,1-1-41 0,1-1-23 0,-1 1-16 15,0-2-184-15</inkml:trace>
  <inkml:trace contextRef="#ctx0" brushRef="#br0" timeOffset="83951.65">24558 1935 612 0,'0'0'0'0,"0"0"0"0,0-1 2 0,0-1-1 16,0 2 1-16,0 0-2 0,0 0 4 0,0 0-5 16,0 0 6-16,0 0 12 0,0 0 0 0,0 2 4 15,0-1-4-15,0 0 4 0,-1 0 3 0,0 0-3 16,0 0 2-16,-2 1-11 0,2-2 10 0,-7 5-7 0,0 1 7 15,-1 0-9-15,1 0-12 0,0-1 10 0,0 1-11 16,-1-2 5-16,2 1 0 0,0 0 0 0,0 1 1 16,-1-4 0-16,2 5-6 0,-2 1 2 0,-3 2-2 15,1-1 5-15,-1 3-9 0,-2 0 6 0,1 1-5 16,1 1 5-16,-3 0-2 0,-1 0-3 0,-1 0 3 16,-3 0 9-16,0-1-7 0,1 0-1 0,-2 0-2 0,2 0-1 15,-1 0 2-15,4-3 0 0,1 1 0 0,0-2 0 16,1-3 4-16,-1 0 5 0,2-3-2 0,1 0-4 15,4-1 6-15,1 2-5 0,3-3 6 0,-1 1-2 0,2 0 9 16,1-2-7-16,-1 0 5 0,2 1-14 0,-2 1-1 16,0 1 6-16,1-1-4 0,-1 0 5 0,1 1 7 15,0-1-1-15,0 0 2 0,1 1-7 0,0-1 2 16,0 0-10-16,0 0 7 0,2 2-2 0,2 1 0 16,4 1 2-16,5 0-5 0,2 0-8 0,-3-1 9 15,0 0-3-15,2 0 5 0,1 1-11 0,0 0 10 16,2-1-2-16,-1 4 5 0,0-1-5 0,0 0 6 15,1 0 1-15,0 1 0 0,1-3-5 0,-1 3 6 16,1-2-6-16,0 2 7 0,2 0-7 0,0-4 3 0,0 4 1 16,2-5-1-16,0 7-2 0,-2-3-9 0,3 2 3 15,-4-2-5-15,2-2 11 0,0 0 3 0,1-2-2 16,-2 1 0-16,-1-3-6 0,-2 2 3 0,-5-1-3 0,5 8 1 16,-2-4-14-16,5 0-39 0,3-1-33 0</inkml:trace>
  <inkml:trace contextRef="#ctx0" brushRef="#br0" timeOffset="86804.33">24592 1350 219 0,'-1'-1'0'0,"-1"0"1"0,-3-1 14 0,-5-4-2 15,-1-3 3-15,-2 2 1 0,-1 0-3 0,0 1-7 16,-3 1 6-16,1 0-8 0,-2 1 7 0,-1 1-3 16,0 0-4-16,-2 2 1 0,-2 0-7 0,-2 1 12 15,-2 0-1-15,2 0 5 0,-1 0-3 0,-2 0 5 16,1 0-5-16,-1 1 3 0,1 0-11 0,0 2-3 15,1-1 1-15,2 3-2 0,1 0-4 0,3-2 7 16,0 3-3-16,0 0 4 0,0 1-9 0,0 1 9 0,1 2-5 16,0 1 7-16,-2-9 1 0,1 16-7 0,-1 2 1 15,-1 0-4-15,-1 3 5 0,-1 0-2 0,-2 0 3 16,0 2-4-16,1-1 4 0,-1-3 2 0,4 3 3 0,1-4-1 16,0 0 16-16,2 0 0 0,2 0 1 0,3 1-1 15,4 0-4-15,0 1-12 0,2 2 2 0,1 0-4 16,0 5 12-16,2-1-7 0,2 4 1 0,0 1-3 15,1 1-6-15,-16 3 1 0,10-1 4 0,6 0-1 16,2-1 8-16,2-3-13 0,2 0 3 0,2-2-4 16,1 1 6-16,3 1-1 0,1 1 1 0,0 1-1 0,1 1-6 15,1 1 6-15,2 2 3 0,-12 0 3 0,17-1 9 16,1 0 6-16,1-3-8 0,-2-2 6 0,4-2-16 16,-2-3 2-16,4-1-3 0,-1 0 4 0,-1-2 7 15,0 0-13-15,1 1 10 0,-2-3-10 0,2 3 17 16,0-3-16-16,-1 1 4 0,0 0-5 0,3-3 21 0,1 1-12 15,3-1 1-15,2-3-5 0,-2-2 3 0,3-2-3 16,-1-4 4-16,3 2-5 0,-1-2 2 0,-2 0 1 16,0-3-1-16,-3-3 1 0,1-1-4 0,-2 0 3 15,3 13-2-15,-1-8 1 0,-1-5-6 0,3-2 2 16,1-2 3-16,-2-4-1 0,2-2 11 0,-2-2-5 16,-3 1-1-16,2-3-1 0,-5-1-6 0,0 11 4 15,-1-18-3-15,-2-1 3 0,0-2-6 0,-2 1 7 0,1-3-2 16,-1 1 3-16,0-1-10 0,0-1 3 0,0 0 0 15,0-2 1-15,1-1 6 0,-4-2-1 0,0-1-5 16,-2-3 2-16,1-4-8 0,-3-4 8 0,0-3 0 16,-2 0 2-16,-1 1-4 0,0 2 6 0,2-1 0 0,-2 3 0 15,1 1-8-15,-3 0 0 0,-1 0-2 0,-2-4 2 16,13-2 0-16,-10-4 0 0,-6-1 1 0,-3 1-1 16,-3 2 0-16,-4 4-4 0,-2 3 3 0,-3 2-2 15,-1 1 9-15,-2-1 0 0,-3 0-5 0,17-2 3 16,-22 2-8-16,-6 0 5 0,0-2 6 0,-2 5-2 15,1-3 0-15,-1 5 3 0,-1 4-11 0,1 3 9 16,-3 4-15-16,-3 2 13 0,-2 2-3 0,-8 4 6 0,-2 2-19 16,-5 3 8-16,0 4-5 0,2 4 5 0,-1-19-17 15,2 16-27-15,-5 6-8 0,-6 9-9 0,-4 5-59 16,-8 5-256-16</inkml:trace>
  <inkml:trace contextRef="#ctx0" brushRef="#br0" timeOffset="89006.07">23108 7739 256 0,'0'-1'-41'0,"1"0"38"0,0 0 20 15,2-2 11-15,10-6 36 0,4-1-9 0,-1-1-35 16,4-1-1-16,-3 0-3 0,3 2-4 0,0-2-4 16,0 1-7-16,1 2 4 0,-4-2-5 0,1 3 9 15,-2 0 7-15,-1 2 0 0,1-1 8 0,-2 0 2 16,0 1-5-16,-1 0 4 0,-1 1-9 0,0 2-1 0,1-1-6 15,-1-4 3-15,1 1-9 0,-1 2 9 0,0 2 1 16,2-1 1-16,-3 3 3 0,2 0-8 0,-1 1-2 16,1 1-2-16,0 1-5 0,0 2 13 0,-2-1-7 15,0 1 7-15,2 1-8 0,0 1 9 0,-2-2-3 0,-3 1 3 16,1 1-4-16,1-5 3 0,-1 7-2 0,1-2-1 16,-3 2-9-16,-3-1 6 0,3 3 6 0,0 5-2 15,-4-4-2-15,2 0-2 0,-1-1-1 0,0-4 1 16,3 1-3-16,-2 0 4 0,-4-2 0 0,0-1 1 15,4 3-9-15,-4-4 3 0,0 3-4 0,2-3 5 16,-3-2 8-16,2 5-10 0,0-5 6 0,-1 2-6 0,-1-2 5 16,3 1 0-16,-1 1-2 0,0-1 1 0,1 0-5 15,-1 1 11-15,0-2-1 0,1 0 3 0,-1 0-8 16,-1 0 12-16,2 0-6 0,-1 1 8 0,0-2-13 0,1 0-7 16,-1-2 2-16,1 1-2 0,6-3 8 0,1-3-10 15,0-1 4-15,1 5-6 0,-1-12 9 0,2 2-9 16,-1-4 4-16,1 3-5 0,1 1 10 0,1-1-2 15,0 2-8-15,2 1 5 0,-2 1 0 0,0 1-3 16,2-1 6-16,0 2-7 0,0-1-1 0,0 2 5 16,1 0-3-16,2 1 3 0,-2 1 1 0,5 1-1 15,-1 1 0-15,-1 2 0 0,2-2 3 0,-1 2 1 16,-2-11-4-16,2 4 2 0,-1 4 3 0,3 1-9 0,-2 3 10 16,-1 0-10-16,-3 1 4 0,0 2 2 0,0 0-7 15,-1 1 6-15,0 0-5 0,-1 1 6 0,1 1 2 16,-1 0 1-16,0 1-5 0,1-1 0 0,0 1 0 15,2 1 0-15,-2-1 1 0,2 0 0 0,-2 0-3 0,2 0 1 16,1 2-8-16,0-2 10 0,-2 0 0 0,2 0 3 16,-5-2-4-16,1 0-1 0,3 1 5 0,-1 0-3 15,4 0 8-15,-3-1-5 0,0-2-3 0,0 0 1 16,-3-2-2-16,0-1 1 0,1 0 2 0,-2 0-1 16,-1 0-2-16,1-1 2 0,-1-1 1 0,-2 0 3 15,1 0 14-15,-2-1-1 0,-2 2 2 0,1-1-4 16,0-1-6-16,-1 1-3 0,0 0 0 0,0 1 0 15,-1-1-7-15,-1 1 1 0,0 0-3 0,0 1 1 0,0-1-10 16,2 0-263-16</inkml:trace>
  <inkml:trace contextRef="#ctx0" brushRef="#br0" timeOffset="91542.21">28996 7350 116 0,'0'0'47'0,"-1"0"-9"0,0 0 44 15,-1-1 12-15,1 0-30 0,0 1-4 0,0-2-19 16,0 1-7-16,0 0 7 0,-1 0-3 0,1 0 8 16,0-1 8-16,0 1-1 0,0 1 6 0,0-1-30 15,-1 1-2-15,1 0-7 0,0 0-2 0,0-1-5 16,0 1-2-16,1 0 0 0,0 0-2 0,0 0 1 0,0 0 0 15,0 0 0-15,0 0 0 0,0 0-2 0,-2 0 7 16,1 0-5-16,0 0-3 0,0 1 10 0,0 0-12 16,1 0 12-16,0 2-4 0,0-1 0 0,0 1 10 0,0 1-6 15,0 2 16-15,0 0-9 0,0-1 3 0,1-1-5 16,0 0 2-16,0-1-9 0,2 1-2 0,-2-2 0 16,11 1 7-16,-1 5-15 0,1-2 5 0,1-2-8 15,-1-1-2-15,4-2 6 0,3-1-6 0,5-2 6 16,1-4-9-16,0 0-1 0,-1-1 4 0,-1-1-1 15,-2-1 10-15,3-1-5 0,-1-1-2 0,1 1-2 16,-1 0-4-16,2 0 3 0,0 0-2 0,1 1 2 0,2-1-3 16,1 2 3-16,3 0 3 0,1 2 0 0,-2 1-1 15,-3 2-1-15,-2-1-4 0,-3 2 4 0,2 1 4 16,-2 1-5-16,0 0 2 0,-6 1-3 0,1 1 7 16,0 3-8-16,-3 1 3 0,-1 0-6 0,-1 0 11 0,-1 1-6 15,-2 0 7-15,1 0-6 0,-3-5 1 0,2 6 0 16,-2 1-1-16,0-1 3 0,-1-1 7 0,-1-1-4 15,-1 0-3-15,-3 0-1 0,3-1 1 0,-2 0-4 16,1 0 1-16,2-2-2 0,-5 1 1 0,0-2 6 16,-1-1-2-16,0 1 3 0,2 0-9 0,1 0 7 15,-1 1 0-15,0-1 4 0,1-1-4 0,-1 0-4 16,-1 1-2-16,2-2-2 0,-1 0-2 0,0 0 3 16,4-3 2-16,9-4-2 0,1-2-4 0,-1-2 1 0,3 10 0 15,-3-13 1-15,3 1-2 0,3 1 4 0,1-3-4 16,2 1 5-16,-2 0-2 0,4 1-1 0,-3-1 3 15,0 1-1-15,-1 0 3 0,-2 1 0 0,1 5 0 16,-2 0 0-16,1 2-4 0,-1 3 8 0,-2-10-6 0,2 5 6 16,-2 5-7-16,2 2 0 0,-3 1 5 0,2 4-2 15,-1 2-2-15,2 1 6 0,-1 1-5 0,-3 1 7 16,-2-2-1-16,1-6-6 0,0 11 5 0,3-2-4 16,0 2 4-16,-1-4-1 0,-1 0 3 0,4 1-1 15,-4-3 13-15,3 1-8 0,-1-2-2 0,0 1-2 16,2-1 0-16,-2 0 4 0,1-1-4 0,1-1 4 15,-2 1 1-15,2 0-12 0,0-1 6 0,1 0-7 16,0-1 10-16,0 0-8 0,0 0 6 0,1-1-6 0,1-1 5 16,0 0-10-16,-1 12 0 0,-2-6-4 0,1-4-10 15,0-1-87-15,1-2-62 0</inkml:trace>
  <inkml:trace contextRef="#ctx0" brushRef="#br0" timeOffset="112109.03">10811 11197 80 0,'0'0'0'0,"-1"0"9"0,0 0 95 16,0 0-29-16,0 0 9 0,-2 0-47 0,1 0-6 15,0 0 5-15,-1 0-12 0,1 0 13 0,1 0-8 16,-3 0 1-16,1 0-1 0,0 0-2 0,-1 0-1 0,-1 0-1 15,1 0 6-15,0 0-5 0,0 0 7 0,0-1-8 16,-1 0 8-16,0 0-8 0,-1 0 9 0,-1 0 4 16,3-1-7-16,0 2 7 0,2 0-11 0,-2 0-2 15,-1 0 3-15,1 0-2 0,-2-1 2 0,0 1-6 16,2 0 3-16,0 0-3 0,0 0 1 0,3 0-8 16,-1 0 0-16,-2 0-3 0,2 0-5 0,-1 0-1 15,1 0-6-15,0 0 3 0,-1 0-11 0,1 0 8 16,0 0 1-16,0 0 4 0,1 0 3 0,0 0-8 0,0 0 3 15,0 0-3-15,0 0 11 0,1 1-9 0,0 1 1 16,0-1-3-16,0 0 3 0,1 0-2 0,0 0 4 16,0 0-3-16,1 1 6 0,3 0-9 0,3 2 2 15,4 0-5-15,-2 0 4 0,-1-1 4 0,0 0 0 16,1-1 1-16,2 2 1 0,-1-2 2 0,1 0-6 0,1 1 4 16,-1-1-7-16,1 0-1 0,0 1 2 0,1-1-3 15,1 0 1-15,-1 1 2 0,1-1 0 0,1 2 1 16,0-1 8-16,1 1-4 0,1-1-1 0,-3 0-2 15,5 0-5-15,0 2 5 0,-2-2 0 0,6 2 2 16,-6-3-3-16,2 0 7 0,2 0-2 0,-5-1 4 16,7-1-2-16,-2 1-8 0,-2-1 2 0,2 1-3 15,-5 1-2-15,2-2 5 0,-1 0 1 0,2 0 1 0,1 0-6 16,-1 0 6-16,0 0-4 0,1 1 5 0,-1-1-7 16,3 2 0-16,1 0 2 0,-1 0 0 0,5 0 0 0,-5-1 5 15,1 2-5-15,-2-1 4 0,-1-1-11 0,3 1 7 16,-2 1-3-16,1-1 5 0,-1 0-5 0,-1 1 4 15,1 0-1-15,-2 0 3 0,1-2-3 0,0 0 5 16,2 0-6-16,-1 0 3 0,0 2-8 0,2-1 5 16,3 0 6-16,-1 0-3 0,2-1 6 0,2 0-8 15,-3 0 1-15,-3-1-3 0,4 0 4 0,2-1 4 16,-2-1-6-16,3 0 4 0,-7 0-9 0,-1-1 6 16,1-1 0-16,-1 0 2 0,0 0-6 0,0 0 0 15,-2 0 2-15,0 0 0 0,-1 1-2 0,0-2 3 0,2 1 1 16,1 1 0-16,-5 0-1 0,4 1 3 0,-6 0-7 15,-2 1 6-15,1-1-2 0,-2 1 0 0,-1 0-3 16,-1 1 1-16,-2 0 5 0,1 0 0 0,0 0-1 16,-2 0-1-16,2 1 0 0,-7-1-5 0,1 0 8 0,-1 0-7 15,-1 0 13-15,0 0-10 0,0 0 6 0,-1 0-5 16,2 0 11-16,-1 0-12 0,0 0 4 0,1 0-4 16,-2 1 15-16,0 1-9 0,0-2 4 0,1 0-6 15,-1 0 0-15,0 0-10 0,0 1-7 0,0-1-1 16,0 0-16-16,1 0-106 0,-1 0-44 0</inkml:trace>
  <inkml:trace contextRef="#ctx0" brushRef="#br0" timeOffset="112892.25">12781 10719 260 0,'0'-1'43'0,"0"0"65"0,0-1-17 0,0 0-17 15,0 0 2-15,-1-5-10 0,-1-2-11 0,0 2-13 16,1 0 7-16,0 1-11 0,0 1-9 0,0 0-12 16,0 0 5-16,-1 0-4 0,2 3 16 0,0 0-4 15,0-1-1-15,0 2 1 0,0-1 2 0,0 1 2 16,-1-2 0-16,0 1 0 0,0 0-7 0,0-1-8 15,0 2-5-15,-1 0 0 0,1 0-1 0,0 0-13 16,0-1 3-16,0 1-5 0,-1 1 3 0,1 0 2 16,0 0 2-16,0 1-3 0,0 1-6 0,0 0 4 0,-2 3-1 15,-3 8 2-15,2-2 3 0,0 3 2 0,1 3 1 16,0-2-1-16,1 3-4 0,0 1 0 0,0 2-4 16,1 3 2-16,1 3-3 0,0 2-2 0,0-1 9 0,0 0-4 15,0-3 5-15,0 1-3 0,0-2-6 0,0 1 4 16,1 2 0-16,1 1 1 0,-1 1 6 0,0 0-4 15,0 2-9-15,0 2 8 0,0-1-2 0,2 3 6 16,-1 0-7-16,0-1 5 0,1 0-4 0,0-2 5 16,1 1-5-16,-1-3 2 0,0 0-1 0,-1-1 2 15,-1-1-2-15,0-1 2 0,2 0 0 0,-2-1 0 16,1 0 2-16,0-1-5 0,-1-2 2 0,0 2-2 0,0 1 8 16,0-4-8-16,0-1 0 0,1 2-2 0,-2-6 6 15,1 3-3-15,-1 3 3 0,1-3-3 0,-1-3-3 16,0 1 5-16,0-4-4 0,0-2 5 0,0-2 1 0,0-3-9 15,0-2 4-15,0-1-8 0,0-1 0 16,0 0-25-16,0-2-10 0,0 0-10 0,0 0-69 0,0 0-62 16,1 2-10-16</inkml:trace>
  <inkml:trace contextRef="#ctx0" brushRef="#br0" timeOffset="113492.49">13300 10777 483 0,'0'-2'45'0,"0"1"0"16,-1 0-5-16,-1-1-1 0,1-1-17 15,1 2-11-15,-3-6-8 0,0 2-3 0,1 1 0 0,0-2-6 16,-1 1 8-16,2 0-5 0,0 1 7 0,0 0-3 16,0-1 29-16,1 3-3 0,-2 0 13 0,1-1 13 0,0 1 3 15,0 0 8-15,0 0-6 0,0 1 1 16,-1 0-12-16,2 0-3 0,0 0-2 0,0 0-11 0,0-1-12 15,0 1 3-15,0 0-6 0,0 0 0 0,0 0-1 16,0 0-1-16,0 1 2 0,0 0 12 0,0 0-11 16,0 1 0-16,0 0-5 0,0 1-12 0,2 8 5 15,0 10 3-15,0 2 0 0,1-2-9 0,-1 5 6 16,-1-1-7-16,0 3 7 0,0 3-7 0,-1-2 2 16,0 0 1-16,0 2 2 0,0-1-3 0,0 0 0 0,0 2 1 15,0 1 1-15,-1 2-2 0,-1 0 3 0,0 2-2 16,-1 1 1-16,1 2-11 0,0 1 10 0,0-4-5 15,1 1 6-15,1-4-5 0,0-3 5 0,0 1-1 16,0-1 2-16,0 1-3 0,0-1 0 0,0 2 2 16,0-2 0-16,0-1 5 0,1-3-11 0,1 1 3 0,-1-2-6 15,1-1 10-15,-1-1-3 0,2-5 0 0,-1 1-1 16,0-2 3-16,1-1-5 0,-1-1 2 0,-1-2-5 16,0 0 4-16,0-2-2 0,1-3-1 0,-2-3 0 15,0-2-7-15,0 0-19 0,0-1-1 0,0-1-7 16,0 0-16-16,0 1-65 0,0-1-6 0,0 0-32 15,0 0-117-15</inkml:trace>
  <inkml:trace contextRef="#ctx0" brushRef="#br0" timeOffset="114810.99">13476 11297 348 0,'0'0'149'0,"0"0"-197"0,0 0 178 16,0 0-97-16,-1 0 0 0,0-1 8 0,0 0-8 15,-1 0 6-15,1 0-13 0,0 0-3 0,0-1 6 16,0 1-4-16,0 0 3 0,-1 0-1 0,1 0-1 0,-1 0 0 16,-1-1 3-16,1 1-10 0,0 0-2 0,-1 0-2 15,1 0 7-15,0-1 9 0,-1 1-3 0,1 0 3 16,0 0-4-16,-1 0-5 0,2 0 8 0,0-1-9 15,0 1 0-15,0 0-12 0,-1 0-3 0,1 0-2 16,0 0 3-16,0-1-7 0,0 2 4 0,0 0-4 16,1 0 5-16,0 0 19 0,0 0-4 0,0 0 8 15,1 0-7-15,0 0-6 0,1 0 2 0,5 0-4 16,9 3-3-16,-1-1 3 0,1 0-2 0,3 2 2 0,1-2-8 16,1 1 5-16,2-1-6 0,0-1 5 0,2 0-4 15,0 2-3-15,2-2-1 0,2 1-1 0,3 1-1 0,3-1 2 16,-1-2 2-16,5 1-1 0,3-1 2 0,2 1-4 15,2 0 5-15,-2 2-5 0,1-1-3 0,0 1 9 16,-1 0-5-16,-1-1 9 0,0 1 1 0,3-1 3 16,5 0-4-16,-1 0 4 0,3 1-3 0,2 1 9 15,-5-2-2-15,0 0 3 0,-1 1-5 0,-2 0-11 16,3 2 6-16,5-2-8 0,3 0 3 0,3-2-3 16,-1-1 1-16,-3 0-1 0,-3 0 3 0,-1-2-2 15,0 0-1-15,1 2 1 0,1 0-1 0,4 0-4 0,-3-1-1 16,-1 0-1-16,-2 0 11 0,-4 1-10 0,-1 0 6 15,-2 0-9-15,-2 1 6 0,0 0 3 0,2 2-1 16,-2-1 1-16,1-1-4 0,0 0 5 0,-6 2-6 16,-3-2 5-16,-4-1-4 0,-2 0 0 0,-1 0 2 15,-4 1-1-15,1 1-1 0,-5 0 2 0,1-1-4 0,-5 0 3 16,2 0-4-16,-5 0 7 0,0-1-4 0,-1 0 5 16,0 0-5-16,-2 0 0 0,-3 0 2 0,-3 0-1 15,-3 0 0-15,0 0-2 0,0 0 3 0,0 0-3 16,0 0 10-16,1 0 9 0,-2 0 2 0,0 0 2 15,0 0 1-15,0 0-10 0,1 0-2 0,-1-1-1 16,-1 0-2-16,0 0 4 0,0 0 0 0,0-1 1 16,-1 1-9-16,-1 0 1 0,1 0 0 0,0 0 2 0,0 0 8 15,-2-2-7-15,1 1 1 0,0-1-4 0,-1 2-3 16,-1-2 11-16,0 0-1 0,1 1 3 0,-2-1-8 0,1 0 4 16,1 1-7-16,-1-1 6 0,1 1-3 0,-1 0-1 15,1-1 3-15,0 2-4 0,0 0 1 0,-1 0-8 16,2 0 1-16,-2 0-3 0,1-1 4 0,1 1-1 15,-2 0 1-15,1 1 0 0,-1 0 0 0,0 0 2 16,1 0-1-16,1 0 0 0,-1 0-11 0,1 1 10 16,1-1-6-16,-2 1 8 0,2 2 0 0,-5 5-2 15,3-2 0-15,-1 1 0 0,2 0 1 0,1-2-3 16,0 1 2-16,1-1-4 0,0 1 3 0,0-1 0 16,0-3 4-16,0 1-3 0,0-2 9 0,0 0 0 15,8 1-4-15,2 5 3 0,1-1-4 0,1-1 6 0,-1-1-1 16,2-3 2-16,0-1-3 0,-3 0 9 0,-2-1 3 15,0-2 1-15,-4 2 6 0,0-1 1 0,2-2 3 16,-4 4-3-16,-1-5-1 0,3 0-1 0,0-2-5 16,-2 2 2-16,-1 1-13 0,-1-2-5 0,0-1 1 0,-2-2-1 15,-3-3 1-15,0 3-36 0,-5-2-5 0,-10 2-16 16,-1 2-50-16,-4-4-84 0,-1 6-27 0,-4 0-37 16,-5 1-276-16</inkml:trace>
  <inkml:trace contextRef="#ctx0" brushRef="#br0" timeOffset="115795.14">10750 11150 303 0,'0'0'67'0,"0"0"-51"0,-1 0 74 16,0 0-27-16,0 0-20 0,0 0-23 0,-1 0 2 16,1 0-9-16,0 0-1 0,-1 0 9 0,-1 0 2 15,1 0 1-15,0 0-2 0,-1 0 8 0,1 0-10 0,0 0 10 16,-1 0-6-16,1 0 17 0,0-1 1 0,-1 0 5 16,1 0 7-16,1 1 0 0,-3-1 0 0,-2-2 0 15,0 1-4-15,1 0-3 0,0 1 5 0,0-1-6 16,2 1-11-16,-2 0-14 0,0 0-1 0,2 0-1 15,0 1-1-15,1 0-5 0,-2-2 3 0,1 1-2 16,-1 0 4-16,-2 0-11 0,2 1 5 0,1 0-7 0,-4 0 0 16,1 0 3-16,-2 1-6 0,1 0 7 0,-1 2-2 15,2-1 0-15,0 0-2 0,-2 2 0 0,4-2 4 16,0 1-9-16,-2 0 8 0,4-1-9 0,-1 1 4 16,1-1-2-16,-1 1-1 0,1-1 0 0,0 0 3 0,1 1 1 15,-1-1-1-15,1 0 0 0,0 1-7 16,1-1 14-16,0 0 0 0,0 1 7 0,1-1 4 0,0 0-2 15,1 0-1-15,0-1 1 0,1 1 4 0,5 2-9 16,-1-1 2-16,0-1-5 0,2 1-3 0,-1-2 3 16,2 0-3-16,-6-1 3 0,0 0-1 0,1 0-5 15,-2 0 2-15,2 0-3 0,0 0 3 0,-4 0 14 16,1 0 4-16,0 0 4 0,1 0 14 0,-2 0-20 16,0 0 4-16,0 0-8 0,0-1 3 0,-1 0-9 15,0 0 3-15,0-1-5 0,0 1 12 0,-1-1-7 0,0 0 0 16,0-1-3-16,-1 1-5 0,-1 0-6 0,1-1 2 15,0 1-2-15,-1 0 8 0,1-1-11 0,1 3 3 16,-3-2-5-16,3 2 0 0,0 0-1 0,0 0-10 16,-2-3 2-16,1 1-49 0,0 1-64 0,-1 0-11 0,1 0-23 15,1-1-88-15</inkml:trace>
  <inkml:trace contextRef="#ctx0" brushRef="#br0" timeOffset="116611.68">8293 10653 422 0,'-2'0'37'0,"1"0"-3"15,0 0 45-15,0-1-7 0,0 0 6 0,0 0-6 16,-1-1-25-16,1 1 5 0,0 0-10 0,0 0 11 0,0-2-3 15,-2 2-3-15,2 0 1 0,0 0-2 0,0 0-11 16,0 0 4-16,-1-1-7 0,1 1 3 0,0 0-12 16,0 0-2-16,0 0-4 0,0 0-3 0,-1-1 7 15,1 1 0-15,0 0 1 0,0 1-8 0,1 0 11 16,0 0-5-16,0 0 6 0,0 1-8 0,1 2-7 16,1 5 5-16,5 13-6 0,2 2 1 0,-1 7-5 15,-1-2-4-15,0 3 2 0,0 2 3 0,-1-2-7 16,1 5 5-16,0-5-5 0,0 1 8 0,0-5-8 15,0 0 0-15,0-1-1 0,0 0 7 0,0 0-9 0,2-3 3 16,-1 2-4-16,-1-3 9 0,0 3-6 0,-1-5 7 16,0-1-7-16,1 3 3 0,-2-7 0 0,0 3-2 15,0-5 0-15,0-1 3 0,-2-4-1 0,1-1 3 0,-1 1-2 16,0-3-2-16,0 1 9 0,0-3-3 0,-2-1 6 16,6 3 3-16,-2-2 11 0,2 0-2 0,3 0 4 15,0-3-4-15,3-3-5 0,-3-3-1 0,2-1-2 16,1-18-13-16,0-1 5 0,3-3-4 0,-5-2 5 15,-3 0-8-15,1-2 0 0,-3-1 4 0,4 1-3 16,0 0-3-16,-1-1 4 0,-1 1-2 0,0 0 3 16,-3 0-7-16,-1 3 7 0,1 2-6 0,-4 3 7 0,2 1-6 15,8 7 0-15,-5 3 1 0,-1 1-1 0,-3 3 0 16,0 4 1-16,-2 2 5 0,0 1-3 0,0 2-1 16,0-1-2-16,0 1-10 0,0-2 2 0,0 1-29 0,1 0-49 15,0 0 6-15,0 1-20 0,0 1 5 0,0 1-75 16,1 2-19-16,3 16-32 0,0 10-183 0</inkml:trace>
  <inkml:trace contextRef="#ctx0" brushRef="#br0" timeOffset="116846.94">8829 11250 1191 0,'0'0'73'0,"-1"0"-57"0,-1 0 80 15,1 0-29-15,0 0-6 0,0 0-13 0,0 0 1 16,0 0-8-16,-1 0-12 0,1 2-12 0,0-1-3 0,0 0-2 16,0 1-10-16,-2 10 1 0,0 7 5 0,1 2-4 15,-1 5-2-15,1 4 0 0,-2 2 0 0,2-1 0 16,-2-2 5-16,2-3-6 0,0 1-1 0,-1-3-1 16,2 0-3-16,0-4 7 0,0-2-5 0,1-4 3 15,0-1-13-15,0-4-98 0,0 0-26 0,1-5-51 16,1 1-327-16</inkml:trace>
  <inkml:trace contextRef="#ctx0" brushRef="#br0" timeOffset="117779.14">16140 10224 1133 0,'-2'0'26'0,"1"-1"35"0,0-1-33 15,0 1-12-15,0 0-2 0,0 0-3 0,-1 0-3 16,1 0 7-16,0-1-10 0,0 1 9 0,0 0-17 15,-1 0 1-15,1 1 8 0,0 0-4 0,0 0 17 16,1 1-7-16,0 0-2 0,0 4 0 0,-2 14 5 0,-1 4-7 16,3 2 2-16,0 4-3 0,0 3 7 0,3 0-12 15,-1 2 5-15,0 0-7 0,2-2 11 0,-1-2-8 16,2 0 6-16,0-3-7 0,-1-2 10 0,2-3 11 16,1-1-2-16,-1-2 7 0,1-1 11 0,0-3-13 15,0 0 4-15,-1-4-9 0,0-1 0 0,-1-2-13 16,-3-3 4-16,2 1-6 0,-1-1 10 0,-3-4-6 15,4 1 5-15,-1 1-5 0,0-2 12 0,0 0 10 0,0 0-4 16,-1-1 5-16,1 0-14 0,3-1-4 0,1 0-1 16,4-23 0-16,-2-2 0 0,3-3-3 0,-1-3 3 15,-1-2-4-15,3-1-8 0,3-3 3 0,0-1-5 0,-1-3 4 16,3 0-2-16,-4-1 0 0,-1 3 4 16,2 2-3-16,-5 1 8 0,0 5-10 0,1 4 2 0,-3 4-3 15,1 2 5-15,0 4-5 0,-1 2 0 0,-3 2-2 16,-1 2 4-16,2 4-2 0,-2 0-2 0,0 4-2 15,0 1-6-15,-2 1-19 0,2-1 1 0,-3 3-12 16,1-1-28-16,0 1-56 0,-1 0-2 0,0 0-22 16,0 0-59-16,3 0-185 0</inkml:trace>
  <inkml:trace contextRef="#ctx0" brushRef="#br0" timeOffset="118279.81">16605 10628 878 0,'-1'0'509'0,"0"0"-704"15,0 0 606-15,-2 0-345 0,1 0-64 0,0 0-10 0,-1 0-3 16,2 0-1-16,0 0-3 0,0 0 0 0,0 0-8 15,-1 0 5-15,1 0-3 0,0 0 13 0,1-1 3 16,0 0 2-16,1 0 6 0,0 0 3 0,2-1 6 16,10-3-2-16,1-1 13 0,0 0 10 0,-2 1-7 0,1 0 8 15,0 1-11-15,-2 0-12 0,3 1 1 0,-1 0-5 16,0 2-5-16,-1 1-1 0,1 1-1 0,-1 2 0 16,1 1 11-16,-2 2-7 0,-2-1 3 0,0-2-5 15,-3 13-4-15,0 1-7 0,-1 5 1 0,8-1-4 16,-5 3-7-16,-6 1 7 0,-2-1-2 0,-3 0 6 15,-3-1 9-15,-1-2-1 0,0-1 0 0,0-6 0 0,2-5 5 16,0 1 1-16,2-4 1 0,0-2-1 0,0 2 0 16,0-1-3-16,2-3 2 0,0 2-4 0,0-2-6 15,0 1 6-15,-1-1-2 0,1 0 5 0,1 1 3 0,0-1-1 16,1-1 0-16,1 0-1 0,2 2 7 16,13 0-2-16,3 0-1 0,0-3-1 0,1-2-3 0,0-1 7 15,-1-1-2-15,2-2 2 0,2 1-1 0,-2-1-4 16,-1 0 6-16,1 0-5 0,-5 1 4 0,1 2-8 15,-4 0 3-15,-1 2-4 0,-2 0 3 0,-3 0-3 16,-2 0-6-16,0-1 2 0,-3 2 0 0,1 0-14 16,-2 0-9-16,-1 0-9 0,0 0-95 0,2 0-135 15,-1 0-98-15</inkml:trace>
  <inkml:trace contextRef="#ctx0" brushRef="#br0" timeOffset="123468.2">13287 12552 353 0,'0'0'0'0,"0"-1"4"0,0 0 53 16,0 0 7-16,1-2 15 0,0-4 1 0,1-2-1 15,1-4-7-15,-2 3-4 0,0 2 0 0,0-2-10 16,-1 0-8-16,0-3 2 0,0 0-6 0,0 0-14 0,0 3-7 16,0 2-1-16,-1-2-3 0,0 1-12 0,-3-3 0 15,1 1 3-15,-2 0 1 0,2 0 11 0,-1 3-2 16,-2-3 4-16,2 3-2 0,-3-2 12 0,2 4-12 16,-1-1-3-16,-5 1-1 0,1 0-3 0,-2 0 5 15,0 2 1-15,-3 3 0 0,-3-11-6 0,1 5-3 16,-3 3-2-16,1 1 0 0,1 3-5 0,-4 3 6 15,1 1-3-15,-2 3 3 0,1 2 7 0,-1 1-9 0,0 2 7 16,2 0-10-16,1-6 2 0,1 15-7 0,3 2 1 16,-1 1-4-16,1 1 1 0,1 3 6 0,0 0-5 15,4 1 5-15,1 2-7 0,2-2 0 0,2 1 0 16,1-2-1-16,3 1-1 0,1 0 3 0,-13-3-1 0,7-2 2 16,4 1-9-16,3-2 8 0,3 1-5 0,3-2 5 15,1-1-11-15,1-2 10 0,3 0-2 0,-10-2 4 16,15-2-12-16,3-1 8 0,1-2 1 0,0-2 1 15,1-1-2-15,0 1 9 0,0-1-3 0,1-3 7 16,-2-1-7-16,2-4 5 0,0 0-4 0,2 14 4 16,-2-8 2-16,1-3 5 0,-3-3-2 0,0-1 2 0,-3-1-3 15,2-1-7-15,-1-2 3 0,-2 0-5 0,1-1 5 16,-3 1-7-16,0 1 2 0,-2-1-4 0,-2 2-5 16,0 0 8-16,-2-1-1 0,0 1 3 0,-2 1-9 15,-1 0-9-15,-1-1-21 0,2 0 0 0,0 0-114 0,2-3-459 16</inkml:trace>
  <inkml:trace contextRef="#ctx0" brushRef="#br0" timeOffset="124468.35">21411 10147 869 0,'-1'0'131'0,"0"0"-162"15,0-1 153-15,-2 0-80 0,1 0-8 0,-4-1 2 16,1-1-7-16,3 2 4 0,0 0-10 0,-1 0 4 15,1-1 4-15,0 1-2 0,-1 0 7 0,1 0-8 0,0 0-1 16,-1 0-4-16,1-1-11 0,0 1-9 0,0 0 4 16,1 1-6-16,0 0 0 0,0 0 11 0,1 0-2 15,0 0 5-15,0 0-7 0,0 0 7 0,0 0-9 16,1 0 8-16,0 0-9 0,0 0-1 0,10 0 2 16,2 0-2-16,-1 0 6 0,1 1-4 0,1 2 1 15,-1-1-3-15,1 1 2 0,1 2-3 0,-1 0 6 16,0 0-6-16,0-2 0 0,-1 1 6 0,0-1-10 0,-1 1 7 15,-1-1-11-15,-1 1 6 0,0-1 4 0,-2 1 0 16,-2-2 4-16,0 0-10 0,-2 1 5 0,0-2-5 16,-1 0 4-16,0 0 11 0,-2-1-10 0,1 3 12 15,1-1-3-15,-2 0-2 0,2 5 2 0,0 3-3 16,-3-1-2-16,0 3-6 0,-3 1 2 0,-1 2-2 0,-3-1 10 16,-2 3 0-16,-1 0 4 0,-2 2-3 0,8 1-1 0,-11 3-7 15,0-2-1-15,-2 2-1 0,1 1-6 16,-3 1 6-16,0-1-3 0,-2 2 5 0,-2 2-5 0,1 1 2 15,-1 0 1-15,1 3 0 0,-1-3 2 0,1 0-8 16,3 1 2-16,3-5-4 0,1 2 12 0,3-6-7 16,-1-2 0-16,3-2-1 0,1-4 6 0,2-1-1 15,3 0-1-15,1-3-1 0,-3-1-6 0,0 3 4 16,2-3-1-16,2-1 1 0,0 0-7 0,1 0 7 16,1 2-1-16,0-2 3 0,1-2-7 0,1 4 10 15,2-3-5-15,0 1 7 0,2-1-7 0,7-2 3 16,2 0 4-16,1-1-2 0,1 0-4 0,3-2 8 0,1 0-10 15,4 0 9-15,-1 13-4 0,0-5 3 0,1-5 1 16,-3-3-1-16,3 1-4 0,-1-2-2 0,-1 0-1 16,-1-2-1-16,1 1 4 0,-3-1 2 0,-1 0 2 15,-1-1-2-15,-2 2-3 0,-2 0-6 0,-1 1 2 0,-1 0-4 16,-2 0 4-16,-2 0 2 0,-1 0 0 0,-1 0 0 16,-3 0-8-16,-2 0-20 0,1 0-16 0,1 0-3 15,-1 0-76-15,-1 0-23 0,0 0-32 0,0 0-3 16,1 0-162-16</inkml:trace>
  <inkml:trace contextRef="#ctx0" brushRef="#br0" timeOffset="124851.45">20966 10580 1093 0,'-2'0'86'0,"1"0"-92"16,-1 0 95-16,-6 0-46 0,3 0-23 0,1 0-14 0,2 0-1 15,0 0-5-15,1 0-5 0,-1 0 18 0,1 0 0 16,0 0 8-16,1 0 0 0,0 1 9 0,1 0-3 15,2 1 6-15,12 0-9 0,6 0-5 0,4 0 4 16,4-2-4-16,2-2 3 0,4-2 1 0,1-2-8 16,6 0 6-16,-1 0-8 0,1 0-12 0,-2 1 8 0,-2 1-9 15,-1-1 0-15,-3 3 5 0,-2-1-3 0,-1 1 5 16,-3 1-6-16,0 0-2 0,-1-1 0 0,-1 2-2 16,1 0 6-16,-2 0-8 0,0 0 0 0,-3 0-8 15,-3 0-35-15,3 0-102 0,-1 0-18 0,0-1-39 16,2-1-172-16</inkml:trace>
  <inkml:trace contextRef="#ctx0" brushRef="#br0" timeOffset="125219.36">22213 10500 838 0,'0'0'36'0,"-1"0"1"0,0 0-12 0,0 0-1 16,0 0-15-16,-2 0-2 0,1 0 9 0,-1 0-1 15,1 0 5-15,0 0 6 0,-1 0 6 0,2 0-6 16,0 0 5-16,0 0-8 0,0 0-4 0,0 0 12 0,-1 0-6 15,1 0 29-15,0 0 3 0,0 0-5 0,1 0 4 16,0 0-14-16,1 1-6 0,1 1-5 0,2-2-1 16,9 2-11-16,4 0-7 0,-1-1 3 0,-2 1-5 15,6-1-4-15,-3 0-5 0,3 0-1 0,2 0 0 16,-5 0-2-16,-1-1 0 0,-2 0 2 0,-3 0-2 16,1 0-4-16,-1 0-4 0,-2 0-3 0,1 0 1 0,-3 0-18 15,1 0-55-15,-2 0-7 0,-2 0-21 0,1 0-77 16,-1 0-114-16</inkml:trace>
  <inkml:trace contextRef="#ctx0" brushRef="#br0" timeOffset="125469.66">22125 10733 729 0,'-1'0'145'0,"0"0"294"0,0 0-394 0,-1 0-20 0,1 0-10 16,0 0 0-16,0 0-16 0,0 0 21 0,-1 0-2 16,2 0 8-16,0 1 3 0,2 0-9 0,-1 1 6 15,1-2-9-15,15 4-4 0,4 1-5 0,-6-2 0 16,3 1-1-16,-2-2-4 0,2 2 0 0,3-2-5 0,0 2 3 16,-1-1 1-16,-1 0-10 0,1 0 5 0,0 0-10 15,-1-1-17-15,1-1-74 0,1-1-32 0,1-1-26 16,4-5-234-16</inkml:trace>
  <inkml:trace contextRef="#ctx0" brushRef="#br0" timeOffset="126453.87">23738 10031 1102 0,'-1'0'25'0,"0"0"53"16,0 0-51-16,0 0-5 0,0 0-2 0,-1 0-2 15,1 0-12-15,0 0 0 0,0 0 9 0,0 0-3 16,-1 0 28-16,1 0-4 0,0 0 5 0,0 0-4 15,0 0 8-15,0 0-9 0,1 0-1 0,0-1-2 16,0 0 4-16,0-1-5 0,0 0 1 0,0-4-4 0,1-7-2 16,2-2-6-16,1 0 0 0,1-4-2 0,-2 2 0 15,2-1-14-15,-1-1 8 0,2 0-10 0,0-1 5 16,0 0-9-16,0 1 0 0,-1 2-3 0,1 0 5 0,-1 1 3 16,-1 3-4-16,0 1 3 0,-2 3-8 0,0 0 12 15,-1 3-5-15,1 2 7 0,-1 0-10 0,0 1-2 16,-1 0 3-16,1 1 0 0,0 0 1 0,-1-1 2 15,0 2 1-15,0-1 1 0,0 1 1 0,0-1-3 16,0 1 0-16,0 0 1 0,0 0 6 0,0 0-3 16,0-1 0-16,1 2 0 0,-1 0-1 0,0 2-3 15,0-1-1-15,0 0-1 0,3 14-2 0,-1 2 5 16,2 3-2-16,-2 1 4 0,-1 1-5 0,2 4 1 0,-2 0-2 16,0 2 1-16,0 3 0 0,0-2-6 0,0 3 4 15,-1 0-6-15,0-2 4 0,-2 1 6 0,-1-1-5 16,0-3 5-16,1-1-3 0,1 0 0 0,-2-5 3 15,1 2-2-15,0-3-6 0,-1-3 12 0,2 0-11 16,0-2 12-16,0 2-7 0,0-2-1 0,-2-2 3 0,2-4-3 16,-1 1 1-16,-1-3-4 0,1 0 8 0,0 1-8 15,0-3 8-15,1-2-3 0,1 1-5 0,0-2 2 16,0-1-5-16,0 0 5 0,0 1 1 0,-1 0 0 16,0 0-1-16,0 1 1 0,0-2-5 0,-1 0 3 15,1 0-11-15,0 0 7 0,0 1-2 0,-1-2 4 16,-1 0-2-16,-5 0 4 0,0-2 1 0,-5 0 1 15,1 0-4-15,-1-1-2 0,-5 1 2 0,6 0-1 0,-3-1 5 16,4 1 1-16,-1 1 1 0,2 0 1 0,2 1-3 16,1-2 5-16,1 2-5 0,3 0 3 0,0 0-9 0,2 0 3 15,0 0 1-15,-1 0-2 0,-1 0-15 0,1 0 7 16,1 0-3-16,0 0 6 0,1 0 10 0,0 0 3 16,1 0 2-16,1 0-1 0,1 0-2 0,14 4 6 15,2-1-1-15,2 1 2 0,5-2-9 0,0 1 6 16,-5-3-7-16,5 0 6 0,-4 0 1 0,2-2-3 15,-2 1 0-15,2-1-2 0,-2 0-2 0,0 0 10 16,1 1-7-16,-2 0 6 0,-1-1-14 0,-3 1 6 16,-1-1 4-16,-1 1-1 0,-2 0-4 0,-1 1 1 0,0 0-4 15,-4 0 3-15,1 0-7 0,-2 0 5 0,-2 0-3 16,-3 0 3-16,1 0 0 0,-1 0-20 0,0 0-7 16,1 0-11-16,-2 0-73 0,0 0-65 0,0 0-35 15,0 0-26-15,1 0-279 0</inkml:trace>
  <inkml:trace contextRef="#ctx0" brushRef="#br0" timeOffset="126904.57">23222 10712 808 0,'-1'0'121'0,"0"0"23"0,0 0-56 16,-9 0-51-16,0 0-18 0,4 0-11 0,2 0-1 15,0 0-4-15,2 0 3 0,1 0 0 0,0 0-2 16,0 0-1-16,0 0 0 0,0 0-3 0,-2 1-2 16,1 0 5-16,1 0-3 0,-1 1 4 0,1-1 17 15,0 0-4-15,0 0 9 0,1 0 3 0,0 0 11 16,0 1-5-16,1-2 6 0,1 0-8 0,9 0-3 15,9 0 1-15,4-2-3 0,0 1 0 0,7-1-1 0,2 0 4 16,0-2-3-16,1 2-3 0,2-3-6 0,3 1-6 16,2 1 2-16,5-1 3 0,6 0-14 0,0 1 12 15,2 0-13-15,-1-2 12 0,-3 3-12 0,2-3 5 16,-3 3-5-16,1-3 9 0,-2 0 1 0,4 1-6 0,-2 0 6 16,1 1-5-16,0-1-2 0,-4 2-2 0,-1-1-1 15,-2 1-3-15,-7 1 4 0,0 0 0 0,-3 1 2 16,-2 0-6-16,-2 0 4 0,-1 0 0 0,-2 0-1 15,0 0-3-15,0 2 6 0,-1 0-4 0,2 2 4 16,-5-1-6-16,0 1-5 0,-1 1-1 0,-4-2-1 16,0 2-10-16,-3-2-74 0,-2 0-11 0,-3-1-33 15,-1 0-147-15</inkml:trace>
  <inkml:trace contextRef="#ctx0" brushRef="#br0" timeOffset="127639.15">23892 11140 621 0,'0'0'261'0,"0"0"-334"0,0 0 305 0,0 0-164 16,0 0-28-16,0 0-7 0,0 0 3 0,0 0-4 16,0-1 9-16,0 0-6 0,0-1-1 0,0 1-2 15,0 0-6-15,0 0-9 0,0 0 1 0,0-1-4 16,0 1 2-16,0 0 3 0,0 0-3 0,-1 0 2 15,0 0-5-15,0-2 14 0,-1 2-5 0,-11-6 7 0,0 1-15 16,-5 0 3-16,-2 3 0 0,-2 2 0 0,-1 1-3 16,-2 2-5-16,1 1 2 0,-3 4-3 0,0 3 2 15,0 0-5-15,1 2-2 0,4 0 0 0,0 0-1 0,5-10 0 16,-1 12 1-16,3-1 0 0,2 2-3 0,2 0 2 16,2-1-1-16,1 0 2 0,1-5-4 0,0 1-1 15,1-2 0-15,2-1 0 0,1 1 0 0,2-2-2 16,-5 2-3-16,2-2 1 0,1 1-6 0,0 1 6 15,1 2 2-15,1 2 0 0,1 0-1 0,1 0 2 16,2-1 1-16,2 1 0 0,0-3 2 0,3 4 2 16,-3 0-1-16,9 1 3 0,2 1 0 0,1 2 0 15,0-3 0-15,2 0 0 0,0 0-4 0,0 1 0 0,3 1 0 16,-3-2 1-16,2 1 5 0,-5-1-5 0,-2 0-5 16,-4-1 2-16,2-1-3 0,-1 0 5 0,-3-2 5 15,1 1-2-15,-3-3 0 0,-1 3-2 0,-2-3-1 16,4 1 0-16,-2 0 0 0,-3-2 3 0,0 0-1 0,-2-3 1 15,-2 5-6-15,-1 0 7 0,-4 2 2 0,-1-2 2 16,-11 0 3-16,-7 0-7 0,-1-2 3 0,2 0-3 16,-3 0-3-16,1 1 7 0,0-2-5 0,-1 0 7 15,-2 0 3-15,2-2-4 0,-1 1 6 0,-1 2-6 16,1-3 5-16,-2-2 3 0,-1-1-5 0,4 14 5 16,2-5-1-16,1-5-3 0,3-4-2 0,1 0-2 15,2-1-14-15,3 0 3 0,4-1 0 0,3 0 1 0,1-1 0 16,0 1-11-16,6 1-5 0,1 0-3 0,-1 0-20 15,-1 0-15-15,1 0 4 0,0-1-7 0,0 1 3 16,1-1-33-16,1 0-8 0,1 0-14 0,2-1-92 0</inkml:trace>
  <inkml:trace contextRef="#ctx0" brushRef="#br0" timeOffset="128171.98">24423 11467 509 0,'0'0'227'0,"0"-1"37"0,0-1-114 0,0 1-79 0,0 0-50 15,0-1-14-15,0 1 1 0,-1-10 0 0,-1-1 1 16,2 2 14-16,0-1 3 0,-1-3 2 0,0 2-2 15,0-1-8-15,-1-2 2 0,-1 1 2 0,1-4 2 16,-2 1 8-16,1 0 5 0,-2 2-1 0,0 3 4 16,0 0 3-16,-1 2-6 0,0 0-3 0,5 2 0 15,-11 0-1-15,-1 1-8 0,-1 1 1 0,0 1-5 0,-6 2-9 16,1-1 3-16,2 3 0 0,-1-11 1 0,5 6 7 16,-1 3-12-16,-4 0 3 0,1 3-6 0,0 3 2 15,-2 0-3-15,3 2-4 0,1 1 2 0,2 1-4 16,2-6-1-16,2 14 0 0,1 3-2 0,1 0-6 0,1 1 3 15,0-2 5-15,1 3 0 0,0 0 4 0,1 5-2 16,2-2-3-16,1 2 1 0,0-3-2 0,-11-2 0 16,5 2 0-16,3-5 0 0,3 2-7 0,1-1 4 15,2 0-3-15,2 0 4 0,1 0-5 0,1 1 7 16,2-2 2-16,2 1 2 0,-8-2 3 0,13 0-3 16,7-1-2-16,-2 3 2 0,3-3 11 0,1-1-8 15,2-1 6-15,1-3-5 0,1 0 9 0,1-2-10 16,-2-1 5-16,-2-5-5 0,0 1 9 0,-1-2-4 0,-1 13-5 15,2-6 2-15,-2-3-3 0,0-5-4 0,-1-1 1 16,-1-1-1-16,0-2 6 0,1-1-6 0,-2 1 1 16,-3-1-5-16,-1-1-20 0,0-1-56 0,-2 0-30 15,-1-1-29-15,0 5-303 0</inkml:trace>
  <inkml:trace contextRef="#ctx0" brushRef="#br0" timeOffset="135277.76">10695 13221 201 0,'0'0'27'0,"-1"0"1"0,0 0 28 16,0 0 6-16,-1 0-6 0,1 0-5 0,-1-1-10 16,1 1 3-16,-6-1-4 0,1 0-2 0,0 0 1 15,3 1-8-15,1 0 5 0,-4 0-4 0,4 0-11 16,1 0 7-16,-3 0-9 0,3 0 16 0,0 0-14 15,-4-2 10-15,3 1-14 0,-1 0-2 0,2 1 5 16,-1-1-13-16,1 1 10 0,-2-2-6 0,2 2 0 0,-1-3 2 16,-1-2-4-16,-1 0-10 0,1-2 10 0,-1-1-4 15,1 0 7-15,-1-1-3 0,-2-1 8 0,2 1 3 0,0-3-1 16,2 0-5-16,0 1-3 0,-1-2 2 0,-1-1-1 16,2-2-5-16,-9 0 7 0,3-3-6 0,2-1 6 15,2-2-12-15,1-2 6 0,2 3-7 0,0 1 7 16,1 0-6-16,0 5-2 0,0-3 8 0,0 3-5 15,0 4 9-15,0-2-2 0,0 5-3 0,0 0 3 16,0 0 2-16,0 2-2 0,0 0 3 0,0 2-3 16,0 2 2-16,0 0 7 0,0-1-4 0,0 1 3 15,0 1-3-15,0-2-7 0,0 1 7 0,0 0-7 0,0 1 3 16,0-1-1-16,0 1-3 0,0 0 1 0,0 0 2 16,0 0-6-16,0 0 7 0,0-1-6 0,0 1 7 15,0 0-1-15,1 1-5 0,0 0 4 0,-1 0-12 0,1 1 4 16,0 2 3-16,0 2 1 0,4 12 0 0,1 6 2 15,0 3-2-15,0 5 3 0,0 1-6 0,-4-2 0 16,0 4-3-16,-2-2 4 0,0 3 6 0,0 3-6 16,0-2 3-16,2 3-6 0,-1 1-2 0,0 0 1 15,-1-2-1-15,0-1 3 0,1 0 6 0,-1-5-6 16,1 1 4-16,0-4-5 0,1-4 3 0,-2-3-1 16,0-3-1-16,0-3-1 0,0 0-2 0,1-2 1 15,0-3 1-15,0 0 2 0,-1 0 2 0,0-2 2 0,0 0-3 16,0 0 2-16,0-1-6 0,0 0-1 0,0 0 0 15,0-1 0-15,0 0-6 0,0-2-16 0,0 0-7 16,1 0-5-16,-1-3-43 0,1 1-46 0,1 0-13 16,-2-2-17-16,1 1-101 0</inkml:trace>
  <inkml:trace contextRef="#ctx0" brushRef="#br0" timeOffset="135762.1">10395 13667 670 0,'-1'0'97'0,"0"0"9"15,-2 0-37-15,-6 0-19 0,-4 1-27 0,1-1 13 16,2 0-7-16,-1 0 7 0,2 0-9 0,1 0 2 0,-2 0 11 16,1 1-1-16,2-1 4 0,-3 1-11 0,4-1-8 15,-1 2-1-15,0-2-1 0,3 0-3 0,-3 1-5 16,2-1-6-16,1 0 1 0,1 0-4 0,0 0 1 15,1 0 7-15,-3 1-6 0,3-1 9 0,1 0-3 16,-1 0-4-16,-1 1 2 0,2-1-2 0,-1 1 0 16,-1 1 1-16,1-1-1 0,1 0-2 0,0 0-4 15,-1 0 2-15,1 0-3 0,0 2 0 0,0-2 4 16,0 1 2-16,0 1 1 0,1-1 11 0,0 0-4 0,0 1 3 16,1-1-3-16,0-1-1 0,0 2-3 0,1-2-5 15,2 1 2-15,9 4 3 0,-1-1-7 0,3-2 3 16,-1 0-5-16,1-1 1 0,-1-1-3 0,2-1 2 15,3 0-3-15,-1 0 3 0,2 0 0 0,4 0-2 16,-1 0 1-16,4 0-1 0,0 0 2 0,2 0 1 16,-3 0-2-16,-3 0-4 0,5 0 0 0,-1 0 2 0,4 0 2 15,-2 0 6-15,-2 0-8 0,-1 0 3 0,0 0-4 16,-2 0 1-16,-1 0-1 0,1 1 0 0,-2 0 0 16,-1 1 6-16,0-1-7 0,0 0 2 0,-1 0-4 15,-1 1 12-15,0 0-6 0,-4-1 1 0,2 0-3 16,-3 0 0-16,-2-1-2 0,-1 0-3 0,-3 0-1 0,-3 0-4 15,-1 0-7-15,-1 0-1 0,1 0-7 0,-2 0-45 16,1 0-59-16,-1 0-22 0,-1 0-21 0,0 0-167 16</inkml:trace>
  <inkml:trace contextRef="#ctx0" brushRef="#br0" timeOffset="136145.49">10354 14301 1120 0,'-1'0'159'0,"0"1"-183"0,-1 0 173 16,1 0-89-16,0 0-56 0,0 1-17 0,0-1 1 15,0 0-7-15,-1 0 7 0,1 0 16 0,0 1-4 0,1-1 7 16,0 0-7-16,1 0-3 0,0 0 1 0,1-1-2 15,-1 0 1-15,11 0 7 0,0 0-3 0,3-1 4 16,-2-1-1-16,3-2 3 0,0 1-1 0,3-1 1 16,4-1 2-16,-3 2-2 0,1 1 0 0,0-1-2 15,0 1 1-15,3 1 5 0,1-1-6 0,-1 2 4 16,1 0-8-16,-2 0 13 0,-2 0-4 0,1 2 5 16,-1-1-9-16,-4 1 7 0,2 2-2 0,-1-1 2 15,-2 1-7-15,-2-1 2 0,1 1-1 0,-3-2 0 0,0 1-1 16,-2-1-11-16,-1 0 8 0,-1 1-9 0,-1-1 6 0,-1-1-5 15,-2 0-8-15,0 0 0 0,-1 1-35 0,-1-1-117 16,0-1-18-16,0 0-43 0,-1 0-144 0</inkml:trace>
  <inkml:trace contextRef="#ctx0" brushRef="#br0" timeOffset="136545.69">10754 14303 999 0,'0'0'159'0,"-1"0"-187"0,-1 0 174 15,1 0-88-15,-1 0-35 0,0 0 0 0,-1 0 6 16,0 0-5-16,-2 0-6 0,-1 0 9 0,0 1-9 0,3-1 10 16,-2 1-10-16,3-1-9 0,-2 2 5 0,2-1-6 15,-3 5 4-15,2 7 0 0,-2 5-4 0,0 2 3 16,0 6-5-16,0 5 5 0,3 1-5 0,-1 6 4 15,-15-1-1-15,10 2-6 0,4 1 6 0,3-3-6 16,0 4 0-16,1 2-5 0,2 5 5 0,4 4-4 16,1 2 7-16,-1 5-2 0,-1-1-4 0,-1-2 1 0,-1-1-4 15,-1-3 4-15,1-2 0 0,0 3 4 0,0-2-2 16,0 5 0-16,-2-2-3 0,1-2 3 0,-1-1 1 16,0-3-1-16,1-6 3 0,-1-3-4 0,2-1-3 0,-2-4 12 15,1-4-4-15,-1 0 7 0,1-1-12 0,-2 0 5 16,0-1 1-16,0-5 0 0,0 1-4 0,-2-1 2 15,1-5-3-15,0 4 4 0,0-2-6 0,1-4-1 16,-1 0 0-16,1-8 0 0,0-2-5 0,0-1-12 16,0-3-2-16,0-1-5 0,0 0-32 0,0 0-71 15,0 2-16-15,0-1-26 0,0-1-135 0</inkml:trace>
  <inkml:trace contextRef="#ctx0" brushRef="#br0" timeOffset="136929.35">10365 16223 561 0,'0'0'141'0,"-2"0"319"15,1 0-446-15,0 2-10 0,0-2-1 0,0 0-2 16,0 0-4-16,1 0 1 0,0 0 0 0,0 0 0 0,0 0-1 16,1 0 8-16,0 0-5 0,0-2 6 0,1 1-3 15,7-2 3-15,4-2 7 0,1 0-4 0,0 1 8 16,3-2 8-16,0 1-1 0,1 1 4 0,-1 1 1 0,2-1 3 16,3 1-1-16,0-1 2 0,-1 1 2 0,1-1-20 15,-2 2 7-15,2-2-12 0,0 2 5 0,1 1-6 16,-3 0 3-16,0 1-5 0,-1 0-4 0,-2 0-2 15,0 0 1-15,-1 0 1 0,1 0 13 0,-3 0-17 16,0 1 1-16,-2 0-4 0,0-1 12 0,-3 0-13 16,-1 0 1-16,-1 0-5 0,-1 0 7 0,-1 0-32 15,-3 0-1-15,1 0-15 0,-1 1-34 0,0-1-59 0,1 0-26 16,-2 0-16-16,0 0-140 0</inkml:trace>
  <inkml:trace contextRef="#ctx0" brushRef="#br0" timeOffset="137198.39">10620 16299 1068 0,'-1'0'80'15,"-1"1"2"-15,1 0-18 0,-1 0-13 0,0 0-25 16,-1 1-13-16,2-1-5 0,0 0 1 0,0 1-3 0,1 1 6 15,0-1 3-15,1 0 8 0,1 1-5 0,5 1 1 16,12 6 2-16,-1-4-11 0,-2-3 7 0,2 1-14 0,-2-3 0 16,1 0-2-16,-2-1 1 0,1 0-7 0,0 0 5 15,-3 0-2-15,1 0 1 0,-1-1-31 0,-1-1-49 16,-2-2-8-16,2-1-26 0,-3 2-161 0</inkml:trace>
  <inkml:trace contextRef="#ctx0" brushRef="#br0" timeOffset="137329.07">10817 16282 747 0,'0'1'276'0,"0"1"-345"0,-1-1 317 15,1 0-168-15,-2 8-56 0,1 1-5 0,1-2-8 16,0 3 4-16,1-3-13 0,1 0-5 0,2-1-2 16,-2-3-8-16,2-3-57 0,10 8-169 0</inkml:trace>
  <inkml:trace contextRef="#ctx0" brushRef="#br0" timeOffset="138797.43">11379 14161 471 0,'0'0'236'0,"0"0"-275"0,0 0 269 0,0 0-136 15,0 0-41-15,0 0-33 0,0 0-2 0,0 0-10 16,0 0 0-16,0 0 1 0,0 0 6 0,0 0-5 16,0 0 6-16,0 0 0 0,2 0 0 0,-1 0-1 15,0-1-1-15,0-1 2 0,0 1 2 0,2-1 2 16,-2 0 13-16,5-7 3 0,0 1 3 0,-1-1-1 15,1-1-1-15,0 1-13 0,0-3 3 0,0 0-6 0,0-1 4 16,-1-1-7-16,-1-1 1 0,0 0-4 0,-1-3-1 16,-1 2-1-16,-1 0 1 0,-1-1-2 0,0 3-3 15,0-2-6-15,-3 2-1 0,1 1-1 0,-3-1 10 0,1 1-11 16,-1 3 5-16,0 0-7 0,0 3 12 0,1 1-7 16,1 0 3-16,-7 3-5 0,-1-1 6 0,1 3-7 15,-2 0 0-15,-1-7-5 0,0 2-10 0,0 2-1 16,0 3 1-16,0 1 0 0,-1 1 0 0,1 3 9 15,-2 3-6-15,1 2 7 0,-1-5 10 0,0 12-4 16,2 3 10-16,1-1-10 0,0 1 2 0,0-1 3 16,1 1-4-16,3 2 4 0,1-1-10 0,2 3 9 15,1-1-2-15,0 0 6 0,-9 0-11 0,5-1 1 16,4-1 2-16,4 0 0 0,0 0 2 0,3 0 1 0,2-1-4 16,0-2 3-16,2 1 1 0,2-1 4 0,-1 0 0 15,1-2 1-15,2 2-8 0,-2-3 11 0,-4 2-2 16,8 0 6-16,0-6-8 0,1 4 4 0,-1-3-2 15,2-3 3-15,-1 3-8 0,2-4 6 0,0-1-9 0,1-2 7 16,-1-1-12-16,-1 7-1 0,1-3-5 0,-1-3 1 16,3-3-14-16,-2-1-9 0,-1-1 1 0,5-4-7 15,-4-2-30-15,2-4-129 0,-1 1-40 0</inkml:trace>
  <inkml:trace contextRef="#ctx0" brushRef="#br0" timeOffset="139198.07">11792 14302 1020 0,'0'0'129'0,"-1"0"-176"16,0 0 153-16,0 0-85 0,-1 0-7 0,0 0-9 15,0 0 4-15,-1 0-5 0,1 0 4 0,0 0-2 16,-1 0 0-16,1 0 1 0,0 0 3 0,-1 0-13 0,1-1 5 16,1 0-6-16,0-1 13 0,-1 0-5 0,0-1-3 15,-1-6 0-15,-1 2 13 0,1 0 4 0,0 1 11 16,2 3-5-16,0 0 30 0,0 1-18 0,1 1 9 16,0 0-13-16,0 0-1 0,-3-2-4 0,1 1-7 0,1-1 4 15,0 2-5-15,-1 0-7 0,1 0-2 0,0 0-2 16,0 1-1-16,0 0-2 0,0 1 4 0,-1 4-4 15,-2 19 1-15,0 3-5 0,3 5 5 0,1 1-4 16,0-2 3-16,0 0 0 0,0-2-1 0,0-1 0 16,1 1 2-16,0-2-6 0,0-2 5 0,1-3-4 15,-2-2 2-15,1-2 1 0,0 0-2 0,0-4 3 16,0 0-9-16,-1-4 0 0,0 0-9 0,0-4 4 0,0-2-42 16,0 0-114-16,2-2-47 0</inkml:trace>
  <inkml:trace contextRef="#ctx0" brushRef="#br0" timeOffset="140001.2">12168 13939 504 0,'-1'0'84'0,"0"0"1"0,0 1 2 16,0-1-7-16,-9 4-20 0,-1 2 14 0,-1 0-26 16,1-2 1-16,1-1-11 0,3 0-7 0,0-1-4 15,3-1 7-15,-2 3-6 0,1-2 4 0,3 0-4 16,0 0-6-16,-1 0 2 0,1-1-3 0,0 1 3 15,1 1-3-15,-1-2 2 0,1 1-6 0,1 1 9 16,0-2 0-16,0 0 1 0,1 1-15 0,1 0 11 0,5 2-12 16,9 3 11-16,1-2-13 0,1-1-3 0,-1-2 5 15,0 0-5-15,2 1 1 0,-1-2 3 0,2 0-4 0,-1-1 4 16,1 0-4-16,-3 0-8 0,2-1 10 0,-1 0-9 16,-1-1 6-16,0 1-2 0,-1 0-3 0,2-1 1 15,-3-1 2-15,-1 1-7 0,2 0 2 0,-6 0-4 16,1 1 1-16,-4 0-3 0,1 0-8 0,-1 0 2 15,-4 1-29-15,-1 0-33 0,0-1-21 0,1 1-8 16,-1 0-129-16,-1 0-115 0</inkml:trace>
  <inkml:trace contextRef="#ctx0" brushRef="#br0" timeOffset="140282.14">12254 14194 865 0,'0'0'193'0,"0"0"17"0,-1 0-85 15,0 1-35-15,0 0-65 0,0-1-10 0,-1 0-12 16,1 1 0-16,0-1-1 0,1 1 6 0,0 1 3 16,0-1-5-16,1 0 4 0,0 0-8 0,1 0 0 0,0 1-1 15,5-1 0-15,2 1 7 0,1 0-1 0,0 1 1 16,1-2-2-16,1 0-4 0,-2 0 1 0,2 0 3 15,-1 1-2-15,-1-2 6 0,2 1-8 0,0-1 5 16,0 0-5-16,-1 0 3 0,0 0-5 0,-2 0-2 16,2 0 1-16,-2 0 5 0,2-1-32 0,-2-1-5 0,1 0-20 15,3-1-103-15</inkml:trace>
  <inkml:trace contextRef="#ctx0" brushRef="#br0" timeOffset="142717.07">22220 13043 256 0,'-1'0'180'15,"0"0"-83"-15,-1 0 58 0,-3 0 7 0,-3 0-131 0,3 0-2 16,-1 0-18-16,0 0 2 0,3 0-3 0,-1 0 12 15,3 0-22-15,-1 0 10 0,-1-2-12 0,1 2 11 16,1 0-3-16,0 0-1 0,-1 0 0 0,1 0-4 0,0-1 16 16,0 0-4-16,0 1 9 0,0-1 3 15,-1 1 4-15,1-1-1 0,0 1 2 0,0 0-14 0,0 0-2 16,1 0-1-16,0 0 1 0,0 0 8 0,0 0 5 16,1-2 0-16,0 2 0 0,0 0-5 0,16-1 3 15,-4 0-1-15,4 0 1 0,0 1-5 0,3 0 2 16,1 0 0-16,-1 0 1 0,1 0 5 0,0 0-13 15,0 0-1-15,-1 1-3 0,1 0 1 0,-3 0-9 16,0 2 8-16,-2-1-7 0,1 1 10 0,-1-1-11 16,1-1 5-16,-1 1-6 0,-2 1 7 0,1-1 0 0,-3 0-6 15,-1 1 4-15,-1-1-10 0,-4-1 11 0,1 2-7 16,-1-2 8-16,-1 0 0 0,0 0-5 0,-3 0 9 16,0 1-9-16,1-1 6 0,-1 1 4 0,-1 0-5 0,0 3 4 15,1 5-6-15,-4 1-2 0,-1 3 2 0,-4 2-2 16,-3 0-5-16,7 3 4 0,-16-1 5 0,0 2-1 15,0 0 4-15,1 2-3 0,-2 3-6 0,-2-1 3 16,1 2-6-16,0 1 7 0,-1 0-2 0,-4 0 5 16,1 2-7-16,0-4 1 0,4 1 9 0,5 0-3 15,3-5 11-15,0-2-6 0,1-1-2 0,2-5 1 16,-1 0-3-16,6-4 0 0,2 0-10 0,-4 1 6 16,2-3-4-16,2 1-5 0,0-1 4 0,3 0-5 0,0 2 6 15,1-2-2-15,2-2-1 0,1 3-1 0,3-3 5 16,10 2-5-16,3 1 6 0,3-3-7 0,-3 2 3 0,4-2 0 15,-4 0-4-15,0 0 2 0,0-1 1 0,1 0 0 16,0-1 0-16,0 0-1 0,1-2 0 0,-1 12 1 16,0-5 0-16,1-3 1 0,3-3 3 0,0-2-8 15,-2 0 7-15,0-1-8 0,-1-3 2 0,-3 1 1 16,-1-1-2-16,-1 1 3 0,-3-2-2 0,0 0-18 16,-3 2-2-16,-1-1-9 0,-1 1-22 0,-5 0-53 15,0 1-10-15,-2 0-26 0,1-2-131 0</inkml:trace>
  <inkml:trace contextRef="#ctx0" brushRef="#br0" timeOffset="142985.64">22033 13347 1462 0,'0'0'26'16,"0"0"5"-16,-1 0-14 0,0 0-9 0,0 0-6 16,1 0-13-16,0 0 14 0,0 0-7 0,1 0 10 0,1 0-6 15,7 0 7-15,9 1-4 0,2 0 4 0,5 2-5 16,1-2-6-16,3 1 7 0,1 2-6 0,-1-1 3 16,3 1 4-16,-4-1-2 0,3 0 2 0,-4-2-5 15,-3 0-3-15,3-1-2 0,-4 0 1 0,0 0-12 0,-2 1-28 16,2-1-3-16,0 0-10 0,1 0-36 0,1 0-128 15,-2 0-51-15</inkml:trace>
  <inkml:trace contextRef="#ctx0" brushRef="#br0" timeOffset="143283.82">23033 13610 1385 0,'-1'0'33'16,"0"0"3"-16,-1 0 15 0,1 0-10 16,-1 0 1-16,-1 0-14 0,1 0-12 0,0 0-6 0,-1 0 0 15,1 0-4-15,1 2 3 0,0-1 2 0,0 0-2 16,-1 0-6-16,1 0-2 0,0 2 5 0,-3 6-3 16,0 5 1-16,0 5-1 0,2 0-5 0,0 4 4 15,2 2 7-15,0 2-9 0,0 4 5 0,-2 0-6 16,2 2 4-16,-1 3-2 0,1-2 7 0,-1-1-6 15,0 0 4-15,0-8-3 0,-1-1-6 0,1-4 2 16,0-4-11-16,0-1-1 0,0-4-4 0,1-2 0 0,0-2-25 16,0-5-38-16,0-1-19 0,0 0-9 0,0 2-96 15,0-1-74-15,0-1-29 0</inkml:trace>
  <inkml:trace contextRef="#ctx0" brushRef="#br0" timeOffset="143702.37">23574 13271 692 0,'-1'0'37'0,"-1"0"65"15,0 1-58-15,0 0-2 0,1-1-1 0,-4 1 0 16,0 0 6-16,3-1-10 0,1 0 9 0,-2 2-11 16,1-1-8-16,0 0-2 0,0 0-5 0,1 0 3 0,1 2-2 15,0-2 4-15,1 1 2 0,1-1 1 0,0 0 8 16,12 7 4-16,4-3-7 0,4 0 4 0,2-3-25 15,-2 0 5-15,3-2-6 0,-2 0 3 0,-2 0-14 16,0 1 4-16,-3 0-3 0,-1 0 2 0,-2 0-8 0,-1 1 5 16,-1-1 0-16,-1-1 2 0,-1 0 0 0,0 0-7 15,1 1-3-15,-3-1-3 0,-1 0-9 0,-1 0-45 16,0 0 12-16,-1 0-26 0,0-1-18 0,-2 0-91 16,0-1-36-16</inkml:trace>
  <inkml:trace contextRef="#ctx0" brushRef="#br0" timeOffset="143918.13">23647 13563 970 0,'-1'0'213'0,"-1"0"-252"0,1 0 239 0,-1 0-122 15,-1 0-52-15,2 0-15 0,0 0-5 0,0 0-2 16,0 0-4-16,1 2 9 0,0-1 2 0,1 0 2 15,2-1 6-15,17 4-12 0,0-2 4 0,3-1-8 16,-2 0 2-16,1 0-7 0,4 1 3 0,-3-2-4 16,-1 0-2-16,3 0-16 0,-5 0-10 0,2 0 0 0,-1 0-26 15,-1 0-90-15,1 0-42 0</inkml:trace>
  <inkml:trace contextRef="#ctx0" brushRef="#br0" timeOffset="145069.03">25658 12790 1383 0,'-2'0'30'16,"1"0"1"-16,0 0 1 0,0 1-3 0,0 0-8 16,-1 0-14-16,1-1-2 0,1 1-3 0,0-1 3 15,0 0 4-15,0 0 9 0,1 0-4 0,1 0 5 16,0 0-5-16,10-4-1 0,3-3 0 0,0-3-2 16,2 6-11-16,-1-13 0 0,0 1 1 0,-4-1 1 0,3 1 7 15,-5 2-7-15,0-2 1 0,-2 2-2 0,-2 1 7 16,-2 0-1-16,1 3 0 0,-3 0-1 0,1 3-8 15,-1 1 9-15,2 2-4 0,-2 0 7 0,-1 2-5 16,-1 1 0-16,3-2 3 0,-2 1-3 0,0 0 8 0,0 0 4 16,0 1-3-16,0 0 2 0,1 0-10 0,-1 0-2 15,0 0 5-15,-1-1-2 0,0 2 6 0,0 0-1 16,0 0-2-16,0 2 0 0,0-1-6 0,0 0 0 16,-2 12 3-16,-1 0-1 0,0 2-4 0,-1 0 3 15,1 2-4-15,0-1 4 0,2 3-5 0,0-2 7 16,0 2-10-16,0 1 9 0,1 2-6 0,0 0-2 15,0-1 2-15,1 3-2 0,0-1 8 0,0 1-8 16,2 3 6-16,-2-3-8 0,0 2 5 0,1 0 2 0,1-1-1 16,-2-3 2-16,1 2-4 0,0-4-2 0,1 1-2 15,-1 0 0-15,-1-1 8 0,0-1 0 0,1-1 5 16,-2-2-6-16,1-2-8 0,-1-2 4 0,0-3-4 16,0-1 6-16,0 0 3 0,0-1-5 0,0-2 1 15,0 0-2-15,0 1-3 0,0-2 7 0,-1-1-1 0,-1-1 4 16,2 0-7-16,-1 0 2 0,-8 5-5 0,-4 1 3 15,2-2-6-15,-2 0 6 0,-2-1 2 0,5-3 1 16,0 0 8-16,-2 1-5 0,2-2-1 0,2 0-1 16,-4 0-4-16,6-1 4 0,1 0-1 0,-1 0 2 15,5 0-11-15,-3 0 5 0,1 0 1 0,1 0 2 16,-1 0 6-16,1 0-7 0,0 0 1 0,-1 0-3 16,1 0 0-16,1 0-3 0,0 0 3 0,1 0-3 0,0 0 7 15,1 0 4-15,0 0-4 0,4 0 4 0,10 0 4 16,3-1-9-16,-4-1 4 0,3-2-6 0,1 1 9 0,-1 0-5 15,0 1-1-15,-2 0-1 0,1 1 0 0,-2-1-1 16,0 1 2-16,0 0-3 0,-1 1-2 0,-1 0-4 16,-2 0 5-16,1 0-5 0,1 0-9 0,-4 0-17 15,-1 0-8-15,0 0-3 0,-1-1-35 0,-1 1-24 16,1-1-31-16,-3 1 0 0,1 0-130 0,-3 0-131 16</inkml:trace>
  <inkml:trace contextRef="#ctx0" brushRef="#br0" timeOffset="145586.63">25000 13626 987 0,'-1'0'55'16,"0"0"0"-16,0 0-15 0,-12 2-6 0,2 0-20 0,3 0-8 15,0-1-5-15,1 0 4 0,1 0-2 0,0 0 14 16,2-1 14-16,2 0-6 0,1 0 6 0,0 0-16 16,-2 2-4-16,1-1-1 0,1 0-2 0,0 0-5 0,-1 0 12 15,2 0-4-15,0 1 7 0,2 0-6 0,-1-1 5 16,0-1 4-16,13 7-2 0,3-1 6 0,1-1-14 15,5-2 1-15,4-2-4 0,0-1 2 0,6 0-5 16,-4 0-2-16,3 0-2 0,3-1 0 0,-1 0 4 16,3 0 4-16,-4 0-2 0,1 1 3 0,0-1-1 15,1-2 6-15,4 2-3 0,2 0 10 0,4 0 3 16,-1-2-4-16,3 1 4 0,2 0-9 0,1-1 3 0,0 1-4 16,0 0 3-16,-3-1 1 0,-2 1-4 0,3 1 3 15,4 1-4-15,0 0-1 0,1 0-2 0,-5 0 4 16,-4 1-2-16,2 0 5 0,-5 1-1 0,3 1-2 15,-3-1 3-15,-2 2 5 0,2-2-7 0,1 2 3 16,1-2-6-16,-1 1 3 0,-1 1-9 0,-3-1 1 16,-2 0-4-16,-3-1-2 0,-5 1 3 0,-2-1 0 0,-2 0-1 15,-3 1-9-15,-1-1 8 0,-1 0-5 0,-5-1 7 16,0 1-2-16,-3-2-3 0,-3 0-8 0,-1 0-1 16,-4 0-34-16,0 0-39 0,-2 0 0 0,1 0-26 15,1-2-107-15,-2 1-193 0</inkml:trace>
  <inkml:trace contextRef="#ctx0" brushRef="#br0" timeOffset="146270">24957 14303 446 0,'0'0'48'0,"0"0"1"0,0 0 27 0,0 0-6 0,0 0 0 16,0 0 19-16,0-1-3 0,0 0 2 0,1 0-3 15,0-1-3-15,0 1-27 0,0 0 7 0,1 0-15 16,-1 0 1-16,0 0-22 0,0-2-1 0,-1 1-5 16,0-1 12-16,0 1-11 0,0 1 7 0,0 0-10 15,0 0 12-15,0-1-16 0,-1 1 3 0,0 0-7 16,0 0-5-16,-1 1 9 0,-11 0-1 0,-1 1 4 16,-1 3-5-16,0 1-2 0,1 3 2 0,-2 2-2 15,0-8 0-15,1 13 1 0,-1-4-4 0,7 3 4 0,0-3-4 16,-1 0-8-16,3 2 1 0,-1-4-3 0,1 2 10 15,2-2-7-15,0-2 3 0,1 1-5 0,-3 2 0 16,1 1 7-16,2 5-4 0,3-1 6 0,1-1-4 0,1 3-3 16,3 0 2-16,0 2-4 0,3-1-4 0,2-1 4 15,-1 0 0-15,1-1 2 0,-7-1-2 0,14 1 6 16,-2-2-4-16,1 0 4 0,1-1-11 0,-2-1 11 16,0-1-3-16,1 1 5 0,-2-1-6 0,0-1-5 15,0 1 3-15,0 0-4 0,0-2 9 0,-3-1-2 16,0 2 0-16,-4-5-1 0,-2 1-1 0,1 0 5 15,-3-1-4-15,0 1 3 0,-1-1-7 0,4 0 7 16,-4-2 3-16,0 0 0 0,-1 0-10 0,0 1 4 16,0 1-3-16,0-4 5 0,-2 2 0 0,-15 7 0 0,-1-2 0 15,-2-3-1-15,-2-3-6 0,-1-2 18 0,-2 0-11 16,-2 0 15-16,-1-2-8 0,-1 1-2 0,1-1 1 16,2-2-3-16,2 2-2 0,-3-1 2 0,1 1 2 0,1 0-1 15,0-1 2-15,5 2-6 0,4 0-1 0,4 1-1 16,2 0 0-16,1 0-8 0,3 0 0 15,3 0-3-15,1 0-14 0,0 0-28 0,0 0 0 0,0 0-11 16,0 0-12-16,1 0-28 0,1 0-15 0,1-1-8 16,2 0-89-16,14-9-93 0</inkml:trace>
  <inkml:trace contextRef="#ctx0" brushRef="#br0" timeOffset="146670.15">25636 14418 570 0,'-1'0'443'0,"0"0"-572"16,-5 0 508-16,-8 3-273 0,1-2-62 0,1-1-21 15,2 0 9-15,-1 0-17 0,-1 0-7 0,2 0 9 16,-2 0-3-16,-1 0 4 0,0 0-10 0,-1 1 3 0,0 0-6 15,1 0 5-15,-1 2-9 0,0-1 0 0,-1 2 2 16,-2-1 0-16,1 1 2 0,-2-1 18 0,1 2-7 16,-3 1 11-16,2 1-2 0,0 1-7 0,-2 2 0 15,5-1-4-15,-3 3-5 0,0-1-8 0,4-8 6 0,3 10-6 16,0 1 5-16,4-1-6 0,0 0 6 0,3-2-6 16,2 2 4-16,-6-1-3 0,2 1-4 0,4 0 3 15,2 1 0-15,2 1 4 0,3 0-1 0,2 0 1 16,1-1-6-16,-2 0-2 0,13-1 2 0,1 1 0 15,3-1 5-15,-1-1-5 0,1 0-2 0,0-1 0 16,0 1 3-16,-2-1-2 0,1-2-8 0,-1-3 2 16,2 1-23-16,-1-6-16 0,3 2 2 0,-3 9-11 0,2-3-32 15,1-6-108-15,-2-3-36 0</inkml:trace>
  <inkml:trace contextRef="#ctx0" brushRef="#br0" timeOffset="147074.57">26077 14162 1195 0,'0'0'158'0,"-1"0"-206"0,0 0 185 15,-1 0-100-15,0 0-8 0,-7-1-13 0,0-2 3 16,3 2-6-16,0 0 15 0,1 0 7 0,0 0-3 15,0 0 0-15,-1-1-30 0,0 1 6 0,1 0-5 16,-1 0 6-16,0 0-11 0,-1 0 13 0,-1-1-7 0,-1 1 10 16,0 1-5-16,0 0 7 0,-2 0-3 0,1 1 5 15,-1 2 0-15,1 0-9 0,-1 2 7 0,-1 2-10 16,1 1 5-16,-1-5-6 0,-1 12 3 0,0 3-4 16,2 2-4-16,1 2 10 0,2 0-10 0,1 4 9 15,1 1-12-15,1-2 2 0,1 3 1 0,-11-1 0 16,7-1 3-16,6 2-2 0,3-3 2 0,2 1-2 15,3-3-1-15,1 1-2 0,1-3-3 0,2 0 1 0,0-1 3 16,1-1-8-16,0 0 9 0,-9-2-7 0,12 1 10 16,2-3-9-16,1-1 2 0,-1-1-4 0,2 0 4 15,0-3-5-15,-1-2-5 0,2-1 1 0,1-2-6 0,0-2-6 16,2 0 4-16,0-2-6 0,1 13-23 0,-2-7-30 16,0-4-17-16,3-3-4 0,-3-2-64 0,2-3-253 15</inkml:trace>
  <inkml:trace contextRef="#ctx0" brushRef="#br0" timeOffset="147403.96">26370 14228 1361 0,'-1'0'54'15,"0"0"5"-15,0 0-12 0,-2 0-6 0,1 1-19 16,0 0-12-16,-1 0 5 0,1 1-9 0,0-1 9 16,-1 0-3-16,1 0-5 0,-1 0 5 0,2 0-6 15,0 1-1-15,0 0 3 0,0 0-8 0,-2 5 5 16,1 4-8-16,1 2 6 0,1 2 0 0,1 2 2 16,1-1 2-16,2 6-6 0,1 3 6 0,-2 2-5 0,2 6 15 15,-2-1-9-15,0 0 5 0,-2-1-8 0,0 0-3 16,-1 0-1-16,0-3-1 0,0 0 0 0,0 0 5 15,1-2-7-15,0-1 1 0,1-4-5 0,0 0-13 0,-1-4-46 16,1-3 4-16,1-3-22 0,-2-4-36 0,0-3-76 16,0 0-21-16,1-2-29 0,-1 0-181 0</inkml:trace>
  <inkml:trace contextRef="#ctx0" brushRef="#br0" timeOffset="147704.24">26646 14434 1257 0,'-1'1'66'15,"0"0"-1"-15,-1 0-3 0,-1 0-6 0,-1 1-20 16,-2 0-12-16,3-1-5 0,1 0-3 0,0 0 0 15,-1 1-3-15,2-2-2 0,-1 1-2 0,0 0-1 16,0 0-13-16,2 0 11 0,0 0-1 0,2 1 5 16,0-1-2-16,19 7 12 0,0-3-3 0,4-3 6 15,0-1-7-15,-2-1-10 0,2-2-2 0,-3-2-3 0,-1 0-7 16,-2 0 0-16,1-1-5 0,-1 2 2 0,-1 1-22 16,-1-1-16-16,0 2-15 0,-1 0-5 0,1 0-90 15,0-2-282-15</inkml:trace>
  <inkml:trace contextRef="#ctx0" brushRef="#br0" timeOffset="148038.78">27343 14061 1567 0,'-2'0'44'0,"1"0"4"0,-1 1 1 0,-4 0-19 16,-6 3-2-16,5-3-14 0,0 0-11 0,0 1 6 0,5-2-8 16,-4 3 12-16,1-1-8 0,-1 3-1 0,2-4-2 15,1 8-2-15,0 1 2 0,0 0 2 0,-1 0-2 16,1-1-2-16,-1 2 3 0,-1 1-3 0,3-1 2 16,-2 5-5-16,2-1 3 0,-10 5 4 0,4 0 1 15,1 5 3-15,1 0-3 0,1 1-1 0,0 5 1 16,1-1-4-16,-1 0-1 0,3-1-2 0,-2 1 1 15,2-2 2-15,-1 0-5 0,2-1 0 0,0-4-8 16,1-2-28-16,0-6-28 0,0-1-8 0,1-3-7 0,2-1-46 16,-2-4-62-16,0-1-11 0,0-3-25 0,0 1-136 15</inkml:trace>
  <inkml:trace contextRef="#ctx0" brushRef="#br0" timeOffset="148387.89">27479 14178 680 0,'0'0'91'0,"0"0"-5"0,0 0 42 15,-1 0-7-15,0 0-16 0,0 0-37 0,-2 0-19 16,0 0-5-16,-4 3-4 0,0-1-11 0,-3 2-10 0,2-1 1 16,-2 3-5-16,-1 1-5 0,-1 1 1 0,0-6 1 15,-1 11 0-15,2-2 1 0,-4 3 15 0,2 0-10 16,-1 2 12-16,3 1-15 0,-1-1 8 0,1 1 0 15,1 0 2-15,-2-1-3 0,2 1-14 0,5-1 4 0,0-5-8 16,3 1 5-16,-8 2-2 0,4-4 2 0,2 6-2 16,1-2-5-16,3-3 0 0,1 1 3 0,2 1 1 15,1 0 11-15,4 1-5 0,0-1-5 0,-7 0 2 16,13-1-9-16,2 0 7 0,0 0 1 0,1 0 0 16,2 1 2-16,0-2-7 0,1 0 5 0,1-1-6 15,3-1 7-15,-2 0-9 0,2-5-1 0,-1 0-4 16,3-2-7-16,-3 12-15 0,-1-7 1 0,-1-4-9 0,-2-3-26 15,3-4-19-15,1-3-14 0,1-2 0 0,0-3-40 16,-4 10-92-16,0-20-39 0</inkml:trace>
  <inkml:trace contextRef="#ctx0" brushRef="#br0" timeOffset="148774.23">27658 13750 956 0,'-3'0'132'15,"-12"-1"260"-15,-2-1-340 0,1 1-12 0,2-2-4 16,7 2 0-16,-2-1-7 0,4 1-5 0,0-1 2 16,1 1-2-16,1 1 5 0,1 0-18 0,-1 0-1 15,1 0-6-15,1 0-1 0,0 0 8 0,0 0-6 0,1 0 6 16,0 1-4-16,1 1 10 0,1 0 3 0,5 3 0 15,10-1 4-15,4 7 7 0,-1 2-7 0,3 3 4 16,4 0-13-16,0 3-4 0,0-3 4 0,1 5-5 16,-3 3-9-16,0 0 0 0,1 3 3 0,-1 0-2 15,-1 4 1-15,1 0 8 0,-1 2-9 0,-1-2 9 16,-1 1-5-16,-2 0-3 0,0 0 3 0,-2 2-3 16,0 1-3-16,-4 0 5 0,-1 4-4 0,-5 0 5 0,-3-2 5 15,-3 5-4-15,16-4 6 0,-12 0-7 0,-6 2 4 16,-5-2-5-16,-7-1 3 0,-3 1-3 0,8 1-2 0,-25 1 4 15,1 0-11-15,-2 3 6 0,-1-1-14 0,-1-4-23 16,0-1 4-16,2-6-16 0,0-1-43 0,1-4-87 16,0-8-13-16,-2-6-36 0,4-4-182 0</inkml:trace>
  <inkml:trace contextRef="#ctx0" brushRef="#br0" timeOffset="149557.76">26271 13939 506 0,'0'0'146'0,"-1"0"14"0,0 0-62 15,0 0-34-15,0 0-43 0,-1 0-6 0,1 0 1 16,-1 0 6-16,0 0-3 0,-1 0 18 0,2 0 2 0,0 0 3 16,0-2-2-16,-2 1-10 0,1 0-4 0,1-1-7 15,-2-1 3-15,3 2-13 0,-4-6 6 0,1 4-3 16,-1-4 5-16,1 2 6 0,2 2 10 0,0-1 2 15,-2 3 2-15,-6-4 10 0,2-1-1 0,-2 0 3 0,-3 0-4 16,5 4-13-16,-2 0 0 0,2 0-7 0,-3 1 5 16,2 1-15-16,-5 0 4 0,-1 0-4 0,1 1 4 15,0 2-6-15,-1 1 0 0,1 1-3 0,-1 2 1 16,1 0-9-16,1 0 10 0,0 0-3 0,1 2 6 16,-2-1 14-16,1 0-14 0,-1-4 5 0,0 10-9 15,1 1 8-15,1 0-19 0,-1 2 12 0,2-1-14 16,0 1 8-16,2 1-3 0,-1 1-1 0,1 4 0 0,1-1-3 15,1 0 3-15,0 3-2 0,2 1 3 0,-1 1-3 16,-10 2 4-16,5 0-3 0,5-1 4 0,3 1-7 16,2 1 2-16,2 1-1 0,1 3 1 0,2-1 2 15,-1-1 0-15,1 0-3 0,0-5 1 0,-1-2 0 0,1-2 9 16,1-1-1-16,-1 0 3 0,2-1 1 0,0-1 4 16,0 0-1-16,1-3 1 0,1 2-4 0,1-1-1 15,-1-2 1-15,-6 1-2 0,10-1-1 0,2 0 0 16,-2-4 3-16,3 5-2 0,-1-4-2 0,1 2 7 15,-1-3-8-15,3-3 7 0,-3 3-11 0,1-5-3 16,0 1 5-16,-4-1-5 0,2 0-3 0,-3-2 4 16,2 2-3-16,-2-2 4 0,-1-3-2 0,2 2-12 0,-1-1-3 15,1 0-3-15,-2-1-32 0,-2 4-56 0,3 0-16 16,-2-1-25-16,3-2-176 0</inkml:trace>
  <inkml:trace contextRef="#ctx0" brushRef="#br0" timeOffset="151724.49">27976 13195 139 0,'-1'0'0'0,"0"0"234"0,0 2 21 16,-1-1 13-16,0-1 1 0,-2 1-235 0,0 0-21 16,2-1-10-16,-1 0-3 0,2 0 3 0,-1 1-2 15,0 0 8-15,-1 1 7 0,1-1 0 0,1 0 14 0,0 0-9 16,-1 0 1-16,1 1-2 0,1-1 1 0,0 0 0 15,0 0-2-15,1 0 2 0,2-1 0 0,1 0 5 16,14 1-4-16,1 1 4 0,4-2-5 0,6 0 0 16,-7 0 4-16,-2 0-4 0,5 0-2 0,-2 0-12 15,4-2 0-15,3 2-3 0,-3-1 0 0,-1 1 0 16,-2 0-2-16,0 0 0 0,-3 0-10 0,-1 0 6 16,0 0-1-16,-2 1 2 0,0 1-1 0,-1 0-5 15,-2-1-7-15,-2 0-2 0,-2 0-42 0,-2 1-62 16,-4-2-9-16,-1 0-38 0,1 0-244 0</inkml:trace>
  <inkml:trace contextRef="#ctx0" brushRef="#br0" timeOffset="151991.2">27880 13529 1011 0,'-1'0'212'16,"0"0"26"-16,0 0-93 0,-2 0-54 0,0 0-58 0,0 0-14 16,2 0-19-16,-1 0 0 0,1 0-4 0,-1 0 6 15,2 2-1-15,0-1 0 0,2 0 1 0,6 0 5 0,16 1-1 16,4 1 6-16,2-3-5 0,4 0 1 0,1-3-9 16,2 2-2-16,-2-2-1 0,1-1 0 0,-4 1-15 15,0-3-3-15,-5 1-5 0,-2 0-18 0,-2 2-43 16,1-2-16-16,1 0-24 0,-3 1-199 0</inkml:trace>
  <inkml:trace contextRef="#ctx0" brushRef="#br0" timeOffset="152709.89">29878 12664 593 0,'0'0'13'15,"0"0"3"-15,-1-1 17 0,0 0-5 0,-1-1 7 0,1 1 11 16,0-1 11-16,1-1 3 0,-3-5 3 0,-1-2 5 15,0-1-13-15,2 0-6 0,-1-1-1 0,0 0 2 16,1-2-5-16,0-2 3 0,-1 0-5 0,2-3-1 16,0 1-13-16,1 1 6 0,0-2-10 0,1 1-6 0,0 0 7 15,0 1-10-15,1 1 8 0,0 0-17 0,0 2 11 16,1 0-5-16,-2 5 6 0,0-1 1 0,-1 7-2 16,0-1 9-16,0 3-8 0,1-1 5 0,-1-1 3 15,0 1-13-15,0 0 9 0,0 1-19 0,0-1 1 16,0 1 7-16,0 0-7 0,0 1-1 0,1 1 6 15,0 2-6-15,1 5 8 0,0 12 0 0,0 1-7 16,1 0-2-16,-1 3-1 0,-1-2-4 0,2 1 5 16,-1 2 0-16,0-1 2 0,1-2-1 0,-1 0-8 0,0 1 7 15,1-1-8-15,-1 0 6 0,-1 0-1 0,0-1 3 16,1 0-1-16,-1-1 6 0,-1 0-6 0,0 1-2 16,0 0 0-16,0-1 2 0,0-2-2 0,-1 1 0 0,-2-5 0 15,1 2 5-15,-2 1-6 0,2-3 1 0,-2 1-4 16,1-1 0-16,-1-3 0 0,2-2 4 0,-1 1-1 15,-1-3 6-15,-1 2-11 0,2-2 4 0,-1-1-5 16,0 1 12-16,1-3-5 0,-3-1 3 0,-2-1-3 16,0 0 0-16,0-1 1 0,-1 0 1 0,0 6-1 15,1-2 3-15,0-1-3 0,0 0-1 0,1-2 1 16,-1 1 8-16,2-2-9 0,0 0 3 0,3-1-5 16,1 0 5-16,0 0-2 0,-1 0 5 0,0 0-4 0,2 0 6 15,-1 0-3-15,0 0-3 0,0 0 1 0,1 0-8 16,0 0 12-16,0 0-7 0,1 0 8 0,0 0-4 0,1-1-1 15,1 0 9-15,4-2-7 0,11-3 4 0,0 1 3 16,2-1-5-16,1 1 4 0,4 0-3 0,0 2-2 16,-1 0 2-16,5 1-4 0,-3 0-7 0,-4 0 7 15,-2 2-4-15,-4 0 5 0,-1 0-14 0,-1 0 4 16,0 0-5-16,-2 0 4 0,-2 2-11 0,-2-1-30 16,0 0-6-16,-3-1-13 0,-2 0-60 0,-1 0-66 15,1 1-13-15,1 0-33 0,-2 1-205 0</inkml:trace>
  <inkml:trace contextRef="#ctx0" brushRef="#br0" timeOffset="153162.37">29323 13332 1502 0,'-2'0'25'0,"-9"0"44"16,-6 0-56-16,6 1-17 0,1 0-1 0,4 0-6 15,2 1-10-15,-2-1 17 0,1 0 0 0,2-1 4 0,0 0-3 16,2 0-8-16,0 0-7 0,0 0 4 0,-3 0 4 16,3 0 1-16,0 0 7 0,-1 0-3 0,-1 0 10 0,2 0 11 15,0 0 0-15,0 0 4 0,-1 0 15 0,2 0-15 16,0 0 7-16,0 0-10 0,2 0-4 0,0-1 4 15,5-2-4-15,13-3 5 0,2 2 10 0,4-1-10 16,4 2 3-16,6-1-6 0,6 0-3 0,3 2 2 16,6 0 0-16,-1 1 0 0,3-2-6 0,1 2 11 15,0 0-6-15,5 1 7 0,0-1-4 0,7 0 5 16,4-2-2-16,0 0 1 0,-1 0-5 0,-2 0 3 16,-2 0-1-16,1 0 1 0,2-1-3 0,1 1-12 0,2 0 2 15,-7 2-5-15,-5 0 0 0,-7 1 0 0,-5 0 4 16,-6 0-1-16,-1 0 4 0,0 0-2 0,-6 0 0 15,-2 2-1-15,-3 1 0 0,-6 0-4 0,-3 0-1 16,-3-1-2-16,-1 0-3 0,-3 1 3 0,0 0-9 16,-9-2 5-16,1 1-25 0,-3-2-61 0,1 0-6 0,0 1-24 15,0 0-62-15,-1 0-153 0</inkml:trace>
  <inkml:trace contextRef="#ctx0" brushRef="#br0" timeOffset="153842.39">30092 13974 365 0,'1'0'73'0,"0"0"-43"16,0-1 83-16,1 0-24 0,-1-1 12 0,0 0-37 0,0 0 11 16,2-3-20-16,0-2 6 0,-1 1 8 0,1 0-9 15,-2-1 7-15,-1 4-24 0,0-2-1 0,-1-1-2 16,0 2 1-16,-1-3-7 0,-8 3-3 0,-5 2-6 15,-1-2 3-15,1-7-3 0,-5 3 2 0,-2 2 8 0,0 3-6 16,-2 0 1-16,-1 2 1 0,0 2-1 0,-2 6 2 16,3 1-6-16,-2 3-4 0,1 1-8 0,2 2 4 15,-1-12-10-15,2 15-3 0,2 0 3 0,0-2-3 16,2 1 6-16,0-2-12 0,8-1 1 0,2-1-4 16,-1-3 2-16,5 1-2 0,-2-3 5 0,1 1-2 0,2 0-2 15,-3 0 9-15,1 2-11 0,3-1 10 0,0 2-12 16,2 0 9-16,4 0 2 0,2 1 3 0,2 1 10 15,0 0-13-15,11-2 4 0,2 1-7 0,2 1 5 0,-2 0 0 16,4 1-4-16,-2-1 3 0,1 1-5 0,0 2-1 16,1-2 6-16,0 2-4 0,-2-1 3 0,0 0-5 15,1 1-3-15,-4-2 0 0,1 3 4 0,-4-1 0 16,-4 0 0-16,-3 1 2 0,-1-2 2 0,0 1-3 16,-5-5 4-16,-1 1-5 0,4-1 0 0,-2-2 3 15,-3 0-3-15,-2 1 0 0,-1-1-9 0,-3-2 6 16,-1 0 0-16,-21-2 3 0,-1-1 8 0,-2 0 2 15,0-1-4-15,-2-1 2 0,2-1 1 0,0 2 1 16,0-2 12-16,0 0-7 0,-2 14 16 0,3-7-2 0,0-3-2 16,3-3 1-16,-2 0 1 0,0-1-14 0,5-1 1 15,0 1-8-15,4-1-7 0,4 0-4 0,-1 0-2 16,3 0 0-16,4 0 3 0,3 0-24 0,4 0-2 16,-2 0-10-16,1 0-32 0,1 0-23 0,0 0-14 0,1 0-6 15,0 0-75-15,2-1-228 0</inkml:trace>
  <inkml:trace contextRef="#ctx0" brushRef="#br0" timeOffset="154344.25">30952 14147 1280 0,'-2'0'105'0,"2"0"-135"15,-1-1 122-15,0-1-66 0,0 1-9 0,0 0-9 16,-1-1 1-16,2 0-5 0,-3-6-9 0,1 1 12 16,-1 0 2-16,2 2 4 0,0 0 5 0,0 0-15 15,-2-1 6-15,1 0-8 0,-1-1 7 0,-2-1 11 0,0 0-6 16,0 1 9-16,2-1 1 0,-9 0 16 0,2 0 0 15,-2 0 4-15,-1-2-5 0,-1 4-6 0,1 3-4 16,-3-2 0-16,2 3-19 0,0 0 6 0,-1-1-4 16,0-7 4-16,1 4-5 0,-2 1 8 0,1 3-3 15,-3 1 2-15,0 1-11 0,1 1 1 0,-2 2-7 0,3 2 5 16,-1 2-21-16,0 0 13 0,0 1-4 0,2 2 6 16,2-8-3-16,-1 12 4 0,2 3-2 0,0-1 2 15,-1 1-7-15,4-1 12 0,0 0-8 0,3 1 8 16,0-1-9-16,2 1 3 0,2 0 1 0,0 1 0 15,0-1-9-15,-9 3 9 0,5-2-4 0,5 2 5 0,1 2 4 16,3-4-6-16,4 5 4 0,1-6-4 0,3 2 8 16,0-1 1-16,-1-2-5 0,-5 1 3 0,13-2-6 15,5-2 7-15,-2 0 2 0,4-3 0 0,0 1-5 16,-1-2-9-16,3-2 1 0,-2-3-5 0,-1-2-4 0,-2 11-18 16,3-4-2-16,-2-5-4 0,1-3-5 0,2-1-29 15,-3-2-4-15,4-5-14 0,0-1-62 0,-1-2-172 16</inkml:trace>
  <inkml:trace contextRef="#ctx0" brushRef="#br0" timeOffset="154809.96">31244 14541 587 0,'0'0'294'0,"0"-2"-358"0,-1 1 341 0,0 0-175 0,0-4-31 16,-4-8-30-16,2 1 6 0,-1-3-14 0,2 5 4 15,-1-2 14-15,2 3-4 0,0 0 6 0,0 1-12 16,1 2-8-16,0 0-7 0,0 3 2 0,0 1-8 16,0-1-2-16,0 1 5 0,0 0-5 0,0 0 6 0,0 0 2 15,0 0-1-15,0-1 2 0,0 2 0 0,0 0 0 16,0 0-3-16,0 0 1 0,0-1-10 0,0 2-6 16,0 0 2-16,0 2-4 0,0 0 1 0,1 12-4 15,0 6 5-15,2 4-4 0,-1 0 3 0,0 2-3 16,1 0-1-16,0 2 0 0,-1-2 0 0,2 1 6 15,-2-1-3-15,1 1 3 0,-1-1 6 0,2 0-2 16,-1-2 8-16,1 1-7 0,-1 0 10 0,1-2-9 16,-1 0-2-16,1-1-2 0,-1-1-12 0,1-3-5 0,-2-5-3 15,1-4-2-15,-1 1-20 0,0-3-55 0,1 1-34 16,-1-3-21-16,-1-3-239 0</inkml:trace>
  <inkml:trace contextRef="#ctx0" brushRef="#br0" timeOffset="156361.23">24576 15955 961 0,'-2'0'0'0,"1"0"16"0,0 0 155 0,-1 0-64 16,-1 0 1-16,1 0-85 0,-4-2-7 0,0 0-11 16,3-1 2-16,-2 1-3 0,2 0 0 0,-2-3 4 0,0-3-6 15,0-2 5-15,0 2-1 0,-2-1 2 0,-1 3 0 16,1-3-1-16,-1 2 2 0,-1 2 6 0,1-3 2 15,-2 3 0-15,0-1 5 0,0 2 2 0,-2-2-1 16,-1 3 0-16,2 0-14 0,-2 1-4 0,-1-7 1 16,-2 2-2-16,1 1 2 0,-3 2-4 0,1 4 2 0,-2 1-1 15,3 2 7-15,-4 1-8 0,4 2 5 0,0 3-4 16,-1 0 6-16,4 0 0 0,-1-4-3 0,4 9 2 16,-3 1-7-16,3 3-1 0,3-1 2 0,0 1-1 15,1 0-1-15,3 3 1 0,-2 2-1 0,3 2 1 16,1 2 1-16,-14-1 1 0,7 0-2 0,4-2 1 15,2-2-9-15,2-1 9 0,2 0-5 0,1-1 7 0,2-1 3 16,1-4-7-16,2 2 10 0,0-3-9 0,-7-1 11 16,10 0 0-16,2-1-1 0,0-1 2 0,2 0-7 15,2-3 9-15,-3 0-4 0,1-2 6 0,0-1-8 16,4 1 1-16,-1-1-2 0,-1-1 1 0,0 0-3 0,-4-3-8 16,2 1-6-16,-2 7 0 0,0-4-12 0,-1-1-25 15,-2-3-6-15,1-1-7 0,1-1-21 0,-3-1-64 16,2-2 7-16,-1-1-38 0,2-2-75 0</inkml:trace>
  <inkml:trace contextRef="#ctx0" brushRef="#br0" timeOffset="156695.13">24674 16317 1063 0,'-1'0'77'0,"0"0"132"15,-1 0-155-15,1 0-11 0,-14 3-12 0,7-3 3 16,2 0-18-16,2 0 10 0,0 0 5 0,1 0 0 16,-1 0 2-16,-1 0-12 0,2 0-4 0,0 0-1 15,0 0-4-15,1 0 0 0,-3 1 3 0,1 0-4 0,1 0-5 16,-1 2-4-16,3-3 1 0,0 11 0 0,0 8 12 15,-2 1-9-15,2 6 2 0,0 1-6 0,-1 1-2 16,-15 5 6-16,9-1-5 0,3-1 6 0,4 0-10 16,0-5 6-16,1-1 2 0,-1-3 1 0,1-1-10 0,0-2 2 15,0-1-5-15,0-4 3 0,0-1-28 0,0-4-40 16,0 0-13-16,0-3-12 0,0-3-80 0,0-1-213 16</inkml:trace>
  <inkml:trace contextRef="#ctx0" brushRef="#br0" timeOffset="157012.06">24945 16163 899 0,'0'0'202'0,"-1"2"22"0,0-1-68 0,-1-1-57 0,-6 3-48 16,1 1-21-16,4-3-24 0,0 0 10 0,2-1-14 16,-1 3 6-16,-1-1-5 0,2 0-2 0,0 1 1 15,0-1-2-15,1 0 2 0,0-1 4 0,1 1-1 16,1-1 9-16,1 0 0 0,12 6-1 0,0-3 2 0,2-2-4 16,-1-1-5-16,1 0-3 0,0 0 1 0,1-1 1 15,1 0-1-15,0 0 0 0,-2 0-3 0,0 0-12 16,-3 0 12-16,-1 0-7 0,1 0 7 0,-4 0-23 15,3 0-7-15,-1 0-5 0,0 0-3 0,-3 0-34 0,-2 0-66 16,0 0 0-16,-3 0-32 0,3 0-99 0</inkml:trace>
  <inkml:trace contextRef="#ctx0" brushRef="#br0" timeOffset="157196.1">25035 16329 1532 0,'0'0'41'0,"0"0"3"0,-1 1-9 0,0 1-18 16,1-1-5-16,0 0-13 0,0 0-6 0,0 1 7 15,1 1-7-15,2-1 11 0,10 6-2 0,5 2 3 0,5-3-5 16,5-2-14-16,3-3-33 0,1-2-13 0,3-2-11 16,-4-4-91-16,1-4-237 0</inkml:trace>
  <inkml:trace contextRef="#ctx0" brushRef="#br0" timeOffset="157679.44">26287 15936 1087 0,'-2'0'226'0,"1"0"-290"16,-1 0 257-16,-3 0-139 0,-8-2-34 0,6 1-14 15,-1-1 6-15,-1-2-10 0,3 2-2 0,-4-2 5 0,1-1-1 16,1 2 4-16,-3-2-6 0,3 1-5 0,0-1-4 16,-3-1 0-16,2 1-10 0,-5-2 10 0,-2 0 0 15,2 1 4-15,-3 0 9 0,-1 1 5 0,-1 1 5 16,1 2 0-16,-2-1 13 0,2 3-4 0,-1 0 6 15,-1 1-6-15,0 2 1 0,1 2-2 0,1-1-11 0,1 3 7 16,0 0-6-16,2 2-7 0,-2 0 2 0,3 0-5 16,0 1-4-16,5-6 0 0,-2 12 0 0,3-1-2 15,2 3 3-15,1-3-5 0,3 3 7 0,1 3-7 16,-3 0 11-16,-9 1-7 0,6-2 3 0,4-3-4 16,2 0 4-16,1 0 0 0,0-2-2 0,2 0 3 15,0 0 4-15,4-1-1 0,0-3 5 0,1 0-3 16,-1 0 1-16,9-2 1 0,1-1-5 0,1 0 4 15,3 0 5-15,0-3-13 0,4 0 7 0,2 0-9 0,-2-3 5 16,2-1-12-16,0 13 3 0,4-4-7 0,1-5-6 16,-2-3-17-16,1-2-12 0,-5 0-2 0,-1-1-35 15,5-2-67-15,-3 0-18 0,3-3-35 0,-3 0-231 0</inkml:trace>
  <inkml:trace contextRef="#ctx0" brushRef="#br0" timeOffset="158147.23">26955 15727 1448 0,'0'0'19'0,"0"0"2"0,-2 0 6 0,1-1-12 0,0 0 3 16,0 0-14-16,0-1-1 0,0 0 0 0,-2-3-1 16,0 0 0-16,-1-3 5 0,1 3-2 0,-1-1 2 15,1 0-10-15,-1 0-1 0,0 0-2 0,3 1 2 16,-7 1 0-16,-1 0 11 0,-2 1 4 0,-2 1 3 16,-1-7 5-16,-1 2 6 0,-2 2-6 0,2 3 7 15,-3 1 8-15,1 1-4 0,0 2 3 0,0 2-4 0,-3 1-7 16,1 4-9-16,1 0-3 0,1 2-3 0,-1-8-10 15,4 14 4-15,0 2 2 0,2-1 1 0,1 2-4 16,3 1 1-16,1 1-2 0,1 1 1 0,3 0-2 0,0-1 2 16,2 1 0-16,-12 1 0 0,7 2-1 0,4-2-2 15,3 2 1-15,1-2-2 0,3-1-2 0,2 1 9 16,3-2-3-16,0 2 2 0,2-1-9 0,-1-2-1 16,0 2 3-16,-6-2 0 0,10 1 12 0,2-2-12 15,-2 0 8-15,2 1-8 0,3-2 12 0,0 0-9 16,1 0-5-16,-3-3-2 0,4 1-9 0,-1-3 0 15,-1-1 3-15,3-1-3 0,0-3-7 0,1 0-9 0,1-4 1 16,2-3-3-16,1 14-10 0,1-9-50 0,2-5-14 16,-1-2-19-16,1-3-112 0</inkml:trace>
  <inkml:trace contextRef="#ctx0" brushRef="#br0" timeOffset="158497.26">27352 15805 1606 0,'-1'0'19'0,"0"0"-1"15,0 0 0-15,-1 0 1 0,0 0-8 0,0 0 0 0,-1-1-11 16,1-1 5-16,0 2-6 0,0 0 7 0,1 0-6 15,0 0 0-15,0 0-3 0,0 0 3 0,0 0 0 16,-1 0 4-16,1 0 0 0,0 0 3 0,0 2 9 16,1-1-3-16,0 0 4 0,0 1-5 0,0 12 2 15,0 4-4-15,0 2 4 0,0 1 1 0,1 5-5 16,0 2 5-16,2 2-5 0,-1-1-2 0,-1 0-3 16,1 0-5-16,0-2 1 0,0 0-6 0,0-2 4 15,1-2-1-15,-1-2 2 0,0 0-1 0,0-3-6 16,-1-2-5-16,0-1-2 0,0-1-36 0,0-4-25 15,0 0-11-15,-1-2-6 0,2-1-59 0,-2-4-92 0,0 1-36 16</inkml:trace>
  <inkml:trace contextRef="#ctx0" brushRef="#br0" timeOffset="158797.06">27587 15955 711 0,'-1'0'269'16,"0"0"31"-16,-1 1-94 0,-4 1-76 0,-5 0-63 0,8-1-30 15,-2 0-15-15,2-1 1 0,2 0-5 0,-1 0 0 16,0 2-10-16,-1-1-2 0,2 0-3 0,0 0-2 0,0 1 6 16,1 1 1-16,1-1 1 0,0 0-5 0,1 1 12 15,9 3-8-15,9 1 10 0,0-4 3 0,2 1-2 16,4-3 2-16,0 0-4 0,0-1-11 0,-3 0 0 15,-1 0-4-15,-2-1 1 0,-2 0-16 0,1 0-1 16,-1-1-4-16,1 1 2 0,-2 0-18 0,1 0-9 16,1 0-4-16,-3 0-4 0,4-3-36 0,0 1-93 15,1-2-14-15,2-1-46 0,-1-1-238 0</inkml:trace>
  <inkml:trace contextRef="#ctx0" brushRef="#br0" timeOffset="159114.67">28265 15728 1278 0,'0'0'113'16,"-2"0"5"-16,1 0-27 0,-1 0-15 0,-3 0-36 16,-2 0-16-16,2 0-11 0,3 0-4 0,0 0-1 15,-1 0 8-15,1 0-11 0,0 0 6 0,0 0-9 16,1 0-2-16,0 0-3 0,0 2 3 0,0-1-2 0,1 0 10 15,0 0-5-15,0 1 4 0,0 1-4 0,0-1 12 16,0 9-7-16,1-1 6 0,0 3-5 0,1 2 4 16,1 2 2-16,-1 2-7 0,1 2 6 0,-1 2-7 0,1 3 4 15,1 4-6-15,-1-2 4 0,0-1-9 0,-1 5 5 16,-1-3 2-16,2 2-2 0,-1-1-6 0,0-3-4 16,1-2 1-16,-1-1 0 0,0-4 8 0,1-2-13 15,-1 0-4-15,0-3-5 0,1-2-21 0,-2 0-26 16,0-3 1-16,0-1-13 0,1-1-30 0,-2-4-114 15,0-2-40-15</inkml:trace>
  <inkml:trace contextRef="#ctx0" brushRef="#br0" timeOffset="159497.57">28504 15780 1192 0,'-1'0'316'0,"0"1"-391"0,-1-1 360 0,-16 6-191 16,5-1-74-16,3-2-15 0,-1 1-4 0,3-1-1 15,-3 2-5-15,3 0 0 0,0 0 6 0,1-1-4 16,0-1-7-16,-2 6 5 0,2 0-11 0,0 2 10 16,0 0-10-16,3-2 14 0,-2-1-9 0,1 0 9 0,0 3-7 15,3-3 11-15,-2-1 1 0,2 0 1 0,0-2 0 16,0 2-5-16,1 3 2 0,-3-5-3 0,-2 5 8 15,2-2 3-15,-1 4-3 0,3-2 2 0,0 1 2 0,2 0-5 16,0-1 10-16,0 3-9 0,1 2 9 0,1-2-3 16,2 1-4-16,1-1 4 0,-1-1 2 0,2 1 9 15,0-2-7-15,1 0 7 0,1 1-7 0,-5-2-2 16,11 0 3-16,2-3-4 0,3 1-7 0,0-3-13 16,3-1 2-16,3-3-8 0,-2 13-6 0,3-7-23 15,-2-5-6-15,-2-2-8 0,2-2-30 0,-1-3-13 16,1-2-5-16,-3-1-4 0,0-3-43 0,-2 2-22 15,0-3-29-15,-2 9-5 0,-1-13-181 0</inkml:trace>
  <inkml:trace contextRef="#ctx0" brushRef="#br0" timeOffset="159915.6">28727 15376 1074 0,'-1'0'208'16,"-1"0"13"-16,0-2-64 0,-11-1-38 0,4 1-63 15,2-1-29-15,1 1-8 0,0-1-3 0,5 3-2 0,-2-1-8 16,1 0 2-16,1 0-2 0,0 0 3 0,-1 0-3 16,1 1-2-16,1 0 4 0,0 0-3 0,1 1 0 15,1 0 4-15,0 1-2 0,10 5 4 0,4 5 9 0,-1 5 0 16,2-2-1-16,2 5 0 0,0 0-4 0,2-1-7 15,1 4 2-15,-1 1-4 0,2 0 5 0,-1 2-5 16,1 1 2-16,3-1-4 0,0 1 0 0,-1 1 2 16,-3 2-4-16,-1 0 3 0,2 1-6 0,-2 2 5 15,-2 2-5-15,-2 2 4 0,-3-2-7 0,-1-2 8 16,0-1 4-16,-4 1 0 0,-2-1-2 0,-3 0-5 16,1-2-1-16,-3-6 0 0,12 1 6 0,-6-2 1 15,-5 0-2-15,-3-1 2 0,-3-1 2 0,-3-1-3 16,-4 0 4-16,8 1-5 0,-17 1-5 0,-6-2 5 0,0 3-2 15,-4-2 5-15,-4 2 5 0,-1-1-11 0,0 0 4 16,1-2-6-16,6-2 6 0,0 1-9 0,2-3 2 16,3 1-5-16,3-1 1 0,4-5-42 0,3-4-4 15,0-1-19-15,3-4-71 0,2 0-148 0,1 0-78 0</inkml:trace>
  <inkml:trace contextRef="#ctx0" brushRef="#br0" timeOffset="162183.1">12159 13976 60 0,'-1'0'0'0,"0"0"130"0,0 0 27 0,-1-1 31 16,0 0 8-16,0 0-112 0,-1 0-15 0,2-1-34 16,0 1 9-16,0 0-13 0,-2 0-4 0,2 0 2 15,0-1-6-15,0 1 6 0,0 0 3 0,1 0-13 16,0 0 13-16,0 0-12 0,1-1 26 0,0 1-10 16,1 0 3-16,1 1-5 0,7-1-1 0,2-1 0 15,2 0-4-15,3 2 3 0,-2 0-12 0,3 0-1 0,-1-1-1 16,2 0 1-16,0 0-8 0,-1-2-5 0,2 2 2 15,-2 0-2-15,1 0 4 0,0 1-11 0,0 0 0 16,-2 0-2-16,-1 0 8 0,-1 0-4 0,-2 1 1 16,-1 1-2-16,-3 1 0 0,-5-2-6 0,0 0-4 0,-2-1-1 15,0 1-22-15,0 2-51 0,1-1-1 0,-3-1-32 16,4 6-145-16</inkml:trace>
  <inkml:trace contextRef="#ctx0" brushRef="#br0" timeOffset="162499.23">12259 14233 778 0,'-1'0'136'0,"0"0"4"0,0 1-23 15,-2 0-16-15,1 0-42 0,-3 1-16 0,3 0-29 16,-1-1 1-16,1 0-11 0,0 0-3 0,1 0 9 15,-1 2-4-15,1-1 4 0,0 0-13 0,1 1 4 16,0-2 1-16,1 0 3 0,0 0 3 0,1 0 4 16,-1-1-4-16,9 2 3 0,2-2 4 0,-3-2 5 0,3-1 0 15,0-1-1-15,0 0-14 0,-1-1 5 0,1 0-4 16,0 1 5-16,0-1 2 0,-2 1-8 0,2 1 6 16,0 0-7-16,0 1-1 0,1 1 2 0,-3 0-9 15,2 0 5-15,2 1-7 0,-3 0 7 0,2 1 0 0,-3 0 2 16,0 0-6-16,0 1-14 0,0 1 1 0,-2-2-9 15,1 0-34-15,1 0-56 0,-2 1-40 0,4-1-20 16,-1-1-288-16</inkml:trace>
  <inkml:trace contextRef="#ctx0" brushRef="#br0" timeOffset="163017.32">13160 13842 1071 0,'0'0'58'0,"0"0"-2"0,-1 0-6 16,-1 0 0-16,1 0-23 0,0 0-3 0,0 0-17 15,0-1-2-15,0 0-3 0,-1 0 6 0,1-1-7 16,0 0 10-16,0 0-10 0,0-1 1 0,0 1-2 0,-3-4-2 15,-1-1 2-15,2 1 4 0,-2 0 10 0,3 3-6 16,-4-1 8-16,-1 1 4 0,-7-1 5 0,1 1 7 16,1-1-3-16,-2 1 6 0,2 1-9 0,-1 0 2 15,-1 1-4-15,2 0-9 0,-1-9 3 0,-1 3-9 16,0 3 7-16,-1 1-12 0,0 2 4 0,-1 1-3 16,2 1 3-16,0 3-3 0,0 0-7 0,0 4 8 0,-1 0-9 15,0 1-1-15,1-4 5 0,0 13-1 0,2 0 4 16,-2 1 4-16,1 2-3 0,2 0-2 0,-1 2-1 15,2-1-7-15,2-1 9 0,0-1-6 0,3 0 6 16,2-2-4-16,0-2-5 0,-7 1 10 0,3-2-7 16,3-1 6-16,2 0-1 0,2 1-4 0,1-3 1 15,3 3-10-15,0-3 11 0,2 1-3 0,2 2 5 16,1-4-6-16,-5 3 7 0,9-3-2 0,1 0 5 0,3 0-7 16,-1 0-1-16,2 1 4 0,1-3-3 0,-3 0 3 15,4 0-5-15,1-3 1 0,-3-1-2 0,1 0 3 0,-2-4-16 16,0 2-3-16,2 8-3 0,0-3-1 0,3-4-17 15,-1-4-10-15,-2-2-4 0,6-4-40 0,-4-2-43 16,1-4-30-16,3 8-22 0,-5-16-257 0</inkml:trace>
  <inkml:trace contextRef="#ctx0" brushRef="#br0" timeOffset="163484.18">13698 13409 1011 0,'0'0'142'0,"-1"0"-155"0,0 0 153 0,0 0-74 15,-2 0-32-15,2 0-22 0,-5 0 3 0,-3 0-11 16,1 0-3-16,-3-1 13 0,2 1-2 0,1 0 5 15,1 0-6-15,-4 0 1 0,0 0 0 0,1 1 1 0,-4 2 6 16,1-1 2-16,1 2 3 0,-2 0-2 0,3 1 8 16,1 2-1-16,-3-5 0 0,-1 15-1 0,-2-3-3 15,0 2-5-15,3 3 1 0,0 0-2 0,1 1-15 16,0 0 5-16,2 1-4 0,2 0 5 0,-1 3-14 0,4-1 0 16,0 3 1-16,1 0 2 0,2 1 7 0,0 3-3 15,0 0-3-15,-14 3 1 0,8 0-5 0,3-2 2 16,4 2 2-16,1-4 0 0,0 3 2 0,2-3 2 15,2-4-3-15,-1-3 2 0,3 1-3 0,-1-2 3 16,1-1-1-16,1 0 3 0,1-3 3 0,0 1-7 16,2 0 6-16,-1-3-6 0,0 1 9 0,1 0-12 15,-9-2-1-15,13-3-2 0,-3 0 5 0,-2 0-6 0,1-4-2 16,-1 2-4-16,2-3-7 0,-2 0-1 0,0 0 4 16,-2-2-4-16,5 1-9 0,1-2-29 0,0 6-3 15,0-3-10-15,-1-3-43 0,0 0-46 0,0-3-22 16,0 0-11-16,1-3-114 0</inkml:trace>
  <inkml:trace contextRef="#ctx0" brushRef="#br0" timeOffset="163868.14">13842 13663 970 0,'-1'0'108'0,"-1"0"215"0,0 0-288 15,0 2-11-15,1-2-8 0,-3 1 1 0,1 0-17 0,-1 0 10 16,0 0-5-16,2 0 7 0,-1 2-3 0,0-1-6 16,1 5 2-16,0 3-5 0,-1-1 6 0,0 0 8 15,0 1-1-15,1 0 2 0,-2 2 0 0,2 1 11 16,0 2-1-16,-1 2 3 0,1-3-13 0,1 4 4 15,0-2-1-15,-11 2 1 0,4 2-5 0,3 1-3 16,1-1 2-16,2 3-2 0,1 0-2 0,1 0-8 16,0 1-1-16,0-3 0 0,0-1 3 0,1-2-5 0,0 0 2 15,-1-1-3-15,0-1 3 0,0 0 4 0,0-2-1 16,0 0 2-16,0-1 4 0,0-1-7 0,0-1-1 16,0 0-1-16,0-2-9 0,0-2 6 0,-1 2-5 15,1-5 4-15,0 2-6 0,0-2-45 0,0-3-6 16,0 1-16-16,0 1-27 0,0-1-29 0,0 0 7 0,0-1-22 15,0 1-58-15</inkml:trace>
  <inkml:trace contextRef="#ctx0" brushRef="#br0" timeOffset="164218.76">13999 13928 1126 0,'-1'1'41'0,"-1"0"71"0,-2 2-64 0,-3 1-28 15,3 0 4-15,1-3-13 0,0 1-7 0,-1 1 11 16,2-2-4-16,1-1 6 0,-3 5-7 0,3-3-6 16,-1 0-4-16,2 0 0 0,0-1-7 0,-2 1 8 15,1 0-1-15,0 1 4 0,0-1-6 0,1-1 20 16,0 1-3-16,1-1 11 0,0-1 5 0,2 0-3 0,-1 0 10 15,-1 0-7-15,9-1 6 0,0-2-8 0,1 1-5 16,5-3 2-16,1 0-12 0,-1 1 3 0,1-1-3 16,-1 0 2-16,0 1-12 0,1-1 0 0,-1 0 1 15,0 2-1-15,-1 0 0 0,7 0 1 0,2 0-10 16,-3 2 6-16,-1 0-8 0,-7 1 1 0,-2 0 6 0,-1 0-4 16,-2 0-4-16,2 0-19 0,-2 0-12 0,0 0-1 15,2 0-38-15,-5 0-27 0,4 0-28 0,-3-1-8 16,-4 1-189-16</inkml:trace>
  <inkml:trace contextRef="#ctx0" brushRef="#br0" timeOffset="164569.79">14487 13556 1138 0,'-1'0'44'0,"0"0"74"0,-1 0-64 0,-1 0-12 16,1 0 0-16,0 0-7 0,-1 0-21 0,1 2 4 16,0-1-5-16,0 0 4 0,1 1-7 0,1-1 1 15,-4 8-1-15,-4 1 1 0,3 2-11 0,0 0 8 16,3 2-4-16,-1 0 7 0,0 1-15 0,0 2 14 16,0-2-8-16,0 3 12 0,2-1 5 0,0 3 7 0,-1 3 1 15,-1 0-1-15,1 2-3 0,0 2-7 0,-1-1 0 16,1-2-3-16,0 1 0 0,-1-1-10 0,1 3 5 15,1-1-7-15,-2 3 13 0,1-1-13 0,1-1 7 16,-1-1-8-16,-1-2 1 0,2-2 0 0,0-4-4 16,0-1 3-16,1-1-1 0,0-5-6 0,0 1 7 0,0-2-8 15,0-3 4-15,0-3-29 0,0-3-13 0,0 2-7 16,0-1-73-16,0-1-47 0,1 0-13 0,0-1-17 16,0 0-108-16</inkml:trace>
  <inkml:trace contextRef="#ctx0" brushRef="#br0" timeOffset="165002.14">14699 13720 870 0,'-1'1'172'0,"0"0"22"0,-8 3-54 15,-5 3-49-15,4-1-36 0,0 0-16 0,3-2-24 16,0 1-2-16,0 0-4 0,-2 1 4 0,1-2-13 15,-1 2 2-15,0 0-5 0,2-1 11 0,-5-3-16 16,-1 6 9-16,0 3-12 0,0-3 7 0,-1 2 4 16,-1-1 0-16,2 2 3 0,-3 1 7 0,0 0-6 15,2-1 0-15,-4-1-2 0,6-1 4 0,-1-1 2 0,1-1 5 16,4 2-3-16,1 0 8 0,2-4-4 0,3 6-6 16,0-5 3-16,-4 2-1 0,1 3-7 0,2-7 7 15,1 2-8-15,1 0 11 0,1 1-7 0,0-1-3 16,1 0 0-16,1 1 6 0,2-1-7 0,0 1 11 0,1 1-9 15,8-1 14-15,-1 1 0 0,1 0-5 0,2-1 3 16,3 0-2-16,3-1-1 0,-2-1 0 0,-2 0 0 16,3 1 0-16,0-2-13 0,0-1 6 0,-1 1-7 15,-1-2 6-15,-3-1-3 0,0 0-3 0,-1 9 1 16,1-3 2-16,-5-4-6 0,1 1 6 0,-1-3-5 16,0 0 10-16,-1-1-9 0,1 0-4 0,0 0-1 15,0-1-5-15,-1 0-8 0,-1 0-3 0,0-2-3 0,2 0-31 16,-2-1-16-16,1-2-2 0,2-1-7 0,0 0-29 15,-1 4-122-15,-2-9-11 0,2 0-42 0,-4-2-94 16</inkml:trace>
  <inkml:trace contextRef="#ctx0" brushRef="#br0" timeOffset="165519.91">14768 13506 678 0,'0'0'79'0,"-1"0"0"0,0-1-6 0,-1-1-3 15,-1 1-25-15,-1-1 6 0,-1-2-7 0,0 1-3 16,1 1 0-16,-1-1-9 0,1 2 5 0,2 1-6 16,0 0 4-16,-1 0-12 0,2 0-6 0,0 0 5 0,0 0-4 15,-2 0 9-15,1 0 14 0,1 0-3 0,0 0 8 16,0 0 10-16,-1 0-8 0,1 1 2 0,1 0-5 15,0 1 3-15,0-1-14 0,1 1 3 0,-1 0-7 16,6 10 0-16,1 3-6 0,2 0 2 0,0 1-4 16,2 2 7-16,-10-1-20 0,12 2 7 0,3 1-10 15,-1-1 11-15,-1 0-10 0,2 0 5 0,-2-1-5 16,1 2 5-16,2 0 0 0,0 2 0 0,0-2 0 0,-1 0-4 16,2 3 7-16,-2-3-8 0,-4 1 8 0,3 0-9 15,-1 1-3-15,-2 1 3 0,5 3-3 0,-7-1 3 16,0-2-5-16,-3 1 0 0,-3-3-1 0,0 0 4 0,1 1-5 15,-2-1 3-15,-2-1-4 0,1 0 5 0,9-2-2 16,-5 1 3-16,-3 0-3 0,-3 1-1 0,-2 1 9 16,-1 1-9-16,-3 1 9 0,-2-2-14 0,-1 0 3 15,1-1 2-15,-2 0 1 0,-2-1 8 0,10-2-6 16,-13 1-2-16,4-6-1 0,0 3 2 0,-3-2-2 16,2 1 2-16,2 1-3 0,-6-2-3 0,5-1 6 15,-2-1-2-15,0-3 2 0,1-2 0 0,1 3-3 16,2-3 6-16,2-1-5 0,1-1 6 0,1-1-6 0,2-1-6 15,0-1 0-15,1 1-9 0,1-1-33 0,-1 1-3 16,-1 0-17-16,1 1-59 0,1-2-80 0,0 0-48 16</inkml:trace>
  <inkml:trace contextRef="#ctx0" brushRef="#br0" timeOffset="167655.12">17064 12622 60 0,'0'0'0'0,"0"0"3"15,0 0 35-15,0 0-4 0,0 0 9 0,0 0-2 16,0 0 11-16,0 0 20 0,0 0-3 0,0 0 5 0,0 0-13 15,0 0 17-15,0 0-9 0,0 0 10 0,0 0-10 16,0-2-27-16,-1 1 9 0,0 0-18 0,-1-1-18 0,1-1-5 16,0-1 2-16,0-3-2 0,0-3 1 0,-1 3-1 15,1 0-7-15,-1-2 7 0,-2 0 3 0,1 1 4 16,1-1 1-16,-1 1 1 0,1-2 10 0,-1 1 5 16,1-2 4-16,-1-1 0 0,0-1 11 0,0-2-11 15,0 0-1-15,1 0-5 0,1 2-17 0,0 2 8 16,1 3-9-16,0 0 9 0,0-1-5 0,-2 3-3 15,1 1 5-15,1 1-6 0,0 2-9 0,0-1 2 16,0 0-1-16,0 2 3 0,0-2 7 0,0 2-2 16,0-1-3-16,-1-1 0 0,1 1-6 0,-1 1 9 0,1 0 4 15,-1 0-1-15,1-1-5 0,0 1 0 0,-1 1-7 16,-1 0 5-16,2 0-8 0,0 1 6 0,0 2-8 16,-1 7 6-16,0 9-13 0,1-1 7 0,0 3 0 15,1-3 1-15,0-1-3 0,1 2 5 0,-1-3-3 16,1 2 3-16,0 0-2 0,3 2 0 0,1 1 3 0,-1 1-3 15,-1 2 1-15,0 0-2 0,0 2 0 0,-1 1-1 16,2 4-1-16,-2 1 3 0,1 2-1 0,-2 0 0 16,-1-1-5-16,-1-3 10 0,0 1-2 0,0-2 5 15,-1-2-7-15,0-2-1 0,0-3 1 0,0-3-1 16,-1-1-2-16,1-4 4 0,0-1-2 0,0-1 4 16,0-1-4-16,0 0 6 0,-1 0-6 0,0-1 6 0,0-2 1 15,-1 2-1-15,1-2 1 0,-2 0-3 0,2 1-2 16,0-1-1-16,-1-1 4 0,1-1-5 0,0 0-3 0,1-2 3 15,-1 0-6-15,2-3 4 0,0 0-18 0,-1 2-23 16,0-1 2-16,0 0-13 0,0 1-34 0,-1-2-46 16,2 0-13-16,0 0-12 0,0 0-70 0,0-1-53 15</inkml:trace>
  <inkml:trace contextRef="#ctx0" brushRef="#br0" timeOffset="168071">16892 13205 326 0,'0'0'75'0,"-1"0"134"0,0 0-141 0,0 0-6 0,-2 0-1 16,2 0-3-16,-4 0-21 0,-3-1 2 0,0 1-4 15,0 0 4-15,-3 0 9 0,-2 0-9 0,5 0 3 16,-3 1-7-16,1 1-10 0,0 1 5 0,0 0 0 0,0 1 2 16,0 0-5-16,0 1 11 0,1 0-4 0,1-1 7 15,1 1-1-15,1-1 4 0,0-1 3 0,2-1 0 16,0 1 1-16,1-2-13 0,2-1-6 0,0 0 0 15,1 1-9-15,-1 2-7 0,0-1 0 0,-2 1-2 16,1 1 1-16,1-1-4 0,1 0 6 0,0 0-6 16,0 1-2-16,0-2-1 0,0 1 1 0,1 0 1 15,0-1 1-15,6 1-1 0,6 0-2 0,1 0 3 0,4-1 6 16,1 10-3-16,3-3-4 0,2-3 3 0,4-1 1 16,1-4-1-16,1-1 1 0,-1 0-2 0,0-4-8 15,2 1 10-15,0-2-8 0,1 1 9 0,-1-2-6 0,-2 0-4 16,2 0 2-16,-3 0-4 0,-1 0 5 0,-2 1-6 15,2 2 3-15,-2-1-4 0,-3 3 2 0,-3 0 5 16,-5 0-4-16,-2 1 6 0,-2 0-4 0,2 0-1 16,-5 0 0-16,1 0-2 0,-1 0 0 0,-3 0-12 15,-1 0 3-15,0 0-8 0,-1 0-25 0,1 0-41 16,-2 0-15-16,0 0-8 0,0 0-55 0,-1 0-86 16,0 0-18-16</inkml:trace>
  <inkml:trace contextRef="#ctx0" brushRef="#br0" timeOffset="168487.97">16676 13904 1067 0,'0'0'30'0,"-1"0"1"16,-1 0-10-16,1 2-8 0,-1-1-9 0,0 0-15 16,-1 0 10-16,1 0-3 0,1 1 4 0,0-1-1 15,-1 0 1-15,1-1-6 0,0 0 4 0,0 0-11 0,0 0 18 16,-1 0-1-16,2 0 6 0,0-1-2 0,0 0 3 16,0-1-3-16,2 1 4 0,-1 0-5 0,0-1 18 15,0-1-4-15,2 1 8 0,0 0-4 0,6-4-5 16,3 0 3-16,3 0-5 0,2 2 5 0,2 2-3 15,2 2-1-15,6 0 0 0,0 0 1 0,4 2 2 16,-1 0-6-16,-2-1 3 0,4 1-3 0,1 0 6 16,0 1 5-16,0-1-3 0,-1-1-2 0,-1 2 3 15,0-2 1-15,0-1 1 0,-1 1 6 0,1-1-10 16,-2 1-3-16,1 0-3 0,-1-1-13 0,-7 0 9 16,-2 0-8-16,-2 0 7 0,-2 0-12 0,0 0 2 0,-3 0 0 15,0 0 1-15,-5 0-4 0,-4 0-25 0,0 0-6 16,-2 0-9-16,1-1-42 0,-1 0-54 0,-1 0-32 15,0-1-13-15,1-1-144 0</inkml:trace>
  <inkml:trace contextRef="#ctx0" brushRef="#br0" timeOffset="168906.17">17080 13997 1607 0,'-1'0'29'0,"0"0"2"0,0 0-8 16,0-1-12-16,-1 1-5 0,1 0-15 0,0 0 1 15,0 0 6-15,0 0-4 0,0 0 13 0,1 0-5 16,0 0 2-16,0 0-4 0,0 0-4 0,0 0 3 16,0 1 2-16,1 1 2 0,0-1 5 0,0 0-7 15,0 0 4-15,0 1-4 0,1 4 4 0,0 7 3 16,0 1-1-16,1 0 3 0,-1 2 2 0,-1 0-1 15,2 3-4-15,-1 2 2 0,0 2-9 0,1 1 2 16,-1 4-4-16,1 7 3 0,1 2 0 0,0 9-3 0,-1 2 3 16,1 6-3-16,-3 3-5 0,1-2 8 0,-1 2-5 15,0-5 6-15,1 3 1 0,-1-1-5 0,1-1 6 16,1 1-4-16,-1-3 6 0,1 2-6 0,1-3-1 16,-1-6-2-16,1-1 3 0,0-5 2 0,-2-3 4 0,0-5-1 15,1 0 1-15,-2-2-4 0,-1-2 0 0,0 0 0 16,0-3-2-16,0-2 3 0,-1-2-1 0,-1-1 1 15,1-2-9-15,-1 3 7 0,0-4-6 0,-1-1 6 16,1 0-20-16,-1-3-4 0,1-2-19 0,1-1 0 16,0-3-124-16,0 0-218 0</inkml:trace>
  <inkml:trace contextRef="#ctx0" brushRef="#br0" timeOffset="169422.04">16666 15691 1008 0,'0'0'89'15,"-1"0"3"-15,0 1 1 0,-1 0-17 0,-1 0-20 16,2-1-28-16,0 0-15 0,-1 3-1 0,-1-1-5 16,2 0-1-16,0 1 8 0,1-1-3 0,0 0 3 0,1 1-5 15,1-1 8-15,8 4 0 0,10 5 3 0,1-4 2 16,4-2 14-16,3 0-5 0,3-2 8 0,1-2-2 16,4 0 4-16,1-1-1 0,1 0-1 0,1 0-19 0,-3 0-10 15,-2-1 2-15,-2 0-4 0,-1-1 0 0,-1 1-1 16,-3-1-4-16,-1-1 2 0,-1 1 1 15,-2 0-6-15,1 1 2 0,-1-1-3 0,-5 2 8 0,0 0-7 16,1 0 0-16,-9 0-5 0,3 2-9 0,-2-1-13 16,-6-1 2-16,0 0-9 0,-2 0-29 0,-1 0-42 15,0 0-21-15,1 0-10 0,-1 0-109 0,-1 0-80 16</inkml:trace>
  <inkml:trace contextRef="#ctx0" brushRef="#br0" timeOffset="169674.08">16873 16006 1412 0,'0'1'60'16,"0"0"0"-16,0 0-26 0,0 1-3 0,0 0-27 0,2 0-1 15,-1 2 14-15,5 4-5 0,3-1 7 0,11-2-17 16,2-1 4-16,2 0-6 0,1-3 3 0,-3 0-10 16,-1 12-3-16,0-4-6 0,-3-6 1 0,-2-2-21 15,0-1-71-15,-2 0-31 0,-1-2-34 0,-2-3-278 16</inkml:trace>
  <inkml:trace contextRef="#ctx0" brushRef="#br0" timeOffset="169823.83">17009 15973 1147 0,'0'1'56'0,"0"0"124"0,0 2-171 0,0 4-10 0,3 2 3 16,2-2-5-16,2-2 0 0,9 5-32 0,2-3-13 16,1-3-12-16,2-4-97 0</inkml:trace>
  <inkml:trace contextRef="#ctx0" brushRef="#br0" timeOffset="170456.4">18055 13362 947 0,'0'0'36'0,"0"0"1"0,-1-1 14 0,0 0-13 0,0 0 1 16,-1 0-11-16,1-2-4 0,0 0 2 0,-2-3-4 15,-2-2 5-15,4 5-5 0,0-1 2 0,-8 1-3 16,-1 2 4-16,-3-2-9 0,-1-7 3 0,1 4-4 15,1 3 3-15,-4 0 5 0,4 3-4 0,-5 2 4 16,0 0 1-16,3 1 9 0,-5 2-2 0,6-1 2 16,-1 2-3-16,-3 3-8 0,4-7 6 0,-2 14-8 0,0-2-5 15,1 3-7-15,1 0 0 0,2 5-1 0,-1 3 4 16,1 0-7-16,0 0-2 0,2 0 0 0,2 1 5 16,1-2-3-16,1-1 3 0,3-1-4 0,0-2 4 0,-9 0 10 15,4-1 0-15,3 0 2 0,4 1-3 16,1-1 0-16,3-3-3 0,0 1 1 0,5 0-10 0,-1-1 9 15,3 0-6-15,-8-2 6 0,13-1-8 0,2-1 0 16,0-2 4-16,1 0-3 0,-3-1-2 0,4 0-3 16,-2-6-1-16,-1 2 0 0,2-1-7 0,-2-2-4 15,-2-1 1-15,0 8-1 0,-2-3-4 0,-1-2-13 16,2-2 1-16,0-2-6 0,1-2-15 0,1-2-49 16,0-2-16-16,-1-1-21 0,1-2-159 0</inkml:trace>
  <inkml:trace contextRef="#ctx0" brushRef="#br0" timeOffset="170990.23">18098 13766 1348 0,'-2'0'147'0,"1"0"-151"0,0 0 154 0,-10 3-73 15,3 0-65-15,6-3-8 0,1 0 2 0,-2 1-3 16,1 0 1-16,1-1-5 0,0 1-3 0,-1-1 0 16,2 0 0-16,0 0 2 0,2 0-1 0,-1 0 0 0,0 0 3 15,12 0 6-15,2 0-1 0,0 0 2 0,0 0-3 0,1 0-1 16,-2 0 1-16,0 1 0 0,-1 2-5 0,0 0 1 16,2 2 3-16,-3 0 1 0,-1 0 10 15,-1 3-9-15,-1-7 7 0,0 12-7 0,-1 1 6 0,-2 2 1 16,-1-2-2-16,-3 4 3 0,0-2-8 0,0 2 1 15,8 1-5-15,-5 3 4 0,-5 1-9 0,-6-1 11 16,-3 1-4-16,-2-4 6 0,8 2-8 0,-14-2-1 16,1-2 5-16,1-2-3 0,3-1 7 0,0-2-2 15,1-2-1-15,2-1 0 0,1-2-6 0,2-3 7 0,1 0-5 16,3-2 8-16,-1 1 2 0,1-1-8 16,0 0 9-16,-1 1-10 0,1-1-3 0,1 0 5 0,0 0-5 15,-1-1 7-15,1 0-11 0,1 0 11 0,0 0-4 16,1-1 7-16,2 0-6 0,1 0 2 0,9-1 0 15,-1 0 0-15,3-1-7 0,2-1 5 0,-2 1-2 0,0 1 5 16,0 0 1-16,1-1-1 0,-2 2-3 0,-4 0 1 16,1 0-1-16,-5 0 8 0,1 2 4 0,5 0 0 15,-4 0 8-15,-1 1-1 0,4 0-3 0,-5-1 1 16,-2 0-7-16,5 1-3 0,-5-2 1 0,-2-1-2 16,5 4-5-16,-5-3-3 0,1 0 2 0,5 3-1 15,-6-3-2-15,3 1 8 0,-3-1-8 0,0 1 6 16,1-1-10-16,-1 0-7 0,-1 0 1 0,2 0-8 0,-2 1-52 15,0-1-157-15,0 0-54 0</inkml:trace>
  <inkml:trace contextRef="#ctx0" brushRef="#br0" timeOffset="172558.43">26926 8495 385 0,'-1'0'0'0,"0"0"9"0,0 0 104 0,0 0-23 15,-2 0 14-15,2 0-40 0,-6 0-5 0,2 0-2 0,-2 0 3 16,1 0-1-16,-1 0-3 0,1 0-17 0,1 0 0 15,-1 0-4-15,1 0 1 0,2 0-11 0,1 0-1 16,1 0-2-16,-1 0 5 0,-1 0-13 0,1 0 9 16,1 0-10-16,0 0 16 0,0 1-9 0,1 1 4 0,0-1-5 15,1 0-2-15,0 0 4 0,1 0-4 0,7 2 4 16,7 1-7-16,-1 1 4 0,3 0-5 0,0-1 5 16,2 0-9-16,1 1 5 0,0 1-6 0,1-1 5 15,-1 2-9-15,-1 1 2 0,3-1-1 0,-4 0 1 16,-1 1-4-16,1 0-2 0,-6-2 5 0,4 2-5 15,-2 0 6-15,-2 0-5 0,1 0 1 0,-4-1-1 16,0-1 1-16,-2-4 4 0,-1 9-6 0,-2 2 7 0,-2-2-2 16,-1 2-3-16,7 1 5 0,-2 3-4 0,-3 2-1 15,-4 2 4-15,-2-1 1 0,-1 0 1 0,-4 0-3 0,-3-1 1 16,-1-1-6-16,5 2 4 0,-17 0-7 0,1 2 4 16,-1 0 3-16,-1 0 0 0,2 3 0 0,-2 0-1 15,1 2-1-15,-1-1 1 0,3-1-3 0,1 1 5 16,1 1-1-16,4-4 4 0,2-3-1 0,2-2 10 15,1-3-6-15,3-1 6 0,1 0-8 0,2-5-3 16,2-1 5-16,1 2-5 0,0-2 1 0,-5-1-3 16,1 1-1-16,1-1 1 0,3-2 6 0,0 0-8 15,1-2 5-15,0 3-5 0,1-1 6 0,2 1-2 16,0-1 1-16,3-3-1 0,9 0 0 0,3 1 5 16,3-2-6-16,3 13 5 0,2-5-8 0,-2-4 4 0,3-3-5 15,-1 0 4-15,0-2-10 0,-2 0 4 0,-2-2 6 16,-2 0-3-16,-2-2 1 0,-2 1 3 0,-2-1-10 15,-3 2 7-15,0 0-4 0,-2 1-4 0,-1-1 7 16,-1 1-5-16,-1 0 2 0,-3 1 1 0,1 0-1 0,-2 0 1 16,2-1-14-16,-2 1-9 0,-1 0-8 0,2-1 0 15,-2 1-42-15,0 0-35 0,1-2-35 0,5-8-4 16,0-2-151-16</inkml:trace>
  <inkml:trace contextRef="#ctx0" brushRef="#br0" timeOffset="172875.11">26730 8904 1315 0,'0'0'24'0,"-1"0"-2"0,0 0-7 16,-1 0 1-16,1 0-13 0,0 0-6 0,1 0-2 16,0 0 5-16,1 2-2 0,0-1 16 0,2 0 5 15,10 4 3-15,6-1 0 0,3 0 9 0,1-2 0 0,4-1-5 16,3-1 2-16,0-1-16 0,5-2 3 0,1-1-7 16,0-1 4-16,1 1-15 0,-3 0 4 0,2 0 3 15,-5 1 1-15,-2 1 4 0,-2 0-12 0,-3-1 6 0,0 1-7 16,-2-1-4-16,-3 1-13 0,-1-1-12 0,1 0-1 15,0 1-59-15,0 0-74 0,-1-1-26 0,-2 2-27 16,0 0-209-16</inkml:trace>
  <inkml:trace contextRef="#ctx0" brushRef="#br0" timeOffset="173476.23">27727 9103 1073 0,'-1'0'152'0,"0"0"-190"15,-3 0 178-15,-9-2-95 0,4-1-22 0,2 2-18 16,3 1 0-16,0-1-4 0,-1 0 10 0,1 1-13 16,-1-1 5-16,2 0-7 0,2 1 8 0,0 0 0 15,-2-2-4-15,1 1 1 0,0 0 0 0,-1 0 10 16,1 0 8-16,1 0-3 0,0-1 11 0,0 1 0 15,-1 0-5-15,2 0 5 0,0 0-7 0,0-1-9 0,2 1 4 16,-1 0-6-16,0 0-4 0,1 0 0 0,2 1-3 16,5 0 4-16,-1 2 11 0,2 3-4 0,-2 1 7 15,-2 2-7-15,2 11-1 0,-2 3 7 0,-1 2-9 16,1 3 9-16,-3-1-16 0,-2-2 6 0,1 1-1 0,10-3 3 16,-3 3-1-16,-7-4-4 0,-2-1 0 0,-1 0-1 15,-1-1 2-15,-3 0 1 0,-2-2 2 0,-1 0-1 16,5-1 4-16,-16 1-11 0,-1-1 5 0,-2 0-5 15,0-1 2-15,-2-1 1 0,-3-1-5 0,2-3 4 16,0 0-6-16,0-2 5 0,3-2-1 0,0-3 3 16,4 0-5-16,1 7 6 0,2-3-6 0,1-3 6 0,1-3-12 15,2-1 8-15,2 0 3 0,2-1 1 0,1 0 4 16,1 0-2-16,3-1-2 0,-1 1 1 0,1-1-7 16,0 0 0-16,-1-3-4 0,0-3 2 0,2-1 1 0,1 0 1 15,1 0-1-15,1 0 0 0,3 1-5 0,0 1 7 16,0 1-1-16,7 0 2 0,0 0 1 0,1 3-3 15,0-1 2-15,1 1-2 0,1 1 0 0,2-9-2 16,2 3 5-16,-3 3-5 0,5 3 1 0,-1 2 3 16,-2 0 0-16,6 2 2 0,-6 2-2 0,4 0-2 15,0 1-2-15,-6 0 0 0,4 1 0 0,-2-1 4 16,1 1-3-16,-1 0 2 0,0 0-3 0,-3-1 1 16,-1-2 0-16,0 1-1 0,1-2-10 0,-4 0-10 0,1 0-12 15,1-1-2-15,-1-1-56 0,1-1-98 0,-1-2-1 16,-1 0-45-16,-1-2-127 0</inkml:trace>
  <inkml:trace contextRef="#ctx0" brushRef="#br0" timeOffset="173877.05">28336 8895 876 0,'0'0'53'0,"0"0"-8"0,-1 0 28 16,0 0-5-16,0 0-9 0,0 0-27 0,-1 0 1 15,2 0 4-15,0 0-4 0,0 0-8 0,0 0 9 16,0 0-9-16,2 0 9 0,-1 0-10 0,1 0 3 16,9-1-1-16,4-1 0 0,3-1-6 0,0 1-10 15,2 1 2-15,0-2-6 0,2 2-6 0,-5 0 4 0,3 0-3 16,-2 0 4-16,-5 1-9 0,2 0 2 0,-1 0 3 16,-4 0 1-16,4 0 3 0,-6 0-8 0,-1 0-2 15,2 0-2-15,-2 0 3 0,-1 0-22 0,1 0-9 16,-3 0-8-16,-1 0-76 0,-1 0-65 0,2 0-31 0,-1 0-20 15,0 0-204-15</inkml:trace>
  <inkml:trace contextRef="#ctx0" brushRef="#br0" timeOffset="174096.76">28343 9083 1534 0,'0'0'20'0,"0"0"4"16,0 0 1-16,0 0-17 0,0 0 6 0,2 0-13 0,-1 0 2 16,1 0 7-16,11 3-6 0,8 0-3 0,3 1 13 15,9-1-12-15,-2-1 12 0,2 0-13 0,3-1-11 16,-6-1-5-16,1-1-5 0,0-2-29 0,-4 1-17 16,-2 0-1-16,-2-2-10 0,-6-1-34 0,1 1-87 15,-3-2-58-15</inkml:trace>
  <inkml:trace contextRef="#ctx0" brushRef="#br0" timeOffset="174859.69">29936 7974 871 0,'0'-1'25'0,"0"0"-2"16,0 0 18-16,0-2-4 0,0 0-1 0,-2-3-24 15,2 1-1-15,0 3-8 0,0 1 5 0,0 0-8 0,0-2 11 16,0 1-4-16,0 0 6 0,0 0 1 0,0 1 8 16,0 0 7-16,0 0-4 0,0 0 2 0,0-1 3 15,0 2-4-15,0 0 4 0,0 2 1 0,0-1 5 16,0 1-1-16,0 8 0 0,-1 8-21 0,0 5-1 15,1 0-2-15,0 4 2 0,0 2-8 0,0 1 11 16,0 3-7-16,0 1 7 0,0 1-7 0,1-2-4 16,2 1 7-16,-1-4-6 0,-1-1 13 0,0 1-16 15,-1-3 1-15,0-1-4 0,1-2 10 0,1-1-10 16,-2-1 7-16,0-2-8 0,0-2 1 0,0-2 2 0,0 2-4 16,0-3 3-16,0-2-6 0,0 0 5 0,0-5-5 15,0-2 4-15,0-3-18 0,0 1-38 0,0-2-3 16,0 1-17-16,0-2-51 0,-2 1-98 0,1 1-30 15</inkml:trace>
  <inkml:trace contextRef="#ctx0" brushRef="#br0" timeOffset="175312.04">30332 8030 1453 0,'0'-2'17'0,"-1"1"17"0,-1 0-8 0,1 0-22 16,0 0-3-16,1-1-4 0,0 2-5 0,0 0 7 15,0 0 0-15,0 0 0 0,0 2-8 0,0-1-20 16,0 1 0-16,-1 2-5 0,-3 5 17 0,1-3 17 16,-2 1 1-16,2 0 5 0,-11 3 0 0,-2-1 1 15,-1 0 1-15,-1 1 0 0,-3-3 11 0,1 2-3 16,0 2 8-16,0-3-7 0,1 1 4 0,0-3-12 15,0 3 0-15,2-4-2 0,4 1 5 0,3 0-6 16,2 0-2-16,2-2-2 0,2 3 1 0,1 0-8 0,0 0 8 16,-4 2-9-16,2-2 10 0,1 1-3 0,1 2 4 15,1-2-4-15,0 2 4 0,2 0 5 0,0-1 2 16,2 1 3-16,0 2 12 0,1-3 1 0,2 2 0 16,0-2-1-16,1-1-11 0,0 1 13 0,9-1-11 15,3 0 11-15,-3 0-8 0,2-1 1 0,3-1-1 0,0 1-1 16,3-2 2-16,-1 1-7 0,0-3 5 0,4 1-7 15,0-1-9-15,-2 0-4 0,0 0-5 0,-2 0 1 16,-1 0-10-16,-1-1 7 0,-4 2-1 0,1-2 2 16,-3 1-2-16,-4-1-3 0,-3-1-3 0,-2 2-1 15,-1-1-22-15,-1 0-45 0,2-1 4 0,-2 1-20 16,0 0-28-16,-3-1-54 0,1 2-14 0,0-1-28 16,0 1-212-16</inkml:trace>
  <inkml:trace contextRef="#ctx0" brushRef="#br0" timeOffset="175911.77">29144 8953 839 0,'-1'0'65'0,"0"-2"93"15,-2 1-78-15,1 0-40 0,0 0-6 0,-1 0-11 16,2 0-24-16,0 1 12 0,0 0-5 0,0 0 8 15,1 0-10-15,1 0-4 0,0 0 2 0,1 1-2 16,8 0 0-16,6 2 5 0,3 1-4 0,-2 0 5 16,-2-1-10-16,1 1 10 0,1-2-3 0,2 0 6 0,1 1 2 15,1-1 0-15,1-1 7 0,4 0-5 16,1 1 2-16,7-2-9 0,3 1 2 0,-1-1-2 0,6-1 0 16,1-2-5-16,-1 1 3 0,2-1-2 0,-2 1 1 0,-1-1 2 15,0-1-8-15,5 1 6 0,5-2 3 0,5 0-2 16,0 2 1-16,4-2-3 0,-3 1-7 0,-4 0 7 15,2-1 5-15,-1 0 2 0,1-1 6 0,3 2-14 16,0-1 0-16,2 1-1 0,-2 1 9 0,0-1-9 16,-5 1 7-16,-4 1-8 0,-2-1 10 0,-1 1-7 15,2 1 2-15,-2 1-2 0,-2 0 8 0,2 0 29 16,-6 0-6-16,1 0 13 0,-1 0-2 0,-4 0-16 16,0 1-1-16,-5-1-6 0,0 1-4 0,1 0-1 0,-2 2 0 15,3 0-2-15,-1 2-13 0,-3-1-1 0,0 1 2 16,-6 0-2-16,-1-2 1 0,-2 1 5 0,-2-1-5 15,-4 0 4-15,-4-2-10 0,-1 0 4 0,0 0-1 16,-5-1 1-16,2 1-13 0,-4-1-47 0,0 0-16 16,1 0-14-16,-1 0-85 0,-1 0-114 0,0 0-26 0</inkml:trace>
  <inkml:trace contextRef="#ctx0" brushRef="#br0" timeOffset="176695.77">29431 9502 646 0,'0'-1'122'0,"-1"-1"226"16,0 1-253-16,0 0-35 0,-1-1-1 0,1-1-14 16,0 1-34-16,0 0-1 0,0-2 0 0,1 3 3 0,-2-1 13 15,2 0-14-15,-1 2 4 0,-2-2-6 0,-3-3 8 16,-1 2-15-16,-1-1 7 0,-4 2-7 0,0 1 18 15,-3 1-6-15,0 2 2 0,-2 2-3 0,-1 2 7 16,1 1 2-16,-2 1-3 0,1 0 1 0,-2 3-8 0,4-1-2 16,2-9-3-16,4 12-1 0,4 0-5 0,1 0-3 15,-1 1 3-15,2-1-3 0,-1-1 2 0,-5 3-3 16,3 1 3-16,3-2-3 0,3 1 0 0,1-3 6 16,1-2-6-16,4 6 7 0,1-5-1 0,2 2-7 15,-2-1 6-15,8-1-6 0,5 0 3 0,-4 1 1 16,3 1-2-16,0 0 2 0,-2 1-1 0,0 1-4 15,1 0 5-15,-3-2-2 0,0-1 9 0,0 1-8 0,-2-1 0 16,0-1-2-16,-2-1 4 0,0 1 3 0,-2-3-2 16,-3-2 1-16,-2 0-7 0,0-3 5 0,-1 1 5 15,0-1 0-15,-1 0 3 0,1-1 19 0,-2 2-13 16,0-1 14-16,0 1-10 0,-2-2-14 0,-3 2 10 16,-13-2-11-16,-1-1 12 0,-1 2-13 0,0 8 8 0,0-2-10 15,2-5 5-15,1-1-1 0,0-2 0 0,2-1 0 16,-1 0-4-16,-1-1 1 0,4-1-4 0,1 1 3 15,0 0-2-15,3 0 0 0,0 0 2 0,-3-2 0 16,4 2 1-16,0 0-8 0,2 1 1 0,1 0-5 16,0 0 2-16,1 0-3 0,-3 0-2 0,2 0-1 15,3 0-9-15,0 0-11 0,1 0-7 0,0 0-2 0,-1 1-32 16,1 0-14-16,-1 1 3 0,2-1-8 0,0 0-20 16,2 0-53-16,0 0-22 0</inkml:trace>
  <inkml:trace contextRef="#ctx0" brushRef="#br0" timeOffset="177129.39">30064 9557 1104 0,'-1'0'15'16,"-1"-1"22"-16,1 0-14 0,-1 0-11 0,-1-1-3 0,1 1-2 15,-1 0 1-15,-7-3-3 0,0 1 6 0,-2-1-6 16,-2 2 3-16,1 0-13 0,-2-1 3 0,-2 2-6 16,-1 0 8-16,1 1 8 0,-3 0 1 0,0 1 3 15,0 0 15-15,0 2 3 0,0 0 0 0,0 2-1 16,1 1-6-16,0 1-17 0,2 0 1 0,-1 1-6 15,1 2 5-15,1 0-9 0,2-6 8 0,2 12-8 16,2-1 4-16,1 1 0 0,2-2 0 0,1-1 1 16,2 2-4-16,-7 0 16 0,5-2-7 0,3 0 12 15,0 0 1-15,3 0-13 0,0 0 5 0,3 0-8 0,1 1 9 16,0-5-7-16,2 3 4 0,2 0-5 0,-7-4 1 0,15 2 1 16,-1-1-7-16,1-1 5 0,3 1-7 0,0-2 2 15,0-2 0-15,0 1 0 0,-1-1-22 0,2 0-11 16,-1-1-14-16,0-1 1 0,0-1-46 0,0 1-13 15,-2-2-12-15,2 10-2 0,0-4-58 0</inkml:trace>
  <inkml:trace contextRef="#ctx0" brushRef="#br0" timeOffset="177396.48">30210 9775 815 0,'-2'0'148'0,"1"0"327"16,0 0-443-16,0 0-16 0,0 0-4 0,-1 0-4 15,1 0-8-15,0 0 10 0,0 1-2 0,-1 0 3 16,2 0 4-16,-9 14-4 0,2 3 2 0,3-1-4 16,0-3-3-16,1 0 1 0,0 2-1 0,1 1 0 15,1-2-3-15,0-1 2 0,-1 0-1 0,1-2 1 16,0 1-5-16,1-3-2 0,0 0 0 0,1-2-2 0,0 0-4 15,-1-3-12-15,2 1-3 0,-2-4-5 0,0 2-35 16,0-3-54-16,0 0-2 0,1 2-24 0,0-1-78 16,0 0-74-16</inkml:trace>
  <inkml:trace contextRef="#ctx0" brushRef="#br0" timeOffset="177828.95">30774 9268 1350 0,'-1'-1'15'16,"0"-1"34"-16,-1 1-36 0,1 0-30 0,-1 0 2 15,0 0-15-15,-1 0-10 0,1-1 9 0,-2 0 1 0,-5-1 4 16,0 1 18-16,-4 1 5 0,1 1 5 0,-3 3-1 15,-2 1 13-15,2 1 9 0,-5 2 1 0,-1 0 4 16,-1 1 14-16,2-1-9 0,2-1 1 0,1 0-6 16,1 1-17-16,0 0 3 0,1 1-1 0,3 1 2 15,2-6-2-15,-2 12-2 0,3 1-6 0,-1-1 3 16,4 3-9-16,0-2 2 0,5 3 2 0,-10-1 2 16,2 2 1-16,6 0-6 0,0 1 2 0,3 2-2 15,2 0 8-15,1 0 8 0,3 3 0 0,0-1 2 0,2 1-3 16,2-1 7-16,0 2-8 0,1-2 6 0,2 1-15 15,-2-2 11-15,-9-1-7 0,9-1 6 0,5-2-12 0,1 0-2 16,-1-3 3-16,2-1-4 0,0-2-6 0,-2-2 2 16,0-1-6-16,-2-3 4 0,-1-2-12 0,-1-3-6 15,1 1 1-15,-4-3-3 0,3 0 1 0,-1 8-13 16,0-5 1-16,0 0-8 0,-1-3-33 0,0-1-49 16,0-1-37-16,0-2-10 0,-1 0-196 0</inkml:trace>
  <inkml:trace contextRef="#ctx0" brushRef="#br0" timeOffset="178181.05">31082 9381 921 0,'0'0'347'0,"0"-1"-498"0,-1-1 420 0,0 1-242 16,0 0-4-16,-1 0-31 0,1 0 12 0,0-1-17 16,0 2 15-16,0 0 5 0,-1 0-7 0,2 2 7 15,0-1-7-15,0 0 12 0,0 1-4 0,0 1 5 0,0 5-4 16,-1 1 16-16,0 3-3 0,-1 0 6 0,-1 0-5 16,0 2-1-16,-2 0 3 0,2 2-3 0,-2 2 9 15,1 2-19-15,1 0 8 0,-1 1-12 0,2 0-1 0,0 2-1 16,-1-1-3-16,1-3 2 0,1 1 0 0,1 0-3 15,0-1-2-15,0-2 1 0,0-4 1 0,0-3-1 16,1 0-1-16,0 0-2 0,2-2-7 0,-2-2-13 16,-1-4 3-16,1 3-7 0,1 1-1 0,-1-3-23 15,3 3-5-15,-3-4-10 0,0 1-53 0,0-1-82 16,1-1-10-16,-1 0-29 0,0 1-95 0</inkml:trace>
  <inkml:trace contextRef="#ctx0" brushRef="#br0" timeOffset="178679.71">31258 9443 1392 0,'0'0'91'0,"0"0"-120"0,-1-1 108 0,0 0-58 16,0 1-4-16,0 0-18 0,1 0 5 0,0 0-9 15,0 0 11-15,0 0-14 0,0 0 0 0,-1 1-6 0,-1 0-2 16,1 0-8-16,0 2 9 0,0-1-6 0,-1 1 18 16,-1 3 3-16,-7 0 0 0,-6 1 4 0,2 0 9 15,-2-1-4-15,-3 1-2 0,2-1 2 0,0-1 8 0,3 1 0 16,2-2 4-16,0 0-2 0,0-1 1 0,5 1-8 16,1-2 0-16,2 1-3 0,3 0-2 0,-2-2-11 15,2 1 4-15,0 0-6 0,0 0 1 0,0 1 6 16,-1 0-1-16,1 1 3 0,1-1-7 0,0 2 8 15,0 0-5-15,0-2 5 0,3 3-6 0,0 0 3 16,1-1 0-16,3 3 2 0,2-1-3 0,2-1 0 16,0 1 3-16,-1-1-1 0,0 0 0 0,0 3 6 15,0-1-4-15,0-1 6 0,-2-1 3 0,1-1-8 0,1-2 1 16,-2 0-3-16,1-1 1 0,0 2 1 0,-1-3 4 16,-1 1-2-16,0 0 5 0,0 0 0 0,-2 1-5 15,2 2 4-15,-1-2 0 0,-2 0-7 0,1-1 3 16,0 0-5-16,0 1 2 0,-1-1-1 0,0-1 2 0,-1 1-2 15,0-1-1-15,0 0 0 0,0 0-3 0,-1 0 1 16,1 2-6-16,-1-3 0 0,0 1 2 0,-1-1-1 16,0 0 5-16,1 0-41 0,0 2 3 0,0-1-18 15,2 2-19-15,0 0-77 0,0 0 16 0,1-1-38 16,-1-1-6-16,5 0-156 0</inkml:trace>
  <inkml:trace contextRef="#ctx0" brushRef="#br0" timeOffset="178980.83">31656 9558 1050 0,'-1'0'91'0,"0"-1"188"0,-1 0-242 0,1 0-17 16,0 0 1-16,0-1-8 0,0 1-16 0,0 0 4 15,-1 0-1-15,1 0 3 0,0-1-7 0,1 2 5 16,0 0-1-16,0 0 4 0,1 0 4 0,0 0 3 0,2 0 5 16,4 2 1-16,5 0 21 0,0 0 4 0,1 0-9 15,1 0 3-15,-1-1-28 0,2 0-1 0,-3 0-2 16,3 1 0-16,-4-1-4 0,1 0 2 0,0 0-3 16,-3 0 0-16,2 0-3 0,-3-1-16 0,0 0-3 15,-1 0-8-15,0 0-35 0,-1 0-86 0,-2 0 16 0,2 0-44 16,2 0-28-16,0-1-70 0</inkml:trace>
  <inkml:trace contextRef="#ctx0" brushRef="#br0" timeOffset="179231.23">32023 9409 1229 0,'-1'0'87'0,"-1"0"11"16,1-1-10-16,0 0-27 0,0-1-12 0,0 1-14 0,0 0-30 15,-1 0 8-15,1 1-13 0,0 0 19 0,0 0-11 16,0 0-6-16,0 1 2 0,1 0-4 0,0 2 6 16,0 2-4-16,0 8 5 0,0 0-10 0,0 1 12 15,1 2 7-15,1 0-1 0,0 1 6 0,1 0-6 16,-1 0-1-16,0 0-1 0,1 2-2 0,-2-4-2 16,0 4-4-16,0-3 2 0,1-1-14 0,0-2 4 15,0-3-6-15,2 1 4 0,-2-4-20 0,2 0-26 16,0 1-12-16,-2-4-9 0,0 1-83 0,0-3-73 0,1-1-30 15</inkml:trace>
  <inkml:trace contextRef="#ctx0" brushRef="#br0" timeOffset="179782.79">32250 9057 1792 0,'0'0'2'0,"0"0"3"15,0-1 0-15,0 0-9 0,0 0 4 0,0 1-23 0,0 0 21 16,0 0-6-16,0 0 9 0,0 0-6 0,0 1 9 16,0 0-2-16,1 0 4 0,0 2-6 0,0-1-1 15,2 3 6-15,0 1-4 0,3 2 10 0,0 0 21 16,-1 0-12-16,8 3 15 0,2-1-12 0,5 2-5 15,-1 1-2-15,3-1-3 0,2 2-10 0,1 4 0 16,2 0-4-16,-3 4 1 0,3-1 0 0,-2 0-2 16,-2 0 5-16,3 3-3 0,-5-3 3 0,-2 1-6 15,0 2 6-15,-1 0-6 0,-3 1 3 0,0 0 3 16,-2 1 0-16,-1 0 5 0,0-1 1 0,-2 1-3 0,0 1-5 16,-3 0 3-16,2-1 10 0,-5-1-10 0,-2 1 9 15,1-2-10-15,9-2 4 0,-4-1-6 0,-3 0 1 16,-4-2-2-16,-1 0 1 0,0-2 7 0,-2-3-4 15,0-2 5-15,-2 0-4 0,-1-2 7 0,2-1-1 0,-2-2 3 16,4 0 3-16,-8 0-8 0,-3-2 3 0,6 0-4 16,-2 0 5-16,1 0-4 0,1 1-2 0,-1-2-1 15,1 1-6-15,-1 1 1 0,-3 0 1 0,3 1 1 16,3-1 4-16,-2-1-6 0,3 0 3 0,-1 1-3 16,-2-1-3-16,2 0 5 0,-3-1-2 0,4 1 4 15,-3 1 0-15,2-1 4 0,1-1 0 0,-1 1 2 16,2 0-2-16,-1 0-5 0,2-2 1 0,-1 2-1 0,1-2 7 15,-2 2-10-15,2-3 1 0,1 1-3 0,-1 0 1 16,1-2-6-16,-1 3 5 0,1-2-7 0,0-1-4 16,0 1-19-16,0-1-7 0,0 1-9 0,0 0-73 0,0 1-122 15,0-1-47-15</inkml:trace>
  <inkml:trace contextRef="#ctx0" brushRef="#br0" timeOffset="181799.18">30207 9883 450 0,'0'0'5'0,"0"0"-3"0,0 0-2 15,0 0 8-15,0 0-7 0,1 0 22 0,1-1-9 16,-1-1-3-16,0 1-2 0,0 0-10 0,0 0 7 16,0 0 1-16,1 0 1 0,-1-1-5 0,0 1 25 15,0 0-3-15,0 0 13 0,0 0 23 0,1 0 3 16,-1-1 1-16,0 1-1 0,0 0-10 0,0 0-1 0,1 0-8 16,-1-1 3-16,0 1-12 0,0 0-8 0,0 0 1 15,-1 0-6-15,0 1-8 0,0 0 0 0,0 0-1 16,0 0-1-16,0 1-2 0,-1 0-3 0,0 0 4 15,0 2-1-15,-5 7 9 0,0 1-11 0,0 1 1 0,1-3-4 16,1 2-2-16,1-3 3 0,1 0 0 0,1-1 2 16,0-1 3-16,1 1-4 0,0-1 0 0,0-1-1 15,1-1 8-15,0 0-9 0,0-2 4 0,0 1-7 16,-1-2-4-16,4 1 4 0,3 3-2 0,1-1 6 16,0 0 4-16,-2-3 0 0,1 0 0 0,-2-1 1 15,-1 0-7-15,-1 0 2 0,1-1-2 0,-2 0 2 16,0 0-3-16,5-9 0 0,-1 0 2 0,-1-1-2 0,-3 2 0 15,1-2-4-15,-3 1 2 0,0-1-2 0,-2 2 1 16,1 0 7-16,-1 1-8 0,0 2 8 0,-2-1-11 16,1 1 12-16,-1 2 2 0,0 0 5 0,-5 1-3 0,0 0 3 15,0 1-2-15,-1-5 2 0,0 2-8 0,2 3-6 16,-1 1-2-16,1 1 0 0,-1 1 4 0,1 2-5 16,2 1 2-16,0 1-3 0,3 10 6 0,2-2-2 15,-1 0 2-15,-6-1-4 0,2-1-8 0,3 0 8 16,2-2-3-16,-1 1 4 0,2-2-2 0,2 0 0 15,-1-1 1-15,1-1 1 0,1-1 0 0,-1-2 6 16,4 1-4-16,4-3 4 0,2 1-6 0,-3 5-4 16,1-1 0-16,-2-2 0 0,2-2 9 0,-2-2-1 0,1 0 2 15,-2-1-2-15,0-1-1 0,-1-1-4 0,-1 0 0 16,-2-1 0-16,1-8 2 0,-2 0 6 0,-1-3-3 16,9 2 2-16,-3-2-5 0,-4 2 1 0,-1 0-2 15,-2-1 0-15,0 5-2 0,-3-1 8 0,0-1-2 0,-1 4 3 16,0 0-7-16,0 2 2 0,-2 1 1 0,-4 0 0 15,-1 1-4-15,-1 2 0 0,-1-7-1 0,0 3 0 16,2 4 4-16,-2 2-6 0,2 3-2 0,0 2-3 16,1-4 1-16,2 11 10 0,-1 1-3 0,6-1 4 15,-2 0-4-15,-2-4 0 0,2 1 2 0,3-3-1 16,1 0-4-16,1-1 4 0,1-2 0 0,0 1 3 16,2-1 5-16,-1-2-7 0,11-1 6 0,3 10-7 0,0-5 1 15,-1-4 6-15,1-2-8 0,0-1 5 0,-1-3-13 16,-2-1 7-16,-1-2-1 0,-2 0 2 0,0 0 2 15,-4-6-2-15,-1-2 2 0,-2 0-3 0,-2 3 15 0,8-2-12 16,-4 2 9-16,-4 5-10 0,-1 0 12 0,0 1-10 16,0 4-3-16,-1-3-4 0,0 3-15 0,-1-1-36 15,-8-4-1-15,-3 1-15 0,-1 3-40 0,-2 3-110 16,-2 5-41-16</inkml:trace>
  <inkml:trace contextRef="#ctx0" brushRef="#br0" timeOffset="182620.99">32066 8463 682 0,'-1'0'104'0,"0"0"-116"16,-1 0 126-16,-5-1-61 0,-3-1 6 0,4 1-38 0,-4-2 6 15,7 3-14-15,-5-1 23 0,5 1 8 0,1 0-3 16,0 0 3-16,0-1-9 0,-1 1-9 0,1 0 2 15,1 0-6-15,0 0-9 0,-1 0 26 0,1 0 0 16,0 0 10-16,1 0-4 0,0 0-11 0,1 0-4 0,0 0-1 16,4 0-11-16,9-2 2 0,-3 1-4 0,4-2 2 15,-1 1-18-15,0-1 7 0,3 2-5 0,-2 0 6 16,-2 0-8-16,0 0 0 0,-1 1 0 0,0 0 0 16,-3 0 6-16,0 0-9 0,-2 0 2 0,0 0-6 15,-1 0-4-15,-1 0-5 0,-1 0-12 0,-2 0 2 16,0 0-48-16,1 0-18 0,-1 0 0 0,0 0-6 15,1 0-18-15,-2 0-61 0,0 0-23 0</inkml:trace>
  <inkml:trace contextRef="#ctx0" brushRef="#br0" timeOffset="182837.49">31882 8661 1176 0,'0'0'87'0,"0"0"172"0,0 0-233 0,-1 0-6 16,1-1-8-16,0 1 3 0,0-1-4 0,0 1 3 0,1 0 9 16,1 0-4-16,3 0 4 0,12 3-11 0,1 1-2 15,4-1 0-15,5 1 7 0,-2-2-11 0,2 0-2 16,0 1-3-16,-1-2-5 0,-2-1-31 0,-1 1 6 16,-2-1-17-16,-2-1-18 0,1 0 4 0,-2-2-3 15,-1 0-5-15,1-1-84 0,-3 0-156 0</inkml:trace>
  <inkml:trace contextRef="#ctx0" brushRef="#br0" timeOffset="183568.37">32855 7991 849 0,'0'0'-3'0,"0"-1"2"0,0-1 19 16,0 0-13-16,-1-6 16 0,1-4-15 0,0 1 11 15,0-1 7-15,0-1 1 0,0 0 19 0,0 0 23 16,0-1-8-16,0 1 12 0,0-1-16 0,0 1-3 0,1-1-4 15,1-2 1-15,-1 2-12 0,1-1-4 0,0 1 2 16,2-4-3-16,-1 3-1 0,0 1-17 0,-1 1 5 16,1 3-8-16,0 0 6 0,2-2-10 0,-2 3 4 0,0 3-6 15,0-3 7-15,-2 5 1 0,1 1-4 0,-2 2 2 16,0 0-9-16,1-1 14 0,1-1-7 0,0 1 8 16,1 1-15-16,-2 0 5 0,1-1 0 0,1 2 0 15,-2 0-7-15,0 2 5 0,0-1-2 0,0 1 5 16,8 12-6-16,-1 5 6 0,-1 2-7 0,-2 2 6 15,-3-5-5-15,0 4 3 0,1-1-1 0,-2-1-1 0,1 0-5 16,0 0 1-16,0-1 7 0,0 1-4 0,-2 0 8 16,0-2-10-16,-1 1 1 0,-2-1-2 0,1-2 5 15,1 0 2-15,-1-2-1 0,0 0 1 0,1-4 1 16,0 0-5-16,-1-1-2 0,-1-2-1 0,2-1 1 0,0-1 1 16,1-4-1-16,0 0 0 0,-1 3 0 0,1-3-3 15,0 0 8-15,-2 1-7 0,0 1 7 0,0-1-9 16,-3 0-1-16,-8 3-1 0,-7-1 11 0,6-2-3 15,1-1 1-15,-1 0-3 0,0 1-4 0,1-2 3 16,-1 0 4-16,3 0-1 0,2 0 3 0,2 0-2 16,2 0-5-16,2 0 2 0,-1 0-6 0,2 0 12 15,0 0-3-15,-1 0 5 0,1 0-8 0,-1 0 1 0,2 0-1 16,0 0 0-16,0 0 0 0,0 0 7 0,0 0 2 16,1 0 2-16,0 0 6 0,1 0-10 0,0 0 7 15,0 0-7-15,0 0 7 0,12 1-8 0,0 0-2 16,2 0-1-16,0 0 2 0,1 0-4 0,-2 2 3 0,1-1-3 15,0 1 2-15,-1-2-3 0,9 0-1 16,-12-1-2-16,1 0-3 0,-1 0 2 0,-8 0-1 0,5 0 1 16,4 1-1-16,-7-1-22 0,-2 0-3 0,-1 0-11 15,-1 0-37-15,1 0-18 0,-1 0-4 0,0 0-6 16,0 0-18-16,0-1-20 0,-1 0 0 0,0 0-9 16,0-1-30-16,0 1-63 0</inkml:trace>
  <inkml:trace contextRef="#ctx0" brushRef="#br0" timeOffset="183934.46">32557 8389 790 0,'-1'0'137'0,"-1"-1"299"0,1 0-414 0,0 0-7 15,0 0-6-15,0 0 1 0,-1-1-16 0,1 2 7 0,0 0 3 16,0 0 1-16,1 0 1 0,0 2 1 0,0-1-6 16,1 0 7-16,0 0 5 0,2 0 13 0,-2-1 2 15,12 6 2-15,-1-1 5 0,2-1 18 0,1 0-2 16,1-2 6-16,3 0-8 0,2-2-10 0,3-2 0 16,3 0-3-16,0-2-1 0,5 1-15 0,-2-1 7 0,4 1-8 15,10-2 4-15,-1 2-11 0,-4-1 0 0,1 2-4 16,-9-1-8-16,-1 2 1 0,8-1-1 0,-12 2 2 15,2 0 5-15,-6 0-10 0,0 0 2 0,-2 0-5 16,-5 0 6-16,-2 0-9 0,-4 0 4 0,1 0-6 16,-6 0 3-16,-1 0-31 0,-1 0-7 0,0 0-9 15,1 0-34-15,-2 0-6 0,1 0-8 0,-1 0-2 0,1 0-43 16,-2 0-68-16,-2 0-20 0</inkml:trace>
  <inkml:trace contextRef="#ctx0" brushRef="#br0" timeOffset="184402.5">32791 8583 1421 0,'0'-1'70'0,"0"0"156"0,0 0-212 0,0 0-10 15,0-2-1-15,0 1-3 0,0 1-18 0,1 0 12 0,0-1 1 16,0 1 4-16,0 0-9 0,2 0-5 0,-2 1-11 15,0 0 5-15,0 0-21 0,0 0 25 0,-1 1-1 16,0 0 9-16,-1 0 6 0,0 2 7 0,-2 2-6 0,-7 5 5 16,-6 2-3-16,3-2 4 0,-1 2 3 0,1 1-3 15,4 0 0-15,5 1-4 0,1-1 2 0,1 0-3 16,1 1 1-16,-6-3 7 0,0 3-8 0,3-2 7 16,3-1-3-16,1 1 0 0,4 0 11 0,0-2-8 15,3 1 2-15,0 0-3 0,9-1-5 0,0 0 3 16,2 0-6-16,-1 1 1 0,-1-2 2 0,4 3 2 15,-5-1 6-15,1-3-8 0,9 2-1 0,-13 0-1 0,-4-2 4 16,-2 0 12-16,-1-1-1 0,-2 0 4 0,1 0 7 16,-2-1-11-16,1 0 12 0,-2 0-13 0,-1-1 1 15,-1-1 2-15,-3 1-7 0,-7-1 7 0,1-2-5 0,-8-1 0 16,4 0-5-16,-5 11 2 0,-3-4-8 0,8-4 3 16,1-2 2-16,2-1 0 0,-2 1-2 0,5-2-2 15,-1 0-2-15,2 0 1 0,4 0 1 0,0 0-2 16,-2 0 1-16,2 0-3 0,0 0-2 0,2 0-11 15,-1 0-4-15,-1 0-8 0,1 0-56 0,0 0-17 16,-1 0-14-16,2 0-1 0,0 0-69 0,0 0-68 16,0 0-40-16</inkml:trace>
  <inkml:trace contextRef="#ctx0" brushRef="#br0" timeOffset="184751.59">33208 8596 1407 0,'-1'-1'71'0,"0"0"158"16,0 0-217-16,-1-2-7 0,1 1-2 0,0 1-3 16,0 0-5-16,0 0-1 0,-2-1 5 0,1 2-2 0,-4 0 7 15,-2 3-8-15,0 0 2 0,-2 3-4 0,1-2 6 16,-3 6-1-16,-8 3 1 0,5 1-1 0,4 4 4 0,-3 0-4 15,11-4 1-15,-8-1-1 0,-8 0 8 0,10 1 0 16,-8-4-2-16,9 2 0 0,2-3 3 0,3 0 7 16,-3 2-2-16,3-4 2 0,0 3-8 0,1-1 9 15,2 0 0-15,0 1 3 0,2 0 10 0,3-1-12 16,1-1 4-16,1 0-8 0,8-1-13 0,-2 1 0 16,6 0-10-16,-2-1 6 0,1 0-13 0,1-2-4 15,-4-1-3-15,0 0-2 0,1-2-29 0,-1-1-10 16,0 0 10-16,0 10-12 0,0-4-15 0,-4-3-119 15,-1-3-17-15,-2-1-38 0,-2-1-120 0</inkml:trace>
  <inkml:trace contextRef="#ctx0" brushRef="#br0" timeOffset="185152.01">33183 8868 1647 0,'0'0'25'0,"0"0"42"16,0 0-35-16,0 0-24 0,0 0 5 0,0 0-12 16,0 0-1-16,0 0 4 0,2 0 0 0,-1 0 1 0,1 0-11 15,10 0-2-15,1 0 0 0,1 0 1 0,0 0 1 16,0 1 1-16,0 0 0 0,0 1 2 0,1-1 3 16,-5 0 7-16,12 2-7 0,-6 0 5 0,-1 0-10 0,-4 0 7 15,-9-2 2-15,-1 0 3 0,0 1 1 0,0 1-4 16,3 3 3-16,2 4-3 0,-4 2 6 0,-1 1-9 15,-2 1-2-15,-3 1-1 0,-4 1 2 0,5-2 5 16,-11 0 3-16,-1-1 0 0,-3-2-3 0,9 1-1 16,0-2 2-16,3-1-2 0,3 0 2 0,1-2 1 15,-4 1-1-15,3-4 2 0,1 1 14 0,0 0-4 16,0-3 0-16,2-1-2 0,0 2 4 0,0-2-7 16,0 0 6-16,0 0-6 0,3 0 5 0,16 10-5 15,4-4 3-15,-5-4-3 0,8-1 3 0,-10-2-6 0,-7 0-1 16,8-2-1-16,-9 1 3 0,4-1-11 0,6 0 6 15,-8 0-8-15,3 0 2 0,-2 0-16 0,-8 2-6 16,8-3-3-16,-5 2-28 0,2 0-48 0,-2 0-22 16,-4 0-16-16,4-2-137 0</inkml:trace>
  <inkml:trace contextRef="#ctx0" brushRef="#br0" timeOffset="185904.52">29914 10858 1295 0,'-1'0'117'0,"0"-2"-142"16,-5 0 141-16,-9-5-73 0,1 0-5 0,1 1-20 16,0 1-3-16,1 1-3 0,0-1 2 0,1 1 10 15,-2 1-6-15,1 1 5 0,0-1-9 0,0 2-7 16,2 1 3-16,-1 0-6 0,1 0 2 0,-1 2 1 0,-2 3 1 15,-3 1-1-15,0 1 2 0,1 1 0 16,-1 2 2-16,-1-8-1 0,1 15 3 0,-1 0-12 0,1 2 7 16,0 1-8-16,4 0 10 0,1 0-6 0,0-2-1 15,7 0-2-15,3 2 2 0,-4-1-1 0,-7 0 1 16,4 1 0-16,3-1-2 0,4 2 0 0,2 0-2 16,3-2 0-16,3 2-3 0,1-1 3 0,3 2 4 0,0-2-1 15,-6 0 1-15,13-3 5 0,3-1-3 0,0 2 4 16,-2-4-15-16,3 0 0 0,-1 2-7 0,-1-9 5 15,0 2-12-15,0-4-4 0,0-3 4 0,0 2-3 16,0 7 7-16,-1-4-21 0,0-3 0 0,0-3-10 16,-1-2-17-16,2-1-83 0,2-5-17 0,-2-3-33 15,1 0-183-15</inkml:trace>
  <inkml:trace contextRef="#ctx0" brushRef="#br0" timeOffset="186370.82">29925 11267 1021 0,'-1'0'363'0,"0"0"-486"15,-1 0 433-15,0 0-238 0,-4-1-19 0,3 1-45 16,2 0 5-16,-2-1-18 0,1-1 7 0,1 1-3 16,-1 0 2-16,2 0-2 0,0 0 1 0,2-1 0 15,0 2 4-15,20-3-4 0,-3 1 6 0,1 0-3 16,1 2-5-16,-4 0 2 0,2 2-1 0,-1 0-4 0,0 3 7 15,-3-1-3-15,-4 2 12 0,-1 1-6 0,-1-6-2 16,-3 15-2-16,1-3-4 0,-1 2 7 0,4 0-7 16,-3 1 7-16,-2-1-12 0,-4 0 9 0,-1 2 6 15,-1-3-2-15,-3-1 1 0,1-3 1 0,-3 0-3 0,5-3 3 16,-18 0-5-16,4-3 5 0,-2 1-3 0,3-1 4 16,5-1-3-16,-5 0 1 0,1-2 2 0,2 0 0 15,-1 7 0-15,1-2 3 0,2-2-4 0,1-2 5 16,-1-1-4-16,2 0 4 0,1-1 2 0,1 0 0 15,1 0-6-15,2 0 5 0,0 0-6 0,-1 0 6 16,2 0-14-16,0 0 1 0,0 0 3 0,1 0 2 0,0 0 15 16,1 0-2-16,1 0 0 0,14 0-2 0,5 0-11 15,-1 0-2-15,2 0-3 0,-1 1 2 0,-1 1-2 16,0-1 6-16,-3 0-6 0,0 1 6 0,2 1-7 0,-2-1-5 16,0 0 4-16,-3 1-5 0,1-2 5 0,-2 0-30 15,-1 0-2-15,0-1-12 0,-2 0-32 0,-2-1-34 16,1 0-6-16,0-1-9 0,-1-2-29 0,-1-1 10 15,0 1 0-15,-2-2 6 0,0-7 9 0,0 1-58 16</inkml:trace>
  <inkml:trace contextRef="#ctx0" brushRef="#br0" timeOffset="186639.02">30482 10998 1261 0,'0'0'35'0,"-1"0"64"15,0 0-68-15,0 0-28 0,0 0 11 0,1 0-17 16,0 0 11-16,0 0-8 0,1 0 1 0,0 0-1 16,1 1 13-16,3 0-11 0,8 2 2 0,1 0-4 15,1-1 0-15,1 1 0 0,1-1-2 0,1 0 0 16,-3-1-17-16,-3-1-3 0,-1 0 3 0,-4 0-3 0,2 0 5 15,-2 0-31-15,-1 0-9 0,-1 0-9 0,-1 0-47 16,2-1-118-16,0 0-48 0</inkml:trace>
  <inkml:trace contextRef="#ctx0" brushRef="#br0" timeOffset="186803.64">30449 11196 1512 0,'-1'0'121'0,"0"0"-139"16,0 0 134-16,0 0-69 0,0 0-35 0,1 0-16 0,0 0 1 16,1 0-6-16,2 0 9 0,18 1-2 0,4 2-6 15,1-2-2-15,0-1-36 0,4 0-45 0,-1 0-9 16,-3-2-17-16,1-2-84 0</inkml:trace>
  <inkml:trace contextRef="#ctx0" brushRef="#br0" timeOffset="187220.18">31476 10875 1231 0,'0'0'84'0,"-1"-1"15"15,0 0-41-15,-2 0-24 0,2 0-22 0,-8-9-4 0,2 0-12 16,0 0-2-16,1 2 0 0,1-1 7 0,-1 0-1 16,-2 1 0-16,-1 0-1 0,0 1 3 0,1 2 0 15,0-1-2-15,1 3 0 0,-3-1 2 0,0 2 1 16,-2 1 10-16,0-1-5 0,-1 1 11 0,-2 0 13 16,0-8-9-16,-3 3 11 0,-2 3-9 0,0 3-9 15,-1 5 2-15,-1 2-4 0,0 3 3 0,2 0-7 16,0 1-1-16,5-1-1 0,-1-6-2 0,2 15-4 0,3-2 1 15,5 3-3-15,0 2-4 0,2-7 7 0,0 1-1 16,-2-3 7-16,5 0 16 0,-8 2-10 0,3 0 6 16,3-3-8-16,2 1-5 0,2-1-4 0,4 1-4 15,2 0 1-15,-6-1-7 0,18 0 7 0,1-2-2 0,2 0 2 16,3-2-5-16,-4 0-5 0,2-3 2 0,-2-3-4 16,1 2-12-16,-1 9-8 0,-1-6-10 0,1-3 3 15,1-3-26-15,-1-2-60 0,-1-2-13 0,2-3-27 16,-1-1-145-16</inkml:trace>
  <inkml:trace contextRef="#ctx0" brushRef="#br0" timeOffset="187604.01">31810 10520 1450 0,'0'0'16'0,"0"0"-1"0,0-1 18 16,-1 0-8-16,0 0 4 0,-1-1-24 0,2 0-4 16,-1 0 0-16,1-1 0 0,0 1 6 0,-1 0-7 15,0-1 4-15,0 2-4 0,0 0 9 0,-1 0-16 16,1 0 4-16,0-1-7 0,0 1 14 0,0 0 15 16,-2 0 4-16,0 1 3 0,-7 0 8 0,0 0-10 0,-2 2 2 15,1 3-4-15,1 1-1 0,-1-5-17 0,2 14 0 16,-1 3-4-16,2 1 9 0,0 2-9 0,1 1 3 15,1 3-5-15,0 1 6 0,3 1 0 0,-1 0-4 16,3-1 2-16,0 0-3 0,-14 2-3 0,6-1 6 0,5-1-4 16,1 0 0-16,3-4-5 0,1 0 0 0,3 1 0 15,2-2 3-15,1-2-6 0,1-2 2 0,0 0-4 16,2-1-11-16,-1 0 2 0,-8-3-7 0,11-2 6 16,1 0-4-16,-2-3-15 0,-1-1-1 0,0-1-8 15,-1-2-23-15,-1-2-19 0,3 5-13 0,-2-2-6 16,2-2-84-16</inkml:trace>
  <inkml:trace contextRef="#ctx0" brushRef="#br0" timeOffset="187888.73">31971 10486 1614 0,'0'0'24'0,"0"0"2"0,0 0-11 16,-1 0-1-16,0 0-11 0,1 0-3 0,0 0 0 16,0 1-1-16,0 0 2 0,0 2 1 0,0 12-10 0,0 7 3 15,0 2-4-15,0 3 10 0,1-1-1 0,-1 3 1 16,0 1-1-16,0 0 6 0,0 2-5 0,1-3 6 16,0 2-7-16,-1-3 5 0,0-6 0 0,-1 2-5 15,1-5 2-15,0-2-3 0,0 0 1 0,0-3 0 16,1 0 0-16,0-2-4 0,1-3-2 0,-2 0-7 0,0-4 1 15,0 0-35-15,1 0-61 0,0-2-29 0,-1 0-20 16,0-2-175-16</inkml:trace>
  <inkml:trace contextRef="#ctx0" brushRef="#br0" timeOffset="188188.04">32185 10627 1333 0,'0'0'31'0,"-1"0"60"0,0 0-53 0,0 0-26 16,-1 0 1-16,1 0-12 0,-1 1-13 0,0 1 14 15,-1-1-3-15,-5 0 7 0,1 12 0 0,-4 0-6 16,3 3 2-16,-5-3-3 0,3 2 7 0,-2-2-6 16,-1 1 4-16,3 1-4 0,1-4 5 0,0 0-4 15,-3 0 9-15,5-3-8 0,-1 1 3 0,3-1 10 16,4-2-9-16,-2 6 10 0,1-3-3 0,-2 0-1 15,-4 2 5-15,6-6-4 0,-2 3 0 0,2 2 0 16,2-2-4-16,0 3 3 0,1-2 1 0,2 0-12 0,2 3 0 16,1-2-4-16,1 0-14 0,4-2-5 0,2-1-2 15,2-2-3-15,0 0-16 0,0-2-23 0,2-1-10 0,-3-1-7 16,2 9-53-16,-2-4-50 0,-3-3-31 16</inkml:trace>
  <inkml:trace contextRef="#ctx0" brushRef="#br0" timeOffset="188455.71">32277 10806 1086 0,'0'0'347'0,"0"0"-488"15,0 0 414-15,0 0-238 0,0 0-38 0,0 0-10 16,0 0-1-16,0 0-1 0,1 0 7 0,0 1 6 16,2 0 2-16,5 2 0 0,4-1 0 0,10 1 0 15,-2 0-6-15,2-1 5 0,2 1-3 0,-7-2-6 16,5-1 2-16,-7 0-8 0,0 0-28 0,-2 0-31 16,-1-1-1-16,0-1-10 0,-1 0-24 0,0 0-112 15,-1-2-72-15</inkml:trace>
  <inkml:trace contextRef="#ctx0" brushRef="#br0" timeOffset="188722.37">32680 10599 1921 0,'0'0'23'16,"0"0"1"-16,0 0-2 0,-1 0-10 0,1 0-3 0,0 0-19 15,0 0 8-15,0 1-4 0,0 0 5 0,0 2-3 16,2 13 5-16,3 2-6 0,0 2 5 0,-1 0-12 16,2 2 3-16,0-2 7 0,-1 0-4 0,1 1 1 15,-3-2 8-15,1 1-5 0,-2-1 5 0,1-2-11 0,-2-2 2 16,-1-2-11-16,1-4 3 0,-1-1-44 0,0-1-9 16,1-1-5-16,-1-1-1 0,0-2-19 0,1 0-50 15,0-1 10-15,1 0-25 0,-2 1-10 0,0-2-58 16</inkml:trace>
  <inkml:trace contextRef="#ctx0" brushRef="#br0" timeOffset="188988.83">32838 10460 1159 0,'-1'0'150'0,"-1"-1"-165"0,1 0 174 15,0 0-85-15,0-1-22 0,0 1-33 0,0 0 3 16,1 0-12-16,0 0 8 0,0 0 7 0,1-1 0 0,1 2 3 15,9 0-3-15,7 3 8 0,2 3-12 0,2 2 9 16,-1 2-21-16,2-8 7 0,3 16 3 0,4 1 0 16,-7 2 1-16,-1 3-11 0,-3-2-3 0,-3 3-1 15,-6-1-8-15,-2-1-4 0,-2 2-1 0,-2-3 0 16,-1 0 7-16,9-2 1 0,-6-1 4 0,-3 2-1 16,-3-2 7-16,-3 1-3 0,-3-2-2 0,-2-3-1 15,2 2-6-15,-13-2-8 0,-1 1 1 0,0-2-7 0,1-1-36 16,-2-2-71-16,9-2-2 0,-2 2-32 0,2-2-122 15</inkml:trace>
  <inkml:trace contextRef="#ctx0" brushRef="#br0" timeOffset="189423.25">31238 11250 955 0,'0'0'55'16,"0"0"1"-16,-1 0-22 0,0 0-3 0,1 0-26 15,0 0-19-15,0 0 0 0,0 0 0 0,1 0 6 16,0 2 32-16,2-1 3 0,4 2 2 0,9 3-2 16,4 0-2-16,5-1 12 0,4 1 0 0,6-3 7 15,2 1 18-15,7-1-11 0,3 0 7 0,2-2-8 0,3 0 9 16,1-2-1-16,1 1-5 0,7-1 0 0,5-3-22 16,4 3-11-16,4-4 1 0,-3 0-4 0,-3 2 3 0,-2-1-10 15,0 2 0-15,3-1-4 0,0 0-2 0,-6 2-3 16,-5-1 1-16,-7 0-2 0,-5 2-2 0,-7 0 10 15,-2 0-3-15,-8 0 5 0,-4 0-13 0,-4 0 6 16,-1 0 0-16,-5 0 4 0,-3 0-9 0,-3 0-2 16,-8 0-3-16,2 0-2 0,-1 0-30 0,0 0-50 15,1 0-16-15,-2 0-11 0,0-1-60 0,-1 0-80 16,0 0-32-16</inkml:trace>
  <inkml:trace contextRef="#ctx0" brushRef="#br0" timeOffset="189705.3">31796 11439 1311 0,'-1'0'187'0,"0"0"430"16,-2 0-600-16,1-2-17 0,-1 2 0 0,1 0-9 15,0 0-13-15,1 0 15 0,-1 2-3 0,1-1 8 16,0 1 3-16,1 9-1 0,0 3 2 0,1 1-2 0,2 0 6 15,0 3-7-15,1 1 0 0,-1 1-2 16,1 2 13-16,-2 2-6 0,0-1 4 0,-2 3-5 0,0 1 8 16,-1 0-4-16,-2 3-3 0,-1-2 0 0,1 0-4 15,0-2 0-15,1-1 0 0,1-3-3 0,0-2-18 0,-1 0-27 16,2-2-8-16,0-6-8 0,0 0-49 0,0-4-74 16,0-3-35-16,0-3-28 0,0 1-252 0</inkml:trace>
  <inkml:trace contextRef="#ctx0" brushRef="#br0" timeOffset="190057.56">32133 11493 1160 0,'0'0'99'15,"0"0"208"-15,-1 0-290 0,0 0 1 0,0 0-6 0,0 1 3 16,-1 0-19-16,1 0 10 0,0 2-8 0,-2 4 9 15,-7 7-7-15,8 1-2 0,-13 0-4 0,-1 2 1 16,0-1-3-16,-7 1 2 0,0-2 6 0,-3 0-2 16,-2-2 15-16,3 1 15 0,2-4-3 0,3-2 6 15,3-1-1-15,3-5 3 0,3 3 2 0,6-4-1 16,-1 4-10-16,3-4-11 0,2-1 0 0,0 1-4 16,-1 2-9-16,-1-1-8 0,2 0 2 0,0 1-4 15,0 1 3-15,1 2 7 0,1 0 1 0,1-1 3 0,4 2-4 16,7 0 4-16,4-1-4 0,4 2 4 0,0 3 2 15,2 0 5-15,4 1 1 0,-2 0-1 0,2-1-1 16,-3 0 10-16,-2 1-6 0,-1 3 6 0,-2-2-11 0,-1 0 1 16,-2-1-1-16,-3-3 1 0,0 2-7 0,-4-3-3 15,1-2 0-15,-2 0 0 0,-1-3-16 0,-1 1-50 16,0 0-29-16,-4-3-14 0,1 0-156 0</inkml:trace>
  <inkml:trace contextRef="#ctx0" brushRef="#br0" timeOffset="191707.99">18527 13472 449 0,'0'0'35'0,"0"0"3"0,0 0 41 0,0 0 7 16,-1 0-16-16,-1 0-12 0,1 0-42 0,1 0 0 16,0 0-7-16,0 0 3 0,0 0 3 0,0 0 8 15,0 0-4-15,0 0 21 0,0 0 9 0,0 0-5 0,1 0 5 16,1-1 1-16,-1-1 4 0,1 2 0 0,0-1 0 15,5 0-9-15,4-1-4 0,0-1 3 0,2 1-7 16,0 0-12-16,2-2-10 0,0 2-2 0,0-2-2 16,2 1-3-16,-3-1-4 0,1 1 0 0,-1 0 0 15,0 1 0-15,-2 1-2 0,0 0 1 0,-3-1-3 16,0 2-8-16,-2 0-1 0,-4 0-4 0,0 0 0 16,-2 0-34-16,0 0-97 0,1 0-26 0,1 0-30 0,-2 0-162 15</inkml:trace>
  <inkml:trace contextRef="#ctx0" brushRef="#br0" timeOffset="191941.15">18583 13598 1693 0,'0'0'52'0,"0"0"5"0,-1 0-21 0,0 0-19 16,0 0-13-16,1 0-23 0,0 0 15 0,0 0 3 15,0 0 3-15,1 1 7 0,0 0-7 0,1-1-2 16,10 3 0-16,1 1-3 0,1-1-1 0,0 1 2 16,2 0-2-16,-2-2-2 0,-1-1 1 0,0 0-5 15,-1 0 3-15,-2 1-14 0,0-2-31 0,-1 0 3 0,1 0-13 16,2 0-13-16,-4 0-35 0,0 0-12 0,-2 0-15 16,-1-2-111-16</inkml:trace>
  <inkml:trace contextRef="#ctx0" brushRef="#br0" timeOffset="193041.77">19298 13050 242 0,'0'0'57'0,"0"0"78"0,0 0-31 0,0 0 8 16,0 0 0-16,0-2 0 0,0 1-23 0,0 0-22 15,0 0-7-15,0 0-2 0,0 0-14 0,0-2-4 16,0 1 1-16,0-1-3 0,0-1-4 0,-1-4 0 16,1 2-3-16,-1-3 0 0,-2 2-7 0,2 3 6 15,0-1 0-15,-1 0 2 0,-2-2 2 0,1-1-5 16,-1 2 3-16,-1 0-6 0,3 3-14 0,-9 2 3 0,0-8-3 15,0 3 3-15,1 2-6 0,-3 0-6 0,0 1-2 16,-1 0 1-16,-2 2-2 0,1 1 9 0,0 4-4 16,-2 3 6-16,2 1-2 0,0 1-2 0,-2-4-3 15,4 11 0-15,-1 2-5 0,4-1 1 0,1-1 6 0,2-3-2 16,3 0-1-16,2 0-6 0,1 0 2 0,-8 1-2 16,2 0 5-16,3 0 1 0,3 0-3 0,1-1 3 15,2 1 3-15,2-1-9 0,2 0 5 0,1 1-5 16,2 0 14-16,-6-1-8 0,10-1 1 0,1-1-4 15,2-2-11-15,-1 2 4 0,4-2-1 0,0-2 3 16,-1 0-9-16,2-1-4 0,0-2-6 0,3-1 3 16,0-1-14-16,1 13-26 0,0-8 4 0,-2-5-14 0,2-2-39 15,0-5-119-15,1-3-54 0</inkml:trace>
  <inkml:trace contextRef="#ctx0" brushRef="#br0" timeOffset="193408.93">19804 12623 600 0,'-1'0'249'0,"-1"-1"31"0,0-1-118 0,-6-1-66 15,-2-1-71-15,0 1-19 0,2-1 6 0,1 2-3 16,-3 0 6-16,2-1 7 0,1 2-14 0,-1 0 0 15,2 0-5-15,-1 1-3 0,-2 0-7 0,1 0 7 16,-2 2-6-16,-2 2 12 0,-1 1 15 0,0 2-3 0,-2-4 8 16,-1 14 9-16,4 2-2 0,-3 2 4 0,2 3-5 15,3 1-6-15,2 1-11 0,-1 2-5 0,4-1 1 16,-1 2-3-16,3 1-4 0,-12-1 3 0,6 3-6 16,5-3-7-16,4 1 13 0,0-2-8 0,4-1 10 15,0-2 2-15,1-2-4 0,2 1 10 0,0-1-9 16,3 1-1-16,-1-1 4 0,0-2-4 0,2 2 5 0,1 0-9 15,-1-1 0-15,1-3-6 0,0-1 2 0,-1-3-18 16,-4-4-5-16,-3 3-11 0,6-6 3 0,-1-1-37 16,1 1-10-16,-1-6 1 0,2 0-7 0,-2 5-27 0,2-3-120 15,-3-4-33-15</inkml:trace>
  <inkml:trace contextRef="#ctx0" brushRef="#br0" timeOffset="193709.79">19832 12705 1598 0,'-1'0'30'0,"0"0"4"0,-1 0-6 0,1 0-14 16,0 0-2-16,0 0-12 0,0 0 6 0,0 1-4 15,-1 0 5-15,1 2 4 0,1-2-11 0,-7 15 9 0,2 3-9 16,3 2 12-16,2 5-12 0,1-1 0 0,2 2-4 15,0 4 4-15,0-3 5 0,-1 2-2 0,-1-1 3 16,0-4-1-16,-1 1-6 0,0-1 7 0,0-3-6 16,0 1 11-16,0-2-11 0,0-1 2 0,0-1-3 15,0-3 7-15,0-2-18 0,0-1 1 0,0-3-8 16,0-5-14-16,0-1-26 0,0 1-16 0,0-4-5 16,0 0-68-16,1 1-61 0,1 1 7 0,-1-2-36 0,0 0-123 15</inkml:trace>
  <inkml:trace contextRef="#ctx0" brushRef="#br0" timeOffset="194026.53">20032 12774 1075 0,'0'0'98'0,"0"0"3"0,-1 0-15 16,0 0-11-16,-1 0-30 0,1 0-6 0,0 2-5 15,0-1-4-15,0 0 0 0,-2 0-7 0,1 1-7 16,0 8 4-16,-8 5-5 0,3 2-8 0,-3-1 2 15,-2 2-8-15,-1 1 7 0,-4 1-1 0,1 2 1 0,-1 1 2 16,3-4-2-16,1-1-6 0,4-2-2 0,2-3 3 16,2-1-2-16,4 0 5 0,-1-3 0 0,-4-1-2 15,2-1 2-15,1 1 8 0,0-3-2 0,2 0 4 16,1 1-4-16,0-1 2 0,0-1-10 0,1 1 2 0,2 0-3 16,0-1 5-16,13 0-5 0,-2 1 1 0,0-2-4 15,2 2-6-15,1-2 4 0,-1 0-1 0,1 0 3 16,-3 0 1-16,0-1-11 0,0 0-3 0,-1 1-4 15,-2-2-15-15,-1 0-1 0,0 6-3 0,-1-1 0 16,2-1-21-16,-2-3-95 0,-1-1-20 0,2-1-40 16,-2-1-223-16</inkml:trace>
  <inkml:trace contextRef="#ctx0" brushRef="#br0" timeOffset="194259.99">20237 12967 1206 0,'-2'0'137'0,"1"0"284"0,-1 0-386 0,-1 0-6 15,1 0-11-15,0 0 4 0,-1 0-18 0,2 1 8 16,0 1 2-16,0-1 1 0,1 0-2 0,1 0-16 16,0 1 3-16,3 1-7 0,11 6 7 0,-1-2-5 15,-2-2-1-15,1 0-2 0,2-2-9 0,2 0-14 0,1-1-2 16,-2-1-3-16,-3 0-1 0,-2-1-35 0,-2 0 12 15,0 0-22-15,0-1-4 0,2-1-109 0,-2-2-39 16</inkml:trace>
  <inkml:trace contextRef="#ctx0" brushRef="#br0" timeOffset="194514.93">20581 12706 1512 0,'-1'0'139'16,"0"0"0"-16,-2 0-37 0,1 0-10 0,-6 3-55 0,1-1-22 16,4-1-9-16,1 0 1 0,1-1-3 0,-5 7 0 15,-1 6-3-15,1 1 5 0,2 5-4 0,3 2-3 0,1 1 3 16,1 0-5-16,2-1 5 0,0 0-2 0,1 2 3 16,1 0 0-16,-2 2-1 0,1-3-7 0,-1 2 7 15,1-2-2-15,-2-2 4 0,0-1-4 0,1-2-8 16,-1-1-1-16,2-1-5 0,-2-2-13 0,0-3-42 15,1 0 3-15,-1-2-18 0,0-2-14 0,0-2-41 16,0-1-12-16,0-1-7 0,-1-2-19 0,9 4-70 16</inkml:trace>
  <inkml:trace contextRef="#ctx0" brushRef="#br0" timeOffset="194810.02">20762 12486 1727 0,'-1'0'42'16,"0"0"4"-16,-2 0-19 0,-2-1-10 0,3 1-13 15,0 0-4-15,0 0 11 0,1 0-5 0,-1 1 6 16,2 0-7-16,0 1 3 0,2 1-3 0,3 11 2 16,4 0-7-16,-8 4 4 0,9 0 5 0,7 3-3 15,3 0 1-15,-4 3 29 0,7 1-8 0,-7 2 16 16,2 3-6-16,1-1-9 0,-4 1-1 0,0 0-2 0,-1 2-11 15,-1 0-6-15,-2-2-2 0,-3 2-1 0,-2-1 0 16,-4-2-6-16,14-1-2 0,-11-2-1 0,-3 0-3 0,-7 2-4 16,-5 0 0-16,-5 2-3 0,7-2-6 0,-21-2-47 15,-3 0-4-15,-2-2-21 0,1-1-62 0,1-2-82 16,-2 1-56-16</inkml:trace>
  <inkml:trace contextRef="#ctx0" brushRef="#br0" timeOffset="195311.86">19239 13641 655 0,'-1'0'119'0,"-1"0"239"0,-9 2-302 16,-1 2-23-16,1-1-6 0,1 0-5 0,1 0-23 15,2 1 17-15,-1-1 1 0,1 1 7 0,2-2-3 0,1 1-8 16,2-1 0-16,0 0-1 0,0 1 12 0,2-2-13 15,0 1 8-15,0-1-9 0,0 2 13 0,2-1-1 16,0 0 4-16,14 7-3 0,7-3-5 0,1-4 10 16,12-2-10-16,-5-2 11 0,2-2-8 0,2-1 2 15,-6 1 7-15,9-1-3 0,-1 0 7 0,3 1 13 16,2-1-10-16,2 0 12 0,3 0-12 0,6 1 7 16,-1 0-4-16,5-1 3 0,3 2-15 0,-2-2-2 15,0 2 1-15,-2-2-3 0,-2 1-9 0,0 0-6 16,0 0 3-16,-2 2-5 0,-3-2 2 0,-4 2-9 15,-5 0 0-15,-7 0-1 0,-2 1 3 0,-7 1 2 0,-1 0-1 16,-3 0 2-16,-5 0-6 0,-5 0-3 0,0 0-1 16,-4 0-1-16,-3 0-6 0,0 0-49 0,-1 0-1 15,-1 0-23-15,0 0-61 0,-1 0-46 0,0-1-5 0,-1 0-9 16,-1 0-7-16,-11-3-114 0</inkml:trace>
  <inkml:trace contextRef="#ctx0" brushRef="#br0" timeOffset="195628.05">19636 13940 1464 0,'-2'0'106'0,"0"0"221"0,-4 0-314 0,0 1-8 15,4-1-6-15,1 0 1 0,-2 0-12 0,1 0 4 16,0 0-1-16,1 1 4 0,-1 0 8 0,1 0-7 15,1 1 4-15,0-1-4 0,0 0 12 0,1 1-3 16,1 3-1-16,1 4-2 0,2 3-8 0,2 6 8 16,0-1 0-16,0 5 5 0,-1 0 9 0,0 2-4 15,-2 0 2-15,0 3-2 0,-1 1-4 0,0 3 8 16,-1 2-8-16,1 0 7 0,-1 2-9 0,-1-1-3 16,1-1 0-16,1 1-2 0,-1-4-2 0,2-2 2 0,-2-2-1 15,0-6 0-15,1 0-7 0,-1-3-17 0,-1-6-1 16,0 1-8-16,-1-6-37 0,0 1-57 0,0-3-4 15,2-1-18-15,-1-1-34 0,0 0-106 0,0 0-17 16</inkml:trace>
  <inkml:trace contextRef="#ctx0" brushRef="#br0" timeOffset="195962.49">19937 14122 476 0,'0'0'160'16,"0"-1"0"-16,0 0 11 0,0-1-16 0,0 1-41 15,0 0-27-15,0-1-9 0,0-1 6 0,-2 2-6 0,1 0 3 16,0 0-45-16,0 0-1 0,0 0-13 0,0-1-2 16,-1 2-9-16,-11 2 5 0,-2 1-8 0,3 2-2 0,-3 3 0 15,1 1-6-15,-1-4 2 0,-5 10-4 0,1 0 8 16,0 0 3-16,1-1 1 0,1-1-6 0,3-1 1 16,1-2 2-16,2 0 0 0,4-1-5 0,2-2 13 15,1-2-13-15,3-1 12 0,-3 1-17 0,3-2 4 16,-1 0-6-16,0 1 5 0,1-1-2 0,1 2 5 15,0-2 2-15,1 4-2 0,2-1-13 0,3 1 13 16,8 2-2-16,6-4 6 0,1 3-7 0,2 1 0 16,-1 0-1-16,-2 1 1 0,3 1 9 0,3 2 11 15,0-4 5-15,2 5 1 0,-1-2 24 0,-1-1-13 0,0 3 6 16,0-3-11-16,0 1-11 0,-2-4-12 0,2 0-3 16,-1 0 0-16,-1-1-5 0,-4-1-13 0,-1-4-5 15,0-1-5-15,-2 9-33 0,-6-4-190 0,-2-3-123 16</inkml:trace>
  <inkml:trace contextRef="#ctx0" brushRef="#br0" timeOffset="205787.57">11378 14922 267 0,'-1'0'0'0,"0"0"104"0,0 0 36 0,0 0 42 0,-2 0 11 15,1 0-87-15,-4 0-24 0,1 0-30 0,2 0-3 16,-1 0 0-16,1 0-5 0,2 0-7 16,-2 0-2-16,2 0-3 0,-1 0-10 0,-1 0 0 0,1 0 0 15,0-2-1-15,-1 2 2 0,2 0-2 0,0 0-6 16,0 0 1-16,0-1-13 0,-1 0-5 0,1 0 9 16,0 1-7-16,0 0 11 0,0 0-12 0,-1 0 3 0,2 0-5 15,0 0 4-15,0 0 3 0,0 0-4 0,0 0 4 16,0 0 4-16,0 0-4 0,0 0 3 0,0 0-4 15,0 0-5-15,0 1 9 0,0 0-6 0,0 0 12 16,0 2 6-16,0 0-3 0,3 7 2 0,0 5-3 16,1 3 0-16,-2-3-9 0,2 3 3 0,-1-3-5 15,1-1 0-15,-1 0 0 0,1-2 0 0,1 1 1 0,-1-3 1 16,1 1 3-16,1 0 1 0,0-1-1 0,1 1-3 16,0-1 6-16,-6 0-3 0,10 0 3 0,-2 0-5 15,2-1 8-15,-1 1-2 0,0-1 2 0,1 0-11 0,1 1 9 16,0-1-11-16,1 2 9 0,-3-2-11 0,0 1 5 15,-1-1 1-15,1-1 0 0,-1 0-1 0,0 1 4 16,1-2 0-16,-2-3 0 0,3 2-1 0,0-3 5 16,2 0-2-16,-1-2 2 0,1 9 0 0,-2-4-6 15,0-2 6-15,0 0-6 0,2-2-4 0,-1-2 1 16,-1 0-1-16,0-1 2 0,0 0-3 0,-1-1 1 16,0-2-5-16,0 0 4 0,0 0 0 0,-2 0-2 15,0 0 4-15,-1-1-4 0,0 4-2 0,0-8 6 0,-1 1-6 16,1 0 6-16,1-1-5 0,-1-1 5 0,0 1-3 15,1-2 3-15,0 2-4 0,1-2-5 0,3-1 6 16,0-1-4-16,-1 2 4 0,2-3 0 0,0 1-3 16,1-1 2-16,1 2 5 0,0-1-3 0,-1 2 0 15,1 3-2-15,1-1 0 0,-6 5 0 0,-2-2-2 0,1 2 0 16,-4 2-1-16,5 1 3 0,-1-6 2 0,1 1-1 16,-2 3-1-16,2-1 2 0,2 2-3 0,-1 2 2 15,1 0 1-15,-1 1-2 0,-1 1 2 0,1 2-2 16,1 1 1-16,-1 0-4 0,1 3 5 0,-1-1-4 15,1 0 3-15,1 1 0 0,1 1-2 0,-1-8 3 16,1 11 5-16,-3-2-7 0,1-1 0 0,-1 0-1 16,0 1 3-16,1-1 3 0,-2-1-5 0,1 1 4 0,1-1-1 15,-1 0-3-15,0-1 6 0,1 0-6 0,-2-1 2 16,-3 0 3-16,0 0-5 0,-2-1 4 0,0-1-5 16,2 0 3-16,0-1-1 0,-1 0 3 0,2-1-4 0,-3 0 3 15,1 1-2-15,-2-2 2 0,-4 0-6 0,3 0 2 16,0 2-3-16,0-2 4 0,6 5 2 0,-4-4 4 15,-1-1-1-15,1 0 0 0,0-1-5 0,-1 0 5 16,2 0 0-16,1-2 2 0,-1 0-5 0,2-3 3 16,0 0 2-16,2 1 1 0,3-7-6 0,0 0 5 15,0 0-6-15,-1-1 6 0,2-1-1 0,0 0-6 16,1 1 6-16,0-1-6 0,2 0-1 0,1 2 2 16,-1-5-3-16,1 2 3 0,2 0 3 0,0-2-3 0,2 0 4 15,2-1-4-15,-1 0-3 0,2 3 2 0,0-2 0 16,-2 5 2-16,1 1-6 0,-2 0 4 0,0 2-4 15,-2 0 4-15,5 1 3 0,0 2-6 0,3 1 3 16,0 2-4-16,-3-3 11 0,0 1-7 0,-2 1 3 16,3 2-6-16,1-14 3 0,0 7-1 0,1 3-2 0,4 3 2 15,-1 0 7-15,0 2-8 0,3 0 6 0,-5 3-7 16,-1-1 2-16,1 3 1 0,-2-1-4 0,4 1 4 16,-3 2-2-16,0 0 4 0,-1 0-2 0,-2 2 1 15,1-1-4-15,-1 1 4 0,-2 1 0 0,2 1 1 16,-3 1-1-16,3 1-1 0,0 1 0 0,-3-1-2 15,3-12 1-15,-3 11 1 0,-2-1 0 0,2 0 1 0,-3-1-1 16,2-1-2-16,0-1 4 0,-1 1-4 0,0-3 3 16,-1-1-1-16,2-1 1 0,-2-2 0 0,1 0 5 15,0-1-5-15,1 12 0 0,-1-6-1 0,0-4-3 0,0-2 3 16,0-1 3-16,2-1 0 0,-2-2-3 0,-1-3 4 16,3 0-5-16,-2-1 6 0,2 0-3 0,2 0-2 15,-4 0-1-15,1 0-1 0,-3 0 2 0,0 0 6 16,0-1 6-16,-2 1-2 0,1 0 9 0,0 0-1 15,-1 3-2-15,-2-1 2 0,-1-1-4 0,-2 1-2 16,-1 2 0-16,0-1-3 0,0 2-12 0,-1 0 3 16,-1-1-10-16,1 1 6 0,-2-1-54 0,0 1-235 15,0 0-93-15</inkml:trace>
  <inkml:trace contextRef="#ctx0" brushRef="#br0" timeOffset="209441.07">2013 3894 5 0,'0'-1'0'0,"0"-1"4"0,0 0 53 16,0-8 14-16,0-1 9 0,1 0-5 0,1 1-6 0,-1 0-4 15,0 2 4-15,-1 0 1 0,1 0-6 0,0 2 13 16,0 0-8-16,-1 2 8 0,0 1-23 0,0 1-15 16,0 0-2-16,2 0-2 0,-1 0-2 0,0 0-13 15,0 1-6-15,0 0-1 0,0 1-13 0,-1 1-3 16,0 2 6-16,3 12-3 0,-1 11 11 0,-1 2-3 16,-1 3-1-16,0 3-1 0,-1 1 0 0,-1 1-1 0,-1 3 2 15,1-5 0-15,-1 2 8 0,-1-2 4 0,1-3 1 16,-2 0 0-16,1-4-2 0,2-1 4 0,0-1-6 15,-1-2 4-15,2 0-16 0,-1-1 6 0,1 0-2 16,-1 1 2-16,1-3-12 0,-1 0 7 0,1 0-3 0,-1-1 5 16,1 1-8-16,1-4 0 0,0-2 1 0,0-1-1 15,0-4-10-15,0-1-1 0,0 0-8 0,0-7 2 16,0 0-40-16,1 1-60 0,1 1-9 0,-1-2-17 16,0 0-32-16</inkml:trace>
  <inkml:trace contextRef="#ctx0" brushRef="#br0" timeOffset="209956.4">2485 3863 330 0,'0'-1'82'0,"-1"0"186"0,-1 0-217 0,1-2 34 16,0 1-17-16,0 0 15 0,0-1-58 0,-1 2-4 15,1 0-3-15,0 0-1 0,0 0-8 0,0 1-12 16,-2 0 12-16,1 1-13 0,-3 0 6 0,-3 2 2 16,1 2 0-16,0 0 3 0,-2-3 11 0,2 8 6 0,-2-3-5 15,-2 0 6-15,1-1 2 0,-2-2-5 0,-1 5 0 16,3 1-5-16,-4 0-10 0,0 1-12 0,-3 2 8 16,-3 1-7-16,0 2 14 0,-1 1-6 0,1 1-4 15,0-2-1-15,-1 4-3 0,1-1 9 0,1-2 1 16,0 3 2-16,3-2-2 0,3-1-9 0,0-2 4 0,4-4-3 15,0-2 14-15,6-2-10 0,-1-1 3 0,3-1-5 16,-1-2 6-16,-1 1-6 0,2-2-2 0,-1 2-1 16,1-2 4-16,1-1 5 0,0 0-2 0,0 2 1 15,0-2-7-15,0 1 0 0,0 1 2 0,1-1 1 16,0 0 11-16,0 1-8 0,2-2 1 0,-1 0-3 16,3 1-7-16,4 3 3 0,-1-1 0 0,3-1 2 0,-2 0 6 15,4 0-7-15,1 1 5 0,-1-2-4 0,3 2 4 16,-1-1 1-16,1 2-7 0,3-1 5 0,-1 1 2 15,-2-1-6-15,-2-1 4 0,-2 0-5 0,1 0-1 16,0 1 3-16,1 0-1 0,0 1 2 0,-2 0 5 0,-1-1-6 16,-6-1 2-16,1 0-3 0,0 1-1 0,0-1 4 15,0 2-2-15,-4-4 2 0,2 4-1 0,-3 0-7 16,1-1 4-16,3 0-6 0,1 1-6 0,-1-3-76 16,-1 1-3-16,0 0-29 0,-1-2-69 0</inkml:trace>
  <inkml:trace contextRef="#ctx0" brushRef="#br0" timeOffset="210473.79">2980 3967 273 0,'-1'0'31'0,"-1"0"61"0,1 0-25 16,0 0-26-16,0 0 14 0,0 0-21 0,0 0-10 0,-1 0 4 15,0 0-4-15,0 0 4 0,-1 0-12 0,2 0-8 16,-4 0 3-16,2 0-2 0,-2 0 19 0,1 1-5 16,1-1 4-16,1 0-3 0,-3 1 22 0,-1 0-16 15,5-1 8-15,-1 0-12 0,-1 1-11 0,1 1-1 16,1-1 2-16,0 0 1 0,-1 0 0 0,1-1 6 16,1 0-14-16,0 0 12 0,1 0-13 0,1 0 5 15,0 0-1-15,7-1 2 0,6-1 2 0,0-2 10 16,0 1-7-16,3-2 6 0,-1 1-6 0,2 0-8 0,1-1 11 15,-1 0-12-15,1-1 1 0,-4 2-3 0,3-1-5 16,1 1 3-16,-3 2-6 0,0 0 0 0,1-1 0 16,-4 2 0-16,0 0 1 0,-3 0 2 0,-3 1 0 0,-3 0 0 15,-2 0-11-15,3 0 6 0,-2 0-2 0,2 0 4 16,-3 0-9-16,-1 0-9 0,1 0-3 0,-2 0-1 16,0 0-12-16,0 0-44 0,0 0-1 0,-1 0-17 15,0 0-29-15,0 0-67 0,0 0-21 0</inkml:trace>
  <inkml:trace contextRef="#ctx0" brushRef="#br0" timeOffset="210773.26">3020 4137 493 0,'0'0'52'0,"-1"0"6"0,-1 0 11 15,1 0-15-15,0 0-3 0,-1 0-15 0,-1 0-29 16,1 0-1-16,0 0-6 0,-1 1-1 0,1 1 1 16,0-1 0-16,-1 0 4 0,1 0 5 0,0 0-3 15,-1 2 1-15,2-1-2 0,1-1 4 0,-2 4 8 0,0-3 6 16,2 1 2-16,0-1 34 0,0-1 1 0,0 1-3 16,0 1 0-16,2-1-4 0,-1-1-8 15,1 1-1-15,12 1-5 0,4-1-13 0,1-2 6 0,1-2-6 16,1-3 6-16,2-1-8 0,1 1-19 0,4-1 12 15,2 0-15-15,-7 1-1 0,1 0 5 0,-4 2-6 0,-4-1 4 16,4 3-16-16,1 0-26 0,-2 1-26 0,-1 0-4 16,1 0-125-16,-4 0-131 0</inkml:trace>
  <inkml:trace contextRef="#ctx0" brushRef="#br0" timeOffset="211373.8">3919 3857 592 0,'0'0'5'0,"-1"0"1"0,0 0 36 15,0 0-19-15,-2 0 19 0,1 0-38 0,1 0 3 16,0 0 7-16,0 0-2 0,-1 0 6 0,1 0-13 16,0 0 4-16,0 0-5 0,1 0 17 0,0 0 14 15,0 0 5-15,0 0 3 0,1 0 14 0,0 0-11 16,2 0-7-16,0 0-1 0,9 0-20 0,2-1 0 16,0-1 2-16,1-1-3 0,3 0-3 0,0-1-7 15,2 1-3-15,-2-1 0 0,4 0 5 0,-1-1-11 16,1 1 4-16,1 1-6 0,-1-1 9 0,1 1-16 0,1-1 3 15,2 1-17-15,-3-1-78 0,2 1-98 0,-2-2-29 16</inkml:trace>
  <inkml:trace contextRef="#ctx0" brushRef="#br0" timeOffset="211758.1">4674 3527 910 0,'0'0'12'0,"-1"-1"0"0,0 0 35 16,0-2-13-16,1 2 12 0,-3-6-42 0,-2 2 4 16,-1 1-2-16,0 0 4 0,1 3-1 0,-1-4-13 15,4 4 4-15,-3-1-4 0,0-1 4 0,2 2 5 16,-1 0-8-16,1 0 5 0,1 1-4 0,-1 0 6 15,0 0 2-15,1 0 2 0,-1 0 9 0,1 0-1 16,-1 0 2-16,1 0-3 0,0 0-3 0,0 0-3 16,1 1 3-16,0 0-2 0,0 1 4 0,-4 9-2 15,0 7 3-15,1 8-1 0,1-2 15 0,1 3-13 16,1 2 3-16,0-2-7 0,-1 2-9 0,2 0 2 16,-1 1-5-16,0 0 5 0,1 1 9 0,0-1-10 0,0 1-1 15,0-3-2-15,1 2 4 0,0-7-5 0,2 0 4 16,-1-6-6-16,1 0 3 0,-1-4-15 0,0-2-9 15,1 1-7-15,-2-1-68 0,0-2-37 0,0-1 3 0,-1-2-9 16,0-2 26-16,0-2-20 0,0 0-22 0</inkml:trace>
  <inkml:trace contextRef="#ctx0" brushRef="#br0" timeOffset="212275.31">4958 3726 512 0,'0'0'32'0,"0"-2"4"16,0 1 13-16,0 0-9 0,0-1 1 0,1-4 6 16,1-1 1-16,1 1 3 0,-1 0 1 0,-1 1 15 0,0 3-20 15,-1 1 5-15,1-1-8 0,1-1 24 0,-1 1-46 16,0 1 7-16,-1-1-21 0,0 1 4 0,0 1-9 16,-1 0 4-16,0 1-5 0,-1 2 7 0,-1 2-2 15,2 11 2-15,-6-1-2 0,-2 2 1 0,2-1 0 16,2 2 0-16,-1-2 0 0,2 2 4 0,2-3-5 15,-1 2-2-15,-7-2-1 0,3 0 0 0,2 1-6 16,3-2 1-16,1-1-3 0,1-3 17 0,1 2-11 16,0-4 7-16,1 0-8 0,2-1 12 0,-2-3-9 0,0-1 7 15,6-1-6-15,4 6 7 0,1-2 10 0,0-4-4 16,1-1 6-16,1-1-12 0,0 0 3 0,0-3-6 16,0-3 4-16,1-1-13 0,0-4 5 0,1 9 0 15,0-12 1-15,2 0-2 0,-2 0-3 0,-1-1 2 0,-1 3-1 16,1-3 3-16,-6 1-2 0,1 1-3 0,-3-1 2 15,-1 0 5-15,0 0-8 0,-1 0 4 0,1 0-4 16,-3 0 6-16,-1-3-1 0,3 3 1 0,6-5-2 16,-6 3 1-16,-3-4-7 0,-3 0 7 0,-1 2-6 15,-1-2 10-15,-2 5 0 0,-1 1-5 0,0 2 4 16,-3 2-4-16,-1-3-3 0,-9 4 3 0,1 1-3 16,-4 3 0-16,2-6-8 0,-1 2 1 0,1 6-3 0,0 3 1 15,0 1 5-15,3 3-6 0,1 3 5 0,-1 1-5 16,5 0-9-16,0-2 1 0,2 7-6 0,2 1-9 15,2-2-5-15,2 1-10 0,-4-4 1 0,4-2-42 0,1-1 7 16,2-2-8-16,0-3 5 0,0 0-30 0,2 1-70 16,12 5 25-16</inkml:trace>
  <inkml:trace contextRef="#ctx0" brushRef="#br0" timeOffset="212693.04">5677 3492 534 0,'2'0'23'0,"-1"0"43"0,0-2-49 0,0 1 3 0,1 0-4 16,11-1 2-16,-1-1-14 0,-6 3 35 0,1 0 0 15,-3 0 16-15,-2 0 36 0,0 0-33 0,1 0 6 0,-2 0-19 16,0 2-17-16,0-1 4 0,-1 1-7 0,0 0 5 16,-5 13-17-16,-2 0 5 0,-2 4-4 0,-2 1 3 15,2-2-9-15,-2 5-1 0,2-4-2 0,2-2 0 16,-1 1-5-16,2-3 4 0,0 1-2 0,1-2 2 15,2-1-4-15,0-2 4 0,2 0 1 0,0-2 2 16,0 1 2-16,1-2-3 0,0 0 4 0,2-1-4 16,1-1 5-16,1 1-3 0,0-2-3 0,4 0 2 15,10 0-3-15,0-2 3 0,-1-1 2 0,5-1-1 0,-2 11 5 16,5-3-3-16,0-4 1 0,-5-4-1 0,2-1-1 16,-2-2 0-16,1-2 0 0,0 0 0 0,2-2 1 15,-3 0 1-15,0-1 0 0,-2 0 0 0,0-1 2 0,-1-1 5 16,0 0-2-16,-2 1 3 0,1 0-1 0,-2-2 4 15,-2 9 3-15,-4-13-1 0,-2 0-1 0,0-2 1 16,-4-1-3-16,10-3 4 0,-5 1 6 0,-5 0 3 16,-4 0-3-16,-4 1 2 0,-5-4-8 0,8 0-5 15,-18 1 0-15,-4 0-5 0,-2 1-15 0,-2 4-24 16,-4 2-17-16,-3 4-6 0,-1 4-92 0,-10 5-125 16,-11-19-61-16</inkml:trace>
  <inkml:trace contextRef="#ctx0" brushRef="#br0" timeOffset="-214333.13">963 6009 429 0,'-1'0'40'0,"0"0"-1"0,-11-3 53 0,-4-2 17 15,-2-1 0-15,3 3 0 0,-2-1-70 0,-1 1 11 16,2-1-29-16,0 1 3 0,3 0-7 0,-3 1 2 0,6 1-3 16,-3 0-9-16,1 1 7 0,-2 0-8 0,1 0 8 15,0 0-7-15,0 0 4 0,1 0 2 0,1 0-1 16,0 1-1-16,-4 1-5 0,-1 2 2 0,-1 1-4 15,0 2 5-15,2 1-7 0,0 2 2 0,-3-2-3 16,1 15 14-16,0 3-9 0,-1 1 0 0,-2 6-4 16,5-4-1-16,2 4 1 0,-1-1 1 0,8-4-1 15,0 4-2-15,4-5-1 0,-12 0-1 0,8 0 0 0,4-3-2 16,2 0 6-16,1-1 0 0,4-1 3 0,3-1 1 16,2-1-4-16,1-3 5 0,-2 0-5 0,3 1-3 15,-11-2 15-15,15 2-3 0,-1-5 13 0,0-3 20 0,2-2-14 16,4-1 1-16,-2 0-8 0,3-1-19 0,1 0-1 15,1-3 1-15,2 2 0 0,-2 0-5 0,5 10-9 16,-1-6-6-16,0-6 1 0,-1-3-13 0,3-2-12 16,-8-3-7-16,3-2-10 0,1-3-104 0,-6-1-42 15,4 10-34-15</inkml:trace>
  <inkml:trace contextRef="#ctx0" brushRef="#br0" timeOffset="-214019.38">1341 6373 905 0,'-2'0'26'0,"0"0"36"15,-5-2 2-15,-2 0-32 0,2 1 8 0,4 1-20 16,1 0-14-16,-1 0-5 0,2 0 3 0,-1 0-1 0,0 1 9 15,-1 0-9-15,1 0-3 0,-6 3 0 0,-1 11 5 16,-1 1 2-16,2 1 3 0,-1 4 0 0,0 1 16 16,1 2-2-16,-2 4 5 0,1 3-3 0,1 1 18 0,-1 1-20 15,0 2-1-15,0-3-8 0,0 2-8 0,2-4 3 16,3 1-1-16,0-2 1 0,-1-2-10 0,3-1 2 16,0-2-5-16,1-3 3 0,-1-2 0 0,1-3 0 15,-8-2 7-15,3-3-7 0,2-2-6 0,2-3-6 16,1-2-29-16,0-1 2 0,1 0-145 0,-2-1-155 15</inkml:trace>
  <inkml:trace contextRef="#ctx0" brushRef="#br0" timeOffset="-213634.99">1656 6232 369 0,'0'0'210'16,"0"0"-291"-16,0 0 249 0,0 0-138 0,0 0 17 0,0 0-15 15,0 0 6-15,0 0-10 0,1 0 15 0,0 0 0 16,0 0 1-16,2 0-3 0,-2 0-7 0,9 0 3 16,2 0 0-16,1 1-2 0,1 0-15 0,-1 0-1 15,1 1-6-15,-1 1 5 0,0-2-10 0,4 1-3 16,-3 1-3-16,-3-1 0 0,2 0-1 0,-2 1 1 16,1-1 2-16,1 0-3 0,-6-2-11 0,1 0 10 15,-3 0-7-15,-2 0 7 0,3 0-28 0,-1 0-89 16,-1 0 2-16,-1 0-37 0,-1 0-38 0</inkml:trace>
  <inkml:trace contextRef="#ctx0" brushRef="#br0" timeOffset="-213434.83">1724 6419 934 0,'0'0'58'16,"-1"0"6"-16,0 0 0 0,-1 0-25 0,1 0-2 15,0 0-14-15,0 0-2 0,1 0 6 0,0 0-5 0,1 0 10 16,0 1 0-16,0-1 1 0,15 3-2 0,2 0-11 16,1-1-11-16,1-1 1 0,4 0-4 0,-3-1 2 15,4 0-11-15,2-2 1 0,-3 0-6 0,3-3-19 16,-2-1-132-16,0-1-36 0</inkml:trace>
  <inkml:trace contextRef="#ctx0" brushRef="#br0" timeOffset="-212051.47">3123 5811 52 0,'0'0'0'16,"0"0"12"-16,0 0 115 0,0-2-23 0,0 1 9 0,-1 0-46 15,0 0-1-15,0 0-29 0,0 0 12 0,-1-1-14 16,1 0 12-16,0 0-3 0,0-1-8 0,0 1 4 16,0 0-14-16,-1-1 3 0,1 1 5 0,0 0-2 15,-1-1 6-15,-1 1-9 0,0-1 4 0,-7-1-6 16,1 0-1-16,-2 1-10 0,2 0 0 0,-2 2-2 15,1 1 7-15,-3 1-4 0,0 2 4 0,-1 0-5 0,0 2-6 16,0 1 9-16,-2 1-13 0,1 1 11 0,-3 2-3 16,3-1-8-16,-4 3 8 0,4-2-10 0,1-7 7 15,0 11-4-15,1 1 1 0,-4 1-2 0,3 0-5 0,1 1 0 16,3 1 2-16,1 1-1 0,4 2-1 0,0 0 5 16,3-1-6-16,-11 3 7 0,6-1-4 0,3 0-2 15,4 3 3-15,2 1-2 0,4-4 4 0,2-1-7 16,2-1 2-16,-2-4 0 0,2-2 35 0,-7 0-10 15,10-2 2-15,2-2-6 0,2 0-3 0,0-2-1 16,3-1 4-16,2-1-4 0,-2 0-1 0,0-4-11 16,0 0 0-16,-2-1-3 0,3 12-6 0,-1-6-3 15,3-3 0-15,-1-4 0 0,1 0-5 0,1-2-5 0,0-3-6 16,2-2-1-16,2-3-41 0,1-1-119 0,3-5-2 16,0 14-59-16,-3-21-195 0</inkml:trace>
  <inkml:trace contextRef="#ctx0" brushRef="#br0" timeOffset="-211451.04">3983 5332 186 0,'0'0'31'15,"-1"-1"12"-15,0 0 24 0,-1-1-23 0,1 1-5 16,0 0-2-16,0-1-5 0,0-1 8 0,-1 1 3 16,1 0-1-16,1 1-6 0,-1-2 9 0,1 2-6 0,-1-1 8 15,1 0 7-15,-1 1 10 0,-5 0-6 0,0-4 5 16,-2 1-21-16,-2-1-8 0,1 1 5 0,-2 2-6 15,1 2-1-15,0 0-2 0,-3 1-10 0,2 3 7 16,-3 1-14-16,-1 2 2 0,1 1-3 0,-1-5 2 16,-1 15-8-16,-1 3-6 0,3 4 6 0,-1 2-5 15,1 1 6-15,0 3-1 0,-1 3-3 0,6 2 1 16,0 3-3-16,0-3-5 0,3 1 4 0,1-1-4 0,1-1 4 16,3 0 1-16,0-2 0 0,-15-4 0 0,9-1 1 15,5-1 2-15,2 0-4 0,4-2 4 0,1 1-2 16,6 1 9-16,1-3 3 0,2 0 1 0,-12 1 1 0,14-3-7 15,1 3 5-15,6-3-5 0,-2 2 0 0,-1-5-6 16,2-1-3-16,-2-2 0 0,0-1 3 0,0-2-14 16,-2-2 7-16,-2-3-11 0,1-4-1 0,-2 0-8 15,1 7-16-15,1-6 0 0,-1-2-75 0,2-3-65 16,1-3-20-16</inkml:trace>
  <inkml:trace contextRef="#ctx0" brushRef="#br0" timeOffset="-211098.64">4398 5513 605 0,'0'-1'194'0,"-1"0"-279"0,0 0 235 0,-1-1-136 16,1 0 2-16,0 1-15 0,0 0 7 0,0-1-10 0,0 1-3 16,1 0 17-16,0 1-4 0,0 0 10 0,0 1-3 15,-2 2 6-15,1 7 4 0,-2 10 2 0,-1 0 26 16,-1 1 5-16,1 4-5 0,-1 2 2 0,0 4-18 0,2-1 1 16,-1 0-5-16,1-2 2 0,-1-1-11 0,3 1-6 15,0 0 0-15,0-1-4 0,1 0-9 0,0-2-3 16,2 0 1-16,-1-4-1 0,3 1 3 0,-2-4-3 15,2 0 1-15,-2-4-1 0,0-4-3 0,1-1-7 16,-1-2-4-16,0-1-2 0,0-3-21 0,-1 1-52 16,0-2-9-16,1 0-22 0,1-1-95 0</inkml:trace>
  <inkml:trace contextRef="#ctx0" brushRef="#br0" timeOffset="-210565.83">4886 5617 1059 0,'0'0'22'16,"0"0"-2"-16,-1 0 11 0,0 0-2 0,-1 0-3 16,1 0-15-16,0 1-10 0,0 0 8 0,0 1-8 15,-3 6 12-15,0 5-2 0,-1 2-1 0,0 0 0 16,0-1-5-16,0 1 4 0,0-2-1 0,-1 2 2 0,0 0 2 15,0-1-2-15,0-1-3 0,0-2 0 0,1 1-5 16,0 0 14-16,1-2 0 0,1 1 3 0,-1 0-5 16,2-2 3-16,1 0 0 0,1-2 0 0,0 2-11 0,0-3 3 15,1 1 0-15,1 0 3 0,1-1 11 0,-1-2-9 16,1 1 0-16,0-1-2 0,5-1 1 0,1-1-6 16,1 0 1-16,0 5-3 0,0-1-2 0,0-3 6 15,2 1-5-15,0-3 5 0,0-1-6 0,1-1-1 16,0-2 0-16,0 0 0 0,1-3 4 0,-1 0-3 15,-2-1 3-15,2-3-5 0,-2 7-2 0,-2-9 4 16,-1-1 4-16,-2-1 2 0,-1 1 18 0,0 0 2 0,-2 0-4 16,-2-1 1-16,9 1-17 0,-3-2-6 0,-2 0 2 15,-3 1-3-15,0-3 9 0,-2 1-9 0,0-1 3 16,-1 0-5-16,-1 2 0 0,-2 3 1 0,0-3-2 16,-1 4 1-16,-1-2 0 0,-1 1-2 0,2 4 2 15,-2-2-4-15,5 3 2 0,-8 5 3 0,2 0-2 16,0-4 1-16,0 1-5 0,1 1 1 0,-2 2-2 0,4 2-1 15,-1 0-6-15,1 1 6 0,1 0-2 0,2 1 2 16,-1 8-9-16,-8 6-29 0,4 0 2 0,2 0-13 16,4 1-21-16,1-4-33 0,1-1-7 0,0-4-9 15,3 0-30-15,-2-3 1 0,-1-3 5 0,11 6-5 16,1-3-8-16</inkml:trace>
  <inkml:trace contextRef="#ctx0" brushRef="#br0" timeOffset="-210298.86">5376 5474 466 0,'0'0'95'0,"0"0"-9"0,0 0 39 15,0 0 1-15,0 0-23 0,0 0-18 0,0 0-27 16,0 0 1-16,2 0-9 0,-2 0-2 0,1 1-8 16,0 1 4-16,0-1-8 0,0 0-9 0,0 1-3 15,1 3-6-15,1 7 2 0,-1-3-11 0,2 4 9 16,-2-2-2-16,1 2 4 0,0 1-3 0,0 1 8 15,0 3-3-15,1-1 3 0,-2 2-15 0,0-1 7 16,-1-1-7-16,1 2 5 0,-1 2-20 0,-1-1 8 0,0 2 0 16,0-5 2-16,0-2-11 0,0 0 6 0,0-4-1 15,0 0 4-15,0-2 0 0,0-2-32 0,0-1-8 16,0-2-11-16,0-3-47 0,1 1 13 0,0 1-28 0,0-3 13 16,12 2-98-16,3-4-79 0</inkml:trace>
  <inkml:trace contextRef="#ctx0" brushRef="#br0" timeOffset="-209882.07">5834 4912 1198 0,'-1'0'21'0,"-1"0"0"0,-1-1 17 15,-10-4-14-15,5 3 5 0,5 2-23 0,1 0-6 16,0-1 3-16,-1 0-5 0,1 1-2 0,0 0 4 16,-1 0 0-16,2 0 1 0,0 0-3 0,0 0 3 15,0 1 5-15,-1 0-1 0,1 0-1 0,0 0 16 16,0 0 3-16,0 1 6 0,-1-1 14 0,2 0-8 16,0 0-2-16,0 2-1 0,2-1-6 0,0 3-11 0,2 2-4 15,-3 3-1-15,12 4-6 0,-2-1-6 0,4 4 2 16,-4 3-3-16,1 0 10 0,-1 4-7 0,-1 0 5 15,2 4-5-15,0 0-2 0,0-1 3 0,-1 3-3 16,2-4 4-16,0 2 3 0,0-2-4 0,0 2 3 16,-1 0-4-16,0 2-4 0,-1 3 4 0,2-1-4 0,1 4 4 15,-1 0 1-15,3 1 2 0,-2 1 2 0,-3 2-2 16,0 2-5-16,-5-1 10 0,0 0-3 0,-3-1 5 16,-2-4-5-16,16 2 8 0,-12-2 2 0,-7 2 2 15,-5 0 5-15,-4 3-5 0,-6 0 2 0,12-1-3 16,-20 1-2-16,-5-3-12 0,2 1-1 0,-3-3-3 15,1-1-13-15,-1 3-211 0,-2 0-65 0</inkml:trace>
  <inkml:trace contextRef="#ctx0" brushRef="#br0" timeOffset="-208044.76">12681 16142 562 0,'-1'0'0'0,"0"-1"12"0,0 0 116 0,1 0-39 16,-5-16-3-16,0-2-62 0,2-2-6 0,-1-1-11 0,-1 1 8 15,1 0-5-15,0 2 6 0,-3 0 4 0,4 1 2 16,0 5 2-16,1 4 6 0,-5 0 12 0,1 0-5 16,1 2 6-16,1-1-6 0,1 3 10 0,1 1-3 15,-2-2 5-15,1 0-7 0,1 1-14 0,-1 1-5 16,2 0-3-16,-1-1-8 0,-1 1-5 0,2 0 5 16,0-1-7-16,0 2-1 0,1 0 0 0,0 1-1 0,0 0 1 15,0-1 0-15,0 1-6 0,0 0 4 0,0-1-4 16,0 2 11-16,0 0-2 0,0 0-1 0,0 1-1 15,1 1-3-15,0 1 5 0,6 21-3 0,0 11 2 16,-1 5-6-16,0 5 1 0,-2 3 3 0,-3-2-1 16,0 0 5-16,1-4-3 0,-1-2-1 0,-1-1-2 0,0-1-7 15,0-2 7-15,0-2-3 0,0-3 3 0,0-1-11 16,2-2-24-16,-1-5-12 0,0-1-8 0,0-6-86 16,1-2-143-16,1-1-67 0</inkml:trace>
  <inkml:trace contextRef="#ctx0" brushRef="#br0" timeOffset="-207645.65">12390 16294 1442 0,'-2'0'31'0,"0"0"67"16,-11 1-89-16,7-1-3 0,0 0-1 15,5 0-1-15,-1 0-9 0,1 0 9 0,-2 0-4 0,1 0 6 16,1 0-4-16,0 0-4 0,-1 0 4 0,1-1-2 16,1 0 8-16,0 0-10 0,1-1 3 0,1 1-4 15,0 0 3-15,0 0-3 0,11-1-5 0,0 2 1 16,-1 1-3-16,2 3 18 0,-5 1-5 0,3 2 9 15,0 14-1-15,2 4 9 0,0 2-2 0,-2 0 4 0,1 1-5 16,-5-3 7-16,2 1 4 0,1-1-1 0,1 0 2 16,2-2-6-16,-3-3-1 0,-1-3-1 0,1 0-5 15,-1-3 8-15,5 0-2 0,-4-4 5 0,0-2-4 16,3 0-13-16,-2-2 1 0,3-1-4 0,3 6 8 0,-1-4 11 16,1-3 3-16,2-4 1 0,2-4-4 0,1-3-16 15,5-6-6-15,4 10-3 0,-1-25-19 0,5-10-52 16,0-7-10-16,-1-9-22 0,9-6-111 0</inkml:trace>
  <inkml:trace contextRef="#ctx0" brushRef="#br0" timeOffset="-203724.46">3975 6657 317 0,'0'0'20'0,"-2"0"-1"0,1 0 46 15,0-1 9-15,0 0 0 0,0 0 1 0,0 0-47 16,-1-1 5-16,1 1-11 0,0 0-5 0,0 0-9 15,0 0-4-15,0 1 0 0,-1 0 12 0,1 0 1 16,0 0 4-16,1 0-3 0,0 0-6 0,0 1 12 0,0 0-6 16,0 0 9-16,0 0 6 0,1 1 0 0,0-1 1 15,1 1-4-15,-1 3-9 0,3 7-3 0,1 3 0 16,0 0-1-16,1 6 0 0,0 2 6 0,-2-2-4 16,2 3 4-16,0-1-12 0,0-1 4 0,1 1-4 0,0-4 4 15,1 1 6-15,0-3-4 0,1-2 3 0,0-1-4 16,-7-2 3-16,13 0 4 0,-2-4-5 0,1 0 3 15,0-2-8-15,0 0-1 0,3-1 4 0,1-2-4 16,0 0-5-16,-3 7 6 0,2-4-3 0,-3-4 4 16,-1-2-3-16,3-2-5 0,-2-3-2 0,1-2 0 15,1-2-1-15,-5 5-2 0,4-13 5 0,-4-1-4 16,3-2 4-16,1-1-2 0,-2-1-1 0,1-1 2 0,0-1 3 16,0 0-10-16,3-1 5 0,1-2-4 0,0 3 7 15,1-3-5-15,-1 0-1 0,1 4-2 0,0 1-3 16,0 5 4-16,0 1-4 0,2 3 4 0,-2 1 0 0,1 2 4 15,1 3 1-15,-1 0 0 0,1 4-4 0,-2 2-1 16,-3-10-3-16,2 6 3 0,1 2-6 0,-2 4 6 16,0 3 1-16,0 3 1 0,-1 1 2 0,-1-3-3 15,-2 14 1-15,-1 3-1 0,-2 3 5 0,1-1-2 16,-2 4 2-16,-2-3-4 0,2 0 3 0,-4-3-1 16,2-2 0-16,-2-3 0 0,0-1 8 0,-2-3-5 15,1-2 1-15,-1-2-1 0,1 0 5 0,-2-4-10 16,3 0 9-16,0 0-10 0,-2-2 8 0,2-2 2 0,-1 2-2 15,-1-1 1-15,1 1-3 0,-1-2 0 0,1-1 0 16,0 0 1-16,1 0 1 0,0-3-5 0,-1 0-3 16,2-4 1-16,-1-11-6 0,1-1 3 0,1-1 2 15,-1 0 2-15,1-1 10 0,0-1-12 0,1 2 4 0,0-2-7 16,2 3-1-16,-2-2 3 0,0-3-2 0,4 2 3 16,2 1 1-16,1 1-2 0,2 3 4 0,2 2-4 15,0 3 0-15,-1 3 2 0,2 0-4 0,-3 2 5 16,-1 3 2-16,4 2-8 0,-2-9 0 0,2 4-3 15,-1 4 5-15,-2 4-3 0,3 4 2 0,-1 2-2 16,0 4 4-16,0-9 1 0,1 16 0 0,1 3-1 16,0-1-5-16,1 3 6 0,2 1 3 0,-1-3 1 15,1 1-4-15,-2-3 1 0,0-1-3 0,-3-3 2 0,1-3 0 16,4-1 11-16,-2-4 0 0,3-2 3 0,1-1-3 16,0 10 11-16,-3-6-5 0,4-4 7 0,-1-4 0 0,2-4 0 15,4-2-1-15,0-3-1 0,0-2-6 0,3-1-5 16,-2-3 2-16,0-1-5 0,1 0 2 0,-4 14-5 15,1-11-2-15,-3 0-1 0,-3-1-4 0,-2 3-1 16,-3-4 3-16,-3 4-3 0,-3-1-20 0,-1 0-108 16,-2 0-34-16,-3 1-39 0,1 0-249 0</inkml:trace>
  <inkml:trace contextRef="#ctx1" brushRef="#br0">6015 5909 0</inkml:trace>
  <inkml:trace contextRef="#ctx0" brushRef="#br0" timeOffset="-191248.6">18601 15250 441 0,'0'0'91'0,"0"0"-4"16,0 0 48-16,-1 0 11 0,-1 0-47 0,1 0-28 0,0 0-36 16,0 0 8-16,0 0-16 0,0 0 4 0,-1 0-3 15,1-1 1-15,0-1-3 0,0 1-9 0,0 0-12 16,0 0 2-16,-1 0-5 0,1 0 10 0,0-1 0 15,0 1 6-15,0 0-3 0,-1 0 5 0,1 0 4 16,-1-1-7-16,0 1 7 0,-1 1-2 0,-4-1-1 16,-1 0 6-16,0 1-6 0,-3 0-3 0,2 0-3 15,-2 1-9-15,-1 3 5 0,3-1-6 0,0 2-1 16,-2 2 3-16,-1-1-3 0,0 10-3 0,0 5 0 16,0 2 0-16,-1 3-1 0,0 3 7 0,3-1-11 0,3 2 7 15,-1-1-7-15,3-1 4 0,-2-3 5 0,2 2-7 16,1-5 6-16,1 0-11 0,-9-4 12 0,5-1-6 15,2-1 8-15,3 1-4 0,2-1-6 0,1-2 3 16,1 0-3-16,1 1 11 0,-1-1-3 0,0-1-1 0,2 1-3 16,3 1-8-16,0 0 9 0,2 1-2 0,-8-4 3 15,11 1-6-15,3-2 3 0,-2 3 1 0,0-3 1 16,0-2 7-16,0-1-2 0,-1-2-2 0,2-2 0 16,-1 0-2-16,1-1-5 0,1 1 6 0,1-2-4 15,-1 0 9-15,-1-1-8 0,3 10-4 0,-3-4-2 16,0-2-13-16,0-3-17 0,-1 0-3 0,1-1-7 0,-1-1-37 15,0 0-97-15,1 0-18 0,0-1-44 0,1-1-244 16</inkml:trace>
  <inkml:trace contextRef="#ctx0" brushRef="#br0" timeOffset="-190682.59">18860 15911 1360 0,'-2'0'22'0,"1"0"2"0,0 0-7 0,0 0-4 16,-2 0-7-16,1 0 4 0,0 0-7 0,-1 0-2 16,1 0 0-16,0 0 5 0,1 0-5 0,-1-2 1 0,1 1-2 15,0 0 5-15,0-1-9 0,1-4 9 0,0-1-8 16,0-3 4-16,1 3 6 0,1 0-3 0,0 1 5 15,0 1 9-15,0 0 16 0,1 0-6 0,-1 2 8 16,-1 0-6-16,1 2-8 0,3 0 3 0,1-4-5 16,0 2 5-16,0 0-8 0,2 1 2 0,-2 2-5 15,2 0-4-15,-2 2-5 0,-1 1-4 0,1 4-1 16,-1 12-7-16,0 1 2 0,-1-1 2 0,-2 1-1 16,-1 0 4-16,11 0 1 0,-6 0-1 0,-4-1 1 15,-2 1-1-15,-1-3 0 0,-1-1 0 0,-2-3 0 0,-1-2-1 16,0 0 5-16,-1-1 0 0,-1-1 2 0,4 0-10 15,-10-2 6-15,5-2 2 0,-4 0 2 0,1 0 6 0,4-3-4 16,-2 1-1-16,2-2 1 0,6 1 17 0,-5 3-5 16,4-4 1-16,0 1-4 0,0-2-13 0,0 3-3 15,0-2-2-15,0 0-1 0,0 0-2 0,1 0 0 16,0 1 4-16,0-1 0 0,1 0 2 0,1 0 2 16,0-1-2-16,1 0 2 0,3 0-8 0,8 0 9 15,2 0-3-15,-2 0 6 0,0 0-8 0,-1 0 6 16,0 1-3-16,1 0 4 0,1 2-3 0,1-1 4 15,0 2-2-15,-2-1 3 0,1 2 1 0,-1 0-3 0,-1-1 3 16,-1 1-4-16,0 2-5 0,0-1 6 0,-1 1-3 16,1-1 5-16,1 1-7 0,-2-1-6 0,1 0 2 15,0 0-3-15,-2-2 2 0,2 1-9 0,-2-1-14 16,2-2 2-16,-3-1-53 0,2 0-36 0,-1-1-26 16,-1 0-8-16,2-2-123 0</inkml:trace>
  <inkml:trace contextRef="#ctx0" brushRef="#br0" timeOffset="-190216.73">19282 15523 1103 0,'-2'0'62'0,"1"0"-2"0,0 0 23 0,0 0-15 15,-1 0-6-15,-1 0-25 0,1-2-3 0,0 1 2 16,-1 1-3-16,1 0-14 0,1 0-11 0,-1 0 1 16,1 0-3-16,0-1 10 0,0 0-11 0,1 0 8 0,0-1-8 15,1 2 11-15,1 0-4 0,1 0 0 0,7-1 0 16,3 1 12-16,3 0-13 0,-1 0 3 0,-1 0-8 16,4-1 0-16,-2 1 3 0,1 0-2 0,0-1 2 15,0 0-5-15,-3 0-7 0,0-1 2 0,-1 1-4 16,0 1 7-16,-1-1-4 0,-2 1 4 0,0 0-3 15,-1 0 5-15,0 0-20 0,-2 0-9 0,0 0-5 16,-2 0-29-16,0 0-14 0,-2 0-1 0,1 0-8 0,-2 0-24 16,-1 0-66-16,1 0-13 0,-1 0-24 0,1 1-95 15</inkml:trace>
  <inkml:trace contextRef="#ctx0" brushRef="#br0" timeOffset="-189947.97">19360 15708 1211 0,'-1'0'98'0,"0"0"0"0,-1 0-24 0,-1 0-7 16,1 2-37-16,0-2-20 0,-1 0-3 0,2 1-1 16,0-1-2-16,0 0-7 0,0 1 4 0,1-1 4 15,0 1 0-15,1-1-4 0,0 0 10 0,7 1-11 16,13 2 10-16,-2-2-6 0,1-1 1 0,-2 0-2 15,-1-1-1-15,2-1-2 0,-3 1-2 0,0-1 7 16,-1 1-4-16,1 0 7 0,-3-1-7 0,-2 1-1 0,-1 1-1 16,-1 0-3-16,-1 0 0 0,1 0 1 0,-4 0-3 15,3 0-30-15,-4 0-44 0,0 0-20 0,0 0-10 16,0 0-105-16</inkml:trace>
  <inkml:trace contextRef="#ctx0" brushRef="#br0" timeOffset="-188431.91">20575 15107 466 0,'0'0'48'0,"0"0"-6"0,0-1 31 16,0 0 1-16,0 0-8 0,0-1-10 0,0-1-5 0,0-3 3 15,0-1-4-15,0 0-4 0,0 0-1 0,0 0-5 16,0-1 3-16,0 2 2 0,0 1-1 0,-1 1 1 16,0-1-2-16,0 1-2 0,-2 0 7 0,1 0-5 15,1 2 3-15,-2-1-11 0,-5-1 2 0,-1 0-2 0,-1 1 0 16,1 0-12-16,-2 1-12 0,0-6 5 0,-2 2-7 15,-3 1 0-15,3 4 3 0,-1 1-4 0,0 0 3 16,-1 2-12-16,-3 3 7 0,0 2-7 0,0 1 8 16,1 2-2-16,1-1-3 0,4-1 0 0,-1-2-2 15,1 6-4-15,0 0 6 0,1 1-1 0,2-3 2 16,-1 2-8-16,4 0 7 0,2 0 0 0,1-2 2 16,2 2-9-16,-6-2 4 0,0 2 0 0,2 0 2 0,3-1 0 15,1-1 5-15,1 2-4 0,1-1 6 0,2-1 1 16,2 2-3-16,1-2 3 0,-2 1-2 0,10 0 14 15,1-2-10-15,1 0 0 0,1 0-3 0,-2-3-2 0,5 1-5 16,0-3 4-16,-2 0-5 0,3 1 9 0,-1-3-10 16,-1 10 1-16,0-5-5 0,-2-3 3 0,2-2-20 15,1-2-6-15,-1 0-8 0,0-2-44 0,-1-1-47 16,2-1-8-16,0-2-23 0,4-2-118 0</inkml:trace>
  <inkml:trace contextRef="#ctx0" brushRef="#br0" timeOffset="-187397.61">21228 14681 837 0,'0'0'40'0,"0"0"0"0,-1 0 20 0,-1 0-3 15,1-2-6-15,0 1-17 0,0 0-8 0,-1 0-2 16,-1 0-1-16,2 0 3 0,-1-1-8 0,-1 1 3 0,1 0-5 15,1 1 1-15,-4-2 11 0,0-1-10 0,2 2 9 16,-3-1-11-16,1-1 8 0,2 2 6 0,-2 0 0 16,-1 0 9-16,0 0-18 0,-1 0 3 0,0 1-7 15,1 0-2-15,-1 0 0 0,0 0-2 0,0 1 1 0,-1 1-7 16,2 0 0-16,-2 4-6 0,1-3 3 16,0 8-5-16,0 1 4 0,2 0 3 0,0 0 1 0,3-1 3 15,1 1-9-15,0 1-1 0,-9 0-1 0,3 1 1 16,2 4 2-16,3-1-3 0,2 2 1 0,1 4-9 15,2-3 10-15,0 1-1 0,2 0 4 0,-1-2 6 0,2 2-11 16,1 0 4-16,0 0-7 0,1 2 3 0,-1-5 5 16,0 0-1-16,0-3 4 0,0-1 3 0,2 2-1 15,1-2-1-15,-1-1-1 0,-5 0-9 0,8-3 2 16,4 1 1-16,-3-2 2 0,0 0-2 0,3-1-13 16,-3-1-8-16,0-1-1 0,-1-2-1 0,-1 0-22 15,2-1 4-15,1 0-15 0,3-2-32 0,-1 0-61 16,2 11-32-16,0-5-26 0,2-3-273 0</inkml:trace>
  <inkml:trace contextRef="#ctx0" brushRef="#br0" timeOffset="-185144.98">21448 14905 471 0,'0'0'48'0,"-1"0"-1"0,-1 0 37 0,1 0-8 0,0-1 0 16,0 0-24-16,-2 0-7 0,1-1-1 0,1 2-1 16,-5-2 4-16,1 0-12 0,2 1 4 0,-1-1-6 15,1 1 4-15,0 0-7 0,0 0-4 0,1 0 1 16,-1 0-2-16,1-1-3 0,1 2 2 0,-2-1-3 15,1 0-11-15,1 0-2 0,0 0-1 0,-1-1 0 16,1 1-2-16,1 0 11 0,0 0-7 0,1 0 8 0,2 0-6 16,4-1-4-16,6 0-2 0,1 0-1 0,0-1-7 15,0 1 4-15,0 1 4 0,2-1 0 0,-1 0 3 0,-2 1-5 16,0 0-3-16,0 1 0 0,-2 0-7 0,0 0 1 16,-2 0 1-16,0 0-2 0,-1 1-15 0,0-1-45 15,1 1-16-15,0-1-12 0,-1 0-76 0,1 2-132 16</inkml:trace>
  <inkml:trace contextRef="#ctx0" brushRef="#br0" timeOffset="-184810.65">21751 14699 1321 0,'-1'0'78'0,"0"0"1"0,0 0-22 0,-1 0-10 0,1 0-28 16,0 0-18-16,0 0 1 0,0 0 3 0,0 0-2 15,-1 0-3-15,1 0 0 0,0 0-8 0,0 0 6 16,0 2-4-16,-1-1 6 0,2 0 0 0,0 0 0 16,0 0-1-16,0 2 1 0,0 0-1 0,0 7 1 15,2 1 9-15,-1 2 3 0,0 1 3 0,-1 3-2 0,1 0-1 16,0 2-3-16,1 4 3 0,-1-2-3 0,1 2 8 15,0 0-12-15,1-3-1 0,-1 2-4 0,0 2 0 0,1-6 2 16,0 2-1-16,0-4 2 0,0-2-3 0,1-3-3 16,-2-1-7-16,2-1-2 0,-1-2-41 0,1-1-28 15,0 1-11-15,-1-3-6 0,-1-1-45 0,2-1-67 16,6 5-32-16</inkml:trace>
  <inkml:trace contextRef="#ctx0" brushRef="#br0" timeOffset="-184361.04">21990 14773 1234 0,'0'0'110'0,"-1"0"-1"0,-1 0-28 0,1 2-5 0,-1-1-45 15,1-1-27-15,-2 1-1 0,0 1-1 16,1 0 1-16,-1 7 3 0,2 0-6 0,0 3 0 0,-7 0 0 15,2-2 0-15,2 1 1 0,2 2-4 0,-1-1 2 16,1 3-4-16,1-3 1 0,1 2 4 0,0-1-2 16,0-3 2-16,0 6 3 0,1-6-1 0,0-1 2 15,0 0 3-15,1-3 4 0,0 4 3 0,0-3-1 16,1 0 6-16,-1-1 0 0,-1-2 2 0,2-1-1 0,-1 1 2 16,0-2-14-16,7-1 2 0,-1 5-7 0,1 0-8 15,-1-2 8-15,2-2-7 0,-1-1 7 0,2-1-4 16,1 0 0-16,-3 0 1 0,-1-1 0 0,-1-1 2 0,-1-1 0 15,1 0 1-15,0-2-1 0,-1 2 6 0,-1-7-4 16,0-3 1-16,-1-1-3 0,3-1 5 0,-3 2-1 16,-1-1 1-16,-1 0-1 0,5 3-2 0,0-1-2 15,-4 2 1-15,0-1-2 0,-2 1-2 0,-1-2-2 16,-1 1-4-16,-2 2 1 0,-2 0-11 0,1 0 3 16,1 3-1-16,-11 1 3 0,1 1 10 0,0 0-14 15,0 2 4-15,3 1-7 0,-1-6-2 0,2 2-4 16,-2 0 1-16,3 3-3 0,0 1-4 0,1 1-13 15,2 0-6-15,0 0-3 0,2 0-34 0,-1 0-27 16,2 0-24-16,1 0-5 0,-2 1-126 0</inkml:trace>
  <inkml:trace contextRef="#ctx0" brushRef="#br0" timeOffset="-184074.88">22294 14652 856 0,'-1'0'227'0,"0"0"455"15,0 0-609-15,0 0-57 0,-1 2 0 0,0-1-15 0,0 0 3 16,-1 0 0-16,1 1-2 0,-4 9 2 0,0 1-4 16,2 1 3-16,0 1-5 0,3 1 4 0,0-1-2 0,1 0-8 15,0 0 7-15,0-2-8 0,2 2 15 0,0 2-6 16,1-5 7-16,0 1-7 0,1 1 8 0,-2-4 5 15,2 3-7-15,-1-2 6 0,0-3-11 0,-1 0 1 16,1 2 1-16,1-1 0 0,0 1-5 0,-2-4-4 16,1 1-7-16,-1-3-1 0,0 0-40 0,-1 0-37 15,0-1-8-15,3 0-13 0,2 3-66 0,2-1-96 16,4-2-58-16</inkml:trace>
  <inkml:trace contextRef="#ctx0" brushRef="#br0" timeOffset="-183744.32">22405 14434 770 0,'0'0'539'0,"-1"0"-686"0,0 0 613 0,-1 0-332 16,1 0-122-16,0 0-11 0,0 0 0 0,0 0-1 15,0 0 0-15,-1 1-2 0,2 0 2 0,0 0 0 16,2 2 7-16,1 5-6 0,4 5 3 0,1 0-4 15,2 1 0-15,-8 1 0 0,9-1 1 0,2 1 0 0,0 0 3 16,-2-3 2-16,3 3-1 0,1-1 2 0,-1 0 13 16,2 0 18-16,-2 1 3 0,-1-1 4 0,2 3-4 15,-2-2-13-15,0 2-7 0,1-1-2 0,-3 0-14 0,-3 3 3 16,-2 0 1-16,-2 2-1 0,-3 0-8 0,12 1 4 16,-7 2 0-16,-4 0 2 0,-2 0-1 0,-5 1-10 15,-1-5 1-15,-3 1-7 0,-2-2-11 0,10 0-59 16,-14 0-5-16,-2-5-20 0,1 1-45 0,0-1-52 15,-2-1-13-15,3 0-28 0,-2 0-195 0</inkml:trace>
  <inkml:trace contextRef="#ctx0" brushRef="#br0" timeOffset="-183140.91">21031 15541 1237 0,'-1'0'52'0,"0"0"-1"0,0 0 16 16,-1 0-7-16,-1 0-9 0,2 0-14 0,-3 0-16 15,2 0 2-15,1 0-9 0,-1 0-10 0,-1 0 0 16,1 0-4-16,1 0 2 0,0 0-10 0,-1 0 9 15,1 0-3-15,1 0 4 0,0 0 0 0,0 0-3 0,1 0 3 16,1 0-4-16,-1 0 9 0,1 0 9 0,4 0 3 16,7 0 2-16,1 0 16 0,4 0-4 0,-1 0-3 15,6-1 1-15,4-2-9 0,3-2-7 0,3 0 4 16,6-2-6-16,-1 1-8 0,3 0 7 0,5-3-9 0,-3 1 9 16,3-3-12-16,-2 2 6 0,-1-1-2 0,3-1 4 15,2 1-2-15,5 1 3 0,-1 1 4 0,2-1-1 16,-4 0 3-16,0 0-1 0,-1-1-1 0,-3 2 2 15,0 1 3-15,-1 0-9 0,3 0 7 0,-5 0-7 16,0 0 13-16,-1 2-7 0,-6 0-3 0,0 1-1 16,-3 0-5-16,-5 2 7 0,-2-1-3 0,-5 2 2 15,-1 0-12-15,-5 0 8 0,-2 0-5 0,-1 1 7 0,-3 0-8 16,-2 0 6-16,0 0 1 0,-2 0 1 0,0 0-5 16,-2 0-10-16,-1 0-1 0,-1 0-3 0,1 0 5 15,0 0-52-15,1 0 3 0,-2 0-27 0,0 0-56 16,0 0-84-16,-1 0-35 0,0 0-36 0,-1 0-316 0</inkml:trace>
  <inkml:trace contextRef="#ctx0" brushRef="#br0" timeOffset="-182609.77">21123 15839 496 0,'0'0'126'0,"0"0"-106"16,-1 0 140-16,0 0-56 0,0 0-23 0,-1 0-25 16,1 0 5-16,0 0-11 0,0 0-1 0,0 0-6 15,0 0-3-15,-1 0-1 0,1 0-13 0,0 0-15 0,0 0 5 16,0 0-5-16,1 0 29 0,0 0 5 0,1 0 2 16,0 0 0-16,1 0 1 0,3 0 1 0,12-1-5 15,0-2 3-15,7 1-8 0,-1 0-15 0,0 0 8 16,-1 1-11-16,-1 0-6 0,5-1-17 0,-1 1 0 15,-4-1-5-15,-2 1-2 0,-4 0-43 0,1 0-5 0,1 1-18 16,-4 0-72-16,-1 0-110 0,-2 0-15 0</inkml:trace>
  <inkml:trace contextRef="#ctx0" brushRef="#br0" timeOffset="-182325.95">21579 15654 1149 0,'-1'0'81'0,"0"0"153"0,0 0-187 0,0 0-5 15,0 0-5-15,-1 0 3 0,1 0-3 0,0 0-14 16,0 0 5-16,0 0-10 0,-1 0-9 0,1 1-10 16,0 1 1-16,0-1-3 0,1 0 11 0,0 0-6 15,0 0 0-15,0 2-2 0,1 3-5 0,3 5-10 16,-1 2 5-16,2 1-5 0,-2 2 10 0,1 0 2 15,-1 2-2-15,0 1 2 0,-1-1 2 0,1 1-8 16,-1-2 1-16,0-1-7 0,1-1-16 0,-1 0-8 0,0-3-7 16,-1-2 2-16,2 0-20 0,-1-1-41 15,2-1-11-15,-1-1-12 0,-2-4-65 0,2 1-111 0</inkml:trace>
  <inkml:trace contextRef="#ctx0" brushRef="#br0" timeOffset="-181875.84">21859 15658 453 0,'0'0'261'15,"-1"0"19"-15,0 0-72 0,0 0-66 0,-2 0-64 16,1 0-48-16,-1 0-3 0,-2 0 6 0,2 0-6 0,-2 0 0 16,2 0-12-16,2 0-1 0,0 0-5 0,0 0-6 15,-2 0 1-15,0 1-2 0,2-1 1 0,-1 0-2 16,-1 2 3-16,1-1-3 0,-3 2 5 0,4 3 5 0,-2 1 1 15,-1 0 6-15,2 0-6 0,-1 1 5 0,-1 0-6 16,2 2-4-16,-4-2 0 0,0 1-3 0,2 1 2 16,1-2-1-16,1 1 1 0,1 1-4 0,1-1-1 15,0 1 5-15,1-3-5 0,1 0 3 0,1 0 1 16,0 0-4-16,3 1 4 0,0-1-5 0,2 0 7 16,4 0 6-16,-3-2-2 0,5-1 6 0,-1-2 0 15,1 1-3-15,2 0 3 0,-3-1-7 0,0 8-2 16,0-5-5-16,-3-1 3 0,3-2-11 0,-2-2 9 0,-1 0 0 15,0 0 3-15,-2-1 6 0,0-1 1 0,-2-1 0 16,0 0-1-16,-3 1-5 0,1-2 8 0,-1-8 0 16,-1 0 4-16,-1 0 5 0,8-3-15 0,-2 1 7 15,-3 1-10-15,-2 0 2 0,-2 0-6 0,0 1-3 0,-1 0 0 16,-1-1-3-16,-2 1 3 0,-1 2-1 0,2 2 2 16,-2 1-4-16,2 3-2 0,-1-1-6 0,-4 0 2 15,0 2-16-15,-1-1-12 0,2 2-5 0,1-3-5 16,1 2-41-16,1 0-16 0,-1 1-8 0,3 1-7 15,0 1-75-15,-1-1-169 0</inkml:trace>
  <inkml:trace contextRef="#ctx0" brushRef="#br0" timeOffset="-181509.05">22327 15600 980 0,'-1'0'184'0,"-1"1"366"0,-6 3-490 0,-4 2-39 16,2 0-7-16,2-4-7 0,0 14-7 0,0 1 7 15,-2 3-6-15,2 0 5 0,2 0-12 0,3-1 6 16,-9-2 2-16,5 0 1 0,3-1-10 0,4-2 6 16,0-1-9-16,3 0 9 0,0-2-1 0,1-4 7 0,0 2 4 15,0-3-1-15,-2 1 5 0,11 0 1 0,-2-2 7 16,4-1-2-16,-1-1 16 0,1 8-7 0,4-3-4 15,-5-5-1-15,4 0-11 0,0-2-2 0,-3-1 0 16,0 0 0-16,1-2 2 0,-4-1-5 0,1-2 0 16,-1 1-1-16,-1-1 5 0,-4 2-2 0,1-3 3 0,-2 1-4 15,-3 1-3-15,0-5-2 0,-2-3 2 0,8-1-2 16,-3-1-1-16,-2 1-4 0,-3-1 2 0,-1 0-3 16,-4-1 4-16,-1 0-5 0,-2 0-3 0,-2 1-1 15,7 1-9-15,-13 0-29 0,-2 2-10 0,2-1-11 16,-2-2-79-16,1 2-142 0,2-2-104 0</inkml:trace>
  <inkml:trace contextRef="#ctx0" brushRef="#br0" timeOffset="-180691.33">19841 16660 701 0,'0'0'96'0,"-1"0"162"16,0 0-185-16,-1 0-17 0,-1 0-4 0,1 1 0 15,0-1-3-15,-1 0-3 0,1 0-8 0,0 0 2 0,-1 0-23 16,1 0-4-16,1 0 0 0,0 0-3 0,-1 0-5 16,1 0 0-16,0 0 0 0,1 0 1 0,0 0 7 0,0 0 4 15,0 0 5-15,1 0 0 0,0 0 11 0,1 0 6 16,-1 0-2-16,0 0 2 0,1 0-17 0,8 0-1 15,3 0-8-15,2 0 4 0,0-1-7 0,5-1-7 16,-2 1 4-16,-1-1-6 0,0 0-1 0,-4-2-11 16,2-1 0-16,-3 2-8 0,2-2-14 0,-5 2-50 15,1-1-4-15,-3 2-23 0,-2-1-78 0,-1 2-106 16,0 0-46-16</inkml:trace>
  <inkml:trace contextRef="#ctx0" brushRef="#br0" timeOffset="-180473.94">19787 16778 874 0,'-1'0'154'0,"0"0"-155"0,-1 2 170 0,-1-2-78 16,-3 2-45-16,4-2-9 0,1 0-13 0,-2 1 4 16,1 0-18-16,1 0-4 0,0 1 9 0,0-1-9 15,1 0 2-15,0 0 14 0,1 0-7 0,1 1 9 16,3-2-18-16,12 1 3 0,0-1-2 0,-1 0 3 15,6-1-3-15,-1-2-9 0,0 0-2 0,0-1-4 0,-2 2-13 16,0-1-32-16,-2 1-11 0,0 0-15 0,0 1-102 16,1-1-168-16</inkml:trace>
  <inkml:trace contextRef="#ctx0" brushRef="#br0" timeOffset="-179805.79">19598 16821 941 0,'-1'0'41'0,"0"0"85"0,-1-1-114 0,1-1-5 16,-1 1 2-16,0 0-3 0,-1-1 5 0,-1-4-4 15,-2-4 2-15,1 0-3 0,1-1 1 0,2 2 5 16,0-3-3-16,1 2 3 0,-1-1-5 0,2 0 7 16,0 2-1-16,0 0 2 0,2-2 4 0,0 2-7 15,1-3 6-15,2 1-7 0,1-1 4 0,0 2 3 16,2-2-6-16,-7 3 4 0,10-1-7 0,2 1 4 15,-1 3 7-15,-1-3-3 0,5 4 7 0,-2 0-10 16,0 3 3-16,0-8-6 0,0 3 4 0,3 4 3 0,0 2-2 16,1 2 4-16,-4 2 0 0,-1 2 4 0,-3 1 0 15,-1-1 3-15,5-3 6 0,0 7 4 0,0 1-5 16,0 0 4-16,-3 0-9 0,-1-3 8 0,4 0-1 16,-1-2 2-16,-1-2-8 0,1 0-6 0,-1-2 1 0,0 7-2 15,3-1-2-15,-2-4 3 0,1 0-6 0,0-3 4 16,0 0-14-16,-1-3-3 0,-1 0 0 0,0-2-1 15,-1-1-8-15,-1 2 5 0,-1-2 1 0,-2 2 1 16,-1 1-3-16,-1-1-6 0,-3 3-7 0,-1-1 2 16,2-2-18-16,-1 2-8 0,0-1 2 0,1 1-3 15,-1 0 10-15,-1 1-43 0,0-1-2 0,1 1-14 0,-1 0-24 16,-1 0-45-16,0 0-9 0,-1 1-16 0,-1 1-54 16</inkml:trace>
  <inkml:trace contextRef="#ctx0" brushRef="#br0" timeOffset="-179490">19690 17030 709 0,'0'0'121'0,"-1"0"223"0,-1 0-281 0,1-1-28 15,0 0-7-15,0 0-2 0,0-1 1 0,-1 0-8 0,-1-11 4 16,2 0-7-16,1-1-5 0,2-1-11 0,4-2 3 15,0 3-3-15,1 0 1 0,0 1 2 0,-1 3-3 16,-1 3 4-16,-3-1 6 0,9 5-2 0,-1 1 3 16,-1-1-1-16,1 2 9 0,-2-5 3 0,0 1 1 15,-2 3 1-15,5 0 1 0,-1 2 0 0,0 0 3 0,4 2 0 16,-3 0 16-16,0 2-6 0,1 1 0 0,-1-1-3 16,0 3-1-16,2 1-5 0,1-1-3 0,1 0-2 15,-1 0-13-15,0-1-7 0,0-1-1 0,-1-1-3 16,-1-2-17-16,-1 1-8 0,1-2-5 0,0 0-3 15,-2-1-38-15,1 0-25 0,1-2-16 0,-2-2-11 16,3-1-137-16</inkml:trace>
  <inkml:trace contextRef="#ctx0" brushRef="#br0" timeOffset="-179057.32">20743 16601 1369 0,'-1'0'78'0,"0"0"-1"0,0 0-14 16,1 0-4-16,-1 0-29 0,1 0-8 0,-2-1-6 0,1 0-3 16,0-2 0-16,-1-6-6 0,-2-4 0 0,2 0-3 15,1-1 2-15,0-3 0 0,-1 1-2 0,0 1 1 16,-2-1-2-16,1 2 1 0,-1 4-3 0,-1-3 4 15,0 4-4-15,0 2 7 0,4 1 9 0,-11 3 3 0,-1 1 3 16,-1-1 14-16,0-6-5 0,0 2-4 0,0 2 0 16,0 3-10-16,-2 2-8 0,1 0 5 0,0 1-6 15,0 2 1-15,2 2-8 0,1 2 1 0,0-4-3 16,-1 13-4-16,3-1-1 0,-2 5-3 0,4 0 1 16,2 1 2-16,2-1-6 0,-9 2 6 0,6 0-5 15,2-1 8-15,4-1-1 0,1-1 0 0,1-1 1 16,2-2 3-16,2 0 1 0,2 0 3 0,1-2-2 0,-6 0 1 15,13-2-1-15,3 0-3 0,2-3 2 0,1 0 3 16,3 0 0-16,0-1 7 0,2-2-4 0,4-2 7 16,-2 0 4-16,8-1-3 0,-1 0 3 0,-3-2-9 0,4 15-13 15,-7-10-3-15,3-5-5 0,-3-1-16 0,-2-3-12 16,-2-2-4-16,-4-2-3 0,-2 1-19 0,-1-2-108 16,-2-1-39-16</inkml:trace>
  <inkml:trace contextRef="#ctx0" brushRef="#br0" timeOffset="-177988.69">18073 12687 805 0,'0'0'181'0,"0"0"-189"16,0-1 189-16,-1 0-88 0,-1 0-63 0,1 0-10 16,0 0 6-16,0-1-9 0,1 1 1 0,0 0-10 15,0 0 2-15,0 0-4 0,0-1 6 0,0 1-2 16,0 1 2-16,0 0-1 0,0 0 18 0,0 0-19 0,0 0 7 16,0 1-11-16,1 1 11 0,0 0-5 0,0 0 2 15,3 8-4-15,1 0-10 0,1 3 11 0,-2 0-4 16,3 4 6-16,0 0-5 0,-1 2 3 0,1 2-4 15,-1-2 3-15,0 0-6 0,0-3 11 0,0 2-1 16,1 0 5-16,-1-2 8 0,1 2-3 0,-1-4 2 0,0-2-5 16,-1-1-9-16,1 0 3 0,0-3-2 0,-3 0 3 15,10-2 6-15,-2-1-8 0,2-3 10 0,2 1-8 16,4-2 15-16,1 11-4 0,1-8-2 0,3-4 0 16,-5-4-11-16,8-12-4 0,3 3-3 0,6-24 1 15,6-10-5-15,2-6-10 0,3-5 8 0,5-3-8 0,6 0 5 16,2-3-2-16,0-5-3 0,1-5 2 0,-1-5-4 15,-1-3-56-15,0 4-18 0,-4 4-17 0,-1 5-94 16,3-1-145-16</inkml:trace>
  <inkml:trace contextRef="#ctx0" brushRef="#br0" timeOffset="-165545.77">6183 4958 437 0,'0'0'0'0,"0"0"1"16,-1 0 33-16,0 0 2 0,1 0-3 0,0 0 0 15,-2 0-14-15,1 0-3 0,1 0 10 0,0 0-8 0,0 0 5 16,0 1-4-16,0 0 4 0,0 1-3 0,-1 0 6 15,1 0-5-15,-1 6-4 0,0 1 2 0,-2 1 2 16,1 4 4-16,0 2-1 0,1 0 1 0,-2 4-7 16,2-2 9-16,0 2-7 0,0 1 7 0,0 1-14 0,-2 1 7 15,0-2-1-15,0-1 2 0,2 0 6 0,0-3-13 16,1 0 10-16,0-3-11 0,1-2 14 0,1-2-1 16,1-1-6-16,-1-4 3 0,1 0-15 0,-1-2 13 15,11-2 0-15,1 8 5 0,1-3 0 0,5-2 1 16,1-4-6-16,2-5 3 0,5-6-15 0,-2-3 0 15,1 7-1-15,1-22 0 0,1-3-4 0,3-5 4 16,1-1-7-16,2 0 5 0,1-1-4 0,1-1 0 16,0 1 0-16,-1 1-1 0,4 0 0 0,-2 3 4 0,-1-2-5 15,0 1 2-15,-4-1-10 0,-1-3 4 0,1 0 1 16,-1 3-1-16,1-6-13 0,0 1-40 0,4 0-12 16,-2-3-14-16,3 6-81 0,0 3-153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 3489 0 0,'-2'-2'0'0'0,"-8"-3"304"0"0,-7-4 2608 0 0,12 8-1455 0 0,2-1-73 0 0,0 2-1808 0 0,1 0-96 0 0,0 0-544 0 0,0 2-137 0 0,1-1-183 0 0,-1 3-952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820 325 528 0 0,'0'0'1198'0'0,"0"-26"1101"0"0,0 19-2181 0 0,-1 1 1 0 0,0 0-1 0 0,-1 0 0 0 0,1 0 1 0 0,-1 0-1 0 0,0 0 0 0 0,-1 0 1 0 0,-5-10-1 0 0,-33-47 469 0 0,31 49-476 0 0,4 4-51 0 0,2 4-8 0 0,0 1 1 0 0,0-1-1 0 0,0 0 0 0 0,-1 1 0 0 0,0 0 0 0 0,0 0 0 0 0,-10-7 0 0 0,5 6 37 0 0,1 0 0 0 0,-1 1-1 0 0,0 1 1 0 0,-1-1 0 0 0,1 1-1 0 0,-1 1 1 0 0,-21-4 0 0 0,19 5 76 0 0,0-2 1 0 0,0 1-1 0 0,1-1 0 0 0,-22-11 1 0 0,22 10-70 0 0,0 0 0 0 0,0 1 1 0 0,-1 0-1 0 0,0 1 1 0 0,1 0-1 0 0,-1 1 0 0 0,0 1 1 0 0,0 0-1 0 0,0 1 0 0 0,0 0 1 0 0,-17 3-1 0 0,14-1-57 0 0,0 1-1 0 0,-1 1 1 0 0,2 1 0 0 0,-1 0-1 0 0,0 0 1 0 0,1 2 0 0 0,0 0-1 0 0,-20 13 1 0 0,25-12-8 0 0,0-1 1 0 0,0 1-1 0 0,1 1 0 0 0,0 0 1 0 0,-9 11-1 0 0,10-10-32 0 0,1 0 1 0 0,1 0-1 0 0,0 0 1 0 0,0 1-1 0 0,1 0 1 0 0,1 0-1 0 0,-4 12 1 0 0,-2 11-5 0 0,-5 39-1 0 0,14-67 1 0 0,-1 1 0 0 0,0-1 0 0 0,-1 0-1 0 0,1-1 1 0 0,-5 9 0 0 0,4-9-2 0 0,0 0 1 0 0,0 1 0 0 0,1 0-1 0 0,0-1 1 0 0,0 1 0 0 0,-1 7-1 0 0,1 0 5 0 0,2 1-1 0 0,-1-1 0 0 0,2 0 1 0 0,0 1-1 0 0,0-1 0 0 0,1 0 1 0 0,1 0-1 0 0,0 0 0 0 0,1 0 1 0 0,0-1-1 0 0,1 1 0 0 0,0-1 1 0 0,1 0-1 0 0,14 20 0 0 0,-17-28 17 0 0,-1 0-1 0 0,1 0 1 0 0,0 0-1 0 0,0-1 0 0 0,0 0 1 0 0,1 1-1 0 0,-1-1 1 0 0,1 0-1 0 0,0-1 0 0 0,-1 1 1 0 0,1-1-1 0 0,1 0 1 0 0,-1 0-1 0 0,0 0 0 0 0,0 0 1 0 0,1-1-1 0 0,7 2 1 0 0,46 19 46 0 0,-45-16-37 0 0,0-1 1 0 0,1-1 0 0 0,0 1 0 0 0,22 2-1 0 0,-19-6-48 0 0,0 0 0 0 0,0-2 0 0 0,0 0-1 0 0,-1-1 1 0 0,1 0 0 0 0,0-2 0 0 0,-1 0-1 0 0,0-1 1 0 0,0 0 0 0 0,0-1 0 0 0,-1-1-1 0 0,0-1 1 0 0,0 0 0 0 0,18-13 0 0 0,-17 11-236 0 0,-9 5-336 0 0,1 0-1 0 0,-1 0 1 0 0,11-11 0 0 0,-5 4-850 0 0,-1 0-788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11 106 2280 0 0,'0'0'682'0'0,"-7"-23"2153"0"0,4-57-1228 0 0,4 78-1468 0 0,3 5 8 0 0,4 8-55 0 0,9 26-28 0 0,19 59 0 0 0,7 19 308 0 0,-38-105-332 0 0,15 30 360 0 0,-19-39-393 0 0,-1 1 1 0 0,1-1 0 0 0,0 1 0 0 0,0-1-1 0 0,0 0 1 0 0,0 1 0 0 0,1-1 0 0 0,-1 0-1 0 0,0 0 1 0 0,0 0 0 0 0,1 0 0 0 0,-1 0-1 0 0,1 0 1 0 0,-1 0 0 0 0,1 0 0 0 0,-1-1-1 0 0,1 1 1 0 0,0-1 0 0 0,2 2 0 0 0,-2-3-8 0 0,1 1 0 0 0,-1 0 1 0 0,0-1-1 0 0,1 1 0 0 0,-1-1 1 0 0,0 0-1 0 0,0 1 0 0 0,1-1 1 0 0,-1 0-1 0 0,0 0 1 0 0,0-1-1 0 0,0 1 0 0 0,0 0 1 0 0,0-1-1 0 0,-1 1 0 0 0,1-1 1 0 0,0 0-1 0 0,-1 0 0 0 0,1 1 1 0 0,-1-1-1 0 0,0 0 0 0 0,1 0 1 0 0,-1 0-1 0 0,2-5 1 0 0,1-3 14 0 0,0-1 1 0 0,-1 0-1 0 0,5-20 1 0 0,-7 23-3 0 0,6-13-26 0 0,1 0 1 0 0,0 1 0 0 0,2 0-1 0 0,0 0 1 0 0,20-26 0 0 0,-18 25-13 0 0,-8 16 36 0 0,-1 0 0 0 0,1 1 1 0 0,0-1-1 0 0,0 1 0 0 0,0 0 1 0 0,0 0-1 0 0,1 1 0 0 0,0-1 0 0 0,0 1 1 0 0,6-3-1 0 0,-11 6-9 0 0,1 0 1 0 0,-1 0-1 0 0,0 0 0 0 0,1 0 1 0 0,-1 0-1 0 0,0 0 1 0 0,1 0-1 0 0,-1 0 0 0 0,0 0 1 0 0,0 0-1 0 0,1 1 1 0 0,-1-1-1 0 0,0 0 0 0 0,1 0 1 0 0,-1 0-1 0 0,0 1 0 0 0,0-1 1 0 0,1 0-1 0 0,-1 0 1 0 0,0 1-1 0 0,0-1 0 0 0,0 0 1 0 0,1 0-1 0 0,-1 1 1 0 0,0-1-1 0 0,0 0 0 0 0,0 1 1 0 0,0-1-1 0 0,0 0 0 0 0,0 1 1 0 0,0-1-1 0 0,0 0 1 0 0,0 1-1 0 0,0-1 0 0 0,0 0 1 0 0,0 1-1 0 0,0-1 1 0 0,0 0-1 0 0,0 1 0 0 0,0 0 1 0 0,1 17 19 0 0,-1-16-7 0 0,0 21 96 0 0,-1 0 1 0 0,-1 0-1 0 0,-1 0 0 0 0,-10 37 1 0 0,0-16 86 0 0,-25 57 0 0 0,31-88-209 0 0,-1 4-457 0 0,5-8-2858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7578 0 0,'-12'1'1011'0'0,"12"1"-953"0"0,1 0 1 0 0,-1-1 0 0 0,1 1-1 0 0,-1 0 1 0 0,1-1 0 0 0,0 1-1 0 0,0-1 1 0 0,0 1 0 0 0,0-1 0 0 0,0 0-1 0 0,0 1 1 0 0,0-1 0 0 0,0 0-1 0 0,1 0 1 0 0,-1 0 0 0 0,0 1 0 0 0,1-1-1 0 0,-1-1 1 0 0,1 1 0 0 0,2 1-1 0 0,31 13 303 0 0,-19-11-328 0 0,0-1-1 0 0,0 0 1 0 0,0-2-1 0 0,1 0 1 0 0,-1-1 0 0 0,31-3-1 0 0,96-22-2351 0 0,-120 19 381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10 664 0 0,'0'0'1518'0'0,"5"-6"1580"0"0,60 4-1506 0 0,36 1-588 0 0,-87 1-963 0 0,0 2-1 0 0,-1 0 1 0 0,1 0-1 0 0,0 1 1 0 0,13 6-1 0 0,-16-8-4 0 0,-10-1-223 0 0,0 0-1 0 0,-1 0 1 0 0,1 0 0 0 0,0 0-1 0 0,0 0 1 0 0,0 0 0 0 0,0 0-1 0 0,-1 1 1 0 0,1-1 0 0 0,0 0-1 0 0,0 0 1 0 0,-1 1 0 0 0,1-1-1 0 0,0 0 1 0 0,0 1 0 0 0,-1-1-1 0 0,1 1 1 0 0,0-1 0 0 0,-1 1-1 0 0,2 0 1 0 0,-1 2-1770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21 992 0 0,'2'4'5166'0'0,"5"5"-3633"0"0,6-5-1451 0 0,0 1 0 0 0,0-2 0 0 0,1 0 0 0 0,-1 0 0 0 0,1-1 0 0 0,0-1 0 0 0,21-1 0 0 0,9-2-35 0 0,45-8-1 0 0,-67 6-527 0 0,-1-1 0 0 0,0-1-1 0 0,33-14 1 0 0,-36 13-1313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38 6705 0 0,'0'0'423'0'0,"-17"-17"1009"0"0,17 16-1411 0 0,0 0 0 0 0,0 0 0 0 0,0 1 0 0 0,0-1 0 0 0,0 0 0 0 0,0 0 0 0 0,1 1 0 0 0,-1-1 0 0 0,0 0 0 0 0,0 0 0 0 0,1 1 0 0 0,-1-1 0 0 0,0 0 0 0 0,1 0 0 0 0,-1 1 0 0 0,1-1 0 0 0,-1 1 0 0 0,1-1 0 0 0,-1 0 0 0 0,1 1-1 0 0,-1-1 1 0 0,1 1 0 0 0,-1-1 0 0 0,1 1 0 0 0,0-1 0 0 0,-1 1 0 0 0,1 0 0 0 0,0-1 0 0 0,0 1 0 0 0,-1 0 0 0 0,1 0 0 0 0,0-1 0 0 0,0 1 0 0 0,-1 0 0 0 0,1 0 0 0 0,0 0 0 0 0,0 0 0 0 0,0 0 0 0 0,-1 0 0 0 0,1 0-1 0 0,1 0 1 0 0,1 1-22 0 0,-1-1-1 0 0,0 1 0 0 0,1-1 1 0 0,-1 1-1 0 0,0 0 0 0 0,1 0 1 0 0,-1 0-1 0 0,0 0 0 0 0,0 0 0 0 0,0 0 1 0 0,0 1-1 0 0,0-1 0 0 0,2 3 1 0 0,0 0 2 0 0,-1 0 0 0 0,0 0 0 0 0,-1 0 0 0 0,1 1 0 0 0,-1-1 0 0 0,0 1 0 0 0,0-1 0 0 0,0 1 0 0 0,1 8 0 0 0,6 49 40 0 0,-8-50-15 0 0,0 0-1 0 0,1 0 0 0 0,1 1 0 0 0,0-2 0 0 0,5 14 0 0 0,-6-17-11 0 0,1-1 0 0 0,-1 0 0 0 0,-1 1 0 0 0,1-1 0 0 0,-1 1 0 0 0,0-1-1 0 0,-1 1 1 0 0,0 0 0 0 0,0-1 0 0 0,-1 1 0 0 0,0 0 0 0 0,0-1 0 0 0,-5 14 0 0 0,2-5 39 0 0,-2-2 1 0 0,0 1 0 0 0,-1-1 0 0 0,0 0 0 0 0,-17 25 0 0 0,16-30-1 0 0,1-1 1 0 0,-1 0 0 0 0,0 0-1 0 0,-1-1 1 0 0,0 0 0 0 0,-18 11-1 0 0,-2-2 70 0 0,-35 14-1 0 0,46-23-81 0 0,-2-1 1 0 0,1 0-1 0 0,-37 5 0 0 0,51-10-9 0 0,0 0 0 0 0,0 0 0 0 0,0 1-1 0 0,1 0 1 0 0,-8 4 0 0 0,8-4 6 0 0,1-1 1 0 0,-1 1-1 0 0,0 0 1 0 0,0-1-1 0 0,0 0 0 0 0,1 0 1 0 0,-1 0-1 0 0,0 0 1 0 0,-6-1-1 0 0,9 1-29 0 0,1-1-1 0 0,-1 0 0 0 0,0 0 1 0 0,0 0-1 0 0,0 0 1 0 0,0 0-1 0 0,1 0 1 0 0,-1-1-1 0 0,0 1 1 0 0,0 0-1 0 0,1 0 1 0 0,-1-1-1 0 0,0 1 0 0 0,0 0 1 0 0,1-1-1 0 0,-1 1 1 0 0,0 0-1 0 0,1-1 1 0 0,-1 1-1 0 0,0-1 1 0 0,1 1-1 0 0,-1-1 1 0 0,1 0-1 0 0,-1 1 0 0 0,0-2 1 0 0,0-18 22 0 0,1 10-56 0 0,2 7 21 0 0,0 1 0 0 0,0 0 0 0 0,1 0 0 0 0,-1 0 0 0 0,1 1 0 0 0,-1-1 1 0 0,1 1-1 0 0,-1-1 0 0 0,1 1 0 0 0,0 0 0 0 0,4-2 0 0 0,-6 3 2 0 0,5-2 3 0 0,1 0-1 0 0,0 0 0 0 0,-1 0 1 0 0,1 1-1 0 0,0 0 0 0 0,-1 1 0 0 0,1-1 1 0 0,0 1-1 0 0,0 1 0 0 0,12 1 0 0 0,1 2 2 0 0,-1 1 0 0 0,25 11 0 0 0,-23-8-83 0 0,32 8 0 0 0,-45-15 28 0 0,-1 0 1 0 0,0 0-1 0 0,0 0 0 0 0,1-1 0 0 0,-1 0 1 0 0,0-1-1 0 0,0 1 0 0 0,13-4 0 0 0,2-3-95 0 0,0-1-1 0 0,-1-1 1 0 0,0-1-1 0 0,0-1 1 0 0,24-16 0 0 0,-23 15 132 0 0,-18 10 17 0 0,0 1-1 0 0,-1-1 1 0 0,1 0-1 0 0,-1 0 0 0 0,1 0 1 0 0,-1-1-1 0 0,3-2 1 0 0,16-19-2 0 0,-11 11 2 0 0,25-21 0 0 0,-32 30 10 0 0,0-1 1 0 0,0 1-1 0 0,0-1 1 0 0,5-7-1 0 0,-7 8 48 0 0,1 0 0 0 0,-1 0 0 0 0,1 1-1 0 0,0-1 1 0 0,1 1 0 0 0,-1 0 0 0 0,0-1 0 0 0,1 2 0 0 0,5-5-1 0 0,-14 42 249 0 0,-1-10-250 0 0,1-3 42 0 0,1 1 0 0 0,1 0 0 0 0,-1 23 0 0 0,5-44-88 0 0,-1 0-1 0 0,1-1 1 0 0,0 1-1 0 0,0-1 0 0 0,0 1 1 0 0,1-1-1 0 0,-1 1 0 0 0,0-1 1 0 0,1 0-1 0 0,-1 1 1 0 0,0-1-1 0 0,1 0 0 0 0,0 0 1 0 0,-1 0-1 0 0,1 0 0 0 0,-1 0 1 0 0,1 0-1 0 0,3 0 1 0 0,35 15 140 0 0,-33-14-128 0 0,1 0 0 0 0,0-1 1 0 0,0 1-1 0 0,0-2 0 0 0,0 1 1 0 0,0-1-1 0 0,0 0 0 0 0,1-1 1 0 0,-1 0-1 0 0,0 0 0 0 0,-1 0 1 0 0,1-1-1 0 0,0-1 0 0 0,0 1 1 0 0,-1-1-1 0 0,1-1 0 0 0,-1 1 1 0 0,0-1-1 0 0,10-7 0 0 0,-14 8 5 0 0,-1 1-1 0 0,0 0 0 0 0,1-1 1 0 0,-1 0-1 0 0,0 1 0 0 0,0-1 1 0 0,-1 0-1 0 0,1 0 1 0 0,-1 0-1 0 0,1 0 0 0 0,1-7 1 0 0,5-37 51 0 0,-7 37-70 0 0,0 1 0 0 0,0-1-1 0 0,5-12 1 0 0,5-5 7 0 0,-7 18-10 0 0,-1 0-1 0 0,0 0 1 0 0,0 0 0 0 0,0 0 0 0 0,-1-1 0 0 0,-1 1-1 0 0,1 0 1 0 0,-1-13 0 0 0,-2 12-7 0 0,0 0 0 0 0,0 0 0 0 0,-1 0 0 0 0,0 0 0 0 0,-1 0 0 0 0,0 1 0 0 0,-1-1 0 0 0,1 1 0 0 0,-2 0 0 0 0,1 0 0 0 0,-9-11 0 0 0,10 18-7 0 0,0-1-1 0 0,0 1 1 0 0,0 0 0 0 0,0 0 0 0 0,0 0-1 0 0,-1 0 1 0 0,1 0 0 0 0,-1 1-1 0 0,1 0 1 0 0,-1-1 0 0 0,0 1-1 0 0,1 1 1 0 0,-1-1 0 0 0,-5 0 0 0 0,3 0-11 0 0,1 0 0 0 0,-1 0 1 0 0,1-1-1 0 0,-1 1 1 0 0,-7-5-1 0 0,8 3-3 0 0,-1 1 0 0 0,1 0-1 0 0,-1 0 1 0 0,1 0 0 0 0,-1 0 0 0 0,1 1-1 0 0,-1 0 1 0 0,-9 0 0 0 0,14 1 13 0 0,-1-1 1 0 0,0 1-1 0 0,0 0 1 0 0,1 0-1 0 0,-1 0 1 0 0,0 1-1 0 0,1-1 1 0 0,-1 0-1 0 0,0 1 1 0 0,0-1-1 0 0,1 1 1 0 0,-1-1 0 0 0,1 1-1 0 0,-1 0 1 0 0,1 0-1 0 0,-1 0 1 0 0,1 0-1 0 0,-1 0 1 0 0,1 0-1 0 0,0 0 1 0 0,-1 0-1 0 0,1 0 1 0 0,0 1-1 0 0,0-1 1 0 0,0 0-1 0 0,0 1 1 0 0,0-1-1 0 0,0 1 1 0 0,0-1-1 0 0,1 1 1 0 0,-1 0-1 0 0,0 3 1 0 0,-2 10-92 0 0,2-8-12 0 0,0-1 1 0 0,0 0 0 0 0,-1 1-1 0 0,0-1 1 0 0,-5 12 0 0 0,4-12-139 0 0,1 0 0 0 0,0 1 1 0 0,0-1-1 0 0,0 1 0 0 0,1-1 0 0 0,0 1 1 0 0,0 0-1 0 0,0 0 0 0 0,1-1 0 0 0,0 1 1 0 0,1 0-1 0 0,0 0 0 0 0,0 0 0 0 0,0-1 1 0 0,0 1-1 0 0,1-1 0 0 0,0 1 0 0 0,4 6 1 0 0,-5-11 141 0 0,0 0 1 0 0,0 0-1 0 0,1-1 1 0 0,-1 1-1 0 0,0-1 1 0 0,1 1-1 0 0,-1-1 1 0 0,1 0-1 0 0,-1 1 1 0 0,1-1-1 0 0,0 0 1 0 0,-1 0-1 0 0,1 0 1 0 0,0 0-1 0 0,0 0 1 0 0,4 0-1 0 0,36 11-1256 0 0,-33-11 879 0 0,18 5-601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6529 0 0,'0'0'439'0'0,"-22"3"1819"0"0,12 22-1851 0 0,1 0-1 0 0,1 0 1 0 0,-7 44 0 0 0,1-8-334 0 0,-147 428-487 0 0,156-477-4506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32 8250 0 0,'0'0'165'0'0,"9"-15"1090"0"0,-4 12-1237 0 0,0 1 1 0 0,0 0-1 0 0,0 0 0 0 0,1 0 1 0 0,-1 0-1 0 0,0 1 1 0 0,1 0-1 0 0,0 0 0 0 0,-1 1 1 0 0,1-1-1 0 0,0 1 0 0 0,-1 0 1 0 0,1 1-1 0 0,-1 0 0 0 0,1 0 1 0 0,10 3-1 0 0,-14-3 7 0 0,0 0-1 0 0,-1 1 1 0 0,1-1-1 0 0,-1 1 0 0 0,0-1 1 0 0,1 1-1 0 0,-1-1 1 0 0,0 1-1 0 0,0 0 1 0 0,0 0-1 0 0,0-1 1 0 0,-1 1-1 0 0,1 0 1 0 0,1 4-1 0 0,8 30 276 0 0,1-6 4 0 0,-9-27-243 0 0,0 1 0 0 0,-1 0 0 0 0,1-1 0 0 0,-1 1 0 0 0,0 0 0 0 0,0 0 0 0 0,0 0 0 0 0,0 8 0 0 0,0-5-32 0 0,-2 1 0 0 0,1 0 0 0 0,-1-1 0 0 0,0 1-1 0 0,0 0 1 0 0,-1-1 0 0 0,0 1 0 0 0,-1-1 0 0 0,0 0 0 0 0,0 0-1 0 0,0 0 1 0 0,-1 0 0 0 0,0-1 0 0 0,0 1 0 0 0,0-1-1 0 0,-1 0 1 0 0,0 0 0 0 0,0-1 0 0 0,-10 9 0 0 0,-58 50-45 0 0,64-57-60 0 0,0 0 1 0 0,1 0 0 0 0,0 1 0 0 0,1 0 0 0 0,-1 1 0 0 0,1-1 0 0 0,1 1 0 0 0,-8 15-1 0 0,12-10-3550 0 0,3-13 2195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15 6073 0 0,'-3'-3'3294'0'0,"-11"-9"-3115"0"0,12 14-129 0 0,-1 0 1 0 0,1 0-1 0 0,-1 1 1 0 0,1-1-1 0 0,0 0 1 0 0,0 1-1 0 0,0 0 0 0 0,-2 3 1 0 0,-7 9 50 0 0,0 0-64 0 0,0 1 0 0 0,0 0 0 0 0,2 1 0 0 0,0 1 0 0 0,-8 21 0 0 0,-13 25 25 0 0,-3 2-15 0 0,2 0-1 0 0,-40 134 1 0 0,51-137 130 0 0,11-36 60 0 0,1 0 0 0 0,1 0-1 0 0,-6 48 1 0 0,12-68-206 0 0,-1 1 0 0 0,0-1 0 0 0,0 1 0 0 0,0-1 0 0 0,-1 0-1 0 0,-5 9 1 0 0,4-8-3 0 0,1 1 0 0 0,-1 0 0 0 0,1 0 0 0 0,-2 10 0 0 0,3 1 29 0 0,1-1-1 0 0,3 38 1 0 0,0-43-44 0 0,-2 0 0 0 0,1 1 0 0 0,-2-1 0 0 0,0 1 0 0 0,0-1 0 0 0,-7 23 1 0 0,7-35-16 0 0,0 0-1 0 0,0 0 1 0 0,0 0 0 0 0,-1 0 0 0 0,1 0 0 0 0,-1 0 0 0 0,0 0 0 0 0,1 0 0 0 0,-1-1 0 0 0,0 1 0 0 0,0-1 0 0 0,0 1-1 0 0,0-1 1 0 0,0 0 0 0 0,-1 1 0 0 0,1-1 0 0 0,0 0 0 0 0,0-1 0 0 0,-1 1 0 0 0,-2 0 0 0 0,-23 12-146 0 0,14-6-425 0 0,4-7-3169 0 0,7-1 2047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5 151 10074 0 0,'-5'-11'1156'0'0,"9"9"-1151"0"0,-1 0 0 0 0,1 1 0 0 0,-1 0 0 0 0,1 0 0 0 0,0 0 0 0 0,-1 0 0 0 0,1 0 0 0 0,0 1 0 0 0,4-1 0 0 0,9-1-1 0 0,51-10 30 0 0,0-3-1 0 0,106-40 1 0 0,-170 53-177 0 0,33-15 68 0 0,-35 15-287 0 0,0 1 0 0 0,0 0 0 0 0,0-1 0 0 0,0 1 0 0 0,-1-1-1 0 0,1 0 1 0 0,0 1 0 0 0,1-5 0 0 0,2-1-1625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81 2216 0 0,'-15'-29'2189'0'0,"11"26"-2120"0"0,1 0 1 0 0,0 0-1 0 0,-1 0 0 0 0,0 0 1 0 0,0 1-1 0 0,0 0 0 0 0,-7-3 1 0 0,-2-2 263 0 0,7 3 98 0 0,0 1 0 0 0,-1 1 0 0 0,1-1-1 0 0,-12-2 1 0 0,15 4-322 0 0,0 0-1 0 0,0 1 0 0 0,0-1 1 0 0,0 1-1 0 0,0 0 0 0 0,0 0 0 0 0,0 0 1 0 0,0 0-1 0 0,0 0 0 0 0,0 1 1 0 0,0 0-1 0 0,-5 1 0 0 0,7-1-101 0 0,-1 1-1 0 0,1-1 1 0 0,0 1-1 0 0,0-1 1 0 0,0 1-1 0 0,0-1 1 0 0,1 1-1 0 0,-1 0 1 0 0,0-1-1 0 0,1 1 1 0 0,-1 0-1 0 0,1-1 1 0 0,-1 1-1 0 0,1 0 1 0 0,0 0-1 0 0,0 0 1 0 0,0-1-1 0 0,0 4 1 0 0,-1 4 8 0 0,-19 157 96 0 0,-66 397 1308 0 0,82-535-1240 0 0,4-21-142 0 0,-1 0 1 0 0,0 0 0 0 0,-1-1-1 0 0,1 1 1 0 0,-1 0-1 0 0,-1 0 1 0 0,-4 9 0 0 0,5-13-233 0 0,1-1 0 0 0,-1 1 0 0 0,1-1 0 0 0,0 1 0 0 0,-1-1 0 0 0,1 1 0 0 0,1 0 0 0 0,-1-1 0 0 0,-1 5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34 5001 0 0,'1'-3'5224'0'0,"5"-7"-4957"0"0,9 5-186 0 0,1 0-1 0 0,-1 2 1 0 0,1 0 0 0 0,0 1 0 0 0,0 0 0 0 0,0 1 0 0 0,0 1 0 0 0,0 1 0 0 0,-1 0 0 0 0,1 1 0 0 0,0 0 0 0 0,0 2 0 0 0,-1 0 0 0 0,0 0 0 0 0,28 14 0 0 0,-38-16-27 0 0,0 1 0 0 0,-1 1 0 0 0,0-1 1 0 0,1 1-1 0 0,-1 0 0 0 0,-1-1 0 0 0,1 2 1 0 0,-1-1-1 0 0,1 0 0 0 0,-1 1 0 0 0,0 0 1 0 0,-1-1-1 0 0,1 1 0 0 0,-1 0 0 0 0,0 0 1 0 0,0 1-1 0 0,-1-1 0 0 0,1 0 0 0 0,-1 1 1 0 0,0-1-1 0 0,0 8 0 0 0,0-7-24 0 0,1 1 0 0 0,0 0 0 0 0,0-1 0 0 0,7 12 0 0 0,-6-11-3 0 0,0-1 0 0 0,-1 0-1 0 0,0 1 1 0 0,0 0 0 0 0,2 7 0 0 0,-4-8-18 0 0,1 0 1 0 0,-1-1-1 0 0,0 1 1 0 0,0 0 0 0 0,-1 0-1 0 0,0 0 1 0 0,0 0-1 0 0,0 0 1 0 0,-1 0-1 0 0,0-1 1 0 0,0 1-1 0 0,-4 7 1 0 0,2-5 4 0 0,-1 0 0 0 0,-1 0 0 0 0,0-1 0 0 0,0 0 0 0 0,0 0 0 0 0,-1 0 0 0 0,-8 6 0 0 0,-10 5 32 0 0,-1 0 1 0 0,-1-2 0 0 0,-47 20-1 0 0,71-35-43 0 0,-182 71-1061 0 0,135-54-2435 0 0,39-15 1382 0 0,1-1-974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554 161 6801 0 0,'-3'-16'1551'0'0,"0"0"-1393"0"0,-7-35-47 0 0,9 47-40 0 0,-1-1-1 0 0,1 1 1 0 0,-1 0-1 0 0,1 0 1 0 0,-1 0-1 0 0,-1 0 1 0 0,1 1-1 0 0,0-1 1 0 0,-4-4-1 0 0,3 7-45 0 0,1-1 1 0 0,-1 1-1 0 0,1 0 1 0 0,-1 0-1 0 0,1-1 0 0 0,-1 2 1 0 0,-5-2-1 0 0,-13-6 41 0 0,16 5-36 0 0,0 1 0 0 0,0 0 0 0 0,-1 0 0 0 0,1 0 0 0 0,0 1 0 0 0,-1 0 0 0 0,0 0 0 0 0,1 0 0 0 0,-1 0-1 0 0,0 1 1 0 0,1 0 0 0 0,-7 1 0 0 0,3 0 40 0 0,-1 0-1 0 0,1 1 0 0 0,0 1 1 0 0,0-1-1 0 0,0 1 1 0 0,-13 7-1 0 0,-9 2 8 0 0,25-10-72 0 0,0 0 0 0 0,0 0 0 0 0,0 1 0 0 0,0 0 0 0 0,1 0 0 0 0,-11 7 0 0 0,-10 13 18 0 0,1 1 0 0 0,-41 51 0 0 0,55-60-12 0 0,1 0-1 0 0,1 1 1 0 0,0 0 0 0 0,1 0 0 0 0,1 1-1 0 0,1-1 1 0 0,-7 24 0 0 0,-6 16-26 0 0,14-47 16 0 0,2 0-1 0 0,-1 1 1 0 0,1 0 0 0 0,1-1 0 0 0,-1 1 0 0 0,0 13 0 0 0,3-13 89 0 0,0 1 1 0 0,0-1 0 0 0,1 1 0 0 0,0-1-1 0 0,1 1 1 0 0,6 17 0 0 0,-7-22-38 0 0,1-1 0 0 0,1 0 0 0 0,-1 0 1 0 0,1 0-1 0 0,0 0 0 0 0,0 0 0 0 0,0-1 1 0 0,1 1-1 0 0,0-1 0 0 0,0 0 0 0 0,0 0 1 0 0,0 0-1 0 0,0 0 0 0 0,6 2 0 0 0,1 0-29 0 0,1 0-1 0 0,0-1 1 0 0,0-1-1 0 0,0 0 1 0 0,1 0-1 0 0,-1-1 1 0 0,22 2-1 0 0,-23-3-26 0 0,-1 0-1 0 0,0 1 1 0 0,-1 0 0 0 0,16 8-1 0 0,-15-6-3 0 0,0-1 0 0 0,0-1 0 0 0,1 1 0 0 0,14 2 0 0 0,14-3-397 0 0,1-1 1 0 0,-1-2-1 0 0,1-2 0 0 0,-1-1 0 0 0,74-17 0 0 0,-90 15-1788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1 464 9250 0 0,'0'0'752'0'0,"2"-11"414"0"0,12 4-1595 0 0,-12 6 417 0 0,-1 1 0 0 0,1 0-1 0 0,-1-1 1 0 0,0 0 0 0 0,1 1 0 0 0,-1-1 0 0 0,1 0 0 0 0,-1 0-1 0 0,0 0 1 0 0,0 0 0 0 0,1 0 0 0 0,-1 0 0 0 0,0 0 0 0 0,0 0 0 0 0,0 0-1 0 0,0 0 1 0 0,0-1 0 0 0,0 1 0 0 0,-1 0 0 0 0,2-3 0 0 0,7-21 38 0 0,11-31 190 0 0,22-97 0 0 0,-33 104-136 0 0,-4 15-8 0 0,17-55-1 0 0,-12 75-316 0 0,-10 14 238 0 0,0-1 1 0 0,0 1-1 0 0,1 0 0 0 0,-1 0 0 0 0,0 0 0 0 0,0-1 0 0 0,0 1 0 0 0,1 0 0 0 0,-1 0 1 0 0,0 0-1 0 0,0-1 0 0 0,1 1 0 0 0,-1 0 0 0 0,0 0 0 0 0,1 0 0 0 0,-1 0 0 0 0,0 0 1 0 0,0 0-1 0 0,1 0 0 0 0,-1 0 0 0 0,0 0 0 0 0,1 0 0 0 0,-1 0 0 0 0,0 0 1 0 0,0 0-1 0 0,1 0 0 0 0,-1 0 0 0 0,0 0 0 0 0,1 0 0 0 0,-1 0 0 0 0,0 0 0 0 0,1 0 1 0 0,-1 0-1 0 0,0 1 0 0 0,0-1 0 0 0,1 0 0 0 0,-1 0 0 0 0,0 0 0 0 0,0 0 1 0 0,1 1-1 0 0,-1-1 0 0 0,0 0 0 0 0,0 0 0 0 0,0 1 0 0 0,0-1 0 0 0,1 0 0 0 0,-1 0 1 0 0,0 1-1 0 0,0-1 0 0 0,0 0 0 0 0,0 0 0 0 0,0 1 0 0 0,0-1 0 0 0,0 0 0 0 0,1 1 1 0 0,4 21-1 0 0,-1 0 0 0 0,-1 1 0 0 0,0 0-1 0 0,-2-1 1 0 0,-3 46 0 0 0,2 35 615 0 0,0-100-576 0 0,0 0-1 0 0,1-1 1 0 0,-1 1-1 0 0,1 0 1 0 0,-1 0 0 0 0,1-1-1 0 0,0 1 1 0 0,0 0-1 0 0,0-1 1 0 0,0 1 0 0 0,1-1-1 0 0,-1 1 1 0 0,1-1-1 0 0,-1 0 1 0 0,1 1 0 0 0,0-1-1 0 0,0 0 1 0 0,0 0-1 0 0,0 0 1 0 0,0-1-1 0 0,0 1 1 0 0,1 0 0 0 0,-1-1-1 0 0,0 1 1 0 0,1-1-1 0 0,0 0 1 0 0,-1 0 0 0 0,1 0-1 0 0,-1 0 1 0 0,1 0-1 0 0,0-1 1 0 0,0 1 0 0 0,0-1-1 0 0,-1 0 1 0 0,1 0-1 0 0,0 0 1 0 0,0 0 0 0 0,0 0-1 0 0,-1-1 1 0 0,1 1-1 0 0,0-1 1 0 0,0 0-1 0 0,-1 1 1 0 0,6-4 0 0 0,-1 2-18 0 0,0 0 0 0 0,0-1 0 0 0,0 0 1 0 0,-1 0-1 0 0,1-1 0 0 0,-1 0 1 0 0,1 0-1 0 0,-1 0 0 0 0,9-10 0 0 0,15-24 24 0 0,-2-1 0 0 0,-2-1 0 0 0,33-67 0 0 0,-55 98-36 0 0,-3 6 1 0 0,0-1 0 0 0,0 1 0 0 0,1 0 0 0 0,-1 0 0 0 0,1 0 0 0 0,0 0 0 0 0,0 0 0 0 0,0 0 0 0 0,1 0 0 0 0,-1 0 0 0 0,1 1 0 0 0,-1-1 1 0 0,1 1-1 0 0,0 0 0 0 0,0 0 0 0 0,3-2 0 0 0,-5 5-10 0 0,0-1 1 0 0,0 1-1 0 0,0 0 1 0 0,0 0-1 0 0,0 0 1 0 0,0 0-1 0 0,-1 0 1 0 0,1 0-1 0 0,0 0 1 0 0,-1 1-1 0 0,1-1 1 0 0,-1 0-1 0 0,1 0 1 0 0,-1 0-1 0 0,0 1 1 0 0,1 1 0 0 0,0-1-2 0 0,2 9 7 0 0,0 1 0 0 0,0 0 0 0 0,-2-1 0 0 0,1 1 0 0 0,-1 0 0 0 0,-1 15 0 0 0,-10 74-33 0 0,6-79 34 0 0,1 0 1 0 0,1 1-1 0 0,1-1 1 0 0,1 1-1 0 0,5 37 1 0 0,0-32-84 0 0,2 0 0 0 0,0 0 1 0 0,2 0-1 0 0,1-1 0 0 0,28 51 1 0 0,-26-64-6960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12875 0 0,'0'0'173'0'0,"12"5"-458"0"0,43 29 169 0 0,-39-23-195 0 0,1 0 0 0 0,0-2 0 0 0,0 1 0 0 0,27 8 0 0 0,-15-16-2185 0 0,-21-2-2370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5481 0 0,'0'0'451'0'0,"17"-1"2635"0"0,10-2-3070 0 0,0-2 0 0 0,0-1-1 0 0,-1-1 1 0 0,0-1 0 0 0,0-2 0 0 0,45-23 0 0 0,-56 25-387 0 0,-12 6 185 0 0,1 0 0 0 0,0 0 0 0 0,-1 0 0 0 0,0 0 0 0 0,1-1 0 0 0,4-5 0 0 0,6-7-1197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3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16 126 7242 0 0,'0'0'10'0'0,"-1"0"0"0"0,0 0 1 0 0,1 0-1 0 0,-1 0 1 0 0,1 0-1 0 0,-1 0 1 0 0,0 0-1 0 0,1 0 1 0 0,-1-1-1 0 0,0 1 1 0 0,1 0-1 0 0,-1 0 1 0 0,1-1-1 0 0,-1 1 1 0 0,1 0-1 0 0,-1-1 1 0 0,1 1-1 0 0,-1-1 1 0 0,1 1-1 0 0,-1 0 1 0 0,1-1-1 0 0,0 1 0 0 0,-1-1 1 0 0,1 1-1 0 0,0-1 1 0 0,-1 0-1 0 0,1 1 1 0 0,0-1-1 0 0,-1 1 1 0 0,1-1-1 0 0,0 0 1 0 0,0 1-1 0 0,0-1 1 0 0,0 1-1 0 0,0-1 1 0 0,0 0-1 0 0,0 1 1 0 0,0-1-1 0 0,0 0 1 0 0,0 1-1 0 0,0-1 1 0 0,0 1-1 0 0,0-1 0 0 0,0 0 1 0 0,1 1-1 0 0,-1-1 1 0 0,0 1-1 0 0,0-1 1 0 0,1 1-1 0 0,-1-1 1 0 0,0 0-1 0 0,1 1 1 0 0,-1-1-1 0 0,0 1 1 0 0,1 0-1 0 0,-1-1 1 0 0,1 1-1 0 0,-1-1 1 0 0,1 1-1 0 0,-1 0 1 0 0,2-1-1 0 0,27-19 90 0 0,-21 13 175 0 0,1 1 1 0 0,0-1-1 0 0,1 2 0 0 0,0 0 0 0 0,-1 0 0 0 0,2 0 1 0 0,17-4-1 0 0,7-4 250 0 0,-28 10-479 0 0,0 0 0 0 0,0 0 0 0 0,0 1 1 0 0,1 0-1 0 0,10-1 0 0 0,-16 3-44 0 0,1-1 1 0 0,-1 2-1 0 0,0-1 1 0 0,0 0 0 0 0,0 0-1 0 0,0 1 1 0 0,0-1-1 0 0,0 1 1 0 0,0-1 0 0 0,0 1-1 0 0,0 0 1 0 0,0 0-1 0 0,0 0 1 0 0,-1 0 0 0 0,1 0-1 0 0,0 0 1 0 0,0 1-1 0 0,-1-1 1 0 0,1 1 0 0 0,-1-1-1 0 0,0 1 1 0 0,1-1-1 0 0,-1 1 1 0 0,2 3 0 0 0,1 3 30 0 0,0 1 1 0 0,-1-1-1 0 0,0 1 1 0 0,4 15 0 0 0,-5-14 13 0 0,1 0 0 0 0,0 0 0 0 0,7 14 0 0 0,-6-16-37 0 0,-1 1 0 0 0,0-1 0 0 0,0 1 0 0 0,0 0 0 0 0,-1-1 1 0 0,-1 1-1 0 0,1 0 0 0 0,-2 0 0 0 0,1 0 0 0 0,-1 0 0 0 0,0 1 0 0 0,-1-1 0 0 0,-2 12 1 0 0,-1-5 34 0 0,0 0 1 0 0,-1-1 0 0 0,0 1-1 0 0,-1-1 1 0 0,-1 0 0 0 0,-13 21-1 0 0,7-13 64 0 0,11-18-69 0 0,-1 0 0 0 0,1 0 0 0 0,-1 0 0 0 0,0 0 0 0 0,-1-1 1 0 0,-6 7-1 0 0,-6 5 70 0 0,11-10-64 0 0,-1 0 1 0 0,0-1-1 0 0,0 1 0 0 0,0-1 0 0 0,0-1 0 0 0,-1 1 0 0 0,0-1 0 0 0,0 0 0 0 0,0-1 0 0 0,-11 5 0 0 0,5-1 226 0 0,-2 1 207 0 0,15-8-472 0 0,0 0-1 0 0,-1 0 0 0 0,1 0 0 0 0,0 0 0 0 0,-1 0 0 0 0,1-1 0 0 0,0 1 0 0 0,-1 0 0 0 0,1 0 0 0 0,0-1 0 0 0,-1 1 0 0 0,1 0 1 0 0,0 0-1 0 0,0-1 0 0 0,0 1 0 0 0,-1 0 0 0 0,1-1 0 0 0,0 1 0 0 0,0 0 0 0 0,0-1 0 0 0,0 1 0 0 0,-1 0 0 0 0,1-1 0 0 0,0 1 1 0 0,0 0-1 0 0,0-1 0 0 0,0 1 0 0 0,0-1 0 0 0,0 1 0 0 0,0 0 0 0 0,0-1 0 0 0,0 1 0 0 0,0 0 0 0 0,0-1 0 0 0,0 1 0 0 0,0 0 1 0 0,1-1-1 0 0,-1 1 0 0 0,0-1 0 0 0,0 1 0 0 0,1-1 0 0 0,-1-2-6 0 0,1-1 0 0 0,-1 1 0 0 0,1-1 0 0 0,0 1 0 0 0,0 0 0 0 0,1-1 0 0 0,-1 1 1 0 0,1 0-1 0 0,-1 0 0 0 0,1 0 0 0 0,0 0 0 0 0,0 0 0 0 0,1 0 0 0 0,-1 1 0 0 0,1-1 0 0 0,-1 1 0 0 0,1-1 0 0 0,0 1 0 0 0,-1 0 0 0 0,1 0 0 0 0,0 0 0 0 0,1 1 0 0 0,-1-1 1 0 0,0 1-1 0 0,0-1 0 0 0,1 1 0 0 0,-1 0 0 0 0,1 0 0 0 0,3 0 0 0 0,3 0 0 0 0,0 0 0 0 0,-1 0-1 0 0,1 1 1 0 0,0 0 0 0 0,0 1 0 0 0,0 0 0 0 0,-1 1-1 0 0,1 0 1 0 0,15 5 0 0 0,27 14-210 0 0,-30-11 429 0 0,35 10 0 0 0,-51-18-848 0 0,1 0 1 0 0,0-1 0 0 0,0 0-1 0 0,0-1 1 0 0,0 1-1 0 0,0-1 1 0 0,0 0 0 0 0,0-1-1 0 0,12-2 1 0 0,-13 1-1814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23 9770 0 0,'-10'-2'1202'0'0,"9"10"-1191"0"0,0 1 0 0 0,-1-1 1 0 0,0 0-1 0 0,-4 12 1 0 0,-1 5 8 0 0,-62 239 454 0 0,-28 135-5 0 0,95-391-364 0 0,-1 10-947 0 0,3-13-734 0 0,4-10-1192 0 0,28-62 1850 0 0,-3-2-1 0 0,29-102 1 0 0,-49 145 659 0 0,25-108-265 0 0,-26 96 979 0 0,1 0-1 0 0,2 0 1 0 0,2 1 0 0 0,20-42 0 0 0,-31 75-282 0 0,0 0 1 0 0,0 0 0 0 0,0 1 0 0 0,0-1 0 0 0,1 0 0 0 0,0 1 0 0 0,0-1-1 0 0,0 1 1 0 0,0 0 0 0 0,0 0 0 0 0,0 0 0 0 0,1 0 0 0 0,0 1 0 0 0,-1-1-1 0 0,1 1 1 0 0,0 0 0 0 0,0 0 0 0 0,0 1 0 0 0,0-1 0 0 0,1 1 0 0 0,7-2-1 0 0,-8 2-45 0 0,0 0 0 0 0,0-1 0 0 0,0 1 0 0 0,1-1 0 0 0,6-4 0 0 0,-8 4-30 0 0,1 0 0 0 0,0 0-1 0 0,-1 1 1 0 0,1-1 0 0 0,0 1 0 0 0,0 0-1 0 0,8-2 1 0 0,-6 3-12 0 0,0 0-1 0 0,-1 0 1 0 0,1 1 0 0 0,-1-1-1 0 0,1 1 1 0 0,-1 1 0 0 0,0-1-1 0 0,1 1 1 0 0,-1 0 0 0 0,0 0-1 0 0,0 0 1 0 0,0 1 0 0 0,8 5-1 0 0,-11-6-53 0 0,0-1 0 0 0,0 1 0 0 0,0 0 0 0 0,0 0-1 0 0,0-1 1 0 0,-1 1 0 0 0,1 0 0 0 0,-1 0-1 0 0,0 1 1 0 0,1-1 0 0 0,-1 0 0 0 0,0 0 0 0 0,0 1-1 0 0,0-1 1 0 0,-1 0 0 0 0,1 1 0 0 0,-1-1 0 0 0,1 1-1 0 0,-1-1 1 0 0,0 1 0 0 0,0-1 0 0 0,0 1 0 0 0,0-1-1 0 0,0 1 1 0 0,0-1 0 0 0,-1 1 0 0 0,1-1 0 0 0,-1 0-1 0 0,0 1 1 0 0,0-1 0 0 0,0 1 0 0 0,-2 2 0 0 0,1-2-44 0 0,-1 0 1 0 0,0 0 0 0 0,0 0-1 0 0,0 0 1 0 0,0 0 0 0 0,0-1-1 0 0,-1 0 1 0 0,1 1 0 0 0,-1-1-1 0 0,0-1 1 0 0,1 1 0 0 0,-1 0-1 0 0,0-1 1 0 0,0 0 0 0 0,-5 1-1 0 0,-6 3-61 0 0,-34 13-1109 0 0,-103 23 1 0 0,149-40 806 0 0,-4 0-683 0 0,3 1-2740 0 0,0 1 1890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37 8458 0 0,'0'-2'108'0'0,"0"1"1"0"0,0-1 0 0 0,0 1-1 0 0,0-1 1 0 0,-1 1 0 0 0,1 0-1 0 0,0-1 1 0 0,-1 1 0 0 0,0-1-1 0 0,1 1 1 0 0,-1 0 0 0 0,0-1-1 0 0,1 1 1 0 0,-1 0-1 0 0,0 0 1 0 0,0-1 0 0 0,0 1-1 0 0,0 0 1 0 0,0 0 0 0 0,0 0-1 0 0,-1 0 1 0 0,1 0 0 0 0,0 1-1 0 0,0-1 1 0 0,-1 0 0 0 0,1 0-1 0 0,0 1 1 0 0,-1-1-1 0 0,1 1 1 0 0,-3-1 0 0 0,1 0-109 0 0,0 1 1 0 0,0 0-1 0 0,0-1 1 0 0,-1 1-1 0 0,1 0 1 0 0,0 0-1 0 0,0 1 1 0 0,0-1-1 0 0,0 1 1 0 0,0 0-1 0 0,0-1 1 0 0,0 1-1 0 0,0 1 1 0 0,-5 1-1 0 0,1 1 44 0 0,1 0-1 0 0,-1 1 1 0 0,1 0 0 0 0,-1 0-1 0 0,1 0 1 0 0,1 1-1 0 0,-1 0 1 0 0,1 0 0 0 0,-6 8-1 0 0,-56 92 327 0 0,-14 19-77 0 0,43-74-241 0 0,-48 83-1 0 0,73-109-32 0 0,1 0 0 0 0,1 1 0 0 0,1 0-1 0 0,1 1 1 0 0,-10 53 0 0 0,17-70-13 0 0,0-1 0 0 0,-1 1 0 0 0,-1-1 0 0 0,-4 11 0 0 0,3-11 1 0 0,2-1-1 0 0,0 1 0 0 0,0 0 1 0 0,0 0-1 0 0,-1 11 0 0 0,3 8 41 0 0,1 0 0 0 0,1 0-1 0 0,2 0 1 0 0,1 0 0 0 0,11 44 0 0 0,7 46 179 0 0,-20-101-199 0 0,-1-1 0 0 0,-1 1 1 0 0,-1-1-1 0 0,0 0 1 0 0,-4 22-1 0 0,2-28-15 0 0,0 0-1 0 0,0 0 1 0 0,-1-1 0 0 0,0 1-1 0 0,-1-1 1 0 0,0 0 0 0 0,-8 11-1 0 0,11-18-16 0 0,0 0 0 0 0,0 0 0 0 0,0 0-1 0 0,0-1 1 0 0,0 1 0 0 0,0-1 0 0 0,0 1 0 0 0,-1-1-1 0 0,1 0 1 0 0,-1 0 0 0 0,1 0 0 0 0,-1 0-1 0 0,-3 0 1 0 0,-18 9-164 0 0,21-9 1 0 0,1 1 0 0 0,-1 0 1 0 0,0-1-1 0 0,1 0 1 0 0,-1 0-1 0 0,0 0 0 0 0,0 0 1 0 0,0 0-1 0 0,-5 0 1 0 0,7-1-152 0 0,-1 1 1 0 0,1-2 0 0 0,-1 1-1 0 0,1 0 1 0 0,-1 0 0 0 0,1 0-1 0 0,-1-1 1 0 0,1 1 0 0 0,0 0 0 0 0,-1-1-1 0 0,1 0 1 0 0,0 1 0 0 0,-1-1-1 0 0,0 0 1 0 0,-5-4-1928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9498 0 0,'0'0'1367'0'0,"13"0"-692"0"0,79-8-472 0 0,-1-3 1 0 0,0-5-1 0 0,-1-4 1 0 0,170-60-1 0 0,-144 26-2723 0 0,-83 35 1229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70 4817 0 0,'-2'-1'246'0'0,"0"0"1"0"0,0 0-1 0 0,0 0 0 0 0,0 0 0 0 0,1 0 1 0 0,-1-1-1 0 0,0 1 0 0 0,1-1 1 0 0,-1 0-1 0 0,1 1 0 0 0,-1-1 0 0 0,1 0 1 0 0,0 0-1 0 0,0 0 0 0 0,0 0 0 0 0,0 0 1 0 0,-2-4-1 0 0,3 6-217 0 0,0 0 0 0 0,0 0 0 0 0,0-1-1 0 0,0 1 1 0 0,0 0 0 0 0,0 0 0 0 0,-1 0 0 0 0,1 0 0 0 0,0 0 0 0 0,0 0-1 0 0,0-1 1 0 0,0 1 0 0 0,-1 0 0 0 0,1 0 0 0 0,0 0 0 0 0,0 0 0 0 0,0 0 0 0 0,0 0-1 0 0,-1 0 1 0 0,1 0 0 0 0,0 0 0 0 0,0 0 0 0 0,0 0 0 0 0,-1 0 0 0 0,1 0-1 0 0,0 0 1 0 0,0 0 0 0 0,0 0 0 0 0,-1 0 0 0 0,1 0 0 0 0,0 0 0 0 0,0 0-1 0 0,0 0 1 0 0,-1 0 0 0 0,1 0 0 0 0,0 0 0 0 0,0 0 0 0 0,0 0 0 0 0,0 0 0 0 0,-1 1-1 0 0,1-1 1 0 0,0 0 0 0 0,0 0 0 0 0,-13 6 269 0 0,9-3-307 0 0,-166 54 411 0 0,118-42-290 0 0,0 2 0 0 0,-51 25-1 0 0,96-39-105 0 0,0 1-1 0 0,0 0 0 0 0,0 0 0 0 0,1 1 0 0 0,-1-1 0 0 0,1 1 0 0 0,0 1 1 0 0,1-1-1 0 0,-1 1 0 0 0,1 0 0 0 0,0 0 0 0 0,1 1 0 0 0,-6 8 0 0 0,5-6 15 0 0,1 0 0 0 0,0 0-1 0 0,0 0 1 0 0,1 1-1 0 0,-4 18 1 0 0,-5 6 336 0 0,9-28-208 0 0,0 0 1 0 0,1 1-1 0 0,0-1 1 0 0,0 1-1 0 0,-1 6 1 0 0,3-11-125 0 0,0 0-1 0 0,0 0 1 0 0,0 0-1 0 0,0 0 1 0 0,0 0 0 0 0,0 0-1 0 0,1 0 1 0 0,-1 0 0 0 0,1 0-1 0 0,0 0 1 0 0,-1 0 0 0 0,1 0-1 0 0,0 0 1 0 0,0 0-1 0 0,0-1 1 0 0,0 1 0 0 0,0 0-1 0 0,1-1 1 0 0,-1 1 0 0 0,1-1-1 0 0,1 3 1 0 0,-2-3-20 0 0,1-1 0 0 0,-1 1 0 0 0,0 0 0 0 0,0-1 0 0 0,0 1 0 0 0,1-1-1 0 0,-1 1 1 0 0,0-1 0 0 0,1 1 0 0 0,-1-1 0 0 0,3 0 0 0 0,7 3 6 0 0,18 9 22 0 0,-19-8-35 0 0,-1 0 0 0 0,0 0-1 0 0,1-1 1 0 0,0 0 0 0 0,0-1-1 0 0,0 0 1 0 0,13 0 0 0 0,3-2 7 0 0,-1-2 1 0 0,0-1-1 0 0,0 0 1 0 0,0-2 0 0 0,-1-1-1 0 0,1-2 1 0 0,-1 0-1 0 0,35-17 1 0 0,-28 12-6 0 0,-25 11-2 0 0,1-1 1 0 0,-1 1 0 0 0,1-1 0 0 0,-1-1-1 0 0,0 1 1 0 0,10-8 0 0 0,-5 1 10 0 0,0-1 1 0 0,-1 0 0 0 0,0 0-1 0 0,0-1 1 0 0,-1 0 0 0 0,-1 0-1 0 0,0-1 1 0 0,0 0 0 0 0,9-25-1 0 0,1-4 19 0 0,-15 36-9 0 0,1-1-1 0 0,-1 1 0 0 0,-1-1 1 0 0,1 0-1 0 0,-1 0 0 0 0,0 0 0 0 0,-1 0 1 0 0,0 0-1 0 0,1-9 0 0 0,-2 10 3 0 0,0 0 0 0 0,0 0-1 0 0,0 0 1 0 0,-1 0 0 0 0,0 0-1 0 0,0 0 1 0 0,-1 1-1 0 0,0-1 1 0 0,0 0 0 0 0,0 1-1 0 0,0-1 1 0 0,-1 1 0 0 0,0 0-1 0 0,-5-8 1 0 0,6 11-15 0 0,0 1 1 0 0,0-1-1 0 0,0 1 1 0 0,0 0-1 0 0,0 0 1 0 0,-1 0-1 0 0,1 0 0 0 0,0 0 1 0 0,0 0-1 0 0,-1 1 1 0 0,-3-1-1 0 0,-19-8 49 0 0,21 6-42 0 0,-1 0 1 0 0,0 1-1 0 0,1 0 1 0 0,-1-1 0 0 0,-7 0-1 0 0,10 2-10 0 0,0 0 0 0 0,0 1 0 0 0,-1-1 1 0 0,1 1-1 0 0,0 0 0 0 0,-1 0 0 0 0,1 0 0 0 0,0 0 0 0 0,-1 0 0 0 0,1 0 0 0 0,-1 0 0 0 0,1 1 0 0 0,0 0 0 0 0,-3 0 0 0 0,3 1-7 0 0,0-1 0 0 0,1 1 0 0 0,-1-1 0 0 0,1 1-1 0 0,0-1 1 0 0,-1 1 0 0 0,1 0 0 0 0,0 0 0 0 0,0 0-1 0 0,0 0 1 0 0,0 0 0 0 0,1 0 0 0 0,-1 0 0 0 0,0 0-1 0 0,1 0 1 0 0,-1 3 0 0 0,-4 34-32 0 0,5-27 20 0 0,1 0 1 0 0,0 0-1 0 0,1-1 0 0 0,0 1 0 0 0,0-1 1 0 0,6 15-1 0 0,31 68-10 0 0,-6-17-52 0 0,-15-29 30 0 0,-3 1 0 0 0,16 81 1 0 0,-28-110 23 0 0,-1 0 0 0 0,-1 0 1 0 0,-1 1-1 0 0,0-1 0 0 0,-2 0 1 0 0,0 1-1 0 0,-1-1 0 0 0,-1 0 1 0 0,-11 31-1 0 0,-18 19 32 0 0,19-45 41 0 0,7-12-30 0 0,-2-1 1 0 0,0-1-1 0 0,0 0 1 0 0,-1 0-1 0 0,0 0 0 0 0,-1-2 1 0 0,0 1-1 0 0,-1-1 1 0 0,0-1-1 0 0,0 0 1 0 0,-1-1-1 0 0,1 0 1 0 0,-22 7-1 0 0,-8-2 94 0 0,28-8-51 0 0,1 0 0 0 0,-23 9 0 0 0,30-10 2 0 0,-1 0 0 0 0,1-1 1 0 0,-1 0-1 0 0,0 0 0 0 0,0-1 0 0 0,1 0 1 0 0,-1 0-1 0 0,0 0 0 0 0,0-1 0 0 0,0 0 1 0 0,-12-2-1 0 0,16 2-38 0 0,0 0 0 0 0,-1-1 0 0 0,1 0 1 0 0,0 0-1 0 0,0 0 0 0 0,0 0 0 0 0,0 0 1 0 0,0-1-1 0 0,0 0 0 0 0,0 1 0 0 0,0-1 1 0 0,0 0-1 0 0,1 0 0 0 0,-1 0 0 0 0,1-1 1 0 0,0 1-1 0 0,-1-1 0 0 0,1 1 0 0 0,0-1 1 0 0,1 0-1 0 0,-1 0 0 0 0,0 0 0 0 0,1 1 1 0 0,-1-2-1 0 0,-1-4 0 0 0,1-2-38 0 0,0 3-1 0 0,0-1 0 0 0,0 2 0 0 0,0-1 0 0 0,-7-12 0 0 0,6 13 7 0 0,0 0 0 0 0,1-1 0 0 0,0 1 0 0 0,0 0 0 0 0,1 0 0 0 0,0-1 0 0 0,0 1-1 0 0,0-1 1 0 0,1 1 0 0 0,-1-1 0 0 0,2 0 0 0 0,-1 1 0 0 0,1-1 0 0 0,0 1 0 0 0,0-1 0 0 0,1 1-1 0 0,0 0 1 0 0,0 0 0 0 0,0-1 0 0 0,1 1 0 0 0,0 1 0 0 0,0-1 0 0 0,1 0 0 0 0,-1 1 0 0 0,1 0-1 0 0,0-1 1 0 0,1 2 0 0 0,-1-1 0 0 0,10-7 0 0 0,17-10-11 0 0,2 2 0 0 0,0 1 0 0 0,37-14 0 0 0,108-36-229 0 0,-80 34-270 0 0,-23 13-1623 0 0,-44 14 82 0 0,-15 4 272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99 168 7562 0 0,'-3'0'42'0'0,"0"0"1"0"0,0 0 0 0 0,0-1 0 0 0,0 1-1 0 0,1-1 1 0 0,-1 1 0 0 0,0-1 0 0 0,0 0 0 0 0,1 0-1 0 0,-1-1 1 0 0,1 1 0 0 0,-1-1 0 0 0,1 1-1 0 0,0-1 1 0 0,-1 0 0 0 0,1 1 0 0 0,0-1-1 0 0,0 0 1 0 0,0-1 0 0 0,0 1 0 0 0,1 0 0 0 0,-1 0-1 0 0,1-1 1 0 0,-1 1 0 0 0,1-1 0 0 0,0 1-1 0 0,0-1 1 0 0,-2-4 0 0 0,2 1-52 0 0,-1 0 0 0 0,0 1 0 0 0,0-1 0 0 0,-6-9 1 0 0,6 11 31 0 0,-1 0 1 0 0,1 0-1 0 0,0-1 1 0 0,0 1 0 0 0,1-1-1 0 0,0 1 1 0 0,-1-1 0 0 0,2 0-1 0 0,-2-8 1 0 0,2 9-5 0 0,0 3 4 0 0,-1 0-1 0 0,1 1 1 0 0,0-1-1 0 0,0 0 1 0 0,0 0-1 0 0,0 1 1 0 0,0-1 0 0 0,0 0-1 0 0,0 1 1 0 0,0-1-1 0 0,0 0 1 0 0,0 0-1 0 0,0 1 1 0 0,0-1 0 0 0,0 0-1 0 0,1 1 1 0 0,-1-1-1 0 0,0 0 1 0 0,0 1-1 0 0,1-1 1 0 0,-1 0-1 0 0,0 1 1 0 0,1-1 0 0 0,-1 1-1 0 0,1-1 1 0 0,-1 1-1 0 0,1-1 1 0 0,-1 1-1 0 0,1-1 1 0 0,-1 1 0 0 0,1-1-1 0 0,0 1 1 0 0,-1 0-1 0 0,1-1 1 0 0,0 1-1 0 0,-1 0 1 0 0,1-1-1 0 0,0 1 1 0 0,-1 0 0 0 0,2 0-1 0 0,-1 0-18 0 0,0 1-1 0 0,-1-1 0 0 0,1 1 1 0 0,-1-1-1 0 0,1 1 1 0 0,-1 0-1 0 0,1-1 0 0 0,-1 1 1 0 0,1 0-1 0 0,-1-1 1 0 0,1 1-1 0 0,-1 0 1 0 0,0 0-1 0 0,0-1 0 0 0,1 1 1 0 0,-1 0-1 0 0,0 0 1 0 0,0 1-1 0 0,1 0 5 0 0,9 41 266 0 0,7 78 0 0 0,-12-75-51 0 0,-2-15 7 0 0,-3-22-137 0 0,1 0 0 0 0,0 0 0 0 0,0 0-1 0 0,1 0 1 0 0,0 0 0 0 0,1-1 0 0 0,0 1 0 0 0,4 8 0 0 0,-2-7 100 0 0,0 1-1 0 0,5 17 1 0 0,-8-24 24 0 0,-1 0 1 0 0,0 0-1 0 0,0 0 1 0 0,-1 0-1 0 0,1 0 1 0 0,-1 0-1 0 0,0 0 1 0 0,0 1-1 0 0,0-1 0 0 0,-2 7 1 0 0,2-10-208 0 0,0-1 0 0 0,0 0 0 0 0,0 1 0 0 0,0-1 1 0 0,0 0-1 0 0,0 0 0 0 0,0 0 0 0 0,-1 1 0 0 0,1-1 0 0 0,0 0 1 0 0,0 0-1 0 0,0 1 0 0 0,0-1 0 0 0,-1 0 0 0 0,1 0 0 0 0,0 0 1 0 0,0 0-1 0 0,0 1 0 0 0,-1-1 0 0 0,1 0 0 0 0,0 0 0 0 0,0 0 0 0 0,-1 0 1 0 0,1 0-1 0 0,0 0 0 0 0,0 0 0 0 0,-1 0 0 0 0,1 0 0 0 0,0 0 1 0 0,0 0-1 0 0,-1 0 0 0 0,1 0 0 0 0,0 0 0 0 0,-1 0 0 0 0,1 0 1 0 0,0 0-1 0 0,0 0 0 0 0,-1 0 0 0 0,1 0 0 0 0,0 0 0 0 0,0 0 0 0 0,-1 0 1 0 0,1 0-1 0 0,0-1 0 0 0,0 1 0 0 0,0 0 0 0 0,-1 0 0 0 0,1 0 1 0 0,0 0-1 0 0,0-1 0 0 0,0 1 0 0 0,-1 0 0 0 0,1 0 0 0 0,0 0 1 0 0,0-1-1 0 0,0 1 0 0 0,0 0 0 0 0,0 0 0 0 0,0-1 0 0 0,-1 1 0 0 0,1 0 1 0 0,0 0-1 0 0,0-1 0 0 0,0 1 0 0 0,-10-19-140 0 0,9 18 173 0 0,-6-14-63 0 0,1 0 0 0 0,1 0-1 0 0,0-1 1 0 0,0 1-1 0 0,2-1 1 0 0,-2-20 0 0 0,2 10-17 0 0,2 1 0 0 0,1 0 1 0 0,5-35-1 0 0,-4 52 13 0 0,0-1 1 0 0,1 1-1 0 0,0 0 1 0 0,1 0-1 0 0,-1 0 1 0 0,2 0-1 0 0,4-9 1 0 0,-5 14 7 0 0,1 0-1 0 0,0 0 1 0 0,0 1 0 0 0,0-1 0 0 0,0 1 0 0 0,1 0-1 0 0,6-3 1 0 0,-6 3 0 0 0,-1 0 9 0 0,1 1 0 0 0,-1 0 0 0 0,1 0 0 0 0,-1 0 0 0 0,1 0 0 0 0,-1 0 0 0 0,1 1 0 0 0,0 0 0 0 0,-1 0 0 0 0,1 1 0 0 0,-1-1 0 0 0,1 1 0 0 0,-1 0 0 0 0,9 3-1 0 0,3 1 7 0 0,-1 2 0 0 0,25 14-1 0 0,-27-14 8 0 0,13 10 27 0 0,-21-13-28 0 0,1 0 0 0 0,-1 0 0 0 0,1-1 0 0 0,0 0 0 0 0,11 4 0 0 0,10 1 8 0 0,-1 2-1 0 0,32 17 0 0 0,-27-14 115 0 0,-30-13-114 0 0,0 0 0 0 0,0 1 1 0 0,0-1-1 0 0,0 0 0 0 0,0 1 0 0 0,0-1 1 0 0,0 0-1 0 0,0 0 0 0 0,0 0 1 0 0,0 0-1 0 0,0 0 0 0 0,0 0 1 0 0,0 0-1 0 0,0 0 0 0 0,0 0 1 0 0,0-1-1 0 0,0 1 0 0 0,0 0 1 0 0,-1-1-1 0 0,1 1 0 0 0,0 0 0 0 0,0-1 1 0 0,0 1-1 0 0,0-1 0 0 0,0 0 1 0 0,-1 1-1 0 0,1-1 0 0 0,1-1 1 0 0,-2 2-13 0 0,0-1 1 0 0,0 1-1 0 0,0 0 1 0 0,0-1-1 0 0,0 1 1 0 0,0 0-1 0 0,0-1 0 0 0,0 1 1 0 0,0 0-1 0 0,0-1 1 0 0,0 1-1 0 0,-1 0 1 0 0,1 0-1 0 0,0-1 1 0 0,0 1-1 0 0,0 0 1 0 0,-1-1-1 0 0,1 1 1 0 0,0 0-1 0 0,0 0 1 0 0,0-1-1 0 0,-1 1 1 0 0,1 0-1 0 0,0 0 1 0 0,-1 0-1 0 0,1-1 1 0 0,0 1-1 0 0,0 0 1 0 0,-1 0-1 0 0,1 0 1 0 0,0 0-1 0 0,-1 0 1 0 0,1 0-1 0 0,0 0 1 0 0,-1 0-1 0 0,1-1 1 0 0,0 1-1 0 0,-1 0 0 0 0,1 0 1 0 0,0 0-1 0 0,-1 1 1 0 0,1-1-1 0 0,0 0 1 0 0,-1 0-1 0 0,0 0 1 0 0,-18 0-21 0 0,-27 10 170 0 0,37-8-185 0 0,0 1-1 0 0,-1-1 1 0 0,1-1-1 0 0,-11 1 1 0 0,19-2 28 0 0,0 0 0 0 0,1-1 1 0 0,-1 1-1 0 0,0 0 0 0 0,1 0 1 0 0,-1-1-1 0 0,0 1 0 0 0,1 0 1 0 0,-1-1-1 0 0,1 1 0 0 0,-1-1 1 0 0,1 1-1 0 0,-1-1 1 0 0,1 1-1 0 0,-1-1 0 0 0,1 1 1 0 0,-1-1-1 0 0,1 1 0 0 0,-1-1 1 0 0,1 0-1 0 0,0 1 0 0 0,0-1 1 0 0,-1 0-1 0 0,1 1 0 0 0,0-1 1 0 0,0 0-1 0 0,0 1 0 0 0,0-1 1 0 0,-1 0-1 0 0,1 1 1 0 0,0-1-1 0 0,0 0 0 0 0,0 0 1 0 0,1 1-1 0 0,-1-1 0 0 0,0 0 1 0 0,0 1-1 0 0,0-1 0 0 0,0 0 1 0 0,1 1-1 0 0,-1-1 0 0 0,0 0 1 0 0,1 1-1 0 0,-1-1 0 0 0,0 1 1 0 0,1-1-1 0 0,-1 0 1 0 0,1 1-1 0 0,-1-1 0 0 0,1 1 1 0 0,-1-1-1 0 0,1 1 0 0 0,0 0 1 0 0,-1-1-1 0 0,1 1 0 0 0,-1 0 1 0 0,1-1-1 0 0,0 1 0 0 0,-1 0 1 0 0,1-1-1 0 0,0 1 0 0 0,-1 0 1 0 0,2 0-1 0 0,0 0 14 0 0,-1 0 1 0 0,1 0-1 0 0,-1-1 0 0 0,1 1 1 0 0,-1 0-1 0 0,1-1 0 0 0,-1 1 1 0 0,1-1-1 0 0,-1 1 0 0 0,1-1 0 0 0,-1 1 1 0 0,0-1-1 0 0,1 0 0 0 0,-1 0 1 0 0,0 0-1 0 0,0 0 0 0 0,2-2 1 0 0,-3 3 7 0 0,-10-19-322 0 0,-3-3 73 0 0,6 7-1296 0 0,0 7-2819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50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5465 0 0,'-3'1'2621'0'0,"-11"4"-2136"0"0,-59 120 1556 0 0,-25 42-1266 0 0,75-125-433 0 0,4-4 1080 0 0,30-43-574 0 0,5-8-796 0 0,17-17 150 0 0,57-40-1 0 0,-52 43-201 0 0,-27 20 0 0 0,1 1 0 0 0,0 1 0 0 0,1 0 0 0 0,-1 1 0 0 0,1 0 0 0 0,0 1 0 0 0,0 0 0 0 0,25-1 0 0 0,-33 4-4 0 0,1-1 1 0 0,-1 1 0 0 0,0-1-1 0 0,0 0 1 0 0,0-1 0 0 0,0 1-1 0 0,0-1 1 0 0,0 0 0 0 0,6-3-1 0 0,-7 3-1 0 0,0 0 0 0 0,0 0 0 0 0,0 0 0 0 0,0 1 0 0 0,0 0 0 0 0,0-1 0 0 0,1 2 0 0 0,-1-1 0 0 0,0 0 0 0 0,5 1 0 0 0,-7 0 3 0 0,0 0 0 0 0,0 0 1 0 0,0 0-1 0 0,0 0 0 0 0,1 1 0 0 0,-1-1 0 0 0,0 1 0 0 0,0-1 0 0 0,0 1 0 0 0,-1 0 0 0 0,1 0 0 0 0,0 0 0 0 0,0 0 0 0 0,0 0 0 0 0,-1 0 0 0 0,1 1 0 0 0,0-1 0 0 0,-1 0 0 0 0,1 1 0 0 0,-1-1 0 0 0,0 1 0 0 0,2 3 0 0 0,0 0 26 0 0,-1 0 1 0 0,1 1-1 0 0,-1-1 0 0 0,-1 1 0 0 0,1-1 0 0 0,-1 1 0 0 0,0 0 0 0 0,-1-1 0 0 0,1 1 0 0 0,-1 0 1 0 0,0 0-1 0 0,0 0 0 0 0,-2 8 0 0 0,-1-7 223 0 0,-1 2 524 0 0,10-17-490 0 0,4-4-282 0 0,0 1 0 0 0,1 0 0 0 0,0 1 1 0 0,0 0-1 0 0,1 0 0 0 0,1 1 0 0 0,-1 1 0 0 0,1 0 1 0 0,24-10-1 0 0,-33 16-14 0 0,0 0 16 0 0,-1 1 0 0 0,0 0 0 0 0,0-1 0 0 0,1 1 0 0 0,-1 0 0 0 0,7 0 0 0 0,-9 1-2 0 0,0 0 0 0 0,-1 0 0 0 0,1 0 1 0 0,0 0-1 0 0,0 0 0 0 0,0 1 0 0 0,-1-1 0 0 0,1 0 0 0 0,0 0 1 0 0,-1 1-1 0 0,1-1 0 0 0,0 1 0 0 0,0-1 0 0 0,-1 1 0 0 0,1-1 1 0 0,-1 1-1 0 0,1-1 0 0 0,0 1 0 0 0,-1-1 0 0 0,1 1 0 0 0,-1 0 1 0 0,0-1-1 0 0,1 1 0 0 0,-1 0 0 0 0,1-1 0 0 0,-1 1 0 0 0,0 0 1 0 0,0 0-1 0 0,1 0 0 0 0,-1-1 0 0 0,0 1 0 0 0,0 0 0 0 0,0 0 1 0 0,0-1-1 0 0,0 1 0 0 0,0 1 0 0 0,3 31-32 0 0,-3-25 25 0 0,0 0 0 0 0,1 0 0 0 0,0 0 0 0 0,1 0 0 0 0,0 0 1 0 0,0 0-1 0 0,0 0 0 0 0,7 12 0 0 0,-6-13 61 0 0,0 1-1 0 0,0-1 1 0 0,0 1-1 0 0,-1 0 1 0 0,2 9 0 0 0,-2-8-1124 0 0,0-1 1 0 0,0 1-1 0 0,7 13 1 0 0,-8-18-856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54 114 2048 0 0,'0'0'451'0'0,"0"-6"4116"0"0,0-14-865 0 0,10 268-3564 0 0,-14-159-55 0 0,-4-1 0 0 0,-33 146-1 0 0,36-206-56 0 0,2 1 0 0 0,0 52 0 0 0,3-80-4 0 0,0-17 116 0 0,5-454 199 0 0,-4 427-296 0 0,1 1 1 0 0,9-54-1 0 0,-6 75-7 0 0,0 0 1 0 0,1 0-1 0 0,1 0 0 0 0,1 0 1 0 0,0 1-1 0 0,15-22 0 0 0,-21 40-18 0 0,-1 0 0 0 0,1 0 1 0 0,0 0-1 0 0,1 0 0 0 0,-1 1 0 0 0,0-1 0 0 0,0 1 0 0 0,1 0 0 0 0,-1-1 0 0 0,1 1 1 0 0,-1 0-1 0 0,5-1 0 0 0,13-7 92 0 0,-13 6-80 0 0,-1 0 0 0 0,1 0 0 0 0,-1 0 0 0 0,1 1 0 0 0,0 0 0 0 0,0 0 0 0 0,0 1 0 0 0,0 0 0 0 0,1 0 0 0 0,-1 1 0 0 0,0-1 0 0 0,0 2 0 0 0,1-1 0 0 0,-1 1 0 0 0,0 0 0 0 0,0 0 0 0 0,0 1 0 0 0,0 0 0 0 0,0 1 0 0 0,11 5 0 0 0,-14-7-17 0 0,-2 1 1 0 0,1 0-1 0 0,0-1 1 0 0,0 1-1 0 0,0 0 0 0 0,-1 1 1 0 0,1-1-1 0 0,-1 0 1 0 0,0 1-1 0 0,0 0 1 0 0,0-1-1 0 0,0 1 0 0 0,0 0 1 0 0,0 0-1 0 0,-1 0 1 0 0,0 0-1 0 0,1 0 1 0 0,-1 0-1 0 0,0 0 0 0 0,1 7 1 0 0,11 24 183 0 0,-10-29-156 0 0,-1 1 0 0 0,0-1-1 0 0,0 1 1 0 0,0-1-1 0 0,-1 1 1 0 0,1-1-1 0 0,0 10 1 0 0,-2 0 5 0 0,0 1 1 0 0,-1-1-1 0 0,-1 0 0 0 0,0 0 1 0 0,-1 1-1 0 0,-7 20 0 0 0,7-27-30 0 0,0-1-1 0 0,0 0 0 0 0,-1 0 1 0 0,0-1-1 0 0,-1 1 0 0 0,0-1 1 0 0,0 0-1 0 0,0 0 1 0 0,-1-1-1 0 0,0 0 0 0 0,0 0 1 0 0,-14 10-1 0 0,3-6 24 0 0,0-1 1 0 0,0-1-1 0 0,0-1 0 0 0,-1 0 1 0 0,0-1-1 0 0,-23 4 0 0 0,34-8-50 0 0,0 0 0 0 0,0 1-1 0 0,1-1 1 0 0,-11 8-1 0 0,15-9 6 0 0,1 0-1 0 0,-1 0 0 0 0,0 0 0 0 0,1 0 1 0 0,-1 1-1 0 0,1-1 0 0 0,0 1 0 0 0,-1-1 0 0 0,-1 4 1 0 0,3-4 5 0 0,0 0-1 0 0,-1-1 1 0 0,1 1 0 0 0,0 0 0 0 0,0 0 0 0 0,0-1-1 0 0,0 1 1 0 0,-1 0 0 0 0,1 0 0 0 0,0 0 0 0 0,0-1 0 0 0,0 1-1 0 0,1 0 1 0 0,-1 0 0 0 0,0-1 0 0 0,0 1 0 0 0,0 0-1 0 0,1 0 1 0 0,-1-1 0 0 0,0 1 0 0 0,1 0 0 0 0,-1 0 0 0 0,0-1-1 0 0,1 1 1 0 0,0 0 0 0 0,3 4-3 0 0,1-1 1 0 0,0 0-1 0 0,1 0 1 0 0,-1 0-1 0 0,1-1 0 0 0,8 4 1 0 0,-3-1 24 0 0,23 14 2 0 0,0 2 0 0 0,-1 1 0 0 0,36 32 0 0 0,-62-49-43 0 0,1-1 0 0 0,-1 0 1 0 0,1 0-1 0 0,1-1 0 0 0,9 4 0 0 0,8 5-727 0 0,-4-3-1046 0 0,-10-4-459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47 1936 0 0,'0'-5'3415'0'0,"0"-17"-990"0"0,1 21-2298 0 0,-1 0-1 0 0,1 0 1 0 0,-1-1-1 0 0,1 1 1 0 0,-1 0-1 0 0,1 0 1 0 0,-1 0-1 0 0,1 0 1 0 0,0 0 0 0 0,0 0-1 0 0,0 0 1 0 0,-1 1-1 0 0,1-1 1 0 0,0 0-1 0 0,0 0 1 0 0,0 1-1 0 0,0-1 1 0 0,0 0-1 0 0,1 1 1 0 0,-1-1-1 0 0,0 1 1 0 0,1-1-1 0 0,-2 17 876 0 0,-8 23-891 0 0,-1 1 0 0 0,-22 54 1 0 0,7-19-62 0 0,4-21 69 0 0,11-30-22 0 0,-9 34 0 0 0,16-51-83 0 0,1 0 0 0 0,0 0-1 0 0,0 1 1 0 0,1-1 0 0 0,0 1 0 0 0,0-1-1 0 0,0 0 1 0 0,1 1 0 0 0,2 8 0 0 0,-2-13-11 0 0,0-1 1 0 0,0 1 0 0 0,0-1 0 0 0,1 1 0 0 0,-1-1 0 0 0,1 0-1 0 0,-1 0 1 0 0,1 1 0 0 0,0-1 0 0 0,-1 0 0 0 0,1-1-1 0 0,0 1 1 0 0,0 0 0 0 0,1 0 0 0 0,-1-1 0 0 0,0 1 0 0 0,0-1-1 0 0,1 0 1 0 0,-1 0 0 0 0,1 0 0 0 0,-1 0 0 0 0,1 0-1 0 0,-1 0 1 0 0,6 0 0 0 0,-2 0-3 0 0,0 1 0 0 0,-1 0 1 0 0,1 1-1 0 0,7 3 0 0 0,-6-2 0 0 0,1 0 0 0 0,-1 0-1 0 0,1-1 1 0 0,0-1 0 0 0,1 1-1 0 0,-1-1 1 0 0,0 0 0 0 0,1-1 0 0 0,-1 0-1 0 0,1-1 1 0 0,-1 1 0 0 0,11-2 0 0 0,-8 0-156 0 0,0 0 1 0 0,-1-1-1 0 0,1-1 1 0 0,0 1-1 0 0,-1-1 1 0 0,0-1-1 0 0,1 0 1 0 0,-2-1 0 0 0,12-6-1 0 0,-2 1-770 0 0,8-6-1773 0 0,-10 1 49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3745 0 0,'0'0'2331'0'0,"12"-10"578"0"0,174-23-1266 0 0,-166 30-1639 0 0,-17 3-153 0 0,0 0 1 0 0,0 0-1 0 0,0 0 0 0 0,-1 0 0 0 0,1-1 1 0 0,0 1-1 0 0,-1-1 0 0 0,1 0 0 0 0,0 0 1 0 0,-1 0-1 0 0,1 0 0 0 0,-1-1 1 0 0,4-1-1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1800 0 0,'0'0'947'0'0,"10"0"1974"0"0,8-1-2287 0 0,-1-1 1 0 0,1-1-1 0 0,-1-1 0 0 0,22-8 1 0 0,9-1-306 0 0,-18 4-1117 0 0,57-24 1 0 0,-75 28-54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19 576 0 0,'-15'-11'5883'0'0,"15"11"-5874"0"0,-4-2 70 0 0,1 1-1 0 0,-1 0 1 0 0,0 0-1 0 0,0 0 1 0 0,0 0-1 0 0,0 1 1 0 0,0-1-1 0 0,0 1 1 0 0,0 0-1 0 0,0 0 1 0 0,0 1 0 0 0,0-1-1 0 0,0 1 1 0 0,1 0-1 0 0,-1 0 1 0 0,0 0-1 0 0,-7 3 1 0 0,7-1-65 0 0,-1 0 0 0 0,0 1 0 0 0,1-1 0 0 0,0 1 0 0 0,0 0 0 0 0,0 0 1 0 0,0 0-1 0 0,1 0 0 0 0,-1 1 0 0 0,1 0 0 0 0,0-1 0 0 0,1 1 0 0 0,-1 0 0 0 0,1 1 0 0 0,0-1 1 0 0,-2 6-1 0 0,-14 31 65 0 0,14-33 76 0 0,0 0-1 0 0,0 0 0 0 0,-4 18 1 0 0,7-23-78 0 0,1-1 0 0 0,-1 1 0 0 0,1-1 0 0 0,0 1 0 0 0,0 0 0 0 0,0-1 0 0 0,1 1 0 0 0,0-1 0 0 0,-1 1 0 0 0,1-1 0 0 0,0 1 0 0 0,0-1 0 0 0,1 1 0 0 0,2 4 0 0 0,5 7 137 0 0,1 0 1 0 0,0-1-1 0 0,1-1 0 0 0,1 1 0 0 0,25 22 1 0 0,-33-32-156 0 0,0 1 1 0 0,0 0-1 0 0,-1 0 1 0 0,0 0 0 0 0,0 1-1 0 0,0-1 1 0 0,-1 1-1 0 0,1 0 1 0 0,1 9-1 0 0,-1-7 13 0 0,-1 0 0 0 0,1-1 0 0 0,1 0 0 0 0,4 9 0 0 0,-7-14-34 0 0,1 1 0 0 0,0-1 0 0 0,-1 1 0 0 0,0-1 0 0 0,1 1 0 0 0,-1 0 1 0 0,0 0-1 0 0,0-1 0 0 0,-1 1 0 0 0,1 0 0 0 0,-1 0 0 0 0,1 0 0 0 0,-1 0 0 0 0,0 0 1 0 0,0 0-1 0 0,0 0 0 0 0,0 0 0 0 0,-1 0 0 0 0,1 0 0 0 0,-1 0 0 0 0,0-1 0 0 0,0 1 1 0 0,0 0-1 0 0,0 0 0 0 0,-3 4 0 0 0,1-3-8 0 0,-1 1 0 0 0,1-1 1 0 0,-1 0-1 0 0,0 0 0 0 0,0 0 0 0 0,-1 0 1 0 0,1-1-1 0 0,-1 0 0 0 0,0 0 0 0 0,1 0 0 0 0,-1 0 1 0 0,-7 2-1 0 0,-35 19-111 0 0,36-17-24 0 0,1-1 1 0 0,-1-1 0 0 0,-13 5-1 0 0,6 0-73 0 0,17-8 2 0 0,-1-1 0 0 0,0 0 1 0 0,0 0-1 0 0,1 0 0 0 0,-1 0 1 0 0,0 0-1 0 0,0 0 0 0 0,0 0 1 0 0,0-1-1 0 0,-1 1 1 0 0,1-1-1 0 0,-2 1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6121 0 0,'0'0'206'0'0,"14"0"2510"0"0,68-9-1202 0 0,-16 2-1339 0 0,122-27-1 0 0,-176 30-541 0 0,1-1 0 0 0,17-8-1 0 0,4-8-3779 0 0,-25 14 1195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42 2385 0 0,'0'0'5107'0'0,"-16"6"-2584"0"0,3 14-2441 0 0,0 0 0 0 0,2 1 0 0 0,0 1 0 0 0,2 0-1 0 0,-12 35 1 0 0,14-32-35 0 0,0 1 0 0 0,2 0 0 0 0,0 0 0 0 0,2 0-1 0 0,1 0 1 0 0,1 1 0 0 0,3 27 0 0 0,-2-52-17 0 0,1-1 0 0 0,-1 1 0 0 0,1 0 0 0 0,0-1 0 0 0,0 1 1 0 0,0 0-1 0 0,0-1 0 0 0,0 1 0 0 0,0-1 0 0 0,0 1 0 0 0,0-1 0 0 0,0 0 0 0 0,1 0 0 0 0,-1 1 0 0 0,1-1 0 0 0,-1 0 1 0 0,1 0-1 0 0,-1 0 0 0 0,1-1 0 0 0,-1 1 0 0 0,1 0 0 0 0,0 0 0 0 0,-1-1 0 0 0,1 1 0 0 0,0-1 0 0 0,0 0 0 0 0,0 1 1 0 0,-1-1-1 0 0,3 0 0 0 0,-1 0 23 0 0,-1 0 0 0 0,1 0 0 0 0,-1 0 0 0 0,1 0 0 0 0,-1 0 0 0 0,1 0 0 0 0,0-1 0 0 0,-1 1 0 0 0,1-1 0 0 0,-1 0 0 0 0,0 0 0 0 0,1 0 0 0 0,-1 0 0 0 0,0 0 0 0 0,1 0 0 0 0,-1-1 0 0 0,0 1-1 0 0,0-1 1 0 0,0 1 0 0 0,0-1 0 0 0,3-4 0 0 0,-1 0 76 0 0,-1-1 0 0 0,0 0-1 0 0,4-14 1 0 0,5-10 179 0 0,83-190 591 0 0,-94 217-908 0 0,1 1 0 0 0,0-1 0 0 0,0 1 0 0 0,0 0 0 0 0,1 0 0 0 0,-1 0 0 0 0,1 0 0 0 0,0 0 0 0 0,0 0-1 0 0,0 1 1 0 0,0-1 0 0 0,0 1 0 0 0,0 0 0 0 0,1 0 0 0 0,-1 0 0 0 0,1 0 0 0 0,-1 1 0 0 0,1-1 0 0 0,0 1 0 0 0,0 0 0 0 0,0 0 0 0 0,-1 1 0 0 0,1-1 0 0 0,5 0-1 0 0,-9 1 10 0 0,0 1 0 0 0,0-1 0 0 0,1 0 0 0 0,-1 0 0 0 0,0 0 0 0 0,0 0 0 0 0,0 0 0 0 0,0 0 0 0 0,1 0 0 0 0,-1 1 0 0 0,0-1 0 0 0,0 0 0 0 0,0 0 0 0 0,0 0 0 0 0,1 0 0 0 0,-1 1 0 0 0,0-1 0 0 0,0 0 0 0 0,0 0 0 0 0,0 0 0 0 0,0 0 0 0 0,0 1 0 0 0,0-1 0 0 0,0 0 0 0 0,0 0 0 0 0,0 1 0 0 0,0-1-1 0 0,0 0 1 0 0,0 0 0 0 0,0 0 0 0 0,0 1 0 0 0,0-1 0 0 0,0 0 0 0 0,0 0 0 0 0,0 0 0 0 0,0 1 0 0 0,0 1 0 0 0,2 5-3 0 0,0 0 1 0 0,0-1-1 0 0,0 1 1 0 0,1 0-1 0 0,3 6 0 0 0,11 29 2 0 0,-9 12-35 0 0,-7-42 51 0 0,1 0 0 0 0,0 0 0 0 0,0-1-1 0 0,5 14 1 0 0,-7-24 9 0 0,1 0-1 0 0,-1 0 0 0 0,0 0 1 0 0,1 0-1 0 0,-1-1 1 0 0,1 1-1 0 0,-1 0 0 0 0,1 0 1 0 0,-1 0-1 0 0,1 0 0 0 0,0 0 1 0 0,0-1-1 0 0,-1 1 0 0 0,1 0 1 0 0,0-1-1 0 0,0 1 0 0 0,0 0 1 0 0,-1-1-1 0 0,1 1 0 0 0,0-1 1 0 0,2 1-1 0 0,-2-1-4 0 0,0 0 0 0 0,0 0 0 0 0,0 0 0 0 0,-1 0 0 0 0,1 0-1 0 0,0-1 1 0 0,0 1 0 0 0,0 0 0 0 0,0-1 0 0 0,0 1 0 0 0,-1-1 0 0 0,1 1-1 0 0,0-1 1 0 0,0 1 0 0 0,-1-1 0 0 0,1 1 0 0 0,0-1 0 0 0,-1 0 0 0 0,2 0 0 0 0,2-4 43 0 0,0-1 1 0 0,0 0 0 0 0,0 0 0 0 0,-1 0 0 0 0,3-6 0 0 0,0 0 36 0 0,1 1 1 0 0,11-16-1 0 0,-10 17-33 0 0,-1-1 0 0 0,9-18 0 0 0,0-1 77 0 0,-12 24-74 0 0,0-1-1 0 0,0 0 0 0 0,-1 0 0 0 0,3-10 1 0 0,-5 14-56 0 0,-1 0 0 0 0,1 1 0 0 0,-1-1-1 0 0,0 0 1 0 0,0 0 0 0 0,0 0 0 0 0,0 0 0 0 0,0 0 0 0 0,-1 0 0 0 0,1 1 0 0 0,-1-1 0 0 0,0 0 0 0 0,0 0 0 0 0,0 1 0 0 0,-2-5 0 0 0,1 4-9 0 0,1 0 0 0 0,-1 1 1 0 0,1-1-1 0 0,-1 1 0 0 0,0 0 0 0 0,0 0 1 0 0,0 0-1 0 0,0 0 0 0 0,-1 0 0 0 0,1 0 1 0 0,0 0-1 0 0,-1 1 0 0 0,0-1 0 0 0,-3-1 1 0 0,-1 1-26 0 0,0 0 1 0 0,-1 0 0 0 0,1 0-1 0 0,-9 0 1 0 0,-25-6-218 0 0,19 1 17 0 0,13 3 59 0 0,-1 1 0 0 0,0 0 0 0 0,0 0 0 0 0,0 1 0 0 0,0 1 1 0 0,0 0-1 0 0,-1 0 0 0 0,-9 1 0 0 0,5 2-1171 0 0,1 0 0 0 0,0 1-1 0 0,-20 8 1 0 0,15-5-2540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08:14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18019 2982 256 0,'0'0'-57'0,"0"0"46"0,-1 0-9 0,-1 0 10 16,1 0 50-16,-1 0-9 0,-1 0 15 0,1 0-8 15,-8 0 9-15,0 0-11 0,-2 0-7 0,2 0 1 16,0 0-2-16,6 0 8 0,-3 2-10 0,1-1 9 16,2 0-10-16,-4 1 4 0,4 0-6 0,0-1-6 0,3-1 1 15,-2 0-7-15,1 0 11 0,0 0-4 0,0 0 4 16,0 1-16-16,0 0 3 0,-1 0 3 0,1 0 0 16,0 1 8-16,-1-1 3 0,1 0-5 0,0 0 2 15,-1 0-14-15,1 0 6 0,-1 1-3 0,1-1 5 16,0 0-8-16,-1 0 6 0,1 0-2 0,0 1 3 15,-1-1-10-15,1 0 6 0,1 0 1 0,0 1 3 16,-1 1 7-16,1-1-3 0,0-1-9 0,0 0 5 0,1 1-16 16,0 0 3-16,1 0 0 0,0 1 3 0,2-1 14 15,1 2-18-15,14-2 12 0,1 4-13 0,1-3 15 16,1 2-10-16,-5-1 4 0,4-2-5 0,2-1 0 16,-4 11 2-16,6-3 1 0,-4-4 1 0,2-2 4 0,-1-1-6 15,2-1-3-15,-2 0 1 0,1 0 9 0,2 0-9 16,-2-1 8-16,4 0-9 0,-2 0-1 0,-3 0 6 15,-2 0-6-15,-4 2 8 0,-2-1-8 0,-1 0-2 16,-4-1 2-16,0 0-1 0,0 0 1 0,-3 0 7 16,3 1-2-16,-3-1 2 0,-2 0-12 0,2 1 7 15,0 0-2-15,-4-1 4 0,0 0-4 0,0 0-3 16,0 0-3-16,2 0 1 0,-1 0-5 0,1 2-8 0,-1-2 3 16,0 0-6-16,1 0-18 0,-2 0-35 0,0 0-22 15,0 0-4-15,0 0-78 0</inkml:trace>
  <inkml:trace contextRef="#ctx0" brushRef="#br0" timeOffset="351.04">17936 3178 691 0,'0'0'4'0,"0"0"-22"16,0 0 9-16,0 0-11 0,0 0 9 0,0 0 13 16,0 0-2-16,0 1 4 0,2 0-11 0,-1 0-13 15,0 0-3-15,1 1-2 0,1 0 1 0,4 3 14 16,3 0 8-16,0 0 1 0,1 0 29 0,0-2 11 15,-3 0 3-15,3-1 3 0,-3-1 16 0,1 0-3 16,1-1-4-16,-1 0 0 0,3 0-17 0,0 0-12 16,0 0-3-16,1 0-3 0,1 0-3 0,1 0-10 15,1 0 4-15,0 0-8 0,0 0-2 0,1 2-6 16,-2-1 5-16,2 0-6 0,-1 0-24 0,-1 2-72 0,4-1-62 16</inkml:trace>
  <inkml:trace contextRef="#ctx0" brushRef="#br0" timeOffset="12861.26">4694 7939 6 0,'0'0'0'15,"0"0"37"-15,0 0 8 0,0 0 20 0,0 0 7 0,0 0-29 16,0 0-1-16,0 0-14 0,0 0-3 0,0 0 0 15,0-1-15-15,0 0 8 0,0-1-11 0,0 1 9 16,0 0-15-16,0 0 5 0,0 0 2 0,0 0 0 16,0-1 4-16,0 1-12 0,0 1 7 0,0-1-7 15,-1 0 7-15,0 1 1 0,0-1 0 0,0 1 1 16,-1-1 8-16,1 1 0 0,0 0 4 0,0 0-1 0,0 0 20 16,0 0-25-16,-1 0 12 0,1 0-15 0,0 0 7 15,0 0-8-15,0 0-4 0,-1 0 1 0,1 0-4 16,0 0-5-16,0 0 4 0,0 0-3 0,0 0 10 15,-1 0-9-15,1 0 6 0,0 0-7 0,0 0 3 0,0 0 9 16,0 0-6-16,-1 0 8 0,1 1 0 0,0 0-5 16,0 0 4-16,0 0-3 0,1 0 8 0,0 1-10 15,-2-1 0-15,2-1-4 0,-1 0 7 0,1 0 1 16,0 1-3-16,0-1 1 0,-1 1-6 0,0-1 2 16,0 1 2-16,0-1-2 0,-1 0-2 0,1 1-7 15,0 1 3-15,0-1-5 0,0 0 5 0,0 0 1 16,-1 0 0-16,1 1-1 0,0-1 9 0,0 0-10 0,0 0 5 15,0 0-6-15,-1 0 20 0,1 1-12 16,0-1 3-16,0 1-7 0,0 0-2 0,-1 1 4 0,1-1-2 16,1-1 4-16,-1 3-2 0,0-1-5 0,0 1 3 15,1-2-3-15,-1 2 4 0,1-2 3 0,0-1-5 16,0 2 4-16,-2-1-9 0,1 0 4 0,0 1 0 0,1-1 2 16,0-1 6-16,0 0-4 0,0 1 1 0,0-1-4 15,0 0-11-15,0 0 9 0,0-1-3 0,0 0 4 16,0 0 2-16,0 0-6 0,0-1 5 0,1 0-5 15,0 0 16-15,1-1-18 0,-2 1 11 0,0 0-12 16,0-1 12-16,0-1-5 0,0 1 0 0,0 0-1 16,0-1 2-16,1 1 5 0,0 0-9 0,0-1 6 15,0 1-3-15,0 0-4 0,1-1 4 0,-2 2-6 0,0-1 7 16,1-1 6-16,-1 2 0 0,1-1 0 0,-1 1-15 16,1-2 8-16,-1 2 0 0,0 0 3 0,1-1-2 0,1-1 10 15,-1 1-5-15,0 1 9 0,0 0 8 0,0-1-7 16,0 1-1-16,1 0-4 0,-1 0-11 0,-1 0 0 15,0-1 7-15,1 1-5 0,-1 0 7 0,0 0-4 16,0 0-7-16,0 0 2 0,0-1-6 0,0 1 9 16,0 0 0-16,0 0 3 0,0 1-3 0,0 0-3 15,0 0 0-15,0 0 0 0,0 0 6 0,0 0-4 16,0 0 3-16,0 0-2 0,0 0 15 0,0 1-13 16,0 0 5-16,0 0-8 0,0 1 14 0,0-1-17 15,0 0 11-15,0 0-13 0,0 1 13 0,0 1-9 0,0-2-1 16,-1 4-1-16,0 2-3 0,1-1 4 0,0 0 0 15,-2 2 1-15,2-1 1 0,0 1 0 0,0 0 0 16,0 2 0-16,0-2-2 0,0 0 9 0,0 2-9 16,0-2 9-16,0 2-9 0,0 0-1 0,0 0 1 0,-1 3-3 15,0-1 3-15,0 2-3 0,0-1 8 0,0 2-6 16,-1-1 1-16,1 1 6 0,0-1-9 0,0 1 7 16,-2 3-7-16,2-2-2 0,0 2 8 0,0-2-3 15,0 2 0-15,0-3 1 0,-1 0-6 0,2 0 5 16,0-4 0-16,0 0 4 0,0-1 2 0,0 1 0 15,0 1-9-15,0 0-1 0,2-1 4 0,-1 1-1 16,0 1 3-16,1 0-1 0,-1 0-6 0,2 0 5 0,-1 0 3 16,1 0 0-16,-1 1-1 0,0-2-2 0,1 0-7 15,0 0 11-15,-1 0-2 0,1 0 4 0,-1-2-14 16,0 1 6-16,1-2 0 0,-1-2 2 0,1 2 7 0,-1-2-5 16,1 1-2-16,1 0 1 0,-1-1-1 0,2 3-3 15,-2-6 5-15,0 2-5 0,-1-1 0 0,0-3 6 16,0 2-8-16,-1-2 8 0,1 2-6 0,0-2 6 15,-1 0 1-15,-1 0 2 0,0-1-4 0,0 0 0 16,0 0-2-16,2 1 0 0,1 1-1 0,-1-1-3 16,0 0 1-16,1 1-2 0,-2-1 2 0,0-1 8 15,0 1-5-15,0-1 4 0,0 0-13 0,1 0-9 16,-1 0-9-16,0 0 1 0,0 1-34 0,0-1-84 0,1 0-4 16,-1 0-46-16,0 0-176 0</inkml:trace>
  <inkml:trace contextRef="#ctx0" brushRef="#br0" timeOffset="13898.45">4550 8984 124 0,'0'0'40'0,"0"0"-6"0,-2 0 14 16,1 0 7-16,0 0-17 0,0 0-21 0,0 0-9 15,0 0 0-15,-1 0-2 0,1 2 15 0,0-1-2 16,0 0-1-16,0 0 0 0,0 0-5 0,-1 0 4 16,1 1-5-16,0-1 3 0,0 0-7 0,0 0 11 15,-1 0 1-15,1 1 3 0,0-1 11 0,0 0-10 16,0-1 6-16,0 0-7 0,-1 1 0 0,1-1-1 0,0 0-4 15,0 0 1-15,0 1-7 0,0-1-12 16,-1 0 1-16,1 0-3 0,0 1 13 0,0-1-8 0,0 2 6 16,1-1-8-16,0 0 3 0,0-1 0 0,0 1-1 15,0-1 0-15,0 1-5 0,0-1 4 0,0 1 0 16,0-1 4-16,0 0 11 0,0 0-9 0,0 0 4 16,0 0-5-16,1 0 5 0,0 0-1 0,0 0 1 0,0 0-1 15,2-1 5-15,-1 0-13 0,0 1 7 0,4-2-7 16,1-2 9-16,2 1-3 0,0-2-6 0,0 1 3 15,1 0-6-15,-1-1 2 0,3 0 3 0,-1 1-2 16,3-3 3-16,-1 1 6 0,-3 1-5 0,5-2 4 16,-3 1-11-16,0 0 11 0,0 0-1 0,-2 0 3 0,0 2-13 15,3-3 12-15,-2 0-12 0,2 0 13 0,4-2-12 16,-3 1 5-16,0 0 4 0,-2 1 0 0,-2 0 3 16,2 0-10-16,-1 0 1 0,-1 0-3 0,2-2 9 0,-4 3-11 15,2 5 9-15,-2-3-10 0,1-8 3 0,2 4 2 16,-2-2-5-16,2 2 4 0,-3 3 2 0,0-1 0 15,1 2 1-15,-2-2-1 0,-3 0-4 0,1 0 3 16,0 1 1-16,-2 3 0 0,1 1-8 0,-1 0 8 16,0-1-4-16,-1 1 6 0,2-1-5 0,-2 1 0 15,-1 1-3-15,2-1 2 0,-2 1 7 0,1-2-9 16,-1 2 7-16,0 0-7 0,1 0 11 0,-1 0-15 16,0 0 4-16,1-2-6 0,1 0 15 0,-1 1-13 0,0-1 2 15,-1 0-8-15,1 0-3 0,-1-1-14 0,0 2-5 16,0 0-5-16,0-1-36 0,1-1-171 0</inkml:trace>
  <inkml:trace contextRef="#ctx0" brushRef="#br0" timeOffset="14545.54">4757 9120 169 0,'-2'0'53'0,"1"0"-8"0,0 0 37 0,-1 1 0 16,-1-1-10-16,-6 3-28 0,1 1-12 0,-2 1 0 16,7-3-4-16,-2 1 3 0,2 2-8 0,-3 2 0 15,0 3-3-15,2-3-9 0,2-4-9 0,0 2 3 16,0-3-5-16,1 1 5 0,0-1 6 0,0 0 5 0,0 1 0 15,1-1 6-15,0-1 1 0,0 0 0 0,-1 1 1 16,-1-1 2-16,2 0-7 0,0 0 0 0,0 0-2 16,0-1 4-16,0 0-6 0,0 0-6 0,0 0 0 15,0 0-9-15,0 0 4 0,0 0 3 0,0-1 1 16,0 0 1-16,0 0-6 0,2 0 1 0,-1-1-4 16,1 1 4-16,-1 1-2 0,10-5 0 0,2 0 0 15,-1-1 4-15,2-1-2 0,1 0 4 0,1-2-5 0,1 1 0 16,-2 0 4-16,0-1-2 0,1-2 3 0,-1 9 3 15,1-10 0-15,1 0 3 0,-3 0-3 0,0-1-3 16,0 2-8-16,0-1 2 0,-1 1-2 0,-1 2 17 0,-1-1-16 16,-2 2 5-16,2 1-9 0,-2-1 5 0,-1 2 6 15,-1 0-3-15,0 0 2 0,-1 3-15 0,-1-1 13 16,0 2-5-16,-3-2 6 0,2 2-15 0,-2 0 15 16,1-1-11-16,-1 3 12 0,1-1-9 0,-2 1-3 15,0-1 5-15,1 0-5 0,0-2 6 0,0 1-4 16,1 0-4-16,-1 1-3 0,-1-1-12 0,0 1-6 15,1 0 0-15,-1 0-6 0,0 0-31 0,0-1-51 16,0 1-4-16,0 0-17 0,1 1-36 0</inkml:trace>
  <inkml:trace contextRef="#ctx0" brushRef="#br0" timeOffset="15780.75">5005 9067 369 0,'0'0'42'0,"-1"0"45"0,-1 0-1 16,1 0-30-16,0 0 5 0,0 0-14 0,0 0-11 16,0 0 1-16,-1 0-7 0,1 0 6 0,0 0-14 15,0 0 0-15,0 0-4 0,-1 0 3 0,1 0-7 0,0 0 2 16,0 0 0-16,0 0-1 0,0 0-1 0,-1 0 18 15,1 0-6-15,0 0 9 0,0 1-6 0,0 0-1 16,0 0 6-16,-1 0-5 0,1 1-7 0,-1-1-4 16,1 0-4-16,-1 0 1 0,1 0-11 0,0 2 8 15,0-1-10-15,0 0 9 0,-3 5-14 0,1 0 4 16,0-1 1-16,1 4 1 0,1-3 2 0,0 2-5 16,1 2 6-16,0-5-6 0,0 3 7 0,0-2-5 15,1 4-1-15,0-2 1 0,0-1 7 0,2 2-10 16,-2-6 8-16,2 4-8 0,2 1 11 0,0-2-4 0,1 2-4 15,-2-2 0-15,1 1-4 0,0-1 12 0,2 3-7 16,-3-3 9-16,2 0-12 0,-5 1 1 0,6-3 5 16,1 5-2-16,-1-2 13 0,1-1-12 0,0 0 8 15,1 1-9-15,3-1 10 0,-1 0 3 0,1 0-5 0,-3 0 5 16,2 0-9-16,-1-1-2 0,2 0 1 0,0 0-1 16,2 0 8-16,-2 0-6 0,-1 0 2 0,2 0-5 15,-6 1 2-15,4-1-8 0,3 1 8 0,-3-2-8 16,4 1 8-16,-2 0-11 0,0-1 2 0,-2 0-3 15,1 1 12-15,1-2-4 0,-2 0 1 0,2-1-2 16,0 1 5-16,-2-2-10 0,0-1 4 0,1 1-5 0,-2-1 13 16,1 6-5-16,1 0 1 0,-1-2-4 0,1-2-1 15,0-1-2-15,1 0 2 0,1-1-4 0,0-1 4 16,-2 0 1-16,0 0-1 0,2-1 2 0,-1-1 4 16,1 0-5-16,1 0 4 0,-2-1-5 0,2 1-5 0,1 0 6 15,0 0-6-15,1 0 7 0,-3 0-2 0,-1 1 0 16,-2-1 7-16,2 1-4 0,0 0-2 0,1-1-3 15,0-1-1-15,-2 1 1 0,-1 0 3 0,-1-1 6 16,0 1-10-16,0 0 6 0,0-1-9 0,-1 1 5 16,-1 0 2-16,-1-1-1 0,0 1 0 0,1-1 3 15,-3 1-3-15,2-1 4 0,1-1-1 0,-3 2-4 16,2-2 2-16,-1 2-4 0,0-1 0 0,-1 1 2 0,-2 1 1 16,2-1 1-16,-1-1 6 0,0 0-8 0,1-1-4 15,-1 2 0-15,-2 1 3 0,1-2 2 0,0 2 2 16,-1 0-2-16,2-1 0 0,-2 0 2 0,0 1 3 15,0-2-2-15,0 0-3 0,-1 0 0 0,0 2 0 16,3-2 1-16,-2 2 1 0,-1-2-2 0,3 0-1 16,-3 1-1-16,1 0 1 0,1 0 1 0,-1 0-3 0,-1 0 3 15,2 1 4-15,-1-1-3 0,0 1 0 0,0 1-1 16,0-1 0-16,-1 1-2 0,0-1 2 0,2-2-1 16,-3 2 1-16,1-1 7 0,1 0-4 0,-1-1 3 15,-1 2-9-15,3-4 4 0,-1 1-4 0,-1 0 5 16,2-2-1-16,-2 3-5 0,0-4 4 0,0-2-4 15,0 4 4-15,-1-4 0 0,0 2 1 0,0 4 1 16,0-1 4-16,0 1-9 0,0-1 2 0,0 1-3 0,0 0 11 16,0 1-7-16,0 0 5 0,0-1-7 0,0 2 3 15,-1-1 2-15,0-1-4 0,0 1 2 0,0 1-6 0,-1 0 6 16,1-1 1-16,0 1 2 0,0 0-4 0,0 0-2 16,-1 0 3-16,1 0-2 0,0-1 2 0,0 1-3 15,0 1 0-15,0 0 0 0,-1 0 8 0,1 0-4 16,0 0 1-16,0 1-2 0,0 1-2 0,0-1 2 15,-1 0-3-15,1 0 2 0,0 0 0 0,0 2 3 16,0-1 1-16,-1 0-1 0,1 2-8 0,0 1 2 16,0-1 1-16,0 1 1 0,0 2 11 0,-1-1-9 15,2-1 3-15,-1 0-5 0,1 0 1 0,0-1 1 16,0 2-2-16,0-3 1 0,0-1 2 0,0 2-2 0,0-2 4 16,0 0-4-16,0 0 0 0,0 0 1 0,1 1-4 15,1-1 2-15,-1 0-2 0,0-1 2 0,0 1 2 16,0-1-1-16,0 0 9 0,1 0-9 0,-1-1 4 15,0 0-4-15,1 0 3 0,1 0-2 0,-1 0 0 16,0-1 0-16,1 0 5 0,-1 0-5 0,-1-1 3 16,0 0-3-16,1 0 13 0,1-6-10 0,0 0 2 0,-2 4-5 15,1-4-7-15,-1 2 10 0,-1-3-1 0,0 4 5 16,0 0-7-16,-1-2-1 0,0 0 0 0,0 2 0 16,0 2 2-16,-1 0 7 0,0 1-9 0,1 2 9 15,-5-4-9-15,-1 1 0 0,1 0 2 0,-1 2-3 16,1 1 0-16,-1 0-8 0,1 1 4 0,1 1-8 0,2 0-12 15,2-2-87-15,0 8-69 0,-5 2-25 0,1 1-405 16</inkml:trace>
  <inkml:trace contextRef="#ctx0" brushRef="#br0" timeOffset="19417.43">4156 9363 528 0,'-1'0'30'0,"-1"0"-8"0,1 0 22 16,-1 0 14-16,-2 0-13 0,-4-2 10 0,1 1 5 16,-2-2-3-16,0 2 3 0,-1-1-7 0,0 0-8 15,0 1-1-15,0 0-3 0,0 0-8 0,-1 0-12 16,2 1-1-16,1 0-3 0,-2 0 6 0,3 0-11 0,-1 0 2 15,0 0-6-15,-2 0 2 0,3 0-4 0,-1 1 5 16,1 0-5-16,0 1-4 0,0 2 7 0,-1 1-6 16,1 1 7-16,-3-1 3 0,0 7-14 0,-1 1 8 0,4 4-9 15,-3-2 11-15,1 3 2 0,1-1-6 16,-2 0 3-16,2 0-9 0,1 0 1 0,0 0-1 0,1 1 1 16,0 0 6-16,5 0-3 0,-1 1 0 0,-10 2-1 15,6-2-1-15,4 2-4 0,2-1 4 0,2 2-3 16,1-2 9-16,2 0-5 0,2-2-1 0,1 1-1 15,-1-1 3-15,1-1-4 0,0 2 6 0,-2-7-6 16,2 2-2-16,-1-3 9 0,0-2-5 0,-1-1 7 0,-4-1-4 16,8-2 2-16,-1 2 2 0,0-3-1 0,-1-1 8 15,0 0-9-15,0-2 2 0,0 5-3 0,0-2 10 16,-1 0-8-16,2-1 3 0,-1 0-5 0,0-3 3 16,1 0-5-16,-1 0 1 0,1-1-2 0,-2-1-1 15,2 0-1-15,-4 0-2 0,1-1 0 0,0 1-15 0,-1 0-8 16,0-1 1-16,-1 1-4 0,-1 1 0 0,0 0-17 15,1-6-5-15,-1-3-5 0,2 0-33 0,0-1-57 16,-1 0 1-16,1-2-24 0,0 3-46 0</inkml:trace>
  <inkml:trace contextRef="#ctx0" brushRef="#br0" timeOffset="19835.33">4351 9779 866 0,'-1'0'128'0,"0"0"-155"0,-1 0 149 0,0 0-77 16,0 0-20-16,-1 0-13 0,1 0-3 0,0 0-2 16,0 0-2-16,1 0-1 0,0 0 3 0,0 0-1 15,0 0 12-15,0 0-16 0,1 0 3 0,0 0-7 16,0 0 2-16,0 0 15 0,0 0-8 0,0-1 9 0,1 0-14 15,0 0 17-15,0 0 0 0,0-1 6 0,0 1 10 16,-1 0-12-16,2 0 5 0,-1 1-8 0,0 0-3 16,0 0-3-16,0 0 0 0,1 0-2 0,-1 1-4 15,0 0-2-15,0 0-3 0,-1 1 1 0,7 13 0 0,1 5-4 16,-2-2 3-16,0 4-3 0,0-1 8 0,-2-1-4 16,-1 0-4-16,-1-2 2 0,1-2 1 0,-1-1-6 15,-1 0 5-15,0-4-5 0,1 1 13 0,-1-1-10 16,0-1 2-16,-1 0-6 0,0-1 7 0,0-2-1 15,0-1 1-15,0 0-2 0,0-1-1 0,0-2-9 16,0-1 3-16,0 0-7 0,0 0-7 0,0 0-26 16,0 1-3-16,0-1-12 0,0-1-45 0,0 0-7 0,0 1-21 15,0-2 11-15,0 0-43 0,0-2-40 0</inkml:trace>
  <inkml:trace contextRef="#ctx0" brushRef="#br0" timeOffset="20183.47">4525 9702 881 0,'0'0'35'16,"0"0"-3"-16,-1 0 9 0,0 0 2 0,-1 0-13 0,2 0-23 16,0 0 4-16,0 0-8 0,0 1 9 0,0 0 7 15,0 0 5-15,0 0 0 0,0 1-1 0,0-1-10 16,0 0-6-16,0 0 5 0,0 1-6 0,2 3 3 15,-1 3 4-15,0 1-1 0,0-1 3 0,0 1 5 0,2 4-5 16,-2-2 2-16,1 1-2 0,-1 0 6 0,1 0 4 16,-1-1-2-16,0-1 1 0,0 1-11 0,0-2 5 15,2 2-2-15,-1 0 3 0,0-1-10 0,1 1 0 16,-2-1 0-16,1 3 0 0,-1-1-7 0,1 1 5 16,-1 0-5-16,0-1 6 0,-1-1-4 0,0 0-9 15,0-2 5-15,0 0-5 0,0-2 14 0,0 0-9 16,0-3-6-16,0 0 0 0,0-2-10 0,0 0-11 15,0 0-1-15,0 0-6 0,0 1-28 0,0-2-10 16,0 0-5-16,0-1 1 0,-1-1-13 0,0 0-46 0,1-2 2 16,-5-14-20-16,2 0-31 0</inkml:trace>
  <inkml:trace contextRef="#ctx0" brushRef="#br0" timeOffset="20584.47">4366 9746 318 0,'-1'0'71'0,"0"0"4"16,-1 0 3-16,-3 0-9 0,-3-1-14 0,3 1-5 15,-1-1-31-15,1 0-2 0,3 1-8 0,0 0 6 0,-1 0 28 16,1 0-2-16,0 0 10 0,0 0-8 0,1 0-20 15,0 0 3-15,0-1-10 0,0 0-2 0,-1 1 7 16,1 0 3-16,0 0 0 0,0 0 7 0,0-2 10 16,1 2-4-16,0-1 6 0,0 0-14 0,0 0-6 15,0 0-7-15,0-1 3 0,0 0-3 0,1 0-5 16,0-1 2-16,0 1-5 0,0 0-11 0,-1 1 8 16,4-4-3-16,-3 1 6 0,5 0-2 0,0-1-5 15,2 0 3-15,-1-1-4 0,0 2 7 0,2-3-1 0,-1-1 3 16,1 0-1-16,-1 0-1 0,2 1-1 0,-1 0 0 15,1 0-1-15,-1 1-5 0,-1-1 5 0,0 0-3 16,1 1 5-16,-1 0-9 0,0 1 5 0,-1 2-3 16,-1-2 4-16,0 2-4 0,-1-1 0 0,1 2 0 0,-3-1 0 15,2 1-11-15,-2 1-15 0,0 0-9 0,0-2-4 16,0 2-46-16,0-1-331 0</inkml:trace>
  <inkml:trace contextRef="#ctx0" brushRef="#br0" timeOffset="22635.48">4719 7841 21 0,'0'0'10'0,"0"0"-1"15,0 0 10-15,0 0 7 0,0 0-3 0,0 0 1 16,0 0-24-16,0 0 3 0,0 0-7 0,0 0 4 15,-1 0 2-15,0 0-3 0,-1 0 2 0,1 2-3 16,0-1 2-16,-1 0 0 0,-1 0 1 0,1 0 6 16,0 0-6-16,-1 1 1 0,1-1-3 0,0-1 3 0,-2 0-7 15,-2 1 8-15,5-1-9 0,-4 0 11 0,1 0-13 16,0 0 6-16,-2 1-8 0,2 0 4 0,-1 1-12 16,0-1-2-16,0 1 1 0,1 0 19 0,-2 2-4 15,0-1 7-15,0 1-4 0,0 0 9 0,2-1 19 16,-2-2 1-16,1 5 6 0,0 0 5 0,2-1 1 15,-1-1 1-15,2 0 1 0,-1-1 8 0,2 0-14 0,0-1 4 16,1-1-6-16,-1 0-3 0,1 1-2 0,0-1-6 16,-2 1 2-16,-1 1-15 0,1-1 14 0,1 0-7 15,0-1 10-15,-1 1-2 0,1-1-4 0,0 0 1 16,0 0-3-16,1 0-3 0,0 0-10 0,0 1 3 0,0-1-4 16,0-1 15-16,1 0-4 0,0 0 2 0,0 0-4 15,1 0-1-15,-1 0 9 0,0 0 3 0,0 0 0 16,0 0 8-16,0 0-4 0,-1-1-9 0,0-1 5 15,0 1-3-15,0 0-6 0,0 0 4 0,0 0-7 16,0 0 6-16,0-1-15 0,0 1 12 0,0 0-13 16,0 0 12-16,0 0-5 0,0 0-1 0,0-1-1 0,-1 0-8 15,0 0 10-15,0-1-7 0,0 1 9 0,1 1-3 16,-3-5-5-16,1 0 7 0,-2-1-5 0,2 0 11 16,0 1-7-16,-2-2 2 0,2 0-5 0,-2-3-9 15,2-2 8-15,0 1-2 0,-1-2 6 0,2 0-2 16,1-4-4-16,0 2-4 0,1-2 1 0,0 0-1 0,2 0 1 15,0-3 3-15,1 2-1 0,1 1 7 0,-1-1-7 16,1 1 3-16,1 0-6 0,0 0-6 0,1 2 10 16,0-1-4-16,1 1 5 0,2 1-8 0,0-1 7 15,-8 1-4-15,13 1 6 0,-1-1-5 0,-1 1-5 16,-2 1 5-16,3 0-4 0,-2 1 11 0,1 0 0 16,-1 0-4-16,-1 1 1 0,1-2-4 0,3 2 2 15,-3-2 4-15,1 1-2 0,-1 2-2 0,-4 2-3 16,2 3-3-16,-3 0 2 0,-1-1 7 0,-2 3-5 0,2-1 3 15,-2 2-3-15,1 1 5 0,-1-2-7 0,1 1-1 16,0 0-1-16,-1-2 9 0,0 2 0 0,-2 1-1 16,2-2-1-16,1 0-4 0,-2 0 5 0,1 1-4 15,-2 1 5-15,1-1-6 0,0 0 0 0,0 0 4 0,1 0-4 16,-2 1 3-16,1-1-3 0,-2 2 2 0,0 0-2 16,0 0 3-16,0 0-12 0,2-1-4 0,-1 0-5 15,0 1-25-15,1 0-97 0,-2 0-14 0,0 0-39 16,0 1-140-16</inkml:trace>
  <inkml:trace contextRef="#ctx0" brushRef="#br0" timeOffset="23103.15">4878 6840 494 0,'-1'0'32'0,"-1"0"41"0,0-2-3 0,0 1-30 0,-1 0 2 16,1 0-13-16,0 0-7 0,0-1 10 0,1 1 7 15,0 0-1-15,0 0 14 0,0 0-5 0,0 0-3 16,-1-1 2-16,1 1-2 0,0 0-2 0,0 0 1 15,0 0-2-15,0 1-7 0,-1 0-9 0,1 0 2 0,0-1-5 16,0 1 1-16,0 0-7 0,-1 0 3 0,2 0-4 16,0 0-7-16,0 0-6 0,0 1 3 0,0 0-2 15,0 1-3-15,3 6 2 0,2 5-6 0,-1 2 5 16,1-1 4-16,2 3-4 0,-1 0-1 0,1 2-1 16,1 1-3-16,0 0 6 0,2 3 2 0,-1 3 0 15,1 0-4-15,-1 1 2 0,0 1 0 0,0-1 1 0,-1 2-8 16,0-1 8-16,0 0-5 0,-2-4 7 0,0-1-5 15,-1-3 5-15,-2-5-5 0,1-1 3 0,-2-4-5 16,-1-2 1-16,1-2 1 0,-1-2 0 0,0 1 0 0,-1-3-5 16,0 1-2-16,1-1-3 0,0 1-16 0,0-1-5 15,1 0-11-15,-1-1 1 0,-1 1-63 0,0-1-28 16,0 0-3-16,0-1-6 0,0-1-5 0,0 0-41 16</inkml:trace>
  <inkml:trace contextRef="#ctx0" brushRef="#br0" timeOffset="23469.67">5049 6738 938 0,'0'-1'31'0,"-1"0"-6"0,0 0 5 0,0 0 5 16,0 0-16-16,0-2-15 0,-1 1-4 0,1-1 5 0,0 1-3 15,0 1 4-15,0 0-6 0,-1 0 0 0,1-1-1 16,1 1 6-16,0 0 2 0,0 0-1 0,0 0 3 16,0 0-2-16,0-1-4 0,1 2 7 0,1 0-3 15,-1 0 19-15,0 0-10 0,0 2 2 0,0-1-4 16,1 0 9-16,-1 1-2 0,2 4-4 0,7 8 0 16,-1 1-14-16,0 2 5 0,0-2-7 0,-1 2 5 15,1-1-10-15,2 2 8 0,0-1 0 0,-1 1 2 0,1 0-10 16,-2-1 7-16,0 1-1 0,2 1 3 0,-2 0-5 0,0-1-4 15,-2-1 6-15,-1-1-3 0,0 2 8 0,-2-4-7 16,1 1-3-16,-2-2-1 0,1 0 8 0,-2-2-4 16,0-4 1-16,-1-2-5 0,-1-4-5 0,1 1-35 15,0 1-4-15,0-1-15 0,0 0-63 0,1-1-37 16,-1 1-22-16,-1-2-3 0,1-2-75 0</inkml:trace>
  <inkml:trace contextRef="#ctx0" brushRef="#br0" timeOffset="23920.44">5285 6860 605 0,'-2'0'198'0,"1"0"-246"0,0 0 227 0,-1 0-120 15,-1 0-37-15,2 0-12 0,-1 0 0 0,-2 0-4 16,2 0-5-16,0 0 2 0,-1 0 2 0,2 1 0 15,0 0 5-15,0 0-3 0,0 0-3 0,-1-1 3 16,1 0 3-16,0 0 5 0,0 0 5 0,1 0-1 16,0 0-1-16,0 0 7 0,0 0 0 0,0-1 4 15,1 0 8-15,0 0-20 0,0-2 4 0,1-6-8 0,7-5 6 16,2 0-7-16,3 1 6 0,-4-4-4 0,3 3 8 16,2-1-2-16,-3-4-3 0,2 3 3 0,2-1-2 0,0 2-4 15,2 1-1-15,-1 0-1 0,2-3-4 0,-1 3-6 16,3 2 5-16,0 1-5 0,0 4-2 0,3-2 3 15,-2 3-7-15,5 2 8 0,-2-2-2 0,-3 0 0 16,1 1-1-16,-8 3 0 0,5-10-1 0,0 4 4 16,0 2-2-16,1 0 4 0,-3 1-3 0,-1 1-4 15,0 0 5-15,-2 1-5 0,0-1 6 0,-1-1 2 16,-2 2-7-16,0-1 4 0,1 2-4 0,-4 0-6 16,1-1 7-16,-2 2-5 0,-1 0 14 0,-1 0-7 0,0 1-2 15,-3 0-1-15,1 0-3 0,-1 0 1 0,0 0 2 16,-2 0-1-16,1 0 4 0,1 0-4 0,-1 0 2 15,0 0-4-15,-1 0-5 0,1 0-40 0,-1 0-26 16,0 0-11-16,0-1-150 0</inkml:trace>
  <inkml:trace contextRef="#ctx0" brushRef="#br0" timeOffset="24556.31">4358 5825 315 0,'-1'0'50'16,"0"0"3"-16,-11-3 32 0,-9-1-16 0,3-1 5 16,5 3-11-16,0-2-24 0,3 2 2 0,-2-1-8 15,1 2 7-15,-2 0-4 0,-2 1 0 0,1 0-2 16,1 0-4-16,-1 1-2 0,2 2-6 0,-2 0 3 16,-1 2-9-16,1 1 3 0,-2 1 2 0,2 1-1 0,1 0-6 15,-1-3 1-15,0 10-4 0,1 3 5 0,-1-1 1 16,2 5 1-16,1-1-6 0,0 2 2 0,2 3-9 15,0 0-5-15,3 2 4 0,1 2-4 0,1 0 10 16,2 0-8-16,0-1 1 0,-13 0-3 0,7-4 7 0,3 0-5 16,4-3 6-16,1-2-7 0,0 1-1 0,2-1 0 15,3 0 3-15,0-2-1 0,0-2 0 0,0 1 1 16,1-2 1-16,1 0 3 0,0-2 9 0,2-1-2 16,-1 0-3-16,-3-4 2 0,6 2-2 0,2-3 7 15,1 0 0-15,0-4 1 0,2 2-11 0,-1-3 5 16,2 9-8-16,0-4 7 0,0-5-17 0,-1-2-1 15,1 0 6-15,0-1-4 0,1-3 1 0,-1 0-10 16,1-2-10-16,1-1 2 0,0-3-20 0,1 0-15 0,-3-1 0 16,2 9-15-16,-2-13-86 0,1-1-180 0</inkml:trace>
  <inkml:trace contextRef="#ctx0" brushRef="#br0" timeOffset="25438.81">4417 6463 330 0,'0'0'55'0,"0"0"-3"0,-1 0 56 16,-1 0-21-16,1 0 9 0,0 0-45 0,0 0-17 16,0 0 12-16,0 0-14 0,-1 0 2 0,1 0-16 15,0 0 0-15,0 0-4 0,0 0 0 0,-1 0-10 0,1 0-2 16,0 0-1-16,1 0 2 0,0 0 14 0,0 0-5 15,0 1 7-15,0-1-7 0,0 0 18 0,0 0-3 16,0 0 6-16,1 0-11 0,0 0 3 0,1 0-1 16,-1-1 2-16,0 0 1 0,0-1-2 0,2-3 1 0,6-10 0 15,-1-2-3-15,-1-2-9 0,0 1-2 0,-1 0-2 16,0-2-10-16,-1 1 5 0,-2 0-3 0,1-1 5 16,-2 3-3-16,1-1-3 0,-2 0 2 0,0 4-2 15,-1-2-2-15,0 4 2 0,0-1-1 0,0 3 2 16,0-1-2-16,0 4 1 0,0 2 1 0,0-1 1 15,0 3-4-15,0-1 0 0,0-2-3 0,0 4 4 16,0-1 4-16,0 0 1 0,0 2 1 0,0 0-2 0,0 0-10 16,0-1 6-16,-1 1-3 0,0 1 4 0,1 0-6 15,0 1 3-15,0 2 1 0,-2 7 0 0,1 9 1 16,1 2 0-16,0-2-1 0,0 2 1 0,0-3 5 0,0 0-6 16,1-1 1-16,1 1-3 0,0-2 3 0,0 0 6 15,1-1-6-15,-1-2 4 0,1-1-9 0,1-2 7 16,0 0 4-16,-1-4-1 0,2 1-5 0,-2-3 0 15,-2 0-3-15,8-2 3 0,0-1 1 0,-1 5-2 16,2-1 5-16,0-2-4 0,0-1 9 0,0-2-8 16,1-2 4-16,1-1-5 0,2-3 6 0,-1-1-6 15,1 6 2-15,-1-13-2 0,-2 0 5 0,1 0-2 16,-1-1-1-16,-2 1 0 0,-2-1-2 0,0 1-1 16,-3-1-1-16,2 3 1 0,-2-1 4 0,0-4-2 0,2 5 2 15,-1-4-3-15,-2-1 7 0,1 4-9 0,-3-4 2 16,0 0-4-16,10 1 2 0,-6 1 6 0,-1 3-4 15,-3 2 4-15,0 0-5 0,-1 3-2 0,0-2 3 16,0 3-2-16,0-1 2 0,0 4 6 0,0 1-6 0,0 0 6 16,0-1-10-16,0 1 4 0,0 1 3 0,0 0 1 15,0 0-4-15,0 1 4 0,0 1-4 0,0 1 4 16,0 10 1-16,3 14 4 0,-2 3 3 0,1 5-1 16,3 3-5-16,0-2 0 0,0 0-6 0,4-1 4 15,0-1-4-15,2 1 3 0,2-1 2 0,1-2-2 16,-1-3-11-16,1-3 12 0,-13-4-4 0,15-6 6 0,1 0 0 15,1-4 10-15,0-4-8 0,2-5 7 0,0 10-4 16,3-7-4-16,1-7 3 0,5-8-8 0,2-5-30 16,5 5-35-16,-1-19-15 0,1-4-14 0,2-3-151 0</inkml:trace>
  <inkml:trace contextRef="#ctx0" brushRef="#br0" timeOffset="32610.93">12036 7156 256 0,'0'0'-43'0,"0"0"38"0,0 0 12 0,0 0 6 16,0 0 44-16,0 0-10 0,0 0-8 0,-2 0-9 15,1-1 5-15,0-1-13 0,0 1-2 0,0 0 9 0,0 0-8 16,-1 0 5-16,1 1 8 0,0 0-3 0,-1 0 5 15,-1 0-4-15,1 0 2 0,0 0-7 0,-1 0 5 16,1 0-9-16,0 0-6 0,-1 0 6 0,1 0-6 16,0 0 6-16,0 0 3 0,1 0-2 0,0 0 2 15,0 0-19-15,0 0 5 0,-1 0-6 0,1 0 6 16,0 0-12-16,0 0 8 0,0 0-6 0,0 0 7 16,-1 0-6-16,1 0 4 0,0 0-2 0,1 0 1 0,0 0-7 15,0 0 10-15,0 0-1 0,0 0 5 0,1 0-7 16,0 0-5-16,1 0 4 0,0 0-4 0,3 0 3 15,5 1-3-15,2 0 4 0,-1-1-3 0,1 0 7 0,4 0-1 16,-1 0-8-16,0 0 4 0,1 0-6 0,-2 0-1 16,0 0 2-16,0-1 0 0,1 0 5 0,-1 0 1 15,0-1-4-15,1 1 2 0,-1 1-2 0,1 0-1 16,1-1 1-16,-3 0-1 0,3 0-6 0,-3 0 3 16,2-1 7-16,0 2-4 0,0 0 0 0,0 0 7 15,0 0-13-15,2 0 13 0,0 0-4 0,-2 0-4 16,3 2 1-16,-4-1-2 0,4 1 1 0,-3-1-2 15,1 0 8-15,0 1-6 0,-2-1 4 0,2-1 2 0,0 0-8 16,-4 0 5-16,3 0-2 0,-2 0 2 0,-3 0 5 16,1 0-2-16,-2 0 5 0,-2 0-3 0,1 0-1 15,-1 0-1-15,0 0-6 0,-1 0 8 0,0 0-4 16,-1 0 5-16,-2 0-13 0,1 0 15 0,-2 0-7 0,1 0 10 16,0 0-13-16,1 0 7 0,-1 0-1 0,0 0 1 15,-1 0 2-15,-1 0 0 0,2-1 9 0,-1-1-6 16,0 1 4-16,1 0 3 0,-1 0-5 0,-1 0 5 15,0 0-3-15,0-2-16 0,1 1 3 0,-1-2-5 16,2-2 14-16,1-2-12 0,-1-1 0 0,1-2-4 16,-1 1-4-16,1-1 2 0,0-2 4 0,-1 3-2 15,1-1-1-15,-2 0 9 0,0 3-7 0,1-1 7 0,-1-1-5 16,0 1 1-16,1 1 0 0,-1-1 1 0,0 2 7 16,1 0-7-16,-1 0 0 0,0 0-3 0,1 1-5 15,-1 0 10-15,0 2-2 0,1-2 5 0,-1 0-2 16,1 1-7-16,-2 2 5 0,0 0-6 0,-1 2 4 0,1-1-5 15,-1 1 5-15,0 0-3 0,0-1 10 0,0 1-11 16,2-1 6-16,1-1-5 0,-1 1 11 0,0 1-2 16,1 0-6-16,-2 0 3 0,0-1-3 0,0 1 1 15,1 0 1-15,-1 0 1 0,0 1 8 0,0 0-12 16,0 0 9-16,0 0-9 0,1 1 3 0,-1 0 7 16,0 0-10-16,1 2 7 0,1-1-11 0,-1 3 5 15,4 3 4-15,-1 0-1 0,-1 1-1 0,1 0-2 0,0 0-3 16,1 3 3-16,-2 0 6 0,1 1-2 0,-1 0 0 15,-1 1-1-15,1 1-1 0,-2 2 3 0,0-1-2 16,1 2 1-16,-1-2-2 0,0 2 3 0,-1 1-2 16,1-5 1-16,-1 1-5 0,0-3-2 0,1-2 6 15,1 3-4-15,-1-1 11 0,0-4-9 0,0-3 4 16,-1-1-5-16,-1-2 0 0,2 3 5 0,0-1-4 0,0-1 4 16,0 0-5-16,-1 0 1 0,0-1 0 0,1 0 1 15,-1 1 0-15,0-1-1 0,0-1 5 0,0 0-3 16,0 0-3-16,1 1 10 0,0-2-13 0,0 0 11 15,1-2-12-15,-1 1 3 0,0-2 6 0,7-10-4 16,-1-2-1-16,0-2 4 0,-1-1-9 0,-1-2 6 16,-2 0-7-16,0 2 6 0,1-1-1 0,0 0 1 0,1 0-3 15,-1 2 1-15,1-1 3 0,-1 3 0 0,-1 0 6 16,-2 5-5-16,0 1-3 0,1 1-1 0,-2 3-2 16,0 1 10-16,0 1-5 0,-1 0 6 0,0 1-11 0,0 1 4 15,0-1 4-15,1 0-1 0,0 0 0 0,1-1-2 16,-1 2-5-16,0 0 2 0,0 0-1 0,0 0 3 15,0 0 5-15,1 1-2 0,0 0 4 0,0 1-7 16,1 0-3-16,0 0 0 0,3 3 4 0,-1-3-1 16,0 8 4-16,-2 2-4 0,1 1 8 0,-1 0-10 15,1 3 2-15,-1 0-4 0,1 0 11 0,-1-1 3 16,1 0-6-16,-2 0 3 0,-1-1-12 0,2-1 9 16,4-2 0-16,-3-2 4 0,1 1-4 0,-1-2-5 15,-1 1 5-15,0 0-4 0,-2-4 8 0,0 0-4 0,0-1-7 16,0 0 4-16,0-1 5 0,1 0-9 0,-1 1 13 15,0-2-10-15,0 0 14 0,0 0-14 0,0 0 5 16,2-1-5-16,-1 0 4 0,1-1-4 0,-1 0 3 0,0-1-3 16,5-8 6-16,0 0-9 0,-1-1 0 0,-1 3-2 15,1-3 8-15,0 0 0 0,-2 1-1 0,2-2-1 16,0 2-1-16,0-1 0 0,0 2-3 0,-1 1 3 16,0-1-6-16,0 2 2 0,-1 3 4 0,-1-1-2 15,0 3 3-15,1-1 2 0,0 2-1 0,-1-1 0 16,2-2-5-16,0 1 3 0,-2 0-5 0,3 1 4 15,-1 0-1-15,1 0 6 0,1 1-4 0,-1 0 3 0,1 1-4 16,1 0-2-16,0 0 5 0,2 0-4 0,-1 0 3 16,0 0 1-16,2 1-1 0,1 0 0 0,1 1 2 15,1 0-5-15,1 0 0 0,3 2-3 0,-3-2-2 16,3 0 6-16,-1 1-1 0,0-2 2 0,6 1 3 0,4 1-3 16,-1-2-2-16,0-1 1 0,1 0-1 0,-3 0 2 15,0 0-1-15,1 0 1 0,1-1 0 0,0 0 1 16,0-1-1-16,2 1 0 0,0 0 4 0,-1 0-9 15,1 1 10-15,-2 0-10 0,2 0 5 0,-2 0 8 16,0 0-8-16,-2 0 7 0,-4 0-11 0,0 0 7 16,-2 0-5-16,-1 0 5 0,-1 0-10 0,-1 0 7 15,-6 0-1-15,0 0 1 0,-2 0-7 0,-1 0 1 16,0 0-3-16,-2 0-1 0,-3 0-26 0,0 0-72 0,1 0-15 16,1 0-31-16,-1 0-166 0</inkml:trace>
  <inkml:trace contextRef="#ctx0" brushRef="#br0" timeOffset="33177.65">13061 5856 552 0,'-1'0'91'0,"0"0"-96"0,-1-1 102 0,1 0-47 16,0 0-3-16,0 0-26 0,0 0 10 0,-2 1-16 15,1 0 0-15,0 0-7 0,-1 0 0 0,1 0-1 16,0 1 4-16,0-1 3 0,-2 2-4 0,-7 13 5 16,3 1 3-16,1 2-7 0,1 2 2 0,0 3-4 15,1 3 1-15,1 0-2 0,-1 3 4 0,2-3-2 0,0 3 14 16,0 2-13-16,-1-2 6 0,1 4-8 0,-2-6 0 16,0-1 7-16,0-1-5 0,2-5 4 0,-1-1-13 15,1-3 7-15,1-1-5 0,-1-1 4 0,1-1-16 0,1-1 9 16,-1-3-4-16,2 0 5 0,0-2-2 0,0-3-13 15,0 1 1-15,0-1-10 0,0-2-31 0,0-1-67 16,0 0-1-16,0 2-22 0,0-1-13 0,0-1-33 16</inkml:trace>
  <inkml:trace contextRef="#ctx0" brushRef="#br0" timeOffset="33696.71">13000 5822 855 0,'0'0'44'0,"0"-1"-4"0,-1 0 17 0,0 0-6 15,1-2-8-15,0 1-23 0,0 1 6 0,1-3 2 0,0 2 1 16,1 0-2-16,14 1-14 0,1-11 4 0,1 5-7 16,2 3 5-16,0 3-10 0,-1 2-2 0,-2 3-1 15,0 0 6-15,-1 3-9 0,-2 1 4 0,-1 0-5 16,-1-7 16-16,-1 12-5 0,-4-1 8 0,0-1-6 15,-1 0 14-15,-3-2-2 0,1 1-7 0,-3-1 4 16,1 1-5-16,4-2-8 0,-1-1 7 0,-2 0-8 16,0 0 5-16,-2-1 2 0,0 1-7 0,-1 0 5 15,0-1-6-15,-1 0-8 0,-2 1 11 0,0-1-10 0,-1 0 2 16,1-1-1-16,-9 0-3 0,0 1 3 0,1-1 9 0,0 1-5 16,-1-1-4-16,-1 3 0 0,-1-3 1 0,1 0-3 15,0 3 9-15,2-2-6 0,-4 1 0 0,1 2 0 16,1-2-2-16,0 0 2 0,3 0 0 0,2 1 6 15,-2-2-1-15,4 1 3 0,3 1-5 0,-2-3 3 16,0-1-5-16,3-2 5 0,0 2-7 0,-3 2 3 16,0 1 4-16,2 3-2 0,2-6 0 0,1 3-2 15,0 1 0-15,0-3 1 0,2 4 12 0,0-6-9 16,-1 2 6-16,18 1-8 0,-5-4-4 0,-2 3 7 0,3 0-8 16,-4 0 6-16,3 0-5 0,-1 1 0 0,-2-1 2 15,-1-2-2-15,0 1 8 0,-3-2-6 0,2 2 2 16,-2-2-3-16,1 0-1 0,-1 1-3 0,0-2-1 15,-1 0-1-15,-1 0-5 0,0 3-20 0,-1-1 3 0,0 0-10 16,1-1-13-16,-2-1-2 0,2 0-12 0,0-1 3 16,-1 0-50-16,1 0-29 0,0-2-12 0,1-2-5 15,1 3-48-15</inkml:trace>
  <inkml:trace contextRef="#ctx0" brushRef="#br0" timeOffset="34079.43">13574 5980 635 0,'0'0'65'0,"0"-1"79"0,0 0-57 16,0-1-12-16,0 1-7 0,0 0 2 0,0 0-11 0,0 0-3 15,-1 0-5-15,-1-1 2 0,1 1-12 0,0 0-18 16,0 0 5-16,0 1-9 0,-2 0 1 0,-1 0-1 16,-9 2 1-16,-3 3-2 0,3 1-2 0,-3 3-9 15,1-8 1-15,1 13-3 0,-1-2-2 0,3 3 1 16,-1 0-1-16,1-4 1 0,1 7-9 0,3-9 10 15,2 3-6-15,3-2 7 0,-2-5-9 0,3 4-1 16,0 0 2-16,-5 0 0 0,1 3 2 0,4 0 0 16,2 0-1-16,1 1 1 0,4 1 3 0,2-1-1 0,-5 2 0 15,9-2-2-15,2-2-3 0,5-2 3 0,-1 3 1 16,0-3 3-16,-1 1 5 0,-2-1 0 0,-1-1-2 16,1 0 1-16,0 1 0 0,-3-2-5 0,1 0-2 15,-5 0-1-15,0-1 3 0,0 1-3 0,-6-3 6 16,3 0-5-16,-2-1 14 0,-1 0-5 0,1 0 4 0,0 0-5 15,-2-1 6-15,0 2-4 0,0-3 0 0,-4 1-2 16,-14 0-1-16,-5 1-8 0,-5-1 1 0,1-1-2 16,0 2-12-16,0-1-18 0,4 0-20 0,0 0-2 15,-1 12-105-15,4-7-84 0,4-4-27 0</inkml:trace>
  <inkml:trace contextRef="#ctx0" brushRef="#br0" timeOffset="34915.74">12171 7163 287 0,'0'0'7'0,"-1"-1"-1"0,-1 0 37 15,1-1-11-15,0 1 16 0,0 0-20 0,0 0 10 16,0-2 7-16,-1 1 1 0,1 0 24 0,0 1-3 16,0-1-8-16,0 1 2 0,0 0-28 0,-2 0-4 0,1 0 8 15,-1 0-6-15,1-1 9 0,0 1-6 0,-1 0 2 16,1 0 0-16,1 0 10 0,-1-1-15 0,0 1-2 15,1 0-4-15,0 0-2 0,0 0-6 0,0 0 5 16,-1-1-6-16,1 1-3 0,0 0 0 0,0 1-10 0,0 0 5 16,1 0-11-16,0 1 11 0,0 0-2 0,0 1 5 15,0-1-7-15,-1 11-7 0,1 4 9 0,0 4-9 16,0 0 5-16,1 6-1 0,0-4-1 0,1 2 3 16,1 0 3-16,-3 0-2 0,2 1 1 0,-1 1-1 15,0-1 2-15,1 5-4 0,-1 0 0 0,-1 1-1 16,0 2-1-16,0 1-2 0,-3 1 6 0,2-1-4 15,-1 4 9-15,1-5-2 0,-3 0-7 0,2-4 5 0,-2-2 0 16,2-4-4-16,1-2 2 0,-2-2-2 0,1-3 12 16,0-3 0-16,-1-1 7 0,1-3-4 0,0 1 6 15,0-5 2-15,1 1-5 0,0-1 4 0,0 0-4 0,0-2-4 16,1 0-5-16,-1 0 1 0,-1-1-8 0,1 1 5 16,1-2 3-16,0 0-1 0,0 0-2 0,-2 1-2 15,-2 0 1-15,0 1-2 0,1-1-8 0,-3 1-1 16,3-2-3-16,-1 0 1 0,2 1-22 0,1-2-35 15,-4 1-1-15,3 0-14 0,-1 0-29 0,1 0-52 16,0-1-12-16,-1 0-14 0,2 0-58 0</inkml:trace>
  <inkml:trace contextRef="#ctx0" brushRef="#br0" timeOffset="35646.48">12021 7988 609 0,'0'0'230'0,"-1"0"-312"0,0-1 280 0,0 0-155 15,-1 0-3-15,-1 0-16 0,2 0 2 0,0-1-7 16,0 1 1-16,0 0-11 0,-1 0-2 0,1 1-2 16,0 0 6-16,0 0-4 0,-1 0 0 0,-1 0-3 0,0 0-5 15,-4 0 3-15,1 1 2 0,-3 1 2 16,1 2 8-16,1-1-7 0,-3 2 7 0,-1 1-5 0,3-1 17 15,-3 1-13-15,3-2 6 0,-3 3-8 0,1 0 14 16,2-1-10-16,-3-3 0 0,2 5-4 0,0 5-2 0,0 0-7 16,1 1 4-16,-1 5-4 0,0-4 5 0,2 4-3 15,0-2-1-15,2 2-1 0,1 0-1 0,0-1 1 16,2 2-2-16,-1-6 2 0,2 3 1 0,-11 1-6 16,5-3 4-16,3 3-4 0,2-2 8 0,2 1-12 15,0-2 7-15,0 2-8 0,2 0 18 0,0-1-9 16,1 0 3-16,1 0-4 0,1 1 0 0,-1-2 2 15,2 3-2-15,1-2 4 0,0 1 9 0,0-2-12 16,2 2 9-16,0-1-9 0,1-1 11 0,-1 1-12 16,-7-2 3-16,12-1-4 0,0 2 8 0,4-1 0 0,1 2-2 15,-1-5 2-15,2 0-2 0,-2-2 2 0,0-3-6 16,1 5 4-16,-2-1-5 0,1-2 4 0,1-1-3 16,1-1 4-16,-1-5-11 0,0 3 7 0,-3-2 2 0,-2 1 2 15,3 0 1-15,-6 5 0 0,2-2-3 16,0-2 2-16,1-2 0 0,-1-2-4 0,1 0 4 0,-1-2-5 15,0-2 1-15,-1 0 2 0,0-2 1 0,0-1 0 16,0-2-1-16,0 8 6 0,1-13-8 0,1-2 8 16,-1-2-3-16,0 0-6 0,1 0 1 0,-2-1-3 15,1 0 4-15,0-2-2 0,1 2 0 0,-2 0-1 16,-3-1 2-16,3 1 5 0,-5-1-5 0,1 0 4 0,3 2-4 16,-4-2-1-16,-1 0 2 0,2 1-3 0,-6 0 1 15,10-1 6-15,-4 0-1 0,-2 0 2 0,-2-1-5 0,-3 2 5 16,-1 0 0-16,0-2 0 0,-2 1 1 0,-2 1-9 15,-1-2 6-15,-1 1-7 0,-2-1 7 0,0 1 0 16,0 1-5-16,1 3 3 0,0-2 1 0,-2 0-2 16,-1 0 1-16,-2 0-2 0,1 0 3 0,1 2 0 15,8-1-3-15,-10 2 1 0,-6 0 0 0,3 1 0 16,0 0 6-16,-4 2-3 0,1 0 9 0,0 1-12 16,0 3 0-16,-2 0-4 0,-2 1-1 0,-1 2-18 15,-2 3 1-15,-3 0-8 0,1-13-4 0,-7 8-13 16,0 7 1-16,-3 4-10 0,-3 3-35 0,7 1-46 0,1 3-37 15,4-1-16-15,4 3-259 0</inkml:trace>
  <inkml:trace contextRef="#ctx0" brushRef="#br0" timeOffset="36564.68">11157 8137 332 0,'-1'0'228'0,"0"-2"-307"0,0 1 279 0,-3-1-153 0,-6-5 11 16,4 2-45-16,-1 0 5 0,2 2-17 0,4 2 7 16,-3-6 2-16,2 1 6 0,1 1-3 0,-3 0 14 0,2 2-6 15,-1-1 5-15,2 2-5 0,0 0 4 0,0-1 11 16,1 2-8-16,-1-1 10 0,0-1 0 0,-1 1-9 16,1 0 1-16,0-1-3 0,0 2 3 0,0 0-11 15,0 0 4-15,-1 0-8 0,1-1-5 0,0 2-4 16,0 0-1-16,0 2 0 0,1 0 3 0,-2 10-5 15,1 9 5-15,0-1-6 0,1 3 4 0,0 0-5 16,0 0 4-16,1 5-3 0,0-3 4 0,2 3-3 16,-2-5-2-16,1-1 1 0,1-1-5 0,-1-2 9 0,2-1-6 15,-2-2 9-15,0 1-8 0,1-1 6 0,-1 1 6 16,0-3-4-16,1 1-2 0,-1-1 1 0,0-1-4 16,2 1 3-16,-2-1-7 0,2-1 1 0,-2-2-1 15,0 2 3-15,1-1 2 0,-1-2 3 0,-1 1-2 0,2-2 1 16,-2-2-4-16,0-2 0 0,-1-1 1 0,1-1 1 15,0 0 5-15,1 1-9 0,-1-1 8 0,0-1-9 16,0 0 0-16,0 1 9 0,0-1-9 0,1-1 8 16,0-1-8-16,0-1 2 0,3-2 1 0,1-13-1 15,2-2 8-15,0-1-7 0,-1-1 3 0,2 0-4 16,-1-2 8-16,0 0-9 0,0 0 6 0,2 0-7 16,-3 0 9-16,0-2-9 0,0 1 3 0,-2 0-3 0,-2 0 3 15,1 4 2-15,-2 3-2 0,9 0 3 0,-5 4-2 16,-2 1-2-16,0-3-1 0,-2 6 0 0,-1-3 0 15,0 4-3-15,-1 4-1 0,0-3-1 0,0 4 0 0,0-1-9 16,0 0-4-16,0 1-3 0,0 1-25 0,0 0-28 16,0 0-18-16,0 1-12 0,0 0-135 0,2 0-41 15</inkml:trace>
  <inkml:trace contextRef="#ctx0" brushRef="#br0" timeOffset="36964.51">11414 8418 663 0,'0'0'111'0,"-2"0"21"0,1 0 3 0,0 0-61 15,-1 0 8-15,-1 0-43 0,1 0-9 0,0 0-4 16,-1 0 0-16,-4 0-4 0,1 0-15 0,2 1 11 0,-3 1-12 16,-2 2 11-16,1 0-5 0,-1 2-7 0,-1 1 3 15,3-1-8-15,0 7 3 0,2 0 2 0,1 0-2 16,-1 0-11-16,3-2 8 0,1 0-7 0,-1 0 7 15,-5-2 0-15,3 1-1 0,0-1 5 0,2 2-5 16,2-1 6-16,0 3-6 0,2-2 1 0,3 1-2 16,1 0 3-16,1-1 4 0,-6 3-6 0,12 0 4 15,-1-2 0-15,-1 3-3 0,2-3 9 0,-1 0-9 0,0 1 2 16,-3-5-1-16,-1 1 1 0,-2 1 0 0,1-1 3 16,0-1 6-16,-1-2-10 0,-2 0 8 0,-1-2-9 15,-1-2 13-15,-1 0 1 0,-1 0 7 0,1 0 12 16,0 0-5-16,0 2 0 0,-1-1-5 0,0 0-11 0,0-2-4 15,0 0 0-15,0 0-2 0,-10 0-8 0,-1 2 5 16,0-2-4-16,1 0 5 0,0 0-4 0,3 5-3 16,2-2-3-16,-1-1-1 0,1 0-26 0,1-1-13 15,2-1-7-15,1-1-6 0,0 0-68 0,-2 1-66 16,1 0-11-16,0 1-21 0,1-1-76 0</inkml:trace>
  <inkml:trace contextRef="#ctx0" brushRef="#br0" timeOffset="37448.76">12237 8840 394 0,'-1'0'82'0,"-1"-1"178"0,0-1-203 0,1 2-25 16,-5-2 15-16,1 0-22 0,-2-2-6 0,5 3 8 15,-3-1-5-15,2 0 7 0,1 2-10 0,0 0 3 16,0 0 1-16,-1 0 1 0,0-1-1 0,2 1 3 16,-2-1-1-16,1 1 3 0,0 0 3 0,-1 0-13 0,1 0-3 15,0 1-1-15,-1 0 1 0,2 1 1 0,0 0 4 16,-3 4-3-16,0 7 2 0,0 1-11 0,3 1 5 16,1 1-7-16,1 0-4 0,0 0 7 0,3 3-8 15,-1 1 7-15,1-1-3 0,-1 3-4 0,1 1 9 16,1 1-7-16,-1 2 8 0,1 3-5 0,-1 0-1 0,-1 3 0 15,1-3-4-15,-3-2 10 0,1 0-6 0,-1-2 7 16,-1 2-16-16,0-4 8 0,0 1-4 0,0-5 5 16,0-4-9-16,0-2-14 0,0-2-5 0,0-3-4 15,0 1-41-15,0-4-123 0,0 0-21 0</inkml:trace>
  <inkml:trace contextRef="#ctx0" brushRef="#br0" timeOffset="37898.3">11702 9651 480 0,'-2'0'182'0,"1"0"-254"16,0 0 216-16,-9 3-123 0,5-2-15 0,2-1-3 0,1 1 3 16,0 0-2-16,-1 0 4 0,1 0-5 0,1 1 0 15,0-2 0-15,0 1 11 0,-1-1 11 0,2 0 6 16,0 0 0-16,2 0 3 0,-1 0-1 0,1 0-6 16,3-1 4-16,8-3-6 0,1-1-11 0,1 1 11 0,0 0-11 15,3-1 8-15,0 2-1 0,0-1-1 0,2 1 2 16,3-1 9-16,0 1-6 0,3 0-2 0,-2 2 1 15,4 0 3-15,1 0 0 0,0 0 5 0,2-2-5 16,-4 1-5-16,0 1-3 0,2-2-3 0,-5 2 2 16,1 0-2-16,-3 1-1 0,-3-1-2 0,1 1 0 15,-1-1-6-15,-4 1-2 0,-1 0 0 0,-2 0-2 0,0 0 2 16,-3 0-3-16,1 0 0 0,-2 0-1 0,-1 0 1 16,-2 0-9-16,-1 0-2 0,1 0-6 0,-3 0-17 15,1 0-12-15,-1 0-6 0,1-1-4 0,-1-1-42 16,0 1-58-16,1 0-13 0,-1 0-28 0,-1-1-163 0</inkml:trace>
  <inkml:trace contextRef="#ctx0" brushRef="#br0" timeOffset="38182.83">12010 9759 1173 0,'0'0'9'0,"0"0"0"0,0 0 0 0,0 0-6 0,0 0 1 16,0 2-1-16,1-1 5 0,1 0-1 0,4 4 0 16,6 3-8-16,2 1-4 0,2 1 0 0,1-1-2 15,-1 0-2-15,-3-2-10 0,-2-2 10 0,-3-1-10 16,0-2 2-16,-1 0 2 0,-2 0-9 0,-1-2 9 15,0 1-8-15,-1-1 5 0,-1 0 1 0,0 0 2 16,1 0 10-16,-2-1-11 0,0-1-3 0,0 1-4 0,0 0-21 16,1-1-80-16,-1-1-7 0</inkml:trace>
  <inkml:trace contextRef="#ctx0" brushRef="#br0" timeOffset="38802.1">11951 8389 686 0,'0'0'20'0,"0"0"-4"0,-1 0 14 16,0-1-2-16,1 0-3 0,0 0-19 0,0 0 8 16,0 0-2-16,0-2 5 0,0 1 3 0,1-1-2 15,0 1 11-15,0 0-6 0,1-1 21 0,1 2-5 16,3-2-2-16,5-3 1 0,-1 2 1 0,2 2-7 15,1 1-4-15,-1 1-1 0,5 3-8 0,-2 2 5 16,-1 2-1-16,0 1 0 0,-3-1-6 0,2-3 1 16,-4 9-5-16,1-1 2 0,0-2-6 0,-1-2-4 0,0-1 4 15,-1-2-5-15,0-1 4 0,-2-2 1 0,1 4 5 16,-1-3-3-16,1 1 1 0,-1-2 7 0,1-1-12 16,2-1 11-16,-2 0-11 0,1-1 9 0,0-2-3 15,-2-1 2-15,1 3-11 0,0-12-4 0,-1 3 3 0,0-2-3 16,0 0 0-16,-2 1-2 0,2 0-7 0,-1-1 3 15,0 0-14-15,-1 0-21 0,0 2 4 0,-1-2-13 16,2 3-11-16,-1-2-151 0,-1-1-47 0</inkml:trace>
  <inkml:trace contextRef="#ctx0" brushRef="#br0" timeOffset="41034.32">14133 6996 357 0,'0'0'69'0,"0"0"-58"0,0 0 75 0,0-1-30 0,-1 0-5 16,0 1-23-16,0 0 2 0,0 0-11 0,1 0-15 15,0 0 10-15,0 0-7 0,0 0 9 0,0 0-4 16,0 0-3-16,1 0 1 0,0 1-1 0,0 0 15 16,0 0-5-16,2 0 8 0,-1 0-8 0,3 1 3 0,3 0 0 15,2 0 4-15,-2-1-1 0,0 1 8 0,0-1-1 16,2 1-4-16,-1 1 2 0,-1-2-9 0,2 0-2 16,-1 0-5-16,0 1 3 0,1 0-5 0,-1-1 0 15,1 0-5-15,-2 0 2 0,1 1-10 0,-2 0 2 16,0-1 2-16,2 0 0 0,-2 0 5 0,0 0-6 15,1 1 2-15,-1-1-3 0,1 0 1 0,-1 0 9 16,-2-1 0-16,0 0 2 0,4 0-3 0,-2 0-2 16,1 0 1-16,5-1-2 0,-4 0 2 0,-2-2-2 0,0 1 0 15,-5 1-2-15,2-2-7 0,1 0 11 16,-3 3-9-16,1-2 9 0,-2 2-11 0,1-3 7 0,0 0 4 16,0-1-1-16,1 1-12 0,-2 0 8 0,0 0-4 15,0 0 8-15,0 0-6 0,-1 1 3 0,0-1-4 16,0 0 3-16,0 0-4 0,0 1 0 0,0 0 2 0,0-1-2 15,0 2 2-15,-1-1 7 0,-1-1-3 0,-3 0 3 16,-4-3-6-16,2 2 10 0,-2 1-6 0,0 1 5 16,2 0-13-16,-1 1 8 0,-1 1 5 0,4 0 1 15,-2 0-3-15,3 0-8 0,-1 0-2 0,2 0 0 16,-1 1 5-16,2-1-3 0,0 2 4 0,-1-1-4 16,1 0-2-16,-1 0-4 0,1 1 4 0,1 1-3 0,0-1 3 15,1-1-1-15,-3 4-1 0,2 0 0 0,1-1 4 16,0 2-1-16,0-1 4 0,0 0-2 0,0 1 9 15,0-3-4-15,0-1-7 0,1 2 4 0,1-2-4 16,-1 2 0-16,8-2 7 0,1 2-6 0,1 0 7 0,-2-2-5 16,2 0 1-16,0 0 0 0,-4 3 2 0,2 1-7 15,-2-4 3-15,-2-1-3 0,0-1 7 0,-2 0 6 16,1 0-6-16,-1-1 5 0,0 0-14 0,-1 0 7 16,0-6-2-16,6-3 5 0,-3 1-4 0,0 0 4 15,-3-1-1-15,1 2 2 0,-2 0-4 0,-1 2 3 16,0-1-1-16,-1 1 1 0,-2 0 0 0,2 3-2 15,0 0-3-15,0 1 0 0,-7 1-3 0,-1 0 3 16,2-1 0-16,-2-5 0 0,0 3-4 0,0 0-1 0,0 2 2 16,-2 1 0-16,1 1 0 0,0 0 0 0,2 0 0 15,1 1 0-15,1 1 1 0,-1 2 0 0,2-2 2 16,1 1 1-16,-2 1 3 0,2 5-7 0,2 0 0 16,0 1-2-16,0 0-4 0,-3-2 7 0,-1 1-1 15,2-2 1-15,2 0-10 0,1 3 10 0,1-2-3 0,0-2 5 16,0 1-8-16,0-4 7 0,1 1-3 0,0 0 6 15,0-2 2-15,2 0-5 0,6 5 9 0,2-1-8 16,-1-1 5-16,3 0-8 0,-6-4 0 0,0-1-1 16,4 0 9-16,-7 0-6 0,5-1 6 0,2-3-6 15,-7 3 1-15,1-1 5 0,-3 0-8 0,-1 2 7 16,3-8-6-16,-2-1 0 0,-1 0 1 0,5 1-1 0,-1 0 6 16,-2 1-4-16,0-1-1 0,-2 2-1 0,-1-1 4 15,0 0-4-15,-1 1 4 0,0 2-5 0,-1 1-2 0,1 0 0 16,0 1-1-16,1 1 2 0,-2 0 1 0,-4-4 0 15,2 3 0-15,0-1-3 0,-2 1-4 0,0 1 4 16,-1 0 2-16,6 1 0 0,-3 0 2 0,1 0-5 16,0 1 4-16,1 0-2 0,-1 1 4 0,3 0 0 15,-3 5-2-15,1-2 2 0,-1 1-5 0,2-1 5 16,1 1-4-16,0-1 5 0,0-1-3 0,1 2 7 16,-1-2-1-16,1 0 0 0,2 1-11 0,-1-1 2 15,0-1 0-15,0 0 2 0,0-2 6 0,2 1-9 0,-2-1-4 16,0 0-4-16,1 1-27 0,-1-1-104 0,0 0-18 15,-1 0-46-15,1 0-212 0</inkml:trace>
  <inkml:trace contextRef="#ctx0" brushRef="#br0" timeOffset="44657.26">14325 6999 60 0,'0'0'0'0,"0"0"-3"0,0 0 0 0,-1 0 6 16,0 0-3-16,0 2-4 0,-1-1 8 0,1 0-4 16,0 0 9-16,0 0-5 0,0 0-7 0,0 1 2 15,-1-1-4-15,1 0 8 0,0 0 42 0,0 0-7 16,0 1 18-16,-1-1 4 0,1 0-8 0,0 0-6 16,0 0 2-16,0 0 13 0,0-1 1 0,-1 0 5 0,1 0-8 15,0 0-11-15,0 0-24 0,1 0 6 0,0 0-13 16,0 0 0-16,0 0-17 0,0 0 2 0,0 0-3 15,0 0 16-15,0 0-7 0,0 0 7 0,0 0-8 16,0 0 2-16,0 0 10 0,0 0-5 0,1 0 8 16,-1 0 12-16,0 0 4 0,0 0-1 0,0 0 1 0,0 0 1 15,0-1-14-15,0 0 4 0,0 1-9 16,0 0-1-16,0-1-9 0,0 0 6 0,0 0-6 0,0-1 8 16,0 1-9-16,0 0 2 0,0 0-4 0,0 0 6 15,0-1-3-15,0 1 2 0,0 0-3 0,0 0-3 0,0 0-7 16,0 0 3-16,0-1-2 0,1 2 3 0,0 0-4 15,1 0-1-15,-1 0 0 0,0 0 2 0,0 0 0 16,1-1 0-16,1 0 0 0,3 0 0 0,3 0 4 16,1 0 0-16,-1-1 2 0,2 0-1 0,-1 1-1 15,3-1-5-15,0 0 3 0,0 1 0 0,-4 0 5 16,2 0 2-16,-3 0-1 0,3-1-7 0,2 1-3 16,2 0 4-16,3 0-2 0,-2 0 14 0,3 0-14 15,-3 1 5-15,1 0-7 0,2 0 13 0,-2-2-11 16,3 2 2-16,-1 0-4 0,1 0 10 0,-2 0-1 0,-1 0-6 15,1 0 3-15,1 0-3 0,0 0-1 0,-1 0 5 16,5 0-5-16,-2 0 0 0,0 0-1 0,4 0 3 16,-3 0-1-16,0 0 6 0,1 0-5 0,-3 0-1 15,3 0 1-15,0 0 10 0,0 0-13 0,1 0 6 0,-5 0-8 16,0 0 13-16,1 0-9 0,-1 0-1 0,0 0-2 16,0-1 8-16,1 0-7 0,0 0 4 0,-1 0-7 15,-2 0 8-15,1 1-4 0,-2 0 3 0,-1 0-4 16,1 0 0-16,-3 0 1 0,-1 0 3 0,5-2 1 15,-1 2 1-15,-5 0-6 0,6 0 0 0,-12 0-2 16,5 0 10-16,-2 0-4 0,-1 0 1 0,3 0-3 0,-5 0-2 16,3 0 1-16,-3 0 0 0,-4 0 2 0,1 0 0 15,0 0 1-15,3 0 2 0,1 0 0 0,-3 0 5 16,0 0-7-16,-1 0 3 0,1 0-4 0,-1 0 8 16,-1 0-11-16,0 0 4 0,0 0-5 0,1 0 5 0,-1 0 0 15,0 0 0-15,0 0 1 0,0 0 0 0,0 0 1 16,1 0 0-16,-1 0-1 0,0 0 2 0,0 0-7 15,0 0 1-15,-1 0 0 0,0 0 0 0,0 0 5 16,0 0-4-16,0 0 5 0,0 0-9 0,0 0 4 16,0 0 1-16,0 0 3 0,0 0-4 0,0 0-2 15,0 0 1-15,0 0 0 0,0 0 1 0,0 0-1 16,0 0 0-16,0 0 1 0,0 0 7 0,0 0-3 16,0 0 3-16,0 0-2 0,0 0 9 0,0 0-9 15,0 0 0-15,0 0-3 0,0 0 3 0,0 0-7 0,0 0 3 16,0 0-3-16,0 0 2 0,0 0 8 0,0 0-2 15,0 2 3-15,0-1-9 0,0 0 5 0,0 0-4 16,0 0 6-16,-1 2 2 0,0-1-10 0,0 3 5 16,-2 2-6-16,0 1 8 0,1 0-3 0,-1-2 3 0,1 1-4 15,-2 1 0-15,1 1-3 0,-1 2 0 0,2 0-1 16,1-2 2-16,0 4-3 0,1-5 1 0,-2 3-2 16,2 3 3-16,0-1 0 0,0 2 2 0,0-1 0 15,0 3-2-15,0-2 5 0,0 3-6 0,0 2 5 16,0-1-11-16,0 1 9 0,0-2-2 0,0 0 5 15,0-1-5-15,0-3 0 0,0 0 2 0,0-1 0 0,0 1 2 16,0-1-4-16,0 0 1 0,0 0-1 0,2-2 1 16,-2 0 4-16,0 1-1 0,0-2 3 0,0 1-9 15,0-2 6-15,0 1-4 0,1-2 7 0,0 0-5 16,-1-1 2-16,1 0-4 0,-1-2 3 0,0 0 1 0,0-1-1 16,0 0 3-16,0-2-4 0,0 2 3 0,0-2 7 15,-1 1-2-15,0-1 2 0,0 0-10 0,-1 1 4 16,1-1-2-16,-1 0 2 0,0 1-3 0,-4 0-3 15,1 0 2-15,-7 1-2 0,3-1 2 0,-1-1 3 16,-4 1-4-16,5-1 3 0,-2-1-7 0,0 1 4 16,0-1 1-16,2 1 2 0,-1-1 1 0,2 0-3 15,0 0 3-15,-1 0-4 0,2 0-1 0,2 1 0 16,-1-1-2-16,1-1 1 0,-1 1-2 0,1-1 6 0,2 0-2 16,-1 0 4-16,1 0-3 0,0 0-7 0,1 0 7 15,1 0-7-15,0 0 3 0,0 0 2 0,-1 0-2 16,0 0 2-16,0 0-8 0,-1 1 3 0,2 0-3 15,0 0 4-15,0 1 4 0,0-1 2 0,-1 0-3 0,1 0 2 16,0 0-6-16,1-1 6 0,0 0 1 0,0 2 1 16,0-1-4-16,1 0-1 0,0 0-1 0,1 0 2 15,-1 0 7-15,1 1-5 0,2-1 0 0,3 1-2 16,2 0 1-16,-1 0 0 0,1-1 2 0,1 0-3 16,-2 0 1-16,2 2-2 0,-2-2 1 0,-1 0-3 15,4 1 2-15,-3-1 6 0,4 3-5 0,-3-2 4 16,0 1-9-16,2 0 8 0,0 1 0 0,-1-1 3 0,1 1-3 15,-1 0-7-15,0 0 5 0,4 1-4 0,-2-2 5 16,-1 1 4-16,2 0-7 0,-3 0 4 0,-3-2-7 16,2 3 6-16,-2-3 2 0,2 2 1 0,-1-1-4 0,-1 1-2 15,-1-2 0-15,0 1 0 0,-3-2 9 0,-1 0-7 16,2 1 2-16,-3-2-2 0,2 2 4 0,-2-2 3 16,0 0-5-16,0 2 3 0,3 3 0 0,-2-2-5 15,0 1 7-15,-1-1-8 0,1 0 7 0,-1-1-4 16,-1-1 4-16,0 1-4 0,0 1 1 0,0 0-2 15,0 0-1-15,0-2 0 0,-1 2 1 0,-1 0 1 16,1-1-1-16,0-1 2 0,-6 2-1 0,-4-2 2 16,1 0-3-16,-3 0 3 0,0 3-1 0,-1 5-3 0,0-1 2 15,3-3-3-15,-1 0-5 0,-2-1 8 0,-3 1-4 16,-1 0 7-16,0-2 2 0,3 0-6 0,3-1 1 16,-2 0-2-16,-1 2-4 0,2-2 5 0,-1 2 0 15,0-1 1-15,2 0-3 0,-1-1 1 0,3 0 1 0,-1 1 0 16,-1-1-1-16,4-1 0 0,0 2 3 0,-1-1-3 15,2-1 0-15,2 0 0 0,0 0 2 0,0 1-1 16,2-1-3-16,-1 0 0 0,2-1-3 0,1 0 4 16,-2 0 6-16,1 1-11 0,0 0 3 0,-1 1-6 15,2-1 7-15,0 0 1 0,0 0-3 0,-1 0 2 16,1 0-8-16,0 1 9 0,0-1 0 0,1 0 3 16,0 0 0-16,0 0-7 0,0 0 5 0,1 1-3 0,0-1 3 15,0 0-4-15,2 0 2 0,-1 0-1 0,8 4 8 16,0 0-9-16,1-1 4 0,-1 0-5 0,2-1 7 15,0 1-2-15,0 0 0 0,-1-1-1 0,3 1 2 0,-1-1-1 16,2 1-4-16,1-1 3 0,-3 0 1 0,2 0 0 16,0-1 5-16,-5 1-5 0,4-1 0 0,-1 0-3 15,0 1 3-15,3 0-3 0,-2 0 3 0,2 0 3 16,-2 1-6-16,0-1 4 0,0 1-4 0,-3-2 2 16,2 1 4-16,-3-1-2 0,1 0 5 0,-2 1-1 15,-1-1-5-15,-1 0 2 0,0 1-2 0,1-1-2 16,-1 2 4-16,-3-2-3 0,2 1 4 0,-1 0 4 15,-2-1-7-15,0-1 6 0,-1 0-4 0,-1-1-2 16,-1 2 8-16,1 0-8 0,3 3 10 0,-2-1-3 0,1 1-3 16,-2-1 1-16,0 0-6 0,-1 0 7 0,0 1-5 15,-1-1 6-15,0 1-7 0,-2 0-1 0,0-1 4 16,-2 2-2-16,3-2-1 0,-5 0 0 0,-2 0 0 16,1-3 1-16,0 4 7 0,0-3-6 0,1-1 0 0,0 4-2 15,0-4-4-15,3 2 3 0,1-1-1 0,0 0 2 16,1 1 3-16,0-1-3 0,-1 0 1 0,1 1-2 15,-1-1 3-15,1-1-5 0,0 0 3 0,1 1-4 16,-1-1 2-16,1 0 2 0,0 0-2 0,0 0 2 16,0 2-2-16,0-1 1 0,-1 0-2 0,1 2 1 15,0 2-3-15,0 0 11 0,0-2-6 0,-1 3 5 0,2-2-14 16,-1 3 7-16,1 1 2 0,0-5 0 0,0 2 8 16,-1 0-11-16,0 0 1 0,0 2-4 0,1-1 12 15,0 0-7-15,0 0 2 0,0 0-3 0,0 2 4 0,0 0-2 16,0 0 1-16,0 1-2 0,-1-1-2 0,-1 3 4 15,1 1-1-15,0 0 1 0,1 1-10 0,0 1 9 16,0-1-1-16,0 3 4 0,0-1 1 0,0 1-3 16,0-1-1-16,0 0 0 0,0-1-5 0,0-2 7 15,0 0-2-15,0-2 4 0,0 0-5 0,0 1 2 16,0-2 0-16,0 0 1 0,1 0-6 0,0 0 6 16,1-2-2-16,-1 0 3 0,0-2-8 0,0 2 7 15,-1 1-2-15,0-1 5 0,0 2-3 0,0 1 1 0,0 1-2 16,0 0 0-16,0-2-7 0,-1 2 6 0,0-3-1 15,0 1 1-15,-1 0 1 0,1-2-2 0,0 1 1 16,0-1-1-16,0 0 4 0,0-3-3 0,1 0 4 16,0-2-4-16,0-1 6 0,0 2-8 0,0-2 2 15,0 0-3-15,0 1 2 0,0-1 1 0,0 2-1 0,-2 3 2 16,2-3 4-16,0-1-9 0,0-2 6 0,0 2-5 16,0 0 10-16,0 1-8 0,0 0 1 0,0-1-3 15,0 0 6-15,0 1 1 0,0-2-7 0,0 2 4 16,0-1-2-16,0-1-3 0,0 0 4 0,0 0-2 15,0-1 6-15,0 2-4 0,0 1 0 0,0-3 0 16,0 2 1-16,0 0-3 0,0 0 3 0,0-1-3 16,0 0 8-16,0 1-6 0,0-1 2 0,0 0-3 15,0 1 4-15,0-1-7 0,0 0 4 0,0 1-4 0,0-1 10 16,0-1-5-16,0 1 0 0,0 0-1 0,0-1-7 0,0 0 10 16,0 0-7-16,0 1 7 0,0-1-4 0,0 0-1 15,0 0 2-15,0 0 0 0,0 0 6 0,0 1-7 16,0-1 5-16,0 0-6 0,0 0-2 0,0 0 4 15,0 1-4-15,0-1 6 0,0 0 4 0,0 0-6 16,0 0 4-16,0 0-4 0,0 1 0 0,0-1 0 16,0 0 1-16,0 0-1 0,0-1 5 0,0 0 0 15,0 0-4-15,0 0 2 0,0 0-8 0,0 0 5 16,0 0-1-16,0 0 3 0,0 0-1 0,0 0-3 16,0 0 1-16,0 0-3 0,2 0 5 0,-1 0-6 0,0 0 6 15,0 0-5-15,0 0 11 0,0 0-7 0,1 0 1 16,-1 0-3-16,0 0 0 0,1 0 0 15,1 1-1-15,-1-1 2 0,5 1 5 0,0 1-4 0,0-1 0 16,1 0-3-16,2 0-9 0,-1 0 15 0,1-1-7 0,-1 0 8 16,3 2-6-16,1-2-6 0,0 0 5 0,1 0-4 15,-1 0 7-15,0 0-2 0,2 0 4 0,1 0-3 16,2 1 1-16,1 0-3 0,1 0-3 0,0-1 1 16,1 0 6-16,3 1-2 0,-1-1 2 0,5 0-1 15,0 0-1-15,2 0-3 0,-2 0 2 0,-2 0 1 16,3 0 10-16,0 0-13 0,-2 0 1 0,2-1-5 15,-1 0 12-15,-1-1-4 0,2 0 4 0,-1 1-4 0,2 0 3 16,2 0-3-16,2-2 0 0,-1 1-1 0,4 0-7 16,-2-1 8-16,-2 1 0 0,3-1 5 0,-4 0-5 15,0 0-3-15,2 0 2 0,-4-1-1 0,2-1 4 0,-1 0-5 16,-2 0 3-16,3 2-3 0,0-1 9 0,1 2-10 16,-4 0 3-16,5-1-5 0,-5 1 11 0,4 1-5 15,1-2 2-15,-5 1-3 0,2 1-4 0,-4-1 8 16,2 0-4-16,-2 1 4 0,-1 0-8 0,-2-1 7 15,1-1-2-15,1 1 3 0,-1 1-8 0,2 0 2 16,0-1 2-16,3 1 0 0,1 1 4 0,-3-1 1 16,0-1-1-16,-2 1 0 0,-1-1-9 0,2 2 6 15,0 0-4-15,-2-1 5 0,-1 0 3 0,0 0-5 0,1 0 2 16,0 1-3-16,1 0 2 0,0 0-2 0,1 1 1 16,-1 0 1-16,3 1 9 0,2 0-10 0,-2-2 1 15,1 0-4-15,-3-2 5 0,1 1-4 0,3 0 4 0,-2 0-4 16,0-1 8-16,-3-1-2 0,0 2 0 15,0-1-1-15,0-1-10 0,-3 0 11 0,2-1-4 0,0 2 6 16,2 1-8-16,1 1 0 0,0-1 1 0,2 1 0 16,-4-2 7-16,1 1-3 0,-3 0 1 0,1 0-2 15,0 1-2-15,-2 0-1 0,1 0 2 0,-4 0 0 16,-1 0 2-16,-2 0-1 0,0 0 0 0,-2 0 1 16,1 0 7-16,-4 1-7 0,0 0-2 0,-1 0-1 15,-2 1-5-15,-1-1 9 0,-2 0-2 0,-1-1 5 0,-2 1-6 16,1 0 0-16,-3-1 4 0,0 0-2 0,1 1-15 15,1 1-16-15,-1-1-44 0,-1 0 8 0,1 0-162 16,-1 0-215-16</inkml:trace>
  <inkml:trace contextRef="#ctx0" brushRef="#br0" timeOffset="45542.67">15971 7460 717 0,'-1'0'23'15,"0"-1"25"-15,-1 0-5 0,-1 0-10 0,1 0-5 16,0 0-1-16,-1-1-6 0,1 1 3 0,0 0 5 0,0 0-3 16,1 0 5-16,0-1 2 0,0 1-3 0,0 0 1 15,0 0-8-15,-1 0-10 0,1 0 3 0,0-1-5 16,0 2-7-16,0 0 14 0,1 0-9 0,0 2 12 16,0-1-7-16,1 6-10 0,4 12 6 0,0 4-7 15,1 2 4-15,1 2-2 0,-1 0 0 0,2 2 1 16,1 0 8-16,-2-2-6 0,0 0 8 0,-1-1-7 15,0-1 14-15,-2 0-6 0,2-3-4 0,-1-3 1 0,0-2-6 16,-2-2 11-16,1-2-4 0,-2-2 5 0,0-1-5 16,1-2-7-16,-2 1 6 0,0-4-6 0,0 1 12 15,-1-1-9-15,0-1 1 0,0-3-3 0,0 0 7 0,0 0 8 16,0 1 4-16,0 1 1 0,0-1 10 0,0-1-21 16,0 0-5-16,0 1-4 0,0-2-8 0,0-2-5 15,0 1 0-15,-1-5-5 0,-2-10-1 0,-1-3 9 16,0-2 1-16,1 0 2 0,-2-2 5 0,1 2-10 15,0 0 3-15,-1-4-3 0,2 2 6 0,-1-2-12 16,1 1 6-16,0 4-8 0,2 0 7 0,1 1-5 16,0 2 0-16,0 0-1 0,1 3 4 0,2 1 6 15,-2 3-9-15,1 2 7 0,1 1-12 0,0 0 11 0,-1 2 4 16,2 0 0-16,-2 2 5 0,9-1-8 0,-2 1 3 16,3 1-3-16,1-1 2 0,-1-5 10 0,1 1-8 15,-2 2 7-15,1 2-17 0,-1 0 8 0,-1 2-6 16,0 1 6-16,-2 0-10 0,-1 0 11 0,-1 0-6 0,-1 0 5 15,-2 0-19-15,1 0-13 0,-1 1-8 0,1 0-6 16,-2-1-72-16,1 2-144 0,-1-2-12 0</inkml:trace>
  <inkml:trace contextRef="#ctx0" brushRef="#br0" timeOffset="45938.59">16275 7847 750 0,'0'0'53'0,"-1"-1"118"0,-1 0-158 0,1 0-4 16,0 0-7-16,0-1 3 0,0 1-8 0,0 0 12 15,-1 0 2-15,1 0 2 0,0 0-9 0,0-1 1 16,0 2 0-16,1 0 4 0,0 0 21 0,0 0 15 0,0 0-3 16,0 0 6-16,0 0 2 0,0 0-17 0,0 0 10 15,-1 0-13-15,-1 2 0 0,2-1-5 0,0 1-4 16,0 0 0-16,-1 9-15 0,0 0 3 0,1 0-6 16,0 2 4-16,0-1-10 0,0 0 7 0,0-2-4 0,1 1 6 15,2 0-6-15,-1-2 4 0,0 0-1 0,1-2 3 16,-1 0-6-16,0 1 0 0,-1-4 0 0,1 1 0 15,-1 0 3-15,-1-3-20 0,0-1-12 0,0 2-5 16,1-1-46-16,0 0-67 0,0 1 7 0,1-2-29 16,-1 0-3-16,0-1-56 0</inkml:trace>
  <inkml:trace contextRef="#ctx0" brushRef="#br0" timeOffset="46221.99">16459 7749 658 0,'-1'0'117'0,"0"0"234"0,0 0-287 0,-1 0-33 16,-1 0 8-16,1 0-15 0,-1 0 5 0,1 0 4 15,0 1-5-15,-1 0 4 0,1 0-14 0,0 1-2 16,-3 5-1-16,-2 5 1 0,1-1-3 0,-1 3-9 16,1 0 5-16,1-1-7 0,1 1 3 0,0 0-3 15,2 0-2-15,0 0 2 0,-1-1 9 0,2-1-7 0,0 0 3 16,0 0-5-16,1-2 5 0,0 0 3 0,-2-1-4 15,2 2 4-15,0-2-3 0,0 2-5 0,0-3 4 16,0 0-5-16,2 0-1 0,-1-1 0 0,0-1 0 16,0 0-2-16,0-1-7 0,1-2-17 0,0 2-7 15,-1-3-4-15,0 1-31 0,2-1-20 0,-1-1-4 0,-1-1-9 16,7 1-42-16,3-1-66 0,-2-2-33 0</inkml:trace>
  <inkml:trace contextRef="#ctx0" brushRef="#br0" timeOffset="46505.56">16189 7633 743 0,'-1'-1'217'0,"0"0"-308"16,-1-1 264-16,1-1-151 0,0 1 6 0,-1-2-20 15,1 2-1-15,1 1-7 0,-2-2-1 0,1 1 1 16,1 0 9-16,0 1-4 0,0-1 11 0,1 1 1 16,1 0 2-16,0 1-1 0,5 0 4 0,7 1 13 15,3 2-4-15,1 0 8 0,1 1-2 0,0-1-16 16,1 2 1-16,1-2-7 0,-1 1-13 0,-1-2 3 0,0 1-5 16,-6-2 3-16,6 1-3 0,-2-1-24 0,-4-1 2 15,0 0-11-15,-6 0-8 0,-1 0-101 0,1-1-11 16,0-1-42-16,1-2-145 0</inkml:trace>
  <inkml:trace contextRef="#ctx0" brushRef="#br0" timeOffset="47108.31">14765 7283 637 0,'0'0'29'0,"0"0"2"16,0 0 4-16,0 0-8 0,0 0-2 0,0 0 4 15,0 0 12-15,0 0 3 0,0 0 1 0,1 0 2 16,0 1-11-16,0 0 0 0,1 0-1 0,0 1 15 0,3 0-14 15,5 3 8-15,3-1-11 0,-1 1 11 0,4 0-15 16,3-2 1-16,-2 0-6 0,2-1-13 0,-2 0 0 16,2-1-9-16,-1 1 6 0,-3-2-16 0,0 0 10 15,-2 0-2-15,0 0 1 0,0 0-23 0,-4 0-14 16,-2 0 0-16,-1 0-8 0,-1 0-32 0,0 0-96 16,-4 0 6-16,4-2-36 0,-2 1-12 0</inkml:trace>
  <inkml:trace contextRef="#ctx0" brushRef="#br0" timeOffset="47340.44">14970 7164 976 0,'0'0'83'15,"-2"-1"20"-15,1 0-25 0,0 0-50 0,0-1 0 16,0 1-24-16,-1 1-5 0,1 0 5 0,0 1-4 15,0 2 5-15,-4 12-1 0,1 10 1 0,1 2-1 16,2 0-4-16,0 1 3 0,-2 3-3 0,0-4 5 0,-2 1-4 16,2 1-7-16,0 1-8 0,1-2 1 0,1 1-26 15,1 1-28-15,0-2-37 0,2-2-2 0,1 0-170 16</inkml:trace>
  <inkml:trace contextRef="#ctx0" brushRef="#br0" timeOffset="47722.74">14781 8479 442 0,'0'0'21'16,"0"0"0"-16,0 0 29 0,-1 0-13 0,0 0 9 15,0 0-22-15,0 0 29 0,0 0-3 0,-1 0 10 16,1 0-9-16,0 0 3 0,0 1-4 0,0 0 4 16,-1 0-6-16,1 0-12 0,0 1 4 0,0-1-6 15,0 0-3-15,0-1-19 0,-1 0 8 0,1 0-9 16,0 0 11-16,1 0-2 0,0 0-5 0,0 0 4 15,0 0 1-15,1 0 0 0,0 0 1 0,3 0-3 0,10 0-12 16,3 0 11-16,1-1-9 0,3 0 9 0,2-1-15 16,-1 1 2-16,-3 0 2 0,0 0-1 0,-3 0-8 0,3 0-2 15,1 1-5-15,-7 0 3 0,2 0-7 0,-3 0-35 16,1 0-2-16,2 0-31 0,-1-2-198 0</inkml:trace>
  <inkml:trace contextRef="#ctx0" brushRef="#br0" timeOffset="49758.58">15539 6891 30 0,'0'0'5'0,"0"0"0"0,0 0 10 16,0 0 0-16,0 0 0 0,0 0-10 0,0 0-8 16,0 0-3-16,0 0 1 0,0 0 1 0,0 0 5 15,0 0-2-15,0 0 3 0,1 0 1 0,-1 0-4 16,0 0 14-16,0 0-10 0,0 0 26 0,0 0-3 16,0 0-4-16,0-1 3 0,0 0-3 0,0 0-11 15,0 0 1-15,0-1-3 0,0 1 3 0,0 0-5 16,0 0 6-16,0 0-6 0,0-1 6 0,0 1-3 15,0 1-3-15,0 0 2 0,0 0-3 0,0 0 2 16,-1 0 6-16,0 0-2 0,-1 0 10 0,1 0-1 0,0 0 0 16,-1 0 1-16,-1 0 11 0,1 0-13 0,-3 0 5 15,-1 0-6-15,-1 0 13 0,3 0-15 0,-1 0 4 16,-2 1-6-16,2-1 13 0,-2 2 3 0,1-1 5 16,4-1-4-16,-3 0 4 0,3 0-1 0,-1 0-4 0,-2 0 3 15,1 0-3-15,0 0-2 0,2 0 0 0,1 0-3 16,-1 0-12-16,-1 0 3 0,1 0-8 0,0 0 7 15,-1 0-12-15,1 0 2 0,1 0 5 0,0 0-2 16,-1 0 7-16,1 0-14 0,0 0 8 0,0 0-9 16,0 0 7-16,-1 0 3 0,1 0-1 0,0 0 3 15,0 0-9-15,0 0 9 0,0 0-10 0,-1 0 10 16,1 0-13-16,0 0 9 0,0 0 2 0,0 0 2 16,1 0 4-16,0 0-8 0,0 0 6 0,0 0-5 0,1 0 2 15,0 0-1-15,1 0-6 0,1 0 4 0,10 0-10 16,-4 0 7-16,6 0-5 0,-2 0 6 0,0 0-7 0,4 1-2 15,-2 0 3-15,3 0-3 0,-1 1 11 0,1 0-4 16,-2-1-1-16,3 0-2 0,1 0-2 0,-1 1 5 16,2-1 0-16,-1-1 3 0,2 0-3 0,3 0-6 15,2 0 2-15,0 0-3 0,7 0 2 0,0 0 3 16,1-1 0-16,1-1 0 0,-4 2-8 0,1-1 7 16,1 0-9-16,-1-1 10 0,-2-1-6 0,1 1-1 15,-1 0 6-15,1-1-3 0,-1 1 8 0,3 0-7 16,2-2 1-16,-1 2-3 0,0-1 0 0,1 2 3 0,-6-1-8 15,1 1 7-15,-2-2-4 0,-2 1 9 0,-1 0-1 16,-4 0 1-16,0 0-14 0,-4 1 9 0,1 0-1 16,-4 0 3-16,0-1 8 0,-5 2-10 0,1 0 6 15,-1 0-6-15,0 0-1 0,-2 0 9 0,-1 0-5 0,-1 0 7 16,0 0-4-16,-3 0-3 0,2 0 7 0,-3 0-5 16,2 0 15-16,-2 0-7 0,-1 0-6 0,2 0 0 15,-2 0-2-15,0 0 2 0,0 0 4 0,2 0-4 16,-1 0-3-16,0 0 8 0,1 0-4 0,-2 0 5 15,0 0-3-15,0 0 1 0,0 0-2 0,1 0 0 16,-1 0-5-16,0 0 1 0,0 0-5 0,0 0 2 16,0 0-8-16,1 0 3 0,-1 0 4 0,0 0-1 0,0 0-2 15,0 0 2-15,0 0-7 0,1 0 6 0,0 0-7 16,0 0 9-16,7-1-1 0,2-1 2 0,1-2-3 16,1 2 3-16,1-2-2 0,-2 2 1 0,1 0-6 0,-1-1 3 15,-5 2 6-15,0 0-4 0,0 0-3 0,-1 0 3 16,1-2-1-16,-3 2 3 0,2 0-2 0,-2 1 1 15,-2 0-1-15,2-1 1 0,-2 0 6 0,0 1-6 16,1 0 4-16,-2-2-5 0,0 2 0 0,0 0 7 16,0 0-5-16,1 0 8 0,-1-1-10 0,0 1 1 15,0 0-2-15,0 0 1 0,1 0 6 0,-1 0 1 16,0 0 4-16,0 0-3 0,0 0 4 0,0 0 5 16,1 0-1-16,-1 0 0 0,0 0-12 0,-1 0 3 0,0 0-1 15,0 0 2-15,0 0-5 0,0 0 6 0,0 0-4 16,1 0 4-16,-1 0-10 0,0 0 13 0,0 0-11 15,0 0 11-15,0 0-11 0,0 1 4 0,0 1 5 16,-1-1-3-16,0 0 5 0,0 0-11 0,-1 2 0 16,2 0-2-16,-2 5 0 0,0 2 2 0,-1 0 0 0,1 2-1 15,1 0 0-15,0 3-3 0,-1 2 6 0,0 0-4 16,1 2 5-16,0 1-5 0,-2 2 1 0,1 1-3 16,0 0 3-16,-1 2 2 0,1 0 2 0,0-2-1 15,0-2-4-15,1-3 8 0,-1 0-7 0,1-3 9 16,0-2-9-16,-1-1 0 0,1-2 1 0,0-3 0 15,1 0-1-15,0-2 4 0,0 1-4 0,0 0 4 0,0-2 2 16,0 1-8-16,0 0 0 0,0-3-3 0,0 0 6 16,0 0 0-16,0 1 1 0,0-2 0 0,0 2 0 15,0-1-4-15,0 0 2 0,0 0-2 0,0-1 2 0,0 0-13 16,0 0-2-16,-1 0-5 0,1 0-21 16,0 1-38-16,0-1-17 0,0 0-10 0,0 0-76 0,0 0-34 15,0 1-3-15,0-1-18 0,0 0-89 0</inkml:trace>
  <inkml:trace contextRef="#ctx0" brushRef="#br0" timeOffset="50228.22">16704 7355 532 0,'-1'0'24'16,"0"0"1"-16,-1 0-1 0,0 0-10 0,0 0-2 16,-3 0-12-16,-2 0-2 0,-1 0 2 0,0 1-1 15,-1 0 8-15,1 0 14 0,1 1 3 0,0 1 4 16,-1-1 24-16,4-1 12 0,0 1-4 0,-2-1 4 16,2-1-8-16,-1 1 4 0,2-1-1 0,1 0 1 0,-1 0-5 15,1 0-6-15,-2 0 5 0,3 0-7 16,0 0-12-16,-1 0-1 0,-1 0-13 0,1 0 8 0,0 0-29 15,0 0 7-15,1 0 1 0,0 0 3 0,0 0 1 0,0 0-7 16,1 0-2-16,0 0 1 0,1 0 1 0,1 0 2 16,4 0-3-16,9 0 1 0,2 0-8 0,-1 0 9 15,0 0 1-15,1-1 3 0,2 1-9 0,0 0 2 16,1 0-2-16,1 0 3 0,0 0-1 0,3 0-2 16,-1 0 1-16,2 0-1 0,-3 0 1 0,2 0 5 15,2 0-3-15,-2 0 3 0,3 0 0 0,-4-1-3 16,-1-1 0-16,-3 1-1 0,-3 1-4 0,0-1 1 15,-3 0 4-15,-3 0-1 0,0-1-3 0,-2 2 3 16,-1 0 0-16,-4 0 3 0,2 0-6 0,-3 0 0 0,0 0-2 16,0 0 2-16,0 0-1 0,1 0-9 0,-1 0-3 15,-1 0 0-15,0 0-6 0,1 0-9 0,-1 0-12 16,0-1-3-16,0 0-73 0,0 0-4 0,0 0-10 16,-1 0 2-16,0-1-45 0,0 1-63 0</inkml:trace>
  <inkml:trace contextRef="#ctx0" brushRef="#br0" timeOffset="50675.67">16737 7597 312 0,'-1'0'31'0,"0"0"26"0,-1 0-17 0,0 1-24 15,0 0-5-15,-1-1-2 0,-1 1 0 0,-1 1 18 16,-1 0 1-16,1 0 7 0,2-1 25 0,-2 2-5 16,0-1 12-16,2-1-10 0,-2 2 17 0,1-1 1 15,0-1-7-15,0 0 6 0,1 1-12 0,2-2-11 16,-2 1-9-16,1 0-1 0,0 0-29 0,1 0-9 0,-1 0 16 15,1 1-13-15,1-2 21 0,0 0-8 0,1 0-3 16,1 0 2-16,16 1-2 0,2-1 6 0,3 0-6 16,1 0 5-16,2-3-8 0,4 2-10 0,1 0 3 0,-4 0-6 15,0 1 0-15,-1 0 4 0,-2 0 3 0,2 0 0 16,0 0 4-16,-4 1 5 0,-2 1-2 0,-1 1 4 16,-2-2-2-16,1 0-5 0,-2-1-6 0,-1 1 2 15,-1 0-3-15,0 1-4 0,-1 0 5 0,-3 0-4 16,0-1 5-16,-2 1-6 0,-1-2 2 0,-1 0-3 15,0 0-5-15,-3 0-21 0,1 0 1 0,-1 0-8 16,0 0-15-16,-1 0-63 0,0 0 5 0,1 0-27 16,-2-2-33-16,0 1-122 0</inkml:trace>
  <inkml:trace contextRef="#ctx0" brushRef="#br0" timeOffset="51526.68">16810 7731 1025 0,'0'0'14'0,"0"0"-2"0,0 0-4 16,-1 0-2-16,1 0-6 0,0 0-20 0,0 0 16 0,0 0-5 15,0 0 8-15,0 0 0 0,0 0 1 0,0 0 6 16,0 0-3-16,0 0 0 0,0 0 4 0,0 0-6 15,0 0 7-15,0 0 5 0,0 0 20 0,0 0 3 16,0 0 3-16,0 0 1 0,0 0 0 0,0 0 2 16,0 0-1-16,0 0-6 0,0-1-12 0,0 0 1 0,0-1-5 15,0 1-7-15,0 0-3 0,0 0-7 0,0 0 4 16,0-1-6-16,0 1 8 0,0 0-3 0,0 0 5 16,0 0 2-16,0 1-2 0,0 0 1 0,0 0-4 15,0 0-11-15,0 0 3 0,0 0-2 0,0-1 3 16,0-1 1-16,0 2-1 0,0 0 2 0,0 0-2 0,0 0-2 15,0 0 9-15,0 0-8 0,0-1 8 0,1 0-11 16,0 0 1-16,0 0 3 0,0 0 0 0,1-1 6 16,-1 1-10-16,0 0 0 0,0 0-3 0,-1 0 0 0,0-2 7 15,0 1-5-15,0 0 5 0,0-1-2 0,0 1-3 16,0 0 5-16,1-1-5 0,-1 1 1 0,1-1 4 16,1 1-5-16,-1 0 3 0,0-1-16 0,0 1 10 15,-1 1-5-15,0-1 8 0,1-1 3 0,1 1 1 16,-1-1 1-16,0 1-1 0,0 0-5 0,0-1 7 15,0 2 2-15,1 0 1 0,-1 0-3 0,0 0 6 16,0 0-3-16,0-1 4 0,0 1-1 0,1 0 5 16,-1 0-3-16,0 0 4 0,0-1-7 0,0 1 8 0,0 1-5 15,1 0 6-15,-1 0-3 0,0 0-6 0,0 1 3 16,0 1-4-16,1-1 1 0,-1 0 0 0,0 1 0 16,0 2-1-16,1 5-4 0,1 3 6 0,0 1-5 15,2 2 5-15,1 2-8 0,-1 2 4 0,-3-2-1 16,1 1 3-16,0 2 7 0,0 1-12 0,0-1 8 0,-1 1-8 15,2 2 8-15,-2 0-2 0,0 2-3 0,1 2 2 16,-1 1-1-16,-1-1-3 0,0 5 1 0,1-2-2 16,-1 4 4-16,-1-2 3 0,1 0-1 0,0 0 1 15,-1-3-8-15,2 2 1 0,1-3 4 0,0-2-1 16,1-2 1-16,-1-2-4 0,0-1 0 0,-2-2 0 16,1-1 0-16,1 1 6 0,0-1 2 0,1 1 2 0,-2-3-9 15,1-1 5-15,1 1-3 0,-2 0 5 0,0-2 2 16,-1 3-6-16,0-3 2 0,0-1-3 0,-1 1 5 15,0-5-6-15,0 2 2 0,0-3-3 0,-1 3 8 16,-1-1-7-16,0-4 2 0,1 0-4 0,1-4 5 16,0 1-4-16,0 0 0 0,-1 1-1 0,0-1 0 0,1-1 0 15,0 0 3-15,0 0-2 0,0 1-1 0,0-1 1 16,-1 0-1-16,1 1 3 0,0-2 3 0,0 0-7 16,0 0 5-16,0 0-5 0,0 1 2 0,0-1-2 15,0 0-5-15,0 0 3 0,1 0-6 0,-1 0-12 16,1 1-4-16,-1-1-5 0,0 0-37 0,1 0-99 15,0 0-18-15,1-1-45 0,-1 0-252 0</inkml:trace>
  <inkml:trace contextRef="#ctx0" brushRef="#br0" timeOffset="52043.53">17668 7509 459 0,'0'0'84'0,"0"-2"16"0,-1 1-23 15,0 0-29-15,0-1-10 0,0-1 4 0,-4-5-8 16,-1 0 1-16,0 0 0 0,-1-2 14 0,1 2-8 16,-1-3 9-16,6 3-8 0,-8-1 0 0,-1 1 6 15,0 2-13-15,0-1 12 0,1 0-12 0,-1 2-3 16,0 0-1-16,-3 2-2 0,1-1-12 0,0 2 1 16,3-5-3-16,-1 1 2 0,0 1 2 0,-1 3-12 15,-3 1 12-15,0 1-12 0,2 0 7 0,1 2-6 0,0 2-1 16,4-1-1-16,-5 4-2 0,-2-2 6 0,-2 12-6 15,0 1 6-15,5 1-8 0,2 1-2 0,3-1 0 16,2 0 0-16,-2-1 10 0,2 0 2 0,2 0-6 16,0-1 3-16,-1 0-9 0,-8 0 3 0,3 1-1 15,5-3 0-15,2-1-1 0,2 0 8 0,0-4-2 0,4 3 0 16,2 2-10-16,-1-3 3 0,2 2 4 0,-6-3 1 16,12-3 1-16,2 0-6 0,0-1 1 0,2 2-1 15,-1 0-1-15,2-2-9 0,-3-1 0 0,-1-3-2 16,-2 1 2-16,0-3-16 0,1 0 4 0,-1 7-9 15,1-2-8-15,-2-2-26 0,2-3-16 0,-1-1-6 16,0-1-95-16,3-4-100 0</inkml:trace>
  <inkml:trace contextRef="#ctx0" brushRef="#br0" timeOffset="52343.46">17806 7602 1345 0,'-1'0'75'0,"0"0"-84"16,-1 0 78-16,1 0-39 0,0 0-20 0,0 0-10 15,0 0 10-15,-1 0-9 0,1 1 17 0,0 0-11 16,0 0 2-16,0 3-5 0,-4 9 0 0,3-2-3 0,-1 2-2 16,2 0 1-16,0 2 4 0,0 1-5 0,1 0 4 15,-1 1-4-15,-1-1 5 0,1 2 10 0,0-3-1 16,0 1 4-16,-1 0 1 0,-1-2-6 0,1 0 4 15,0 0-4-15,0-2 6 0,1 0-12 0,1 1-4 16,0-4-1-16,0 0-1 0,0-2-3 0,1 0 2 0,1-1-7 16,0 0-7-16,-1-2-55 0,1-1 8 0,-2-2-24 15,4 2-7-15,8 5-53 0,-3-4 15 0,2-2-25 16,2-2 24-16,-3-2-43 0,6-4-30 0</inkml:trace>
  <inkml:trace contextRef="#ctx0" brushRef="#br0" timeOffset="52594.24">17992 7654 1196 0,'0'0'25'0,"-2"0"-3"0,1 0 12 16,0 0-1-16,0 2-6 0,0-1-1 0,0 1 19 16,-1 0-4-16,-6 10 6 0,2-1-13 0,-1 4-12 15,0 2 3-15,3-2-7 0,-1 1-6 0,1 2-3 16,2-2 1-16,0 1-1 0,-2 2 8 0,2-3-4 15,-1 2 0-15,1-3-1 0,0-1 7 0,0-1-12 16,2-1 7-16,0-2-10 0,0 1-4 0,0-3 4 16,0-1-1-16,0-1 2 0,0-1-7 0,2 0-9 15,-2-3-7-15,0 0 0 0,1 1-35 0,0-1-20 0,0-1-9 16,0 0-4-16,2 1-38 0,-1-2-64 0,11-5-19 16</inkml:trace>
  <inkml:trace contextRef="#ctx0" brushRef="#br0" timeOffset="52894.32">17761 7404 1085 0,'-1'-1'206'0,"0"0"-294"0,-2-1 255 0,2 2-147 0,-1-1-4 15,0 0-21-15,-1 0-4 0,1 0-2 0,1 0 6 16,0-1 9-16,-1 2-1 0,2 0 3 0,0 0-6 0,2 2 4 16,-1-1 0-16,3 1 2 0,14 10 4 0,0-3 20 15,3 2 1-15,-1-3 8 0,2 0 15 0,5 1 3 16,-3-4-9-16,5 1 4 0,-2-1-23 0,0-1-27 16,0-1 13-16,-2-1-17 0,0 1 6 0,-5-2-7 15,0 0-8-15,-2 0-1 0,-1-1-33 0,-2 0-65 16,-2-1-84-16,-1-1-8 0,1-2-397 0</inkml:trace>
  <inkml:trace contextRef="#ctx0" brushRef="#br0" timeOffset="54996.35">6076 9126 256 0,'0'0'-71'16,"0"0"39"-16,0 0-7 0,0 0 2 0,0 0 67 0,0 0 1 16,0 0 11-16,0 0 4 0,1 0-1 0,0 0-10 15,1-2-9-15,-2 1 6 0,1 0-3 0,0 0 22 16,0 0-15-16,0-2 1 0,0 1-5 0,-1 0 5 0,2-3 2 16,-2 1 5-16,0 0-2 0,0 0 2 0,0 2-13 15,0-1 6-15,0 1-6 0,0 0 3 0,0 1 1 16,-2-2-10-16,1 1 7 0,-1-1-16 0,1 3 0 15,-9-5-1-15,3 1 0 0,-1 1 2 0,0 0-10 16,0 2 8-16,-2 0-7 0,1 1 12 0,1 0-11 16,-2 0 3-16,1 0-4 0,-1 0 21 0,1 1-18 15,-1 0 8-15,0 0-11 0,-1 1 13 0,1 0-9 16,0 0 5-16,1 1-7 0,-2 0-6 0,4-1 2 0,-4 3-4 16,0 0 3-16,0 0-7 0,2-1 1 0,0 1 5 15,-3 1-2-15,1 1 0 0,-2 1 1 0,1 0-6 16,2-6 3-16,-3 7 0 0,0 2 6 0,-1-2-4 15,2 3 4-15,4 3-6 0,-4 1 1 0,0 0-1 0,3 0-1 16,-5 2 1-16,3-2-5 0,2 2 8 0,1 1-7 16,-1-4 3-16,5-2 3 0,-1 0-5 0,3-4 5 15,-1 2 0-15,1 1 2 0,1-2 3 0,-2 1-3 16,-4-1-3-16,2 1 4 0,0 0-4 0,2 0 4 16,2 0 0-16,1 0-1 0,1 0 1 0,1 1 0 15,1 0-2-15,2 1 7 0,0-1-1 0,-1-2 3 16,5 2-4-16,-8-2-10 0,13 1 5 0,0 0-4 0,-1-1 5 15,-1-2-3-15,1 1 0 0,1-2 1 0,-3-3 6 16,6 2 2-16,-1-2-3 0,-2-1 2 0,4 0 3 0,-1-2 2 16,0 11 1-16,0-6-2 0,1-4-7 0,1-2-1 15,1-2-1-15,1-2 0 0,1-1-7 0,-1-1 1 16,-1-1 0-16,0-1 2 0,1 0 1 0,0 0 1 16,-1-1 1-16,2 1-1 0,-3 0 0 0,-1 0-1 15,0-1-3-15,-7 2 2 0,3-1 1 0,0-1 3 16,-1 1 4-16,-3 1-2 0,3 4-4 0,-4-7 10 15,2-1-7-15,3 0 9 0,-7-2-11 0,1 1 11 16,-3-4-8-16,-2 1 8 0,1-3-6 0,1 1 5 16,-4-3 2-16,0-3 0 0,12 2 3 0,-6-4-7 15,-4-2 0-15,-3 2-3 0,-1-4 5 0,-1 2-7 0,-4 3 9 16,-2 1-7-16,-2 3 22 0,0 3-11 0,6-1 0 16,-13 5-4-16,-3 0-11 0,-4 3-3 0,-2 1-5 15,-2 2-2-15,-6 3-51 0,-1 2-140 0,-3-15-76 0</inkml:trace>
  <inkml:trace contextRef="#ctx0" brushRef="#br0" timeOffset="61719">7692 8515 60 0,'0'0'21'0,"0"0"8"0,0 0 17 0,0 0 10 0,-1 0-14 16,-1 0-11-16,1 0-4 0,0-1-8 0,0 0 7 15,-1 0-18-15,0 0 0 0,1-1-7 0,0 1 4 16,0-1-7-16,1 1 7 0,-4-8 7 0,1 0-2 15,0-2-7-15,2 3 5 0,1-2-7 0,0 1 9 16,0 1-3-16,0 1 13 0,0 0-7 0,0 1 8 0,0 1-4 16,-1 2-14-16,0-2 13 0,0 2-14 0,-2-2 3 15,1 1-2-15,1 2 2 0,-7 1 1 0,1-1 10 16,-1-1-9-16,3 2 7 0,-1-2-7 0,1 0-1 0,-3 0 13 16,1-2-16-16,1-1 17 0,-4-1-7 0,2 0-1 15,-1 0 2-15,1 0-4 0,-1 1-7 0,2 2 9 16,0-1-2-16,-1-1 4 0,1 1-14 0,-1-1 4 15,1 4-1-15,-3 1 3 0,2-4 1 0,0 4-6 16,0-3-1-16,-1 2 0 0,0-5 2 0,1 2-1 16,-2 1-1-16,1 2 1 0,-3 1-1 0,2 1 5 15,0 0-4-15,0 1 5 0,-1 0-12 0,-1 3 6 16,-2 1 1-16,-2 0 2 0,0 1 1 0,1 1 3 0,-1 2 0 16,0-1 0-16,0 2 2 0,-2-7-11 0,-2 9 6 15,0 0-7-15,-4 1 6 0,4 3-2 0,-3-1-2 16,3 1 1-16,1 1 8 0,-2 1-4 0,2-1-3 15,1 1 0-15,1-1 2 0,1 1-2 0,0-1 6 0,2 0-7 16,1 0-4-16,2-1 3 0,-2 2-2 0,1-2 3 16,2 3 3-16,0 1 4 0,0-5-4 0,0 2 3 15,0 0-3-15,1 0 1 0,-2 3 0 0,2-1-1 16,-2-3-6-16,3 3 3 0,1-1 1 0,-2-1 2 16,1 1 3-16,-2 0-3 0,1-1-4 0,1 2 1 15,-1 0-3-15,2 0 9 0,1 1-7 0,0 1 6 16,1 1-5-16,-1-1 2 0,2 2 2 0,2 0-3 15,-1 2-7-15,2 2 6 0,-2 3 1 0,0 0 2 0,-12-2-3 16,7 0 7-16,3-2-7 0,3-1 6 0,2 0-13 16,0-4 15-16,2 0-3 0,3 0 7 0,0-2-8 15,0 1 4-15,3 0-3 0,0 0 3 0,2 0 0 0,3 1-7 16,-1-1 7-16,-8 0-8 0,10 0 6 0,-1 1-9 16,3 3 0-16,-4-2-2 0,1-2 13 0,1 2-10 15,0 1 2-15,2-2-6 0,1 2 5 0,-2-3 2 16,2 2-5-16,-1-1 3 0,1-1-1 0,0 0 0 15,1-2 9-15,1-1-7 0,-2-1 3 0,2 1-3 16,0-4-1-16,2 1-2 0,3-1 3 0,-2-1 3 16,0-2-2-16,2-3 1 0,-2 0-14 0,1 0 20 15,1-2-8-15,-3-3 15 0,3 1 4 0,-3 10-9 0,1-5 5 16,0-3-8-16,-1-4 4 0,1-1-3 0,-1-1 4 16,2-2-5-16,-2 0 2 0,1-2 6 0,-1 0-3 15,2-1 4-15,-3 1-7 0,0-1 0 0,2-1-3 0,-3 0 2 16,1-2 6-16,0 1-5 0,-3-1 8 0,5-3-7 15,-1 0 12-15,-1 10-18 0,-3-15 3 0,0-3-6 16,-3-3 8-16,-1-2 5 0,-1-2 1 0,-1-1 1 16,1 1 0-16,0-6-6 0,1-1 0 0,1-1-1 15,-1-4-2-15,0 1 1 0,0-1-3 0,0-3 2 16,0 1-3-16,-4-6-1 0,0-3 6 0,2 0-6 16,-3-4 0-16,0 1 13 0,-2 1-6 0,-2 2 8 15,2 2-12-15,-2 3 2 0,0-1-1 0,-3 0 2 0,19-2 7 16,-14-1-8-16,-5 2 7 0,-4 0-8 0,-2 6 3 15,-2 2 0-15,-1 5-1 0,-2 5 4 0,0 0 16 0,-3 3-12 16,12 1 10-16,-18 4-11 0,-5 1 5 0,3 1-10 16,-4 1-6-16,-2 2 1 0,0 1-9 0,-6 1 5 15,-3 2-2-15,-3-1 2 0,-3 1-17 0,-3-1-30 16,2 4-16-16,-2-1-26 0,5 3-266 0</inkml:trace>
  <inkml:trace contextRef="#ctx0" brushRef="#br0" timeOffset="69642.42">17069 8777 25 0,'0'0'14'0,"0"0"11"0,-2 0 22 0,1 0 4 16,0-1 0-16,0 1-13 0,0-1-10 0,0 0 6 15,-1 0-4-15,1 0 11 0,0-1 2 0,0 1-3 16,0 0 2-16,-1 0-11 0,1 0-6 0,0 0-5 0,0-1 2 16,0 1 2-16,0 0-7 0,-2 0 1 0,1 0-4 15,0-1-1-15,-1 1 14 0,1 0 0 0,-1 0 3 16,1 0 0-16,0 0-6 0,-1-1 3 0,1 1-5 16,0 0 2-16,1 1-12 0,-4-1 1 0,0 0-6 15,4 1 5-15,-3 0-4 0,2 0 2 0,-5 0-3 16,3 0-3-16,-1 0 8 0,0 0-10 0,3 0 9 0,-6 2-9 15,5-1 2-15,-1 0 2 0,3-1-1 0,-1 3 6 16,0-1-4-16,-1 0 4 0,2 1-6 0,-1-1-14 16,0 1 12-16,2-2-3 0,-1 1 9 0,1-1-4 15,-2 4-6-15,1-2 1 0,1 0-2 0,0 0 17 0,0-2-13 16,0 2 4-16,0-1-6 0,0 1 7 0,0 1-1 16,0-3 5-16,0 3-5 0,0-2 1 0,1 1-4 15,0-1 0-15,0 0-1 0,0 1-2 0,1-1 8 16,-1-1 3-16,0 0 4 0,0 1 9 0,0-1-11 15,1 0-4-15,-2-1-1 0,0 0-5 0,0 0 7 16,0-1-1-16,0 0 2 0,0-1-11 0,0 1 4 16,0 0 1-16,-2-2 2 0,0-3 5 0,1 2-5 0,1 3 2 15,-3-3-2-15,3 3 5 0,0 0-6 0,-2 0 7 16,-1-1-5-16,-2-2 6 0,1 2-6 0,2 0 0 16,0 1 0-16,-1 1 5 0,1 0-13 0,0 0 2 15,0 1-2-15,1 1 14 0,0-1-14 0,0 1 8 0,0 2-8 16,0 3 8-16,-1-1-5 0,2 0-2 15,0-3-1-15,0-1 7 0,0 2-4 0,0-3 1 0,2 1-2 16,-1 1 4-16,0-1 1 0,0-1 3 0,0 1-3 16,0-1 0-16,2 0-4 0,-1 0 0 0,-1-1 0 15,1 0 6-15,3-1-8 0,1 0 6 0,-2 0-7 16,2-2 3-16,-5 3 0 0,1-1-4 0,-1 1 1 16,2-2 4-16,-1-1 0 0,0 1 3 0,1 0-4 15,-2-1 0-15,0 2 2 0,0 0-2 0,0 0 2 0,1 0-5 16,-1-1 9-16,0 1-3 0,0 0 4 0,0 0-14 15,1 0 11-15,-1-1-7 0,0 1 8 0,0 0-7 16,-1 0 2-16,0 0 0 0,0 0-1 0,0-1-1 16,0 1 5-16,0 0 0 0,0 0 1 0,0 0-7 0,0 0 2 15,0-1-2-15,0 1 2 0,0 0 9 0,0 0-9 16,0 1 0-16,0 0-2 0,0 0 10 0,0 0-8 16,0 0 6-16,0 1-8 0,0 0 9 0,0 0-5 15,0 2 4-15,0-2-5 0,0 13 1 0,0 0 0 16,0 0 2-16,1 2 0 0,0-1 11 0,2 1-14 15,-1 2 0-15,-1 2-3 0,2 2 1 0,-1 2 2 0,2 0 1 16,-1 4-1-16,1 0 3 0,0 2-7 0,0 1 3 16,-2 2-4-16,1 1 3 0,-1-1 7 0,1 2-5 15,0-1 6-15,-1-4-5 0,0 1-5 0,0-2 6 16,-1-2-6-16,1 0 6 0,1-3 3 0,0 0-5 16,1-2 3-16,-2-1-7 0,-1 1 7 0,0-4-5 0,0 1 7 15,2 1-3-15,-1-3-3 0,1 1 1 0,0 1-2 16,-1-5-4-16,1 2 7 0,-2-2-4 0,0-4 5 15,0 3-4-15,0-1 4 0,1 0-2 0,-2-2 2 16,0-1-2-16,0-2-3 0,0 0 6 0,1 1-6 16,0 3-1-16,0-4 7 0,-1-2-3 0,0 0 4 15,0 0-2-15,0 0-6 0,0-1 5 0,0 2-5 0,0-2 1 16,0 0 5-16,0-2-5 0,0 0 4 0,0 0-4 16,0 1-3-16,0-1 3 0,0 0-5 0,1 0-2 15,-1-1-10-15,2 0-7 0,-1 0-1 0,0 0-32 0,0 0-171 16,0 1-44-16</inkml:trace>
  <inkml:trace contextRef="#ctx0" brushRef="#br0" timeOffset="70208.62">16443 9897 524 0,'-1'0'92'0,"-2"-1"179"0,-8-3-208 16,-1 1-15-16,-2-2-5 0,3 1-3 0,2 2-22 15,3 1 6-15,2 0 3 0,2 0 0 0,0-1-8 16,-1 1-4-16,1 0-7 0,0 0 4 0,-1 0-7 0,2 0-1 16,0-1 1-16,0 2-2 0,1 0-5 0,0 0 8 15,0 0 4-15,1 0 2 0,1 0 3 0,4 0 12 16,11 3-12-16,0-1 12 0,1 0-7 0,2 0 12 15,1-1 2-15,4-1 2 0,2 0-9 0,-1 0 1 16,1 0-1-16,1 0 1 0,0 0-10 0,2 0 10 16,1 0-10-16,3 0 8 0,-1 0-15 0,5-1 0 15,2 1 0-15,-2 0 0 0,3 0 0 0,-4 1 0 0,-3-1 3 16,3 1-2-16,-3 0-4 0,-1-1 6 0,0 0-2 16,-3 0 3-16,2 0-3 0,-1-1 0 0,-1 0 4 15,3-2-2-15,0 2 2 0,-1 0-5 0,-6 0-5 16,-4 0 4-16,1 0-4 0,-6-1 1 0,1 1-1 15,-3 1 1-15,-4 0-5 0,2 0 1 0,-3 0-1 0,-3 0 1 16,-1 0-7-16,-2 0-4 0,-2 0 2 0,-1 0-3 16,0 0-12-16,2 0-8 0,-1 0-10 0,0 0 1 15,0 0-40-15,-1 0-126 0,0 0 2 0,0-1-56 16,-1 0-111-16</inkml:trace>
  <inkml:trace contextRef="#ctx0" brushRef="#br0" timeOffset="70642.12">17007 10073 180 0,'0'0'62'0,"0"0"-78"0,0 0 77 16,0 1-42-16,0 1 2 0,0-1-2 0,0 0-3 15,0 0 4-15,0 2 10 0,-1-1 20 0,1-1 3 16,-1 3 6-16,0-1 16 0,0-1-12 0,0 2 0 16,1-3-4-16,0 0 9 0,-2 2-3 0,1-1 0 0,0 0-5 15,0 1-12-15,0-2-1 0,-1 0-6 0,1 0 1 16,0 0-19-16,1 1 10 0,0-1-4 0,0 0 5 15,1 0-12-15,2 0-3 0,1 1 3 0,12 2-4 16,-2-1-3-16,0-1-11 0,0-1 3 0,0 0-4 16,0 2 4-16,-1-2 2 0,0 1-5 0,0 1 3 15,0-1-8-15,0 0 5 0,-1 1-4 0,-2-2 6 16,1 0-8-16,-3 0 6 0,0 0-5 0,0 0 3 0,-2 1-3 16,0-1-10-16,0 0 9 0,-4-1-11 0,4 0-4 15,-3 0-15-15,0 0-5 0,0 0-2 0,-2 0-10 0,0 0-88 16,1 0-25-16,1-1-30 0,-1 0-146 0</inkml:trace>
  <inkml:trace contextRef="#ctx0" brushRef="#br0" timeOffset="70843.49">17123 10316 949 0,'0'0'104'0,"-2"0"3"0,1 0-11 0,0 0-22 15,-1 0-25-15,-1 0-28 0,1 0 2 0,1 0-4 16,0 0 1-16,0 0-16 0,-1 1 19 0,2 0-8 16,0 0 9-16,2 0-10 0,-1 0-7 0,1 1 0 0,9 2-3 15,6 5-3-15,1-2-17 0,1-2-4 0,-2 1-8 16,1-2-25-16,1-2-99 0,1-2-97 0</inkml:trace>
  <inkml:trace contextRef="#ctx0" brushRef="#br0" timeOffset="73612.47">6493 11031 8 0,'0'0'0'0,"-1"0"72"0,0 0 13 0,0 0 37 15,0 0 9-15,0 0-65 0,-1 0-6 0,1 0-31 16,0 0-1-16,0 0 1 0,0 0-1 0,0 0-4 16,-1 0-2-16,1 0 1 0,0 0-3 0,0 0-9 15,0-2 3-15,-1 2-4 0,1 0 7 0,1 0 6 0,0-1-2 16,0 1 3-16,-1 0-10 0,0 0 7 0,1 0-5 16,-1 0 4-16,1 0-12 0,0 0 8 0,-1 0-7 15,-1 0 7-15,1 0-10 0,0 0 9 0,0 0-4 16,0 0 5-16,0 0-8 0,1 1 3 0,0 1 4 15,0-1-3-15,0 0-4 0,0 0 2 0,0 0 0 0,0 0 0 16,0 1 2-16,0-1-4 0,0 0-5 0,0 0 3 16,0 0-9-16,0 0 15 0,0 1-8 0,1-1 11 15,0 0-11-15,0 0-1 0,0 0 10 0,0 2-7 16,1-1 7-16,-1 0-9 0,0 1-2 0,0-1 0 16,-1 0 9-16,1 3-7 0,0 0 8 0,1 1-8 0,-1 0 8 15,0-1-11-15,0 3 1 0,0 1-1 0,1-1 13 16,-1-1-6-16,0 1-2 0,0-2-1 15,0 3 0-15,0-1-5 0,2 0 3 0,-1 1-3 0,0 2 3 16,1 1 4-16,-2-2-1 0,1 2 2 0,0-1-13 0,-1-2 12 16,0 1-3-16,0 0 7 0,0-2-9 0,0 4 2 15,1-1-3-15,-2-3 5 0,1 5 7 0,0-5-11 16,0 0 4-16,0 1-5 0,-1-4 11 0,1 1-7 16,1 1-2-16,-1-1-2 0,0-1-4 0,0-2 6 15,0 1-3-15,1-2 5 0,-1 1 0 0,1-1-3 16,0-1 8-16,8 4-6 0,2-3 10 0,2-2 0 15,4-3 1-15,4-5-1 0,-6-3 7 0,8 4-10 16,-2-15 6-16,-2-1-9 0,8-1-2 0,-2-1 6 0,-1 0-6 16,1-1 6-16,-3 0-8 0,-2 2 2 0,2-1 0 15,-2 3 1-15,1 0-2 0,-1 2-4 0,0 3 3 16,-1 2-4-16,-1-1 0 0,0 2-5 0,0 1-10 16,-4-1 3-16,3 2-35 0,-3 1-43 0,3-1-176 15</inkml:trace>
  <inkml:trace contextRef="#ctx0" brushRef="#br0" timeOffset="95479.65">18495 8630 256 0,'-1'0'-52'16,"0"0"31"-16,-1 0-1 0,1 0 0 0,-1 0 47 15,-2 0-2-15,-2 0 5 0,-2 0 4 0,1 0 1 16,3 0 2-16,-5 0-3 0,6 0 3 0,-4 0 0 15,-3 0 19-15,6 0-16 0,-2 0 2 0,1 0-8 16,0 0-12-16,1 0 0 0,0 0-2 0,1 0 2 0,0 0 5 16,1 0-9-16,-1 0-2 0,2 0-4 0,-1 2-13 15,0-1 5-15,-1 0 3 0,2 0 1 0,0 0 5 16,0 1-1-16,0-1 3 0,-1 0 1 0,2 0 13 16,0 0 1-16,0 0-5 0,2 1 3 0,-1-1-13 0,0 0 5 15,1 1 1-15,4 2 1 0,6 2-8 0,4 0 5 16,0-3-11-16,0 1 9 0,3-1-16 0,-1 1 7 15,-1-1 4-15,1-2-1 0,-1 1-9 0,2-1 0 16,0 0-2-16,0 0 2 0,1-1 10 0,0 0-4 16,-2 0 4-16,4 0-4 0,-1 0 4 0,4 0-8 15,1 0 6-15,1 0-6 0,2 0 11 0,2 0-7 16,-1 4-1-16,2-2-1 0,0 0 2 0,-2-1 8 0,1-1-5 16,-2 0 5-16,-2 0-13 0,3-1 7 0,-2 0 1 15,1 1 1-15,2 0-1 0,1 0 3 0,-1 0-9 16,0 0 8-16,-2 0-2 0,1 1-2 0,-3 0 3 15,-1 1-5-15,-3-1-3 0,0 0 9 0,-2 0-2 0,-4 2 3 16,2 0-7-16,-5-1 3 0,-1 1-6 0,0-1 6 16,-1 0-3-16,-2 1-2 0,0-1 6 0,-1 1-6 15,-2-1 0-15,-1-1-4 0,-1 0-1 0,-2 0-1 16,1 1-4-16,-3-2-27 0,2 0-5 0,-2 0-35 16,1 0-295-16</inkml:trace>
  <inkml:trace contextRef="#ctx0" brushRef="#br0" timeOffset="96263.21">19422 6463 95 0,'0'0'47'0,"0"-1"-5"0,-2 0 29 15,1 0 0-15,0-2-10 0,1 1-20 0,-2-6 6 16,1 1-8-16,-1-2 6 0,1 1-15 0,0 0 6 16,0-1 0-16,1 0 0 0,0 0-12 0,0-2 4 15,0 1-3-15,1 0 4 0,1-1 6 0,1 0-8 16,-1 0 8-16,0 0-8 0,0-1 9 0,-1 1 5 16,0 1-6-16,0 0 4 0,1-1-13 0,0 0 5 15,-1 2 2-15,0-2-1 0,0 3-8 0,0 3-10 0,1-3 0 16,-1 3-2-16,0-2-3 0,0 4 1 0,0-2-8 15,0 3 6-15,1-1-8 0,-1 1 0 0,1-1 10 16,0 1-5-16,1 0 4 0,-2 1 0 0,1-1-10 16,1 1 5-16,-1 0-10 0,0 0 8 0,0 0 0 0,-1 1 3 15,1 0 2-15,0 0-4 0,0 1 3 0,0 0-4 16,0 4 4-16,7 11-6 0,-4 2 4 0,-1 1-4 16,-3 1 2-16,0-3 3 0,-1 2-5 0,0 0 3 15,0 1-5-15,0 2 9 0,0 1-7 0,0 0 8 16,0 2-13-16,0 0 2 0,0-2 3 0,0 4-1 15,0-3 4-15,1 3-3 0,1 1 4 0,0 0-4 16,0-1 11-16,1-2-13 0,-2-3 4 0,0-3-5 0,1 1 1 16,0-4 6-16,-1 0-4 0,0-2 6 0,0-1-9 15,0-1 1-15,0-1 1 0,1 0 1 0,-1-2 9 16,0 2-12-16,0-3 5 0,0-1-7 0,1 0 8 16,-1-1-2-16,0 0-6 0,0-1 3 0,0 1 0 0,0-3-7 15,1 1 2-15,-1-1-5 0,0-1-13 0,-1 0-26 16,0-1-3-16,2 1-24 0,1 1-174 0</inkml:trace>
  <inkml:trace contextRef="#ctx0" brushRef="#br0" timeOffset="96647.48">19554 6817 1006 0,'0'0'17'0,"-1"0"1"0,0-1 13 0,0 0-13 16,0 1 6-16,0 0-11 0,-1 0-2 0,0 0 3 0,0 1-5 16,-1 0 2-16,1 0-6 0,-4 11 6 0,-1 1-7 15,-1 4-2-15,-2-1 6 0,-1 2-8 0,-2 0 5 16,1 1-8-16,-2 1 8 0,1 1-1 0,-1 2 4 16,-1-2 1-16,-2 0-7 0,2-1 5 0,-2 0-5 15,3-1 15-15,-1 1-9 0,1 0 8 0,0-1-7 16,1-1 9-16,1 1-3 0,0-1-7 0,3 0 4 15,-2 0-1-15,2-1-4 0,1 0 4 0,1 1-6 0,0-3-1 16,-2 0 4-16,3-1-6 0,1 0 4 0,1 0-6 16,-1 0-4-16,3 0 6 0,1-1-6 0,-2-2 3 0,2-2 1 15,0-1-2-15,0-1 1 0,-3-2-7 0,1 0 8 16,0-2-4-16,2 0 4 0,0-1-9 0,0 0 2 16,0 1 1-16,1-1 1 0,0-1 0 0,0 0-5 15,1 1-7-15,0-2 1 0,1 0-18 0,14-11-36 16,1 0-30-16,6-11-10 0,-1-3-163 0</inkml:trace>
  <inkml:trace contextRef="#ctx0" brushRef="#br0" timeOffset="97030.67">19523 6805 944 0,'0'0'24'0,"-1"-1"-4"0,-1 0 9 0,1 0-5 0,0 0-4 16,0 0-18-16,0-1-4 0,-1 2 3 0,2 0-3 16,0 0 6-16,0 0 6 0,0 0-1 0,0 2 2 15,0-1-3-15,0 0-6 0,0 1 7 0,0 4-5 16,2 4 5-16,-1 0 6 0,1 2-4 0,-1-2 4 16,2 3-10-16,-1 0 13 0,2 0-9 0,-1 1 11 0,2-1-3 15,1 1 5-15,1 1-1 0,0-3 1 0,1 4-8 16,1-1 5-16,-6 0-6 0,11 3 6 15,1-2-6-15,1 2-2 0,-1 0 1 0,1 2-3 0,1 1-9 16,3 1 13-16,2 5-3 0,-3-3 4 0,2 3-14 0,-2-1 10 16,-3-4-5-16,4 0 7 0,-2-2-6 0,1-2-2 15,1 1 3-15,-3-2-3 0,0 0-7 0,-2-2 11 16,0-1-9-16,0-1 9 0,-3-1-8 0,0-1 4 16,-1-3-1-16,-2-1 3 0,-1 0-5 0,-1-4 0 15,2 2-1-15,-3-1-1 0,-2-1-13 0,0 0-3 16,-1-2 5-16,0 0-5 0,-1 0-4 0,-1-1-38 15,2 2-7-15,-1 0-33 0,-1-1-255 0</inkml:trace>
  <inkml:trace contextRef="#ctx0" brushRef="#br0" timeOffset="97448.23">19155 7425 1054 0,'0'0'9'16,"0"0"-3"-16,0 0-15 0,0 0 10 0,0 0-14 0,0 0 5 16,0 0 8-16,0 0-4 0,1 1 5 0,0 0 3 15,0 1-2-15,0-1 6 0,1 1-5 0,-1 1 1 16,1-1 6-16,-1 0 0 0,3 3 2 0,-2 0-2 15,2 1 9-15,-2-2 1 0,3 3 4 0,-2 0-1 0,2 3 11 16,1 0-15-16,0 1 13 0,0 1-12 0,1 2-4 16,1 1 4-16,2 3-7 0,1-1-6 0,1 3-3 15,0 0 7-15,0 3-5 0,-10 1 10 0,9 2-12 16,1-1 0-16,2-2-2 0,0 0 14 0,3-3-15 16,-3 1 9-16,0-2-10 0,-1-3 7 0,2 1 1 15,2-2-2-15,-2-1 1 0,0 0-3 0,-2-1 6 16,-2-1-3-16,-1-2 3 0,0 1-10 0,-2-4 10 15,0-1-8-15,1-1 9 0,-4-1-16 0,0 0 3 0,-1-1-2 16,-1 0 3-16,1-2 1 0,-3 0-17 0,1 0-1 16,-1-1-9-16,2 2-13 0,-1-1-34 0,3 1-86 15,0-2 13-15,0 0-310 0</inkml:trace>
  <inkml:trace contextRef="#ctx0" brushRef="#br0" timeOffset="97848.39">20044 7342 997 0,'0'0'4'0,"0"-2"2"15,0 1-8-15,0 0 2 0,0 0-3 0,0 0 4 0,0 0 4 16,0 1-6-16,0 0 4 0,0 0-1 0,-2 0-1 15,1 1-1-15,0 0 0 0,-1 0-1 0,-2 1 5 16,-9 2 9-16,2 5-2 0,-6 0 16 0,1 1 5 16,-2 2-1-16,-6 2 2 0,4 0 7 0,3 1-11 15,-3 1 2-15,6 0-6 0,-3 1-12 0,1 2-8 16,1 0 2-16,-3 1-3 0,5 0 6 0,0 5-6 16,1-2-2-16,2 2-1 0,-2 0-7 0,1-3 13 0,3 4-6 15,0-3 8-15,1 1-10 0,1-3 1 0,-1-1 5 16,1-1-3-16,-1-2-2 0,1-1 1 0,0-2-1 15,0-1 2-15,2 0-2 0,-1-1 3 0,0-1-2 16,0-2 3-16,1 0-2 0,-1-2 0 0,2 0-2 0,0-1 1 16,0-1-2-16,0-1-4 0,2-2-3 0,0-1-1 15,0 0-20-15,1 0-15 0,-3 2-4 0,1-1-15 16,0-1-119-16,1 1-176 0</inkml:trace>
  <inkml:trace contextRef="#ctx0" brushRef="#br0" timeOffset="98299.85">19503 7230 592 0,'0'-1'10'0,"0"0"1"0,0-2-12 0,0 1 6 16,0 0-9-16,0-2 10 0,2-2-6 0,0 0 4 16,1 3-3-16,-1-1 4 0,0 1 4 0,0 0 8 0,-1 1 6 15,1-2 0-15,-1 1 25 0,1-1 24 0,0 1 1 16,0-1 5-16,1 1-9 0,-2-1-13 0,0 1-4 16,0-1-4-16,-1 3-17 0,0-1-8 0,0-1-1 15,1 1-2-15,0 0-1 0,1-1-15 0,-1 2 2 16,0 0-6-16,0 0 5 0,0 1 4 0,1 0 3 0,-1 0 0 15,0 1 2-15,0 0-5 0,0 0-2 0,0 2 0 16,2 6-5-16,-1 5 9 0,0-2-6 0,1 1 6 16,-1 1-7-16,1 2 0 0,-1 1 11 0,-1-1-8 15,1 2 5-15,1 0-3 0,-1-1-7 0,-1-1 5 16,2 1-3-16,-1 1 0 0,-1-2 2 0,2 2-1 16,-1 0 7-16,-1-2-5 0,0 0-1 0,2 2-2 15,-2-1-2-15,0-2-4 0,0-2 2 0,-1-1-2 0,0-1 8 16,0 1-8-16,1 0 1 0,-1-3-5 0,0-2 8 15,0-2-16-15,0 0 4 0,0-2-11 0,0-2-13 16,1 2-25-16,1-1-8 0,-2 0-27 0,0 0-245 0</inkml:trace>
  <inkml:trace contextRef="#ctx0" brushRef="#br0" timeOffset="98751.3">19380 7462 684 0,'0'0'108'0,"0"0"-140"0,0-2 130 16,-1 1-71-16,0 0-16 0,1 0-6 0,0 0 0 0,0 0 1 16,1-1 6-16,0 1-14 0,2 0 1 0,5-4-5 15,0 2 10-15,0-1-3 0,2 1 1 0,-4 0-2 16,3 1 2-16,-3 1 6 0,-1 1 0 0,-1 0 3 15,-1 0 5-15,0 0 3 0,1 0 2 0,-1 0-1 16,1 0 7-16,-2 0 2 0,1 0-3 0,-1 0 1 16,0 0-4-16,3 2-1 0,0 2 4 0,-2-3-5 15,3 11-14-15,-1-1 7 0,0 1-4 0,0 1 6 16,1 1-4-16,1 0 6 0,-1-1-6 0,1-1 4 16,2 0-11-16,-2-4 4 0,1 4-2 0,-1 0 2 15,1-2 2-15,-1 0-2 0,1-5-4 0,-2-1 1 0,1 1 1 16,0 1 3-16,-2-4 2 0,0 1-2 0,0 1-6 0,-2-2 8 15,2 2 1-15,-3-3 1 0,0 0 3 0,2 0 8 16,-2-1 1-16,3 0 1 0,1 0-7 0,0-2 0 16,-2 0-4-16,5-5 4 0,-1-10-9 0,0 2-7 15,5 1-2-15,-1-2 1 0,2 1-3 0,-1 0 4 16,3 0-4-16,-3 0 4 0,-2 3-4 0,-1 1-8 16,-2-1 0-16,0 3-5 0,1-1-11 0,-1 2-24 15,3 1 1-15,-5 0-11 0,0 1-20 0,1-1-189 16,-1 1 4-16</inkml:trace>
  <inkml:trace contextRef="#ctx0" brushRef="#br0" timeOffset="99633.45">20467 7353 312 0,'0'0'48'0,"0"0"0"16,0-1 16-16,0 0-14 0,0 0-2 0,1 0-8 0,0-2 7 15,1 1 1-15,-1-2 1 0,0-1 3 0,0-2-5 16,1-4 0-16,0 0-2 0,-1 0-5 0,-1 0 5 15,0 4-3-15,0-5 3 0,-1 3-7 0,-2-3 9 16,1 0-2-16,0 4 2 0,-1 1-21 0,2 2-4 16,-3-1-3-16,4 5 1 0,-1-1-16 0,-3 1 2 15,-3-5-6-15,-2 1 4 0,0 0-8 0,-4 2 9 16,0 2-1-16,-2 1 5 0,-2 3-4 0,0 4 1 16,-2 3-1-16,-2 1 0 0,1 1-1 0,3-11 5 15,1 16-3-15,3-2 2 0,0 3-13 0,2-3 7 0,1-1-6 16,0 1 7-16,2 1-1 0,1-1-3 0,0 0 3 15,2-1-4-15,2 1 5 0,2-4-7 0,-7 0 4 0,4-2-4 16,0 0 4-16,2-1 3 0,1-1-5 16,1-1 4-16,0 0 2 0,0-3 4 0,1-1-3 0,-1 0 3 15,6 2-2-15,4 3 1 0,1-2 1 0,3-1-3 16,-1-4-3-16,2 0-1 0,4-4 5 0,-4 1-4 16,-2-3 9-16,4-3-8 0,-4 2 6 0,3-3-5 15,1 9 8-15,-3-11-6 0,0 1-2 0,-4 2-1 16,0 1-3-16,-1-1 9 0,-4 1-4 0,1 2 6 15,0-1-10-15,-4 4 1 0,2-2 0 0,-3 2 0 0,1 1 2 16,-2 1-4-16,0 0 0 0,2-1-4 0,1-1-1 16,-1 1 7-16,1 1 1 0,-2 0 2 0,0-1-6 0,0 2 1 15,0 0-2-15,0 2 2 0,1-1 1 0,-1 1 0 16,1 4 2-16,2 9-2 0,-1 1-4 0,0 0 2 16,-1 2-3-16,-1-2 4 0,1 2 4 0,1 2-2 15,0-1 1-15,1 3-3 0,1 0 0 0,-1 4 5 16,1 0-5-16,-2-1 6 0,0-1-13 0,-1 0 4 15,-1-3 6-15,1 3-2 0,-1-3-1 0,-1-2 2 16,0-3-4-16,-1-1 3 0,-2-3-1 0,1-3 7 16,-1 0-7-16,1-3 6 0,0-1-5 0,1-1-4 15,-1-2 6-15,2 0-4 0,-7 3 9 0,-3 1-4 0,-2-1 3 16,0-1-3-16,-1-3-2 0,2-1 11 0,1-1-10 16,5-1 11-16,-3-1-8 0,5 0 5 0,-1 0 2 15,1-11-1-15,1-1 1 0,-8-2-6 0,3 1 1 16,2-3-2-16,3 0-2 0,2 1 4 0,1 0-6 0,1 1 4 15,3 1-8-15,0 0 7 0,2-1-2 0,0 3 3 16,0 1-1-16,1-1-6 0,-7 2 4 0,10 0-4 16,-1 3 9-16,1 0-10 0,0 3 1 0,-1 2-5 15,1-1 4-15,1 3 4 0,-3-1-4 0,2 1 2 16,0 0-16-16,0-5 2 0,-1 1-2 0,0 1 0 16,-1 1-11-16,-1 2-6 0,1 0 0 0,-1 1-3 15,-1-1-1-15,1 0-54 0,-1 1-58 0,2 0 0 0,0-2-175 16</inkml:trace>
  <inkml:trace contextRef="#ctx0" brushRef="#br0" timeOffset="100383.48">20703 7594 1100 0,'0'-1'68'0,"0"0"-91"15,0 0 81-15,0 0-45 0,0 0-9 0,0-1-7 16,0 1-2-16,0 0 0 0,0 0 5 0,0 0 7 0,2 1-3 16,-1 0 2-16,0 0-6 0,0 1 0 0,0 0 1 15,0 0 0-15,1 2-1 0,-1 0 8 0,2 8-8 16,0-1 8-16,-1 4-7 0,-1 0 4 0,0-1 3 16,-1 3-2-16,0-2 6 0,0 3-6 0,0-1 9 0,-1 0-7 15,0-3 9-15,0-1-1 0,1-2-3 0,0 2 3 16,0 0-4-16,0-1 2 0,1-2-2 0,1 0-1 15,0-2-12-15,0 1 3 0,0-3 0 0,2 1 4 16,-2-2 4-16,-1 1-3 0,3-3-2 0,2 0 0 16,-3-1-7-16,2 1 18 0,0 1-6 0,-3-2 10 15,-1-1-10-15,1 1 6 0,1 1-4 0,-1-1 5 16,1-1 1-16,-1 0-4 0,0-1 1 0,1-1-4 0,-1 1-10 16,-1-1 7-16,6-10-2 0,-1-2 5 0,-1 1-8 15,-2-2-3-15,1 0 3 0,-1-2-2 0,2-1 6 0,0 1-4 16,-1-1-5-16,1 1 1 0,0 1-8 0,0 3 12 15,0 0-3-15,0 4 4 0,0 0-9 0,0 1 8 16,-3 5 0-16,1-2 3 0,0 3-5 0,-2 2 1 16,4-4-2-16,-1 2 1 0,1 0-11 0,-1 2 2 15,0 0 1-15,-1 0 1 0,-2 0 9 0,0 15 1 16,11 3-1-16,-4-1-1 0,-3 1-7 0,-2 2 7 16,0-2-1-16,-2-2 4 0,0-1-1 0,-1-3 0 15,1 2 0-15,-1-6 1 0,0 1 3 0,1-4-3 16,0 1 2-16,1-1-4 0,-1-1-4 0,0-2 7 0,0 0-2 15,0 1 5-15,1-1-5 0,-1-1 9 0,1 0-6 16,0 1 7-16,1-2-2 0,-1 0-7 0,0-2 3 16,1 1-5-16,-1-1 3 0,3-5-5 0,2-5 6 15,0 0-5-15,0-3 0 0,-1 0 4 0,0-1-5 0,-1 2 4 16,-1 1-10-16,2 0 6 0,0-1-2 0,0 1 2 16,1-2-10-16,-1 4 11 0,-2 3-2 0,1 1 5 15,-4 5-6-15,2 1 2 0,4-2-3 0,0-3 2 16,-1 3 0-16,1-1 0 0,-1 2-1 0,0 2 1 15,-1 0-3-15,2 4 2 0,-1-2 2 0,-1 18-1 16,2 1 2-16,-1 1-2 0,1 1-1 0,0-2-1 16,0-1 6-16,0-4-1 0,1 2 3 0,-2-4-5 0,3-1-1 15,0-2 9-15,2-3-8 0,3 1 7 0,0-2-8 16,-5-1-2-16,1 0 6 0,-1-2-4 0,-1-3-2 16,4 7-5-16,-3-3-7 0,0-3 2 0,1-2-24 0,-2-1-105 15,2-4-48-15,-1-4-43 0,-2-16-361 0</inkml:trace>
  <inkml:trace contextRef="#ctx0" brushRef="#br0" timeOffset="101317.44">13935 7620 309 0,'-1'0'118'0,"-1"-1"26"0,1 0-32 15,0-1-57-15,0-1-4 0,0 1-4 0,-1 0-23 16,1-1 1-16,0 1-8 0,0 0 6 0,0 0-7 0,0 1 8 15,-1 0-7-15,1 0 12 0,1 1-10 0,0 0 0 16,0 1-2-16,0 0 4 0,0 2-10 0,1 8 4 16,1 5-4-16,0 4 13 0,0-2-11 0,1 2 3 15,1 5-7-15,0-4-7 0,1 3 10 0,0 0-6 16,0 0 8-16,0 1-5 0,1-2-10 0,0 0 4 0,1-2-6 16,0 0 12-16,1 0-7 0,-1 0 4 0,1-1-6 15,-1 0 1-15,2-2 3 0,-2-3-2 0,0-1 2 16,1-1 1-16,-1-2 3 0,0-1 1 0,-2-3 0 15,-2-1 2-15,1-1 1 0,-4-4-1 0,2 0 0 16,2 2-3-16,0 0 8 0,1 0 0 0,0-2 3 16,3-1 10-16,0-1-6 0,0-4-1 0,0-2-2 0,-1-17-11 15,0 0 1-15,-3-2-1 0,5-1 2 0,-2 0 5 16,1 0-10-16,1-2 7 0,-2-1-7 0,0-2-3 16,0-2 4-16,0 1-2 0,-1 4 5 0,1 2-1 0,-2 2-10 15,1 1-2-15,-1 8-2 0,-2-1 7 0,1 6 3 16,-2 2-2-16,-1 2 0 0,0 1-3 0,1 6-5 15,-2-1 5-15,2-1-6 0,0 0 2 0,1-1-16 16,-1 2 2-16,-1 0-6 0,0 1-9 0,1 0-21 16,-1 1-37-16,1 1-3 0,6 14-208 0</inkml:trace>
  <inkml:trace contextRef="#ctx0" brushRef="#br0" timeOffset="101768.67">14342 7907 874 0,'0'0'35'16,"0"0"-2"-16,-2 0 17 0,1 0-12 0,0 0-2 16,0 0-26-16,0 0 1 0,0 0-1 0,-1 0 1 15,1 1 5-15,0 1-5 0,0 0 1 0,-2 4-2 16,-4 9 7-16,0 4-8 0,1 0 7 0,1 1-9 15,0-1-5-15,1-2 5 0,1 1-6 0,2-3 6 16,0-1-10-16,1-3 8 0,0-1-3 0,0-3 6 0,0 1-8 16,0-4 4-16,0 1 1 0,0-3 2 0,0 1-1 15,0-1 12-15,0 0-10 0,1 0 9 0,0-1-16 16,0 0 11-16,0-1-2 0,0-1 2 0,1 0-12 0,0-4-2 16,6-9 2-16,0-2 0 0,1-1 4 0,-2 1-7 15,-1 2-1-15,1 1-2 0,0 2 12 0,-1 1-8 16,1 1 4-16,-6 1-5 0,12-1 2 0,-2 4 6 15,-1 0-5-15,-3 1 5 0,-2 3-8 0,3-5 5 16,0 2 5-16,-1 0 0 0,3 2-2 0,-3 2-1 16,0 0-5-16,3 3 1 0,-2 2-1 0,-2-4 8 15,3 13-7-15,-4 1 6 0,4 1-7 0,-1-2 3 16,-1-1 6-16,-1-1-3 0,-4-3-1 0,2-2-3 0,-3 1 1 16,0-4-1-16,0-2 3 0,0-1-11 0,2 0 3 15,-2-1-7-15,0 0-1 0,0 0-16 0,2 2-7 16,-1-2-6-16,-1-2-52 0,0 1-166 0,3-9 8 15</inkml:trace>
  <inkml:trace contextRef="#ctx0" brushRef="#br0" timeOffset="101969.04">14268 7813 477 0,'-2'0'115'0,"1"0"227"16,0 0-268-16,0-1-27 0,0 0 4 0,-1 0-12 0,1-1-5 15,0 1-1-15,1 0-1 0,1 0 3 0,0 0 15 16,3 1-20-16,12-4 1 0,4 2-9 0,3 0-12 16,0-1-2-16,3 2-4 0,-3 1 0 0,0 0-16 0,2 0 6 15,-4 0-5-15,2 0 2 0,1-1-19 0,-2-2-20 16,4-2-59-16,-1-4-18 0,2-1-483 0</inkml:trace>
  <inkml:trace contextRef="#ctx0" brushRef="#br0" timeOffset="102935.68">21260 7356 367 0,'0'-1'25'0,"0"-1"41"0,0 1-10 0,0-1-15 15,0-3 11-15,0-4-13 0,0-1 8 0,0 1-11 16,0 1 3-16,0 1-4 0,0-3 13 0,0 4-2 16,0-1-6-16,1-2 2 0,0 3-9 0,0-2-7 15,-1 3 0-15,0 4-5 0,0-1-3 0,0 0 7 0,1 0-1 16,0 0 2-16,1-1 0 0,-1 2-12 0,0 0 8 15,0 0-10-15,0 0 5 0,0 1 1 0,1 0-3 16,-1 0 2-16,1 1-13 0,1 4 3 0,8 16 2 16,-2 1 0-16,-4-1-6 0,-1 2-1 0,-1-1-3 15,1 3 3-15,-2-1 7 0,2 1-8 0,1 1 2 0,-1-3-3 16,1 1 5-16,1-1-4 0,0 0 5 0,0-3-5 16,0-1-3-16,1-2 3 0,0-2-3 0,0 1 5 15,0-3 6-15,-3-5-10 0,1-1 6 0,-2-4-7 16,0-1 2-16,3-1 8 0,-3 1-5 0,1 1 7 15,1 0-4-15,-3-2 7 0,2 0 4 0,-2 1 0 16,1-2-1-16,1 0 4 0,-1-2-3 0,2-1 6 16,1-18 4-16,0-3-5 0,1 1-4 0,0-3 0 0,0 0-7 15,3 0 2-15,-1 3 3 0,0-3-3 0,0 0-11 16,-1 0 11-16,-1 0-9 0,1 3 10 0,0 0-6 16,-2 3-11-16,1 1 8 0,-1 6-8 0,-1 1 14 0,-3 3-5 15,1 2-1-15,2-1-2 0,-3 6-3 0,0-1-7 16,-1 1-1-16,0 0-5 0,0-1-16 0,1 2 3 15,-1 0-8-15,0 0 5 0,0 1-25 0,0 1-45 16,1 0-19-16,-1 1-10 0,0 7-66 0,0 5-29 16,-1-1 9-16</inkml:trace>
  <inkml:trace contextRef="#ctx0" brushRef="#br0" timeOffset="103352.34">21657 7445 209 0,'0'0'47'0,"0"1"52"0,0 0 16 0,1 1-26 0,0-1 7 15,1 1-16-15,-1 1-8 0,0-1-13 0,0 1-1 16,0 4-3-16,2 1-5 0,-2-3-5 0,0 2 3 16,0 1-4-16,0-3-13 0,0 5-3 0,1 3-5 0,-1 0 4 15,0 1-4-15,-1 2-5 0,0-2 0 0,0 2-4 16,1 2-8-16,-1-2 5 0,0 0-3 0,0-3 3 16,0-1-15-16,0 1 11 0,1 1-10 0,1-2 10 15,-1-4-10-15,0-1-6 0,-1-3 6 0,1 0-7 16,0 0 10-16,0-2-1 0,1 0-4 0,-1 1 1 0,1-2-1 15,0 0-6-15,1-1 8 0,6-2-6 16,-1-3 9-16,1 0-4 0,-1-13-1 0,3 1 0 0,-3-2 2 16,0 0 3-16,1 2-5 0,-2-1 5 0,3 2 0 15,-2 2-1-15,0 0 6 0,-2 3-5 0,0 3-3 0,-1 2 4 16,-4 0-5-16,2 5 5 0,-3 0 0 0,2 1 1 16,-1 0 6-16,1-2-3 0,1 1-3 0,-1 1 5 15,-1 1-4-15,0 1 6 0,3 9 3 0,-2 13-7 16,-1-1-5-16,-1 3 0 0,0-2 3 0,-1-3-4 15,0-1 5-15,0-5-5 0,0 2 4 0,1-7-3 16,0-3 0-16,0 0-2 0,0-3 10 0,0-3-7 16,0 1 1-16,0 1-4 0,0-2 0 0,0 0-26 15,-2-1 1-15,1-1-12 0,-3-10-23 0,-7-13-18 16,2-2-13-16,-1 1-2 0,0 0-32 0,-1 2-35 0,2 1 3 16</inkml:trace>
  <inkml:trace contextRef="#ctx0" brushRef="#br0" timeOffset="103520.46">21604 7452 196 0,'0'0'20'0,"0"-1"-3"0,-1 0 34 0,0 0-3 0,0-1 5 15,-1 0 1-15,1 0 9 0,0-1 6 0,0 1-2 16,0 0 10-16,0-1-4 0,1 2 2 0,0 0-2 16,0 0 14-16,1 0-18 0,0-1-4 0,0 2-5 15,18-5-12-15,1 1-5 0,6 2 2 0,0 1-4 16,1 1-2-16,1 0-13 0,-1 0-3 0,-1 0-6 16,-3 0-22-16,-2 0 1 0,-1 0-1 0,-3 0 1 15,-3 0 4-15,-3 0-17 0,-2 0 2 0,-2 0-8 0,-2 0-10 16,-1-2-102-16,-1 1-54 0</inkml:trace>
  <inkml:trace contextRef="#ctx0" brushRef="#br0" timeOffset="104804.37">19589 8001 342 0,'0'0'49'0,"0"0"-2"0,0-1 23 15,0 0-2-15,0 0-9 0,0 0-3 0,0-1 10 16,0 0 0-16,0 0 3 0,-2-1-4 0,1 1-13 16,1 1 1-16,-1-4-4 0,0 2-3 0,0-2-11 15,1 1-3-15,0 2-3 0,0 0-21 0,0-1 9 16,0 1-5-16,0 1 6 0,0 0-12 0,0-2 3 16,0 1-1-16,0 0 2 0,0-1-5 0,0 2 13 15,0 0-7-15,0 0 9 0,0 0-9 0,0 1 7 0,0 0-3 16,0 1 3-16,0 1-8 0,0 4 2 0,-3 12-2 15,0 0 2-15,-1 1-7 0,1 2 3 0,-1 1 1 16,1 0 1-16,-2 1 1 0,1 2 0 0,2 1-7 16,-1 1 3-16,-1 4-10 0,2-6 12 0,-1 4-6 0,0-1 8 15,0-1-9-15,2 1-2 0,-1-1 7 0,1 1-7 16,1 1 3-16,0-1 1 0,0 0-5 0,0 0 4 16,2-1 5-16,2 0-9 0,-1-1 9 0,2-2-9 15,0-1 7-15,0-2 3 0,0-3-2 0,0-3 3 16,-2-3 2-16,0-2-6 0,0 0 6 0,0-4-7 15,-2 0 3-15,1 1-1 0,-2-5 0 0,1 2 1 16,1 3 1-16,-2-5-2 0,1 3 0 0,-1-1 1 0,0-2 0 16,0 0 2-16,0 1 0 0,0-1 1 0,0 0-4 15,0 1-4-15,-1-2 1 0,-1 0-1 0,1 0 7 16,0 0-5-16,0 0 0 0,0 1-2 0,-1-1 3 0,1 0-4 16,0 0 3-16,0 0-5 0,0-1 1 0,0 0 1 15,-1 0-4-15,1 0 2 0,0 0 3 0,0 0-5 16,0-1 5-16,0 0-4 0,-1 0 1 0,1 0 2 15,0-1-2-15,0 0 1 0,0 0-4 0,1 1 3 16,-5-5 4-16,4 1-2 0,-4 0-5 0,-1 1 9 16,-1-1-7-16,0 0 9 0,0 1-18 0,0 2 10 15,1-2-2-15,-2-2 4 0,0 1-2 0,-3-1 0 16,0 3 2-16,2 0-1 0,-2 1-1 0,3 1 4 0,1 1-6 16,1 0 5-16,0 0-3 0,2 0-1 0,-2 0 2 15,3 0-1-15,1 0 3 0,1 0-5 0,-1 0 2 16,-1 0-3-16,1 0 10 0,1 0-10 0,0 0 4 15,-1 0-6-15,2 0 13 0,0 1-6 0,2-1-2 0,-1 0 0 16,1 0 0-16,4 0 5 0,7 1 1 0,2-1-1 16,2 0-5-16,-1-1 6 0,1-1-2 0,-5-2 2 15,4-1-6-15,-4 1 3 0,-1-2 0 0,0 1 2 16,-2 0-4-16,-3 3 7 0,0-2-4 0,-2 2 3 16,-2 1-10-16,-1 1 6 0,1-2-1 0,1-1 5 15,-1 1 1-15,-1 0-2 0,-1 0-4 0,0 1 2 16,0-1-2-16,0-1 4 0,-1 1-4 0,0 1 3 15,0 1-12-15,-13-5 12 0,-2 3-5 0,0 2 6 16,1 1-5-16,-2 3-1 0,1 1 6 0,3 1-5 0,0 1 3 16,0 0-8-16,0 2 5 0,1-2-5 0,4-3 4 15,1 1 3-15,3-2-3 0,2-2 4 0,-4 3-3 0,4-1 2 16,-1-1-3-16,0 3 2 0,2-3 0 0,0 2-2 16,-2 0-2-16,2 0 0 0,1-2 2 0,0 1 2 15,0-1 1-15,1 0-1 0,2 1 6 0,5 3 0 16,4-1 0-16,2 0-1 0,0-2-2 0,0-3-4 15,0-2 2-15,-1 0-3 0,-2-2 6 0,-1 0-3 16,-2 0 2-16,-1 0-2 0,-1 0 3 0,-3 3 1 16,-1 0 0-16,3-5 0 0,-1-2-4 0,0 0 4 15,-2 1-1-15,-2 4 3 0,0 2 2 0,0 0-7 0,0-2 4 16,-1 1-6-16,-1-1 1 0,-9-1 2 0,-2 1 2 16,0 2-1-16,-1 1-1 0,1 3-2 0,4 0-2 15,2 1 1-15,0 0-1 0,2 0 3 0,-2-3-4 16,3 5 4-16,2-3-4 0,-1 3 4 0,0-2 0 0,2-1 0 15,0 2-7-15,1-3 3 0,0 3-5 0,0-1 5 16,0-3-8-16,0 0-4 0,2 1-8 0,1 1-2 16,2 0-56-16,1-2-342 0</inkml:trace>
  <inkml:trace contextRef="#ctx0" brushRef="#br0" timeOffset="107106.51">19435 6214 256 0,'0'0'-82'16</inkml:trace>
  <inkml:trace contextRef="#ctx0" brushRef="#br0" timeOffset="107706.33">19442 6213 51 0,'0'0'24'15,"0"0"-6"-15,0 0 33 0,0 0 6 0,0 0 0 16,0 0 6-16,0 0 10 0,0-1-3 0,0-1 4 15,-2 1-15-15,1 0-13 0,0 0-1 0,0 0-4 16,0 0-1-16,0-1-7 0,-1 1 0 0,2 0-3 16,0 0-13-16,0 1-13 0,0 0 6 0,0 0-6 0,0 0 9 15,0 0 0-15,0 0-3 0,0-1 5 0,0 1 5 16,0 0-11-16,0 0 5 0,0 0-5 0,0 0 20 16,0 0-8-16,0 0 4 0,0 0-6 0,0 0 3 0,2 0-8 15,-1 0-2-15,0 0-1 0,0 0 2 0,1 0 1 16,1 0-1-16,-1 0-1 0,5 1-4 0,1 0 3 15,1 0-4-15,1 0 2 0,-2-1-6 0,3 0-1 16,1 2 5-16,-2-1-4 0,3 1 6 0,0-1-9 16,0 0 0-16,0 2-3 0,2-2 11 0,1 0-10 15,-2 0 10-15,3 2-8 0,0-2 13 0,3 1-6 16,3 1 2-16,1-2-2 0,1 0 4 0,-2 0-10 16,4 0 5-16,-1 0-5 0,6 2 13 0,1-2-12 0,-3 1 2 15,3-1-3-15,-3-1 13 0,0 0-7 0,0 0-3 16,1 0-2-16,2 0-5 0,3 2 4 0,2-1 2 15,1 0 1-15,2-1 14 0,2 0-9 0,-1-1 1 16,0 1-5-16,-1-1-6 0,-1 1 4 0,-1 0-2 16,1 0 4-16,1 0-4 0,3 0 3 0,3 0-2 0,4 0 1 15,1-2-4-15,1 1 1 0,-1 0 4 0,-3-1-2 16,-3 1 1-16,0-1-4 0,1 1-3 0,4 1 1 16,3-2 6-16,1 0-1 0,2-1-1 0,-3 0-1 15,-4 0 4-15,1 1-5 0,-4 1 2 0,-1-2-3 16,1 1 5-16,2 1-2 0,1 0 0 0,1 1-1 15,3 0-4-15,-4 0 3 0,0 0 0 0,-4 0 1 16,-1 0 0-16,-3 1-1 0,3 0 3 0,3 1-2 0,-1 1-5 16,5-1 7-16,0-1-3 0,-4 0 5 0,0 1-1 15,-6-1 0-15,0-1-6 0,-2 0 3 0,1 0-5 0,-1 0 1 16,4 0 9-16,-2 0-5 0,2 0 3 0,2 1-3 16,-7-1-3-16,0 0 2 0,-5 0 6 0,-2 0-2 15,-3 0-1-15,-3 1-1 0,-2 0-1 0,0 2-3 16,-4-1 3-16,0-1-2 0,-2 2 5 0,-2-1-3 15,1 0-2-15,0 2 0 0,-3-2-2 0,-2 0 8 16,-3 0-4-16,-1-1 4 0,-1 1-12 0,-2-1-1 16,3 2 4-16,-6-3-3 0,3 1-17 0,-4-1-11 15,1 1-31-15,0 0-1 0,0 0-186 0</inkml:trace>
  <inkml:trace contextRef="#ctx0" brushRef="#br0" timeOffset="108840.94">19322 6228 257 0,'0'0'15'15,"0"0"-2"-15,0-1 6 0,0 0 4 0,0 0-5 16,1-1-8-16,0 1 11 0,0 0-11 0,0 0 13 15,1 0 7-15,-1-1 8 0,1 1 3 0,0 0-1 16,1 0 5-16,-1 0-5 0,0 0 12 0,1-1-10 16,-1 1 5-16,-1 1-6 0,4-2-7 0,-3 0 4 15,1 0 2-15,-1 0-9 0,0 0 4 0,1-1-8 16,-2 1-8-16,1 1 5 0,0 0-9 0,-1-2 8 16,0 2-2-16,0 0-13 0,0 0 2 0,0 0-7 0,1-1 6 0,-1 1-1 15,-1 1 7-15,0 0-6 0,0 0-2 16,0 0 9-16,0 1-6 0,0 1 7 0,-1 0-3 0,1-1-10 15,-6 8 10-15,0 2-11 0,0 0 6 0,2-2 3 16,1 2-12-16,2-2 11 0,0-1 2 0,1-1-12 16,0 0 13-16,0-1-13 0,1-1 5 0,-1-2-2 15,1 1-2-15,-1-3 4 0,1 2 1 0,1-2 3 16,7 5-4-16,2 1 3 0,1-3-10 0,0-1 16 16,0-2-6-16,-2-1 10 0,3-2-9 0,-1-2-3 15,1-1 5-15,0-1-4 0,-1-1-6 0,-3 1 5 0,0 4-6 16,-3-10 6-16,1-1-13 0,-2 3 11 0,0-3-6 15,-2 1 8-15,0-1-3 0,-2 1-5 0,0 2 7 16,6-1-7-16,-2 3 2 0,-2-1 3 0,-2 2-3 16,1 1 4-16,-2 1-5 0,0-1 3 0,0 1-5 15,0 4 2-15,-2-3-3 0,1 1 7 0,0 1-3 0,-1-1 3 16,1 3-6-16,-8-3 3 0,1 2 4 0,0 1-2 16,-2 1-4-16,1 1 1 0,1 2-3 0,-2 1 4 15,3-1 10-15,0 1-8 0,3 7 0 0,-1 1-4 16,0-2 1-16,4 0 2 0,-3 1 4 0,-4 0-4 15,2-2-4-15,3-2 9 0,0-1-7 0,2-1 10 16,1 1-9-16,0 0-1 0,1 0 8 0,1-2-7 0,-1-3 1 16,1 2 3-16,5-2-5 0,5 0 6 0,-1 5 2 15,2 0-8-15,-2-3 3 0,0-1-5 0,1-2 5 16,-3-1 1-16,0-1-3 0,0-2 1 0,-2 0-1 0,-1-1-1 16,-2 2 2-16,0-10-1 0,-2 0 8 0,-1-1-6 15,9 1-1-15,-3-3-1 0,-4 3-1 0,-1 2 0 16,-2-2 3-16,0 2 0 0,-2 2-1 0,0-3 1 15,0 4-4-15,-2 1 2 0,1 0 1 0,0 5 0 16,-7 0 3-16,-1-6-2 0,-1 1-3 0,-1 2-3 16,-1 4 5-16,-1 0-3 0,1 3 2 0,1 3 2 15,-2 2-5-15,-1 2 4 0,0-3-5 0,1 9 7 16,3 0-4-16,5 1 5 0,1-4-12 0,2 0 7 0,2-2 3 16,-3-1 2-16,3-2 1 0,-3-1 2 0,2-1-5 15,0-1 4-15,2-2-13 0,1 1 12 0,0-1-4 16,1 1 8-16,-1-3-5 0,13 8-4 0,3-2 1 15,1-2-2-15,1-3 7 0,-4-2-7 0,1 0 6 16,-3-1-6-16,-1-1 0 0,-2-1 7 0,-2 1-7 0,-1 0 5 16,-1-1-14-16,-4 3 1 0,1-1 0 0,-1-1 1 15,4-4-10-15,-1 0-36 0,-1-1-13 0,-2 1-30 16,0 1-275-16</inkml:trace>
  <inkml:trace contextRef="#ctx0" brushRef="#br0" timeOffset="111378.46">22475 6353 282 0,'0'0'23'0,"0"-1"30"0,0-1 7 0,0 1-23 15,0 0 3-15,0 0-12 0,0 0-3 0,0-1-7 16,0 1 1-16,0 0-3 0,0-1 7 0,0-1-15 0,0 1 10 15,0 0-11-15,0-1 14 0,0 1 4 0,0 1 1 16,0-3 2-16,0 0 3 0,0-2 5 0,0 1 0 16,0 1 3-16,0 1 6 0,0-1-1 0,0 1-4 15,-1-1 1-15,0 1-12 0,0-1-3 0,0 2 4 0,0 0-4 16,-1-1 3-16,1 1-17 0,0 1 4 0,0 0-6 16,0-1 4-16,0 1-2 0,-1 1-2 0,1 0 2 15,0 0 8-15,0 1-10 0,-2 1 11 0,1-1-11 16,0 1 8-16,-1 4 4 0,-2 7-7 0,-1 1 7 15,0 0-7-15,1 0-2 0,-1 0 3 0,4 2-2 16,-3-2-6-16,0 0 3 0,3 1-1 0,0 2 3 16,1-1 3-16,-10 1-12 0,3 0 7 0,3 2-8 0,2 0 8 15,0 0-5-15,2-1-3 0,1 0 1 0,1 4-5 16,0-4 4-16,2 1-4 0,-2 0 5 0,0-2 4 0,0 0-8 16,2 0 6-16,-2-2-7 0,0-3 4 0,0 0 5 15,0-1-2-15,-1-2 1 0,0-1-10 0,0 1 12 16,0-3-4-16,0-1 7 0,0 0-8 0,0-3-2 15,0 3 1-15,0-1-1 0,0-1 4 0,0 0-3 16,0-1 0-16,0-1-1 0,0 0 1 0,1 2-3 16,1-1 7-16,-2 0-5 0,0 1 5 0,0-2-3 15,0 0-4-15,0 0 3 0,0 0 3 0,1 1-4 16,-1-1 3-16,0 0-4 0,0 0 10 0,0 0-10 16,0 0 1-16,0 1-3 0,0-1 3 0,0 0-1 15,0 0 2-15,0 0-2 0,0-1 1 0,0 0 0 0,-1 0-1 16,-1 0 1-16,1 0-10 0,0 0 10 0,-1 0-3 15,-1 0 6-15,-2 0-1 0,-1 0-1 0,-1 0-3 16,0 0 2-16,-1 0-5 0,1 0 3 0,2 0 0 16,1 0 2-16,-3 0 0 0,2 0-2 0,2 0 0 0,-4 0-2 15,5 0 2-15,-1 0 0 0,2 0 1 0,0 0 0 16,-1 0 5-16,0 2-13 0,0-1 7 0,-1 0-8 16,2 0 11-16,0 0-10 0,1 0 5 0,0 1-7 15,0-1 7-15,1 0 4 0,2 0-2 0,5 4 4 16,8 2-12-16,-2-2 8 0,4-1-1 0,1 1 6 15,1-2 6-15,-1 1-10 0,-2-2 1 0,1 1-2 16,0-1 3-16,-1 0-3 0,0 1 2 0,-3-1-2 0,0 0 2 16,-2 1 1-16,-1 0 1 0,1 1 0 0,-1-2-2 15,-2 1-3-15,-1-1 2 0,2 0-1 0,-2 2 7 0,-1-2-3 16,0 1-5-16,-2-1 1 0,0 0-3 0,2 2 8 16,-4-2-1-16,1 0 4 0,-2 0-4 0,0 0-1 15,1 0 1-15,-1 1-2 0,0-1-6 0,1-1 5 16,-2 0 2-16,0 2 2 0,0-2 8 0,0 0-7 15,-1 1-2-15,0 0-1 0,0 0 2 0,-1 0 0 16,-1 1 3-16,-6 1-3 0,-5 3-6 0,-3 1 1 16,-2-1-1-16,-1-2 2 0,-1 1 6 0,-1 1-5 15,0-1 0-15,-1-1-2 0,1-2 0 0,0 1 3 16,1 0 4-16,-1-1-3 0,2 1 0 0,1-1 0 0,0 1-4 16,2-2 3-16,-1-1-8 0,1 2 10 0,1-2-6 15,1 1 6-15,3-1-4 0,-3 2-3 0,1-2 3 16,2 0-4-16,-2 1 1 0,3-1 7 0,3 1-4 15,1-1 6-15,0 1-7 0,2-1 0 0,3-1-3 16,-2 2 1-16,0-1-1 0,1-1 5 0,1 0 1 0,0 0 1 16,1 1-3-16,-2 2-5 0,-2 4 2 0,2 1-1 15,2-6 3-15,0 3 2 0,0-4-2 0,1 1 1 16,1 0-3-16,8 6 2 0,5 0 1 0,0-1 1 16,3 0-1-16,1-2 0 0,1-1-3 0,0 1 2 15,0-2-3-15,0 0 6 0,-1-2-4 0,-1 0 4 16,-1-1-10-16,-2 1 6 0,-1 1 3 0,-1-1 1 0,0 0 6 15,-1 0-9-15,-1 0-2 0,-2 0-3 0,-1 1 3 16,-1-1 2-16,-1 0 4 0,-1 0-1 0,-2 0 1 16,-1-1-5-16,0 3-1 0,1 1-1 0,2 6 1 0,-1 2 5 15,-3-1 0-15,-2 5 2 0,-3-3-1 0,-1-2-2 16,0-1 0-16,-3-1 0 0,4-2-3 0,-7 1 2 16,2-1 0-16,1 0 2 0,-1-1-3 0,1-2-3 15,1-1 6-15,1 0-3 0,1 0 4 0,1 0-3 16,0-1-1-16,1 0 0 0,-1 0 8 0,3 0-4 15,0-1-3-15,-2 1 0 0,1 1-1 0,0-1-2 16,1 0 0-16,-1 1-1 0,1-1 9 0,0 2-3 16,-2 4-1-16,-1 0-2 0,0 3-5 0,1 2 7 0,1 1-2 15,-2 2 4-15,2 2-13 0,-1 1 12 0,1 1-4 16,1-1 6-16,0 3-11 0,-1 0 11 0,2-1-5 16,0 2 6-16,0-2-6 0,0-1-5 0,2 1 5 15,1 0-3-15,1 0 5 0,-2 1 2 0,-1 0-5 16,-1-1 1-16,1 0 0 0,-1-2-1 0,0 1 7 0,0-1-6 15,0-2 5-15,-1 3-4 0,-1-2-4 0,0 0 2 16,-2 1-1-16,2 1-1 0,-2 0 4 0,1 1-1 16,-1 0 3-16,-1 0-2 0,2 0-2 0,-1 4 0 15,1 0 4-15,0-2-3 0,1-1 5 0,0-3-5 16,-2 1 0-16,2 0 5 0,1 0-6 0,-1-1 4 16,2-1-8-16,0-3 6 0,0-2 1 0,0-3 2 15,0 0-2-15,0-1 3 0,0 0 0 0,0 0 1 0,0-1-1 16,0-1-6-16,-1 1 1 0,0 0-2 0,0 0 8 15,0 1-6-15,-2-1 3 0,2-1-3 0,0 2 4 0,0-2-1 16,1-1-3-16,0-1 2 0,0 0 3 0,0-1-1 16,0-1 1-16,0 1-1 0,0-1-4 0,0 0 6 15,0-1-7-15,0 0 4 0,0 1-7 0,0 0 4 16,0 0 5-16,0-1-2 0,0 0 7 0,0 1-8 16,0-1 0-16,0 0-2 0,0 1-1 0,0-1 3 15,0 0 1-15,0 1 2 0,0-1-4 0,0-1 3 16,0 0-6-16,0 1 4 0,0-1 0 0,0 1-2 15,0-1 4-15,-1 2-4 0,0-1 0 0,-2 0 0 0,2 1 0 16,-1-1 0-16,0-2 0 0,-3 4 5 0,-4 0-4 16,6-1 2-16,-4 0-10 0,-3 1 7 0,3-2-1 15,-3 2 3-15,3-3 2 0,0 0-2 0,-2 0-2 16,5-1 0-16,-6 1-2 0,1 0 1 0,-2 1 1 16,2-1 0-16,-2-1 2 0,1 1-2 0,2-1 3 0,-4 1-4 15,4-1 2-15,-2 1-3 0,-2 1 4 0,2-1-3 16,-3 0 4-16,1 0 1 0,0-1-7 0,-1 1 3 15,0-1-4-15,-1 1 7 0,-1 1-2 0,-1-1 4 16,-1 0-10-16,-2 1 6 0,-1 1 1 0,-1-2 2 16,-4 1-4-16,0 1-1 0,-1-1 0 0,-3 1 0 15,6 0-2-15,-5-1 1 0,5 0 2 0,-2 1 0 0,-4-2 1 16,6 0 4-16,-3 0-4 0,2 2 4 0,2-2-6 16,-3 1 0-16,1 1 0 0,-2-2 1 0,-2-1-2 15,-1 0 2-15,0 0 0 0,-4 0 2 0,0 0 2 0,1 0-5 16,2 0 2-16,-2 1-4 0,0-1-1 0,-4 1 8 15,-1 0-4-15,4 0 5 0,2 1-8 0,-1-1 5 16,0 0-2-16,2-1 5 0,-2 0-12 0,-5 1 6 16,4-1 0-16,-2 1 3 0,0 1 6 0,1-2-6 15,-4 0-1-15,4 0 0 0,0 0-1 0,2 0 1 16,4 0 2-16,-3 0-1 0,0 0-5 0,0 0 7 16,-1 0-3-16,1 0 6 0,-1 0-9 0,-1 0 4 15,0 0-2-15,0 0 3 0,0 0-3 0,1 0 0 0,2 0 3 16,0 0-1-16,2 0 8 0,0 0-9 0,0 0-1 15,1 0 0-15,1 0 4 0,2 0-4 16,-2-2 2-16,-1 2-2 0,2 0 6 0,-2 0-6 0,1 0-1 16,0 0-2-16,0 0 6 0,2 0-2 0,-1 0 6 15,2 0-6-15,2 0 2 0,0 0-4 0,4 0-1 16,1 0 0-16,-2 2 6 0,3-2-2 0,0 0 0 0,2 1 0 16,0 0-2-16,1 0 2 0,0 0-3 0,2 0 2 15,-1 2 1-15,2-1-1 0,-2 0 2 0,3 0-2 16,-1 0 1-16,0-1-3 0,1 0 2 0,1 1-1 15,0 0 7-15,0 0-6 0,-1 1 2 0,2-1-3 16,-1 0 0-16,1-1-3 0,-1 2 3 0,2-2-1 0,3-1 3 16,-3 1-1-16,4-1-2 0,-2 0 1 0,1 0-2 15,0 1-1-15,-1 1 1 0,1-1 0 0,0 0 5 16,-1 0-2-16,2 0-5 0,0 0 0 0,0 1-14 16,0-1 3-16,0 0-2 0,1 0 0 0,0 0-20 0,0 0-28 15,0 1-15-15,0-1-22 0,1-1-243 0,0-1-171 16</inkml:trace>
  <inkml:trace contextRef="#ctx0" brushRef="#br0" timeOffset="112560.69">22960 7036 728 0,'0'0'31'0,"0"-1"-5"0,-1 0 13 0,0-1 6 16,-1 1-12-16,1 0-5 0,0-1-13 0,0 0 0 16,0 1-4-16,1 0 3 0,0 0-6 0,0 0 3 15,0 0-3-15,0-1 14 0,0 1 4 0,0 0 4 0,-1 1-2 16,-1 0 6-16,1 0 5 0,0 1-8 0,0 0 7 16,0 2-9-16,-2 9-7 0,0 5 2 0,-1 4-5 15,2 3-13-15,0 4 12 0,0 1-11 0,1 1 10 16,0 0-11-16,0-1 5 0,0 0-1 0,0-2 2 15,1-5-5-15,0 2 8 0,0-3-1 0,0-1 2 16,0 0-7-16,1-2 4 0,0-1 0 0,0 0 1 16,1-3-6-16,1 0 1 0,-1-1-3 0,-1-5 3 0,2 2 4 15,-2-3-13-15,0-3 11 0,-1 0-11 0,0-1 7 16,0-1-1-16,0 0 3 0,0 0-1 0,0 1 8 16,0-2-5-16,0 0 1 0,0-1-1 0,-1 0 1 0,0-1-1 15,-1 0 0-15,1-2 0 0,-7-10-2 0,0-2-1 16,1 0-4-16,1-3 1 0,2-1-8 0,3-1 6 15,1-1-3-15,1-1 3 0,3-3-9 0,2-1 9 16,2-3-4-16,3-3 4 0,0 2-8 0,1 0 8 16,1 3-2-16,-1 5 4 0,-11-1-7 0,14 5 9 15,1 0-7-15,-2 3 9 0,2 1-9 0,-1 3 2 16,3 2 2-16,-2 2-2 0,1-2-9 0,3 5 11 16,-2-1-8-16,-3 3 9 0,1-9-4 0,-2 5-1 0,-1 3 1 15,1 0-2-15,-3 3-7 0,-3 0 8 0,1 1-7 16,-5 1 6-16,1-1-19 0,-2 0 3 0,2 1 5 15,0 1-4-15,0-1-6 0,-1 2-11 0,-1-2-5 16,-3-1-3-16,3 4-27 0,-2-2-147 0,3 1 29 16,1 2-71-16,-4-4-27 0</inkml:trace>
  <inkml:trace contextRef="#ctx0" brushRef="#br0" timeOffset="112977.42">23319 7345 825 0,'-2'0'83'0,"1"0"152"0,0 0-176 16,0 0-26-16,0 0-2 0,0 0-7 0,-1 0-12 15,2 0 1-15,0 0 0 0,0 1 0 0,0 1-3 16,0-1 4-16,0 0-7 0,0 1 5 0,0 4-10 0,0 6 8 16,-1 1-5-16,-1 1 4 0,-2 1-14 0,1 0 10 15,-2 0-2-15,-1-1 7 0,2 0 5 0,0-2-1 16,2 1-3-16,-1-3 1 0,2 1-1 0,0-4 1 15,1 0 5-15,0 1-5 0,1-1-1 0,0-1 3 16,3 1-5-16,-1-2 4 0,2-3-13 0,7 0 8 16,1 1 5-16,1 6 0 0,1-1 3 0,-1-2-6 15,2-2 0-15,-2-2-2 0,1-1 2 0,0 1 4 0,1-2-3 16,-1 0 2-16,1 0-10 0,1-2 7 0,-2 0-6 16,0-2 6-16,-2 1 0 0,0-2-2 0,0-1 3 15,-2 0-4-15,-1 1 3 0,0-1-3 0,-3 3 5 16,-3-10-3-16,1 0 10 0,-4-2-9 0,0 1 2 0,2 0-3 15,5 1-7-15,-2-1 11 0,-3 0-10 0,-3 2 10 16,-1-1-14-16,-2 1 3 0,-2 3 3 0,-1 0 0 16,5 0-2-16,-12 3-2 0,-2-2-4 0,2 5 2 15,1-2-7-15,-1 1-6 0,0 3-3 0,0-1-2 16,2-6-16-16,-1 2-23 0,1 1-33 0,-1 2-2 16,2-1-145-16,2 2-260 0</inkml:trace>
  <inkml:trace contextRef="#ctx0" brushRef="#br0" timeOffset="115681.88">22819 6194 285 0,'0'0'34'0,"-1"0"-5"0,-1 1 22 15,1 0 0-15,0 0-5 0,0 1-2 0,0-1-7 16,0 0 0-16,-1 0-2 0,1 0 8 0,1 1 3 16,0-1 5-16,0-1-3 0,0 0 1 0,0 0-10 15,1 0-6-15,1 0-1 0,-1 0-10 0,1 0 11 0,0-1-8 16,1 1 7-16,4-3-12 0,-1 2-3 0,1-1 9 15,0 0-8-15,0 1 9 0,1 1-5 0,-1 0-2 16,0 0 0-16,0 0-8 0,5 0 3 0,0 0 1 16,3 0 0-16,2 0-6 0,0 1 0 0,4 1 0 15,1-1 1-15,0 1-6 0,4 1 4 0,2-1 0 0,5 0 2 16,3 2 0-16,1-2 1 0,4 0 1 0,1 0 0 16,1-2 6-16,3 0-12 0,-3-2 5 0,1 0-5 15,1 0 12-15,2-1-6 0,4 2 0 0,4 0-2 16,2 0-10-16,3-1 7 0,-3-2-3 0,-3 0 6 15,3 1 1-15,-8 1-7 0,2 0-2 0,-2 1-1 16,-1 1 2-16,4 0-1 0,0 0-2 0,-4-1 0 16,-1 0 1-16,-6 1-3 0,-3 0 1 0,-2 0-1 0,0 1 2 15,-2 0 3-15,0 2-1 0,0-1 1 0,-2-1-4 0,-1 0 0 16,0 0 1-16,-6 1 0 0,-1-1 2 0,1 0-3 16,-3 0 0-16,-2 2 0 0,-2-1-3 0,-5-1 4 15,-1 1-1-15,-4 0 3 0,1 0-3 0,0-1 4 16,-3 0-4-16,-2-1 3 0,1 0-2 0,-2 0-6 15,0 0 8-15,-2 0-7 0,0 0 4 0,2 1 3 16,-1 1-3-16,0-1 4 0,1-1 6 0,-2 0-8 16,0 0 5-16,0 0-7 0,0 0-6 0,-1 0 14 15,0 0-9-15,0 0 9 0,0 0-11 0,0 0 6 16,-1 0 4-16,0 0 0 0,0 0-1 0,0 0 4 16,-1 0-5-16,0 0 5 0,0 0-10 0,-1 1 9 0,1-1-5 15,0 1 6-15,-1-1-10 0,1 1 0 0,0 1 0 16,-1-1 1-16,1 0-1 0,1 0 11 0,0 0-3 15,-1 0 6-15,1 1-10 0,0-1-2 0,0 0 2 16,0 0 0-16,-1 1 6 0,1 1-9 0,0-1 1 0,0 2-3 16,-1 3 2-16,0-3 11 0,0 6-6 0,1-2 5 15,0 0-11-15,-2 3 4 0,2 1 4 0,0-1-3 16,0 2 0-16,1 1-2 0,0 2 0 0,0 0 1 16,0 3 1-16,0 0 5 0,1 1-6 0,0 2 5 15,2 2-3-15,0 3-3 0,-1-1 3 0,2 1-4 0,-2 0 2 16,1 2 7-16,-1 0-4 0,0 0 5 0,1-2-12 15,0-4 12-15,1 0-9 0,-1-2 10 0,0-2-6 16,-1-2-1-16,2 2 4 0,-2-2-5 0,-1-2 0 0,0-1-4 16,0-2 5-16,1-1-3 0,-2 0 11 0,0-3-9 15,0 0 4-15,0-2-6 0,-2 0 9 0,1-1-6 16,0 0-1-16,0-2-1 0,-3 2 7 0,2-2-7 16,-7 2 2-16,-6-3-4 0,3 2-3 0,-6 0 2 15,-1-2 4-15,0 1-1 0,-1 1 1 0,-1 9 0 16,1-5-2-16,1-2 1 0,1-3 0 0,3 0-3 15,1-1 3-15,4-1-3 0,1 1-1 0,0-1 1 16,1-1-1-16,0 0 2 0,-1 0-2 0,5 0 6 16,-1 0-3-16,1 0 4 0,2 0-7 0,-1 0-1 0,0 0 1 15,1 0-1-15,-1 0 2 0,1 0-1 0,1 0-8 16,0 0 4-16,0 1-4 0,-1 0 7 0,2 0 0 16,0 0 0-16,0 1-8 0,2-1 7 0,-1 1-1 15,3 2 3-15,12-3-6 0,3 5 6 0,4 1-1 0,1-1 3 16,-3 1-4-16,4-1 0 0,-3-2 0 0,1 1 0 15,4 0 0-15,-1-2-2 0,2 4 4 0,0-3-3 16,-4-2 4-16,0 1 5 0,0 11-3 0,-1-7 3 16,-3-1-5-16,1-2-5 0,-1 1 4 0,-2 0-4 15,-2-1 13-15,-1 0-11 0,-3-1 2 0,1 1-5 16,-2-1 4-16,-6 0 5 0,-2-2-4 0,-1 0 4 16,1 2-9-16,-2-1 11 0,0 0-7 0,2 6 9 15,-1-2-9-15,-2 1 7 0,-2 2 0 0,-1-1 2 0,1 1-5 16,-16 0-5-16,-1-1 5 0,-3 0-4 0,1 0 7 15,-4 2-2-15,-1-2-4 0,0 0 3 0,-1 1 1 16,-1 1-1-16,-3-3 4 0,1 1-5 0,-1-1-3 0,-1 1 4 16,2 1-3-16,2 0 3 0,-2 1-3 0,2 0-2 15,2 0 2-15,1 0 1 0,2-1 5 0,5 0-3 16,1-1-2-16,3-1 0 0,2 0 4 0,1-1-8 16,3 0 6-16,2 0-7 0,1-2 3 0,2 1 4 15,0-3-5-15,2 1 5 0,0-1-1 0,0 1-3 16,0-1 0-16,0 1-4 0,1-1 1 0,0-1-2 15,0 0 3-15,8 5-4 0,14 4 4 0,3-3-5 0,7-2 4 16,-2-4-5-16,2-1 7 0,4 0-2 0,-4 0 1 16,3-2 0-16,0 0 7 0,-6-1-5 0,1 0 1 15,-4 0-4-15,0 1 4 0,-6 0 3 0,0-1 0 16,-2 1 0-16,-2 1-1 0,1 0-2 0,-4-1-3 0,-4 2 0 16,-3 0-1-16,-1 0 3 0,-2 0 1 15,-2 0 1-15,2 0 6 0,-1 2-5 0,0-1 2 0,0 0-3 16,-1 0 2-16,0 2 2 0,-1-2-2 0,0 9 2 15,-1 0-8-15,-2-1 3 0,-1 2 1 0,-1-3 1 16,-1 2 4-16,-1 2-7 0,0 0 3 0,0 0-3 16,1 1 1-16,0-2 3 0,0 1 0 0,1 2 1 15,0-1 3-15,0 3-5 0,0-1-2 0,1-1 0 16,-2 5 4-16,1 0-4 0,0-1 1 0,1 4-2 0,-1-1-6 16,1 1 11-16,0 2-3 0,0-2 6 0,1-1-8 15,0 1 2-15,1-2-1 0,0-1 2 0,-1 0-1 0,2-1 1 16,1-1-1-16,0 1 1 0,0 0-5 0,1-1 8 15,2 0-3-15,-1-1 4 0,2-2-7 0,1 6 2 16,1-1 3-16,1 1 0 0,-1-1-5 0,0-3 6 16,0 2-9-16,0-2 9 0,0 2-5 0,-2-1-3 15,1-2 4-15,0 0-5 0,0 0 10 0,-2-2-4 16,2 1 0-16,-2-1-2 0,1 0 0 0,-1 0 2 16,1 0 0-16,-1-1 2 0,0-1 2 0,0 0-6 15,0 0 2-15,-1-2-4 0,0 1 2 0,1-2 4 0,-1 0-3 16,0 0 4-16,1-1-1 0,-1-1-2 0,0 0 6 15,1-1-5-15,-1 1-1 0,-1-4 3 0,1 2-3 16,-1-1 4-16,0 0-1 0,0-1-5 0,0 0 1 16,-1-1-1-16,0 1 5 0,0-1-5 0,1 1 0 15,1 1-1-15,-1-1 3 0,0 0-1 0,0 1 0 0,-1-1-1 16,0-1-5-16,0 0 5 0,0 0-1 0,0 1 2 16,0-1 3-16,-1 0-6 0,0 0 2 0,0 0-2 15,-1 0 7-15,1 1-4 0,0-1-1 0,0 0 0 16,0 0 0-16,-2 0 0 0,1 1 0 0,1-2 0 15,-6 1 5-15,1 0-6 0,0 0 3 0,0 0-5 16,1-1-1-16,0 1 3 0,0-1-2 0,-1 2 3 16,-1-1 3-16,2-1-1 0,1 0 3 0,-1 0-4 0,0 0-1 15,2 0 3-15,-2 0-5 0,1 0 3 0,0 0-4 16,-1 0 3-16,0 0-1 0,-1 0 1 0,2 0 3 16,-1 0-1-16,0 0 0 0,1 0-2 0,-4 0-5 0,4 0 5 15,-2 0 0-15,0 0 2 0,0 0-6 0,0 0 3 16,-2 0 1-16,-1 0 1 0,-1 0 0 0,2 0 0 15,1 0-1-15,1 0 0 0,0 0-4 0,-1 0 9 16,-2 0-5-16,-2 0 6 0,2 0-13 0,-2 0 6 16,2-1-2-16,0 1 3 0,0 0 0 0,0 0-3 15,-1 0 3-15,1 0-1 0,-4 0 4 0,-4 0-5 16,1 0 2-16,0 0-3 0,-2 0 6 0,1 0-1 16,1 0-6-16,-2 0 4 0,0 0-4 0,-1 0 4 0,-1 0 0 15,-1 0 0-15,1 0 1 0,-3 0-4 0,1-2 6 16,-3 1-6-16,0 0 6 0,1 1 0 0,-4-1-3 15,2 0 3-15,-1 1-2 0,-2-1-3 0,2-1 2 16,0 1-2-16,0 0-1 0,-2 1 3 0,1-1 0 0,-1 0 0 16,1 1 0-16,2-2-1 0,-1 1 1 0,0-1-1 15,-1 0-1-15,-1 0 4 0,-1 0-5 0,-3 0 5 16,2-1-2-16,-2 2 2 0,0-1-2 0,1 0 0 16,-1-1-4-16,1 1 6 0,1 1-2 0,1-2 3 15,1 1-1-15,-1 0-2 0,0-1 0 0,-2 2-2 16,1 0 1-16,0 0 1 0,-2 0 3 0,-3-1-1 15,0 2-2-15,2 0-1 0,3-1 1 0,2 1 1 16,-2-1 3-16,1 1-4 0,0 0 0 0,3 0-1 0,3 0-1 16,-1 0 2-16,-1 0-2 0,0 0 3 0,2 0 3 15,-1 0-6-15,0 1 4 0,-1 0-5 0,-1 1 0 0,4-1 2 16,-2 0 1-16,-1 0 1 0,4 0 4 0,-8 2-2 16,8-2-3-16,0 0 2 0,-1 1 3 0,3 1-3 15,0-2-1-15,2 1-1 0,0 1 0 0,-1-1 0 16,3-1 2-16,-3 1-1 0,4 0-3 0,0-1 2 15,3 0 0-15,-3 1 1 0,2-1 2 0,-1 1-5 16,0-1 2-16,2 0-1 0,-3-1 1 0,3 0 3 16,0 0-6-16,-4 0 5 0,7 0-2 0,-6 0 7 0,2 0-5 15,3 0 4-15,-2-1-8 0,5 1 1 16,-1 0 5-16,-1 0-4 0,2-1-1 0,2 1 4 0,1 0-6 16,0 0 6-16,0 0-10 0,0 0 8 0,-1 0-3 15,1 0 5-15,-3 0-10 0,1 0 6 0,-4-2-1 16,2 2 2-16,-3 0-4 0,0 0-2 0,2 0-1 15,1 0 1-15,-3 0 1 0,1-1-8 0,0 1-3 0,2 0-6 16,4 0-34-16,0 0-140 0,1 0-8 0,1-1-67 16,1 0-246-16</inkml:trace>
  <inkml:trace contextRef="#ctx0" brushRef="#br0" timeOffset="116916.37">24973 6248 353 0,'-1'-1'47'0,"0"0"84"15,-2-2-93-15,1 1-6 0,-5-5-7 0,0 0 1 0,2-1-11 16,2 3-15-16,-1 3 7 0,1-8-9 0,-1 4 8 16,1 0-9-16,-2-2 3 0,3 3-5 0,-2 0 12 15,1-1-8-15,-2 0 10 0,0 1-8 0,0 2 40 16,0 0-6-16,-1 1 7 0,-3-2-5 0,2-2 17 0,0 2-16 15,1 0 8-15,1 2-12 0,0 1-4 0,1 1-7 16,1 0-1-16,0 0 0 0,1 0-1 0,0 0-10 16,-1 0 3-16,2 0-3 0,0 1 4 0,0 0-5 15,0 0-2-15,1 0 2 0,0 1-1 0,0-1-6 16,0 0 3-16,1 0-3 0,0 0 14 0,1 0-8 16,7 3-1-16,4 1-2 0,1-2 1 0,2-2-3 15,1-1 6-15,3 0-4 0,1 0 11 0,3 0-15 16,5 0 8-16,1-2-10 0,9 1 10 0,-1-1 0 0,-1-2-5 15,4-1 3-15,-3 1-10 0,4-1 10 0,4-2 0 16,-3 3 4-16,0 0-4 0,2-1-4 0,1 0-3 16,4-1 0-16,0 0-7 0,1 2 11 0,2 0-8 15,-6 2 9-15,2 0-7 0,-6-2-1 0,-3-1 8 0,0 2-6 16,2-1 8-16,2 0-8 0,2 1 3 0,0 0-4 16,-1-1 3-16,4 1 0 0,-1-2 0 0,0 0 2 15,0 0 11-15,-3 0-10 0,0-1 3 0,2 0-6 16,-1 1-2-16,1 0 4 0,1 2-3 0,-4 1 4 15,-1-1-7-15,-6 2 2 0,-6 0 4 0,-4 0 0 16,-3 1 0-16,-6 0 0 0,1 0-4 0,-2 0 4 0,-2 0-1 16,0 0-1-16,-2 0 1 0,2 1 1 0,-2 0 5 15,0-1-1-15,1 0-1 0,-2 0 0 0,2 0 0 16,-2 0-2-16,-1 0 0 0,-2 0-2 0,4 0-4 0,-2 0 3 16,-2 0 2-16,-2 0 1 0,-6 0-1 0,0 0 5 15,2 0-6-15,-1-1 7 0,0 0-5 0,1-1 6 16,-2 1-1-16,0 0 2 0,0 0-1 0,1 0 2 15,-2-2 3-15,0 1-1 0,0 0-1 0,0 1-5 16,-2-3-3-16,0 1 1 0,2 1 6 0,-1 0-4 16,-4 0-1-16,-1 0-2 0,-1 0-2 0,-1 1 4 15,0 0-2-15,-1-5 2 0,-1 0-4 0,0 1 3 16,0 2-1-16,-3 0 0 0,1 2-4 0,0 1 7 0,0 0-3 16,-1 1 4-16,0 2-1 0,-3 0-4 0,2 3-1 15,-1 1-2-15,-1 1-2 0,3 1 2 0,0 0 3 16,2-2-2-16,3-3 4 0,0 6-2 0,1 1-2 15,2-2 0-15,2 1 1 0,1-2 0 0,-4 0 1 16,2 0-1-16,-1 2 5 0,2-2-1 0,3 0 3 0,0-1-4 16,2-1-1-16,0 0-2 0,2 0 0 0,0 0 0 15,6 2 0-15,5-3-4 0,1-3 3 0,2 0-3 16,0 0 7-16,-1 9 1 0,1-2-3 0,0-5 3 16,-2-1 0-16,1-3-1 0,-1-2 3 0,-1 0-2 15,-2-1 2-15,-2-1-2 0,-7 2-4 0,1-1 4 16,-2 2 2-16,0-1-3 0,2-2 2 0,-3 2-2 0,-1 0 3 15,3-5-2-15,-3-2 0 0,-1 6-1 0,0-3 2 16,0 2-8-16,-1 1 6 0,0 1-7 0,-4-2 4 16,-4-2 2-16,0 3-3 0,-1-1 3 0,3 3-7 0,-2 0 3 15,2 1-2-15,0 0 3 0,3 0 3 0,0 1-5 16,1 0 3-16,1-1-4 0,1 0-2 0,0 0 2 16,-1 2-3-16,-1 1 3 0,2-1-4 0,0 0-4 15,0 2 8-15,1 0-6 0,0-3 2 0,0 0-3 16,0 2-8-16,0-1 3 0,0-1-17 0,0 0-23 15,1 1-8-15,0 1-15 0,2-2-123 0,-1 0-130 16,0 0-125-16</inkml:trace>
  <inkml:trace contextRef="#ctx0" brushRef="#br0" timeOffset="118365.7">27579 5787 568 0,'0'-1'30'15,"0"0"16"-15,0-4 20 0,1-8-15 0,2 0-9 0,-1 0 0 16,1 0-16-16,0 2 13 0,-1-1 2 0,0 0 3 15,1 3-2-15,-2 0-6 0,0 1-6 0,0 3 3 16,1 2-3-16,-1-1-11 0,-1 3 1 0,0-1-6 16,1-1 3-16,0 1-6 0,0 1 11 0,0 0-9 15,1 0 11-15,-1-1 10 0,0 2-6 0,0 0 8 0,0 2-12 16,0 0 6-16,5 9-7 0,1 6 5 0,-3 1-15 16,-3 2-7-16,-1 1 2 0,0 0-4 15,-1 3 6-15,0-2-2 0,-3 0 3 0,0 2-3 0,-1-2-4 16,1 2-1-16,2 0-1 0,-2 1 0 0,2 3 0 0,2-1 4 15,0 0-5-15,0-2 5 0,0 2-9 0,0-1 1 16,0 1 4-16,0-3 0 0,0-4 2 0,0-3 0 16,0-1 0-16,1-2 1 0,2-3 0 0,-2-4-5 15,0-1 4-15,-1-2-3 0,1-1 18 0,0 0-10 16,0-1 5-16,1 0-6 0,0 0 8 0,0-1-9 16,7 0 1-16,5-1-3 0,0-5 10 0,2-4-7 15,1-3 0-15,2-11-3 0,1-4-1 0,-3-3 1 16,2 1 2-16,0-2-1 0,0 1 2 0,-1-1-3 0,2 0 6 15,-2 3-5-15,-1 1 4 0,-2 2-2 0,-2 3 0 16,-3 2 1-16,0 1 6 0,-3 4-11 0,-4 2 4 16,3 1-6-16,-3 4 7 0,-1 0-8 0,1 3 0 0,-1 3-2 15,-2 1-6-15,2-2 0 0,0 1-8 16,1 0 5-16,-1 0-11 0,-1 1-6 0,0 0 1 0,1 0-5 16,-1 1-7-16,-1 1-54 0,0 0-36 0,0 2-8 15,0 0-138-15,-3 8-97 0</inkml:trace>
  <inkml:trace contextRef="#ctx0" brushRef="#br0" timeOffset="118765.32">28009 6254 858 0,'0'0'359'0,"0"-1"-507"16,0 0 436-16,0-1-250 0,0 1-12 0,0 0-21 15,0 0 0-15,0 1-5 0,0 0 3 0,0 0 3 16,0 1-3-16,-1 1 2 0,1 1-6 0,-6 11 2 16,0 0 2-16,-1 0-2 0,0 1-8 0,0-2 6 15,0 0 1-15,1-2 2 0,2-2 5 0,0-1 1 16,2-1 3-16,-1-1-1 0,2-1 7 0,1-1 10 0,0-1-11 16,0 1 10-16,0-1-12 0,0 1 3 0,0-2-1 15,1 0 0-15,1 1-8 0,7-2-4 0,3 7 0 16,1-1-2-16,3-1 7 0,1-2-6 0,1-1 7 15,0-2-8-15,-3-1 6 0,-1 0 0 0,-1-1-3 16,-1-1 4-16,-2-2 10 0,1 0-9 0,0-2 3 0,-3 0-5 16,0 2 7-16,-1-9-4 0,-1 0 3 0,-1-1-5 15,1 0 3-15,-5 0 10 0,0 0 1 0,9 0 3 16,-4 0 4-16,-3 1-7 0,-2-1 2 0,-1 1-3 16,-1 2-5-16,-2 1-13 0,-1 0-3 0,-1 3-2 15,-3-2-15-15,-12 2-8 0,0 1-5 0,-6 2-3 16,-1 0-33-16,-2 2-104 0,-5 1-16 0,4-14-42 15,0 7-165-15</inkml:trace>
  <inkml:trace contextRef="#ctx0" brushRef="#br0" timeOffset="119750.9">25590 6968 1086 0,'-1'-1'17'0,"-1"-1"12"0,1 2-16 0,-6-1-8 16,1 0-2-16,0 1 0 0,0 1 3 0,-1 3 4 15,0 0-1-15,-1 8 3 0,0 8 5 0,-1 2 0 16,1 3 4-16,2 1-2 0,-1-1 7 0,2-2 5 0,2 1-5 15,-1-2 6-15,2 0 3 0,-11 0-8 0,5-2 3 16,3-2-6-16,2 1-11 0,1-3 2 0,1-1-5 16,0-1 2-16,1-2-17 0,0-1 5 0,0 0 0 15,-1-2 2-15,1 0 2 0,0-3-12 0,-1-1-5 16,1-2-1-16,0-2-5 0,0 1-6 0,0 1-5 16,0-1-3-16,0-1-40 0,0 0 12 0,0 1-4 0,0-2 6 15,0-2-9-15,0 1-31 0,0 0 11 0,3-15-14 16,1-1 31-16,-1-1 30 0,1 0 5 0,-1-2 10 15,0-3 28-15,-1 0 7 0,-1 0 2 0,0 5 5 16,-1-2 29-16,0 1 10 0,0-1-2 0,-1 0 3 16,0 0-12-16,1 3-14 0,0 3-3 0,0-1-2 15,1 3-4-15,0 0-2 0,2 0 0 0,-1 2-1 0,2 1-1 16,-1 0 1-16,1 2 7 0,-1 3-3 0,-2-1 8 16,11 2 10-16,0 1-12 0,0 0 11 0,-3-5-20 15,2 1-5-15,-1 1 2 0,3 3-5 0,2 2 4 0,-5 0-10 16,-1 2 9-16,-5 0-9 0,1 1 8 0,-1 6-8 15,1 7-2-15,-3-1-1 0,8 0-2 0,-4 1 6 16,-4 2 3-16,-2-1 0 0,-1 1-4 0,-3-4 4 16,-2-1-2-16,-3 2 5 0,8-1 1 0,-15 0 3 15,1-2-7-15,1-3 6 0,1 2-6 0,0-3-1 16,1-1 0-16,4 0-1 0,-1-3 4 0,3-1-11 16,-1 1 9-16,1-2-8 0,2 0 13 0,2 3-13 0,0-1 3 15,1-2-6-15,-3 3 1 0,3-3 5 0,-1 2-1 16,0-1 4-16,1 1 0 0,1 0-5 0,0 1-2 15,1 0 1-15,3 1 9 0,-1-2-7 0,8 2 9 16,8 1-8-16,2-1 3 0,-2 1 1 0,3 0-2 16,-1 2 2-16,-1-2 3 0,3 2 0 0,-2-1-1 0,-2-1-1 15,-1 0-8-15,1 0-4 0,0-1 3 0,-5-1-3 16,3 0-1-16,-4-2-2 0,-2 0-9 0,0 4 4 16,-2-2-19-16,0-1-22 0,0-2-6 0,2 0-8 15,0-2-43-15,-1-3-241 0,-1-2 21 0</inkml:trace>
  <inkml:trace contextRef="#ctx0" brushRef="#br0" timeOffset="120117.37">25944 7250 1242 0,'0'-1'27'0,"0"0"-2"0,0-1 19 16,-1 1-6-16,1 0-1 0,0 0-12 0,0 1-11 15,0 0-2-15,0 0-4 0,0 0-7 0,0 1 2 16,0 0 3-16,0 3-3 0,0 11-3 0,-1 0 0 16,0 1 1-16,-1-2-1 0,-1 1-3 0,0 1 6 15,-1 0-3-15,1-1 4 0,-1 1 4 0,1-1-5 16,-1-2 8-16,1-1-7 0,-1 0 9 0,0-1 12 0,1-1-7 16,1-1 9-16,0-2-10 0,1 0 8 0,0-1-7 15,0 0 6-15,1-2-9 0,0 2-7 0,0-1 5 16,0-1-7-16,0 0 4 0,1 0-4 0,0-2-4 15,0 0 1-15,6 1-3 0,6-1 8 0,0-1 0 16,1 3 0-16,2-2-3 0,0-1 5 0,2 2 6 0,2 8-3 16,1-2-6-16,1-2 4 0,0-3-6 0,-4 0 6 15,0-1-12-15,-2-1 3 0,2 0-6 0,0-1 5 16,-4 0-5-16,0-1-5 0,-2 0-4 0,-2 0-1 16,0-1-28-16,-1 0-49 0,-3-1-112 0</inkml:trace>
  <inkml:trace contextRef="#ctx0" brushRef="#br0" timeOffset="152426.51">18714 2082 256 0,'0'0'142'16,"0"-1"-71"-16,-1-1 39 0,-1 1-4 0,1-1-100 16,0-1 1-16,0 0-9 0,-2-4 5 0,1-1-7 15,0-2 6-15,-2 0 2 0,1-1-3 0,0 4 1 16,0-4-8-16,-2 0 7 0,0-2 12 0,0-3-3 0,-1 1 17 16,0 1-6-16,-1-2 6 0,0 0-3 0,0 2 10 15,-3-2-9-15,2 0-12 0,-1 0 6 0,-2 0-8 16,0 0 3-16,9 1 7 0,-11 1-4 0,-1 1 3 15,-1 0-7-15,-2 1-5 0,0-1-1 0,-2 3-7 0,-2-2 7 16,1 1 0-16,0 1 5 0,0 0 5 0,-2 2-10 16,-2-1 5-16,-1 1-7 0,-1-1 8 0,2 2-1 15,1 0-6-15,0 0 1 0,-2-2-11 0,1 2 8 16,0 0 5-16,-2 1 1 0,1 2 9 0,-1 1-14 16,-1-2 8-16,1 0-8 0,-3 4 10 0,-5-1-2 15,0-15 0-15,-3 9 1 0,2 6 11 0,3 2-15 16,2 2 7-16,3 2-10 0,1 0 1 0,2 1-3 15,2 2 0-15,-2 1-1 0,3 2-4 0,0 0 0 0,1 1-5 16,0 1 4-16,-1-1-2 0,0-8 5 0,1 13-2 16,-3 2 3-16,2-1-6 0,1 2 2 0,0 0 3 15,2 1-2-15,-2 1 1 0,2-1-11 0,-2 5 4 16,1-2-5-16,3 1 16 0,-2 4-6 0,3-1-1 0,2 6-1 16,-3-2 7-16,5-1-5 0,-1 1 2 0,0-4-4 15,0 5-1-15,1-3-4 0,-1 2-1 0,2 0 0 16,1 3 1-16,1 2 8 0,2 4-10 0,1-1 7 15,2 4-8-15,2 5 2 0,-18-2 3 0,11 5-3 16,5-4-1-16,4-5 2 0,3-1 0 0,1-2 2 16,2 0 3-16,1 0 6 0,1 3-3 0,2-1 4 0,1 3-5 15,1 0 3-15,-1 0 4 0,4 1-1 0,-1-3 8 16,3-5-2-16,-15-1 0 0,18-4-1 0,1-2-3 16,1-1 0-16,4 1-4 0,0 0 2 0,4 1-6 15,-2-2 0-15,1 0 1 0,-3 1 0 0,1-3 7 0,0 0-4 16,3-6 1-16,-1-1-2 0,2-1-2 0,0-1-5 15,-2 2 4-15,6-6-5 0,-2 1 6 0,-1-3 0 16,4-1-1-16,-4-4 1 0,1 0 4 0,-2-3-3 16,-4 0 2-16,0-3-2 0,-1 14-1 0,-1-6 4 15,0-6-7-15,1-2 6 0,-1-1-2 0,2-1-6 16,2-3 0-16,1-4-3 0,1 0 8 0,1-2-6 16,0-4 4-16,-1-1-6 0,-3 12 0 0,-1-19 11 15,-2-2-3-15,-3-4 7 0,1 1-7 0,-2-4 0 16,-2-1 0-16,0 1 0 0,-2-1 2 0,2 0-2 0,-2 0 2 15,0 0-2-15,0-3-6 0,-2-1 5 0,0-3 0 16,-1-2 2-16,0-5-1 0,-3-2-8 0,-1 1 4 16,-2-1-6-16,0 3 3 0,-1 3 7 0,1-1-1 0,-2 3 5 15,2 2-2-15,-8 0-4 0,15-2-2 0,-9-4 2 16,-5 0 19-16,-5-3-16 0,-2-2 11 0,-2 5-12 16,0-1 0-16,-2 5 4 0,-2 1-3 0,0 3 5 15,-1 1 2-15,-1-1-2 0,0 2 4 0,-1 0-4 16,-4-5 4-16,2 3 7 0,-2-1-8 0,17 0 8 15,-18 4-19-15,-1 0-2 0,-3 1-10 0,-1 5 4 16,1 2-25-16,-4 3-19 0,-1 3-21 0,-1 3-10 0,-6 2-171 16</inkml:trace>
  <inkml:trace contextRef="#ctx0" brushRef="#br0" timeOffset="154679">11203 12047 124 0,'0'0'0'16,"0"0"11"-16,0 0 100 0,1 0-35 0,0-2-3 15,1 1-57-15,0 0-5 0,0 1-13 0,8-4-1 16,-2 1-1-16,1-2-7 0,1 1 0 0,-2-1 3 16,-2 1-2-16,0 0 8 0,0-1 1 0,-1 0 1 0,0 3 0 15,0-8 2-15,-3 2 22 0,2 0 4 0,-3 0 7 16,0-3 15-16,6 2 5 0,-1-2-8 0,-1 1 8 16,-2 0 8-16,-2 3-2 0,1-1 4 0,-2 3-6 15,0 0-8-15,0-2-15 0,0 4 6 0,0-4-7 16,0 2 10-16,-2 0-18 0,1 2-2 0,0-1-6 15,0 1-3-15,-1-2-2 0,-1 0 5 0,1 2-3 16,0-2 9-16,2 4-6 0,-2-3 1 0,-5 1-4 16,0 1 1-16,0-1-4 0,0 0 4 0,0 2-4 0,-1-5-2 15,-2 0 3-15,1 1-4 0,-4 0 4 0,0 2-10 16,-2 1-3-16,2 2-1 0,-2 0 2 0,-2 1 11 0,0 2-9 16,-2 2 6-16,2 1-6 0,2 0 10 15,-3 2-6-15,2 0 5 0,1 0-6 0,-2 2-5 0,3-8 3 16,1 13-5-16,1 1 5 0,-1-1-3 0,3 0-1 15,0 2-1-15,1-1-1 0,1 3-7 0,-2-3 8 16,1 2-2-16,1 0 3 0,-2 1-4 0,3-2 4 16,-1 3-1-16,2 0 2 0,0 0 7 0,2 1-7 15,0 1 1-15,0-1-3 0,3 2-1 0,-13 1 1 16,6 3 3-16,3 3-2 0,3 0-3 0,2 3-3 16,1-3 5-16,1 1-3 0,1 3 6 0,0-1 1 0,2 0-4 15,0 0 2-15,1-2-5 0,-2 1 11 0,1 1-3 16,0 0 7-16,-1 0-1 0,1 1 2 0,0 1-3 15,0 1 1-15,-1 0 1 0,1-1 9 0,0 1-6 16,-1-1 5-16,0-1-11 0,-2-2 10 0,1-4-1 0,-3-2 2 16,0 0-6-16,0-3 3 0,0 0 2 0,0-2-2 15,-2-2 7-15,1-2-13 0,-1 1 5 0,0-2-7 16,-1-2 10-16,1-1-7 0,-1 1-1 0,1-4-3 16,-1 2-8-16,0-5 5 0,1-3-2 0,-2 3 3 15,2-2-2-15,-2 2-1 0,2-2 2 0,-3 1-1 16,2-1-1-16,-1-3-17 0,-4 3 5 0,0-4-10 0,-1 0-15 15,0 1-9-15,1 4-10 0,1-2 3 16,-1-1-35-16,2-2-20 0,0 1-19 0,1-2-1 0,-1-2-81 16,3 1-56-16</inkml:trace>
  <inkml:trace contextRef="#ctx0" brushRef="#br0" timeOffset="155214.79">10481 12840 881 0,'-1'0'30'0,"0"0"-1"15,0-1 17-15,-2 0 0 0,-2 0-4 0,0 0-15 16,-1-1-1-16,2 1-9 0,1 0 6 0,-1 0-10 15,3 1-6-15,0 0 1 0,-2-1-2 0,1 0 0 0,0-1 3 16,1 1 8-16,-1 0-2 0,1 0 20 0,1 0-7 16,0-1 1-16,0 1-2 0,1 1 5 0,2 0-11 15,3-1 5-15,11-1-6 0,0 1 9 0,-1 1-2 16,2-2-4-16,-3 1 3 0,4 0-3 0,1 0 8 16,1 1-3-16,1 0 3 0,1 0-17 0,1 1 3 15,0-1 5-15,-2 1-3 0,1-1 1 0,-1 1-13 16,0 1 3-16,2-1-4 0,-2 1 2 0,1-1-4 15,-1 0-2-15,0-1 2 0,1 0 7 0,-1 0-7 0,-1 0 0 16,3 0-4-16,-4 0-3 0,1-1 8 0,-4-1-5 16,1 1 6-16,1-2-7 0,-4 1-2 0,2 0-4 15,-5-2-1-15,0 1-26 0,1-1-27 0,-1 1-8 16,0-2-10-16,-1-1-52 0,0 0-81 0,2-2-21 16</inkml:trace>
  <inkml:trace contextRef="#ctx0" brushRef="#br0" timeOffset="155880.19">11309 13320 634 0,'0'0'123'0,"-1"-1"-149"0,0 0 146 0,-1 0-75 16,1-1-9-16,0 1-20 0,0 0 7 0,0-1-11 16,-1-1 2-16,1 1-1 0,0 0-5 0,0-1 5 15,0 1-13-15,0 0 13 0,-1-1-8 0,1 1 12 16,1-1-4-16,0 2 15 0,0 0 4 0,0 0 4 15,0 0 20-15,0 0-5 0,0-1 2 0,0 1-4 16,0 0-5-16,0 0-16 0,0 0-1 0,0 0-6 0,0-1-5 16,-1 2 2-16,0 0-4 0,0 0 2 0,1 0-11 0,-1 0-2 15,-1 0 2-15,2 0-2 0,-1 0 10 16,1 2-13-16,0-1 1 0,0 0-4 0,0 1 4 0,-1 5-3 16,0 4 8-16,1 3-7 0,0 0 5 0,0 4-1 15,0 1-2-15,0-3 2 0,0 4 0 0,0 0 4 16,1 4-7-16,-1 0 6 0,0 0-7 0,0-2 5 15,0-1-3-15,0-1 4 0,0 0-4 0,0 1-1 16,-1-1 4-16,0-1-2 0,-1 0 6 0,1-1-7 16,0-2 5-16,0-2-4 0,0 0 12 0,0-2-15 15,-1-1 3-15,1-2-5 0,0-2 8 0,1 0-13 0,0-2 3 16,0 0-8-16,0-3-13 0,0 0-34 0,0-1-12 16,0 2-7-16,0-1-39 0,0 1-41 0,1-2-11 15,0 0-15-15,1-1-77 0</inkml:trace>
  <inkml:trace contextRef="#ctx0" brushRef="#br0" timeOffset="156280.87">11602 13213 1177 0,'-1'0'32'0,"-1"0"42"0,0 0-44 16,0 0-4-16,-2 0-3 0,2 1 3 0,-1 0-2 0,1 1-11 16,0-1 2-16,-1 0-5 0,1 0 3 0,0 0-10 15,-3 2 2-15,1-1-4 0,1 0 6 0,-2-1-8 16,4 7 2-16,-1-1-2 0,-1 0 5 0,0 0 14 16,-2-1-6-16,-1 1 9 0,1 0 2 0,1 1-3 15,0-2 2-15,1 0-3 0,0 2-5 0,1 1 5 16,0 0-5-16,-2 1 3 0,2 3-19 0,-5-2 8 15,0 0-3-15,1 5 6 0,2-6-9 0,0 7 0 16,0 0 0-16,2 0 0 0,1 2 0 0,1-1 0 0,0 0 0 16,1 1 1-16,1 0-3 0,2-2 3 0,-1 1 0 15,1 0 3-15,-1 0 0 0,1 0-5 0,0 0 3 16,1-1-2-16,0 1 9 0,-2-3-12 0,1-1 2 16,1 1-5-16,-1-1 5 0,-1-4 3 0,-1 0 1 0,-1-2 1 15,0-2-2-15,0 0-7 0,1 0-8 0,-2-4-2 16,1 1-41-16,0 0-42 0,0-1-7 0,0 0-13 15,1 0-41-15,0-1-45 0,0-1-23 0</inkml:trace>
  <inkml:trace contextRef="#ctx0" brushRef="#br0" timeOffset="156701.81">11294 13563 395 0,'0'0'95'0,"-2"0"169"15,1 0-173-15,0 0-15 0,0 0-4 0,0 0-5 16,0 0-30-16,-1 0-9 0,1-1-4 0,0 0-2 16,0 1-22-16,0-1 9 0,-1 0-7 0,1 0 9 15,1-1 5-15,0 2-10 0,0 0 5 0,1 0-6 16,1-1 9-16,-1 1 1 0,1 0 3 0,3 0-3 15,5-1-6-15,1 0-1 0,1 0 2 0,0 0-2 16,1 1-7-16,1 0 5 0,0 0-6 0,2 0 5 0,1 0-4 16,-1 0-6-16,2-2-2 0,1 0-4 0,2-2-23 15,-1 1-46-15,2-2-11 0,-2-1-17 0,5-2-80 16</inkml:trace>
  <inkml:trace contextRef="#ctx0" brushRef="#br0" timeOffset="157381.09">12113 12490 811 0,'-1'0'40'15,"-1"0"59"-15,-1 0-63 0,-1 0-13 0,1 0-4 16,1 0-1-16,0 0-10 0,-1 0-3 0,1 0 3 16,1 0-3-16,0 1 3 0,-1 0-8 0,1 0 4 0,1 1-4 15,0-1 18-15,0 0 10 0,1 0 7 0,1 0 2 16,1 0 14-16,9 4 0 0,1 0-7 0,1-2 6 15,-1-1-2-15,2-1-10 0,2-1-2 0,-1 0-2 16,3 1-7-16,-2-1-7 0,2 0 5 0,-1 0-7 16,0 0-3-16,-2 0-12 0,2 0 2 0,-1 0-4 15,1 0 4-15,-2 0-5 0,0 0 0 0,1 0-2 0,2 0 1 16,-2 0 1-16,-1 0 0 0,-3 0-2 0,1 0-6 16,-6 0-25-16,3 0-1 0,-8 0-10 0,0 0-20 15,3 0-28-15,-3 0-16 0,3 0-11 0,-2 0-122 16</inkml:trace>
  <inkml:trace contextRef="#ctx0" brushRef="#br0" timeOffset="157747.72">12139 12721 895 0,'-1'0'50'0,"0"0"-3"0,0 0-24 0,-1 0 9 0,1 0-32 16,0 0 0-16,0 0-4 0,0 0 1 0,-1 2-2 15,1-1 13-15,1 0-8 0,0 0 4 0,0 0-6 16,0 1-2-16,0-1 10 0,1 1-6 0,1-1 10 15,-1 2 9-15,0-1 24 0,0 0 6 0,0-1 5 16,1 1 18-16,-1-1-2 0,0 0-4 0,0 0 1 0,0 0-16 16,0 1-7-16,2-1-4 0,1 1-2 0,7 3-12 15,1-1-6-15,1 1 2 0,2-1-4 0,2-2-3 16,1 0-7-16,1 0-2 0,0-1-2 0,-1 0-4 0,0 0-5 16,2-1 3-16,-1 0-6 0,1 0-8 0,-1 0-40 15,1-1-11-15,1 0-12 0,-2-2-84 0</inkml:trace>
  <inkml:trace contextRef="#ctx0" brushRef="#br0" timeOffset="165859.7">13822 11521 256 0,'0'0'90'0,"0"0"-40"0,0 0 32 0,0 0 1 16,0 0-69-16,0 0-4 0,0 0-11 0,0 0 1 0,1 0 0 15,0-1 16-15,0 0-3 0,1-1 3 16,-1 1-2-16,1 0 15 0,0 0 13 0,1-2 6 0,-2 3 0 16,4-3 7-16,-1-4-9 0,1-1-9 0,2-2 3 15,-1 0-8-15,1 0-16 0,-1 0 9 0,2-3-12 16,4 0 5-16,-3-4-18 0,2 3 10 0,-2-1-10 15,0 0 8-15,3 2 0 0,-2-3-4 0,-2 3 3 16,-3-1-6-16,1 3 9 0,1 2-7 0,-6 1 7 16,5 0-7-16,-5-1 14 0,5 1-3 0,-3 4 6 0,0 0-9 15,-2 2 15-15,0 0 3 0,0-2 4 0,0 0 11 16,1 2-4-16,-1 0-2 0,0-1 0 0,0 1-5 0,0 0-5 16,1 1-1-16,-1-1-2 0,-1 1-16 0,0 0 4 15,1 0-3-15,-1 0 5 0,0-1 5 0,0 1-15 16,0 0 8-16,0 1-10 0,0 0 4 0,0 0 7 15,0 1-7-15,0 0 7 0,0 1-3 0,-1 0-5 16,-2 5 5-16,0 2-5 0,-2 4 3 0,2 2 0 16,0-3-3-16,2 1 2 0,0 3-6 0,0-2 2 15,1 1-4-15,-3 0 4 0,2 3 2 0,0 1-4 16,0 1 0-16,0 0-2 0,-1-1 3 0,1 1-3 16,0 0 8-16,0 0-5 0,0 2 2 0,-2-1 5 15,2 1-11-15,-1 2 10 0,1-2-5 0,-2 2 1 0,1-2 2 16,0 2-4-16,-2-1-2 0,1 0-1 0,0 2 6 15,2-5-4-15,0-1 3 0,1 1 4 0,0-6-4 16,0 4 5-16,0-4-4 0,0 0-3 0,0-3 0 0,0-2 0 16,0 2-1-16,0-2-3 0,0-1 2 0,0 1-1 15,0-3 9-15,0-4-10 0,0 1 1 0,0-1-4 16,0 0-1-16,0-1 8 0,0 0-6 0,0 2 7 16,0-1 1-16,0 0-1 0,0-1 5 0,0 1-7 15,0-1-7-15,0 0-1 0,-1 0 2 0,0 0 1 16,-1-1 10-16,-4 0-12 0,-5 0 2 0,-3-1-4 15,0 0 7-15,1 0 4 0,-3 0-4 0,3-1 1 0,-2 0-9 16,2 0 10-16,0 1 0 0,0-1 3 0,1 1-6 16,2 0-1-16,1 1 0 0,0 0 2 0,1 0 9 15,1 0-13-15,2 0 6 0,2 0-8 0,0 0 7 0,2 0-1 16,-1 0-6-16,0 0 4 0,-1 0 2 0,1 0-9 16,1 0 5-16,-1 0-6 0,1 0 9 0,0 0 0 15,1 0-1-15,0 0 1 0,0 0 8 0,1-1-6 16,0 0 6-16,1 1-7 0,11-3 1 0,2 1 9 15,0 0-5-15,2-1 5 0,-1 1-7 0,2-2-5 16,3 2 5-16,-1 0-4 0,5 1 6 0,-3-1-5 16,-4 2-2-16,-1 0 0 0,-3 0 2 0,-1 0-2 15,1 0 4-15,-3 0-4 0,-2 0-1 0,1 0-4 0,-4 0-5 16,3 2 1-16,-4-2-11 0,1 1-33 0,-2-1-8 16,-1 0-18-16,-2 0-111 0,1 0-84 0,-1 0-43 15</inkml:trace>
  <inkml:trace contextRef="#ctx0" brushRef="#br0" timeOffset="166505.68">13330 12290 393 0,'-1'0'153'0,"0"0"1"15,0 0 17-15,-2 0-25 0,-4 0-31 0,-1 0-32 0,0-1-15 16,1 0-2-16,1-1-6 0,-1 1-19 0,2 1-9 0,2 0-2 16,-1 0-3-16,2 0-10 0,1 0-9 0,-2-1 2 15,1 0-6-15,0 0-12 0,0 1 2 0,1 0 0 16,0 0 1-16,0 0 1 0,0 0 7 0,0 0-1 16,1 0 5-16,0 0 0 0,0 0-2 0,1 0-4 0,0 0 3 15,1 0-1-15,2 0 5 0,8 1-1 0,3 0 3 16,0-1-1-16,6 1-3 0,2-1 4 0,1 0-2 15,7 0 3-15,1 0-6 0,-1-1 0 0,7 0-1 16,-4 0 3-16,4-3-6 0,3 3 3 0,-3-1-3 16,3 0 7-16,0 0-7 0,1 1 3 0,6-1-4 15,3-1 3-15,3 0-1 0,1-1 2 0,-1 1-2 16,-1 1 3-16,0 0-3 0,1-1 0 0,0-2-1 0,3 0-1 16,4-1 5-16,2 3 2 0,1-2 2 0,-3-1 2 15,-2 1-11-15,-1 2 6 0,-1-1-5 0,4 1 8 16,2-1-5-16,0 1 1 0,-1-1-1 0,-3 1 4 15,-2-1-6-15,-1 1 2 0,-2-1-2 0,2 2 10 0,0 0-2 16,-3-1-3-16,2 2 0 0,-2-1 1 0,-1 0-1 16,-2 1 2-16,-6 0-2 0,-2 0-1 0,-3 0-7 15,-3 1-1-15,1 0-1 0,-1 0 10 0,-3 0-11 16,1 0 8-16,-3-1-9 0,-4-1 0 0,0 0-7 16,-6 1-7-16,-1-1 1 0,-3 0-15 0,-3 0-23 15,-2 0 5-15,-4-1-19 0,-3 2-70 0,-1 0-49 16,-1 0-50-16</inkml:trace>
  <inkml:trace contextRef="#ctx0" brushRef="#br0" timeOffset="167840.22">13502 12677 908 0,'0'0'13'0,"-1"0"-1"0,0 0-11 0,-1 0 3 15,1 0-9-15,0-1 5 0,0-1-4 0,0 2-2 16,0-1-2-16,-1 1-8 0,1-1-3 0,0 1 1 15,0 0 0-15,0 0 6 0,-2 0 17 0,-1-1 8 16,-5 0 3-16,1 0 23 0,-1-1 32 0,-1 2-8 16,-1-1 17-16,1 1 10 0,3 0-16 0,1 0 3 0,0 0-11 15,-1 0-22-15,3 0-15 0,-1 0-1 0,3 0-6 16,0 0-6-16,0 0-12 0,0 0-4 0,-1 0-1 16,2 0-3-16,0 0 0 0,0 0 8 0,1 1-4 15,0 1 5-15,1-1-2 0,0-1 2 0,19 8-2 16,-1-1 3-16,2 0 4 0,0-1-5 0,2-1 5 15,1-1-7-15,1 0 12 0,2-2-8 0,-1 1 10 0,-3-1-11 16,1 0 6-16,-2-1 1 0,1 2-1 0,-2-1-9 16,-2-1 2-16,-1 2-1 0,0-2 2 0,-3 0 1 0,0 0-6 15,-3 0 1-15,1 1 0 0,-2-2 7 0,-3 0-11 16,-1 0 8-16,-1 0-8 0,1 0 3 0,-3 0 2 16,-2 0 0-16,-1 0 4 0,2 0 13 0,-1 0-12 15,0 0 2-15,-1 0-5 0,1 0 10 0,-2 0-10 16,0 0 4-16,0 0-6 0,-2 0 6 0,1 0 3 15,-1 0 1-15,-5-2 0 0,-5 0-7 0,0 1 8 16,1 0-5-16,-2 1 6 0,-1 0-11 0,-1 0 3 16,1 0-2-16,-1 1 2 0,0 1-8 0,-3 1 6 15,-1-1-6-15,-2 0 6 0,-1 2-5 0,-1-1 6 16,-1 1 0-16,1-1 2 0,-1 2 3 0,-1 0-5 0,0 0 4 16,-1-1-5-16,1 0-5 0,2-1 10 0,3 0-6 15,0-1 5-15,4 0-4 0,-1 1-4 0,2 0 6 16,1 1-6-16,0-2 2 0,2 0-2 0,1 1-1 15,2-1 0-15,2-1 9 0,2 1-7 0,1-1 3 0,1 0-5 16,1 0-9-16,1-1 4 0,-2 1-5 0,1 0 5 16,0 2-7-16,1-1 12 0,1-1-5 0,-3 5 5 15,3-3-6-15,0 4 9 0,1 0-3 0,2-3 5 16,1 3 0-16,0-2-5 0,10-3 1 0,1 7-3 16,2-3-3-16,4 1 8 0,-1 0-1 0,6 0 3 15,2 0-6-15,-3-3-4 0,2 5 5 0,-7-6-3 0,3 3 12 16,3 0-4-16,-1-1-4 0,1-1-1 0,-3 0-4 15,0 1 3-15,-1-3 0 0,0 0 1 0,-1 2 4 16,-1 2 2-16,2 0-2 0,-1-2 1 0,0 2-3 16,-2-2-2-16,0 0 6 0,1 1-6 0,-3-1 5 0,1-1-3 15,-2 3-1-15,2-2-1 0,-4-2 2 0,-1 1-1 16,-1 0 1-16,-8-1-1 0,3 2 9 0,-3-2-10 16,-2 0 10-16,1 1-10 0,-3-2 13 0,2 1 3 15,0 1-9-15,0-1 6 0,-1 0-6 0,0 1 1 16,-1-1-1-16,0 0-1 0,-4 3-4 0,-11 2 0 15,-6-1 4-15,-3 1-3 0,0 1 6 0,-2 2-6 16,0-1 2-16,-1 2-3 0,-1 0 0 0,-2 1-3 16,1 0 3-16,0 1-3 0,-2 1-2 0,-1-1 2 0,0 0 1 15,1 1 3-15,-2-1 3 0,1 3-4 0,-3 0-3 16,-1-1 1-16,4 3 0 0,0-4-2 0,2 2 2 16,2 1 0-16,0-2 3 0,1 0-5 0,1 2 5 15,1-1-4-15,-1 2 8 0,4-1-5 0,-4-2 0 0,3-1-2 16,5-1-3-16,3 0 3 0,5-3-3 0,0 0 3 15,2-2-5-15,1 1 2 0,3-3-5 0,-1 0 5 16,2 0-3-16,0-1-4 0,1 0 7 0,2 0-6 16,0 0 10-16,1 1-11 0,0-2 4 0,3 1-5 15,8-1 14-15,9-1-2 0,2 0-2 0,3-1 0 16,0-1 2-16,1 0-3 0,1 14 5 0,1-6-4 16,-1-5 6-16,1-1 1 0,2-3-6 0,2 0 2 15,-3 0-6-15,3 0 7 0,-2 0 1 0,-4 0 2 0,3 1-9 16,-2 1 5-16,-3 1-2 0,0-1 2 0,-4 0-4 15,-1 1 1-15,0-1-2 0,-3-1 1 0,-2 2-3 0,-2-1 7 16,0 0-1-16,-1 1 2 0,2-1-15 0,-1 0 1 16,-2 1-4-16,1-1 3 0,-1 0-21 0,-1 1-9 15,-1-2-7-15,0 0-5 0,0 0-74 0,2-1-80 16,1 0-9-16,2-2-27 0,5-3-93 0</inkml:trace>
  <inkml:trace contextRef="#ctx0" brushRef="#br0" timeOffset="168841.12">14558 12799 1281 0,'-2'0'61'0,"-5"0"109"16,-8 0-144-16,10 0-11 0,-1 0-11 0,2 0 3 16,2 0-13-16,1 0 4 0,-2 1 3 0,0 2 0 0,-1 7 0 15,-2 4-2-15,-2 3 0 0,2-1 1 0,-1 7 8 16,-3-3-8-16,-1-2 14 0,-5 4-10 0,0-7 32 16,2-2 12-16,1-1-7 0,3-4 10 0,-2-2 0 0,2 1-10 15,1-3 7-15,0 1-9 0,2-3 4 0,-3 0 1 16,1-1-11-16,-1 6 6 0,2-2-12 0,2-3-14 15,0 0 5-15,2-1-11 0,-1-1-2 0,1 0-6 16,2 0-2-16,0 0-3 0,-1 0-15 0,2 0 10 16,0 0-5-16,0 0 7 0,-5-7-8 0,1-1 13 15,1-1-5-15,0-2 8 0,2-2-7 0,1 0 8 16,1 0-2-16,1 2 2 0,0 0 0 0,1 2-2 16,2-2 4-16,0 2-2 0,1-1 2 0,0 2 4 15,0 1-5-15,-3 1 4 0,7 0-11 0,3 3 8 0,-3-2-5 16,9-7 5-16,-1 5-4 0,0 1 3 0,8 3 2 15,-5 2 0-15,1 1-8 0,1 1 2 0,-2 0 3 16,4 1-1-16,-1 3 4 0,1-3 0 0,-1 3-3 16,0-3 2-16,0 1-7 0,0-2 5 0,-2 0-2 0,0 0 4 15,-2-1 6-15,0 1-6 0,-2 2-1 0,0-2-1 16,-3 0 2-16,-2 0-6 0,-2 0 6 0,0 2-7 16,-1-1 5-16,-1-1 0 0,-1 1-3 0,-1-1 3 15,-3-1-8-15,-2 0 1 0,0 0-4 0,1 1 2 16,1 0-4-16,-1 0-5 0,0 0 3 0,-1 1-5 15,1-1-14-15,-1 0-12 0,-1 0-4 0,0 0 0 16,-1 0 3-16,-1-1 14 0,1 0 8 0,0 0 0 0,-7 0 11 16,-2-1-7-16,0 0-2 0,-1 0 1 0,1 0 8 15,-1 0 10-15,1-1 1 0,0 1 2 0,0-1 1 16,0 1 9-16,1 1-6 0,-1 0 6 0,2 0-5 0,0 0-4 16,1 0 8-16,0 1-6 0,1 0 12 0,0 0-5 15,-1 0 4-15,2 1-4 0,-1 0-2 0,3-1 11 16,1 0-7-16,-1 0 9 0,2-1-16 0,0 0 10 15,-2 2-4-15,1-1 7 0,0 0 5 0,-1 0 7 16,1 0 0-16,0 1 1 0,1-1 0 0,-1 0-8 16,1 0 2-16,0 0-4 0,0 0 0 0,0 1 2 15,-1-1-2-15,1 0 1 0,0-1-7 0,0 0-2 16,0 0 0-16,0 0 0 0,-1 0 0 0,1 0 2 0,0 0-6 16,0 0 4-16,0 0-8 0,0 0 4 0,-2 0 3 15,1 0-3-15,-1 0 0 0,1 0-3 0,0 0-5 16,-1 1 0-16,1 0-5 0,0 0 6 0,1-1 2 15,-5 3 1-15,1 7-7 0,3 1 1 0,-2 2-3 0,1 2 4 16,-3-1 6-16,-3 5-8 0,2-1 7 0,-2 1-7 16,2 1 7-16,1 1-4 0,0 1 3 0,0 3-3 15,-1-1 0-15,3 2-2 0,-1-2 1 0,-9 2 1 16,5 0 1-16,5-2-5 0,4 2-1 0,1-2-1 16,2-3 8-16,2-2-5 0,1-2 5 0,1 0-5 15,3 0 0-15,-1 0 3 0,-7-2-4 0,10-1 4 0,5-3 3 16,-2-1-1-16,4 2-2 0,1-1 1 0,-4-3 3 15,2-1-6-15,-2-1 6 0,-1-3-5 0,3 1 8 16,-1 0 1-16,-1-2-3 0,2 1 1 0,-2-1-1 16,1 8-11-16,-2-3 4 0,0-2-8 0,-1-3-12 0,-1-2-20 15,-1 0-11-15,-3-1-5 0,2-1-75 0,3-3-317 16</inkml:trace>
  <inkml:trace contextRef="#ctx0" brushRef="#br0" timeOffset="174395.21">13253 14131 305 0,'0'0'35'0,"0"0"0"16,0 0 31-16,0 0 4 0,0 0-16 0,0 0-11 16,0 0-11-16,0 0-3 0,0-1 0 0,0 0-8 0,0 0 0 15,0 0 8-15,0 0-7 0,0-1-8 0,0 0-1 16,0 0 1-16,0-1 2 0,0 1 3 0,0 0 13 15,0-1-7-15,0 1 10 0,0 0 0 0,0-1-1 16,0 2-1-16,0 0 0 0,0 0 2 0,0 0 1 16,0-1-4-16,0 1 2 0,0 0-5 0,0 0-9 15,-1 0 1-15,-1-1-6 0,1 1-6 0,0 0 7 16,0 1-4-16,0 0 3 0,-1 0-8 0,1 1-7 16,0 0 9-16,-1 1-9 0,-1 0 5 0,-2 5-7 0,-5 6-2 15,2 1-1-15,1 1 5 0,0 1 8 0,1-1-3 16,0 1 5-16,1-1-1 0,1 0 0 0,-1-1 2 15,3-1-2-15,-1 0-1 0,1-1-4 0,1-1 7 16,1 0-6-16,0 1 9 0,0-3-14 0,0 0 6 0,1 1-6 16,0-3 2-16,1 2 7 0,1-2-9 0,-1 0 7 15,2 0-9-15,-1-1-1 0,1 0 3 0,-1-1-2 16,-2-3-3-16,2-1 0 0,1 3-6 0,2 0 4 16,-1-2-10-16,1 0-5 0,0 1-8 0,-2-3 3 15,4 0-11-15,-1-2-11 0,0-1 6 0,0-2-11 16,0-4-10-16,0-9-35 0,0-2-18 0,1 0-23 0,-1-2-222 15</inkml:trace>
  <inkml:trace contextRef="#ctx0" brushRef="#br0" timeOffset="174628.77">13291 13834 921 0,'-1'0'104'0,"0"0"-86"16,-1 0 113-16,-5 0-46 0,1 0-34 0,1 0-27 15,3 0 1-15,1 0-10 0,-1 0-14 0,0 1-3 0,0 0-7 16,1 0 4-16,-1 1-1 0,1 0-4 0,1 0 2 16,0 0-7-16,1 3-22 0,1 0-72 0,0 0-26 15,-1-3-18-15,6 2-104 0</inkml:trace>
  <inkml:trace contextRef="#ctx0" brushRef="#br0" timeOffset="175161.97">13431 14171 266 0,'0'0'152'0,"-1"0"10"0,0 0-33 0,-1 0-43 0,-2 0-32 15,-1 2-33-15,1-1-14 0,0 0 1 0,2 0-6 16,0 0-4-16,-1 0-3 0,2 1 5 0,0-1-3 15,0 0 12-15,0 0-7 0,1 0 1 0,0 1-2 16,0-1 3-16,0 0 20 0,0 0 2 0,1 0 5 16,0 0 10-16,0-1 7 0,0 0-2 0,2 0 3 0,-2 0-4 15,9 2-16-15,1-2 0 0,-3 0-8 0,4 0-11 16,-4 0 2-16,0 0-3 0,4 0 1 0,-1 0-12 16,-3 0 2-16,4 1-2 0,-3 0 2 0,-1 0 0 15,3 0 4-15,-4 0-9 0,-2-1 5 0,3 2-17 16,-2-1 2-16,2 0 0 0,-1 0-2 0,-1 0-23 0,-1-1-16 15,1 0-41-15,-3 0 5 0,2 0-154 0,1 0-5 16</inkml:trace>
  <inkml:trace contextRef="#ctx0" brushRef="#br0" timeOffset="175463.12">13396 14354 827 0,'0'0'72'0,"-1"0"0"0,0 1 0 0,-2 0-10 15,1-1-18-15,0 1-24 0,-1 0-15 0,1-1-2 0,1 0-3 16,0 0-5-16,0 0 5 0,-1 0 4 0,2 0 1 16,0 0 9-16,0 0-9 0,2 0 2 0,-1 0-5 15,1 0 3-15,7-2-4 0,3 0-1 0,2-2-1 16,2 1 0-16,-1-1 2 0,0 1 5 0,-2 0-3 15,2 1 2-15,-2 0 0 0,0 0-9 0,1 1 5 16,-1 0-4-16,-1 1 2 0,1 0 7 0,-2 0-3 0,-1 0 4 16,1 1-12-16,-2 0-7 0,1 1-1 0,-1-2-9 15,0 0-31-15,1 0-17 0,2 0-24 0,-2 0-227 16</inkml:trace>
  <inkml:trace contextRef="#ctx0" brushRef="#br0" timeOffset="175968.52">13857 14196 278 0,'0'0'60'16,"0"0"-6"-16,0 0 20 0,0 0 14 0,0-1-25 15,-1 0-6-15,0 0-7 0,0-1-13 0,-1 1 7 0,1 0-8 16,0 0 8-16,0-1-3 0,0-1 2 0,0 1-18 15,1 1 6-15,-2-4 1 0,1 1 1 0,0 1-6 0,0-1 5 16,1 2 2-16,0 0 2 0,0 0-3 0,0 0-10 16,0 1-2-16,0 0-1 0,-1-2-8 0,-1 1 3 15,1 0-9-15,0-1 7 0,0 2-6 0,0 0 7 16,0 0-1-16,1 0 2 0,0-1 4 0,0 1-11 16,0 0 10-16,0 0-10 0,0 0 3 0,0 0 6 15,0-1-4-15,0 2 7 0,0 0-2 0,0 0-4 16,0 2 0-16,0-1-1 0,0 1-1 0,-2 10-8 15,2 4 4-15,0 2-4 0,0 0 14 0,0 0-9 16,0 2 0-16,0 0-2 0,0 0 2 0,0 3-7 16,0-3 9-16,0 0-9 0,0 0 7 0,0-3-12 0,0-1 5 15,0-1-6-15,0-7 7 0,0-1-24 0,0-1-4 16,0-5-9-16,2 4-39 0,-1-3-142 0,0 1-29 16</inkml:trace>
  <inkml:trace contextRef="#ctx0" brushRef="#br0" timeOffset="177198.23">13684 12422 199 0,'0'0'28'0,"0"0"-3"0,-1 0 20 16,0 0 2-16,0 0-4 0,0 0 11 0,-1 0-10 15,1-2 2-15,-1 1-5 0,-1 0-11 0,1 0 19 16,0 0-3-16,-2 1 9 0,-2-1-7 0,1-1 9 16,0 1 0-16,4 1 3 0,-1 0-5 0,1 0-8 15,-1-1-15-15,0 0 7 0,-1 0-24 0,1 0 2 16,1-1 3-16,-2 1-4 0,2 0-12 0,0 0 0 15,0 0-3-15,0-1 3 0,-1 1 2 0,1 0 2 0,1 1 3 16,0 0-1-16,0-1 10 0,1 0-8 0,1 0 3 16,0-1-5-16,2 1 7 0,6-2-8 0,0 0 4 15,0 1-5-15,1 0 0 0,-2 0 11 0,0 1-11 16,1 0 11-16,-1 0-8 0,0 1-8 0,-2 0 10 16,1 0-10-16,-2 1 14 0,-2 0-4 0,1 2-5 0,-3-2 2 15,1 0-4-15,-2 6 4 0,5 0 0 0,0 4 0 16,-3-1 0-16,0 1 8 0,-3 1-5 0,0 1 4 15,-3-1-17-15,-3 4 7 0,1-3-2 0,-3-2 4 16,0 1 1-16,6-1-5 0,-9-2 3 0,1 2-5 16,1-2-2-16,2 1 6 0,0-3-6 0,0 0 5 15,1-1-4-15,2-2-3 0,0 0 6 0,3-2-5 0,-1 1 2 16,0-1 1-16,2-1-4 0,0 0 2 16,0 0-2-16,-2 2 1 0,0-1-2 0,1 0 2 0,-1 1-6 15,1-1 4-15,1-1 2 0,0 1 2 0,1-1 3 16,1 0-3-16,-1 0-4 0,1-1 2 0,10 1 7 0,1-1-9 15,1 0 8-15,0 0-9 0,0-1 4 0,-1 0-1 16,0 0-2-16,0 0 0 0,1-1-6 0,-1 1-3 16,0 0-7-16,2 0 0 0,-1 0-27 0,3-1-25 15,2 1-56-15,-3 0-3 0,5-2-318 0</inkml:trace>
  <inkml:trace contextRef="#ctx0" brushRef="#br0" timeOffset="181100.28">15373 13291 737 0,'-1'0'37'0,"0"0"57"0,-1 0-49 0,0 0-21 15,0 0 8-15,-1 0-11 0,1 0 9 0,0 0 2 16,-2 0-11-16,2 0 7 0,-2 0-16 0,3 0-3 15,-1 0 5-15,0 0-5 0,0 1 3 0,-1 1-7 16,-1 1 5-16,-1 1-5 0,2 2 3 0,-1 2 6 16,2-1 2-16,1 4 3 0,-2-3 3 0,1 2-7 15,0-1-4-15,-2 0 3 0,2 3 7 0,-2 1-13 16,2 1 8-16,1 4-11 0,-3 0-4 0,0 2 10 0,0 1-4 16,-2 0 6-16,1 1-10 0,1-1 6 0,-3-1-5 15,1 3 5-15,0-2-2 0,-1-1 5 0,0 1-3 16,1-1 3-16,0 0-11 0,1 0 5 0,-1-1-6 15,1 0 5-15,-1-1 3 0,0 0-8 0,0 0 6 0,1 2-8 16,1-3 7-16,0-4-3 0,1 0-2 0,0-5-2 16,1 1-4-16,1 1 9 0,-1 0-2 0,-3-2 2 15,0 0-24-15,1-2-14 0,4-5-11 0,-2 4-6 16,1-2-91-16,0 0-120 0,1-1-17 0</inkml:trace>
  <inkml:trace contextRef="#ctx0" brushRef="#br0" timeOffset="181586.25">15556 13713 731 0,'0'0'7'0,"0"0"2"0,-1 0 1 0,0 0-10 15,0 0 3-15,1-1-8 0,0-1 6 0,0 1-3 16,0 0 2-16,0-1-12 0,0-2 13 0,0-4 4 16,0 1 2-16,0 0-1 0,-1 1 19 0,-1 0 10 0,1 1 6 15,0 1 50-15,0 1 10 0,-1 0-14 0,-1 2 11 16,-12-1-26-16,1-7-20 0,1 3 11 0,-1 1-15 15,1 3 3-15,0 2-13 0,-2 0-10 0,1 1 2 16,1 2-17-16,2 0 3 0,0 2-2 0,4-2 0 16,0 2-8-16,1-3-6 0,3 8 2 0,-3-1-5 15,4 1 5-15,-2 0-1 0,1 0 2 0,-4 0-3 16,1 0-1-16,1 1 1 0,1 1-2 0,3 0 2 0,1 2 0 16,0-1-1-16,0 0-1 0,1 0-1 0,2 1 2 15,-1 1 4-15,0-3-2 0,1 2 3 0,-1-3-4 16,1-2 0-16,-1 1-1 0,0-3-1 0,3 1 2 0,1 1-8 15,-1-2 8-15,-2-1-9 0,4-1-2 0,4-2-1 16,0 3-1-16,5-5 1 0,-1 9-14 0,5-3-23 16,2-6 1-16,1-2-9 0,0-6-8 0,2-5-61 15,0 11-48-15,-1-23-9 0,1 1-197 0</inkml:trace>
  <inkml:trace contextRef="#ctx0" brushRef="#br0" timeOffset="182251.12">14918 13560 780 0,'-1'0'37'0,"-1"0"79"0,1 0-90 0,-1 0-1 16,0 0-4-16,0 0-2 0,1 0-19 0,0 0 2 15,0 0 3-15,0 0-1 0,0 0 2 0,-1 0-6 16,1 0-3-16,0 0 0 0,1 0-2 0,0 0 13 0,-1 0 1 16,1 0 6-16,0 0 11 0,0 0 17 0,0 0-1 15,-1 1 6-15,-1 0-16 0,1 0-1 0,0 2-9 16,0-1 4-16,-4 10-15 0,2-1-8 0,-1 0 5 15,2 0-4-15,1-1 15 0,1 2-16 0,0-1 6 16,1-2-9-16,1 1 11 0,2-3-1 0,-1 1 3 16,1-1-2-16,-1 0 5 0,2 0-11 0,0-1 8 0,-2-3-6 15,7 2 5-15,-1-2 2 0,0-2-1 0,2 0 3 16,1 7-3-16,3-1-5 0,0-2-4 0,1-3 2 16,-3-2 11-16,1 0-15 0,-1-2 12 0,-2-1-12 15,1 0 18-15,-1-2-7 0,-1 1-4 0,-1-1 1 16,-2 0 3-16,-2 4-7 0,0-8 8 0,0-2-7 0,-2 0 9 15,1 1-1-15,-2-1-3 0,7-1 1 0,-4 1 1 16,0 0-6-16,-3-1 1 0,0 2-3 0,-2-1-2 0,0 1 4 16,-2 0-4-16,0 1 3 0,-1 1 3 0,-1-1-8 15,1 3 8-15,0 3-9 0,-7-1 8 0,-2 1-5 16,0 2 3-16,3 0-3 0,-4-9-4 0,2 5-17 16,3 3 6-16,-5 1-9 0,5 1-4 0,0 1-51 15,-1 1-23-15,6 0-15 0,2-2-150 0,-2 2-177 16</inkml:trace>
  <inkml:trace contextRef="#ctx0" brushRef="#br0" timeOffset="183552.82">14893 12745 472 0,'-1'0'51'0,"0"0"91"0,0 0-117 0,-1 0-18 16,2 0 5-16,0 0-6 0,0 0 24 0,2-1-6 15,-1 0-3-15,1-1-1 0,0 0-7 0,4 1 5 16,0-7-3-16,2 1 0 0,0-2-14 0,-3 2 15 0,1-1-7 16,0 1 8-16,-1 0-8 0,0 1 20 0,-2 0-5 15,-2 2 11-15,2-2 7 0,-1 2 0 0,0 1 5 16,1-1-5-16,-1 1 8 0,-1 0-17 0,0 1 6 16,1 0-12-16,-1-1 3 0,0 1-10 0,0-1 0 15,0 2-3-15,0 0 0 0,1 0-8 0,-1 0 3 0,0 0-3 16,0-1 1-16,0 1 4 0,0 0-3 0,-1 1 3 15,0 0-9-15,0 0 3 0,0 1-1 0,0 2 2 16,0 4-7-16,-2 8 3 0,-1 3-2 0,-1-1 3 16,-1 2-3-16,1 1-6 0,-1-1 4 0,1-2-3 15,1 1 4-15,1-3 7 0,0 1-9 0,1-2 7 16,1-5-9-16,0 2 5 0,0-2 5 0,1 1-1 16,2 1 2-16,-1-1-9 0,0-2 3 0,1-1-3 0,-1-1 5 15,2 1-2-15,0 1-5 0,1-2 2 0,1-1 5 16,5-3-12-16,-3-1 7 0,0 5-11 0,1 0 0 15,2-1-20-15,0-2 1 0,-2 0-8 0,3-2-12 16,-3-2-10-16,4-4-5 0,-2-2-7 0,-2-5-72 0,3-11-120 16</inkml:trace>
  <inkml:trace contextRef="#ctx0" brushRef="#br0" timeOffset="183936.98">15088 12409 721 0,'-1'0'251'16,"0"0"-248"-16,-1-1 275 0,-4-2-125 0,1 2-91 16,-2 0 0-16,3 1-12 0,-4-1 8 0,2 1-26 0,4 0 3 15,-3 0-5-15,-1 0 4 0,3 0-16 0,1 0-3 16,-1 0-4-16,1 0 1 0,1 0-13 0,-1 1 4 15,1 0-3-15,0 0 4 0,1 0-17 0,0 1 13 16,0-1-9-16,0 1 10 0,0-1-17 0,0 2-27 16,0-1-7-16,0-1-16 0,1 0-107 0,0 0-342 15</inkml:trace>
  <inkml:trace contextRef="#ctx0" brushRef="#br0" timeOffset="186639.22">17066 11962 261 0,'-1'0'0'15,"0"0"7"-15,0 0 67 0,0 0-21 0,-1 0 3 0,1 0-35 16,-1 0-4-16,-1 0 7 0,1 0-4 0,0 0 7 15,-1-1 2-15,1-1 3 0,0 2 2 0,-3-1-3 16,1 0-6-16,-1-1 13 0,0 1-5 0,-2-2 9 16,1 2 2-16,-1-1-7 0,1 1 3 0,1-1-4 15,2 2 0-15,-2-1-7 0,2 1 0 0,0 0-3 16,1 0 2-16,-1 0 6 0,2 0-2 0,0 0 1 0,-1-1-28 16,-1 0 4-16,2 0-8 0,0 0 7 0,0 1-13 15,0 0 7-15,1 0 4 0,0 0 2 0,1 0 6 16,0 0-6-16,1 0-6 0,9-2 4 0,3 1 2 15,-1 1-1-15,1 0 7 0,-1 0-6 0,0 0 5 0,0 0 0 16,-1 0-3-16,1 0 1 0,-2 0-9 0,0 0 6 16,1 1-6-16,-2-1 5 0,1 0-12 0,-3 0 3 15,0 0 2-15,1 0 2 0,-3 0 4 0,-2 0-10 16,1 0 0-16,-3 0-3 0,2 0 7 0,-3 0-14 16,0 0 1-16,2 0-5 0,-1 0 4 0,0 0-16 15,1 0-5-15,-2 2-11 0,0-2-75 0,0 0-48 16,0 0-16-16,0 0-13 0,1 1-82 0</inkml:trace>
  <inkml:trace contextRef="#ctx0" brushRef="#br0" timeOffset="187006.68">16785 12134 1059 0,'-1'0'38'0,"0"0"1"16,0 0-2-16,-12 0-17 0,4 0-3 0,2 1-18 16,3-1-2-16,0 0 6 0,2 0-6 0,-1 0-1 0,1 1 5 15,0 0-6-15,-1 0 5 0,2 0-3 0,0 1 2 16,0 0 6-16,0 0-2 0,1 1 19 0,0-2 9 15,0 0 2-15,1 0 2 0,0 0 2 0,1 1-4 16,4 0-9-16,7 1 4 0,5 1-10 0,-3-3 0 16,4 0 5-16,1-1-5 0,-5 0-4 0,5-1-3 15,-2 0-8-15,3 1 5 0,0-1-3 0,2 1-3 16,-2 0 3-16,-2 0-4 0,-2 0-2 0,1 0-11 16,1 1 5-16,-4 0-7 0,0 1 3 0,-2 1-10 15,-1-1-8-15,-3 1 1 0,2-1-28 0,-2 0-172 0,1 1-9 16</inkml:trace>
  <inkml:trace contextRef="#ctx0" brushRef="#br0" timeOffset="188074.2">18622 11175 975 0,'0'0'30'0,"-1"0"-2"15,0 0 17-15,-1 0-2 0,1 0-6 0,0 0-11 16,0-1-10-16,0 0-4 0,0 0-2 0,-1 1-20 15,1 0 11-15,0 0-5 0,0 0 8 0,0 0-3 0,1 0 2 16,0 0 10-16,0 0-3 0,0 0 28 0,0-2-7 16,0 1-1-16,0 0-2 0,0 0-5 0,1-1 8 15,0-3 0-15,3-6 3 0,-1 0 2 0,2-2-16 16,-1-2 1-16,1 1-6 0,0 0-2 0,0 0-11 16,-1 1 10-16,1 0-10 0,-1 2 5 0,-1 0-4 15,2-1-6-15,-2 3 3 0,1-1 3 0,-2 4-1 16,-1 2 3-16,1 0-2 0,-1 2 1 0,-1 0 2 15,0 0 1-15,1 0-3 0,0 0-9 0,0-1 7 0,0 2-2 16,1 0 4-16,-1 0-4 0,0 0 18 0,0 1-5 16,0 0 9-16,2 1-11 0,-1 1-3 0,5 12 2 15,1 6-3-15,-1 3 0 0,-1 0-1 0,-1 2-6 16,1 2 5-16,-2 0 0 0,0 0-1 0,0 1 0 16,-2 5-1-16,0-1 2 0,1 1-4 0,-1 3 7 15,-2-5-8-15,0 1 0 0,0-2 7 0,0-4-7 0,0-1 6 16,-1-3-6-16,0-2 0 0,-2 0 3 0,2-2-2 15,0-2-1-15,1 1 2 0,0-3-2 0,-1-3 4 16,1 1 5-16,0-4-9 0,0 2 4 0,0-4-5 16,0 0 9-16,0-2-8 0,0-1 4 0,0-1-3 15,0 0 6-15,-1 1-10 0,-1-1 3 0,1 0-5 0,0 1 13 16,0-1-8-16,0 0 0 0,-2 0-4 0,-3 1 4 16,-3 2-1-16,-3 0 1 0,2-2-1 0,-2 1 5 15,0-2-3-15,0 0 4 0,-1 1-3 0,3-2-1 16,0 0 8-16,2 0-9 0,0 0 9 0,1 1-16 0,0-1 5 15,1 0-2-15,1-1 4 0,2 0 6 0,0 0-4 16,1 0-1-16,1 0-1 0,-1 0 1 0,-1 0-9 16,1 0 10-16,1 0-10 0,0 0 7 0,-1 0 2 15,1 0-1-15,0 0 5 0,0 0-4 0,1 1 2 16,0 0-3-16,1 0 1 0,0 1-2 0,2-2 1 16,5 1-1-16,5 0 1 0,0 0 6 0,1-1-6 15,-1 0 1-15,1 0-2 0,0 0 5 0,1 0-4 16,-1 0 0-16,-1 0-2 0,1 0-8 0,-4 0-3 0,-1 0-1 15,-1 0-1-15,1 0-9 0,-2 0-3 0,0 0 3 16,-3 0-3-16,-1 0 0 0,-1 0-59 0,-1 0 11 16,0 0-25-16,1 0 9 0,-1 0-44 0,0 0-7 15,-1 0-20-15,0 0-101 0</inkml:trace>
  <inkml:trace contextRef="#ctx0" brushRef="#br0" timeOffset="188590.74">18126 11981 458 0,'-1'0'199'0,"-1"0"25"0,1 0-93 16,-12 0-58-16,3 0-53 0,1 0-20 0,4 0-7 15,-1 0 3-15,0 0-4 0,0 0 1 0,1 0 1 16,-1 0-5-16,3 0 4 0,-2 0 1 0,0 1 4 16,2-1 4-16,-2 1-1 0,-2 1-1 0,2 0 19 15,0-1-3-15,-1 1 11 0,1-1 4 0,1 0 14 16,1 1-6-16,2-2 7 0,-2 1-16 0,1 0-5 16,1 0-5-16,0 0 0 0,-1 0-20 0,1 1 10 0,0-1-1 15,1 0 8-15,0 0 12 0,1 0-13 0,2-1 6 16,19 4-9-16,2-2 3 0,3 1-13 0,4-3 6 15,5 0-8-15,4 0 8 0,5-2-13 0,6 1 5 16,5-2-4-16,3 0 17 0,2 0-16 0,-3-1 2 0,0 1-6 16,0-1 7-16,5 1 3 0,4-3 5 0,2 0-1 15,6 0 14-15,-4-1 8 0,0 0 0 0,-1 1 3 16,-1 0-8-16,4 2-7 0,1-1 2 0,-3 1-3 16,-2 3 2-16,-5-2 7 0,-4 1-2 0,5 2 3 15,-4 0-9-15,1 3-3 0,2 0-2 0,-7 2 1 16,0 1 2-16,-5 1 4 0,-2 1-5 0,-3-1 5 15,1 3-11-15,2-1-3 0,-2-1-4 0,-4 0 1 0,0 1-3 16,-6-2 0-16,-2 1 3 0,-5-1-4 0,-2-1-14 16,-4 0-2-16,-2-1-10 0,-3-1 3 0,-2 0-28 15,-4-2-68-15,-5 0-21 0,-2 0-21 0,-2-2-118 0,-3 0-156 16</inkml:trace>
  <inkml:trace contextRef="#ctx0" brushRef="#br0" timeOffset="189577.9">17858 12602 712 0,'-2'0'180'0,"1"-2"-225"16,0 1 203-16,-1 0-108 0,-1 0-34 0,1 0-9 15,-1-2 8-15,-1 1-9 0,0 0-1 0,3 2-5 16,-1-2-1-16,0 1-1 0,0 0 4 0,1 1 6 16,-1 0-7-16,1 1 6 0,-2 2-8 0,0 2 12 15,-5 10 2-15,2-2 3 0,0-2 11 0,0 0 18 16,1-2 0-16,2-2 5 0,-1-1 1 0,1-1 6 15,1-3-4-15,0 1 4 0,-1-2-9 0,-2 2-14 16,0 1 3-16,-1-2-6 0,0 1 5 0,2-2-13 0,-1-1-3 16,1 0-5-16,1 0-14 0,1 0 1 0,0 0 1 15,0-3-1-15,0 1 2 0,-2-4-10 0,1-1 0 16,0-1-4-16,2 0 3 0,1-2 4 0,1 1 1 16,3-1 1-16,1 2 5 0,0 1-3 0,5 1 0 0,5 0-1 15,0 0-4-15,1 3 3 0,5-1-1 0,-3 3 1 16,0 0-1-16,5-12 4 0,-6 6 1 0,4 4 1 15,2 1 0-15,-4 2-7 0,-1 0 3 0,0 2-4 16,0-1 14-16,-2 1-6 0,1 2 3 0,-2-1-5 16,0 1 4-16,-2-1-6 0,0 1 0 0,1 0 0 15,0 1 1-15,-1-1 1 0,0-1 4 0,-3 0-3 16,0 0 2-16,1 1-5 0,-2-1-1 0,2 1-2 0,1 0 4 16,-4 0 0-16,0-1-2 0,0 0-1 0,-3-2 1 15,0 0-5-15,-1 0 5 0,-1-1-5 0,-1 0 0 16,0 1-5-16,1 1-1 0,-1-1-2 0,-1 0 3 0,0 0-4 15,1-1-4-15,-1 0 0 0,-1 0-7 0,0 0-4 16,-1-1 11-16,-1 0-7 0,0 0 23 0,1 1 8 16,-10-5-5-16,1 0 6 0,-1 1-15 0,1-1 11 15,-1 0 0-15,0 2 5 0,1-1 0 0,2 2-1 16,-1-1 2-16,1 1-1 0,1 1 6 0,-1 0-4 16,1-1 5-16,0 2-3 0,-3 0-5 0,3 0 5 15,-1 0-8-15,0 2 8 0,1 0-8 0,-3 2 8 16,1 0-4-16,-2 2 4 0,-2 1-11 0,3 0 1 15,-3 1 3-15,1-5 1 0,0 10 9 0,2 0-7 0,-1 0 4 16,-2 0-5-16,4 0-1 0,-4 1 7 0,4 1-7 16,-3 0 7-16,2-1-5 0,4-1-2 0,1 3 2 15,-5-4-2-15,3 3 8 0,1 2-8 0,4-3-3 16,1 4-1-16,1 0 0 0,1-4-2 0,1 3 7 0,2-1-6 16,0-3 8-16,4 1-7 0,-3-1 5 0,4-2-5 15,-7 3 2-15,11-3 3 0,0 0-8 0,-1-1 5 16,1 1-3-16,-2-2 3 0,2 1 2 0,-3-3-2 15,1 0-2-15,0-1-3 0,0 0 0 0,0-3-1 16,0 2 3-16,0-2-11 0,0 0-5 0,0-1-3 0,-1 5-32 16,1-1-21-16,0-1 1 0,-1-2-11 0,2-1-38 15,-4-2-47-15,2 0-12 0,-1 0-12 0,-1-1-65 16</inkml:trace>
  <inkml:trace contextRef="#ctx0" brushRef="#br0" timeOffset="190107.3">18380 13106 1123 0,'-1'0'84'0,"-1"0"0"0,0 0-16 0,0 0-9 15,-3 0-28-15,-3-1-21 0,5 1-7 0,0 0 0 16,-2-1-3-16,3 1 2 0,-1 0-1 0,1 0-2 15,0 0-1-15,-1 0-8 0,1 0-4 0,1 1 8 16,-1 0-4-16,0 0 13 0,1 2-2 0,-4 4 2 0,-2 4-1 16,2 1 0-16,1-1 4 0,0-1-5 0,2 1 7 15,0-1 5-15,-1 0-1 0,2-1 3 0,1 0-2 16,0-2 10-16,0 0 11 0,0-2-2 0,0 1 2 16,0 0-12-16,0-2-4 0,0-2 2 0,0 0-3 15,0 0-5-15,0-1 3 0,0 0-6 0,5 3 5 16,4 1-14-16,3 1 0 0,-2-2-1 0,1-2 0 0,2-1 2 15,0-1 3-15,2 0-2 0,-2-2 1 0,1-2 1 16,-4 2-5-16,-4 0 8 0,1-2-7 0,-2 2 7 16,-2 0-1-16,2 0 2 0,-4-6 1 0,2 0 9 0,0-3-6 15,5 0-2-15,-1-1-1 0,-2 0-8 16,-2 0 6-16,0-1 0 0,-3 3 2 0,0-2-2 0,-2 3-1 16,0-1-5-16,0 2 4 0,-2 1-2 0,1 0-1 15,-2 1-1-15,2 1 0 0,-9 3-1 0,5 0 2 16,-4-2-2-16,5 3 0 0,-2-5-1 0,-1 0-9 15,4 4 10-15,-5-1-11 0,6 2 10 0,-1 1-11 16,0 0-3-16,1 0-1 0,2 0-8 0,1 0 6 16,-2 3-6-16,0-1 3 0,1 1-27 0,-1 5-39 15,0-1 3-15,2-2-16 0,0 2-11 0,1-2 4 16,1 1-4-16,0-4 3 0,0 1-18 0,16 7-10 0,3-1-6 16,0-5-3-16,1-3-41 0</inkml:trace>
  <inkml:trace contextRef="#ctx0" brushRef="#br0" timeOffset="190391.47">18747 13031 564 0,'0'0'86'0,"0"0"117"15,0 0-87-15,0 0-16 0,0 0-3 0,0 0-2 16,0 0 1-16,0 0-28 0,-2 0-7 0,1 0-8 16,0 0-23-16,0 0-4 0,0 0 6 0,0 0-6 15,-2 0 0-15,1 1-4 0,-2 0-3 0,-2 1-1 0,1 1-5 16,-1 0 3-16,-1 2 3 0,-3 2-1 0,2-5 1 15,-1 9-14-15,0 1 2 0,-1 1-5 0,2 2 4 16,-3 3-3-16,2-1-3 0,-2 3 2 0,-1-1 4 0,-1 1-2 16,2 2 1-16,-2 2-2 0,0 1-3 0,0-1 0 15,-1 0 2-15,-1-2-1 0,1 3-2 0,1-4 1 16,-1 3 1-16,0-7 2 0,4 0-1 0,0-1-7 16,3-3 3-16,5 0-4 0,-4-2 0 0,-1-2-26 15,1 0-9-15,2-2-5 0,2 1-33 0,2-5-59 16,0 1 6-16,0-2-29 0,1 0-46 0,0 1-41 15,4-1-29-15</inkml:trace>
  <inkml:trace contextRef="#ctx0" brushRef="#br0" timeOffset="190759.43">18860 13212 755 0,'-2'0'298'0,"1"0"-343"0,-1 0 339 0,-6 0-170 16,-7 0-68-16,1 0-14 0,4 0-9 0,-2 0 2 16,3 1-19-16,3 0-1 0,-4 2 2 0,2-1-3 15,1 0-12-15,-2 2 3 0,2-2-4 0,1 0 5 0,0 2-5 16,0 0 0-16,-1 0-3 0,0 1 1 0,1 0 0 16,0-1 1-16,0 1 1 0,0 6 1 0,2-2-1 15,-2 0 2-15,1 4 1 0,0 0 0 0,-1 1-4 16,3-1 4-16,-2 1-5 0,2 1 4 0,-2-2-2 0,3 2 8 15,-1 0 1-15,-7 0 0 0,1 3-6 0,6-5 9 16,1-1-4-16,0 1 5 0,2-2-8 0,2 1 2 16,-1-2 3-16,2-1-1 0,1-1 4 0,0-1-10 15,0 0-1-15,10-1-1 0,1-1-2 0,4-2 0 16,0 0-1-16,2-2-1 0,4 13-13 0,1-6-8 16,-2-5-1-16,1-3-1 0,-2-1 5 0,-1-3-19 15,1-1-3-15,0-1-8 0,-1-1-33 0,-1-1-119 16,-1-2-12-16</inkml:trace>
  <inkml:trace contextRef="#ctx0" brushRef="#br0" timeOffset="191625.68">18491 12375 854 0,'-1'0'36'0,"0"0"56"0,0 0-71 0,0 0-23 0,0 0 1 16,-1 0-6-16,2 0 8 0,0 0-1 0,0 0 2 15,0 0-2-15,2 0 0 0,-1 0 0 0,0 0-1 0,0 0 3 16,0 0 0-16,0 0 18 0,1 0-3 0,-1 0 11 16,0 0 31-16,0 0-2 0,0-2 7 0,0 1-6 15,1 0 12-15,0-4-22 0,3-9 1 0,-2 0-10 16,1 0-13-16,-2 1-5 0,0-2 0 0,1 1-4 16,-1-3-16-16,1 3 11 0,-2 0-10 0,0 2 11 15,0 3-11-15,-1 1 1 0,0 2-2 0,0 0 2 0,0 2-4 16,0 2 6-16,0 0-1 0,0-1 3 0,0 1 2 15,0 0 12-15,0 0-2 0,0 1 3 0,0 0-12 16,0 0 6-16,0 0-6 0,0 0 4 0,0 1-10 0,0 0 4 16,0 1 0-16,0 0 0 0,0 1 3 0,0 4-4 15,0 9 3-15,0 1-5 0,1-2-10 0,-1 1 6 16,1 0-1-16,-1-1 4 0,2 4 0 0,-1-1-3 16,0-2 1-16,1 0-2 0,1-1 2 0,-1 2 1 15,0-2 0-15,1 1 0 0,-1-3-3 0,-1-2-1 16,2 1-2-16,-1-1 2 0,-1 0 7 0,1-2-4 15,0-1 2-15,0 0-4 0,-1-1-3 0,0-1 3 16,1 1 0-16,-2-3 0 0,1 2 2 0,-1-3-2 16,0 1 6-16,0-1-4 0,0 0 5 0,0 1-5 15,0-1 3-15,0 0-2 0,0 1 0 0,0-2 1 16,-1 1-5-16,-2 1 4 0,1-1-1 0,-1 0 5 0,0 1-2 16,-2-1 3-16,-1 0-6 0,2 0 7 0,1-2-4 15,-3 1 5-15,3-1-1 0,2 0-11 0,-2 0 6 0,1 0-6 16,0 0 2-16,-1 0 6 0,1 0-4 0,0 0 5 15,0 0-11-15,1 0 5 0,0 0-1 0,0 0 4 16,0 0-4-16,0 0-4 0,-1 0 4 0,1 0-3 16,0 0 5-16,1 0-5 0,0 0 3 0,0 0-2 15,1-1 7-15,0 1 2 0,2-2-12 0,-2 2 8 16,11-2-5-16,1 0-1 0,0-1 5 0,1 1-4 16,-1 1 5-16,0 0-10 0,-2-1 4 0,1 1-9 15,-1 0-8-15,-1 0-25 0,0 0-5 0,-1 1-15 0,0-1-97 16</inkml:trace>
  <inkml:trace contextRef="#ctx0" brushRef="#br0" timeOffset="194328.73">19409 12747 256 0,'0'0'-5'0,"0"0"20"16,0 0 26-16,0 0 8 0,0 0 13 0,0 0-12 0,0-1 4 16,0 0-4-16,0 1 9 0,0 0-6 0,0 0-17 15,0 0 0-15,0 0-6 0,0 0-1 0,0 0 7 16,0 0-3-16,0 0 3 0,0 0-10 0,0 0-11 16,0 0 4-16,0 0-6 0,0 0 1 0,0 0-3 15,0 0 6-15,0 0-3 0,0 0 23 0,0 0-7 16,0 0 1-16,0 0-2 0,0 0 0 0,-2 0-9 0,1 1-1 15,0 0-1-15,0 1-1 0,0-1-6 16,0 0 2-16,-1 0-4 0,2 0-6 0,0 0 7 0,0 1-1 16,0-1 3-16,0 0-5 0,2 0 6 0,-1 0-3 15,0 0 4-15,1 1 5 0,8 0-16 0,5 0 9 16,3 0-10-16,-2-2 10 0,1 0-3 0,-1-2 0 0,2 0-1 16,0 0 5-16,0-1-7 0,0 1-1 0,-2 1-1 15,0 0 1-15,-2-1 0 0,-1 1 0 0,-3 1 0 16,1 0-2-16,-2 0-3 0,1 0 2 0,-1 0-2 15,-2 0 4-15,0 0-4 0,-2 0 1 0,-2 0-2 16,2 0-1-16,-1 0-1 0,0 0-5 0,0 0 1 16,0 0-15-16,-1 0-10 0,-1 0 6 0,1 0-10 0,-2 0-26 15,0 0-127-15,0 0-14 0,0 0-48 0,0 0-166 16</inkml:trace>
  <inkml:trace contextRef="#ctx0" brushRef="#br0" timeOffset="194661.53">19626 12585 914 0,'-1'0'138'0,"0"0"-138"16,0 0 151-16,-2 0-69 0,2 0-44 0,-2 0-11 0,-1 0-5 15,3 0-2-15,0 0-19 0,-2 0 4 0,1 0-2 16,0 0 3-16,-1 0-9 0,2 0 4 0,0 0-4 15,0 1 4-15,0 0-1 0,-1 2 6 0,2-1-2 16,-3 9 4-16,1 3-2 0,-1 2-3 0,2 2 5 16,0 3-2-16,-1 3 9 0,0 0-5 0,0 1 5 0,1 3-4 15,-2-2 6-15,1 0 4 0,1 0-7 0,0-3 6 16,0 3-17-16,1-3 11 0,0-1-6 0,0-3 6 16,0 0-14-16,0-2 1 0,1 1 1 0,0-4-1 15,0-2-1-15,0-1 0 0,0-1-6 0,1-3 0 16,-1-1-21-16,1 0-13 0,-1-3 2 0,1 0-11 15,-1-1-50-15,0 0-167 0,1 1-17 0</inkml:trace>
  <inkml:trace contextRef="#ctx0" brushRef="#br0" timeOffset="195463.59">20211 12442 805 0,'-2'0'50'0,"1"0"0"0,-1 1-22 0,0-1-3 16,-4 2-23-16,1 1-10 0,1-1 7 0,1 0-1 15,-1 6 2-15,2 1 3 0,-1 0-3 0,-1-2 5 16,2 0-4-16,-2-1 3 0,1-1 7 0,-1-2-9 0,1 1 9 16,-2-1 4-16,1-1 20 0,0-1 2 0,0 1 4 15,-1 2 2-15,1-2-7 0,0-1 2 0,1 0-6 16,-1-1-16-16,1 0 0 0,0 0-6 0,1-1 5 16,1 1-7-16,-5-8-6 0,0-3 5 0,1 0-6 15,3-2-1-15,2 1 2 0,0-5-10 0,2 4 8 0,3-1-2 16,0 3 1-16,1 1 3 0,1 1-2 0,-3 3-8 15,10 0 8-15,0 1-2 0,1 3 3 0,1-3 0 0,-1 2-2 16,2 2 1-16,0-2-2 0,-1-6 0 0,-1 3 5 16,3 2 0-16,-4 4 2 0,3 0-3 0,2 0 11 15,-2 2-10-15,0-1 11 0,0 0-12 0,-3 0-1 16,-2 0 5-16,2 2-5 0,-2-2 8 0,-2 0-9 16,-2 0 7-16,-2 0-7 0,1 0 8 0,-1 1-11 15,-1-2 3-15,0 0-6 0,-2 0 7 0,-1 0 2 16,1 0-3-16,-2 0 2 0,0 0-9 0,2 1 10 15,-1 0-8-15,0-1 10 0,-1 0-5 0,1 0-6 16,-1 0 8-16,0 0-7 0,0 0 7 0,0 0-10 0,-1 0-2 16,0 0-1-16,0 0 10 0,0 0 1 0,-1 0 1 15,0 0-1-15,0 0-2 0,-2 0 2 0,1 0 3 16,-9 0 1-16,3 0 2 0,-1 0-1 0,-2 0-1 16,2 0 1-16,1 0 7 0,1 0 2 0,-3 0-2 15,1 1 1-15,3 0-7 0,-2 1 11 0,-2 0-6 0,4-1 7 16,-3 3-2-16,-3 0-3 0,5 0 1 0,-1 1-4 15,0-1-1-15,1-1-4 0,-2 7 0 0,-1 5-3 16,2-2-3-16,-2 4 6 0,2-1-2 0,2 1 4 16,-2-2-1-16,3-1-5 0,2 0 6 0,-7 0-7 15,3-1 7-15,2 1-7 0,3 1 6 0,2-3-6 16,0 1 4-16,1 0 6 0,2 0-6 0,-1 1 6 0,3-1-11 16,2 1 7-16,-1-1 2 0,1 0 3 0,1 1-2 15,0-1 0-15,1 1-2 0,-6-1 3 0,12-1 18 16,-1 2-14-16,-1-3 9 0,0-1-12 0,-3 1-5 15,-1-3-3-15,4 1-2 0,-3-5 2 0,2 2-2 0,0-2-5 16,0 0-4-16,-3-3-1 0,1 7-21 0,0-3-8 16,1-2 3-16,2-2-4 0,0-1 2 0,-1-2-15 15,3-3-12-15,-2-2-6 0,2 2-96 0,-1-12-96 16,0 0-49-16</inkml:trace>
  <inkml:trace contextRef="#ctx0" brushRef="#br0" timeOffset="195946.31">20790 12664 1535 0,'-1'0'37'15,"0"0"1"-15,-1 0-8 0,-8 0-8 0,7 0-11 16,-2 0-13-16,3 0 1 0,-1 0 0 0,2 0 1 15,-2 0 2-15,0 0-4 0,0 1-3 0,-2 3-1 16,2-2-4-16,-1 9 11 0,0 3-7 0,1-1 6 16,-3 2-10-16,1-1 13 0,1 1 0 0,-1-1 3 0,0-2-15 15,2 2 12-15,-1-3 0 0,-3-2 6 0,0 2 1 16,4-4-4-16,-1 1 3 0,2-2-2 0,-1 1 5 16,2-2-2-16,1 1 2 0,0 1-1 0,0-1 5 0,1-1-9 15,2 1 0-15,-2-3-2 0,2 0-3 0,13 0-4 16,-1 7 4-16,1-2-3 0,0-2 1 0,0-2-1 15,1-3-3-15,0-1 3 0,1-2 2 0,-2-3 1 16,2 0-3-16,-4 0 1 0,-2 1 0 0,0-2 0 16,-4 0 1-16,0 5 1 0,-1-9 4 0,-1-1 0 15,-2-5 2-15,-3 1-3 0,0 0-3 0,8-2 5 16,-3 3-4-16,-2-1 3 0,-4 1-9 0,0-1 12 16,-3 0-4-16,-1 1 8 0,-2 1-9 0,-1 3 1 15,1-1-2-15,-8 3 1 0,2 0 1 0,-2 2-7 0,2 1 6 16,0 2-6-16,-1 1 2 0,3-5-1 0,-2 0-8 15,3 4 4-15,-2 0-18 0,2 2-3 0,0 1-10 16,2 1 1-16,-2 2-38 0,2-1-59 0,2 1-5 0,2-1-22 16,-1 3-47-16,-3 5-35 0,4 0-41 0</inkml:trace>
  <inkml:trace contextRef="#ctx0" brushRef="#br0" timeOffset="196246.94">21403 12604 972 0,'-1'0'354'0,"0"0"-450"16,-6 0 409-16,-7 0-219 0,2 0-59 0,2 0-14 16,-4 1-3-16,2 0-4 0,2 2-14 0,-4 0 7 15,6 1-4-15,-3 0 5 0,-3 5-9 0,-1 0 4 16,-2-7-3-16,-1 12 4 0,2 5-7 0,-2-2 1 15,0 3 3-15,0 2-1 0,-1-1 8 0,0 4-10 16,-1 1 1-16,1 0-2 0,-2-2 15 0,0 5-12 16,0-4 10-16,-3 1-10 0,3 3 7 0,-1-7-3 15,0 0-3-15,2-4 2 0,-2-2-1 0,5-2-2 16,4-1-1-16,3-2-1 0,6-2-2 0,0-2-18 0,0-1-4 16,0 0-7-16,2-2-29 0,0-1-12 0,2 0-20 15,0-2 3-15,2 1-54 0,0 0-89 0,18 7-2 16</inkml:trace>
  <inkml:trace contextRef="#ctx0" brushRef="#br0" timeOffset="196614.15">21444 12936 690 0,'-1'0'153'0,"0"0"6"16,0 0-17-16,-2 0-23 0,-6 0-42 15,-1 0-16-15,1 0-12 0,-1 0 1 0,-1 0-5 0,0 0-18 16,1 1-11-16,-1 1-5 0,-1 3 0 0,1-1-5 0,-3 1 1 16,1 0-7-16,3 0 5 0,1-1-10 15,-1 2 9-15,0 0-2 0,-3 1 4 0,1 0-10 0,-1 0 7 16,4-1 5-16,2-1 0 0,-3 1-3 0,2-2 4 16,0 2-5-16,1-3 5 0,2 6-9 0,2-1 3 15,-1 0 0-15,3 2 2 0,-2-2 10 0,-4 2-4 16,3-2-3-16,0 0 1 0,2 1-1 0,1 1-1 15,1-1 2-15,0 1-3 0,1-3 2 0,1 1 12 16,3 0-5-16,0-1 8 0,0-1-11 0,11 1 3 0,-3-2 2 16,-2 0-3-16,5 0-14 0,-3-3-2 0,0-1-4 15,2 9 4-15,0-3-11 0,3-2-20 0,-2-3 6 16,0 0-11-16,-5-2-3 0,0-2-17 0,-2 0-21 16,2-1-1-16,1-3-104 0,-2-1-86 0</inkml:trace>
  <inkml:trace contextRef="#ctx0" brushRef="#br0" timeOffset="197215.18">20661 12130 1057 0,'-1'0'109'0,"0"0"0"0,-1-1-13 0,0 0-11 15,1 1-37-15,-3-2-28 0,2 1-20 0,0 0-5 0,-1 0-6 16,2 0-10-16,0 0 21 0,0-1-4 0,1 1 8 16,1 0-5-16,0 0 1 0,2 1-1 0,12-5 1 15,1 2-5-15,3 0 9 0,1 1 0 0,-1 1 4 16,-4 1 2-16,-1 0-9 0,-3 0 5 0,-1 0-6 15,3 1 9-15,-3 0-6 0,-2 0 9 0,-1 2-5 16,-1-1 19-16,-1 0-5 0,-2 1-1 0,-2-1 1 0,6 9-2 16,-2 0-4-16,-2 4-3 0,-5-1-2 0,-2 1-13 15,-5 1 6-15,-1 2 2 0,-1 0 3 0,9 0-4 16,-16 0 6-16,3 0-10 0,0-3 9 0,-1-3-3 16,3 0-4-16,1-2 2 0,6 1-4 0,0 0-3 0,3-1 7 15,-1-4-4-15,-1 1 3 0,3 0-7 0,0-1 5 16,2-2 3-16,0-2-1 0,2 1-6 0,-1 0 9 15,1-1-4-15,15 8 7 0,-1-2-7 0,1-5-2 16,1-1 3-16,4-2-2 0,-5-2 3 0,4-1-4 16,-2-1-1-16,-2 0-1 0,0 0-1 0,-1 0-9 15,-2 0-3-15,-1-1-2 0,0 1-15 0,-2 0-18 16,2-2-8-16,0 0-14 0,0-1-135 0,0-1-165 16</inkml:trace>
  <inkml:trace contextRef="#ctx0" brushRef="#br0" timeOffset="198031.52">19876 11984 390 0,'-2'0'72'15,"1"-1"-1"-15,0 0 17 0,-1 0-9 0,0 1-15 16,-2-3-29-16,-2 0-9 0,2 2-1 0,2-1-2 16,0 1-3-16,0 1-6 0,1 0-3 0,-1-1 0 0,0 1-2 15,-1 0-5-15,1 0 0 0,0 0-4 0,-1 0-1 16,2 0 27-16,0 0-5 0,0 0 13 0,-1 0-4 0,1 1 13 15,1-1-1-15,0 0 4 0,0 0-3 0,0 0-7 16,1 0-4-16,1 0-1 0,-1 0-14 0,1 0-6 16,1 0 3-16,0 0-4 0,8 0 9 0,-1 0-11 15,2 1 5-15,-3-1-7 0,1 0 8 0,3 2-3 16,-2-1-1-16,7 0-1 0,1 0-11 0,1 0 8 16,2 0 1-16,3 1 3 0,0-1-1 0,3 0-7 15,1 0 5-15,7 0-4 0,4-1 14 0,3-1-9 16,4-1 4-16,-1-2-5 0,1 1 5 0,1-2-3 15,-1-1-7-15,3-1 4 0,-3 1-6 0,1-1-9 0,4-1 7 16,2 0-10-16,1 0 10 0,1-2 2 0,-3 2-1 16,-4 0 1-16,-1-2 0 0,-5 3-1 0,0-1 1 15,-1 1 0-15,0 2-3 0,1 0 3 0,-1 1 0 16,-3 0 2-16,-4 1 7 0,-1 0-6 0,-2 2-3 0,-5 1 0 16,0 0 0-16,-5 1-1 0,-2 1 2 0,-1 1-2 15,-1 2 1-15,-4-2-4 0,-1 1 5 0,-3-1-4 16,1 2 6-16,-4-1-11 0,-1-1-5 0,-3-1-2 15,1 1-7-15,-2 4-88 0,-1-2-25 0,2-3-37 16,-2 3-229-16</inkml:trace>
  <inkml:trace contextRef="#ctx0" brushRef="#br0" timeOffset="200383.99">24337 9347 79 0,'-1'0'0'0,"0"-2"118"16,-1 1 21-16,1 1 31 0,-7-3 8 0,1-1-100 15,-1 1-12-15,-4-2-30 0,0 1 5 0,-1 3-12 16,0 1-5-16,-1 1 4 0,2 2-4 0,-2 0 5 16,-1 3-6-16,1 1-2 0,-2 3-4 0,-3-8 1 15,2 12-11-15,0 3 10 0,-2-1-5 0,1 2 7 0,2 3 2 16,-2-2 1-16,3 3 7 0,-2-2-4 0,1-1 14 16,2-3-1-16,1 0 6 0,1-4-5 0,0 3-6 15,2-6-10-15,0 0-7 0,3 0 1 0,-1-5-6 16,2 3 3-16,1-3-4 0,2-1 2 0,2 0-6 0,-2-2 3 15,2-1 3-15,0 0-2 0,0 0-2 0,-2 2-10 16,1 0-3-16,1-1-2 0,0-1-5 0,0-1-6 16,1-2 5-16,2-12-5 0,4-4 2 0,2-1 6 15,3 1-2-15,0 0 4 0,-7 2 10 0,10-1-2 16,0 2-2-16,0 2 0 0,0-1 1 0,0 3-4 16,-1 1 5-16,0 3-4 0,1 2 8 0,-1 2-2 15,1 2-2-15,3-9 0 0,-2 6 3 0,1 2 1 0,-1 3 5 16,-1 1-5-16,1 3 2 0,2 2 0 0,0 2-2 15,2 1 1-15,-2 0-3 0,-2-1 3 0,0 1 0 16,-3-2 1-16,0 2-2 0,-2-2-3 0,0 0-1 16,-2-1 0-16,-1-2 6 0,-2 0-6 0,-1-1 4 0,-1-2-7 15,-1 2 3-15,0-2 1 0,0 0-4 0,0 0 3 16,-1-1-8-16,0 0-12 0,0 0 3 0,1 0-10 16,-1 0-21-16,0 0-29 0,1 0 7 0,1-1-13 15,-1 0 14-15,-1 0 29 0,0-2-6 0,2-2 15 16,-2-5 7-16,-1 0 15 0,0 0-4 0,0 1 8 15,-1-2-5-15,0 3 9 0,-2 0 1 0,1 1 1 16,0 1 4-16,-1 0-5 0,1 0 0 0,-1 1-1 16,1 1-1-16,2 2 5 0,-2 0 3 0,1 2 2 0,-5-3 12 15,-3-1 7-15,0 3-6 0,-4 1 6 0,3 2 0 16,-7 5 14-16,4 0 0 0,1 2 2 0,-1-2-7 16,2 10-3-16,-5 3 1 0,0 3-1 0,-2 2 2 15,0 4-7-15,0 0 6 0,0 4-6 0,1 2 5 0,1-1-13 16,2 3 0-16,1 0-2 0,0-5 3 0,3 2-8 15,0-2 1-15,3-5-3 0,3 1-4 0,0-5 3 16,3-2-1-16,-11-2 0 0,5-3-6 0,4-1 6 16,1 1-3-16,2-2 5 0,2-2-3 0,0-1 3 15,1 0 1-15,2-2 0 0,0 0-6 0,-3-1-7 16,13-2 3-16,1-2-3 0,-1 1 1 0,1-1-7 16,1-1-12-16,1-2 5 0,2 11-27 0,-3-5 3 15,3-3-8-15,1-4 2 0,-1-3-39 0,4-3-53 0,-3-1-8 16,-1-1-18-16,-1-2-40 0,0-2-42 0</inkml:trace>
  <inkml:trace contextRef="#ctx0" brushRef="#br0" timeOffset="201101.21">24520 9884 805 0,'-1'0'67'0,"0"1"115"15,-1 0-109-15,-1 1-8 0,1-1-2 0,-3 1-3 16,1 2-19-16,-1-2 0 0,1 5-9 0,0 1 4 0,-1 2-19 16,0 0-6-16,1 1-4 0,0 1 0 0,0-1-7 0,2 1 0 15,0-3 7-15,-5 2-4 0,1-2-5 0,1 1 10 16,2-1-9-16,0 0 10 0,2-2-14 0,1-3 7 16,0 1 4-16,0-2 2 0,1 1 13 0,0-2-9 15,1 1-1-15,-2-2-2 0,7 0 6 0,3 6 12 16,1-1-8-16,1-1 6 0,-1-2-10 0,2 0-4 15,1-2 12-15,2-1-11 0,-2 0 4 0,1-1-7 16,-2-2-3-16,-2 1 0 0,0-2-4 0,0 1-1 16,-3-1 4-16,-3 2-3 0,0-2 2 0,-2 0 6 15,3-6-2-15,-1 0 5 0,-2-1-3 0,0 1-4 16,-3-1 3-16,0 0-1 0,-3 1 13 0,-1-2-16 0,-2 3 2 16,4-1-6-16,-10 3 2 0,0 0 1 0,-1 1-4 15,2 2 1-15,-1-1-2 0,3 2-2 0,-1 0 2 16,0-4-3-16,2 2-18 0,1 2 2 0,1 2-7 0,1 1 4 15,1 0-25-15,1 0-30 0,2 0-21 0,-1 1-2 16,-1 0-67-16,2 0 0 0,0 1 0 0,0 1 2 16,1-1 36-16,0-1 39 0,1 2 14 0,7 1 4 15,11 2 23-15,3-3 10 0,2-3 6 0,-1-4 2 16,2-3 26-16,4-1-17 0,1-2 6 0,-3 1-9 16,2 0-3-16,-3 0-13 0,-2 1-2 0,0-1 1 0,-1 0 15 15,-3 2 30-15,1 0-7 0,-2 3 15 0,-2-2 3 16,0-1-1-16,-1 0 19 0,0 0-9 0,-2 1 44 15,-4 2 21-15,1 1-7 0,-2 0 12 0,-1 1-8 16,-2 0 43-16,-1-1-9 0,-3 2 19 0,0 1-18 0,-1 0-15 16,1-2-4-16,0 1-5 0,1-2-34 0,-2 1-15 15,0-1 4-15,0 1-7 0,-1 0 0 0,0 1-20 16,0-1 0-16,0 1-6 0,-1 0-1 0,0 0 2 16,0 1-1-16,-3 0 0 0,-9 2-14 0,-1 4 11 15,0 4-8-15,0 0 10 0,-1 14-2 0,-1-1-4 16,-1 2-1-16,-1 0-2 0,-1-2 8 0,1 2-2 15,-2-1-1-15,-2 2-3 0,2 0-9 0,3-2 9 16,-2-1-8-16,4-2 6 0,1-1-15 0,-1 0 12 16,8-2 0-16,3-3 2 0,1 1-13 0,2-4 0 0,-7 0-9 15,1 0 3-15,2-1-29 0,3-3-11 0,1-3-4 16,1-1-8-16,0 0-57 0,0-1-44 0,1 1-7 16,1-1-10-16,3 1-38 0</inkml:trace>
  <inkml:trace contextRef="#ctx0" brushRef="#br0" timeOffset="201468.98">25133 10092 792 0,'-1'0'344'15,"0"0"-432"-15,-6-1 398 0,-7-3-211 0,4 2-54 0,2 1-16 16,0 0-6-16,2 0-3 0,1 1-15 0,2 0 2 15,-2 0-4-15,-1-2 2 0,-1 2-8 0,0 0 3 16,-1 0 2-16,-1 0 0 0,0 2 2 0,-2 1-3 16,1 1 1-16,-1 0-2 0,-1 3-6 0,0 2 6 15,-4-7 6-15,-1 16 1 0,-1-1 3 0,-1 6-1 16,-1 0 1-16,0 2 2 0,-2-1 4 0,2-2 0 16,2 0-7-16,5-1 5 0,5-1-13 0,2 0 4 15,4-2 0-15,-9-2 2 0,5-2 0 0,4-1-2 16,2-2-4-16,1-1 1 0,3 1-3 0,0-3 6 0,-2-1-1 15,14-1 2-15,-1-1-6 0,3-2 0 0,0 0 0 16,2 9 0-16,0-4-4 0,0-4-7 0,1-1 0 16,-1-3-3-16,2-1-14 0,-1-3-4 0,0-1-1 15,1 0 0-15,-2-3-2 0,2 0-13 0,0-1 2 0,-1-3-10 16,-2 9-40-16,-2-19-110 0,-1 0-20 0</inkml:trace>
  <inkml:trace contextRef="#ctx0" brushRef="#br0" timeOffset="201968.44">24754 9254 816 0,'-1'0'85'0,"0"-1"-10"0,-1-1 37 0,-1 1-6 0,1 0-18 15,0-1-47-15,-1-1-16 0,3 2 6 0,-3-4-11 16,-1 0-4-16,2-1-15 0,1 0 4 0,1-1-5 16,0-3 4-16,1-1-4 0,1 0-1 0,1 2 0 15,1-2 10-15,0 3-8 0,-1 1 3 0,2-2-5 16,-1 2 2-16,-1 2 14 0,1-1 6 0,-3 2 1 16,-1 3 25-16,1-1-12 0,0-1 3 0,0 1-7 15,1 0-9-15,-1-1 4 0,0 1-9 0,0 1 7 16,0-1-15-16,0 1 3 0,1 0 0 0,-1 1 1 0,0 0-6 15,0 1 5-15,0 3-4 0,4 21 2 0,-3 3-8 16,-2-1 2-16,0 1-1 0,0 0 1 0,0-3-2 16,0 2-2-16,0-4-2 0,0-5-3 0,0 1-15 0,0-6-11 15,2 0-7-15,-1-1-3 0,0-3-49 0,1-1-73 16,1-1-2-16,-1-2-27 0,0-2-49 0,1 0 14 16</inkml:trace>
  <inkml:trace contextRef="#ctx0" brushRef="#br0" timeOffset="202402.13">25419 9497 917 0,'0'0'75'0,"-1"0"-2"16,-1 0 19-16,1 0-12 0,0 0-14 0,0 0-37 0,0 0-10 15,0 0-6-15,-1 0-1 0,1 0-7 0,1 0 8 16,0 0 5-16,0 0-3 0,1 0 2 0,2 0-4 16,6-1 3-16,11-3-1 0,-1 2 13 0,2-1-15 15,1 0 7-15,2 1-10 0,1 1-1 0,-2-1-7 16,1 1-4-16,-3 1 2 0,-1 0 1 0,-2 0 3 16,-3 0-1-16,-1 0-1 0,0 1-9 0,-5 1 7 15,3-1-5-15,-2 0 5 0,-1 0-11 0,-1 0-17 16,-1 1 2-16,-1-2-10 0,-1 0-28 0,1 0-84 15,-2 0 6-15,0 0-35 0,0 0-43 0</inkml:trace>
  <inkml:trace contextRef="#ctx0" brushRef="#br0" timeOffset="202752.29">25675 9629 1318 0,'-1'0'37'0,"0"0"-1"15,0 0-4-15,-10-4-5 0,0 2-12 0,9 2-11 16,0 0-9-16,-1 0 0 0,1 0-5 0,0 0 2 0,-1 0-5 16,0 0 4-16,-1 1-5 0,1 0 6 0,-4 3 3 15,4-3 0-15,1 0 2 0,1 0 6 0,0 2-2 16,-2 0 0-16,3-2-1 0,-2 2-6 0,0-1 15 15,-1 0 1-15,2 1 8 0,0-2 23 0,0 0-4 16,1 0 8-16,1 1-7 0,0-1 0 0,1 0-12 16,10 0-4-16,8-1-3 0,1 0-18 0,1-1 2 15,3 0-2-15,-5 0 3 0,3-2-4 0,-2 2 0 16,-2 0-8-16,0 0 2 0,-3-1-15 0,0 2-4 16,1-1-2-16,-2 0-3 0,0 0-22 0,1 0-64 0,-1-2-24 15,0 0-21-15,2-2-152 0</inkml:trace>
  <inkml:trace contextRef="#ctx0" brushRef="#br0" timeOffset="203518.96">27069 9260 559 0,'0'-2'139'0,"0"1"296"16,-2-11-369-16,1 3-30 0,0 0 4 0,1 0-16 16,0 1-17-16,0 2 2 0,0-2-2 0,0 2 0 0,0 1-8 15,0 1 0-15,0 0 1 0,0 0 2 0,0-2 6 16,-1-4 2-16,1 6-6 0,-2-3 5 0,-1 1-2 15,0 0 14-15,0-1-3 0,-10 2 6 0,-4 1-1 0,0 2 13 16,1 0-3-16,-2 1 4 0,1-11-10 0,-1 4-4 16,-1 3-1-16,0 3-3 0,-2 2-6 0,-1 3-2 15,-2 2-8-15,-2 3 5 0,1 1-5 0,-3 4 1 16,-1-11 6-16,1 19-7 0,2 0-4 0,0 0 1 16,3-1-1-16,1 0 1 0,0 0 6 0,3 1-7 15,5 1 0-15,0 2-2 0,1 0 6 0,5-1-5 16,0-2 2-16,1 0-5 0,3 1 5 0,1-1 5 15,0 0-1-15,2-1 3 0,-12 1-11 0,6 0 11 0,4-1-3 16,1 0 7-16,4-2-4 0,1-1 2 0,2-1 0 16,2-1 2-16,3 2-1 0,-4-5 1 0,17 3-1 15,2-3 3-15,0-3 1 0,3-5-16 0,-2 1 3 16,0 9-7-16,5-3-3 0,-4-5-14 0,0-4-5 0,-4-1-1 16,-2-2-10-16,-1-1 10 0,-2-2-2 0,-1 1 3 15,-3-1-25-15,-1-1-77 0,-2 0-3 0,1-1-29 16,0-1-45-16,-2 0-72 0</inkml:trace>
  <inkml:trace contextRef="#ctx0" brushRef="#br0" timeOffset="203919.31">27139 9782 900 0,'-1'-1'156'0,"0"-1"348"0,0 0-483 0,-1 0-28 15,1-1-6-15,0 1-9 0,1-2-36 0,0-1 19 16,1 0-2-16,0 1 8 0,3-2 0 0,0 2-8 16,0-1 0-16,3 1 1 0,0-1 21 0,-4 1 21 0,1-1-2 15,-1 1 8-15,0 1 16 0,0 0 19 0,-1 0 3 16,0 1 3-16,1 0 12 0,-1 1 2 0,-1-1-2 15,0 1-1-15,1 0-28 0,-1 0-8 0,0 0-1 16,0 1-2-16,0 0 2 0,0 1-11 0,1 1 6 16,-1 8-7-16,0 13 1 0,-1 1-8 0,0 0 3 15,0 2-3-15,-2-2 1 0,-1-2-1 0,2 3-4 0,-1-4 3 16,-1 0-2-16,2-1 4 0,-1-1-5 0,1-3 4 16,0 0-3-16,-1-1 2 0,1-2 2 0,1-4-2 15,0 1-11-15,0-4 6 0,0-2-5 0,0 0 5 16,0-2-9-16,0 0-26 0,0 0 5 0,1 0-16 15,1 0-22-15,0 1-28 0,0-2-10 0,11 0-7 0,4-3-62 16,4-7-103-16</inkml:trace>
  <inkml:trace contextRef="#ctx0" brushRef="#br0" timeOffset="204252.96">27477 9644 1289 0,'-1'0'224'0,"-1"0"-276"16,-4 0 259-16,-4 0-138 0,2 0-44 0,2 0-17 15,3 0-4-15,1 1-3 0,0 0-6 0,-1 2 9 0,-3 6-4 16,2 2 6-16,-1 2-9 0,3 0 0 0,1-2-2 16,1 2 2-16,0 0 2 0,0 0-4 0,1-1 2 15,1 2-2-15,-1-1 5 0,0 0 5 0,2 1 0 16,-2-2 2-16,0 0-5 0,0-2-5 0,0 1 7 0,-1-1-5 15,0 0 12-15,2-1 3 0,-1 1-3 0,0-2 2 16,0 0-5-16,2-1-3 0,-1 1 0 0,0-1-2 16,2 2-7-16,-2-4 2 0,3 3-7 0,-2-4 5 15,0 0-11-15,3 0-13 0,3 0 4 0,-3-2-7 16,1 1 1-16,0 3-15 0,-2-4 0 0,-1 0-7 16,-1-1-20-16,-1 1-24 0,0-1-8 0,1-1-8 15,-1-1-52-15,0-1-60 0,0 0-28 0</inkml:trace>
  <inkml:trace contextRef="#ctx0" brushRef="#br0" timeOffset="204537.1">26986 9490 1516 0,'-1'0'25'0,"0"-1"-1"0,0 0 18 16,0 0-11-16,-1-1 2 0,1 0-33 0,0 1-9 0,0 0 0 16,0-1-4-16,0 1-1 0,1 0 10 0,0 0-6 15,1 0 6-15,0 0-2 0,7-2 5 0,12-1 2 16,2 0-1-16,0 3-2 0,1 0 7 0,0 1-3 16,0 0 4-16,4 0-9 0,-8 0 1 0,0 0-2 0,-4 0 2 15,0 0-1-15,2 0 3 0,-2 0-1 0,-1 0 0 16,0 0-7-16,-1 0-18 0,1-2 1 0,-1 1-8 15,1-1-14-15,2 0-64 0,0-2 1 0,-1 1-29 16,3-2-69-16</inkml:trace>
  <inkml:trace contextRef="#ctx0" brushRef="#br0" timeOffset="-208259.8">24025 11502 380 0,'0'0'0'16,"-1"-1"27"-16,0 0 250 0,0 0-103 0,0-1-5 0,-1 1-141 16,1 1-14-16,0 0-12 0,0 0 9 0,0 0-7 15,0 0 10-15,-1 0-5 0,1 0-1 0,0 0 0 16,0 0-4-16,0 0 4 0,0 0 3 0,1 0 0 16,0 0 6-16,0 0-12 0,0 0 5 0,0 0-5 15,0 0 5-15,0 0 0 0,0 0-2 0,0 0 2 16,0 0 11-16,0 0-10 0,0 0 7 0,0 0-7 0,0 0 13 15,0 1-7-15,0 1 4 0,0 0-4 0,1 12 13 16,-1 5-8-16,0 3-2 0,-1 0-2 0,-3 3-2 16,0-4 0-16,1 2-5 0,-1-3 0 0,1-1-12 0,1-1 6 15,-1-2 6-15,2-3-2 0,0-3-5 0,0 0-1 16,1-3-3-16,0-3 2 0,0 2-3 0,0-5 3 16,0 2-1-16,0-1 4 0,0 0 0 0,0 1 2 15,0-2 3-15,0 0-2 0,0-1-10 0,0-1 4 16,0 0-8-16,0-7 8 0,0-12-4 0,0 1 1 15,1-1 1-15,1-1-2 0,1 2-2 0,1-1 10 16,1 1-5-16,1 0 7 0,1 1-9 0,1 2 0 16,-1 2 1-16,1 1 0 0,-5-1 0 0,12 3-5 15,3 0 2-15,-2-1-4 0,3 4 2 0,-1-2 3 0,0 3 4 16,4 4-1-16,-4-2 4 0,7-9-2 0,-3 7-3 16,2 3 2-16,-1 4 7 0,-3 1-1 0,2 2 0 15,-5 0-1-15,1 2 3 0,-3 0-4 0,0 0 1 16,0 1-3-16,-2 0-1 0,-3-1 1 0,1 1 6 0,-3-1-2 15,1 0 13-15,-2 0-9 0,2 0-5 0,-2 0 1 16,0-1-3-16,0 1-8 0,-1-2 8 0,0 1-8 16,-1-2 2-16,0 1 6 0,-1-2-7 0,-3-1 4 15,1 0-21-15,-1 0-11 0,1 0 1 0,-1 0-5 16,0 0-22-16,1 1-45 0,1 0 10 0,-1-1-20 16,-1 0 0-16,0 0-17 0,0 0-17 0,1-1 2 0,-1 0-55 15</inkml:trace>
  <inkml:trace contextRef="#ctx0" brushRef="#br0" timeOffset="-207895.17">24429 11524 619 0,'0'0'69'0,"0"0"-6"0,0 0 31 16,-1 0 2-16,-1 0-16 0,1 0-15 0,0 0-20 15,0 0 4-15,0 2-9 0,-1-1-3 0,1 0-13 16,0 0-5-16,0 0 1 0,0 0-8 0,-2 1 1 15,1-1-1-15,-1 1-1 0,-3 3-5 0,0 0-4 0,-4 5 5 16,0 2-4-16,-1 1 15 0,-1 0-6 0,1 2-1 16,1 3 0-16,-2-1 5 0,4 3 8 0,-2 0-4 15,-1 1 3-15,2 1-6 0,0 0-1 0,7 2 2 16,-1 1-3-16,1 5-1 0,-13-1 6 0,7 2-4 16,3-2 4-16,3-2-3 0,1-2-4 0,1 0 4 0,0-2-4 15,0-1 8-15,1-2-1 0,0 0-2 0,0-2 0 16,3 0 1-16,-1-2 7 0,2-2 2 0,1-1 1 15,0-1 6-15,-2-4-18 0,2 2 1 0,-5-3-8 16,11-3-11-16,1 1-4 0,2-3-4 0,-3 2 0 16,1 5-14-16,0-3 0 0,-1-2-6 0,1-2 3 15,-1-2-14-15,-1 0-18 0,2-2 2 0,-2-2-11 16,-1-2-27-16,2-2-43 0,-1 5-8 0,0-10-13 0,2-1-50 16,-2 2-49-16</inkml:trace>
  <inkml:trace contextRef="#ctx0" brushRef="#br0" timeOffset="-207362.58">24697 12145 1169 0,'0'0'189'0,"0"0"-216"16,-1 0 201-16,-1-1-101 0,0 0-62 0,1 1-11 0,-1-1 2 15,-1 0-6-15,2-1-15 0,0 1 2 0,0 0 1 16,0 0 3-16,-1 0 14 0,2 0-21 0,0-1 13 16,0 1-16-16,0 0 18 0,0 0 1 0,0 0-5 15,0 1 6-15,0 0 11 0,0 1 6 0,0 0 5 16,0 1-1-16,0 3 10 0,-3 9 4 0,-2 0-9 0,2 2 7 16,-2-1-9-16,0 0 1 0,2-1 9 0,-1-2-7 15,2 0-2-15,2 0-13 0,0-3 0 0,0 2-1 16,0-1 13-16,0-3-16 0,2 3 4 0,0-2-8 15,1-2-2-15,-1 0 0 0,1-3 0 0,0 2 1 16,-1-2 13-16,8-2-7 0,-1 2-2 0,-1 3-1 0,-2-3 1 16,5 2 5-16,-5-4 0 0,2 0 0 0,5 2 8 15,-5-3 3-15,0 0 0 0,-1 0-2 0,1 0-7 16,-3-2 1-16,1 0 0 0,-1 0-1 0,-3 1-1 16,2-6 0-16,-1-3-2 0,-1 0-1 0,6-2-6 0,-1-3-3 15,-2 0 6-15,-3-2-5 0,-2 0 15 0,0 1-10 16,0-1 3-16,-2 2-7 0,-2 0 3 0,-1 2 6 15,-1 1-7-15,2 3 5 0,-1 0-6 0,0 2 4 16,3 0 3-16,-7 3-1 0,-3 0-3 0,7 1 0 16,-1 1-6-16,4 1 2 0,0 0-5 0,-1 0 2 15,0-1 1-15,-1-1-2 0,2 2-10 0,-1 0 0 16,1 0-3-16,0-1 2 0,-1 1-1 0,2 1-3 16,0 0-2-16,0 1-2 0,0 1-20 0,-1-1-42 15,1 1-3-15,1 1-17 0,0-1-43 0,0 0-42 0,0-1-7 16,0 1-13-16,3 0-39 0</inkml:trace>
  <inkml:trace contextRef="#ctx0" brushRef="#br0" timeOffset="-206977.48">25139 11936 1143 0,'0'0'88'0,"0"0"0"16,-1 0-16-16,0 0-11 0,-1 0-28 0,1-1-17 16,0 0-8-16,0-1 3 0,0 2-5 0,0 0-2 15,-1 0 3-15,1 0-8 0,0 0 4 0,0 0-12 0,0 0 10 16,-1 0 0-16,1 0 4 0,0 0 0 0,0 0 6 16,0 2 3-16,0-1 2 0,-1 0 15 0,1 0 2 15,0 0 3-15,-1 1-2 0,-1 0 1 0,0-1-6 16,-4 5-4-16,-1 3 0 0,2 1-4 0,-3 0-11 15,1 2 10-15,1 2-12 0,-2 3 2 0,-1 1-4 16,0 2-1-16,-1 4 0 0,1 1-6 0,-1 5 1 16,0 1-3-16,3 3 3 0,0 2 2 0,-1-2 3 15,0 3-4-15,1-2 3 0,1-1-10 0,0-2 9 0,2-3-2 16,1-3 4-16,0-5-5 0,3-3-2 0,-1-1 1 16,0-4 0-16,-7-1 0 0,4-2-20 0,2-1 5 15,0-3-12-15,2-1-22 0,1-3-32 0,0-1-17 16,0 1-3-16,0 0-71 0,0 0-18 0,1-1-16 0,1 1 0 15,0-2-57-15</inkml:trace>
  <inkml:trace contextRef="#ctx0" brushRef="#br0" timeOffset="-206561.62">25268 12440 925 0,'-1'0'180'0,"0"0"16"0,0 0-62 16,-4 0-39-16,-4-2-52 0,5 2-21 0,1-1-10 15,0 0-2-15,1 0-4 0,0-1-11 0,-1 2-4 16,1-1 0-16,-1 0-2 0,2 0 0 0,0 0-1 16,0 0-2-16,0-1 1 0,0 1-9 0,-2 0 15 15,1 0 1-15,0 0 7 0,-2-1 20 0,-4-1-5 16,-2-1 0-16,1 1-2 0,-2 2 2 0,0 0 6 15,-1 1 1-15,-2 1 2 0,-2 2 6 0,1 3-12 16,2 0 2-16,-1 2-6 0,4-1 2 0,1 2-16 0,0 7 9 16,1 0-10-16,2 2-2 0,0-3 7 0,2 1-8 15,1-1 9-15,2 0-4 0,-10 1-8 0,4-1 6 16,5-2-5-16,1 0 7 0,1-2 8 0,1 0-9 16,0 0 8-16,1-2-4 0,2-1-1 0,-1-1 7 0,2 0-5 15,2-2 8-15,5 0-2 0,3-3 2 0,2 0-2 16,-2 1 10-16,6-2-14 0,-2 11 3 0,-4-6-8 15,3-3-7-15,2-2-18 0,-1-2-2 0,1-1-6 16,-4-3-18-16,-1-1-9 0,1-2-18 0,0-1-1 16,2 5-88-16,-2-14-129 0,1 0-74 0</inkml:trace>
  <inkml:trace contextRef="#ctx0" brushRef="#br0" timeOffset="-204860.41">24850 11169 772 0,'0'0'74'0,"-2"0"1"16,1 0 6-16,0-1-11 0,0 0-18 0,0 0-20 0,0 0-18 16,-1-1-1-16,1 1-5 0,0 0-5 0,0 0 4 15,0 0-1-15,1 0 2 0,0-1-8 0,0 1 11 16,1 0-1-16,0 0 7 0,0 0 3 0,2-1 5 15,-1 1-1-15,3 0 4 0,3 0 6 0,-1 1-6 16,0 0-3-16,-1 0-1 0,0 0-9 0,-3 0 1 16,1 0 0-16,-2 0 1 0,-1 0 6 0,1 0-6 15,0 2 5-15,1 4-4 0,3 6 15 0,-2 2-15 16,-4-1 1-16,-1 6-7 0,-3-3-1 0,-3 2-3 16,-1 2 3-16,-2-4-3 0,9 3-1 0,-13-2 3 0,0-2 0 15,0 0 1-15,2-3-3 0,3-1-2 0,-1-3 4 16,6-2-2-16,0 0 2 0,1-2-7 0,0 0-1 0,2-2-1 15,1-1-1-15,0 0-3 0,-3 4 1 16,3-4 0-16,-2 2 5 0,2-1-3 0,0-1 5 0,0 0-3 16,0 2 10-16,2-1-9 0,-1 0-1 0,0-2-1 15,9 8 6-15,1-5 2 0,0-1-2 0,-1 0 1 16,0-2-4-16,0 0-4 0,-2 0-1 0,2 0-2 16,-3 0 3-16,0 0-19 0,1 0 11 0,-3 0-17 15,0 0-2-15,-1 0-17 0,1 0-2 0,0 0-7 16,2 0-35-16,1-2-154 0,4 0-17 0</inkml:trace>
  <inkml:trace contextRef="#ctx0" brushRef="#br0" timeOffset="-204376.41">25678 11669 994 0,'-2'0'71'15,"1"0"0"-15,0 0 15 0,-6-1-15 0,-2 0-11 16,-2-2-27-16,3 2-12 0,1 0 0 0,0 0-5 0,3 1-1 16,-1 0-9-16,4 0 0 0,-1 0-5 0,-1 0-9 15,2 0-1-15,0 0 6 0,0 0-2 0,1 1 11 16,0 0 7-16,0 0 0 0,1 1 3 0,0-1 9 15,2-1-2-15,10 2 2 0,1 0-1 0,-1 0 3 16,5-2-6-16,-2 0 1 0,3-2-3 0,-1 0 2 0,0 0-18 16,1-1 7-16,-5 1-10 0,-1 0 4 0,-1 0-3 15,-2 1 0-15,1-1 0 0,-2 1-3 0,-2 0-2 16,-1-1-1-16,0 2 1 0,-1 0-16 0,-2 0-6 16,2 0-13-16,-3 0 3 0,2 0-38 0,-2 0-76 15,1 0 10-15,0-1-36 0,-1 1-32 0,1 0-73 16</inkml:trace>
  <inkml:trace contextRef="#ctx0" brushRef="#br0" timeOffset="-204126.28">25695 11905 1605 0,'-1'0'42'15,"0"0"1"-15,0 0-5 0,-1 0-10 0,1 0-12 16,0 0-32-16,0 0 8 0,0 0-2 0,1 0 6 16,0 0 11-16,1 0-9 0,1 0 6 0,12 0-7 0,11 0 8 15,-3-1-5-15,4-1-8 0,-2 0 1 0,-1-3-19 16,1 1-18-16,-2 0 4 0,-1-1-10 0,-1-1-12 16,-2 1-34-16,0 1-10 0,-2 0-9 0,-1 1-59 15,3-3-103-15</inkml:trace>
  <inkml:trace contextRef="#ctx0" brushRef="#br0" timeOffset="-203525.21">27260 11275 517 0,'0'-1'8'0,"1"0"25"16,1-2-34-16,1-4-7 0,5-6-2 0,-1 2 0 15,2-1 8-15,-3 2 4 0,-1 1 6 0,0 0 0 16,-1 2 41-16,-2 0 55 0,0 0 3 0,0-1 14 15,-2 0 7-15,0 0-18 0,0 0 3 0,-2 0-9 0,0 2-6 16,-1-1-20-16,-2-2-6 0,0 2-7 0,0 0-30 16,4 1-10-16,-7 0-3 0,-1 2-1 0,-2-1 0 0,0 0-9 15,-3 2 8-15,4 0-10 0,-4 2 0 0,-3-9-8 16,5 4-1-16,-4 1 0 0,1 4 4 0,-1 1-5 16,1 1 0-16,-5 3-2 0,1 2-2 0,-2 3 1 15,0 2 5-15,2 0-2 0,0-6 7 0,2 13-11 16,0 0 4-16,0 2-5 0,0 0 12 0,2 4-7 15,0 1 2-15,0 2-3 0,4 0 0 0,-2-4 3 16,2 3-4-16,3-2 3 0,1 0 4 0,1 2-4 16,1-2 1-16,1-3-3 0,-1 0-3 0,1-2 9 0,2 0 3 15,1-2 0-15,-11 2-8 0,6-1 5 0,3-1-5 16,3 2 6-16,0-1-3 0,2-2 3 0,3 3-3 16,1-1 3-16,2-2-2 0,1 1 5 0,1-3 1 15,-6-1-1-15,12-1-5 0,1-1 10 0,1-2-8 16,0 0 9-16,0-1-11 0,5-3 5 0,-2-2 2 15,6 2 0-15,-4 9 0 0,2-4-4 0,-1-6-2 0,-6-2-1 16,7-2-11-16,-5-2 3 0,1 1-2 0,-1-1 3 16,-2-1-3-16,0 0-1 0,-3-1-8 0,-3 1 3 15,-3 1-18-15,-2-1-6 0,1 0 2 0,-2 0-6 16,0 0-23-16,0-1-123 0,0 1-21 0,0-2-56 16,2 0-279-16</inkml:trace>
  <inkml:trace contextRef="#ctx0" brushRef="#br0" timeOffset="-201807.03">27339 11994 470 0,'0'0'194'0,"-1"0"-245"16,0 0 229-16,0 0-122 0,-2 0-22 0,2 0-17 15,-2 0 4-15,-2 0-5 0,0 0 7 0,3 0 4 16,-2 1-1-16,1 0 4 0,0-1 11 0,2 0-3 16,-2 1 4-16,0 0-2 0,2-1 5 0,0 0-12 15,-1 1 1-15,-1 1-4 0,1-1 10 0,1 0-3 16,0 0 3-16,-1 0-5 0,1 1 2 0,0-1-6 0,0-1 0 15,1 0-4-15,0 0-10 0,1 0-1 0,0-1-1 16,0-2 2-16,4-3 4 0,-3-10-21 0,8-2 5 16,-1-2-9-16,1-1 4 0,-1-1 1 0,0-2-2 15,0 2 2-15,-1 1 3 0,-2-2-4 0,0 2 5 16,-2 2-5-16,2 2 0 0,-1 1 6 0,-2 3-6 0,0-1 7 16,-1 0 1-16,1 3-9 0,0 1 4 0,-1 2-5 15,1 2 14-15,-2 0-10 0,0 1 6 0,0 2-6 16,0 1 1-16,1-1-2 0,-1 2-4 0,0 0 2 15,0 1-5-15,2-3 5 0,-1 1 1 0,0 0 1 16,1 1 4-16,-1-1-1 0,-1 1 8 0,0 1-5 16,0 0 1-16,1 1 2 0,-1 2-5 0,4 7 5 15,-1 9-7-15,-1 5 2 0,-2-2-2 0,-1 0 2 16,0 3-5-16,-1-5 0 0,1 2-1 0,0-3 1 0,0-1 8 16,0-2-1-16,0 0-1 0,1 0 0 0,1-3-5 0,0-1 1 15,1-3 1-15,0 1-1 0,1-1-4 0,-1-2 7 16,1-1-4-16,-1-1 6 0,1-1-4 0,1 1-3 15,-1-1 4-15,2-2-4 0,4 5-2 0,-2-2 6 16,2-1-8-16,2 0 8 0,-2-3-3 0,1-1 2 16,2-2 4-16,3-5-4 0,0-4-6 0,2 0 2 15,2-12-2-15,-1-3 2 0,2-3-12 0,-1-3 7 16,0 3-11-16,-3-3 10 0,-1 2-7 0,-2 6 10 16,-1-2 1-16,-3 5 0 0,0 0-1 0,-3 2 0 15,-1 1 5-15,-2 4-2 0,0 1 0 0,-2 2 3 16,1 4 2-16,0 3 2 0,1-1 6 0,-3 3-6 0,-1 0 5 15,1 0-5-15,0 0 4 0,0-1-4 0,0 2 2 16,1 0 0-16,-1 0 6 0,0 1-8 0,-1 0-5 16,0 1 2-16,0 7 2 0,-4 15 2 0,-1 0-1 0,-2 4 1 15,-1 1-1-15,0 4-1 0,0 1 2 0,1 0-3 16,-1 5 0-16,1-1 0 0,-2 3 6 0,2-4-4 16,2-2 6-16,0-5 6 0,2-2-4 0,3-3 6 15,0-2-7-15,2-1-4 0,1-2-3 0,2 0 1 16,2-2 0-16,1 0-5 0,-7-2 1 0,17-4-3 15,2-2-23-15,1-2-12 0,4-3-2 0,0-3-1 0,2 13-5 16,0-9-18-16,1-5 3 0,1-6-12 0,-1-6-29 16,1-3-90-16,0 8-19 0,2-17-32 0,-1 1-177 15</inkml:trace>
  <inkml:trace contextRef="#ctx0" brushRef="#br0" timeOffset="-201274.28">28282 11399 1010 0,'0'0'31'0,"-1"0"1"0,0 0-13 16,0 0 0-16,-1 0-15 0,0 0-2 0,0 0-5 15,-1 0-2-15,1 1 0 0,0 0 7 0,-1 0 9 16,1 0-1-16,0 0 4 0,1 2 2 0,-1-1 23 16,1-1-4-16,0 1 10 0,0 0 4 0,0-1 17 15,1 0 2-15,0 0 4 0,1 1-1 0,0-1-18 16,1 0-2-16,0-1-7 0,8 1-25 0,2-1-6 15,1 0-8-15,0-1 3 0,-2 0-7 0,0 0-7 16,0-1 3-16,-2 1-6 0,0 0 0 0,-1 0-4 0,-1 0-3 16,-2 0-2-16,0-1-15 0,1 1-15 0,-1 0-7 15,-1 0-9-15,1 0-86 0,-4 1-28 0,2 0-20 16,-1 0 0-16,0-2-78 0</inkml:trace>
  <inkml:trace contextRef="#ctx0" brushRef="#br0" timeOffset="-201072.74">28234 11609 1628 0,'0'0'38'0,"0"0"4"15,0 0-15-15,-1 0-11 0,0 0-11 0,1 0-26 16,0 0 14-16,1 0-4 0,0 0 8 0,1 0-13 0,16 1-21 15,0 0-3-15,2 1-9 0,0-1-29 0,0 0-121 16,1-1-38-16</inkml:trace>
  <inkml:trace contextRef="#ctx0" brushRef="#br0" timeOffset="-199438.63">28230 11531 519 0,'0'0'298'16,"0"0"-405"-16,-1-1 351 0,0 0-196 0,0 0-31 15,0-1-15-15,0-1 2 0,1 1-6 0,0-4 2 0,0-1 6 16,0 1 1-16,0 3 1 0,0-3-7 0,0 3 19 16,0 1-8-16,0 0 14 0,0-1 4 0,0 1 23 15,0 0-6-15,0-1 8 0,0 1-8 0,0-1-2 16,0 2-3-16,0 0 1 0,0 0-7 0,0 0-16 16,0 0 8-16,0-1-13 0,-2 1-5 0,1 1 6 15,0 0-8-15,1 0 7 0,0 0-15 0,0 1 11 16,0 1-2-16,0-1 5 0,0 1 2 0,0-1-11 15,2 6 9-15,1-1-10 0,0 0 13 0,0-2-2 16,-1 0-6-16,7-1 4 0,2 0-3 0,1-2 1 0,-3 1 4 16,2 5-4-16,-1-1-8 0,0-3 3 0,-1-1-2 15,-1 0 3-15,-1-2 0 0,-1 0 3 0,-1-2 1 16,0 1 0-16,-1-1-1 0,-2 2-2 0,0-1 1 0,4-6 1 16,-1 0 14-16,-2 0-10 0,-1 1 1 0,0-1-5 15,-1 1 2-15,-1-1-3 0,0 0 3 0,0 3-4 16,0 1-4-16,0 0 10 0,0 2-9 0,-1-1 9 15,-2-1-8-15,1 1-5 0,0 1 2 0,-4-2-3 16,-1 2 0-16,0 1-10 0,-1 1 10 0,-1 3-10 16,1 1 9-16,0-2-1 0,1 12 1 0,3 0 1 15,-1-1 3-15,2-1 1 0,-1 0-7 0,3-2 3 0,0 1-7 16,-6-1 5-16,1-1 2 0,2 0 0 16,3-3 6-16,1 0-1 0,0-1 0 0,1 0-1 0,1-2 1 15,-1 0-10-15,0-2 6 0,5-1-5 0,6 8 15 16,-2-4-8-16,2-1-2 0,0-2-1 0,-2-2-10 0,1 0 10 15,-2-2-1-15,1-2 4 0,-3 1-3 0,-1-1 1 16,-2 3 3-16,0-8-1 0,-1-2 7 0,0 1-7 16,-1-1 2-16,5 2-3 0,-2-1 7 0,-2 2-6 15,-1 0 3-15,-2 1-4 0,0 0-2 0,0 1 9 16,-2 0-4-16,0 1 5 0,0 2-9 0,2 1 4 16,-10 0-1-16,0-5 2 0,-3 1-6 0,1 3-1 15,0 1 0-15,-1 2 0 0,2 3 1 0,-1 2-6 0,0 2 2 16,1-6-2-16,0 14 6 0,2-1-1 15,1-1 2-15,2-1-1 0,2-2 6 0,2-1-8 0,-3-1 7 16,1-2-7-16,2 0 7 0,1 0-3 0,1-3-2 16,0 1 0-16,0-2-8 0,2 0 6 0,7 4 0 15,7 1 2-15,0-3 0 0,2-4 0 0,-1-3-4 16,1-1 2-16,-3-2-2 0,1-1-3 0,-4 0 5 0,3-3-3 16,-5 3 8-16,-2 5-2 0,-2-6 0 0,-3 2 0 15,-1-1 13-15,3 1-6 0,-2 1 6 0,0-1-8 16,-2 2 0-16,-1 0-1 0,0-1-6 0,0 2 4 15,0 0-2-15,0 1-9 0,0 1 6 0,-3-1-10 16,0-1-3-16,-5-1-36 0,-1 0-13 0,3 2-12 0,2 0-86 16,0 1-218-16</inkml:trace>
  <inkml:trace contextRef="#ctx0" brushRef="#br0" timeOffset="-198321.26">29210 10972 383 0,'0'-1'44'0,"0"-1"53"0,0 1-18 0,0 0-26 16,-2-11 0-16,0 0-9 0,1 2-9 0,1-3 10 16,0 4-1-16,0-1 3 0,0 1-7 0,0-1 4 15,0 1-3-15,0 0 3 0,0-2-3 0,0 5-3 0,0 0 3 16,0 0 0-16,0 3 13 0,0-2-11 0,0 2-1 16,0 0-5-16,0 1-12 0,0-1 2 0,0 2-5 15,0 0 3-15,0 0-16 0,0 0-3 0,0 0 6 16,0-1-4-16,0 1 12 0,0 0-8 0,0 1 3 0,0 0-5 15,0 1-3-15,0 2 3 0,0 5-4 0,0 11 4 16,-1 2-4-16,0 2-8 0,-1 2 3 0,-1 2-3 16,1 0 6-16,0 4-5 0,0-1 1 0,1 4-2 15,-2 3 8-15,-2 2-5 0,0 2-1 0,-2 1 0 16,-1-1 10-16,0 3 3 0,0-1-4 0,0-2 1 16,0-2-7-16,0-6 5 0,-1-3 4 0,-1-3-2 0,2-3 0 15,1-4-3-15,0 0-3 0,3-3 1 0,2-1-8 16,1-3 4-16,0-2-3 0,1-3 2 0,0-2-21 15,0 0-18-15,0 0-3 0,0-4-5 0,0-1-17 0,0 0-45 16,0 2 4-16,0-1-22 0,0-1-31 0,0 0-28 16,0-1-13-16</inkml:trace>
  <inkml:trace contextRef="#ctx0" brushRef="#br0" timeOffset="-197737.65">29234 10938 1603 0,'0'0'20'0,"-2"-2"0"0,1 1 5 0,0 0-8 16,0-1-2-16,0-1-26 0,1 1 5 0,0 0-2 0,0-2 5 15,1 1-7-15,0 0 7 0,6-1 0 0,7 1 3 16,3 0-3-16,-1-2 2 0,2-7 1 0,1 5 1 15,-1 2 12-15,2 3-13 0,-1 1 3 0,2 0-3 16,3 1 14-16,-4 1-10 0,-1 1-1 0,-3 2-2 16,-3-2 0-16,2 3 5 0,-1 1 2 0,-3 0 0 15,1 1 5-15,-3 0 8 0,-3-3-5 0,-1 9 6 16,1 0-6-16,-4 1-5 0,0 2 4 0,1-2-6 0,6 1 2 16,-3 0-2-16,-2 1-3 0,-3-1 1 0,-1 0-9 15,-3 1 3-15,-1-2 1 0,-5 0 2 0,0-1-3 0,3 0-1 16,-12 0-1-16,0 1 0 0,-5 0-7 0,3-1 14 15,-1 0-8-15,1-2 9 0,0 2-1 0,0-1-6 16,0-1 8-16,-1 2-9 0,0 0-1 0,0-2 6 16,0 5 0-16,-2-3 5 0,2-2 5 0,1 5-2 15,-2-3 0-15,8-2-1 0,-5-1-11 0,5-4 11 16,3-1-8-16,-2 0 11 0,10 1-8 0,-2-2-7 16,1-1 4-16,3-1-5 0,0 1 4 0,-1 0-4 15,2-1 1-15,-1 0-3 0,-1 0 1 0,2 2 6 0,0 0-5 16,0 0 5-16,3 1-2 0,0-1-2 0,2 2 8 15,13 1-7-15,-2 2 10 0,-1-4-7 0,2 4 0 16,-1-1-2-16,2 2-3 0,-2 0 4 0,3 0-4 16,-2 1 4-16,0 1 0 0,-1-2-2 0,0 0-1 15,-1-1-1-15,3 1-1 0,-2-2 4 0,0 0-1 16,0-2 1-16,1 1-2 0,-3-1-10 0,-1-3 3 0,-3 1-7 16,2-2-11-16,0 1-9 0,-3-2-4 0,3 0-5 15,-3 6-46-15,1-1-94 0,1-1-9 0,-3-4-40 16,3-1-148-16</inkml:trace>
  <inkml:trace contextRef="#ctx0" brushRef="#br0" timeOffset="-197319.78">29853 11607 1615 0,'0'0'66'0,"-1"0"153"0,0-1-212 0,0-1-7 16,0 1-3-16,-1 0-5 0,1 0-30 0,0 0 22 15,0-1-11-15,1 0 14 0,0 0-18 0,0-1-8 16,0 1-3-16,0 0-1 0,0-2-2 0,0-1 20 0,0 2 7 16,0-2 3-16,-1 1 15 0,-1-1 15 0,1 1-5 15,0 1 12-15,0 0 11 0,-4 2-4 0,-5 0 0 16,-3-7-4-16,-1 1-3 0,0 3-6 0,-2 3 0 15,0 1-4-15,-2 4-11 0,0 3-1 0,0 3 0 16,-2-4 0-16,2 16-8 0,-4 2 6 0,3 1 2 0,1 1 1 16,-2 2 0-16,6-4 0 0,2 4-3 0,3-3 2 15,5-3 6-15,-1 1-8 0,-10 1 6 0,7-3-5 16,4 0 13-16,1-3-1 0,2-3-4 0,1-1 2 16,1 1-4-16,2-2 6 0,0 0 3 0,1-3 0 15,0 0 2-15,2-2-9 0,0-2 1 0,12 0-3 16,-1-1-3-16,1-2-9 0,3 0-1 0,0-1-4 0,2 11-17 15,-2-5-27-15,-1-4-5 0,0-3-7 0,1-1-27 16,-2-2-55-16,-2-3-11 0,1-1-25 16,-2-1-131-16</inkml:trace>
  <inkml:trace contextRef="#ctx0" brushRef="#br0" timeOffset="-196702.91">29851 12062 1298 0,'0'0'97'0,"0"0"1"0,-1 0-35 0,0 1 0 15,-1 0-45-15,1 0-5 0,0 1-6 0,0-1-6 16,0 0 4-16,-1 0 7 0,1 1-8 0,0 1 5 16,0-1-8-16,0-1-3 0,1 0 2 0,0 1-5 15,0-1 5-15,0 0 2 0,1 0 9 0,0 0-1 0,0-1 2 16,2 0-6-16,-2 0 10 0,8-4-5 0,1-2 7 15,-2 3 0-15,1-8-15 0,0-1 10 0,0-3-11 16,0 0 6-16,0-2 3 0,1 0-2 0,-2 2 2 16,2-3-8-16,-1 1-2 0,-2 0 3 0,-1 2-2 15,4 0 1-15,-7 2 4 0,3 0-7 0,0 2 6 16,-4 4-9-16,3 1 5 0,-3 3 6 0,3-3-1 16,-3 2 5-16,-2 3 2 0,0 0-6 0,1-1 4 15,1-1-3-15,-1 1-7 0,0 0-1 0,0 1-1 0,0-1-4 16,1 1 11-16,-1 1 1 0,-1 1 3 0,0 2-7 15,0 8 1-15,0 11-5 0,-3-2 5 0,0 0 1 16,-2 0-3-16,2-4-1 0,-2 2-2 0,1-2-7 0,3-3 7 16,0 0 0-16,1-2 3 0,0-3 8 0,1 0-8 15,2-1 4-15,-2-2-7 0,1 1-4 0,0-2 3 16,1 0 2-16,5-3 1 0,0 0-2 0,0 5-5 16,2 0-3-16,0-1 2 0,1-3 2 0,0-1 5 15,2-1 0-15,-3-1 3 0,3-1 5 0,-5-1-9 16,-2 0 5-16,1-2-6 0,-1 3 3 0,0-9 3 15,-1-2 0-15,-1 3 0 0,1-1-5 0,-1 1 8 16,-1 0-5-16,0-2 6 0,-1 3-6 0,5 0-2 16,-2 0 2-16,-4 6-1 0,1-2 3 0,-2 4-5 0,0 0 3 15,1-3-4-15,0 2-4 0,1 0 6 0,-1 0-6 16,0 1 6-16,0 1 0 0,0 0 2 0,1 1 4 16,-1 2-4-16,2 5-4 0,3 8 4 0,-1 0 0 0,0-2 3 15,-1 0-8-15,1-2 5 0,1-1-6 0,0 1 5 16,0-2-7-16,-1-2 0 0,0-1-5 0,7-2 1 15,1-2-29-15,0-2-35 0,1 9-15 0,-1-4-15 16,0-3-136-16,2-3-188 0</inkml:trace>
  <inkml:trace contextRef="#ctx0" brushRef="#br0" timeOffset="-195818.76">29819 10670 452 0,'0'0'4'0,"0"0"-1"0,0 0 0 16,0 0-8-16,0-2 2 0,0 2-6 0,1-1 7 15,0 0 2-15,1 0 0 0,-1 0-8 0,0-1 9 16,0 1-1-16,0 0 5 0,1 0 2 0,-1 0 31 0,0 0-5 16,0-1 18-16,0 0 32 0,0 0 30 0,1-1-3 15,-2 1 8-15,0 0-26 0,0-1-26 0,0 1 0 16,0 0-10-16,0-1-10 0,0 1-20 0,0 0 10 15,0 0-14-15,0 1-3 0,0 0-3 0,0 0-9 16,0 0 6-16,-2-1-7 0,1 2 8 0,0 0-9 0,0 2 7 16,-1-1-11-16,-1 0 2 0,-4 12 0 0,-1 3 0 15,1 0 1-15,3 0 1 0,0-4 6 0,2 1-5 16,1 1 14-16,-6-3-8 0,1-1 3 0,3 1-6 16,2-3 7-16,1-1 3 0,0 2 0 0,0-2 1 15,1-3-1-15,1 3-4 0,-1-3-3 0,-1-3 0 16,7 1-4-16,4 5-3 0,1-1 8 0,-1-1-6 0,1-3 7 15,0-1-10-15,0-1-1 0,-2 0-1 0,1-2 7 16,-4 0-4-16,2-3 3 0,-4 1-4 0,0 1 0 16,-2-9 7-16,0-1-10 0,0 4 8 0,-2 0-11 0,1 0 12 15,5 0-2-15,-3-1 5 0,-1 1-7 0,-2-1-6 16,-1 2 4-16,0 0-4 0,-1 2 6 0,-2 0 0 16,1 1-2-16,0 1 1 0,-1 0-3 0,-3 3-2 15,-1-5-2-15,-1 2-1 0,1 0-11 0,1 2-2 16,0-1-1-16,2 2-3 0,0 1-16 0,2 0-11 15,-2 0-4-15,3 0-4 0,0 0-19 0,0 0-27 16,-2 1-18-16,1 2-6 0,0 1-89 0,-2 3-66 16</inkml:trace>
  <inkml:trace contextRef="#ctx0" brushRef="#br0" timeOffset="-195501.91">30287 10520 1704 0,'0'0'18'16,"0"0"5"-16,-1-1 2 0,0 0-13 0,0 0 3 16,-1 1-28-16,1 0-5 0,1 0-5 0,-1 0 5 0,1 0 10 15,-1 0 10-15,0 1 0 0,0 0 2 0,-1 0-13 16,1 2 10-16,-3 6-7 0,-4 4 9 0,0 1-8 15,-1 1 16-15,8 3 4 0,-12 3 4 0,-3 1 5 16,-1 2-1-16,1 3-6 0,-2-2 4 0,2 1-11 0,3 1-10 16,-2-2 3-16,3 0-5 0,-3 2 5 0,5-4-7 15,0-2 3-15,4-4-6 0,3-1 7 0,-3-3-27 16,5-2 4-16,-6 0-14 0,1-2-17 0,2 0-34 16,3-4-4-16,0 1-7 0,1-2-4 0,0-1-52 15,0-1-4-15,0 0-20 0,1 0-43 0</inkml:trace>
  <inkml:trace contextRef="#ctx0" brushRef="#br0" timeOffset="-195200.78">30417 10788 927 0,'0'0'119'15,"-2"0"7"-15,1 0-5 0,0 0-28 0,0 0-22 16,-2 0-24-16,1-1-15 0,0 0-2 0,-1 1-4 15,-1 0-1-15,-1 0-13 0,-1 0 1 0,-2 0-6 16,0 0 5-16,-3 2-12 0,0 2 12 0,0 2-12 16,-1 1 16-16,-1 0-6 0,0-6-2 0,0 14 1 15,-1-1 9-15,1 2-3 0,-1-2 2 0,1 1-3 0,1 0 3 16,2 2-7-16,0-4 6 0,3 1-6 0,0-1 3 16,4-1 7-16,1-1-6 0,-5 0 6 0,2-1-8 15,1 1 15-15,3 0-9 0,1-1 9 0,1 1-20 0,3-2 7 16,1 1 0-16,-1-2 1 0,14-1-5 0,3 0-11 15,0-1-6-15,4-3-3 0,2 0-19 0,2 12-36 16,5-7-11-16,5-5-16 0,4-6-92 0</inkml:trace>
  <inkml:trace contextRef="#ctx0" brushRef="#br0" timeOffset="-171714.61">3248 17299 1781 0,'-6'3'-2'15,"-14"7"-21"-15,-15-1 9 0,-1 11 3 0,12-2-1 16,4 0 22-16,1-3-15 0,8-2-6 0,4-2-1 15,6-4-26-15,-2-2-31 0,1-2-12 0,2-2-16 0,0 0-135 16</inkml:trace>
  <inkml:trace contextRef="#ctx0" brushRef="#br0" timeOffset="-148529.78">16985 6707 29 0,'0'0'22'0,"0"0"11"0,0 0 30 0,0-2 9 15,-1 1-5-15,0 0-13 0,0 0-14 0,-1 0-9 16,1 1 3-16,0 0-21 0,0 0 1 0,0 0 0 16,-1 0-1-16,1 0-13 0,0 0 7 0,0 0-3 15,0 0 8-15,-2 0 1 0,1 1 4 0,0 0 1 0,1-1 0 16,-4 2-5-16,-1 1 1 0,0-1 6 0,3-1-3 15,-2 2 12-15,3-2-2 0,-3 1-5 0,-2 2 2 16,1-1-14-16,0 1 9 0,2-2 2 0,0 1 3 16,-2 0 2-16,1 1-13 0,-2 0 0 0,1 1-3 15,0 0 6-15,-1-1-7 0,3 0 5 0,2-4-5 16,1 2 7-16,-1 4-12 0,1-1-2 0,-3-2-2 0,1 2 3 16,1 0 3-16,1-1 0 0,-1 0-1 15,0 0-4-15,-1-1 6 0,2-1-3 0,-1 2 2 0,2-3-6 16,-1 1 8-16,1 0 1 0,0-1 4 0,0 0 3 0,0 0 2 15,0 0-3-15,0 1 2 0,0-1 0 0,0 0-5 16,0 0 0-16,1 1-3 0,1 1-5 0,4 0 3 16,2 2 5-16,-1-3-2 0,3 2 4 0,-1-2-9 15,-2-1-2-15,4 1 0 0,-3-2 7 0,-1 0 1 16,-1 0-4-16,-1 0 2 0,0-2-12 0,1 1 14 16,1-1-2-16,0 0 4 0,-2 0-14 0,-3 1 4 15,2 0 2-15,-2 0 2 0,0 1 3 0,-1 0-10 16,2-5 2-16,-2 3-3 0,2-2 4 0,-2 1 4 15,1-2-3-15,-1 0 4 0,1 1-2 0,-2 0-6 0,0 1 5 16,0 0-5-16,0 1 11 0,0-1-10 0,0 2 5 16,-2 0-6-16,1 0 3 0,-1 0 2 0,0 0-5 15,-2 1 4-15,-4-2-1 0,1 2-4 0,-1 0 7 0,5 0-6 16,-1 0 10-16,0 2-9 0,2-1 3 0,-3 1-4 16,3-1-2-16,-1 0 8 0,1 1-9 0,0 0 9 15,0 0-8-15,1 1 2 0,0-1 0 0,0 0 0 16,0 1 3-16,1-1-4 0,0 0 6 0,0 0-5 15,0-1 10-15,0 0-3 0,0 0-4 0,1 0 2 16,0 1-1-16,0-1-6 0,0 0 7 0,1-1-6 16,-1 0 17-16,0 0-10 0,0 0-1 0,0 0-3 0,0 0-5 15,1 0 5-15,-1 0-1 0,-1 0 3 0,0 0 3 16,0 0-7-16,0 0 4 0,0 0-5 0,0 0 0 16,0-1 4-16,0 0-1 0,0-1 3 0,0 1-1 15,0 0-4-15,0 0-1 0,0 0-1 0,0 1 8 0,0 0-8 16,0 0 9-16,0 0-9 0,0 0 7 0,0 0-3 15,0 0-3-15,0 0 1 0,0 0-1 0,0 0 2 16,0 0-1-16,0 0 3 0,0 0-3 0,0 0-1 16,0 0 1-16,0 0 0 0,1 0-1 0,0 0 6 15,0 0 0-15,2 0 2 0,-1 0-5 0,0 0-1 16,1 0-1-16,-1 0 1 0,4 0 3 0,1-2-2 16,0 1 0-16,2 0 0 0,2 1-6 0,0-1 5 15,-1 1-1-15,1 0 4 0,2-1 3 0,0 1-9 0,0-1 3 16,2-1-4-16,-1 1 13 0,1 0-10 0,2 0 3 15,0 0-4-15,1 0-1 0,1-1 7 0,-2 1-7 16,1 0 6-16,1 0-5 0,0 0-1 0,2-1 6 16,0 1-4-16,0 0 13 0,-1 0-8 0,-2 0-3 0,-2 0-2 15,1 1 3-15,2-2-2 0,-2 2 4 0,1 0-5 16,-4 0 2-16,2 0 0 0,2 0-2 0,-1 0 1 16,1 0-4-16,-2 0 5 0,-1 0 0 0,-1 0 3 15,1 0 2-15,-1-1-8 0,1 1 2 0,-4 0-4 16,2 0 8-16,0 0-1 0,-1-1 6 0,-1 1-5 15,0 0 3-15,-1 0-9 0,0-1 1 0,1 0-1 0,-3 0 9 16,1-1-5-16,2 1-2 0,-3 0-1 0,2 0 0 16,-2 0 3-16,-1-1-3 0,1 1 4 0,3-1 5 15,-2 1-11-15,-1 0 6 0,1-1-7 0,-2 1 6 16,-1 1 3-16,1-1-6 0,-1 1 2 0,-3 0-5 0,4-1 4 16,-2 1 4-16,2-1-1 0,-1 0 1 0,-3 1-5 15,3 0 3-15,-3 0-3 0,1 0-1 0,-1 0 4 16,-1 0-4-16,0 0 5 0,1 0-2 0,-2 0 1 15,0 0-3-15,0 0 1 0,2 0-2 0,-2 0-1 16,0 0 6-16,0 0-4 0,1 0 6 0,1 0-3 16,-1 0-3-16,0 0 2 0,1 0 3 0,-1 0-5 15,-1 0 1-15,3 0-1 0,-2 0 4 0,3-2-3 0,1 1 2 16,0 0-3-16,-2 0 0 0,1 0 0 0,-1-1 4 16,-2 2-4-16,2-1-3 0,-3 1 3 0,2-1-3 15,0 0 5-15,-2 1 4 0,2-1-8 0,0 1 2 16,1-1-2-16,1-1 9 0,-3 2-8 0,1 0 2 15,-1 0-3-15,0 0 10 0,1 0-8 0,0-1 2 0,1 0-4 16,-2 1 1-16,2 0 0 0,-2 0 1 16,0 0 0-16,1 0 4 0,-2 0 0 0,1 0-2 0,1 0 1 15,0 0 1-15,1 0-6 0,-2 0 2 0,0 0-5 16,2 0 4-16,-1 0 6 0,2 0-5 0,0 0 4 16,1-1-5-16,-2 1-2 0,2 0 4 0,0 0-4 15,0 0 3-15,0 0 1 0,1 0-1 0,-1 0 1 16,1 0-4-16,0 0 8 0,1 0-1 0,0 1 5 0,1 0-9 15,-1 0 1-15,-1 1-1 0,1-2 2 0,0 1-2 16,0-1 4-16,0 1-2 0,1 0 2 0,-1-1-4 16,2 1-5-16,0-1 6 0,0 0-5 0,2 0 9 0,-4 0 2 15,1 0-7-15,-1 0 4 0,-3 0-2 0,2 0-3 16,0 0 1-16,-1 0-3 0,1-1 4 0,-3 1 0 16,2-1 4-16,-3 1-2 0,-2 0 4 0,2-1-7 15,-1 0 3-15,-1-1-3 0,0 1 2 0,1 0 6 16,-1 1-10-16,0-1 7 0,0 1-14 0,0 0 11 15,0 0 2-15,1 0 1 0,-1 0-10 0,0 0 5 16,0 0 0-16,0 0 4 0,0 0 1 0,1 0-8 16,-1 0 2-16,0-1-3 0,0 1 4 0,0 0 1 0,1 0-1 15,-1 0 0-15,0 0 0 0,0 0 5 0,0 0-5 16,0 0 5-16,-1-1 1 0,2 1-7 0,-2-2 3 16,1 2-4-16,0 0 5 0,-1 0 0 0,0 0-3 15,1 0 0-15,0 0-5 0,-1 0 5 0,0 0 0 16,0-1 3-16,0 1-2 0,0 0 0 0,0-1 0 0,0 1-1 15,0 0-2-15,0 0 2 0,0 0 2 0,0 0 1 16,0 0 3-16,0 0-6 0,0 0-1 0,0 0-1 16,0 0 0-16,0 0 4 0,0 0 0 0,0 0 2 15,0 0-4-15,0 0-4 0,0 0 6 0,0 0-4 16,0 0 6-16,0 0-6 0,0 0-1 0,0 0-1 16,0 0 5-16,0 0 2 0,0 0 0 0,1 0 0 0,-1 0-5 15,0 0 2-15,0 0-3 0,0 0 3 0,0 0 9 16,0 0-4-16,0 0-5 0,2 0 1 0,-2 1-3 0,1 0 1 15,0 1 5-15,-1-1-4 0,0 0-1 0,0 0 1 16,0 0 0-16,1 0 1 0,0 1-3 0,1-1 2 16,-1 1-4-16,0 0 5 0,0 1 3 0,0 3-3 15,0 0 6-15,1 2-7 0,0 1-2 0,0-1 6 16,1 2-6-16,0 0 6 0,-1-1-4 0,2 0-4 16,0-1 5-16,-2 1-2 0,1 0 8 0,1 2-7 15,1-1 2-15,-1 1-3 0,0-1 5 0,-2 1-4 16,1 1 2-16,-1-1-4 0,1 1-4 0,1 0 5 15,-2 1 1-15,1-1 1 0,-2-1 5 0,0 2-8 0,0 0 2 16,0 0-2-16,-1 1 8 0,0-3-5 0,0-1 3 16,0 0-4-16,0-2 0 0,0 2 0 0,0-3-3 15,0 1 3-15,0 1 5 0,0-1-4 0,0 1 0 16,2 0-2-16,-1-1-7 0,0 2 8 0,0-2 5 0,0-1 1 16,-1 1 0-16,0 2-7 0,0-2 0 0,0 5-2 15,0-3 3-15,-1-3 5 0,-1 4-8 0,-1-4 8 16,0 1-2-16,-1 2-6 0,2-2 4 0,0 0-5 15,-2-1 7-15,1 1-3 0,0-3 1 0,0 2-1 16,0-2 10-16,1 0-9 0,0-1 2 0,0 0-5 16,1-2 2-16,-1 2 0 0,0-1 3 0,0 0-3 15,1-1 1-15,0 0 5 0,1 0-8 0,0-1 6 16,-1 1-8-16,-1 0 6 0,0 1-2 0,1-1 3 0,0 0-2 16,0 1-4-16,0-2 6 0,-1 0-5 0,1 0 1 15,0 1 4-15,0-1-6 0,0 0 4 0,0 0-7 16,-1 0 1-16,1 0 1 0,0 1-1 0,0-1-2 0,0 0-4 15,1-1-5-15,0 0 1 0,0 0-6 0,0 0-2 16,0 0 4-16,0-1-6 0,-1 0-9 0,-1-1-43 16,2 1 6-16,-1-7-17 0,0-1 8 0,0-1-26 15,1 2 14-15,0 0-18 0,0-3 8 0,0 3-19 16,0-3-10-16,0 2 1 0,0 4-13 0,1 0 9 16</inkml:trace>
  <inkml:trace contextRef="#ctx0" brushRef="#br0" timeOffset="-147994.27">18364 7258 162 0,'0'0'56'16,"0"0"5"-16,-1 0 10 0,0 0-29 0,0 0 3 16,0 0-29-16,0 0-6 0,-1 0 5 0,1 0-8 15,-1 0-10-15,1 0-5 0,-10 1 4 0,3 0-1 16,-3 3 14-16,4-2-3 0,1 1-6 0,-1 0 1 15,-1 2-5-15,2-2 24 0,-1 1-5 0,-1 0 13 16,2-2 11-16,-2 1 18 0,3-1 7 0,-1 0 1 16,0 0 4-16,3-1-19 0,-2 1 5 0,3-2-10 0,-2 1-4 15,1 0-19-15,0-1 3 0,0 1-7 0,0-1 2 16,1 0-5-16,-1 1-3 0,0 1 1 0,2-2-7 16,-1 1 7-16,-1 0-1 0,2-1 3 0,-1 1-10 0,-1 0 10 15,2-1-11-15,1 1 10 0,0 1-5 0,-1 0-3 16,1-1 9-16,0 0-6 0,-1 2 12 0,1-2-6 15,0 0-1-15,0 0 0 0,0 0 2 0,0 1 3 16,-1 0-3-16,1-1 2 0,0 1-8 0,0 0-4 16,0-1 4-16,0 0-4 0,1 1 6 0,0 1-6 15,0-1 4-15,0 0-5 0,2 1-1 0,5 1 3 16,4 2-2-16,4 1 3 0,-3-3-5 0,4-1 6 0,0 0-1 16,-1-2 4-16,1 0 1 0,1-1-2 0,-3 0-1 15,7 0 0-15,-2-1-4 0,-2 0 3 0,1 0 0 16,-5-1 1-16,-1 1-5 0,-1 0 5 0,-1 0-6 15,-1 0 7-15,-1 0-11 0,0 1 7 0,-4 0-2 0,1-2 4 16,0 2 0-16,-1 0-9 0,0 0 3 16,-2 0-4-16,1 0 11 0,-2 0-6 0,0 0-2 0,0 0-1 15,0 0 4-15,-1 0-4 0,0 0-1 0,0 0 0 16,1 0-4-16,-1 0-1 0,1-1 4 0,0 0-5 16,1 0-6-16,-2 0-21 0,0-1-7 0,0 1-18 15,1 0-142-15,-1 0-27 0,-1-1-54 0</inkml:trace>
  <inkml:trace contextRef="#ctx0" brushRef="#br0" timeOffset="-147410.79">18240 7704 167 0,'0'0'70'0,"0"0"-17"0,-1 0 77 0,-1 0-15 16,1 0-12-16,0 0-20 0,0 0-1 0,-1 0-4 16,-1 0-7-16,1 0-18 0,-1-1-5 0,1-1-4 15,0 1-20-15,1 0 1 0,-1 0-5 0,1 0 1 16,0 0-19-16,0-1-1 0,0 1 1 0,0 0-1 16,-1 0 3-16,1 0 0 0,1 0 0 0,0 1-1 0,0 0-3 15,1 0 6-15,1 0-1 0,-1 0 3 0,0 0-6 16,8-2 7-16,1 1 2 0,4-1 3 0,1 1 1 0,2-1-1 15,-1 1-2-15,-2 0 3 0,-1 0 14 16,6 0-9-16,-3 1-2 0,3 0-4 0,2 0-3 0,-7 1-9 16,1 0 13-16,-5-1-13 0,0 0 3 0,-1 0 4 15,2 1-1-15,-4 0 4 0,1 1 3 0,0-1 0 16,-2 0-2-16,1 0 2 0,-2 0-1 0,1 1-6 16,-1-1 2-16,3 0-3 0,-1 0 1 0,0 0-8 15,-3-1 2-15,2 0-1 0,-1 0 6 0,0 0-7 16,-2 0-1-16,1 0-3 0,-1 0-1 0,0 0-3 0,-2 0-4 15,0 0 0-15,0 0-17 0,1-1-9 0,1-1-18 16,0-3-1-16,3-7-101 0,-2 0 29 0,-3 2-15 16,-1 0 25-16,0 3 15 0,-1 0 44 0,0 3-3 15,-1-1 16-15,-1-2-3 0,2 3-33 0,-2 0-3 16</inkml:trace>
  <inkml:trace contextRef="#ctx0" brushRef="#br0" timeOffset="-146094.27">18466 7652 560 0,'0'0'67'16,"-2"0"-6"-16,1 0 29 0,0 0-4 0,0 0-14 0,0 0-14 15,0 0-9-15,-1 0 4 0,1-1-8 0,0 1-13 16,0 0-6-16,0 0-13 0,-1 0 6 0,1 0-20 16,0 0 1-16,0 0 3 0,0 0-1 0,0 0 3 15,-1 0-1-15,1 0 0 0,0 0-1 0,0 0 2 16,0 0-4-16,0 0 7 0,-1 0-5 0,1 1 11 0,0 0 3 15,0 0-7-15,0 1 6 0,-1-1-5 0,2 0 6 16,-1 1 1-16,0 1 2 0,1-1 0 0,-2 4-7 16,-1 1-3-16,1 1-2 0,0 2-7 0,-1 1 5 15,1 0-1-15,0 0 1 0,-1 0-3 0,1 5 1 16,1-1-1-16,1 2 1 0,0 1 5 0,0 0-9 16,0-1 11-16,1 1-11 0,0 1 6 0,0 0-4 15,0-2 1-15,1 1 0 0,0 0-1 0,0-2 6 16,3 2-8-16,0-1 6 0,-2-1 0 0,2 1 4 0,0 0-5 15,-1-1 2-15,1 4-8 0,0-2 3 0,-2 1 7 16,1 1-4-16,-2-6 3 0,1 6-4 0,-2 3 2 16,0 1-2-16,-1 0-2 0,-1 0 6 0,0-4-8 0,-2 0 7 15,1 0-3-15,0-1 2 0,-1-4-2 0,1-1 1 16,-1 0-1-16,1-3 8 0,0-1-3 0,1-1 2 16,-2-1-11-16,1-1 11 0,1-2-3 0,0-1 5 15,-1 0-12-15,1 1 5 0,0-1-1 0,1 0 2 16,0 1 1-16,0-1-3 0,0 1-3 0,0 0 1 15,0-1-3-15,-1 1 6 0,1 0-3 0,-1 1 3 16,-1-2-1-16,1 0 2 0,0 2-1 0,1-4 0 0,-1 2-6 16,0-1 1-16,1-1 7 0,0 1-4 0,-1 0 2 15,1 0 0-15,0-1-3 0,0 0 3 0,0 0-3 16,-2 0 6-16,1 0-9 0,1 1 7 0,0-1-12 0,0 0 6 16,0 0 5-16,0-1 0 0,0 0 3 0,0 0-4 15,0 0-3-15,0 0 1 0,0 1-3 0,1-1 2 16,-1 0 4-16,0-1-2 0,0 0-1 0,0 0 1 15,0 0-4-15,2 0 4 0,-2 0-1 0,0 0-3 16,0 0 1-16,0 0-1 0,1 0 10 0,0 0-6 16,-1 0 1-16,0-1-3 0,0 0 2 0,0-1-8 15,0 1 4-15,0 0-4 0,0 0 11 0,0 0 0 16,0 0-5-16,1-1 3 0,-1 1-5 0,0 0 4 0,0 0 0 16,0 0 0-16,0-1 0 0,-1 1-4 0,0 0 5 15,0 0-5-15,-1 0 1 0,1 0 0 0,0-1-1 16,-1 1 0-16,-2 1 2 0,-2 0 1 0,-2 0-2 15,2 0 1-15,0 1-5 0,2 1 7 0,-3 1-3 0,2-1 5 16,0 1-6-16,0 0 0 0,4-3-1 0,0 5-2 16,-1 1 2-16,-1 0 3 0,1 1-2 0,-1-2 2 15,-2 0-8-15,1 1 7 0,2 0 2 0,0 1 1 16,0-1-8-16,2 0 6 0,0 0-3 0,0-3 4 16,2 5-8-16,-2-5 8 0,2 4-2 0,0-1 6 15,2 0-7-15,-1-1 0 0,0-2 0 0,3 1 1 16,2-2 7-16,-2 3-11 0,3-3 6 0,0 5-8 15,-1-2 6-15,0-1 4 0,-1 0 0 0,-4-2 1 0,1 1-2 16,1-1 5-16,-1-1-5 0,0 0 5 0,2 1-8 16,-3-2 6-16,0 0 3 0,-1 0-1 0,0 0 2 0,1 0 1 15,-2 0-4-15,1-2 4 0,1 0-6 16,2-7-4-16,0-3 3 0,-4 1-2 0,-1 0 4 0,0 0 1 16,-1 0-8-16,-1 1 6 0,-2-1-6 0,1 2 7 15,-2-1 0-15,0 1 0 0,1 2-8 0,2 1 4 16,-7 0-3-16,-2 1 4 0,3 3-1 0,-1 0 2 15,-1 1-1-15,3-5 1 0,-3 0-2 0,3 2-3 16,-2 2 0-16,0 1 0 0,0 1-3 0,2 0 4 16,1 0 0-16,-1 2 1 0,2 0-2 0,0 2-4 0,-1 0 2 15,3 7-2-15,0 2 10 0,0-1-4 0,1-1-2 16,-7 0-1-16,5-1-5 0,0-1 7 0,2-1-1 16,1 2 2-16,1-1-7 0,1 1 3 0,1-3-3 15,3 1 5-15,0-1-1 0,-2-2-4 0,10-2 5 0,0 7-6 16,2-2 9-16,-1-2-1 0,4-2 1 0,0 0 0 15,-3-3-1-15,4 0-2 0,-2-1-1 0,-3 0-1 16,5-1 5-16,-7-1 0 0,0-2 0 0,1 0-1 16,-3 0-2-16,0 0-1 0,-1 0 1 0,-2-1 0 15,-2 0 2-15,-2-6 9 0,0 2-7 0,-2-2 6 16,6 0-11-16,0-3 5 0,-2 1-3 0,-3 1 4 0,-2 0-8 16,-1 1 6-16,-1 0 2 0,-2 3 0 0,-1 1-5 15,2 2 6-15,-4 2-4 0,-4-1 4 0,-3 3-6 16,0-9 3-16,-1 3-2 0,-1 4 1 0,2 1-4 15,-1 2 2-15,1 1 0 0,2 1 0 0,-3 2-5 0,5-1 0 16,2 1 5-16,1 0-2 0,4-1 1 0,1-2 0 16,0 6-6-16,-4 0 5 0,1 1-2 0,2-1 1 15,1 0 3-15,-1 3 0 0,3-2-1 0,0 0 1 16,1-2-4-16,1 0 4 0,1 1 3 0,3 2-4 16,-5 6 3-16,14-6-4 0,-3 0-1 0,0-4 0 15,0 0 0-15,1 1 0 0,-2 0-1 0,1 1 1 16,1-3-4-16,-2 0 3 0,-2-3-6 0,1 6-39 15,1-1-59-15,1-3-7 0,2-3-311 0</inkml:trace>
  <inkml:trace contextRef="#ctx0" brushRef="#br0" timeOffset="-144759.91">18703 6744 13 0,'0'0'6'0,"0"-1"-1"0,0 0 7 16,1 0 1-16,0 0 30 0,1-1-8 0,-1 0 9 15,0 0-8-15,0-1 27 0,0 1 19 0,1 0-5 0,-2-1 6 16,0 0-16-16,0-1-18 0,0-2 12 0,0 0-14 16,0 2 18-16,-2-3-14 0,1 0-4 0,0 2-2 15,0 0-3-15,-3-2-7 0,3 5 7 0,-1-2-9 16,-1 1 5-16,0 0-14 0,-4 2 3 0,0-5-6 16,-1 2-2-16,-1 0-12 0,1 2 4 0,-1-1-5 15,-1 2 12-15,2 1-15 0,-1 1 6 0,-1 3-9 0,0 1 5 16,-1 1-1-16,-1 2-2 0,1 0 3 0,0-3 7 15,-1 9-7-15,0 1-1 0,2 3-3 0,-1-1-4 16,1 1 5-16,-2 0 2 0,5-2 1 0,-3-1-5 16,2 0 0-16,4-1 3 0,-4-1-1 0,4 1 0 0,-1 0 3 15,0 0-4-15,1 0 5 0,0 0-5 0,1 0-1 16,1-1 3-16,-7 1-1 0,2 0 3 0,3-3 0 16,2 1-6-16,2-3 4 0,0-1 3 0,2 3 2 15,1-3 2-15,1 2-1 0,0-5-1 0,1 1 3 16,-2-1 0-16,7-1 0 0,3-2 3 0,0-1-2 15,1 9-6-15,-4-5 1 0,1 0-11 0,-1-1 8 16,-1-3 1-16,1 0 2 0,0 0-12 0,-2-1 3 16,0 0-1-16,-2 0 3 0,0 0 6 0,-1 0-3 0,-1-1 0 15,2-1-3-15,-1 0-7 0,0 0-10 0,-2 0-2 16,3-3-2-16,-1 2-4 0,-1-3-63 0,1-5-22 16,1-1-18-16,-1-2-98 0,2 1-40 0</inkml:trace>
  <inkml:trace contextRef="#ctx0" brushRef="#br0" timeOffset="-143709.77">18664 7064 135 0,'0'0'53'0,"0"0"20"0,0 0 53 16,0 0 2-16,-1 1-10 0,0-1-46 0,0 1 3 15,0-1-18-15,-1 2-20 0,1-1-4 0,0 0-16 16,0 0 9-16,0-1-17 0,0 0-4 0,-1 1 7 16,1 1-7-16,0-1 1 0,0 0 3 0,0 0 1 15,1 0 1-15,0 0 1 0,0 2-5 0,0-1 1 16,0 0-1-16,1 1 4 0,0-1-2 0,0 1 7 0,0-1-4 16,1 0 5-16,-1-1 12 0,0 1-7 0,1-1 9 15,1 0-4-15,-1 0-6 0,0 0 0 0,-1-1-3 16,4 1-8-16,1 1 9 0,0-2-4 0,0 0 5 15,2 0-14-15,-1-2 1 0,0 0 1 0,0-1 1 16,-1-2 1-16,0 0-9 0,-1-9-1 0,3 1 0 0,-7 1 3 16,4 2 0-16,1-1-2 0,-4 1 2 0,4 0 1 15,-1 2-3-15,0 0 7 0,0 0-6 0,-1 0 3 16,-2 3 0-16,0 0-2 0,0 0 0 0,-1 2-6 16,0-1 7-16,-1 1-7 0,0-1 9 0,0 2-1 0,0-1-5 15,0 1 5-15,0 1-5 0,0-2-3 0,0 1 9 16,0 0-6-16,0 1 7 0,0-1-6 0,0 1-5 15,0 0 3-15,0 0-4 0,0 0 11 0,0 1-5 16,-1 0 3-16,0 0-4 0,-1 1-6 0,1 0 10 16,0 1-4-16,-4 7 5 0,-1 2-10 0,2 1 7 15,-1 0-2-15,0 2 6 0,2-1-6 0,-1 1 6 16,2 0-8-16,0-3 6 0,-2 4-4 0,3-6-3 16,0 2 6-16,1-2-4 0,0 1 8 0,0-1-10 0,0-2 5 15,0-1-6-15,0 1 4 0,1-1 0 0,0 1-3 16,0-1 2-16,0-2 9 0,2 1-9 0,-1 0 4 15,0-1-5-15,0-1 5 0,4 2-2 0,-5-5 1 16,1 3-2-16,4 0 4 0,-3-1-2 0,1 1-1 0,0-2 0 16,-2 0 3-16,1 0 6 0,1-1-1 0,-1 0 2 15,0 0-10-15,-2 0 8 0,1 0-4 0,2-2 5 16,-2 1-4-16,1-9-6 0,1-2 1 0,1-1-2 16,0 3 2-16,1-4 0 0,2 1 0 0,-2 1 0 15,0-1 1-15,3-1 6 0,-2 2-6 0,-1-2 5 16,2 1-12-16,-3 1 6 0,0 2 0 0,2-1 2 15,-2 2 0-15,1 2 2 0,-2-1-5 0,-3 3 4 16,3-1-7-16,-2 2 7 0,-1 1-3 0,3 2 4 0,-3-2-7 16,0 2 1-16,1-1 3 0,1 0-2 0,-1-1 2 15,0 1-5-15,0 1 4 0,-1-1-2 0,0 1 9 16,0 0-7-16,0 0 1 0,-1 1-2 0,0 0-2 0,0 0 10 16,0 0-12-16,0 1 11 0,0 0-7 0,-1 0 0 15,0 2 6-15,1 0-6 0,-2 7-3 0,0-2 1 16,1 1 2-16,0 0-1 0,0-1 2 0,1 0 4 15,0 0-8-15,-1 3 6 0,0-2-2 0,-1 4-1 16,2-1 3-16,0 1-3 0,0-1 2 0,0-1 1 16,0 4 1-16,0-2-1 0,0-4-8 0,0 1 6 15,0-2 0-15,0-3 5 0,0 5-2 0,0-5-4 16,0-1 3-16,0 4-3 0,0-5 6 0,2 2-7 0,-1-1 1 16,0 0-1-16,1 0 8 0,-1-1-4 0,2-1 0 15,1 2-1-15,4 0-8 0,0 0 9 0,1-2-6 16,1-1 6-16,-2-1-7 0,1-1-12 0,1-1 3 15,-1-3-9-15,0-2-15 0,0-6-112 0,-1-8-7 0,-2-5-41 16,1-2-59-16,0 1-6 0</inkml:trace>
  <inkml:trace contextRef="#ctx0" brushRef="#br0" timeOffset="-143042.45">18863 6347 615 0,'0'0'26'0,"0"0"-4"15,-1-1 18-15,0-1-6 0,0 1-3 0,-1 0-27 0,2-1-9 16,0-1 5-16,0 1-3 0,0 0 8 0,0-1-1 16,0 1-3-16,0 0 1 0,0-1-9 0,0 1 16 15,2 1-5-15,-1 0 13 0,0-1 21 0,0 1 18 16,0 0 8-16,0 0 0 0,1 0 8 0,-1 0-14 16,0-1-5-16,0 1-2 0,0 0-21 0,0 1 0 15,1 0-10-15,-1 0 4 0,1 1-14 0,0 0 6 0,1 1-3 16,-3-1 2-16,7 12-16 0,-2 0 10 0,-2 2-5 15,-2 0 7-15,-1 3-11 0,-1-1 9 0,-2 2 0 16,-3 0 1-16,-3 1-6 0,0 0-3 0,-1 0 2 16,1 2-3-16,2 0-5 0,0 0-13 0,1 4-18 15,2-2-23-15,1-1-323 0</inkml:trace>
  <inkml:trace contextRef="#ctx0" brushRef="#br0" timeOffset="-138537.64">18782 6350 88 0,'0'0'0'0,"-1"0"5"16,0 0 57-16,-1 0-22 0,1 0 0 0,0 0-32 0,0 0-7 15,0 0 6-15,-1 0-4 0,1 0 5 0,0 0-8 16,0 0 7-16,0 0-3 0,0 0 7 0,1 0 26 16,0 0 12-16,-2 0 4 0,1 0-1 0,0 0 8 0,1 0-2 15,-1 0 1-15,0 0-4 0,0 0-14 0,-1 0-6 16,1 0-2-16,0 0-2 0,0 0-13 0,0 0-14 16,-1 0 2-16,1 0-5 0,1 0 2 0,0 0 2 15,0 0-1-15,0 0 2 0,0 0-8 0,0 0 12 16,0 0-5-16,0 0 8 0,0 0-4 0,1 0 6 15,-1 0-1-15,0 0 3 0,0 0 0 0,2 0-2 16,-1 0-1-16,-1 0-1 0,1 0-3 0,-1 0 6 16,0 0 0-16,0 0 2 0,0 0-6 0,0 0-5 15,0 0 1-15,0 0-1 0,0 0-3 0,0 0 7 16,0 0-7-16,0 0 6 0,0 0-15 0,0 0 11 0,1 0 0 16,0 0 5-16,1 0-5 0,-1 0-3 0,0 0-2 15,0 0 2-15,0 0 10 0,0 0-6 0,-1 2 2 16,0-1-4-16,0 0-5 0,2 0 9 0,-2-1-8 0,1 0 8 15,0 1-13-15,-1 0 7 0,0 1 7 0,0-1-2 16,0 0-7-16,1 0 8 0,0 0-11 0,0 0 10 16,1 1-8-16,-1-1 0 0,0 0 8 0,0 0-5 15,0 0 0-15,1 2-2 0,-2-2-1 0,1 7 0 16,0 0 8-16,0 3-6 0,0 1 0 0,0 1-2 16,1 0-6-16,-2 1 4 0,0 1 6 0,0-3-2 15,0 3 4-15,0-3-5 0,0 1 4 0,-2-2-3 0,1 0 0 16,0 0 8-16,0-2-9 0,-1 2 7 0,0-4-13 15,1 0 12-15,1-5-3 0,-1 2 6 0,1-2-11 16,-1 3 10-16,0-1-8 0,1-1 10 0,-2 0-14 0,1 0 7 16,0-1-4-16,0 0 5 0,1-1-1 0,0 1 2 15,0-1 2-15,-1 0 0 0,0 0 0 0,-1 0 5 16,1-1 6-16,0 0-2 0,0 0 9 0,1-1-11 16,0 0-8-16,0 0 2 0,0-11-3 0,1 0 1 15,1-1 6-15,1 0-5 0,-1 2 2 0,2-3-6 16,-2 1-2-16,2 1-2 0,0-1-3 0,1 0 8 15,-2 1-4-15,1 0 5 0,0 1-6 0,-1 1 0 16,1 0 5-16,-2 1-3 0,0 0-3 0,-1 2 2 0,2 0-4 16,-2 2 4-16,0 1 0 0,0 0 0 15,1 0 4-15,-2 2-2 0,0 1-7 0,0 0 8 0,0 0-7 16,1-2 8-16,0 1-11 0,0 0 7 0,-1 0-7 16,0 1 6-16,1 0-4 0,0 0-2 0,1 1 9 15,-2 0-5-15,0 0 9 0,0 1-6 0,0 0 0 0,0 2-2 16,0 0 1-16,0 8-1 0,0-2 3 0,0 0-2 15,0 1 3-15,0-1-1 0,0 1-5 0,0-1 3 16,0 1-2-16,0-2 2 0,0-1 0 0,0-1 0 16,-2 1 6-16,2-3-9 0,0 3 5 0,0-3-7 15,0-2 5-15,0 2 1 0,0-2 4 0,0 1-3 16,-1-1 5-16,0 0-5 0,1 1-2 0,0-2 0 0,0 0 0 16,0 0 7-16,0 0 0 0,0-1 3 0,0 0-9 15,0-1 4-15,0 0-6 0,0-1 4 0,0-2 0 16,1-8-3-16,-1 1 3 0,0-2-3 0,1 1 5 0,-1-1 0 15,0 1-2-15,0 0 0 0,0 1-2 0,0 0-6 16,2 2 6-16,-1 0-6 0,0 0 8 0,0 1-3 16,0 0 1-16,0-1-1 0,2 1 7 0,-2 2-8 15,0 0 1-15,-1 2-3 0,0-1 9 0,0 3-9 16,0-2 6-16,0 2-6 0,0-1 3 0,0 2 4 16,1-1-6-16,1 0 4 0,-1 0-8 0,0 1 2 15,0 0 3-15,0 1 0 0,0 1-1 0,-1 2 3 16,2 9-9-16,-2 8 8 0,-2 3-2 0,0 0 1 15,-1 1 3-15,-1-2-3 0,0 1-7 0,1-2 11 0,1-1-3 16,-1-3 4-16,2 1-11 0,0-4 6 0,0-1 1 16,0-4 2-16,-1 0 4 0,2-5 1 0,0 0-5 15,0-2 3-15,0 1-2 0,0-1-6 0,0 0 8 0,0 1-8 16,0-1 6-16,0-1 4 0,0 0-2 0,0 1 3 16,0-2-5-16,0 0-3 0,0 0 4 0,0-2-3 15,0 1 5-15,0-1-7 0,0-8 2 0,0-3-3 16,2-1-1-16,-1 0 9 0,0 0-7 0,1 0 8 15,1-2-13-15,-1-1 6 0,0 2-1 0,2 0 3 16,-2 0 0-16,1 4 0 0,-1 0-2 0,-1 2 1 16,0 2-4-16,-1 2 3 0,0 3-8 0,1-1 3 15,1 1-38-15,-1 1-187 0,0-1-131 0</inkml:trace>
  <inkml:trace contextRef="#ctx0" brushRef="#br0" timeOffset="-131165.02">24004 6232 120 0,'0'0'0'0,"0"0"4"0,0 0 50 0,0 0-9 16,0 0 1-16,0-2-18 0,0 1-6 0,-1 0-13 15,0 0 2-15,0 0-4 0,-1 0 3 0,2-1 14 16,-1 1-7-16,0 0 10 0,0 0 8 0,1 0 8 16,-1-1 4-16,0 1 0 0,-1 0 9 0,1 0-9 0,0 0-2 15,0 0-4-15,0-1-11 0,0 0-9 0,-1 0 7 16,1 1-9-16,0-2 8 0,0 2-19 0,0 0 5 15,-1 0-10-15,1-1 5 0,0 0 0 0,-1 1 1 16,-1 0 0-16,1 0 7 0,0-1-6 0,-2 1 3 0,-2-1-4 16,-1 0 7-16,0 0 0 0,0 1-1 0,0 1 0 15,-2 0-9-15,-1 0 8 0,2 0-3 0,0 1 5 16,0 2 2-16,-1 0-14 0,0 1 11 0,0-1-13 16,-1 2 9-16,5-3-9 0,-2 2 0 0,1-1-1 15,2 0 5-15,-2 1 5 0,0 1-7 0,4-2 5 16,-5 4-6-16,0-2 2 0,2 2 1 0,-1-1 0 0,0-1 6 15,4 1-9-15,-3 0 10 0,2 0-11 0,0 0 1 16,1 1 12-16,1-3-10 0,1 1 11 0,0 1-9 16,0-3 0-16,1 1 9 0,0-2-6 0,0 1 10 15,2-2 0-15,7 6-8 0,2 0 5 0,-2-3-13 16,2-1 6-16,0-2-2 0,-4-1 3 0,0-1-3 0,-1 0 0 16,-1-1 0-16,1-2 1 0,-2 0 5 0,0 1-10 15,-3-4 1-15,1-3-3 0,4 0 3 0,-2-1-1 16,0 1 2-16,-1 1-2 0,-2 1 0 0,-1 1 2 15,-1 1 1-15,0 2-1 0,0-1 5 0,0 1-6 16,0 2-4-16,-1-3 0 0,0 3-4 0,0 0 4 16,0 0-1-16,-1 1 2 0,0 0-6 0,-3 1 5 15,-4 0 4-15,2 2-1 0,-4 3-6 0,3 0 0 0,-3 2-1 16,3-2 3-16,3-2 9 0,2-1-5 0,1 1 1 16,0 2-3-16,-1-1-2 0,1 0 2 0,0-1-2 15,1 0 0-15,1-2-1 0,-1 1 1 0,1 1 5 16,0-1-1-16,0-1 7 0,1 0-7 0,0 0-2 0,2-1-1 15,-2 0 6-15,7-1-4 0,0-1 0 0,1-2-2 16,-2 0 0-16,-1 2 1 0,1-6 4 0,-3 0-6 16,0 0-3-16,-1 0 8 0,0-1-4 0,0 3 6 15,-2 1-5-15,2-1-2 0,-2-1 5 0,1 3-4 16,-2 3 0-16,0 0-1 0,3-2-2 0,-1 1 1 16,0 0 6-16,1-1-7 0,-1 1 4 0,-1 0-4 15,2 0 9-15,-2 1-5 0,1 0 0 0,0 0-2 16,1 0-7-16,-1 0 7 0,1-1-5 0,-1 1 7 0,0 0-2 15,1 0 5-15,-1 0-3 0,-1 1 3 0,3-3 0 16,-3 3-1-16,1-1 0 0,1 0-1 0,-1 0-3 0,0 0 0 16,1-1 2-16,-2 1-2 0,0 0 0 0,0 0 3 15,0 0 3-15,0 0 0 0,1 1 1 0,-1 0-3 16,0 0-1-16,0 0 1 0,0 0 3 0,0 0-2 16,1 0 3-16,-1 1-3 0,-1 0-4 0,0 0 2 15,0 0 3-15,0 2 0 0,0-1 5 0,0 0-10 16,0 2 1-16,0 3-2 0,0 0 2 0,0 0 8 15,0 1-8-15,0 2 8 0,0-2-11 0,-1 1 1 16,-1 2 3-16,1-1-1 0,-1 1 3 0,0 0-2 0,-1 2-3 16,0 0 1-16,-1 2 5 0,1 0-1 0,-1 2-2 15,1-1 0-15,-1 3 4 0,1 0-5 0,0-1 3 16,2 1-6-16,0 0-5 0,0 1 13 0,0-1-3 16,-1 1 6-16,0-2-10 0,1-1-2 0,0 0 3 15,-2 0-1-15,1-3 5 0,1-2-3 0,-2 0 0 0,2 0 0 16,0 1 2-16,-1-2-2 0,1-2 1 0,-1-2 0 15,0 1-1-15,1-3 4 0,0 0-3 0,-1 0 4 16,1 1-11-16,0 0 4 0,0-3-1 0,0 2 3 16,1-2 6-16,0-1-10 0,-1 1 4 0,1 0-5 15,0-2 9-15,0 0-6 0,-2 1 4 0,1 1-4 16,0-1-1-16,0 1 1 0,0-2-1 0,0 0 1 0,-1 0 0 16,1 0 2-16,0 0-2 0,1 1 3 0,0-1 1 15,0 0-1-15,0 0-2 0,0 0 0 0,0 0 6 16,0 1-9-16,0-1 9 0,0 0-9 0,0 0 6 0,0 0-6 15,0-1 0-15,0 0-3 0,0 0 6 0,0 0 5 16,0 0-3-16,0 0 2 0,0 1-7 0,0-1 0 16,0 0 2-16,0 0 1 0,0 0-1 0,0 0 0 15,0 0 0-15,0 0 0 0,0 0 0 0,0 0 0 16,0 0-3-16,0 0 3 0,0 0 4 0,0 0-3 16,-1-1 0-16,1 1-1 0,-1 0 0 0,1 0-4 15,-2 0 5-15,1-1-4 0,0 0 5 0,0 0 1 16,0 0-2-16,0-1 2 0,-1 1-8 0,1 0 11 15,0 1-9-15,0-1 7 0,0 1-12 0,0 0 13 0,-1 0-1 16,1 0 3-16,-1 0-13 0,-1 0 3 0,1 0 3 16,0 0 0-16,-1 0 4 0,1 0 1 0,0 0-6 15,-1 0 3-15,1 0-3 0,1 0 2 0,-4 0 1 16,-1 0-1-16,3 0-4 0,-4 0 3 0,3 0 0 0,-2 0 1 16,-4 0-1-16,0 0 1 0,0 0-1 0,-1 0 0 15,4 0-6-15,-1 0 6 0,-2 0 2 0,2 1 1 16,-1 0 5-16,2-1-6 0,1 0 1 0,-1 0-3 15,2 0-4-15,-2 1 5 0,0 1-4 0,3-2 5 16,1 0-3-16,-1 0 3 0,3 0-2 0,0 0 2 16,-1 1-6-16,-1 0 4 0,1 0-1 0,1-1 1 0,0 1-8 15,-1 0 10-15,1 1 0 0,1-1 3 0,0 0-11 16,0 0 9-16,0 0-3 0,1 1 6 0,1-1-11 16,0 0 2-16,0 0 1 0,4 1 2 0,2 2 3 15,3-1 0-15,3 3-2 0,-3-2 2 0,2-1-3 0,0 0-2 16,2 0-1-16,3 1 2 0,-1-2 9 0,1 1-6 15,-1-1 5-15,0 0-7 0,1 1-2 0,-2-1 7 16,2 0-3-16,-3-1 6 0,-1 2-12 0,-2-2 2 16,1 0 0-16,-4 0 2 0,2 2 2 0,-3-2 4 15,0 1-3-15,-1 1 4 0,-1-2-7 0,0 1 0 16,-2-1 1-16,-2-1-1 0,0 1 1 0,1 1 3 16,-1-1-2-16,0 0 4 0,1 0-10 0,-2 0 9 15,0 1-5-15,0-1 6 0,0 0-3 0,-1 0-3 0,0 1 4 16,-1 1-4-16,0-1-1 0,-1 0 3 0,-2 1-2 15,-9 5 3-15,-2-1-1 0,0-1-2 0,-2 0 2 16,0 0-2-16,-2-2 2 0,-2 1 5 0,1-1-7 16,1-1 6-16,-4 3-6 0,3-2-1 0,-1 0 3 0,5 0-2 15,0-1-2-15,4 0 7 0,-1-1-5 0,-2 2 6 16,3-2-6-16,0 0 0 0,2 1 3 0,3-2-3 16,0 1 0-16,3-1-1 0,0 1 3 0,1-1-2 15,1-1-1-15,0 1 2 0,0 0-5 0,-1 0 4 16,2 0-3-16,0 1 5 0,0-1-2 0,0 0 0 15,-1 0-9-15,2 0 11 0,0 0-2 0,2 1 6 16,0 0-7-16,9 5-3 0,1 0 3 0,-2-1-1 0,6 2 5 16,4 0-3-16,0-1-3 0,3 1 1 0,-5-3 2 15,1 1 2-15,2 1 2 0,1-1-2 0,-2 0-2 16,-3 0-2-16,2 0 0 0,-1 0 0 0,-2-2 3 16,-2 1-1-16,-1-1 1 0,-1-1-2 0,0 1 0 0,-3-1 5 15,-2 0-4-15,-1-1 5 0,-2-1-4 0,-3-1 2 16,1 1 3-16,0 1-2 0,1 0-4 0,-2 0 4 15,0 1 1-15,0-1 2 0,-1 0 1 0,0 1-6 16,-1-1-3-16,-1 2 1 0,-8 1 1 0,-6 0 4 16,-2 2 0-16,1-5 1 0,0 1-5 0,1 0-1 15,0 1 1-15,1 2-1 0,1-3 0 0,2 2 1 16,-1-4-2-16,4 0 2 0,2 3 3 0,2-1-6 16,0 2 2-16,0-1-5 0,-2 2 11 0,2-3-7 0,-1 1 5 15,4-3-7-15,0-1-6 0,1 1 9 0,-2 4-3 16,-2 2 6-16,3-4 4 0,-1 2-10 0,2-2 0 15,-1 2-4-15,1 1 4 0,1-1 7 0,0-2-1 16,0 2 3-16,0-1-11 0,0 1 6 0,1 2-1 0,-1-2 3 16,1 2-5-16,0-3-1 0,0-1 4 0,1 1-1 15,-1-1 0-15,-1-2 5 0,1 3-10 0,1 0 8 16,-1-2-8-16,3 3 2 0,-3-3 4 0,1 0-1 16,1 1 0-16,-1-1 2 0,0-1-4 0,1 0 4 15,-1 1-2-15,2 0 0 0,-2-1 1 0,0 0-2 16,1 0-4-16,-1 1 8 0,0-1-8 0,1 0 7 0,-1 0-3 15,1 0-5-15,-2-1 3 0,0 0-4 0,0 0-4 16,0 0-2-16,0 0 1 0,1-1-2 0,-1 0-11 16,0 0-23-16,0 0-22 0,0-1 0 0,0 0-63 0,1 0-42 15,-2-1 0-15,2-4-22 0,0 0-56 0</inkml:trace>
  <inkml:trace contextRef="#ctx0" brushRef="#br0" timeOffset="-129914.81">23660 6908 952 0,'-2'0'16'0,"0"0"0"0,-13-3-3 16,0 1 0-16,2 1-6 0,1 1-6 0,2 0-3 16,3 0 1-16,0 0 0 0,3 0 9 0,-1 0-1 15,0 1-7-15,0-1 3 0,0 1 0 0,-2-1 6 16,0 0 9-16,1 0-3 0,-3 0 26 0,2 0 19 16,0 0-3-16,0-1 8 0,0 0-5 0,-1-2-3 15,1 2-5-15,0 0 0 0,2 0-21 0,0 0-5 16,3 1-1-16,0 0-3 0,1 0-13 0,-2-1-2 0,1 1-1 15,1 0 0-15,-1 0 5 0,1 0 10 0,0 0-3 16,1 0 5-16,1 0-6 0,0 0 3 0,4 0-2 16,16-2 1-16,4 0-8 0,2 0 0 0,6-2 2 15,2-1-1-15,5 1 5 0,3-1 0 0,-3 0 1 16,4 0-2-16,-1 0-3 0,-1 0-4 0,1 0-3 16,-5 1 0-16,0 0-1 0,-7 2-2 0,1-1 1 0,-1 2-2 15,-4 0-1-15,-2 0 1 0,-4 0 0 0,-7 1 0 16,1 0-2-16,-7 0 1 0,2 0 1 0,-6 0 2 15,-1 0 2-15,-1 0 4 0,-1 0-4 0,1-1 3 16,-1-1-2-16,-1 1-6 0,0 0 3 0,-1 0-4 16,-1 0 4-16,-2-2-8 0,-13-3 4 0,-5 1-6 15,2 1 3-15,-1 1-2 0,-2-1-1 0,3 2 0 0,-1-1 6 16,-2 1-5-16,-1 0 4 0,-3 0-5 0,0 2 2 16,-2 0 1-16,-1 0 0 0,0 0 1 0,-3 0 0 0,-3 3 7 15,-1-1-4-15,-1 2 5 0,-1-1-12 16,3 2 10-16,2 0-6 0,3-1 7 0,4 1-8 0,3 0 6 15,1-1 1-15,4 1 2 0,3 0 0 0,3-2-7 16,1 1 4-16,4-2-3 0,1 1 2 0,3-2-1 16,2-1-2-16,0 1 1 0,-1 0 0 0,2 0 7 15,0 0-4-15,0 1 6 0,1-1 0 0,1 0 1 16,0 0 3-16,0-1-2 0,19 7-2 0,1-2 1 16,3-3-5-16,4-1 3 0,2-1-3 0,3 0 3 15,3-1-2-15,2 0 0 0,3-1-3 0,-1 1 2 16,2-2-1-16,0 2 1 0,-3-1-3 0,0-1 1 0,-1 2 1 15,-2-1 0-15,-1 1 3 0,0-1-3 0,-4 0-4 16,2 1 0-16,-1 0-7 0,-5 1 10 0,-1 0-1 16,-8-1 5-16,-3 1-3 0,-1 0-4 0,-4 0 4 15,-4 0-4-15,-3 0 1 0,-2 0 9 0,1 0-6 16,1-2 6-16,-2 1-8 0,0 0-2 0,-1 0-4 0,-1 0 2 16,0 0-3-16,-14-5-2 0,-7-1 6 0,-3 1-4 15,-4 0 4-15,1 2-1 0,0 2-2 0,-1 0 1 16,2 0 2-16,0 1-4 0,-2 0 5 0,1 0-5 15,-3 1 6-15,1 0 0 0,0 0-1 0,0 0 0 16,-2 1-3-16,4 1 4 0,-4 2-5 0,0-1 4 16,2 1-3-16,-5 0-2 0,7-1 5 0,2-1-3 0,3 2 8 15,3-1-7-15,0 1 4 0,3 0-4 0,4-2 2 16,4 0 1-16,1 1 0 0,3-2 1 0,2 0-5 16,1-1-3-16,0 1-1 0,0 0 2 0,0 0 2 0,1 1 0 15,1-1 3-15,0 0 0 0,1 0 12 0,2 0-12 16,12 6 6-16,9 0-7 0,2-3 8 0,4-3-3 15,1-1 0-15,2 0-2 0,1-1-4 0,2-1 2 16,-1-1 3-16,1 2 0 0,-1-1-1 0,-2 1 1 16,1-1 2-16,-2 1 1 0,1 0 4 0,-2 0-2 15,2 0-7-15,-2 1 4 0,-1 0-10 0,0 0 6 16,-3 0 2-16,-4 0 1 0,1 0-4 0,-8 1 1 16,0 0-3-16,-6-1 4 0,0 0-2 0,-1 0 7 0,-4 0-2 15,0 0 3-15,-3 0-10 0,0 0 10 0,1 0-7 16,-2 0 8-16,0 0-14 0,0 0 1 0,-1 0-1 15,0 0 1-15,-1 0-10 0,0 0-2 0,-2 0-4 16,-2-1 0-16,-6-1-18 0,-1-1-29 0,2 1-4 16,-2-2-9-16,-1 2-20 0,2 0-16 0,0-2 5 0,1 2-11 15,1-1-23-15,1 2-72 0,2 0-26 0</inkml:trace>
  <inkml:trace contextRef="#ctx0" brushRef="#br0" timeOffset="-129080.33">23788 7205 430 0,'-1'0'37'0,"-2"0"1"0,-10 3 30 16,-5 1-7-16,-1 2 3 0,1 1 0 0,0-1 14 0,0-1-5 16,2-2 8-16,2 1-14 0,2-1-16 0,3 0-5 15,-2-1-4-15,7-2-8 0,-3 1 5 0,2-1 5 16,3 0-2-16,-3 0 3 0,4 0-19 0,0 0 9 0,-1 0-12 15,0-1 13-15,0 0 1 0,-1 0-2 0,2 0 2 16,0-1-10-16,0 1-3 0,1 0 0 0,0 0 2 16,1 0 3-16,1 0-5 0,12-7-2 0,8 3-1 15,0 1-7-15,3 3-5 0,-1 1 4 0,2 0-5 16,4 0 0-16,-6 0-2 0,3 0-2 0,-3 0 2 16,-3 0 3-16,1 0-3 0,-2 1-2 0,-1 0 1 0,0 0 0 15,-4-1 2-15,-1 0 1 0,1 0 0 0,-4 0 0 16,1 0-6-16,-3 0 3 0,2 0-5 0,-3 0 5 15,-1 0 5-15,-2 0-9 0,-3 0 7 0,1 0-10 16,-1 0 7-16,0-1 0 0,1 0 2 0,-1 0-12 0,-1 0 5 16,1 0 0-16,-1-1 0 0,-1 0 3 0,0 0-3 15,-1-2-1-15,-1 2-2 0,-12-1-10 0,-3-1 11 16,-5 1-3-16,1-1 6 0,-1 2 2 0,0-10 0 16,-4 2 0-16,0 4-1 0,-1 3-2 0,0 2 2 15,2-1 2-15,3 2-1 0,-3 2-2 0,1-1 2 16,1 1-4-16,2-1 1 0,4 0-1 0,3 2 4 15,2-1-3-15,4 0 4 0,0 1-3 0,4-2-6 16,3-1 7-16,-1 1-6 0,1-1 4 0,-2 3 0 0,1-1 0 16,1 0 1-16,1-1 3 0,0 1 4 0,0 1-4 15,0 1 5-15,1-2 14 0,8 0-9 0,14 11 3 16,3-3-7-16,0-6 2 0,4 0 1 0,-2-3 0 16,4 0-1-16,1-1 1 0,-1 1-4 0,3 1 2 0,-3-2-4 15,1 1-1-15,-3-1-1 0,1 2 3 0,-2 2-3 16,2 0-2-16,-4 0-3 0,-1-1 2 0,-3 1-2 15,-5-2 0-15,0 1 6 0,-4-1-6 0,0 0 9 16,0 1-7-16,-5-2-2 0,0 0 0 0,-5-1-1 16,-1 1 11-16,-1-1-3 0,0 1 2 0,1-1-4 15,-1 0-7-15,-1 0 0 0,0 0-1 0,1 0 2 16,-2 0-1-16,0 0-8 0,0 0-3 0,0-1-3 0,-2 0-15 16,1 0-15-16,0 0-11 0,-1 0-3 0,-1-2-50 15,0 2 2-15,-7-10 8 0,2 3-3 0,0-4 16 16,0 3-9-16,1 1-5 0,-3 0 0 0,0 3 0 0,-3-5-53 15,-1 3-16-15,-2 3-19 0,2 3-105 0</inkml:trace>
  <inkml:trace contextRef="#ctx0" brushRef="#br0" timeOffset="-128545.84">23887 7400 551 0,'-2'0'117'15,"1"-1"210"-15,0 0-223 0,0 0-40 0,-1 0 0 16,-1 0-16-16,2-2-21 0,0 1-6 0,0-1 1 16,-1 1-3-16,1 0 2 0,1-1-13 0,0-1 2 15,0-1-6-15,0-1 4 0,1 0-7 0,1 2 4 16,0-1-5-16,0 0 10 0,2-1-5 0,-1 0 1 0,2-1-3 16,-3 3 2-16,3-3 9 0,-2 2-1 0,0-2 5 15,1 1 10-15,-2 0-4 0,0 1 7 0,-1 3-5 16,2-3 7-16,-2 3-9 0,0-2 4 0,0 0-4 15,1 0 4-15,-2 2-7 0,0 1-7 0,1-2 2 16,0 1-13-16,0 1 5 0,0 0 0 0,0-1 1 16,-1 1-1-16,0 0 5 0,0 1 3 0,0 0-1 0,0 0-1 15,0 1-7-15,0 2 0 0,0 2-1 0,0 11 8 16,0 0-11-16,0 2 4 0,0 0-6 0,-1 0 9 16,0 2-1-16,0 3-2 0,0-1 0 0,0 3-5 0,-1 1 6 15,0 1-4-15,0 2 4 0,-2 0-8 0,1 6 5 16,-2 0-4-16,0 6 6 0,0-1-7 0,0 2 2 15,-1-1 0-15,0-2 0 0,0 2-1 0,1-3 3 16,2-3 3-16,-1 2-1 0,2-3 3 0,-1 1-2 16,3-1-1-16,0-2 0 0,2-1-4 0,-1-1 6 15,0 2-4-15,-1-3 6 0,1 2-3 0,0-4-4 16,1-2 2-16,-2-2-3 0,0-3 5 0,0-1-5 16,0-1 3-16,0-2-2 0,-2 0 9 0,1-1 6 0,-1-4-5 15,-1 0 5-15,1-2-6 0,0 0 4 0,-1-2-2 16,2-1 1-16,0-1-6 0,0 1 2 0,0-1-2 15,1-3 1-15,0 1-3 0,0-2-5 0,0 0 0 16,0 0-2-16,-1 2-2 0,-1-1-1 0,1 0 2 16,0 1-2-16,0-2-6 0,0 0-19 0,1 0-7 0,0 0-6 15,0-1-51-15,0 0-123 0,0-1-54 0</inkml:trace>
  <inkml:trace contextRef="#ctx0" brushRef="#br0" timeOffset="-126894.87">24130 6390 134 0,'0'0'29'0,"0"0"51"0,0 0-49 0,0 0-12 16,0 0 2-16,0-1-7 0,0 0 0 0,0 0 9 15,0 0-8-15,0-1 8 0,0 1-4 0,0 0 9 16,0 0 3-16,0 0 2 0,0 0 16 0,1-1 0 16,0 1 6-16,-1 0-5 0,0 0-5 0,2 0-2 15,-1-1 0-15,0 1 0 0,0-1-2 0,-1 0-13 16,1-1 2-16,-1 2-4 0,0-2 5 0,1-1-5 16,1 1-6-16,-2 1 3 0,1-1-7 0,-1 0-4 15,0 1 7-15,0 1-7 0,0 0 0 0,0 0-7 16,1-2-4-16,-1 1 0 0,0 1 0 0,0 0 4 0,0-1 1 15,-1 1 1-15,0 0 12 0,-1 1-2 0,0 0-4 16,0 0 1-16,-7 4-8 0,1 0 5 0,1 1-5 16,1 1 3-16,-1 7-2 0,3 0-6 0,-1 0 8 0,1 0-8 15,1-2 8-15,0 1-7 0,1-1 1 0,1-1-2 16,0 1 5-16,-6-2-3 0,1 2 3 0,1 1-2 16,2 0 13-16,1-1-4 0,1 1-3 0,1-2-1 15,0 0-6-15,1-1 2 0,3 5 6 0,-1-3-3 16,3 1 3-16,-1-3-3 0,0-3-4 0,-3 3 2 15,7-3 0-15,2 4-5 0,-3-6 6 0,4 3-6 16,1-3 7-16,-2 3-6 0,-3-2-1 0,0-2 0 0,0 1-1 16,-1-2 3-16,-2-2-3 0,3 0 2 0,1 0-16 15,-1-1 1-15,1-1-8 0,-4 0 3 0,-2 0-29 0,3-3-23 16,-1-5-8-16,0-3-7 0,-1 3-44 0,1-4-45 16,0-1-18-16</inkml:trace>
  <inkml:trace contextRef="#ctx0" brushRef="#br0" timeOffset="-126554.39">24245 6625 380 0,'-1'0'40'0,"0"-1"88"0,0 0-107 0,0 0-21 16,-1 0 6-16,1 0-12 0,0-1-11 0,1 1-12 16,0 1-16-16,0 0 2 0,0 0-48 0</inkml:trace>
  <inkml:trace contextRef="#ctx0" brushRef="#br0" timeOffset="-125760.78">24405 6369 495 0,'0'0'30'0,"0"0"0"0,0-1 0 16,0 0 3-16,0 0-12 0,0-1-3 0,0 1-5 15,0 0-4-15,0 0 2 0,0 0 5 0,0 0-1 16,0 1 9-16,0 0-8 0,0 0 7 0,0 0-6 16,-1 0 3-16,0 0-3 0,0 0 7 0,-1-2 10 0,1 1 1 15,0 0 3-15,-1 0 1 0,-1 0 8 0,0 0-14 16,-4-2 12-16,0 0-16 0,-1-1-6 0,-3-1 2 15,2 2-6-15,-1-1 4 0,0 1-6 0,1 0 3 16,-2 0-6-16,-2 1-11 0,2 0 8 0,-2 1-8 0,4 1 8 16,-4 0-6-16,0 0-3 0,1 1 7 0,-3 2-6 15,2-1 1-15,-4 2 1 0,1 0-4 0,1 0 5 16,-1-1 2-16,3 1 0 0,2-1 1 0,1 1 0 16,1 0 5-16,-1-1-12 0,2 1 6 0,0-1-8 15,2-1 6-15,0 2 6 0,-1-1-9 0,1 1 7 16,-1 1-4-16,0-4-5 0,2 8 6 0,0 1-7 15,0 1 2-15,-1 1 5 0,1 1 1 0,2-1 0 16,-1 1-8-16,2-3 2 0,1 3-3 0,-10 3 3 0,5-2-2 16,3 0 3-16,2-1 2 0,1-1 0 0,1 1 2 15,0-3 2-15,1 1-5 0,2-3 5 0,-1-2-9 0,2 1 7 16,-1-2 1-16,1-2 2 0,6 2 0 0,1-3 4 16,0 2 0-16,2-2 2 0,0 2-3 0,-1 5 11 15,3-1-11-15,-1-2 8 0,3-1-22 0,-1-3 10 16,-2-1-6-16,-1 0 9 0,1 1-10 0,-1-1-1 15,-1-1 0-15,1 1-1 0,-4-1-4 0,-1 0 7 16,2 0 1-16,-7 0 1 0,6-1-6 0,-1 0 1 16,0 1-4-16,0-2 4 0,-3 2 0 0,-1-1-8 15,-1 0 3-15,1 0-8 0,-2 0-13 0,2-2-6 16,-1 1-2-16,0 1-3 0,1-11-22 0,-1 3-86 16,0-3-1-16,0 0-35 0,2 5-62 0</inkml:trace>
  <inkml:trace contextRef="#ctx0" brushRef="#br0" timeOffset="-124827.02">24322 6765 547 0,'-2'0'121'0,"1"0"-120"15,0 0 142-15,0-1-64 0,0 0-25 0,0 0-32 16,-1 0-2-16,1 1-8 0,0 0-8 0,0 0 7 16,0 0-3-16,0 0 5 0,-1 0-2 0,1 0-4 0,0 0 0 15,1 1-1-15,0 0-2 0,0 0-1 0,0 0 6 16,1 1-4-16,0-1 8 0,1 0 13 0,-1 0-1 16,0 0 10-16,0-1 37 0,0 0-12 0,0 0 2 15,1-1-10-15,-1 0-18 0,0 0-13 0,0-2 2 0,3-4-6 16,2-3-3-16,-1-3-6 0,1-2-2 0,-2 3 0 15,1-1-5-15,-2 0 6 0,1 2-4 0,-1-2 5 16,-1-1-8-16,1 3 1 0,-1-2 5 0,-1 1-3 16,1 4-3-16,-1 1 1 0,0 1-1 0,0-1 2 15,0 0 6-15,-1 1-6 0,0 2 3 0,0 2-4 16,0 1-1-16,0-2 2 0,0 2-4 0,0 0 4 0,1-1-2 16,1-1 0-16,-1 1 4 0,0 1-2 0,0 0-6 15,-1-1 8-15,0 2-4 0,0 0 5 0,0 2-10 16,0-1 5-16,0 1-1 0,0 15 3 0,0-3 3 0,0 0-3 15,0-2-2-15,0-1 0 0,0 0 1 0,0-3-2 16,0 0 2-16,0-1-2 0,0-1 5 0,0-1-4 16,0 0 5-16,0-4-5 0,0 1 1 0,0 1 4 15,1-1-5-15,0 0 5 0,2 1 4 0,-1-1-4 16,1-1-2-16,1 1-1 0,3 2-5 0,0-2 2 16,0 1 2-16,0-2 0 0,1-1 5 0,-3 0-1 15,1 0 1-15,0-1-1 0,-1 0-6 0,0-2 3 16,-2 1 1-16,1-1 3 0,-1 1-5 0,1-8 2 0,-1-1-2 15,0 0 3-15,-1-2 7 0,0 3-7 0,1-1-1 16,-2 2-3-16,0 1-3 0,0-2 2 0,1 2 2 16,0 1 0-16,0 0 4 0,-1 2-5 0,5-2 2 15,-4 4-2-15,1-1 5 0,-2 2-2 0,0-1-1 0,0 0-1 16,-1 2-2-16,1-2-1 0,1 1 4 0,-1 0-2 16,0 0 4-16,0 1-8 0,0 0 3 0,1 0-4 15,-2 1 5-15,0 0 0 0,0 1 0 0,0 1 0 16,0 9 8-16,-3 9-6 0,1 0-3 0,-1-1 0 15,1-3 1-15,0-2 0 0,1 2 2 0,-1-3-2 16,2 1-2-16,0-1-2 0,0-4 6 0,2 2-3 16,0-2 11-16,-1-3-10 0,3 2 3 0,-2-3-4 0,2 0 9 15,0 0-8-15,2-1 3 0,7 1-4 0,0-3 6 16,-1-1-4-16,2 3 0 0,0 5 0 0,1-2 2 16,1-1-8-16,-7-4 2 0,-1 0-5 0,-1-1 4 0,1-1-4 15,0 0-4-15,1-1 0 0,-1-2-9 0,-3 1-10 16,1-4-5-16,-3-9-6 0,0-5-62 0,0-1-8 15,1-3-7-15,0-1 5 0,2 4 1 0,-3-4-79 16,1 3-22-16</inkml:trace>
  <inkml:trace contextRef="#ctx0" brushRef="#br0" timeOffset="-124342.62">24462 6016 874 0,'-2'-1'162'0,"1"0"-207"16,0-1 192-16,-2-5-103 0,-1-2-12 0,3 6-18 16,1 2-1-16,-1-2-6 0,0 1-7 0,-1 1 1 15,1 0 0-15,0-1 0 0,0 2-9 0,0 0 9 16,1 2 2-16,-2-1 5 0,1 3 3 0,-2 14-3 15,-1 0-2-15,1 2 2 0,-2-1 6 0,0-1 17 16,-1 4-6-16,2-6 10 0,-2 5-6 0,0-1 8 16,1-5-4-16,1 2 3 0,0-5-13 0,0-1-12 0,2 0 7 15,1-3-9-15,0-1 4 0,0 0-8 0,-1-2-3 16,2 0 1-16,0-2 1 0,0 1-11 0,0-2 7 16,0 1-10-16,0-1 12 0,0 0-9 0,0 1 1 15,0-2-6-15,0 0-4 0,0 0-4 0,2-1-6 0,-1 0 2 16,0 0-12-16,1-1-44 0,-1 1 1 0,9-4-21 15,-1-9-42-15,1 2-15 0,-1-2-32 0</inkml:trace>
  <inkml:trace contextRef="#ctx0" brushRef="#br0" timeOffset="-124074.4">24619 5972 1096 0,'-1'-1'40'0,"0"-1"92"0,0 1-111 0,-1 0-20 15,1 0 12-15,0 0-14 0,0-1 4 0,1 1 1 16,0 0-4-16,0 1 3 0,0 0-1 0,0 1 6 16,0 2-2-16,0 3 3 0,-2 5-2 0,-2 5 0 15,-1 2 8-15,-1 2-4 0,1 0 18 0,-4 4 5 16,0-1 0-16,1 0 2 0,-2 0-2 0,1 0-12 0,0 0-4 15,1-1-3-15,3 0-13 0,0-2-2 0,1-2-4 16,3-1-3-16,1-2-36 0,0-2-157 0,1-1-107 16</inkml:trace>
  <inkml:trace contextRef="#ctx0" brushRef="#br0" timeOffset="-113681.58">17412 8186 256 0,'0'0'1'0,"0"0"17"0,0 0 22 0,0 0 1 16,0 0 6-16,0 0-15 0,0 0-11 0,0 0 2 16,0 0-1-16,0 0-3 0,0 0 3 0,0 0-7 15,0 0 6-15,0 0 3 0,-1 0 12 0,1 1 3 0,0 0 1 16,0 0-4-16,0 1-2 0,0-1 2 0,-1 0-1 16,1 0 4-16,0 0-12 0,0 1-2 0,0-2-2 15,0 0-1-15,0 0-2 0,0 0-1 0,0 0 0 16,0 0-6-16,0 1-1 0,0-1 1 0,1 1 0 15,0-1-3-15,0 0 6 0,1 0-3 0,6 0 3 16,3 1 1-16,5 0-2 0,-4-1 5 0,3 0-6 0,-4 0-5 16,2-1 6-16,1 0-2 0,2 0 4 0,-2 0-1 15,0-1-10-15,2 0 0 0,0 0-3 0,-1-2-1 16,-1 1-6-16,0-1 4 0,-1 2-5 0,-2-1 12 16,-3 2-7-16,-1 0 0 0,-1 0-2 0,-3 0 5 0,0 1 2 15,-2 0 1-15,1 0-3 0,1 0-6 0,-1 0 3 16,0 0-1-16,0-2 2 0,-1 1 5 0,0 0-9 15,0 0 3-15,0 0-5 0,0 0 6 0,1-1-7 16,-1 1-10-16,-1 0-2 0,0 0-39 0,0 0-40 16,0 0-6-16,0-1-14 0,-1 1-36 0,-1 0-9 15,1 0-8-15</inkml:trace>
  <inkml:trace contextRef="#ctx0" brushRef="#br0" timeOffset="-113367.27">17491 8298 406 0,'0'0'105'16,"0"0"3"-16,-1 0-5 0,-1 0-16 0,1 0-25 16,0 0-11-16,0 0-26 0,0 0 2 0,-1 0-9 15,2 0 5-15,0 0-9 0,0 0 7 0,0 0-8 16,0 0 1-16,2 0 3 0,-1 0 1 0,1 0 2 0,6 0 0 15,7 0 1-15,-3 0-9 0,1 0 7 16,2 0-2-16,-3-2-1 0,1 1 8 0,2 0-7 0,-3 0-6 16,0 0-1-16,1 0 1 0,-2-1 0 0,-1 1-8 0,-1 0 2 15,-1 0-3-15,-1 0 4 0,-1 1-11 0,-3 0 6 16,1 0-3-16,-2 0 4 0,0 0-3 0,1 0-4 16,-1 0-8-16,2 0 2 0,-1 0-37 0,2 0-78 15,1 0-37-15,1 0-29 0,1-1-261 0</inkml:trace>
  <inkml:trace contextRef="#ctx0" brushRef="#br0" timeOffset="-112231.5">18675 7455 236 0,'0'0'16'16,"0"0"-1"-16,0 0 0 0,0 0 0 0,0 0-7 15,0 0-15-15,0 0 7 0,0 0-5 0,0 0 6 0,0 0-2 16,0 0 7-16,0 0 2 0,0 0 0 0,0 0 0 16,0 0 30-16,0 0 1 0,0 0 12 0,0 0 22 0,0 0-5 15,0 0 1-15,0 0-4 0,0-2-6 0,0 1-13 16,0 0 5-16,0 0-9 0,0 0-9 0,0-1-5 16,0 1-7-16,0 0 4 0,0 0-7 0,1 0-8 15,0 0 5-15,0-1-5 0,2 1-4 0,-1 0 6 16,8-2-12-16,0-1 9 0,1 0-10 0,-2 2 6 15,0 0 1-15,0-1 3 0,2 1 1 0,1 0-10 16,-2-1 6-16,-1 1-7 0,-4 1 6 0,1 0-5 16,-3 1 4-16,0-2-4 0,-2 2 4 0,0 0 7 15,0 0-11-15,0 0 9 0,2-1-7 0,-1 0-1 16,0 0 3-16,1 0-4 0,-2 0-10 0,0-1 3 0,0 1-3 16,0 1 2-16,1-1-12 0,-1 1-45 0,0-1 5 15,0 0-21-15,0 0-15 0,0-1-29 0,1 1-18 16,-1 0-5-16,-1 0-80 0</inkml:trace>
  <inkml:trace contextRef="#ctx0" brushRef="#br0" timeOffset="-111982.85">18701 7522 921 0,'0'0'23'0,"-1"0"40"0,-1-2-40 0,1 1-19 15,0 1 3-15,1 0-7 0,0 0 4 0,0 0 1 16,1 0-3-16,0 0 1 0,2 0-3 0,1 0 0 16,8 1 0-16,2 2 0 0,3-1 0 0,-2-1-1 15,0 0 1-15,-3 1-3 0,0-2-1 0,1 0-19 16,-1 0-5-16,1 0-10 0,-1-2-76 0</inkml:trace>
  <inkml:trace contextRef="#ctx0" brushRef="#br0" timeOffset="-108994.85">5161 16147 256 0,'-1'0'350'0,"0"0"-173"16,-6 2 92-16,-11 4-2 0,6-2-259 0,3-1-3 0,2 0-3 16,1-1-2-16,2-1-3 0,2 0-24 0,0 2-71 15,-1-1-27-15,2 0-28 0,1 0-188 0</inkml:trace>
  <inkml:trace contextRef="#ctx0" brushRef="#br0" timeOffset="-93100.33">27940 9524 36 0,'0'0'0'15,"-1"0"22"-15,0 0 212 0,-1-1-86 0,1 0 3 16,0 0-108-16,0-1-8 0,1 1 1 0,0 0 7 0,0 0-5 15,0 0-6-15,0 0-13 0,0-1-2 0,0 1-2 16,0 0-2-16,0-1 2 0,0-1-3 0,0 1 3 16,0 0-4-16,0-1 11 0,0 0 7 0,0 0-1 15,0 0 8-15,0 1 0 0,0-1-3 0,0 2 2 16,0 0-2-16,-1-2-11 0,0 1-4 0,-1 0-1 16,1 1-5-16,0-1 0 0,0 1 2 0,0 0-2 15,0 0 4-15,-1 0 7 0,1 1 1 0,0 0 2 16,0 0 2-16,0 0 11 0,1 0-3 0,0 0 5 0,0 1 5 15,1 0-1-15,1 0 3 0,10 2-4 0,11-1-8 16,5-1-13-16,-1-1 4 0,4 0-7 0,2-1-1 0,1 0 3 16,2-3-7-16,-3 2 5 0,-1 0-16 0,-1-2-3 15,-2 2 4-15,0-2-3 0,-3 2 3 0,-2-1-8 16,-1 1 1-16,-5 1-2 0,0-1 11 0,0 0-8 16,-3 2 1-16,-1-1-3 0,-2 1 3 0,-3 0-15 15,-3 0-12-15,-1 0-1 0,2 0-42 0,-5 0-17 16,1 0-1-16,-1 0-10 0,-1-1-50 0,0 0-123 15,0 0-19-15</inkml:trace>
  <inkml:trace contextRef="#ctx0" brushRef="#br0" timeOffset="-92677.6">28450 8977 1379 0,'-1'0'6'16,"0"0"1"-16,0 0-2 0,0-1 0 0,-1 1-3 0,1 0-8 16,0 0 1-16,0 0-3 0,0 0 5 0,0 1 3 15,-1 1 0-15,1 0 1 0,0 1 0 0,-4 7-1 16,2-1 6-16,0-2-7 0,1 0 5 0,0-1 1 15,-1 0-4-15,1 0 5 0,0-1-5 0,-1-1 8 0,2-1 1 16,0 0 0-16,-1 1 0 0,-2 2-10 0,2-3 15 16,1 3-4-16,-4-1 7 0,-1 1-10 0,1 3 4 15,1 2-2-15,-1 0 2 0,0 6-4 0,1 1-4 16,1 0 1-16,1 5-2 0,-1-1 3 0,-12 5-7 16,7-1 1-16,3 4-1 0,3-1 4 0,2-1-8 15,0 0 4-15,1-1-5 0,1-1 3 0,1 0 4 16,-1 0-5-16,0 0 5 0,1-2 0 0,-2 1-6 0,0-4 7 15,0-1-6-15,1 0 4 0,-2-3 4 0,1-3-8 16,0 0 5-16,-1-6-1 0,1-1-13 0,0 1 1 16,-1-3-9-16,0-3-31 0,1 1-65 0,1-1-20 15,-1-1-30-15,1 1-208 0</inkml:trace>
  <inkml:trace contextRef="#ctx0" brushRef="#br0" timeOffset="-92165.03">29069 9131 552 0,'0'0'53'0,"0"0"4"0,0-1 0 16,0 0-9-16,0 0-11 0,1-1 1 0,-1-1-18 16,5-6-5-16,-1 2-2 0,1-2-4 0,-1 4 4 15,-1-1 8-15,1-1-4 0,-2 2 13 0,0 0 9 16,0 2 0-16,0-3 6 0,-1 1 5 0,-1-1 6 0,-1 0-6 16,0 2 6-16,-2-2-13 0,0 1-3 0,-5 0-9 15,-6 3 3-15,-3 0-18 0,2 1 5 0,1-9-2 16,1 4 2-16,-1 3-12 0,0 0-6 0,-4 3 4 15,1 3-5-15,1 1 0 0,0 3 3 0,1 2-2 0,-1-7 2 16,0 16-9-16,1 2 3 0,0 1 1 0,2 1 2 16,0 2 8-16,1 0-11 0,3 0 1 0,0-1-3 15,-2-1 10-15,4-1-7 0,-2 1 0 0,-1 0-2 16,4 2 5-16,-2-4-4 0,1-1 5 0,1-2-5 16,4 0 0-16,-10 1 8 0,6-3-5 0,4 0 8 15,2-1-6-15,1 0 8 0,1-1 1 0,3 0 1 16,1-1 5-16,2 0-2 0,0-2-4 0,9 0 3 15,2-3 1-15,2-1-5 0,0-2 2 0,1 0-4 0,3-2-11 16,0 12 2-16,2-4 0 0,-1-6 1 0,1-2-15 16,-1-2-4-16,-3 0-6 0,-2-3 2 0,-3 0-28 0,1-2-15 15,1-1-24-15,0-1 1 0,3-2-106 0,-2-2-109 16</inkml:trace>
  <inkml:trace contextRef="#ctx0" brushRef="#br0" timeOffset="-91365.9">29245 9623 1270 0,'-1'0'15'15,"0"0"0"-15,0-1-2 0,0 1-6 0,-1 0-2 16,1 0-15-16,0 0-1 0,0 0 1 0,0 1 0 16,0 0 14-16,1 0-15 0,0 2 6 0,0-1-11 15,0 0 4-15,0 3 13 0,0 0-5 0,0-1 7 16,0-1 2-16,0-2 2 0,0 0 1 0,0 2 1 16,-2-1 21-16,1-1 17 0,0 0 6 0,0 0-1 0,0 1-1 15,1-1 4-15,0-1-12 0,0 0 8 0,0-1-22 16,0-1-7-16,0 1 3 0,2-14-6 0,3 0-5 15,2-2-13-15,1 0-1 0,1-1-2 0,2 0 3 0,0 1-5 16,-1-1 3-16,1 0-7 0,0 1 1 0,0-1 8 16,0 2-2-16,-2 0 4 0,0 1-3 0,0 1-2 15,-2 0 2-15,-1 2-2 0,-2 3 7 0,0 0-2 16,-1 2 0-16,0 3-1 0,-1-1-2 0,-1 0 5 16,0 3 0-16,1 0 3 0,-1-1-5 0,0 2-8 15,0 0 1-15,-1 0-2 0,0 1 7 0,0 0 4 16,0 1-5-16,0 1 2 0,-5 12-9 0,0 5 9 15,0-2-1-15,-1 1 4 0,0 0-4 0,1 0 1 16,2-2 0-16,-1 1 1 0,1-2-3 0,0 0-5 0,2 0 1 16,0 0-2-16,1-3 6 0,0 0 3 0,0-1 1 15,2-1 1-15,1 0-9 0,-1-2 3 0,1-2-1 16,0 1 3-16,2-1 9 0,-3-1-5 0,9-2-2 16,2-1 0-16,1 0 6 0,1 8-5 0,4-2 6 0,-3-3-6 15,1-4 1-15,-1-1-4 0,2-1-1 0,-2-2 0 16,3-2 3-16,2-2-3 0,-4 0 1 0,4-4-2 15,-3 1 0-15,-3 7 11 0,3-13-5 0,-3-1 6 16,1-1-13-16,1 0-3 0,-1 0 4 0,-3 2-3 16,1-3 4-16,-1 1 1 0,-2 2 0 0,-2-1 0 15,-1 2 6-15,-2 2-5 0,0 1 3 0,-1 2-4 16,-3 0-2-16,-1 2 1 0,1 1 1 0,2 1 1 0,-1 2 8 16,-3 2-10-16,2-2-3 0,-1 1 0 15,0 1 11-15,0 1-13 0,-1 0 7 0,0-1-10 0,0 2 15 16,0 0-7-16,-1 2-3 0,0 0-2 0,-6 11 2 0,-2 5 4 15,0 0 0-15,1 2 1 0,1-1-3 0,0 1 5 16,0 0-4-16,1 1 3 0,1 1-3 0,2-2 0 16,1-1 3-16,0 4-4 0,1-2 1 0,1 0-5 15,1 2 2-15,1-5-1 0,0 0 10 0,1-3-7 16,2-1 0-16,-1-4-4 0,0-1-5 0,0-4 0 16,-2-3 6-16,8 2-3 0,0 3-4 0,2-1-27 15,0-3-8-15,2-2-10 0,0-3-61 0,5-6-146 16,2 3-57-16</inkml:trace>
  <inkml:trace contextRef="#ctx0" brushRef="#br0" timeOffset="-90798.22">29622 8646 758 0,'0'-1'47'0,"0"-1"53"16,-2 0-25-16,0-5-19 0,-1-4-1 0,0 2-4 15,1 0 4-15,-1-2-11 0,2 3 5 0,0-2-8 16,1 4-11-16,0 1 6 0,0-1-10 0,0 3 9 16,0 0-17-16,0 2 7 0,0-1-4 0,0 0 5 15,0 0-6-15,0-1-5 0,0 2 2 0,0 0-4 16,-1 0-8-16,0 0 3 0,0 1-2 0,-1 1 3 15,0 1 4-15,-3 12-8 0,-9 13 3 0,2 5-4 0,-3 1 6 16,-1-1-7-16,-3 3 0 0,1-3-3 0,1 1 0 0,0-4 3 16,5-2-6-16,1-1 3 0,0-4-11 0,0 2-86 15,4-1-31-15,2 0-49 0,1 0-382 0</inkml:trace>
  <inkml:trace contextRef="#ctx0" brushRef="#br0" timeOffset="-89864.54">30026 8400 807 0,'-1'0'39'0,"-1"-1"67"0,-1 0-50 15,1-1-19-15,-2 1 0 0,3 1-10 0,0 0-18 16,-1-1-9-16,-1 0 2 0,2 1-4 0,0 0 2 0,-1-1 4 16,0 0-1-16,1-1 2 0,0 2-2 15,0 0 10-15,1 0 0 0,0 0 4 0,0 0 6 0,0 0 0 16,1 0 3-16,0 0 0 0,0 0 13 0,1 0-3 15,-1 2-1-15,1-1-1 0,0 0-3 0,1 0-5 16,-1 0 0-16,3 3-3 0,4-1 1 0,0 8-11 16,1 1 3-16,-2 2-7 0,-1 2 7 0,2 2-12 15,-2 2 10-15,4 2-11 0,-1-2 5 0,2 4-1 16,-1 0-1-16,0 1 3 0,4 1 1 0,-3-1-3 0,1-3 1 16,1 2 0-16,-1 1 8 0,2-1-8 0,-1 3 1 15,2-2-4-15,-2-2-2 0,0 2-2 0,-1-2 4 16,-1 3-2-16,-1 2 5 0,-2 2-6 0,-2 2-2 15,0 3-1-15,-5 5-1 0,18 7 6 0,-12 3 5 0,-8 5-1 16,-2-2-2-16,-5-1-7 0,-4 1 5 0,-1-2-5 16,-2 1 4-16,0-3 2 0,-1 0-6 0,0 1 5 15,-1-3 0-15,1-2 5 0,0-5-3 0,-2-6 2 16,1-1-2-16,14-4-6 0,-17-4 2 0,-1-3-4 16,0-2 0-16,0-4-13 0,0 1-4 0,2-4-12 15,-3-1-108-15,-4 2-87 0,-1-4-64 0</inkml:trace>
  <inkml:trace contextRef="#ctx0" brushRef="#br0" timeOffset="-89129.97">26716 8762 1154 0,'-1'-1'12'0,"0"0"19"0,-2 0-14 0,1-2-10 16,1 3 3-16,-2-1-6 0,2 1-5 0,0 0 4 0,-1-2-6 15,-1-1 5-15,1 2-13 0,1 1 8 0,-6-2-8 16,-2 1 8-16,-2 1 0 0,-2 0 1 0,0 3 6 16,-4 4-4-16,-1 3 15 0,-2 1 14 0,-4 2 1 0,3-1 3 15,-2-11-7-15,1 16 3 0,0-1-5 16,-1 5 3-16,1-1-11 0,0 4-14 0,-1 1 8 0,1 0-10 16,1 4 6-16,0 1-3 0,0 1 2 0,3 4 0 15,-2 2 4-15,6 5-9 0,-1 0-4 0,0 1 1 16,5 2 1-16,-1 0 2 0,5 1-1 0,4-3 1 15,-1 0-7-15,-2-2 8 0,-14 0 2 0,11-1 3 16,5 2 4-16,5 0 5 0,0-5 0 0,3-1 2 16,1-2 8-16,2-3 1 0,2 1-2 0,1-4 1 0,2-3-10 15,-12-1 1-15,18-3-1 0,4-4 0 0,-1 1-7 16,2-5-3-16,1 0-5 0,2-1 0 0,2-3-30 16,0-2-26-16,6-2-20 0,4 12-15 0,4-8-195 0</inkml:trace>
  <inkml:trace contextRef="#ctx0" brushRef="#br0" timeOffset="-88196.81">30862 8640 240 0,'0'-1'52'0,"0"-12"71"15,0-7-41-15,0 1-41 0,0 0 10 0,0 3-20 16,0-1 6-16,1 2 2 0,1 2 1 0,-1 1 0 16,1 0-2-16,0 2-12 0,0 2-4 0,-1 1 1 15,1 0 13-15,-1 1 7 0,2 0 7 0,-2 1-3 16,0 0 13-16,0 2-13 0,-1 0 2 0,1 0-7 16,-1 2-3-16,0-2-9 0,2 1-2 0,-1 0-1 15,0-1-7-15,0 2-5 0,0 0 2 0,0 0-4 0,-1 0-4 16,0 1 4-16,0 0-7 0,0 1 6 0,0 4-1 15,-3 16-11-15,-2 5 8 0,2 3-9 16,-3 4 1-16,0 5 7 0,0 2-7 0,0 3 9 0,1 4-3 0,0 0-5 16,-1 1 5-16,0-1-5 0,-1-1 1 0,0-2-3 15,-2-2 1-15,1-1 0 0,0 2 8 0,0-1-7 16,0 4 1-16,0-6-3 0,0-1 1 0,1-4 8 16,1-6-8-16,2 1 5 0,1-6-10 0,1-5 5 15,1-1 0-15,0-5 1 0,1-2-1 0,0-1-8 16,0-4-4-16,0-3-1 0,0-2-23 0,0 2-46 15,0-1-2-15,0-1-19 0,0 0-44 0,0-1-27 16,0-1 5-16,1-1-9 0,6-20 34 0,2-10-7 16</inkml:trace>
  <inkml:trace contextRef="#ctx0" brushRef="#br0" timeOffset="-87629.49">30885 8460 895 0,'-2'-1'113'0,"1"0"203"16,0-2-240-16,-1-1-28 0,-1-2-5 0,2 2-7 15,0 1-23-15,1 1-9 0,0 0 3 0,0 1-4 0,0 0 10 16,2-2 1-16,7-3-8 0,11-3 4 0,0 4-17 16,-1 3 7-16,-1 2 1 0,0 1 2 0,-1 2 1 15,-1 0-6-15,-2 2 2 0,-1-1-3 0,-3 1 6 16,-3 0 2-16,2 1-3 0,-7-4 3 0,1 10-3 0,-1-2 4 15,7 3 3-15,-3 2-2 0,-3-1 2 0,-1 0-1 16,-2 0-1-16,0 1 1 0,-3 3 5 16,0-1-13-16,-2 1 6 0,-1 2-9 0,-2 0 4 0,-1 2 2 15,0 0 0-15,-1-1 1 0,0 0 0 0,1-1 0 16,-2 1-1-16,2-1 1 0,0-1-4 0,-2 0 0 16,-1-1-4-16,11-2 2 0,-11 1-1 0,0-1-1 15,3-2 5-15,-3 2-1 0,-2 0 1 0,1 0 0 16,0-1-1-16,2 2 3 0,-1-1 5 0,0 0-6 0,0 0 1 15,2 0-2-15,1-1 1 0,4-1-2 0,0-1 3 16,1-3-2-16,2 1 3 0,-4-4-1 0,1 0-4 16,3-2 1-16,0-1 4 0,-1 5 3 0,3-4 1 15,0 2-1-15,2 0-5 0,-1-1 3 0,2 1-1 16,1-2 1-16,-2 0-1 0,10 1 0 0,0-2-3 0,2 2 2 16,-1 0 2-16,-2 2-9 0,1-3 7 0,-5 5-6 15,5-1 12-15,-3 0-9 0,4 3 5 0,-2-1-7 16,-4-2 3-16,4 0 3 0,-4 2-2 0,7 0 3 15,-4-1 0-15,0-2-4 0,-1 2-1 0,-3-2 0 16,-1-3-1-16,1 1 1 0,1 1 2 0,-4-4 0 0,8 1-4 16,-2 2 4-16,-5-5 0 0,4 1 2 0,-1 1-4 15,-3-1-5-15,0 1-5 0,-1-1 1 0,-2-2-22 16,5 3-52-16,1 0-5 0,2-1-19 0,1-1-41 16,-1-1-9-16,3-1-53 0,-4 0 7 0,3-3-231 0</inkml:trace>
  <inkml:trace contextRef="#ctx0" brushRef="#br0" timeOffset="-87196.07">31545 9398 1415 0,'-1'-1'15'16,"0"0"29"-16,0-1-33 0,-3-4 7 0,0-5-9 0,1 4 4 16,1 0-25-16,1-2-6 0,0-2 5 0,1 2-5 15,0 2 8-15,0 1-11 0,0 0 0 0,1-1-3 16,-1 0-5-16,0 1 19 0,0 0 0 0,0 1 9 16,0 4 12-16,-1-2 22 0,-2-1-5 0,-1 1 10 15,-7-1 1-15,-6 0-4 0,1 3 0 0,1-8-3 16,-2 3-5-16,2 4-13 0,-1 2 5 0,-1 4-9 0,-1 3-1 15,2 3 0-15,1-4-8 0,1 10 6 0,-2 5-7 16,3 2 0-16,2 0 2 0,-1 2-2 0,0 0 0 16,1-2 1-16,2 1 0 0,1-1-1 0,1-1-7 0,3 2 7 15,2-3 0-15,-11 0 1 0,6 0-6 0,3-3 7 16,2 1-2-16,2-5 7 0,1 3 6 0,3-1-3 16,0-3 4-16,2-1-4 0,1-1 13 0,-1-2-7 15,1 1-3-15,7-3-2 0,2-4-16 0,-2-2 5 16,2 9-6-16,2-1 5 0,0-5-15 0,0 0-16 15,5-3 3-15,-1-1-9 0,-1-1-18 0,0-3-26 16,-3 0-12-16,3-2-7 0,0-2-64 0,-1-1-91 16,2-1-12-16</inkml:trace>
  <inkml:trace contextRef="#ctx0" brushRef="#br0" timeOffset="-86644.57">31703 9641 1261 0,'-1'-2'64'15,"0"1"-2"-15,-1 0 22 0,1 0-18 0,-1-1-7 16,0-1-41-16,-1 1-6 0,1-1-2 0,1 1-2 16,0 0-5-16,-1-1-7 0,1 2 5 0,0 0-6 0,0 0 0 15,0 0 5-15,-1 0-3 0,1-1 4 0,0 2 0 16,1 0-2-16,0 0-5 0,0 2 3 0,-1 0 5 15,-1 8 4-15,-3 8 3 0,-1 1-3 0,0-3-1 0,0 2 7 16,0 0-4-16,0-2 2 0,1 1-15 0,-1-1 5 16,1-1 0-16,1 1 2 0,1-1 5 0,1-2-3 15,0-3-2-15,1 0 0 0,0-1-7 0,1-3 2 16,0-1-5-16,0-2 2 0,0 0-30 0,0-1 7 16,0 0-13-16,1 1 9 0,2-1-14 0,-1-1 4 15,7 2 11-15,3-3-6 0,1-3 16 0,0-3-1 16,1-3-2-16,0 0 3 0,-2-14-1 0,1 4 10 15,0 1-2-15,0 0 6 0,0-2 10 0,-4 1-1 16,1-1 6-16,-1 3-6 0,-2 1 9 0,0 2-9 0,-1 0 3 16,-1 3-3-16,-1 2 5 0,2 2 7 0,-5 2-4 15,2 1 4-15,-3 2-4 0,2 0 14 0,0 0-7 16,0-1 8-16,-1 2-6 0,0 0 8 0,0 1 2 16,-1 0 0-16,0 1-7 0,-1 2-7 0,-4 9 0 15,-3 6-2-15,-1 4-2 0,2-4 6 0,-2 0-5 0,2-2 7 16,1-2 1-16,1 3-11 0,0-2 9 0,1-1-10 15,1-2 4-15,0-3-4 0,2 0 1 0,0-5 0 16,0 1-1-16,1-2 3 0,-1 0-7 0,1-1 6 16,0 1-1-16,0-1-8 0,0 0 3 0,0-1-5 15,0 1-3-15,0-1-8 0,0 0-8 0,0 0-1 16,0 0-46-16,1-1-22 0,0 0-13 0,0-1-11 0,-1 0-122 16,8-11-66-16</inkml:trace>
  <inkml:trace contextRef="#ctx0" brushRef="#br0" timeOffset="-86361.75">31643 9482 989 0,'0'0'124'0,"-1"0"19"0,0-1-26 0,-1-1-59 16,1 1-8-16,0 0-34 0,0 0 0 0,0 0-4 15,0 0 0-15,-1-1-11 0,2 1-3 0,0 0 0 16,0 0 0-16,0 1 9 0,2 0-7 0,-1 0 9 16,1 0-9-16,5 0 9 0,4-1 13 0,2 0-2 0,-2-1 6 15,5 2 7-15,-3 0-14 0,0-1 1 0,0 1-6 16,-1-1-7-16,-1 1-10 0,0-1 3 0,-2 0-5 16,-1 1 12-16,1-2-10 0,-1 1 4 0,-2 1-7 15,2-1-11-15,-2 0-63 0,1 0-16 0,1-2-19 16,1 0-89-16</inkml:trace>
  <inkml:trace contextRef="#ctx0" brushRef="#br0" timeOffset="-85576.11">31300 7906 777 0,'0'0'56'0,"0"0"-4"0,0 0 30 15,0 0-13-15,0 0-5 0,0-1-48 0,0 0-14 16,0 0 13-16,0-1-14 0,0 1 8 0,1 1-5 16,0 0-1-16,0 0 1 0,0 0 3 0,1 0-2 15,-1 0-3-15,0 0 1 0,0 0 6 0,0 0-2 16,-1 0 6-16,0 1-5 0,0 1 10 0,0-1-2 15,0 0-2-15,-3 9 1 0,-2 2-3 0,0 0-6 16,2-1 1-16,-2 0-3 0,3-1 1 0,-1-1 4 16,1 1 2-16,1-2 2 0,0 1 14 0,1-2-15 0,0 0 8 15,0-1-10-15,1-1 15 0,0 0-5 0,3 0-4 16,-2-1 1-16,1 0 0 0,10 0-1 0,-1 4-3 16,3 0 1-16,-1-4 4 0,1-1-4 0,3-3 10 15,1 0-8-15,0-3 6 0,0 0-10 0,-6-2 2 0,-4 1-4 16,4-1-6-16,-2-1 5 0,-2 0-6 0,-3 2 6 15,-4 3-1-15,0-7 0 0,0 1 6 0,5-3-3 16,-2 1 11-16,-3 0-14 0,-1-1 6 0,-1 2-8 16,-1 0 8-16,0 0 1 0,-2 2-4 0,0-1 2 15,-1 2-7-15,-7-1-4 0,-3 2 2 0,-1 2-3 16,0 0-2-16,1 1 3 0,-1-1-5 0,-1-8 4 0,2 3-7 16,3 3 2-16,-2 2-2 0,2 2 2 0,-2 0 2 15,0 2-7-15,3 1 1 0,-1 0-5 0,2 1-8 16,0-1-32-16,2 1 3 0,0 0-14 0,3 0-10 0,0-3-16 15,1 4-11-15,-1 0-2 0,0-1-45 16,3-1-86-16,0-1-45 0</inkml:trace>
  <inkml:trace contextRef="#ctx0" brushRef="#br0" timeOffset="-85227.86">31796 7819 1201 0,'0'-1'123'0,"0"0"33"0,-1 0-63 0,0-2-68 0,-1 1-7 16,1-1-6-16,0 2-18 0,0 0-3 0,0 0-2 16,1 0 8-16,0 0-6 0,0 1 6 0,0 0-7 15,0 1-3-15,0 0 2 0,0 1-7 0,0 1 6 16,-4 6 1-16,-1 2 10 0,2-3 1 0,-3 2 0 15,-1 1-1-15,5 0 12 0,-9-1-5 0,0 1 8 16,1-1-12-16,2 1 0 0,-1 0 2 0,1 0-2 16,-2 2 2-16,0 0-4 0,1 1 5 0,-2 0-5 0,2 4 4 15,-2-2-3-15,2 2-1 0,-1 2 1 0,0-1 2 16,0-1-4-16,0-1 1 0,0-1-1 0,3 1 4 16,3-3-9-16,0-3 2 0,2-1-4 0,1-4 8 0,-1 4-16 15,1-1-4-15,-2-3-7 0,-2 0-28 0,3-3-35 16,-1 1 1-16,3-2-13 0,0-1-14 0,0 2-59 15,0-2-40-15</inkml:trace>
  <inkml:trace contextRef="#ctx0" brushRef="#br0" timeOffset="-84876.94">32029 8001 1325 0,'-1'0'28'0,"-1"-1"52"16,0 0-35-16,0 1-22 0,-9-4 6 0,5 3-15 15,4 1-17-15,-4 0 8 0,-1 0-4 0,-1 1 8 16,-2 3-10-16,-2 2 0 0,-3 2-2 0,0 1 3 16,-4 3 3-16,1-9-2 0,1 11 5 0,0 1-4 15,0 0 6-15,1-1-3 0,1 3-3 0,1-2 1 16,1 0-3-16,4 1 6 0,0-3 1 0,2-3 0 0,2 3 4 15,1-2 8-15,0-2-2 0,-3 2 6 16,3-3 1-16,-1 1-1 0,3-2 2 0,0 3-2 0,2-5-1 16,0 2-4-16,3 2-4 0,0-3 1 0,2 2-5 15,14-2-3-15,1-2 2 0,5-2-3 0,2 0-2 0,6-1-3 16,-2 16 1-16,5-7-2 0,0-5-10 0,-3-5-22 16,2-1-17-16,-3-1-1 0,-3-3-69 0,2-2-235 15</inkml:trace>
  <inkml:trace contextRef="#ctx0" brushRef="#br0" timeOffset="-82456.04">27441 10983 374 0,'0'0'14'0,"0"0"-10"16,-1 0 0-16,0 0-1 0,0 0-41 0,0 0-8 0</inkml:trace>
  <inkml:trace contextRef="#ctx0" brushRef="#br0" timeOffset="-81523.99">27638 10896 150 0,'0'0'107'0,"-1"0"-99"0,-1 0 118 0,1 0-51 16,0 0-37-16,0 0 8 0,0 0-17 0,0 0 13 16,-1-1-23-16,1 0-8 0,0 0 5 0,0 0-9 15,0 0 2-15,0-1 0 0,-1 1 3 0,1 0-3 16,0 0 1-16,0 0 11 0,0 0 1 0,-1-1 6 15,1 1 17-15,0 0 17 0,0-1-10 0,0-1 10 0,0 1-12 16,-1 0-13-16,1-1 4 0,0-1-9 0,-1-2 0 16,1 1-13-16,-1 0 5 0,1 1-8 0,1 2 11 0,-1-1-12 15,0-1 0-15,0 1-5 0,-1-2-4 0,2 4 4 16,0 0-7-16,0 0 5 0,0-1-3 0,0 0 0 16,0 0 6-16,0-1-4 0,0 2 7 0,0-1-8 15,0 1 6-15,0-1-7 0,0 1 9 0,0-1 2 16,0 1-4-16,0-2 3 0,0 2-17 0,0-1 10 15,-1 0-3-15,0-1 6 0,0 1 2 0,1-1-7 16,-1 1 3-16,0 1-4 0,1 0 4 0,0 0-5 16,0-1 0-16,0 1-1 0,0 0 6 0,0 0-10 0,0 0 2 15,0 0-5-15,0-1 9 0,0 1 0 0,0 0-3 16,0 0 1-16,0 1 2 0,0 0-6 0,0 0 5 16,0 0-6-16,0 0 4 0,0 0-2 0,0-1 4 15,0 1-4-15,0 0 0 0,0 0 6 0,0 0-9 0,0 0 7 16,0 0-1-16,0 0-3 0,0 0 8 0,0 0-8 15,0 0 10-15,0 0-5 0,0 0-2 0,0 0-1 16,0 0 0-16,0 0 2 0,0 0-4 0,0 0 2 16,-2 0-11-16,2 0 9 0,0 0 5 0,-1 0 0 15,1 0-5-15,0 0 5 0,0 0-8 0,0 0 8 16,-1 0-4-16,0 0-4 0,0 1 3 0,0 0-4 16,1 0 10-16,0 0-8 0,0 1 4 0,0-1-7 0,0-1-4 15,0 1 13-15,0-1-3 0,0 0 6 0,0 0-7 16,0 0 2-16,0 1-3 0,0-1 3 0,0 1 1 15,0 0-2-15,0-1-1 0,0 2-2 0,0-2-3 0,-2 0 3 16,1 1 2-16,0-1 0 0,0 1-2 0,1-1 4 16,0 0 2-16,0 0-1 0,-1 0-3 0,-1 0-1 15,1 0 1-15,0 1 0 0,0 0 2 0,0-1-2 16,0 0-4-16,-1 0 2 0,1 0 4 0,0 0 2 16,0 0-3-16,0 0 2 0,1 0-6 0,0 0 3 15,0 0 2-15,-1 0-1 0,1 0-9 0,0 0 6 16,0 0-7-16,0 0 8 0,0 0 2 0,0 0-5 15,0 0 6-15,-2 0-8 0,1 0 2 0,0 0 3 0,0 0-5 16,0 0 4-16,-1 0-1 0,1 0-1 0,0 0 0 16,0 0 0-16,0 0 4 0,0 0-5 0,-1 0 6 15,1 0-5-15,-1 0 5 0,1 0-2 0,0 0 1 16,-2 0 0-16,2 0-1 0,0 0 4 0,-2 0-8 0,2 0 6 16,0 0-10-16,0 0-4 0,0 0-2 0,0 0-1 15,-1 0-4-15,1 0 0 0,0 1 5 0,0 1-3 16,0-1 0-16,0 0 11 0,-1 0-1 0,1-1 6 15,0 0 3-15,0 0-6 0,0 0 3 0,-1 0-5 16,1 0 3-16,0 0-11 0,0 1-4 0,0 1 0 16,0-2 3-16,-1 0-12 0,1 0 1 0,1 0-7 15,0 0-15-15,0 0-37 0,0 0-3 0,0 0-14 16,1 0-34-16,1 0-33 0,-1 0-12 0</inkml:trace>
  <inkml:trace contextRef="#ctx0" brushRef="#br0" timeOffset="-80521.72">27521 10765 416 0,'0'-1'64'15,"0"-1"-63"-15,0 1 75 0,0 0-32 0,0-1 1 0,0-1-18 16,2-1-3-16,0-3-4 0,0 0 7 0,1-1-4 16,-2 3 8-16,1-1-8 0,-1 1 7 0,2-1 0 15,-1 1 1-15,0 1 0 0,1-2 4 0,-1 1 8 16,0-1 5-16,1 0 0 0,-1 1 8 0,-1-1-3 16,0 1-7-16,1 0 2 0,0 1-20 0,-1 0-4 15,-1 2 3-15,0-1-5 0,0 1 0 0,0 1-1 16,1-2-7-16,1 1 5 0,-1 0 0 0,-1-1-13 15,0 2 5-15,0 0-9 0,0 0 7 0,1 0 2 0,-1 1-1 16,0 0 0-16,0 1-10 0,0 1 4 0,-2 6 1 16,-4 12 3-16,0 0-1 0,0 0-1 0,-1 5-3 15,1-3 1-15,1 1-7 0,-2 4 5 0,1-1 1 16,-1 0 3-16,-2-1-6 0,1 0 9 0,-1-4-3 0,1-1 6 16,1-1-5-16,0-1-7 0,0-2 3 0,2-2-4 15,1 0 8-15,-1-1-3 0,1-1 0 0,1-1-1 16,0-3 6-16,1 0-8 0,1-2 2 0,0 0-3 15,0 0 4-15,1-3-3 0,-2 1 6 0,2-2-6 16,0-1-2-16,0 1 7 0,-1 0-7 0,0 0 7 16,0 1-6-16,1-1-13 0,0-1-1 0,-1 0-3 15,1 0-8-15,0 1-37 0,0-2-1 0,0 0-15 16,0 0-22-16,0-2-19 0,0 0-3 0,2-6-7 0,4-7-29 16,1-1-44-16,2 1-17 0</inkml:trace>
  <inkml:trace contextRef="#ctx0" brushRef="#br0" timeOffset="-80189.68">27673 10712 1212 0,'-1'0'34'0,"0"0"3"0,0 0 11 15,-1 0-17-15,1-1 2 0,0-1-27 0,0 1 0 0,0 0-3 16,-1 0 2-16,1 0-2 0,1 0 0 0,0-1 1 15,0 1 0-15,1 0-2 0,1-1-4 0,-1-1 4 16,0 1-4-16,1-3 3 0,1 1 1 0,-1-1 2 16,0 0 2-16,0 2 15 0,0-2 0 0,-1 3 3 15,0-1 1-15,-1 1 14 0,0 1-12 0,0 0 2 16,1-2-4-16,1 1-1 0,-1 0-10 0,0 0-5 0,0 1-1 16,-1 0 1-16,1 1-4 0,-1 1 9 0,0 0-8 15,0 9 6-15,0 14 2 0,-3 8-7 0,-2-2 4 16,-2 0-11-16,0 3 6 0,1-5-4 0,0 4 4 15,2-1-6-15,-1-7 0 0,0 2 3 0,2-3-3 16,-1-2-2-16,1 0-32 0,1-2-19 0,1-2-11 0,0 1-147 16</inkml:trace>
  <inkml:trace contextRef="#ctx0" brushRef="#br0" timeOffset="-75501.7">17552 5959 5 0,'0'0'0'0,"0"0"5"15,0 0 8-15,0 0 19 0,0 0 3 0,0 0-3 0,-1 0-4 16,1 0-6-16,0 0 4 0,0 0 0 0,0 0 0 16,0-1-15-16,0-1-4 0,0 1-1 0,0 0-4 15,-1 0 0-15,1 0-2 0,0 0 0 0,0-1-1 0,0 1 5 16,0 0-4-16,0 0 3 0,0 0 0 0,0-1 1 15,0 2 2-15,0-1-3 0,-2 0-3 0,1 1-6 16,1 0 8-16,0 0-7 0,0 0 9 0,-1 0 1 16,1 0-5-16,0 0 3 0,0 0-13 0,0 0 9 15,0 0-1-15,-1 0 5 0,1 0 7 0,-1 0-12 16,1-1 1-16,0 0-4 0,-2 1 13 0,2-1-11 16,0-1-2-16,0 1-6 0,0 0-17 0,0 0-14 15,-1 0 0-15,0 0-8 0,0-1-20 0</inkml:trace>
  <inkml:trace contextRef="#ctx0" brushRef="#br0" timeOffset="-73482.96">17495 5919 21 0,'0'0'6'0,"0"0"0"0,0 0 5 0,0 0-3 16,0 0 2-16,0 0-9 0,0 0-5 0,0 0 2 0,0 0-3 15,-1 0 10-15,0 0-4 0,1 0-1 0,0 0 0 16,0 0-2-16,0 0-3 0,-1 0 0 0,0 0 0 16,0 0 6-16,-1 0 12 0,1 0 1 0,0 0 4 15,-1-1 15-15,-1-1 3 0,2 2 1 0,-1 0-2 16,-1 0-17-16,0-1-3 0,1 0-3 0,-1 1 1 15,0 0-9-15,1 0-3 0,-5-1-3 0,6 1 1 16,0 0-3-16,0 0 5 0,-1-1-1 0,0 1 4 16,-3-1 0-16,2 1 2 0,2 0 1 0,0 0-1 0,-2-2-6 15,0 1 9-15,-2 0-3 0,-1 0 6 0,0 0 10 16,5 1 0-16,-5-2 0 0,5 2-1 0,-5-1-6 0,-3 0-8 16,3 1 6-16,-3 0-7 0,2 0-4 0,1 0 2 15,0 0-5-15,2 0 4 0,0 0 1 0,-1 0-5 16,0 0 2-16,-1 0-3 0,-1 0-7 0,-1 1 9 15,2-1-3-15,-1 1 6 0,-1 1 1 0,1-1-4 16,-1 0 4-16,-1 0-4 0,1 0-5 0,-1 1 9 16,-1-1-6-16,0 1 8 0,0 0-7 0,0 1 0 15,-1 0 0-15,1 0 0 0,-1 0 0 0,2 1-4 16,-2-1 4-16,0 1-3 0,0 0 10 0,0 1-1 0,-2 1-2 16,1 0 0-16,-2 0-11 0,3 0 7 0,-1 0-3 15,0-1 4-15,0 0 2 0,-2 1 0 0,-1 1 0 16,-5 1-2-16,3-2-5 0,-1 0 5 0,0 0-2 15,6-3 3-15,-3 2-1 0,1 0 0 0,-4 0 3 16,2-1-2-16,3 1-1 0,-1 1 5 0,1 0-8 16,0 0 7-16,0 0-6 0,1-1 2 0,0 1 4 0,1 0-3 15,0 0-2-15,-2 1-1 0,2-1-2 0,2 0 3 16,0 1 14-16,0-5-13 0,1 5 8 0,-1 3-10 16,1-1 2-16,-3-3-5 0,2 5 4 0,-1-2-2 15,1-2 8-15,-1 4-1 0,2-1-8 0,-4-3 4 16,2 2 0-16,-2 1 1 0,-1-2-1 0,5 1 0 0,-4 0-7 15,1-2 6-15,1 1 2 0,-2-1 0 0,3 3 5 16,0-2-7-16,5 0 0 0,-2-2-2 0,-1 2 4 16,0 1-2-16,0 1 0 0,2 0-2 0,3 0 1 0,-3 1 5 15,-1-2 0-15,3 0 1 0,-5 1-5 0,3 0 0 16,1 2 1-16,-1-1 1 0,2-2-1 0,-1 3 0 16,1-1-1-16,-3-1 1 0,2 4 0 0,0-2 1 15,0 2 2-15,-3 1 0 0,4 1-6 0,-3 0 6 16,0 1-5-16,5-1 5 0,-5 2-11 0,1-1 3 15,2 3 2-15,0-2 1 0,1 2 8 0,-4-5-9 16,2 3-1-16,-1 0-2 0,1-4 8 0,3 2-7 16,-2-3 8-16,1 0-7 0,1 0 9 0,-1 0-8 0,-1 1 5 15,1 0-4-15,0-1 12 0,-1 2-10 0,1 2 0 16,1 0-2-16,-3 2 4 0,2 0-8 0,-1 0 8 16,1 0-6-16,0-1 11 0,-1 1-8 0,2 1 1 15,-11 0-2-15,5-1 6 0,2 1-2 0,1-1-5 16,2 3 1-16,0 1-8 0,2-1 10 0,0 1 4 0,0-3 0 15,0 2-8-15,0 1 7 0,0-3-5 0,2 1 6 16,-1-1-12-16,0 0 12 0,0 1-7 0,-1 2 10 16,0-2-8-16,1 2-14 0,-1 0 6 0,0 3-8 15,2 0 19-15,-2-1-4 0,0 2 1 0,0 1-3 16,0-1 3-16,0 0 1 0,0-3-2 0,0 1 1 0,0 2-7 16,0-5 8-16,1 0-2 0,0-1 2 15,0-2 3-15,0-1-2 0,2 0 6 0,0-2-7 0,2 1-3 16,0 2 7-16,-1 0-6 0,1-2 8 0,0 2-8 15,1 0 6-15,-2 0-3 0,2 1 6 0,-1 0-11 16,1 2 3-16,1 1 2 0,0 2 0 0,0 0 6 16,-1 1-6-16,1 1-5 0,-1-3 2 0,0 2-3 0,-2-1 9 15,0-5-2-15,0-1 4 0,0-3-10 0,1-2 4 16,1-1 2-16,-1-1-2 0,3-1-7 0,0 2 7 16,0-2 0-16,-7 1 2 0,9 0-3 0,0 0 4 15,3-1-5-15,0 2 5 0,1 1-10 0,0 2 5 16,-1 0 2-16,-1 1 1 0,0 1-1 0,-1 4 1 15,2-1-5-15,-1-2 4 0,0 1-1 0,0 0 7 0,-3-3-6 16,2 2 6-16,-1-1-10 0,0-3 1 0,0 1 6 16,1 1-3-16,-1-1 3 0,1 1-1 0,1-2-2 15,-2-2 0-15,2 0-5 0,0 1 8 0,3-1-3 16,-3 0 4-16,2 0-2 0,4 0 2 0,-2 0-1 16,1 0 2-16,0-2 17 0,-3 2-14 0,0-1 11 0,4 0-13 15,0 0 8-15,-1-1-11 0,1 1 3 0,2-1-4 16,-4-2 3-16,1 1 10 0,-1-1-8 0,-2-1 7 15,1 2-11-15,-1 0 5 0,1-2 3 0,-1 0 1 16,0-3 11-16,0 2-7 0,2-1-3 0,-1 1-1 16,1-1-2-16,-2 0 3 0,-1 0 1 0,5-1 0 15,-2 2 1-15,2-2-12 0,2 2 7 0,-3-3-9 0,1 0 10 16,1-1-7-16,-3 0 3 0,2 1-5 0,1 0 2 16,0 1 0-16,3-2-1 0,-2-2 2 0,1 12 11 15,-2-6-15-15,0-2 7 0,0-1-8 0,-1-2 5 0,-1 0-9 16,2-1 7-16,0-1-6 0,-2-1 3 15,2-1 7-15,1 0-7 0,-1-1 9 0,1 0-4 0,0-1-2 16,1 1 4-16,3-1-4 0,2 1-1 0,-2-1-2 16,-1 0-2-16,-2 0 1 0,-2 0-1 0,3 0-1 15,0 0 6-15,-2 1-4 0,1-2 1 0,-4 1 6 16,1 0-6-16,-3-1 6 0,0 0-6 0,0-1 12 16,1-1-1-16,0-1 7 0,-1 1 5 0,2-2-7 15,1-2 4-15,-1 0-6 0,2 0 1 0,2-1-7 16,2 11-4-16,-1-12 1 0,4 0-5 0,-2-1 3 0,1 2-2 15,-4-1 1-15,-2 0-12 0,1 2 10 0,-2 0 0 16,3-1 4-16,-3 3-4 0,-6-4 3 0,3 2-1 16,-2-3 4-16,-1 0 1 0,3-1-5 0,-3-2 0 15,1 1-1-15,3 0-1 0,-2 1-4 0,0-1 4 0,1 1-3 16,-1 0 2-16,0-2 0 0,1-2-1 0,-1 1 2 16,-3-1 2-16,1 2-2 0,-1 0 5 0,-2 1-3 15,1-1 2-15,-3 0-4 0,0 0 0 0,-1 1-1 16,-1-3 6-16,3 1-1 0,-3-1 4 0,1-2-3 15,-1 0-1-15,2 0 7 0,0-1-10 0,0-2 9 16,1-2-5-16,1-2-8 0,0 1 5 0,-1-1-4 16,3-1 9-16,-3 0-10 0,-2 0 2 0,2 0-5 0,-1 2 11 15,1 3-5-15,1 0 1 0,1 3-2 0,-1 1 2 16,-4 1-1-16,0 0 1 0,-4 2-1 0,3-1 3 16,-1 0-2-16,2 1-1 0,0-1-1 0,-2-2 1 0,0 0-2 15,-2-2 8-15,13-4-6 0,-5-3 8 0,-4-3-5 16,-3-1 1-16,1-2-2 0,-2 4-1 0,1-3 0 15,2 3-3-15,-1 4 2 0,0-1 0 0,0 3 3 16,0 2 1-16,0 1 2 0,1-1-5 0,-1 1-3 16,2 1-1-16,0 0-2 0,-1-1 2 0,3-2 8 15,-1 1-1-15,0-3 3 0,1-1-6 0,0-1-4 16,-1-1 5-16,-1 2-4 0,-2 0 5 0,1 1 2 16,0 2 1-16,0-2 1 0,0 2 0 0,-1 0-2 0,2 1-7 15,-2 0 4-15,2 2 8 0,2 0-12 0,-1 1 4 16,1 0-7-16,0 0 4 0,1-1-2 0,-1-1 2 15,0-1-1-15,0 1-3 0,-1 0 6 0,-1-3-2 16,-3-1 3-16,1 1-2 0,-2-1 0 0,-1 2 2 0,0-1-2 16,-2-1-1-16,0 0 4 0,0 3-2 0,0-1 5 15,1 2-2-15,-2-2-4 0,2 3 0 0,0 1-3 16,0 0-3-16,-2 1-1 0,1 1 2 0,0 0-1 16,-1 2 1-16,0-1-2 0,-1 2 1 0,-2-2 0 15,0 2 5-15,-1-1 13 0,-1-1-11 0,-1-1 11 16,-2 1-13-16,1 0 4 0,6 1 3 0,-11 1-1 15,3 0-6-15,-2-1 7 0,2 2-5 0,0-4 6 16,-4 2-6-16,-1-2-1 0,1 3 3 0,-1 1-3 0,1-2-3 16,-2 2 0-16,0-1-8 0,1 2 7 0,-1 1-8 15,1-1 4-15,-2 2 7 0,-2-2-3 0,0 0 7 16,-3-1-2-16,2 3-1 0,-5-1-1 0,0 3-8 0,-1 1 2 16,-3-1-7-16,-1 4 5 0,-3-1-1 0,-4 2-6 15,-3 1 5-15,-3 0-8 0,-1-15-1 0,2 9-47 16,-1 7 1-16,3 3-21 0,-2 3-39 0</inkml:trace>
  <inkml:trace contextRef="#ctx0" brushRef="#br0" timeOffset="-68714.58">15687 15124 256 0,'0'0'197'0,"-1"0"-79"0,0 0 76 16,-1 0 11-16,0 0-139 0,0 0-11 0,-2 0-26 0,-1-1 0 16,0 0-2-16,-1-1 6 0,1 1-9 0,-1-1 3 15,1 0-4-15,1-1-1 0,-1 1 0 0,0-1-5 16,-1 0 2-16,0-1-7 0,1 1-2 0,-4-1 2 16,1 1-2-16,-2-2 9 0,0 2 13 0,2-1-4 15,-1 2 5-15,0-1-18 0,-2 2-3 0,0 0 5 0,-3 1-4 16,3 0 2-16,-1 0-1 0,0 1-8 0,1 0 5 15,-2 2-7-15,1 0 4 0,-1 2-5 16,2 0 3 0,-4-1-6 31,3 2 1-47,-3 1 2 0,2 0 0 0,1 2 1 0,-1-7 0 0,1 10 0 0,0 1 0 0,2 1 1 0,-2 0 2 0,1 1 0 0,1 2 0 0,-1 0-11 0,2 3 8 0,-1-1-4 0,2 2 7 0,1 2-9 0,0 1 4 0,1 1 1 0,4 1 1 0,-2 2-2 15,2-2 2-15,1 2-4 0,-2-1 1 0,2 0-6 16,0-2 4-16,-13 1 1 0,7-5 1 0,2 1 0 0,4-2 3 15,1-1-6-15,0 1 4 0,1-1-5 0,1-3 7 16,2 2 0-16,-1-2 4 0,2 1 1 0,0-3-3 16,-1-1 2-16,2 1-2 0,-1-2 1 0,1 0-2 15,0-2 4-15,-1-3-2 0,-4-1 13 0,9-2-5 16,2-1 0-16,3-2-2 0,-2 9 5 0,3-3-9 16,1-4 3-16,0-3-6 0,1 0 0 0,1-2-6 15,0-2 0-15,-1 0-2 0,-1-1-5 0,-4 0-9 16,3-1-5-16,-6 2-4 0,3-1-33 0,2-1-31 15,-3 1-6-15,1 1-14 0,0 0-82 0,-1 1-249 0</inkml:trace>
  <inkml:trace contextRef="#ctx0" brushRef="#br0" timeOffset="-67878.74">15685 16011 772 0,'0'0'77'0,"-2"1"-5"0,1 0-14 15,0 0 3-15,0 0-36 0,0 0-13 0,-1 2-1 16,1-1-5-16,0 0 3 0,0 1-9 0,1-2 6 15,-1 1 1-15,0 1 1 0,-1-1 3 0,1 0-6 16,0 1-1-16,0-1 1 0,0 0 14 0,0 1-3 16,-1-2 7-16,2 0-5 0,0 0 17 0,0 1 4 15,0-2 5-15,0 0-4 0,0 0-4 0,0-2-4 16,2 1-1-16,-1-1 1 0,2-8 3 0,2-1-17 16,1-3 4-16,1-4-9 0,0 3 1 0,2-4-3 15,0 2-1-15,0 1-1 0,2-3-9 0,-1 0 1 0,1 0-2 16,-1-1 1-16,0 3-1 0,-1 0-1 0,2 1 1 15,-10 1 0-15,9 2 0 0,-2 1-6 0,-3 1 6 16,-2 3-5-16,-1 1 11 0,2 4-9 0,-2-1 3 16,-2 3-4-16,2-2 5 0,1 1 11 0,-1 0-8 0,-1 1 8 15,0-1-11-15,1 1 2 0,-1 0-2 0,0 0 3 16,0 1-2-16,-1 0 6 0,0 1 1 0,0 0 1 16,0 2-6-16,-2 5-3 0,-2 5-2 0,1 2 1 15,-1 1 7-15,1 2-6 0,0 0 3 0,1-1-5 16,0 2 8-16,-1 0 2 0,1 3-6 0,1 2 4 15,0-2-3-15,-1-2 1 0,1-1 4 0,1 0-5 16,0-3 2-16,1 3 1 0,1-4 2 0,-1-2 0 0,2 1 0 16,1-3-6-16,-1 1 0 0,1-4 0 0,-1-2 8 15,0-1-3-15,-1-2 2 0,4 2-2 0,4-3 8 16,2-1-9-16,-1 6 1 0,-1-1-6 0,0-2-1 16,-2-3 3-16,6 0 6 0,-2-1-3 0,0-2 1 0,2-3 2 15,-6 2-3-15,3-4 3 0,0 2-7 0,-1-9 4 16,2-4-6-16,-2 2 5 0,-2-6-9 0,-2 4 9 15,1-1-5-15,0-1 5 0,-2 3-7 0,0-3-2 16,-2 3 7-16,0 1-3 0,-1 2 4 0,7 1-6 16,-3 2 1-16,-2 0-4 0,-1 1 5 0,0-1 1 15,-2 3-3-15,-1 1 2 0,0 0 1 0,0 1 5 16,0 1-4-16,0 3 3 0,0-2-11 0,0 3 6 0,0-1 0 16,0-1 1-16,-1 1-6 0,-1 0 2 0,1 0 0 15,0 1 1-15,0 0 1 0,0 0-10 0,0 0 6 16,-1 1-7-16,1 1 6 0,1 0 4 0,-1 5-1 15,-1 13 3-15,1 0 8 0,1-1-10 0,0 2-1 16,0 0-1-16,2 0 4 0,1-1 0 0,1-1 0 0,-1-3 0 16,2 4 8-16,0-6-11 0,1 2 6 0,-2-3-8 15,1-3 4-15,1-1 6 0,-2-3-7 0,4-1 6 16,5-3-15-16,0 8-8 0,0-3-6 0,0-3-2 16,1-3-28-16,-1-4-21 0,1-4-27 0,0-2-5 15,1-17-174-15</inkml:trace>
  <inkml:trace contextRef="#ctx0" brushRef="#br0" timeOffset="-67345.35">16100 14691 381 0,'0'0'97'16,"0"0"7"-16,-2-1-22 0,1 0-26 0,0 0-21 0,0-1-18 16,0 0 10-16,1 1 1 0,-1-6 1 0,-1 1-7 15,1 1 13-15,1 2-4 0,0-1 8 0,0 2-7 16,0 1 12-16,0-2-4 0,0 2 7 0,0 0-9 0,-1-1-1 15,0-1 0-15,0 1 0 0,-1 0-3 16,1 0-2-16,0 1 1 0,-1 0-1 0,-1 0-6 0,1 0 0 16,0 1-5-16,1 0 2 0,-4 0-7 0,0 0-6 15,-2 2 5-15,1 2-6 0,-1 0 6 0,0 6-12 16,-1 6 3-16,-3 4-5 0,5 1 12 0,-2 2-9 16,1 0 4-16,1 0-5 0,-1 2 6 0,0 1-6 15,-1-1 5-15,1 0-5 0,-3-2-2 0,2-3 1 16,5-2-3-16,2 2 2 0,-1-4-6 0,1-3-48 0,-8 1-46 15,5-7-13-15,1 3-295 0</inkml:trace>
  <inkml:trace contextRef="#ctx0" brushRef="#br0" timeOffset="-20623.26">16649 15261 17 0,'0'0'15'0,"0"0"2"15,0 0 20-15,0 0 3 0,0 0 2 0,-1 0-2 0,-1 0 2 16,1 0 0-16,0 0 1 0,0 0 6 0,0 0-6 16,0 0 4-16,-1 0-3 0,1 0 16 0,0 0 0 15,0 0 4-15,-2 0-4 0,1 0-11 0,0 0-6 16,-3 0-4-16,-2 2 1 0,0-1-9 0,0 0-8 16,0 0 6-16,2 0-6 0,-2 2 4 0,-2-1-2 15,-1 2 2-15,0-1-2 0,0 1-5 0,1-1-4 0,2 1-1 16,-4 0 1-16,-2 1 11 0,5-1-9 0,0-1 3 15,-2 1-4-15,6-2 8 0,-5 2-13 0,6-3 1 16,2-1-5-16,-2 1 5 0,1 1-13 0,0-1 9 16,-1 1-9-16,1-1 8 0,0 0-10 0,0 0-7 15,1 0 2-15,1 1 6 0,0-1-2 0,0 0 4 16,1 0-2-16,1 0 9 0,0 0 2 0,13 6-3 0,2-2 1 16,-3-2-3-16,4-1 1 0,-3-2 4 0,2 1-1 15,1-1 5-15,1 0-1 0,1 0 1 0,-1 0-1 16,0 0 1-16,-2 0 0 0,2-1-5 0,0 0 2 15,0 0-6-15,1-1 5 0,-4 1 1 0,2 0-1 16,3 1-9-16,-5 0 6 0,3 0-1 0,-1 0 4 0,-8 0-2 16,3 0-3-16,-6 0-6 0,-1 0 2 0,0 0-6 15,-4 0 5-15,3 0 0 0,-1 0 3 0,-1 0-1 16,1 0-2-16,-2 0-3 0,0 0-1 0,0 0-20 16,-1 0-9-16,0 0-4 0,0 0-2 0,0 0-24 0,1 0-23 15,-1 0-62-15,0 0 12 0,-1 0-201 0</inkml:trace>
  <inkml:trace contextRef="#ctx0" brushRef="#br0" timeOffset="-20122.62">16569 15558 554 0,'0'0'61'16,"0"0"-1"-16,-1 0 17 0,-1 0-4 0,0 0-12 0,-1 0-20 15,-1 0-10-15,1 0-11 0,-1 0 4 0,-1 0-20 16,-1 0 11-16,1 0-4 0,0 0 5 0,1 0-3 16,2 0 1-16,0 0-2 0,-1 0 1 0,1 0 5 0,0 0 5 15,-1 0 5-15,1 0-2 0,1 0 1 0,-1 0 3 16,1 0-4-16,0 0 4 0,0 0-5 0,0 0-10 16,0 0 4-16,-1 0-5 0,2 1 10 0,0 0 3 15,0 0-1-15,0 1 0 0,2-1-5 0,-1 0 4 16,1 0-4-16,2 0 2 0,7 5-10 0,1 0 6 15,3 1-3-15,0-1 4 0,1 0-2 0,2 0 0 16,-1-2 0-16,3 0-1 0,-1-1-8 0,1 1 3 0,0 0-6 16,0-1 4-16,0 1-7 0,-1-2 5 0,-1 0 4 15,-1 1-3-15,1-1 2 0,-3-1-6 0,2 1 1 16,-3 0-3-16,-5-1 1 0,-2 0-4 0,-2 0 2 16,-2-1-2-16,6 3 0 0,-5-2-6 0,-1-1-6 15,-1 1 0-15,0 0-32 0,1 0-39 0,-1 0-93 0</inkml:trace>
  <inkml:trace contextRef="#ctx0" brushRef="#br0" timeOffset="-16787.59">17961 14839 603 0,'0'0'0'0,"0"0"11"0,-1-1 103 16,0 0-39-16,0 0 9 0,-1 0-60 0,1-1 3 0,0 0-3 16,0 0 1-16,0-1 3 0,0 1 3 0,-1 0-10 15,0-1 2-15,1 2-2 0,-4-1 6 0,2 1-8 16,-4-3-1-16,2 3 1 0,-3-1 12 0,-2 0 0 16,1 1 3-16,1 0-2 0,-4-7 1 0,-1 1-14 15,-1 2 2-15,0 3-6 0,0 1 0 0,-2 1 1 16,1 0-6-16,-3 3 4 0,2 2 4 0,-2 2-6 15,-2 1 5-15,1 3-5 0,-2 0 6 0,2-8 11 16,-1 16-9-16,3-3 8 0,-1 5-13 0,2 0 6 0,-1-2-1 16,3 2 0-16,1-1-14 0,1 3-2 0,2-1 1 15,3 2-1-15,0-2 4 0,0-2-8 0,1 0 2 16,0 1-4-16,1 0 2 0,-8 2 2 0,5-2-6 16,4 1 4-16,4 0-6 0,2 1 2 0,1-1 4 0,1-2-2 15,2 2 2-15,-1-2-2 0,3 2 1 0,0-2 0 16,1 1 13-16,2 0-11 0,-1-1 11 0,0-4-12 15,-9 1 5-15,12-4-4 0,0-3-2 0,0 1 0 16,2-2-8-16,0 0-1 0,-1-6-3 0,4-1 0 16,-3 0-8-16,2 8 6 0,0-2-9 0,1-5 5 15,2-4-26-15,4-5-52 0,-3-3-66 0,3-3-4 0,1 6-269 16</inkml:trace>
  <inkml:trace contextRef="#ctx0" brushRef="#br0" timeOffset="-16036">18152 15712 625 0,'0'0'76'0,"-2"0"3"0,1 1 13 0,0 0-22 0,0 0-7 16,-1 2-25-16,-1-1 5 0,1 0 2 0,-1 1-1 15,1-1-7-15,1 1-16 0,0-1 1 0,0 0-6 16,-1 1 2-16,1-1-11 0,0 0 6 0,1-1-6 15,0 1 18-15,0-1 2 0,0 0 0 0,1-1 1 16,0 0-6-16,1 0 7 0,0-1-2 0,3-2 4 16,2 2-10-16,1-13-5 0,0-1-4 0,2-2 2 0,0 0-7 15,1-2-6-15,2-1 1 0,-2 0-2 0,1-4 1 16,0 2-2-16,0 1-1 0,-2 1 1 0,-1 1 11 0,-1-1-10 16,-4 0 8-16,0 5-9 0,1 1 0 0,-4 1 5 15,0 2-7-15,7-1 6 0,-2 3-6 0,-3 3 9 16,-1 1 1-16,-2 4 3 0,0 0-3 0,0-1 4 15,0-1 0-15,0 1 3 0,-1 1 4 0,0 0-12 16,-1 1 4-16,1 1-7 0,-4 6 3 0,-6 18-6 16,0 1 3-16,2 2-3 0,0 1 0 0,4-2 3 15,0 0-5-15,3-3 3 0,2-3-1 0,0-2 0 16,0-3 0-16,2-2 0 0,0-2 7 0,2-1-8 16,-1-2 6-16,1-2-6 0,1 0 6 0,-3-3-3 15,7-1 1-15,3-2-2 0,-1 6 0 0,-1-1-2 0,1-2-2 16,5-1 0-16,-5-3 6 0,3-1-3 0,5-3 3 15,-9-1-4-15,6-3-1 0,-1 6 5 0,-2-13-3 16,0-1 3-16,-3-2-14 0,1-1 8 0,-2-1 0 0,0-1 4 16,-2 0 2-16,-3 1-2 0,1 0-6 0,0 3 4 15,-2 0-5-15,2 3 7 0,-3 0 2 0,1 2 1 16,-2 1 0-16,4 5-5 0,-3 3 1 0,-2 2-1 16,0-1 8-16,1 0-1 0,0 0-1 0,0-1 0 15,1 2 1-15,-1 0-9 0,0 1 3 0,0 1-4 16,2 15 3-16,-1 11 2 0,-1 3 1 0,-1 4 1 15,0 0-2-15,2-2-1 0,1 0 2 0,0-5-1 16,2-1 1-16,1-2 2 0,1-1-4 0,0-3 3 0,0-1-3 16,1-3-3-16,1-1-6 0,-2-3 0 0,0-1-24 15,-4-5 3-15,7-4-4 0,1 6 2 0,1-2-28 0,0-4-252 16,3-2 6-16</inkml:trace>
  <inkml:trace contextRef="#ctx0" brushRef="#br0" timeOffset="-15603.21">19330 14674 1532 0,'-1'0'19'15,"0"0"3"-15,-1-2-14 0,0 1-3 0,0 0-8 16,-2 0 3-16,-2-2 3 0,0 0-3 0,2 1 3 16,0 0-10-16,-2-1 5 0,0 1-4 0,2-1 5 15,-1 1 7-15,0 1-11 0,3 1 7 0,-4-2-9 16,-2 1 9-16,-2 1-2 0,-3 0 1 0,3 3 0 16,-2 1 9-16,-1 3-4 0,-1-2 4 0,-1 15-3 15,1 1 3-15,1 3 5 0,0 3-8 0,0 3 7 16,1 2-7-16,2 7 1 0,-1 2-1 0,2 3 0 0,0 4-3 15,3-1-3-15,-1-4 5 0,1 3-5 0,2-1 3 16,0 1 2-16,3 0-3 0,-19 2 3 0,14 0 2 0,6-1 3 16,4-1 2-16,3-4-2 0,1-2-11 0,3-2 2 15,0-4-3-15,2-3 4 0,1-3-3 0,1-5-3 16,-13-4 3-16,18-4-3 0,-1-3-3 0,2 0 4 16,4-4-7-16,-2-3 7 0,2-2-10 0,-1-1 2 15,-1 11-1-15,3-5 1 0,0-6-9 0,-1-2-4 16,1-3-5-16,0-3-1 0,0-3-24 0,-2 0-292 15</inkml:trace>
  <inkml:trace contextRef="#ctx0" brushRef="#br0" timeOffset="-15218.88">19736 15007 1157 0,'0'0'14'0,"-2"0"2"15,1 0 11-15,-1 0-7 0,0 2 3 0,-1-1 2 0,1 0 8 16,-1 0-2-16,1 0 2 0,0 1-15 0,-1 0 4 15,2 0 1-15,-3 5 2 0,-1 0 1 0,0 3-1 16,2-2-3-16,-1 3 3 0,1 0 0 0,0 1 5 16,1 2-1-16,1 3 2 0,-1-1-2 0,0 3-10 15,1 0 0-15,0 1-5 0,0 1-10 0,1 2 8 16,0 2-3-16,0 1 2 0,-2 1-14 0,1 2 4 16,0 2-1-16,-1-2 4 0,1 1-4 0,-1-5-7 15,2-5-4-15,0-2 0 0,0-1-13 0,0-4-16 0,2-2 1 16,-1-3-5-16,1-3-1 0,0 0-53 0,1-3-37 15,0 1-7-15,9 3-137 0</inkml:trace>
  <inkml:trace contextRef="#ctx0" brushRef="#br0" timeOffset="-14869.42">20098 15171 1317 0,'-1'0'57'0,"-1"1"2"16,1 0-9-16,-1 0-13 0,-2 1-14 0,-2 1-4 0,3 0-5 16,-1-1 8-16,3-2-10 0,0 0-2 0,0 2-17 15,-1 2 6-15,0-2-8 0,1 2 12 0,1-3-1 16,0 1-1-16,1 1 2 0,2-1 8 0,10 4-4 15,7-2 7-15,2-2-4 0,1-4 20 0,3 0-9 16,1-3 6-16,-1 0-6 0,2-1 1 0,2 0-3 16,-4 0-8-16,3 0 5 0,-1 1-8 0,-4 1-8 15,-1 0 7-15,-3 2-7 0,-2-1 8 0,-1 2-8 16,-1 1 0-16,-2 0-4 0,1 1 4 0,-4 2-9 16,0-1-5-16,-2 2-2 0,-1-1-16 0,0 1-15 0,-1-1-5 15,-1 1-19-15,0-1-167 0,0 2-207 0</inkml:trace>
  <inkml:trace contextRef="#ctx0" brushRef="#br0" timeOffset="-14436">21123 14924 1278 0,'0'0'35'0,"-1"0"2"0,0 0-7 16,0 0-8-16,-1 0-8 0,1 0-14 0,0 0 6 16,0 0-4-16,0 0 7 0,0 0 0 0,-1 0-10 15,1 0 3-15,1 0-5 0,0 0 10 0,0 1-2 16,0 0 2-16,0 1-3 0,0-1-1 0,0 0 23 15,0 0-5-15,0 0 13 0,0 2 10 0,0-1-2 16,0 1 1-16,0 3-4 0,0 7-8 0,0-1-12 16,0 3 0-16,-1 5-5 0,-1 0-4 0,-1 4-7 0,1 2 2 15,0-2-3-15,-1 2 8 0,2 1-7 0,0-1-2 16,0 1-1-16,-2 1 4 0,2 3-4 0,0 0 3 16,0 2-5-16,-1-1-2 0,-1 0 7 0,1-2-2 15,-1-2 4-15,1-1 0 0,0-4-5 0,-2 1 1 0,2-5-3 16,0-3-6-16,-1-2 2 0,1-2-8 0,1-3 3 15,-1-1-20-15,1-3-18 0,1-2-2 0,0-1-12 16,0 0-79-16,0 1-54 0,0-2-25 0,1-1-9 16,1-1-129-16</inkml:trace>
  <inkml:trace contextRef="#ctx0" brushRef="#br0" timeOffset="-14018.45">21396 15049 1537 0,'-1'0'66'0,"0"0"2"0,-2 0-18 15,-1 1-10-15,-6 1-21 0,4-1-2 0,0 2-3 16,-1 0-3-16,1 0 0 0,1 0-3 0,-2 2-3 16,2-2-1-16,-3 3-2 0,-2 1-5 0,2-4 2 15,-3 4-1-15,1 2 2 0,-3-1 4 0,-2 1-7 16,0-1 9-16,0 2-8 0,0 0 6 0,0-2-2 15,-2 1 1-15,2 0 0 0,1 0 6 0,0-1-1 0,2-1-4 16,1 0 4-16,0 0 5 0,1-1-5 0,2 1 7 16,1-1-8-16,2 1 5 0,0 0-7 0,2-1-4 15,1 1 0-15,0-1 2 0,-4 1-11 0,3 0 1 16,1 2-5-16,0-1 5 0,2 0 4 0,2-1 0 16,1 0 1-16,2-1 2 0,5 0-1 0,7-1 4 0,1-2-3 15,0-1 3-15,2 2 3 0,3-3 0 0,0 0 3 16,1 1 5-16,2-1-6 0,-3 0 0 0,1 12-1 15,-1-5 2-15,-1-4-9 0,1-2 0 0,-3-1-5 16,-3-1 2-16,-2 0-2 0,-3 0 2 0,-1 0-2 16,0 0-8-16,-3 0-5 0,1 0-7 0,-3 0 1 15,0-1-17-15,-1 0-3 0,1 0 1 0,0-1-3 16,-2 1-9-16,2-1-192 0,0-2 19 0,0 0-89 0,1-6-100 16</inkml:trace>
  <inkml:trace contextRef="#ctx0" brushRef="#br0" timeOffset="-13517.45">21569 14630 1476 0,'-1'0'44'0,"-2"0"98"0,-5-1-134 0,-1-2 7 0,2 2-7 16,2 0 6-16,0 0-6 0,3 1-6 0,1 0 4 16,-2 0-5-16,2 0 5 0,-1-1-6 0,-1 0 4 0,1-1-4 15,0 1 11-15,1 0-9 0,-1 0 3 0,1 0-4 16,0 1 9-16,0 0 4 0,0 0 5 0,0 0-1 16,-1 0-2-16,1 0 7 0,1 0-2 0,0 1 5 15,0 0 0-15,0 0 2 0,1 0-6 0,1 2 4 16,1 4-5-16,4 5-7 0,1-1 1 0,-4 3-4 15,9 2-5-15,2 0-1 0,0 1 2 0,3 2-1 16,1-1 4-16,1 1-11 0,2 2 3 0,4 3-5 16,-2 1 9-16,0 0 0 0,-1 0-3 0,-1 2 0 0,-1-2-7 15,3 2 2-15,-1 1 1 0,-1-1 1 0,3 1 0 16,-2-2 2-16,-4-1 1 0,0-2 1 0,-1 1-4 16,-3-1 0-16,-2 1-1 0,-1 0 1 0,0 0 11 0,-3 2-10 15,-1-1 6-15,-2 4-7 0,-1 2 0 0,-3 3 8 16,16 2-2-16,-10 2 5 0,-6 0-5 0,-4-1 4 15,-3-2-2-15,-2-3 4 0,-2 1 2 0,0-2-1 16,-3-1 2-16,-1-1-3 0,-1-2 7 0,13 1-4 16,-18 0 1-16,-1-1-3 0,0 1-3 0,-3 0 0 15,3 0-3-15,-1-3 0 0,1-1-10 0,1-3-2 16,1-3-6-16,0-4-2 0,3-4-45 0,-1-3-162 16,6-1-68-16</inkml:trace>
  <inkml:trace contextRef="#ctx0" brushRef="#br0" timeOffset="2378.38">15550 6798 16 0,'0'0'0'0,"-1"0"90"0,0-1 21 0,0 0 14 16,-1 0 7-16,-1 0-86 0,0-2-15 0,-1 1-4 16,-1 0-7-16,2-1 6 0,-1 1-8 0,-3-2-7 15,0 1 13-15,0-1-11 0,-1 1 8 0,1 0 12 16,1 1-9-16,-2 0 11 0,1-1 0 0,-1 1-1 16,-3 0 5-16,4 0-3 0,-5 0 20 0,2 0-20 15,1 1 10-15,1-1-14 0,1 1-1 0,0 0-18 16,1 1-3-16,0 0-4 0,-2 0-5 0,0 0 0 0,-2 0 2 15,3 0 0-15,-1 1 8 0,0 2-8 0,0 0 6 16,-2 2-7-16,2 0 8 0,-1 0-5 0,0-3 2 16,2 7-3-16,-1 0-4 0,2 1 10 0,0-2-4 15,4 0 8-15,0 1-4 0,0-4-8 0,-2 1 0 16,0-1-2-16,3-1-6 0,-1 0 14 0,2-1-7 0,0 0 10 16,0-1-5-16,0 1 11 0,0-1-1 0,0-1 1 15,1 2-13-15,-1-2 9 0,1-1-4 0,6 1 5 16,1 0-2-16,1 5 0 0,0 0 0 0,2-1-1 15,-1-2-11-15,3 1 2 0,-1-2-2 0,0 0 2 16,4 0 4-16,-4-1 2 0,-2-1-3 0,0 0 0 16,-3 0-4-16,-2 0 3 0,0-1 5 0,4-1-3 0,-6 1 8 15,4-1 3-15,-1 0-6 0,-4 0 6 0,0 2-4 16,-1-8-4-16,5 0 2 0,-2 0-3 0,0-1 2 16,-1 1-5-16,-1 1 0 0,-1 0-1 0,-1 2 7 15,0 0-4-15,0-1 3 0,0 1-4 0,-1 1-1 0,-1 2 1 16,1 0 5-16,0-1-3 0,0 2-2 0,0 0-5 15,0 0 1-15,-1 0 0 0,1-1 12 0,0 1-6 16,0 0 3-16,0 0-3 0,-2 0 10 0,1 1-11 16,0 0 4-16,-1 0-6 0,1 0 4 0,0 0-7 15,-1 1 4-15,1 0-4 0,1 1-2 0,-2 3 8 16,-1 6-8-16,0 1 6 0,3 0-3 0,1 1-3 16,0 2 1-16,0-3-1 0,1 1 3 0,0-1-2 15,0 0 5-15,2-2-6 0,0 1 6 0,1-2-4 16,1 1-2-16,-2-2 0 0,2-1 5 0,-3-3-5 0,5-2 3 15,4 0-3-15,-1 0 5 0,-1-1-4 0,-1 5 5 16,-3-4-5-16,4 3 14 0,-4-4-10 0,-1-1 1 16,0 0-5-16,-2 0-4 0,1 0 7 0,-2 0 3 0,0 0 1 15,2-5 0-15,5-7-8 0,-4 2 0 0,0-2-1 16,-3 0 4-16,-1 2-1 0,0-2-1 0,-2 1 2 16,-2 0 7-16,1 0-9 0,-2 3 6 0,0 0-8 15,0 1 1-15,1 1 2 0,-1 0 0 0,1 1 2 16,3 2-8-16,-5 1 6 0,-1 0 0 0,-2-5 4 15,2 2 0-15,0 2-4 0,-3-1 2 0,3 3-1 16,-3 1-4-16,-1 0 1 0,3 1-1 0,0 3 1 0,2-1 6 16,-1 2-4-16,1-3-2 0,0 9 0 0,1-1-6 15,1 1 9-15,-1-2-3 0,4 3 6 0,-2-1-11 16,-4-2 5-16,0 3-2 0,4-3 3 0,-1 2-1 0,3-3-2 16,1 0 0-16,0 1 0 0,0-3 2 0,1-1 0 15,0 0 0-15,2 0 0 0,-1 0 7 0,3-2-5 16,7-1-2-16,3 0 0 0,-3 6-2 0,4 0 5 15,-1-4-3-15,-4-3 3 0,5-1-7 0,-1-1 0 16,-1-2 4-16,1 0 0 0,-4-1 6 0,-1 1 0 16,-2-1-2-16,-1 1-1 0,0-2-3 0,-1 0 1 15,-1 4 1-15,0-6 2 0,-3 0-3 0,0 0 4 16,1 0-1-16,3 0 3 0,-2-2 1 0,0 2-1 16,-2 0-5-16,-1 0 3 0,-1 0-3 0,0 1 0 0,-1-1 4 15,0 0-3-15,-1 1 3 0,-1 2 4 0,0-1 1 16,-4 0 1-16,-6 2 2 0,0 2 0 0,-4-10-1 15,0 4 0-15,3 3-4 0,-6 2 1 0,3 2-2 16,-2 4 1-16,-2 1-8 0,2 3 7 0,1 1-1 0,1 0 2 16,3-5-14-16,2 11 8 0,1 2-5 0,4-4 5 15,1 2-9-15,2-3 2 0,3-1 2 0,-6 0 0 16,3-3 0-16,2 0 2 0,1-1 0 0,1-1 1 16,0-1 0-16,1 0-5 0,1-1-2 0,4-1-1 15,12-2 5-15,1 11 2 0,1-5-4 0,0-5 3 16,1-2-2-16,-1-3-3 0,0-3 3 0,1-3-5 0,-2 0 2 15,-2 0 5-15,-2 0 1 0,-5 2 0 0,0 4 0 16,-3-8 2-16,0 2 2 0,-3-1 0 0,-2 2 2 16,2 2 0-16,0 0 0 0,-2 2 0 0,-1-1-5 0,0 2 1 15,-1 0-3-15,0 1 2 0,0 1 0 0,0-1-10 16,-1 0 5-16,0 0-7 0,-4-1 5 0,-6-2-12 16,-2 1-3-16,2 3-4 0,3 1-36 0,1 0-117 15,-1 1-16-15,1 0-49 0,1 0-223 0</inkml:trace>
  <inkml:trace contextRef="#ctx0" brushRef="#br0" timeOffset="3615.97">19466 6102 548 0,'-1'0'40'0,"0"0"-57"16,0 0 45-16,0 0-27 0,-1 0-5 0,0 0 6 16,1 0-1-16,-5 4 5 0,-1 0 13 0,-1 2 1 15,2 5 11-15,0 1-7 0,2 2 12 0,0-4 11 16,-1 0-1-16,0-1 6 0,2-2 16 0,-3-2-4 0,4 2-1 16,-2-2-1-16,0-3-18 0,1 2 0 0,1-1-5 15,-1-1 3-15,1 3-10 0,1-2-5 0,1-2-2 16,-1 1-1-16,-1 0-13 0,1 1 7 0,0-1-7 0,1-1 8 15,-1 3-3-15,1-3 7 0,0 0-4 0,0 1 2 16,1 1-17-16,1-1 7 0,1-1-6 0,13 6 5 16,-3-4-10-16,0-2 1 0,1-1 1 0,-3-1 0 15,2-3-4-15,-3 0 8 0,2-2-9 0,-3 0 8 16,0 0-7-16,-1 2-1 0,-1-10 4 0,-1 5-4 16,-1-3 6-16,-2-1 3 0,1 6 1 0,-2-5-1 15,-1 4-3-15,6-1 4 0,-1-1-1 0,-2 2 1 16,-1 0-3-16,-2 3 4 0,0-1-3 0,-1 2 2 0,0-1-8 15,0 0 3-15,0 3-5 0,0-1 4 0,0 1 2 16,-1 0 1-16,0-1 6 0,0 1-5 0,-1 1 10 16,-7-1-9-16,-4-1 1 0,-2 3-3 0,1 3 5 0,-2 0-2 15,1 3 0-15,5 1-1 0,-4 1-1 0,1-7-7 16,0 12 2-16,0-3-5 0,7 6 9 0,0-3 0 16,1 0-1-16,4 0-1 0,-2-5-5 0,-4 2 3 15,1-1-1-15,2 0 1 0,2 0 0 0,1-2 4 16,1-1 0-16,1 1 2 0,1-1 5 0,2-1-8 15,1 1 0-15,4-5-3 0,6 3-3 0,1-3 9 16,4 0 0-16,0 2 3 0,0 8-6 0,-2-3-8 16,1-5 6-16,0-2-6 0,-3-1 10 0,1-1-5 0,-3-1 0 15,-2-2 0-15,0 1 6 0,-3-2-6 0,-1 1 3 16,-1 0-3-16,-2 0 11 0,0-3-4 0,-3-2 0 16,-1 0-3-16,6-1 0 0,-1-1 1 0,-1 0 1 15,-3-2-1-15,-1 3 4 0,-1 3-6 0,-1-1 4 0,0 2-6 16,-3-1 3-16,1 2 10 0,1 4-5 0,-9 0 6 15,-1-7-1-15,0 2-8 0,1 2 4 0,-1 2-6 16,0 2-2-16,2 1-3 0,0 1 1 0,2 2-1 16,0 0 7-16,1 0-5 0,1 1 0 0,1-4-1 15,3 7 3-15,1-1-2 0,-4 0 4 0,2-2-5 16,0 2-5-16,1 1 1 0,0-2-8 0,2 1 4 16,0-2-31-16,2 0-37 0,-1-3-6 0,0 1-22 0,6-2-133 15</inkml:trace>
  <inkml:trace contextRef="#ctx0" brushRef="#br0" timeOffset="5048.25">1529 13005 256 0,'0'0'148'0,"-1"0"-63"0,-1-1 48 16,1 0 5-16,0-2-111 0,1 1-8 0,-1-4 1 15,0-1-5-15,-1 1 8 0,2 1 7 0,-1-1-5 16,0 1 2-16,1 1-5 0,0 1 1 0,0-1 11 0,0 3 5 16,0 0 2-16,0-1 23 0,0 0-11 15,0 0-5-15,-1 1-3 0,0-1-18 0,0 1-8 0,-1 0 12 16,1 0-9-16,0 1 10 0,0 0-6 0,0 1-7 16,0 1 4-16,-3 5-8 0,-4 11 1 0,2 1-4 15,0 0 2-15,2-2-5 0,1 5-4 0,1-2 4 0,0 1-4 16,2 1 1-16,0 2-8 0,0 0 6 0,0 2-7 15,3 0 2-15,0 5 6 0,1-2-5 0,-1 4 7 16,0-3-3-16,0 1-7 0,1 0 2 0,0-3-5 16,1 0 5-16,0-3 4 0,0 1 0 0,-1-6 3 15,2 0-5-15,0-3 1 0,-1-3-2 0,1 0 0 16,0-1 0-16,-2-2 0 0,2 0 5 0,0-2-2 16,-1-1 4-16,-1-1-13 0,1-1 2 0,-3-2-6 0,7-1 8 15,-1-2-2-15,0 5 0 0,-1-1-1 0,0-3-2 16,-1-1 15-16,1-1-2 0,-1 0 8 0,3-2-3 0,0-3 6 15,-1-2-3-15,-1-11 3 0,0-4-5 0,-1-2 3 16,1-1-2-16,1-4 1 0,-2-4-4 0,4 0-8 16,-2-6 5-16,2-2-6 0,2 1-7 0,-3-4 2 15,0 2-1-15,-5 0 4 0,0-1 7 0,1 3-6 16,1 3 1-16,-3 0-2 0,1 3 8 0,0 2 0 16,-1 4 0-16,0 2 0 0,-2 5 5 0,11 3 8 15,-5 3-4-15,-3 5 5 0,-3 0-8 0,0 4-14 16,-1 2 3-16,0 1-7 0,0 1-1 0,0 0-27 15,0 0-3-15,0 1-10 0,0 0-47 0,0 1-124 0,1 1-19 16,0 2-49-16,9 18-193 0</inkml:trace>
  <inkml:trace contextRef="#ctx0" brushRef="#br0" timeOffset="5581.04">1966 13439 910 0,'0'0'5'0,"-1"0"2"0,0 0-12 15,0 0 0-15,-1 0-4 0,1 0 14 0,0 1-6 16,1 1 4-16,0 5-4 0,-1 12 22 0,-1-1-7 16,-1 4-4-16,0 1-2 0,-1-1-10 0,-1 1 13 15,1 0 8-15,-1-1 1 0,2-1 20 0,-1-3-7 16,0-2 5-16,2 0-4 0,0-3 10 0,1-2 5 16,-1-1-6-16,1-2 5 0,0 0-9 0,0-1-3 0,1 0-4 15,0-1-2-15,0-1-8 0,0 0-5 0,0-1 1 16,0 0-3-16,1 1-9 0,0-2-2 0,0-1 4 15,-1 0-2-15,3-1 11 0,7 1-4 0,2-1-4 16,0 8 1-16,-2-4-4 0,0-1 2 0,2-2 3 0,-3-2-2 16,0 0 4-16,1-2 3 0,0-2 0 15,1 0 2-15,-2-2 3 0,1-1 7 0,-2 1-2 0,-1-8 4 16,-1-2-1-16,0 1-6 0,0 0 0 0,-3-2-2 16,0-1-4-16,8-1 2 0,-2-1-1 0,-6 0-1 15,-1-3-6-15,-2 0-5 0,0-1-3 0,-2 1 1 16,0 2 2-16,-2 1 2 0,0 2 1 0,-2 2-2 0,0 3 0 15,1 5 1-15,-1-2-1 0,4 5 0 0,-11 0-1 16,1 2-9-16,0 2-3 0,-2-8-3 0,0 3-14 16,-1 3-57-16,0 5-5 0,-3 3-27 0,3 4-103 15,-1-2-189-15</inkml:trace>
  <inkml:trace contextRef="#ctx0" brushRef="#br0" timeOffset="6065">1294 14113 1070 0,'-2'0'42'0,"1"0"-50"0,-1 0 48 0,1 0-25 16,-2 0-7-16,2 0-12 0,-1 0 4 0,-1 0-4 15,2 0 4-15,0 0-4 0,0 0 1 0,0 0-2 16,0 0 5-16,1 0 13 0,0 0-8 0,0 0 8 0,0 0-15 16,0 0 23-16,1 0-4 0,0 0 11 0,0 0 7 15,1 0 11-15,1 0 0 0,5-2 2 0,0 1-5 16,2 0-3-16,-2 0 0 0,4 0-1 0,2-2-10 0,1 2-4 15,3 0-5-15,2 0 0 0,1 0-12 16,0-2 2-16,0 1 0 0,3 0 0 0,-1-1-2 0,3 1 4 16,2-3-3-16,5 1 2 0,1-1-11 0,4-2 3 15,2 0 1-15,2-3 1 0,-1 2 5 0,4-1 3 16,-4 0-1-16,-1 0 0 0,-1-2-1 0,-4-2 2 16,-1-1-5-16,-3 1 3 0,0 2-6 0,-4 0 9 15,2 2-5-15,-3 0 6 0,-3 1-3 0,-1 1 1 16,-6 0 2-16,3 0-3 0,0 1-6 0,-5 3-1 15,-5 0-2-15,-2 2-1 0,-4 1-7 0,-1 0-7 0,-1 0 0 16,1-1-5-16,1 0-20 0,-1 0-84 0,-1-1-9 16,1 2-36-16,-1 0-132 0</inkml:trace>
  <inkml:trace contextRef="#ctx0" brushRef="#br0" timeOffset="6665.11">1516 14562 1163 0,'-1'0'52'0,"-1"0"10"0,0 0-6 16,0 0-23-16,-4-3-2 0,2 2-13 0,2 0-18 15,1-2-1-15,-7-9-4 0,2 1 4 0,1-2 4 16,3 0 2-16,0 4 0 0,2-3-1 0,0 3-3 16,2-3 1-16,0 3-1 0,0 0 13 0,-1 2 4 15,-1 5 9-15,2-2-2 0,-2 3 28 0,0 0 19 16,0 0-6-16,1-1 9 0,0-1-18 0,-1 1-26 0,0 1-1 16,0 0-9-16,0-1-10 0,0 2-4 0,0 0 3 15,0 2-4-15,0 0 4 0,1 4-6 0,3 10 0 16,-1 3-2-16,1 0-5 0,0 2 4 0,1 1-2 15,0 1 2-15,1 0-4 0,0 1 3 0,-2 0 1 16,2 1 2-16,1 2-4 0,0 0-1 0,-1-1 2 0,1 1 0 16,0 0 7-16,0 1-7 0,0-1 0 0,1 2-2 15,-3 0 6-15,1-2-3 0,0-1 2 0,0-2-3 16,0-4 0-16,0-4 0 0,0-2 0 0,0-2 0 16,-2-3 0-16,1-1-1 0,0 0 4 0,-4-6-3 15,1 1 8-15,3-1-9 0,1 2 1 0,-2 0-1 16,4-1 4-16,-3 0 4 0,2-1-7 0,1-1 3 0,-3-1-5 15,2-2 5-15,2-3 0 0,1 2 1 0,1-16-1 16,-2-4-3-16,4-1 0 0,-7-4-1 0,2-3 2 0,1-2-1 16,-1 0 0-16,2-1-1 0,-3-1 5 0,3-2-4 15,-1 0 2-15,1 0-3 0,-2 0-5 0,1-3-4 16,1 0 5-16,-1 1-3 0,-1 0 9 0,-2 4-4 16,-1 2-2-16,10 2 0 0,-5 8 3 0,-5 5 4 15,-1 2-4-15,0 5 2 0,-2 2-16 0,-1 3 0 16,-1 2-3-16,0 2-1 0,0 1-30 0,1-2-50 15,0 1-33-15,1 1-11 0,0 0-157 0</inkml:trace>
  <inkml:trace contextRef="#ctx0" brushRef="#br0" timeOffset="7215.66">2090 14925 810 0,'-2'0'486'0,"1"0"-687"0,-1 0 588 0,-5 0-338 16,1 0-25-16,4 0-11 0,-1 0-3 0,1-1 0 16,0 0-2-16,-1 0-12 0,2-1 4 0,0 1-7 0,0 0 12 15,0 0-12-15,1 0-1 0,0 0-6 0,0 1-6 16,1 0 11-16,0 1-2 0,2 6 5 0,7 16-1 15,-2 7 16-15,-2-2-5 0,-1 3 9 0,-2-3 2 0,-2 0 2 16,1-2 3-16,-2-1-3 0,0-4 1 0,0-2-12 16,0-3 8-16,1-3-9 0,-1-2 6 0,0-3-1 15,1-2-5-15,-1-3 3 0,1 2 0 0,-1-3-4 16,0-1-2-16,1 2-2 0,0-1-10 0,1-1 0 16,-1 0 3-16,1-1-2 0,0 0-2 0,1-1-9 15,1-5 3-15,8-14-4 0,-1-1 4 0,-2-2 8 16,1-3-10-16,-1-2 10 0,-2-1-9 0,-1 0 13 15,1-2-1-15,-1 2 6 0,1-3 15 0,-1 8-10 0,-1 4 6 16,-2 3-9-16,-1 7 4 0,1 0 8 0,-1 2 3 16,-1 2 0-16,-1 2 1 0,1 2 6 0,-1 0-5 15,0 1 6-15,2-1-2 0,-1 2-9 0,0 0 0 16,0 2-3-16,-1 0-1 0,6 19 1 0,-2 5 5 16,-2 1-3-16,-1-1-2 0,-1 4 8 0,0 0-9 0,0-2 8 15,0 0-7-15,0-3-3 0,0-1 2 0,0-2-2 16,0-2 7-16,0-4-11 0,0 1 8 0,0-4-10 15,0 0 5-15,0-3-5 0,0-2-1 0,0 0 0 16,0-4-2-16,0-1-4 0,0 0-2 0,0-2-1 16,0 0-13-16,0 2-21 0,0-1 1 0,0-1-9 15,0 1-16-15,0-2-38 0,0-2-22 0,0 1-6 0,0-9-86 16,-1-10-106-16</inkml:trace>
  <inkml:trace contextRef="#ctx0" brushRef="#br0" timeOffset="7448.78">2098 14724 1006 0,'-1'0'98'0,"0"0"-79"15,-1 0 110-15,0 0-42 0,0 0-19 0,-1 0-24 16,1 0-8-16,0 0-4 0,0 0-16 0,1 0 3 16,0 0 1-16,0 0 0 0,1 0 4 0,0 0-2 0,1-1 3 15,0 0-4-15,2 0-9 0,8-5 6 0,7-3-5 16,2 1 5-16,3-1-8 0,1 1 6 0,1-1-4 15,-2 2 5-15,-2 0-2 0,3 0-14 0,-4 1 2 16,2 0-7-16,-1 2 2 0,-2-1-18 0,-1 1-1 0,-4 2-9 16,0 1-22-16,-2 0-148 0,-2 0-23 0</inkml:trace>
  <inkml:trace contextRef="#ctx0" brushRef="#br0" timeOffset="8049.76">890 13996 807 0,'-1'0'52'0,"0"0"-3"15,0 0 55-15,-8 3-14 0,4-2 8 0,-7 2-32 16,1 0-26-16,-3 0 4 0,2-1-12 0,8 0 0 15,-1-1-9-15,1 0 3 0,2 0-6 0,1-1-7 0,-1 1 5 16,-1 1-14-16,2-1 11 0,0 0-11 0,0 0 18 16,-1 0 0-16,2 0 4 0,2 1 1 0,-1-1 7 15,1 0 3-15,3 1 0 0,11 5 2 0,2-2-15 16,1-1 6-16,1-2-10 0,0-1 0 0,-3-1-11 16,1-1-2-16,2 1-1 0,-2-1-3 0,-1-2-1 15,-1 2-2-15,-3-1 0 0,-1 1-9 0,0-2-1 16,1 2-4-16,-1 0 1 0,-1 0-18 0,-3 0-14 15,0-1-2-15,-3 2-9 0,1-1-53 0,-4 1-107 0,0 0-4 16,-1 0-39-16,1 0-73 0</inkml:trace>
  <inkml:trace contextRef="#ctx0" brushRef="#br0" timeOffset="8252.6">845 14277 1339 0,'0'0'29'16,"0"0"2"-16,-1 0 39 0,0 1-21 0,0 1 14 0,0-1-41 16,0 0 2-16,-1 0 1 0,2 0 0 0,0 0 2 15,2 1-8-15,-1-1-1 0,1 0-2 0,5 0-1 16,8 2-7-16,1-3-4 0,0 0-2 0,4-3-18 16,-1 0-23-16,0-1-4 0,-5 1-7 0,-2-1-21 0,-3 2-94 15,-1-2-13-15,-2 2-38 0,0-1-137 0</inkml:trace>
  <inkml:trace contextRef="#ctx0" brushRef="#br0" timeOffset="8701.41">659 14161 401 0,'0'0'154'16,"-2"-1"12"-16,1-1-22 0,0 1-33 0,0-1-34 15,-6-10-20-15,0-1-30 0,0-1 2 0,2 1-12 16,1-1-7-16,2 2-5 0,2 2-1 0,0-1 0 16,1 3 7-16,0 1-9 0,-1 3-2 0,0 0 0 15,0 0 10-15,0 1 9 0,0 0 15 0,0 2-6 0,0-1 26 16,0-1-9-16,0 1-3 0,0 1-2 0,-1 0-16 15,0-1 6-15,0 1-9 0,0 1 7 0,0 0-5 16,-1 1-8-16,1 1 0 0,0 0-4 0,-1 11-9 0,-2 6 4 16,3 0-2-16,0 2 1 0,1 0-5 0,0 2 2 15,3 4 3-15,2 3-1 0,0 4 1 0,1 4-5 16,-4 2-1-16,0 2-1 0,-1 0 3 0,-1 4 4 16,0 0-1-16,0-1 0 0,-2-1-4 0,-1-2 7 15,-3-3-2-15,-1-2 5 0,2-2-6 0,1-4-4 16,1-1 2-16,1-3-2 0,-1-4 1 0,2-3-1 15,0-4 0-15,0-4-2 0,-1 4 1 0,2-9-2 16,0 1-7-16,0-4 1 0,0-1-30 0,0-1-32 0,0 0-2 16,0 1-14-16,0-2-41 0,0-1-72 0,0 0-24 15</inkml:trace>
  <inkml:trace contextRef="#ctx0" brushRef="#br0" timeOffset="9100.94">811 14236 1456 0,'-1'0'45'0,"0"0"74"16,-1 1-51-16,-1 0-20 0,1-1 2 0,-4 3-11 0,5-3-12 16,-1 1-10-16,0-1 0 0,-3 8-5 0,-1 2-1 15,0 0-9-15,-1 2 1 0,0 4-4 0,1 0-2 0,0 0 4 16,0 3 0-16,-1 2 2 0,0 0-3 0,0 3 4 15,-1-3-2-15,-1-2 5 0,0 2 1 0,0-2-6 16,-1-3 8-16,2-2-8 0,-1 0 0 0,0-2 4 16,7-1-1-16,-7-1 2 0,4-1-1 0,0-2 2 15,0-1 1-15,2-1 1 0,1 0 0 0,0-1-7 16,0-1-7-16,2-2 3 0,-1 2-1 0,1-2-4 16,-1 1 9-16,1-1-6 0,-2 3 3 0,2-3 1 15,0 1-5-15,2 1 3 0,-2-2-3 0,9 0 6 16,5 2-5-16,3-1 3 0,0 0-3 0,1 1 3 0,1 0 5 15,0 1-3-15,-3-1-2 0,5 1 2 0,-1-1-3 16,3 1 3-16,-8-1 6 0,1 0-6 0,0 0 1 16,-8 0-3-16,9-1 4 0,0-1-6 0,-2 1 4 15,5 10-6-15,-5-5-7 0,0-2-32 0,-1-3-1 0,-1-1-12 16,0-1-22-16,-2-1-113 0,3-3-18 0,-1-2-44 16,4-5-171-16</inkml:trace>
  <inkml:trace contextRef="#ctx0" brushRef="#br0" timeOffset="9618.5">2746 13587 610 0,'-1'0'126'16,"-1"0"6"-16,-7 0 10 0,-10 0-27 0,4 1-19 16,3 0-7-16,0 2-37 0,3-2 7 0,1 0-17 15,1 1-3-15,2 0-19 0,1-1 0 0,2-1-6 0,1 0-3 16,0 0-3-16,-2 1 3 0,2 0-2 0,0 0 6 15,1 0 21-15,0 1-6 0,1-1 10 0,0 0-5 16,2 0 6-16,7 3-1 0,4-1 3 0,4-2-2 0,1-1-19 16,-1-1 4-16,3-1-9 0,-1-1-8 0,-1 0-2 15,-4-1-4-15,2 0 2 0,-2 0-5 0,-1 1-5 16,0-1-4-16,-2 1-3 0,-1-1-25 0,0 1-24 16,-1-1-8-16,1 1-15 0,0-1-112 0,-4 3-143 15,0-2-58-15</inkml:trace>
  <inkml:trace contextRef="#ctx0" brushRef="#br0" timeOffset="9818.39">2794 13772 1668 0,'0'0'52'15,"0"0"3"-15,-1 0 0 0,0 1-10 0,1 0-9 16,0 0-6-16,1 0 2 0,1 0-7 0,6 4 5 15,12 3-13-15,3-1-7 0,-2-2 0 0,5-1-4 16,-3-2-8-16,3-2-19 0,0-1 0 0,0-1-10 16,1-6-38-16,1-1-50 0,0-2-65 0,5-5-7 15,3 14-325-15</inkml:trace>
  <inkml:trace contextRef="#ctx0" brushRef="#br0" timeOffset="13455.77">4076 12691 204 0,'0'0'0'0,"0"0"54"0,0 0 24 16,0 0 37-16,0-1 14 0,0 0-40 0,0-1-11 16,0 0-33-16,0 1 4 0,-1-7-6 0,-1-1-1 0,1 0 2 15,0 1-10-15,-1-2 8 0,-1 1-12 0,1 0-5 16,-2 0 5-16,2 2-6 0,-1 0-7 0,-1 0 11 15,-1 0-14-15,2 1 13 0,2 2-7 0,-8-1 11 16,1 2 4-16,-2 0-1 0,-2 1-2 0,0 0-1 16,-3 0 0-16,-2-9 0 0,1 4 0 0,1 4-15 15,-2 2 4-15,-3 1-8 0,0 2 0 0,-3 2-4 16,-2 1-4-16,3 3 2 0,-3 2-1 0,0 2 5 16,2 2 0-16,-1-9 0 0,4 15-16 0,-1 1 14 0,2 1-8 15,2 2 11-15,-1-1-12 0,6 2-1 0,2-2 2 16,1-1-1-16,1 0 1 0,3-1 0 0,1-2 1 15,1-1 0-15,1-2 6 0,-7-2-6 0,2 0-1 16,3-3-1-16,2-1-1 0,0-3 4 0,2-1-2 16,0 1 2-16,0-3-5 0,2 1 6 78,-1-3-3-78,0 0 3 0,1 1 0 0,7 0-2 0,4 2 4 0,-1-3-5 0,3-2-9 0,0 0 13 0,-1-2-9 0,1-3 9 0,1-2-6 0,-1-3-2 0,1 1 4 0,-2-11-3 0,2-1 6 0,0-2-4 15,-2-1-3-15,3 2-2 0,-3-3-2 0,3 3 8 0,0-1 0 0,-3 1 1 0,-1 2-2 0,-4 1-3 0,0 2 4 0,0 3 0 16,-1 1 9-16,-2 3-8 0,-2 3 2 0,-3 2-3 0,0 3 1 16,-1 1 14-16,0 0-2 0,2-2 6 31,1 1-11 16,-2 1-3-16,0 0 2-31,0-1-2 0,0 2 4 78,1 0-8-78,-2 2-1 0,0-1-2 78,0 1 0-78,2 10 4 0,1 3-1 0,1 3 2 0,1 2-2 0,-1 1 1 0,2 5-2 16,0 3 0-16,0 1-4 0,1 4 6 0,-1 0 3 0,1 1-3 0,-1 4-9 0,0 1 8 0,-3-1 0 0,1 1 4 0,-3-1-1 0,0 3-4 0,-1-1 0 0,-2 5 0 0,-2-3 0 0,-2-3 0 0,-1-2 1 16,0-7 2 30,0-4 12-30,-1-4-13-16,0 0 6 0,0-5-9 0,-1-1 2 0,2-3 11 0,1-4 1 0,2-2 4 0,0-4 2 0,1-1-1 0,-6 2-1 0,0 1 0 0,0-2-10 0,-1-3 2 0,1-1-7 0,1-2 6 0,2-1-4 16,1 0-7-16,-1-7 5 0,3-8-5 0,0-4 8 0,-1-2-12 0,2 0 7 0,-12-2-9 0,5-1 9 0,4-1 0 0,5 0-3 0,2 2 1 0,2 1 2 0,2 3 6 0,2 0-6 0,0 0 5 0,3 4-3 15,0 0-3-15,-9 3 4 0,12 2-4 0,2-1 3 0,-1 2-3 0,1-1 1 0,-2 1-1 0,1 3 1 0,2-1-14 0,-2 2-2 0,0 3-3 0,-2 0-8 0,0 2-2 0,-1 1-1 0,-1 1-3 0,-1-6-27 0,0 2-110 0,-3 3-11 16,1 0-40-16,1 2-108 0</inkml:trace>
  <inkml:trace contextRef="#ctx0" brushRef="#br0" timeOffset="14555.38">4195 13181 433 0,'0'0'69'0,"-2"0"-6"0,1 0 59 0,0 0-10 0,0 0-2 15,0 0-37-15,-2 0-2 0,1 0-11 0,0 0 5 16,-1 0-23-16,1 0-14 0,-2-1 3 0,2 0-9 16,0 0-1-16,-1 0-2 0,2-1 0 0,0 1-2 15,0 0 2-15,0 0 15 0,-1 0-4 0,1 0 5 16,0-1-15-16,0 1-9 0,0 1 0 0,0 0-3 15,-1 0-2-15,1 1-5 0,0 1 3 0,0 0-2 16,-2 7 2-16,0 9 7 0,1 2-3 0,-1-1 4 0,2 2-1 16,0-2 1-16,0 2 2 0,1 2 0 0,0-1-1 15,0 0-1-15,0-4 0 0,0-1 1 0,0 1 7 16,0-2-6-16,0 0-5 0,0-3 0 0,1-3-2 0,0-1-7 16,0 1 7-16,0-2-7 0,1 0 10 0,-1-1-7 15,-1-2 1-15,1 1-4 0,-1-2-8 0,0-2 11 16,1 1-1-16,0 0 6 0,0-1 1 0,1-1-3 15,-1 0 0-15,0 1 0 0,0-1-5 0,0-1 3 16,1-1-3-16,-1-1 2 0,1-5-4 0,4-10-1 16,-1-2 2-16,-2-1 0 0,1 0 2 0,0-1-1 15,2 1-1-15,0-1 0 0,0 1-6 0,0 1 6 16,0 1-4-16,0 1 4 0,-2 0-6 0,1 3 4 16,1-1 3-16,-2 5 1 0,0 2 2 0,1 1-7 0,-2 2 1 15,0 2-4-15,-1-1 6 0,0 3 5 0,4-4-3 16,4 1 3-16,-1 1-10 0,2 3 4 0,-2 0 2 15,1 4 1-15,-2 1 9 0,-1 0-11 0,3 15-2 0,-4-2-2 16,0 2 9-16,0 2 1 0,-4-2-3 16,3 4 0-16,-1-3-5 0,-3-3 7 0,0-1 1 0,0 0 2 15,0-2-6-15,1-3 0 0,0-2 3 0,-1-1-2 16,3-3-3-16,-2-1 5 0,2 0-8 0,-1-3 6 16,-1 0-3-16,1-1 5 0,-2-1-1 0,0 0 3 15,1 0-5-15,1 0 3 0,0 0-1 0,0 0 0 16,0-3-8-16,0-9 0 0,0-10-2 0,1 1 2 15,0-1 4-15,1-4-5 0,1 1 6 0,-1-2-6 0,-1 1-4 16,2 3 10-16,0-2-10 0,1 3 9 0,0-1-3 16,-1 4 1-16,2-1 4 0,-2 4-3 0,1 1-5 0,-1 4 9 15,1 3-4-15,0 3 5 0,-1 2-2 0,1 2 5 16,-1-4-3-16,2 0 3 0,0 2 0 0,2 2 2 16,-1 1 5-16,1 2-4 0,0 4-5 0,1 0 5 15,-2 14-5-15,-3 1 5 0,-1 1-6 0,-2 2 0 16,2 0 2-16,-4 1-3 0,13-1-9 0,-7-3-10 15,-5-5-13-15,-2 1-1 0,0-2-66 0,0-4-76 16,0-3-6-16,0-3-26 0,0-3-50 0</inkml:trace>
  <inkml:trace contextRef="#ctx0" brushRef="#br0" timeOffset="14955.44">3193 13275 905 0,'-2'0'75'0,"1"0"-9"0,0 0 58 16,-1 0 1-16,-4 0-10 0,-2 0-27 0,-1 0-28 16,2 0 4-16,3 0-13 0,0 0-20 0,2 0-10 15,-1 0-12-15,1 0 5 0,0 2-15 0,1-2-2 16,-1 1 5-16,1 0-2 0,1 0 1 0,0 0 2 0,1 0-1 15,2 1 1-15,7-1-3 0,8 0 2 0,4-1-1 16,-2-1 0-16,1-3-14 0,2 0-8 0,-2-1-10 16,2-1 1-16,2 0-28 0,1 0-5 0,-2 0-36 15,-2-1 3-15,-1-1-178 0</inkml:trace>
  <inkml:trace contextRef="#ctx0" brushRef="#br0" timeOffset="15805.96">4666 12673 755 0,'0'0'38'0,"0"0"-4"0,-1 0 33 0,0 0-7 0,0-1 0 15,-1 0-19-15,1 0-14 0,0 0-3 0,0-1-6 16,0 1-19-16,-1 0 6 0,1 0-2 0,0 0 3 16,0 0-10-16,1-1 11 0,0 1-6 0,0 0 8 15,0 0-12-15,0 0 23 0,0-1-4 0,0 1 13 16,0 0 20-16,0 0 16 0,0 0 7 0,0 0-1 0,0-2-4 15,0 1-22-15,0 0-1 0,0-1-9 0,0 1-12 16,0-1-4-16,0 2-2 0,-1 0-2 0,1 0-15 16,0 0 1-16,0 0-1 0,0-1 0 0,0 1 4 0,0 0-3 15,0 0 2-15,0 1-3 0,0 0 2 0,0 0-5 16,0 0 2-16,1 1-4 0,0 0 10 0,0 0 1 16,0 1-1-16,1 0 0 0,0 3-4 0,4 5-1 15,-1 2 1-15,-1 1 0 0,1 1 9 0,1 0-11 16,-1 0 8-16,-1 2-8 0,1-2 10 0,0 0-3 15,-2 1-4-15,1-1 1 0,0 3-6 0,2 1 3 16,-1 1 1-16,0 4 1 0,-1 1 2 0,1 1-1 16,0 2 2-16,1 2-2 0,-2-3-2 0,0 0 1 15,1 0-2-15,-2-1 1 0,0-1 3 0,-1 1-5 0,-1-3 5 16,1 0-5-16,1-4 3 0,0-1 6 0,0-3-8 16,-1-2 7-16,0-2-3 0,1 0-1 0,-2-3 4 15,0-1-4-15,1 1 5 0,0-5-6 0,-2-1 3 16,0 0-4-16,2 2 5 0,0-1-2 0,1-1 3 15,-2-1-4-15,2 2-4 0,1-2 2 0,-1 0-1 0,2-3 3 16,1-2-1-16,0-16-1 0,2-1-1 0,-2-3 0 16,2-2-4-16,-2 0 6 0,0-3-4 0,2 0 5 15,-2-5 1-15,1-4-5 0,0-2 5 0,0-5-5 16,0 1-4-16,3 2 1 0,-2-1-1 0,0 4 3 16,-1 4 1-16,1 4 5 0,0 5-8 0,-4 5 6 15,1 3-2-15,-3 7 0 0,-1 2 3 0,1 5-2 0,-1 0-6 16,0 4 3-16,-1 0-4 0,2-1 4 0,1-1-12 15,-1 2-6-15,0 0-4 0,1 1-3 0,-1 0-42 16,0 1-83-16,3 5-12 0,7 12-29 0,-3-1-94 16</inkml:trace>
  <inkml:trace contextRef="#ctx0" brushRef="#br0" timeOffset="16324.16">5167 13157 1208 0,'0'0'71'0,"-1"0"-1"0,0 0 16 0,-1-2-5 15,0 1-16-15,0 0-16 0,-1 0-16 0,1 0-3 16,0 0-2-16,-1-1-11 0,1 1-9 0,0 0-4 16,1 0-1-16,-1-2-11 0,1 1 6 0,0 0 0 0,0 1 2 15,0-1 0-15,1 1 0 0,0 0 0 0,0 0 0 16,0 0-8-16,0 1 13 0,0 0-4 0,0 1 7 15,0 0-5-15,1 6-3 0,1 10 0 0,1 1 0 16,-1 2 9-16,-1-1-5 0,-1 1 8 0,0 1-7 16,-1-3-1-16,1-3 0 0,0 1-4 0,0-7 3 15,0 0 3-15,0 0-10 0,0-5 4 0,0-1-6 16,0-1 4-16,1 0-6 0,0 1-2 0,0-2-1 16,1 0-1-16,-1-1 4 0,0 0-5 0,1-1 5 0,-1-5-6 15,9-13 5-15,-2-1 2 0,0 1 1 0,-1-1 1 16,-1 3 4-16,5-1-2 0,-5 2 3 0,0 0-11 0,3 5 16 15,-4 1-8-15,3 3 10 0,0 2-7 0,-4 3 4 16,0 1 3-16,-2 1 0 0,3-4-3 0,1 2 9 16,0 1-6-16,2 1 6 0,-4 1-10 0,3 3 6 15,-3-1-2-15,-2 15 4 0,5-1 2 0,-4 1 1 16,2 2 1-16,0-1-1 0,-3 0 0 0,1-1-4 16,-2 1 0-16,1-1-3 0,-1-4-3 0,0-1-7 15,4-1 3-15,-2-4-4 0,0-2 1 0,-2-3-14 16,2-1 1-16,-2-1-6 0,0 2-6 0,1 0 2 15,1-1-5-15,-1-1 3 0,-1 0-21 0,0 0-11 0,1-1 0 16,-1-1-3-16,0 0-9 0,-1-1-4 0,3-12-8 16,-1 0 3-16,-2 1-22 0,-2-3-46 0,0 1 0 15,-1-1-29-15,-1-1-117 0</inkml:trace>
  <inkml:trace contextRef="#ctx0" brushRef="#br0" timeOffset="16643.52">5058 12999 1119 0,'-2'0'72'0,"1"0"-1"16,0 0 17-16,-13 0-10 0,5 0-13 0,2 0-26 16,3 0-21-16,0 0 3 0,3 0-10 0,-1 0-7 0,0 0-1 15,0 0-3-15,1 0 1 0,0 0-7 0,1 0 5 16,0 0 0-16,1 0 1 0,0 0 4 0,1 0 7 15,13 0-2-15,0-1 6 0,0-2 11 0,2 0 7 16,1-2-2-16,0-1 1 0,-3 2-7 0,2-1-8 16,1 0 2-16,-3 2-4 0,2 0-5 0,-7 2 9 15,0 0-4-15,-3 1 5 0,2-1-3 0,-3 1-4 16,1-1-5-16,1 0 0 0,-3 1-15 0,2 0 11 0,-2 0-3 16,-1 0 5-16,3 0-6 0,-3 0-9 0,1 0 2 15,-2 0-6-15,-2 0-14 0,2 0-23 0,-1 0-12 16,0 0-10-16,1 0-103 0,-1 0-91 0,-1 0-22 15</inkml:trace>
  <inkml:trace contextRef="#ctx0" brushRef="#br0" timeOffset="18124.79">5813 12646 505 0,'-2'0'63'0,"1"0"95"15,0-1-49-15,-1 0-37 0,-1 0 7 0,0 0-19 16,-3-3-4-16,2 2-11 0,2 0 1 0,0 1-6 0,-2 0-10 16,2-5-18-16,-1 2 6 0,1-2-9 0,-3 0 7 15,1 0-9-15,0 0-4 0,1-1 0 0,-1 1 0 16,2 0 11-16,1 2 9 0,-1 0 0 0,2 2 26 0,0-1 13 16,-1 1-10-16,1 1 8 0,0 0-25 0,-1-2-10 15,0 1-7-15,0 1-1 0,0 0-14 0,-1 1-3 16,1 0 2-16,0 1-2 0,0 5 0 0,-3 17 0 15,3 3 2-15,1 3-2 0,0 2 2 0,0 4 0 16,-1 4 1-16,-1 0-1 0,0 6 2 0,1-1-3 16,-1 0 1-16,0-2-2 0,-3-4 2 0,3-8 9 15,0-2 0-15,1-4 1 0,1-2-12 0,0-3 4 16,0-2-4-16,0-4 6 0,0-2-6 0,1-2-3 0,1-2 3 16,-2-4-3-16,0-1 4 0,0 0-16 0,1 0 0 15,0 0-6-15,0 0 1 0,0-1-17 0,2-1 0 16,-1-1-5-16,0-2-8 0,-1-12 4 0,4-9-3 15,9-3 3-15,-4 0-15 0,-3-3 13 0,-3-4-1 16,1-3 7-16,-3-2 10 0,-2-1 28 0,0 2-6 0,-1 1 11 16,-2 2 0-16,-1 3 2 0,1 3 3 0,0 0-1 15,0 2 9-15,1 2-6 0,0 0 1 0,2 0-4 16,0 2-3-16,2 1 4 0,-1 0-1 0,1 2 2 16,2 2 1-16,0 1 13 0,2 2-2 0,1 2 6 15,1-1 0-15,-3 5 6 0,1 1-3 0,-1 1 4 16,-3 1 0-16,7 0 18 0,2 4 0 0,-2 0 5 0,2-6-9 15,-2 3-12-15,2 0-1 0,1 1-4 0,1 3-3 16,0 1-7-16,0 1 0 0,-2 2-2 0,1 1-3 16,-2 2-10-16,-1 0 5 0,-1 11-5 0,-2-1 7 0,-2 1-4 15,-2 0-2-15,9-2 0 0,-4 1-5 0,-4-1 8 16,-1-1 1-16,-2 3 1 0,-1-2-2 0,-2 1-2 16,-3 1-1-16,-2-1 0 0,-1 1-5 0,-1 0 4 15,7 1-1-15,-11 1 3 0,-3-3-2 0,1 3-4 16,0 0 0-16,1-3 0 0,1 3 3 0,-2-6-5 15,2-2 1-15,1-2-4 0,-2-2 6 0,2 1 3 16,0-3-2-16,4 2 2 0,0-2-6 0,-1-4 4 16,3 1-2-16,0 4 3 0,2-3-9 0,0-1 5 15,1 0 0-15,0 0 2 0,-1 0 0 0,4-2 1 0,0 0-6 16,0 0 4-16,-1 1-2 0,-1 0 0 0,2 0-2 16,0 2 1-16,1-1-1 0,0 6 1 0,1 4 4 15,4-1-1-15,3 3-2 0,-1-2 1 0,13-2 2 16,1 3 0-16,-2-5 1 0,-3 1-1 0,3-2-1 0,-1-2 0 15,1 1 12-15,-2-1-7 0,2 0 3 0,0-2-4 16,0 1 8-16,0 2-12 0,-2-2 5 0,0 0-7 16,-1 1 7-16,-1-2-7 0,1 1 4 0,-3-1-6 15,-3 0-7-15,-2 0-15 0,-2-2-1 0,0 0-3 16,-3 1-12-16,-2-2-55 0,2 2 0 0,-2-2-21 16,2 2-26-16,-1 1-15 0,1-1-7 0,-2-1 0 15,0 0-6-15,0 1-41 0</inkml:trace>
  <inkml:trace contextRef="#ctx0" brushRef="#br0" timeOffset="18474.93">6231 12771 689 0,'0'0'103'0,"0"0"158"0,0 0-135 0,-1 0-13 15,0 0-5-15,0 0-3 0,0 0-36 0,-1 0-22 16,2 0-7-16,-1 0-4 0,0 1-24 0,0 0 5 15,1 2-6-15,-3 11 6 0,1 2-18 0,0 3 2 16,1-1 0-16,1 3 2 0,1 0 5 0,0-1-7 0,0 0 2 16,-1-1-3-16,0 0 5 0,0-1 0 0,0 0 4 15,0-4-2-15,0-1 3 0,0-2 10 0,1-1-2 16,0 1 6-16,1-4 11 0,0 1-12 0,-1-3 2 16,0-2-5-16,2 2 0 0,-2-3-4 0,0 2 3 0,0-1-4 15,-1-1 3-15,4-1-14 0,5 6 5 0,-2-2-8 16,0-2 8-16,2 1 0 0,1-2-7 0,2-1 5 15,1-1-10-15,0 0 0 0,-2-1 2 0,1-1-1 16,0-2 2-16,0-1-6 0,-2 1-2 0,2-2-4 16,-1 0-13-16,-3 1-10 0,0 1 4 0,-1-1-7 15,-1 1-12-15,0 0-9 0,-1 0-16 0,-1-5 2 16,0-2-65-16,1-1-17 0,-2 1-4 0,1-4-6 0,2 5-40 16,-2-4-90-16</inkml:trace>
  <inkml:trace contextRef="#ctx0" brushRef="#br0" timeOffset="18826.05">6685 12375 633 0,'-1'-2'239'0,"0"1"46"0,-2-2-95 0,-5-14-104 16,0 5-30-16,3 1-28 0,3 4-5 0,1 1-5 15,0 3 1-15,1 2-21 0,0 0 1 0,-3-1-3 16,2-1 4-16,0 2 0 0,0 0-2 0,0 0 4 16,-1 1-2-16,2 0 13 0,0 1-2 0,0 1 6 15,-1 8-3-15,-2 6 12 0,-2 5 5 0,0 4-6 0,2 2 6 16,-3 3-3-16,0 0-6 0,0 0 1 0,-1 0-3 16,0 3 0-16,0 1-4 0,-1 3-2 0,1 0-1 15,0 6-5-15,1-2-5 0,-1 2-3 0,0 1 0 16,2-5-2-16,1-3-1 0,2-4 2 0,1-6-2 15,1-4-3-15,0-3-18 0,0-3 3 0,0 0-9 16,0-5-5-16,0-4-25 0,0-1 6 0,0-2-15 16,0-2-23-16,1 0-20 0,0 1-15 0,0-2-1 0,2 0-59 15,5-1-58-15</inkml:trace>
  <inkml:trace contextRef="#ctx0" brushRef="#br0" timeOffset="19108.93">6870 12366 738 0,'0'0'96'0,"-1"0"0"0,-1-1 52 16,1 0-24-16,0 0 0 0,-1 0-35 0,-1-1-34 15,1 1-3-15,0 0-13 0,-1 0-24 0,1 0-2 16,0 1 1-16,-1 0-3 0,1 1 3 0,0 0-9 16,0 0 4-16,0 4-5 0,-6 11 6 0,3 1-4 0,2 1 2 15,-1 3-1-15,2-1 7 0,-1 3 1 0,2 0 1 16,0 1 1-16,0 1 0 0,-2 0 6 0,2 2 0 15,-1 0 0-15,-2 1-3 0,1 1-4 0,-1 4-5 16,0-1 1-16,-1 1-12 0,-1-2 0 0,0-3 4 0,1-2-2 16,1-3 2-16,3 1-22 0,1-5-4 0,0-2-7 15,2-3-14-15,-1-6-23 0,1 0-3 0,0-4-11 16,-2-1-46-16,0-2-2 0,2 1-10 0,0-1 3 16,4 0-43-16</inkml:trace>
  <inkml:trace contextRef="#ctx0" brushRef="#br0" timeOffset="19559.2">6974 12309 1141 0,'-1'0'158'0,"0"0"-186"16,0 1 176-16,-1 0-92 0,-1 0-50 0,1 3-6 15,-10 15 0-15,4 2 0 0,3 2 3 0,4 0 5 16,1 0-6-16,0 2 4 0,1 1-3 0,1 4-5 16,2 0 2-16,0 1-3 0,-1 1 0 0,1 1 7 0,-1 0 3 15,1 2 1-15,-2-2 6 0,0-1 13 0,0-1 0 16,-1-6 7-16,-1 1 7 0,0-7-1 0,0-2-7 16,0-4 4-16,0 1-12 0,0-4-1 0,0 0 4 15,0-2-3-15,0-6-2 0,0 1-11 0,0-1-2 16,0 0-2-16,0 1 2 0,0-2-1 0,0 0-5 0,0 0 2 15,0-1-11-15,0-1 1 0,0-5 2 0,1-17-1 16,-1-3 6-16,0-5-11 0,1-1 5 0,0-2-8 16,0-1 11-16,1 2 0 0,-1 0 2 0,1 1-1 15,2 2-1-15,-2 0 6 0,0 1-8 0,2 2 7 16,-1-2-4-16,2 0-1 0,1 6 4 0,1-1-5 16,0 4-1-16,1 2 8 0,2 0-1 0,-9 1 5 15,17 6 0-15,-1-1 0 0,0 1-7 0,1 4 4 0,-2 4-6 16,5-10-2-16,-1 7 3 0,-4 4-5 0,4 2-6 15,-6 0-3-15,2 3-10 0,-1 2 1 0,-4 0-42 0,-1 0-83 16,0 2-16-16,-3-4-31 0,0 9-136 0</inkml:trace>
  <inkml:trace contextRef="#ctx0" brushRef="#br0" timeOffset="19959.67">7377 12583 1125 0,'-2'0'354'0,"1"0"-469"0,-1 0 415 16,0 0-228-16,-4 0-44 0,0 1-15 0,2 0-1 16,0 1-4-16,-4 4-2 0,4 13-1 0,-3 2-1 0,0 4 0 15,4 2-4-15,-1 1-6 0,2 2 6 0,-12-2-5 16,6-1-2-16,6-1-4 0,2-2-3 0,1-4 3 15,2 0 13-15,1-4-5 0,0-4 3 0,-1-3-4 16,-1-2 7-16,0-5 13 0,0 3 1 0,-2-4 4 16,1 0-4-16,6 3 8 0,0 2 0 0,0-1 3 15,3-1-1-15,0-1-4 0,1-2-6 0,1 0 3 0,-1-1-7 16,1-2 4-16,0-2-1 0,0-1 2 0,1-2-2 16,-1 0 3-16,0 0-5 0,1 5 3 0,-1-10-11 15,0-1 5-15,-4-2 0 0,1 3 1 0,-3-3 3 0,-1-2 1 16,2 4 4-16,5-4-1 0,-4-1 4 0,-4 2 2 15,-4-3-7-15,-2-1 4 0,-2 1-20 0,-3 0 3 16,-3 0-4-16,0 2 4 0,-1 0-3 0,6 2-17 16,-10 1 4-16,0 3-13 0,-3 0-22 0,0 2-68 15,-2 2-15-15,-3 1-20 0,-3 5-85 0,-1-13-299 16</inkml:trace>
  <inkml:trace contextRef="#ctx0" brushRef="#br0" timeOffset="20879.1">3699 14007 501 0,'-1'0'364'0,"0"0"-483"0,-1 0 441 0,-5 0-241 15,-6 0-3-15,2 0-36 0,3 0 5 0,1 0-16 16,2 0-11-16,0 0 0 0,2 0-3 0,-2 0 5 16,2 0 1-16,0 0-14 0,1 0 8 0,1 0-9 15,0 0 14-15,0 0 3 0,-2 0 2 0,1 0 1 0,-1 0 8 16,2 0 2-16,0 0-9 0,0 0 7 0,0 0-8 15,0 0 0-15,-1 0-3 0,1 0 1 0,0 0-7 0,0 0-7 16,0 0 6-16,0 0-7 0,-1 0 3 0,2 0 3 16,0 0-9-16,0 0 7 0,2 0-4 0,-1 0 0 15,1 0 1-15,9 0-3 0,9-1-8 0,2-3 0 16,3-1 4-16,5 1-3 0,2-1-4 0,3-2 6 16,5 0-4-16,-2-1 5 0,2-3-8 0,1 2 7 15,0-1 0-15,5 1 2 0,3-1-10 0,6-1 5 16,1-2-3-16,7-1 4 0,-1-1-3 0,-1 4 1 15,0-2 0-15,-1 0 2 0,3-1 4 0,7-2-3 16,4 2 1-16,0-2-1 0,-2-1-4 0,-1 2 6 0,-4-1 0 16,9 0 3-16,0 0-4 0,5-1 1 0,-1 2-3 15,-6-1 4-15,2-1 2 0,-1 2 0 0,2 0-3 16,1-1 2-16,0 2-7 0,-4 0 1 0,-5-1 6 16,3 1-3-16,-4 0 3 0,3-3-6 0,-2 2 0 15,-3 0-2-15,-2 2-1 0,-6 2 5 0,-1-2-5 0,-3 3 5 16,0-2 0-16,-1-2 4 0,-2 1-3 0,0 0 1 15,-3 1-12-15,-2 2 11 0,-5 0 4 0,-4 2 3 16,-4-2 7-16,-4 1 18 0,-1 0-7 0,-2 2 10 16,0 1-17-16,-4 0 3 0,-2 0-5 0,-1 1 5 15,-4 2-7-15,1-1-5 0,-3 2 1 0,1 1-3 0,-6 1-8 16,-3 0 8-16,-2 0-6 0,0 0 6 0,-1 0-13 16,0 0 3-16,1 0-3 0,-2 0 1 0,0 0-28 15,0 0-65-15,0 0-27 0,0-2-17 0,-1 1-125 16,-1 0-225-16</inkml:trace>
  <inkml:trace contextRef="#ctx0" brushRef="#br0" timeOffset="22562.51">4459 14698 362 0,'0'0'43'0,"0"0"-3"16,-1-1 44-16,0 0-5 0,0 0 3 0,-1 0-15 15,0-2 1-15,0 0-8 0,-5-8 5 0,0-1-12 0,-2-3-2 16,2-3 4-16,0-3-6 0,1-2-15 0,3-4-2 16,0-3-9-16,2-3 5 0,0-2-21 0,1 1-4 15,0 1 3-15,2 2-3 0,2 4 1 0,0 3 12 16,-1 4-9-16,2 2 10 0,-1 3-6 0,1 1 0 15,-1 3 10-15,-2 3-8 0,0 1 16 0,0 2-5 16,-1 2 1-16,0 0 0 0,-1 2-1 0,2-1-11 16,1-1-1-16,-1 2-3 0,2 0 2 0,4 1 3 15,0 2-2-15,1 1 1 0,1 26-17 0,-2 8 13 0,1 3-6 16,2 3 8-16,-3 3-11 0,0 1-4 0,1-2 4 16,-2-2-1-16,0-3 10 0,-2-6-9 0,0-1 5 15,1-3-5-15,-1-2 7 0,0-5 12 0,1-2-12 16,1-2 12-16,1-2-4 0,-1-3-4 0,0-4 5 15,1 2-6-15,-1-1-4 0,2-5-6 0,-1 0 3 0,2-5-3 16,2 7 9-16,0-2-1 0,1-1 2 0,-5-5-1 16,1 0 0-16,1-3 11 0,-2-2-6 0,4-3 6 15,-2-15-7-15,3-4-2 0,5-3-3 0,-5-4 0 16,1 1-11-16,1-3 2 0,-3-4 3 0,3 0 0 16,-1-3 10-16,-2 1-10 0,0 2 3 0,-1 4-5 15,-2-1-6-15,-1 7 7 0,-1 1-4 0,-1 5 5 16,-2 4 1-16,0 6-5 0,-1 0 2 0,-1 6-5 0,-1 4-8 15,0 1-9-15,-1 2-8 0,2 1-1 0,0-2-37 16,0 0-73-16,1 0 0 0,-1 1-30 0,-1 1-58 16</inkml:trace>
  <inkml:trace contextRef="#ctx0" brushRef="#br0" timeOffset="22979.23">5106 14616 1584 0,'-1'0'25'0,"0"1"0"0,-1 0-2 16,1 2 0-16,-7 11-7 0,0 5 10 0,1 3-11 0,2 3 2 16,1 2-4-16,3 2 7 0,1 3-13 0,0 0 7 15,0 0-9-15,0-2 4 0,1-4-7 0,1-4-2 0,0-3-1 16,0-4-1-16,1-3-5 0,-1-5 3 0,0-1-4 15,0-4-8-15,-1 1 7 0,1-1 2 0,0-1 4 16,1 0 11-16,-1-1-7 0,0 0 2 0,1-1-3 16,-2-1 3-16,0-17-2 0,0-5 0 0,4 1 0 15,1 1 3-15,-1-2-6 0,3 3 2 0,1 1-3 16,2 0 6-16,1 1-2 0,-4 3 0 0,0 1-1 16,1 4-3-16,1 2-1 0,0 4 1 0,0 1-1 0,-1 3 2 15,0-5 2-15,1 1 1 0,0 3 2 0,-1 2 3 16,1 4 2-16,3 3-1 0,-2 2 0 0,-2 13-9 15,1 5 11-15,-3 0-2 0,0 0 6 0,0 2-2 0,-3-6 3 16,-2 2-6-16,1-4 5 0,-1-2-2 0,-1-4-10 16,7-3-1-16,-3-4-4 0,-2-2-8 0,-2-2-41 15,1-2-7-15,-2-1-16 0,1 1-57 0,0 1-26 16,0-2-17-16,-1-1-9 0,0-1-116 0</inkml:trace>
  <inkml:trace contextRef="#ctx0" brushRef="#br0" timeOffset="23179.16">4998 14610 1420 0,'0'0'51'0,"0"0"-2"0,-1 0 3 0,-1 0-2 0,1 0-18 16,1 0-22-16,0 0 15 0,0 0-8 0,1 0 12 15,1 0 0-15,2-1-7 0,15-5 4 0,2 0-8 16,5-1-15-16,2-2 4 0,-1-1-8 0,5 0 4 15,0-1-25-15,-2 0-24 0,2 1-6 0,-6 0-9 16,-4 3-63-16,-2 0-194 0,-1 1-66 0</inkml:trace>
  <inkml:trace contextRef="#ctx0" brushRef="#br0" timeOffset="23663.06">3906 15955 1019 0,'-1'1'33'0,"0"1"-1"15,-1-1 30-15,-4 4-5 0,0-4 0 0,0 3-17 16,3 1-31-16,3-4 1 0,-3 3-9 0,1-1 9 16,2 0 0-16,0-2 4 0,0 1-4 0,1 1-3 0,1-2 3 15,5 1-1-15,12 2 2 0,0-4 4 0,0-4 1 16,1-3 3-16,2-1-2 0,1-3-1 0,-1 1-13 16,0 0 2-16,1 1-5 0,-1-2 12 0,-3 3-14 15,2-1 2-15,0 0-5 0,0 2 9 0,-2 3-19 16,0-1 3-16,-5 3-12 0,0-1-16 0,1 1-45 15,-4 1-41-15,2 0-5 0,-5 1-164 0</inkml:trace>
  <inkml:trace contextRef="#ctx0" brushRef="#br0" timeOffset="23863.21">4001 16337 1051 0,'-2'2'161'0,"1"-1"23"0,0 0-65 0,-1 0-53 0,-1 0-35 16,1 1-24-16,1-1 17 0,0 0-3 0,1 0 10 16,1 0 3-16,0 0-18 0,5-1-4 0,13-1-5 15,2-2-18-15,1-2 2 0,0-1-5 0,7-2 4 16,-2 1-20-16,2-1-25 0,2-1-7 0,-2 0-17 16,8-3-144-16</inkml:trace>
  <inkml:trace contextRef="#ctx0" brushRef="#br0" timeOffset="24196.99">4958 16048 873 0,'-1'1'43'0,"-1"1"7"0,-6 1 2 0,-10 4-23 16,4-2 2-16,0 0-12 0,3-3 3 0,-1 0-7 15,2-1 7-15,1 1-3 0,-2-1 5 0,4 0 5 16,3-1-3-16,1 0-8 0,1 1 3 0,0 0-2 0,-1 0 2 16,2-1-6-16,0 0 40 0,0 0-5 0,1 0 19 15,0 0 9-15,1 0-10 0,0 0-2 0,7-2-5 16,8-3-19-16,6 0-15 0,1-1 0 0,1 1-6 15,2-1-12-15,-2 0-7 0,2 0-1 0,1 2-1 16,3-1-4-16,-2 0-14 0,6 0 0 0,-1 0-6 16,-5-4-21-16,8-1-24 0,-6-1-3 0,2-1-14 15,2-2-84-15,-3-1-133 0,-2 13-44 0</inkml:trace>
  <inkml:trace contextRef="#ctx0" brushRef="#br0" timeOffset="24947.03">5854 15646 778 0,'-1'0'125'0,"-4"0"234"0,-8 0-295 0,0-1-4 16,0 0-11-16,1-2 5 0,2 1-31 0,-2-2-9 15,1 1-3-15,1-1 0 0,3 1-7 0,-1-1-4 0,2 1 2 16,1-1-2-16,-4-3-3 0,0 1-5 0,-2-1 0 15,5 4-1-15,-3-2 5 0,0-1 3 0,1 1-6 16,-2 1 6-16,1 0 4 0,-2 2 4 0,1 1 5 0,-3 1-2 16,1 2 4-16,-2 4 5 0,1 1 5 0,0-5-2 15,1 16-3-15,1 1-4 0,1 2-1 0,3 0 1 16,1 4 1-16,2 0-10 0,0-1-5 0,1 2 0 16,0 0 1-16,2 2 0 0,-14-1 7 0,6-1-5 15,5 1 4-15,3-3 1 0,1-3-3 0,1-4 1 16,1 0-4-16,-1-9 8 0,0-4-4 0,2 0 5 15,-2-1-3-15,5 1-5 0,6 4 2 0,-2-5-3 0,3-2 0 16,1-1 0-16,-1-4 0 0,4-5-1 0,-2 2 0 16,-1-19-3-16,5 3 2 0,-4-4-2 0,4 0 4 15,-3 0-6-15,-3-2 0 0,4 4-3 0,-5-1 4 0,4 2 0 16,-2 2 0-16,-1 2 0 0,-3 1 2 0,-5 3-1 16,1 3 5-16,-2 0-1 0,-1 3 5 0,1 3-3 15,1 1-5-15,-4 4 3 0,-1 1 7 0,1-1 6 16,0-1-2-16,0 2 2 0,0 0 1 0,1 0-7 15,-1 1 5-15,-1 1-7 0,0 1 7 0,1 10-12 16,0 7 5-16,-1 2-7 0,0 1 3 0,1 1-2 16,2 0 0-16,0 2 0 0,1 1 2 0,2 3-3 15,1 2 2-15,0 3-3 0,2 2 4 0,-1-1-4 0,1 4 1 16,-1 0-2-16,-1 0-4 0,0 1 8 0,0-3-5 16,-1 0 6-16,-1 1-5 0,-1-3 7 15,1 2 1-15,-1-4 1 0,-2-1-7 0,-1-4 15 0,-1-2-2 16,0-5 5-16,-1-4-7 0,0-1-4 0,-2-4-2 15,2-1 1-15,-1-4 3 0,1-4-6 0,-1 0 0 0,1-2-3 16,-10 1-1-16,-6 9 0 0,-2-4 1 0,2-4 1 16,-7-2 1-16,-1-1-1 0,4-1-3 0,-1-1 0 15,-2-3-2-15,4 1 3 0,2-2 3 0,-1 0-1 16,3 0 2-16,5 0-4 0,0 0 1 0,6 3-2 16,-2-2 1-16,3-7 2 0,1-3-1 0,1-2 2 15,-7 3-7-15,4-1 4 0,4 0-4 0,2-2 4 16,4 0-5-16,3 0-4 0,-7 0 3 0,18-1-4 0,0 1-5 15,-1 1-5-15,0 1-1 0,0 1 0 0,3-1-6 16,1 4-11-16,1 0-3 0,1 1-4 0,-3-1-25 16,-2 0-104-16,1 1-4 0,-2-2-44 0,3-2-103 0</inkml:trace>
  <inkml:trace contextRef="#ctx0" brushRef="#br0" timeOffset="25647.47">6169 16095 1500 0,'-2'1'45'0,"-14"3"75"0,0 1-77 0,3-2-6 0,6 0-7 15,3-2 2-15,0 0-16 0,0 0-8 0,2 0 4 0,1-1-6 16,-2 1-5-16,1 1 2 0,-1 0-2 0,2 0 1 15,0 1-6-15,1-1 0 0,-2 6-2 0,1 2 3 16,1 1-1-16,2 3 4 0,1 2 0 0,2 3 3 16,-1-1 1-16,-1 4-3 0,0 0 2 0,-1 4-1 15,0 1 11-15,1 2 13 0,-2 1-4 0,-1-3 6 16,0 1-9-16,0-5 8 0,0 1-2 0,0-3 3 16,0-4-2-16,0-5-10 0,0-1-3 0,0-4-2 0,1 0-6 15,0-1-8-15,-1-2 5 0,1-1-6 0,1-1 4 16,-1 1-6-16,0-2-3 0,1 0 1 0,-1-1 8 15,5 0-7-15,-1-1 3 0,-3 0-5 0,0-2 3 0,1-15 1 16,1-4-1-16,-1-1 0 0,1-3-6 0,-2 0 12 16,3 3-3-16,2-3 5 0,-6 2-5 0,5 0-3 15,-2 0 5-15,0-1-4 0,7 2 5 0,0-1 0 16,-4 1 0-16,4 2 0 0,0 2 0 0,-2 5 0 16,2 2-1-16,-1 6 2 0,-4 0 4 0,1 5-6 15,0-5 0-15,1 1-3 0,1 3 6 0,-1 2-2 16,1 2 3-16,-2 3-3 0,3 3 9 0,-2 15-7 15,-2-1 8-15,-3 0-7 0,1 1 7 0,-3 0 5 0,0 0-6 16,0-1 6-16,1 0 0 0,11 1-5 0,-6-7 7 16,-4-1-8-16,-1-3-1 0,1-2-5 0,-2-1-2 15,0-3 1-15,-1-4 1 0,1 1-1 0,1-1-1 16,-1-1 0-16,0 0-4 0,0 0 1 0,0-1 1 16,0 0 0-16,-1-1 0 0,0 0 0 0,3-17-2 0,-1-3 2 15,-1 0-3-15,0-1 0 0,2-2-3 0,-1 0 1 16,1-1-6-16,0-1 6 0,1-1 2 0,0 3 1 15,1-1 6-15,0 2-5 0,1 0 4 0,-1 0-4 16,1 6 2-16,0 0 4 0,-1 7-3 0,-2 3 5 16,1 1-4-16,-4 5-2 0,7-5 2 0,1 2-1 15,3 2 5-15,-2 2 3 0,1 2-2 0,0 4 2 0,2-4-4 16,-3 17-1-16,3 2-1 0,-4-1 0 0,-1 0 3 16,0 3-6-16,-2-2 1 0,2-1-4 0,-3-1-6 0,0-4-2 15,5-1-12-15,-3-4 4 0,2-5-38 0,-1-2-84 16,0 3-16-16,4-1-32 0,-1-2-121 0</inkml:trace>
  <inkml:trace contextRef="#ctx0" brushRef="#br0" timeOffset="31205.93">30124 5224 380 0,'-1'-1'0'0,"-3"-1"14"0,-15-2 149 16,5 1-46-16,-1 2 0 0,-1 1-68 0,4 0-21 0,1 1-21 15,-3 2 4-15,1 0-8 0,0 1-3 0,0 0 15 16,1 1-3-16,3-1 8 0,-1-1-1 0,2 1 18 15,1-2 2-15,1 0 4 0,0 0-4 0,2-1 0 16,0 0-8-16,3-1 5 0,0 0-24 0,-1 1-2 16,-1 0 0-16,2 1 1 0,0-1 0 0,0 0 1 15,1 0 3-15,1 0-2 0,4-1 3 0,29 0-12 16,7-4 4-16,8-6-5 0,6-3 6 0,5-3 10 0,-1-4-2 16,5 19 5-16,0-22-6 0,7-3-4 0,7 0-7 15,1-2 4-15,1-3-9 0,-2 0 0 0,-1 2 0 16,0 0-1-16,3 1-1 0,5 1-2 0,-3 0 4 15,-4 2-3-15,-3 2 11 0,-3 2-8 0,1 1 2 0,1 0-4 16,-3 1-1-16,-2 1 1 0,-7 1 0 0,-3 1 2 16,-5 2 5-16,-1 2-4 0,-3 1 2 0,3 0-3 15,-2 0 5-15,-5 1 2 0,-6 3-2 0,-11 0 1 16,-4 2 2-16,-5 3 4 0,-5-1 1 0,-3 2 0 16,-2-6-1-16,-1 2 0 0,-4 2-1 0,0 1 2 15,-1 0 4-15,-3 2-11 0,0 0 6 0,0 0-9 16,0 0-3-16,2-1 2 0,-1 1-2 0,0 0 1 0,0 0-1 15,-1 0-9-15,0 0 1 0,0 0-4 0,-1 1-6 16,0 1-16-16,-1-1-15 0,0 0 2 0,-2 0-26 0,-12 5 19 16,-4 0-4-16,-4 0 2 0,-4 0-37 0,-6-1-32 15,-4 4-6-15,-6 0-13 0,-4 3-69 0</inkml:trace>
  <inkml:trace contextRef="#ctx0" brushRef="#br0" timeOffset="31624.21">30023 5357 1316 0,'-2'-2'8'0,"1"1"-5"0,-1-1 19 0,0 0 1 0,2 0-1 16,-4-1-28-16,3 2-25 0,-4-3 5 0,3 2-9 15,-1 1 17-15,2 0 13 0,0-1 1 0,1 1 4 16,1 0 3-16,2 1-8 0,11 0 7 0,13 0-5 16,-1 0 19-16,4 1-1 0,1 0 1 0,1-1 0 15,5 2 12-15,2-2-1 0,2-2 2 0,6-2-2 16,7-3 1-16,9-3 9 0,6-2-6 0,5-3 6 16,-1-1-16-16,1-3-8 0,1-4 0 0,9-1-3 0,5 20-2 15,4-26-1-15,-1-2 2 0,-2-3-3 0,1 2-3 16,5 0-2-16,1 2-2 0,-4 3 0 0,-6 1-5 0,-11 3 10 15,-4 4 0-15,-4 3 4 0,0 2-2 0,-10 3-5 16,-3 1 1-16,-11 4-2 0,-8 0 5 0,-7 2-5 16,-5 3 6-16,-3 0-6 0,-4 1 7 0,-4-9-7 15,-4 5-4-15,-2 2 0 0,-2 2 3 0,-4 1 3 16,4-1 3-16,-3-1-2 0,-1 1-3 0,0 0 2 16,0 0-8-16,-1 1 3 0,0 0-33 0,0 0-51 15,-1 0-8-15,-1 0-26 0,-17 1-146 0</inkml:trace>
  <inkml:trace contextRef="#ctx0" brushRef="#br0" timeOffset="33738.08">6563 15285 341 0,'0'0'0'0,"0"-1"11"16,-1 0 104-16,-1-2-42 0,2 2 4 15,-2-9-57-15,1 0-3 0,0 1-1 0,1 1-5 0,0 2 5 16,0 0-8-16,0 2 13 0,0 2 6 0,0 0 2 16,0-1 24-16,0 1 9 0,0-1 5 0,0 1 2 15,0 1 11-15,0 0-7 0,0 0-7 0,0-1-2 16,0 1-37-16,0 0 6 0,0 0-5 0,0 1 6 0,0 0-8 16,0 1-1-16,0 0-4 0,0 2 1 0,0 6-12 15,2 9-5-15,0 0 1 0,2 4-2 0,0 2 2 16,-1 3-3-16,2 3 0 0,-1 3-1 0,1 0 4 0,1 3-7 15,-1 1 5-15,-2-2-5 0,0-1 1 0,-1-1 1 16,0-1 0-16,0-2 4 0,-1 0 2 0,0-5-2 16,0-1-2-16,0-3 1 0,2 0-2 0,-2-2 3 15,0-2-5-15,0-2 3 0,0-3-3 0,0-3 1 16,-1-1 6-16,0-3-2 0,0-3-5 0,0-1 1 16,0 2-8-16,0-1 7 0,0 1-16 0,0-2-3 15,0 0 0-15,-1 0-3 0,0-1-2 0,0 0 5 0,-1-1-1 16,-4 0 3-16,-3-17 12 0,4-1-4 0,0-1 9 15,3-1-6-15,-2-4 12 0,0 1-1 0,2-3-2 16,-1-3 1-16,-13 0 1 0,7-4-5 0,4-2 4 16,4-5-4-16,1-2 3 0,4-3-6 0,0 0 3 15,3 5-2-15,2 3 7 0,-1 8-10 0,2 1 7 16,0 6-6-16,0 2 9 0,1 3 0 0,-2 3-5 0,0 3 4 16,-8 4 2-16,7 1 14 0,0 3-4 0,0 2 6 15,1 1-6-15,2-8 3 0,2 3-2 0,-1 3 1 16,3 2-6-16,2 1 7 0,-3 1-3 0,1 1 1 15,2 2-8-15,-4 1 3 0,0-1 0 0,-2 1 0 16,0 0-3-16,-2-1 9 0,0 1-2 0,-2 1 5 16,0-4-5-16,-3 9-6 0,2-1 2 0,-2 2-4 0,-3 2-1 15,8 0-3-15,-2 2 1 0,-3-1-1 0,-4 1-6 16,-1 3 5-16,-3 0-5 0,0-1 6 0,-2-1-9 16,-1 0 8-16,0-2-3 0,-3 2 5 0,0-2-10 0,7-5 5 15,-7-1 0-15,-1-2 2 0,-1-3-1 0,4 2 3 16,-2 0 1-16,-1 1 1 0,0 0-2 0,1-2 6 15,4-3-8-15,-1 2 7 0,2-2-11 0,2-1 2 16,-4 3 2-16,3-3-1 0,-1 1-1 0,1 1-2 16,1-2 2-16,1 3 0 0,-3 1 6 0,-1 4-6 15,2-1 1-15,-2 4-1 0,1 1 7 0,3 1-4 16,2 1 0-16,0 0-1 0,0-1 0 0,1-1 5 16,1 1-3-16,3 1 3 0,2-1-6 0,0-1 10 0,0-3-4 15,-2 1 5-15,8-2-9 0,3-1 8 16,2 1-1-16,-4-2 3 0,1 1-10 0,-2-1 2 0,-1-1-3 15,0 1 3-15,-3-2-8 0,0-1 4 0,0 1-5 16,-1-1 4-16,-1-2-9 0,-1 0-9 0,0 1 5 0,-3-1-7 16,2-1 0-16,-1 0-13 0,-1 0-1 0,-1 1-3 15,1-1-1-15,-1 0-65 0,-1 0 17 0,2 0-35 16,-1 1-2-16,2 0-27 0,-1 0-1 0,2 1-7 16,1-1-2-16,1-1-87 0</inkml:trace>
  <inkml:trace contextRef="#ctx0" brushRef="#br0" timeOffset="34171.11">7101 15551 1392 0,'-1'1'65'0,"0"0"2"0,-1 0-10 15,-8 6-16-15,3-3-15 0,1 9-8 0,4 0-12 16,-2 0 5-16,-6 2-9 0,2 1-1 0,2 3 0 16,2 1-2-16,1 1 0 0,2 1-7 0,1-2 2 15,0 1 2-15,1 1-3 0,0-1-5 0,0 2 12 16,0-1-6-16,0-2 8 0,1 0-2 0,-2 1 6 0,0 1-4 16,0-2 5-16,0-2 1 0,0-1 3 0,0-5 4 15,0 3-3-15,-2-1 2 0,1-3 0 0,0 1 3 16,1-2-2-16,0-2 3 0,0-2-8 0,0-2-5 0,0 3 1 15,0-2-6-15,0-1-4 0,0-2 4 16,1 0-5-16,2 1-1 0,-1-1-2 0,5 2 2 0,4-1 0 16,3-2 6-16,2-1-2 0,-2-1 2 0,0-2 1 15,-1-2 6-15,-1-1-6 0,1-1 2 0,1-1-3 16,-3 1 2-16,-1 0 4 0,-3 3-3 0,0-3 2 16,2 0-6-16,-2 3 1 0,2 3 1 0,-4-2 1 15,-2 0 4-15,2-1-10 0,-1 0 1 0,-3 1-6 0,1 0-3 16,0 2-6-16,0-1-4 0,0-1-1 0,0 1-22 15,1 0-43-15,-2 1-15 0,0-1-16 0,0 0-114 16,-1 1-175-16</inkml:trace>
  <inkml:trace contextRef="#ctx0" brushRef="#br0" timeOffset="34555.51">7401 15408 643 0,'-1'0'341'0,"0"0"-427"0,-1 2 388 15,-4 0-205-15,-3 0-51 0,5 1-13 0,-1-1 2 0,2-1-8 16,0 0-19-16,1 1-8 0,-1-1 7 0,1 0-6 15,0 0 5-15,-1 0-3 0,2 0-7 0,0 1 4 16,0-1 5-16,0-1-5 0,0 0 4 0,1 0-4 16,0 0 4-16,0 0 18 0,0-1-1 0,1-1 6 15,0 1 6-15,0 0 6 0,1-1-2 0,3-2 1 16,5 1-25-16,-1-4 3 0,0 0-12 0,1 0 8 0,-3 2-14 16,1 2 6-16,0 0-4 0,-1 1 4 0,3-5-10 15,-4 3 5-15,2-1-3 0,-2 3 3 0,0 0-12 16,1-1 2-16,-3 2-1 0,2 0 1 0,0 1-13 0,-4 0 6 15,3 0-8-15,-1 0-1 0,-1 0-74 0,1 0-65 16,2 0-16-16,0 0-14 0,-1 0-68 0</inkml:trace>
  <inkml:trace contextRef="#ctx0" brushRef="#br0" timeOffset="34839.84">7374 15661 1547 0,'-1'0'41'16,"0"0"2"-16,0 1-11 0,-2 1-2 0,1-1-17 16,1 0-15-16,0 0 0 0,-1-1-6 0,1 0 6 15,1 0 0-15,0 0 2 0,1 0 0 0,1 0 3 16,1 0 3-16,12-6-1 0,2-1 0 0,2 0-1 15,-2-1-2-15,2 0-5 0,-1-2-2 0,-2 2-2 16,3-1-1-16,-5 2-14 0,-1 1 0 0,2-1-6 16,-3 2-2-16,-1 0-6 0,-3 2 1 0,-1-1-12 0,0 1-89 15,-1 0-63-15,1 0-13 0,-5 2-12 0,3-3-29 16</inkml:trace>
  <inkml:trace contextRef="#ctx0" brushRef="#br0" timeOffset="35143.98">7709 15329 1231 0,'0'0'78'0,"-1"0"0"0,0 1 0 0,-1 0-13 15,-1 0-20-15,1 0-30 0,1 0-8 0,0 1 2 16,-1-1-4-16,2 0-1 0,0 0 13 0,2 0-7 16,0 0 10-16,10 7-7 0,7-1-7 0,-3-3 2 0,3-1-4 15,-2-2-3-15,-1-1 2 0,-1 0-3 0,-2-1 0 16,0-1-1-16,0 1-21 0,-3 0 9 0,0 0-13 16,-2-1-4-16,0-2-4 0,-1 1-6 0,-1-1 3 15,0 3-8-15,-1-10-45 0,0-1-9 0,0 1-14 16,0-2-46-16,0-1-6 0,1 0-10 0,0-1-5 0,1 0-88 15</inkml:trace>
  <inkml:trace contextRef="#ctx0" brushRef="#br0" timeOffset="35622.6">8147 15005 1263 0,'-1'0'179'0,"-1"0"-182"15,-3 1 188-15,-11 3-86 0,3-1-65 0,3 1 2 16,0 1-4-16,0-1 1 0,0 1-15 0,2-1-5 16,5-2-2-16,-1 0-1 0,2 2-10 0,-1 4-7 15,2 0 3-15,-5-1-6 0,3-1 0 0,-1 2-3 0,3-2 3 16,0 1-2-16,1 2 8 0,0-4 4 0,1 3-2 16,0-3 2-16,0 1 0 0,2 1 7 0,-1 0-4 15,2 0 3-15,-1 0-6 0,1 1 3 0,-1-1 6 16,1 0-2-16,-1 1-2 0,2 0 4 0,1 0-8 0,-4 1 8 15,10 0-9-15,-3-1-1 0,-2 0 1 0,2 2 0 16,-1-2 3-16,0-1-3 0,5 1 0 0,-1-1-2 16,0 0 3-16,4 1-1 0,-5-1 0 0,2-3-1 15,-4 1 3-15,0 0 2 0,1-1 0 0,-2 0 1 16,-1-1-1-16,-1 0-1 0,-2-1 1 0,-2 2-1 16,1 0 3-16,0 0-3 0,0 1 5 0,0-2-2 0,-1 1 12 15,0 0 0-15,0 0-1 0,-2 1 2 0,0-2 3 16,-2 4-8-16,0 0 0 0,-4 4-3 0,3-2 0 15,-14 2-10-15,2-2 6 0,-4-3-7 0,3 4 0 0,-3-5 0 16,-4 2-5-16,2 1 5 0,0-1-6 0,-1 3-5 16,1 0 2-16,-1-3-3 0,1 3 7 0,1 0-3 15,1-2-1-15,2 4-2 0,0-5-8 0,3-3-29 16,2 2-7-16,2-5-10 0,3 5-51 0,1-2 12 16,1-2-20-16,4-2 8 0,0 0-96 0,-1 0-187 15</inkml:trace>
  <inkml:trace contextRef="#ctx0" brushRef="#br0" timeOffset="35875.03">8043 14931 1877 0,'-2'1'53'0,"-6"2"108"15,-4 1-138-15,6-1-6 0,4-2-8 0,-1 0 1 16,1 0-21-16,1 0 7 0,0 1 3 0,1-1-1 16,0 0 0-16,1 0-5 0,5 1-1 0,16 4-2 15,2-1-6-15,-2-5-12 0,1-2-3 0,0-4-3 0,0-5-9 16,1-1-14-16,1-1-9 0,-4 2-4 0,-4 0-46 16,-1 6-77-16,-3-9 8 0,-3 1-34 0,1 3-23 15</inkml:trace>
  <inkml:trace contextRef="#ctx0" brushRef="#br0" timeOffset="36523.56">8428 14933 1240 0,'0'0'53'0,"0"0"-1"0,0 0 24 15,0 0-3-15,0 0-9 0,0 0-11 0,-1 0-14 0,0 2 0 16,-1-1-4-16,1 0 2 0,0 0-8 0,0 0-4 15,0 0-1-15,-1 1-14 0,1 0-5 0,1-1 2 16,-7 12-4-16,1-1-3 0,0 7 3 0,2-2 1 16,0 0 0-16,2 2-2 0,0-2-2 0,0 2 1 0,1-1 0 15,1-1 3-15,0 1 3 0,0-2-1 16,0-1 3-16,0-1 1 0,1-3 9 0,1 1-1 0,-1-2 3 16,1 0-7-16,0-2 8 0,1-1-6 0,-1-1 7 15,0-1-7-15,1-1-1 0,-2-2-4 0,0 0 2 16,0 1-8-16,3-1 14 0,1 1-9 0,-2 0 9 15,2-1-13-15,-3-1-6 0,3 1 4 0,0-2-5 16,-2 0-2-16,1-2 3 0,0-1-8 0,0-8 6 0,2-8-8 16,-2-3-2-16,1 0 0 0,-3-1-1 0,0 0-3 15,-1 2 11-15,12 0 2 0,-5-2 2 0,-3 3 2 16,-3 1 1-16,0 1-2 0,0 1 0 0,-1 3-6 0,0-1 5 16,1 1-3-16,1 2 3 0,0-1-8 0,1 5 5 15,-1-1-5-15,2 2 5 0,0-1-1 0,-1 1 5 16,2 0 3-16,0 4-1 0,6 1-2 0,-2 1 1 15,6-8 2-15,-8 5-1 0,4 2-2 0,-1 1 7 16,0 1-4-16,1 1 7 0,0 2-4 0,2 3 3 16,0 1-2-16,1 3 2 0,-1-6 0 0,-2 13-1 15,1 3 0-15,-4-5-1 0,1 2-5 0,-2 0 6 16,-1 0-6-16,1 3 6 0,0-1-8 0,2-3 3 0,-1-1-3 16,2 1 3-16,1-2-12 0,-2-2 8 0,2-1 1 15,-1-1 1-15,0-2 0 0,1-2 0 0,0-2 2 16,-2 1 0-16,2-1-2 0,-1-2 2 0,-1-1-1 15,1 6 2-15,-2-1 1 0,1-2 0 0,-1-2-2 16,2-1 2-16,-1-1 3 0,0-1-2 0,-2-1 2 0,0-2-2 16,0-1 7-16,-1 4-1 0,1-15 6 0,-4-1-5 15,-1-1 8-15,-2-2-6 0,0 1 0 0,0-2-2 16,11-1-4-16,-6 2 4 0,-5 0-2 0,-3 3 3 16,-2-1-3-16,-3 2-2 0,0 2 3 0,-2 1-3 15,-1 1-2-15,-9 1-6 0,-1 0-6 0,-3 5 0 16,-1 0-22-16,-3 2-66 0,-2-11-21 0,-2 7-22 15,-5 2-128-15</inkml:trace>
  <inkml:trace contextRef="#ctx0" brushRef="#br0" timeOffset="38642.53">22577 15217 605 0,'0'0'0'0,"-2"0"17"15,1 0 162-15,0 0-67 0,0 0 6 0,0 0-82 16,0 0-4-16,-1 0-2 0,1 0 2 0,0 0-3 16,1 0-4-16,0 0-1 0,0 0-5 0,0 0 2 15,0 0 0-15,0 0 4 0,0 0 5 0,0 0-3 16,0 0 10-16,1 1 7 0,0-1-7 0,1 1 6 15,0-1-10-15,5 1-5 0,6 1 3 0,3-2-5 16,4 0-7-16,0 0-3 0,-1-2-7 0,1 1 2 0,-2-1-11 16,1-2 2-16,2 1 2 0,-1-1-2 0,-3 1-8 15,2-1 5-15,-4 2-4 0,-2-1 4 0,-1 1-14 0,-2 1 0 16,-3 0-1-16,-1 1 2 0,-2 0 3 0,0 0 1 16,-2 0-6-16,0 0 3 0,0 0-16 0,-1 0-10 15,1 0-5-15,-1 0-3 0,2 0-22 0,-2 0-28 16,2 0-3-16,0 0-12 0,0 1-60 0,2 0-62 15</inkml:trace>
  <inkml:trace contextRef="#ctx0" brushRef="#br0" timeOffset="38958.53">22672 15514 1374 0,'-1'0'25'16,"0"0"1"-16,-1 0-10 0,1 0-6 0,0 0-10 16,0 0-18-16,0 0-6 0,-1 0 2 0,1 0 0 15,1 0 22-15,0 0 1 0,1 0 7 0,2-1-6 0,6-2-3 16,5-3 5-16,0-1 2 0,4 0 3 0,1 0 4 15,2 0-1-15,-1 1-3 0,-1 0 2 0,0 1 0 16,-4 0-4-16,1 2 2 0,-3 0-2 0,0 1 5 0,-2 2-6 16,-1 0-4-16,2 0-2 0,-2 0-10 0,0 0-9 15,0 1-3-15,0 2-6 0,0-1-48 0,0 2-224 16</inkml:trace>
  <inkml:trace contextRef="#ctx0" brushRef="#br0" timeOffset="39743.72">23596 14915 833 0,'0'0'77'0,"0"0"164"0,0-2-224 0,0 1-17 0,0 0 1 16,0 0-5-16,0 0 7 0,0-2 2 0,1 1 1 0,0-2 1 16,2 0 10-16,2-3-6 0,2-3 7 0,-5 3-7 15,7-1 13-15,2 0 0 0,-2 0 3 0,-2-2-1 16,2 2 5-16,-3 0 1 0,-1-1 4 0,0 4-1 16,-3-2 10-16,0 1 10 0,-1 1-6 0,1 1 6 15,2 0-12-15,-3 1-5 0,1-1-1 0,-1 1-3 16,1 0-14-16,-2-1-5 0,0 1-2 0,0 0-1 15,0 1-8-15,0 0 6 0,-2-1-3 0,-2 2 4 16,-10-8-9-16,-1 2 3 0,1 3 0 0,-1 3 1 0,0 1 1 16,-3 2-7-16,2 2 8 0,-3 2-7 15,1 2 9-15,-1 3 2 0,1 0-8 0,-1-7 6 0,-1 16-5 16,1 1 0-16,-1 4-3 0,0 5 1 0,1-4 2 0,0 6-4 16,1 0 6-16,0-3-7 0,1 4-6 0,3-2 10 15,3-1-6-15,2-2 7 0,0 1-15 0,3-4 8 16,3 0-2-16,-1-1 3 0,-10 0 0 0,7 1 6 15,4-1-5-15,5-2 5 0,2 0-6 0,2-3 0 16,2 1 2-16,3-2-1 0,-6-1 2 0,16-1-5 16,1-3 3-16,1-2-5 0,-1-1 8 0,-2-3-7 15,0 0 3-15,0 0-6 0,1-6 13 0,0 3-22 0,0 7 4 16,-1-4-12-16,3-2 0 0,-3-4-9 16,2 0-3-16,-1-2-2 0,2 0-11 0,0-4-58 0,1 0-8 15,-2-3-27-15,0 0-113 0</inkml:trace>
  <inkml:trace contextRef="#ctx0" brushRef="#br0" timeOffset="40495.56">23675 15741 1535 0,'-1'0'185'0,"0"0"-239"15,-2 1 205-15,-3 1-114 0,3-1-65 0,0-1-11 16,2 0 5-16,-1 1-4 0,0 0 14 0,0 0 9 16,1 2 2-16,0-1 2 0,1-1-1 0,0 0 4 15,1 1-7-15,0-1 7 0,2 0 5 0,-1-1 5 16,11 1 12-16,-6-1-4 0,-1 0 14 0,1-2 12 15,1-2-12-15,0-2 12 0,2 3-17 0,0-12 7 16,0-2-3-16,0-1 4 0,0 0-5 0,0-2-11 0,0-2 4 16,-1 0-7-16,2 1 1 0,-3-1-9 0,0 2 1 15,-1 0-3-15,-1-4 1 0,0 4-1 0,1 1 1 16,-1 2-1-16,-1 1 6 0,-2 1-6 0,2 1 2 16,-1 6-3-16,-2 1 3 0,-1 4-6 0,1 1 3 15,1 0-3-15,-1-1 14 0,0 2 11 0,0 0-1 0,-1 0 3 16,0 0-9-16,0-1-2 0,0 1-1 0,1 1-1 15,-1 1-1-15,-1 1-4 0,0 9 2 0,-3 14-3 16,-1 0-2-16,-1-2 10 0,-1 3-7 0,1-1 8 16,1-1-12-16,0-2 2 0,2-6 0 0,1-2 2 15,1-3 2-15,0-1-6 0,1 0 3 0,0-4-3 16,1 0 8-16,1-2-7 0,-1 0 4 0,2-2-4 16,7-1 1-16,3 9-6 0,-1-4 2 0,4-2-3 0,-3-1 6 15,1-3-5-15,-1-2 4 0,-1 0-4 0,1-3 8 16,-1 0-9-16,0-3 4 0,1 0-6 0,-2 0 4 15,1 2 2-15,-4-8-5 0,3 0 5 0,2-3 2 16,-1 2 0-16,4 1 0 0,-7-1-1 0,0-1-1 0,-3 1 2 16,0 0 1-16,-4-2-1 0,4 3 1 0,-1 1-1 15,1-1 3-15,3 1-3 0,-4 0 0 0,0 3-1 16,-3 2 2-16,-1 2-1 0,0 1 5 0,0 4 8 16,-2 0-4-16,0 0 8 0,2-2 2 0,1 1 3 15,-1-1 2-15,-1 2 0 0,0 0-5 0,0 0-10 16,1 1 1-16,-2 1-3 0,0 1-4 0,-3 15 7 15,-3 11-8-15,1-2 9 0,-1 5 2 0,1-6-8 0,0 0 5 16,1 1-6-16,-1-2 6 0,1-3-10 0,3-1 5 16,1-4-6-16,0 1 11 0,3-3-8 0,-1 0 2 15,0-1-3-15,3 0-1 0,0-3 2 0,-1 0-6 16,1-2 4-16,0-1-27 0,-2-2-16 0,4-1-11 16,10-1-4-16,3 9-53 0,1-5-81 0,2-6-19 15,2-5-38-15,3-6-231 0</inkml:trace>
  <inkml:trace contextRef="#ctx0" brushRef="#br0" timeOffset="41027.63">24867 14298 1314 0,'-1'0'66'0,"0"0"-2"0,0 0 8 0,-13-5-7 0,0 0-15 16,-1 0-2-16,3 2-10 0,0 0 3 0,-4 2-7 15,4 1-6-15,-5 1-12 0,-1 4 6 0,5 0-8 16,-1 3 2-16,3-7-10 0,-2 16-1 0,2 4-2 16,2 1 3-16,-1 2-6 0,4 3 3 0,-1 1-3 15,4 4-1-15,-2-1 7 0,0 2-5 0,2-3 6 16,-3-1-4-16,0 2 4 0,3 0-1 0,0 2 1 15,-1 3-5-15,1 2 5 0,1 5 0 0,-1 1 1 0,2 2-2 16,-19 1-4-16,12 2 6 0,6-6-4 0,1-2 8 16,2-4-6-16,2-6 3 0,3 1-3 0,2-1-3 15,4-2-1-15,0-1-2 0,3 1 3 0,-12-4 3 0,13 0 1 16,5-1-2-16,-6-7 1 0,3 1-7 16,2-2-10-16,-2-2 1 0,4-3-6 0,-2-3-20 0,1-1-13 15,-2 0-6-15,-3-2-1 0,2 7-25 0,-1-5-42 16,-2-5-28-16,-1-2-14 0,0 0-182 0</inkml:trace>
  <inkml:trace contextRef="#ctx0" brushRef="#br0" timeOffset="41510.68">25232 14703 96 0,'0'0'69'0,"0"0"-11"15,0-1 79-15,0 0 6 0,-1-1-4 0,-1 1-2 0,1 0-16 16,0 0 1-16,0 0-9 0,0-2-23 0,0 1-1 16,-1 0-8-16,1-1 3 0,-1-1-18 0,0 0-6 15,-1-1-4-15,1 2 1 0,1 0-9 0,0 1-10 16,1 1-1-16,0 0-4 0,0 0-12 0,-3-2-3 16,2 1 1-16,0 0-2 0,0 0 1 0,-1 1-7 15,1 0 0-15,0 0-2 0,0 1 4 0,1 0 6 16,0 1-5-16,0 1 4 0,0 9-8 0,0 12 5 15,2 3-3-15,1 3 3 0,-2 0 0 0,-1 5 0 16,0 3-1-16,0 0-1 0,0 2 0 0,1-1-5 0,-1-2 5 16,-1-3-5-16,1-2 3 0,-1-8-7 0,1 1 2 15,0-4-4-15,0-3 4 0,0 0-7 0,0-3 2 16,1-1-4-16,0-2-8 0,0-1-10 0,0-3-12 16,1 0 1-16,-1-1-41 0,0-3-49 0,0 1-4 15,-1-3-18-15,2 1-42 0,0-2-62 0,9 6-8 0</inkml:trace>
  <inkml:trace contextRef="#ctx0" brushRef="#br0" timeOffset="41811.7">25500 14918 989 0,'0'0'570'0,"-1"0"-720"16,0 0 650-16,-2 0-350 0,-7 0-138 0,4 0-19 16,2 0-2-16,3 0-5 0,-1 0-5 0,-1 0-2 15,2 0 2-15,0 1 0 0,0 0 17 0,1 1-11 16,0-1 6-16,1 1-7 0,1 1 4 0,5 1 14 16,10 4 0-16,1-2 8 0,0-1 8 0,2-1-5 15,3-3 1-15,-1-1-1 0,0 0-1 0,0 0-5 16,-1-1-2-16,0-2-1 0,4 1-9 0,-1-3-1 0,-3 0 2 15,1 1 0-15,-6 0 2 0,-2 1-12 0,-1 0-1 16,-3 2-5-16,-1-1-18 0,-1 1-88 0,-1-1 5 16,-1 1-40-16,0 0-81 0,-1-1-244 0</inkml:trace>
  <inkml:trace contextRef="#ctx0" brushRef="#br0" timeOffset="42144.76">25703 14686 1055 0,'0'0'378'16,"0"0"-466"-16,-1-1 423 0,0 0-224 0,0 0-97 0,-1 0-10 16,-1 0 2-16,1-1-6 0,-1 1 0 0,2 0-5 15,0 0 2-15,0 0-5 0,0 0-7 0,0 1 5 16,-1 0-1-16,1 0 5 0,1 0-1 0,0 0 7 15,0 1-1-15,0 0 5 0,0 0 9 0,0 0 5 16,-2 12 5-16,-2 4-2 0,1 1 3 0,-1 2 7 16,1 4-1-16,-2 3 4 0,-1 1-8 0,-2 4 3 15,0 1-5-15,-1 1 4 0,1 2-4 0,0 1-10 16,1-3-2-16,1-3-2 0,3-2-8 0,1-2-6 16,2 0 2-16,3-2-7 0,-2-3-25 0,1-2-14 0,2-2-15 15,-2-3 3-15,2-2-41 0,0-4-112 0,1 0-20 16,-3-6-49-16,13-1-233 0</inkml:trace>
  <inkml:trace contextRef="#ctx0" brushRef="#br0" timeOffset="42695.01">26249 14669 838 0,'-1'0'186'0,"-14"-1"357"0,-7-2-461 0,0 2-42 0,4 0-10 16,3 1-8-16,-3 1-22 0,2 1 8 0,-3 3-2 15,2 2 4-15,1 0 0 0,3 2-4 0,5-4 2 16,1 11-5-16,2 0-11 0,3 1 0 0,0 0-2 16,-9 1 3-16,5 0 3 0,5-2 6 0,2-1 1 15,4 3 4-15,3 1 1 0,3-3 4 0,-7-1 0 16,18 0 2-16,-2-1 1 0,-2-3-3 0,5 5 3 0,-7-3-2 15,7 0 4-15,-2 2-5 0,-4-1 0 0,5 0 0 16,-7 0-3-16,2 0 1 0,-4-1-3 0,-2 0 3 16,0 1-1-16,-4-1 1 0,-2 0 2 0,0 0-1 15,-2 0 7-15,-2-1 17 0,7 0-2 0,-2-1 6 16,-3 1-6-16,-3 0 0 0,0-2-1 0,-3 1 1 16,-2 0-6-16,-1-2-6 0,0 0-4 0,-11 1 1 0,-1-3-6 15,-3 1-1-15,1-1-6 0,-1-1 1 0,1 1-9 16,2-3 3-16,-1 0 3 0,4 0-1 0,-3-3-7 15,4 1-3-15,3 7-7 0,1-5 3 0,2 0-20 0,0-3-21 16,2-1-6-16,1 0-7 0,3 0-42 0,-1-1-26 16,1 0-10-16,1-2-10 0,-3-5-83 0</inkml:trace>
  <inkml:trace contextRef="#ctx0" brushRef="#br0" timeOffset="42912.68">26233 14677 2409 0,'0'0'20'0,"0"0"4"0,0 0-28 0,0 0-15 0,0 0-6 15,1-1-3-15,1 0 21 0,23-4 2 0,4 0 3 16,4 2-12-16,-1 0-43 0,0 1-9 0,-2 0-16 15,0-1-66-15,-2 1-88 0,0 0-14 0,3 0-37 16,-2 1-179-16</inkml:trace>
  <inkml:trace contextRef="#ctx0" brushRef="#br0" timeOffset="43780.1">26637 14915 1692 0,'0'0'9'0,"0"-2"1"0,-1 1-23 0,0-1-3 16,0 0-9-16,1-1 3 0,-2-2 7 0,1 1 0 15,1 0 2-15,0 0-4 0,0 0-8 0,0 0 3 16,0 2-4-16,0 1 2 0,0-1 24 0,0-1 0 0,0 1 12 16,0 0 25-16,0 0 28 0,0 1-1 0,0 0 9 15,0 1-5-15,-1 0-21 0,0 1 1 0,-2 0-7 16,-2 4 6-16,-6 6-21 0,2 4 4 0,-2 0-11 16,2-1-7-16,0 2 0 0,1-1 0 0,1 1 0 15,0 2-4-15,2-4-5 0,1 1 0 0,1 0 0 16,2-3-2-16,-8 1 1 0,3-1 3 0,2-1-1 15,2-2 0-15,1-1-3 0,1 1-4 0,0-2 3 0,1 0 4 16,2 0 2-16,1-1 3 0,0-2-1 16,5 0 6-16,2-1-9 0,0 0 4 0,2-2-4 0,-5 5 7 15,2 0-6-15,-1-2 3 0,0-1-4 0,2-1 9 0,0-2-9 16,-3 0 5-16,0 0-5 0,-2-1 14 0,-3 0-9 16,-1-2 4-16,-1 1-6 0,7-12-6 0,-2 0-3 15,-1-4 0-15,-3 1-1 0,-1-3 2 0,-2-3-5 16,0 6 0-16,-1-3-2 0,-2 0 1 0,1 0 2 15,-3-2-6-15,1 2 3 0,2 5-4 0,0 2 2 16,2 3-1-16,0 0-1 0,1 1-13 0,0 2 0 16,0 1 4-16,0 0-2 0,0 1 4 0,1 1 4 15,1-1 0-15,3 1 2 0,13 1 8 0,-1-2-3 0,3 2 7 16,-1 0-4-16,0 2 11 0,1-11-8 0,-1 5 2 16,0 3-2-16,-1 1 4 0,1 2-3 0,0 1-1 15,0 0 1-15,-3 1 1 0,0 2-1 0,-2-1 0 16,-3 0 0-16,0 2 6 0,-2-1 12 0,-1 1 0 15,-3-2 4-15,2 3-4 0,-2-2 1 0,-1 0 2 0,-2 3-1 16,-1 3 6-16,5-1-5 0,1 4 2 0,-2 0-4 16,-2 0-9-16,0 2-3 0,-3-1-1 0,0 1 0 15,-1 0 0-15,-2 0-6 0,1 1 1 0,-1 1-1 16,0-2 6-16,1 1-6 0,0-1 1 0,1-1-1 16,0 1 7-16,1-2 0 0,0-2-2 0,0 1 1 15,0-2-5-15,0 1 8 0,1-2-7 0,2-1 7 0,-1-1-5 16,0-2-4-16,1-1 1 0,-1 1-2 0,7-3-4 15,2 0 4-15,2 8 1 0,1-2 0 0,-2-3 0 16,1-3 1-16,-1-1-1 0,-1-1 2 0,2-3 3 0,-3 0-2 16,-1-2 4-16,-2 1-3 0,1-2 2 0,-2-7 3 15,-2-1-6-15,-3-2 5 0,11 0-5 0,-4-3 2 16,-3 2-1-16,-2-3 1 0,-3 2-5 0,0-1-2 16,-2 0 4-16,-2 2-4 0,-2 0 5 0,2 2-8 15,-3 0-1-15,1 3-4 0,0 1-16 0,-1-1-28 16,1 4-6-16,1-1-7 0,-7 2-34 0,1 3-73 15,-2 1-9-15,-1-1-35 0,-6 3-157 0</inkml:trace>
  <inkml:trace contextRef="#ctx0" brushRef="#br0" timeOffset="44430.05">27156 14517 592 0,'-2'-1'60'0,"1"0"4"0,-1-2-51 16,-6-2 7-16,-6-8-37 0,-2 1 17 0,3 2 7 0,3 1-7 15,-1 1 7-15,7 0-7 0,-6-5 12 0,1 4 5 16,-1-4 6-16,2 3 31 0,3 3 10 0,2 0 5 16,0 1 3-16,2 1 27 0,0-2-8 0,-4 1-1 15,2 0-4-15,1 2 2 0,-1-1-15 0,1 1 5 16,1 1-10-16,-1 1 3 0,1-2-25 0,1 3 4 0,-1-1-13 16,0-1-12-16,0 1-8 0,0-1-1 0,-1 2-3 15,1 0-1-15,1 0-3 0,0 0 2 0,0 1-2 16,1 0 4-16,1 0-2 0,-1 0-3 0,8 6 1 15,5 2 3-15,-1 10-5 0,1-1 7 0,0 7-6 16,3-4 7-16,1 2 0 0,2 4 0 0,2-3 1 16,1 3-8-16,2-1 1 0,2 0 0 0,0-1 1 0,-2 1-4 15,-3 0 1-15,-1 1-3 0,-1 1 3 16,0 0-9-16,0 1 7 0,-1 2-4 0,-2 3 8 0,-1 2 1 0,-1 2-12 16,0 4 6-16,0 3-7 0,-1 2 3 0,-7 0 8 15,1-2-1-15,-7 1 6 0,18 0-1 0,-12 4-8 16,-9 3 5-16,-6 3-5 0,-5 4 3 0,-5-2-5 15,-3 2-2-15,16-7 0 0,-23-4-2 0,0-7-39 16,2-5-18-16,0-5-13 0,3-4-119 0,4 0-229 16</inkml:trace>
  <inkml:trace contextRef="#ctx0" brushRef="#br0" timeOffset="45498.63">28049 14883 1114 0,'-1'0'48'0,"0"0"88"15,-1 0-117-15,-1 0-9 0,1 0-4 0,0 0 1 16,-1 0-8-16,2 0 13 0,-1 0-3 0,-1 0 8 16,2 0 0-16,0 0-1 0,0 0 2 15,0 0-1-15,-1 0 8 0,1 0 4 0,1 0 1 0,0-1 1 16,1-1 7-16,1 1 6 0,1 0-3 0,9-4 2 15,0 1-9-15,2-1-17 0,1 0 5 0,2 1-9 16,3-1 0-16,-3 1-3 0,0 1-5 0,-2 1 1 16,-2 0-10-16,0 0 0 0,0 0-1 0,-3 0 1 0,1 1-1 15,-3 0-9-15,2 0 2 0,-5 1-5 0,1 0-12 0,0 0-22 16,-2 0-15-16,-2 0-3 0,0 0-58 16,0 0-31-16,-1 0-10 0,0 0-9 0,0 0-50 0</inkml:trace>
  <inkml:trace contextRef="#ctx0" brushRef="#br0" timeOffset="45681.42">28034 15102 748 0,'0'0'113'0,"-1"0"-5"0,0 1 20 0,0 0-15 16,-1 0-25-16,1 0-36 0,0 0-22 0,0 1 9 16,0-1-13-16,-1 0 19 0,2 0-7 0,0 0 2 15,2 1-5-15,0-1-6 0,6 2-14 0,9 2 3 16,2-2-6-16,4 0-4 0,1-3-2 0,-1 0-5 15,3-3 2-15,0 1-26 0,1-1-23 0,0-1-7 0,-5 1-5 16,3-2-37-16,-3-1-71 0,1 0-13 0,-1 0-27 16,0-1-108-16</inkml:trace>
  <inkml:trace contextRef="#ctx0" brushRef="#br0" timeOffset="46181.85">29122 14443 1894 0,'-1'0'16'0,"-1"-1"1"0,0 0-9 15,-7-3-1-15,0 2-8 0,2-1-10 0,2 2 13 16,-3 0-7-16,0 0 7 0,1 1-6 0,-2 1 1 15,-3 3 1-15,4 0-2 0,-6 1-3 0,-2 12 7 16,5 0-1-16,-5 0 3 0,5-1-3 0,1-2 5 0,2 0 0 16,2-1 4-16,1-1 4 0,3 0-8 0,1-3 2 15,-6 2-5-15,1-2-1 0,1 2 5 0,3-2 0 16,1 2 2-16,1-2-1 0,0 2-7 0,2 0 1 16,2 0-1-16,1 1 8 0,4 1-3 0,-2 0 0 0,9 1-2 15,5 0-6-15,-1 0 5 0,-4 0-1 0,1-1 4 16,1 1-8-16,0-1 8 0,-1 0-5 0,-2 0 6 15,-3 0-8-15,1 0 3 0,1 2 0 0,-2-2 0 16,-3-2-3-16,0 0 6 0,-3 1-5 0,-3-1 5 16,2 1 6-16,-4-4 0 0,5 0 11 0,-3-1-7 15,0 0 21-15,-2 3 10 0,-1-1-3 0,-2 0 4 16,-2 0-20-16,-2-1 0 0,-3-2-5 0,-5 2 2 0,-3-1-15 16,-2-2 0-16,3-2-3 0,-1 8 2 0,3-4-4 15,3-2-1-15,-2-1-1 0,1 0 0 0,-1-2-11 16,2-1-16-16,2 0 2 0,3-1-7 0,-1 0-12 0,1 0-24 15,0 0-8-15,-1-1-5 0,2 0-30 0,2 0-27 16,-1 0-16-16,3 1-11 0,-1-3-126 0</inkml:trace>
  <inkml:trace contextRef="#ctx0" brushRef="#br0" timeOffset="46397.86">29194 14434 1549 0,'0'0'183'15,"-2"0"385"-15,1 0-533 0,0 0-31 0,1 0-1 0,0 0-8 16,1 0-3-16,2 0 1 0,8 0-1 0,12 1 0 16,1 2-24-16,1 0-27 0,1 0-5 0,-3 1-8 15,2-2-29-15,-1 0-76 0,0 0 2 0,1-1-33 16,-1 0-67-16,-2-1-127 0</inkml:trace>
  <inkml:trace contextRef="#ctx0" brushRef="#br0" timeOffset="46815.72">29518 14630 1567 0,'-1'0'116'0,"0"0"1"0,0 0-28 16,-1 0-11-16,-9 2-44 0,-1 1-30 0,4-1 10 16,1 2-9-16,2-1 9 0,-5 7-12 0,5 5 3 15,0 1-2-15,0 1 2 0,4 0-7 0,-10 0-8 16,4-1 0-16,4 1-2 0,2 0 8 0,1 0-3 0,2-1 7 16,3 1-3-16,2-2 14 0,1-1-4 0,0-2 3 15,-3 2-1-15,6-2 16 0,4-2 1 0,-3-1-3 16,-1-2 0-16,6 1-11 0,-3-1 8 0,6 1-3 15,-4-3 5-15,-2-2 0 0,2 0-1 0,-3 6 1 0,1-2-1 16,-1-2-6-16,-1-3 1 0,-1 0 1 0,-1-4-1 16,-1 0-4-16,-1-2 0 0,1-1-7 0,-1-1 5 15,-2-12-2-15,0-2 0 0,-3-1-2 0,-1-3-1 16,11 2-3-16,-4-1 2 0,-6 0-1 0,-3 1 0 16,-1-2-3-16,-4 3 3 0,-2 0-2 0,-1 1 2 15,-4 1-3-15,11 2-2 0,-14 0-1 0,1 3-1 16,-2 1 6-16,0 4-3 0,2 0 3 0,0 4-6 0,1 0-16 15,3 2-22-15,-3 2-6 0,4-2-5 0,2-3-21 16,1 2-50-16,0 2 1 0,3 1-21 0,-4 0-25 16,5 1-40-16,0 1-21 0,0 0-10 0,0 0-106 0</inkml:trace>
  <inkml:trace contextRef="#ctx0" brushRef="#br0" timeOffset="47215.87">30220 14311 1260 0,'0'0'203'0,"-1"0"14"0,0 0-89 0,0-1-46 0,-2 0-66 16,1 0-32-16,0 0-6 0,-1-1 5 0,1 1-6 15,-1 0 11-15,2 0 3 0,0 0 3 0,0 0-2 16,0-1 0-16,0 1-6 0,-1 0-1 0,1 0 1 16,0 0 16-16,0 0 13 0,0-1 6 0,0 2 0 15,-1 0 13-15,0 0 7 0,1 0 1 0,-7 3 0 16,-1 1-7-16,1 2 0 0,1 3-6 0,0 14 4 0,0-2-14 16,2 7-17-16,1 2 7 0,-2 0-9 0,2 3 1 15,2 1 5-15,-16 3-7 0,10-4 5 0,4 1-12 16,3-1 4-16,1-3-1 0,1 0 3 0,3-2 6 15,1 0-5-15,-1 0 2 0,0-3-4 0,2 3 5 0,-3-5 0 16,2-2-5-16,-1 0 1 0,-1-4-14 0,1 4-12 16,-1-4 1-16,1 1-7 0,-1-2-16 0,1-1-22 15,-1-5-28-15,1 2-5 0,-1-3-159 0,1 1-214 16</inkml:trace>
  <inkml:trace contextRef="#ctx0" brushRef="#br0" timeOffset="49952.91">30571 14544 1839 0,'-2'0'0'0,"1"0"12"0,-1 0 114 15,1 0-53-15,-5 0-5 0,2 0-71 0,2 0-11 0,0 1-25 16,-3 2-11-16,5-2-6 0,-6 7-66 0,1 2-80 16,3 0-15-16,2-2-39 0,1 3-221 0</inkml:trace>
  <inkml:trace contextRef="#ctx0" brushRef="#br0" timeOffset="50585.47">30881 14269 1538 0,'0'0'91'0,"-1"-1"178"0,0 0-237 0,-1-1-28 15,1 1 4-15,0 0-9 0,0 0-9 0,1 0 8 16,0 0-3-16,1-1 5 0,0 1 4 0,2 0-4 16,10-1-3-16,3 2 0 0,3 2-5 0,-3 2-1 15,0 1 1-15,-2 4 0 0,-4-8 7 0,2 19 0 0,-3 0-2 16,0 5 2-16,-3-1 5 0,-5 3 1 0,1 2 6 16,-1-2-4-16,12 1 2 0,-8 0 10 0,-7-1-6 15,-7-1 7-15,-1 1-5 0,-2-5 15 0,7 1 1 0,-15-5 3 16,-3 0-2-16,2-1-11 0,4-3-3 0,-2-1-2 15,5-2-9-15,1-1 0 0,2-1-2 0,1-3 0 16,3 0-1-16,2-3-4 0,2 0 2 0,0-2-3 16,3 0-12-16,-2 2 9 0,0-1-7 0,-1 0 7 15,2 1-18-15,0-2 13 0,0 0 0 0,0 0 6 16,1 0 10-16,0-1-2 0,1 0 0 0,0 0-1 16,1-1 4-16,9-2 7 0,1-3-7 0,3 0 5 0,3 0-6 15,1 1 7-15,-1 2 2 0,0-1-1 0,1 3-14 16,-3 1 1-16,4 0-3 0,-1 1 2 0,0 2 1 15,1 0-6-15,-4 2-2 0,3-1-3 0,-1 2-6 0,1 0-11 16,-2 1 3-16,0-1-7 0,-1 0-8 0,-1-1-28 16,2-2-8-16,-2 0-11 0,-1-2-64 0,-1-1-5 15,0-3-11-15,0-1 8 0,0-2-9 0,-1-1-36 16,-2 0-8-16</inkml:trace>
  <inkml:trace contextRef="#ctx0" brushRef="#br0" timeOffset="50885.59">31462 14387 828 0,'0'0'72'0,"0"-2"-5"0,0 1 60 0,-1-1-13 15,-3-9 3-15,-1 1-21 0,1 0-8 0,0 3-3 16,2 1-4-16,0 2-13 0,0 1-9 0,2 2-2 16,0 0-4-16,0 0-24 0,-1-2-9 0,0 1-1 0,0 1-2 15,0 0-5-15,0 1-4 0,-1 1 1 0,1 1-3 16,-4 17 7-16,1 7-1 0,0 3-2 0,2 3 0 15,-2 3 3-15,2-3-7 0,-2 2 7 0,-1-3-6 16,-1-1 18-16,-1 0-11 0,0-2 5 0,0-1-7 16,1-1 1-16,0-4-7 0,0 1-2 0,1-6-2 15,2 1-3-15,0-4-18 0,2 0-4 0,0-1-9 0,1-4-53 16,0-1-28-16,0-7-10 0,0 1 0 0,0 0 12 16,0 0-24-16,0-1 6 0,1-1-17 0,0-1-31 15,2-4 31-15,10-17-8 0,1-6 18 0,-3 3 9 16,0-2 11-16,-2-2 2 0</inkml:trace>
  <inkml:trace contextRef="#ctx0" brushRef="#br0" timeOffset="51085.92">31441 14527 165 0,'0'-3'104'0,"0"-4"-1"16,-1-20 95-16,1 1-6 0,0 3-50 0,0-3-48 16,2 2 8-16,0 3-24 0,2 2-26 0,0 3-16 15,1 2-5-15,0 2 0 0,0 3 2 0,-3 4 14 16,1 0 4-16,-1 3 3 0,5 1 16 0,0-4-10 16,2 0-3-16,4 2-3 0,0 3-3 0,2 2-12 15,-5 2 0-15,-1 1-6 0,1 4-15 0,-2 8-1 16,1 2 3-16,-4 0-2 0,-3 0 7 0,8-4-8 0,-4 0-6 15,-5-3-1-15,-1 1-10 0,-1-5-1 0,-3 3 0 16,-1 1-1-16,1-3 0 0,-2-1-28 0,-1 2 2 16,3-6-14-16,-10 0-19 0,5 1-14 0,-4 4-1 15,8-7-6-15,0 1-29 0,1-1-23 0,1-2-27 0,0 1-1 16,0 0-120-16</inkml:trace>
  <inkml:trace contextRef="#ctx0" brushRef="#br0" timeOffset="51455.42">32139 13863 993 0,'0'-1'239'16,"-1"0"-237"-16,0 0 262 0,0 0-119 0,-3-2-82 0,-9-4-20 16,-1 1-5-16,1 3-3 0,1 2-9 0,1 1-9 15,-6 3-4-15,5 2-2 0,0 3-14 0,-1-3 3 16,2 12-1-16,0 3 1 0,6 3-6 0,-3 3-3 15,1-2 4-15,2 0-3 0,-5-2 14 0,8-4 6 16,1 1 0-16,-10-2 1 0,5 2-5 0,4 0 10 16,2 1-7-16,0 0 7 0,0 1-9 0,1 3 8 15,1 0 0-15,0 4 0 0,1 4-12 0,2 0 0 16,1 3-3-16,1 2 2 0,-1-3-4 0,-1 2 5 16,0-3-1-16,0-1 2 0,-3-1-5 0,-1-6 10 0,2 2-1 15,-2-2 4-15,1 0 0 0,1-3 2 0,-2 1-1 16,0-3 1-16,-1 0-2 0,0-4-4 0,0 2 2 15,0-4-4-15,-1-1-4 0,0-2-6 0,-2 1 2 0,1-1-4 16,0-3 1-16,0-3-14 0,2-3-8 0,-1 0 0 16,0 1-18-16,0-1-27 0,-4 0 0 0,-3 1-16 15,-5-2-55-15,0-2-46 0,1-3-35 0</inkml:trace>
  <inkml:trace contextRef="#ctx0" brushRef="#br0" timeOffset="51653.09">31858 14253 1463 0,'0'0'270'0,"0"0"-282"15,0 0 289-15,0 0-136 0,0 0-99 0,1 0-23 16,1 0 4-16,0 0-8 0,13 1 12 0,6 1-13 16,9 2 2-16,1-2-8 0,2 0-7 0,6 1-36 15,0-2-4-15,-5-1-14 0,-2 0-40 0,-5-4-56 16,-2 1-16-16,-2-2-23 0,-2-1-135 0</inkml:trace>
  <inkml:trace contextRef="#ctx0" brushRef="#br0" timeOffset="54238.28">30257 2819 365 0,'0'0'9'0,"0"0"12"0,0-1 40 16,0 0 0-16,0-1-9 0,0 2-18 0,0 0-40 15,0 0 4-15,0 0-3 0,0 0 6 0,0 0 5 16,0 2-6-16,0-1 5 0,0 0-5 0,1 0 17 0,0 0-5 16,0 1 12-16,0-1 16 0,0 0 9 0,2 0 3 15,-1 0-2-15,8 3-9 0,1-1-6 0,3 0 0 16,2-1-3-16,3-1-4 0,4-1-7 0,1 0 1 16,5-1-4-16,5-1 5 0,-1-2-12 0,6 1 10 0,0-1-11 15,1 1 1-15,4-1 1 0,-1 0-6 0,-2 2 5 16,0 0-5-16,0-1 5 0,0 1-7 0,3 0 6 15,0 1-2-15,-1-2-5 0,0 2 3 0,-4 1-5 16,-4-1 0-16,-2 1-1 0,-6-1 5 0,-3 1-4 16,-4-1 6-16,-4-1-5 0,-2 1-6 0,-4 1 2 15,-2-1-3-15,-2 1 8 0,-3 0-3 0,1 0 2 16,0-1-9-16,-1 0-1 0,1-1-2 0,-1 1-2 0,2-1-26 16,-2 1-33-16,1-2-20 0,-1 1-7 0,2-1-93 15,-1 0-27-15</inkml:trace>
  <inkml:trace contextRef="#ctx0" brushRef="#br0" timeOffset="54554.83">30354 2960 646 0,'0'-1'378'0,"0"0"-566"0,-1 0 471 16,0-2-279-16,0 1 5 0,-1 1-32 0,2 0 3 16,0-1-9-16,0 1 31 0,2 1-6 0,-1 0 9 0,1 0-8 15,16 5 2-15,4 1 1 0,8 2 1 0,2 0 3 16,1-3 12-16,7-2 11 0,-1-1-6 0,4-2 7 16,1 0-7-16,-4 0 7 0,1-2-7 0,1 1 6 15,-1-1-4-15,3 0-1 0,1-2 2 0,-1 1-3 16,1-1-9-16,-2 0-1 0,-2 1-3 0,-2 1 1 15,-6 0 0-15,-5 1-9 0,-3 1 5 0,-5 0-5 0,-3 0-3 16,-4 0-10-16,-2 0-12 0,-2 0-1 16,-1 0-68-16,-3 0-189 0</inkml:trace>
  <inkml:trace contextRef="#ctx0" brushRef="#br0" timeOffset="57641.46">17167 16700 59 0,'0'0'0'0,"-1"0"139"0,0 0 23 0,0 0 28 16,0 0 15-16,-1 0-133 0,0 0-12 0,0 0-38 15,-1 0-1-15,1-2-3 0,0 1 13 0,-1 0-2 16,1 0 2-16,0 0-2 0,-1 1 6 0,1-1-6 15,0-1 4-15,-1 2-4 0,1-1 1 0,0 0 15 16,-1 0-3-16,1 0 8 0,-1 0-12 0,1-1 1 0,0 1-5 16,1 1 5-16,-2 0 1 0,2 0-13 0,0 0-1 15,0 0-5-15,0 0-8 0,-1 0-5 0,1 0 0 16,0 0-2-16,0 0-6 0,0 0-1 0,1 0 3 16,0 0-3-16,0 0-1 0,1 0 2 0,0 0-2 0,1 0 3 15,7 0 5-15,6-2-3 0,1 1 4 0,1-2-3 16,2 2 6-16,-1 0-5 0,4-1 3 15,1-1-3-15,-1 2-2 0,4-1 5 0,-2-1-2 0,-4 1 4 16,2 1-3-16,1 0-4 0,-2-2-2 0,0 1 1 16,-1 1-6-16,-5 0 5 0,2-1-3 0,-3 1 3 15,-1 0-2-15,-3 0 4 0,0 0-4 0,-2 0 4 16,-1 1-3-16,-2 0-11 0,-2 0 6 0,-2 0-9 16,1 0 0-16,0 0-11 0,0 0 4 0,1 0-7 0,-1 0-14 15,-1 0-67-15,0 0-9 0,0 0-22 0,1 0-64 16,-2-2-115-16</inkml:trace>
  <inkml:trace contextRef="#ctx0" brushRef="#br0" timeOffset="57925.95">17138 16849 1174 0,'0'0'43'0,"0"0"2"0,-1 0 18 0,0 0-22 16,-1 0 2-16,1 0-40 0,0 0 2 0,1 0-3 15,0 0 2-15,0 0-5 0,1 0 4 0,0 1 7 0,2 0-2 16,1-1 8-16,9 3-2 0,3-1-1 0,0-1 3 16,1-1 12-16,-1 0 3 0,3 0 0 0,1 0-1 15,2 0-6-15,-1 0-16 0,-1-1 4 0,-3 1-10 16,-3-1 4-16,0 0-4 0,-1 0-2 0,2 1 0 15,-4 0-8-15,1 0-1 0,-2 0-3 0,-2 0-1 16,1 0-31-16,-2 0-18 0,-1 0-63 0,1 0 10 16,1 0-248-16</inkml:trace>
  <inkml:trace contextRef="#ctx0" brushRef="#br0" timeOffset="63380.11">18288 16452 108 0,'0'0'0'16,"0"0"38"-16,1 0 22 0,-1 0 27 0,0 0 7 15,0 0-30-15,0 0-14 0,0 0-23 0,0 0-2 0,0 0-1 16,0 0-5-16,0 0-2 0,0 0-5 0,0 0 0 15,0 0-15-15,0 0 3 0,0 0 10 0,0-2-4 16,0 1 16-16,0 0 0 0,0 0-5 0,0-2 4 16,0-1 2-16,0-4 1 0,0 2 4 0,0-1-3 15,1 0 3-15,-1 1-2 0,2-1-2 0,-1 1 2 16,-1 1 3-16,0 2-9 0,0 0 3 0,0 1-4 16,0-1 8-16,0 0 11 0,0 1-1 0,0-1 3 0,0 1-9 15,0 0 14-15,0-1-8 0,0 2 10 0,0 0 1 16,0 0-6-16,0-1 6 0,0 1-7 0,0 0 1 0,0-1 0 15,0 1-6-15,0-2 2 0,0 1-17 0,0 0 2 16,0-1 0-16,0 1-1 0,0-1-12 0,0 1 6 16,0 1-8-16,-1 0 8 0,1 0-7 0,0-1 4 15,0 1-2-15,-2 0 2 0,2 0-5 0,-1 0 0 16,1 0-1-16,0-1 1 0,0 1 6 0,0 0-5 16,0 0 3-16,0 0-6 0,0-1-2 0,0 1-4 15,0 0 2-15,0 0 0 0,-1 0 11 0,1 0-11 16,0-1 1-16,0 1-3 0,0 0 3 0,0 0-2 0,0 0-1 15,0 0 0-15,0-1 2 0,0 2-2 0,0 0 7 16,0 0-5-16,0 0 4 0,0 0 4 0,0 0-1 16,0 0 2-16,0 0 2 0,0 0 1 0,0 0-1 15,0 0 1-15,0 0-5 0,0 0-9 0,0 0 3 16,-1 2-3-16,1-1 8 0,-1 1-6 0,-1 5 4 0,1 11-6 16,0 1 0-16,0 3 0 0,1 0 0 0,0 4 0 15,0 5 4-15,0-1 2 0,0 3 2 16,0-3 0-16,0-2-2 0,0 1-7 0,-1-2 0 0,-2 1-2 15,0 0 12-15,1-4-6 0,-1 0 4 0,1-3-5 16,-1-1-2-16,2-2 8 0,0-3-6 0,-1 0 7 16,1-3-7-16,-1-2-2 0,1 2 1 0,1-5-2 15,0 0-2-15,0-1 1 0,0-3-6 0,0-1 2 0,0 0-19 16,0 1-9-16,0-1-7 0,0 0-2 0,1 1-33 0,1-2-24 16,-1 0-4-16,0 0-9 0,0 0-28 0,0-1-45 15,0-1-21-15,2 0-18 0,3 0-171 0</inkml:trace>
  <inkml:trace contextRef="#ctx0" brushRef="#br0" timeOffset="64146.54">18589 16400 1289 0,'0'0'25'0,"0"0"3"0,-1 0 3 0,0 0-6 0,0 0-2 15,-1 0-4-15,1 0 7 0,0 0-6 0,0 0 4 16,0 0-22-16,-1 0 4 0,1 0-3 0,0 0 2 16,1 0-6-16,0 0 4 0,0 0 2 0,0 0 2 15,0 0-3-15,0 0 28 0,0 0-9 0,0 0 18 16,0 0 7-16,0 0-1 0,0 0 2 0,0 0-3 15,0 0 0-15,0 0-12 0,0 0 1 0,0 0-5 0,0 0-7 16,0 0 1-16,0 0-3 0,0 0 1 16,0 0-14-16,0 0 4 0,-1 0-4 0,0 1 5 0,0 0-2 15,-1 0-7-15,1 2 4 0,0 1-6 0,-2 12 3 0,0 2-5 16,1 0 4-16,1 0-4 0,-1-1 7 0,2 0-2 16,0 2-2-16,0-2 0 0,2 1-3 0,-1-2 0 15,0-3-1-15,1 0-1 0,1-1-1 0,-1-1 3 16,2-1-1-16,-1 1 1 0,1-1 5 0,-1 0-4 15,1 0 1-15,-1-1-2 0,2-1 4 0,-2-1-3 16,1-1 3-16,1 0-4 0,-1 0-3 0,-1-2 4 16,5 1-2-16,-2-2 2 0,1 2-2 0,-1-1-2 15,3-1 9-15,-1 0-6 0,3-1 8 0,1 0-7 0,-3 1-1 16,4-1 0-16,-2-1 6 0,-1 6-3 0,1-1-2 16,2 0-1-16,2-3-7 0,-1 0 9 0,3-3-2 15,-1 0 4-15,-1-1-9 0,-2-2 8 0,3 0-2 16,-3-2 5-16,-1 0-5 0,3-2-5 0,-2 0 4 15,-1-1-3-15,-2 1 10 0,0 3-5 0,0-7-2 0,-4-1 0 16,3 0 2-16,-2-3-2 0,-2 0 2 0,-2-1-2 16,2 1-2-16,-4-1 5 0,0 0-3 0,11-3 5 15,-5 1 0-15,-4 5-4 0,-2-4 1 0,-1 5-1 16,-1 1 6-16,-3-3-4 0,1 1-1 0,-3 0-2 16,-1 1 1-16,1 4-1 0,0-3 7 0,-8 2-6 15,1-1 4-15,-4 0-5 0,2 3 0 0,-1-2 0 0,0 1 4 16,3 1-4-16,-3 1 4 0,2 0-4 0,-1-1 5 15,0 3-5-15,4-1 1 0,-3 1-1 0,1 1-2 16,-1-1 6-16,1 2-5 0,1 1 5 0,-1 0-4 0,1-8-5 16,-1 4 3-16,3 1-2 0,-1 2 5 0,2 2-7 15,-1 0 4-15,1 1-7 0,1 2 0 0,1 1 2 16,-1 2-5-16,1 2 4 0,2 7-6 0,0 2 2 16,0 0-2-16,2 3 0 0,1 0-11 0,-9 0-27 15,4 2-2-15,4-2-10 0,3-2-19 0,0 1-25 16,3-4-1-16,0 2-12 0,1-3-40 0,0 0-50 15,2 0-22-15</inkml:trace>
  <inkml:trace contextRef="#ctx0" brushRef="#br0" timeOffset="64798.87">19269 16343 836 0,'0'0'109'0,"0"0"213"16,-1 0-264-16,-1 0-8 0,1 0-6 0,0 0 3 0,0 0-5 15,-2 0-6-15,1 0 4 0,0 0-6 0,-1 0-14 16,1 0 6-16,0 0-6 0,-1 0 7 0,1 0-6 0,0 2 1 15,-1-1 2-15,1 0 1 0,-2 0 15 16,0 1-13-16,-2 1 8 0,1-1-10 0,-1 3 1 16,0-3 5-16,1 10-8 0,-3 0 5 0,1-1-15 0,2 4-5 15,-1-1 3-15,2-1-3 0,1 2 7 0,-1 0-7 16,3 0-2-16,-1 2-2 0,-1 1-4 16,-9-1 1-16,5 1-3 0,3-1 3 0,0 1-3 0,3-1 5 15,1-1 1-15,0 1 1 0,1-1-5 0,1-2 0 16,1-1-1-16,2 0 1 0,-1-1 2 0,1-2 2 15,1 1 1-15,-1-4-1 0,-1 1-4 0,8-1-3 0,1-1 1 16,1 0-2-16,3-1 10 0,-3-2-2 0,3 1 0 16,1-2-1-16,-3-1-9 0,-2 0 6 0,1 9-2 15,-2-4 4-15,1-3 2 0,3 1 0 0,0-3-1 16,-2-1 1-16,-1 0 0 0,-2-1-4 0,4-3 1 0,-2 1-1 16,-1-2 5-16,1 0 4 0,-3 1 0 0,0-2 0 15,-1 0-6-15,-1 4 4 0,0-9-3 0,-1 0 4 16,-1 1-1-16,-2-2-4 0,-1 0 0 0,-2 0-1 15,0-2 4-15,10-1-3 0,-4 1 4 0,-3-1-4 16,-3-1-2-16,-1 0 2 0,-1-2-3 0,-2-2 3 16,-1 1-2-16,-4-2-1 0,1 0 2 0,0 2-2 15,-2-1-4-15,0 2 2 0,-1 2 0 0,8-3 1 0,-10 4 4 16,-1 0-2-16,1 0-1 0,-3 4 0 0,2 0-11 16,3 4 7-16,-3 0-8 0,3 4 7 0,-2-1-7 0,4 2-21 15,0-4 7-15,1 1-12 0,-1 2-2 0,-2-1-13 16,1 2-2-16,2 1-6 0,1 1-28 0,1 0-53 15,2 0-12-15,2 0-16 0,-1 0-66 0,0 2-77 16</inkml:trace>
  <inkml:trace contextRef="#ctx0" brushRef="#br0" timeOffset="65464.83">19853 16274 730 0,'-1'0'132'0,"0"0"290"16,-2 0-397-16,0 0-20 0,-1 0 0 0,0 0-5 16,-2 0-3-16,3 0-2 0,-2 0 0 0,0 0 0 15,-1 0-5-15,0-1 4 0,-1 0 1 0,6 1 1 16,-4-2 11-16,0 0-4 0,1 0 8 0,-3-3-4 15,3 3 24-15,1-1 11 0,0 0 6 0,2-2 2 16,0 0 21-16,0 1-11 0,-2 1 1 0,1 0-5 0,2 2-1 16,0-1-12-16,-1 0 0 0,-1 0-5 0,0-1-16 15,1 1-2-15,0 0-10 0,1-1 6 0,1 2-9 0,0 0 1 16,1 1-1-16,7-5-2 0,2 2-8 0,0 2 3 16,2 1 6-16,0 1-3 0,2 2-2 0,-3 1 8 15,2 3-8-15,-4-1 8 0,0-4-12 0,1 12 10 16,-4 0 3-16,-1 3 2 0,-1-1 4 0,2 2-4 15,-2 1 4-15,0 3-2 0,-1-2 8 0,-3 0-9 16,13 4-4-16,-7-3 0 0,-3 1 2 0,-3 4-3 16,-1-4 0-16,0 2 0 0,-3-1 2 0,-1-3-3 15,-2 0 5-15,-1-1-6 0,-1 0-1 0,0-4 2 0,0 0-4 16,-1 0 4-16,1-4-3 0,-1 1 0 0,2-2 0 16,6-2 0-16,-4 0 5 0,-3-1-3 0,2-2 0 15,0-1-1-15,3 0-4 0,-2 0 0 0,3-2 6 16,-2-1-5-16,1 1 0 0,0 0 7 0,1 0-9 15,0 0 7-15,-1-1-21 0,2 1-1 0,0-1 2 0,0 0 0 16,0 0 10-16,0 0-1 0,1 1 2 0,0-2-1 16,1 0 0-16,1 0 4 0,7-2-3 0,4 0 3 15,2-2-1-15,-1 0 2 0,2-1-3 0,2 0 1 16,-1 2 1-16,0 0 0 0,-3 1-1 0,-1 1-2 16,1 0-1-16,-1 0 1 0,-1-1 5 0,-1 2-3 15,1 0 0-15,-1 0 0 0,-1 2 0 0,1-1 0 16,-2 0 2-16,1 0-2 0,-1 1 0 0,1 1 0 0,-1-1 0 15,-1 1-3-15,0-1 1 0,2 0-3 0,-1 2 8 16,1-2-16-16,-2 0 1 0,1 1-8 0,-2-1-4 16,-1-1-25-16,1 1 0 0,2-1-11 0,-6-1-29 0,5 0-79 15,-1 0-4-15,-1 0-31 0,5-1-82 0</inkml:trace>
  <inkml:trace contextRef="#ctx0" brushRef="#br0" timeOffset="65848.49">20403 16297 1711 0,'-1'0'55'0,"0"0"4"0,-1 0-15 0,-8 0-15 0,3 0-14 16,1 0-15-16,2 0 4 0,-1 0-7 0,3 0 5 15,-1 0-9-15,1 0-15 0,1 0 9 0,0 0-12 16,-1 0 8-16,1 0 13 0,0 0-6 0,0 0 10 16,0 0 7-16,0 2-7 0,1-1 6 0,0 0-6 15,0 0 12-15,0 2 4 0,0-1-3 0,0 7 2 16,0 5-4-16,0 4 11 0,-3 1 2 0,2 2 1 16,-2 1-8-16,0 3-3 0,1 3 0 0,2 4-1 0,0 0-7 15,0 0 1-15,0 0-3 0,-1-1 5 0,-2 1-1 16,2 0-8-16,0 0 4 0,0 0-5 0,0 0 3 15,-1 0 3-15,0-2-2 0,0-3 2 0,1 0-6 16,-2-3 5-16,2-3-5 0,1-1 6 0,0-1-8 0,0-6 3 16,0 0-1-16,0-9 0 0,0 2-16 0,0 0-22 15,0-5 2-15,0 3-10 0,0-3-10 0,1 1-15 16,0 1-11-16,1-2-1 0,-1 0-42 0,0-1-67 16,1-1-32-16</inkml:trace>
  <inkml:trace contextRef="#ctx0" brushRef="#br0" timeOffset="66298.14">20293 16305 1484 0,'-1'0'52'15,"0"0"-3"-15,-2 0 15 0,2 0-8 0,-6-3-11 16,6 3-33-16,0 0-1 0,-2-1-3 0,1-1 2 15,0-1-7-15,0 1 0 0,1-4 1 0,1-2-1 16,1 1-9-16,4-3 10 0,1 2-3 0,10 0 7 16,7 1 2-16,3 0 6 0,1 1 1 0,-1 1 1 15,-1-1 0-15,3 4-5 0,-4-12-4 0,1 6 1 16,-3 5 1-16,-2 3 2 0,-2 1 8 0,0 3-5 0,-2 2 16 16,-2 0-5-16,0 1 3 0,0 2-3 0,-1-8-8 15,-2 11 2-15,-2 1-10 0,-2-1 8 0,-2 0-12 0,-3-1-3 16,0 1 5-16,6 0-4 0,-2 0 5 0,-2 1-1 15,-1-3-3-15,-2 2 0 0,-1 1-9 0,0-4-9 16,-2 2-2-16,-2-2-1 0,0-3-10 0,2 6 1 16,-12-2 4-16,-4 2 0 0,3 0 19 0,-4-5-9 15,-1 1 8-15,1 1-6 0,-1-1 17 0,2 1-9 16,0 1 0-16,3-5-2 0,1 5-2 0,0-3 4 16,-1-1 0-16,4 0 3 0,1-3-5 0,4 1-4 15,3-1-6-15,0-2 3 0,0 1-20 0,2-1-23 0,0-1-1 16,-2 2-9-16,1 0-10 0,1 1-6 0,0-1-7 15,1 1 0-15,0-1-23 0,1-1-57 0,1 0-5 16,3 2-23-16,10 0-79 0</inkml:trace>
  <inkml:trace contextRef="#ctx0" brushRef="#br0" timeOffset="66748.47">21151 15980 1154 0,'0'0'190'0,"-1"0"-4"15,0 0-28-15,-1 0-15 0,1 0-66 0,-10 0-30 0,4 0-21 16,0 0 3-16,1 0-10 0,1 0-10 0,1 0-3 16,-2 1 3-16,1 0-3 0,0 2-1 0,2-1-6 15,-2 2-1-15,1-1-1 0,0 7 9 0,-1 1-1 16,0 3 2-16,1-1 0 0,-1 4 10 0,0-3-6 15,1 2 4-15,-1 2-5 0,0 0 8 0,0-1-7 16,1 1 5-16,-1 1-6 0,1 1 2 0,2-1 4 16,0 2-6-16,1 0 4 0,-1 0 1 0,-12 4-9 15,6 1 0-15,5 4-6 0,1 1-1 0,2 2 3 0,2 1 0 16,0 0 0-16,3 1-5 0,1 0-4 0,-2 2 3 16,2 1-4-16,-1-1 1 0,-1 0 7 0,1-2 1 15,-1-1 2-15,-1-2 2 0,0-2 0 0,-1-1-1 16,-1-5 0-16,0 0-3 0,0-2 1 0,-1-2 2 15,0-1-1-15,0-4-1 0,0-3-1 0,0-1 1 0,0 0 0 16,0-3 3-16,0 2-13 0,-1-2-2 0,0-1-3 16,-1 0 5-16,-1-1-7 0,1-2-3 0,0 2-2 15,-10-1 1-15,0 0-7 0,-1 0 4 0,2 0-6 16,-5-3-5-16,3 3-29 0,0-3-1 0,0 7-11 16,3-3-20-16,2-2-46 0,-1-2-14 0,1-2-11 15,2 0-66-15,-1-1-129 0</inkml:trace>
  <inkml:trace contextRef="#ctx0" brushRef="#br0" timeOffset="67065.14">20742 16450 1477 0,'-1'2'222'0,"0"-1"-234"15,-5 1 235-15,-8 3-113 0,1-1-96 0,5-1-15 16,2-2 1-16,3-1-7 0,1 1-10 0,0 0 6 0,-1 1-7 16,2-1 6-16,0 0-11 0,0 0 13 0,1 0-1 15,0 0 6-15,1 1 9 0,1-2 6 0,8 0 5 16,6 0-1-16,2-2 9 0,1 0 19 0,-3 0-3 16,4-2 9-16,2-1-5 0,1 1 4 0,0-1-6 15,0 0 3-15,0 1-25 0,1 0-11 0,-1 1 0 0,1 0-4 16,-2 1 5-16,-1 0-9 0,-1-1 5 0,-1 2-5 15,-1 0 0-15,-1 0-13 0,0 1 3 0,2 0-6 16,-4 0-10-16,-1 1-26 0,0-1-16 0,-6 0-10 16,4 1-138-16,2-1-143 0,0 0-76 0</inkml:trace>
  <inkml:trace contextRef="#ctx0" brushRef="#br0" timeOffset="-166268.17">21639 16381 876 0,'0'0'0'0,"-1"0"21"16,0 0 189-16,0 0-90 0,0 1-2 0,0 0-116 0,-1 1-1 16,0-1 0-16,1 0-1 0,0 1 2 0,-4 6-6 15,-2 7 5-15,2 0 0 0,2-1 3 0,0 0 4 16,2-2 4-16,0 1-3 0,0-4 2 0,0 4 2 16,-1-2 9-16,1-1 2 0,0 2 2 0,0-3 14 15,-1 2 1-15,-1-2 4 0,2 0-4 0,-1 0-4 0,0-2-4 16,0 4-2-16,1-4 0 0,-1 1 3 0,0-1-15 15,1-1 10-15,1-1-11 0,0-1 4 0,0 0 0 16,0-3-2-16,0 0 4 0,1 2 8 0,2-1 8 16,6 3-7-16,15-3 6 0,4-7-17 0,6-10-6 15,6 7-1-15,6-26-3 0,2-5-3 0,1-5-12 16,2-3 2-16,-2 0-7 0,0 1 0 0,-1 3-47 16,4-2-27-16,-1-1-18 0,6-2-182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16:41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6847 4178 537 0,'-1'0'0'0,"0"-1"0"16,-1 0 19-16,-2 0 1 0,-3-3 2 0,2 3-4 16,-4-1-11-16,1-1 9 0,-2 2-9 0,-5 1 11 15,5 0-4-15,-5 3 6 0,-1-1 0 0,2 2 0 0,-1-1 0 16,-3 1 4-16,0-1 9 0,3-1-6 15,-1 2 1-15,-2 0 14 0,1-1-15 0,0 2 15 0,-2-1-15 16,0 2-10-16,-1 1 5 0,0 2-8 0,0 1 1 16,0 2 5-16,1-6-11 0,-3 15 7 0,0 3-19 0,1 0 6 15,-5 4 9-15,2 1-5 0,1 2-1 0,-2 1-4 16,4 1-5-16,0 0 3 0,3 0 0 0,0 1 4 16,3-1-1-16,3 0 1 0,-1-1 0 0,3-3-5 15,0-1-1-15,6-2-1 0,-1 0 6 0,4-1-5 16,-13-2 6-16,7 0-8 0,5-3 0 0,2-2 6 15,2 1-2-15,0-4 5 0,3 4-11 0,3-1 9 16,2 0-5-16,-2-2 5 0,7-2-12 0,2-1 13 16,6-1-4-16,-2 0 7 0,5-4-5 0,1-2 3 0,-2-3-2 15,-1 0 2-15,2 11 4 0,0-7-2 0,2-4 4 16,2-3-4-16,-1 0 2 0,4-3-4 0,0-3 1 16,1-2-2-16,2-2 0 0,0 1 0 0,2-2-1 15,-5 1 1-15,-1-1 0 0,-2-1 2 0,-8 4-3 16,1 0 2-16,-4 1-6 0,-2 0 1 0,-2 1 2 0,-1 0 0 15,0 0 0-15,-2 1-13 0,-1 1-10 0,-2-1-1 16,-1 1-34-16,-2 2-64 0,0-1-116 0</inkml:trace>
  <inkml:trace contextRef="#ctx0" brushRef="#br0" timeOffset="853.22">7020 5413 913 0,'-1'0'20'0,"0"-1"26"16,0 0 3-16,-2 0-19 0,1-1 5 0,1 1-13 15,0 0-19-15,0 0-2 0,-1 0 0 0,1 1 2 16,0 0 8-16,0-1-14 0,0 1 3 0,1-2-3 15,0 1 16-15,0 0-15 0,0 0 3 0,0 0-5 16,0-2 17-16,1-3-2 0,2-5-2 0,2-2 1 16,1-4 7-16,-1 1-6 0,1-4 5 0,-1-4-6 15,1 1 9-15,0-3-7 0,2-3 7 0,2-1-7 0,-1 0 5 16,1 0-17-16,-1 2 4 0,-2 0-6 0,0 2 7 16,0 2-3-16,-1 4 0 0,0 4 1 0,-1 2 3 0,-1 1-3 15,0 3 1-15,-2 5-3 0,-1 0-1 0,-1 4 7 16,0-1-5-16,2 0 5 0,-1 0-7 0,-1 1 3 15,0-1 5-15,0 2-2 0,0 0 0 0,0 2-4 16,0 0-1-16,-4 18 2 0,0 2 9 0,-2 6-10 16,1-2 4-16,-1 1-6 0,1 3 3 0,2-7-2 15,-2 2 6-15,2-3-4 0,-1 1-1 0,2-2 3 16,1-1-2-16,1-3 3 0,0 0-5 0,0-2 4 16,1 1-5-16,1-4 5 0,2 0 1 0,-1-1 5 15,2-2 0-15,0-1 0 0,-1 0-7 0,0-4-4 0,4 0 3 16,0-2-3-16,0 0 3 0,1 4-1 0,0 0-6 15,2-1 4-15,3-2 5 0,0-1-5 0,-7-2 9 16,2-2-9-16,1-1 9 0,-2-2 0 0,3-2-4 16,-3 1 3-16,1-9-9 0,-1-3 4 0,3 1-3 15,0-3 4-15,-3 0-1 0,0-5 3 0,0-1-6 0,1 4 3 16,-1-4-7-16,-1 5 4 0,0 3 2 0,-1-4-2 16,-2 1 0-16,0 2 0 0,-2 1 0 0,0 5 1 15,5 3 7-15,-3 1-11 0,1 0 6 0,-3 3-7 16,0 1 12-16,-2 1-3 0,0 3 1 0,0-2-4 15,0 1-9-15,0 1 7 0,0-1-1 0,0 2 4 0,-2 2-2 16,1 0 5-16,-2 11-5 0,-4 14 5 0,1-1-5 16,1 4-3-16,1 2 0 0,2 1-1 0,0-2 1 15,1-1 0-15,-1 0 4 0,2-4-2 0,0-2 3 0,2-1-3 16,-1-3 0-16,1-3 0 0,2-2 9 0,-1-2-3 16,3 0 1-16,0-2-1 0,0-2-5 0,-4-2-6 15,10-2 4-15,2-1-6 0,1-3-10 0,1 9 4 16,0-3-11-16,-1-4 9 0,2-3-15 0,0-4 3 15,0-3-5-15,2-5 0 0,-2 5-46 0,2-15-106 16,-2-4-30-16</inkml:trace>
  <inkml:trace contextRef="#ctx0" brushRef="#br0" timeOffset="1354.72">7681 3675 654 0,'-1'-1'68'0,"-3"-6"130"0,-6-12-160 0,0 0-2 15,3 0-10-15,4 8 4 0,-1-2-31 0,4 9 1 16,0 1 0-16,-1-2 0 0,1 3-16 0,-1-1 10 15,0 1-5-15,0 1 11 0,-1 0 7 0,1 1 3 0,0 0 1 16,0 1-1-16,-1 1 5 0,0 12 8 0,-6 10-2 16,-1-1 3-16,-1 4-12 0,0 0-6 0,-2 2 5 15,1 0-5-15,2 2 3 0,1-2-6 0,1 1-1 16,-1 0 0-16,-2-2 4 0,3 0-6 0,-1-5-1 16,1 1-1-16,1-1 7 0,0-6 0 0,2 1-1 0,2-10-2 15,0-2-1-15,-1-2-3 0,1-2-4 0,0 0-2 16,1 1-13-16,-1-1 4 0,1 0 0 0,1 0-1 15,0-1-26-15,0-1-27 0,1-1 0 0,1-1-13 16,2-7-40-16</inkml:trace>
  <inkml:trace contextRef="#ctx0" brushRef="#br0" timeOffset="1634.65">7975 3518 633 0,'0'0'76'0,"-1"0"162"0,0 0-199 0,0 0-13 16,-1 0 0-16,1 1-7 0,-1 1-8 0,-8 12 3 15,1 7-4-15,1 4 1 0,2 0-11 0,1-2 7 16,1 0-3-16,0-1 3 0,1-1-12 0,-1-2 12 16,0 1-1-16,1-2 5 0,-1 0 1 0,1 0 0 15,-1 1-2-15,1-2 2 0,-2 2 5 0,0 0-5 16,1 0 0-16,-3 2-4 0,1-1-5 0,0 0 0 0,1-2-2 15,0-1 1-15,1 1-12 0,0-3-3 0,0 3 1 16,1-6-2-16,0-1-10 0,0 1-38 0,1-2-45 16,1 0-9-16,0 3-258 0</inkml:trace>
  <inkml:trace contextRef="#ctx0" brushRef="#br0" timeOffset="2219.9">8384 4472 240 0,'-1'0'7'0,"0"0"-21"0,0 0 10 0,0 0-8 16,-9 5 18-16,4-1-17 0,-1 1 11 0,1 0-13 15,1 6 13-15,-4-2 11 0,3-1-1 0,1-1 10 16,0-2 53-16,4 0 30 0,-4-2 5 0,1-1 4 16,2-1-5-16,-1 1-20 0,0 0-8 0,1 1-6 15,0-1-41-15,0-1-15 0,1 1 7 0,0-1-10 0,1 0 9 16,1 0-7-16,0 0 0 0,2-1-1 0,5 0 5 15,7 0-7-15,4 0 2 0,2-1-5 0,-2 0-3 16,2 1 6-16,0 0-8 0,1-1 5 0,0 1-12 0,0 0 3 16,4 0 7-16,-1 0-2 0,1 0 4 0,-2 0 0 15,-4 1-5-15,0-1 5 0,1 0-4 0,-3 0 1 16,0-1-7-16,-4 0 4 0,-2-1-3 0,-2 1-3 16,0 0 8-16,-3 1-8 0,0 0-1 0,-3 0 0 15,0 0-3-15,1 0 1 0,-4 0-14 0,0 0-30 16,0 0-3-16,0 0-12 0,1 0-54 0,0-2-216 15</inkml:trace>
  <inkml:trace contextRef="#ctx0" brushRef="#br0" timeOffset="2519.42">8355 4756 1277 0,'-1'0'29'15,"0"-1"5"-15,-2-1-17 0,-1 1-11 0,2 1-6 0,0-1-15 16,1 0 10-16,0 1-6 0,1 0 7 0,0 0-6 16,1 1 8-16,1 0-4 0,11 5 3 0,4 2-4 15,3 1 9-15,0-1-4 0,3-1 4 0,2-1-3 16,3-2 3-16,3-1 5 0,-1-2-1 0,1-1 0 0,-4 0 4 15,-4 0-5-15,-2-1 4 0,1 0-6 0,0-2-4 16,-2 1 8-16,-1-2-6 0,-2 1 7 0,-1-2-9 16,-1 0-9-16,-1 1 0 0,0-2-25 0,0 0-46 15,-1-1-52-15</inkml:trace>
  <inkml:trace contextRef="#ctx0" brushRef="#br0" timeOffset="3970.24">10276 4027 107 0,'0'-1'0'0,"0"-1"38"0,0 0 27 16,0-2 34-16,-1-4 12 0,0 0-33 0,-1-5-17 0,1 6-28 16,-1-2-4-16,1 0 2 0,0 5-3 0,0-2-1 15,0 1 2-15,-2-1-2 0,1 0-1 0,0 0-1 16,-2 1-6-16,2 0 4 0,-2 0-6 0,1 0 3 16,0 1 6-16,0-1-3 0,-3 2-5 0,-1-2 6 15,-4 1-5-15,3 1 7 0,-6 0-4 0,1 0 12 16,1 2-9-16,-4-10 8 0,4 5-21 0,-1 2 10 15,-1 1 0-15,1 3 1 0,-3 0-11 0,-4 4 3 16,1 0-6-16,0 2 6 0,5 0-12 0,0 1 6 0,2 0-9 16,0-2 7-16,0 11-7 0,2 2 0 0,0 1 5 15,2 1-6-15,-1 2-3 0,2 4 9 0,-1-1-5 16,-1 3 9-16,2 0-13 0,1 0 4 0,2 4-5 16,-1-2 5-16,1-1 2 0,1-1-2 0,2 2 0 15,-15-1-3-15,8 0-2 0,6 0 5 0,2-2 2 0,3 0 1 16,2-5 2-16,1-2 1 0,2-1 3 0,2-1-1 15,0-2 2-15,-4 0-1 0,12-4-4 0,3-4 2 16,1 3 3-16,2-4-1 0,3 3 3 0,-1-2-4 16,0-4-9-16,5 2 11 0,-3-2-9 0,3 11 11 15,-2-7-13-15,-4-5 3 0,0-3 1 0,-3-1 0 16,2-2-2-16,-4 0-6 0,0-3 4 0,-1 1-6 0,0-2 7 16,-1 0-7-16,2-2-2 0,-1-2-3 0,-1-1-5 15,0 9-14-15,-1-10-3 0,-3-4-5 0,1 1-19 0,1 1-102 16,-2-2-8-16,-4 4-44 0,0 0-136 15</inkml:trace>
  <inkml:trace contextRef="#ctx0" brushRef="#br0" timeOffset="4721.26">10557 4736 892 0,'-1'0'20'0,"0"0"7"0,0 0-40 0,0 0 0 0,1 1-17 16,0 0 15-16,1 0-12 0,0 2-2 0,3 3-1 15,0 5-1-15,7-1 7 0,0-1 6 0,-2-1 1 16,-1 1 28-16,3-5-5 0,-3 0 5 0,-7-2-4 15,4 2 15-15,-4-4 29 0,1 1-1 0,3 1 11 16,-3-1 9-16,1-1-4 0,-1-1-2 0,0 0-3 0,1-4-24 16,2-11-8-16,-2-2-1 0,5-1-3 0,-1-2-22 15,2-1 11-15,0-3-11 0,-1 3 11 16,0-3-14-16,1 3-3 0,0-2 0 0,1 1-1 0,-2 2 3 16,1-1-2-16,-2 4 2 0,0 2-3 0,-1 1 6 0,0 2 1 15,-2 3 3-15,-1 0-4 0,-2 2-4 0,0 2 2 16,1 1 0-16,0 2 2 0,-1 0 2 0,1 1-2 15,1 0 0-15,-2-1 0 0,0 1-8 0,0 1 10 16,1 0-8-16,-1 0 8 0,0 1-3 0,0 0-1 16,0 1 3-16,-1 0-3 0,3 18 5 0,-2 1 2 15,-1 3-3-15,0 1 2 0,0-2-3 0,0 3 1 16,0 2 1-16,0-1-1 0,1 2 2 0,1-2-8 16,-1-7 5-16,2-1-5 0,-1-1 8 0,1-4 1 0,0 0 0 15,1-3 0-15,-1 0 7 0,1-3-7 0,-1-1 2 16,0-2-4-16,-1 0 9 0,3-1-12 0,2 0 1 15,2 4-5-15,-1-2 0 0,2-1 2 0,-1-1 4 16,3-2-2-16,-3-1 10 0,2-1-9 0,-2-2 4 0,1-1-7 16,-1-2 0-16,-1 0 11 0,3-1-11 0,-4-7 10 15,5-2-14-15,-2 0 2 0,-2-2 6 0,-2-4-2 16,0 2 6-16,0-1-9 0,-1 1 0 0,2 1-2 16,-1-1 8-16,-2-2-8 0,-1-1 5 0,0 6-6 15,9-3 4-15,-6 5 5 0,-2 1-5 0,-3 5 4 16,0 2-4-16,0 1 1 0,-1 4 3 0,0 1-2 0,0-2 3 15,0 1-9-15,0 1-2 0,0-1-2 0,0 1 10 16,0 1-7-16,0 1 8 0,0 2-7 0,-2 13 2 16,-2 11 2-16,1 0 0 0,-2 4 3 0,1 0 3 15,1-2-1-15,2 0-7 0,1-2 3 0,1-2 0 0,1-1-1 16,-1-3 5-16,2-2-5 0,0-3 3 0,3-2 3 16,0-1-1-16,1-2 1 0,-5-1-11 0,11-3 0 15,4-2-6-15,-2 0 4 0,-1-4-14 0,4 0-5 16,-3 10 1-16,4-4-4 0,-1-5-1 0,-2-3-96 15,3-4-44-15</inkml:trace>
  <inkml:trace contextRef="#ctx0" brushRef="#br0" timeOffset="5505.15">12216 3446 293 0,'0'0'11'16,"-2"0"-2"-16,1 0 5 0,0 0-1 0,0 0-3 0,-2 0-1 15,1 0 12-15,-7 1 2 0,-5 1 1 0,-1 2-15 16,0 2 21-16,-5 2-8 0,0 3 12 0,3-1-10 16,-1 1 18-16,0 0-5 0,1 0 10 0,-3 0 8 0,1-2 9 15,0-1 2-15,1 1-1 0,2-1-12 0,-1 0-16 16,2 0-6-16,0 2-2 0,0-9-18 0,-1 14 3 15,1 4 2-15,2 3-1 0,1 1-1 0,1 2-16 16,-1 4 2-16,1 0-4 0,1 4 7 0,1 2 2 16,2 3-2-16,-2 4 2 0,2-1-6 0,2 5 1 15,2 2 0-15,2-3 2 0,-18 0 0 0,12-5-5 16,5-4 0-16,4-2-2 0,0 0 6 0,3 1 6 16,2-1-2-16,0 0 2 0,2-1-4 0,3 3 7 0,1-1-1 15,1-2 4-15,1 3 3 0,1-7-1 0,-13-3-1 16,18 0 0-16,2-4-1 0,1-3-12 0,2-3 1 15,1-3-3-15,4-2 1 0,-2 1-18 0,3-4 4 16,0 0-12-16,-5-2-5 0,0-2 1 0,-3-2-2 0,0 12-2 16,1-7-34-16,-2-5-265 0</inkml:trace>
  <inkml:trace contextRef="#ctx0" brushRef="#br0" timeOffset="6788.58">12446 3842 305 0,'-1'-1'49'0,"0"0"68"15,-1-2-50-15,0 0-11 0,-3-4-8 0,2 1-2 0,1 1-28 16,-1 2-6-16,2-1 2 0,1 3-3 0,0 0-4 16,0 0 2-16,-1-2-4 0,0 1 3 0,-1 0-13 15,1 0 21-15,0 1-6 0,0 0 14 0,0 0 16 16,0 0 5-16,-1 0 1 0,1 1-1 0,0 0-2 0,0 1-14 16,1 0 6-16,-5 22-10 0,2 4-11 0,0 5-2 15,0 2-2-15,-2 4 1 0,2 1-8 0,-1-2 6 16,0 2-11-16,1-2 7 0,-1-3-5 0,0-3 7 15,-1-2-1-15,2-5 1 0,-1-1-3 0,0-4-4 16,1-1 3-16,-1-1-3 0,2-3 6 0,0 0-1 16,-1-2-5-16,2-4 0 0,0 1-18 0,0-3 0 15,0 0 0-15,1-1-4 0,0-2-28 0,0-1-17 0,0 0-17 16,0 0-9-16,0 1-156 0</inkml:trace>
  <inkml:trace contextRef="#ctx0" brushRef="#br0" timeOffset="7188.79">12732 3929 918 0,'0'0'28'16,"-1"0"-1"-16,-1 0 13 0,0 0 2 0,0 0-6 0,-8 4-4 15,2 0-13-15,-1-2 0 0,0 10-4 0,-1 3 1 16,2 0-8-16,-2 2 3 0,0-2-4 0,0 0-3 15,0-3 1-15,0-1-6 0,1 1 4 0,-4 0-2 0,0 0 4 16,0-1-2-16,-1 0 2 0,0-2-4 0,-2-3-3 16,1 0 11-16,0-2-9 0,3 0 14 0,-2 1 12 15,0-3-7-15,2 0 10 0,2-1 0 0,1 0-11 16,3 3-1-16,3-3-4 0,-2 2-6 0,4-3-8 16,0 0-5-16,-1 3-2 0,-1-1-9 0,2 0 7 15,0 1 2-15,0-1 2 0,1-1 6 0,0 5-1 16,1-4-4-16,4 4 1 0,0-2 6 0,13 1-5 15,-1 0 8-15,0 0-7 0,4 1 8 0,-1 0-5 16,0 0 1-16,3 0-2 0,-3-1 2 0,0 1 3 16,-3 0-6-16,-1 0 2 0,-2-1-9 0,-3 0 8 0,1-1 0 15,-1 0 2-15,-3-2-6 0,-1 0-14 0,0 1 1 16,-1-2-4-16,1 5-3 0,1-1-14 0,1-2 1 0,1-1-5 16,1 0-17-16,-1-2-198 0,3-4-5 0</inkml:trace>
  <inkml:trace contextRef="#ctx0" brushRef="#br0" timeOffset="7489.95">13087 4108 1163 0,'0'0'12'0,"-2"0"10"15,0 0-11-15,1-1-8 0,0-1-9 0,0 1-6 16,1 0 2-16,0 1 0 0,0 0 11 0,1 0-5 16,0 0-6-16,2 0 2 0,4 0-2 0,2 1 7 15,0 0 7-15,3 2-2 0,-1-2 9 0,-1 1-11 16,1 2 3-16,-1-2-3 0,1 2 8 0,0-1 4 16,2 2-2-16,0 0 2 0,-1-2-2 0,1 0-6 15,0-1-4-15,0 0 0 0,0 1 1 0,-2-2 0 0,-1 0 3 16,0 0-4-16,0 0-15 0,1-1-6 0,0 0-6 15,-1 0 0-15,1-1-15 0,2-1-15 0,0-3-2 16,0-1-8-16,1-1-50 0,-3-1-154 0</inkml:trace>
  <inkml:trace contextRef="#ctx0" brushRef="#br0" timeOffset="7805.95">13771 3868 943 0,'-1'0'260'0,"0"-1"-351"0,0 0 305 0,0-1-171 0,-2 1-32 15,1 0-11-15,1 0 3 0,0 0-5 0,-1 0-9 0,1 1 15 16,0 0-4-16,-1 1 11 0,-1 1-3 0,0 3-5 16,-8 14-3-16,2 2 1 0,1 0-1 0,0 4 2 15,1-1 3-15,2 2-2 0,0-3-1 0,0 0 6 16,2-1 5-16,-1-3 0 0,1 2 9 0,-1-3-1 15,2-4-3-15,-1 0 2 0,2-1-7 0,0-3-6 16,0 0 2-16,1-2-2 0,0-2 4 0,0 0-10 16,0-2 2-16,0-2-3 0,0 0-4 0,0 0-19 15,0 0 0-15,0 0-6 0,0 1 0 0,1-2-22 0,0 0 1 16,0-1-14-16,2 0-52 0,6-5-35 0,6-2-4 16,1-20-13-16,0-3-60 0</inkml:trace>
  <inkml:trace contextRef="#ctx0" brushRef="#br0" timeOffset="8190.37">14043 3596 770 0,'-1'-1'133'16,"0"0"22"-16,-1 0-22 0,1-2-64 0,-1 1-3 0,0 0-29 15,-1-1-31-15,2 1 8 0,0 1-16 0,0 0 4 16,-1-1 4-16,2 1-3 0,0 1 3 0,2 0 3 15,-1 0-10-15,1 0 8 0,1 0-8 0,9 5 4 16,0 1 11-16,-1 0-6 0,3 3 9 0,0 1-2 0,1-9 4 16,2 9-1-16,-1 6 2 0,1-3-5 0,1 2-3 15,2 1 0-15,0 0-1 0,2 1-10 0,-4 3 1 16,0 0-1-16,-1 1 0 0,-1 2-2 0,0 0 4 16,-1 1 0-16,0 5 4 0,-3 1-3 0,-3-1 0 15,0 2 2-15,-1-2-1 0,1-1 1 0,-2-1 6 16,-3-2-4-16,-1-4 6 0,11 3-6 0,-7-4 9 15,-2 0-5-15,-4-2 6 0,-1-2-11 0,-3 1 14 16,-5 1-7-16,1-3 9 0,5 2-16 0,-16-1 5 0,0 1-5 16,-2-2 4-16,0 0-5 0,-4-1-1 0,2-1 0 15,-4 0-1-15,-1 0 5 0,3-1-6 0,-2-3 0 16,4 0-2-16,0-2-4 0,-1-4-7 0,2 3-3 16,0-2-3-16,1-3-22 0,2 1-78 0,3 7-12 0,-4-3-34 15,3-3-142-15</inkml:trace>
  <inkml:trace contextRef="#ctx0" brushRef="#br0" timeOffset="8989.99">10182 5233 1176 0,'-1'-1'46'0,"0"1"-58"0,-21-12 56 0,4 4-30 16,7 3-14-16,2 1-3 0,3 1-7 0,1 2 4 16,4 1-9-16,-1 0-2 0,-4-1 2 0,1 0-2 15,-1 0-5-15,2 1 13 0,-1 0-5 0,0 0 9 16,-4 1 2-16,1 0 5 0,-3 0 0 0,3 0 3 15,-2 0 14-15,1 1 20 0,0-1-3 0,-1 0 9 16,1-1-4-16,2 0 2 0,2 0 2 0,0 0-3 16,3 0-7-16,1 0-22 0,0 0-2 0,-2 0-6 0,1 0 0 15,1 0-5-15,0 0 0 0,-1 0-3 0,2 0-4 16,0 0 6-16,2 0 5 0,0 0-1 0,13 1 1 0,9 2-10 16,-4-2-1-16,8 1-2 0,1-1 12 15,1 0-5-15,3-1-1 0,0 0-2 0,1 0 3 0,2 0-2 16,3-1 6-16,5-2-4 0,3-2-1 0,5-2 4 15,4 1 0-15,3 0 3 0,3-1-4 0,-1 0 3 16,3-1-1-16,-2-2 2 0,0 2-5 0,5 0 1 16,3 2 0-16,2-1 2 0,0 0 5 0,-1 3-8 15,-3 1 4-15,5 1-5 0,-1-1 3 0,4 1 2 16,2-2-3-16,-8 2 4 0,1 0 4 0,-4 0-4 0,-1 0 2 16,7 0-2-16,-1 2 3 0,1-3 3 0,-2 1-7 15,-8 1 4-15,0 0-4 0,0 1 7 0,2 0-3 16,2-3 2-16,-1 1-10 0,-3-2 6 0,-3 0 4 15,-2 0-1-15,-3 0-2 0,-2 0 3 0,1 0-4 0,-1 0 5 16,0-3 2-16,-2 1 2 0,-3-1-8 0,-6 1 4 16,0 1-10-16,-6 0 6 0,-2 2 8 0,-5 1-3 15,-1-2-4-15,-2 2 6 0,-5-1-12 0,-1 1 11 16,-3 1-3-16,-4 0-6 0,-4-1 7 0,-2 2-9 16,0 0 3-16,-4 0 6 0,-2 0-4 0,1 0 6 15,1-1 5-15,-2 0-2 0,0 0-1 0,0 0-4 0,0 0-15 16,-1-1-1-16,0 1-2 0,-1 0-1 0,0 0-11 15,-7-4-33-15,-9-3-9 0,2 1-15 0,-6-1-98 16,2 2-130-16,-5 0-14 0</inkml:trace>
  <inkml:trace contextRef="#ctx0" brushRef="#br0" timeOffset="9490.77">11230 5551 827 0,'-1'0'-19'0,"0"-1"-18"15,0-1-7-15,-1 1-24 0,1 0 11 0,0 0-10 16,0 0 56-16,0-1 1 0,0 0 10 0,1 0-4 16,-2-6 26-16,1-3 21 0,0 0-3 0,0 1 10 15,0-2 12-15,1 3 16 0,0 0 5 0,-2 0 1 16,1 2 6-16,0 0-19 0,-1 0-4 0,1 2-6 16,-1 2-15-16,1-1-13 0,1 3 1 0,0 0-7 0,0 0-17 15,-1-2-9-15,0 1-3 0,1 1-1 0,0-1-7 16,0 2 7-16,0 0 1 0,0 2 0 0,1 0 1 15,3 7 1-15,3 11 3 0,-1-2-1 0,-1 3 2 16,1 4 2-16,-1-3-5 0,0 6 3 0,-1 2-9 0,0-1 13 16,-2 4-7-16,-1 1 9 0,-1 0-5 0,-1-2 5 15,-1 0 5-15,-3-4-3 0,1 0-4 0,-1-2 3 16,0-2-5-16,-1-2 3 0,2-1-9 0,-1-1 12 16,-1 0-6-16,1-2 7 0,1-2-12 0,0-2-5 15,0-1 4-15,2-2-6 0,0-3 5 0,1-1-10 16,-1 0 2-16,2-3-4 0,0 1-10 0,0-4-1 0,0 1-9 15,0 0 5-15,0 1-17 0,0-1-55 0,0-1-13 16,0-1-22-16,0 0-109 0</inkml:trace>
  <inkml:trace contextRef="#ctx0" brushRef="#br0" timeOffset="9992.07">11670 5645 994 0,'0'-1'144'0,"-1"-1"-197"0,0 1 173 0,-1 0-99 0,1 0-17 15,0 0 0-15,0 0-1 0,0-1 2 0,-1 1 6 16,1 0-4-16,0 1 2 0,-1 0-1 0,-1 0 5 16,-5 2-5-16,-1 3-3 0,-2 2 0 0,-4-6 0 15,-2 12 0-15,-3 3 1 0,2-2 0 0,-4-1 5 0,0 0-4 16,1-2 3-16,2-1-3 0,2-1-2 0,1-2 6 15,2 0-3-15,0-2 3 0,1-2-4 0,1 1-4 16,2-3-1-16,-1 3 1 0,2-2 9 0,1 0-7 16,0 0 3-16,1-1-6 0,2 1 8 0,0-1-9 15,0 2 1-15,0-1-3 0,2 0 1 0,1 2-3 16,0 1 3-16,-1-1-5 0,-1 1 0 0,1 1 6 16,-1 1-4-16,3 0 4 0,0 0-1 0,1 1-3 0,1-1 3 15,1-1-5-15,2 1 4 0,-1-1 2 0,-1-1-1 16,9 1 3-16,4-2-3 0,-1 1-1 0,2 0 4 15,3-2-3-15,-1 1 8 0,2 1-9 0,3-2-1 16,-1 1-3-16,3 0 9 0,1 1 0 0,-5 0 1 0,1-1-2 16,2 2 0-16,-3-2-3 0,1 2 8 0,-3-2-5 15,-2 2 4-15,-2 0 1 0,-1 0-7 0,0 0 6 16,-1 1-9-16,-1 0 13 0,-1 0-2 0,-1-1 8 16,0 1 8-16,-2-2 8 0,0-3-2 0,0 3 3 15,-2-3-7-15,0 3-19 0,-1 0 4 0,-3-2-9 16,3 3 1-16,-3-3 1 0,0 1-3 0,0-4 2 15,-1 2-12-15,-1 0 1 0,1-1 0 0,1 1-3 0,1-1-45 16,-2 0-245-16</inkml:trace>
  <inkml:trace contextRef="#ctx0" brushRef="#br0" timeOffset="11158.81">14967 4789 579 0,'-1'0'0'0,"0"0"21"0,0 0 1 0,-2 0 3 16,-5-1-4-16,-1 1-21 0,5 0-2 0,-2 0-7 15,0 1 3-15,3 0-1 0,-2 0 8 0,3 0 24 16,-1 0-2-16,1 2 7 0,0-1-3 0,-1 0 17 16,1 1 0-16,0-1 7 0,1 1-4 0,-1-1-5 15,2 0-4-15,0 1 2 0,2-2-7 0,0 0-15 16,4 1 6-16,13 4-7 0,1-3 2 0,4-2-5 16,3-1 2-16,2-1-3 0,-2-1 2 0,0 0-8 15,-4 0-2-15,-2-1 1 0,-1 1 2 0,-1 1-7 0,0 0 1 16,-3 1-2-16,-2 0-2 0,-2 0 0 0,-1 0-3 15,-4 0 3-15,-1 0 3 0,-2 0-1 0,-1 0 1 16,-1 0-3-16,-1 0-4 0,2 0 5 0,-1 0-3 16,0 0 3-16,1 0-10 0,-2 0-23 0,0-2 5 0,0 1-10 15,0 0-2-15,1 0-11 0,-1 0-34 0,0 0 2 16,0-1-159-16</inkml:trace>
  <inkml:trace contextRef="#ctx0" brushRef="#br0" timeOffset="11426.19">15065 5053 773 0,'-1'0'46'0,"-1"-1"-1"0,-3-1 13 16,-6-2-13-16,4 2-6 0,2 1-28 0,2 1-4 15,2 0 1-15,-2 0-5 0,1 0-5 0,1 0 4 16,-1 0 2-16,1 0 0 0,1 0-4 0,0 1 5 15,1 0-5-15,2 0 5 0,11 3-11 0,6-1 8 16,0 1 6-16,0-3 2 0,0 0 2 0,0-1-8 16,2 0-2-16,1 0 1 0,-2-1-1 0,-2 0-3 0,-1-2 8 15,-1 2-5-15,0-1 12 0,0 0-11 0,-2-1-4 16,2 1 0-16,-2 0-5 0,1-2-13 0,2-1 5 16,-1 1-10-16,1-3-24 0,2-2-44 0,3-2-180 15</inkml:trace>
  <inkml:trace contextRef="#ctx0" brushRef="#br0" timeOffset="12093.78">17067 3856 583 0,'-1'-1'70'0,"0"0"23"0,-1-3-37 0,-8-10-53 0,4 4 7 16,2 1-3-16,-1 1-21 0,1 1 9 16,2 0-13-16,0 1 22 0,-1-1-5 0,1 1 0 0,0 0-3 15,1 2 8-15,-2-2-4 0,1 1 9 0,-2-1-8 16,1 0 16-16,-3-1 18 0,5 0-3 0,-10 1 10 15,2 0 3-15,2 2 16 0,-6-2-8 0,-1 0 8 16,1 1-21-16,-4 3-5 0,4 0 3 0,-3-9-5 16,-1 4-4-16,-1 1-4 0,-2 3-6 0,1 1 3 0,-2 4-12 15,2 0-5-15,-1 4 0 0,-1 2-2 0,-1 4 2 16,0-8-8-16,0 18 6 0,-1 1-7 0,0 2 3 0,2 1 1 16,1 1-3-16,2 0 3 0,2 2 3 0,0 3-3 15,2-1 0-15,2 0-3 0,3-3 4 0,3 0-1 16,3-3 2-16,-2-1-2 0,1-3 2 0,-6-4 4 15,3 0-4-15,4 0 5 0,3-2-1 0,3-1 3 16,1-1-3-16,2-1 2 0,1-1-3 0,-5 2 2 16,14-2 3-16,1 1-3 0,-1-3-4 0,-1 1-6 15,-1-2 3-15,1 1-5 0,-3-1 3 0,1 0 1 16,0-3-4-16,-1 1 5 0,-1-2 2 0,-3-2-11 16,1 1 4-16,1-2-8 0,0 0-2 0,2 7 1 15,-1-2-8-15,0-3 3 0,2 0-18 0,1-2-9 0,2-1-4 16,3-2-9-16,1-4-79 0,0-1-212 0</inkml:trace>
  <inkml:trace contextRef="#ctx0" brushRef="#br0" timeOffset="12844.26">17165 4482 636 0,'-1'0'310'0,"0"0"-461"16,-1 0 376-16,0 0-224 0,0 0-21 0,1 0 5 16,-2 1-4-16,1 0 6 0,-2 12 10 0,2 4-6 15,1-2 6-15,-2 0-5 0,2-3 5 0,-8 1-6 16,4-5 6-16,2-1-6 0,1-1 10 0,2-5 32 15,0 0-5-15,-1 2 17 0,1-2 7 0,0 0-7 16,0-1-1-16,0-1-3 0,0 0-13 0,0-3-4 16,6-13-5-16,1-3 0 0,1 1-11 0,2-2 2 15,-1 2-1-15,2-1 1 0,-1 0 0 0,1 0-11 16,0 0 8-16,-2 2-9 0,-1 2 3 0,0 0 1 0,2 2-2 16,-1 1 1-16,-8 2 4 0,9 1-6 0,-1 1 3 15,-2 1-4-15,0-1-3 0,3 2 6 0,-2 1-3 0,0 2 5 16,2 0 1-16,-6 1-3 0,2 0-1 0,3 1 0 15,-7 0-3-15,0 0-1 0,1 0 2 0,-1 0-1 16,-1-1 4-16,0 2-1 0,0 0 1 0,2 0-1 16,-1 1 12-16,0 0 7 0,0 1-7 0,-1 0 6 15,2 5-10-15,3 12-9 0,-2-1 5 0,-3 1-6 16,-1 2 6-16,0-1 1 0,0-2-5 0,0 1 2 16,0-2 1-16,0-1 1 0,2 0 6 0,-1-5-4 15,1-1-1-15,-1-1 5 0,0-3-3 0,3 4 4 16,-1-2-4-16,-1-2-7 0,1-2 6 0,0 0-6 0,4 1 2 15,0 0-4-15,5 1 1 0,-2-4 0 0,1 0 7 0,0-1-9 16,-1-1-2-16,3-2-2 0,-4 0 5 0,0-3 7 16,0 2-5-16,1-12 6 0,-1 2 1 0,2-1-5 15,-2-3-1-15,0 3-3 0,-1-1-1 0,-1 0 1 16,0-1 8-16,-1 3-6 0,1-1 6 0,-2 3-10 16,-1 1 2-16,2-1-4 0,-2 2 9 0,-1 1-2 15,1 1 2-15,-3 1-3 0,0 3-4 0,1 1 5 16,0 1-4-16,0 0 4 0,0 0-3 0,1-1 1 15,-1 2 0-15,0 0 1 0,-1 0 3 0,1 0 8 16,-1 1-2-16,0 0 2 0,0 1-1 0,0 1-12 0,3 14 8 16,-1 4-10-16,-1 1 8 0,-2 1-1 0,0 3-4 15,0-2 2-15,0 2 3 0,0 0-2 0,0-2 2 16,0-1-3-16,1 0-3 0,1-2 8 0,3-3-4 16,1 0 6-16,0-3-6 0,-2-5 5 0,2 0-5 15,-5-4 3-15,12-2-13 0,1-1-4 0,4 0-2 0,-2 8-2 16,2-3-19-16,8-6-26 0,-2-4-52 0,8-9-15 15,7 2-398-15</inkml:trace>
  <inkml:trace contextRef="#ctx0" brushRef="#br0" timeOffset="20933.58">18647 3565 98 0,'0'0'21'0,"0"0"-5"0,0-2 5 15,0 1 7-15,0 0-12 0,0 0-4 0,0 0-7 0,0 0-3 16,0-1 1-16,-2 1-3 0,2 0 15 0,-1 0-2 16,1 0 5-16,-1-1-18 0,0 0 6 0,1 0 2 15,-1-1 3-15,0 1 12 0,-1 0 24 0,1-1-7 16,0 1 15-16,0 0-3 0,0-1-7 0,0 1-8 0,-1 1 2 15,1-2-17-15,1 2 2 0,-1-1-1 0,1 1-2 16,0 0-4-16,0-1-3 0,0 1 5 0,0 0-7 16,0 0-9-16,-1 0 6 0,1-1-9 0,-1 1 8 15,-1 1-9-15,1 0 9 0,0 0 0 0,0 0 5 16,0 0-4-16,0 0 7 0,-1 1-4 0,1 1 4 16,0-1-12-16,0 0 13 0,0 1-4 0,-2 1 6 0,1-1-16 15,-1 3 7-15,-3 4-3 0,0 3 6 0,-1 0 10 16,1 1-15-16,0 0 1 0,0-1-6 0,0 4 0 15,-1-1-3-15,0 2 1 0,1-1-1 0,-2-1 8 16,1 4-4-16,-3-2 3 0,0 0-5 0,0 2-2 0,3 1-5 16,0 0 3-16,0 1-4 0,0 0 5 0,-1 4 5 15,0 1-2-15,2 2 3 0,2 2-6 0,1-1 0 16,-1-2-2-16,-11 0 3 0,8 1 4 0,2-1 1 16,3-1 0-16,1-1-1 0,1-5-7 0,2 0 4 15,2-3 0-15,0 0 3 0,3-2 3 0,0-1-6 16,1 0 7-16,-1-3-6 0,1 1 16 0,-1-3-6 15,-2 1 3-15,5 0-3 0,0 0 10 0,-2-3-13 16,1 1-1-16,-1-1-4 0,2 0 0 0,-1-1-5 0,-1-3 2 16,0 1-4-16,0 1 3 0,-4-3 9 0,2 1-6 15,-1 1 6-15,0-3-9 0,-2 0 0 0,1 1 0 16,-2-1 0-16,2 1 0 0,-2-1-11 0,2 2-4 16,-2-2-5-16,1 1-35 0,2 0-279 0</inkml:trace>
  <inkml:trace contextRef="#ctx0" brushRef="#br0" timeOffset="23202.69">18772 3906 394 0,'0'0'60'0,"-1"0"2"0,0 0-17 16,0-2-4-16,-1 1-22 0,0 1-1 0,-3-1 3 16,0 1 2-16,1 0 3 0,2 0 32 0,0 0-27 15,0 0 9-15,0 0-18 0,0 0-7 0,-1 0-4 16,1 0 1-16,1 0 1 0,0 0 18 0,-1 0 13 15,1 0-10-15,1 0 9 0,0 0-24 0,1 1 1 0,2-1 3 16,7 1-2-16,8 2-6 0,0-2 2 0,3 0-12 16,-5-1 8-16,3 1-7 0,1 0-7 0,-2 1 9 15,-1-1-9-15,-1 0-1 0,-2-1 2 0,0 1 0 16,1 0 2-16,-4-1-2 0,-2 0-2 0,1 0 0 0,-2 0 2 16,0 0-3-16,-2 0-13 0,1 0-6 0,0 0-3 15,0 0-29-15,-1 0-29 0,0 0-3 0,2-1-8 16,-1 0-19-16</inkml:trace>
  <inkml:trace contextRef="#ctx0" brushRef="#br0" timeOffset="23753.59">19499 3709 1276 0,'-1'-1'13'0,"0"0"2"0,0 0-8 16,-2-1-5-16,1 1-5 0,0 0-16 0,-1 0-13 15,1 0 7-15,0 0-7 0,-1 1 13 0,1 0-5 16,0 0 4-16,-4 2-2 0,0 0 12 0,-4 4 7 16,0 1-5-16,-1 0 8 0,-2 2 5 0,3-4 11 15,-1 1 1-15,2 0 3 0,2-2 3 0,0 0-10 0,3-1 6 16,2-2-8-16,-3 5 1 0,-1 1-3 0,1 1 2 15,1 2-2-15,0 0-6 0,2 0 7 0,1 1-9 16,1 1 9-16,2 0-6 0,3 0-9 0,1-1 6 16,-3 2-6-16,10 0 15 0,0 1-10 0,5-1 7 0,-3-1-8 15,1 0 2-15,1-4 8 0,-4 5-6 0,1-3 7 16,-2-1-11-16,-3 1 1 0,2 0-3 0,-3-1 3 16,0 2 4-16,-2-4-3 0,0-3 6 0,-3 1-6 15,0-1 3-15,-2-2 11 0,1 2-4 0,-2-3 7 16,1 1 0-16,3 4-1 0,-4-5 0 0,1 4 0 15,-1-4 0-15,0 0-15 0,0 3 2 0,-1-1-4 0,0 0 3 16,-5-2 4-16,-8 2-6 0,-2 0 5 0,0 7-7 16,2-3 5-16,-3-1 2 0,-3-1-1 0,4-3-9 15,-2 1 4-15,1-2 3 0,3-1 1 0,-4 1-3 0,3-1 6 16,1 0-7-16,-3 0 5 0,4 0-13 0,1 0 10 16,2 0-2-16,5 0 3 0,-2 0-10 0,-1 0 7 15,1 0-6-15,0 0 6 0,3 0-6 0,3 0-5 16,-1 0 6-16,-1 0-7 0,1 0-3 0,0 0-4 15,0 0-4-15,1 0 3 0,0 0-3 0,0 0-19 16,0 0 2-16,1 0-10 0,0-1-17 0,1 0-55 16,0-1-38-16,0 0-16 0,0-10-218 0</inkml:trace>
  <inkml:trace contextRef="#ctx0" brushRef="#br0" timeOffset="24103.49">19311 3723 974 0,'-1'0'7'15,"0"0"2"-15,0-1-8 0,-1 0-10 0,1 0 0 0,0 0-14 16,1 1 4-16,0 0 8 0,0 0-3 0,0 0 11 15,0 0-5-15,1 0 7 0,0 1-5 0,1 0 6 0,-1-1 10 16,12 2-5-16,1 1 8 0,1-2 4 0,4 0 6 16,-2-1 3-16,2 0 2 0,0-1 10 0,0 0-7 15,1-2-2-15,0 1-1 0,0 0 0 0,-1-1-13 16,1 1-5-16,-1 1-3 0,-3 1-8 0,-2 0-3 16,-1 0 4-16,-2 0-4 0,-3 0 7 0,-2 0-3 15,0 0 5-15,-3 0-5 0,1 0-4 0,-3 0 4 16,1 0-3-16,1 0 3 0,-1 0-13 0,0 0-27 15,1 0-8-15,-1 0-12 0,-1 0-84 0</inkml:trace>
  <inkml:trace contextRef="#ctx0" brushRef="#br0" timeOffset="24602.76">19904 3794 1479 0,'-1'-1'15'0,"-1"0"31"15,1-1-42-15,0 1-31 0,0 0 8 0,0 0-14 0,-1 0 23 16,1-1-1-16,0 2 0 0,0 0-1 0,0 2 6 16,0-1-6-16,-2 1 9 0,-1 5-6 0,-5 6 10 15,1-1 8-15,0 0-9 0,6-3 10 0,-11 3-6 16,2 0 0-16,3-1 9 0,-2 1-8 0,7 2 2 0,-2-2 6 15,-2 1-7-15,-1-1 6 0,3-5-14 0,0 2 11 16,1 3-1-16,1-5 7 0,1 4-1 0,2-3 1 16,0-4-6-16,1 5 4 0,0-3-14 0,1-3 6 15,3 5-3-15,2-2 3 0,4 0-5 0,3-2 4 16,0-3-1-16,-1 0 3 0,4 0-6 0,-2 10 5 16,1-5-1-16,-1-3 2 0,-1-2-4 0,1-1 1 15,0 0 4-15,-2 0-1 0,-1 0 8 0,-1-1-5 16,-1-1-1-16,-2-1 1 0,1 0 1 0,-2-2-3 0,-2 1 1 15,0-8-1-15,0-1 8 0,-3 0-4 0,1-2 5 16,7-2-5-16,-3 1 3 0,-2-1-8 0,-3 0 2 16,-1-1-3-16,-1 1 11 0,-3 0-1 0,-2 2 2 15,1 2-3-15,-4-2-4 0,3 5-8 0,-2-1 1 0,4 2-3 16,-10 2 3-16,1 1-5 0,0 1-2 0,0 3-2 16,1 1-9-16,3 0 3 0,0-5-8 0,1 1 5 15,0 1-11-15,-3 1-18 0,-2-1 2 0,9 4-13 16,-6-1-35-16,4 1-35 0,2 0-4 0,1 0-12 15,0 0-40-15,-1 0 10 0,2 1-7 0,0 1 8 0,0-1-10 16</inkml:trace>
  <inkml:trace contextRef="#ctx0" brushRef="#br0" timeOffset="25120.3">20409 3769 1181 0,'0'0'96'0,"-1"-1"17"0,0 0-54 16,0 0-35-16,0-1-21 0,-1 1-7 0,1 0-9 15,0 0-3-15,1 0 0 0,0 0 1 0,0-1 8 16,0 2 5-16,0 0-1 0,0 0 3 0,-1 2 0 16,0-1 0-16,0 1 1 0,-4 5 0 0,0 4 1 0,-7 2 0 15,5 0 1-15,-1 2 5 0,3-2-4 0,-4 2 3 16,4-1-3-16,1-1-2 0,0-3 6 0,-4 3-3 15,2-2 5-15,1 0 2 0,3-2-4 0,1-2 1 0,1 2-2 16,0-1 7-16,1 1-4 0,1 1-1 0,1-5-4 16,0 3-5-16,2-3 3 0,2 1-2 0,8-1 2 15,-1-3 0-15,6 2-7 0,-3 6 7 0,2 0-7 16,-2-4 5-16,-1-3 0 0,-1 0-1 0,2-1 0 16,0-2-1-16,-2 0 8 0,-1-1-2 0,-2-2 5 15,0 0-11-15,-4 1 9 0,0-2-3 0,-1 1 8 0,0-2 0 16,-1 0 0-16,-1 3 2 0,0-8-2 0,-4-3-7 15,1 2 11-15,1-2-8 0,6-1 9 0,-3 1-18 16,-1-3 8-16,-2-1-2 0,-3 1 5 0,0 0 2 0,-1 0 2 16,-3-1-3-16,-1 1 1 0,-3-1-10 0,1 2 3 15,-2 1 2-15,8 2 0 0,-12 1 0 0,-1 2 1 16,-2 2-4-16,4 1 2 0,-3 0-7 0,1 5 1 16,0-1-4-16,0-8 2 0,0 3-6 0,-1 2 2 15,1 3-6-15,-3 1 3 0,4 1-9 0,5 0-1 16,0 1 1-16,4-1-3 0,1 1-8 0,-4 2-29 15,2-1-1-15,3-1-13 0,0-1-27 0,0 3-39 16,1-1 10-16,0 0-20 0,0 1-7 0</inkml:trace>
  <inkml:trace contextRef="#ctx0" brushRef="#br0" timeOffset="25537.51">20977 3772 512 0,'0'0'64'0,"0"0"-3"0,-1 0 23 15,0-2-12-15,0 1-9 0,0 0-28 0,-1 0 8 16,1 0-8-16,0-1 4 0,0 2-30 0,0 0 11 16,1 0-5-16,0 0 6 0,0 0-15 0,0 0 15 15,1 0-6-15,0 0 7 0,3 0-11 0,10 0 7 16,0 0 1-16,1 0 1 0,0 0-4 0,3 0-3 0,-1 0-3 15,-3 0 0-15,2 2-9 0,-2-1 0 0,0 1 4 16,2 1-3-16,-5-1 8 0,-1-1-11 0,0 0-1 16,-1 0-2-16,0 1 7 0,0-1-7 0,-2-1 3 15,1 0-7-15,-4 0 0 0,3 0-23 0,0 0-7 16,-3 0-8-16,4-1-40 0,-2-1-62 0</inkml:trace>
  <inkml:trace contextRef="#ctx0" brushRef="#br0" timeOffset="25971.62">21672 3545 1044 0,'0'-2'24'0,"0"1"4"0,0-1-22 16,-1-3-15-16,1 2-7 0,0 0-25 0,0 1-9 16,0 1 0-16,0 0-4 0,0-1 0 0,0 1 9 15,0 0 9-15,0 0 1 0,0 0 32 0,0 0 16 16,0-1-2-16,0 1 8 0,0 1 4 0,0 0 17 16,0 0 6-16,0 0 1 0,0 0 1 0,0 0-8 0,0 0-2 15,0 0 0-15,0 0-6 0,0 0 9 0,0 0-9 16,0 0 10-16,0 0-9 0,0 0-11 0,1 1-3 15,0 1-3-15,1-1-2 0,-2 1-6 0,3 13 3 16,1 4-5-16,-2 1 5 0,-1 2-11 0,0 1 8 16,-1-2-8-16,0 0 13 0,0-1-13 0,0 0 5 0,0-1-7 15,0 0 14-15,2-2-4 0,0-1-1 0,1-1-2 16,1-1 1-16,0-1-1 0,-2-2 6 0,0-2-6 16,2 0 0-16,-1 0-8 0,1-1 2 0,-2-2-4 15,1 0 12-15,-2-4-12 0,0 0 0 0,-1 0-5 16,2 0 2-16,-1 0-26 0,1-1-12 0,-1 1-21 15,-1-1-200-15</inkml:trace>
  <inkml:trace contextRef="#ctx0" brushRef="#br0" timeOffset="26488.66">21943 3147 1054 0,'-1'-1'295'0,"-1"-1"-442"16,0-5 359-16,-3-5-214 0,4 8-26 0,0 2-14 0,1 0-1 15,0 0-2-15,0 1 16 0,0 0 10 0,1 1 6 16,0 0-1-16,1 1 2 0,-1 0 9 0,0 1-1 0,0 0 5 15,0 0 6-15,0 1 9 0,-1-2 1 0,3 2 4 16,-2 0 23-16,2-2-3 0,3 0 6 0,3 3-4 16,0-1 11-16,0 1-23 0,3 0 1 0,0 1-10 15,2 1-8-15,1 0-7 0,2 1-1 0,-1 1-3 16,5 1-1-16,-1 3 1 0,2 0 3 0,1 1-1 16,-3 2 6-16,1 2-9 0,-2 3 0 0,3 2-2 0,-3 1-4 15,5 5 5-15,-2-1 2 0,-4 3 0 0,1 2-3 16,-4-3 0-16,-1 7 1 0,-2-6 1 0,-2 2 1 15,-4 0-5-15,0-4 1 0,-2 1 0 0,-3 0 16 0,1-2-11 16,12-2 3-16,-7 1-5 0,-4-2 6 0,-3-2-3 16,-2 0 4-16,-1 0-3 0,-2-1 6 0,-1 1-4 15,0-1-4-15,-1-2 0 0,-2 2 4 0,0-3-3 16,-3 3 5-16,0-3-6 0,10-1-8 0,-12-2 3 16,-1-3-2-16,4 1 3 0,1-3 8 0,0-2-3 15,0 0 4-15,-3-4-4 0,4-3 5 0,3 2-9 16,-2 3 2-16,4-3-3 0,0-1 3 0,0 0-1 15,1 1-3-15,0-2-1 0,0 1-14 0,-3 2-22 0,2-3-56 16,-2 1 8-16,1 1-207 0</inkml:trace>
  <inkml:trace contextRef="#ctx0" brushRef="#br0" timeOffset="27606.13">16773 4830 224 0,'-1'0'58'0,"0"0"66"0,-1 0-24 0,-8-1 8 16,-4-2-11-16,0 1 9 0,0 1-19 0,2 0-15 15,-1-1 7-15,0 1-11 0,0 0-3 0,3 0-23 16,2 1-7-16,2 0-3 0,1 0-14 0,3 0-4 16,-2 0 4-16,3 0-4 0,0 0-3 0,-2 0-9 15,1 0-2-15,0 0-1 0,1 0-4 0,-1 0 11 0,1 0-4 16,0 0 5-16,0 0-10 0,0 0 9 0,1 0 0 16,0 0 5-16,0 0 8 0,1 0-7 0,0 0-4 15,0 0-1-15,11 1-4 0,1 0-4 0,2 0 5 16,2-1-6-16,1 2 2 0,2-2 3 0,5 0-2 0,3 0 1 15,3 0-1-15,2 0-6 0,2-2 0 0,3 1-4 16,3-1-7-16,2 0 16 0,-3-1-9 0,2 0 10 16,-1 0-4-16,1 1-6 0,2-2 11 0,6 2-6 15,2 0 11-15,3-1-12 0,0 1 4 0,-2 1-6 16,0 0 8-16,0 0 4 0,2-1-7 0,2 1 4 16,5 0-10-16,5 0 4 0,3 1 2 0,1-1 0 0,-2-1-5 15,-2 0-3-15,0 1 1 0,4-1 1 0,5-1 11 16,2 1 0-16,-1-2 2 0,-3 2-4 0,-5 0-6 15,3-1 5-15,2 2 0 0,4 0 3 0,0-1 5 0,-3-1-12 16,-5 1 1-16,0 1-3 0,1-2 14 0,6 1-3 16,0 2-1-16,0-2-2 0,-4-1-1 0,-3 0-3 15,3 0-3-15,7 0-2 0,1-1 4 0,2 0-3 16,-6-2 11-16,-5 1-8 0,1-1 11 0,1 3-9 16,3-2-3-16,0-1-1 0,-3-1 9 0,-6 1-8 15,-4 1 9-15,-6 0-9 0,4 1 5 0,0 1 1 16,-2-1-5-16,0 2 3 0,-6-2 6 0,-6 3-8 15,-2 0 5-15,-6 0-6 0,-1 1 9 0,0 0-3 16,-2 2 0-16,1-1-1 0,-3 1 11 0,-1 1-4 0,-2-2 5 16,-5 0-6-16,-1-1-2 0,-3 3 4 0,2-1-6 15,-6 0 7-15,-1 1 6 0,-3-2-11 0,-5 0 9 16,1 0-11-16,-2 0 8 0,-3 0-6 0,-1-1 6 16,-1 0-4-16,-2 0 14 0,-1 0-2 0,0 0 0 0,2 2 1 15,-1-1 10-15,0 0-11 0,0-1 0 0,-1 0-5 16,0 0-13-16,0 0-15 0,0 0-7 0,-1 0-4 15,0 0-25-15,0-1-127 0,-1 0-21 0,0-1-56 16,-1 1-258-16</inkml:trace>
  <inkml:trace contextRef="#ctx0" brushRef="#br0" timeOffset="28158.78">17423 5359 224 0,'0'0'59'0,"1"0"-6"16,0 0 62-16,0 1-5 0,1 0 1 0,3 1-25 0,7 0-8 16,-2-1-5-16,5 1 0 0,0 1-7 0,2-1-15 15,1-1 10-15,0 0-13 0,1 1-6 0,-1-1-13 16,2 0-4-16,3 0-1 0,-3 0-12 0,-4 1-9 15,3 0 3-15,-5 0-4 0,0 1 9 0,-1-2-15 16,-1 0 6-16,1 0-6 0,-1 0 9 0,-2 0-12 16,0 1-1-16,0-2-4 0,4 0-16 0,-2 0-15 15,2-2-6-15,-8 1-1 0,1-1-7 0,4-2-12 16,-4 1-51-16,8-7-5 0,0 1-317 0</inkml:trace>
  <inkml:trace contextRef="#ctx0" brushRef="#br0" timeOffset="28658.92">18528 5198 1369 0,'-1'-1'24'15,"0"0"3"-15,-2-1-7 0,-4 1-11 0,2-6-3 0,1 2-9 16,3 5-7-16,-2-1 0 0,0-1-3 0,-1 0-10 15,-2-1 12-15,-1 2-2 0,-2 1 5 0,-1 4-1 16,-4 4 11-16,0 1-7 0,-2-5 8 0,-2 8-2 0,3-1-6 16,2-1 6-16,2-1-5 0,2-2 13 0,2 0-6 15,-3-1 5-15,5 0-5 0,0 0 11 0,2-1-6 16,0-1 5-16,1 0-6 0,-1 0 3 0,2 0-3 16,0 1-2-16,0-1 1 0,1 1-3 0,1 2 9 15,1 1-7-15,3 1 6 0,2 0-12 0,-2 0 4 16,8 2-5-16,0 0 4 0,4 2-4 0,-3-2 5 15,2 1-2-15,-5 0 2 0,0 0-9 0,1-2 6 16,-3 2 4-16,2-1 1 0,-3-1-3 0,-3-1 4 0,0-1-6 16,1-3 7-16,-3 0 0 0,-1 1 0 0,0 1 3 15,2-2-2-15,-2-2 9 0,-1 0 7 0,-1-2 0 16,0 4 2-16,0-2-8 0,-1 2-1 0,-2 2-6 16,-4-4 4-16,-12 3-4 0,-2 0 1 0,0-1-1 0,3 0 2 15,-3 0 0-15,-2-1-7 0,5-1 7 0,-1-1-8 16,1-1-1-16,4 8-3 0,-1-2 1 0,2-2 0 15,1-2 3-15,4-1-7 0,1-2-1 0,1 0-2 16,1 0 1-16,-2 0-8 0,1 0 2 0,0 0-3 16,1 0 0-16,-1-2-10 0,1 1-3 0,0 0-1 15,2 0 3-15,0 0-49 0,1 0 3 0,-4-8-26 16,1 0-67-16,2-4-73 0,3-3-39 0</inkml:trace>
  <inkml:trace contextRef="#ctx0" brushRef="#br0" timeOffset="28942.55">18333 5196 1372 0,'-1'-2'99'0,"-1"1"28"0,0-1-63 0,-2 0-59 16,2-1-6-16,1 1-9 0,1 1 3 0,1-1 5 15,1 2-3-15,26-3 0 0,4 3-2 0,5 3-7 16,-2 2 3-16,-1 1-11 0,-4 0-42 0,-2 0 6 16,-3 0-22-16,-5-2-15 0,-3 0-32 0,-2-1 12 0,-4-1-11 15,-2-2 78-15,0 0 33 0,-3-2 4 0,-2 1 7 16,0-1 7-16,-2 0 11 0,1-11 0 0,-2 1 3 16,2 1-2-16,0 1-12 0,-1-1 6 0,4 1-8 15,0-5-1-15,3 6-17 0,1 1-48 0</inkml:trace>
  <inkml:trace contextRef="#ctx0" brushRef="#br0" timeOffset="29775.59">18955 5258 1336 0,'-1'-1'33'0,"-1"0"47"0,0-1-43 0,0 1-26 15,-1 0 5-15,1 0-12 0,1 1-3 0,-3 0 0 16,-2 0-5-16,1 0 4 0,3 0-6 0,-6 3 3 15,3 0 2-15,-2 0 0 0,0 9 6 0,0 1-5 16,0 0 0-16,-2-1-3 0,3 1-4 0,4-2 10 16,0 0-3-16,1-2 5 0,-6 1-3 0,2-3 0 15,2-1 7-15,1 0-5 0,0-2-3 0,2-1 16 16,0-1-10-16,0 0 13 0,0-1-6 0,2 2-3 16,3 2 2-16,12 4-4 0,1-2 0 0,3-3-6 0,-1-3 0 15,2-1-1-15,-1 0 7 0,-1-1-2 0,0-2 1 16,-2 0-3-16,-2-1-6 0,-3 1 1 0,-1-1 3 15,-3 1 0-15,1-1 1 0,-4 2 5 0,-2-1-6 0,0 1 6 16,-2-4 2-16,5-3-3 0,-2-1 4 0,-1 1-5 16,-3-3-7-16,-1 0 3 0,-1 1 2 0,-3 0 3 15,-2-1 9-15,0 3-13 0,3 2 2 0,-13-1-5 16,1 3 5-16,-2 0-6 0,-2 2 0 0,-1 1-1 16,0 1-10-16,1-11 7 0,-1 5-4 0,1 4 6 15,4 2 0-15,1 1-3 0,3 0 0 0,5 0-2 16,-2 1 2-16,3-1-1 0,4 0-3 0,0 0 0 0,-1 1-13 15,-1 0 11-15,2 0-3 0,0 1 5 0,1-1-2 16,1 0-1-16,1 0 7 0,7 1-5 0,9 2 3 16,2-2 4-16,0-2-7 0,4 0 6 0,-3 0-11 0,1-1 12 15,1-2 3-15,-2-1 1 0,0 2 7 0,-1-1-7 16,0 2-1-16,0 0-1 0,-1 0-2 0,0 1 6 16,-3 0-3-16,1 0 5 0,-1 0 2 0,2 0-5 15,-1 0 4-15,2 1-6 0,-3 0-4 0,-4 0 4 16,-1 1 0-16,-2-1 2 0,7 1 2 0,-7 0 2 15,-1 1-6-15,-2-2 5 0,-5-1-1 0,2 1 8 16,3 2 2-16,-2-1 0 0,0 0-4 0,-2 1-1 16,1-1-3-16,-1 0 1 0,-1 2-3 0,1 3 4 0,0 1-2 15,-1 0 2-15,-1 1-3 0,0 0-2 0,0 0 0 16,0 2-2-16,0-2-9 0,0 1 7 0,1-1 3 16,0-1 2-16,2 1-3 0,0-2 2 0,1-1-3 15,-2-2 3-15,1 1 1 0,3-1-6 0,7-1 2 0,1-1-2 16,2 1 5-16,-1 7 2 0,0-3-1 0,3-2 0 15,-2-3-11-15,3-2 6 0,-1 0 1 0,1-2 2 16,-1-1 3-16,1-2-5 0,-1 0 1 0,-3 0-1 16,0 1 0-16,-3-1 3 0,0 0 1 0,-3 1 1 15,0 0 6-15,-1-1-5 0,-2 2-4 0,-2-1 0 16,1 1 1-16,-2-2 3 0,0-4 3 0,-2-2-2 16,0 1 1-16,6-1-6 0,-1-1 4 0,-3 0-4 0,-3 0 13 15,-3 0-6-15,-1-1 0 0,-3 1 0 0,0 1-1 16,2 2 2-16,-9 2-3 0,-2 2 1 0,2-1-12 15,0 4 4-15,1 1-5 0,-2-10 4 0,1 5-9 0,-1 3-10 16,-2 3 2-16,1 1-10 0,-1 1-44 0,1 3-97 16,-1 1-17-16,-2 1-31 0,3-1-118 0</inkml:trace>
  <inkml:trace contextRef="#ctx0" brushRef="#br0" timeOffset="30674.71">23446 4321 755 0,'0'0'5'0,"0"0"-2"0,-2-1 3 16,1-1-1-16,0 1-19 0,0 0-17 0,0 0 2 15,0 1-4-15,-1 0 19 0,1 0-3 0,0 0 1 0,0 0-8 16,0 1-50-16,-2 0-36 0,2-1 6 16,-8 5-7-16,-1 0 69 0,-3-1 31 0,4-1 6 0,-3 0 9 15,0-2 68-15,2 0 32 0,-4-1-1 0,3 0 6 16,-3 0-21-16,3-1-11 0,0 0 1 0,-1 0-8 15,1 0-28-15,2 0-10 0,1-1-10 0,-3 0 2 16,2 1-12-16,-1 0-10 0,0 0 11 0,0-1-11 0,1 2 11 16,1 0-7-16,0 0 0 0,3 0-1 0,-2 0 9 15,2 0-5-15,3 0 0 0,-1 0-2 0,1 0 9 16,1 0-3-16,0 0 7 0,-1 0-6 0,1 0 3 0,0 0-12 16,1 0 4-16,0-1-4 0,1 0 12 0,0-1-8 15,2-3-1-15,0-4-2 0,13-2-3 0,-2 2 13 16,2-1-7-16,3 3 7 0,-4 0-10 0,3 2 3 15,0 2-4-15,-2 0 2 0,3 2-14 0,-3-9 7 16,1 3 0-16,-4 4 2 0,-2 3-3 0,1 4-1 16,-4-1-3-16,0-1 4 0,-4 15 11 0,2 2-4 15,-1 0 6-15,0 0-7 0,0-2 4 0,0-3 2 16,0-1-2-16,0-3 5 0,-1-2 21 0,2-2-2 0,0 1 4 16,1-2-5-16,-1-2-11 0,1 3 3 0,1-1-3 15,0-2 2-15,2 0-19 0,-1-3 6 0,2 0-5 16,-1-3 7-16,2-1-3 0,-4-1 1 0,3-2-6 15,-4 6 3-15,-1-11-9 0,0 1 3 0,-3-1 0 16,2 2 1-16,0 0-3 0,-2 1 2 0,3-1 3 0,1 0 0 16,-1 1-5-16,-1-1-6 0,-2 1 2 0,0-1-2 15,-2 1-2-15,0 1-9 0,0-2-6 0,-1 3 1 16,0-1-1-16,0 1-18 0,-1 1-2 0,0 0-15 16,-2 0-90-16,2 2-57 0,1 3-24 0</inkml:trace>
  <inkml:trace contextRef="#ctx0" brushRef="#br0" timeOffset="31193.09">23133 4722 981 0,'-1'-2'8'0,"-1"0"10"16,2 1-12-16,0-6-15 0,0 1 0 0,2 1-3 16,-1 2 21-16,2-2-19 0,7-1 11 0,5 3-15 15,-1-4 14-15,4 5 0 0,-3 1-2 0,2 0 1 16,3-11-5-16,-8 6 8 0,5 3 0 0,-5 2 3 16,-3 1-5-16,2 0 8 0,-3 0 0 0,0 2 5 0,-1 0 12 15,-1 1 15-15,0 0-6 0,0-1 9 0,1 9 5 16,-1 0 18-16,1-4-4 0,1 2 5 0,0-2-31 0,3-1-9 15,-1 0-5-15,-1-2-1 0,1-1-11 0,1 0 7 16,1-1-5-16,1 7 5 0,-2-3-10 0,1-1-5 16,1-2-2-16,-2-1 0 0,-1-2-5 0,0 0-11 15,-2-2 9-15,-1 0-8 0,-1 0 5 0,-2-1-8 16,1 0-7-16,-1 2 2 0,-2-12 0 0,2 0-5 16,0 3 5-16,-3-5-8 0,6 0-21 0,-3-2-123 15,0-4-28-15</inkml:trace>
  <inkml:trace contextRef="#ctx0" brushRef="#br0" timeOffset="32493.53">24839 4075 572 0,'0'-1'25'0,"0"0"24"0,0-2 2 0,0 0-27 16,0-4-2-16,0 2-8 0,0 1-12 0,0-1 4 0,0 1 6 15,0-2-4-15,0 1-4 0,0 1 4 0,0-3-6 16,0 1 9-16,-1 0 8 0,0-1-2 0,0 2 7 16,-3-1-3-16,-1 0 18 0,2-1-12 0,-11 3 5 15,-2-1-6-15,-1 0 24 0,-1 2-18 0,3-2 1 0,-2 3-11 16,2-1-9-16,-5 2-2 0,-2-1 2 0,-1 1-3 16,0-14 5-16,1 8-4 0,2 4 2 0,-3 3-3 15,3 1-2-15,-2 5 3 0,1 2-3 0,-2 4 1 16,0 1-12-16,2-8 3 0,-5 13-3 0,-1 7 4 15,4 2 1-15,-4-1-1 0,7 1 2 0,4-1-3 16,-4-1 6-16,7-3-4 0,2 0-1 0,3-2-1 0,2 0-4 16,0-2 9-16,-5 0 4 0,4-2 1 15,2 0-9-15,4 2 15 0,1-1-6 0,0-3 11 0,3 0 12 16,3-1-4-16,2 0 3 0,2 0-6 0,11-3-1 16,4 1-14-16,2-1 1 0,-3-3-7 0,2 3-6 0,-1-4 1 15,0-2-5-15,1 1 5 0,-2-4-13 0,-1 3-4 16,-1 9 9-16,0-5-7 0,-2-3 6 0,1-4-8 15,1-1-9-15,-2 0 1 0,-4-3-25 0,0 0-26 16,0-2-42-16,-1-2-6 0,4-2-237 0</inkml:trace>
  <inkml:trace contextRef="#ctx0" brushRef="#br0" timeOffset="33195.57">24721 4678 630 0,'-1'0'464'0,"0"-1"-688"0,0 0 567 0,0 0-336 15,0-1-20-15,-1 1-1 0,1 1-6 0,1 0 6 16,0 1-2-16,1 1-10 0,2 0 1 0,-1-1-6 0,9 5-1 15,-3 0-9-15,-1-1 13 0,0-3-9 0,2 5 33 16,0-2 28-16,-1-3-3 0,0-2 15 0,-2 0 11 16,3-2-9-16,-1-3 3 0,0 0-5 0,1-11 1 15,-2-1-19-15,1 0-2 0,1 0-5 0,0-2 0 0,-1-2-2 16,1 3 5-16,-4-4-4 0,2 4 1 16,1 0-3-16,-3 1-5 0,0 2 3 0,1-1-1 0,-1 4-7 15,-2 0 8-15,0 4-8 0,-1 1 11 0,-1 2-8 16,1 2-2-16,-2 1-2 0,0 1 4 0,3-1-2 15,-1 0 1-15,1-1-5 0,-2 2-2 0,0 0 7 16,0 1 3-16,0 0 2 0,0 1 5 0,-1 1-7 16,2 17 4-16,-2 2-3 0,0 2 12 0,0-1-12 0,0 0-4 15,0 1 0-15,0 1 4 0,0-5 2 0,1 0 6 16,1-5-5-16,0-2-1 0,2 0 13 0,0-2-12 16,0 1 12-16,1-4-12 0,-2-2 5 0,3-2 6 15,6 0-4-15,1-1 3 0,1 7-9 0,4 0 3 16,-3-6-6-16,3-1 3 0,-1-2-8 0,3-2 1 0,0-3-1 15,-2-1 2-15,-2-2-1 0,1-1 2 0,2 6-1 16,-3-12-2-16,2 0 0 0,-5-3-2 0,-4 1 2 16,2-1 7-16,-2-1-7 0,2 2 2 0,-4-1-2 15,0 0 4-15,-2 3-4 0,-1 1 3 0,1-1-5 16,-2 3 3-16,0 0 4 0,-1 3-5 0,-1 3 4 16,4 0 3-16,-4 4-9 0,0-1 8 0,-1 2-8 15,3-1 5-15,-2-1-2 0,0 2-2 0,0 0 1 0,0 0 3 16,1 1-5-16,-2 0 4 0,0 1-5 0,0 2 3 15,-4 19 7-15,1 0-10 0,-3 4 7 0,1 2-3 0,1 1-2 16,1 0 3-16,1 0-3 0,0-2 5 0,2-2 0 16,0-2 6-16,2-4-5 0,0 0 0 0,3 0 12 15,2-2-5-15,0-1 9 0,2-1 6 0,-3 0-8 16,12-1-1-16,0-1-4 0,4 0-11 0,0-2 5 16,4-1-3-16,1 0 2 0,5-4-15 0,1-2-19 15,0-1 0-15,1 13-7 0,-5-9-14 0,0-6-167 16,3-3-127-16</inkml:trace>
  <inkml:trace contextRef="#ctx0" brushRef="#br0" timeOffset="35863.94">4553 7416 333 0,'0'0'0'0,"0"0"4"15,0 0 77-15,-1 0-9 0,1 0 3 0,0 0-26 16,0 0-30-16,0 0 4 0,0 1-8 0,0 0 11 16,0 4-3-16,-2 12 5 0,0 2-5 0,1 2 4 15,0 2-3-15,0-2 9 0,0 1 11 0,0 2-4 16,-1-2 26-16,0 0-9 0,0 1 1 0,-1-4-2 15,1 1 4-15,0-6-6 0,-2 0-1 0,2-4-4 0,-1-1-17 16,2-3-3-16,0-2-2 0,0 1-2 0,1-4-16 16,0 0 2-16,-1 2 0 0,0-1 1 0,-2-1-4 15,1 0-5-15,-1-1 0 0,1 0-2 0,0-1-4 16,-1-1 3-16,-4-11-6 0,3-4 6 0,0-3-6 0,4 2-3 16,1-2 4-16,3-3-5 0,1 3-7 0,2-2 11 15,1 2-8-15,2-1 11 0,1 2 2 0,0 1-2 16,-10 3 3-16,14 0-4 0,3 1 4 0,1 1 0 15,1 0 2-15,2 2-2 0,-1 3-2 0,3 2 5 16,1 4-3-16,0-12 2 0,3 5-7 0,1 7 3 16,-5 2 4-16,3 5-1 0,-2 2 5 0,-1 1 7 15,1 3-9-15,-1-2 7 0,-1 0-14 0,1 1 15 16,-2-2-4-16,2 0 8 0,-1-1-12 0,-2-2 6 0,2 0-6 16,-4-3 5-16,1 0-3 0,-2 0-6 0,-1-2 5 15,-1 0-5-15,-6 0 7 0,-2-2-9 0,-2 1 2 16,-3 0-4-16,1 0 4 0,-2-1-6 0,1-1-3 15,-1-1-3-15,0-5-24 0,-2 1-45 0,-1 1-30 0,-1 1-7 16,-2 1-108-16,-12 2-146 0</inkml:trace>
  <inkml:trace contextRef="#ctx0" brushRef="#br0" timeOffset="36314">4984 7335 1179 0,'0'0'11'0,"0"0"-3"0,-2 0 0 16,1 0-3-16,1 0-4 0,0 0-12 0,0 0-3 15,0 0 1-15,0 1-1 0,0 0 11 0,-1 1-6 16,0 4 8-16,-3 5-9 0,1 1 6 0,-1-2-2 15,0 2 1-15,-1-3 2 0,1-1 12 0,0 1-4 16,0-3 6-16,1-2-4 0,-3 1 18 0,-3-3 1 0,0 1 4 16,-2-1 0-16,3 0 17 0,-3 1 12 0,1-1-3 15,-2 0 5-15,-1 2-25 0,2 1-16 0,-1-1-2 16,1 5-4-16,2-1-13 0,-1 2 2 0,3 5-4 16,-2 2 3-16,2 4 5 0,1 6-8 0,-2 5 4 15,3 5-5-15,-4 3 2 0,1 2 1 0,-1 0-1 0,0 4 0 16,3-2-8-16,-1 0 9 0,1 3-4 0,-13-1 4 15,11 0-1-15,6-2 0 0,3-3 4 0,2-8-2 16,4-3 11-16,3-3 0 0,0-3 0 0,3-1-1 16,-10-2 2-16,11-6 5 0,5-2-1 0,-1-4 2 15,5-2-6-15,0-1-8 0,0-4 5 0,1 12-6 16,0-7 3-16,2-3-10 0,1-4 0 0,1-1-4 16,0-4-4-16,0-2-10 0,-2-1-2 0,6-3-2 0,-5 2-14 15,3-3-164-15,-2 1-107 0</inkml:trace>
  <inkml:trace contextRef="#ctx0" brushRef="#br0" timeOffset="37397.58">5547 8286 565 0,'0'0'49'0,"-1"0"-5"0,-1 1 14 16,1 0 0-16,0 0-14 0,-1 2-20 0,-1-1 6 15,-1 5 2-15,-2 1 1 0,2-2 8 0,0 3-3 16,-2 0-6-16,1-1 1 0,-1 3-18 0,1-2 4 15,1 2 1-15,-1-2-1 0,2 1 0 0,-2 0-10 16,1 1 11-16,1-1-8 0,-1 1 15 0,1-1-9 0,0 1 0 16,1 0-1-16,1 0-1 0,0 1-3 0,1-1 2 15,0-1-1-15,0 0-3 0,0-1-2 0,0-1-1 16,1 1 3-16,0-2 8 0,1-1-10 0,1-1 5 16,-2-1-6-16,1-1 4 0,-1-3-3 0,9 8 0 15,-1-3 1-15,1 0 3 0,0-1-10 0,2-2 5 16,-1-2-5-16,0 0 10 0,2-2-8 0,-1-2 4 0,2-2-3 15,-2 0 3-15,-2-1-5 0,2 6 5 0,-2-11-5 16,0-1 6-16,1 0-5 0,-6 1-1 0,-3-3 1 16,3 1 7-16,-2 1-8 0,-1-2 0 0,9 0-2 15,-5 1 2-15,-3 0 3 0,-1-2-1 0,-2 1 0 16,0 0-6-16,-2-1 0 0,0 2 1 0,-1 1 0 0,-2 2 0 16,-2-2 4-16,1 3-5 0,5 2 5 0,-13-3-1 15,2 6 2-15,-2 0-1 0,2-3 0 0,0 2-8 16,0 2 7-16,0 2-5 0,-1 2 4 0,-2 1-8 0,3 3 1 15,0 2 3-15,2 1-4 0,0-2-3 0,2 7 4 16,-1 1-7-16,2 1 5 0,1 0-13 0,4-2-8 16,0 0 0-16,-5-2-5 0,1 1-13 0,2-2-23 15,3 0-14-15,1-2-19 0,0-1-206 0</inkml:trace>
  <inkml:trace contextRef="#ctx0" brushRef="#br0" timeOffset="38134.62">6032 8099 215 0,'0'0'14'0,"0"0"20"0,0-1 14 0,0 0 6 16,0-1-4-16,0 1-1 0,0 0 2 0,0 0 0 16,0 0 8-16,0 0-22 0,0 1 0 0,0 0-9 15,0 0-2-15,-1 0-11 0,0 1 8 0,0 0-8 16,0 1 8-16,0 1 6 0,-1 0 2 0,-3 8 1 15,-1-1 4-15,-1 3-5 0,1 0 1 0,-1-1 0 0,-2 3 5 16,2-2-10-16,0 0 0 0,-3 5-3 0,-1-1-4 16,-1 5-11-16,1 1 4 0,-1 1-6 15,-1-1 1-15,0-1 3 0,11 4-7 0,-15 0 7 0,-2 1 4 0,2 0-1 16,-3 1-1-16,0 0-1 0,3-3 6 0,3 0-1 16,2-1 7-16,2-2-5 0,-1 0 2 0,0-1-8 15,3-2-2-15,4 0 0 0,-3-2-3 0,2-3 2 16,0 0-1-16,1-2 0 0,0 0-5 0,3-1-4 15,-4-4-1-15,3 0-1 0,-3-1-2 0,3-2-10 16,-1 0 4-16,2 0-8 0,1-3-10 0,-1 1 1 16,1 1-8-16,0-2 2 0,-1 1-42 0,1 1-66 15,0-2-30-15</inkml:trace>
  <inkml:trace contextRef="#ctx0" brushRef="#br0" timeOffset="38665.72">6155 8581 1062 0,'-1'0'30'0,"-1"-1"37"15,1 0-20-15,0 0-19 0,0-1 0 0,0 1-8 0,0 0-16 16,-1 0 2-16,1 0-10 0,0-1 7 0,0 1-5 15,0 0-1-15,0 0 3 0,-1 0-2 0,1 0-2 16,0-1 4-16,0 1 0 0,0 0 0 0,-1 0 7 0,1 0-7 16,0 0 5-16,0-1-5 0,-1 1 9 0,-1 0 9 15,1-1-4-15,0 0 6 0,-4-2 4 0,0-1-8 16,0 2 3-16,1-1-5 0,-2-1-2 0,0 2-8 16,2 0 10-16,1 1-9 0,-1 0 2 0,1 1-2 15,0-1-6-15,0 1 4 0,1 1 1 0,-2 0-4 16,1 0-2-16,0 0-2 0,0 0 1 0,2 0 5 15,-3 0-2-15,3 0 2 0,-3 1-8 0,3-1 6 16,-2 2 5-16,2-1-1 0,0 0-2 0,-1 0 1 16,1 0-3-16,-1 0 1 0,0 2-6 0,-1 3 2 0,0 2 0 15,-1 2 2-15,0 2 6 0,1 2 1 0,-2 2-1 16,1 0-1-16,0-1-6 0,1 1 1 0,0 1 3 16,2 0 0-16,1-3 0 0,-9 0-2 0,4-2-4 0,3 0 1 15,0 0 0-15,3-1 6 0,0 1 0 0,0-2 3 16,3 2-6-16,-1-4 1 0,2 1 1 0,-1-1 2 15,2-1 3-15,0-1-3 0,0-2-4 0,7 1 1 16,2 0 4-16,3-2 3 0,-2 0 1 0,5-2-2 16,0 11-10-16,-2-6 2 0,3-3-4 0,4-3 2 15,0-1-9-15,2-4-10 0,0-2-1 0,-3-2-6 0,0-3-18 16,3 6-191-16</inkml:trace>
  <inkml:trace contextRef="#ctx0" brushRef="#br0" timeOffset="39315.57">5682 7109 678 0,'-1'-1'60'0,"-1"-5"100"0,-6-8-86 0,1 0-17 15,2 1-6-15,1 2-5 0,1 0-28 0,0 3 0 16,2 1-9-16,0 0 3 0,0 2-16 0,1 3 3 0,0-2 3 16,0 2-2-16,0 0-4 0,0-1 3 0,0 2-3 15,0 0 4-15,0 0 4 0,0 0 12 0,0 0 1 16,0-1 3-16,0 2 5 0,0 0 30 0,0 0-5 15,0 0 12-15,0 2-16 0,0 0-14 0,-2 11 2 16,0 7-8-16,-3 3-9 0,0 3-2 0,-3 2-7 16,3 7 4-16,-2-4-3 0,1 1-6 0,0 0-1 0,1-4-2 15,-1-1 0-15,1-3 0 0,2-2 0 0,1-1-1 16,-1-2-1-16,2-3-16 0,1 0 2 0,1-3-9 16,0-3-11-16,3-2-49 0,-1-2-59 0,1-1-23 15,2-3-430-15</inkml:trace>
  <inkml:trace contextRef="#ctx0" brushRef="#br0" timeOffset="39865.55">6724 7665 218 0,'0'0'28'0,"-1"0"55"15,0 0-56-15,-1 0 4 0,1 1-6 0,0 0 2 0,0 2-20 0,0 0 23 16,-4 9-8-16,1 1 13 0,3-1-2 15,0-2 25-15,1-3 3 0,0-1 4 0,1 1-3 0,2 0 0 16,-1-1 3-16,0-2 0 0,0 0 17 0,9-2-7 16,6 0-4-16,-4-1 0 0,3 10-16 0,1-4-15 15,0-3 0-15,0-1-6 0,-2-3-9 0,0 0-12 16,1 0-1-16,-2-1-3 0,0-1-6 0,-1 2 5 16,-1 0-5-16,0 0 5 0,-2 0-8 0,-3 0 6 15,1 0-6-15,-4 0 3 0,2 0-10 0,-3 0 9 16,1 0-1-16,-1 0 3 0,-2 0-10 0,0 0-13 0,1 0-2 15,0-1-6-15,0 0-31 0,1 0-89 0,-2 0-21 16,0 0-29-16,0-1-128 0</inkml:trace>
  <inkml:trace contextRef="#ctx0" brushRef="#br0" timeOffset="40118.83">6617 7993 1129 0,'-1'0'28'0,"0"0"-2"15,-1 0 24-15,1 0-17 0,0 0 7 0,1 0-36 16,0 0 6-16,1 0 3 0,0 0-1 0,2 0-2 0,11-1-2 16,4 0-2-16,2 1 1 0,-1 0 5 0,7 1-10 15,0 0 3-15,-1 0-6 0,-3 0-10 0,-2 1-1 16,0-1 3-16,-3-1-2 0,0 1 5 0,-1-1-3 15,-2 0-2-15,-1-1 1 0,0 0-4 0,-2-2-7 16,1 0-13-16,0-2 3 0,-2 0-53 0,2-2-245 16</inkml:trace>
  <inkml:trace contextRef="#ctx0" brushRef="#br0" timeOffset="40666.71">8095 7602 637 0,'1'-2'82'0,"0"1"212"16,1 0-294-16,2-1-8 0,17-10 12 0,4 0-11 0,-1 2-2 15,-3 1-20-15,-1 1 3 0,-6 1-6 16,-1 1 16-16,-1 0 1 0,-6 3 1 0,-2-1 1 0,1 1 13 16,-3-7 12-16,1 1 1 0,4-1 6 0,-3 1 30 0,0-2 4 15,-3 1 5-15,-1-2-3 0,-1 2 20 0,-3 0-3 16,0 1-6-16,0 0-2 0,-1 1-39 0,0 0-2 16,0 2-4-16,-10-1 2 0,-1 2-14 0,5 3-4 15,-2 1 0-15,2-6-3 0,-5-1 0 0,-2 3 0 16,-1 4-3-16,1 1 2 0,2 3 1 0,0 2 0 15,-1 2 1-15,-2 4-3 0,0 0-4 0,4-7 10 16,0 15-7-16,1 2 7 0,0 2-4 0,-3 4-5 16,3 2 8-16,0 2-6 0,2 2 5 0,0 1 5 15,3 3-7-15,1-2 5 0,1-2-12 0,2-1 9 0,3-3 0 16,-1-2 4-16,-11-2-6 0,7-3 6 0,5-2-4 16,2 0 4-16,1-1-3 0,1-2 9 0,3-2-2 15,1-2 5-15,1-1-5 0,0-2-4 0,1 0 11 0,9-3-8 16,0 0 9-16,3-4-2 0,0 2-7 15,-2-4 5-15,3 0-5 0,0 0-2 0,6 15 2 0,2-8-2 16,-5-5-1-16,6-1-11 0,-7-2 3 0,-3 0-7 16,5-3 2-16,-6 1 6 0,-2 0-15 0,1-2 12 15,-5 2-16-15,-2-1-15 0,-2 0 2 0,-2 0-11 16,1-1-35-16,-1-1-145 0,-1 2-40 0</inkml:trace>
  <inkml:trace contextRef="#ctx0" brushRef="#br0" timeOffset="41483.81">8404 8359 993 0,'0'0'-2'16,"-1"0"9"-16,0 0-18 0,1 1 0 0,0 0 2 15,0 2-3-15,0-1-17 0,0 6 13 0,1 3 1 16,0-1 5-16,1 0 5 0,-1-2 4 0,0-1-8 0,0 0 7 16,-1-1-1-16,0-3 20 0,0 0 14 0,0-2 1 15,0 1 39-15,0 1 8 0,0-1 0 0,0 0 2 16,0 1-5-16,0-2-24 0,0 0-10 0,-1 0-2 15,1 0-19-15,0 1-7 0,0-2-1 0,0 0-3 16,0 0-5-16,0-2-7 0,1 1 7 0,0-1-7 16,4-5 7-16,-3-7 1 0,10-3-5 0,2 1 2 15,-1-2-14-15,1-2 13 0,3-1-4 0,-3-3 8 16,-1 0-4-16,1-1-5 0,-5 3 3 0,3-1-2 0,-3 2 7 16,0 5-6-16,-2-2 0 0,0 5-3 0,0 1 4 15,-4-2-1-15,1 4 3 0,2 2-1 0,-2 0 1 0,-1 4 6 16,-2 0-7-16,0 1 6 0,0-1-10 0,0 2 2 15,-1 1 1-15,2-2 0 0,-1 1 4 0,0 0 0 16,0-1 1-16,0 2-1 0,1 0-3 0,-1 0-3 16,0 0 0-16,0 1-2 0,-1 0 9 0,0 1 1 15,0 0-1-15,0 1-1 0,-1 12-6 0,0 2 3 16,-3-1-1-16,1 5 4 0,-1 0 4 0,1 1-11 16,-1 0 6-16,2 0-6 0,-1 2 11 0,1-3-8 15,0 0 3-15,0-4-5 0,2-1-3 0,0-2 5 0,2-1-2 16,0-2 3-16,2-1 0 0,-1-3 0 0,2 1-1 15,-2-2 0-15,-2-2 4 0,9 1-1 0,2-2 0 16,4-1 0-16,-3 9-2 0,1-3 6 0,0-3-7 16,-5-2 5-16,3-1-9 0,0-1 5 0,1-1 0 15,0-2 3-15,-1 0-2 0,-3-2-4 0,1-1 2 0,-1-1-3 16,0 2 13-16,1-11-6 0,-2 1 7 0,0-3-7 16,1-1-4-16,-2 0 1 0,0-1-3 0,-1-2 5 15,-1 1 1-15,0-5-8 0,0 4 6 0,0-1-6 16,-2 2 6-16,1 5-1 0,-2-1 0 0,0 5-1 15,1 2 0-15,-2 4 0 0,0 2 1 0,0 2 1 16,-1 1 6-16,3-1-6 0,-1-1-2 0,0 2 0 16,-1 0-1-16,1 1 7 0,-1 0 0 0,0 1 2 0,5 12-9 15,0 15 5-15,-4 3 1 0,-2 2 4 0,0-2-3 16,-1 1-1-16,0 0-4 0,1-3 3 0,0-2-6 0,2-3 10 16,0-4-8-16,3-4 8 0,1 0-15 0,0-5 2 15,0 0-2-15,-2-5 1 0,4-4-2 0,4 8-4 16,0-5-8-16,1-1 0 0,0-3-22 0,0-2-25 15,1-4-43-15,0-4-7 0,2-4-262 0</inkml:trace>
  <inkml:trace contextRef="#ctx0" brushRef="#br0" timeOffset="41853.57">8844 6861 1245 0,'-1'-1'32'0,"0"-1"37"0,-2 1-9 0,2 1-34 16,-3-1 1-16,2 1-12 0,-1 0 0 0,-4 5-7 16,-1 13 3-16,-5 15-6 0,-1 5-5 0,1 3-3 15,-2 3 3-15,4 2-6 0,-2-2-15 0,2-1-19 16,3-2-19-16,0-8 0 0,5 0-62 0,2-9-69 15,-1-5 6-15,-9-4-29 0,7-5-14 0</inkml:trace>
  <inkml:trace contextRef="#ctx0" brushRef="#br0" timeOffset="42335.79">9347 7777 1003 0,'-1'-1'30'0,"0"-1"31"0,0 0-5 0,-1 0-44 15,0-1 4-15,1 1-16 0,0 0 2 0,0 0-10 16,0 1 0-16,-1 0-5 0,2 0 5 0,0 1-3 0,0 0 9 15,2 0-8-15,-1 1 20 0,1 0-7 0,6 3 4 16,4 0-3-16,3 2 8 0,1-1 8 0,0 1 1 16,7 0 5-16,-3-3 18 0,3 2 12 0,3-1 1 15,-1-2 0-15,2-2-17 0,0 0-18 0,-3-1-1 0,1-2-6 16,-1 2-5-16,-1-1-7 0,-4 1 1 0,-3 0-4 16,1-2-4-16,-5 1 4 0,-2-1-7 0,-3 2 6 15,-2 1-26-15,-1 0-17 0,-2 0-15 0,0-1-10 16,1 0-142-16,-2-1-79 0,0-1-15 0</inkml:trace>
  <inkml:trace contextRef="#ctx0" brushRef="#br0" timeOffset="42635.66">9620 7482 1189 0,'-1'0'45'0,"0"-2"-2"0,-1 1 11 16,-3-1-1-16,2 1-13 0,2 1-16 0,-1-1-34 15,0-1-1-15,-1 1-9 0,2 0 12 0,0 1-6 16,0 1 9-16,0 2-8 0,-7 9 13 0,0 13-1 16,1 2-3-16,3 6 1 0,0 0-5 0,-2 0 8 0,0 5 0 15,-1-1 5-15,-1-1 1 0,0 0 10 0,-1-2 0 16,2-5 3-16,-1 1-9 0,1-1-5 0,1-2 2 15,3-2-1-15,0-1-1 0,2-4-5 0,0-2-3 16,1-2 1-16,0 0-13 0,0-3-24 0,1-1-6 16,2-2-9-16,-1-3-52 0</inkml:trace>
  <inkml:trace contextRef="#ctx0" brushRef="#br0" timeOffset="43102.25">10461 7538 1357 0,'0'-1'7'0,"0"0"0"0,0-1-4 16,0 0-6-16,0-1-1 0,0-4-10 0,1-1-8 15,0 1 7-15,2 0-8 0,-1 2 2 0,0 0 3 16,0 1-6-16,-1 1 6 0,0 0-6 0,-1 1 13 16,0 1-3-16,0-1 7 0,0-1 13 0,0 2 9 15,-4-1 12-15,-13-1-5 0,0 2 12 0,0 0 10 0,1-1-6 16,-4 0 10-16,0 1 20 0,3-11-20 0,-2 5 7 16,0 3-16-16,-1 3-22 0,0 2-9 15,1 2-4-15,-3 4 1 0,3 3 3 0,-2-9-11 0,-1 21-2 16,3 3-2-16,2 0 7 0,3 4-9 0,5 0 7 0,2 4-8 15,-1 0 12-15,6-2-5 0,0-3 3 0,0-4-5 16,-11-2 0-16,7-3 9 0,5-2-7 0,3 0 8 16,4-3-2-16,1-1 2 0,0-1 7 0,-3-2-4 15,9 1 13-15,5-3-8 0,2 3-4 0,3-3 0 16,-1 0-2-16,0-1 0 0,0-1-2 0,0-1 0 16,0-1-7-16,-2-1-5 0,1-1 0 0,-1-1-3 15,2 0-6-15,-4 11 3 0,1-5-3 0,0-2 2 0,-1-3-15 16,-4 0-19-16,-1-2 1 0,-2 0-11 0,1-3-42 15,0 1-141-15,0-2-37 0</inkml:trace>
  <inkml:trace contextRef="#ctx0" brushRef="#br0" timeOffset="43687.3">10910 7881 1323 0,'-1'-1'34'16,"0"0"61"-16,0 0-82 0,0 0-27 0,-1 0-1 16,1-2-8-16,1 2 2 0,0 0-6 0,0 0 4 0,1-1-4 15,1 1 12-15,-1 1-10 0,0 0 4 0,0 1-6 16,1 1 12-16,0-1 25 0,-1 1 0 0,0 1 11 15,2 5 10-15,0 1 0 0,-2 2 4 0,0 0-1 16,-1 4 15-16,-1-2 5 0,-1 2-7 0,-2 2 5 16,1 1-13-16,-2 2-16 0,-1-1 4 0,0 1-10 15,0-1-5-15,0 0-4 0,0 1-1 0,3 0-2 16,-1-1-6-16,2-2-1 0,0-2 2 0,-1-1-1 16,1-2-2-16,1-4-3 0,0 1-5 0,1-6 3 0,0-1-6 15,0 1-2-15,0-1-1 0,0 1-2 0,0-1 1 16,0-1-14-16,1 0 9 0,0-1-9 0,0 0 18 0,0-1 7 15,3-5 2-15,6-11 2 0,0-2 8 0,-3 0-1 16,0-1-1-16,-1 2 0 0,-1-2-8 0,-2 1 5 16,1 4-2-16,-1-4 2 0,0 3-3 0,-1 1 4 15,-1 0-2-15,0 3 3 0,0 0 2 0,-1 4-4 16,2 1 7-16,-2 2-7 0,0 2 11 0,0 1 1 16,0 0-2-16,0-1 1 0,0 1-3 0,0 1-1 15,0 0 6-15,0 1-4 0,0 0 3 0,0 1-7 16,0 0-3-16,-2 7 0 0,-1 9 4 0,-1 2 9 0,1 1-6 15,-1-2 6-15,1 2 2 0,-1 0-3 0,1-1 4 16,0 0-5-16,2-3 1 0,0 1-4 0,0-2-1 16,0-1-1-16,-1 4-2 0,2-4-3 0,0 1 0 15,0-4-2-15,0-3-2 0,2 2-9 0,-2-7 2 0,1 3-5 16,0-3-11-16,-1-1-6 0,0-1-1 0,1 1-3 16,0 1-16-16,1-1-131 0,-1-1 10 0,0 0-62 15,0-1-119-15</inkml:trace>
  <inkml:trace contextRef="#ctx0" brushRef="#br0" timeOffset="43886.14">10793 7803 704 0,'0'0'-69'0,"0"0"12"0</inkml:trace>
  <inkml:trace contextRef="#ctx0" brushRef="#br0" timeOffset="44287.16">11083 7863 639 0,'0'0'161'0,"-1"0"32"0,0 0-73 16,0-2-84-16,-1 1-16 0,1 0-39 0,0 1 19 16,0 0-7-16,1 0 10 0,0 1 3 0,0 0-1 15,0 2 13-15,-4 14-9 0,1 5 4 0,-1 0 0 16,2 3-4-16,-2 3 5 0,1 1 9 0,-2 1-3 15,-1-1 2-15,0 0-1 0,2 1 8 0,0-3-17 16,2 0 1-16,1-6-7 0,1-2-2 0,0-1 5 16,-2-6 1-16,2-2 0 0,0-4-1 0,0-5-1 15,0 1-6-15,0 1 2 0,0-1-16 0,0 0-6 16,0-1-10-16,-1 1-1 0,1-2-77 0,-1 0-180 0</inkml:trace>
  <inkml:trace contextRef="#ctx0" brushRef="#br0" timeOffset="44587.03">10824 7736 1322 0,'0'0'0'0,"0"0"0"0,0-2-11 16,0 2 1-16,0 0-3 0,2 0 21 0,0 0-10 16,4 0 6-16,11 2-8 0,1 0 0 0,2 1 8 15,1 2-4-15,3 1 7 0,-1 0-6 0,6-1 5 16,-5-1-1-16,2 0 1 0,0-2-3 0,0-1-7 16,-3 1-2-16,-3-2-1 0,-2 0-4 0,-4 0 4 15,-2-2-7-15,-4 1 3 0,1-1-26 0,-1-1-131 16,-3 1-74-16</inkml:trace>
  <inkml:trace contextRef="#ctx0" brushRef="#br0" timeOffset="45087.03">11329 7099 1310 0,'-1'-1'3'0,"0"0"2"16,-1-1-2-16,-1-4-10 0,-2-1 2 0,3 2-33 16,1 2-8-16,1 1 10 0,0 1-7 0,-2-1 20 0,1-1-2 15,0 1 2-15,0 0 0 0,0 1 12 0,0-1 19 16,-1 1-3-16,1 0 11 0,0 0 11 0,0 0 17 15,0 1 3-15,-1 0 5 0,1 0 22 0,0 0 3 16,0 0 2-16,0 0-3 0,0 0-9 0,-1 0-35 16,1 0 7-16,0 0-16 0,0 0-6 0,0 0-4 15,1 0-2-15,0 1 0 0,0 0-5 0,1 1-1 16,4 8 0-16,-4 5 1 0,15 3 0 0,2 1-6 16,2-3 6-16,0 5-5 0,6-2 9 0,0 2-10 15,4 0 1-15,2-1-1 0,-3-2 12 0,2 2-6 0,-2-1 2 16,2 0-3-16,-1 4-2 0,0 1-2 0,-5 0 0 15,-3 5-1-15,-3 0-4 0,-4 3 10 0,-1 4-6 16,-3 6 7-16,-3 1-8 0,-5 6 0 0,17-1 2 16,-14 2 0-16,-7-1 12 0,-7-1-3 0,-5-1 0 15,-4-3-2-15,14-2 7 0,-22-1 12 0,-4-2 0 0,-2 0 3 16,1-2 1-16,-1-1-20 0,4 2 7 0,1-3-11 16,2 0 5-16,-1-5-14 0,1-3 2 0,1-6-8 15,2-1-5-15,2-3-14 0,1 0-3 0,2-4-9 16,-1-3-68-16,3 0-139 0,-1-4-40 0</inkml:trace>
  <inkml:trace contextRef="#ctx0" brushRef="#br0" timeOffset="45721.7">7769 7029 1012 0,'-1'-1'129'0,"-1"-1"-153"15,-16-6 153-15,-1 1-79 0,5 1-12 0,2 2-22 16,1 0-1-16,3 3-7 0,-3 1-12 0,-4 3-2 15,-1 6-8-15,-2 1 7 0,-2 22 4 0,2 6-4 16,-1 4 6-16,1 5-5 0,2-1 11 0,0 1-1 0,0-2-3 16,2-2-1-16,1 1-6 0,3 0 9 0,-1 5 4 15,3 0 0-15,0-1-6 0,3 3 16 16,1-2-7-16,3-4 10 0,-18-2-8 0,15-7 11 0,4-5 3 16,4 0 5-16,5-2 20 0,1-1-13 0,4-2-4 0,-8-1-3 15,18-1-13-15,0-2-14 0,5-3 5 0,1 1-9 16,1-6-4-16,3 2-16 0,-4-3-3 0,5-1-5 15,0-3-10-15,0-4-44 0,-1 1-17 0</inkml:trace>
  <inkml:trace contextRef="#ctx0" brushRef="#br0" timeOffset="46921.81">12754 7135 245 0,'0'-2'17'0,"0"1"0"0,-1 0 14 16,1-1-11-16,-4-9 4 0,2-1-29 0,0 2 20 16,-1 0-8-16,2 0 11 0,0 3-23 0,0-1 19 15,0 1-3-15,1 1 12 0,-2 0 16 0,2 2 27 0,0 2 2 16,0 0 5-16,0-1-19 0,0 1-12 0,0 1-4 15,0-2-1-15,-1 1-7 0,0 0 1 0,1-1-4 16,0 1 3-16,0 0-12 0,0 0 4 0,0 1-1 0,0 0 2 16,0 0-7-16,0 0 0 0,0-1-2 15,-1 1 1-15,0 0 2 0,0 0 19 0,-1 1-5 0,1 1 10 16,0 0 1-16,1 2-28 0,-6 19 9 0,0 4-16 16,0 2 5-16,2 7-10 0,-1-1-1 0,-1 4-1 15,0 1 4-15,0-1 0 0,-1 0 1 0,0 1-1 16,0 0 2-16,-2 0-6 0,1 1 6 0,-3 2-6 15,-1 3 0-15,3-1 8 0,-3 1-3 0,-1-4 5 16,0-1-13-16,1-2 9 0,1-5-5 0,0-1 8 0,3-7-9 16,1-5 4-16,1-2-2 0,2-4 3 15,1-2-12-15,1-4-2 0,0-1-2 0,1-3 1 0,1-2-13 16,0 0-12-16,-1 1-3 0,1-1-7 0,0-1-61 0,0 1-212 16</inkml:trace>
  <inkml:trace contextRef="#ctx0" brushRef="#br0" timeOffset="47589.73">12674 6975 1121 0,'-1'-1'70'16,"0"-1"147"-16,-2 1-192 0,2-1-19 0,0 0 3 15,0-1-8-15,0 1-1 0,1 1 1 0,1-1-1 0,1 1 0 16,11-6 3-16,7 0-1 0,1 2 7 0,5 2-6 16,-1 1-3-16,1 0 2 0,0 2-2 0,2 0 3 15,-2 0-3-15,0 0 3 0,-4 2-3 0,-3-1 3 16,0 1 5-16,-6 0-3 0,-1 1 4 0,1 0-4 16,-6 0-1-16,3 0 1 0,-1 2-4 0,-3-2 4 15,5 5 7-15,-4-4-6 0,-1 1 2 0,0-4-4 0,-2 7 5 16,0 3-4-16,3-2 7 0,0 4-7 0,-2 0 5 15,-2 1-10-15,-1 3 3 0,-2-1-3 0,-1 3 9 16,-2-1-7-16,-3 0-2 0,-4 1 0 0,0 1-8 16,-3 1 12-16,9 2-9 0,-10-3 9 15,-6 1-11-15,2-2 9 0,-1-2-3 0,-4 0 2 0,5-3-8 0,-2 0 7 16,0-2 0-16,-2 1 1 0,1-3-1 0,2 1 11 16,2-3-3-16,3 0 4 0,0-2-12 0,1-2 0 15,0 1 5-15,2-3-1 0,2 0 8 0,-1 1-10 16,2-1 2-16,-1 0-4 0,0-1 0 0,1 1 0 15,1 0 0-15,1 0 2 0,0 1 2 0,3-1-8 16,-4 0 0-16,4 0-2 0,-2 0 9 0,2 0 0 16,1 1-3-16,-2-1 1 0,2 2-2 0,0-2 2 15,-1 1 3-15,2 0-1 0,0-1-8 0,-1 2 5 0,0-1 0 16,0 3 3-16,2-2 1 0,0 0-4 0,0 0 1 16,1 1-1-16,2 0 11 0,0 1-10 0,2 0-2 15,2 0-1-15,5 3 1 0,2 3 2 0,0 0 2 16,-1 2-1-16,1-1-3 0,-1 1 3 0,0 1 1 0,0 3 1 15,2-2 0-15,-1 2-5 0,-1-3 2 0,2 2-1 16,-1-2 6-16,1-1-2 0,-1 0 0 0,2-1-1 16,-4 0 4-16,1-2 11 0,2 2-2 0,-1-6 5 15,0 1 1-15,-3 0-7 0,2-1-2 0,-4-1 0 16,2 0 6-16,10 4 11 0,-12-7-20 0,3 2 1 16,-5-2-9-16,4 1-3 0,-7-2-2 0,1 2-3 15,1-2-4-15,-4-1 2 0,4 4-4 0,-1-2-14 16,-3-1-25-16,3 0-20 0,-3-2-17 0,1 0-223 15</inkml:trace>
  <inkml:trace contextRef="#ctx0" brushRef="#br0" timeOffset="52560.06">13535 6614 340 0,'-1'0'20'16,"0"-1"-2"-16,-1-1 22 0,1 1-11 0,0 0 5 15,0-1-27-15,0-1 0 0,0 1-4 0,-1 0 3 16,1 0 7-16,0 0 16 0,0 0 2 0,0 1 3 16,-1-2 2-16,0 2 7 0,1 1-7 0,-4-2 5 15,-1-1-12-15,-2 0 2 0,5 2 7 0,-6-2-6 0,1 2 5 16,0 1-6-16,-3 0-2 0,2 0-2 0,1 0-13 16,-3 1-4-16,2 2-5 0,-1 0 2 0,1 3 2 15,1 0 0-15,-1-1-4 0,2 8 1 0,0-2-5 16,3 1 0-16,-1-1 6 0,1 2-5 0,1 0-2 15,0-3 2-15,1 2-2 0,-5-2 3 0,2-2 3 0,2-1 6 16,0 0-4-16,1 0 4 0,1 1-2 0,1-1 9 16,0 1 4-16,1-2-1 0,0 0 8 0,2-1-8 15,-1-2-1-15,-1 0-2 0,6-1-5 0,5 0-9 16,1-1 3-16,3 1-6 0,-1 7 4 0,-4-3 4 16,1-1 0-16,-3-3 1 0,4 0 2 0,-1-1-5 15,2-1 0-15,-4 0 0 0,1-1 2 0,2-1 0 0,-7 1-1 16,2-2 0-16,0 1-13 0,-1-1 11 0,2-1-4 15,-1 0 8-15,2 0 2 0,-7 3-11 0,-1-1 5 16,1 1-6-16,-2-1 10 0,4-5-10 0,-2 1 6 16,2-2-7-16,-2-1 4 0,0 1 6 0,-2-3-7 0,-1-1 7 15,0 0-7-15,-1 4 2 0,0 2-3 0,-2-1 1 16,0 0-3-16,-3-3 3 0,5 0 3 0,-6 4 0 16,-4-4-4-16,2 5-6 0,-1-1 1 0,1 1-2 15,2 1 13-15,-1 2-8 0,2-3 2 0,-5-2-4 16,1 4 2-16,0 1-3 0,-2-1 0 0,5 3-1 15,-1 0 3-15,2 0 4 0,-1 0-1 0,4 0-1 16,-2 1-12-16,1 1 11 0,3-2-3 0,-1 1 4 0,-1 1-4 16,1 0-7-16,-1 4 0 0,0 0-2 0,2 1-1 15,1 0-2-15,0-1-7 0,1 0 1 0,2 2-23 16,-1-2-5-16,3 1 1 0,-2-2-3 0,4-4-9 16,3 1-21-16,0 5 1 0,-2-2-24 0,2-1-174 0</inkml:trace>
  <inkml:trace contextRef="#ctx0" brushRef="#br0" timeOffset="52912.87">13807 6476 493 0,'0'-1'147'15,"-2"0"291"-15,1 0-367 0,0-1-21 0,0 1-9 16,0 0-4-16,-1 0-29 0,1 0-8 0,0 0-3 15,0-1-2-15,0 1-4 0,0 0-4 0,-1 0 12 0,2 1-10 16,0 0 7-16,0 0 9 0,0 0-11 0,0 0 10 16,0 1-9-16,0 0 21 0,-1 0-1 0,0 1 8 15,0-1 1-15,0 0-5 0,0 0 2 0,-1 1-4 16,1 1 1-16,-1 3-11 0,-4 4 6 0,0 2-7 16,0-1-1-16,-1 4 1 0,0 0-6 0,-2 8 4 15,0-1-10-15,0 5 5 0,-2 2-1 0,3-2 3 16,-1 3 5-16,-1-2-3 0,2-3 0 0,0-1-2 0,1-2-9 15,0-4 16-15,0 0-12 0,0-2 12 0,1 0-14 16,1-2 8-16,0 0-2 0,2-3 3 0,-1-1-3 16,1-2-8-16,1 1 4 0,-1-2-6 0,1 0 4 15,1-1-24-15,-1-2 6 0,2 0-16 0,0-1-28 0,0 0-42 16,0-1-41-16,0 0-6 0,0 0-212 0</inkml:trace>
  <inkml:trace contextRef="#ctx0" brushRef="#br0" timeOffset="53310.38">14019 6748 1040 0,'0'0'64'0,"-1"-1"-58"0,0-1 71 15,0 1-28-15,0 0-4 0,0 0-22 0,-1 0 2 0,1 0-11 16,0 1-3-16,0 0-12 0,-2 0 1 0,1 0-3 15,0 1 13-15,-1-1-11 0,-2 3 6 0,-3 2-8 16,1 0 6-16,-2-4-4 0,-3 5 2 0,2-2-1 16,-3 3 9-16,1-1 4 0,0-1-2 0,0 1 4 15,1 0 3-15,1 1-3 0,0-1-1 0,1 1-1 16,0 0-4-16,1 1 0 0,0 3-2 0,2-1 1 0,-1 3-6 16,1 1-2-16,1 0 4 0,0 3-3 15,3-2 3-15,-9 2-3 0,4-1 3 0,3-1-2 0,1 1 6 16,2-3-6-16,1 1-1 0,1-4 0 0,2 0 19 15,-1-1 7-15,0-3 2 0,3 1-1 0,-1 0-7 0,9-3-12 16,2-2 2-16,4 0-5 0,2 10 4 0,0-5-10 16,1-3-1-16,-2-3-3 0,-2-1 0 0,2 0-1 15,-5-2 2-15,1-1-3 0,-2 0-1 0,0-2-8 16,-4 0-5-16,0 1-3 0,-1-2-24 0,-2 1-8 16,-1 0-14-16,-1 2-10 0,-4-8-166 0</inkml:trace>
  <inkml:trace contextRef="#ctx0" brushRef="#br0" timeOffset="56597.57">13371 7966 242 0,'0'0'30'0,"0"0"-4"0,0 0 19 16,0 0-3-16,0 0-5 0,0 0-22 0,0-1 4 15,0 0 3-15,0 0-1 0,0-1-1 0,0 1-9 16,0 0-5-16,0 0-1 0,0 0-9 0,0-1 15 16,0 1 2-16,0-1 7 0,0 0 21 0,0-1 17 15,0 2-2-15,0-2 6 0,0-1-11 0,0 0-6 16,0 2 0-16,0-1-2 0,0-1 0 0,0 1-12 15,0 0 3-15,0 0-7 0,0-1-4 0,0 2-10 0,0-1-3 16,0 2-1-16,0 0-3 0,-1-1-7 0,0-1 2 16,0 1-3-16,0 0 10 0,0-1-3 0,-1 1 7 15,1 0-4-15,0 0 10 0,-1 1-11 0,-1 0 4 16,2 1-6-16,-5-3 10 0,-1 0-6 0,0 1-3 16,-1 1 1-16,0 0-5 0,1 1 1 0,0 0 6 15,-2 1-4-15,2 1 3 0,-1 2-2 0,0 0-3 0,-2 3 3 16,2-3-6-16,2 9-2 0,0 1-1 15,2-1 0-15,0 1 6 0,0 0-9 0,1 0 8 0,1 1-8 16,-1 1 11-16,-6-3-4 0,2 2 0 0,2-1 0 16,2 1 0-16,2 1 3 0,1 0 4 0,0-2-1 15,1 0 7-15,1 0 0 0,0 1-6 0,2-1 4 16,1-1-12-16,-1 0 5 0,0-5 2 0,1 1 2 0,2 2-8 16,-1-3-4-16,2 4-4 0,-7-5 0 0,7-1-7 15,0-3-8-15,0 0-2 0,-3-1-2 0,4-1-18 16,-1 5-13-16,-1-3-3 0,0 0-2 0,2-2-18 15,0-1-208-15</inkml:trace>
  <inkml:trace contextRef="#ctx0" brushRef="#br0" timeOffset="57080.85">13541 8107 1069 0,'-1'0'149'0,"-1"0"-189"0,1 0 176 16,-1 0-95-16,0 0-37 0,-1 0 1 0,1 1-11 15,0 1 8-15,-1-1 1 0,2 1-8 0,-4 6 9 16,-3 5-9-16,2-1 1 0,0 1-3 0,0 1-3 0,3-1 3 16,-1 0 8-16,2-1-16 0,1-6 5 0,0 1-9 15,1-5 13-15,0 0 2 0,0 2-7 0,0-2 4 16,0-1-2-16,0 2 16 0,0-1-5 0,0 0 4 15,-2 0-34-15,1-1 8 0,1 0-4 0,0-1 7 16,0 0 8-16,0-1 9 0,1 0 0 0,1-2 1 16,0-3-7-16,3-7 2 0,1 2 1 0,1-5 1 0,0 1-2 15,0 2 3-15,-1 1-5 0,1 2 4 0,-1 0-4 16,-2 2 1-16,0 2 5 0,-2 2-1 0,-1 1 5 16,0 1 2-16,1 0-3 0,-1-1 3 0,0 2-4 0,0 0 24 15,-1 0-6-15,0-1 10 0,0 2-7 0,0 0-8 16,1 2 3-16,1-1-5 0,-1 5 1 0,0 9-10 15,-1 1 2-15,0 3-4 0,0-1 8 0,0-2-3 16,0 1 3-16,0 0-5 0,-1-1-5 0,-2-2 8 16,2 1-6-16,0-4 8 0,0-1-13 0,1 0 9 15,0-1-6-15,0-3 7 0,-1 0-8 0,1-1 0 16,0-2 1-16,0-1 0 0,0 1 1 0,-2-1-6 16,1 1-2-16,0-1-3 0,0-1-4 0,0 0-21 15,0 0-4-15,-1 1-8 0,1-2-19 0,0 0-16 0,0-2-8 16,0 0-8-16,-5-9-65 0,-2-9-42 0</inkml:trace>
  <inkml:trace contextRef="#ctx0" brushRef="#br0" timeOffset="57297.53">13344 8031 784 0,'0'0'190'0,"0"0"-258"0,0 0 219 0,0 0-123 15,0 0-30-15,0 0 8 0,0 0-2 0,2 0 6 0,-1 0-2 16,2 0 10-16,13 3-8 0,0 0 6 0,3 0-17 16,2 1 3-16,3-2-2 0,-3-1 2 0,0 2-6 15,-2-2-25-15,-2 0 8 0,1-1-14 0,-3 0-3 0,1 0 6 16,-4 0-5-16,-1 0 6 0,-2-1-5 0,-3 0-41 16,1-2-73-16</inkml:trace>
  <inkml:trace contextRef="#ctx0" brushRef="#br0" timeOffset="57614.73">13691 8061 1249 0,'0'0'17'0,"-1"0"0"0,0-1-9 0,0 0 3 0,0 1-11 16,-1 0 2-16,1 0-30 0,0-1 6 16,1 1-13-16,0 0 15 0,0 0-4 0,1 0 2 0,0 0-4 15,2 0-1-15,1 0 10 0,11 0 3 0,-2 0 4 16,-1-1 10-16,0-1 0 0,0 1 0 0,0 1 1 16,-3 0 4-16,1 0 4 0,-2 0-2 0,-2 0 1 0,2 0-8 15,-2 0 14-15,0 0-11 0,-3 0 12 0,2 0-14 16,0 0-9-16,0 0 5 0,1-1-9 0,-2 1-7 15,-2-1-28-15,1 0-7 0,-1 0-23 16,0-1-182-16</inkml:trace>
  <inkml:trace contextRef="#ctx0" brushRef="#br0" timeOffset="57881.53">13883 7905 386 0,'0'0'86'0,"-1"0"-6"0,0 0 44 15,-1 0-13-15,1 0-12 0,0 0-60 0,-1 0-12 16,-1 0-4-16,1 0-2 0,0 0-8 0,1 0-1 16,-2 1 2-16,2 0-1 0,-1 0 16 0,0 1-16 0,1-1 7 15,0 0-10-15,0 0 7 0,0 0 5 0,0 2-1 16,-1-1 1-16,1 0-10 0,-1 4-4 0,0 1 2 16,-1 3-2-16,2 0 6 0,0 2-10 0,0 2-1 15,-1 1-1-15,2 1-2 0,-1-1 0 0,0 0 1 0,-1 2-1 16,-1-1 9-16,1 3-10 0,1-1 4 0,0-3-6 15,0 0-2-15,-1-2 4 0,2-1-13 0,0-3 9 16,0 1-21-16,0-4-9 0,0-2 4 0,0 0-9 16,0-2-22-16,2 1-83 0,0-1-124 0</inkml:trace>
  <inkml:trace contextRef="#ctx0" brushRef="#br0" timeOffset="58197.27">14265 7876 926 0,'0'0'55'0,"-1"0"-2"0,0 0 13 15,0-2-6-15,-1 1-12 0,1 0-28 0,0 0 2 16,0 1-7-16,0 0 6 0,0 0-15 0,-2 0 3 16,1 0-3-16,0 0 2 0,-7 0-11 0,1 0 5 15,-1 1 3-15,-1 1 1 0,-2 3-6 0,1 0 14 16,-1 1-10-16,-1-1 12 0,-2 4-11 0,2-1 0 15,-4 3 1-15,6-10-1 0,-1 13 14 0,0 0-12 0,3 1 0 16,2 1-5-16,-3 0 1 0,5-1-4 0,2-1 7 16,-1 2-7-16,-5-2 2 0,3-1 2 0,3 2-2 15,3-3 2-15,1 2-7 0,1-1 3 0,3-1-3 0,1-1 2 16,2 1-15-16,-3-3-3 0,10 2-5 0,0-4 2 16,1-2-11-16,-4-3-17 0,-1 5-4 0,-2-1-5 15,0-2-7-15,0-3-60 0,-1-1-9 0,-1-1-26 16,-1-2-93-16</inkml:trace>
  <inkml:trace contextRef="#ctx0" brushRef="#br0" timeOffset="58765.91">14256 8177 245 0,'0'0'82'15,"0"1"-10"-15,0 0 73 0,0 0-10 0,0 1-69 0,0 1-10 16,0 5-5-16,0-1 1 0,0 1-9 0,0-4 7 15,0-1-9-15,0-1 8 0,1 0-12 0,0 0-18 16,0 1 5-16,0-1-11 0,2 0-12 0,-1 1 2 16,1-2-4-16,2 0 3 0,4-1 15 0,-1 0-12 15,-1-1 11-15,3-3-13 0,-1 1 2 0,0-4 5 16,2 3-5-16,-2-10 5 0,2 1 0 0,-2 1-10 16,-1 1 2-16,-2-4-4 0,2 3 5 0,0 1-1 0,-5 0 3 15,2 3-1-15,-3 0 4 0,0 1-4 16,0 2-1-16,-1 2-1 0,1-1 2 0,-2 3 2 0,0 0 3 15,3-2-2-15,-1 1 0 0,-1 1 7 0,0 0-1 16,0 0 3-16,1-1-10 0,-2 1 2 0,0 1-5 16,0 0 6-16,-2 1 2 0,1 1-11 0,-1 0 6 15,0 7-7-15,-8 8 3 0,3-1-1 0,0 0 5 0,2-2-1 16,3-4 11-16,-2 2-17 0,3-3 0 0,0 1-3 16,-5-3 13-16,1 0-5 0,3-2 6 0,0 0-6 15,1 1 4-15,-1-1-2 0,2 1-5 0,0-3 2 16,0 0-2-16,2-1 1 0,-1 1 2 0,0-2-3 15,1 0-1-15,2 0 3 0,3 1-1 0,6 1 3 0,0-2-5 16,0-1-5-16,3-2 5 0,-5-1-2 0,-2-1 17 16,-2-1-11-16,1-1-3 0,-1 4-1 0,-1-8-7 15,1 2 10-15,0 0 2 0,-2-1 3 0,-1 1-1 0,0 2-7 16,1-1 0-16,-4 4-1 0,0 0 12 0,1 1-5 16,-1 0 7-16,0-1-7 0,0 1 1 0,0 1-2 15,1 0-4-15,-1-1 3 0,0 2 7 0,0 0-14 16,0 2 5-16,-1 0-6 0,1 7 14 0,1 8-5 15,-1 1 2-15,-1-2-4 0,0 4-6 0,0-6 1 16,2-1-1-16,2-4 2 0,0 1-2 0,1-3-11 16,0-1 1-16,-2-2-5 0,0-1 0 0,0-1-35 15,4 2-1-15,-1-3-25 0,3-1-139 0</inkml:trace>
  <inkml:trace contextRef="#ctx0" brushRef="#br0" timeOffset="59033.9">14710 7545 1207 0,'-2'-1'15'0,"1"0"35"0,0 0-43 16,0-1-19-16,0 1-3 0,0 0-5 0,-1 0 11 0,1 1 21 16,0 0 1-16,0 1 4 0,-6 13-15 0,-7 20-4 15,-2 7-7-15,-2 4-3 0,-1 4-47 0,0-2-233 16</inkml:trace>
  <inkml:trace contextRef="#ctx0" brushRef="#br0" timeOffset="70241.64">21908 7238 136 0,'0'0'15'0,"0"0"0"16,-2-1 25-16,1 0 1 0,0 0-7 0,-1-1-5 15,-1 1-26-15,1 0 0 0,0 0-3 0,-1 0-2 0,2 1 4 16,-1-1-2-16,1 1 1 0,-1 0-6 0,1 0 7 15,0 0 4-15,-1-2-1 0,-3 0-5 0,1 1 9 16,2 0 3-16,0 0 3 0,-1-1 15 0,2 2 22 16,-6-2-3-16,5 1 11 0,1 1 11 0,-1 0-26 15,0-1 2-15,0 1-12 0,-1 0-10 0,2 0-15 16,-1-2 2-16,-1 1-7 0,2 0-1 0,0 0-1 16,0 0 5-16,0 1-2 0,1-1 8 0,0-1 1 0,1 1-2 15,1 0 4-15,10-1 6 0,5-1-13 0,0 0 4 16,0 2-8-16,1-2 6 0,-1 2-12 0,1-1 11 15,0 1-11-15,0-1 9 0,2 2 1 0,0 2-7 16,1-2 6-16,0 0-2 0,3 1 8 0,2 0-8 16,0 0 8-16,3 0-10 0,0 0 8 0,2 1 5 0,-2-2 0 15,1 0-3-15,-2 0 0 0,-1-3-3 0,-1 1 4 16,-1-2 4-16,-3 1-12 0,0-1-1 0,1 0-5 16,-1 0-1-16,-1 1 2 0,0 0 5 0,0 0-4 15,1-1-5-15,-2-1 2 0,0 2 1 0,2 1 1 16,-1-1-1-16,0 1 0 0,-2 0-2 0,-4 0 3 15,-2 1 1-15,1 0-5 0,2 0 1 0,-6 0-2 16,3-2-5-16,-1 1 6 0,-4 0-6 0,4-2 7 0,-3 1 0 16,0-1 4-16,-4 2-4 0,3-2 3 0,-3-1-6 15,0 3 3-15,0-7 1 0,-2-3 1 0,1 1-2 0,-2-2 5 16,2-2-6-16,2 0 3 0,-2 0-11 0,3-1 0 16,-2 1 6-16,1 0-3 0,-1 1 8 0,-1-1-3 15,2 3 1-15,0-1 0 0,0 0 5 0,-1 1-2 16,-2-1-2-16,0 0 0 0,-1 0-4 0,0 1 6 15,1 2 0-15,-1-1 2 0,0 1-11 0,1 3 6 16,-2-4-2-16,0 7 5 0,3 0 7 0,-2 0-9 16,-1 2 4-16,1-2-4 0,0 2 11 0,-2 1-5 15,0 0 3-15,1-2-3 0,0 1 10 0,0 0-6 16,0 0 7-16,1 1-6 0,-1 0 19 0,0 0-11 0,0 1-2 16,0 0-3-16,0 1-8 0,-1 0-7 0,0 2 1 15,2 9-2-15,-1 1 2 0,-1 0 0 0,1 0 0 16,0 0 0-16,0 0-1 0,2 0 2 0,-1 1 0 15,0 0 1-15,2 2-1 0,-1 1 5 0,1 3-2 16,-1 0 1-16,2 3-1 0,0 0-2 0,0 1-2 0,-2-2 0 16,2 3-1-16,-2-4 4 0,1-2-2 0,1 2 4 15,-2-7 2-15,1 2-4 0,-1-3 11 0,1 1-8 16,0-1 6-16,-1-4 4 0,0-1-10 0,1-2 8 16,-2-2-8-16,0 1 2 0,-2-4 1 0,3 2-1 15,-1-2-5-15,1 0 1 0,0 1 2 0,-1 0 0 16,2-1 0-16,1 0 3 0,-3-1-5 0,2 0 4 0,0-1-13 15,1-2 5-15,2-1-1 0,-3-15 4 0,1-1 0 16,2-3-8-16,3-2 1 0,-1-4-3 0,3-1 9 16,1-2-7-16,0 1 6 0,1 2-6 0,0 0 5 0,1 0-6 15,2 4 2-15,-3-1-3 0,0 1 7 0,-1 3-6 16,-2 1 1-16,-4-1-1 0,1 6 12 0,-2 3-4 16,0 2 0-16,0 4-3 0,-4 1-1 0,-1 2-6 15,-1 3 4-15,1 1-3 0,0 0 9 0,3-3-4 16,1 2 3-16,1 0-3 0,-2 1 0 0,0 1 1 15,0 3 2-15,0 8 2 0,1 7 5 0,-1 1-9 16,2 0 0-16,-1 1-3 0,1-1 3 0,0 2-1 16,0-1 2-16,0 1-1 0,1 2 0 0,-3-2 0 0,1 0 0 15,1-2 3-15,0-1 5 0,0-2-5 0,1-3 1 16,-1-4 0-16,-1 0 11 0,2-1-9 0,-1 1 1 16,0 0-5-16,0-2-1 0,-1-2 0 0,1 0 2 15,-3-1-2-15,2 1-8 0,-3-4 11 0,1 0-5 16,-2-2 7-16,1 3-6 0,1-1 7 0,-1-1 4 0,0 0-1 15,1 1-3-15,-1-2-8 0,0 0 1 0,1-2-1 16,-1-1 0-16,9-15 0 0,-2 1 1 0,-1 0 0 16,0 0 0-16,2-1 6 0,-1-1-11 0,1 1 10 15,1 1-12-15,0-1 8 0,0 2 0 0,-8 0 3 16,7 3-7-16,5 3 2 0,-5 0-4 0,0 3 5 16,2 0 3-16,-4 4-3 0,0-1 3 0,-3 2-4 15,1-3-10-15,1 1 6 0,0 0 2 0,3 0 1 0,2 3 1 16,1 1 7-16,0 1-8 0,0 2 8 0,2 2-9 15,3 2 0-15,-1 0 5 0,3 1-2 0,3 0 2 16,1-1-2-16,2-1-2 0,3 0-1 0,2-1 5 0,3-3 3 16,6-1-1-16,4 0 0 0,4-1-5 0,5-2 6 15,-2 0-1-15,0-3 4 0,-2 1-5 0,-4 1-3 16,0-1 0-16,1 2-1 0,0 0 8 0,-2-1-7 16,2 1 2-16,-4 1-4 0,-7 0 5 0,-2 1-4 15,-6 0 0-15,-7 0-3 0,-3 0 0 0,-5 0 3 16,-4 0 1-16,-3 0-1 0,-3 0-3 0,1 0-18 15,-1 0-2-15,-1 0-11 0,0-2-68 0,-1 1-65 16,-1 0-25-16,0 0-18 0,-6-1-156 0</inkml:trace>
  <inkml:trace contextRef="#ctx0" brushRef="#br0" timeOffset="70792.7">23075 5741 520 0,'0'-1'58'0,"0"-1"19"0,-3-12-19 0,-3-6-53 15,2 3 16-15,2 5-3 0,0 3-17 0,2 7 9 16,0-1-12-16,-2 1 3 0,1 0-13 0,1-1 0 16,0 2-4-16,-1 0 20 0,1 0-2 0,-1-1 11 0,1 1-8 15,0 0 20-15,0 0 29 0,0 1 1 0,0 0 9 16,0 0-1-16,0 0-29 0,0 1 7 0,0 0-14 16,0 2-6-16,-3 11 4 0,2 6-12 0,0 0 9 15,1 2-17-15,-1 3 17 0,0 2-7 0,-2 0 8 16,0 2-19-16,-2 2 11 0,1 1-5 0,-2-2 6 15,0 3-7-15,0-1-6 0,0 1 6 0,1-1-7 16,1-1-2-16,1-5 1 0,1-1-4 0,0-4 4 0,0-6 1 16,2-1-6-16,0-2 1 0,0-4-6 0,0-1-5 15,0-3-9-15,0 0 0 0,0-2-3 0,0-1-12 0,0 1-10 16,2 1-15-16,-1-2 0 0,0 0-67 0,0-1-69 16,0-1-9-16</inkml:trace>
  <inkml:trace contextRef="#ctx0" brushRef="#br0" timeOffset="71308.92">23096 5666 305 0,'0'-1'63'0,"0"0"39"0,-1-2 55 16,0-3 10-16,-3-7-50 0,1 3-36 0,1-1-8 15,-1-1-7-15,2 5-18 0,0-1-22 0,1 1 6 16,0 1-13-16,0 3-8 0,0-1-8 0,1 2 0 15,0 0 1-15,10-1 8 0,6 2-6 0,0-10-4 0,2 4 1 16,0 5-6-16,-1 3 7 0,-1 4-4 0,-2 2 5 16,-1 2-1-16,-3-3-8 0,-1 10 11 0,-1 0-9 15,-2 0-1-15,-4 0 3 0,-2-1-5 0,8-2 5 16,-5 2 6-16,-2-1 0 0,-4 0-2 0,-4 2 0 16,-1-3-7-16,-1-2 3 0,-12 1 0 0,-3-2 1 15,-1-2 0-15,2-1 14 0,-1-1-11 0,6-2 9 16,-2 1-14-16,4 0 6 0,1 1 0 0,1-2 1 0,1 2-7 15,2 0-2-15,2-1 4 0,2 2-1 0,1 0 8 16,2 0-8-16,1 1 0 0,1-1-3 0,-5 0 1 0,1 0 7 16,3 1-3-16,-1 0 5 0,3-1-4 0,0-1-2 15,2 0 1-15,0 1 0 0,1-1 0 0,1-2 9 16,3 2-3-16,7-4 6 0,3 2 3 0,-2-2-2 16,0 2 8-16,2-1-5 0,-2 0 6 0,4-1-6 15,1 2-4-15,-3-1 1 0,2 2-10 0,-1 1 1 16,-2 1 1-16,1 1-1 0,-2 0-6 0,1-1 5 15,-4-2-6-15,1 3 5 0,-1-2-4 0,-2 2-3 16,3 1 5-16,-3-6-3 0,-2-1 5 0,0 1-2 0,-1-2-7 16,0 0 3-16,2 2-5 0,-1 2-12 0,1 1 6 15,0-3-9-15,1-2-3 0,1-1-7 0,0-3-1 16,4-2-5-16,-4-2-37 0,2 4-72 0,-2-12 4 16,2 0-26-16,-1-3-4 0,-2 1 5 0,3 1 0 15</inkml:trace>
  <inkml:trace contextRef="#ctx0" brushRef="#br0" timeOffset="71644.62">23876 5736 110 0,'0'0'30'0,"1"0"47"15,0 0-4-15,1 0 47 0,-2 0-6 0,0 0 16 16,0 0-21-16,0 0-27 0,0 0 5 0,0 0-14 0,-2 0-16 16,1 0-7-16,0 0-9 0,-13 0 2 0,-4 3-14 15,-3 0 1-15,0 3 0 0,-3 1 0 0,1 4-8 16,2-1-14-16,-6 3 4 0,4 0-6 0,2 0 4 0,4-9-3 15,5 11-6-15,0 2 2 0,0-1-7 0,4-2 1 16,2 0 5-16,3-2-2 0,0-4 1 0,-4 2-1 16,2-2-1-16,3 0 1 0,1-1 4 0,1 3 1 15,2-3 5-15,4 2-2 0,6 0 1 0,10 0 1 16,1 0-5-16,0-2 4 0,3 0-9 0,-1 1 5 16,-2 5-6-16,-2-3 6 0,-2 2 6 0,-3-2-8 15,-4 0 4-15,-2 1-7 0,-1 2 5 0,-5-3 4 16,-2-3 3-16,0 2 0 0,3-3 9 0,0 3 1 0,-2 0 2 15,-1-1-1-15,-2 0-1 0,-4-1-8 0,1 4-1 16,-25-4-2-16,-2 2-2 0,-5-1-2 0,-4-1-7 16,1-1 3-16,-1 0-17 0,2 0-30 0,0 1 0 15,1 0-24-15,-1 0-124 0,1-1-36 0,1-2-27 0</inkml:trace>
  <inkml:trace contextRef="#ctx0" brushRef="#br0" timeOffset="72328.48">21984 7088 261 0,'0'0'76'15,"0"0"-7"-15,0-2 69 0,0 1-10 0,-1 0-4 16,0 0-53-16,1 0-29 0,-2 0 0 0,2-1-10 0,0 1-5 15,0 0-6-15,0 1 1 0,0 0-4 0,0 0 4 16,-1 0 12-16,1 0 1 0,-1 0 2 0,1 1-14 0,-1 0 0 16,0 4-8-16,-3 15 5 0,1 7-8 0,0 5-6 15,1 1-4-15,-2 6 1 0,1-3-1 0,-1 1-1 16,0 0 10-16,-1 0-8 0,-1-1 4 0,1-2 1 16,1-2-2-16,0 1 2 0,1-3 0 0,-1 2 5 15,2-2 1-15,-1-2 5 0,1-1 28 0,0-2-8 16,-1-3 1-16,1-3-5 0,0-3 0 0,-1-3-8 15,0 1 1-15,0-1-5 0,0 0-7 0,-1-2-3 16,1-1 3-16,-1 0-3 0,1-2-4 0,-1 0-2 16,1 0-6-16,0-2 4 0,0 0-5 0,2-2 3 15,-1-2 0-15,1 0-1 0,1 0-2 0,0-1-5 0,0 0-1 16,-2 1-5-16,1 1-22 0,0-2-13 0,-1 0-14 16,1 0-1-16,-1 0-60 0,0-1-30 0,0 0-27 15,1-1-5-15,0 0-136 0</inkml:trace>
  <inkml:trace contextRef="#ctx0" brushRef="#br0" timeOffset="72676.59">21855 7915 153 0,'0'0'-9'0,"0"0"0"0,0 0-39 0</inkml:trace>
  <inkml:trace contextRef="#ctx0" brushRef="#br0" timeOffset="73394.63">21826 7951 193 0,'-1'0'68'0,"0"0"-14"0,0 0 64 0,-2 0-9 16,1-1-27-16,-1-1-11 0,-6 0-4 0,5 1-3 0,-2-1-19 15,-2-2-18-15,3 2 6 0,-3-2-10 0,3 2-8 16,-1-1-10-16,4 2-1 0,-1 0-1 0,-1-1 1 16,0 1-3-16,-1-2-3 0,2 2 2 0,1 0 4 15,-3-2-9-15,1 2 8 0,3 1-7 0,-6-2 11 0,5 2-2 16,-1 0-2-16,0-1 1 0,0 0 0 0,1-1 8 15,1 2 0-15,-1 0 0 0,-1 0-14 0,1 0 6 16,0 0-4-16,0 0 7 0,0 0-2 0,0 0-4 16,-1 0 3-16,1 0-4 0,0 0-4 0,-1 0 7 15,1 0-7-15,1 0 6 0,0 0-7 0,-1 0 9 16,1 0 1-16,0 0 3 0,0 0-6 0,0 0-2 16,-1 0 0-16,1 0 0 0,0 0-2 0,0 0-2 0,0 0 1 15,-2 0-1-15,1 0 5 0,0 2 2 0,-1-2 2 16,1 1-2-16,1-1-5 0,-4 1 8 0,0 0-3 15,-3 1 6-15,4 0-1 0,-4 0-1 0,1 2-1 16,2-2 0-16,-5 3-6 0,1-1 13 0,-1 2-1 0,2-1 6 16,0 0-5-16,0 0-6 0,1 1 1 0,-2 0-1 15,1 7 10-15,0 2-17 0,-2 3 9 0,0 2-10 16,-1 0 9-16,0 4 12 0,0-1-9 0,2 3 10 16,-2 3-20-16,4 1 7 0,0-1-4 0,-3-2 6 15,6-1-4-15,-1-2-4 0,1-3-2 0,-7-1 0 16,3-1-9-16,3-1 12 0,1 2-2 0,4 0 5 15,0-1-6-15,3 0 6 0,0 1-5 0,2 0 5 16,2 0-7-16,1 1-1 0,2 0 3 0,-1 0-1 0,2 2 9 16,0-1-5-16,1 1-2 0,-11-1-2 0,16-1-3 15,-1-1 12-15,3-4 4 0,0-1 2 0,1-1 9 16,3-3 10-16,2-1-2 0,3-3 5 0,0-1-2 0,2-3-13 16,0-2 2-16,2 16-6 0,1-10 1 0,0-6-11 15,0-1 6-15,-5-2-8 0,2-4 12 0,-2-2-7 16,-4-3 2-16,4-2-4 0,-4 1 0 0,0-2 1 15,-1 0-1-15,1 11 0 0,-3-18-6 0,-1 1 3 16,1-2-4-16,-4 1 2 0,-3 0-5 0,-1 0 3 16,-3-1 0-16,-4-2 3 0,2-2 5 0,-2 0-7 15,1-1 5-15,-4-2-7 0,-1-3 3 0,0 0-3 16,15-4-3-16,-9-2 1 0,-4-2 1 0,-4-2-1 0,-3 2 4 16,0 1-4-16,-3 4-4 0,-2 1 4 0,-1 4-3 15,0 3 4-15,-2 4 3 0,0 4-2 0,2 1 3 16,-13 4-4-16,0 2-6 0,-3 2 7 0,0 2-8 15,-1 3 8-15,-1 3-6 0,0-13-9 0,0 11 8 0,-3 4-8 16,1 4 4-16,2 5-20 0,2 0-9 0,5 1-9 16,-5 2-79-16,6-1-58 0,3-9-18 0,-2 15-14 15,5 2-78-15</inkml:trace>
  <inkml:trace contextRef="#ctx0" brushRef="#br0" timeOffset="73878.49">21604 8406 923 0,'-1'-1'35'0,"0"-1"-44"15,-2 1 39-15,1 0-20 0,-3-1-4 0,3 1-7 16,0-1-4-16,0 2-1 0,0-1-1 0,0 0-10 0,-1 0 12 16,2 0-12-16,0 0 8 0,0-1-3 0,0 1-9 15,0 0 7-15,-1 0 7 0,1-1 7 0,0-1 9 16,1 1-2-16,0-1 22 0,0 2 16 0,0 0-5 16,0 0 7-16,0 0-7 0,0 0 0 0,0-1 0 15,0 1-2-15,0 1-6 0,0 0-13 0,0 0 5 0,1 1-8 16,0 1 2-16,1-1-4 0,-1 1 1 0,1 0-2 15,0 0 6-15,9 0 1 0,2 0-5 0,-2 5 4 16,3 0 2-16,6 0 0 0,0-4 8 0,1-3-6 16,1-4 1-16,-2-2 7 0,1-1 0 0,3-3 3 15,-1-1-13-15,-3 1-6 0,0-1-5 0,-6 3 2 16,1 1-3-16,-1 0-3 0,-4 2 1 0,0 1-2 16,-3 1 1-16,-1 1 1 0,-2 0-4 0,0 1 3 0,-1 0-6 15,-2 1-3-15,1 0-3 0,0 0 0 0,-1 0-2 16,2 0-17-16,-1-1 5 0,0 1-10 0,1 0-12 15,-2 0-54-15,0 0-11 0,0 1-13 0,-1 0-29 0,0 0 23 16,0 2-3-16,-1 0 7 0,-3 4-10 0,1 2-51 16</inkml:trace>
  <inkml:trace contextRef="#ctx0" brushRef="#br0" timeOffset="74178.55">21746 8712 1199 0,'0'-2'20'0,"0"1"0"0,-1-3 22 0,-1-7-10 0,2 6 4 16,0-1-37-16,0 3-1 0,0 2-3 0,0-2 1 16,1 1-13-16,0 1 7 0,2 1-5 0,-1 0 5 15,0 2-3-15,-1 15 1 0,2 8 11 0,11 4-6 16,-6 1 15-16,-7-4 8 0,-2 0-3 0,-2-2 7 15,-2-2 2-15,-1-1 8 0,0-1 2 0,0-2 3 16,-1 0-3-16,0-2-10 0,0-1-7 0,0-1 2 16,0-2-15-16,1-1 7 0,0-1-9 0,0 1 7 0,0-1-12 15,2-2 0-15,-1 2 0 0,2-3-1 0,-1 1-10 16,2-3-17-16,-2 2-19 0,2-2-11 0,1-2-156 16,-1 1-100-16</inkml:trace>
  <inkml:trace contextRef="#ctx0" brushRef="#br0" timeOffset="74530.48">21364 9415 982 0,'-1'0'12'0,"0"0"1"0,-1-1-5 0,-1-1-10 0,2 1-2 16,0 1-34-16,0 0 16 0,1 0-4 0,0 0 9 15,1 0 3-15,4 0 10 0,13-2-3 0,2 0 6 16,0 0 6-16,0 1 11 0,1 0 11 0,3-1-1 16,0-1 47-16,-1 0 25 0,3-1-6 0,2 0 8 15,-1-1-42-15,4 0-32 0,0 2 3 0,-3-1-12 16,-1 2-11-16,-5 1 6 0,0-1-8 0,-3 1 8 0,3 0-17 15,-3 1 5-15,-6 0 2 0,1 0 2 16,-4 0-4-16,-3 0 2 0,1 0-4 0,-2 0 4 0,-3 0-10 16,1 0-5-16,-2 0-4 0,-1 0-2 0,1 0-30 15,0 0-53-15,0 0-32 0,1 0-16 0,-1 0-184 0</inkml:trace>
  <inkml:trace contextRef="#ctx0" brushRef="#br0" timeOffset="74712.2">21519 9648 610 0,'0'0'257'0,"-1"0"53"0,0 0-145 0,0 0-111 16,0 0-43-16,0 0 0 0,1-2 25 0,1 1-8 16,5-1 12-16,21-9-9 0,2 1-24 0,3-1 3 15,4 1-11-15,2 0-13 0,-2 2-18 0,1 0-6 16,-5 1-6-16,-2 0-30 0,1 0-41 0,-4-1-109 0</inkml:trace>
  <inkml:trace contextRef="#ctx0" brushRef="#br0" timeOffset="75312.61">21522 8518 759 0,'-1'-2'55'0,"-1"1"55"0,0 0-5 0,-1 0-44 0,-4-4-7 16,-1 2-12-16,1-1-27 0,3 2-6 0,-2-1 6 0,2 2-7 15,1 0-8-15,2 1 5 0,-2-1-5 0,2 1 7 16,0 0-15-16,-1-1 9 0,-1 0-3 0,2-1 7 15,0 0 1-15,0-2-6 0,-1-6 7 0,2-2-4 16,2-1 19-16,1-1-7 0,2 1 5 0,1 0-5 16,2-1 8-16,1-1 3 0,2 0-1 0,-9 2 2 15,11-2-7-15,-1 3-6 0,2-1 3 0,-2 1-4 0,0 2-6 16,-1 3 5-16,-1 4-7 0,3 0 7 0,-1-5 0 16,-1 4-7-16,2 2 6 0,-5 2-6 0,4 5 8 0,0 2-2 15,3 1-3-15,-2 12 1 0,0-1-8 0,0-1 5 16,-4-3 1-16,4 0 2 0,2-3-1 0,0 1 3 15,0-2-1-15,0-3 3 0,-1-1 4 0,2-4 14 16,0 0 3-16,3 9 4 0,-1-5 7 0,-2-5-13 16,2-2-1-16,-2-4-4 0,1-3-11 0,0-3-16 15,1 5 0-15,-2-13-5 0,1 1 2 0,-2-2-16 16,-1 0 4-16,-2-3-9 0,-3-2 0 0,2 1-16 16,-2-1-2-16,1 0-4 0,-2-1-18 0,0 1-95 15,2 1-8-15,-1 4-45 0,5-1-172 0</inkml:trace>
  <inkml:trace contextRef="#ctx0" brushRef="#br0" timeOffset="76380.39">24598 6903 520 0,'0'0'53'0,"0"0"4"0,0-1 24 15,0 0-30-15,0-1 8 0,0 1-51 0,0 0-6 16,0 0 3-16,1 0-3 0,0 0 9 0,1-1-6 15,-1 1-3-15,1 0-1 0,0 1 2 0,7 0-1 16,1 0 0-16,1 0-1 0,4 0 6 0,-4 0 0 16,0 1 13-16,-1 0-7 0,4 2 19 0,2-1 7 0,0 0-6 15,4 1 5-15,-4-2-2 0,2 0-4 0,-2 0 3 16,-2 1-3-16,2-2 12 0,-2 1-21 0,-1-1 8 16,0 0-14-16,0 0-5 0,1 0-1 0,-4 0-1 15,2 0 2-15,-3 0-1 0,1 0-8 0,-1 0 0 0,0 0-2 16,0-1 0-16,-1-1-3 0,2 1 6 0,-1 0-4 15,-2 0 2-15,4-2 1 0,-3 2-6 0,1-1 3 16,-2 1-4-16,-3 0 5 0,-1-1-1 0,-1 2 3 16,2-1-3-16,-3 1 6 0,2 0-2 0,-1 0 3 15,0-1-5-15,1 0-4 0,-1 0 2 0,-1 0-3 0,1-1 4 16,-1 1 7-16,0 1 1 0,0 0 2 0,0 0 8 16,0 0-9-16,1 0 4 0,-2 0-6 0,0 0-5 15,0 0 7-15,0 1-4 0,-2 1 6 0,1-1-4 0,0 1-6 16,-7 11 7-16,-2 2-7 0,1 3 8 0,0 4-8 15,-1 2 1-15,0 4-1 0,-1 1 9 0,2 2-11 16,-2 2 2-16,0 3-4 0,2 1 5 0,0 2 1 16,-2-2 1-16,2-5 0 0,-1 1 3 0,2-6 0 15,1-1-6-15,1-3 5 0,3 0-1 0,-1-2 0 16,2-2 8-16,-1 0-5 0,2-2 7 0,1 0 0 16,0-2-3-16,0 1 3 0,0-4 1 0,0 1-14 15,0-2 4-15,0-2-7 0,0 4 0 0,0-4 3 16,0 0-1-16,0-2 1 0,0 0-6 0,0-3-6 0,0 1 0 15,0-1-2-15,0-2-14 0,0 0 0 0,0 1-5 16,0-1 4-16,0 0-6 0,0 0-85 0,0-1 15 16,0 0-39-16,0 0 1 0,0 0-32 0,0 0-18 15</inkml:trace>
  <inkml:trace contextRef="#ctx0" brushRef="#br0" timeOffset="76798.49">24480 7781 1044 0,'-1'-1'10'0,"0"0"-2"0,-1 0 18 15,-5-3-7-15,-3 0 4 0,1 0-28 0,1 2-1 16,-1 1 0-16,2-1 1 0,1 2-2 0,2 0-5 15,1 0-2-15,2 0 0 0,0 0-3 0,-1 0-2 16,-1 0 7-16,1 0-3 0,1 0 20 0,0 0 9 16,-1 0 7-16,1 2 2 0,0-2 27 0,1 0 17 15,0 0-3-15,0 0 9 0,1 0-2 0,2 0-10 16,1-2-4-16,13-2-4 0,2-2-31 0,2 0 7 0,3 1-9 16,6 1 8-16,2 0-16 0,4-1-7 0,-1 1 3 15,2 0-4-15,2 1 11 0,-2-2-11 0,3 0 2 16,-6 2-6-16,-1-2 5 0,-2 0-4 0,-4 2 3 15,-1-2-4-15,-4 1-6 0,-2 1 11 0,-1 1-11 16,-3 0 11-16,-2 1-7 0,-1 0 2 0,-3 0 4 0,-3 0-4 16,-1 0-2-16,-3-1-3 0,-2 2 2 0,1 0 0 15,0-1 8-15,0 0-23 0,1 0 6 0,-1 0-13 16,-1-1-3-16,0 1-59 0,1 1-19 0,-1 0-16 16,0 0-85-16,0 0-35 0,-1 0-24 0</inkml:trace>
  <inkml:trace contextRef="#ctx0" brushRef="#br0" timeOffset="77231.28">24496 8045 1030 0,'-1'0'98'0,"-1"-1"-131"16,0-1 119-16,-2 1-66 0,-1-1-16 0,1 1-13 15,1 1-2-15,0 0-3 0,0 0-3 0,-1 0 12 0,-1 2-7 16,3-1 9-16,0 0-8 0,-1 5 6 0,-1 0-4 16,0-1 6-16,1 1 6 0,1-4-2 0,1 1 12 15,1-1-4-15,-1 0 44 0,1 1 2 0,0-1 10 0,0-1-6 16,1 0 6-16,0 0-21 0,2-1-4 15,13 0-4-15,4-1-1 0,1-1-10 0,5-2 6 0,3 0-8 16,0-1-5-16,7 0-7 0,3 2-1 0,4 0 0 16,1 2 11-16,-3 0-6 0,-1 0-4 0,-3 1-2 15,-2 0-13-15,-3 0 3 0,-2 0 2 0,1 2 0 16,-3 1 0-16,-3-1-8 0,-2 0 1 0,-1 1-4 16,-4-2 10-16,0 0-8 0,-4-1-1 0,-4 0-3 15,-2 0-4-15,-5 0 0 0,0 0 3 0,-2 0-5 0,0 0-15 16,1-1-64-16,1 0 3 0,-1-2-26 0,-1 1-24 15,2-4-55-15,-2 1-40 0</inkml:trace>
  <inkml:trace contextRef="#ctx0" brushRef="#br0" timeOffset="77730.53">24840 8141 738 0,'0'0'0'0,"0"0"1"0,0 0 6 0,-1 0-10 16,0 0 7-16,1 0-13 0,0 0-17 0,0 0 9 0,0 0-10 15,0 0 22-15,0 0-2 0,0 0 6 0,0-1-4 16,0 0 5-16,0 1 20 0,0 0-1 0,0 0 10 15,0-1 17-15,0 0 24 0,0-1-9 0,-1 1 14 16,1-1-9-16,-1 0 6 0,-1-1-5 0,2 1 4 16,-1-4-12-16,0 0-7 0,1 4 3 0,0 1-7 15,-1-2-8-15,0 1-20 0,-1-1-1 0,1 1-8 16,0 1-17-16,0 0 12 0,0 0-11 0,0-1 11 0,-1 1-14 16,1 0 9-16,0 1-1 0,0 0 3 0,0 1-3 15,1 2 0-15,0 1 1 0,0 14-1 0,0 0-7 0,1 0 16 16,0 2-10-16,0-1 11 0,0 4-12 0,-1 2-1 15,0 5 3-15,0-1 0 0,-1 2 8 0,-2-1-11 16,-3 0 8-16,-1 0-9 0,0 2 9 0,-1 0 3 16,2-3-3-16,-4 1 4 0,2-2 0 0,0 0 2 15,1 0 0-15,2-3 1 0,-1-2-4 0,1-1 3 16,2-2-1-16,-1-2 2 0,2 1-4 0,2-3-6 16,0-4 0-16,0-1-1 0,1 0 0 0,0-2 5 15,1-1-2-15,-1 1 2 0,0-2-11 0,0-2-9 0,0 0 5 16,0-1-6-16,-1-2 0 0,0-1-19 0,2 2 0 15,-2-2-18-15,1 1-126 0,0 0-192 0</inkml:trace>
  <inkml:trace contextRef="#ctx0" brushRef="#br0" timeOffset="78548.56">25533 7733 844 0,'0'-1'29'0,"-1"0"-9"15,0-3 29-15,-5-7-4 0,2 1-6 0,2 3-30 16,1 4 1-16,-2-2-10 0,1 0-2 0,1 2-3 0,0 0 6 16,-2 1-6-16,1 1-1 0,-9-2 6 0,-1 2 0 15,0 2 5-15,-3 4 14 0,1 2-8 0,-2 3 7 16,-3-3-5-16,1 10 15 0,1 3 3 0,-1 0-2 16,3 0 0-16,-3-1-10 0,2 1-2 0,3 0 1 15,-1-1-1-15,1 1-5 0,3 0 0 0,-3-3 1 0,8 2 0 16,-1-1-3-16,4 0 8 0,-7-2-7 0,4 1 8 15,3-1-5-15,2-2 2 0,2 0 1 0,3 0-3 16,1-3-10-16,-4 3 3 0,16-3-2 0,0-3 3 16,0 2-8-16,1-3-2 0,0-1-3 0,1-2 2 15,-1-1-13-15,-2 9-3 0,1-4-5 0,-1-2 3 16,-2-2-15-16,0-2-13 0,0-1-22 0,-2-1-5 0,-1-1-143 16</inkml:trace>
  <inkml:trace contextRef="#ctx0" brushRef="#br0" timeOffset="79015.73">25673 8012 628 0,'-1'0'118'0,"-1"0"253"0,1 0-320 0,-1 1-2 15,-6 1-2-15,-1 2-2 0,-1 3-21 0,-1-5 10 16,1 14-8-16,0-2 8 0,2 3-14 0,1 2-12 0,2 1 2 15,1-1-6-15,-3-4-4 0,4-1 4 0,0-1-2 16,0-1 1-16,-5 0-8 0,3-4 8 0,3-3-6 16,1-3 6-16,0 1-14 0,0-1-1 0,-1 0 2 15,1-1-1-15,0 1 5 0,1-1-17 0,0 0-4 0,0-1-6 16,1 0-22-16,0-1 14 0,1-2-3 0,6-11 6 16,-7-6-5-16,14 3 14 0,2-2 2 0,-4 2 3 15,2 1 5-15,-1 1 4 0,1 1 0 0,-1-1 2 16,-3 2-1-16,0 2 13 0,-3 0-4 0,-1 3 7 15,0 1-5-15,-4 2 7 0,1 3 2 0,-3 1 3 16,-1-1 2-16,1 2 11 0,1 0 4 0,0-2 4 0,0 1 13 16,-1 0-15-16,1 1 0 0,-1 0-4 0,0 1 6 15,-1 0-18-15,-1 17 4 0,-3 2-9 0,0 1 1 16,-1 1 4-16,0-1 0 0,0 1 2 0,1-2-3 16,1-5 1-16,1 1-2 0,1 0 2 0,0-1 12 0,1-1-11 15,0-2 7-15,0-5-9 0,0 0 10 0,0-1-8 16,0-4-8-16,0 2 3 0,0-2-7 0,1 0-5 15,0 1 6-15,-1-1-6 0,0 0 4 0,0 0-18 16,0-1-1-16,1 0-9 0,0-1-23 0,1 0-24 16,-1-1-14-16,0-2-9 0,4-15-95 0,-1-4-86 15</inkml:trace>
  <inkml:trace contextRef="#ctx0" brushRef="#br0" timeOffset="79215.94">25512 7945 709 0,'0'0'133'16,"0"0"17"-16,-1-1-1 0,-1 0-49 0,1-1-9 15,0 1-40-15,0 0-28 0,0 0-4 0,-1 0-5 16,2-1 2-16,0 1-2 0,0 0 6 0,2 0-4 16,-1 1 2-16,5-1-4 0,13-2-2 0,3 2 0 15,1 1-9-15,3 0-1 0,2 0-11 0,1 0 5 16,-2 0-30-16,2-1-13 0,-4-1-10 0,-3 1-4 0,-2-3-58 15,-2 0-345-15</inkml:trace>
  <inkml:trace contextRef="#ctx0" brushRef="#br0" timeOffset="79600.16">24888 6828 239 0,'0'0'-8'15,"0"0"7"-15,0-1-7 0,0-1 0 0,0 1-11 0</inkml:trace>
  <inkml:trace contextRef="#ctx0" brushRef="#br0" timeOffset="80617.12">24836 6857 226 0,'0'0'72'0,"0"0"-7"0,-2 0 68 16,1 0-5-16,0 0-3 0,0 0-34 0,0 0-21 16,-1 0-7-16,1 0-5 0,0 0-35 0,0 0 4 15,0 0-10-15,0 0 7 0,1 0-6 0,1 0 1 16,0 0 8-16,12 1-7 0,10 1-6 0,3-2 2 15,1 0-5-15,4-2 4 0,2 0-9 0,6-2 2 0,3 1 3 16,1-2 0-16,3-1 13 0,6 2-15 0,0-2 9 16,2 0-11-16,-1 1 11 0,-4-1-17 0,2 2 0 15,3-1-3-15,1 1 2 0,2 2-3 0,-4 0-5 16,-5 0 2-16,-6 0-4 0,-4 1 10 0,-3 0 5 0,-4 0 0 16,-1-1 1-16,-3 2-4 0,-1-1 5 0,0 0-4 15,-1 0 2-15,4 0 5 0,2 0-10 0,-7-1 9 16,2 1-11-16,-4 0 1 0,-3 1 1 0,2 0 0 15,-2 0 0-15,-2 0 4 0,-5 0-4 0,-1 1 2 16,-1-1-8-16,0 0 8 0,0 0-3 0,-3 0 4 16,0 0-3-16,-4 0-5 0,1 0 6 0,-2 0-2 15,-1 0 8-15,1 0-5 0,0 0-1 0,0 0-1 0,1 0 7 16,-1 0 8-16,-1 0-4 0,0 0 5 0,0 0-3 16,1 0 6-16,-1 0 2 0,0 0-2 0,0 0-12 15,0 0 16-15,1 0-13 0,-1 0 13 0,0 0-21 0,0 0 14 16,0 0-6-16,-1 0 6 0,0 0-14 0,0 0 9 15,0 0-4-15,0 0 3 0,0 0-17 0,0 0 9 16,0 0-4-16,0 1 5 0,0 1 2 0,0-1-6 16,0 0 4-16,0 1-5 0,0 5 2 0,0 5 3 15,0 0 1-15,0 2 1 0,0 1 1 0,-1 2-8 16,-1 0-1-16,-1 3-2 0,0 0 7 0,-1 0 6 16,0 3-5-16,0-1 4 0,-1 0-10 0,1-1 2 15,0-1 4-15,1-1-1 0,-1 0 6 0,2-2-7 16,1-2 0-16,1-1-1 0,0 0 1 0,0-2 7 0,0 0-6 15,0-2 5-15,1 0-7 0,0-1-6 0,0-1 8 16,0-1-5-16,-1-3 8 0,1 1-4 0,1-2-1 16,-2-2 0-16,0 2-5 0,1-1 14 0,0 0-7 0,-1 1 9 15,0-1-8-15,0 0 5 0,-1 1-1 0,0-1 1 16,-2 0-2-16,-7 4-1 0,-4 0 4 0,-1-1-4 16,-2 0 1-16,0-2 1 0,1 1-4 0,-1-2 2 15,3-1-10-15,3 1 7 0,0 0 1 0,0-1 4 16,1 0-1-16,2-1-7 0,3 0 1 0,1 0-1 15,2 0 9-15,0 0-8 0,-1 0 4 0,1 0-5 16,1 0-7-16,0 0 3 0,-1 0-1 0,1 0 2 16,0 0 1-16,0 0 2 0,0 1-5 0,1 0 6 0,0 1 4 15,0-1-3-15,1 0 1 0,0 0-2 0,0 0 0 16,2 0 0-16,-2-1 2 0,11 4-2 0,-3-2-1 0,3 2 3 16,-2-2 0-16,6 2 2 0,1-1-4 0,0 0 1 15,0-1-1-15,-1 0 1 0,0-1-1 0,2 2-2 16,0-1 4-16,0 1-2 0,0-1 6 0,-2-1-7 15,1 1 1-15,-2 1-3 0,-1-1 1 0,0 0 5 16,-1 1-4-16,0 0 5 0,-1 1 1 0,-3-2-5 16,-1 1 2-16,0-1-2 0,-3 0 0 0,0-1-3 15,1 2 5-15,-4-3-3 0,1 0 3 0,-2 0 1 16,1 1-5-16,1 0 3 0,-1 0-1 0,0 1 4 16,-1-1 2-16,1 0 1 0,-1 0-4 0,0 0 4 0,-1 0-4 15,0 1 4-15,-1-1-5 0,-2 0-4 0,-4 0 5 16,-10 1-3-16,-1 1 7 0,0-1-5 0,0-1-2 15,-1 0 0-15,0 1 9 0,-2-1-7 0,1 1 3 16,-2 1-5-16,2-1-4 0,0 0 8 0,1 1-5 0,1-1 5 16,0 0-7-16,4 1 3 0,-1-2 1 0,4 0 1 15,0 0 5-15,0-1-9 0,-1 1 4 0,9-1-5 16,-4 0 4-16,3 0 1 0,3 0-2 0,-2 0 0 16,0 0 2-16,1 0-6 0,0 0-3 0,0 0-1 15,1 0-4-15,0 0-8 0,0 0 11 0,0 2-9 16,-1-1 10-16,2 0-5 0,0 0-5 0,0 0 2 15,2 0-2-15,-1 1-20 0,1-2 6 0,1 0-14 16,6 1-33-16,9 1-190 0,0-1-9 0</inkml:trace>
  <inkml:trace contextRef="#ctx0" brushRef="#br0" timeOffset="80833.73">26063 7338 376 0,'0'0'-6'16,"-1"0"-1"-16,0-1-12 0,0 0-22 0</inkml:trace>
  <inkml:trace contextRef="#ctx0" brushRef="#br0" timeOffset="81334.41">25969 7349 420 0,'-1'0'84'0,"0"0"112"15,-2 0-48-15,1 0-37 0,-6 1-5 0,2-1-15 16,-1 1-50-16,3-1-20 0,1 0 2 0,1 0-8 16,0 0-4-16,0 1-3 0,0 0 6 0,0 1-3 15,1-1 14-15,0 1-1 0,1 0-1 0,1 1-1 0,0-1-5 16,9 4 7-16,11 3-1 0,4-2 4 0,2-2 8 15,8-2-4-15,-1-3-2 0,4 0-2 0,2 0-10 16,1-2-3-16,2 1 1 0,-1 0-2 0,-4 0-6 0,-2 1-3 16,-3 0-1-16,-4 0-1 0,-2 0-10 0,-3 0 4 15,-4 0-1-15,-4 1 2 0,-7-1-2 0,-2 0 7 16,-4 0-2-16,0 0 5 0,-1 0 2 0,-1 0 5 16,1 0 0-16,0 0 1 0,0-1-10 0,-1 0 7 15,0-1-6-15,-1 1 6 0,0 0-20 0,-1 0 4 16,0-1-7-16,-3-1 6 0,-11-6-14 0,-1 2-10 15,-1 0 2-15,-4 1-5 0,0 2-9 0,-2 2 18 16,1 1-5-16,-4 1 11 0,-1 0 14 0,-1 0 5 0,-5 0 2 16,0 1 1-16,1 0 1 0,0 0 8 0,1 2-3 15,5-1 4-15,-1 0-3 0,4 0-7 0,6 0 9 16,1-1-9-16,7 0-1 0,2 0 7 0,2-1-8 16,4 0 6-16,0 0-13 0,-1 2-2 0,-1-1 0 0,2 0-1 15,0 0 8-15,0 0 7 0,1 1-1 0,1-1 5 16,0 0-3-16,10 0 6 0,13 1 0 0,5-2 2 15,5 0 6-15,0 0 3 0,-1 0-1 0,4 0 0 16,-3 0-5-16,3 0 2 0,0 0-6 0,0 0 5 16,-1 0-6-16,0 2-12 0,0-1 10 0,-1 1-11 15,-2 0 1-15,-4 1-12 0,-6-1 3 0,-3 2-6 16,-1-2 4-16,-5 0-2 0,-3 1-2 0,-4-2 2 0,-3-1-3 16,0 0-2-16,-2 0-2 0,1 0-5 0,-1 0-60 15,-1 0-41-15,0 0-8 0,0 0-8 0,-1 0-33 16,0 0-81-16</inkml:trace>
  <inkml:trace contextRef="#ctx0" brushRef="#br0" timeOffset="81801.88">26223 7649 1215 0,'0'0'-16'0,"0"0"3"0,0 0-22 0,0 0 1 0,0 0-1 16,0 1 1-16,0 1-50 0,0 4 1 0,-1 8-16 16,0 1 23-16,-2 1 26 0,1-3 14 0,-3 0 2 15,2-6 41-15,1-3 16 0,0 2 23 0,-6-3-2 16,-1 0 90-16,-2-2-11 0,2 6 0 0,-1-1-7 15,-4-1-33-15,2-3-27 0,3-2-5 0,-2 0-7 16,6 0-25-16,-1 0-3 0,1 0-3 0,1 0 0 0,2 0-9 16,0 0 0-16,-1 0-4 0,1 0 1 0,1 0-12 15,0 0-4-15,0 0-2 0,-1 0 3 0,1 0 18 16,1 0-3-16,1 0 6 0,2 0-5 0,7-2 7 16,10-2 3-16,-2 2 2 0,7 0 2 0,2 0 11 0,1 1-7 15,4 0 1-15,-3-2-4 0,3-1-6 0,0 1-9 16,-2-1 0-16,-1 0-4 0,0 1-2 0,-5 1 0 15,2-1 4-15,-3 3-1 0,-2 0 2 0,-5 0-4 16,-3 1 3-16,-3-1-4 0,-6 0 7 0,1 0-1 16,-3 0-3-16,1 0 2 0,-1 0 1 0,0 0-1 15,0 0-5-15,-1 0 1 0,0 0-13 0,0 0-8 16,0 0-5-16,0 0-7 0,1 0-58 0,-2 0-31 16,0 0-14-16,0 0-6 0,0 0-81 0</inkml:trace>
  <inkml:trace contextRef="#ctx0" brushRef="#br0" timeOffset="82334.63">26305 7729 387 0,'-1'0'73'0,"0"0"88"15,0 0-30-15,-1 0-16 0,-2 0-7 0,-2 0-4 16,0 0-30-16,4 0-10 0,0 0 0 0,-5 0-5 16,3 0-30-16,0 0 2 0,3 0-11 0,-1 1 8 15,0 0-6-15,-1 0 2 0,0 1 7 0,2-2-3 16,-1 3 6-16,-1 1-9 0,0 0 5 0,2-2-6 0,-1 2 5 15,1-2-6-15,-2 2-9 0,2-1 4 0,1-2-11 16,-1 3-3-16,0 1 5 0,-1 1-4 0,0-1 4 16,1 2-7-16,1 1 5 0,0 1-6 0,0 3 9 0,0 2-10 15,0 1 4-15,1 4-4 0,-1 2 5 0,0 4-5 16,0 3-1-16,-1 4-1 0,0 2-1 0,-2 3 3 16,-3 3 0-16,1 2 2 0,-2 0-3 0,0-2 2 15,1-2-3-15,0-6 2 0,3 0-1 0,-1-2 6 16,-1-3-1-16,1 1 2 0,-1 0-10 0,3-2 8 15,-1 2-4-15,1-2 6 0,1 1-8 0,-1-1 9 16,1-1 3-16,1-1 2 0,-1 0-5 0,1-1-5 16,0-4-2-16,-1 1 0 0,0-4 3 0,1 0 2 0,-1 0 2 15,-1-1-1-15,0-2-4 0,0-3 4 0,-1 1-9 16,1-3 8-16,1 1 3 0,0-2 0 0,-1-1 6 16,1 0-6-16,1-4 4 0,-1 3 1 0,0-1-1 15,1-2 0-15,0 0-4 0,0 0-6 0,0-1 2 16,0 0-4-16,0 1 2 0,0-1-1 0,0 1-1 0,0 0 0 15,0 0 5-15,0 1-4 0,0-1 3 0,0 0-4 16,0 1 2-16,0-1 3 0,0-1 0 0,0 0 0 16,0 1 2-16,0-1-5 0,0 0-1 0,0 0-1 15,-1 0-4-15,0 1 0 0,-1 0 6 0,1 0-2 16,1 1 1-16,0-1 2 0,0-1-9 0,0 1 6 16,0 0-10-16,0 0-27 0,0-1 8 0,0 0-17 0,0 1-17 15,0-1-20-15,0 1-29 0,0-1 2 0,0 0-121 16,0 1-99-16</inkml:trace>
  <inkml:trace contextRef="#ctx0" brushRef="#br0" timeOffset="82818.62">24356 9044 1050 0,'-1'0'37'0,"-1"-1"7"16,1 0-23-16,0 0-22 0,0 0-6 0,0-1-36 15,0 1 16-15,1 0 3 0,0 0 6 0,1 0 22 0,0 1-2 16,0 0-2-16,14 0 0 0,2 1-1 0,0 1 10 15,2 2 2-15,2-1 8 0,2 0 44 0,-1-1-8 16,2 0 3-16,0 0-12 0,0-1-38 0,-1 0-12 16,1 0 1-16,-6 0-3 0,-1 0 10 0,-5 1-4 15,-1-1 2-15,-1-1-2 0,0 0 5 0,-2 0-9 16,-4 0-4-16,2 0-2 0,0 0-12 0,-3 0 4 16,-1 0-8-16,-1 0 2 0,1 0-33 0,1 0-164 15,-1 0-15-15</inkml:trace>
  <inkml:trace contextRef="#ctx0" brushRef="#br0" timeOffset="83018.67">24417 9203 696 0,'0'0'228'16,"-1"-1"56"-16,0 0-134 0,-1 0-118 0,1-1-26 15,0 0-9-15,1 0 11 0,1-1-9 0,2 1 8 0,18-11-11 16,6 2 7-16,1 2-1 0,6 2 3 0,3 1-16 16,1 3-30-16,5 1-14 0,-2 2-18 0,-2 3-172 0</inkml:trace>
  <inkml:trace contextRef="#ctx0" brushRef="#br0" timeOffset="83435.67">25853 9044 444 0,'0'0'97'0,"0"0"-11"15,-1 0 49-15,-1 0-8 0,1 0-21 0,0 0-72 16,0-1-9-16,1 0 6 0,0 0-2 15,0 0 38-15,1-1-11 0,0 0-4 0,2 1-4 0,12-3-16 16,4-1 5-16,1 0 0 0,0 0 1 0,2-1-3 0,2 2-8 16,1-1 2-16,7 1-6 0,1 0-3 0,0 1-12 15,-1 0-1-15,-4 2-4 0,-1-2-4 0,1 1-2 16,-4 1-6-16,-2-12 1 0,-5 6-27 0,-5 3-2 16,-2 3-9-16,-4 1 4 0,-3 0-24 0,-2 0-206 15,2 0 25-15</inkml:trace>
  <inkml:trace contextRef="#ctx0" brushRef="#br0" timeOffset="83636.53">25893 9151 816 0,'0'0'184'0,"-1"0"386"16,-1-1-524-16,1 0-26 0,1 0-1 0,0 1-6 15,1 0 12-15,6-1-4 0,19-2 4 0,5 1-6 16,-1 0-9-16,6-3-28 0,3 1 1 0,3 1-13 16,4-1-16-16,-4 1-61 0,0-2-58 0,-6-1-19 15,-5-1-366-15</inkml:trace>
  <inkml:trace contextRef="#ctx0" brushRef="#br0" timeOffset="83871.82">27134 7643 633 0,'0'-2'-21'0,"0"1"3"0,2-1-21 0,0-5-8 16,4-5 1-16,2-1-49 0</inkml:trace>
  <inkml:trace contextRef="#ctx0" brushRef="#br0" timeOffset="84168.98">27245 7497 53 0,'0'0'68'16,"0"-1"-7"-16,0 0 90 0,0-1 6 0,0 1 3 16,0-8-8-16,0-2-33 0,0 2-9 0,0-2-5 15,-1 2-28-15,-1-3-4 0,0 4-9 0,0 0 2 16,0 0-31-16,-1 3-14 0,0-1 7 0,-1 1-9 15,0 1-2-15,-6 2-1 0,-3 1-10 0,-3 0 7 0,2-9-4 16,-2 3-7-16,-3 3 3 0,2 2-5 0,-3 4 5 16,-2 1-4-16,3 3 0 0,0 2-2 0,1 3-7 15,1-6 10-15,0 13-1 0,2 4 4 0,1 0-7 16,1-1-3-16,1 4 1 0,3 1-1 0,-1 1 5 0,2 2 2 16,1-1 0-16,1-3 0 0,1 0-2 0,3-2-1 15,0-2-2-15,0-1 2 0,1 0 6 0,-9-3-5 16,3 2 5-16,4-3-5 0,3-2 7 0,2-1-2 15,0 0 0-15,3-2-1 0,2 0 7 0,-6-2-7 16,15 0 4-16,1-3-6 0,2 0 5 0,-1-2-9 16,5-1-1-16,0-1-4 0,2-1-5 0,-2 13-7 15,-3-6 2-15,4-4-4 0,-3-3 3 0,-2-1-7 16,1-1 6-16,-6-1-9 0,0-2-25 0,0 0-105 0,-1-2-13 16,0 0-35-16,0-1-109 0</inkml:trace>
  <inkml:trace contextRef="#ctx0" brushRef="#br0" timeOffset="84920.23">27158 8013 1219 0,'0'0'27'0,"0"-1"6"16,0 0-12-16,0 0-20 0,-1-1-1 0,0 1-36 16,1 0 9-16,0 1-6 0,0 0 8 0,1 0-3 0,0 1-86 15,0 0 16-15,-1 1-38 0,6 8 22 0,-1 3 57 16,-3-2 7-16,-2-2 18 0,0 0 48 0,0-5 69 16,0 0 6-16,0-2 26 0,0 0 49 0,0 1-52 15,0-1 0-15,0-1-21 0,0 0-43 0,0 0 4 16,0-1-13-16,0 0 8 0,1-1-26 0,0-1-10 15,3-5-7-15,3-6 0 0,1-1-11 0,-7 1-3 16,12-1 8-16,2 0-8 0,-1 0 6 0,-3-3-9 16,2 1 1-16,0-1-2 0,-2 2 11 0,-1 0-2 15,1-3 7-15,-3 2-4 0,2-2 2 0,-2 3 1 0,0 2-3 16,0-1 2-16,-2 4-3 0,0 0 7 0,-1 1-3 16,-2 6 5-16,2-7-7 0,-3 7 0 0,1 0-4 0,-1 1 3 15,-1 2-8-15,2-1 3 0,-2 1 0 0,0 0 1 16,0 0 1-16,1-1 3 0,1 1-1 0,-1 1 2 15,-1 0 8-15,1 1-9 0,0 6 5 0,-1 7-5 16,-1 1 10-16,-2 2-4 0,-2-2 1 0,-1 1-4 16,0 1-8-16,-1-2 6 0,1 0-3 0,0 0 4 15,2-1-6-15,0-1 4 0,1 0 3 0,1-2 0 16,1 0 1-16,0-2-1 0,1 0 2 0,1-3-2 16,1 0 3-16,-1-2 2 0,1-2-2 0,-2 1 3 0,9-2 3 15,3 0-6-15,1-1-2 0,0 1-2 0,2 8-3 16,0-3-6-16,-2-2 2 0,0-3-3 0,3-2 8 15,-3 0-3-15,0-2 2 0,-1-2-1 0,-1 0 1 0,-5 0 8 16,2 3-6-16,1-12 7 0,-3-1-8 0,3 0 3 16,-4-1-3-16,-2 1 2 0,0-2 1 0,3 3-7 15,2 2 8-15,-2-1-7 0,-1 0 5 0,-4 3-5 16,0-1 3-16,-1 2-2 0,1 2 9 0,-1 3-9 16,1-1 0-16,-1 2-2 0,-1 1 9 0,3-2-4 15,-2 1 1-15,0 1-2 0,0-1-1 0,0 1 1 16,-1 1 0-16,0 1 1 0,-1 1-1 0,1-1 7 15,-9 15-3-15,-1 2 3 0,1 1-5 0,1-2 1 0,0 3 6 16,2 0-5-16,0-1 2 0,2 1 6 0,3-1-7 16,1-4 6-16,1 1-12 0,4-1 7 0,2-1-6 15,2 0 7-15,2-3-10 0,14-5-20 0,-1-2-1 16,3-1-8-16,-4-2-6 0,-1 10-88 0,-2-7-4 0,-2-4-45 16,-1-5-159-16</inkml:trace>
  <inkml:trace contextRef="#ctx0" brushRef="#br0" timeOffset="85320.87">27679 6947 1178 0,'-1'-2'132'0,"-3"-4"295"15,-3-6-391-15,5 7-36 0,1 2 9 0,-1 1-18 16,1 1-4-16,0 1 7 0,0 1-1 0,-1 16 3 16,-3 19-9-16,-3 8-25 0,-3 4-5 0,-2 2-17 15,1 2-135-15,2-4-163 0</inkml:trace>
  <inkml:trace contextRef="#ctx0" brushRef="#br0" timeOffset="90174.55">24068 6948 213 0,'0'0'25'0,"0"0"-4"0,0 0 28 15,-2-1-5-15,1-1 2 0,0 1-34 0,0 0 3 16,1 0-13-16,0 1-2 0,0 0 3 0,0 0 2 16,0 0 0-16,0 0 6 0,0 0 19 0,0-1 5 15,0 1 7-15,0 0 30 0,0 0 14 0,0 0-10 16,0 0 7-16,0 0-32 0,0 0-10 0,0-2-1 0,0 2-5 16,0-1-22-16,-1 0 9 0,0 0-4 0,-1 0 6 15,1 0 1-15,0-1-10 0,0 1 2 0,0 0-3 16,0 0 2-16,-1 0-7 0,1 0-2 0,0-1-1 15,0 1-2-15,0 0 5 0,1 0-6 0,0 0 5 16,-1-1-1-16,1 1-1 0,0 0 4 0,0 0-5 16,0 0-2-16,0 0 1 0,0 1 3 0,0 0 0 0,0 0 12 15,0 0-4-15,0 0-2 0,-2 0-1 0,2 0-9 16,-1 0 7-16,0 0-4 0,0 1 5 0,0 0-3 16,-1 1 0-16,2-1 2 0,-4 11-1 0,0 0-4 0,0 2 1 15,-1 4-1-15,1 1 0 0,1 1-8 0,-1 3 7 16,0 4-5-16,-1 4 6 0,0-1-8 0,-1 6 5 15,0-4 2-15,0 0 1 0,1 1-7 0,-1-3 11 16,0-3-7-16,0-2 8 0,1 0-11 0,2-3 3 16,-1 0 2-16,2-5 0 0,1 0-1 0,0-4 8 15,-1 0 1-15,2-2 5 0,0 1 13 0,0-4-5 16,0-1-1-16,0 2-2 0,0-5-12 0,0 3-10 0,0 0 3 16,0-1-4-16,0 3 9 0,0-5-8 0,0 1 1 15,0-1-2-15,0-2 2 0,0 1 4 0,-1 1-1 16,0-1 2-16,0 0 6 0,-2-1-6 0,1 1 5 15,-3 0-5-15,-5 4 6 0,-1-1-8 0,-1-1 0 16,-5 1-3-16,4-4 2 0,-1 1-3 0,-4 1 2 16,0-2-1-16,-3 0 6 0,1 0-8 0,2 0 3 0,5-1-3 15,-2 2 10-15,-6-1-3 0,5-1 4 0,-4 2-4 16,1-1 1-16,5-1-6 0,1 0 1 0,1 2-1 16,3-2 8-16,3 0-9 0,0 0 5 0,3 0-5 15,-1 1-3-15,2-2 0 0,-1 1-4 0,1 0 4 16,0 0 5-16,0 0-5 0,1 0 3 0,0 1-4 15,0 0 6-15,0 0-4 0,1 1-1 0,0-2-2 0,0 4 2 16,2 2 2-16,-1-4 5 0,2 1-3 0,-1-1 4 16,10 0-5-16,1 0 1 0,4 2-1 0,-1-2 7 0,1 4-6 15,2 0-1-15,-2-1 0 0,2-1 2 0,3-3-4 16,-4 1 4-16,5 1-3 0,-3-1 7 0,-1 0-5 16,-1 1 1-16,-2-3-1 0,1 5 0 0,-1-4 3 15,0 4 2-15,-2-2 0 0,0 0-1 0,-3 1-7 16,1-1 1-16,-4-1-3 0,0 1 10 0,-3 0-5 15,1-3 0-15,-4 3-1 0,0-2-2 0,-2 0 7 16,0-1-1-16,0 0 4 0,0 0-10 0,0 0 11 16,2 2-8-16,-1-1 10 0,0 3-10 0,-1-3 5 15,0 4-4-15,-2-1 4 0,-3 0-7 0,-7 1 3 0,-7 0 1 16,-1 1 1-16,0-1-5 0,-1 0 4 0,-1 0-3 16,3 0 3-16,-3 0-9 0,3 0 10 0,-1-1-4 15,1 1 6-15,1 0-1 0,2 0-4 0,-1 0-1 16,0 1-1-16,2 0-3 0,-2 0 5 0,4-1-1 15,3 1 1-15,-1 0-7 0,3 0 8 0,1 1-3 0,0-1 5 16,1 1-4-16,1-1-3 0,3-2 5 0,-2 0-5 16,3 1 1-16,-3-1-1 0,1-1-1 0,1 1 2 15,0 0 5-15,2-2-1 0,0 2 1 0,0-1-2 16,2 0 0-16,0 0 0 0,4-1-1 0,9 0 1 16,2-2-1-16,1 0 2 0,0 1 0 0,2 2-1 15,0-3-2-15,-2 11-1 0,-3-5 2 0,1-2-1 16,0-1 6-16,-6-1-8 0,0-1 6 0,-1-1-7 0,-4-1 4 15,1 1 5-15,-2-1-8 0,-1 0 6 0,1 0-6 16,-1 0 3-16,-2 0 5 0,0 0-2 0,1 2 5 0,1-1 1 16,-1-1-6-16,-1 0 3 0,1 0-11 0,-1 0 8 15,-1 0 0-15,0 0 3 0,-1 0-7 0,-1 1 1 16,1 0 1-16,0 0 1 0,-1 0-6 0,-4 3 5 16,-1 1-4-16,0-4 4 0,-2 11 0 0,2 2-1 15,-4 0 4-15,4 1-4 0,2 2 0 0,-2 3 0 16,4 0-2-16,-2 1 0 0,-4 2-2 0,1 3 2 15,-2 0 0-15,1 1 2 0,-2 0 0 0,1 1 0 16,2 2-1-16,-3 0 0 0,5 0-3 0,-2 1 8 0,-1 4-4 16,1-1 5-16,-3 1-7 0,4 5-4 0,-1-4 10 15,-2 3-6-15,2-1 4 0,-3-5 0 0,3-2-2 16,1 0 1-16,1-3-1 0,3-2-2 0,-2-2 0 16,3-3 1-16,1-2 8 0,-1-1-3 0,-8-2-1 15,4-2-2-15,1 1 1 0,3-4-5 0,1-3 3 0,1 0-2 16,0-2 12-16,0 1-10 0,0 0 6 0,0-2-6 15,0-2 0-15,0 2 0 0,0-1 0 0,0-3 2 16,0 1 2-16,0 1 1 0,0-1-3 0,0 0 2 16,0 1-4-16,0-1 0 0,0-1-4 0,0 0 2 15,0 0-12-15,-1 1-22 0,-1-1 3 0,1 0-11 16,0-1-18-16,0 0-45 0,0 0-7 0,-1 0-15 0,1 0-44 16,0-1-76-16,0 0-20 0</inkml:trace>
  <inkml:trace contextRef="#ctx0" brushRef="#br0" timeOffset="90558.78">23234 9214 1186 0,'0'0'31'0,"-1"-1"2"0,0-1-4 0,-1 1-11 16,1 0-7-16,0 0-33 0,0 0-7 0,0-1-2 16,0 1 0-16,1 0 11 0,0 1-1 0,0 0 6 15,1 1-5-15,0 0 11 0,1 1 7 0,-1-2 2 0,5 4 1 16,3 3 5-16,-4-3 6 0,2-2 3 0,1 2 2 16,0-2 11-16,1 1 55 0,1-1-15 0,0 5 26 15,3 0-31-15,4-1-6 0,-1-4-1 0,4-1-2 16,-2-1-16-16,0 0-2 0,2-1-10 0,2-1 5 15,-1-2-23-15,0 1-3 0,-1-1 2 0,0 2-2 16,-2 1-3-16,-2 1 3 0,-1 0-2 0,-4 0 2 0,-2 0-9 16,-3 0 2-16,0 0-4 0,1 0 4 0,-5 0-1 15,2 0 0-15,-2 0 0 0,1 0-2 0,-1 0-2 16,0 0-6-16,0 0-3 0,-1 0-3 0,0 0-33 16,0 0-80-16,0 0 7 0,0 0-32 0,-1 0-7 0,0 0-108 15</inkml:trace>
  <inkml:trace contextRef="#ctx0" brushRef="#br0" timeOffset="90845.45">23259 9535 650 0,'-2'0'525'0,"1"0"-756"0,0-1 634 16,-1-1-368-16,-1 1-27 0,2 0-7 0,0 0-3 0,1 0 0 16,1-2 8-16,15-6-6 0,14-4 8 0,1 2-8 15,4 2 13-15,0 1-14 0,-2 1 5 0,2 0-6 16,0 0 9-16,-3 2-16 0,5 0-5 0,-5 4-4 16,-3 0-13-16,-2 1 6 0,-8 0 0 0,-1 1 4 15,-6 0 18-15,-3-1-13 0,-3 1 2 0,-4-1-7 16,0 2-1-16,1-1-20 0,-2-1-29 0,0 0-3 0,-1 0-134 15</inkml:trace>
  <inkml:trace contextRef="#ctx0" brushRef="#br0" timeOffset="91477.78">23079 7938 1021 0,'0'-1'41'15,"0"-1"-8"-15,-1 0 36 0,-1-4-1 0,1-2-9 16,0 2-51-16,1 1 0 0,0 3-7 0,0 1 3 0,0-1-15 16,1-1 4-16,0 2-3 0,1 0 4 0,-1 1 6 15,0 0-1-15,1 1-2 0,3 7 0 0,4 15 1 16,-3 1-1-16,-2 1 5 0,-4 2-2 0,-1 2 20 0,-2 0-9 15,-1 1 9-15,-2-2-10 0,-1 1 8 0,0-2 12 16,-2 0-9-16,1 0 9 0,1-5-17 0,0-1 6 16,0-3 1-16,1 0 1 0,1-3-9 0,1-1-6 15,1-2 0-15,1-3-1 0,1 1 2 0,0-5 1 16,1 0-2-16,0 0 1 0,0-3 2 0,0-1-9 16,0 1 5-16,0 0-6 0,0 0 17 0,0 1-6 15,0-2 6-15,0 0-8 0,0 0-2 0,0-1 1 16,0-1-2-16,0 0 3 0,0-5-4 0,1-12 3 15,0-3 2-15,0-1 0 0,0-2 3 0,0-2-4 16,1 1-4-16,0-1 2 0,2-5 0 0,-1 0-7 0,2 3 1 16,2 1-2-16,0 3 9 0,1 1-5 0,1 1 3 15,1 3-5-15,0 1-4 0,-8 3-3 0,18 1 7 16,-2 1-3-16,5 1 11 0,-2 2-7 0,-2 1-1 0,-5 4-2 16,2-1 0-16,2 2-5 0,-4 1 5 0,4 1-5 15,-6-6 5-15,-1 2-2 0,-1 3-4 0,-2 0 2 16,0 1-5-16,-2 1-17 0,1 0 4 0,-2 1-7 15,-1 0 7-15,2 0-116 0,-1 0-23 0,2 1-34 16,-1 0-105-16</inkml:trace>
  <inkml:trace contextRef="#ctx0" brushRef="#br0" timeOffset="92109.6">23316 8268 839 0,'0'0'3'0,"0"0"2"0,0-1 0 15,-1 0-3-15,0 0-1 0,0 0-30 0,0-1 13 16,1 1-7-16,0 0 12 0,0 0 5 0,0 1-4 0,0 0-1 15,0 0-1-15,1 0 6 0,0 0 6 0,0 0-2 16,0 0 4-16,-1 0 4 0,0 0 64 0,0 0-12 16,0 0 27-16,0 0-21 0,0 0 3 0,0 0-3 15,0 0-1-15,-1 1-21 0,0 0-10 0,0 0-4 0,0 1-1 16,-2-1-8-16,-10 7-3 0,5 7-4 0,-1 2 1 16,-2-2-3-16,2 0-5 0,-2-1 7 0,6 1-8 15,-1-1-4-15,1-1 1 0,-4-2-1 0,2 1 0 16,1-1 4-16,3-3-1 0,1 0-5 0,0-3 2 15,1 0-3-15,1-4-5 0,0 0 9 0,0 0-8 16,-1 1 6-16,0 1 6 0,1-1-5 0,-1-1 6 0,1 0-6 16,0 1-4-16,0-2-2 0,0-2 1 0,1 1-7 15,0-1 10-15,6-10-5 0,2-2 6 0,-5-2-8 16,14 0 0-16,-3-1 2 0,-4 0-2 0,1 0-3 16,-2 1 10-16,2 2-4 0,-3 1 5 0,2 4-6 0,-6 2 9 15,0 2-4-15,-2 4 4 0,-2 0 1 0,1-2-6 16,0 1 9-16,1 0-9 0,-1 0 3 0,0 1 5 15,1 0-1-15,-1 1 5 0,1 0 10 0,-1 1-15 16,0 0 6-16,-2 1-8 0,8 11 1 0,-2 1 4 16,-2 0-1-16,-2 1 2 0,-2-3 2 0,0 2 5 15,0-1-6-15,-1-1 4 0,-1-1-11 0,-2 1 3 16,2-2 0-16,-2-1 0 0,1-1-2 0,0-1 1 0,1-1-4 16,1-2 3-16,0-1 4 0,1-2-8 0,0 1 5 15,-1 0-8-15,-1 0 5 0,1 1-10 0,0-2 3 16,0 0-8-16,0 0-5 0,-1 0-9 0,1-1-3 15,0 0-4-15,0 0-34 0,0-1-57 0,0 0-29 16,-1-1-11-16,1-5-121 0</inkml:trace>
  <inkml:trace contextRef="#ctx0" brushRef="#br0" timeOffset="92360.42">23195 8084 1270 0,'-1'0'48'0,"0"0"-5"0,0 0-1 15,-1-2 6-15,1 1-23 0,0 0-21 0,0 1-4 16,0 0 0-16,1 0 1 0,0 0 13 0,0 1-8 16,1 0 0-16,1 1-2 0,3 0 5 0,17 7-4 15,-2-2 0-15,6 1-3 0,4-3-4 0,-5-1-24 16,2-2 3-16,-4-1-11 0,-2 1 5 0,-2-2-27 15,0 0-11-15,-2-3-23 0,0 0-200 0</inkml:trace>
  <inkml:trace contextRef="#ctx0" brushRef="#br0" timeOffset="93460.69">24063 7304 844 0,'0'0'46'0,"0"0"-3"0,0 0-3 15,0 0 0-15,0 0-19 0,0 0-10 0,1 0 2 0,0 0 3 16,2 0-1-16,5 0-7 0,12 1-5 0,-1 2-2 16,-2-1 0-16,5 1-2 0,-7 1-23 0,0-1 4 15,4 1-7-15,-1 0 14 0,-4-2-16 0,0 0 5 0,-7-1-14 16,-1 1-57-16,-2-2-62 0,-2 0-21 0</inkml:trace>
  <inkml:trace contextRef="#ctx0" brushRef="#br0" timeOffset="93694.76">24211 7216 820 0,'-1'0'408'0,"0"-1"-578"16,-2-1 500-16,2 2-287 0,-1-1-13 0,0 0-30 16,-1 0 1-16,1 1-9 0,0 1-1 0,0 1 9 15,-2 8-4-15,-1 6 5 0,3 1-1 0,2 2-22 16,0 1 4-16,1-2-11 0,1 2-5 0,-1-2-6 16,-1-3-25-16,0 2 4 0,0-2-104 0,0-1 21 15,0 0-9-15,-1-1 8 0,1 4-64 0</inkml:trace>
  <inkml:trace contextRef="#ctx0" brushRef="#br0" timeOffset="94063.57">23743 8924 529 0,'0'0'384'0,"-1"-1"-527"16,0 0 463-16,0 0-258 0,-1-1-2 0,1-1-30 16,0 1 6-16,1-1-16 0,0-1-11 0,0-1-2 15,1 3 0-15,2-3 0 0,13 0-9 0,1 3-7 16,-2 0-9-16,0-9 3 0,-2 5-17 0,0 1 6 0,0 2-6 16,-3-1 4-16,1 2-17 0,-3 0-19 0,-1 1 2 15,0-1-10-15,-1 1-28 0</inkml:trace>
  <inkml:trace contextRef="#ctx0" brushRef="#br0" timeOffset="94645.03">24031 7977 67 0,'0'0'25'0,"0"0"-3"0,0 0 36 16,-1 0 11-16,0 0-1 0,0 0 29 0,0 0-2 15,-1-2-5-15,1 1 4 0,0 0-15 0,0 0-16 16,0 0 1-16,-1 0-6 0,0-1-6 0,0 1 6 16,-1 0-18-16,1 0 11 0,0 0-29 0,-1 1-13 0,1 0 5 15,0 0-8-15,-1 0-5 0,2 0 0 0,-4 0-1 16,1 1 1-16,-2 2 6 0,0 3-3 0,0 10-2 16,0 2 0-16,0-1-2 0,2 4 2 0,0 0 3 15,1 0-3-15,0 6 5 0,0-3-5 0,0 1-1 16,0-2-1-16,0-1 0 0,1-4 1 0,1 0 2 0,-8-5-1 15,3-3 5-15,1 2 0 0,1 0 3 0,3-5-2 16,1-2-6-16,0-1 9 0,0 0-10 0,0-1 9 16,0 0-10-16,0-2 0 0,1 1 4 0,1 1-4 15,-1-2 3-15,1 0 14 0,-1-1-11 0,8 0 11 16,0-1-8-16,-1-3-4 0,2 1 4 0,-1-14-6 16,2-2 0-16,-1-2-1 0,1-1 3 0,-1 1-2 0,-1-3 7 15,-1 4-10-15,-1 1 3 0,-1-1-5 0,0 5 2 16,-3 0 3-16,3 3-3 0,-2 1 3 0,-1 2 1 15,-2 3-8-15,0 1 6 0,2 3-7 0,-2 0-2 0,-1 1 2 16,2-2-8-16,1 1 5 0,-2 0-13 0,0 0-49 16,0 1-15-16,0 0-15 0,0 1-83 0,1 1-77 15</inkml:trace>
  <inkml:trace contextRef="#ctx0" brushRef="#br0" timeOffset="95078.65">24117 8325 887 0,'0'0'92'0,"0"0"9"0,-1 0-11 0,0 0-25 16,0 0-18-16,-1 0-25 0,1 0-7 0,0 0-2 16,0 1-1-16,0 0-5 0,-1 1 4 0,1 1-6 0,-1 6 5 15,-2 3-6-15,0 0-4 0,-1 1 3 0,0 0-3 16,1-2 6-16,-2 1-4 0,1-1-2 0,0-2 1 15,1-1-1-15,0-2 7 0,2-1-3 0,1-3 3 16,-1 1-1-16,1-1 4 0,0 0-1 0,0 1-2 16,0-2-12-16,0 0 9 0,-1 0-4 0,1 0 5 15,0-1-10-15,0 0-5 0,0 0 5 0,1-1-4 0,0 0 7 16,1-1-8-16,0-2 1 0,5-5-2 0,-1 0-5 16,0 1 16-16,-2 2-10 0,4 2 12 0,1 0-14 15,-4 3 11-15,-1 0-2 0,-1 0 4 0,1-2-1 16,-1 1 8-16,1 1-1 0,-1 0 4 0,0-1-8 0,1 2 5 15,-2 0-2-15,0 2 3 0,0-1-7 0,-1 0 2 16,4 9-3-16,-2 1 4 0,-1-2 1 0,2 2-8 16,-2-3 7-16,0 1-9 0,0-2 3 0,-1-3-8 15,1 2 2-15,-1-3-3 0,0-1 2 0,0-1-15 16,1 1-1-16,1 1-5 0,-2-2-13 0,0 0-41 16,1 0-12-16,0 0-13 0,0-1-60 0,0-1 45 15,0 0-14-15,1-1 24 0,-1-10-6 0,0-2 19 16,-1 1 8-16</inkml:trace>
  <inkml:trace contextRef="#ctx0" brushRef="#br0" timeOffset="95245.46">24028 8245 564 0,'0'0'85'0,"-1"-1"92"16,-1-1-40-16,1 1-38 0,0 0-23 0,0 0-2 15,0 0-54-15,-1 0-5 0,2 1 10 0,0 0-8 16,0 0 9-16,2 1 0 0,0 0-5 0,5 1 2 15,12 5-17-15,2-1-11 0,6 1 0 0,0 0-5 16,4-2-12-16,0-2-32 0,-1 0-7 0,0-3-28 0,0 0-227 16</inkml:trace>
  <inkml:trace contextRef="#ctx0" brushRef="#br0" timeOffset="96547.22">28776 6622 68 0,'0'0'4'0,"0"0"0"0,0 0 5 16,0 0-6-16,0 0 3 0,0 0-12 0,0 0-11 16,0 0-3-16</inkml:trace>
  <inkml:trace contextRef="#ctx0" brushRef="#br0" timeOffset="98000.04">28769 6601 35 0,'0'0'4'0,"0"0"24"0,0 0-3 15,0 0 11-15,0 0-20 0,0 0 7 0,0 0-3 0,0 0 4 16,0 0 0-16,0 0-14 0,0 0 7 0,0 0-9 16,0 0 6-16,0 0-2 0,0 0 0 0,0 0 1 15,0 0 13-15,0 0-4 0,0-1 4 0,0-1-5 16,0 1-7-16,0 0 2 0,0 0-6 0,-1 0 5 15,0 0-5-15,0-1-8 0,-1 1 7 0,1 0-7 16,1 0-1-16,0 0 6 0,0 0-7 0,-1 1 5 0,1-2-10 16,0 2 5-16,0 0-9 0,0-1 8 0,0 0-15 15,0 1 6-15,0 0 2 0,0-1 0 0,0 0-3 16,0 1 1-16,0-2 2 0,0 2 2 0,0-1 13 0,0 0-5 16,0 1 3-16,0 0-5 0,0 0-1 0,0 0 2 15,0 0 1-15,0 0 2 0,0 0-6 0,0 0 2 16,0 0-4-16,0 0 4 0,0 0-2 0,0 0 3 15,0 0 2-15,0 0 1 0,0 0-6 0,0 0 4 16,0 0-2-16,0 0 4 0,0 0-2 0,0 0 12 16,0 0-12-16,0 0 12 0,0 0-14 0,0 0 4 15,0 0 3-15,0 0 0 0,0 0 16 0,0 0-21 0,0 0 9 16,0 0-13-16,0 0 6 0,0 0 6 0,0 0-9 16,0-1 6-16,0 1-13 0,0 0 12 0,0 0-2 15,0 0 5-15,0 0-13 0,0 0 2 0,0 0 1 16,0-1 0-16,0 1 4 0,0 0-4 0,0 0-2 15,0 0-1-15,0 0 10 0,0-1-5 0,0-1 3 0,0 1-5 16,0 1-4-16,0 0 4 0,0 0 5 0,0 0-1 16,0 0 4-16,1 0 4 0,-1-1-5 0,1 0 4 15,1 0-11-15,-1 0 6 0,0 1-5 0,0-2 7 16,0 2 2-16,-1 0-1 0,1 0-6 0,-1 0 2 16,2-1-9-16,-2 0 8 0,0 1 8 0,0-1-2 15,0 1 6-15,0 0-11 0,0-1 4 0,0-1-6 16,0 1 1-16,0 0 5 0,0 0-3 0,0 0 4 15,0 0 1-15,0-1 5 0,0 1-3 0,0 0 2 0,0 0-14 16,0 0 6-16,0 0-6 0,0-1 6 0,0 1-6 0,0 0 8 16,0 0-2-16,0 0 3 0,0-1 4 0,0 1 1 15,0 0 0-15,0 0-2 0,0 0-8 0,0 0 9 16,0-1-5-16,0 1 5 0,0 0-13 0,0 0 12 16,0 0-7-16,0-2 7 0,0 1-12 0,0 0 12 15,0 0-4-15,0-2 7 0,0 0-15 0,0 0 17 16,0 0-2-16,0-1 6 0,0 2-3 0,0-1 5 15,0 1-5-15,0 0 4 0,0 1-2 0,0 0-8 16,0 1 7-16,0-1-8 0,0 0 4 0,0 1 4 0,0 0-8 16,0-1 5-16,0 0-9 0,0 0 0 0,0-1 0 15,0 2-1-15,0 0 2 0,0 0-11 0,0 0 9 16,0 0-9-16,0-1 10 0,0 1 2 0,0 0-5 16,0 0 5-16,0 0 0 0,0-1-9 0,0 1 5 15,0 0-5-15,0 1 10 0,0 0 2 0,0 0 0 0,-2 1-1 16,1 0-13-16,0 2 7 0,-1 3-4 0,-7 14 7 15,1 1-11-15,1 4 5 0,0 0-1 0,1 0 4 16,0 2-1-16,2-1 0 0,0 1 0 0,1 0 1 16,-1-1-1-16,2 1 0 0,-1-2-3 0,1-1 2 15,1-1-7-15,-3-2 7 0,2 1 2 0,0 1 3 16,-1-3 4-16,1 1-12 0,0-1 5 0,-2 1-5 0,0-1 10 16,1-1-2-16,-1 1-2 0,1-3 1 0,-1 0-3 15,2-5-1-15,0-2 1 0,-2-2 0 0,1-1 15 16,-2 3-11-16,1-3 0 0,3-4-4 0,0 2 1 15,0-2 1-15,1-2-2 0,-1 1-1 0,0 0-5 0,-1 0 3 16,1-1 3-16,0 0-1 0,0 0 4 0,0 0-5 16,-1 0-1-16,1 1-1 0,0-1 6 0,0 0-6 15,0 0 2-15,0-1-4 0,-1 0 2 0,1 0 2 16,-1 0-2-16,0 1 1 0,-1 0-9 0,-5 5 5 16,-3 5 0-16,-4 10 1 0,-5 5 0 0,5 1 3 15,-8-2-1-15,5 1 2 0,-2-3 4 0,2 1-5 16,2-1 5-16,-1-3-6 0,2 0 4 0,1-2-3 15,2-3 1-15,3-1-2 0,-1-2 7 0,2 0-4 0,2-2-1 16,0-1-2-16,1 0 1 0,0-1 2 0,-1-1 2 16,1 1-2-16,-1-1-7 0,0 1 6 0,3-4-3 15,0 2 4-15,1-1-1 0,0-3-3 0,0 2 1 16,0-3-3-16,0 1-4 0,-1 1-1 0,1-1-5 0,0 0 3 16,0 1-10-16,1-2-10 0,0 0 4 0,0 0-8 15,0-1-13-15,1-1 2 0,0 0-12 0,1-4 7 16,8-13-16-16,1 0 10 0,0-2 7 0,2-1-1 15,1-2 11-15,-11-2 5 0,13 0-3 0,1-1 7 16,0-2 12-16,1 2 8 0,-1-4 0 0,0 1 1 16,0 2 7-16,2 1 2 0,-1 1 5 0,3 5-3 15,-6 4-8-15,-3-1 9 0,3 4-5 0,-4 5 6 0,1-1-11 16,-1 4 12-16,-2 0-1 0,-6 2 7 0,3 0 0 16,-4 2 38-16,2-1-6 0,-1 0 16 0,0-1-12 0,1 2 2 15,-2 0 5-15,0 0-3 0,0 0-8 0,0 1-1 16,1 0-12-16,-1 1 8 0,0 0-18 0,0 0-5 15,0 1 3-15,0 1-2 0,8 10 6 0,-2 0-5 16,0-2-2-16,1 1-1 0,-7 1-5 0,12 0 5 16,4 3 0-16,-1 2 1 0,0-3 0 0,1 2-8 15,-1-2 1-15,2 0-4 0,0 1 2 0,-1 0-3 16,1 1 3-16,-2-2-2 0,1 1 0 0,-1 2-3 16,-2 0-2-16,1-2 1 0,0 2 8 0,0-3-3 15,0 2-2-15,1-1-1 0,-1-2 2 0,-3-1-2 0,-2 0 0 16,-1-1-1-16,0-1-1 0,-1 0-3 0,2-2 3 15,0-1-4-15,-4-3 4 0,1 0-3 0,-2-1-3 16,-4-2 0-16,0 0-15 0,2 1-13 0,-2-1-28 16,0-1-1-16,0 0-148 0,-1 1-99 0</inkml:trace>
  <inkml:trace contextRef="#ctx0" brushRef="#br0" timeOffset="98381.55">28246 7456 1461 0,'0'0'1'0,"-1"-1"0"0,-1-1-6 16,1 1-11-16,0 0 2 0,1 1-17 0,0 0 21 15,0 1-2-15,0 2 5 0,1 18 3 0,2 5-7 16,-1-1 7-16,3 6-9 0,-1 1 1 0,1-2 5 16,0 1-2-16,1-3 3 0,-1-3 2 0,1-3 4 15,0-1 5-15,-1-4-2 0,0-1 8 0,-1-3 14 0,1 1 4 16,0-2 4-16,-1 1 13 0,2 0-4 0,0 0-2 16,0-1 0-16,0-1-5 0,0 1-12 0,1 0-6 15,0 0-1-15,1-1-9 0,-5 2-1 0,10-1-3 16,-1 0 0-16,4 0-10 0,0-1-3 0,1 0 1 15,-1-2-2-15,1 1-3 0,-3-4-6 0,1 0-3 0,4-2 0 16,-10-1-3-16,2-2-22 0,-2 0 5 0,-3 4-20 16,3 1-86-16,0-3-59 0,-3-2-38 0</inkml:trace>
  <inkml:trace contextRef="#ctx0" brushRef="#br0" timeOffset="98715.08">28938 7504 1574 0,'-1'-1'9'0,"0"0"14"0,0-1-17 0,0 1-16 15,-1 0-3-15,1 0-4 0,0 1 2 0,0 1 12 16,0 0-1-16,-4 9 4 0,-4 14-9 0,-3 6-12 15,0 0 2-15,-2 2-4 0,-2 1-2 0,14-1 9 16,-19 1-2-16,-2-3 6 0,-2 1 10 0,-3-3 3 0,-4-2 10 16,-4 0-4-16,-3-3 13 0,0 0 9 0,3-2-8 15,3-1 7-15,4 0-17 0,6-5 6 0,4 3-6 16,4-5 4-16,3-2-20 0,5 1 3 0,0-4-3 16,5 1 4-16,0-4 2 0,-2 1-25 0,2-3 0 15,2-2-12-15,-1 2-15 0,1 0 1 0,0-2-10 0,1 0-4 16,3-1-104-16,18-6-174 0</inkml:trace>
  <inkml:trace contextRef="#ctx0" brushRef="#br0" timeOffset="99081.99">28603 7417 1216 0,'0'-1'25'0,"-1"0"-3"0,0-1 9 16,0 0 0-16,0 0-9 0,-1-1-24 0,1 2-18 16,0 0 0-16,0 0-4 0,0 0 10 0,-1-1 10 15,1 1 4-15,1 0 0 0,0 1-4 0,0 0 2 16,0 0-1-16,0 1 3 0,0 0 0 0,0 1 8 0,0-1-7 15,0 0 8-15,-1 1 10 0,1 1 7 16,0-1 2-16,-1 0-1 0,1 2-9 0,-1 2 1 0,0 1 0 16,-1 1 0-16,1 0-7 0,1 2-4 0,-1 1 2 0,1 1-3 15,0 0-9-15,-1 0 8 0,0-1-6 16,0 1 7-16,1 1-8 0,0 1-2 0,0 2 3 0,0-2-1 16,1 1 8-16,0-3-18 0,0 0 8 0,0 3-11 15,0-7 4-15,-1 0-18 0,0-3-1 0,0-3-10 16,0 1-50-16,0-1-128 0,0 0-9 0</inkml:trace>
  <inkml:trace contextRef="#ctx0" brushRef="#br0" timeOffset="99467.02">28453 7519 860 0,'0'0'189'0,"-1"0"55"0,-1-1-103 16,1 0-115-16,0 0-7 0,0-1-22 0,0 2-9 15,1 0 2-15,0 0-1 0,0 2 9 0,0-1 0 16,1 1-1-16,1 4 1 0,6 8-11 0,-1-1 4 16,2 2-11-16,-2 1 9 0,1 1-3 0,-1 1 10 0,-1 0 4 15,0-1-1-15,-4 0 1 0,1-4 4 0,-1 0 3 16,-1-4 0-16,1 0 5 0,0-2 21 0,-2-2-3 15,0 0 11-15,0-3 2 0,0 1-20 0,1 0 4 0,-1-2-9 16,2 3 7-16,-2-3-14 0,2 3 0 0,0-2-7 16,3 3-8-16,1-2 2 0,5 2-4 0,5-2 4 15,1-2 6-15,5-2-10 0,-1-3 2 0,-3-3-7 16,3-3-3-16,-3 0-16 0,1 7 12 0,-6-12-12 16,-2 3 10-16,-1 4 13 0,-1-1-12 0,-3-2 13 15,-1 0-11-15,-2 2-1 0,-2 1-13 0,2 4-1 16,3-4-82-16,-4 3-20 0,-2 3-14 0,0 1-3 0,0-2-67 15</inkml:trace>
  <inkml:trace contextRef="#ctx0" brushRef="#br0" timeOffset="99834.42">28369 8037 1220 0,'-1'-2'39'0,"0"1"82"0,0 0-96 0,0-1-17 16,-1-1-7-16,1 1-4 0,1 0-35 0,0 0 16 0,0-1 0 15,0-1 6-15,1 1 3 0,1 1-8 0,-1-1 1 16,1 1-2-16,0 0 3 0,1-1 12 0,-1 2 4 16,0 0 3-16,1 0 16 0,-2-1 19 0,0 1-7 15,0 0 11-15,1 1-2 0,-1 0-8 0,0 1 7 16,-1 2-8-16,1 18-6 0,-1 5-2 0,-1 2-3 15,-3 1 2-15,0 5-13 0,-2 4 5 0,0 0-7 0,1 0 6 16,0-1-6-16,2-7-3 0,1 2 0 0,-1-4-1 16,2-2 3-16,0-2 5 0,1-4-3 0,0-1 4 15,0-4 10-15,0-1-9 0,0-2 5 0,1-2-7 16,0-1-1-16,0-4-7 0,1 1 2 0,-1 0-3 16,-1-2-3-16,0-2-3 0,0-1-1 0,1 2-1 0,0-1-3 15,0 0-25-15,0 0 3 0,1-1-14 0,-1 0-46 16,0 0-97-16,0-1-63 0</inkml:trace>
  <inkml:trace contextRef="#ctx0" brushRef="#br0" timeOffset="100585.34">29248 7551 1017 0,'0'-1'7'0,"0"0"-1"0,0-2 3 0,0 2-8 0,2-8 1 16,2 0-13-16,-1 2 2 0,-1 1 5 15,1 1-1-15,-1 0 5 0,0 0-4 0,0 2 2 0,-1-1-4 16,0 1 6-16,-1-1 0 0,0 3 0 0,0-1 1 15,0-1 12-15,0 1 20 0,-1 0 1 0,0-1 6 16,-2 2 0-16,-1-1 6 0,-11-4-5 0,1 3 4 16,0 2-12-16,0 1-8 0,1 1 1 0,0 2-6 15,0 1-10-15,-1 4-8 0,2 0-1 0,0-1-2 16,0 9-4-16,2 3 6 0,3 1-1 0,1 1 3 16,3-1-3-16,1-4-1 0,-2 0 2 0,3-3-1 0,-9 0-1 15,5 0-1-15,2-3 2 0,2-4 0 0,1 0 14 0,1 1-10 16,0-2-3-16,1-2 0 0,-1 0 4 0,5-1-1 15,9 0 3-15,-1 0-2 0,1 8 14 0,1-4-6 16,-1-4 4-16,1-2-6 0,0-2-4 0,-2-1 2 16,-3-2-1-16,0 0 1 0,-2 0 2 0,-1 1-7 15,-1 0 0-15,-3 1-1 0,0 0 6 0,-2 2 3 16,-1 1 5-16,-1-1-3 0,0 0-1 0,0 0-5 16,3-2-3-16,-1 1-1 0,0 0-4 0,0-1-2 15,-1 2-1-15,0 0 0 0,0 0 3 0,0 1-3 16,0 1 5-16,1 0-3 0,-1 1 4 0,1 9 1 0,-1 5 0 15,1 0 0-15,-2 4-6 0,0 1 1 0,0-1-2 16,-2 0 3-16,0-1 2 0,0-2 4 0,-2 1-4 16,-1 0 3-16,1-2 0 0,-2-1-3 0,-1 2 5 0,-1-3-5 15,-2-1 10-15,3 0-6 0,-9 0 5 0,-2-3-6 16,-2 1 5-16,1-2 0 0,0-3 3 0,2 0-2 16,1-2-2-16,-1-3 9 0,1 9-8 0,-2-3 8 15,2-3-9-15,5-3 11 0,1-1 0 0,2 0 5 16,1-1 3-16,0-1-6 0,3 0-7 0,2 0-1 15,2 1-19-15,-7-11-5 0,3-2 0 0,4-2 0 0,4-1 8 16,5-2-2-16,-7 2 1 0,15-1-2 16,4 2 4-16,-1 3-2 0,1 0 6 0,2 3-5 0,-1 2 2 15,-3 0-7-15,-3 1 0 0,-1 1-1 0,-1 0 0 16,-1 2-14-16,-3 2 9 0,1 0-9 0,-3-1 2 0,0 2-9 16,0 0-5-16,2 0 1 0,-1 0-17 0,0-5-94 15,0 0 2-15,0 1-35 0,1 2-21 0,-2 0-43 16,1 1-20-16</inkml:trace>
  <inkml:trace contextRef="#ctx0" brushRef="#br0" timeOffset="101167.01">29398 7794 990 0,'0'0'76'0,"0"0"6"0,-1 0 8 0,0 0-17 15,0-1-11-15,-1 1-23 0,1 0-30 0,1 0 1 16,0 0-9-16,0 0 3 0,0 1-2 0,0 1 0 0,-1 0 0 16,0 3 0-16,-1 8-3 0,-2 2 0 0,1 0 0 15,-1-1 3-15,-1 0 3 0,2-1-3 0,-1-1 1 16,0 0-5-16,0-2 10 0,0 0 3 0,2-3 3 16,0-1 5-16,1-3 6 0,-1 2-2 0,2-3 3 15,-1 2-13-15,1-2-13 0,0 1 5 0,0-1-5 0,0-1 14 16,0 0-11-16,0 2 0 0,0-1-2 0,1 0 5 15,1-1-3-15,-1 1 3 0,0-1-2 0,0-1 6 16,1 0-7-16,1-1 0 0,2-1-3 0,3-2-7 16,0-2 6-16,3 2-2 0,-2-7 3 0,0-1 0 0,2 0 1 15,-2 0 3-15,4 1-1 0,0 0-6 16,-3 2 6-16,-2 2-6 0,-5-1 6 0,1 4-6 0,-3 1 3 16,3 1 0-16,-2 0 2 0,0-1-11 0,1 2 5 15,-1 0-1-15,0 0 4 0,0 1 3 0,-1 1 2 16,0 0-4-16,0 5 3 0,-1 11-7 0,0-3 7 15,-2 0 0-15,1-3 5 0,-1 0-1 0,1-3-4 16,1-2-3-16,0-1 0 0,-1-2 1 0,1 0 3 16,0-1 2-16,0-1-1 0,0 2 6 0,0-1 0 15,0 0-2-15,0 0 1 0,1-1-11 0,0-1 4 0,1-1 1 16,-1 1 3-16,9-10-4 0,2-5 5 0,-1 1-3 16,-5 0 4-16,-1 1-5 0,2 2-4 0,-3-1 6 15,2 5-5-15,0 0 4 0,-4 4-5 0,2 0-3 0,-3 1 2 16,1 0 9-16,1-1-13 0,-2 1 8 15,0 1-8-15,0 0 14 0,0-1-10 0,0 2-2 0,1 0-3 16,-1 2 9-16,0 0-7 0,2 4 4 0,2 6-7 16,0-2 4-16,-2-2-11 0,2 1-3 0,-1-4-4 15,-2 0-9-15,9-2-4 0,0-2-11 0,1 7-7 16,1-2-117-16,2-4-107 0,-2-2-22 0</inkml:trace>
  <inkml:trace contextRef="#ctx0" brushRef="#br0" timeOffset="101953.57">29773 7453 992 0,'0'0'59'0,"0"0"-5"0,-1-1 28 16,0 0-2-16,0 0-14 0,1 0-42 0,0-1-15 15,0 1-3-15,0 0-1 0,0 0 1 0,0 1 8 16,0 0-5-16,0 0 6 0,1 0-13 0,0 0-1 15,0 1-1-15,0 0-1 0,1 2-7 0,-1-1 8 16,5 11 1-16,0 2 3 0,-2 2 2 0,1 3-1 0,-2 0 0 16,1 1 0-16,-2 5-2 0,0-5-2 0,-1 2 3 15,0 3-1-15,-1-5 14 0,1 2-11 0,0-1 6 16,0-5-5-16,2-1 14 0,-1-2-12 0,0-2-1 16,1 0-4-16,0-2-5 0,0-2 9 0,0 1-3 0,1-3 5 15,-2-2-5-15,0 0-2 0,2-2 6 0,5 5-3 16,0-3 15-16,1-1 8 0,3-3-3 0,-2-2 3 15,5-6-17-15,-1 4-4 0,2-17 1 0,1-8-2 16,-4 0 1-16,2 4 0 0,1-4-4 0,0 3 2 16,0 1-1-16,-2-1 3 0,-2 3-2 0,-2 5 1 15,-2-1-12-15,-1 5 5 0,-1 2 0 0,-4 4 0 16,0 3 1-16,-2 1-15 0,0 3 1 0,2-1-8 0,-1-1-13 16,1 2-1-16,-2 0-6 0,0 0 2 0,0 1-37 15,-1 1-16-15,0 1 1 0,-1 8-6 0,-5 6-15 16,0 3 11-16,0-2 4 0,0-1 9 0,0-1 55 0,4-6 10 15,0-2 5-15,2-3 2 0,0-2 17 0,0 0 3 16,1 0-1-16,0 1 0 0,1-2-6 0,1 0 6 16,2 1-1-16,-1 1 4 0,4 0-14 0,-4-2 8 15,3 3-2-15,-3-3 6 0,-3-1 21 0,1 6 16 16,3 1 1-16,2 5 5 0,-4 0 4 0,0 2 4 16,-3 1-1-16,-1 1 0 0,-3 2-7 0,-1 1-17 15,1 0 6-15,-2-1-7 0,-2 1 14 0,-1-2 8 16,-1-1-2-16,0 0 4 0,1-2 5 0,3-4-25 0,0 1 4 15,1-3-14-15,2-1-14 0,2-1 0 0,0-3-4 16,1 0 4-16,0-1-7 0,0 1 9 0,0-1 3 16,0 0 1-16,1-1-3 0,0 1 4 0,1-2-14 15,14 0 10-15,1-5-25 0,0-1 12 0,1-3-4 0,0-1 5 16,0 1-10-16,-3 1 6 0,-2-1 0 0,-1 2 4 16,-2 0 8-16,-1 3-10 0,-1 0 5 0,-4 2-5 15,2-1 5-15,-1 2 11 0,-1 1-9 0,0 0 10 16,0 0-13-16,-2 1 11 0,1 0-2 0,2 8 3 15,5 7-6-15,-4 1 4 0,-2 1-6 0,-1 0 5 16,-2 1-9-16,-1 0-5 0,0-3 7 0,0-1-7 16,0-2 2-16,0-2 1 0,0-4-6 0,0-1 4 0,0-4-11 15,0-1 10-15,0 2-12 0,0-1 6 0,0-1-51 16,0 0-35-16,0-1 10 0,-1-1-15 0,0-3 27 16,-4-19 16-16,0 0-10 0,0-1 12 0,0 2-13 15,-1-2-25-15,-1 0-8 0,0 0-10 0,0-2-61 0,-2-1-26 16</inkml:trace>
  <inkml:trace contextRef="#ctx0" brushRef="#br0" timeOffset="102101.84">30171 7671 170 0,'-1'0'66'0,"-1"-1"-4"0,1 0 28 16,0-2 5-16,1 2-18 0,-1-3-11 0,0 2-22 16,1 1-11-16,-1-1 1 0,-1-1 11 0,1 2 29 15,0 0 5-15,1 0 3 0,0 1-5 0,0 0-10 16,1 1 1-16,0 0-3 0,2 0 9 0,3 2-13 16,6 2 3-16,5 3-10 0,1-3-27 0,-1 0-23 15,1-1-4-15,-2-2-3 0,0 0-7 0,-2 1-9 0,-3-2 3 16,-2-1-6-16,-3 0-1 0,-3 0-90 0,-1 0-15 15,1 0-37-15,-1 0-150 0</inkml:trace>
  <inkml:trace contextRef="#ctx0" brushRef="#br0" timeOffset="102684.87">28352 8433 562 0,'0'0'4'0,"0"0"-3"0,0 0-3 0,0 0 3 0,0 0-6 16,0-1-6-16,0 0 5 0,0-1 3 0,-2 1 1 16,1 0 7-16,0 0 9 0,0 0 9 0,0-1 3 15,0 1 52-15,-1 0 30 0,1 0-6 0,0 0 10 16,-1 0-21-16,-1-1-22 0,1 1-1 0,0 1-7 16,-2 0-14-16,-1 0-23 0,1 0 0 0,-2 0-7 0,0 3 5 15,-2 1-2-15,2 1 3 0,-2 14-4 16,-1 1-8-16,3 3 0 0,-2 0-4 0,4 0 2 0,-2 3-3 15,2 0-1-15,1 0 2 0,0 1-2 0,1-2 8 16,0-1-12-16,-14 3 6 0,8-3-7 0,2-1 0 0,3-2-3 16,0-2-1-16,2-2-2 0,0 0 0 0,1-1-11 15,0-3 1-15,0 1-5 0,0-5-4 0,0 1-7 16,0-5 2-16,0 0-4 0,0-1 1 0,0-3-39 16,0 0 8-16,0 1-18 0,0 1 0 0,0-1-80 15,0-1-20-15</inkml:trace>
  <inkml:trace contextRef="#ctx0" brushRef="#br0" timeOffset="103003.19">27794 9037 1252 0,'0'0'37'15,"-1"-1"4"-15,0 0-13 0,0 0-12 0,-1 0-10 16,1-1-26-16,1 1 3 0,0 0 3 0,1 0 2 16,4-1 17-16,18-9-9 0,1 3 5 0,2 2-4 15,3 0 3-15,4 1 14 0,4 1-6 0,4 0 12 0,0 1 18 16,2-1 33-16,0 2-5 0,-2-1 10 16,2 1-23-16,-6 0-35 0,0 0 2 0,-3 2-14 0,-5 0 3 15,-3 0-14-15,-1 0 5 0,-5 2-6 0,-3-1 5 16,-5 0 0-16,-1 0-4 0,-4 0 4 0,-1 0 3 0,-2-1-9 15,0 0 3-15,-2 0-7 0,1 0 5 0,-1 0-7 16,-1 0-5-16,0 0-8 0,0 0-77 0,-1 0-42 16,0 0-16-16,0 0-13 0,-1 0-117 0</inkml:trace>
  <inkml:trace contextRef="#ctx0" brushRef="#br0" timeOffset="103202.5">28067 9229 1557 0,'-1'-1'138'0,"0"0"-184"0,-1-1 157 0,0 1-89 16,1 0-43-16,0 0-14 0,1 0-8 0,0 1 1 15,2 0-11-15,17 1-42 0,8 1-52 0,-1 2-6 16,0 1-238-16</inkml:trace>
  <inkml:trace contextRef="#ctx0" brushRef="#br0" timeOffset="103318.5">28285 9165 1075 0,'0'0'31'0,"0"-1"2"16,-2 0 16-16,1 0-18 0,0 0 2 0,0 0-49 0,1-1 3 16,0 1-9-16,1 0 6 0,0 0-28 0,2 1-167 15,12-1-79-15</inkml:trace>
  <inkml:trace contextRef="#ctx0" brushRef="#br0" timeOffset="104402.65">28794 6502 390 0,'-1'0'103'0,"-1"-1"6"0,1 0 46 0,-1-1-38 0,-2 0 2 16,-5-5-75-16,3 4-20 0,-1-1-8 0,5 3 0 15,-2 0-17-15,2 0 0 0,-1-1-6 0,2 2 5 16,-1 0-4-16,0-1 2 0,0 1-3 0,0 0 2 16,0 0 5-16,-1 0-8 0,2 0 9 0,0 0-10 15,0 0 15-15,0 0 17 0,-1 0-3 0,1 0 8 16,0 0 2-16,0 0-1 0,0 0-4 0,0 0 2 0,-1 0-9 16,1 0-7-16,0 0-2 0,0 0-3 0,1 0-3 15,0 0-3-15,0 0 0 0,0 0 0 0,0 0-9 16,0 0 13-16,-1 0-3 0,-1 0 5 0,2 0-3 0,0 0-2 15,0 0 7-15,0 0-6 0,0 0 8 0,0 0-12 16,0 0 1-16,0 0-4 0,0 0 6 0,0 0 8 16,0 0-3-16,0 0 3 0,0 0-3 0,0 0-2 15,0 0 1-15,0 0-2 0,2 0 6 0,-1 0-9 16,0 0 0-16,0 0-2 0,0 0 8 0,1 0-9 16,-1 0 10-16,0 0-11 0,1 0 6 0,1 0-1 15,-1 0-1-15,3 0 1 0,3 0 12 0,2 0 8 0,2 0-3 16,2 0 3-16,4 0-13 0,1 0 4 0,2 0-2 15,5-1 3-15,0-1 2 0,7-2-11 0,4 1 3 16,2-1-7-16,2 1-1 0,3-1 2 0,-2-1 6 16,3 2 0-16,1-2 8 0,-2 0-7 0,0 2-5 15,2-1 0-15,3 2-4 0,4 1 5 0,1 0 0 16,-5 1 2-16,2-2 0 0,-5 2-4 0,-1 0 2 0,-2 0-4 16,-1 0-6-16,0-1 6 0,1 1-2 0,2-1 4 15,-3-1-2-15,6-1 7 0,-2 0-7 0,0-1 8 16,0 1-8-16,-5-2 1 0,-2 0 1 0,-5 2 2 15,0-2-2-15,0 2 5 0,-1-1 2 0,2 1 1 16,1-1-4-16,-3 3 5 0,-3 0-6 0,-3 1 6 16,-3 0-13-16,-2 0 3 0,0 0-3 0,-3 0 4 0,-1 1 0 15,-3 0-2-15,-4 0 4 0,-2 0-4 0,-2 1 0 16,-1-2 8-16,-1 0-4 0,-2 0 4 0,-2 0 0 16,2 1-5-16,-1-1 2 0,0 0-2 0,1 0 12 0,-2 0-6 15,0 0 9-15,0 0-8 0,1 0 8 0,-1 0-12 16,0 0 0-16,0 0-5 0,0 0-3 0,0 0-1 15,1 0-1-15,-1 0 1 0,0 0-1 0,0 0-2 16,0 0-2-16,0 0 1 0,-1 0-14 0,0 0 4 16,0 0-7-16,0 0 3 0,0 0-31 0,0 0-72 15,0 0-9-15,0 0-31 0,0 0-123 0</inkml:trace>
  <inkml:trace contextRef="#ctx0" brushRef="#br0" timeOffset="106138.68">30219 6360 248 0,'0'0'50'16,"-1"0"-2"-16,0-1 49 0,-1-1-17 0,1 1 7 0,0 0-42 16,0 0-16-16,0 0 6 0,0 1-9 0,-1 0 1 15,1 0-17-15,0 0 0 0,0 0-5 0,0 0 6 16,1 1-3-16,0 0 5 0,1 0-4 0,0 2 13 0,1-1 4 15,11-1 2-15,5 1 1 0,2 2 14 0,3-3 14 16,2 0-6-16,5 15 8 0,1-8-5 0,7-5-3 16,5-3 5-16,6-1-6 0,5-2-16 0,0-2-8 15,0-2-4-15,0 1 0 0,-2 0-15 0,-1 1-3 16,4 1 2-16,-2-1 0 0,3 2 7 0,-2 1-14 16,-6 1 4-16,-5 0-5 0,-9 1 9 0,-8 0-9 15,-5 1 2-15,-5 0-5 0,-2 1 4 0,-4-1 1 16,-2 0-5-16,-3-1 4 0,-1 1 2 0,-1-1-4 15,-1 0 3-15,0 1-6 0,1 0-8 0,-1 1 8 0,0-2-5 16,0 0 4-16,-1 0-29 0,0 0-63 0,0 0-12 16,-1 0-22-16,0 1-101 0</inkml:trace>
  <inkml:trace contextRef="#ctx0" brushRef="#br0" timeOffset="107491.7">30812 6422 736 0,'0'0'-4'0,"0"0"2"0,0-1-10 15,1 0-3-15,0 0-2 0,0 1-20 0,1 0-37 16,0 0-3-16,2 0-14 0,0 0-32 0,-2 0 21 16,-1 0 17-16,1 0 8 0,0 0 91 0,0 0 84 15,1 0-1-15,-2 0 31 0,0 0 24 0,0 0 3 16,0-2-8-16,1 1 2 0,-1 0-50 0,-1 0-29 16,0 0-2-16,0-2-8 0,0 1-16 0,0 0-25 0,0-1 2 15,0 2-11-15,0 0-11 0,0 0 1 0,0 0-3 16,0-1 3-16,0 1-6 0,0 0 6 0,0 1 6 15,1 0 0-15,0 0-5 0,0 1 9 0,0 0-10 0,1 1 11 16,-1 0 1-16,0 0 11 0,1 4-3 16,3 5 4-16,-1-2-6 0,-1 2 5 0,2-1-7 0,-1 2 5 15,1 2-15-15,-1 1-2 0,-1 2 2 0,1 1-4 16,-2 0 0-16,0 2 6 0,0 2-7 0,-2-2 6 16,0-1-10-16,-3 1 7 0,1 2 4 0,-2 2 0 15,0-2 3-15,-1 0-14 0,0 0 6 0,1-1-7 16,0 1 9-16,-1 0-5 0,1-2-2 0,-1 1 0 15,0-1 6-15,2 0-5 0,-1 0 1 0,2-4-3 16,-1-1 5-16,1-2 3 0,1-3 3 0,0 0-2 0,0-1 1 16,1-3-7-16,-2 0 1 0,2-2-1 0,0-1-1 15,0 0 5-15,0 0-6 0,0-1 5 0,0 1-2 16,0 0 1-16,0-1 3 0,0 1-2 0,0-1 9 0,-1-1-8 16,0 0 6-16,0 0-6 0,0 1 4 0,0-1-1 15,-2 0-3-15,2-1 3 0,-8 2-4 0,0 1 6 16,1-2-2-16,0 0 2 0,1 0-7 0,-3 0-3 15,2 1 5-15,0-2-3 0,0 0 14 0,1 0-12 16,0 0-4-16,-2 0-1 0,4 0 1 0,-1 0-1 16,-1 1 2-16,3-1-2 0,-2 1 3 0,0 0-4 15,3-1 8-15,-2 0-7 0,2 0 6 0,-1 1-4 16,2-1-1-16,1 0-2 0,-2 1 3 0,1 1-7 16,-1-1 1-16,1 0-3 0,0 0 7 0,1 1 5 0,-1 1-3 15,0 3 5-15,0 1-5 0,1 1-1 0,1-2-2 16,0-1 1-16,0-1 0 0,0 0-3 0,1 2 4 15,1 0-4-15,0-2 11 0,1 1-3 0,9 0 4 0,2-3-5 16,-1 0-2-16,1 1 6 0,0 6-6 0,2-1 6 16,1-1-5-16,2-1 11 0,1-1 3 0,-1-1 2 15,5 0-2-15,-2 1-12 0,0-2 0 0,-1 2-3 16,0 1 4-16,-7-1-4 0,2 2 0 0,-4-1-2 16,-2-2 3-16,3 3-2 0,-6-2 4 0,0 0-5 15,1-2 0-15,-5 3 2 0,2 4-3 0,-1-4 3 16,-1-2-1-16,2 3 4 0,-2-1 2 0,0-1 1 0,-1 0-4 15,-1-1 7-15,-1 0-3 0,0 1 4 0,-1 0-8 16,-2 1 4-16,-3 1-5 0,-5 0 5 0,-9-1-6 16,0 1 0-16,1-1 1 0,2 1 1 0,0 0 4 0,-2 2-4 15,2-2 4-15,-1-2-6 0,0 3-6 0,1-1 6 16,-1-3-1-16,1 2 4 0,-2-1 1 0,0 1-5 16,-1 0 5-16,0 0-4 0,-1-1 3 0,3 1 0 15,2-1-1-15,-2 1 2 0,6-1-2 0,3-2 0 16,-2 2-7-16,7-2 5 0,0 1 0 0,-2-2 0 15,5 1 3-15,0-1-4 0,0 0-11 0,-2 2 8 16,1 1 0-16,1-2 4 0,1 2-2 0,0-2 2 0,0 1-4 16,2 0 3-16,-1 0-11 0,17 1 10 0,2-1 3 15,0 1 1-15,-1-1 7 0,0-1-16 0,-1 1 0 16,1-3-4-16,0 5 11 0,-1-3 2 0,-1 1-1 16,0 2 1-16,-1-4-5 0,-2 0 5 0,-1 1-1 15,-2-2 2-15,1 2-3 0,-5 0-1 0,-1-2 0 0,-3 0 1 16,-1 2 2-16,0-1 0 0,-1 0-2 0,0 3 2 15,1-2-1-15,3 3 3 0,-3-2 0 0,2 3 1 16,-3-2 1-16,0 1-6 0,0 3 2 0,-1-1-4 16,-2 4-4-16,-3 2 7 0,-1 2-1 0,1-1 2 15,-1-2-2-15,0 1-1 0,1-1 2 0,0 1-1 16,1 1 3-16,0-2-1 0,1 1-2 0,-1 1 0 0,2 1 0 16,-1 0-3-16,1 2 3 0,1-1-1 0,-1 2 4 15,-1 2-3-15,2 2 0 0,-1 1-1 0,-1 2-3 16,2 2 5-16,-1 2-1 0,-1 0 2 0,1 1-3 15,0 0 3-15,1-2-2 0,-1-1 3 0,1-1-4 0,-1-1-2 16,1-1 2-16,-1-4-2 0,1-1 3 0,0 1 3 16,0-3-1-16,0-2 3 0,0 1-5 0,-1 0-3 15,2-1 3-15,-1-2-3 0,0-1 8 0,0-2-2 16,0 1-2-16,1 1 1 0,0-2 2 0,-1 0-8 16,1 0 6-16,0-2-6 0,0 2 11 0,0-2-2 15,0 0-4-15,0-1 1 0,0 0-14 0,0-2 13 16,0 1-5-16,0-1 9 0,0 0-3 0,0 1-2 15,0-4-3-15,0 2-1 0,0-3-20 0,0 0 11 0,0 0-16 16,0 0 4-16,0 0-102 0,0-1-117 0,0 1-20 16</inkml:trace>
  <inkml:trace contextRef="#ctx0" brushRef="#br0" timeOffset="107872.88">30353 8743 696 0,'0'-1'435'0,"-1"0"-648"16,0 0 529-16,-1-2-314 0,1 1-24 0,1 0-15 15,0 1 8-15,0-1-7 0,1 1 21 0,1 0 6 16,2 0 6-16,14-3-2 0,1 3 2 0,4 1 11 16,2 3-4-16,4 0 10 0,1 1 9 0,0 0 22 15,1 0 1-15,-4-2 7 0,1 1-7 0,-5-2-28 16,-5-1-4-16,-1 0-6 0,-3 0-8 0,-3 0 11 16,-1 1-7-16,-3 0 8 0,-1 0-5 0,-1 0-3 15,-2-1 8-15,1 0-7 0,-2 0 0 0,1 0-4 0,-2 0-2 16,0 0-1-16,0 0-8 0,1 0-1 0,1 0-2 15,-1 0-2-15,0 0-22 0,0-1-51 0,-1 0-8 16,0 0-17-16,0 0-70 0,0 0-100 0</inkml:trace>
  <inkml:trace contextRef="#ctx0" brushRef="#br0" timeOffset="108074.43">30388 8900 1260 0,'0'0'74'0,"0"-1"179"0,0-1-246 15,1 1-2-15,2 0 3 0,14-2-4 0,12-1 5 0,1 4-9 16,10 1 4-16,-2 2-5 0,2-1 1 0,2 1-11 16,-4 1-7-16,-3-1-3 0,-1 0-38 0,-3-1-134 15,-4 0-18-15,-1 1-52 0,-3-2-170 0</inkml:trace>
  <inkml:trace contextRef="#ctx0" brushRef="#br0" timeOffset="108992.71">31274 7444 1342 0,'0'-1'67'0,"0"0"-64"16,-1-2 78-16,-1-5-34 0,1 1-10 0,1 3-40 16,0 3-1-16,0-1-12 0,0 0 5 0,0 0-6 15,0 1 8-15,0 0-7 0,0 1 8 0,0 1-2 16,-1 0 4-16,-2 11-2 0,-5 12 8 0,-1 3 2 15,0 1-2-15,-2 1 4 0,0 3-2 0,0 1-2 0,-1 1 4 16,1 0-3-16,1-3 7 0,0-3 6 16,1-3-1-16,0-2 4 0,0-2-3 0,2-2 5 0,0-1-6 15,3-4 5-15,-2 1-13 0,1-2-6 0,1-2 3 16,2-3-3-16,0-1 7 0,1-2-3 0,-1-2 0 16,2-2 0-16,0 1 5 0,0-1 3 0,-1 1-4 15,0 0 4-15,0 0-2 0,0-1-12 0,-1-1 4 0,1 0-7 16,0-1-3-16,0-2 1 0,0-12-3 0,2-7 4 15,2-3 3-15,3-2 7 0,0-1-1 0,2-1 4 16,1 1-2-16,-1 1 2 0,1 0-3 0,1-1 2 16,-1-1-2-16,-1 0-5 0,1 2 0 0,-1 1-2 15,0 3 4-15,-1 3-1 0,1 0 2 0,1 2-1 0,-1 3-1 16,0 2 1-16,-1 2-3 0,-6 3 2 0,8 1-4 16,0 2 7-16,2 1 1 0,0 1 1 0,1 1-2 15,1-7 6-15,-1 3-1 0,-3 2 1 0,2 2-9 16,0 2 4-16,-1 1-1 0,0 3 3 0,-1 0-5 0,-7-3 2 15,3 16-2-15,7 1 4 0,-5-1 2 0,-3 2-7 16,-3 0 4-16,-2 0-4 0,-2 2 12 0,-3-1-3 16,-2 1-6-16,-3-2 3 0,9-2-3 0,-16 0 0 15,0-3 6-15,1-5-4 0,0 1 10 0,1-3-6 16,-2-1 0-16,3 1-2 0,0-4 0 0,4 0-2 16,0 4 0-16,3-3-2 0,1 0-5 0,0 0 6 15,2-3-2-15,4-1 4 0,-1 0-3 0,1 0 2 16,0 0-2-16,-2 0 0 0,2 0-5 0,-1 1 3 0,-1 0 2 15,1 0 0-15,1 0-10 0,0-1 4 0,-1 0-3 16,1 2 5-16,0-1 1 0,0 0 4 0,1 0-2 16,0 1 3-16,0 1 0 0,2 7-3 0,2 1 0 15,3 1 0-15,-2-5 2 0,2 3 2 0,9 1-3 0,1-2 2 16,1 4 5-16,1-2 11 0,2-1-1 0,1 1 1 16,0 0-16-16,-2-2-4 0,1-1 0 0,-2 2-1 15,-2-2 2-15,-2 0-4 0,-6-1 3 0,0-1-5 16,0 0 1-16,1-1-17 0,-2-2 0 0,-2 0-7 15,-5-1-11-15,2 0-29 0,-1 1-16 0,1-1-6 16,-1-1-59-16,1 0-44 0,-1-1-1 0,0 0-22 16,5-1-64-16</inkml:trace>
  <inkml:trace contextRef="#ctx0" brushRef="#br0" timeOffset="109424.91">31677 7641 1044 0,'0'-1'241'0,"0"0"59"0,-1-1-127 15,0-1-118-15,0 0-25 0,1 1-6 0,-2-1-27 16,1 1-2-16,0 0-7 0,1 0 5 0,0 1 2 16,0 0-4-16,0 0 2 0,0 0-11 0,0-1 3 0,0 2 2 15,0 0-1-15,0 0 5 0,0 0 12 0,0 0-3 16,0 0 6-16,0 0-6 0,0 2 3 0,0-1 5 15,0 0-2-15,0 1 6 0,-1 5-8 0,-4 9 2 16,0 0-2-16,-2 5 13 0,2 2-14 0,-1-1-1 0,-1 3-3 16,1-3 5-16,0 0-4 0,-1 2 3 0,3-4-5 15,0 1-2-15,0-2 3 0,3-2 1 0,1 0 0 16,0-2 11-16,0-2-11 0,0-1 5 0,1-3-6 16,1 1 10-16,1-2-2 0,0 0-1 0,1-1 1 15,-1-1 8-15,0-2-11 0,3 2 3 0,3-4-5 16,3 1 14-16,-1 1-11 0,4-3 6 0,0 0-9 15,1 10 5-15,1-4 0 0,4-2 0 0,-2-3 0 0,1-2-6 16,-1-1 3-16,1-2-4 0,-3 0 3 0,1-2-9 16,-2 2 3-16,5-2-7 0,-6 1 6 0,1 1-13 15,-7 1-11-15,-4 0-1 0,5 0-5 0,-6 1-23 0,3-1-88 16,2-2-12-16,-5 2-42 0,4-3-185 0</inkml:trace>
  <inkml:trace contextRef="#ctx0" brushRef="#br0" timeOffset="111241.99">30885 6496 357 0,'0'-1'0'0,"-2"0"3"16,1 0 27-16,0-1-12 0,0 1-6 0,0 0-28 15,-1 0-9-15,1 0-8 0,0 0-3 0,-1-1 4 16,1 2-6-16,-4-3 27 0,-1-2-8 0,0 0 14 15,0 1-2-15,0-1 54 0,0 2 2 0,2-1 20 16,-1 0 17-16,2 2-6 0,-1 1-5 0,2-4 3 16,-1 2-2-16,2 0-28 0,0 0-4 0,0 0-11 0,-2 0-22 15,2 1-15-15,0-1 10 0,0 1-13 0,0 0 7 16,1-1-2-16,0 1 1 0,0 1-2 0,0-2 9 16,0 1 0-16,0 0 6 0,0-1-3 0,0 1 12 0,0 0-9 15,0 0 2-15,0 1-3 0,0 0 7 0,0 0 4 16,0 0 3-16,0-1 1 0,1 1 7 0,0 0-10 15,0 0 2-15,2 0-5 0,2 0-5 0,10-1-8 16,2 1 1-16,1 1-2 0,4 0 6 0,4 0 3 16,1 0-6-16,5 0 6 0,1 0 7 0,4-1 7 15,3 0 4-15,0-1-2 0,3 0-2 0,-3 1-8 16,0 0 4-16,6 0-5 0,1 0 0 0,3-1-15 16,5 1 1-16,2 1-4 0,1-1 4 0,-2 0-7 15,-2 0 4-15,-3-2-4 0,-4 1 8 0,3 0-7 0,2-1 1 16,0 1-1-16,3 0 13 0,-1-2-11 0,-1 1 6 15,-4 0-8-15,0 1 0 0,-5 0 0 0,2-1 0 16,-4 1 0-16,0 0-1 0,-1-1 5 0,-1 1-7 0,-3 1 6 16,-1-1 0-16,-8 2-4 0,-6 0 1 0,-1 0-3 15,1 0 5-15,-6 0 0 0,0 0-2 0,-1 0-1 16,-5 0-7-16,1 0 8 0,-1 0 3 0,-1 0-1 16,-2 2-3-16,-1-1 3 0,-3-1-3 0,-2 0 3 15,2 0-3-15,-2 0 1 0,0 0-1 0,2 1 1 16,-1-1-3-16,0 1-9 0,0 0 4 0,1 1-5 15,-1-1 0-15,-1 0-48 0,0 0-20 0,1 0-15 0,-1 0-121 16,0 1-138-16</inkml:trace>
  <inkml:trace contextRef="#ctx0" brushRef="#br0" timeOffset="112009.84">32440 6347 956 0,'0'0'-7'0,"0"0"0"15,0 0-2-15,0 0 0 0,0 0 1 0,0 0-4 0,0 1 6 16,0 0 3-16,-1 0 0 0,0 2 2 0,-1-1 6 16,-2 3 0-16,-1 1 4 0,-2-2 7 0,4 0 23 15,-1-2 4-15,1-1 8 0,0 2 16 0,1-1 5 16,0 0-9-16,0 1 6 0,1-2-15 0,0 0-22 16,0 0 12-16,0 0-16 0,0 1-1 0,-1-1-15 15,1 0 0-15,0 0-3 0,0 0-1 0,0 1 6 16,0-1-5-16,1 0 4 0,0 0-9 0,0 0 0 15,0 0-1-15,0 1 0 0,0-1-3 0,0 0 1 0,0 0 2 16,0 0-2-16,-2 0-2 0,1 2 1 0,0 2-1 16,-1 7 3-16,-1 3-1 0,0 1 6 0,-3 4-3 15,-1 1 3-15,-1 3-7 0,1-1-2 0,-1 3-2 16,4-1-1-16,-1 3 5 0,2 0 4 0,-1 2 2 0,1-3-3 16,-1-3-9-16,0 0 6 0,1-3-3 0,-1 0 5 15,2-1-4-15,0-2 5 0,-1 1-6 0,1-1 6 16,-2 0-3-16,1 1 3 0,-1-1-2 0,1-1 0 15,1 1-3-15,0-2-2 0,1-2 7 0,0-1-3 16,1-2 2-16,0-3 1 0,0-1-2 0,0-1 2 16,0-2-2-16,0-2-1 0,0 2-4 0,0-3 1 15,0 1 4-15,0 0 0 0,0 1 4 0,0-1-5 0,0 0 0 16,0 0-7-16,0-1 5 0,0 0-6 0,0 0 2 16,-1 0-8-16,0 1-1 0,-2-2 1 0,1 0 13 15,-6 0-11-15,1 0 7 0,2 0-8 0,-1-2 8 0,3 1-29 16,-2 0 0-16,0 0-10 0,2 0-9 0,0-1 14 15,1 1-5-15,1 1 8 0,-2-1-6 0,1 0-10 16,-2-3-6-16,1 0-4 0,1-1-30 0,-4 0-23 16,1 2-3-16,-3 0-9 0,-2 1-21 0,-3-7 2 15</inkml:trace>
  <inkml:trace contextRef="#ctx0" brushRef="#br0" timeOffset="112476.21">31837 7130 620 0,'0'0'117'0,"-1"0"265"0,0 0-367 0,-1 0-15 15,1 0-1-15,0 0-6 0,0 0-4 0,0 0 8 16,0 1 2-16,1 0 1 0,0 0 5 0,0 1-4 16,0-1 4-16,0 0-4 0,1 0 0 15,0 0 22-15,1 1-5 0,9 0 14 0,8-1 15 0,3-3 1 16,5-4 2-16,5-2-4 0,3-4-11 0,5 0-5 15,1 0 4-15,0 1-3 0,1-1-3 0,-1 0-8 16,-1 1-3-16,2 2 0 0,3 2 2 0,-2 0-6 16,1 2 7-16,-2 3-6 0,-2 0 6 0,-3 0-10 15,-5 2-4-15,-4 0 0 0,-6 2-2 0,-5-1-5 0,-4 1 3 16,-3 0-3-16,-5 0 1 0,-2-1-5 0,-2-1 3 16,0 0-4-16,2 1 7 0,-1 0 5 0,0 0 1 15,1 0 2-15,-2 1 8 0,0-1-29 0,0-1-4 16,1 0-14-16,-2 0-49 0,0 0-71 0,-2 0-4 0,1 0-28 15,-1 0-69-15</inkml:trace>
  <inkml:trace contextRef="#ctx0" brushRef="#br0" timeOffset="112812.55">31856 7415 1021 0,'0'-2'357'0,"0"1"-527"16,-1 0 434-16,-1 0-258 0,1-2-24 0,0 2-59 16,0 0 12-16,1 0-21 0,0 0 45 0,1 0 21 15,1-1 3-15,8 1 5 0,9 0 12 0,4 1 3 16,3 0 4-16,-1 0-1 0,4 0 17 0,4 0 27 15,-2 0-1-15,2-1 10 0,0 0-4 0,-4 1-2 16,2 0-4-16,1 0 0 0,1 0-13 0,1 0-11 0,-1 0-4 16,-1 0-2-16,2 0-12 0,-7 1-12 0,2 1 6 15,-5-1-10-15,-7 1-6 0,5-1 4 0,-6-1-4 16,-1 0 6-16,-2 0-4 0,-9 0 5 0,1 0-8 0,-4 0 2 16,1 0-55-16,1 0-90 0,-1 0-29 0,1 0-27 15,-2 0-189-15</inkml:trace>
  <inkml:trace contextRef="#ctx0" brushRef="#br0" timeOffset="113211.54">32249 7445 1290 0,'0'0'39'0,"0"-1"0"0,0 0 45 16,0 0-24-16,0-1 13 0,0 1-59 0,0 0-20 15,0 0 3-15,0 0-8 0,0 0 13 0,0-1-10 16,0 1 8-16,0 1-8 0,0 0 11 0,0 1-3 16,0 1-5-16,0 0 2 0,0 4-1 0,0 10 4 15,-3 2 3-15,1 2-1 0,-2 1 2 0,0 4-4 16,-1-1 0-16,0 3-1 0,1-1 1 0,-2 4 1 16,0-1-1-16,0-1 3 0,-1 2 5 0,1-6-4 15,0 2-1-15,1-1-1 0,1 0-6 0,-1-2 7 0,0 1-2 16,2-1 5-16,2 0 6 0,-2-1-3 0,2-1 1 15,0 0-3-15,0 2 7 0,1-2 1 0,0 1-4 16,0 2 1-16,0-3-1 0,1-1 0 0,0 1 2 16,0-2-2-16,2-2-2 0,-2 2-9 0,0-3 6 15,0 0-7-15,0-1 8 0,-1-6-6 0,1 1 0 0,-1-4-1 16,0 1 5-16,0 0 2 0,0-2 2 0,0-1-1 16,0-2-4-16,0 0 2 0,0-1-6 0,-1 2 3 15,1-1-11-15,-1 0-30 0,1 1-4 0,0-1-10 16,0 0-11-16,0-1-82 0,0 1 7 0,0-1-41 15,0 0-58-15</inkml:trace>
  <inkml:trace contextRef="#ctx0" brushRef="#br0" timeOffset="113544.57">31805 8491 1080 0,'0'0'56'0,"0"-2"135"0,0 1-179 0,0 0-19 0,0 0 4 15,0 0-11-15,1 1 3 0,1 0 17 0,0 0-6 16,13 3 9-16,5 2-6 0,5 2 7 0,0 1 9 0,3 0-4 15,1 1 12-15,2-1-1 0,2 0-8 0,-3-1 4 16,-1 0-13-16,-6-1-21 0,-3-1 3 0,-5-2-9 16,-2 0 6-16,-3-2 7 0,-2 0-4 0,-3-1 5 15,-2 0-3-15,-2 0-1 0,1 0-13 0,0 0 1 16,0-1-66-16,-1 0-33 0,1-2-8 0,-2 1-12 16,1-6-68-16</inkml:trace>
  <inkml:trace contextRef="#ctx0" brushRef="#br0" timeOffset="113727.65">31738 8773 1679 0,'0'0'28'0,"0"0"3"0,0-1 2 16,0-1-12-16,0 1-2 0,0 1-27 0,1 0 5 15,1 0-4-15,1 0 4 0,15 0-10 0,2 0-33 16,4-2-7-16,9-2-8 0,3-3-20 0,2-1-82 15,7-4-28-15,-4-2-37 0,0-3-262 0</inkml:trace>
  <inkml:trace contextRef="#ctx0" brushRef="#br0" timeOffset="114196.65">32748 7376 735 0,'0'-1'67'16,"0"-1"-96"-16,-1 0 77 0,1 0-44 0,-5-8 4 0,3 4-37 15,0 1 13-15,-1-1-22 0,2 2 22 0,0 1 7 16,0-2 6-16,0 0-1 0,-2-1-1 0,2 2 22 16,0 0 9-16,-1-2 10 0,0 3 48 0,0-2 21 15,0 1-9-15,1 2 11 0,1 1-28 0,0 0-38 16,-3 0 2-16,-1-3-15 0,-1 0-19 0,-1 1-3 16,-1-1-2-16,-5 2 1 0,0 3 5 0,-1 4-8 15,-3 4-2-15,-2-3-2 0,3 14-5 0,-4 0 12 16,-5 4-5-16,6-2 6 0,-1 0-8 0,4 2 5 0,9-1 2 15,-1 0 0-15,-3-1 0 0,9-2 5 0,-1-1 0 16,1-1 1-16,-10 0-1 0,5 0 2 0,4 0 1 16,3-2-1-16,4-1 3 0,2 1-2 0,1-2 1 0,-7 0-2 15,13-3-5-15,3-2-7 0,5-1-3 16,-3-2-2-16,-4 0-16 0,4 0-4 0,-5-4 3 0,0-1-2 16,-1 8 13-16,-1-5-12 0,0-1-5 0,0-3-5 15,1-2-48-15,-3-1-52 0,3-3-11 0,0-2-22 16,-2 5-115-16</inkml:trace>
  <inkml:trace contextRef="#ctx0" brushRef="#br0" timeOffset="114895.4">32680 7761 1258 0,'0'-1'2'0,"0"0"1"0,0 0-1 15,0 0-15-15,0 0 4 0,0 1-37 0,0 0 5 0,0 0-11 16,0 1 4-16,0 0-44 0,0 1 4 0,0-1 2 16,3 11 2-16,-1-1 23 0,0-2 38 0,1-1 0 15,-1-2 17-15,-1-2 51 0,-1-3 57 0,0 0 0 16,2 2 16-16,1-2-16 0,3 2-15 0,-3-2-3 0,2 2-5 15,2-2-19-15,1-1-25 0,-1 0 0 0,3-1-9 16,-2-3-6-16,1 0-15 0,1-4 5 0,0 4-9 16,-4-12 5-16,4-1-12 0,-5 0-2 0,1-3-3 15,5 4 5-15,2 2 1 0,4-4 5 0,-6 4-2 16,1-2-2-16,-10 3 6 0,6 1-2 0,-2 4 4 16,0-1-7-16,-2 2 9 0,-4 6 0 0,1-2 5 15,0 0-8-15,0 1-3 0,2 0-4 0,-2 0 2 0,0 1 6 16,0 1-7-16,-1 0 4 0,0 1-4 0,0 1 8 15,-8 18-8-15,0-3 5 0,-2 2-7 0,1 3 5 0,-1 0 0 16,2 1-2-16,0 1 2 0,-1-2 1 0,2-2 3 16,-1-1-3-16,4-4 2 0,1 0-6 0,2-3 8 15,1 0 2-15,0-3 2 0,0-2-1 0,1 0 6 16,1-2 5-16,-1-3 0 0,0 1 4 0,0-3-10 16,7 6 4-16,6 2-5 0,-2-3 2 0,1-3-5 15,-7-2-7-15,6 0 6 0,4-2 2 0,1-3-6 16,2-3 0-16,-1-2-4 0,-11 6 0 0,10-3-2 15,6-9-1-15,-9-3-1 0,5 2-3 0,-5-2 4 0,-1 1 2 16,-4 2 0-16,4-1 4 0,-6 3 2 0,-2-1-1 16,2 2 0-16,-1-1 1 0,-2 5-2 0,-2-2 6 15,4 3-5-15,-2 2 2 0,-3 2 0 0,0 2-8 16,0 0 5-16,0-1-8 0,1 2 0 0,-1 0 2 0,0 1-3 16,-1 0 3-16,0 1 6 0,0 4-3 0,-4 18 3 15,1 0-8-15,-3 1 5 0,0 0 3 0,0-2 0 16,3 1-2-16,0-3-1 0,2-3-2 0,1 0 2 15,0-2 3-15,2-2-4 0,1-1 3 0,-1-3-4 16,1-3 0-16,-2-1 0 0,0-3-8 0,-1-1 3 16,2 1-30-16,1 1-40 0,-1-2-16 0,5 0-16 15,1-1-114-15</inkml:trace>
  <inkml:trace contextRef="#ctx0" brushRef="#br0" timeOffset="115262.27">32926 6936 472 0,'0'0'1'16,"0"-1"-10"-16,1 0 12 0,0-1 10 0,0 1-13 0,1 0 11 15,-1 0 3-15,0 1 27 0,0 0 2 0,0 0 6 16,-1 0-4-16,2 0 6 0,-1 0 12 0,0 0-2 16,0 0 34-16,0 0-36 0,0 1 4 0,1 0-15 15,-2 0-6-15,0 2-7 0,0-1-3 0,-5 9-2 16,-1 0-14-16,-3 4-5 0,-1-1-9 0,0 2 4 0,6-1-13 15,-3-2 7-15,-5-1 0 0,6-1 1 0,2-3-7 16,1-1-7-16,0-2-5 0,3-4 1 0,-3 1-2 16,2 1-18-16,0-2-14 0,0 0-7 0,0 0-90 15,1-1-93-15</inkml:trace>
  <inkml:trace contextRef="#ctx0" brushRef="#br0" timeOffset="115461.61">33114 6821 1038 0,'-1'0'58'0,"0"0"134"0,0 0-180 0,-1 0 2 0,1 1-5 16,-1 0 2-16,-4 7-18 0,-6 12 9 0,4 0 2 16,0 3 2-16,1-2 4 0,1-1-19 0,-1 1 8 15,0-1-11-15,2 0 10 0,-1 0-30 0,0-5 0 0,0-1-11 16,2-1-22-16,0-5-118 0,4 1-13 0</inkml:trace>
  <inkml:trace contextRef="#ctx0" brushRef="#br0" timeOffset="122952.46">27082 6428 73 0,'-2'0'0'0,"0"-1"7"0,1 1 75 16,-5-3-27-16,1 2 0 0,-1-1-35 0,-2-2-3 0,3 3 2 15,-3-2-2-15,1 0 0 0,5 2-4 0,-4-1-1 16,0-1 9-16,4 2-6 0,-3-1 10 0,1 0 3 16,1-1 0-16,-1 1 2 0,1-1 0 0,-2 0-18 15,3 2-2-15,-2-2-4 0,1-1 0 0,0-1-6 16,1 1 9-16,0 1-8 0,-2-2 6 0,0 1-7 16,-1 0 0-16,1 1 0 0,0 0 8 0,-1 1-6 15,-1-1 2-15,0 1-4 0,0-1 1 0,-1-3-1 16,1 2-1-16,-1-1 1 0,-1 1 1 0,1 0 10 15,-1 1-7-15,-1-1 7 0,2 2-10 0,-2-1-5 0,1 1 5 16,-3-1-5-16,2 0 2 0,-2 1-4 0,1 0-1 16,-6-1 1-16,1 1-4 0,-3-1 6 0,1 1 3 15,-2 0 1-15,-2-1 2 0,3 1-6 0,-1 0-1 16,3-1 0-16,-3 1 19 0,-1 0-16 0,2-1 11 16,3 2-14-16,1 0 4 0,0 0 4 0,0-2-10 0,0 1 8 15,2 1 3-15,1 0-7 0,1 0 4 0,-2-1-4 16,1 2 6-16,-1-1-4 0,-1 1 2 0,0 0-3 15,0 0 1-15,0 0 0 0,0 0 0 0,-1 0 0 16,0 0 0-16,0 0-3 0,-2 0 2 0,0 0-1 0,-3-1 10 16,0-1-10-16,0-1 3 0,3 2-7 0,-2 0 5 15,-2-1 9-15,4 0-2 0,0 1 5 0,1 0-7 16,5 0-10-16,-5 0 7 0,3 1-6 0,-1 0 5 16,-4 0 1-16,3 0-4 0,-2 1 4 0,-1 0-2 0,1 1 3 15,-3 2-1-15,-1-1 2 0,-1 2-5 0,-3 0-1 16,2 0 6-16,-3-1-2 0,2 1 11 0,0 0-15 15,1-1 0-15,-3 1-4 0,3-1 6 0,-5-1 3 16,4 1 2-16,2-1 1 0,-1 1-2 0,-3 0-1 16,2 1 1-16,-2 0 0 0,2 0-7 0,0-2 5 15,1 1-7-15,1 0 7 0,-2 0 0 0,2 1 4 16,1-2 3-16,-2 2-2 0,2 0-7 0,-1-1 0 16,-2 2-2-16,2-1 3 0,-1-1 3 0,-3 2 6 15,3 0 1-15,-5 0 0 0,4-1-9 0,1 0 3 0,1-1-2 16,6 0 4-16,-4 0-5 0,1 0 5 0,2 1-8 15,-3-1 7-15,4 1-4 0,-1 1-7 0,1 0 7 16,0 1-7-16,-2 0 7 0,2 0 3 0,1 0 1 0,-1 3 2 16,0-1-5-16,1-6 8 0,-1 13-6 0,1-2 6 15,0 3-3-15,0 0-5 0,-2 2 7 0,1-2-7 16,-1 2-1-16,2 4 2 0,-1-2-4 0,0 1 4 16,1 2 4-16,-4-7-13 0,2 1 8 0,-2-1-8 15,2 1 14-15,-4-1-5 0,2 0-7 0,4-1 2 16,-3-1-6-16,5 1 12 0,-2 0-1 0,0-1 5 15,2 1-7-15,0 2-4 0,1 1 2 0,1 1-3 0,0 0 12 16,1 2-8-16,3 2 3 0,0-1-6 0,2 4-7 16,-1-1 12-16,0 1-8 0,3-1 10 0,-1 0-6 15,1-1 1-15,-1-2-2 0,1 2 0 0,-1-2 3 16,1 0-2-16,-1-2-2 0,1 1-1 0,-1-1-8 0,2 2 7 16,0-2 8-16,-1-1-3 0,-10 0-6 0,4 0 7 15,3-1-9-15,3-2 9 0,2 2-4 0,0 1 0 16,1-2 2-16,1 3-1 0,1-2-4 0,-1 1 3 15,1 0-2-15,1 1 4 0,1 5 6 0,-1-2-2 16,1 5-1-16,-1-1 0 0,-3-1-3 0,0 2-12 16,-1 1 11-16,0 0-11 0,-2 1 6 0,-3 2 10 15,-1 0-11-15,0 3 10 0,0-1-8 0,-1 4 10 16,1-2-1-16,2 1 3 0,-1 2-1 0,1-7-7 0,2-1 3 16,0-7-5-16,1-2 16 0,-1 2-14 0,1-3 8 15,1 0-10-15,-1 0 6 0,0-1 4 0,1 3-7 16,-1-1 7-16,1 2-2 0,0 2-5 0,0 0 9 15,0 1-6-15,0 3 21 0,0 2 22 0,0-6-9 0,0 3 10 16,2-2-27-16,0-2-5 0,3 5 2 0,0-5-3 16,-1-3 5-16,1 2 1 0,1-5 0 0,1-1 0 15,1 1 4-15,2-1-4 0,-1-2 5 0,-8-2-6 16,16 1 0-16,2-1-9 0,4-1-2 0,2 0-1 16,2 2-4-16,-1-1 9 0,-3 1-7 0,2 1 8 15,-2 0-2-15,1 0-1 0,2 1 5 0,-3-2-4 16,1 2-3-16,-1 0 3 0,-1-1-1 0,-1-2 1 0,0 3-6 15,0-3 1-15,3 3-3 0,3 1 3 0,1-2-1 16,2 1 5-16,2-3-5 0,5 0 5 0,-2-2-7 16,5-1-11-16,-1 0 1 0,-2-2-7 0,3 1-4 0,-1-2 0 15,-2 0 1-15,-1-2-1 0,1 0 4 0,0 0-15 16,4 1 8-16,-2-1-12 0,2 1-2 0,-3-1 22 16,-5 2-13-16,2-1 18 0,-4 0 2 0,-3-1 6 15,-1 0 5-15,-2-2-2 0,-2 1 6 0,1-3-12 16,-1 1 4-16,3-1-7 0,0-1 12 0,1-1-4 15,2 14 4-15,5-6-3 0,3-4 2 0,2-4-11 16,1-1-9-16,-3-1 1 0,1-2-7 0,-3-2 23 16,-2 0-5-16,-5-1 7 0,1 0-17 0,-1-2 10 0,-1 1 1 15,2-2 4-15,0-1 6 0,-1 1-3 0,5-3 0 16,-5 2-1-16,4-2 0 0,-2 0-2 0,-3 0 3 16,-1-1-1-16,-1 0 8 0,1 11-9 0,-2-17-1 15,5-3-2-15,-2-5 1 0,2-1 4 0,2-2-2 0,-1-4 3 16,3 0-3-16,2-6 5 0,1-1-1 0,0 1 2 15,2-1-2-15,1 3-4 0,-1 3 12 0,-1 0-11 16,-4 2 6-16,-10-4 5 0,-4-2 5 0,-4-1 2 16,-3-2 14-16,-1-3 10 0,-3 2-5 0,1-1 7 15,-2 2-9-15,3 2-7 0,-1 1-6 0,1 2 2 16,-1 1-9-16,0-2-14 0,1 1 8 0,0-3-10 0,2-3 8 16,-1-6 3-16,-1-2-4 0,-1-3 5 0,2 2 5 15,0 4 10-15,-3 1 6 0,-1 3 1 0,-2-1 8 16,-4 0-7-16,0-4 5 0,20-5-4 0,-13 0-3 0,-8-1 2 15,-2 0-12-15,-2 5 10 0,-2 0-10 0,1 1-5 16,2 4-5-16,-3-5-1 0,0 0-9 0,0-6-1 16,-1-2 4-16,0-1-4 0,-1 0-2 0,-3 2 0 15,-1 7-3-15,-2 1 2 0,-2 3 2 0,-3-3 3 16,14-1 0-16,-24-3-1 0,-4-3-7 0,-7-1-11 16,-5 3-8-16,-7 6-3 0,-3 4-44 0,-1 3-53 15,-4 6-16-15,2 4-21 0,-7 5-137 0</inkml:trace>
  <inkml:trace contextRef="#ctx0" brushRef="#br0" timeOffset="135879.98">22036 11201 18 0,'0'0'0'0,"0"0"13"0,0 0 4 0,0 0-7 16,0 0 2-16,0 0-17 0,0-1-4 0</inkml:trace>
  <inkml:trace contextRef="#ctx0" brushRef="#br0" timeOffset="136898.51">22106 11127 21 0,'0'0'24'15,"0"0"-6"-15,0 0 20 0,0 0 13 0,0 0-11 16,0 0 13-16,0 0-4 0,0 0 0 0,0 0-2 16,0 0-10-16,0-1 13 0,-1 0-5 0,0-1 9 0,0 1-3 15,0 0-3-15,-1 0 5 0,1 0-5 0,0 0-5 16,0-1-14-16,0 1-3 0,-1 0-1 0,1 0 6 0,0 0-10 15,0-1-2-15,0 1-3 0,0 0-3 0,-1 0-7 16,1 0 4-16,0-2-7 0,1 1 0 0,0 0 9 16,0-1-4-16,0 1 5 0,0 0-11 0,0 0 1 15,0-1 1-15,0-1 0 0,0 1 11 0,0-1-1 16,0 1 0-16,0-1-3 0,0 2 5 0,0-2-5 16,0 2 9-16,0-1-8 0,0 0 8 0,0 2-14 15,0-1 0-15,0-1-4 0,0 2 3 0,0 0-5 16,0-1 3-16,0 0-3 0,0 0 1 0,0 0-1 15,0-1-2-15,0 1 0 0,0 0 6 0,0-1-5 16,0 2 4-16,0 0-4 0,0-1 2 0,0 0 5 0,0 1-4 16,0 0 4-16,0-1-6 0,0 1 7 0,-1-2-1 15,0 1 5-15,0 0-4 0,-1-1 6 0,1 2-8 16,0 0 6-16,1 0-11 0,0-1 12 0,0 1-1 16,0 0 2-16,0 0-13 0,0 0-6 0,0 0 7 0,0-1-2 15,0 1 9-15,-1 0-5 0,1 0-4 0,0 1 0 16,0 0-3-16,0 0 11 0,0 0 1 0,0 0 3 15,0 0-11-15,0 0 7 0,0 0-2 0,0 1 5 16,-1 0-10-16,-1 0 7 0,1 2-7 0,0 1 8 16,-1 8-13-16,-1 0 5 0,2 1 1 0,0 0 3 15,0-1 1-15,0-1 0 0,0 1-2 0,-1 0 0 0,1 0-6 16,1-3 2-16,0 0-3 0,0-1 4 0,0 0 6 16,0 1-2-16,0-1-2 0,0 3-1 0,0-2-3 15,0 3 4-15,0 0 4 0,0 3-1 0,0 2 4 0,1 1-5 16,-1 1 4-16,0 4-4 0,0 4 0 0,0 0-2 15,0 3 4-15,-1-1-4 0,-1-1-1 0,-1 1 0 16,0-2-3-16,1 1 3 0,-1-1-1 0,1 0 7 16,1 1 0-16,0-1 1 0,-1-3-14 0,2 0 9 15,0-2-4-15,0-2 7 0,0 2 2 0,0 0 6 16,0 0-8-16,2-1 7 0,-1 4-11 0,0-3-1 16,0 2 9-16,-1 0-8 0,1-2 1 0,0 0-2 15,1 0-1-15,-2-2 1 0,0 0-1 0,0 0 5 0,0 0-7 16,0 1 7-16,-2 1-2 0,0 0-8 0,0 1 5 15,-1 0-5-15,0 0 13 0,-1 1-11 0,1-1 6 16,-2 1-8-16,0-2 5 0,1-1 4 0,-1 1-5 16,-1 0 6-16,1-3-3 0,0-2-3 0,-1 2 7 15,1-5-7-15,0 4 7 0,1-3 0 0,0-2-5 16,0 0 4-16,2-4-1 0,-1 2 12 0,0-3-2 0,1-1 4 16,0 0-14-16,-1 0 11 0,2-1-6 0,0-2 7 15,0 1-18-15,-1-1 6 0,1 0-4 0,-1 2 6 16,1-2-9-16,0 0 6 0,-1 2 0 0,1-2 3 15,1 1-6-15,0 0 7 0,0-3-8 0,-1 2 8 16,1-2-5-16,-1 2-1 0,0-1 6 0,0 1-5 0,-1 0 2 16,1 1 12-16,0-1-9 0,0 0 9 15,0 0-13-15,-1-1 8 0,1 1-6 0,0-1 7 0,0 2-8 16,0 0 2-16,0 0-4 0,-1-2 1 0,1 2-6 16,0-2 7-16,0 1 0 0,0 1 2 0,1-2-8 0,0 1-3 15,-1-1 3-15,1-2-2 0,0 0 0 0,-2 2-19 16,1-1 3-16,0 1-10 0,0-1-3 0,1-1-7 15,0 0 1-15,0 0-3 0,0 1-8 0,0-1 0 16,-1 0-18-16,0 0 9 0,-1 0-30 0,1 0 36 16,0 2-8-16,0-1 13 0,-2 2-36 0,0 2-19 15,1-2 1-15,-2 3-11 0,-1 2-33 0</inkml:trace>
  <inkml:trace contextRef="#ctx0" brushRef="#br0" timeOffset="137346.59">21438 12810 773 0,'-1'0'32'16,"0"0"1"-16,-7 0 3 0,-9 0-6 0,2 0-5 0,1 0-5 15,-1 1-5-15,2 0 4 0,0 0-3 0,-1 2 12 16,2-1 8-16,0 0-5 0,3 1 6 0,-2-1-7 16,4-1 5-16,1 0-1 0,-1 2 2 0,4-2-16 15,-2 0 9-15,-1 0 1 0,5-1 3 0,0 0-2 0,-1 0-20 16,0 1-6-16,0 1-2 0,-1-1-3 0,2 0 3 16,0-1 10-16,1 1-4 0,1 0 20 0,2 0 4 15,7 2 0-15,16 0 2 0,2 0-3 0,5-3-18 16,0 0 3-16,1-3-6 0,1-1 3 0,1 0-7 15,-1 2-2-15,1-1-1 0,0 1-4 0,1 0 3 16,1-2-1-16,0 2 1 0,-1-1 2 0,-1 2-8 16,0 0 5-16,-3 1-5 0,-1 0-2 0,-5 0 7 15,-5 0-4-15,-1 0 6 0,-1 0-2 0,-4 0-2 0,-1 0-4 16,-3 0 0-16,1-1-6 0,-3 1 11 0,-1-1-3 16,0 1 4-16,-5 0-14 0,0 0 3 0,-1 0-2 15,-1 0 0-15,0 0-29 0,-1 0 5 0,2 0-19 16,-1 0 0-16,0 0-145 0,1 0-21 0,-2 0-47 0</inkml:trace>
  <inkml:trace contextRef="#ctx0" brushRef="#br0" timeOffset="137647.04">21689 13080 743 0,'0'0'227'0,"0"0"30"0,-1 0-101 15,-1 0-68-15,1 0-58 0,0 0-34 0,0 0-16 16,0 0 4-16,0 0-5 0,1 0 24 0,0 0 3 16,0 0 0-16,1 0-1 0,0 0-7 0,0 0 1 15,14 4-2-15,2-1 3 0,0 1 1 0,-2-2 4 16,1 0-1-16,-3 0 1 0,0-1-5 0,-1 0 0 15,-2 0-3-15,0 0 1 0,-6-1 2 0,2 0-1 16,0 0 1-16,-1 0-3 0,0 0-8 0,-3 0-5 16,-1 0-3-16,1 0-1 0,1 0-14 0,-1 0-28 0,0 0-9 15,1 0-13-15,-1 0-97 0,-1 0-150 0</inkml:trace>
  <inkml:trace contextRef="#ctx0" brushRef="#br0" timeOffset="137797.37">21753 13192 909 0,'0'0'94'16,"0"0"-2"-16,0 0-24 0,0 0-4 0,0 0-38 16,0 0-10-16,2 0 17 0,-1 1 5 0,0 0 1 15,1-1-2-15,15 5 4 0,-2 0-13 0,7-1 8 16,1 0-27-16,-2-2-16 0,2-1-11 0,-1-1-4 0,1-2-39 16,-1-1-48-16,1-3-54 0</inkml:trace>
  <inkml:trace contextRef="#ctx0" brushRef="#br0" timeOffset="139550.35">21993 10962 485 0,'0'0'61'0,"0"0"-1"0,0 0 44 15,-1 0-14-15,0 0 1 0,0 0-35 0,0 0 2 16,-1 0-5-16,1 0 3 0,0 0-11 0,0 0-10 16,1 0-8-16,0 0 1 0,0 0-24 0,-1 0 4 15,1 0 5-15,0 0-1 0,0 0 8 0,0 0 7 16,0 0 1-16,0 0 4 0,0 0 6 0,0 0-12 15,1 0 4-15,0 0-8 0,1 1-4 0,1 1 3 16,5 0-6-16,4 0 7 0,2 1 1 0,4 0-6 0,-1 0-2 16,6-1-2-16,-2-1-7 0,6 0 1 0,0 0 7 15,1-1-5-15,0 0 7 0,0-1-10 0,4 0-1 16,0 0-1-16,0-1 0 0,-2-1 0 0,-1 1-1 0,-5 0 0 16,2-1 0-16,-5 2-2 0,3-1-1 0,-3 0-1 15,0 1-5-15,-1 0 8 0,-1 0 0 0,-3 1 3 16,0 0-8-16,0 0 0 0,1 0 1 0,-1 0 1 15,-1 0 5-15,1 0 0 0,-6 0-4 0,2 1 2 16,-1 0 2-16,-2 0-4 0,4 1 3 0,-4-1-5 16,2 1-3-16,-2-1 5 0,-2 1-1 0,2-1 2 15,-2 0-1-15,0 1 2 0,0 1 6 0,-3-2-4 0,1 0 1 16,-1 0-4-16,0 0-4 0,0 0 2 0,-3-1 1 16,1 0 0-16,1 2 3 0,-1-1-1 0,0 0 8 15,1 0-3-15,-1 0 1 0,1 1-3 0,-2-1-1 16,0-1 3-16,0 0-2 0,0-1 1 0,0-1-14 0,1 0 8 15,5-11-5-15,1-7 6 0,0-2-4 0,-1-3 0 16,-1-1 2-16,0 0-2 0,-1 2-2 0,-1 1 6 16,0 3-6-16,-1 0 6 0,1 3-2 0,-1-1 2 15,0 4 6-15,-1 2-4 0,-1 2-7 0,1 1 4 16,-1 2 0-16,0 0 2 0,-1 4 5 0,1-2-3 16,-1 0-3-16,0 4 0 0,0-1-2 0,0 1-4 15,1-2 4-15,0 1-3 0,1 1 10 0,-2 0-5 16,0-1-1-16,0 1 0 0,1 0-5 0,-1 0 9 15,1 0-1-15,0-1 4 0,0 1-4 0,0 1 1 0,1 0 1 16,-1 0-1-16,0 1-3 0,0 2 7 0,0 4-4 16,3 9 5-16,-2 1-2 0,1 2-7 0,-1-2 0 15,-1 1-3-15,0 0 2 0,-1-1 1 0,0 2 3 16,1 1-2-16,1-2-1 0,-1-2 4 0,-1-1-3 0,0-1 4 16,0 4-8-16,0-1 5 0,0-2-5 0,0 0 5 15,0-1-5-15,0 0 6 0,0-2 3 0,-1 0-1 16,1-3-5-16,0 0 0 0,0-2-1 0,0-2 1 15,0 0 3-15,0-1-3 0,0-2 2 0,0-1-2 16,0 0 3-16,0 2 12 0,1-1-7 0,0 0 7 16,0 0-9-16,0-1-1 0,0 0 3 0,2-1-4 15,-1-1 0-15,2-2-4 0,5-13-2 0,2-9-1 0,-1-1-5 16,1-2 6-16,-1-2-4 0,2 0 4 0,0 1-6 16,0-1 8-16,-2 1 0 0,2 2 1 0,-1 1 1 15,-3 3-4-15,2 1 1 0,-1 4-3 0,0 2 6 0,1 6-2 16,-2 2 5-16,-1 2-5 0,2 0-3 0,-5 2 3 15,-1 1-6-15,-2 2 6 0,2-1-1 0,3-2-4 16,2-1 2-16,0 1-3 0,-2 3 6 0,2 1 8 16,2 1-1-16,-2 2 3 0,0 1-5 0,2 2-1 15,1 13 4-15,0 1-4 0,-4-1-2 0,-1 4 2 16,0 0-2-16,-3-1 3 0,1 2-5 0,-2-7 11 16,-1 2-7-16,2-1 7 0,-3-3-7 0,1 0 0 0,0-4-5 15,0 0 2-15,1-2-5 0,0-3 0 0,0 1 6 16,0-2-2-16,0-2 0 0,0 2 4 0,-1-3-3 15,0 1 4-15,4-2 1 0,2 5-4 0,-1-3 1 16,2 1-3-16,0-2 0 0,2-2-6 0,0-1 4 16,2-3-4-16,0-2 1 0,1-2 6 0,0 6-5 0,1-15 6 15,-1 1-1-15,1 4-5 0,1 0 3 0,0 1-5 16,0 1 10-16,0 0-4 0,1-1-1 0,1 0-3 16,2 3 5-16,-2 1-4 0,4 1 4 0,-4 3-4 15,4-1 4-15,0 2-3 0,-3 0-2 0,4-11 0 16,-1 4 8-16,6 3-6 0,3 4 5 0,-2 1-7 15,-2 1-1-15,-1 1 7 0,-2 0 1 0,2 0 4 16,-3 1-4-16,-1-1 2 0,-1 1-5 0,-2 1 3 0,0-1-11 16,-2 0 7-16,1 1-1 0,-1-1 2 0,-2 0 4 15,-1 1-1-15,1-1-3 0,-6-1 0 0,4 0-4 16,-5-1-6-16,-1 0-4 0,-1 0-3 0,-2 0-28 0,1 0-69 16,-3 0-4-16,3-1-33 0,-1-1-123 0</inkml:trace>
  <inkml:trace contextRef="#ctx0" brushRef="#br0" timeOffset="140033.41">23214 9976 417 0,'0'0'94'0,"0"-1"-8"15,0-1 64-15,0 1-6 0,0 0-10 0,0 0-45 0,-1-2-13 16,0 1-6-16,-1 0-3 0,1-1-26 0,1 1-12 16,0 0 0-16,0 1-6 0,0-1-13 0,0 1-9 15,0 0-2-15,0 0 0 0,0 0 1 0,0-1 5 16,0 2 3-16,1 0-1 0,1 0 2 0,-1 2 4 16,0-1-6-16,-1 4 6 0,2 11-1 0,-1 3 5 15,1 4 1-15,-2 3-2 0,0 4-5 0,-3 3 6 16,1-1-2-16,-3 4 4 0,-1-1-2 0,-1-1-1 15,-2-1-1-15,0-1-1 0,-1 0-14 0,3-8 1 0,1 0-5 16,1-7 4-16,3-4-3 0,0-2 6 0,1-3-4 16,1-3 2-16,0-2-18 0,0 0-18 0,0-2-4 15,-2 1-7-15,1 1-51 0,0-1-56 0,0-1-22 16,1 0-17-16,0-1-140 0</inkml:trace>
  <inkml:trace contextRef="#ctx0" brushRef="#br0" timeOffset="140516.51">23246 9886 1348 0,'0'0'180'0,"0"-1"-229"0,0 0 203 0,0 0-109 0,0 0-37 15,0-1-2-15,0 1-4 0,1 0 2 0,4-1 3 16,13-8-7-16,4 3 4 0,-1 3-6 0,-4 1 5 0,1 3-9 15,-5 0-2-15,-2 1-4 0,-2 2-1 0,-2-1 3 16,-1 0 1-16,-3 0-1 0,0-1 6 0,-1 2 2 16,4 6 4-16,-1 0-2 0,-2-1 2 0,-2-1 7 15,-1 4 0-15,0-3 5 0,-2 1 7 0,-3 0-6 16,-1-1-5-16,-4 0 1 0,-7 0-8 0,1 1 4 16,-2-2-6-16,5 0 4 0,2 0-8 0,1-1-1 15,2-2 4-15,2 1-2 0,-2 0-1 0,0-2 7 16,5 1-4-16,-1-2 4 0,1 2-9 0,3-3 7 0,0 0-5 15,0 0 5-15,-2 2-6 0,0-1 0 0,-1 0 6 16,2 1-3-16,0-1 4 0,0-1-3 0,-1 0 1 16,1 1-1-16,0 0 3 0,1 0 3 0,0 1-1 0,0-1 2 15,0 0 5-15,4 5-8 0,-3 0 3 0,11 2-4 16,-1-1 3-16,1 0-5 0,0-1 3 0,2 0-3 16,1 0 7-16,1 0 7 0,-1-1-7 0,1 1 5 15,-2-1-6-15,2-1 5 0,-2 2 0 0,-1-1-1 16,-2-1-11-16,1-1-6 0,-2-1-1 0,-1-1-2 15,-1-1-3-15,1 5-14 0,-1-1 0 0,-1-2-7 16,1 1-22-16,-2-2-18 0,1-1-10 0,1 0-3 0,2-1-59 16,1-3-4-16,1-2-19 0,1-3 10 0,1 2-25 15</inkml:trace>
  <inkml:trace contextRef="#ctx0" brushRef="#br0" timeOffset="140866.62">23928 9885 1210 0,'-1'0'73'0,"-1"0"-1"0,1 0 0 15,-2 0-5-15,-10 1-22 0,1 2-12 0,-1 0-18 16,0 2 3-16,3 1-8 0,-3 2-1 0,0-6 6 0,1 10-8 16,-2 0 6-16,6 1-16 0,1-1-2 0,3 1 5 15,2-2-5-15,-2 0-5 0,2-2 6 0,-5 1-5 16,1-1 6-16,3-2 0 0,2 1-2 0,1-1 1 15,1-1 0-15,2 1 12 0,-1-2-5 0,-1 2 5 16,11 0-5-16,1-1 9 0,0 2-8 0,1-1 4 0,-3 0-4 16,3 2 4-16,-1-1-6 0,-3 0 4 0,0 2-5 15,-3-1 8-15,-1-2-7 0,-2-1-2 0,0 0-1 16,-2 0 7-16,2-2 0 0,2 5 13 0,-3-2-8 16,0 2 23-16,-3 3-11 0,-3 0 1 0,-3-2-3 15,-1 2 2-15,-20-4-9 0,-2-1 2 0,-2 1-4 16,1-1 1-16,4 1-12 0,-1-3 4 0,3-1-7 0,2-2-7 15,2 10-16-15,5-5-9 0,2-3-5 0,4-2-66 16,2-1-121-16,4-1-26 0</inkml:trace>
  <inkml:trace contextRef="#ctx0" brushRef="#br0" timeOffset="142667.06">23929 10720 337 0,'0'0'51'0,"0"0"-3"0,0 0 33 16,0 0 4-16,0 1-6 0,0 0 17 0,0 1-31 16,0-1 11-16,0 0-18 0,0 0 7 0,1 0 2 15,0 0-4-15,0 1 3 0,1-2-15 0,12 2-12 16,3-1-4-16,1-1-1 0,1 0-7 0,4-1 0 15,-1 0-1-15,3-3 0 0,6 0-12 0,-3-1-1 0,6 1-4 16,-2 0 3-16,-1 0-7 0,-1-1 4 0,-3 1-7 16,-1-1 5-16,-2 1-4 0,-2 1 1 0,-2 2 3 15,-4 0-4-15,0-1-6 0,-5 1 3 0,1 0-3 16,-4 1 3-16,1 0 1 0,-3 0 2 0,-1 0-1 0,0 0 1 16,-1 0 8-16,-2 0-6 0,0 0 3 0,0 0-6 15,0 0-2-15,0 0 10 0,1 0 0 0,-1 0 5 16,-1 0 1-16,0 0 0 0,0 0-8 0,1 0 3 15,-1 0-9-15,0 0 3 0,0 0 0 0,0 0 1 16,1 0 3-16,-2-1-9 0,0 1 3 0,0-1-3 16,0 0 8-16,0 1-3 0,0-2 3 0,0 2-3 0,0-1 10 15,0 0-7-15,0 0 5 0,0 0-7 0,0 1 3 16,0 0-1-16,0 0-5 0,0 0 4 0,0 0-1 16,0 0 2-16,0 0-1 0,-2 1-1 0,1 0-3 15,0 0 2-15,0 2 1 0,-2 1-1 0,-2 7 2 0,1-3-9 16,1 0 2-16,-1 2-3 0,2-3 6 0,-1 1 1 15,2-2-2-15,1-3 1 0,-1 3-6 0,1-3 6 16,0 0 3-16,0 1 2 0,0-2 6 0,0 0-3 16,0 1 2-16,0-2-2 0,0 0 2 0,0 0 5 15,0 0-9-15,1 1 7 0,0-1-16 0,0-1 4 16,1 0 1-16,-1-1-1 0,0-1-7 0,0 1 6 16,0-1-1-16,1 0 4 0,-2 0-2 0,2-2 1 15,-1 0-1-15,0 1 1 0,3-4-5 0,-3 3 6 0,1-2 2 16,-1 1 1-16,-1 4 8 0,0-2-10 0,0 2 1 15,0-1-4-15,0 1 7 0,0 0-4 0,0 0-1 16,0-1-2-16,0 0-6 0,0 0 3 0,0 0 0 16,0-1 2-16,0 2 1 0,0 0-12 0,0 0 5 15,0 0-7-15,0-1 10 0,0 1-6 0,0 0 2 0,0 0-3 16,0 0 11-16,0 1-2 0,0 0 3 0,0 0-4 16,0 1-4-16,0 0 0 0,0 0-2 0,0 2 2 15,0 13 3-15,0 4 2 0,-2 4 2 0,-1 3 0 16,-3 1-2-16,-3 4-2 0,0 3-2 0,0-1 0 15,-3 1 2-15,0 1 6 0,-1 0-2 0,1-1 2 16,2 4-9-16,-2-4 3 0,3-2 1 0,-1-1 0 0,3-4-1 16,3-3 4-16,-2-4-9 0,2-6 9 0,-1 1 0 15,2-5-7-15,-1 4 7 0,3-8-9 0,0 0 6 16,0 0 3-16,1-5-2 0,-1 5 1 0,1-5-1 0,0 0-2 16,0 0 3-16,-2 0-3 0,2 1 1 15,0-1 4-15,0 0-1 0,0 0 3 0,0-1-3 0,0 0 2 16,0 0-3-16,0 0 2 0,0 0-4 0,-1 1 0 15,0-1 3-15,1 0-2 0,0 0 2 0,-1 0-3 16,0 1-2-16,0-2 0 0,-1 0-3 0,1 0 2 16,-1 0-5-16,-2 0 4 0,-5 0-1 0,-3 0 0 15,-1 0 4-15,0 0-2 0,0 1 4 0,0 0-1 16,3 0 4-16,-3 1-4 0,1 1-5 0,-2-1 7 0,-2 2-5 16,6-2 6-16,-3 0-10 0,3 2 10 0,0-1-6 15,-1 2 6-15,2-1-10 0,2-1 8 0,1 0-4 16,0-1 5-16,2 0-7 0,1-1 2 0,1 1 3 15,1-2-1-15,0 0-7 0,0 0 5 0,-2 2-6 16,1 0 7-16,-1 1 0 0,2-1-2 0,0 0 3 0,0 1-1 16,0-1 4-16,0 0-6 0,1 1 4 0,0-1-4 15,0-1 3-15,1 3 1 0,2 0-1 0,1 1 3 16,10 0-3-16,1 1 0 0,1-2 0 0,-1 1-1 16,4 1 1-16,-3-1 0 0,1-1-1 0,1 1 2 15,-1 0 5-15,-2 0-6 0,2-1 3 0,-2 0-4 16,-1 1-1-16,1 0 6 0,-1 0-6 0,-1 0 7 0,-3-2-5 15,-2 1-5-15,-1-1 4 0,-2 1-5 0,-2-1 11 16,1 0-7-16,-3-1 4 0,-1-1-4 0,1 2 2 16,0-1 8-16,-1-1-4 0,1 2 5 0,1-1 4 0,-1 1-15 15,0 2 8-15,-1 1-10 0,-1 1 0 0,-3 0 8 16,0 1-7-16,-16-1 8 0,-3 0-5 0,-1-1 0 16,0 0 0-16,2 2 1 0,-2-2 0 0,3 1 0 15,0 0 1-15,0 1-1 0,1-1 7 0,4 1-7 16,1 1 4-16,5-1-5 0,0 2 6 0,2-3-8 15,2-2-3-15,1-2 0 0,3-2 0 0,0 0 2 16,-2 4 1-16,2-1 0 0,1-2-2 0,-2 2-9 16,2-2 8-16,0 1-7 0,0 2 12 0,1-1-6 0,0-2 0 15,0 3-2-15,1-2 3 0,1 1 1 16,1-1-3-16,5 3 3 0,2 0 0 0,2 0 4 0,2-1-1 16,-3-2 1-16,4 2-7 0,-2-2 2 0,-2 0 3 15,-3-2-1-15,0 0 2 0,-1 0-4 0,0 0 2 16,4 3-1-16,-6-3 6 0,0 3-2 0,0-2 0 0,-1 0 1 15,-1 10-1-15,-2 1-6 0,10 2 4 0,-4 3-4 16,-2 0 3-16,-3 1 6 0,-2-2-5 0,0 2 5 16,0-1-9-16,-1-1 7 0,0 3-3 0,-2-1 4 15,0 1-4-15,-1 0 2 0,-2 4 4 0,0 0-2 16,-1 2-3-16,0 2 9 0,2-2-10 0,-1 0 9 16,1-1-7-16,-1-1 1 0,0-1 4 0,0-3 0 15,0 0 1-15,2-1 8 0,-1-3-7 0,0 1 6 0,1-1-12 16,1-2-2-16,1 0 4 0,0-1-3 0,0-2 5 15,1 0-4-15,0-1-1 0,1-2-1 0,0 0-8 16,0-1 7-16,0-2-7 0,0 0 6 0,0-2-9 0,0 0-20 16,0-2-1-16,1 1-11 0,0 1-25 0,1-1-25 15,-1-1 12-15,1 0-17 0,5-1-10 0,8-1-77 16,2-6-37-16,1-1-25 0,-2-24-262 0</inkml:trace>
  <inkml:trace contextRef="#ctx0" brushRef="#br0" timeOffset="143084.74">24603 11489 1671 0,'-1'0'33'0,"-1"-1"4"0,1 0-2 0,-1 0-16 0,-1-1-2 16,1 1-18-16,0 0-9 0,-1 0 5 0,1 1-6 15,0 1 2-15,-1 0 6 0,0 5-12 0,-7 16 9 16,2 3-22-16,2 1 0 0,2 1 6 0,-1 1-3 16,1-1 23-16,1 2 5 0,-1-2-2 0,2-3 4 15,-2-1-1-15,2-6 8 0,1-1 5 0,0-5-1 0,0-2 6 16,1-4-6-16,0-1 3 0,0-2-2 0,0 1 4 16,0-1-8-16,0 0-4 0,0 1-1 0,0-1-7 15,0 0 11-15,0 1-3 0,0-2 6 0,0 0 6 16,0 0-11-16,0 0-1 0,0-1-6 0,0-1-13 0,0-3 1 15,1-19 8-15,2 1-6 0,3-2 4 0,1 0-7 16,3-3 1-16,0 0 0 0,3 0 7 0,1 0-3 16,-13 2 0-16,16 0 0 0,2 3 10 0,-3 2 2 15,-3 0-5-15,5 2 2 0,-5-1-7 0,4 4 7 16,2 1 2-16,-4 5 2 0,4 3-1 0,-5-1-7 16,-1 3-4-16,-3 1-1 0,-2 1-7 0,-1-3 4 15,0 1 3-15,-1 3-3 0,-1 1-15 0,-1 0-33 0,1 1-15 16,-1 1-11-16,-2 3-97 0,0 9-141 0</inkml:trace>
  <inkml:trace contextRef="#ctx0" brushRef="#br0" timeOffset="143585.32">24894 11820 1362 0,'-1'0'119'0,"0"-2"257"0,0 1-376 16,0 0-19-16,-1 0-12 0,1 0 3 0,0 0-23 0,0 1 35 16,1 0-8-16,0 0 15 0,0 1-5 0,0 0-12 15,0 16-1-15,0 7-6 0,0 0-13 0,0-1 37 16,-1 1 3-16,-2-6 10 0,0 0 6 0,1-5 18 15,-2-2-8-15,2-3 12 0,-1-2-12 0,2-2-1 16,0 0 3-16,1-3-2 0,0 0-1 0,-1 2 2 16,0-1-3-16,-1 0 3 0,2 1-7 0,0-2-7 15,0 0-3-15,0 0 0 0,0 0-9 0,0-1-10 16,2-1 4-16,0 0-5 0,7-6-1 0,5-13-6 0,1 0-4 16,-2 0 2-16,-1 2 6 0,1 3 9 15,-1 2 9-15,-1 3-5 0,-3-1 2 0,-5 7 10 0,1 1-2 16,-3 1 7-16,2-1-3 0,-1 1 13 0,0 1-3 15,1-1 9-15,-2 2 7 0,0 2-14 0,0-1 4 16,4 13-8-16,-3 9-2 0,-2 1 2 0,0-1-5 0,-1-3 5 16,-1-1-6-16,-1-2 3 0,2-1-6 0,0-3 5 15,0 0-8-15,1-2-5 0,0-2 1 0,0-2-4 16,0-1-3-16,0-1-6 0,0-3-3 0,0 0-2 16,0 0-19-16,1 0-10 0,0 0-8 0,0-1 2 15,0 1-12-15,1-1-18 0,-1-1 0 0,0-1-13 16,0-1-43-16,0-2-68 0,1-9-2 0,-2-1-26 15,0 0-60-15</inkml:trace>
  <inkml:trace contextRef="#ctx0" brushRef="#br0" timeOffset="143769.56">24906 11668 1004 0,'0'0'103'0,"0"0"-6"0,0 0 30 15,-1 0-6-15,0 0-25 0,1 0-37 0,0 0-30 16,0 0 6-16,0 0-11 0,0 0 32 0,1 0-7 15,0 0-1-15,1 0-4 0,7 1-17 0,11 3-12 16,2 0-2-16,3 0-4 0,2-1-7 0,-1 0-30 16,1-2 4-16,-3 0-15 0,-1-1-9 0,-6 0-33 15,-1 0-47-15,-6 0 0 0,1 0-186 0</inkml:trace>
  <inkml:trace contextRef="#ctx0" brushRef="#br0" timeOffset="144319">24051 12396 1254 0,'0'0'85'0,"-1"-1"9"0,0-1-28 0,0 0-23 16,0 0-21-16,1 1-9 0,-2-2-3 0,1 1-10 15,0 1 3-15,0-1-24 0,0 1 18 0,-1 0 2 16,2 0 2-16,0 1-5 0,2 0 2 0,-1 1-7 16,1 0 6-16,1 2 1 0,-2-1 2 0,3 10 1 0,-1-2 0 15,1 4 12-15,-2 3 8 0,7-2 1 0,-1 4 3 16,-4 0 5-16,-3-3 8 0,-1 2-1 0,-2 0 2 15,-1-2-2-15,-1 2-6 0,-1-1 2 0,0-1-5 16,2-1-7-16,-1-2-12 0,1 1 4 0,-1 1-7 16,2-3-3-16,-1 2 6 0,1-2-13 0,0 1 9 0,0-1-14 15,1 0 1-15,0 1 2 0,0 2-2 0,0-1 0 16,1-1-22-16,-1-2-7 0,1 0-8 0,0-2-53 16,-2 1-32-16,2 0-15 0,0 0-7 0,0-1-71 15,0-1-129-15</inkml:trace>
  <inkml:trace contextRef="#ctx0" brushRef="#br0" timeOffset="144637.23">23596 12995 953 0,'0'0'59'15,"-1"0"4"-15,0-1-30 0,0 0-8 0,-1 0-24 16,1 0-17-16,0 0-2 0,1-1 5 0,0 0 0 16,1 0 18-16,0-1 4 0,4-3-3 0,9 2 5 15,6 0 23-15,0 3 20 0,1-4 11 0,-1 2 1 16,3-2 24-16,1 3-19 0,2-1-10 0,0-11-4 15,0 5-45-15,0 3-8 0,-1 3-4 0,-4 0-1 0,0 2-18 16,-5 1 4-16,0 0 2 0,-3 1-2 0,-2 0-4 16,-1 2-60-16,-3-1-34 0,-2-1-14 0,-2 0-143 15</inkml:trace>
  <inkml:trace contextRef="#ctx0" brushRef="#br0" timeOffset="144789.54">23808 13026 476 0,'0'0'162'0,"0"0"-145"15,-1 0 175-15,-1 0-73 0,1 0-50 0,0 0-26 16,0 0 2-16,1 0-9 0,0 1 10 0,0 0-1 16,1 1-4-16,1-1 1 0,11 5-15 0,9 0-2 0,1-2-5 15,6-1-2-15,1-3-23 0,3-3-24 16,1-1-5-16,2-5-9 0,5-2-49 0,8-5-230 0</inkml:trace>
  <inkml:trace contextRef="#ctx0" brushRef="#br0" timeOffset="146454.76">24282 10705 362 0,'0'0'48'15,"-1"0"-4"-15,-1-1 37 0,1-1-6 0,0 1-3 16,0 0-28-16,0 0-19 0,-1 0-3 0,1 0-5 15,0-1-13-15,0 1-8 0,0 0 2 0,0 0-6 16,-1 0-3-16,1-1-7 0,0 2 4 0,0 0-2 0,0 0 22 16,0 0 6-16,-1 0 6 0,1 0 0 0,0 0 28 15,0 0 26-15,0 0-4 0,-1 0 9 0,1 0-17 16,0 0-16-16,1 0 1 0,0 0-6 0,0 0-4 0,-1 0-10 16,1 0-1-16,-1 0-5 0,1 0-9 0,-1 0 5 15,-1 0-3-15,1 0 3 0,1 0-3 0,0 0 3 16,0 0-3-16,0 0 1 0,0 0-9 0,0 0 11 15,0 0-5-15,-1 0 4 0,0 0-17 0,1 0 3 16,0 0 3-16,0 0 1 0,0 0 5 0,0 0-8 16,0 0 0-16,0 0-1 0,1 0 12 0,0 0-9 15,0 0 5-15,1 0-8 0,0 0-1 0,0 0 6 0,1 0-3 16,0 0 7-16,5 0 4 0,4 0 4 16,0 0 0-16,1 0 1 0,0 0-1 0,0 0 0 0,0 0-1 15,1 0 0-15,-1 0-14 0,1 0 9 0,0 0-8 16,0 0 8-16,0-1-6 0,0 0-8 0,3 1 9 15,-1 0-9-15,-1-1 6 0,3 0 4 0,-1 1-4 0,0-1 3 16,2 1-3-16,0-2-1 0,2 1-3 0,-1 0 1 16,0 0 0-16,0 0-4 0,-1 0 6 0,0-1-6 15,1 1 11-15,3 0-3 0,1 0-1 0,0 0 1 16,1 1 1-16,-3 0-5 0,2 0 4 0,-2 0-3 16,2-1 3-16,-2 1-3 0,2-2 0 0,0 2-1 15,2-1-8-15,1 1 7 0,3 0 1 0,1-1 1 0,-2 0-1 16,-1 0 1-16,-2-2-4 0,0 2 4 0,2 0 6 15,0 0-11-15,-1 0 8 0,-2 1-9 0,-1-2 5 0,-1 2 4 16,-2-1-7-16,-1 1 6 0,0 0-4 16,-2 0 4-16,2 0 1 0,-3 0 1 0,3 1-11 0,0 1 5 15,-2-1-2-15,3 0 4 0,-2 0 4 0,0-1-4 16,-1 0 3-16,-2 0-3 0,0 0 1 0,2 1-2 16,2-1 2-16,-4 0-2 0,3 0 8 0,-6 0-3 15,1-1-5-15,-4 0 1 0,1 0-1 0,-2 0 1 16,-1-1 2-16,1 1-2 0,-3 0 9 0,0 0-5 15,0 0 7-15,-4 1-8 0,4-3-2 0,0 1-4 16,0 0 2-16,2-1-1 0,0 1 3 0,0 0 0 0,1-1-4 16,-1 1 2-16,1-2 3 0,-2 2-6 0,2-2 6 15,-1 1-5-15,-1 1 8 0,1-2-8 0,-3 2 7 16,0-1-6-16,-1 1 11 0,-3 2-6 0,2-1-1 16,-1 0 0-16,1-1 5 0,-1 1 12 0,0 0 0 15,-1 0 4-15,1 0 1 0,-1 0-9 0,0-1 2 0,0 1-2 16,-1 0 2-16,0 0-2 0,0 0-3 0,-1 0 2 15,0-1-3-15,-2 2 5 0,2 0-6 0,-8 0 4 16,1 2-13-16,-1 0-2 0,2 0-1 0,3 1-1 16,-3 0 2-16,2-1 4 0,-1 2 1 0,1 0 0 15,1-1-2-15,1 4-3 0,0 1 3 0,1 1-1 16,1-2 3-16,-5 1 8 0,2 0-10 0,0-1 8 16,2 1-8-16,1-2 6 0,1 0 1 0,0 0 0 0,2 3-6 15,0-3-3-15,2 1 4 0,-1-2-4 0,6-4 3 16,5 3 0-16,1 6 0 0,0-3-1 0,3-2-2 0,-3-4 4 15,1-1-1-15,-2 0 3 0,-3-1-5 0,4-2 8 16,-3-1-6-16,-2 1 6 0,-1-1-8 0,-5 2 8 16,-1-1-1-16,-1 0 4 0,0-7 1 0,5 1-6 15,-2-2-2-15,-3 1 0 0,-2 0 7 0,-1 1-14 16,-2 1 6-16,0 0-8 0,-3-1 8 0,3 1-2 16,-10 3-1-16,0 2-2 0,0-1-9 0,0-5-15 15,2 3-3-15,-1 1-9 0,2 3-51 0,2 1-65 16,-2 1-6-16,3 1-21 0,-2 2-61 0,1 2-129 15</inkml:trace>
  <inkml:trace contextRef="#ctx0" brushRef="#br0" timeOffset="148640.48">25886 10238 704 0,'0'-1'48'0,"-2"0"79"0,1-1-65 0,0 1-28 0,0 0 4 15,0 0-14-15,0 0-16 0,-1 0-3 0,1-1-5 16,0 1 4-16,0 0 5 0,0 1-4 0,0 0 4 15,-1 0-4-15,1 0 9 0,0 0 12 0,0 0 3 16,1 1 3-16,0 0 15 0,0 1-7 0,0-1 10 16,1 0-10-16,0 0-5 0,2 1-1 0,1 1-12 0,12 4 7 15,1-1-14-15,1-3-6 0,1 0 1 0,2 0-4 16,1-2-3-16,2 2 4 0,5-1-2 0,-1 0 1 16,2 0-9-16,0-1 6 0,-4-1-3 0,-4 0 6 15,0-1 0-15,-1-1-9 0,-2 1 4 0,-1 1-5 16,0 0 13-16,-4 0-10 0,-1 0 7 0,-1 0-8 0,-2 0 11 15,0 0-5-15,-2 0-7 0,-1 0 3 0,1 1-1 16,-2 1 4-16,1-1 7 0,-1 0-4 0,0 0-2 16,0 0-6-16,-1 0 3 0,1 2-2 0,-3-2 1 15,1 0 5-15,-1 0-3 0,-1 0 6 0,2 2-1 0,-2 0 7 16,1 4-3-16,-1 0 5 0,-1 3-6 0,4-4 8 16,2 5-5-16,-3-3 6 0,-1 2-1 0,2 4-6 15,-3-2 5-15,0 6-7 0,0-2-5 0,-2 1 8 16,0 1-8-16,0 1 7 0,0 2-13 0,-2 1 9 15,1 1-6-15,-1 1 8 0,0 1-16 0,-2 2 13 16,1 3-6-16,0 3 9 0,0 0-10 0,-1 1-5 16,1 3 5-16,-2 2-3 0,1 1 13 0,0 1-10 0,-1-1 0 15,-1 2-3-15,-2-1 6 0,1 2-8 0,-1 0 6 16,0 1-7-16,0 2 6 0,1 0 5 0,0 0-5 16,2-3 6-16,1-2-6 0,0-3 2 0,2-3-1 15,0-2 3-15,0-1-6 0,1 2 2 0,1 0-1 0,0 0 1 16,-1 2-5-16,0 1 11 0,1 1-11 0,0 4 10 15,0-1-7-15,0 4-3 0,0 0 8 0,0-3-6 16,0 2-2-16,0-6 5 0,-3 2-1 0,0-2 3 16,-1 2 7-16,0-1-9 0,-1 0 2 0,1-1-3 15,1 0 3-15,2-4 6 0,1-3-6 0,0-3 6 16,0-5-5-16,0 2-3 0,1-1 3 0,0-3-3 16,0-1 13-16,0-3-13 0,2 0 8 0,-1 1-8 0,1-2 8 15,0 2-9-15,-1-2 3 0,1-1-3 0,-1 1 12 16,0-2-8-16,1 1-3 0,-2-3 0 0,1 2 0 15,0-2 0-15,-1-2 2 0,0 2-2 0,0-1 1 16,0-3 3-16,0 0 0 0,1-1 3 0,-1-1-2 0,0-1 2 16,0 1-1-16,0-3 1 0,0 3-5 0,1-1 5 15,-1-2-6-15,0 2 6 0,-1-4-5 0,0 2-2 16,1-1 5-16,0 0-5 0,1 1 8 0,-1-1 4 16,-1 0-3-16,0 1 2 0,0-1-9 0,-1-1 0 15,-1 0-1-15,-1 2 0 0,-12 5-5 0,-4-1 10 16,0-1-3-16,-3 0 6 0,-1-3-6 0,3 1-2 15,-4-2 0-15,1-1-1 0,-3 0 4 0,-3 1-10 16,1-2 3-16,-2 0-5 0,3 0 12 0,-1 0-2 0,1 0 2 16,-1 0-3-16,0 0 6 0,2 0 2 0,0-2 3 15,2 0-1-15,1-1 2 0,-2-1 3 0,4-1 0 16,-4 0 2-16,4-1-2 0,1 0-8 0,1 0 4 0,5 1-5 16,1 0 5-16,0 1-6 0,3 0 0 0,1 2-2 15,-1-2 2-15,3 2 0 0,0 0-3 0,3 0 2 16,2 1-3-16,-1 0-8 0,1 0 2 0,0 0-6 15,-1 1-3-15,2 0-19 0,0-1-1 0,0 1-8 16,0-2-18-16,0 2-11 0,-1 0-1 0,1 0-2 16,0 0-1-16,0 0-12 0,0-1-10 0,1 0-4 15,0 0-53-15,0 0-88 0,1 0-27 0</inkml:trace>
  <inkml:trace contextRef="#ctx0" brushRef="#br0" timeOffset="149089.35">25759 12557 1573 0,'0'0'124'0,"-2"0"4"0,1 0-44 16,-2 0-13-16,-4-2-46 0,6 2-11 0,-2 0-14 15,1 0 3-15,-1-2-5 0,1 1-7 0,0 0-17 0,1 1-3 16,-1 0-3-16,1 0 2 0,0 0 3 0,0 0-1 15,0 0 2-15,0 1 6 0,-1 0 22 0,1 1-1 16,0-1 8-16,-1 0-6 0,-5 2 12 0,-5 3-1 16,1 0 4-16,-4 1-2 0,0 0 9 0,-2 1-10 15,-2 1 9-15,5-3-15 0,0 1-4 0,-2 1 0 0,5-3-2 16,-2 2 0-16,1 0-3 0,3-1 3 0,-3-5-4 16,2 8-4-16,0-1 9 0,1 2-4 0,1-3 6 15,2 1-1-15,1-2-6 0,0 1 1 0,2-1-4 16,1 0 1-16,0-2 3 0,1 2 0 0,0-3 2 15,-1 0 7-15,0 0-9 0,-1 1 4 0,1 0-6 16,-1 1 1-16,1 2 13 0,1-3-5 0,1 3 9 0,0 0 0 16,0-1-5-16,1 0 4 0,2 1-4 0,0-3 3 15,0 0-7-15,3 5 3 0,4-1-5 0,0 0 7 16,1 0-5-16,-2-2-3 0,2 0-1 0,0 5-1 16,-2-3-6-16,1 1 1 0,0 0-3 0,0-5 2 0,0 2-12 15,-1-2-2-15,-1 0-8 0,-1 1-40 0,0-3-73 16,0 0-21-16,1 4-32 0,0-2-222 0</inkml:trace>
  <inkml:trace contextRef="#ctx0" brushRef="#br0" timeOffset="149874.32">25983 10040 575 0,'0'0'42'15,"0"0"-2"-15,0 0 18 0,0-1-2 0,0 0-8 0,0 0-11 16,0 0 12-16,0 0-4 0,0-1 8 0,0 1 3 16,0 0-6-16,0 1-8 0,1 0 0 0,-1 0-23 15,0-1 11-15,0 1-1 0,0 0 5 0,0 0 6 0,-1 0-14 16,0 1 8-16,-1 0-10 0,-4 2 11 0,-7 4-4 15,0-2-5-15,1 1 2 0,-1 0-8 0,3-1 2 16,-2 1-4-16,3-3 2 0,-2 1-13 0,2-1 5 16,-1 1 1-16,2-1 2 0,2 0 10 0,0-1-23 15,0 0 11-15,0 2-13 0,1 0 13 0,1-2-2 16,2 0-4-16,-5 9 1 0,0-1-6 0,1 2 8 16,0 1-1-16,2-1 3 0,2 1-9 0,1 0 11 15,1 0-2-15,1 2 6 0,1-1 5 0,2 0-7 16,0-1 5-16,1-2-5 0,2-1-1 0,0 0-11 0,-3-2-7 15,11 1-2-15,3 2-17 0,1-5-33 0,2-2-5 16,3 0-14-16,1 10-47 0,6-4-207 0</inkml:trace>
  <inkml:trace contextRef="#ctx0" brushRef="#br0" timeOffset="150625.31">26933 10715 1025 0,'-1'-1'69'0,"-3"-9"163"0,-5-7-212 0,3 5 11 16,2 3 2-16,1 3-2 0,2 1-24 0,0 2-2 15,1 2-5-15,-1-2 2 0,0 1-5 0,-1 0-12 16,1-1 7-16,0 2-6 0,0 0 13 0,1 0 11 16,0 0 1-16,0-1 4 0,0 2 8 0,0 0 9 15,0 0 0-15,0 2 5 0,-1-1 10 0,1 0-4 16,-1 1 0-16,1-1-2 0,-2 10-1 0,1 0 1 15,0 0-6-15,0 3 2 0,0-1-19 0,0 6 3 0,-1 1 8 16,1 4-4-16,0 3 1 0,0 1-7 16,0 4-9-16,-2 2 4 0,1 0-13 0,-2 1 7 15,1 1-1-15,-3 2 3 0,-1 1 1 0,-1 5-7 0,-2 0 2 16,1 3-5-16,-2 2-1 0,0-1-1 0,-1-2 0 16,-1-4-1-16,0-1 5 0,2-7-3 0,1-2 1 0,0-4-2 15,3-3 5-15,1-5 1 0,1-1-5 0,-1-5 2 16,1-2-3-16,1-2-14 0,2-3 2 0,1-2-10 15,1-4-34-15,-1 1-56 0,0 1-12 0,-1-1-13 16,2-1-25-16,0 1-20 0,2-2-40 0</inkml:trace>
  <inkml:trace contextRef="#ctx0" brushRef="#br0" timeOffset="151158.35">26917 10737 1423 0,'0'0'91'0,"0"-2"-5"0,0 1 6 16,0-1-3-16,0-1-29 0,0-1-21 0,0 0-23 15,0 1 10-15,0 2-12 0,1-2 17 0,0 1-12 16,8 1-5-16,3-9 0 0,4 3-14 0,-2 2-2 16,1 3 4-16,0 1-3 0,-3 1 1 0,1 2-1 15,-3 1 1-15,0 0 1 0,2 3 8 0,-2 0-8 16,-1 0-2-16,-5-4 0 0,2 10 5 0,1-1 6 15,-1-2 4-15,0 2-1 0,-1-1 9 0,0 2-6 0,-2 1 3 16,1 3-4-16,-2 1 2 0,-2-1-10 16,0 4-3-16,-2-2 0 0,-2 1 2 0,-2 1-6 0,-1 0 1 15,-1 1-3-15,0-1 10 0,-2 1-8 0,0-1-1 16,-1-1-4-16,0 1-3 0,1 0 9 0,-1-1-1 0,1-2 2 16,-1 1-2-16,2-3 1 0,-1 2-1 0,0-2 0 15,-1 0 0-15,10-2 4 0,-11 1 0 0,0 0 1 16,3-3-5-16,2-1 3 0,1-4 3 0,1-3 0 15,3-1-4-15,0-1 1 0,1-1-3 0,-1 1 3 16,0 2-3-16,0-1 0 0,-1 0 2 0,2 1-2 16,0-1-4-16,0-1-1 0,0 1-4 0,-1-1 3 15,1 0 1-15,0 0 4 0,0 0-2 0,1 0 2 0,0 1-7 16,0-1 11-16,1 0-2 0,0 0 4 0,0 1-6 16,1 1 1-16,-2-2 4 0,5 10-1 0,5-1-2 15,-2 2 8-15,3 1-6 0,-2-4 8 0,3 4-7 0,1-1-1 16,-1-3 7-16,4 4-4 0,0-2 11 0,1-1-14 15,1 2 0-15,-2-2-3 0,-3-1 0 0,2-1 3 16,1 0-3-16,-1 0 3 0,1-1-4 0,0 0-6 16,-2-1 3-16,-6-2-4 0,0 0-6 0,-1-1-30 15,0 1-11-15,-2-3-15 0,1 1-116 0,0 0-56 16,0 2-34-16,2 1-6 0,4 1-150 0</inkml:trace>
  <inkml:trace contextRef="#ctx0" brushRef="#br0" timeOffset="151709.26">27474 10357 1212 0,'0'-1'3'16,"0"-1"1"-16,-1 1-4 0,0-1-10 0,0-1-1 0,0 1-52 15,-1 1-43-15,1 0-11 0,0 0-9 0,0-1-46 16,0 2-31-16</inkml:trace>
  <inkml:trace contextRef="#ctx0" brushRef="#br0" timeOffset="152543.25">27424 10357 299 0,'0'0'163'0,"0"-1"-1"0,0-1 15 15,0 1-19-15,0-1-41 0,-1-6-58 0,-1-1-38 16,1 5-6-16,1 0-9 0,0-1-15 0,0 2-4 16,0 1 7-16,0-2-5 0,0 2 2 0,0-1-7 15,0 0 3-15,1 0-2 0,1 1 15 0,-1 0-5 16,0-1 7-16,0 2-3 0,0 0 31 0,0 0 10 15,1 0-2-15,-1 0 4 0,-1-1-13 0,0 1-9 0,0 0-1 16,1 0-2-16,-1 0 2 0,0 1 7 0,1 0 0 16,0 0 3-16,-1 0 2 0,0 0-1 0,0 0 1 15,0 0-3-15,0 0-10 0,0-2-6 0,0 1-3 16,0 0 0-16,0 0-9 0,0 0 4 0,0 0-4 16,0-1 3-16,0 1 4 0,0 0-5 0,0 0 0 15,0 0-3-15,0 0-11 0,0-1 12 0,0 1-6 0,0 0 6 16,0 0-4-16,0 0-5 0,0-1 6 0,0 1-5 15,2 0 14-15,-1 0-3 0,0 0-3 0,0 0-1 16,-1 1-9-16,0 0 13 0,1 0 0 0,-1 0 3 16,0 0-7-16,1 0 2 0,1 0 1 0,-2 0 1 15,1 0 1-15,-1 0-3 0,1 0 1 0,0 0-2 16,0 0-1-16,-1 0 6 0,0 0-2 0,0 0 3 0,1 0-7 16,1 0-3-16,-1 0 2 0,-1 0-1 0,0 0 10 15,0 0-9-15,0 0 0 0,0 0-3 0,0 0 5 16,0 0-2-16,0 0 4 0,0 0-2 0,0 0 1 0,0 0 0 15,0 0 0-15,1 0 1 0,-1 0-3 0,1 0 5 16,-1 0-3-16,0 0 5 0,1 1-2 0,1 0-1 16,-1 0-4-16,0 0 1 0,0 0 0 0,0 1-2 15,0-1 9-15,1 0-7 0,-2 0 9 0,0 0 1 16,0-1-5-16,0 0 5 0,0 0 7 0,0 0 0 16,0 0 5-16,0 0-4 0,0 0-6 0,0 0-6 15,0 0 1-15,0-1 0 0,0 0 5 0,0 0-8 16,0 0 5-16,0-1-4 0,0 1 14 0,0 0-12 15,0 0 2-15,0 0-4 0,0 0 6 0,-2-1-9 0,1 1 4 16,0 0-6-16,0 1 6 0,0 0 1 0,0 0-2 16,-1 1 2-16,0 0-3 0,0 1 0 0,-1 0 2 0,1 1-1 15,-2 7 1-15,1 0-2 0,-1-1-4 16,2 2 2-16,0-1-3 0,0-1 1 0,1 2 2 0,0-5 0 16,-5 1-2-16,2 0 10 0,2-4-7 0,0 2 8 15,1-1-8-15,0-1 6 0,1 1 8 0,0-1-3 16,0 2 4-16,0-3-3 0,1 2-8 0,-1-3 4 15,6 0-10-15,7 9 6 0,0-5 2 0,4 1 1 16,-3-3-5-16,3-1-4 0,-5-2 5 0,0 0-4 0,4-1 5 16,-3-2-2-16,2-1 1 0,-6 0 0 15,-4 2-3-15,-3 1 4 0,0-11-7 0,-1-2 6 0,0 0-9 16,10-2 7-16,-4 2-3 0,-4 3 5 0,-2-2-6 16,-1 0 3-16,0 0-3 0,-1 0 1 0,-2 0-7 0,-1 3 7 15,-1 2 1-15,1 1 3 0,-1 1-11 0,4 3 1 16,-7-3-1-16,-1 1 1 0,2 2 1 0,-3 0-1 15,-2 2-4-15,1 1 2 0,-3 2-7 0,4 3 11 16,-1 2-6-16,2 0 5 0,2 10-18 0,0-3 5 16,2 2-5-16,1-2 3 0,2 3-14 0,-6-5-8 15,2-1-9-15,2-2-2 0,2-1-45 0,2-2-53 16,0-2 12-16,0 1-29 0,0-1-20 0,1-2-71 16</inkml:trace>
  <inkml:trace contextRef="#ctx0" brushRef="#br0" timeOffset="152845.1">27924 10094 841 0,'0'0'205'0,"0"-1"427"15,-2 0-580-15,1 0-24 0,0 0-9 0,0 0-1 16,0-1-18-16,-1 1-8 0,1 0 5 0,0 0-7 0,0 1 5 15,0 0 8-15,0 1-7 0,-1 1 6 0,-1 4-6 16,-7 10-5-16,-1 5 9 0,1-4-6 0,1 2 11 16,1-4-5-16,-2 2 3 0,0 1-2 0,0-2 17 0,1 1-6 15,-1-1 1-15,2-3-1 0,7 6 9 0,-8-3-10 16,-1 2-3-16,2-2-2 0,-1 1-3 0,2 0-3 16,1 1 0-16,0 1-2 0,2-3 4 0,3 1-10 15,-1 0 3-15,-9 0-10 0,4-2-11 0,2-1-21 16,2-1-1-16,1-1-7 0,-1-1-13 0,3-3-111 15,0 0 7-15,3-1-47 0,0 0-37 0</inkml:trace>
  <inkml:trace contextRef="#ctx0" brushRef="#br0" timeOffset="153243.26">28098 10518 936 0,'0'0'264'0,"0"-1"44"0,-2-1-134 0,1 1-88 0,0-1-60 15,0 0-4-15,0-1-20 0,0 1 3 0,-1 0-6 16,1-1-1-16,0 1-9 0,0-1-3 0,0 2-2 16,-1 0-11-16,0 0 1 0,-7-3-3 0,-3 1 6 15,-7 2 23-15,4 1-5 0,-3 0 9 0,-3 2-7 0,3 2 22 16,0 0 3-16,-1 2 0 0,0 1-1 0,1 1-7 15,3 1-2-15,1 0-5 0,2-5 2 0,0 9-9 16,4-1 6-16,1 0-3 0,4-1 3 0,0-1 5 0,-4 0-14 16,2-2 10-16,2 0-10 0,1 2 15 0,2-4-12 15,0-1 2-15,1 3-3 0,1-3 15 0,2 1 0 16,0 1-2-16,3-4 0 0,8 1-3 0,1-2-2 16,0-1 8-16,2 10-6 0,0-3 7 0,-1-4-15 15,0 0-1-15,0-2-4 0,0-1-3 0,-5-1 3 16,-2 0-3-16,-3 0 2 0,0 0-19 0,2 0-32 15,0-1-5-15,-3 0-16 0,-1 0-66 0,-3 1-53 16,0-1-8-16,1-1-17 0,-1 1-70 0</inkml:trace>
  <inkml:trace contextRef="#ctx0" brushRef="#br0" timeOffset="153761.22">27433 11517 1497 0,'0'0'0'0,"-1"-1"1"0,0 0 8 0,0 0-13 15,-1 0 5-15,1-1-52 0,0 1-6 0,-1 0 1 16,-1 1 4-16,-7 1 40 0,-3 4-2 0,-2 3 14 16,1 2-7-16,-2-2 15 0,0 10-1 0,-1 0-3 15,-3 2 4-15,3 0 19 0,-1 1 11 0,-1-2 11 0,3 0-2 16,0 0 13-16,5-5-13 0,1 1-6 0,4-3-1 16,3-1-15-16,2-2 18 0,-5-2-5 0,2 0 8 15,2-1-14-15,0 0-6 0,0 1-4 0,2-1-1 16,2 0-17-16,0 0 0 0,1-2-6 0,5 1 2 15,9 1-7-15,3-3-11 0,1 0-3 0,-1 0-6 16,-1-2-22-16,0 2-4 0,-1 9 0 0,-1-5-4 0,-1-3-34 16,-4-1-35-16,1-1-17 0,-1 2-7 0,-1-2-87 15</inkml:trace>
  <inkml:trace contextRef="#ctx0" brushRef="#br0" timeOffset="154244.51">27470 11924 1430 0,'0'0'313'0,"-2"0"-410"0,1-1 364 16,0 0-200-16,0 0-56 0,0 0-14 0,0-1-1 15,-1 1-5-15,1 0-14 0,0 0 9 0,0 0-10 16,0 1 13-16,0 0 2 0,1 0-8 0,0 0-3 15,0 1-3-15,0 0-4 0,0 1 14 0,0 10 5 0,0 1 1 16,0 1 7-16,0 0 2 0,-2-1 4 0,0-1-1 16,-2-1 5-16,1-1-7 0,1-2 1 0,-1-2-2 15,2 0 13-15,0-2-12 0,1-2 6 0,0 0-9 16,0 0-4-16,0-1 0 0,-1 1-6 0,1 0 6 16,0 1-1-16,0-2-6 0,0 0 3 0,0 0-7 15,1-1-8-15,0 0 1 0,1-1 1 0,3-2 2 16,8-4 9-16,-2-6 11 0,-2 0-1 0,2-1 5 0,-7-1-7 15,5 4 4-15,-2 0-2 0,-3 4 5 0,-1 0 11 16,0 6 7-16,1-4-3 0,-3 3 2 0,1-1-7 16,1 1-9-16,-1 1 11 0,-1 0-10 0,0 0-3 0,0 1 13 15,1 0-13-15,-1 1 14 0,0 2-11 0,4 14-2 16,-3-2 5-16,-1-1-3 0,-1 1 1 0,0-2-5 16,0 0 3-16,0-1-2 0,-1-1-4 0,0 0 3 15,1-1-7-15,0-2 5 0,0-1-9 0,0-2-11 16,0-1-1-16,0-1-6 0,0-1-36 0,0 0-25 15,0 1-6-15,-1-1-2 0,1-1-3 0,0 1-60 16,0-1-3-16,0-1-31 0,0 0-117 0</inkml:trace>
  <inkml:trace contextRef="#ctx0" brushRef="#br0" timeOffset="154461.88">27380 11856 809 0,'0'0'162'0,"0"-1"7"0,0 0-8 0,-1-1-27 0,0 0-39 15,1 0-26-15,0-1-23 0,0 1-1 0,0 0-6 16,0-1 3-16,0 1-6 0,1 0 4 0,0 0-5 16,2 1 1-16,4-2-14 0,7-2-6 0,3 4-2 15,-2 1-14-15,1 0 1 0,-3 0-1 0,-1 0 0 16,-1 1-21-16,1 1 4 0,0 1-6 0,1-1 4 16,-1 0-20-16,-4 0-1 0,1-1-16 0,-2 0 1 0,0-1-101 15,5 0-10-15,-2 0-9 0,0 0 3 0,3-1-33 16,-3 0-60-16</inkml:trace>
  <inkml:trace contextRef="#ctx0" brushRef="#br0" timeOffset="154729.4">27728 12035 952 0,'-1'0'436'0,"0"0"-531"0,-1-1 493 15,-2-1-257-15,-6-2-96 0,2 0-28 0,5 3-2 16,2 1-9-16,-2-1-21 0,1 0-6 0,1-1-4 16,0 1 0-16,1 0-10 0,1 0 9 0,1 0 3 15,10-6 3-15,6-2 10 0,3 2-1 0,-1 2 4 16,1 0-2-16,-1 1 12 0,0 2-10 0,1 0 0 0,-2-1-7 16,0 2-10-16,-4 0-34 0,-1 0 7 0,-2 0-14 15,-2-1 16-15,0 1-9 0,-3 0 4 0,0-1-9 16,-2 0-24-16,-3 1-70 0,0 0-22 0,1-1-18 15,-2-1-108-15</inkml:trace>
  <inkml:trace contextRef="#ctx0" brushRef="#br0" timeOffset="154946.16">27847 11708 979 0,'0'0'142'0,"0"0"5"0,-1 0 3 16,0 0-31-16,0-1-29 0,-1 1-59 0,2 0-20 15,0 0 0-15,-1 0-5 0,1 0 6 0,-1 0 2 16,0 1-3-16,0 1 3 0,-3 10-7 0,-1 7-5 16,0 5 6-16,-1 4-6 0,1-4-4 0,0 4 4 15,1-3-5-15,0 0 6 0,2 0-7 0,-1-3-15 16,2-2-2-16,1-1-5 0,1-4-15 0,2-3-20 16,-1-3-6-16,0-2-3 0,2-1-19 0,-2-2-9 0,2-1-10 15,8 5-3-15,1-2-57 0,2-1-66 0</inkml:trace>
  <inkml:trace contextRef="#ctx0" brushRef="#br0" timeOffset="155261.54">28360 11633 769 0,'-1'-2'398'0,"-1"1"-489"0,0 0 449 0,-4-4-236 15,-4-2-86-15,-1 0-21 0,3 4 1 0,-5-2-9 16,0 3-7-16,-2 0 2 0,-4 4-3 0,0 1 1 0,0 5-1 16,-4 5-7-16,2-10 8 0,-1 16-6 0,-3 1 15 15,6-2-7-15,0 1 1 0,0 1-3 0,5 0 7 0,0-1 7 16,2 1-2-16,4 0 4 0,-2-1 7 0,2 2-9 16,1-1 12-16,4-1-12 0,-1 0 6 0,-6-3-7 15,2 0 1-15,5 0-1 0,1-1-1 0,2-1-4 16,1 0 0-16,1-2-1 0,3 0 2 0,0-2-16 15,2 1-8-15,-6-3-3 0,11-1-26 0,4-1-7 16,-2-1 4-16,4-2-4 0,-1-1-2 0,-3 7-53 16,5-1-10-16,-1-3-20 0,1-4-86 0</inkml:trace>
  <inkml:trace contextRef="#ctx0" brushRef="#br0" timeOffset="155797.56">28190 12094 1318 0,'0'0'50'15,"0"0"4"-15,0 0-2 0,0 0-16 0,-1 0-8 16,0 0-17-16,0 0 8 0,1 1 0 0,0 0 2 16,0 0-7-16,0 0-13 0,0 0-1 0,0 1-2 15,0-1 0-15,1 0 2 0,0 0 2 0,0 0 0 16,1 0 4-16,0 1 16 0,0-1-5 0,1 0 9 0,3 0-7 15,2 0-2-15,-1-1-2 0,3 0 1 0,0 0 0 16,0-1-5-16,2-2 1 0,1-2-3 0,1-1-9 0,0-1-2 16,0-1 2-16,1 0-2 0,-2 6-4 0,-2-11 6 15,1 1-2-15,-1-3 4 0,-3 4-2 0,-2-2-2 16,0 1 1-16,-4 1-2 0,0 3 3 0,1 0 10 16,1 2 0-16,0 1 6 0,-1-1 0 0,-1 3-3 15,-1-1 0-15,0 1 1 0,0 1 10 0,-1-1-15 16,0 2 1-16,0 0-7 0,0 0 10 0,-1 1-11 15,0 0 10-15,0 1-10 0,-2 1 12 0,2 3-3 16,-5 8-2-16,3-3 0 0,0 0-3 0,2-1 3 16,0-2-1-16,-4-1 0 0,1 1-9 0,1-1 3 0,2-2 1 15,1 0 3-15,0 0 5 0,0-2-12 0,0 1 3 16,1-1-5-16,2 0 3 0,4 3 10 0,4 1-6 16,2-3 7-16,0-1-9 0,0-2 3 0,-2 0-4 15,-3 0 4-15,-1 0 1 0,-1 0-4 0,1 0 1 0,-1 0-3 16,0 0 2-16,-3 0 5 0,-2 0-1 0,2 0 0 15,-1 1-6-15,1 0 5 0,-2 1 0 0,-1-1 0 16,3 9-14-16,-2-1 9 0,-1-1-10 0,0-2 8 16,0 0-27-16,0-2-19 0,0-1 1 0,0-2-10 15,2 2-18-15,-1-1-17 0,0-1 10 0,1 0-10 16,2-1 2-16,6 0-15 0,3-3-15 0,-2-3 2 16,3-3-57-16,-1 6-100 0</inkml:trace>
  <inkml:trace contextRef="#ctx0" brushRef="#br0" timeOffset="156013.88">28644 11506 1615 0,'-1'-2'57'0,"0"1"108"0,0 0-123 0,0 0-16 0,0 0-3 15,-1 0-5-15,1-1-8 0,0 2 2 0,0 0-3 16,-2 2 2-16,1 0-5 0,-8 17-8 0,1 4-7 16,3 2-6-16,2 3-44 0,3-2-95 0,-1 0-12 15,2 2-36-15,3-2-121 0</inkml:trace>
  <inkml:trace contextRef="#ctx0" brushRef="#br0" timeOffset="158165.2">29097 10905 349 0,'-1'0'0'0,"0"0"72"16,0 0 17-16,-2-1 28 0,1-1 10 0,0 1-70 15,-1 0-9-15,2 1-20 0,-3 0-8 0,2 0 6 0,-3 0-18 16,3 0 21-16,-3 0-6 0,1 0 10 0,0 0-3 15,-1 0 4-15,1 0 5 0,0 0-2 0,2 0 6 16,-2 1-2-16,2-1 0 0,-2 1 1 0,0 2 6 0,0-2-1 16,0 1-10-16,1-1 3 0,1 1-29 0,-1-1 8 15,1 0 7-15,1 0-2 0,0 0 5 0,0 0 2 16,1 1-4-16,0-1 3 0,1 0-2 0,0 1-16 16,1 0 5-16,11 3-10 0,7 2 2 0,1-2-9 15,3-1 0-15,-2-3-3 0,-1 0 6 0,-1-1-1 16,-2 0-2-16,-4 0-1 0,-2 0-5 0,-3 0 7 15,0 0 2-15,-2 0 1 0,0 0-2 0,0-1-4 16,-1 1-4-16,-2 0 1 0,0 0 3 0,-1-1-10 0,1-1-1 16,-2 2-7-16,1-1-14 0,-1 0-9 0,0 0-1 15,2-1-7-15,-2 0-54 0,1 1-55 0,0-1-20 16,-1 1-13-16,2-2-102 0</inkml:trace>
  <inkml:trace contextRef="#ctx0" brushRef="#br0" timeOffset="158415.59">28888 11166 1453 0,'0'0'53'0,"-1"0"-1"15,-1-1-7-15,1-1-15 0,0 1-14 0,0 0-38 16,1 0 11-16,0 0 0 0,1 0 5 0,1-1-1 0,18-5 9 15,4 1-8-15,3 2 7 0,2-1-18 0,2 0 10 16,0 1-8-16,-6 0 6 0,1 1-30 0,-3 0 4 16,-2 1 3-16,-2 1 1 0,-4-1 17 0,-5 1-6 15,0 1 0-15,-4 0-5 0,0 0-25 0,-3 0-70 16,2 0-15-16,-2 0-26 0,4-1-119 0</inkml:trace>
  <inkml:trace contextRef="#ctx0" brushRef="#br0" timeOffset="159032.07">29918 10537 855 0,'-1'0'151'0,"0"-2"10"0,-1 1-6 15,1 0-41-15,-1 0-26 0,0 0-50 0,-1 0-17 16,1-1-7-16,-1 1-1 0,1 1-7 0,0 0-7 15,-1 1 8-15,1 1-7 0,-3 5 6 0,-5 15-4 16,2 4 0-16,2 3 0 0,1 1 8 0,3 4-7 16,-2 1-2-16,2 1-1 0,-1 1 4 0,1 1 0 15,0-3 1-15,-1-1-2 0,1 0 0 0,0-5 8 16,-1 0 4-16,1-2-1 0,0-3 2 0,-1 0 8 0,1-1-9 16,1-3 9-16,-2-1-8 0,1-2-4 0,0-2 2 15,-1-2-5-15,1-2-10 0,1-3 10 0,-2-1-8 16,2-3 11-16,0 1-6 0,0-1 0 0,0-2 3 15,-2 0-2-15,1 0 3 0,-5 0-2 0,-2-1 1 16,-2-1-2-16,2-2 1 0,-2-4 3 0,3 4 6 0,-1-14-2 16,1-3 12-16,4-1-10 0,0-2-2 0,3-1-3 15,-12-3-13-15,9-1-6 0,4-2 0 0,7 0-1 16,4-3-2-16,5-3 5 0,2 0-1 0,-16-1 3 16,18 1 1-16,0 5-5 0,2 1 2 0,-2 4 0 15,2 5 11-15,-3 1-5 0,1 3 1 0,-3 6-2 16,0 2 0-16,-1 2 3 0,-3 0-2 0,-3 2 1 0,-2 2-5 15,-2 1 3-15,0-4-4 0,2 0 4 0,-2 3-7 16,2-1-9-16,-1 0 0 0,-1 2-7 0,1 1-18 16,2 0-48-16,1 0-1 0,-1 1-24 0,-3 0-74 0,1 2-41 15,-1-1-19-15,0 0-12 0,3 4-146 0</inkml:trace>
  <inkml:trace contextRef="#ctx0" brushRef="#br0" timeOffset="159566.15">30126 11070 1391 0,'-1'-1'337'0,"0"0"-476"0,-2-1 404 15,1-2-231-15,-2-4-19 0,0 2-38 0,1 1 7 0,2 2-18 16,1 1 7-16,0 0-3 0,0 1 0 0,1-1-2 15,1 0 1-15,-1 0-3 0,0 1 2 16,0 1-2-16,0 0-1 0,0 1 25 0,1 2-1 0,-2 12 11 16,-3 8 17-16,-4 1 2 0,-2 1 4 0,-4 1-1 15,12-1 12-15,-12 4-3 0,-1-2-5 0,3-5 0 16,4 0-19-16,1-6-3 0,-2-3-1 0,3 1 0 16,1-4-1-16,2 1-17 0,-5-2 1 0,4-3-10 0,0-1-13 15,3-4-28-15,-1 1 9 0,0 1-13 0,1-2 8 16,0-1-14-16,0-1 0 0,1-2-4 0,7-12-1 15,4-5 34-15,2-5-7 0,-8 1 17 0,13-1 3 0,1 0-7 16,2 1 2-16,-4-1-3 0,3 1 8 0,-2 3 19 16,-1 1-3-16,-2 4 8 0,-3 2 4 0,-4 1 23 15,1 2 4-15,-3 3 9 0,-1 1 34 0,-2 3 12 16,0 1-3-16,-3 3 3 0,2-1 3 0,-2 1-17 16,0 0 13-16,0 0-16 0,1-1-1 0,1 1-15 15,-1 0-11-15,-1 1 3 0,0 1-11 0,5 13-2 16,-2 5 3-16,-3 0-6 0,-1 1-4 0,-1-1 0 15,-1 2 5-15,-1-1-3 0,0-2 0 0,-1 1-7 16,1-3 1-16,-1 1-2 0,1 0-2 0,1-6-1 0,1 0-4 16,1-4 2-16,0 0-3 0,0-3-2 0,0-1-5 15,0-3 1-15,0 0-18 0,0 2-9 0,0-1-1 16,0-1-6-16,0 0-34 0,0 0-26 0,0-1-10 16,0 0-5-16,0-1-34 0,0-6-52 0,-1-14-1 15,0-1-20-15,0 1-32 0</inkml:trace>
  <inkml:trace contextRef="#ctx0" brushRef="#br0" timeOffset="159732.76">30028 10962 914 0,'-1'-1'107'15,"0"0"-5"-15,0 0 37 0,0 0-10 0,0-1-23 16,-1 1-60-16,0 0-16 0,0 0-10 0,1 0 2 0,-1 0-9 16,1-1 7-16,1 1-2 0,1 0 2 0,1 0-7 15,8-2-11-15,12-1 7 0,9-1-7 0,0 0 8 0,0 1-12 16,1-2-12-16,-3 1-2 0,0-2-31 0,-2-1-11 15,-1 0 6-15,-1-3-14 0,-1-1-65 0,0-2-95 16,-2 11-49-16</inkml:trace>
  <inkml:trace contextRef="#ctx0" brushRef="#br0" timeOffset="160099.46">30852 10323 1701 0,'0'-2'72'0,"-2"0"-68"0,-2-11 76 0,-1 0-33 16,0 1-24-16,3 4-23 0,1 4-3 0,0-1-8 16,1 2-11-16,0 2 0 0,0-1-2 0,0 1-1 15,0 0-5-15,0 1 11 0,0 0 3 0,0 1 1 16,0 0 3-16,-3 18 10 0,-1 4 1 0,-4 1 3 15,0 2 3-15,0 0 15 0,0-1-4 0,-2 1 6 16,2 1-5-16,-2 3 5 0,-1 0 1 0,-1 7 1 16,-1 4-5-16,0 5-5 0,0 1-5 0,2 5 2 0,-1-1-7 15,1-1-4-15,1-1 2 0,-1-5-2 0,1-1 0 16,0-2 6-16,2-1-6 0,1-1 4 0,-1-3-10 0,-1-4 4 16,4-1 0-16,-1-4 1 0,1-1-9 0,3-4-13 15,0-3 2-15,1-4-6 0,0-1-8 0,1-7-20 16,0-3-12-16,0-2-5 0,0 1-55 0,0-1-11 15,0-1-2-15,1 0-7 0,0-1-47 0</inkml:trace>
  <inkml:trace contextRef="#ctx0" brushRef="#br0" timeOffset="160416.04">31017 10417 1671 0,'0'-1'32'0,"-1"-1"-2"0,0 1 15 0,0 0-6 0,0 0-6 16,0 0-39-16,-1-1-5 0,1 1 0 0,0 0 0 15,1 1 5-15,0 0 8 0,0 1-5 0,0 0 5 16,0 1-6-16,4 13 0 0,-2 3 4 0,-1 2 0 16,-1 2 5-16,-2 3-6 0,-3-1 3 0,0 2-2 15,2 0 14-15,-2 0-3 0,0 1 4 0,-1 2-3 16,-2 3 9-16,0 0-14 0,-1 1 8 0,0 0-9 0,1-2 3 15,0 1-4-15,1 0-3 0,1-4 2 0,1-3 2 16,1-3-6-16,0-1 2 0,1-2-5 0,-1-1 3 16,3-4-17-16,0-2 1 0,1-3-8 0,0-1-22 0,1-2-21 15,-1-1-20-15,0-3 0 0,0 1-70 0,1-1 37 16,0-1-14-16,2 0 16 0,7-1-46 0</inkml:trace>
  <inkml:trace contextRef="#ctx0" brushRef="#br0" timeOffset="160699.78">31327 10411 1598 0,'0'0'29'0,"0"0"2"0,0 0 10 0,0 0-14 15,0 0 1-15,0 0-24 0,0 0 4 0,0 1-6 16,0 1 5-16,-3 10-12 0,1 7 2 0,1 2 5 0,0 1-2 15,-1 3 8-15,0 3-11 0,0-1 0 0,-2 2-2 16,-2 1 11-16,2-2-2 0,-3 8-4 0,0 0 0 16,-1-3-2-16,0 4 1 0,-1-6 5 0,1 0-3 15,-1-3 1-15,2-6 2 0,0 1-2 0,1-6 2 16,2-1-3-16,-1-2-16 0,3-4-3 0,-1 0-6 16,2-4-25-16,0 0-31 0,1-4-38 0,0 0 5 0,0 1-89 15,0-1-7-15,0 0-32 0</inkml:trace>
  <inkml:trace contextRef="#ctx0" brushRef="#br0" timeOffset="161439.73">31409 10347 1012 0,'0'-1'99'0,"0"-1"163"0,0-1-181 0,0-1-30 15,1 1-13-15,0 1-2 0,2 0-20 0,3-2 3 16,5 1 7-16,2 1-4 0,-1 2-2 0,0 4-11 15,3 2 1-15,-7 0-3 0,5 2 3 0,0 8-12 0,-3 6 3 16,-3-4-4-16,0 4 9 0,4-4-6 0,-2 0 0 16,-3 1-3-16,-3-3 8 0,-2 1 1 0,-1-1 10 15,-2 0-5-15,-4-1 18 0,-1-1 1 0,-1-1 0 16,4 0 0-16,-10-1-9 0,-11-3-4 0,2 2-5 0,-1-2 3 16,-1 0 7-16,3 3-13 0,1-1 3 0,-2-3-8 15,4 2 1-15,4-1-8 0,0-2 6 0,6 2-7 16,0-2 4-16,2 1-8 0,0 3 4 0,2-5-3 15,0 3 14-15,2-2-7 0,0-2 6 0,2 5-6 16,-5-3 8-16,3-2-6 0,-1 3 2 0,2-3-2 16,-1 4 6-16,3-1-4 0,0 1-4 0,2 1 2 15,0-2-2-15,0-2 1 0,1 0 2 0,-1-2-2 0,-1 2-10 16,10 2-12-16,-2-2 5 0,2 0-8 0,-1-2-1 16,1-3-11-16,-1 1-2 0,3 8-2 0,0-4-12 15,0-2-13-15,4 0-5 0,0-4-7 0,2-3-45 0,1-1 20 16,1-4-4-16,-1-1 14 0,2-1 20 0,-1-2 36 15,-4 11-10-15,3-16 18 0,-2-2-16 0,0 3 0 16,-2-2-5-16,-3 2 4 0,1 1 12 0,-1-1 18 16,-1 1 12-16,0 0-2 0,-2 2 8 0,-2 1 9 15,-1 1 5-15,-1 2 7 0,-2 0 58 0,-2 0 10 16,1 1-6-16,2 1 6 0,-1 1-7 0,-1 0 9 16,0 2 7-16,-2 0-4 0,-1 2-10 0,0-1-20 15,0 2-7-15,0 0-2 0,-1-1-9 0,0-1-11 16,-2 2-2-16,-10-2-3 0,-5 2-6 0,-2 2-11 15,-2 3 5-15,0 5-8 0,3 0 3 0,0-8-12 0,-1 15 3 16,5-1-7-16,-1 0-4 0,5 2 4 0,5-1-4 16,2 0 4-16,1-1 3 0,2-4-6 0,-1 1 3 0,-5-2-6 15,1 2 0-15,3 0-5 0,3 2 2 0,4 2-2 16,1-6 11-16,4 3-1 0,-1 0 2 0,12-1-1 16,3 2 6-16,-2-1 4 0,2 2 1 0,1-1-1 15,-1 2-4-15,-3 0-1 0,0 0-1 0,-2 2 2 16,-3 1 1-16,-2 0-5 0,-2-2-1 0,-3 2-1 15,-2-1-1-15,-4-2 11 0,-1 0-2 0,9-3 4 16,-6-3-7-16,-1 0 22 0,-2-1 0 0,-1 2 8 0,-2-3 10 16,-2-1-8-16,-3-1-3 0,-14-4-1 0,0 0-12 15,-3 1-12-15,2-2 0 0,0 12-4 0,0-5-2 16,6-4 1-16,4-3-7 0,0-1 1 0,1 0-41 0,-2-3-78 16,0 1-19-16,5 0-33 0,0-2-192 0</inkml:trace>
  <inkml:trace contextRef="#ctx0" brushRef="#br0" timeOffset="171809.62">6939 9646 142 0,'0'0'4'0,"-1"0"192"0,0 0 11 15,0 0-8-15,-1 0 32 0,0 0-188 0,1 0 9 16,0 0-30-16,0 0-10 0,-1 0-6 0,1 0 10 16,1 0 3-16,0 0-1 0,1 0 0 0,1 0-6 0,-1 0 5 15,14 0 4-15,1 0-1 0,1 0 11 0,1 2-6 16,-1-2 3-16,2 0-3 0,-2 0 13 0,-1 0-12 15,0 0 4-15,0 0-7 0,-3 0-6 0,0 0-5 16,2 0-2-16,-5 0 0 0,2 1-1 0,-1 0-11 16,-8-1 4-16,4 0-7 0,-2 0-1 0,-3 0-6 15,2 0-8-15,-2 0 2 0,-1 0-18 0,2 0-9 16,-1-1-4-16,-1 0-3 0,1-1-22 0,-1 1-93 16,0 0 11-16,0 0-47 0,-1 0-83 0</inkml:trace>
  <inkml:trace contextRef="#ctx0" brushRef="#br0" timeOffset="171975.69">7038 9757 209 0,'0'1'67'0,"0"0"-8"0,-1 2 77 0,-3 7-11 0,-2 4 5 16,2 0-45-16,0-1-7 0,2-1 2 0,1-2-5 15,-1-3-12-15,1 1 0 0,1 0-1 0,0-1 2 16,0 1 1-16,0-2-21 0,1-1 4 0,2 1-9 16,-2-3 6-16,1 1 9 0,9-2-11 0,7 10 7 15,-1-5-31-15,2-3-9 0,1-3 4 0,2-1-7 16,2-3-16-16,1-1-35 0,-2-2-13 0,1-1-10 0,0-3-65 15,1-1-80-15,0-2-88 0</inkml:trace>
  <inkml:trace contextRef="#ctx0" brushRef="#br0" timeOffset="172542.54">8464 9207 956 0,'-1'-2'72'0,"0"0"110"16,-4-8-100-16,1-3-14 0,-2-2-6 0,1 4-2 0,0-2-24 16,2 3-27-16,-1 2 6 0,1 1-12 0,-1 0 5 15,-1-1 1-15,2 2-9 0,-1 1 6 0,1 2-6 16,-5-1-6-16,-3 3 8 0,0 0-7 0,0-7 5 15,-1 2-1-15,-1 2-2 0,-2 3 3 0,-3 1 8 0,-1 4-9 16,-2 1 4-16,-1 5-5 0,-2 2 5 0,-3-9 10 16,-1 18-5-16,2 6 7 0,-1 3-5 0,0 3 7 15,2 3-2-15,2 2 3 0,2 2-10 0,4-1-2 16,3 1 0-16,2-3-1 0,3 1-1 0,3-2-4 16,1 1 0-16,4-3-1 0,-15 0 2 0,9 1-2 15,5-4 2-15,4-3-2 0,1-3 2 0,2-4 3 16,3 2-2-16,0-2 3 0,2-3 10 0,-1-4-3 15,-4-2 5-15,12-3-7 0,2 0-4 0,5-6-2 0,-2 10 0 16,8-3-1-16,-3-7-9 0,2-3-3 0,0-3-10 16,-2-5 5-16,3-1-16 0,-3 0-21 0,-1-3 12 15,-4 0-16-15,-1 10 0 0,-1-16-26 0,-1 2 0 16,-1-1-11-16,-1 2-39 0,-1 0-67 0,-2 2-24 0,-2 0-9 16,-1 5-56-16</inkml:trace>
  <inkml:trace contextRef="#ctx0" brushRef="#br0" timeOffset="173160.27">8489 10124 1198 0,'0'0'35'0,"0"0"-2"15,-1 0 27-15,0 0-6 0,-1 0 0 0,1 0-8 0,0 0-20 16,0 0 2-16,0 0-11 0,0 0-10 0,1 0-7 15,0 0 2-15,0 0-4 0,0-1 1 0,1 0-3 16,0-1-4-16,0 1 2 0,0-1 1 0,8-11-5 16,1-2 9-16,1-2-6 0,-4-1 13 0,1 0-5 15,-1-2 2-15,0 0-1 0,4-1 10 0,-4-4 1 16,2 2 1-16,1-4 0 0,-3 3 7 0,-2 0-9 16,-1 0 2-16,2 2-5 0,-4 0-2 0,3 6-7 15,1 0 1-15,1 6-1 0,-4 4 5 0,0 2-7 0,-3 3 3 16,1-1-4-16,1-1 2 0,-1 1-4 0,1 1 0 15,-1 0 0-15,0 1 11 0,-1 1-9 0,0 4 5 16,-6 24-6-16,0-1 9 0,-3 5 4 0,-2 1-5 16,1-2 3-16,-1 0-10 0,3-5 5 0,0 0-2 0,3-2 4 15,1-3-7-15,2-3 6 0,2-3 2 0,0-2 3 16,1-2 2-16,0-4 3 0,2 0-6 0,-1-3 5 16,2 1-4-16,1-1 3 0,12-4-1 0,-4 0 1 15,2 10 2-15,-3-7-7 0,2-1 0 0,6-4-5 16,-6-2-5-16,5-4 5 0,-5 0 5 0,0 6-1 15,1-17 6-15,-2-2-11 0,0 0 3 0,-2-1-4 0,0 0 8 16,-1-1-5-16,1-2 0 0,-3-1-2 0,1 2 5 16,-3-1-4-16,0-1 3 0,-2 2-2 0,-1 3 5 15,-2 3-7-15,6 6 4 0,-1 0-4 0,-2 3 6 16,-3 6-1-16,0-3 3 0,0 3-2 0,-1-1-4 0,0 2-4 16,0 0-3-16,0 1 1 0,0 1 8 0,-2 9-3 15,-5 20 1-15,-1 4-2 0,1 3 0 0,0-1-1 16,1 2 1-16,0-1 0 0,1 1 2 0,3 0-7 15,-1-3 5-15,2-3-6 0,1-2 6 0,0-6 3 16,1-4-6-16,2-5 5 0,-1-4-4 0,0-4-9 16,0-3 2-16,-1-1-8 0,1-1-28 0,0-1-32 15,2 1-9-15,3-1-7 0,0-2-38 0,0-4-60 16,4-12 1-16,-2-17-30 0,4 3-93 0</inkml:trace>
  <inkml:trace contextRef="#ctx0" brushRef="#br0" timeOffset="173460.61">9049 8919 1576 0,'-1'-2'35'0,"-1"0"63"0,-3-6-51 15,0 1-7-15,1 1-4 0,3 4-4 0,0-1-28 0,0 2-5 16,0 0-5-16,-1 1 0 0,1 1-10 0,-5 8-1 16,-5 21 4-16,0 3-2 0,0 3 6 0,3 2-2 15,0-1 1-15,1 0-1 0,2-4 9 0,1-4-11 16,0-1 7-16,3-5-9 0,0-6 0 0,1-2-9 16,0-6 0-16,0 2-5 0,0-4-16 0,0-3-20 15,0 1-5-15,0-3-5 0,0 1-41 0,0-2-45 16,0 0-40-16</inkml:trace>
  <inkml:trace contextRef="#ctx0" brushRef="#br0" timeOffset="173814.75">9317 9672 185 0,'0'0'11'0,"0"0"-1"15,0 0 55-15,0 1-7 0,0 1 20 0,0-1 12 0,1 1-11 16,0 1 8-16,0-1-6 0,2 1 31 0,1 4-4 15,0-2-2-15,-1-2-1 0,8-2-3 0,0 0-5 16,0 0 2-16,5 10-7 0,-2-4-23 0,5-1-13 16,-1-3-4-16,1-2-4 0,2-1-25 0,-1 0-11 15,4-2-3-15,-1 1-2 0,-1 1-3 0,0-1-5 16,-3-2-3-16,-5 1-3 0,4-3-18 0,-3-1-32 16,-2 0-8-16,0 1-10 0,-2-1-42 0,-1 1-48 15,-1-1-6-15,-2 4-30 0,-1-12-175 0</inkml:trace>
  <inkml:trace contextRef="#ctx0" brushRef="#br0" timeOffset="174078.55">9685 9424 659 0,'-1'0'106'0,"0"-1"187"16,-2 0-193-16,1 0-17 0,0-1 0 0,-1 1-9 15,1 0-26-15,-1 1-25 0,2 0 3 0,0 0-10 16,-1 1 0-16,2 0 2 0,-11 18-7 0,2 6 4 16,3 1-19-16,1 2 7 0,2 5-6 0,-3 2 5 0,1 3-1 15,-3 3-3-15,0 1 6 0,1 1-6 0,-1-3-2 16,3-3-3-16,-1-3-16 0,2-3 6 0,1-3-44 0,2-4-2 16,1-4-16-16,0-5 3 0,2-3-75 0,0-4 15 15,1-4-7-15,-1-2 10 0,7 4-9 0</inkml:trace>
  <inkml:trace contextRef="#ctx0" brushRef="#br0" timeOffset="174494.64">10295 9436 873 0,'0'-1'45'0,"0"0"89"16,0-2-113-16,0 1-1 0,0-6-8 0,1 1 3 15,1 0-15-15,0 0 6 0,1-3-1 0,0 4 1 16,-1-1-6-16,1 0 1 0,-1 0 1 0,-1 2 0 16,0 2-2-16,-1 0 5 0,0 2 0 0,0-1 6 15,0 0 21-15,0-1 1 0,0 2 3 0,0 0-2 16,-1-1 5-16,-1 0 2 0,-4 0-7 0,-8 0 4 0,-2 2-15 15,0 3 8-15,1 3-3 0,-4 5 1 0,-1-7-25 16,-2 15 10-16,-1 1-8 0,4 2 7 0,2 2-7 16,-1 2 0-16,-1 2 1 0,4 0-3 0,1 3-7 15,3 3 2-15,2-2 0 0,-1 1 1 0,3 1 6 0,0-4-5 16,4 1-1-16,-12 0 0 0,6-6-4 0,7-3 10 16,2-2-1-16,2-3 5 0,2-2 9 0,1 0 4 15,-1-6-2-15,3 0 1 0,2-2-18 0,9-1 4 16,1-1-4-16,2-1 4 0,-1 7-6 0,1-2-14 15,3-5 1-15,-2-3-10 0,2-1-20 0,-2-2-33 16,-1-1-1-16,-2-3-12 0,1-1-33 0,-1-3-99 16,0 0-27-16</inkml:trace>
  <inkml:trace contextRef="#ctx0" brushRef="#br0" timeOffset="174964.32">10648 9772 656 0,'0'0'55'0,"0"0"87"16,0 0-72-16,0 0 16 0,0 0-9 0,0 1 9 15,0 1-21-15,0-1-1 0,0 0-5 0,0 0 1 16,-1 0-16-16,0 2-21 0,1-2 6 0,-7 12-12 16,-2 1-6-16,0 4 0 0,-2 0-5 0,0 1 5 0,-1 2-4 15,0-1 2-15,0 1-4 0,1-1 3 0,1-2-8 16,1 0 3-16,1-1-3 0,3-2 2 0,0-3 5 15,2-1-9-15,1-4 10 0,1-2-10 0,1-2 8 0,0 0-1 16,0-2-3-16,0 0 1 0,-1 1-13 0,0 1-6 16,1-2 4-16,0 0-4 0,0 0-4 0,1-1-1 15,0-1-4-15,2 0 4 0,8-7 8 0,3-11-2 16,-3 0 7-16,3-1-4 0,-1-1 12 0,2-1-4 16,4-3-6-16,-2 1 4 0,-1 1 6 0,-3 2 1 15,-2 1 1-15,-1 4-1 0,-2 3-1 0,-2 4 1 16,-1 7 8-16,-3-3-3 0,1 4 8 0,-1 0 16 15,-1 1-6-15,2-2 10 0,-1 2-3 0,-1 0-25 0,2 2 10 16,0 2-14-16,8 21 10 0,-8 1-5 0,-3 2 4 16,-1 0-3-16,-3-1 8 0,0-1-6 0,-2 0-1 15,-1-2 0-15,1-3-1 0,1-2-2 0,2-3 1 16,0-3-2-16,2 0-5 0,1-5 2 0,0-1-2 0,0-1 1 16,0-2-4-16,0-2-6 0,0 0-6 0,1 1-1 15,1-2-19-15,-1 0-13 0,0-1-2 0,1-1-7 16,-1 0-25-16,8-24-19 0,0 1-30 0,-1-1 0 15,-1 1-139-15</inkml:trace>
  <inkml:trace contextRef="#ctx0" brushRef="#br0" timeOffset="175178.4">10533 9606 1195 0,'0'0'107'0,"0"0"20"0,-1-1-43 16,-1 0-51-16,1 0-12 0,1 0-14 0,1 0-3 15,1-1 7-15,3 1-7 0,18-2-4 0,-1 2 0 16,4 1 0-16,3 0 0 0,-2 0 6 0,1 1-29 16,0-1-17-16,-2 0-10 0,-1 0-107 0,-1-1-275 0</inkml:trace>
  <inkml:trace contextRef="#ctx0" brushRef="#br0" timeOffset="175951.11">11089 8948 472 0,'-1'-1'119'0,"0"0"253"0,-1-1-323 0,1 1-19 16,0 0 1-16,0 0-8 0,0 0-2 0,0 1 24 16,1 0 1-16,0 0 8 0,1 0 9 0,0 1-21 15,1 0-4-15,12 7-5 0,9-5-14 0,-1 13 6 16,4 4-4-16,0 4 4 0,-1 0-5 0,2 6-11 0,0 3 7 15,2 5-10-15,0 4 3 0,1 1 0 0,0 5-1 16,0-3 2-16,-1 2 6 0,-3-1 10 0,-5-3-1 16,-2 3 3-16,-4 2-2 0,-3 4-6 0,-6 1 5 15,-4 6-4-15,19 0 3 0,-17 0-3 0,-9-1 0 16,-9-2-2-16,-7-1-1 0,12-2-4 0,-23 0-4 16,-2-4-1-16,1 2-10 0,1-2-37 0,1 0-22 0,-1-2-17 15,-3-1-185-15</inkml:trace>
  <inkml:trace contextRef="#ctx0" brushRef="#br0" timeOffset="176513.51">8115 8782 678 0,'-1'0'110'0,"0"0"-153"0,0 0 133 0,-4 0-76 0,-1 1-12 16,-1 3 10-16,0 2-1 0,-5 4 6 0,0 8 6 16,-3 3-2-16,-3 0 1 0,0 4 0 0,-4-2 4 0,2 2 6 15,-1 1 1-15,1-1 4 0,-1-1 8 0,5 2-16 16,-4-2 4-16,2 4-7 0,0-1-3 0,0 4 3 16,2 5-4-16,0 2 5 0,-3 2 3 0,1 0-7 15,2 0 2-15,-3-4-5 0,5 5-8 0,2 0-8 16,2 1-1-16,5 0 0 0,3 0 6 0,-17-1-4 15,12 3-1-15,8-4-2 0,7 0-7 0,6-1 5 16,3-5-3-16,-6 0 1 0,19-3-17 0,0-4-23 0,3 0-1 16,1-5-11-16,4-2-40 0,4-1-222 0</inkml:trace>
  <inkml:trace contextRef="#ctx0" brushRef="#br0" timeOffset="177780.73">12154 9407 715 0,'-1'-2'137'0,"0"1"-148"0,0-1 150 16,-7-10-72-16,-1 0-30 0,2 1-18 0,4 2-1 16,-1 0-8-16,2 1-10 0,2 5 2 0,0 1 0 15,0 0 1-15,0-1-6 0,0 1 9 0,0 0-3 16,0 0 6-16,0 1-1 0,1 1 12 0,0 1 1 16,0 1 4-16,3 7-5 0,3 15-7 0,0 0 2 0,-1 1-3 15,1 2-5-15,0 1-3 0,-1 2 1 0,0 0 0 16,1 1 5-16,-2 2-8 0,-1 0 6 0,1 1-4 15,-1 0 19-15,-1-2-13 0,-1-3 0 0,0 2-3 16,-1-4 16-16,-1-3-6 0,0-1 0 0,0-6-2 16,0-3 0-16,0-1-9 0,0-2 0 0,0-4-4 15,0-1-1-15,0-4 12 0,0 0 0 0,1 1 3 0,-1-1 9 16,0-1-7-16,0 1 6 0,0-2-9 0,1 0 5 16,0-2 1-16,0-5-3 0,3-15 2 0,0-4-6 0,0-4 12 15,2-2-7-15,1-5 7 0,1 2-8 0,2-3-8 16,0 2 0-16,2 0-4 0,0 0-6 0,0 4 0 15,-1 3 2-15,4 1-2 0,-3 2 11 0,-10 2-11 16,14 1 5-16,4 2-5 0,-3 2 7 0,-1 3-9 16,-1 4 3-16,-2 4-6 0,5 2 7 0,-5 3-21 15,-4 1-7-15,1-5-8 0,-4 3-42 0,2 2-31 16,1 2-31-16,2 2-10 0,-4 2-200 0</inkml:trace>
  <inkml:trace contextRef="#ctx0" brushRef="#br0" timeOffset="178282.53">12669 9810 1465 0,'0'-1'43'16,"-1"0"0"-16,0-1-14 0,0 0-3 0,0 0-18 15,0-1-8-15,-1 2 0 0,1 0-4 0,1 0 2 0,0 0-5 16,0-1-3-16,0 1-6 0,0 1-1 0,0 1-25 16,0 6 13-16,-2 18 3 0,-2 2 3 0,0 1 8 15,-3 0 14-15,-3-3 1 0,0 0 6 0,0-4 7 0,1-3 5 16,2-3 0-16,1-2 1 0,2-3-3 0,1-2-2 16,2-4 0-16,1 0 0 0,0-1-5 0,0-1 7 15,0 0-11-15,0 0 9 0,0 0-14 0,1-1-3 16,0 0 5-16,1-1-7 0,4-1-6 0,7-6 3 15,4 2-3-15,-3-13 6 0,0 1 9 0,0-2-5 16,1 1 5-16,-1 1-5 0,0-2-2 0,-1 2 9 16,-1 1-6-16,-1 3 8 0,0 1-6 0,-1 2 3 15,-1 5 5-15,-2-1 0 0,-1 5 17 0,-1-3 4 16,1 1-5-16,-2 0 4 0,0 3-12 0,0 0-1 0,-1 2-2 16,-3-1 1-16,1 16-8 0,11 2 0 0,-5 0 2 15,-3-1-1-15,-3 0 8 0,-1-2-9 0,0-1-2 16,0 0-2-16,-1-2-4 0,-1 0 1 0,1-2 0 15,1-3 1-15,0-2-7 0,0-1-8 0,0-3-2 0,0-1-4 16,0 1-16-16,-1 1-48 0,0-2 4 0,0 0-21 16,0-1-20-16,-1 0-8 0,1-1-4 0,0-1 2 15,-6-11 15-15,-1-5 3 0,1-1-1 0,1 3-5 16,-1-4-36-16</inkml:trace>
  <inkml:trace contextRef="#ctx0" brushRef="#br0" timeOffset="178464.43">12592 9665 201 0,'-1'0'121'0,"-1"0"-4"0,1-1 50 16,-1 0-15-16,0 1-17 0,-7-1-38 0,7 1-1 16,-2 0 0-16,2-1-1 0,0 1-16 0,-1 0-16 15,2 0-7-15,0 0 0 0,0 0-4 0,0 0-6 16,1 0 1-16,1 0-4 0,0 0-15 0,10 0-3 16,12-2-3-16,1 2 1 0,-1-2-8 0,2-1-14 15,0-1 1-15,0-2-7 0,-1 0-35 0,0-1-28 16,-1 0-16-16,-1-1-4 0,0 0-72 0,-1-2-148 15,-1 1-28-15</inkml:trace>
  <inkml:trace contextRef="#ctx0" brushRef="#br0" timeOffset="178783.81">13360 9122 1346 0,'-1'0'134'16,"-1"0"20"-16,1-1-64 0,-1 0-46 0,-1-1-31 15,1 1-11-15,0 1 1 0,-1 0-2 0,1 1 0 16,0 1-4-16,-7 12-4 0,0 12 0 0,2 4 0 0,1 3 0 16,0 4-4-16,2-1 1 0,-2 4-3 0,-1-2 5 15,0-2 10-15,-2-1 0 0,1 1 4 0,-1-1-5 16,-1-2 1-16,2 0 5 0,1-3-3 0,-1 2 6 0,2 0-8 15,1-4-4-15,2-3 1 0,0-1-3 0,2-1 4 16,0-6-1-16,0 0 1 0,0-4 1 0,1-3-3 16,0 1-6-16,0-3-3 0,0-3-30 0,0-4-63 15,0 1 11-15,0 1-31 0,0-2-20 0,0 0-32 16,1-1-20-16,0-1-3 0,4-6-78 0</inkml:trace>
  <inkml:trace contextRef="#ctx0" brushRef="#br0" timeOffset="179048.58">13576 9146 1139 0,'-1'0'57'15,"0"0"1"-15,0 0-17 0,-2 0 2 0,1 0-25 16,-1 1 8-16,2 0 0 0,0 0-8 0,0 1 4 16,-5 11-16-16,0 6 10 0,3-1-6 0,0 5 5 15,2 2-13-15,0-1 6 0,-1 4 4 0,-2-1-3 16,-1 1-7-16,2 3 4 0,-1-1-6 0,0 1 7 15,-2 3 2-15,-1 0-3 0,0 1 5 0,0-2-5 16,0 0-2-16,-1-2 1 0,0-1 2 0,1-3 0 16,4-6 5-16,0-3-9 0,2-4 0 0,1 0-3 0,0-1-6 15,1-2-14-15,0-3-3 0,1-2-7 0,-1-3-36 16,-1-1-150-16,2 0-13 0,2 0-59 0,7 3-155 0</inkml:trace>
  <inkml:trace contextRef="#ctx0" brushRef="#br0" timeOffset="179714.52">13996 9135 1033 0,'0'0'67'0,"0"0"5"0,0 0-6 0,0 0-24 16,0 0-11-16,0 0-27 0,0 0 17 0,0 1-3 15,0 0 9-15,0 3 10 0,0 12-19 0,0 8 5 16,0-1-13-16,0 7 4 0,0 1-6 0,-1 0-2 15,-2 4-2-15,1-1 3 0,-3 2-3 0,-1-1 10 0,-3 1-9 16,-2 3 2-16,0 0 6 0,-1 0-11 16,2-2 10-16,0-1-9 0,2-6 7 0,-1-5 0 0,4-6 1 15,0-4 4-15,1-3-7 0,2-2 3 0,1-2-5 16,1-4-5-16,0 0-12 0,0-2-6 0,0 0-2 16,0 1-17-16,0-2-4 0,0 0-8 0,0-1 0 15,0-1-27-15,0-13 25 0,0-14 2 0,1-2 9 16,1-2 21-16,1 3-1 0,0-3 7 0,0 3-5 0,0 0 17 15,2-1 0-15,0 2 3 0,0-1-1 0,0-1 7 16,2-2 9-16,1-1-5 0,2-3 6 0,2 2-13 16,0-5-1-16,0 3-1 0,1 2 0 0,1 1 5 0,0 7-9 15,-9 2 6-15,12 8-6 0,-2 2 16 0,-2 4 14 16,-1 2 4-16,-1 3 3 0,1 3 28 0,-1 1-8 16,-1-6 5-16,1 1-7 0,-1 2-9 0,2 3-12 15,-2 1-5-15,-1 2-2 0,2 4-11 0,-6-2-10 16,1 16 5-16,-2 0-6 0,-2 2 6 0,12 2-7 15,-7-2 2-15,-3 0-3 0,-4 0-1 0,-1-2 7 16,-4 1-6-16,-2-1 7 0,-1 0-7 0,-1-4 5 16,1-1-2-16,-1 0 2 0,4-1-4 0,-10-1 0 15,-4 0 0-15,-3-2 0 0,2 1-4 0,-3-1-1 0,3-1 1 16,6 0 0-16,-2-3 1 0,3 0 1 0,2-3-1 16,5 0 1-16,-3 1-6 0,3-3 7 0,3 0-3 15,-4 0 4-15,7-1-2 0,-2-1-7 0,1 1 3 16,-1 1-5-16,-1 1 6 0,2-1-3 0,0 0 5 0,0 1-2 15,1-1 6-15,0 0-6 0,0 0 3 0,2 5-2 16,2 0 6-16,2 1-6 0,1 3 0 0,5-2-1 16,2 1 12-16,0 1-1 0,-2 0-1 0,0 2 1 15,3 0 3-15,0 1 2 0,0 0-1 0,2-2 0 16,-1-2 0-16,2 2-8 0,-1 0 2 0,1-2-5 16,0-2-3-16,-2-3-20 0,1 1-5 0,-1-4-7 15,-1 3-18-15,-1 3-61 0,-2-4 3 0,0-3-27 0,2-2-31 16,2-4-83-16,2-3 1 0,1-4-33 0,1 5-47 15</inkml:trace>
  <inkml:trace contextRef="#ctx0" brushRef="#br0" timeOffset="180067.41">14691 9381 915 0,'0'0'56'0,"0"0"-1"0,0 0 32 16,-1 0-5-16,-1 0-4 0,1 0-3 0,0 0-22 15,-1 0 4-15,1 0-8 0,-9 3 0 0,-3 3 4 0,-1 1-8 16,-1 3 5-16,-5 0-11 0,1 1-10 0,0-1 3 16,4 0-7-16,1-1-11 0,1-1-5 0,4-6-6 15,-1 7 3-15,5-1-1 0,2-1-2 0,-1 0-1 16,3-1-1-16,-1 0 2 0,-3 0 0 0,2 0 6 16,0 0-4-16,2 1 5 0,1-1-6 0,1 1-1 0,3 1-1 15,0 0 2-15,2 2-2 0,10 1 3 0,1 1-2 16,-1 3 6-16,-4 1-4 0,-1-2 2 0,0 3-2 15,-3 1 4-15,-1 1 2 0,-2 2 0 0,-3-3 2 16,6-5 3-16,-1 2 10 0,-4-1 0 0,-3-2 4 16,-4 5 5-16,-1-3 3 0,-4 1-4 0,0-1 2 15,-17-5-4-15,-1 1-10 0,0-2 2 0,2-1-6 16,1 0-9-16,0-2-9 0,5-4-1 0,-1 11-4 0,3-5-2 16,3-4-36-16,0-2-11 0,2-1-16 0,1-1-110 15,1-1-95-15,2-2-46 0</inkml:trace>
  <inkml:trace contextRef="#ctx0" brushRef="#br0" timeOffset="182000.83">7130 11076 429 0,'-2'0'47'0,"1"0"-7"0,-1 0 43 15,-11 2 13-15,-1 0-20 0,1 0-4 0,-2 2-32 16,3-2-6-16,1 2-4 0,2-1-9 0,-2 1 14 15,2-1-7-15,3 0 6 0,-2 0-15 0,3-1 10 16,0 1 5-16,3-2 1 0,0 0 22 0,1-1 2 16,-1 0 3-16,0 1-5 0,0 1-18 0,-1-1 2 15,2 0-10-15,0 0 8 0,0 0-7 0,0 0-13 0,1 1 10 16,0-1-12-16,1 0 13 0,0 0-17 0,2 0 3 16,15 4-8-16,-1-3 5 0,-1 1-12 0,4-1 1 15,-2 0-3-15,0 0 5 0,2-1-5 0,-2 0 2 16,-1-1-4-16,1 1-5 0,0 0-17 0,0-1-5 15,-1 0-4-15,-1 0-25 0,-1 0-20 0,-1-1-5 16,-2 0-6-16,0-1-34 0,-3-1-26 0,0 1-44 0</inkml:trace>
  <inkml:trace contextRef="#ctx0" brushRef="#br0" timeOffset="182201">7146 11362 1253 0,'-1'0'73'0,"0"0"156"0,0 0-222 0,1 0-2 16,1 0-5-16,0 0 3 0,1 0 1 0,23-3 1 16,1 0-3-16,2 2 2 0,1 1-7 0,0-1-9 15,0 0-12-15,-3-2-6 0,3 1-92 0,-2 0-308 16</inkml:trace>
  <inkml:trace contextRef="#ctx0" brushRef="#br0" timeOffset="191525.09">8233 10899 236 0,'0'0'0'0,"-2"-1"75"15,1-1 6-15,0 0 22 0,-1-3 11 0,-4-8-67 16,1 2 4-16,0-1-28 0,2 1 3 0,1 3-7 0,0-1 4 16,1-1-4-16,0 2-1 0,1-1 0 0,0 0-9 15,0 1 9-15,0-2-5 0,0 0 7 0,0-2-5 16,1 1-2-16,0 1 6 0,2 0-3 0,0-2 10 0,1-1 1 16,-1 0-4-16,0 0 4 0,-1 3-6 0,0 0 9 15,1 2-5-15,-2 3 6 0,-1-1-6 0,0 3 19 16,0 0-3-16,0 1 6 0,0 0-15 0,0-1-9 15,0 1-4-15,0 1-1 0,0 0-12 0,0 0 8 16,-1 1-4-16,0 0 3 0,-1 1-16 0,0 3 13 16,-10 16-6-16,1 6 10 0,1 1-18 0,3 5 9 15,1 2-3-15,-1 5 7 0,0 0-7 0,-1 0 8 16,-4 1-5-16,2-4 6 0,-2 0-5 0,1-1 9 16,2 0-2-16,-2-2 4 0,2-1-1 0,-2-1 8 0,2 0 3 15,1-2 1-15,-1-1 2 0,2-4 3 0,1-2-2 16,1 0 1-16,0-5-7 0,0 3-18 0,2-2 4 15,1-8-7-15,1 2 4 0,0-4-10 0,1 1-1 16,0-1-3-16,0 1 8 0,0-5-11 0,0-2 2 0,1 0-9 16,0 1-14-16,1-1-27 0,-1-1-19 0,0 1-3 15,0-1-62-15,1-1-46 0,1-1-11 0,4-4-22 16,5-7-122-16</inkml:trace>
  <inkml:trace contextRef="#ctx0" brushRef="#br0" timeOffset="192509.17">8577 10832 831 0,'0'0'36'15,"0"0"-2"-15,-1-1 19 0,0-1-8 0,0 1-4 16,-1 1-33-16,1-1-5 0,0 0 2 0,0 0-2 16,0 1 1-16,0 0-1 0,-1 0-3 0,1 0 0 15,1 0-8-15,0 0 6 0,0 0-3 0,0 0 5 16,0 0 9-16,0 0-11 0,1 0 3 0,-1 0-4 0,0 0 13 16,0 0 0-16,0 0 9 0,0 0-6 0,2-1 18 15,-2-1 5-15,0 1 2 0,0 0 1 0,0 0-7 16,0 0-3-16,0 1-8 0,0-2 6 0,0 1-5 15,0 0-17-15,0 0 9 0,0 1-12 0,0 0-1 0,0 0 6 16,0 0-6-16,0 0 6 0,0 0-8 0,0 0-2 16,0 0 3-16,0 0 0 0,0 0 6 0,0 0-6 15,0 0 1-15,0 0-1 0,0 1 4 0,0 0-4 16,0 0 0-16,0 1 0 0,0-1 14 0,0-1-7 16,0 0 3-16,0 0-5 0,0 0-2 0,0 1 5 15,0 0-4-15,0 0 5 0,0 1-3 0,0-1 0 16,0 0-2-16,0 0 2 0,0 0 3 0,0 0-6 15,0 2 9-15,0-1-6 0,0 4 14 0,0 5-8 16,-2-3-4-16,-1 7-1 0,-1 0-8 0,0 4 4 0,-1 0 9 16,0 0-3-16,-1 0 7 0,1-2-10 0,-1 2-3 15,2-2 1-15,2-1-2 0,-1-1 4 0,2-1-4 16,1 1 3-16,0-1-1 0,0-1-6 0,1-2 6 0,2 1-5 16,0 0 5-16,1-3 2 0,1 2-4 0,0 1 3 15,0-3-6-15,2 2 4 0,0-1 0 0,-4-2 3 16,8 2-4-16,-1 2 2 0,-2-2-3 0,-1 2 2 15,1 0-3-15,0-4 5 0,5-1-1 0,-3-1 3 16,3-1-2-16,-3 0 2 0,2 1 3 0,1-3 0 16,-1 0 5-16,3 8-4 0,-1-4 0 0,1-2-1 0,1-2-6 15,-2-3 7-15,1-1-7 0,2-3 7 16,-1-2-2-16,1-2-6 0,-2 0 8 0,1-3-6 0,0 6 2 16,-2-14-1-16,-1-1-2 0,-2 2 3 0,-1 2-4 15,-2-2 1-15,0 2 2 0,-2-4-1 0,-1 1 1 0,-3 0 5 16,-1 0-9-16,11 0 9 0,-5 2-11 0,-2-1 3 15,-4 0 2-15,-1 1 0 0,-2-2 4 0,-2-1-8 16,-1 2 4-16,0 1-5 0,-4-2 5 0,1 2-3 16,-1 0 1-16,-1 1-1 0,9 1-2 0,-11 2 0 15,-1 0-2-15,1 2 2 0,-1-1-2 16,-3 1 3-16,1-1-3 0,-3 1 0 0,1 4-8 0,0 1 4 16,-2 2 6-16,-1 3-3 0,2-11-8 0,-2 5 7 15,2 5-6-15,0 2 8 0,2 2 4 0,1 3-11 0,-4 3 9 16,4 2-10-16,-3-7 6 0,5 21-6 0,4-4-5 15,0 3 1-15,2 1-7 0,5-7 0 0,-2 3-5 16,-7-1-1-16,5-1-31 0,5-2-113 0,2-2 3 16,2-2-47-16,1-4-62 0</inkml:trace>
  <inkml:trace contextRef="#ctx0" brushRef="#br0" timeOffset="193193.89">9399 10773 807 0,'0'0'12'0,"0"0"0"0,-1 0 4 15,0 0-1-15,0 0-2 0,-1 0 3 0,1 0-12 16,-1 0 6-16,0 0-8 0,-1 0 0 0,2 0 11 16,-2 1-6-16,-1 0 8 0,2-1 2 0,0 0-5 15,1 0 11-15,-1 2-7 0,0-1 23 0,-1 0 17 16,2 0-3-16,0 0 8 0,0 0 6 0,0-1-8 16,-1 0 5-16,1 0-7 0,0 0 0 0,1 0-25 0,0-1-1 15,0 0-9-15,1 0-7 0,0 0 5 0,2 0-3 16,-1 1 2-16,7-4-19 0,2 2 2 0,1 0 0 15,-2 2 2-15,0 2-4 0,-1 0 3 0,-1 2-2 16,3 1 4-16,-2 1-3 0,-1-5 1 0,-4 11-2 0,0 3 2 16,-1 1-3-16,9 1 8 0,-3 2-6 0,-4-3 7 15,-3 1-7-15,-2 0 2 0,-1 0-1 0,-1 3 0 16,-4 0-1-16,-2 3 9 0,-2-1-1 0,-1-1 3 16,-1 0-6-16,11 0-2 0,-13-2-1 0,0 1 0 15,1-2 3-15,-2-2-3 0,1 2 3 0,1-3-2 16,-1-1 2-16,0 3-6 0,0-2 5 0,0-1-4 0,0 4 8 15,1-6-4-15,1-1-1 0,4 0-1 0,1-3-6 16,-1-1 6-16,2-1-4 0,0-1 7 0,0-3-1 16,5 1-8-16,1-2 6 0,-3 1-6 0,1 0 7 15,1 1-2-15,0-2-1 0,0 0 1 0,1 0 9 0,0 0-4 16,1-1 1-16,1 0-3 0,9 0 2 0,4-2-7 16,0-1 5-16,2-2-6 0,-1 0 11 0,1-1-4 15,1 0 3-15,0 2-4 0,0-1-7 0,1 3 7 16,-2-1-3-16,1 2 6 0,0 0-5 0,-1 1 3 15,0 0-2-15,0 1 2 0,0 2-7 0,-4-1 0 16,0 0 2-16,-5-1-1 0,0 1 6 0,1 0-7 16,-3 0-2-16,4 2-1 0,-6-2 1 0,1 0-3 0,-3 0 5 15,0-2-5-15,2 1 0 0,1 0-16 0,1 0 2 16,0 0-7-16,1-1-10 0,0 0-62 0,0-1-1 16,2-1-24-16,2-4-39 0,1-2-55 0,3 0-8 15,0-11-21-15,-1-1-85 0</inkml:trace>
  <inkml:trace contextRef="#ctx0" brushRef="#br0" timeOffset="193826.74">9938 10838 1155 0,'-1'0'194'16,"-1"0"-237"-16,-5-2 217 0,-6 0-114 0,3 0-45 0,4 1-5 16,2 1-3-16,3 0 0 0,0 0-10 0,-1 0 2 15,-1 1-2-15,2 0 3 0,0 0 1 0,1 0 3 16,0 0 4-16,1 2-3 0,0-1 9 0,2 1 11 16,6 2-5-16,5 4 6 0,2-2-6 0,0-3-1 15,-1 0 5-15,-2-2-5 0,0-1-6 0,-1 1 6 16,-2-1-10-16,2 0 9 0,-2 0-9 0,-1-1 2 15,-4 0-1-15,1 0 0 0,-3 0-6 0,-2 0 4 0,3 1-1 16,-1 1 0-16,-1-2-1 0,1 2 0 0,1 3-1 16,2 3-1-16,1 4-4 0,-2-1-5 0,-1 0 5 15,-1 2-5-15,0-1 10 0,-2-1-6 0,-1 1-4 16,-1 1 0-16,-2 1-5 0,0 0 6 0,-2 2-1 0,-2 0 2 16,-2 0 0-16,-2 1-6 0,9-1 6 0,-12 1-4 15,1-2 16-15,-1 0-3 0,0 1-3 0,1-6-1 16,1 2-2-16,0-1 0 0,0-2 9 0,3 3-5 15,0-4-2-15,0-2 7 0,2 0-7 0,1-1 6 16,1-1-12-16,0-1 10 0,1 0-6 0,1-1 8 16,0 1-6-16,2-1-3 0,0-1 1 0,-1 1-4 15,1 0 3-15,1-1-4 0,0 0 2 0,-2 2-3 0,0-1 6 16,1 0 2-16,0 1 0 0,-1-1 2 0,1 0-4 16,0 1 2-16,1-1-2 0,0 0 2 0,1 0-5 15,0-1 11-15,2 0-8 0,9 4 9 0,3-2-8 16,1 0 3-16,2-3-1 0,0-2 0 0,2 0-3 0,2-2 2 15,-1 1-1-15,0-2 2 0,-1 2-1 0,1-2 1 16,2 0 4-16,-2 2-2 0,0-1 0 0,-1 2-3 16,-3 0-4-16,0-1 1 0,-1 2-6 0,-1 1 13 15,-2 0-2-15,-2 0 6 0,1 0-9 0,0 1-3 16,-4-1 6-16,0 1-4 0,1 1 5 0,-3-1-7 16,1 0-4-16,0 0 2 0,-1 0 4 0,-2-1-30 15,2 1 0-15,-1-1-24 0,1 0-141 0,2 0-193 16</inkml:trace>
  <inkml:trace contextRef="#ctx0" brushRef="#br0" timeOffset="195679.16">10769 10914 79 0,'0'0'45'0,"0"-1"-4"0,0 0 40 0,0 0-8 16,0-1 3-16,0 0-13 0,0 0-11 0,0-1-3 16,0 1-4-16,0 0-21 0,0 0 16 0,0 1-3 15,0 0 6-15,0 0 2 0,0 0-16 0,0 0-1 16,0 1-6-16,-1 1-7 0,0 0 16 0,-2 5-1 16,-5 11 6-16,1 1 5 0,-1 1-6 0,-1 0 3 0,-2 2-3 15,0 0 7-15,1 4 2 0,-2 1-1 0,-1-1-1 16,-1 4-10-16,13 1 10 0,-12 2-3 0,-1 3 4 15,0 2-15-15,-1-3-1 0,0 3-5 0,2-1 3 16,0-2-3-16,0-1-6 0,2-5 2 0,1-3-4 16,0-1-13-16,0-2-1 0,4-1 1 0,0-4-1 15,3-1 8-15,-1-3-6 0,1-3-3 0,2-2-1 16,0-2-12-16,-2-2 2 0,2-2-13 0,-1 1 6 0,-1-1-32 16,1 0-39-16,1-1-12 0,0 1-19 0,-1-2-114 15</inkml:trace>
  <inkml:trace contextRef="#ctx0" brushRef="#br0" timeOffset="196063.17">10687 10892 1410 0,'0'-1'33'15,"-1"-1"70"-15,-1 1-93 0,1 0-10 0,0 0 1 16,1 0-3-16,0 0 0 0,1-1 1 0,0 1 2 16,2 1 1-16,11 0 5 0,-1 0-10 0,2 4 0 0,-1 0-4 15,0 3-3-15,0 3 4 0,-1-5 0 0,-1 8 2 16,0 1 2-16,-4 0 2 0,0 0 5 0,-1-1 0 16,-1 0 6-16,-2-3 0 0,-2 0-5 0,1-1 4 15,-2 1 0-15,5-2 9 0,-2 0-1 0,-1-1 3 16,-2 0 6-16,-1-1-2 0,0 1 4 0,-1 0-5 15,-2 0-2-15,1 0-12 0,-2 0 5 0,0 0-7 16,-1 0 1-16,2 0 1 0,-6-1-10 0,1 0 7 16,0 1-8-16,1-1 4 0,0-1-2 0,1 0 3 0,0-2-3 15,1 1-1-15,1-1 0 0,1 1-1 0,-2-1-9 16,4 0-4-16,0-2-4 0,1 0-1 0,0 0-20 16,-1 1-17-16,0 1-33 0,0-1-1 0,-1 0-165 0,2 0-137 15</inkml:trace>
  <inkml:trace contextRef="#ctx0" brushRef="#br0" timeOffset="196496.51">11419 10824 791 0,'-1'0'232'0,"0"0"31"0,0-2-90 0,-1 1-83 0,-1 0-45 15,0 0-22-15,-2 0-10 0,0-1 2 0,2 1-6 16,-2 0-4-16,-1 0 2 0,-1 1-7 0,-1 0 5 16,-2 1-10-16,1 1 2 0,-2 3 0 0,0 2 0 15,-2-1-6-15,0 12 10 0,0-1 0 0,-2 0 1 16,0-1-7-16,0 2 7 0,-1-3 1 0,2-1 2 16,0 3-3-16,2-2 1 0,-2 0-1 0,2 2 2 15,2 2 3-15,1 0-8 0,2 2 7 0,-2 1-7 16,0 3 3-16,5 2 5 0,-1 0-5 0,1 1 6 0,-12 4-2 15,7 0 0-15,3-1 0 0,3 2 2 0,2-3 9 16,1-2-2-16,0-2 5 0,0-3-3 0,0 0 6 16,1-6 1-16,-1 1-6 0,2-3 4 0,-1-1-8 15,-1-1-2-15,1 0 3 0,-1-3-3 0,0 0 2 0,0-3-6 16,0 0 2-16,0-1-3 0,0-1 6 0,0-1-3 16,-1 1-3-16,-2 0 0 0,1 0-3 0,0-2-4 15,-7 1 1-15,-4 0-2 0,-2-1-1 0,0-1-15 16,2-1 1-16,0 9-9 0,1-4-13 0,3-3-62 15,-1-2-3-15,0-1-23 0,0 0-31 0,1-2-12 16,3 0 5-16,4 0-6 0,-1-11 14 0,-8-4-33 16,2-4 10-16</inkml:trace>
  <inkml:trace contextRef="#ctx0" brushRef="#br0" timeOffset="196730.57">10883 11260 1161 0,'-1'0'59'0,"0"0"102"16,0 0-100-16,-1 0-16 0,1 0-3 0,0 0-5 16,1 0-12-16,0 0-1 0,0 0 7 0,1 0-6 15,0 0 7-15,3 0-3 0,15 1-5 0,2 0 3 16,1-1 1-16,5 0-14 0,0 0 5 0,4 0-9 16,2-1-5-16,-2-3-10 0,1 1-7 0,-2-2-2 0,-4-1-26 15,-3 0 9-15,-3 1-14 0,-1-2 6 0,-1-3-64 16,-3 1-39-16,0-2 3 0,1 6-12 0,0-11 23 15,-2-2-28-15,1-2 15 0,1 2-19 0,-1-2 20 0</inkml:trace>
  <inkml:trace contextRef="#ctx0" brushRef="#br0" timeOffset="197046.41">11663 10587 1275 0,'-1'0'230'0,"-1"0"-268"0,-6-2 255 16,-7-3-129-16,4 3-61 0,7 1-15 0,1-1 1 15,1 1-7-15,0 0-4 0,-1 1-8 0,2 0 2 16,0 0-4-16,0 1 8 0,1 0-6 0,1 2 0 0,5 7-4 16,-2 6 4-16,15-1 12 0,0 6-6 0,2-2 8 15,-1 1-8-15,0 2 1 0,0-1 1 0,1 6 2 16,1 1 9-16,-2 1-1 0,0 1 3 0,-2 0-4 15,-1 2-5-15,-2-1 3 0,-1 1 2 0,-2 1 0 16,-4 0 8-16,-4 1-6 0,-3 3-3 0,14 0 1 16,-11 2 3-16,-8 1-5 0,-6 1 3 0,-6 3-5 0,15-3-1 15,-22 0-6-15,-3-2-3 0,1-4-4 0,-1-1-12 16,0-2-61-16,-3-3-41 0,-2 1-25 0,-6-2-313 16</inkml:trace>
  <inkml:trace contextRef="#ctx0" brushRef="#br0" timeOffset="197763.49">8027 10272 729 0,'-1'0'47'0,"0"0"3"0,-2 1 10 16,-7 3-13-16,-6 3-3 0,0 2-3 0,-2-2-10 15,-1 17 1-15,1 4-5 0,-2 3-2 0,-2 4-1 16,0 5 7-16,-4 3-5 0,3 3 7 0,-2 6-6 0,0 3-7 16,4 2 4-16,0 4-6 0,3-5-7 0,5 1-1 15,5-6-1-15,0-2 1 0,6-3 2 0,0-3 5 16,-14 1-4-16,11-3 3 0,6 0 19 0,3 0-4 15,1-1 12-15,1 1 9 0,2 0-25 0,1-1 3 0,2-2-12 16,2-3-14-16,0-3-5 0,-12-1-3 0,21-3-1 16,2-2-19-16,2-2-39 0,2-5-15 0,3-6-20 15,5-2-163-15</inkml:trace>
  <inkml:trace contextRef="#ctx0" brushRef="#br0" timeOffset="198531.43">12754 10468 896 0,'-1'0'27'0,"0"0"2"0,0 0-3 0,-2 0-3 15,1 0-7-15,-4 0 1 0,-1 0-12 0,0 0-1 16,1 2-2-16,-1 0 5 0,-1 1 3 0,-2 2 3 15,0 1 0-15,-2 2 7 0,-1 1-5 0,0-8 9 16,-1 12-9-16,0 1 4 0,0 2 7 0,1 3-6 16,2 0 8-16,-1 4-4 0,-2 3-5 0,-2 4 1 0,4 3-2 15,-2 1-4-15,3 2-7 0,2 1 0 0,-3 1-2 16,5 1 5-16,0 0-12 0,5 0 4 0,-2 0-5 16,2-2 11-16,-16 2-6 0,9-1-2 0,7-1-2 15,3 0 0-15,2 0 8 0,3-3-3 0,1 1 6 16,3 0 4-16,-1-5 4 0,3 1 5 0,1-3-4 15,-2-5 2-15,-8-3-3 0,12-2 2 0,9-1-3 0,0-1-2 16,0-3-14-16,3-2 1 0,-7-2-5 16,2-2-5-16,-1-2-1 0,1-1-4 0,-2 7 3 0,2-4-19 15,-1-3-45-15,1-4-68 0,3-5 0 0,1-4-301 0</inkml:trace>
  <inkml:trace contextRef="#ctx0" brushRef="#br0" timeOffset="198982.33">13110 10722 771 0,'-1'0'446'0,"-1"0"-626"0,-8-2 532 0,-4-3-305 15,3 2-43-15,7 3-5 0,-1 0 0 0,4 0-1 16,-1 0-3-16,-1 1-2 0,0 5 2 0,-9 20-2 16,5 3-8-16,4 3 1 0,-1 4 1 0,2 2 2 15,-2-2 7-15,1 0 1 0,-1-5 2 0,1-1 1 16,-1-3 2-16,-1-2 4 0,2-3-2 0,-2-4 4 16,0-1 9-16,3-5 10 0,0-3-5 0,1-2 7 15,-1-1-3-15,1-3 10 0,0 0 0 0,1-2 2 0,-1 2 2 16,0-1 8-16,-2 0-7 0,2 0 4 0,0-1-28 15,0 0-11-15,0-1 3 0,-1 0-6 0,1-1-6 16,1 0 4-16,-1-18-3 0,2-1 4 0,4-1-8 0,2-1 3 16,2 1 4-16,1-1-1 0,2 0 1 0,-1-1 4 15,2 1-5-15,-12 0 3 0,15 0-10 0,-1 1 6 16,-1 0 0-16,0 2 3 0,0 4 11 0,-1 2-10 16,-2 4 3-16,0 0-6 0,-3 1-2 0,-1 5 4 15,0-1-5-15,-1-1 4 0,1 1-1 0,-1 0-19 16,0 2 1-16,-3 2-10 0,2 0-20 0,-1 0-31 15,2 2-13-15,-2 1-14 0,-1 14-111 0</inkml:trace>
  <inkml:trace contextRef="#ctx0" brushRef="#br0" timeOffset="199648.26">13308 11152 1049 0,'-1'0'468'0,"0"0"-631"0,-2 0 545 0,-4 0-305 15,1 0-71-15,4 0-1 0,0 0-3 0,-1 0 0 16,1 0-2-16,0 1-3 0,-1 0 4 0,1 1-3 0,-9 15-1 16,1 6-4-16,1 2 2 0,2 1-2 0,0 1 3 15,1-2 0-15,-1 2-1 0,3-6 3 0,-1-2 3 0,1-5 1 16,2-6-1-16,1-1 2 0,0-1 1 0,1-4-4 15,0 1 1-15,0-1-1 0,0 0 4 0,0 1 4 16,0-2-2-16,0 0 3 0,0 0-3 0,1-1-6 16,0-1 6-16,1 0-6 0,4-4-1 0,10-14 4 15,0 1-7-15,1-2 5 0,-1 0-9 0,0 2 10 16,-1-1-2-16,1 5 5 0,-1 1-11 0,-1 4 6 16,-1 0-1-16,-2 5 3 0,-3-2-3 0,-2 3 10 15,0 2-4-15,-4 0 7 0,1 0-12 0,1-1 3 16,-2 2-1-16,2-2 3 0,1 2 8 0,-3 0-7 0,1 2 4 15,-1 1-6-15,6 14-2 0,-2 3 6 0,-2-2-3 16,-4 0 4-16,-3 2-1 0,0-5-7 0,-3 3 2 16,2-6-3-16,0-2-1 0,0 0-14 0,2-3-1 15,-1-1-5-15,2-3-9 0,0 0-14 0,0-1-2 0,0 0-9 16,0-1-60-16,-2 1-14 0,1-2-6 0,0 0 4 16,-1-2 22-16,1 0 24 0,-1-18 3 0,1 0 7 15,-1-2 5-15,-1 2-1 0,2 1 6 0,-3-1 0 16,0 1 38-16,1 3 14 0,-2 0 8 0,0 3 1 15,-2 0 8-15,-1 2 16 0,1-1-6 0,0 1 14 16,-2 3 32-16,3 0 10 0,-1 1 1 0,1 0-1 16,0-1-19-16,1 2-2 0,0 1-4 0,0-1 1 0,1 1-9 15,0 0 12-15,0 0 1 0,3-1 4 16,-1 0-2-16,1 1-6 0,0-1 1 0,-1 2-1 0,0-2 10 16,1 2 7-16,-1 1-2 0,3 2 3 0,-1-2-7 15,1 2-8-15,-1-1-2 0,1 1-3 0,0-1-18 16,0 1 8-16,0 0-9 0,0 0 8 0,1 0-15 0,18 0-6 15,1-11 1-15,2 4-3 0,0 2-9 0,3 2-7 16,-1 2-5-16,2 1-3 0,-4-1-21 0,1 0-7 16,1 1-9-16,-3-1-5 0,3-2-77 0,-1-1-50 15,-2-2-61-15,4-1-4 0,2-3-297 0</inkml:trace>
  <inkml:trace contextRef="#ctx0" brushRef="#br0" timeOffset="200015.12">14050 10693 1596 0,'-1'-1'34'0,"-2"0"77"16,-5-4-102-16,1 1-6 0,5 3 7 0,-1 0-7 15,1 0-3-15,0 0-18 0,-1 0-2 0,2-1-1 0,0 1 14 16,0 1-4-16,0 0 4 0,0 1-3 0,-1 1 7 16,1 0-3-16,-4 11 2 0,1 2-2 0,-1 4 13 15,0 0 0-15,-1 2 1 0,1 2-1 0,-2 0 3 0,-3 1 7 16,0 1-7-16,-1-1 5 0,2-2-15 0,-3 2 6 16,-1 0 3-16,-1 1 0 0,-2 2-7 0,2 1 6 15,-1 0-10-15,0 3 7 0,1-2-10 0,0 2 2 16,1-3 2-16,1-1 0 0,0-1 4 0,4-5-5 15,0 0 1-15,2-5-5 0,2-6-12 0,2-1-9 16,1-4-4-16,0 0-5 0,-1 1-49 0,2-4-22 16,0 1-19-16,0-1 5 0,0-1-33 0,2 0-10 15,0-1 0-15,5-4-6 0,9-20-3 0</inkml:trace>
  <inkml:trace contextRef="#ctx0" brushRef="#br0" timeOffset="200299.58">14153 10677 358 0,'0'0'166'0,"0"-2"-126"0,-1 1 175 0,0 0-65 16,0-1-62-16,0-1-6 0,0 1-13 0,-1 0 5 16,1-1-25-16,0 2 12 0,1 0-8 0,-1 0 5 15,0 0-36-15,0-1-3 0,-1 1 2 0,1 1-2 16,0 0 5-16,0 1 0 0,-2 2-1 0,-6 11-1 16,-2 6-8-16,3 1-1 0,1 3-2 0,1 1 0 15,2 1-10-15,-1 0 13 0,0-2-7 0,-1 2 9 0,2-2-16 16,-1 2 11-16,0 2-6 0,0-3 7 0,0 1-12 15,-1 1 0-15,0-1 4 0,0 2 0 0,1 0-3 16,1-3 5-16,-1 0-8 0,1-2 5 0,1-2-5 0,2-2-3 16,-1-1 0-16,2-3-3 0,0-2-12 0,2-2-14 15,-1-3 2-15,0-3-7 0,1-1-9 0,-2-3-57 16,14 9-23-16,3-3-16 0,-1-6-105 0,6-4-99 16</inkml:trace>
  <inkml:trace contextRef="#ctx0" brushRef="#br0" timeOffset="200966.44">14513 10620 1066 0,'0'0'64'0,"0"0"2"0,-1 0 4 0,0 0-16 15,0 0-12-15,0 0-28 0,-1 0-2 0,1 0 1 0,0 0-1 16,0 1 3-16,0 0 1 0,-2 4-4 0,-4 18 2 15,1 1-13-15,1 6 7 0,-1 3-4 0,-4 1 7 16,-3 2-3-16,-1-2 3 0,-1 1-1 0,1-2 2 16,0 0 3-16,0-2 3 0,2-4 3 0,-1-1-2 15,2-3-5-15,4-4-5 0,0-1-2 0,2-5-1 0,2-3-5 16,1-3 11-16,-1-1-3 0,2-2 4 0,1-3-14 16,0 1 3-16,0-1 1 0,-1 2 1 0,0-1-4 15,0-1-4-15,-1 1-4 0,1-2 3 0,0 0 0 16,0-2-4-16,1 1 3 0,-7-18-3 0,3-1 5 0,3-2-2 15,1-1-3-15,2-2 1 0,3-1-6 0,1-2 0 16,2-2 8-16,2-4-5 0,-1 1 13 0,2 0-6 16,0 2 3-16,1 2-3 0,1 2 10 15,0 1-4-15,0 3-6 0,-12 2 2 0,12 3-6 0,-1 4 9 16,2 1 0-16,-3 4 3 0,-1 0 8 0,2 4 11 16,-2 0 1-16,2 4 2 0,1 0-5 0,0-8-3 15,0 3-2-15,1 4-1 0,0 2-11 0,0 1 2 16,-2 3-5-16,0 2 4 0,-2 1-6 0,0-4 8 15,-2 13-7-15,-3 1 7 0,0 1-13 0,-3-1 7 0,-1 2 3 16,11-1 0-16,-5 1-3 0,-4-3 1 0,-3-2-1 16,0 0 1-16,-2-1 0 0,-1 1 4 0,-1-3-3 15,-2 2 2-15,0-2-1 0,2-4-1 0,2 0-2 16,-8-5 0-16,-1 0-5 0,1 2 6 0,0-2 1 0,2 2 2 16,-1-1-5-16,-1 0-5 0,-2 5-1 0,-1-1 1 15,4-4 9-15,-2 1-4 0,6-2 2 0,-4 1-3 16,1-1 4-16,2 0 0 0,-3 1 4 0,-1-1-4 15,5-1 3-15,-5 2-7 0,7-2 1 0,0 0-1 16,-5 4-1-16,6-4 5 0,-1 1-3 0,2-1 4 16,-5 8-2-16,3-2-4 0,-1 1 2 0,2 1-2 15,2 2 3-15,1-3 3 0,4 2-1 0,-1-2 2 0,-2-1 2 16,13 1-5-16,-1-1 2 0,5 0-3 0,-2 0 7 16,0-1-8-16,-3-1 3 0,2 0-6 0,-4-2-5 15,2-1-10-15,0 1-8 0,-2 5 0 0,1-1-29 0,-1-2-193 16,0-3-2-16,-1-1-80 0,2-1-138 0</inkml:trace>
  <inkml:trace contextRef="#ctx0" brushRef="#br0" timeOffset="201366.48">15060 10773 1192 0,'0'0'64'0,"-1"0"2"0,0 0-8 0,-2 1-5 15,0 0-20-15,-7 3 1 0,0 1-2 0,-2 0-2 16,-1 4 0-16,-1-2-4 0,-5 13-7 0,0-3-4 16,3 5-1-16,0-2-1 0,3-4-13 0,3 3 8 0,1-5-10 15,2-1-1-15,3 0 1 0,1-3-4 0,1-1 5 16,1 0 11-16,-5-2-10 0,3-1 6 0,1 0-6 16,0-1-3-16,1 0 8 0,1 1 4 0,0 0 1 15,1 1 6-15,1-1-6 0,1 2-1 0,2-1 0 16,1 2 3-16,5 0 4 0,1 2-4 0,-4-1 4 15,2 2-12-15,-1-1 8 0,-4-1-5 0,0 1 7 0,0-1-4 16,-2 1-2-16,0-2-1 0,0 1 0 0,1-3 2 16,0 0 5-16,-1 0 6 0,-1-1-3 0,-1 1 6 15,-1 1 4-15,-1-3-4 0,-5 2 5 0,-10-3-2 16,-5-1-14-16,1 3 4 0,2-5-7 0,0 11-2 0,-1-4-2 16,3-3 1-16,0-3-1 0,1 0-1 0,2-1-10 15,1-1 2-15,3 0-6 0,2 0-3 0,0 0-8 16,1-1-8-16,1 0-1 0,2 0-34 0,0 0-62 15,2 1 4-15,0 0-25 0,-7-12-24 0,3-1-62 16,3-2-11-16</inkml:trace>
  <inkml:trace contextRef="#ctx0" brushRef="#br0" timeOffset="201817.43">15182 10306 1002 0,'-1'-1'448'0,"0"0"-602"0,-1-2 523 0,-9-2-291 16,1-4-66-16,4 2-8 0,0 3 2 0,3 2-4 16,2 2 3-16,-1-1-11 0,0 0 2 0,0 1-6 15,1 0 9-15,-1 0-6 0,-1 0 9 0,2 0-6 0,-2 8 12 16,2 8-7-16,-1-1-1 0,1-2 0 0,-8 2-4 15,4-3 18-15,3-2-6 0,2 0 12 0,0 0 11 16,1 1 11-16,2 1 2 0,2-2-1 0,1 0-6 16,1 0 4-16,0 1-5 0,7 2 2 0,3 0-20 0,3 1-5 15,1 2 3-15,1 3-4 0,1 2-5 16,-1 3-6-16,3 2 0 0,-3 2 0 0,3 1 7 0,-3 7-8 16,-2-3 1-16,1 7-2 0,-3 0 1 0,-3-1 0 15,0 3 0-15,-5-5 0 0,-3-1 9 0,-4-4-6 16,-1 0 4-16,-1 1-5 0,2-1 7 0,11 0-8 15,-8 1 6-15,-8-2-6 0,-8 2 9 0,-4 0-6 16,-2 0 1-16,9-1-2 0,-14-3 1 0,-3 1 4 16,-2-4 2-16,5-4 0 0,-2-1-6 0,1-5 5 0,2 0-8 15,2-2 8-15,1-2-13 0,4-3 6 0,0-3-2 16,4-1 3-16,2-2-5 0,-1 1-3 0,1-2-4 16,2 2-2-16,0-1-33 0,2-1-110 0,0 0-23 0,1-2-44 15,1 0-196-15</inkml:trace>
  <inkml:trace contextRef="#ctx0" brushRef="#br0" timeOffset="207256.3">4894 12515 498 0,'0'0'0'0,"-1"0"11"0,0 0 117 0,0-2-19 16,0 1 5-16,-1 0-48 0,0 0-13 0,0 0-13 16,-1-1 0-16,1 1 0 0,0 0-2 0,-1 0-7 15,1 0-1-15,0 0-2 0,-1-1-13 0,1 1 2 16,-1 0 1-16,1 0-2 0,0 0-11 0,-1 0 1 0,2 1-6 16,-3 0 6-16,-2 2 2 0,1 1 6 0,-2 10-3 15,1 10 2-15,-2 3-15 0,0 1 13 0,-1 0-3 16,2 1 7-16,0-1-6 0,-3 0 0 0,0-1 6 15,1 0-4-15,1-4 2 0,-1-2 1 0,0-2-2 0,0-3 3 16,0-4 6-16,5-3-3 0,-2-1 10 0,1-6-5 16,0 3 19-16,-2 1-3 0,0-1-8 0,2-2 4 15,-2 1-17-15,2-3-11 0,1 0 3 0,-1-2-5 16,3 1-1-16,1 1 1 0,-9-14-3 0,5-1 2 16,1-4-9-16,4-1 5 0,1-2-4 0,5-2 4 15,1 3 2-15,2-1-1 0,3 1 3 0,-7 1-4 0,17-2 0 16,-3 4-5-16,3 1 5 0,2 1-6 0,-1 4 9 15,2 3 3-15,-2-1-3 0,0 5 3 0,-1 1 0 16,1-9-4-16,-1 6 3 0,-2 3-3 0,1 3 6 0,-3 2 0 16,0 2 3-16,-2 0-1 0,-1 2 8 0,-2-1 1 15,-1 1-2-15,-3 0 1 0,-2-2 5 0,2 2-1 16,-3 0-5-16,3 2 0 0,-3-6-16 0,-1 5 7 16,-1 0-3-16,-1-2 2 0,0 1-7 0,1 0 2 15,-3-2-1-15,5 0 2 0,-3-1-3 0,-2-1-3 16,2 0 0-16,-1 2-1 0,0-1-8 0,1 1-8 15,-1-1-4-15,2-1-2 0,4 3-19 0,-7-4-56 16,1 0-15-16,1 0-19 0,-1 0-89 0,0 0-97 16,0 0-21-16</inkml:trace>
  <inkml:trace contextRef="#ctx0" brushRef="#br0" timeOffset="207621.79">5082 12564 484 0,'0'0'299'0,"0"0"-380"0,-1 0 353 0,0-1-187 16,0 0-12-16,0-1-14 0,-2 1-1 0,1 0-5 16,0 1-14-16,-3-1-12 0,0 0 6 0,0 0-8 15,2-1 8-15,-3 1-10 0,1 0-1 0,1 1-4 16,-2 0-12-16,-1 0-4 0,0 1 3 0,-2 2-3 16,0 2-2-16,0 5 2 0,-1 14-1 0,1 7 3 15,-2 3 0-15,2 6 1 0,-3 4-2 0,3 6 2 0,-4 1-3 16,-1 1 9-16,3 0-6 0,-3-3 6 0,3 0-6 15,4 0 0-15,-4-2 1 0,1 1-2 0,3-3-6 0,0 1 4 16,3-2 4-16,2-3 1 0,1-1 8 0,-16-7 3 16,10-5 7-16,6-6-1 0,1-2 21 0,3-6-1 15,0-2-1-15,2-4-2 0,-3-4-22 0,5-2-4 16,7 8 0-16,0-3 1 0,4-2 1 0,-1-5-7 16,-2 0-4-16,2-5 0 0,0-1-1 0,-2-1-6 15,1-3-1-15,-2 9-4 0,-3-12-13 0,2 3-2 16,-2 4-7-16,-1-5 2 0,0 2-21 0,-4-1-14 15,0 0-27-15,-3 4 5 0,2 0-87 0,-2 3-26 0,2-2 0 16,0-1-18-16,0 3-71 0</inkml:trace>
  <inkml:trace contextRef="#ctx0" brushRef="#br0" timeOffset="208041.85">5248 13368 664 0,'0'0'85'0,"0"1"121"16,-1-1-87-16,0 0-17 0,0 0-8 0,-2 0-5 16,1 0-44-16,1 0-11 0,-6 0-1 0,4 0-3 0,0 0-5 15,0 0-17-15,1 0 3 0,0 0-7 0,-1 0-1 16,1 2-4-16,0 0-5 0,-9 17 1 0,-1 5 3 16,2 2 4-16,-1 3 1 0,3-4 0 15,3 0-3-15,1-4 1 0,0 0 0 0,2-3 2 0,-1 0 1 16,1-4-6-16,1-1 6 0,1-3-4 0,0 0 3 0,1-2 7 15,0-2-2-15,0-1 4 0,1-2 3 0,0 2 2 16,-1-3-3-16,3-1 4 0,7 1 7 0,1 6-10 16,-1-2 5-16,-2-4-5 0,4 0 7 0,2-2-8 15,-1-1 3-15,3-4-5 0,-2 0 0 0,0-2-8 16,2-3 1-16,-5 2-2 0,-1 7 5 0,-1-11-4 16,-2 0 3-16,-2 0-4 0,-1-1 7 0,-1 2-2 15,-1-5-3-15,-1 0 1 0,10-2 0 0,-4-3 1 0,-4-1 3 16,-3-1-2-16,-1 0-6 0,-1-3 4 0,-3 4-6 15,-1-1 6-15,-1 2-7 0,-1 4 4 0,0 0 1 16,0 3 2-16,0 2 1 0,5 5-4 0,-11 1-3 16,2 3 0-16,2-4-10 0,2 2-4 0,-1 2 4 0,1 0-5 15,-2 2-9-15,3 1-8 0,2 1-11 0,0 2-1 16,1 5-56-16,0 13-93 0,-8 0-28 0,4 0-33 16,4-1-223-16</inkml:trace>
  <inkml:trace contextRef="#ctx0" brushRef="#br0" timeOffset="208356.48">5788 13269 1306 0,'0'0'38'0,"-1"0"2"0,0 0 13 16,-2 0-12-16,1 0-1 0,-3-1-8 0,-1-1-18 15,0 0 6-15,2 0-9 0,-2 0 5 0,0 1-16 16,0 0 1-16,-3 0-3 0,-2 1 3 0,0 1-6 16,0 2 9-16,0 2-7 0,-1-4 8 0,-2 21-2 0,-3 4-2 15,-1 1 3-15,-1 4 7 0,-3 4-3 0,-1 4-2 16,1 5 2-16,-1-1 7 0,-2 2-9 0,-1-1 10 16,0 2-9-16,-2-1 13 0,2 2-12 0,1-1 4 15,3-5-6-15,2 1-3 0,0-9-3 0,9-2-4 16,3-6 3-16,4-7-3 0,-6-4-15 0,4-4 1 0,4-3-9 15,1-4-31-15,1-1-79 0,0 0-46 16,1 0-19-16,0-2-245 0</inkml:trace>
  <inkml:trace contextRef="#ctx0" brushRef="#br0" timeOffset="208723.03">5736 13688 1250 0,'-1'0'41'0,"-4"0"86"0,-12 1-108 0,5-1 14 16,4 0-3-16,-4 1 4 0,2-1-14 0,3 0-16 16,-2 2 2-16,-2-1-5 0,3 0 2 0,-2 0 0 15,1 0-3-15,2 2 2 0,0-1-5 0,-3 3 0 16,-1 2 1-16,-2-6-1 0,-1 14 2 0,0 4 10 15,-1 0-2-15,-1 7 5 0,2 1-2 0,-1 5 7 0,0 0 3 16,1 0 2-16,1-1 8 0,3-5 0 16,1 1-4-16,3-5 3 0,1-1-3 0,-6-3-8 0,5-3 3 15,3-1-5-15,3-1 0 0,3-2-8 0,0-3 0 16,2 0-2-16,-3-1-3 0,13-3 8 0,3-1-5 16,2 9 6-16,1-4-11 0,0-4-6 0,2-3 0 15,1-3-3-15,4-3-2 0,2-3-12 0,1-3-3 0,0-2-5 16,-1-2-24-16,0 10-154 0,-3-17-27 0,2-3-61 15,1-4-252-15</inkml:trace>
  <inkml:trace contextRef="#ctx0" brushRef="#br0" timeOffset="210458.28">5505 12091 694 0,'-2'0'117'0,"1"0"-119"0,0 0 133 15,0 0-62-15,0 0-22 0,-1 0-21 0,0 0 0 16,1 0-7-16,0 0-9 0,0 0-8 0,-2 0-3 15,2 1 1-15,0 1 6 0,-1 2-6 0,-8 15 5 16,3 1-7-16,0 2 1 0,1 3 4 0,0 1-3 0,2-1 4 16,-1-1 5-16,0-2-4 0,2-4 5 0,-1 0-4 15,1 0 13-15,0-3-12 0,1 3 6 0,-1-4-9 16,1 0-1-16,1-2 3 0,0-2-5 0,0 2 2 16,1-4-2-16,-2 3-10 0,2-4 9 0,0 0-12 15,0 0-2-15,0-2-31 0,0-2-28 0,0-1-24 0,2 1-327 16</inkml:trace>
  <inkml:trace contextRef="#ctx0" brushRef="#br0" timeOffset="211591.63">5321 12142 636 0,'-1'0'28'0,"0"0"35"0,-2 0-11 0,1 0-19 16,0 0-5-16,-1 0-4 0,2 0-13 0,0-1-4 16,0-1 11-16,1 1-9 0,0 0 13 0,1 0-3 15,1 0-6-15,2 0 3 0,10-3 2 0,-1 2 14 16,0-1 8-16,0 2-1 0,0 0 6 0,0 1-5 0,1 0-4 16,-1 1 1-16,0 3-19 0,-2 0-3 0,0 2-3 15,1-1 1-15,-3 10-3 0,1 2 1 0,-1 2-1 16,-3-1 0-16,-3 2-6 0,-1 4 6 0,9-3-1 15,-4 3 2-15,-6 0 0 0,-3 2 0 0,-5 1 0 16,-2-2 2-16,-3-2 5 0,0 0-3 0,11-5 0 0,-15 1-3 16,-2-2-2-16,0-5-4 0,-1-1 7 0,1-1-7 15,0-3 8-15,0 1-3 0,-2-3-2 0,3-2-1 16,-2 1-3-16,0 8 12 0,1-5-2 0,2-3 5 16,7-3-3-16,-4 1-10 0,6-2 9 0,0 0-8 15,-3-2 8-15,5 1-13 0,1 0-1 0,1 0-1 16,1 0 5-16,0 0 0 0,0-1-4 0,1 0 1 15,1 0-3-15,-1-5-2 0,1 0 4 0,2 0-2 0,2 1 1 16,-2 1 5-16,10 1-6 0,3 3 5 0,1 0-10 16,4-11 5-16,0 6 5 0,-2 5 0 0,0 1-3 0,-1 3 8 15,-2 0-10-15,1 3 9 0,-3-1-5 0,3 2 0 16,-2 0 6-16,-1-1-6 0,0 1 2 0,-3-1-2 16,1 1-3-16,2 1 1 0,1 0-9 0,-1-1 6 15,1 0 1-15,1-1-1 0,-1-1-13 0,3-2-17 16,4-1-10-16,0-2-7 0,0-4-87 0,6-3-258 15</inkml:trace>
  <inkml:trace contextRef="#ctx0" brushRef="#br0" timeOffset="212110.84">6449 13044 818 0,'-1'0'67'0,"-1"0"-2"0,-1 0 13 16,-11 3-4-16,2 1-18 0,3-2-19 0,2 0-15 15,1 1-3-15,2-2-2 0,2 0-15 0,-1 0 5 16,2 1-7-16,0 0 8 0,0 0 8 0,1-1-7 16,0 3 14-16,1-1-10 0,1 1 19 0,6-2 6 0,6 0-2 15,2 0 4-15,2-1 15 0,-2 1-10 0,1 0 2 16,0-1-7-16,-1 0-5 0,0 0-15 0,1 10 2 0,-3-4-7 16,4-1-5-16,-5-3 3 0,0-1-5 15,1 1 4-15,-7-2-12 0,5 0 3 0,-4-1-3 16,0 0 0-16,1 0-11 0,-1 0-16 0,-1 0-1 0,-1 0-8 15,-1 0-36-15,-3 0-150 0,2 0-11 0,-1 0-57 16,0 0-145-16</inkml:trace>
  <inkml:trace contextRef="#ctx0" brushRef="#br0" timeOffset="212328.5">6409 13321 1179 0,'-1'0'69'0,"-1"0"-2"0,1 0-3 16,0 0-4-16,0 0-22 0,1 0-10 0,0 0-2 16,0 1 3-16,1 1-3 0,1-2-7 0,14 1 3 15,5 0-7-15,1-1 5 0,2-2-5 0,3-1-11 16,-2 1 3-16,3-3-6 0,0 0-1 0,-2 0-13 16,3 0 1-16,-2 1-6 0,0 1-15 0,-2-1-10 0,-1 0-43 15,-4 0-5-15,-2-1-304 0</inkml:trace>
  <inkml:trace contextRef="#ctx0" brushRef="#br0" timeOffset="213176.31">8344 12631 1211 0,'-1'0'28'0,"0"0"-2"0,0-1 45 15,0 0-14-15,-2-1 11 0,1 1-34 0,0 0-6 16,0 1 1-16,0-1-4 0,1 1-6 0,-1-4-3 16,-2 0-3-16,0-2 0 0,0 0-8 0,0 1-5 15,2-1 2-15,0 0-2 0,-3 1-1 0,0-1 5 16,0-1 1-16,-3 1 2 0,0 0-6 0,-6 0 0 15,-1 0 2-15,-2 3 0 0,2 1 9 0,-2 1-9 0,2-9 3 16,-5 3-4-16,-5 3 6 0,3 4-1 0,-6 4-6 16,4 1 2-16,3 4-8 0,-1 2 5 0,4-9 3 15,2 20 0-15,0 1 3 0,3 5-3 0,2-1-2 16,3 3 0-16,2 3 0 0,2 2-4 0,3 1 2 16,-17 2-4-16,11 0 5 0,5-1 1 0,3-1 0 0,4-3 2 15,1-5 0-15,2 2-2 0,0-6-1 0,2-1 0 16,0-1-1-16,1-2 10 0,0-2 6 0,-5-1 2 15,13-3 16-15,1 0-4 0,2-2-4 0,3-2-1 16,-1-3-19-16,5-1 4 0,-1-3-8 0,1-1 6 16,-2 14-13-16,-4-10-2 0,1-4 4 0,-2-2-4 15,1-4 3-15,1-2-16 0,-1-1-3 0,-1-1-4 16,0-2-2-16,-2-1-85 0,0-1 1 0,1 9-43 0,-1-14-109 16,4 4-140-16</inkml:trace>
  <inkml:trace contextRef="#ctx0" brushRef="#br0" timeOffset="213776.67">8437 13334 1096 0,'-1'1'149'0,"0"1"-185"0,-4 1 164 16,-9 4-87-16,2 8-26 0,4 1-14 0,1 0 8 15,1 1-10-15,3 3 6 0,0-5-5 0,0-2 0 16,-5-1-2-16,3-3 2 0,1 0-6 0,3 1 3 16,1-4-3-16,0-4 9 0,0-1 4 0,1 2 4 15,0-1 0-15,2 0 14 0,-2-2 6 0,8 4-2 0,1-3 4 16,-1-1-2-16,1-1-3 0,0-3 5 0,1 0-2 16,-1-1 23-16,2-2-8 0,1 4 0 0,0-11-6 15,2-2-10-15,1 2-11 0,-1-3 0 0,-1 1-4 16,1-1-5-16,2-3-9 0,0 4 6 0,0-4-7 15,-5 3 8-15,-2 0-9 0,1 0 0 0,-3 2-3 0,3 2 8 16,-3 0-1-16,-3 3-1 0,-1 1-1 0,-1 0-1 16,-1 3 0-16,0 3 0 0,1-1 0 0,-1 2 5 15,0-1 0-15,0 1-4 0,-1 1 0 0,0 0-12 0,-1-1 0 16,0 2 7-16,0 2-5 0,-1 0 2 16,-5 17 7-16,-4 8-7 0,0 5 7 0,-1-3 0 0,1 3 0 15,0-1 0-15,3-1 0 0,2-3-1 0,3-1-1 16,1-5 4-16,1-2-2 0,1-4 13 0,1-2-12 15,1-4 2-15,0-2-4 0,1-1 2 0,-3-2 8 16,13-3 1-16,3 10 0 0,1-4-1 0,4-4-5 16,-1-4 3-16,0-4-4 0,-1-5 2 0,0 4 0 15,-1-20-1-15,0-1-1 0,-1-1-8 0,0-4 5 16,0 1-1-16,-3-2 4 0,-1 3-3 0,-3 3 1 0,-1 3-3 16,-2 6 2-16,-2 0 0 0,-3 5 4 0,-2 2 1 15,5 4 1-15,-3 1-2 0,-2 4 2 0,1 0-1 16,-2 1 0-16,1-2-7 0,0 2-7 0,0 0 5 15,-1 1-3-15,0 1 5 0,0 0-6 0,-6 26 0 16,-1 4-1-16,-1 1 5 0,0 1-1 0,-2 2 0 0,2-1-1 16,0 0-5-16,2-6-17 0,1-5 1 0,3-7-13 15,1-5-73-15,1-6-74 0,0-1-31 0,0-2-10 16,0 0-87-16</inkml:trace>
  <inkml:trace contextRef="#ctx0" brushRef="#br0" timeOffset="214126.82">8881 12333 1194 0,'0'0'7'0,"-2"-1"2"0,1 0 13 16,0-1-2-16,0-1 4 0,-3-2-4 0,2 1-20 16,1 2 4-16,-2-2-6 0,3 3 9 0,-1-1 10 15,0-1-2-15,-1 2 5 0,-1 0 3 0,1 1-5 0,-1 1 3 16,-3 4-4-16,-3 18 1 0,0 7 4 0,-3 5-6 16,-1 6 6-16,-2-2-1 0,2 0-10 0,-1-3 7 15,2-2-9-15,2-1 7 0,1-2-15 0,2-4 6 16,1-2-7-16,1-4 7 0,0-4-5 0,3-4-2 0,-7-1 0 15,5-4-10-15,0 0-3 0,3-5-13 0,0-1 5 16,1 1-39-16,0-2-70 0,1 0-26 0,0-1-25 16,1-1-166-16</inkml:trace>
  <inkml:trace contextRef="#ctx0" brushRef="#br0" timeOffset="214326.8">9098 12209 1264 0,'-1'0'95'0,"0"0"-3"0,0 0 0 16,-2 1-10-16,-5 1-28 0,2 1-25 0,0 1-13 15,2 12 9-15,-3 10-10 0,1 6 8 0,-3 4 3 16,2 1-8-16,3 6 5 0,-5-1-12 0,2 0-9 16,-3 2-3-16,3-4-3 0,0-1-20 0,2-2-46 15,3 0-71-15,-2-3-21 0,-14 2-497 0</inkml:trace>
  <inkml:trace contextRef="#ctx0" brushRef="#br0" timeOffset="-214218.17">10508 12368 557 0,'-1'-2'218'16,"0"1"35"-16,0 0-93 0,-2-1-78 0,1-2-42 15,-5-4-12-15,3 3-11 0,2 0 2 0,0 2-6 16,-1 1-11-16,1-1 0 0,0 1-2 0,-1 0 1 16,2 0 12-16,0 1-9 0,0 0 3 0,-1 1-5 0,1 1 2 15,-1 0 0-15,-4 9 3 0,-8 17-2 0,2 2 7 16,2 10-9-16,-1 0 3 0,-1 2-4 0,-1 3 8 16,0 0-4-16,-1 4 3 0,-1 7-4 0,-1 3 9 0,-3 6-3 15,0 2 2-15,1-4-3 0,-1-4-1 0,2-8-2 16,0-4 4-16,1-6-2 0,3-4 9 0,1-6-11 15,3-2 3-15,2-7-5 0,0 2 3 0,1-2-13 16,2-7 1-16,2-2-5 0,2-8 3 0,0-2-21 16,0 0 1-16,0 0-9 0,0 1-8 0,0-2-78 15,0-1-2-15,1-1-34 0,3-6-80 0,11-26-64 16</inkml:trace>
  <inkml:trace contextRef="#ctx0" brushRef="#br0" timeOffset="-213633.77">10374 12536 115 0,'0'-1'70'0,"0"-2"4"0,4-13 72 16,1-8-6-16,0 1-16 0,0 5 0 0,-2 2-10 0,0 5 4 16,-1 3-38-16,0 1 1 0,1 0-6 0,-2 2 3 15,0 3-23-15,0-1-8 0,-1 2-6 0,3-1 2 16,1-2-10-16,5-1 3 0,-2 2 3 0,3-1-2 16,2 3-7-16,-1 1-4 0,4 0-6 0,-3 1 2 15,5 2-3-15,2 0-6 0,-5 1 4 0,3 2-6 16,-9-3-3-16,4 2 0 0,2 1-5 0,-3 1 3 15,6 2-1-15,-2 1-4 0,-3-2 8 0,1 1-7 0,-2-6 13 16,-2 7-14-16,2 2 3 0,-4 0-4 0,1 0 5 16,-2 0-3-16,-2-2 0 0,0 0-1 0,-2 0 3 15,5-1 3-15,0 3-3 0,-2-1 1 0,-3-1-5 16,-2 1 0-16,0 1 3 0,-3-1-2 0,-3 2-3 0,-3 1 1 16,3 0-5-16,-17-1 6 0,3 2 0 0,-1-4 3 15,0 1-1-15,2 0 1 0,-3-2-3 0,0 1-2 16,0 0 1-16,-1-3-3 0,2-1 2 0,1-2 4 15,1 0 2-15,2 0 0 0,2 1 0 0,0-5-1 16,3 0-2-16,0 1 1 0,2 5-7 0,3-3 8 16,-2 1-6-16,5-3 6 0,-1 0-10 0,0-1 10 15,3-1-5-15,0 0 5 0,0 0-9 0,0 1 1 16,0 0 5-16,-1 0-2 0,2 2 1 0,0-1 1 0,0 0-3 16,0 2 3-16,0 4-4 0,1 5 5 0,0 1-3 15,2 0 4-15,3 5-2 0,0-3 0 0,4 2 4 16,0 0-3-16,-8-2 6 0,15-1-9 0,1 3 2 15,4-5-5-15,-2 0 6 0,1-1 7 0,1-2-3 0,1 0 3 16,-1-2-8-16,-1 0 8 0,-3 0-2 0,2 0 3 16,0-1-3-16,-1 1-1 0,-3 0 0 0,-5 0 0 15,3 2 10-15,-1-1-5 0,-1-1 3 0,-2 2-4 16,1 0 2-16,-5 0 12 0,1-1-6 0,0-1 9 16,-2 2 0-16,0-1-1 0,0-1 5 0,-2 1-7 15,1-4-15-15,-1 1 0 0,0-1-4 0,0-3 3 16,-1 2-7-16,0-2 1 0,0 2-2 0,0-3 0 0,2 1-17 15,-1 1-26-15,0-1-16 0,1-1-14 0,-1 0-151 16,-1-1-240-16</inkml:trace>
  <inkml:trace contextRef="#ctx0" brushRef="#br0" timeOffset="-211449.47">32966 6414 41 0,'-1'0'0'16,"-3"0"5"-16,-5 0 56 0,-1 0-33 0,-5 0 4 0,6 0-36 15,6 0-7-15,1 1 10 0,1 0-8 0,-2 0 9 16,1 1 0-16,-1-1 0 0,-14 6-2 0,11-5-2 16,3-1-8-16,-6 3-34 0</inkml:trace>
  <inkml:trace contextRef="#ctx0" brushRef="#br0" timeOffset="-210932.28">33549 8368 141 0,'0'-2'51'0,"3"-20"-17"16,1-21 46-16,3-5-5 0,2 2 0 0,2-2-57 15,5 0 15-15,-2 2-33 0,-3 0 2 0,0 2 2 16,-3 2-4-16,-1-3 0 0,-1 1-13 0,-1-4 5 16,-3-1 1-16,-1 3 1 0,1-2-2 0,-5 1-115 15,-3 3 44-15,-4-2-58 0,-3 1 97 0</inkml:trace>
  <inkml:trace contextRef="#ctx0" brushRef="#br0" timeOffset="-209463.9">11257 13095 418 0,'0'0'0'0,"-1"-1"16"16,0 0 158-16,0 0-41 0,-1-1 9 0,2 0-77 16,-5-7-3-16,0 2-22 0,0 0 7 0,0 0-4 15,2 1 10-15,-2-1-12 0,1 1 2 0,-2 0-5 16,-3-2-6-16,-1 3 8 0,-1 0-10 0,4 3 10 0,-5 1-8 15,3-6-6-15,-5-1 3 0,2 3-4 16,-1 0 3-16,-3 2-12 0,3 2 1 0,-6 2-6 0,3 1-7 16,0 3 4-16,-4 3-5 0,0 3 6 0,0 0-4 0,-3-8-2 15,0 14 5-15,2 2-4 0,-1 2 12 0,3 3-14 16,0-1 8-16,2 3-10 0,-1 0 8 0,4 1 1 16,1 1-8-16,4 1 7 0,-2-1-8 0,4 0 2 15,1-1-1-15,1 2 0 0,4 3 2 0,0-2-5 16,-14-2 3-16,8-5-5 0,4-1 3 0,3-1 0 15,3-4 3-15,1 1-2 0,2-3-4 0,1-2 4 16,1-1-3-16,-2-1 4 0,11-3-1 0,-1-1-1 16,2-2-3-16,-2-2-1 0,2-2-9 0,-2 10-6 0,2-4 0 15,0-4-4-15,1-3-18 0,-1-2-49 0,2-3-27 16,2-3-17-16,2-5-190 0</inkml:trace>
  <inkml:trace contextRef="#ctx0" brushRef="#br0" timeOffset="-208846.28">11075 13666 1217 0,'-1'1'38'0,"0"-1"64"0,-17 7-70 0,10-3-17 15,1-1-3-15,0 1-3 0,5-4-2 0,2 1-16 16,-6 7 6-16,1 1-11 0,1 1 2 0,3-3-8 16,1 1 5-16,1-1-5 0,1-1 6 0,2 0 16 15,-1-1-6-15,3-4 10 0,4 0 0 0,0 6 10 16,1-1 5-16,0-1 2 0,-1-2 18 0,0-2 1 16,0-1-1-16,-3 0 0 0,0-1-6 0,-2 0-3 15,3-3 1-15,0 0-2 0,2-3-6 0,-2 4-10 16,-1-8-1-16,0 0-2 0,-2 0-5 0,1 1 1 15,0-1-3-15,-1 1 3 0,0 1-9 0,-2 1 1 0,0 1 0 16,-2 1 1-16,0 0 0 0,1 3 0 0,-1 0 3 16,-1 2-2-16,2-1-3 0,0 0 4 0,1-1-5 15,-2 2 4-15,0 0-14 0,0 0 6 0,1 1 2 0,-2 1 2 16,0 1-3-16,-2 15 1 0,-4 9 1 0,-1-2 1 16,0 1 7-16,1 1 2 0,2-3-6 0,0-4 4 15,3 1-5-15,1-7-2 0,0-1 5 0,1 1-3 16,0-7 5-16,1 0-2 0,-1-2-7 0,0-1 4 15,0-1 2-15,1 0 1 0,0-2 6 0,4 4-5 16,1-2 4-16,0-1-5 0,1-1 6 0,0-2-5 16,2-3 6-16,-2-1-9 0,1-3-1 0,-1-6 0 0,1-1 3 15,-2 0-3-15,-1-2 3 0,-1 3-3 0,0 1 0 16,-1 2 2-16,-1 2 1 0,0 1-1 0,-1 1-1 16,0 2-1-16,-1 0 0 0,1 3 1 0,-1 1 9 15,-1 0-9-15,2 0 5 0,0 0-6 0,1 0 5 0,-1 1-1 16,1 0 0-16,-2 1 0 0,1 1 0 0,-1 2-5 15,5 6 1-15,2 11-2 0,-1 4 2 0,-1-3 1 16,-1-1-2-16,0-3 2 0,-2-3-5 0,1-3 0 16,-1-2-8-16,1-2 3 0,-2-2-22 0,-2-4-3 15,10 5-8-15,1-1-6 0,1-5-102 0,0-4-176 16,-3-3-44-16</inkml:trace>
  <inkml:trace contextRef="#ctx0" brushRef="#br0" timeOffset="-208547.25">11474 13073 865 0,'-2'0'117'0,"1"0"226"16,-2 0-282-16,-7-2-23 0,3 1-4 0,1-1-6 15,0 2-25-15,-1 0-1 0,3 2 1 0,-2 0 0 16,0 0-1-16,0 17-3 0,0 2 0 0,0 4-1 0,0-2-1 16,3 1-3-16,-1 0-1 0,2-1 1 0,1-1 2 15,-11-4 1-15,5-2 0 0,3-3-1 0,2-1-5 0,0-1 0 16,1-3-2-16,1-3 0 0,0-3-14 0,0 0-4 16,0 1-11-16,0-1 5 0,0-1-20 0,0 0-20 15,1-1-29-15,0-1-1 0,1-1-117 0,5-17-8 16</inkml:trace>
  <inkml:trace contextRef="#ctx0" brushRef="#br0" timeOffset="-208362.94">11686 12973 1002 0,'-1'0'55'0,"0"0"-3"0,0 0 51 0,-2 1-6 15,1-1 1-15,-8 5-17 0,0 1-30 0,0-5-1 16,0 14-12-16,1 3-23 0,-2 3-3 0,1 0-3 0,-1 5 1 15,2-1-9-15,-3 1-7 0,4 0 2 0,2-3-5 16,-1-2-4-16,-5-1-45 0,5-2-32 0,4-3-22 16,3-4-279-16</inkml:trace>
  <inkml:trace contextRef="#ctx0" brushRef="#br0" timeOffset="-206728.46">11178 11974 428 0,'0'0'146'0,"-1"0"-158"0,0-2 169 0,0 1-81 16,0 0-21-16,-2 0-13 0,1 0-6 0,0-2-1 15,-1 1-23-15,1 0 1 0,1-1-7 0,0 1 6 16,-1 0-6-16,1-1-3 0,-1 1 4 0,-1 0-4 15,1-1 12-15,1 2 1 0,0 0-3 0,0 0 2 16,-2 0 4-16,1-1-4 0,0 1 9 0,-1 0-9 16,0 1 10-16,-3 0-11 0,-2 0 1 0,3 0-4 15,0 1 3-15,-2 3-5 0,1-3-1 0,2 13-2 0,-4 0 3 16,5 1-2-16,-2-1 2 0,2 1-4 0,-1-1-8 16,1 0 3-16,-7-1-1 0,4 0 4 0,3-3 9 0,2 2-10 15,1-1 3-15,1-2-6 0,2 0-2 0,1 0 6 16,1-2-1-16,-2-1 4 0,3-1-4 0,7-1 8 15,-2 0-3-15,0-2 5 0,1-1 7 0,2 8 8 16,3 0-2-16,-2-6 3 0,1 0-9 0,-3-3 8 16,0 0-5-16,-1-3 4 0,-1 0-7 0,-1-2-8 15,1-1 2-15,-2 0-4 0,1-1 12 0,-3 2-21 16,-2-6 11-16,1-2-13 0,-2 0 11 0,-3 0-7 16,0 1 0-16,7 0-2 0,-2-1 5 0,-3 3 2 15,-2 0-3-15,-1 1 2 0,-1 2-1 0,0 1-2 0,-2 0 1 16,1 3-2-16,-1-2 6 0,-6-2-14 0,-3 1 6 15,2 3-9-15,-2 0-4 0,0 3 4 0,2 1-8 16,-2 3 6-16,1 1-11 0,-2 3-12 0,2-7 2 16,-2 12-12-16,2-1-57 0,4 1-56 0,3-2-13 0,1 0-16 15,2-3-87-15</inkml:trace>
  <inkml:trace contextRef="#ctx0" brushRef="#br0" timeOffset="-206444.49">11644 11872 733 0,'-1'0'159'0,"0"0"8"16,-1-1-41-16,1 0-21 0,-1 0-51 0,0 0-11 0,-1 1-15 16,1-1-5-16,0-1-2 0,-1 2-8 0,1 0-6 15,-1 0-4-15,0 0-1 0,-5 3-8 0,-2 3 4 16,-1 0 2-16,-4 15 0 0,-1 1 5 0,-4 3 0 15,1 1 3-15,-2-1-3 0,-1 5-2 0,-1-1 7 16,1 1-6-16,1-1 8 0,1 0 1 0,2 1-13 16,2-3 10-16,3-5-11 0,1 1 9 0,5-6-8 15,1 0-1-15,3 0-3 0,-1-5-7 0,3-1-2 16,0-4-11-16,-4-1 5 0,3-2-17 0,0 0-27 0,1-1-11 16,1 0-17-16,0-1-143 0</inkml:trace>
  <inkml:trace contextRef="#ctx0" brushRef="#br0" timeOffset="-206095.38">11827 12085 1078 0,'0'0'64'0,"-1"0"122"15,0 0-125-15,0 0-6 0,0 0-3 0,-2 0-2 16,1 0-20-16,1 0-18 0,-5 0 2 0,-1 0-8 0,-1 0-4 15,1 0 5-15,-3 3-9 0,0 0 6 0,-2 2-5 16,-5 3-3-16,0 4 10 0,-3-10-7 0,-1 16 5 16,-1 1 3-16,0 0 2 0,1-1 2 0,5 0 7 0,-1 0 0 15,3-4-6-15,6 3 3 0,-4 0-11 0,5-1-1 16,1 1-2-16,4-5 1 0,0 0-4 0,-6 1-6 16,4-1 4-16,1 0-3 0,3 0 12 0,1-3-9 15,2 2 0-15,-1-3-4 0,4 1 3 0,-4 0 5 16,11-5 0-16,7 1 2 0,1 1 11 0,1-4 4 15,2 4 5-15,-1-4-2 0,0 2 0 0,-1-2-9 16,-2 10-4-16,0-4-2 0,2-2-10 0,-2-2 1 16,0-2-1-16,0-1-1 0,1 0-14 0,-2-1-46 0,1-2-47 15,1-4-32-15,1-2-480 0</inkml:trace>
  <inkml:trace contextRef="#ctx0" brushRef="#br0" timeOffset="-195502.53">22106 15078 124 0,'0'0'53'15,"0"0"-10"-15,0 0 27 0,0 0 5 0,-1 0-38 16,0 0-12-16,1 0-7 0,-1-1-4 0,1 1 2 16,-1-1-5-16,1 0-7 0,0-1-2 0,0 1-1 15,0 0-5-15,0 0 4 0,0 0 0 0,0-1 3 16,0 0-1-16,0 0 4 0,0 1 8 0,0-3-3 0,-2-2 20 15,1-1 16-15,0 1-6 0,0-1 9 0,0 0-19 16,1 4-3-16,-2-3 1 0,0-1-1 0,1 2-5 16,0-1 3-16,0 1-3 0,-1-2 4 0,1 0-4 0,0 1 5 15,0-2-12-15,0 1 9 0,0-1-14 16,-1 0 0-16,2 2 0 0,0 0-3 0,0-1-6 0,0 1 8 16,0-1-3-16,0 2 3 0,0 2-3 0,0-6-1 15,0 7 1-15,0-3-1 0,0 2 0 0,0 2 9 16,0-2 2-16,0 2 2 0,0-1-2 0,0-1 12 15,0 1-4-15,0 0 7 0,0 1-8 0,0-1-4 16,0 1-3-16,0 0-1 0,0 0-19 0,0 0 8 16,0 1-6-16,0 0 8 0,0 1-9 0,0 1 3 0,0 11 4 15,-2 11-1-15,-2 3 4 0,0 1-6 0,-1 1-2 16,0 3 0-16,1 0 5 0,0 0-3 0,-1-2 0 16,2 2-1-16,-1 1 4 0,2 1-9 0,-2 2 8 15,2 7-8-15,0 1 6 0,-1 6 4 0,1 0-4 0,-1-3 4 16,-2 0-2-16,1-8 5 0,0-2-6 0,-1-3 5 15,-1-4-4-15,0 1-3 0,0-3 5 0,-1-1-5 16,1 0 5-16,-1 0 0 0,0 2 8 0,-1 0-5 16,0-1 6-16,1-2-2 0,-2-1-1 0,2-2 2 15,0 0 7-15,0 1-8 0,1-4 5 0,2-4-5 16,-1-1-2-16,2-5 10 0,-1 1-10 0,0-2 10 16,2-2-8-16,0-1-3 0,-1 1-4 0,2-2 0 0,-1 1-7 15,1-2 2-15,0-1 4 0,-1 1-2 0,1-1-8 16,1-1 6-16,0 1-4 0,-1-1 5 0,0 0-7 15,0 1-7-15,-1-1 2 0,1 1-6 0,0-2-19 0,0 0-10 16,1 0-6-16,-1 0-6 0,1 0-84 0,0 1-222 16</inkml:trace>
  <inkml:trace contextRef="#ctx0" brushRef="#br0" timeOffset="-195035.21">21514 16295 479 0,'-2'0'51'16,"1"0"-1"-16,0 0 0 0,-2 0 2 0,-8 2-17 16,-1 2 11-16,2-2 14 0,1 1-14 0,-1 0 12 15,2 0-23-15,2-2 2 0,0 0 4 0,3-1-4 0,1 0-9 16,0 0-12-16,-1 1-2 0,1 0-3 0,0 0-12 16,0 1 19-16,1-1-1 0,1 0 11 0,0 0 9 15,1 0-1-15,2 1-1 0,6 1 1 0,10 2-4 0,1-2-9 16,1-2 1-16,2 1-2 0,0-2 15 15,1-2-5-15,0 1-6 0,1-1 0 0,2 0-13 0,2 0-13 16,0 0 10-16,-6 1-11 0,0 0 13 0,-1 0-12 16,-2 1 3-16,1 0-5 0,-2 0 9 0,-3 0-6 15,-2 0-2-15,-1 0 0 0,0 0 1 0,-3 0-5 16,-2 0 2-16,0 1-4 0,-2-1 2 0,-1 0-10 16,1 1 9-16,-4-1-11 0,1 0-4 0,1 0-8 15,-2 0-4-15,0 0-1 0,-1 0-20 0,1 1-118 0,0-1 4 16,1 0-51-16,-1 0-91 0</inkml:trace>
  <inkml:trace contextRef="#ctx0" brushRef="#br0" timeOffset="-194751.53">21628 16504 1198 0,'0'0'48'0,"0"0"2"16,0 0-19-16,-2 0-8 0,1 0-16 0,1 0 2 15,0 0-2-15,0 2 8 0,1-1-5 0,1 0 16 0,4 0-14 16,10 3 0-16,4-1-3 0,1 0 6 0,3-2-8 16,0 0-1-16,0-1-3 0,-2 0-5 0,2 1 7 15,-3 0-5-15,-1-1 4 0,-1 0-7 0,-6 0-10 16,0 0 7-16,-4 0-9 0,-2 0 1 0,0 0-19 15,-2 0-3-15,-2 0-6 0,-2 0-17 0,2 0-78 16,-1 0 24-16,-1 0-43 0,1 0-8 0,-1 0-29 16,-1 1-8-16</inkml:trace>
  <inkml:trace contextRef="#ctx0" brushRef="#br0" timeOffset="-194601.42">21745 16663 177 0,'-1'1'97'16,"0"1"-16"-16,-1-1 90 0,-9 5-13 0,3-2-66 0,-3 2-27 0,5-2-5 15,3-2-5-15,-1 0-3 0,2 1-16 0,-1-2-3 16,1 1-6-16,1 1-12 0,0-1-1 0,1 0 3 15,1 0-3-15,0-1 13 0,6 2-8 0,14 3 2 0,-2-4-8 16,6-2-18-16,0-3-8 0,0-3-5 0,2-1 0 16,-2-1-8-16,-1-3-41 0,-3-1-74 0,-1 1 4 15,0 4-300-15</inkml:trace>
  <inkml:trace contextRef="#ctx0" brushRef="#br0" timeOffset="-193198.46">20572 8313 666 0,'0'0'23'0,"0"-1"56"0,0 0-70 0,0-1 1 16,0 1-1-16,0 0-1 0,1 0-12 0,0 1 4 16,0 0 2-16,0 0 2 0,2 1 3 0,-2-1 25 15,7 6-4-15,-2-1 11 0,0 9-7 0,-1 1-18 16,-2-1 3-16,-2 3-8 0,9-3 11 0,-3 0 5 15,-3-2-6-15,-1-3 6 0,0 0-7 0,-1-3 5 16,-1-1 7-16,0 0-2 0,0-3 9 0,-1-1 24 16,0 0-12-16,2 2 16 0,1-2-23 0,10 5-18 15,5-1 1-15,7-5-9 0,5-6-16 0,11-8-6 16,2 12-2-16,5-25-1 0,7-3-12 0,-1-8-16 0,2-4-9 16,9-6-7-16,-1-3-76 0</inkml:trace>
  <inkml:trace contextRef="#ctx0" brushRef="#br0" timeOffset="-189514.45">22099 14995 14 0,'0'0'13'0,"0"0"-3"16,0 0 30-16,0 0 11 0,0 0-5 0,0 0 3 0,0 0-22 15,0 1-3-15,0 0 3 0,0-1 7 0,0 1-5 16,0-1-2-16,0 1 0 0,0-1-9 0,0 1 8 16,0 1 3-16,0-1 0 0,0 0-5 0,0 0 11 15,0 0-16-15,0 0 13 0,0 1-25 0,0-1 16 16,0 0 0-16,0 0 5 0,-1 0 2 0,0 1-3 16,0-1 8-16,-1 0-6 0,1 0 10 0,0 0 6 15,0 0-5-15,0 1 7 0,0-1 1 0,-1 0-8 16,1 0 0-16,0 0-3 0,0 0-13 0,0 1 4 0,0-1-1 15,-2 0 3-15,2 0-11 0,-1 0-7 0,-1-1-3 16,1 0 0-16,0 0-5 0,-1 0 7 0,1 0 5 16,1 0-1-16,-2-1-3 0,1 0 4 0,0 0-11 0,0 0 10 15,1-2-5-15,-1 0-2 0,-4-9 3 0,1 0-3 16,1-2 1-16,0-5-8 0,3 3 3 0,1-2-4 16,0 1 12-16,1-1-5 0,1 0-1 0,2 1-3 15,1 0-6-15,-1 3 2 0,2-1-2 0,-1 2 2 16,0 0-1-16,-2 2 5 0,1 2-2 0,-1 1 3 15,0 1-3-15,-1 1 2 0,0 0 0 0,0 1 0 0,0-1-4 16,-1 3-4-16,1-2 4 0,1 0-4 16,-1 1 3-16,0-1 2 0,1-1 2 0,-2 3 1 0,1-2 4 15,0 1-7-15,-1 1-1 0,0 0-1 0,0 1 8 16,0 0-10-16,-1 1 4 0,1-2-5 0,1 1 10 16,-1 0 4-16,0-1-1 0,0 2 1 0,0 0-8 0,0 0 0 15,1-1 0-15,-1 1-1 0,0 0 0 0,0 0 1 16,0 0-1-16,1 0 3 0,-1-1 2 0,0 1-2 15,0 0-3-15,0 0 1 0,0 0-4 0,1 0 6 16,-1 1-1-16,0 0 5 0,0 0-1 0,1 0-6 16,1 0 5-16,-1 0-5 0,1 0-5 0,1 0 8 15,6-2-3-15,-2 1 5 0,4 0-5 0,-3 0 4 16,3 0-4-16,2 1 3 0,-2 0-5 0,2 0 2 0,0 0 0 16,4 0 0-16,-4 0 7 0,4 1-7 0,-1 0 8 15,2 1-8-15,0 1 12 0,-3-1-10 0,2 2-1 16,-2-2-1-16,1 1 2 0,-2 1 0 0,1 1 2 15,0-2-2-15,0 2-3 0,-1-2 5 0,1 1 0 16,-1 0 3-16,-1-1 0 0,4 1 0 0,-3-2 2 16,3 0-1-16,2 1 1 0,-4-1 5 0,3 0-7 0,-6 0 7 15,-1-1-4-15,-3 0-6 0,0 0 7 0,8 0-8 16,-8 0 4-16,1 1-7 0,0-1 2 0,-6-1-2 16,4 1 3-16,3 0-5 0,-4 0-1 0,1 0-1 15,-3-1 13-15,-4 0-5 0,1 0 2 0,0 0-4 16,1 0-5-16,-1 0 5 0,-1 0 2 0,0 0 2 15,1 0 2-15,-1 0-2 0,0 0 0 0,0 0 1 0,0 0 3 16,2-1-3-16,-1 0 1 0,0-1-2 0,3-5-5 16,5-7 5-16,-2-1-5 0,-1 1 3 0,0-1-7 0,0-1 1 15,-1-3 2-15,0 1-2 0,-2-1 2 0,0 3 4 16,-1-1-4-16,0 3 4 0,-1 1-12 0,1 3 11 16,-1-1-2-16,-1 2 6 0,0 1-8 0,2-3 2 15,-2 3-1-15,0 0 3 0,0 0-3 0,0 3 1 16,0 1-4-16,1 1 3 0,-1-2 0 0,0 1-3 15,0 2 4-15,0 0-5 0,1-1 6 0,-1 1-1 16,0 0-1-16,0 0 0 0,1 1-6 0,1 0 6 16,-1 0 1-16,0 1 2 0,1 0-3 0,-2 0-1 15,3 1 0-15,0 1 0 0,1 2 6 0,-2 6 8 0,1 5-3 16,-2 1 4-16,1 2-9 0,-2 2 5 0,0-2-3 16,0 4 4-16,11-2 0 0,-4-2-7 0,-2 2 3 15,-2-3-4-15,-1 1-2 0,-1-3-1 0,1-1-1 16,-1-1 1-16,1-3 12 0,-1 1-12 0,0-3 9 15,1 1-10-15,-1-1 12 0,-1-2-1 0,0-3-3 0,0 1 1 16,1-1-2-16,-1 0-6 0,0-1 5 0,-1-1-5 16,2 1 3-16,1 1 1 0,-1-1-4 0,0-1 3 15,1 0 2-15,-1 1-1 0,0-1 1 0,2-1-2 16,1 0 3-16,2-1-6 0,0-3 0 0,-1-1-3 16,4-4-4-16,0-9 7 0,0 2 0 0,2-2 2 15,-1 2-1-15,0-1-3 0,2 0-2 0,-1-1 0 16,2 0 0-16,-1 3 3 0,-2 1 3 0,-2 3-2 0,0 2 0 15,-3 0 0-15,1 2 0 0,-3 0 1 0,2 4-3 16,-1 0-7-16,-2 0 5 0,1 1-3 0,-2 1 10 16,1 0-3-16,3 1-3 0,3 1 2 0,-5 1 4 0,-3-2 13 15,3 14-5-15,-3 4 5 0,4-2-21 0,-2-2 5 16,0 1 2-16,0-2 3 0,0-2 3 0,0 1-9 16,3-1 3-16,1-2-4 0,1-1 5 0,3 0-7 15,-1-2 3-15,2-1-4 0,2 0 2 0,0-2 3 16,1 0-7-16,0 7 7 0,1-2-4 0,1-3-6 15,2-1 6-15,1-2-6 0,0-2 10 0,0 0-3 16,2 0 3-16,1-1-2 0,1-1 5 0,1-1 3 16,3 2-4-16,-6 0 3 0,4-2-3 0,-4 2-5 0,1 0 7 15,1 0-7-15,-5 0 4 0,2 0 3 0,-2 1-4 16,-2 0 1-16,-1 0-9 0,-2 0 9 0,-2 0-2 16,-1 0 4-16,-1 0-2 0,-2 0-3 0,2 0 2 15,-3 0-1-15,-1 0 4 0,-3 0-7 0,1 0 3 0,-3 0-5 16,1 0-2-16,1 0-10 0,-1 0-12 0,-1 0-7 15,0 0-108-15,1 0-194 0,-2 0-110 0</inkml:trace>
  <inkml:trace contextRef="#ctx0" brushRef="#br0" timeOffset="-188663.57">22880 13635 812 0,'-1'0'203'15,"0"0"32"-15,-2-1-99 0,-4-1-72 0,1 0-42 16,-1 0-5-16,6 2-14 0,-1 0 5 0,-1 0-8 15,1-1 2-15,0 0-7 0,1 0 0 0,-1 1-4 16,1 0 0-16,0 1 10 0,0 1-1 0,-7 12 3 16,-1 9 1-16,3-1-7 0,1 4 3 0,1 3-5 0,2 1 16 15,-1 1-4-15,0 3-1 0,-2-3-1 0,3 2-3 16,-1-7 5-16,0-5 7 0,1-3-4 0,-1-4 11 16,1-3-9-16,1-1 3 0,-2-1-3 0,2-4 6 0,0 0-14 15,1-3 0-15,0-1-4 0,0 2 0 0,0-2 3 16,-1 1-4-16,0 0 2 0,-1 1-10 0,1-2 5 15,0 0-1-15,1 0 2 0,0 1-3 0,0-1 2 16,0-1-1-16,0-1 2 0,0-1 6 0,0-5 0 16,-1-14 1-16,0-1-1 0,1-4 0 0,0 2 1 15,0-1 3-15,0-5-1 0,0 3 6 0,0 1 3 16,0-1-1-16,1 4 1 0,0 0-3 0,0 2 6 16,2 1-5-16,0 3 4 0,1 0-5 0,-1 3-9 15,3 1 6-15,0 2-7 0,0 1 12 0,-1 2-10 0,-1 2 3 16,-1 0-6-16,6 2-3 0,0 3-1 0,1 0-2 15,-2-5 0-15,0 1 1 0,1 2 3 0,-1 2 2 16,-1 1-1-16,1 0 6 0,-2 1 1 0,-1 0-1 0,-3 0 0 16,0 2-4-16,8 9 2 0,-3 3-4 0,-4-1 2 15,-1 2-6-15,-2 1 7 0,-4-2 1 0,-1 1 2 16,-2 1 1-16,0-3 5 0,-1-1-8 0,7-1 6 16,-11-2-9-16,0 1 1 0,5-1 7 0,-5 1-6 15,5 0-4-15,-3-4 3 0,-1 2-3 0,8 2 4 16,-7-3 2-16,3 1-5 0,2-1 0 0,-2-3-1 15,2 3 5-15,1-3-4 0,2-1 3 0,-2 3-3 16,2-3 0-16,1 2 8 0,-1 1-7 0,2-4 6 0,2 3-8 16,0-2 5-16,2 1 0 0,-2-1 2 0,11 0 4 0,2 0-2 15,0-1 6-15,1-2-5 0,0 10 2 0,-1-4-11 16,0-2 6-16,-3-2-6 0,1 1 2 0,-1-2-2 16,0 1-7-16,-2-1 3 0,0-1-12 0,-3 0-6 15,0 0-2-15,0 1-1 0,0-1-9 0,-1 0-59 16,0 0-9-16,0 0-23 0,0 0-75 0,-2 1-109 15</inkml:trace>
  <inkml:trace contextRef="#ctx0" brushRef="#br0" timeOffset="-188330.23">23352 13680 1539 0,'-2'0'36'15,"1"0"1"-15,-9 0 13 0,-9 0-16 0,-1 0 1 16,1 1-21-16,3 1-3 0,-1 2 0 0,3 1-1 16,0 2-8-16,0 1-1 0,5-2-2 0,2 2 1 15,-1 6-2-15,4 0 2 0,0 2 2 0,0-4-1 16,-5 3-2-16,2 1-2 0,5-3-2 0,2 1 2 16,1-2 2-16,2 1 6 0,3 0 3 0,4 3 1 15,-1-2 7-15,-5-2 8 0,8-1 2 0,4-2 2 0,-4 3 6 16,-1 0-9-16,0-2-2 0,-2 0-2 0,-2-1-4 15,0 0-16-15,-1 1 4 0,-5-2-5 0,2 1 9 16,4 1-4-16,-1-1-3 0,-3-1-1 0,-2 2-2 0,-1-1 2 16,-2 1-1-16,-3-1 1 0,4 2-8 0,-15-2-13 15,0 0 6-15,5 0-11 0,-2-2-12 0,1-1-49 16,1 0-7-16,3-2-16 0,1-1-54 0,2-2-89 16,4 0-37-16</inkml:trace>
  <inkml:trace contextRef="#ctx0" brushRef="#br0" timeOffset="-187127.67">23995 14765 628 0,'0'0'60'0,"-1"-1"122"0,-1 0-169 0,1 0 9 16,0 0-5-16,0-2 7 0,-1 1-4 0,2 1 4 15,-2-4 2-15,-2 1 2 0,-1 0 12 0,0-1 0 16,1 2-5-16,0-2 4 0,2 1 4 0,-2 1 3 0,2-2 13 15,-2 2-9-15,2 0 3 0,0 0 6 0,-1-1-3 16,2 2 5-16,0-2-9 0,0 2-3 0,-2 0-8 16,2-1 4-16,-1 2-16 0,1-1 0 0,-2-1-5 15,1 1 1-15,0 0-25 0,0 0 2 0,1 1-5 16,0 0 3-16,0 0-13 0,0 0 12 0,0 0 0 16,-1 1 3-16,2 1 0 0,0 0 9 0,0 4-3 0,-2 13 4 15,1 2-5-15,0 0 0 0,1 3-1 0,0-3 1 16,0 1-2-16,-2-1 11 0,2 3-8 0,0-1 9 15,-1-1-11-15,1-2 5 0,0-2 2 0,0-2-1 16,0 0 3-16,0-1 1 0,0-4 1 0,0 2 0 0,1 1 1 16,-1-5-10-16,2 2 2 0,-1-3-4 15,-1-3-4-15,1 3-2 0,-1-2 2 0,1 1-1 0,-1-1 8 16,0-2-9-16,0 2 1 0,0 0-1 0,0-1 5 0,0 2-6 16,0-1 1-16,-2 1-3 0,-2 0-3 0,3 1 1 15,-17 0 3-15,-3 0-1 0,-2 0 8 0,-2 0-6 16,0 0 4-16,1-1-3 0,0-1 10 0,-2-1-9 15,4-1 5-15,0 0-5 0,-1-2 1 0,6 2 7 16,0-2-9-16,3 0 8 0,1 0-2 0,1 0-6 16,3 6 5-16,0-1-6 0,-1-1-3 0,3-3 4 15,1 0-1-15,0-1 2 0,3 0 3 0,-1-1-3 16,2 0-1-16,1 0-2 0,0 0-7 0,-2 1 5 16,1 0-4-16,0-1 4 0,0 0-1 0,1 0-7 0,0 1 12 15,0 1-9-15,0-1 11 0,1 0 1 16,0 0-7-16,0 0 4 0,1 1-3 0,0-1 5 0,1 0-1 15,7 2 2-15,6 3-2 0,2 1-2 0,2-1 1 16,2-1-1-16,3 1 0 0,-2 0 1 0,2-2-1 16,-5 1 1-16,-3 0 4 0,4-1-4 0,-3 1 7 0,-1 0-7 15,2 0 2-15,-2-1 0 0,-2 1-2 0,-1 0 2 16,-1-1-6-16,-4 0 4 0,0-1-2 0,-2 1 4 16,0 0-1-16,-2-2 2 0,-1 0 3 0,1 1-1 15,-2-1 0-15,-1 0 3 0,3 4-6 0,1 4 5 16,-3-3-3-16,-1 1-8 0,-1 1 7 0,-5 5-8 15,-2-1 4-15,5 3 3 0,-15 0-4 0,-3-2 4 0,-1 4 1 16,-3-2-3-16,1 1 5 0,4-2-4 0,-1 1 3 16,4-4-1-16,2-1-2 0,0-2 1 0,7-2 0 0,1-1-4 15,4-1 2-15,-2 0-1 0,3-3 7 0,1-1-19 16,0 0 6-16,0 0-10 0,-1 2 17 0,-1-1-5 16,2-1-2-16,0 1-1 0,0-1-6 0,0 1-7 15,2 0 4-15,-1 1-4 0,0-3 10 0,8 6 9 16,3-2-2-16,-4-1 4 0,-1-1 2 0,4 0-3 15,1 1 2-15,0 0-1 0,-1 1 4 0,0 1-5 16,-2-1-3-16,2 3 0 0,-2 0-4 0,0 11 10 16,-1 3 0-16,-4 3 5 0,1 0 11 0,9 2-7 15,-4 1 3-15,-6 3-5 0,-2 0 4 0,-2 0-6 0,-3 1 4 16,0-2-4-16,-1-2 3 0,-1-4-8 0,2-2 5 16,-1-1-6-16,1-1 5 0,-1-2-5 0,0-2-1 15,0-3 1-15,1-2-1 0,-1-2-4 0,1 1-2 16,-1-1-1-16,2-1 6 0,-1-1-13 0,1-1 2 0,1-2-9 15,0-1-26-15,1 0-17 0,0-1-23 0,0 0 1 16,0 0-92-16,-2 1-89 0,2 0-66 0</inkml:trace>
  <inkml:trace contextRef="#ctx0" brushRef="#br0" timeOffset="-186527.82">24151 15231 365 0,'0'0'136'0,"0"0"-96"0,0 0 146 16,-1-1-50-16,0 0-25 0,0-1-27 0,-1 1 6 16,1 0-14-16,0 0-8 0,0 0-17 0,0-2-4 0,0 1-5 15,1 1-27-15,0-2-6 0,0 2-4 0,0 0 0 16,0 0 3-16,0 0 5 0,0 0-5 0,0-1 3 15,1 1-1-15,0 0 7 0,0 0 2 0,0 1 1 16,0 0 4-16,2 1 4 0,-1 1-5 0,1 14 4 16,0 4-12-16,-1 3-3 0,0 3 5 0,0 5-5 15,1-2-10-15,0 2 10 0,-2-1-4 0,1-3 6 16,12-3-3-16,-5-3 7 0,-5-2-5 0,0-4 6 16,-2-1-8-16,-1-3-1 0,1-1-4 0,-1-4 3 15,-1 0 0-15,0-1-7 0,0-4 9 0,0 1-9 0,1 1 12 16,0-1 10-16,0 0 5 0,-1 0 3 0,0-1 22 0,0 0-26 15,0 0-3-15,0-1-8 0,0 0-12 0,0-1 6 16,0-1-5-16,1-7 5 0,2-8-4 0,0 3-1 16,2-5-1-16,2-1-2 0,0 1-3 0,0-1-2 15,1 2 7-15,1 2-5 0,-1-1 13 0,-1 3-10 16,0 0 1-16,-1 5-4 0,0 1-6 0,-4-1 6 16,5 2-7-16,1 1 7 0,-2 2-8 0,1 0-5 15,-1 1-5-15,-1-1-3 0,1 1-24 0,0 1-24 16,1 1 0-16,-3 0-15 0,4-5-83 0,-3 3-57 0,2-2-31 15,1 1-17-15,-1 1-239 0</inkml:trace>
  <inkml:trace contextRef="#ctx0" brushRef="#br0" timeOffset="-186128.24">24446 15504 1130 0,'0'0'208'15,"0"0"8"-15,-1 0-75 0,0 0-24 0,0 0-77 16,-2 0-27-16,1 0-7 0,0 1-5 0,-1 0 2 16,-1 3-9-16,-1 5 5 0,-1 7-3 0,-1 4 4 0,0-1-6 15,1 2 4-15,1 1-4 0,1-5 3 0,0 1-11 16,2-5 1-16,-5-3-2 0,3-4 2 0,2-1-3 0,2-3 4 16,0 0 4-16,0-1-2 0,0 1 2 0,0 0-2 15,0 1 3-15,0-2 1 0,0 0 25 0,1 0-7 16,0-1 3-16,0 0-5 0,2-1 1 0,1-1-2 15,7-2-2-15,1-10 1 0,0 0 2 0,-1 0-11 16,1 1 4-16,0 2-5 0,0 2 9 0,-1 1-8 16,-1 0 3-16,-2 5-3 0,1 1 5 0,-3-3-7 15,0 2 2-15,0 0-5 0,0 2 7 0,-1 1 3 16,-1 0 7-16,2 2-4 0,-1 1 13 0,-2-1-3 16,0 5-1-16,-2 6 1 0,6-2-1 0,-2-2-5 0,-1 2-5 15,-1-3 0-15,-2 0-9 0,0-1 1 0,-1-3-5 16,0-1 2-16,0 0-27 0,0-1-20 0,0 0-14 15,0 1-3-15,0-1-48 0,0-1-86 0,0 0-4 16,0-1-38-16,0-1-107 0</inkml:trace>
  <inkml:trace contextRef="#ctx0" brushRef="#br0" timeOffset="-185941.27">24373 15400 922 0,'-1'0'135'15,"0"0"0"-15,0-1-19 0,-1 0-4 0,-1 0-48 16,1 0 3-16,-1-1-14 0,1 1-2 0,1 0-5 0,0-1-20 15,0-1-5-15,-1 1-4 0,2 0 1 0,2-1-6 16,-1 1 9-16,6-3 0 0,12-4 3 0,3 1-2 16,2 2-6-16,-1 1-2 0,3 3-2 0,-1-1-10 15,-1 1-3-15,1 0-2 0,0-1-3 0,4 1-24 0,-5 0 0 16,-2 0-11-16,-2 0 8 0,-5 1-27 0,2 0-138 16,-7-1-16-16,-4 2-64 0,0 0-254 0</inkml:trace>
  <inkml:trace contextRef="#ctx0" brushRef="#br0" timeOffset="-185494.34">23456 16254 1590 0,'-1'0'19'0,"0"0"1"0,0 0 12 16,-2 0-10-16,1 0 3 0,0 0-22 0,-1 0 0 15,2 0-11-15,0 0 6 0,0 0-18 0,0 0 14 16,1 0 6-16,1 0 0 0,2 0 10 0,21 1-6 16,0-1 1-16,5 0-2 0,0 0 1 0,5 0-2 15,4-2 1-15,-1-1 0 0,5 1-3 0,-7-1 0 16,-2 0-5-16,-5 0 4 0,-3 0 2 0,-2 1-16 15,-2 1 10-15,-2 0-14 0,-2-1 6 0,-3 1-6 0,-2 0-7 16,-3 1 2-16,-2 0-30 0,-1 0-119 0,-3 0-34 16,0 0-43-16,-2 0-246 0</inkml:trace>
  <inkml:trace contextRef="#ctx0" brushRef="#br0" timeOffset="-185311.04">23536 16464 1785 0,'0'0'49'16,"0"0"5"-16,-1 0-51 0,0 0-8 0,1 0-27 15,0 0-1-15,1 0 37 0,0 0-6 0,10 0 14 0,9 0-25 16,4-3-16-16,3-5-4 0,3-5-5 0,6-4-24 16,0 15-227-16,2-18-89 0</inkml:trace>
  <inkml:trace contextRef="#ctx0" brushRef="#br0" timeOffset="-184844.37">23106 15055 1087 0,'-1'0'112'15,"-1"0"-121"-15,1 0 128 0,-1-2-60 0,-3 1-7 16,3 1-23-16,-2-1 10 0,3 1-14 0,0 0 1 0,0 0-20 16,-2-1 0-16,1 0-5 0,0-1-5 0,1 2 2 15,-1 0 4-15,1 0 1 0,1 0 11 0,0 0-6 16,1 0 3-16,2 0-3 0,4 2 1 0,9 0-7 15,2 2-3-15,1-1 1 0,0 1 1 0,-2-2-11 16,-2 0 4-16,2-1-8 0,-1 1 1 0,0-1-8 16,-2 0-1-16,-1-1-2 0,-2 0 0 0,2 0-42 15,-1 0-37-15,-1 0-15 0,2 0-254 0</inkml:trace>
  <inkml:trace contextRef="#ctx0" brushRef="#br0" timeOffset="-184659.82">23277 14995 1581 0,'-1'0'36'16,"0"0"5"-16,0 0-8 0,-1 0-18 0,-4 2-3 16,-3 3-15-16,5-2 3 0,3 11 0 0,-4 10 1 0,1 3-5 15,2 3-7-15,-3 1-2 0,4 0-3 0,-14-1-22 16,9 1-151-16,4-2-13 0,2 3-68 0,2 2-251 15</inkml:trace>
  <inkml:trace contextRef="#ctx0" brushRef="#br0" timeOffset="-184391.27">23169 15824 1523 0,'-1'0'24'0,"0"0"3"0,0 0-10 0,0 0-13 15,-1 0-4-15,1 0-25 0,0 0 20 0,1 0-2 16,1 0 8-16,0 0 8 0,8-2 1 0,12-1-2 16,0-1 1-16,6 1 1 0,4-1-9 0,-1 1 0 0,-2 0-3 15,1 0-11-15,-5 1-3 0,-3 0 1 0,1 1-3 16,-6 0-12-16,-1 1-15 0,-1 0-12 0,-4 0-24 15,-4 0-285-15</inkml:trace>
  <inkml:trace contextRef="#ctx0" brushRef="#br0" timeOffset="-183860.56">22524 15657 547 0,'0'0'255'0,"0"-2"-356"16,-1 1 303-16,-1 0-174 0,1-1-36 0,-1-11 8 15,1-4-5-15,1-1 6 0,2-6 0 0,2 3 0 16,1-2 0-16,1 2-1 0,0 3 0 0,1-1 8 0,0 2-1 15,-1 2 4-15,0 0 0 0,-1 2 24 0,-1 0 3 16,0 2 9-16,-1 3 24 0,1 1 7 0,0 0-7 16,-3 3 6-16,0 1-15 0,-1 2-23 0,1-2 5 15,0 1-14-15,0 0-7 0,1-1-4 0,-1 1-7 0,0 1 2 16,0 0-19-16,0-1 5 0,0 1 0 0,1 1 2 16,-1 0 4-16,0 1-6 0,0 2 3 0,6 11-4 15,0 8-3-15,-1 3 8 0,-1 1-4 0,-2 1 5 16,0 0-3-16,-1-3-5 0,0 2 2 0,0-3-4 15,0-2 8-15,-1-2-4 0,0-4 4 0,1-1-4 16,0 0 12-16,0-2-8 0,1-3 1 0,-1 0-4 0,1-2 4 16,-1-4-6-16,-1 1 2 0,0-2-2 0,-1-1 11 15,0 0-10-15,7 5 10 0,4 0-9 0,-2-3 20 16,4-3-12-16,5-5 3 0,-3-3-6 0,3-1 3 16,3-19-6-16,-1-4-1 0,0-5-1 0,1-2-4 0,-5 0 2 15,1 2-4-15,-5 6 4 0,-1 0 6 0,-2 5-3 16,-2 4-1-16,-2 3-2 0,0 4-1 0,-1 4 1 15,-3 2 2-15,4 3-4 0,-3 3-8 0,-1 0 1 16,0 1-8-16,-1 1 0 0,0 0-50 0,1-2-91 16,-1 1-10-16,0 1-40 0,0 1-170 0</inkml:trace>
  <inkml:trace contextRef="#ctx0" brushRef="#br0" timeOffset="-183442.49">22888 15662 968 0,'0'0'108'15,"0"0"0"-15,-1 0-5 0,0 0-7 0,0 0-34 16,0 0-13-16,-1 2-9 0,1-1-9 0,0 0 1 16,0 0-21-16,0 0-5 0,-1 2 2 0,1 3-4 15,0 5-4-15,0 1 1 0,1 0-5 0,0 1 4 16,-1 0-7-16,1 0 5 0,-1 0 3 0,-1-3 0 0,1 0 3 15,0-5-5-15,0 1-2 0,0-2 0 0,1-2 6 16,0-1-6-16,-1 2-5 0,-1-1-1 0,1 0-15 16,0 1-16-16,0-2 10 0,0 0-10 0,1 0 28 0,0-1 5 15,1-1 6-15,1-1-3 0,3-9-3 16,9-10-12-16,-1 0-7 0,1 1 0 0,-2 1-16 0,0 3-3 16,-3 2 5-16,-2 4-1 0,-1 3 34 0,-4 1 6 15,1 5 11-15,-2 1-3 0,0 0 27 0,1-2 5 16,1-1-3-16,-1 2 5 0,0 0 5 0,0 1-4 15,-1 0-1-15,0 1-4 0,0 3-25 0,5 13 9 16,-3 1 3-16,0 0 2 0,-2 0 6 0,-1 1-8 16,0 1-9-16,-1-1 3 0,0-3-16 0,-2 0-2 0,1-4 0 15,1-3-1-15,0-1-11 0,1-4-7 0,0-1-5 16,0 0-3-16,0-1-20 0,0 0-106 0,-2 1-6 16,1-2-46-16,0-1-121 0</inkml:trace>
  <inkml:trace contextRef="#ctx0" brushRef="#br0" timeOffset="-183274.75">22882 15531 699 0,'0'0'121'0,"-1"0"209"15,0 0-213-15,0 0-20 0,-2 0-5 0,1 0-6 16,0 0-25-16,-1 0-32 0,2 0 0 0,0 0-12 16,0 0-4-16,1 1 14 0,0 0-7 0,1 0 7 15,4 2-21-15,14 3-13 0,1-2-7 0,1 0-2 0,3-2-30 16,2-2-8-16,1-5 0 0,4-3-8 0,-1-5-56 15,8-3-376-15</inkml:trace>
  <inkml:trace contextRef="#ctx0" brushRef="#br0" timeOffset="-182757.7">23938 14610 930 0,'0'0'19'0,"-1"0"0"0,0-1 9 0,0 0-12 16,0 0 3-16,-1-1-17 0,1 1-19 0,0 0-4 15,0 0-10-15,0 0-28 0,0-1-40 0,-1 1-8 16,1 0-15-16,0 0-63 0,0-1 51 0</inkml:trace>
  <inkml:trace contextRef="#ctx0" brushRef="#br0" timeOffset="-181791.25">23914 14561 56 0,'0'0'62'0,"0"0"-8"0,0 0 75 0,0 0 2 0,0 0 1 16,0 0-15-16,0 0-22 0,0 0 1 0,-2 0-8 16,1 0-18-16,0 0-33 0,0 0-2 0,1 0-9 15,-1 0-4-15,0 0 0 0,-1 0-2 0,1 0 2 16,0 0 4-16,0 0-11 0,0 0 5 0,0 0-7 15,-1 0-4-15,2 0-9 0,-1 0 0 0,0 0-2 16,1 0 1-16,0 0 6 0,0 0 0 0,0 0 3 0,0 1 2 16,0 0 3-16,0-1 1 0,1 1 1 0,0-1 1 15,1 0 5-15,0 0-7 0,0 0 5 0,9 3-4 16,1-1-4-16,-1-1 2 0,2 0-3 0,0 0 1 16,1 1 3-16,2-1-1 0,1 1 1 0,2-1-5 0,2 0 12 15,2 1-3-15,2-1 5 0,-1-1 2 0,4 0 16 16,6 0-6-16,0 0 7 0,5 1-11 0,1-1-12 15,-3-1 1-15,1 0-5 0,0-3-2 0,0 1-10 16,2-1 5-16,3 1-7 0,3-1 3 0,0 0-5 16,0 1 2-16,-2-3-2 0,0 3 3 0,1-1-1 15,-4 0-1-15,-4 2 0 0,1 0-4 0,-5 1 3 16,1-1-2-16,-1 1 3 0,-1 1 8 0,-1-1-6 0,-2-1 1 16,-1 1-3-16,0-2-8 0,0 1 6 0,-2 1-1 15,-1-1 3-15,-4 1 10 0,-2-1-10 0,-1 1 5 16,-3 0-6-16,1-1 0 0,0 0 2 0,-3 1 1 15,-3 0 1-15,0 1-3 0,-3 0 0 0,0 0-2 0,-3 0 1 16,0 0-1-16,-1 0 4 0,0 0 3 0,-1 0-1 16,-1 0-4-16,2 0 0 0,-1 0 0 0,0 0 1 15,1 0 8-15,-2 0-1 0,0 0-3 0,0 0 2 16,0 0 4-16,1 0-5 0,-1 0 0 0,0 0-3 16,0 0-3-16,0 0 4 0,-1 0 2 0,0 0 0 15,0 0-4-15,0 0-2 0,0 0 0 0,0 0 0 16,0 0 3-16,0-1-3 0,0-1 1 0,0 2-3 0,0 0-8 15,0 0 11-15,0 0-1 0,0-1 6 0,0 1-11 16,0 0 4-16,0-1-1 0,0 0 2 0,0 0-2 16,0-1 2-16,0 2-5 0,0 0 5 0,0 0-3 0,-1-1 3 15,0 0-1-15,0 0 1 0,0 0 4 0,-1 0-7 16,1-1 0-16,-1 1-3 0,0 0 8 0,-2 1 2 16,-2-1 0-16,-2 0-3 0,0-2-6 0,1 2 7 15,1 0 2-15,0 0 1 0,0 0-7 0,-2 0 2 16,-1-1-1-16,0 1 1 0,0 0 2 0,0 0 6 15,0 1-3-15,0 0 4 0,-2 0-6 0,0 0 2 16,1 0 5-16,0 0-2 0,1 1 7 0,2-1-6 16,-1 1 0-16,2 0-2 0,1 1-5 0,0-1 4 15,3 0-5-15,0 0 4 0,-1 0-18 0,2 0 8 0,0 1 0 16,0-1 5-16,0 0-4 0,0 0 7 0,1 0-4 16,0 0 6-16,1 2 2 0,0-1-4 0,1 0-2 15,9 4 0-15,5 0 3 0,-2-3 2 0,4-1 0 0,0-2-1 16,-2 0 0-16,-1-2-6 0,0-1 5 0,-1 1-5 15,-3-2 1-15,0 1 4 0,-2-1-4 0,-2 2 3 16,1 0 3-16,-4-1-5 0,1 1 2 0,-3 1-3 16,1 0 2-16,-1-1 5 0,0 1 5 0,1 0-2 15,-2 0 5-15,0 0-2 0,0-2 1 0,0 1 0 16,-1 0-3-16,0-1-3 0,0 2-2 0,-1 0 0 16,0 0-6-16,0 0-2 0,-1 1-3 0,-9 1 2 0,-1 3 5 15,0-1-5-15,2 17 8 0,0-3-7 0,1 1 11 16,3-4-6-16,1-3 2 0,0-3-2 0,0 0 3 15,2-2 0-15,2-1-3 0,0 0 2 0,1-3-2 16,0 0 8-16,0-1 2 0,0 1 2 0,1 0 1 0,2 0 5 16,4 2 0-16,7-2 3 0,-1-2 10 0,-1-1-6 15,-1-3 1-15,0 0-4 0,1-2-13 0,-2 0 7 16,-2 0-8-16,0 0 9 0,-1 0-14 0,-4 4 7 16,-1 1-2-16,0-2 4 0,0 0-4 0,-1 1-7 15,2-2-2-15,-2 1-2 0,0-2-20 0,-1-1-60 16,0-1-23-16,-1 1-20 0,-3 0-152 0</inkml:trace>
  <inkml:trace contextRef="#ctx0" brushRef="#br0" timeOffset="-180823.47">26776 6615 544 0,'0'0'7'0,"-1"0"10"15,-1 1 20-15,1 0 5 0,0 2 3 0,-1 5-2 16,-1 4-4-16,2-3 0 0,0-2-1 0,1-1 2 16,0-1 2-16,0-2 30 0,0 1-3 0,0-3 11 15,0 1-9-15,1-1-22 0,0 1-4 0,6-2-7 16,18-10-30-16,7 0-12 0,8-28-10 0,9-6 0 0,10-3-33 16,13 0-35-16,7 3-29 0</inkml:trace>
  <inkml:trace contextRef="#ctx0" brushRef="#br0" timeOffset="-179522.87">27029 14178 373 0,'0'0'197'0,"-2"0"-58"0,1-1 77 0,0 0 12 16,0 1-131-16,-6-3-29 0,2 0-36 0,-1 1 6 0,2 1-14 16,0 0-7-16,2-1 4 0,-1 1-10 0,2 1 6 15,-1 0-12-15,1 0 2 0,0 0 3 0,-2-1-1 16,1 0 2-16,-1 0-2 0,2-1-5 0,0 2 1 16,0 0-8-16,0 0 16 0,0 0 0 0,-1 0 7 15,1 2 5-15,0-1-5 0,0 0 4 0,1 0-5 16,-4 11-9-16,1 1 3 0,0 3 2 0,1 2 1 15,0 2-1-15,-1 2-5 0,1 2 1 0,-1 1-1 16,-2 3 5-16,0 0-4 0,-1 0 2 0,-1 2-2 0,0-2 2 16,0-1-8-16,-1 0-2 0,1-4-1 0,0 0 5 15,0-2-5-15,0-2 2 0,-2 1-2 0,1-1 3 0,-1-1-2 16,1 0-1-16,-2 1-1 0,3-3-6 0,-1 2 5 16,1 0-1-16,0-2 4 0,1-1-5 0,0 1-4 15,1-3-5-15,3-1 0 0,0 0-15 0,0-4-12 16,1 1-9-16,1-5-8 0,0 3-91 0,0-2-74 15,0 0-30-15,0-4-20 0,1 1-184 0</inkml:trace>
  <inkml:trace contextRef="#ctx0" brushRef="#br0" timeOffset="-179221.45">26799 14758 1442 0,'-1'0'70'16,"0"0"141"-16,-1 0-182 0,-8-1-12 0,2 1 2 0,2 0-6 16,0 0-5-16,-1 0-7 0,1 0-1 0,-7 4-2 15,3 1-5-15,-4-1 0 0,-2 19-5 0,1 6 3 16,0 2 0-16,-5 1 10 0,-1 2 2 0,0-1 2 16,-4 1-5-16,1-2 2 0,2-4-2 0,1-1 3 15,2-2-1-15,0-4 3 0,3-2 4 0,0-1-2 0,3-3-1 16,2-2 0-16,0-1-3 0,2-2 3 0,0-2-2 15,4 1 1-15,0-2-5 0,1-1 4 0,2 1-6 0,1-3-8 16,0 0 1-16,-2-1-4 0,2 0-14 0,0-1-9 16,-1 2-6-16,0-2-2 0,2-1-35 0,0 0-27 15,0 2-17-15,0-1-6 0,2-1-76 0,0-1-131 16</inkml:trace>
  <inkml:trace contextRef="#ctx0" brushRef="#br0" timeOffset="-178923.09">26856 14688 787 0,'0'0'144'0,"0"0"3"0,0 0-51 0,-1 0-9 16,-1 1-57-16,1 0 7 0,0 0 19 0,0 2 0 16,-1 4 4-16,-2 4-7 0,1 0-15 0,0 2 2 0,1 0-7 15,1 0-15-15,1 2-4 0,1 0-8 0,1 3 6 16,3 0-1-16,1-1 8 0,1 2 5 0,3 3-2 15,2 3-7-15,1 0-4 0,-11 3-1 0,16-3-1 16,1 2-2-16,1-1-6 0,0-2 3 0,2 0-2 16,2-1 7-16,-2-2-9 0,-1-1 2 0,-5 0-3 15,0-1 1-15,-1 0 5 0,-2-2-5 0,5 0 4 16,-4 0-5-16,-2-2-3 0,-2-1 1 0,-1-1 0 0,-4 0 11 16,1-1-17-16,0-2 0 0,-2-3-9 0,-1 3-17 15,0-4-42-15,0 0-26 0,2-1-10 0,-4-2-129 16</inkml:trace>
  <inkml:trace contextRef="#ctx0" brushRef="#br0" timeOffset="-178555.33">26327 15287 1369 0,'-2'0'384'0,"1"0"-498"0,-1 0 437 0,-6 2-240 15,-1-1-93-15,6-1-28 0,2 0 4 0,-2 1-10 16,2 0 18-16,0 0 10 0,1 2 3 0,0 13-1 16,5 1-1-16,3 0 5 0,4 4-3 0,-11 0 4 15,14 3-5-15,1-3 12 0,-1 3-1 0,0-1 5 16,0 2-1-16,-1 1 9 0,-1-4-1 0,0 0 4 15,1 0 2-15,1-2 1 0,0 0 1 0,-2-2 1 16,2 1 12-16,0 0-7 0,-3-1 3 0,3-1-6 16,-8 1-7-16,5-2-4 0,-1 3-2 0,-2-1 0 0,5 1-9 15,-3 1 0-15,-2-1-4 0,-2-1 3 0,0 1-5 16,-1 0-11-16,-3-1 1 0,4-3-5 0,0 0-4 16,0-4-12-16,3 2-8 0,-5-4-8 0,1-4-85 0,3-2 8 15,-3 2-44-15,6 1 24 0,0-4-103 0</inkml:trace>
  <inkml:trace contextRef="#ctx0" brushRef="#br0" timeOffset="-178253.54">27157 15253 1358 0,'-1'0'37'0,"-1"0"-1"0,1 0 31 0,0 0-13 15,0 0 4-15,0 0-26 0,-2-1-7 0,1 0-3 16,0 1-2-16,1 0-10 0,-1-1-14 0,1 1 6 16,0 0-8-16,0 0 7 0,0 0-7 0,-1 0 1 0,1 0-3 15,-1 1 3-15,0 0 3 0,-7 5-2 0,-2 8 4 16,-5 11 5-16,2 3 3 0,0 3-1 0,-4 4 1 16,1 1-1-16,-2 2 2 0,-1 2-2 0,0-2-1 15,-1-1-7-15,-4 0 4 0,2-1-2 0,-1-2 4 16,1-1 1-16,4-3-4 0,2-3 2 0,3-4-4 15,2-3-2-15,5-2-12 0,2-3-4 0,1-3-2 16,0 0-6-16,3-5-23 0,0-2-14 0,-1-1-8 0,1-2-82 16,1-1-159-16</inkml:trace>
  <inkml:trace contextRef="#ctx0" brushRef="#br0" timeOffset="-177904.83">26684 15142 1368 0,'0'0'190'0,"-1"0"-227"0,0 0 209 16,-2-2-108-16,1 1-51 0,0 0-23 0,-1 0 8 0,1 1-14 15,1 0 1-15,0-1 2 0,-1 1 0 0,1 0 2 16,0 0 4-16,1 1 4 0,0 0 2 0,0 1 1 16,0 3 7-16,1 9-5 0,0 1 0 0,1 2 1 15,-1 2 15-15,-1 0-6 0,0 2 6 0,0 1-7 16,-1 0-4-16,-2 2-1 0,1-1-6 0,-2 0 2 16,2-2-2-16,1 1-4 0,1-3 0 0,0 0-3 15,0-4-10-15,1-1-11 0,0 2-3 0,0-3-6 16,2-2-43-16,-2-6-97 0,0 0-6 0,-1-3-41 0,1 2-137 15</inkml:trace>
  <inkml:trace contextRef="#ctx0" brushRef="#br0" timeOffset="-177587.29">26632 15311 1671 0,'-1'0'26'0,"0"0"1"0,0 0 0 15,0 0-12-15,-1 0-1 0,1 0-10 0,0 0-11 16,0 0 7-16,0 0-8 0,0 0 4 0,-1 1-4 0,0 1 5 16,-5 13-3-16,0 5 9 0,0 4-7 0,2 1 0 15,1 0-1-15,0-2 14 0,2-4-7 0,-2-1 8 16,2-2-8-16,1-3 1 0,-2 1 11 0,3-2-2 16,0-5 8-16,0 1 12 0,0-3-2 0,1 1-1 15,1-2 1-15,-2-2 3 0,1 0-9 0,5 3 4 0,4 1-7 16,6-1-9-16,-1-1-3 0,6-3-2 0,2-1 1 15,0-2 2-15,3-3-8 0,-3-2-4 0,0 0-2 16,-1-2-16-16,-2-2-3 0,-1-1-1 0,-3 11-1 16,-2-11-6-16,-1 2-7 0,-1 0-7 0,-3 1-5 15,0 5-66-15,-4-3-39 0,-1 4-16 0,-2-2-9 16,0 0-92-16</inkml:trace>
  <inkml:trace contextRef="#ctx0" brushRef="#br0" timeOffset="-177265.15">26594 15914 1406 0,'-2'0'103'0,"1"0"214"0,0 0-286 0,-1 0-23 0,-1 0-2 15,1 0-6-15,1 0-11 0,0 0 4 0,-1 0-2 16,1 0 2-16,1 0 3 0,0 0-9 0,0 1 1 16,1 0-4-16,1 2 2 0,-1 10 13 0,6 3-3 0,-4 8 6 15,4-2 10-15,-3 3 7 0,-2 4 1 0,1-4 0 16,11-2 0-16,-8 0-2 0,-3-3 1 0,-3-1-3 16,0-3-5-16,0-1-3 0,0-1-1 0,0-2-2 15,0-1-6-15,0-3-4 0,0-1-8 0,0-2 3 16,0-1-23-16,0-2-30 0,0 0-11 0,0 0-10 15,0 1-67-15,0-1-75 0,0 0-41 0</inkml:trace>
  <inkml:trace contextRef="#ctx0" brushRef="#br0" timeOffset="-177003.64">26360 16468 1428 0,'-2'0'56'0,"1"0"120"0,-1 0-156 0,0 0-20 16,-1 0-4-16,1 0-8 0,-1 0-29 0,2 0 23 15,0 0-1-15,0 0 10 0,1 0 7 0,1 0 7 16,0-1-1-16,10-3 3 0,9-3-7 0,2 0 0 0,1 0 0 16,0 0 3-16,1 0 14 0,0 1-2 0,-1 0-4 15,5 2 1-15,-3 1-11 0,-3 1-6 0,-1 1 1 16,-6-1-5-16,-2 2 8 0,-1 0-4 0,0 0-5 15,-3 2-1-15,1-1-18 0,-3 0-16 0,-4-1-7 0,0 1-13 16,-1 0-113-16,0 1-130 0</inkml:trace>
  <inkml:trace contextRef="#ctx0" brushRef="#br0" timeOffset="-176852.37">26436 16602 1141 0,'0'0'75'0,"0"0"130"16,0 0-163-16,0 0-31 0,0 0-7 0,0 1-3 0,1 0 4 15,0 1 4-15,2-1 5 0,18 7-3 0,4-1 1 16,6-2-1-16,2-4-2 0,8-1-1 0,2-4-8 16,0-3-46-16,3-4 5 0,-5-6-23 0,2 14-16 0</inkml:trace>
  <inkml:trace contextRef="#ctx0" brushRef="#br0" timeOffset="-176119.39">27750 15209 1546 0,'-2'0'15'15,"1"-2"2"-15,0 1-17 0,-1 0-10 0,-3-1-4 16,0-2 3-16,2-2-4 0,0-2 3 0,-3 0-6 16,2 0-7-16,-1-2 8 0,2 1-2 0,0 2 5 15,2-2-3-15,0 4 13 0,-2-2 4 0,1 0 0 16,-1 1 6-16,-1 1 26 0,1 1-15 0,-10 3 18 0,-2-2-14 16,-3 2 4-16,-3-11 6 0,-3 5-3 0,-2 7 4 15,0 3-19-15,-3 7 9 0,1 3-11 0,-1 1 13 16,5-11 4-16,1 16-13 0,5-3 8 0,1 2-23 0,4-5 3 15,4 1-2-15,3 0 1 0,2-1-11 0,3-1 2 16,-8 1-1-16,4-4 1 0,2 1-1 0,0-2-1 16,3 0 2-16,0 0-1 0,1-1 9 0,2-1 4 15,-1-1-4-15,2-3 4 0,12 1 0 0,1 7-2 16,0-1 5-16,3-5-6 0,0-3 2 0,1-1-6 16,0-3 1-16,3-4-2 0,2-4 10 0,-1 1-7 15,0-3 2-15,-3 1-2 0,1 10 4 0,-2-14 0 16,-2 1-2-16,0 1 1 0,-4 0-5 0,-2 1 3 15,-1 1-1-15,-6 3 1 0,0 1 4 0,-4 2 9 0,-1 1 1 16,0 3 2-16,1-1 2 0,-1 1 1 0,-1 1-3 16,2-2 1-16,-1 1-4 0,0 0 3 0,1 0 0 15,-1 1 0-15,0 0-10 0,-1 1-7 0,0 0 2 16,0 1-2-16,0 4-2 0,-4 15 2 0,0 0-2 16,-1 1 2-16,0 0-5 0,-1 4 5 0,2 2 0 0,-1 1 2 15,1 4 3-15,1 3-1 0,-1-2 2 0,-1 6-2 16,-3-4 0-16,-1 1-4 0,-2-2 3 0,1-4-3 15,-2 0-1-15,-1-3 3 0,0-3-2 0,2 0 4 16,-1-4-2-16,0-1 1 0,8-5-1 0,-11-1 0 16,3-3-6-16,3-3 11 0,2-1 1 0,-1-2 4 15,3-2 0-15,0-1 8 0,1 3-2 0,1-3 5 0,0 1-5 16,2-2-6-16,-1 0 0 0,0 2-2 0,0-2 2 16,-1 0-12-16,2-2 1 0,0 1-5 0,1-6-8 15,2-9 10-15,5-2-2 0,4-1 6 0,-6 0-1 16,13 3 0-16,0-2-3 0,2 3 1 0,-1-1-6 0,2 0 11 15,0 2-3-15,-1 0 4 0,0 0-21 0,-1 0-21 16,-1 2 2-16,-3-2-9 0,-2 5-13 0,-2 0-78 16,-3 0-3-16,0 4-32 0,1 2-81 0</inkml:trace>
  <inkml:trace contextRef="#ctx0" brushRef="#br0" timeOffset="-175549.84">27814 15592 1686 0,'-1'0'63'0,"0"0"118"15,0 0-147-15,-1 0-12 0,1 0-2 0,0 0-3 16,0 0-7-16,0 0-5 0,0 0 0 0,-1 0-2 16,1 0-2-16,0 0-13 0,0 0 1 0,0 0-4 15,1 1 5-15,0 0 0 0,0 2 3 0,0 0-1 16,0 9 13-16,0 2-5 0,0 0 10 0,0 0-8 15,-1 0 11-15,-1-1 3 0,0 0 1 0,1-2 1 0,-2-1 12 16,1-1-9-16,0-2-2 0,-1 0-2 0,2-1 0 16,0-2-5-16,0 0-1 0,1-1-3 0,0 0-8 15,0-1-10-15,0-1 2 0,0 2-5 0,0-1 12 0,0 0-13 16,1-1-2-16,0 1-3 0,0-1-1 0,2-1 11 16,3-1 3-16,5-4-1 0,1-2-3 0,1-1 2 15,1-13 1-15,0-1 0 0,3 1-6 0,-3 0 1 16,0 0-2-16,-2 2 4 0,-3 3 6 0,1 1 5 15,-3 6-1-15,-4 2 2 0,1 1 1 0,-3 5 1 16,0 0 2-16,1-2 0 0,1 1 6 0,-1 1 3 16,0 0 5-16,0 0-3 0,-1 1-1 0,0 1 1 15,0 0-5-15,-1 1 5 0,0 15-2 0,-1-3-4 16,-1 1 6-16,-1-1-5 0,1-2 7 0,0 0-13 16,-1-3 3-16,1-1-6 0,1-1 6 0,0-2-3 0,1-1-3 15,0-2 1-15,0-1-4 0,0 0 3 0,0 2-3 16,1-1 2-16,0-1-5 0,1 0 3 0,-1-1 0 15,11 3 1-15,0-3-1 0,2-3-1 0,3-1 4 0,-3-2-3 16,6-1 2-16,-10 2-3 0,0 2 0 0,1-2-1 16,-5 4 2-16,1-2-5 0,-3 3 0 0,1 0 0 15,-2 0 2-15,4 0 1 0,-1 1-2 0,-1 2 1 16,-1 0-3-16,0 0 1 0,1 7-2 0,-1 0 1 16,-1-1-10-16,1-2-39 0,-1 0-17 0,0-2-9 15,0 0-70-15,0-3-6 0,2 0-19 0,-2 1-4 16,3 0-142-16</inkml:trace>
  <inkml:trace contextRef="#ctx0" brushRef="#br0" timeOffset="-175135.83">28362 15070 1587 0,'0'0'48'0,"0"0"1"0,-1 0 2 15,0 0-15-15,0 0-8 0,-1 0-23 0,1 0 3 16,0 0 1-16,0 0-1 0,0 1-9 0,0 0 4 16,-1 2-3-16,1 2 3 0,0 10-8 0,1 0 8 15,1 2-2-15,2 2 6 0,0 2-7 0,1 2 1 0,0 0-3 16,0 3 2-16,-1 1-3 0,0 4 6 0,-1-1 4 16,-1 2-2-16,-1 0-4 0,0-4 18 0,0 1-4 15,0-4 8-15,0-4 0 0,1-2-11 0,-1-1 8 16,0-3-6-16,2-2 16 0,-1-1-10 0,-1-4-3 0,1-1-1 15,0-1 1-15,-1-4-12 0,0 1 7 0,1-1-9 16,1 0 12-16,-1 1-4 0,0-2 2 0,0 0-3 16,1 0-2-16,1-1 3 0,4-2-5 0,7-8 4 15,-1-2-10-15,2-17 0 0,-1-4 0 0,-1-3 0 16,4-1 0-16,-3 2 1 0,2 0-1 0,-2 4 1 16,-1 2 4-16,0 3-8 0,-3 1 3 0,1 5-5 0,1 3 1 15,-6 1-14-15,2 5 7 0,-4 1-9 0,-2 3-1 16,2 3-33-16,-2 0-15 0,0 3-7 0,1 0-71 15,-2 1-74-15,1-2-20 0,-1 2-35 0,3-1-234 16</inkml:trace>
  <inkml:trace contextRef="#ctx0" brushRef="#br0" timeOffset="-174800.64">28668 15532 1168 0,'0'1'135'0,"-1"0"3"0,0 0-28 15,-3 2-13-15,-9 5-46 0,5 5-10 0,0 1-6 16,2-2 4-16,5-2-4 0,-4 2-8 0,4-1-7 0,-2-2-9 16,2-1 3-16,-5-1-13 0,3-1-3 0,-1 0-2 15,3-2-2-15,1-2-3 0,0 0 6 0,0 0 3 16,0 0 1-16,0 0 12 0,0 1-9 0,0-2 4 16,0 0-4-16,1-1 17 0,2 0-15 0,2-1 3 15,11-5-8-15,-4 0 1 0,-2-1 7 0,1 0-2 0,-4 3 1 16,2-4-11-16,-1 0 3 0,-2 2-3 0,2 5 3 15,-2 0-8-15,-1-3 10 0,0 2 2 0,-3 1 3 16,0 1 4-16,3 0 18 0,-2 0-8 0,0 1 9 16,-1 2-24-16,1 15 9 0,-1 0-5 0,0 1 6 15,0-2-19-15,-1 0 8 0,0-2-3 0,8-2 6 0,-2-1-8 16,-2-2-3-16,-2-3-3 0,-1 0 1 0,-1-2-9 16,-1-4-41-16,0 0 4 0,1 2-20 0,0-1-18 15,1-1-48-15,-2 0-12 0,0-1-17 0,0 0-100 0,0-1-119 16</inkml:trace>
  <inkml:trace contextRef="#ctx0" brushRef="#br0" timeOffset="-174635.62">28694 15334 1286 0,'0'0'61'0,"0"0"-3"0,-1 0 29 16,1-1 1-16,-2 0-12 0,2 0-9 0,0 0-7 15,0 0-6-15,0-1 3 0,0 1-17 0,2 0 0 0,-1 0-7 16,2 0 2-16,11-3-20 0,2 2-15 0,0 1-1 15,-2-1-8-15,-1 1-27 0,0-1-12 0,-1 0-4 16,0-1-4-16,-3 2-38 0,-1-1-242 0</inkml:trace>
  <inkml:trace contextRef="#ctx0" brushRef="#br0" timeOffset="-173649.3">26985 14211 1059 0,'0'0'64'0,"-1"0"1"0,0 0-22 0,0-1-11 0,-1 0-22 16,1 0-7-16,0 1-6 0,0 0-2 0,0 0-3 16,0 0-14-16,-1 0 12 0,1 0 3 0,0 0 4 15,0 0 5-15,0 0 8 0,0 0 1 0,-1 0 4 16,1 0 25-16,0 0 2 0,1 0 3 0,0 0-1 16,0-1 2-16,0 0 16 0,0-1-2 0,0 1 6 15,1 0-10-15,0 0-5 0,1 0-4 0,-1 1-1 16,12-6-16-16,5-1 0 0,2 0-3 0,4 0 1 0,1 2 2 15,5-1-12-15,2 0 3 0,1 1-6 0,6 0 0 16,-2 0 0-16,2 0 0 0,0 0-1 0,1 1-4 16,2-1 7-16,4 0-1 0,0 1 2 0,6-1-13 0,-3-1 4 15,-1 1-3-15,-1-1 5 0,-1 2-8 0,-2-1-3 16,-1 2 1-16,1-2 0 0,-4 1 8 0,0 0-5 16,-3 0-6-16,-4 3 2 0,4-1-3 0,-6 0 3 15,-2 1 1-15,-1 0-1 0,-6 0-5 0,-2 1 3 16,-1 0 2-16,-5 0 0 0,-2 0-4 0,-1 0 5 15,-2 0 0-15,-1 0 2 0,-2 0-6 0,-1 0 6 16,-2 0-5-16,0 0 6 0,-2 0-2 0,1-1-1 16,0-1 5-16,1 1-5 0,-2 0 1 0,0 0 4 0,0 0-7 15,1 0 6-15,-1-2-6 0,0 1 2 0,-1 1-1 16,0-6 0-16,0 2 2 0,0-1 0 0,0 1-1 16,-1 2-1-16,-2-3 0 0,2 2 5 0,1 3 4 15,0 0 0-15,-1 1-7 0,-7-6 5 0,0 3-7 0,-2 0 7 16,-2 2 1-16,-1 1-3 0,1 2 3 0,0 4-5 15,-1 4-1-15,0-4 1 0,2 8-3 0,3-2 1 16,2 0-1-16,4 0-3 0,1-1 5 0,-6-1-3 16,2 0 8-16,3-2-6 0,0-1 2 0,2-1-2 15,0-1 9-15,0-1 0 0,2 0-2 0,-1-2 1 16,0 1-1-16,13 6 3 0,-1-3 2 0,1-1-2 16,3-3-3-16,0-2-1 0,-2-1 0 0,2-2-2 15,-2 0-8-15,-3-2 7 0,1-1-3 0,-3-1 6 0,0 1-7 16,-3 4 3-16,-1-9-2 0,-1 2 5 0,-1-2 2 15,-3 2-8-15,6-2 7 0,-2 2-7 0,-1 0 15 16,-3 2-9-16,-1 1-4 0,0-1 0 0,-1 3 3 0,-2-1-3 16,1 3 2-16,-3-1-4 0,-10-6-3 0,1 5 6 15,-1 0-2-15,-1 4 4 0,0 1-8 0,1 2 6 16,0 0 2-16,4 1 0 0,1-1-6 0,2 1 5 16,1 0-9-16,2-1 7 0,2-1-10 0,2 0 4 15,-2 7-1-15,-3-1 0 0,2 0-27 0,1 0-11 16,3 1-7-16,0-3-7 0,3-1-96 0,-1-1-160 15,3-1-54-15</inkml:trace>
  <inkml:trace contextRef="#ctx0" brushRef="#br0" timeOffset="-172900.12">29385 13942 847 0,'0'0'88'0,"0"-1"6"0,0 0-56 0,-1 0-9 16,0-1-39-16,1 1-1 0,-1 0-35 0,1 0 1 15,0 0-13-15,0 0-14 0,0-1 25 0,0 1-1 16,0 0 13-16,0 0 19 0,0 0 17 0,0-1 2 16,0 1 13-16,0 0 57 0,0 0 34 0,0 0 2 0,0 0 5 15,0-1-11-15,0 1-11 0,0 0-5 16,-1 0-4-16,-1 0-26 0,2 0-4 0,-1-2-6 0,1 1 0 16,-1-1-26-16,1 1 0 0,-1 0-4 0,0-1 3 15,-1 1-4-15,1 0 1 0,0-1-3 0,0 1 0 16,0 0-9-16,0-1 0 0,-1 1 2 0,1 0-1 15,0-1-4-15,-1 2 6 0,-1 0-1 0,1 0 4 16,-2 0 1-16,0-2 4 0,-3 0-7 0,1 0 6 0,0 2-8 16,1 1-6-16,-1 0 4 0,2 0-5 0,0 0 0 15,-1 1-2-15,2 0 2 0,-1 1-1 0,1-1 1 0,2-1 2 16,-2 2-2-16,2 1 3 0,-2 2-6 0,1-2 7 16,0 1-1-16,1 0 4 0,1-2-1 0,0 4 11 15,0-5-4-15,1 4 6 0,1-1-1 0,0-4-10 16,12 1 2-16,2 9-4 0,2-4 10 0,2-2-5 15,1-4 0-15,0-1-1 0,1-3 3 0,-2-2-9 16,-4-1 8-16,-2 0-9 0,-2 0-1 0,-3 1 5 16,-1 0-7-16,-2 5 7 0,-1-9 1 0,0 2 3 15,0 0-3-15,-1 2 2 0,0-1-8 0,-2-1-2 16,-2 1 0-16,0 0-1 0,-1 2-4 0,-2 1-2 0,1-1-1 16,-14 1 0-16,1 1 2 0,1 0-10 0,1-6-5 15,3 4-7-15,0 2-54 0,3 0-23 0,0 2-5 16,4 1-7-16,-2-1-18 0,3 1-92 0,0 0-16 15,1 0-42-15,-1 0-201 0</inkml:trace>
  <inkml:trace contextRef="#ctx0" brushRef="#br0" timeOffset="-171483.27">29516 13887 1022 0,'0'0'132'0,"-1"-1"5"0,-1-1-47 0,1 1-10 16,0-1-51-16,0 0-5 0,0-1-10 0,0 1-5 16,1 1 1-16,-2-2-9 0,2 2 0 0,0-1 3 0,0-1-2 15,0 1 9-15,0 0-10 0,0-1-1 0,2 1-2 16,-1 0 8-16,0-1 6 0,0 1 4 0,0 0 1 15,0 1 32-15,1-1 19 0,-1 1-1 0,0 0 4 16,0 0-11-16,0 0-14 0,0-1-1 0,1 1-6 16,-1 0-16-16,0 0-8 0,0 0 2 0,0 1-4 15,1 0-9-15,-1 0-7 0,-1 0 3 0,0 0-2 16,0 1 9-16,0 0-4 0,0 1-4 0,-1 8 1 16,-1 3-2-16,2 1 2 0,0 1 3 0,0 2-1 0,0-1 0 15,0 1-2-15,2 1 0 0,0 4 0 0,0-1 0 16,2 2 5-16,-1 2-5 0,0 1 3 0,-1 0-6 0,-1 2 3 15,0-1 4-15,0 2-2 0,1 2-2 0,-2-2-1 16,0 0-2-16,1-4 2 0,-1 1 9 0,0-1-4 16,0-4 5-16,0-2-5 0,0-1 2 0,0-4 3 15,0 0-6-15,-1 1 4 0,1-5-6 0,0 1 4 16,0-1 0-16,0-3 0 0,0 0-9 0,0-1 4 16,0 1 0-16,0-3 2 0,0 1-2 0,1 1 0 15,-1-5-3-15,1 3 3 0,-1-2-2 0,1 0 4 16,0 1-3-16,1-1 2 0,-1 0-9 0,0 1 8 0,0-2-3 15,0 0 4-15,0 0-7 0,1 1 8 0,-1-1-3 16,-1 0 5-16,0 0-4 0,0 0-6 0,0 0 6 16,0 1-5-16,0-1 2 0,0 0 7 0,0 0-8 15,0 0 8-15,0 0-3 0,0 1 1 0,0-1 2 16,0 0-3-16,-1 0-3 0,-1 0 2 0,1 1 0 0,-1-1 2 16,-2 0-1-16,-6 4-4 0,-5 0 2 0,-3 1-4 15,-2 0 5-15,2 0 5 0,1 0-1 0,-1 0 4 16,3-1-7-16,-2 0 0 0,2 0 0 0,2-1 0 15,4-2 3-15,2 0-2 0,2 0-3 0,1-1 1 16,2-1-6-16,1 0 5 0,-2 1 0 0,1 0 0 16,1 0-3-16,0 0-4 0,0 1 6 0,1-1-4 0,0 0 10 15,1 0 0-15,1 0-3 0,3 0 0 0,10 3-6 16,2-2 9-16,0 1-4 0,3-2 6 0,1 0-3 16,4 1 6-16,-4 0-2 0,5 0 4 0,-4 0 2 0,1 1-6 15,3-1 6-15,-4 2-6 0,1-1 4 0,3 1-7 16,-3-1-2-16,-2 1-1 0,-1-1-1 0,-5 1 0 15,0-1 1-15,-2 1-1 0,-3-2 0 0,-2 0 0 16,-2 1-4-16,-3-2 2 0,0 0 4 0,-2-1 0 16,1 1 7-16,1 1-4 0,-2 0 2 0,0 0-4 15,-1 1-1-15,0 4 0 0,-5 2 4 0,3-1-4 16,-22 2 4-16,-1-1-4 0,-1 0 9 0,-3 2-5 16,0-2 0-16,2 4-1 0,-1-1 1 0,1-1 6 15,4 3-4-15,1-6 3 0,1 4-6 0,1-2-4 0,1-5 2 16,5 3-2-16,1-2 8 0,4 4-10 0,2-2 3 15,-1-6-6-15,4 3 5 0,1-4 3 0,0 1-2 16,2 3 1-16,0-1-3 0,-1-2-5 0,1 0 3 16,1 0-5-16,0-1 2 0,-2 1 3 0,0 0-3 0,0 1 2 15,1-1 2-15,0 1-4 0,1-2 5 0,-1 5-2 16,1-1 5-16,0 4-8 0,0-5 2 0,1 0-2 16,1 1 13-16,0 1-8 0,14-1 0 0,-1 0-3 15,2 0 0-15,-2-1 5 0,1 1-2 0,4 2 3 16,-2-2-3-16,4 1-1 0,-3 1 1 0,-2-2-1 15,2 0-1-15,-4-1 4 0,0 1-2 0,-1 1 3 0,-1-1-5 16,-2 3-1-16,-2-1 3 0,-2 0-1 16,-1 2 4-16,-1-1 0 0,-1 2 1 0,-1 0-1 0,-2 2 4 15,8 1-3-15,-3 1 3 0,-2 1-2 0,-4 2 1 0,-3 2-5 16,-1-1-1-16,-4 2 0 0,-3 0 8 0,-1 0-4 16,0 0 2-16,1 2-4 0,0-4 5 0,2 1 0 15,-1 0-3-15,2-1 1 0,2-2-8 0,0 2 5 16,3-3 0-16,0-2 1 0,1 5 0 0,1-2-5 15,-1 3 3-15,0 1-3 0,0-1 8 0,1 4-3 16,1 0-3-16,0 1 2 0,0 3 1 0,0-2-3 16,1 0 0-16,1-1-1 0,1 2 6 0,-1 0 0 15,0-2 0-15,0-2-2 0,-1-1 0 0,0 0-3 16,0-1 4-16,0-3-4 0,0-1 2 0,-1-5-1 0,0-2-1 16,0-2 0-16,0-2 2 0,0-1-5 0,0 0 3 15,0-1-5-15,0-1-2 0,0 0-5 0,0 1-3 16,0-1 1-16,0 0-5 0,-1 1-31 0,0-1-4 0,0 0-10 15,0 1-23-15,0-1 3 0,-3 3 1 0,3-3 0 16,-10 3 3-16,0 1-19 0,0 2-9 0,2 3-7 16,-2-2-58-16,3 2-66 0,-3-2-31 0</inkml:trace>
  <inkml:trace contextRef="#ctx0" brushRef="#br0" timeOffset="-171082.89">29231 16206 1439 0,'0'0'74'0,"-1"0"168"0,0 0-229 0,0 0-14 16,-1 0 1-16,1 0-7 0,0 0-21 0,0 0 19 15,1 0-8-15,0 0 13 0,1 0 0 0,1 0 5 16,6 0 3-16,10 0 0 0,2 0 0 0,4 0 20 15,2 1-9-15,1-1 13 0,5 0-6 0,0 0 1 16,5 0 0-16,-1 0-2 0,2 0-15 0,-6 0-8 16,-3 0-5-16,-2-1 0 0,-2 0-5 0,-4-1-9 15,-3 2 2-15,-7 0-6 0,0 0-7 0,-6 0-51 0,-1 0 1 16,-1 0-19-16,-1 0-11 0,-1 0-14 0,0 0 10 16,-1 2-7-16,-1-1 50 0,-1 0 75 0,-19 8 0 15,-5 1 26-15,0-3 9 0,0-1 19 0,1 0-12 16,5-2 12-16,-1 1-9 0,7-3 0 0,1 1 2 0,-1-1-3 15,6-1-12-15,1 0-14 0,2-1 0 0,3 0-4 16,-1 0-1-16,1 0-14 0,0 0-1 0,1 0-5 16,-1 2-12-16,2-2-1 0,2 0 10 0,-1 0-6 15,21 0 20-15,6-3-13 0,-1-3-9 0,10-5-4 16,0-4-45-16,0 13-236 0</inkml:trace>
  <inkml:trace contextRef="#ctx0" brushRef="#br0" timeOffset="-170062.48">29357 14131 1225 0,'0'0'24'0,"-1"-1"3"0,0 0-28 0,-1 0-9 15,0-1-15-15,2 0-31 0,-5-4-44 0,2 1 6 0,-2-6-18 16,3 0 14-16,2-3-21 0,1-1 19 0,4-3-15 16,2 0 34-16,1-1 51 0,1 0-9 0,-2 4 32 15,1 1 59-15,-5 4 70 0,1 1 6 0,-2 2 17 16,0-2 9-16,-1 1-34 0,1 2-5 0,-2-2-10 15,0 1-29-15,0-1-33 0,0 3 4 0,0 3-15 16,0-3-15-16,0 0-10 0,0 1 0 0,-2-2-2 16,1 1 4-16,0 2-2 0,0-1 2 0,0 1 0 15,1 0 15-15,-1-2 22 0,1 3-6 0,0 1 10 0,-2-1-9 16,1-1-1-16,0 1 4 0,0 0-4 0,0 0 6 16,0 1-15-16,-1 0 6 0,1 0-10 0,0 0-16 15,0-1-4-15,0 1-7 0,1 0 5 0,0 0 4 0,0 0 0 16,1 0 4-16,0 1-2 0,1 0 15 0,18-2 2 15,4 1 2-15,2 0-1 0,4-2 5 0,7-2-4 16,2 1-4-16,4 2-1 0,2-2-6 0,2 0 3 16,0 0-3-16,2-1 1 0,1 1-12 0,6-3 1 15,3 0 1-15,3 0-2 0,6 0-1 0,-2-1-3 16,-1 1 4-16,1 0-4 0,-2 0 0 0,5 1-3 16,0 1-4-16,3-2 2 0,2 1 3 0,-5 0-2 0,-2 0 6 15,-2 0-6-15,-2 0 0 0,1 0 0 0,-2 0-4 16,-4 3 3-16,-3-2-4 0,-7 2 6 0,-4-1 1 15,-7 2 2-15,-4 1-4 0,-1-1 0 0,-4 0 1 16,2 1-1-16,-6 0 0 0,-2-1-2 0,-7 1 3 16,-8 1-3-16,5-1 2 0,-3 1 2 0,1-1-3 0,-3 1 4 15,-3 0-1-15,2 0-2 0,-1 0 0 0,1 0-2 16,2-1-2-16,-3 1 4 0,-1 0-3 0,-1 0 3 16,-1 0-3-16,2-1 0 0,2-1 1 0,-3 1-2 15,-1 0-3-15,1 0 5 0,-1 0 1 0,0 0 1 16,1-1 1-16,-2 1 6 0,0 0-7 0,0 0 4 15,1 0-11-15,-1-1 9 0,0 1 2 0,0 0 2 0,0 0-6 16,0 0-3-16,-1 0-7 0,0-1 5 0,0 1-3 16,0 0 8-16,0 0 0 0,0 0 0 0,0 0 3 15,0-1-1-15,0 1-2 0,0 0 0 0,0 0-7 0,0 0 11 16,0 0-3-16,0-1 6 0,0 1-12 0,0 0 7 16,0 0-2-16,0 0 5 0,0 1-4 0,0-2 3 15,0 1 0-15,0 1 0 0,-1 0-4 0,0 0 0 16,0 0 0-16,0 0 0 0,0 0-5 0,-1 0 4 15,0 1-4-15,0 1 4 0,-7 2 2 0,4-2 3 16,2 8-1-16,1-2 0 0,-4 1-9 0,1-1 8 16,2-1-3-16,0-1 3 0,2 0-5 0,1-3 2 15,0 1 4-15,0-3 0 0,0 1 4 0,3 1-7 16,4 1 2-16,9 3-2 0,3-3 3 0,2-4-1 0,0-3-2 16,2-2 0-16,-2-2-2 0,-2-2-2 0,-2 0 5 15,-3 1-3-15,-1-1 0 0,-3 8 2 0,-3-7 0 16,-3 1 4-16,-2 1 10 0,-1-1-7 0,3 1 4 15,-1 3-4-15,-1-3 6 0,-2 2-14 0,0 2-1 16,0 0-5-16,-2-1-5 0,-11-4 14 0,-8 1-3 0,-3 5 5 16,1 2-7-16,-1 4 3 0,-2 2-4 0,5 0 2 15,0 1-16-15,3 1-21 0,8-5-8 0,0 1-8 16,7-3-51-16,-1 1-78 0,1-1 3 0,3-1-35 16,-3 4-62-16,0 0-159 0</inkml:trace>
  <inkml:trace contextRef="#ctx0" brushRef="#br0" timeOffset="-169513.82">29671 16221 210 0,'-1'0'19'0,"0"0"-1"0,-2 0-10 16,1 0 10-16,-3-1-14 0,1 0 22 0,-1 0-21 0,1-1-7 15,1 1-4-15,-3-1-21 0,1 1-38 0</inkml:trace>
  <inkml:trace contextRef="#ctx0" brushRef="#br0" timeOffset="-168380.8">31703 13052 701 0,'0'0'262'16,"0"-1"38"-16,-1 0-124 0,0-1-86 0,-1 1-63 16,1 0-18-16,0 0-10 0,-1 0-1 0,-1 0 0 0,1-1 9 15,0 1-8-15,-1 0 5 0,1 0-7 0,0 0-2 16,0 1 11-16,0 0-12 0,0 0 12 0,1 0-16 15,-2 0 12-15,1 0 3 0,0 0 4 0,0 0 10 16,1 0 11-16,0 0-2 0,1 0 6 0,0 0 7 16,1 0-15-16,2 0 4 0,8 0-8 0,9 1 1 0,3-1 2 15,1 0-4-15,3 0 2 0,2 0-10 0,1 0-5 16,5 0 3-16,1-1-2 0,4 1 5 0,-3 0-12 16,3 0 6-16,-2 0-8 0,-5 0 9 0,0 0-7 15,-5 0 0-15,-1 1-1 0,-2 0 1 0,-6 0-6 16,-2 2 1-16,-3-1-3 0,-1 0-2 0,-5 1 7 15,-3-2-2-15,1 1 3 0,-1 0 0 0,1 2 6 16,-4-3-1-16,2 2 4 0,-3 4-3 0,6 3-6 16,0 3 6-16,-1 1-5 0,-2 0 6 0,0 3 1 0,-2-1-5 15,1 3 4-15,-2 0-8 0,0 1-2 0,1 3 1 16,-1 2 2-16,1 2 8 0,-2 4-10 0,0 0 2 16,1 6-5-16,0 1 3 0,0 0 3 0,0 1 1 0,-1 0 2 15,0 3-4-15,-1 1-1 0,-4 2-1 0,1 5 1 16,-2 2 5-16,-1 4-3 0,0 3 0 0,2-2-1 15,0 1 6-15,0-4-8 0,-1-2 5 0,-1 3-5 16,0 2 7-16,1 3-9 0,0 4 5 0,0 4-4 16,0 1 9-16,0-5-1 0,1-2-4 0,2-5 4 15,2 1-5-15,0-3 10 0,1 1-5 0,0 2 6 16,1-1-10-16,2-1 2 0,2-8 4 0,0-4-2 16,1-2 1-16,-1-2 3 0,2-1-6 0,1 0 6 0,-1 1-8 15,0 0-1-15,0 0-2 0,-1 0 0 0,-2-3 9 16,1-3-7-16,0 2 3 0,-2-5-4 0,2 1 2 0,0 1 2 15,-3-2-1-15,-1-1-1 0,-1 2-1 0,0 2-1 16,-2 0 1-16,-4 1 0 0,0 1-2 0,0-3 5 16,-1-1-3-16,0-3 3 0,0-5 3 0,1-1-6 15,1-4 5-15,1-5-6 0,0-3 1 0,2-1 10 16,1-5-4-16,-1-1 6 0,1 0-8 0,0-1 14 16,0 0-5-16,1-2 8 0,-1 1-1 0,0-2-1 15,-5 5-3-15,-1 0-2 0,0-2-14 0,0-1-3 16,-3 0 3-16,0-1-3 0,-3-1-1 0,-1 0-3 15,-4-3 0-15,-2 0 0 0,-1-1 0 0,-4 1 13 0,-2-2-10 16,-1 0 11-16,-5 0-4 0,5 0 8 0,1 1 5 16,1 2-1-16,6 1 12 0,-3-2 1 0,3 1-2 15,5 0 0-15,-1-1-5 0,4 1-8 0,0-1 5 0,3 0-8 16,0 1-6-16,1-1 0 0,2 2-5 0,3 0 1 16,-1 0-7-16,2 1-10 0,1 0-9 0,-2-1-1 15,1 0-34-15,0 1-8 0,-1 0-8 0,1 0-1 16,1 0-39-16,0 0-33 0,-1 0-1 0,1 0-12 15,0 0-20-15,0 0-45 0,0 0-10 0,0 0-18 16,-1 0-90-16</inkml:trace>
  <inkml:trace contextRef="#ctx0" brushRef="#br0" timeOffset="-168113.48">31892 15640 1176 0,'0'0'94'0,"-1"0"154"0,0 0-147 0,-1 1-37 15,-3 0-1-15,-5 4-13 0,-1 2-5 0,-1 0-14 16,0-6 5-16,-2 12-8 0,-1 0 2 0,-2 1-19 16,0 2 6-16,-2 0-10 0,-1 1-4 0,-1 3 13 15,-4 0-10-15,-1 0 12 0,0 1-6 0,-1-2 7 16,3-1-2-16,1 0 1 0,4 2-11 0,6-1 5 16,1-1 1-16,2 0 0 0,1-2-7 0,3-5-1 0,-4 4-2 15,3-3 1-15,3 4-3 0,1-2 2 0,2-1-2 16,1 0 2-16,2 0-7 0,3-2-6 0,2 2 4 15,-1-1-4-15,15 0 7 0,2-3-22 0,3 2 5 16,1-4-11-16,2 1-4 0,4-2-37 0,1-1-2 16,2-3-13-16,2 16-22 0,0-11-292 0</inkml:trace>
  <inkml:trace contextRef="#ctx0" brushRef="#br0" timeOffset="-167496.62">31755 12847 1003 0,'0'-1'35'0,"0"0"-2"0,0 0 31 16,0-2-9-16,0 1 3 0,1-4-20 0,-1 2-7 16,0 0-2-16,1 0-2 0,-1 2-3 0,0 1 0 15,0-1 0-15,1-1 0 0,0 1 6 0,1 0-1 16,-1 0 0-16,0 1-1 0,0 0 1 0,-1 0 8 15,0 0 4-15,0-1 0 0,0 1 0 0,0 1-23 16,-1 0 6-16,0 1-10 0,0-1 2 0,-16 12 1 16,-1 6-7-16,-2 2 6 0,-2 1-4 0,1 0 3 0,1 0 1 15,0-2-1-15,2-2-7 0,3 0 2 0,-1 0-3 16,5-4 2-16,4 1-3 0,2-5-3 0,4 1 7 16,-5-2-5-16,2 0 12 0,0-1-10 0,2 0 1 15,0 0-2-15,2 1 7 0,2 0-9 0,1-1 2 0,2 0-6 16,0 0-4-16,12 0-2 0,6-1-2 0,0-1-1 15,2 0-27-15,-1 0-18 0,0-2-2 0,-1 0-5 16,2 0-15-16,-1 0-253 0,-1-1-112 0</inkml:trace>
  <inkml:trace contextRef="#ctx0" brushRef="#br0" timeOffset="-165961.48">31006 14380 760 0,'0'-2'60'0,"0"1"2"0,0 0 19 16,0-6-15-16,-2-7-5 0,2-1-17 0,0 3-6 15,0 1 1-15,0 2-2 0,0 3 5 0,0-2-6 16,0 3 2-16,0 3-3 0,0-2 10 0,0 2-14 16,0-1 7-16,0 1-11 0,0 0 1 0,0 1 1 0,0-1 4 15,0 1 0-15,2 0-6 0,-1 1-10 0,0 0-3 16,0 1 0-16,4 12-11 0,4 15 9 0,-3 5-5 16,-1 5 7-16,-4 1-2 0,-3 3-5 0,-3 0 1 15,-2 0-2-15,2 0 1 0,-3-2 2 0,2 0-4 0,-1-1 3 16,-2-4-4-16,2-2 5 0,-2-3-6 0,2-3 4 15,3-1-9-15,-2-3 3 0,2-3 2 0,1-3-1 16,-1-1-9-16,3-5-8 0,0 0-4 0,1-6-3 16,0 1-19-16,0-5 1 0,0 0-5 0,0 1 1 15,0 1-28-15,0-2-8 0,-1-1-7 0,1-1 2 16,-3-24-11-16,3-14-28 0,1-1 8 0,-1 0-12 0,3 4 30 16,-1 0 71-16,-2 3-2 0,0 1 28 0,0 0 21 15,-3 0 37-15,-1 0 4 0,1-2 10 0,-2-1 6 16,1 1-13-16,1-1-7 0,0 2 2 0,2-2-1 0,1 3-17 15,0 2 4-15,1 1-11 0,1 3-7 0,1 1 11 16,1 3-3-16,-1 2 6 0,3 0 2 0,-1 3-2 16,1 2 2-16,0 2-2 0,-1 0 9 0,1 4-7 15,1-2 3-15,-1 3-4 0,-1 1 3 0,8 1-20 16,2 0 1-16,4 2-6 0,0 0 3 0,1 3-11 16,-1 0-1-16,3-12-5 0,-4 7 3 0,-2 3-2 15,2 3 5-15,-5 3-5 0,0 2-7 0,-2 0 0 16,0 2 0-16,-3 1 0 0,0 8 3 0,-2-1-1 0,-1 2-3 15,-3 0 1-15,1 0 2 0,-2 0 4 0,0-1 2 16,10 0-2-16,-4 0-4 0,-4-4 6 0,0 4-3 16,-3-2 4-16,0 1-11 0,-3-1 1 0,-2 5 2 15,-2-1 0-15,-1-1 3 0,-2 3-3 0,-1-2-5 16,6-2 4-16,-11 3 4 0,-2 0-4 0,-1-2 5 0,3-2-5 16,-3-1 1-16,3-2 2 0,3-1-3 0,2 0 2 15,2-3-1-15,-1-1 2 0,2 0 3 0,-1-2-2 16,3 2-4-16,1-3 2 0,0-1 0 0,3 0 2 15,-3-2 0-15,4 0 2 0,-2 0-5 0,0 0 4 16,1 2-6-16,0-1-1 0,0 0 2 0,1 1-2 16,0-1 6-16,1-1-1 0,0 4-2 0,1 1 0 15,0 0-5-15,4 1 0 0,-1 1 1 0,7 0-1 16,6 3 3-16,-5-1 1 0,2 2 0 0,-4 1 0 0,3 0 3 16,0 0-3-16,-3 0 3 0,1 1-3 0,-4-1 1 15,0-1 7-15,-1-1-6 0,0 2 7 0,-1-2-2 0,0-1 0 16,-1 1 1-16,1-3-1 0,0 2-7 0,-2-3 0 15,1 0 1-15,-2-2 0 0,2-1 1 0,-1 0 4 16,0-1-7-16,-1 0 4 0,0 0-5 0,1-2-1 16,-1 1 1-16,0-1-2 0,1 0-8 0,-2-1-8 15,1 1-10-15,-1-1-1 0,2 1-41 0,-1 0-60 16,0 1-13-16,2-1-25 0,-1 0-134 0</inkml:trace>
  <inkml:trace contextRef="#ctx0" brushRef="#br0" timeOffset="-165277.47">31529 14014 1003 0,'0'0'145'0,"0"-1"-136"0,-1-1 155 0,0 0-66 16,-1-1-48-16,0-4-25 0,1 3 3 0,1 3-11 16,0 0-1-16,-1-2-16 0,-2 1 3 0,1 1-7 15,-3 1-6-15,-6 1 8 0,-4 5 0 0,2-4 2 16,-3 21-4-16,4-2 12 0,4 1-1 0,-1-3 7 0,2-1-4 16,2-2 4-16,1-1-5 0,-5-1 5 0,3-1-6 15,3-1 19-15,1-3 0 0,2-1 9 0,0-1 21 16,2-2-17-16,-1-1 4 0,0 1-9 0,0-3-1 15,1 0-1-15,7 4 1 0,2 1-1 0,2-2-1 0,-2-3 9 16,-1-2-8-16,2 0 5 0,-4-1-24 0,1-1-5 16,2-4 2-16,-8 5-3 0,4 0-5 0,-2-10 0 15,2 0-2-15,-1 2 2 0,-2-2 5 0,0 1-7 16,-1-1 2-16,0 1-4 0,-3-1-1 0,0 2 3 16,-3-1-6-16,1 3 4 0,0 0-17 0,0 4-6 15,1-1-4-15,-1 1-4 0,2 1-30 0,-4 0-57 16,-3-3-3-16,3 3-26 0,-5 0-86 0,-4 2-150 15</inkml:trace>
  <inkml:trace contextRef="#ctx0" brushRef="#br0" timeOffset="-165008.41">31812 13920 1954 0,'0'0'40'16,"0"0"4"-16,-1-1-15 0,0-1-13 0,0 1-9 16,0 1-7-16,-1 0-17 0,1 0 4 0,0 0-8 0,0 1 4 15,0 1 5-15,-3 2-7 0,-8 15 7 0,3 0-6 16,1 1 4-16,1-2 5 0,0 0-1 0,0 0 13 16,-3 1-3-16,1-2 4 0,-3 1-3 0,11-1 12 15,-13-1-12-15,-1 2 6 0,0-3-7 0,0 1 3 0,3 0-7 16,-1-1-5-16,5 0-2 0,1 2-24 0,0-3-22 15,6-1-12-15,-3 0-6 0,-2-5-74 0,2 1-20 16,1-3-12-16,3 0 0 0,0-2-42 0</inkml:trace>
  <inkml:trace contextRef="#ctx0" brushRef="#br0" timeOffset="-164724.68">31878 14193 1235 0,'0'0'62'0,"0"0"-1"0,0 0 36 0,0-2-16 15,0 1 0-15,-1 0-23 0,0 0-9 0,0 0-3 16,-1 0-3-16,1-1-14 0,0 1-12 0,0 0-1 16,0 0-5-16,0 1-8 0,-2 0-2 0,2 0 4 15,-7 1-3-15,-2 3-2 0,0 1 0 0,-1-1-1 0,0 11 1 16,0 3 9-16,0-1-5 0,3 3 3 0,0 0-3 16,1-2 3-16,2 0-5 0,3-2 3 0,-9 0-3 15,4-1 0-15,4-1 4 0,1-6-7 0,2 0 5 16,2 2-3-16,-1-4 2 0,2 2 3 0,2-1-4 15,0-5-2-15,8 2-3 0,2-1 1 0,-1 7-2 0,3-2 5 16,0-3-7-16,-2-3-3 0,4-2-4 0,-3 0-9 16,0-1-24-16,-2-1-1 0,-3 0-9 0,-4 1-29 15,-3 0-163-15,2 0-41 0</inkml:trace>
  <inkml:trace contextRef="#ctx0" brushRef="#br0" timeOffset="-164226.49">31665 14879 1407 0,'-1'-1'53'0,"0"0"105"0,-1 0-143 16,-7-4-12-16,-1-1-5 0,-1 0-2 0,3 3 0 0,-4-2-11 16,-1 2 7-16,-2 1-9 0,-4 4 8 0,3 2-6 15,-5 6 3-15,2 1-2 0,-2-6 11 0,-1 13 3 16,4 1 3-16,2-4 0 0,3 0 14 0,3 3-8 16,0-3 4-16,5 3-5 0,-3 1 9 0,5-4 2 15,1-1 1-15,-2 0 1 0,-4-2 0 0,2-2-8 16,2 1 4-16,2-2-4 0,1 1 7 0,1-2-4 15,0 0 4-15,2 0-4 0,2 0 8 0,0-1-15 0,0-2-4 16,14 1-4-16,-2-1-8 0,6 0-19 0,-4-3 1 16,-3 0-10-16,4 1-27 0,2-2-1 0,4 0-8 15,-1 13-2-15,-1-5-87 0,-4-6-199 0</inkml:trace>
  <inkml:trace contextRef="#ctx0" brushRef="#br0" timeOffset="-163676.35">31690 15162 1682 0,'0'0'14'0,"0"0"0"15,0 0-9-15,0-2-3 0,0 1-6 0,-1 0-19 0,1 0 0 16,0 0-1-16,0-1 1 0,0 1 3 0,0 0 2 15,0 0-1-15,1 0 3 0,0 0 8 0,0-1 13 16,1 1 7-16,-1 0 3 0,0 0 27 0,0 0-13 16,0 1-4-16,0 0-3 0,-1 1-8 0,0 0-1 15,0 1 7-15,-1 9-7 0,-1 4-3 0,0-2-3 16,-1 1-2-16,1-1 0 0,0-1-8 0,-1-1 4 16,2-3-3-16,0-1 3 0,1-1-5 0,0-3 4 15,0 0 0-15,0-1 2 0,0-1-7 0,0 0 2 0,0 1-3 16,0-1 4-16,0 1-2 0,0 0-10 0,0 1-5 15,0-2 0-15,1 0-10 0,0 0 6 0,0 0 5 16,2-1-3-16,-1 0 8 0,2-1 0 0,4-2 6 16,-2 0-5-16,0 0-1 0,-2 1 7 0,-1 0-3 15,-2 2 7-15,0-1 5 0,0-2-3 0,0 0 0 16,0 1 0-16,1 0 14 0,-1-1 2 0,1 0-1 0,-1 0 0 16,1 1 0-16,0-1 1 0,-1 0 2 0,0 1-2 15,0-2-1-15,1 2 1 0,-1-2 0 0,-1 3-1 16,1-1-3-16,0 0 0 0,-1 0-2 0,1 0 1 15,0 0 1-15,1-1-6 0,-1 1 8 0,0 1-9 16,0 0 6-16,0-1-6 0,1 1-5 0,-1 0 2 16,-1 0-2-16,0 0-11 0,0 0 7 0,0-1-9 0,0 1 11 15,0 0-12-15,0 0 4 0,0 0-9 0,0-1-14 16,0 1-20-16,0 1-10 0,1 0-3 0,0 0-40 16,0-1-38-16,0 0-11 0,1 0-10 0,-1 0-41 0,0-1-9 15,0 1 8-15</inkml:trace>
  <inkml:trace contextRef="#ctx0" brushRef="#br0" timeOffset="-163609.27">31771 15127 77 0,'0'0'83'0,"0"0"-7"0,0-1 55 15,-1 0-4-15,0 0-12 0,0 0-51 0,-1 0-12 16,1-1-7-16,-1 0-2 0,0 0-41 0,-1-1-41 16,2 3-2-16,-2-2-14 0,-1 1-26 0,-1-2-49 15,1 2-6-15</inkml:trace>
  <inkml:trace contextRef="#ctx0" brushRef="#br0" timeOffset="-162975.87">31659 15120 99 0,'0'0'55'0,"0"0"-5"0,0 0 55 0,0 0-9 15,0 0 4-15,0 0-18 0,0 0-7 0,0 0 0 16,0 0-5-16,0 0-19 0,0 0-13 0,0 0 5 16,0 0-6-16,0 2 7 0,0-1 10 0,0 0-7 0,0 0 7 15,0 1-22-15,0 8-2 0,-2 6-1 0,-1 2-1 16,-1 1-9-16,1-4 3 0,-1-3-7 0,2-4 6 16,-1-1-6-16,2-1-5 0,1 0 7 0,0-4-5 15,0 2 29-15,0-2 15 0,0 0-4 0,0 1 6 16,0-1-16-16,0-1-3 0,0 0-3 0,0 1-1 15,0-1-1-15,0 0-6 0,0-1-5 0,1 0-2 0,0 0-22 16,2-1-2-16,0-2 3 0,7 1-1 0,0-10 1 16,1 1-3-16,-2-1-1 0,1 1-3 0,-2 0-7 15,-1 0 10-15,0-1-4 0,-1 3 8 0,0-2-2 16,-1 3 5-16,-3 0-1 0,0 2 3 0,1 1-5 0,-1-1 0 16,-1 2 2-16,1 0-2 0,0 2 8 0,-1-1-2 15,1 1-5-15,-1 0 2 0,1-1-10 0,-1 1-18 16,0 0 9-16,-1-1-10 0,0 2 18 0,0 0 2 15,-1 1-3-15,0 0 4 0,-1 0 3 0,-11 3-2 16,0 14 1-16,3-2-1 0,-1-1 4 0,5 0 0 16,1-1 1-16,1-2-1 0,1 1 7 0,0-3-9 15,2 0 2-15,-5 0-4 0,1-2 7 0,3-1-2 16,1-2-1-16,0 1-2 0,1-1-10 0,0-2 9 0,0 0 3 16,0 1 0-16,1-1 3 0,1 0 4 0,2 1 0 15,6 3 2-15,0-3-6 0,-1-1-6 0,1-2 3 16,0 0-2-16,0-1 7 0,-1-2 5 0,0-2-3 15,-2 0 5-15,-1 3-2 0,1-9-3 0,-1 0-2 0,0 0 1 16,1 0 0-16,-2 2 2 0,-4 0 2 0,1 0 0 16,0 1-4-16,3 1 8 0,-1 2-4 0,-2 1 5 15,1 0-5-15,-3 3-4 0,0 0 7 0,1-2-4 16,0 1 9-16,0 0-3 0,0 1-5 0,1-1 3 16,-1 1-3-16,0 0-6 0,0 1 9 0,0 0-7 15,0 1 15-15,1 2-8 0,2 7-3 0,1 7 0 16,-1 0-9-16,-1 1 12 0,1 0-8 0,-1-1 8 0,2 0-18 15,1 0 5-15,-2-3-2 0,2 1 2 0,-1-3-7 0,-1-3-8 16,1-1 2-16,-2-1-4 0,10-2-4 16,0-2-35-16,0 7-4 0,-2-4-16 0,3-3-60 0,2-3-161 15,0-5-60-15</inkml:trace>
  <inkml:trace contextRef="#ctx0" brushRef="#br0" timeOffset="-161907.89">31590 15210 1267 0,'0'0'54'0,"0"0"-2"0,0 0 2 0,0 0-6 16,-1 0-17-16,0 1-26 0,0 0-5 0,-2 0-1 16,2-1-2-16,-6 11-1 0,3 3 3 0,1 0 0 0,-3-1 1 15,4 2-1-15,1-3 1 0,-2 1-1 0,-4-2 1 16,4-4 6-16,0-1 3 0,2-3 14 0,1-1-5 16,-1 1 35-16,1-2-1 0,-1 1 4 0,0 1-2 15,1-1 2-15,0-1-6 0,0 0-3 0,0 1 0 16,0-1-8-16,0 0-16 0,1-1 0 0,0 0-6 15,0 0-8-15,1 0 1 0,0 0-5 0,7-5 4 16,3-2 5-16,-2 1-13 0,1-1 4 0,-1 0-7 0,1 6 5 16,0-8-3-16,-1-1 5 0,0 1-5 0,-1-1 4 15,-1 1 5-15,1-2-6 0,0 2 5 0,0-3-8 16,1 2-3-16,-1-2 3 0,-1 0-1 0,-1 0 7 0,0 1-7 16,-2-1 6-16,1 1-6 0,-1 2 8 0,-1 1-4 15,-1 0 0-15,-2 3-1 0,0 0-5 0,-1 4 8 16,0 0-7-16,1 1 8 0,-1-2-11 0,3 0 16 15,-1 0 0-15,0-1 6 0,1 2-15 0,-2 0 2 16,0 0-2-16,0 0 2 0,0 1-4 0,1 0 5 16,-1 1-2-16,0 0 3 0,-1 3-2 0,1 11-2 15,-1-1-3-15,0 0 1 0,0-1-4 0,1 0 3 16,1 0 4-16,-1 0-1 0,0 0 2 0,0-3-4 0,1 2 2 16,1 1-2-16,-1-2 5 0,0-2-5 0,1 2 0 15,-1-2 0-15,1 0-4 0,-1 0 6 0,-1-2-2 16,0-1 3-16,2-1-4 0,-2-1-1 0,0-2 0 15,0 2-1-15,0-2 3 0,-1-1 3 0,3 2-5 16,-2-3 3-16,2 2-1 0,3 2-3 0,-1-3 4 0,1 0-4 16,1-1 4-16,1-1 2 0,0-2 2 0,2-1-2 15,-4 0 1-15,2 1-3 0,1-10-2 0,-1-1 1 16,1-1-2-16,-2 3-2 0,2 0 4 0,-2 0-2 16,0 1 10-16,-6 1-8 0,7 0 3 0,-5 2-3 15,1-1 6-15,-2 2-1 0,-1 2-3 0,-1 2 1 16,0-1 5-16,0 3 2 0,0-2 2 0,0 2-1 0,0-1 8 15,0 0-7-15,0-1 1 0,0 2-5 0,1 0-13 16,-1 0-1-16,1 0 0 0,1-1 1 0,-2 2 2 16,0 2 4-16,0-1-1 0,0 1 2 0,0 7 1 15,1 6-4-15,1-1-1 0,2 1-1 0,-2-2 5 16,0 0-2-16,1 0 6 0,0-1-5 0,2-1 0 0,1 1-1 16,1-3 0-16,-1 3 0 0,8-2 0 0,1-1-18 15,-3-3-5-15,4-4-3 0,0-1-12 0,-2 9-35 16,0-3-9-16,-2-2-15 0,-2-3-79 0,1-1-119 15,-2-2-41-15</inkml:trace>
  <inkml:trace contextRef="#ctx0" brushRef="#br0" timeOffset="-161207.36">31853 14663 1334 0,'0'0'38'0,"0"0"0"15,0-1 10-15,0 0-7 0,0-1-7 0,-1 1-20 16,1 0 1-16,-1 0 1 0,0 0 1 0,0 0 10 16,0-1-1-16,-1 1-7 0,1 0 1 0,0 0-27 0,0 0 10 15,0 1 0-15,0 0 5 0,-1 1-4 0,1 1 10 16,-6 10-3-16,-3 7 5 0,0-2-10 0,2 2-1 15,1 0-1-15,0-1 0 0,1-1 1 0,1 0-9 16,1-1 4-16,1-2-7 0,1-2 6 0,1-1-12 16,1-2-3-16,0-3-2 0,0 0-17 0,0-1-29 15,0-4-8-15,0 0-10 0,0 0-55 0,1 1-29 16,1 1-28-16,1-2-9 0,2-1-179 0</inkml:trace>
  <inkml:trace contextRef="#ctx0" brushRef="#br0" timeOffset="-161073.7">31985 14623 915 0,'0'0'217'0,"0"0"-197"0,0 0 234 16,-1 0-99-16,0 0-78 0,0 0-44 0,-1 0 0 0,0 0-15 15,0 1-1-15,-3 3-12 0,-3 3 3 0,0 10-6 16,1 2 0-16,1 1-30 0,-1 1-5 0,2 1-21 16,3 0-126-16,0 4-352 0</inkml:trace>
  <inkml:trace contextRef="#ctx0" brushRef="#br0" timeOffset="-159405.53">30123 14697 1107 0,'0'0'0'0,"0"0"133"0,0 0 10 0,-2 0-1 16,1 0-4-16,0 0-139 0,1 0-14 0,0 0-2 15,0 1-1-15,-1 2 3 0,-4 12-2 0,-2 11 12 16,0 3-12-16,-1 6 11 0,2 3-8 0,-1-2 9 15,-1 3 2-15,1-5-1 0,-3 2 0 0,3-5 6 16,1-4 4-16,2-4-1 0,-2-3 5 0,2-5-4 0,1-2-4 16,0-2 0-16,2-2-3 0,0-3 6 0,1-3-2 15,0 0 3-15,0-2-11 0,-1 1 6 0,0 1-6 16,-1-1 6-16,1 0-6 0,0 0-10 0,0-1-3 16,0 0-2-16,-1-1-2 0,1 0 10 0,0-1 7 0,0-4-2 15,-1-16 7-15,2-4 11 0,2-1-6 0,3-2 6 16,-1 0-11-16,2 0 12 0,0-2-3 0,0 2 5 15,-1 0-5-15,1 2 4 0,2 1 8 0,0 2-5 16,1 0 5-16,0 3-10 0,-1 3 4 0,-1 1-4 16,0 2 11-16,0 4 2 0,-1 0 3 0,-1 3 0 15,-2 0 8-15,4 4-5 0,0-1-3 0,-1 3 1 0,0 0-13 16,2-5-7-16,-1 1 1 0,3 2-2 0,-2 0 3 16,0 3 12-16,2 0-8 0,0 3 9 0,0 0-21 15,-1 2 1-15,-1 1-1 0,-1-3 3 0,-1 10 1 16,-2-1-3-16,-1 1 1 0,-2-1-2 0,1-1-2 0,5-1 3 15,-1 0 0-15,-3 3 1 0,-2-2 0 16,-1 0 3-16,-1-1-7 0,-4 3 6 0,-2 0-4 0,0-2-2 16,1 3 4-16,-9-5-4 0,-1-2 0 0,0 0 5 15,2-1-3-15,2 0 5 0,2 0-5 0,2 0 6 16,4-4-4-16,1 0 4 0,-1 1-5 0,2-2 3 16,-1 0-2-16,1 0 2 0,0 1-5 0,0-1 1 15,1 0-2-15,0 0 0 0,0 0-2 0,0 0 1 16,0 1 1-16,-1-1 0 0,1 1-2 0,1 3 0 0,0 4 3 15,0 2-1-15,0 2 9 0,3 1-2 0,0 1 1 16,1-1-2-16,-1-2-2 0,2 1 16 0,0-2-7 16,0 0 11-16,1 1-2 0,1 0 25 0,2 0-6 15,-5-1 12-15,8-1-10 0,3-1-21 0,2-1 1 0,-1 1-11 16,3-2-21-16,-2-3-9 0,-1 2-2 0,0-2-3 16,-3-2-16-16,2-1 4 0,-5 6-8 0,2 0 5 15,2-1-33-15,-7-5-34 0,0 1-14 0,-5-2-9 16,0 0-79-16,0 0-101 0,0-2-44 0</inkml:trace>
  <inkml:trace contextRef="#ctx0" brushRef="#br0" timeOffset="-159106.34">30473 14933 901 0,'0'-1'126'0,"-1"0"209"0,1 0-203 0,0 1-36 16,0 0-8-16,-1 0-10 0,-1 0-34 0,1 0-9 15,0 0-3-15,0 0-3 0,0 0-19 0,0 0-3 16,-1 1 5-16,1 0-4 0,0 2-2 0,0 2 1 16,0 10-5-16,1 1 6 0,0-1-2 0,0 6-5 15,0-1 8-15,0 0-5 0,1 0 17 0,-1-3-5 16,0-2 5-16,0 1-2 0,1-2 10 0,0-1-2 16,2-2-6-16,-2-1 4 0,0-1-2 0,1 1 7 0,2 0 2 15,-1-2 1-15,0-1 2 0,0 0-11 0,1 1 4 16,0-1-6-16,1-2-5 0,-1 1-1 0,6 0-5 15,3-2 4-15,2-1 1 0,4-2-10 0,1 1 3 16,3 11-6-16,2-5-3 0,0-6-9 0,3-2-13 16,-2-2 0-16,0-4-54 0,-2-1-36 0,-2-3-11 0,-1 0-13 15,0-3-99-15,-2 7-292 0</inkml:trace>
  <inkml:trace contextRef="#ctx0" brushRef="#br0" timeOffset="-157787.52">28388 13607 294 0,'-1'0'57'15,"0"-1"-8"-15,0 0 60 0,-2-1-8 0,-3-1-7 0,-3-2-10 16,-4-1-15-16,0 2 4 0,0 0-40 0,-1 1-5 16,-4 0 1-16,1 1-4 0,-4 1-5 0,-1 0-1 15,-1 1 3-15,-1 1-1 0,2 1 12 0,-2 3-1 16,4-2 2-16,-3 3-4 0,1 0-3 0,2 0-12 15,0 0 5-15,5 0-8 0,1 0 5 0,3-1-14 16,2 0 3-16,1-4-6 0,1 12 0 0,0 3-7 16,0 1 4-16,0 2-6 0,0 3 11 0,0-1-1 15,1 5-2-15,0 0-1 0,1 4-4 0,1 3 9 16,0-3-7-16,1 4 6 0,-1 0-1 0,1 2 4 0,-1-1 0 16,2-1 0-16,-1-3-1 0,-12-3-6 0,7-1 5 15,4-1-6-15,4 0 6 0,1-3 3 0,4 2-3 16,2-1 2-16,3 2-4 0,0-1 3 0,2-3 2 15,1 2 0-15,-1-4 5 0,-6-2 2 0,10-3-1 0,2-1 0 16,-1-1-6-16,1 0 3 0,3-1-2 0,0-2 3 16,0 0 5-16,2-2 2 0,-2-1 4 0,-1-1-3 15,1-3-4-15,-2 0 1 0,1-2-3 0,1 12 3 16,0-5-1-16,0-5-1 0,2-3-2 0,0-4 0 16,1-3-3-16,-2-3-3 0,2-3 1 0,0-1-2 15,2 12-4-15,0-18-8 0,-2 0-2 0,1-2 0 16,0-4 10-16,-1 3 7 0,-2-1 0 0,-2-1 1 15,-1 1-5-15,-5 0 0 0,1 1 0 0,-4 2 0 0,-2 0 6 16,-3 1 6-16,0-1 4 0,-3 0 0 0,0 0 15 16,-2-1 1-16,13-1-6 0,-7-1 3 0,-2 1-9 0,-4-3-1 15,-1 1 0-15,-3 1-1 0,-2-1-5 0,-2 1 1 16,-1 1 0-16,-2-1-1 0,-2 1-10 0,1 3-2 16,5 0 0-16,-12 1-2 0,2 3-23 0,-6 1-34 15,2 1-4-15,-4 3-11 0,-2 1-33 0,-2 4-114 16,-1 3-75-16</inkml:trace>
  <inkml:trace contextRef="#ctx0" brushRef="#br0" timeOffset="-156549.62">27134 14683 636 0,'-1'-1'-14'16,"0"0"2"-16,-2-2-60 0,-9 0-3 0,2-13-12 0,0 1 27 15,-2-3-11-15</inkml:trace>
  <inkml:trace contextRef="#ctx0" brushRef="#br0" timeOffset="-155902.66">26861 14392 71 0,'-2'0'63'0,"1"-1"-2"0,-9-2 33 16,-14-5-15-16,-2 2-4 0,-1 2-35 0,-2 2-26 15,-2 2 9-15,-1 0-17 0,-3 3-9 0,0 2 0 16,2 2-4-16,0 2 6 0,4 1 0 0,-1 0 1 16,3 1-3-16,2 0 3 0,0 2 4 0,2-2-6 15,0-9 2-15,0 13-7 0,1 1-10 0,0 1-7 16,1 0 4-16,-2 1-3 0,1 0 10 0,1-2 13 15,-2 1-4-15,5-3 6 0,-2 1-10 0,1 1 8 0,3 1 0 16,1 1 5-16,1 0 3 0,1 1-8 0,1 2 0 16,1 2-1-16,0 3 11 0,2-1 9 0,0 5-6 15,3 0 6-15,2 2-8 0,0-1 6 0,2 0-2 16,-13-1 0-16,8-4-18 0,3 0 7 0,4-3-7 0,1-2 6 16,3 0-7-16,2 1 8 0,-1-1 2 0,4 0 0 15,-2-1-10-15,1 0 16 0,3 1-3 0,-2-1 8 16,3 1-9-16,1 2 15 0,-4-3-3 0,4 5 7 15,-1 1-18-15,0 3 5 0,2 0-10 0,-3-2 9 16,2 4-3-16,0-2-12 0,1 2 6 0,2-2-9 16,-2-3 8-16,0 0 3 0,-1 0-1 0,-11-2 2 0,17 1 14 15,0 0-8-15,1-1 4 0,0-1-6 0,-1 0 1 16,1 2 8-16,2-3 0 0,1-1 3 0,2 2 6 16,1-3-8-16,-1-1 5 0,5-2-6 0,-1-4 2 15,7 1-15-15,2-3 2 0,-3-2-7 0,5 1-8 16,-5-1-8-16,-1-3-6 0,-1 2 3 0,-1-1-6 0,-4-1 10 15,0 1 1-15,-1-2 2 0,-1-2-2 0,4 2 7 16,-2-1-4-16,2-1 5 0,3 1-13 0,-1-2 9 16,3 2-6-16,-4 11 6 0,2-6-3 0,0-4-11 15,-1-5 6-15,-2 0-9 0,2-2 3 0,-3-4 3 16,1-4 4-16,0-1 0 0,1-5 10 0,3 15 2 16,-1-18 0-16,1-2 2 0,0-4-2 0,-1-2-5 15,-2 1-2-15,-3-1 0 0,-1 0 4 0,-5 2 6 0,-2-4 3 16,-4 1 0-16,-5 0-1 0,0-2 4 0,-3 1-1 15,-2-2 6-15,0 1 13 0,-3-3 25 0,0-1 1 16,14-3 8-16,-10-1-1 0,-4 0-4 0,-3 0 2 16,-3 3-2-16,0 1 6 0,-3 2-7 0,-1 2 1 15,-1-1-2-15,-2 1 1 0,0-3-19 0,-3-3-2 0,1-1-7 16,-2-6-10-16,0-5 1 0,0-1-4 0,-3-3 1 16,-2 0-19-16,-1 4 13 0,18 3-6 0,-23 3 9 15,1 4-10-15,-7 4 1 0,-1 4-3 0,-4 1 2 16,-4 1-7-16,-2-2-57 0,-5 3-7 0,-11 4-28 15,-7 10-103-15</inkml:trace>
  <inkml:trace contextRef="#ctx0" brushRef="#br0" timeOffset="-151366.58">12617 12861 256 0,'0'0'113'16,"0"0"-43"-16,0 0 46 0,-2 0 7 0,2 0-77 0,0 0-6 15,0 0-16-15,0 0-6 0,0 0 1 0,-1 0-6 16,0 0 9-16,0 0 7 0,0 0-1 0,-2 0 16 15,1 0 14-15,-6 3 6 0,2-2 4 0,-4 1 25 16,3 1-20-16,1-1 1 0,-4 2-9 0,2-1-12 0,1-1-22 16,3 0-2-16,2-1-6 0,-1 0-14 0,2 0-6 15,0 0 2-15,0 0-2 0,0 2 9 0,1-1 9 16,0-1-9-16,1 4 10 0,1 0 2 0,9-2-10 16,8-2 9-16,1 1-11 0,2 11-2 0,0-4 1 15,1-2-8-15,-1-2 5 0,-1-2-15 0,-1 0-1 16,0-2 3-16,-1 0-3 0,0-1 3 0,-3 0-9 15,2 0 6-15,-1 0-6 0,-1 0 1 0,-2-1-8 16,0-2-1-16,0 0-4 0,-3-1-20 0,-1 1-39 0,-2 1-21 16,-3 0-5-16,3 0-83 0,-4 1-110 0</inkml:trace>
  <inkml:trace contextRef="#ctx0" brushRef="#br0" timeOffset="-151131.7">12497 13258 1476 0,'-2'0'57'0,"0"0"119"16,-5-1-154-16,1 1-15 0,5 0 1 0,-1 0-8 0,-1 0-5 16,2 0 5-16,1 0 0 0,0 0 5 0,1 0-2 15,10 0 5-15,14-2-6 0,2 1 5 0,4 1-5 0,0-1-9 16,1-1-1-16,-3 0-5 0,-2 0-4 0,-1 0-16 15,-1-1 4-15,2 0-10 0,-1-1-16 0,1-2-95 16,1-1-42-16,-1-1-31 0,5-4-266 0</inkml:trace>
  <inkml:trace contextRef="#ctx0" brushRef="#br0" timeOffset="-150715.4">14236 12476 1123 0,'0'-1'307'0,"-1"-1"-399"0,-3-7 356 0,-4-7-195 16,1 1-50-16,1 0-14 0,1 1-1 0,2 2-3 15,-1-1-1-15,1 0 0 0,0 5 0 0,1-1 0 16,1 3-7-16,-2 0-6 0,2 2-2 0,-1 0-2 15,-1 0-1-15,0 3-24 0,-10 0 21 0,-3-9-19 0,-3 6 40 16,-5 3 9-16,0 4-1 0,-2 7 6 0,-3 2 15 16,0 3 0-16,0-14 5 0,-3 20-3 0,1 4-1 15,1 0 2-15,2 6-6 0,-2-2 3 0,4 3-17 16,4 2-7-16,0 0 3 0,5 3-5 0,2-1-2 16,3 3 4-16,4-2-5 0,3 0 3 0,2 1-11 0,-15-3 6 15,12-1-3-15,6-3 5 0,2-5 0 0,3-4 5 16,1-3 0-16,2-3 2 0,2-2-2 0,-4-3 3 15,14 0-6-15,1-4 5 0,1-3-6 0,0 0 2 16,4-3 1-16,1 14-2 0,0-6-13 0,-2-6-6 16,0-2-1-16,-1-1-2 0,-1-2-10 0,0-3-13 15,1-2-11-15,-2 0-3 0,3-1-73 0,-4 0-69 16,0-3-21-16,-3 0-21 0,-4 2-128 0</inkml:trace>
  <inkml:trace contextRef="#ctx0" brushRef="#br0" timeOffset="-150114.75">14022 13414 1461 0,'-1'0'27'15,"-1"0"1"-15,1 0 2 0,0 0-14 0,0 0-1 0,0 0-15 16,0 0-14-16,-1 0 6 0,2 0-8 0,0 0 8 15,0 0 8-15,2 0-7 0,-1 0 7 0,2 0-12 16,13-2-2-16,-2-2 4 0,2-3-4 0,1 0 12 16,-2-2 4-16,-1 4 0 0,-1-11 2 0,0-3 8 0,-1 1 12 15,2-3-1-15,0 3 1 0,-2-2-14 0,-1 0 12 16,0 0-7-16,-1-1 8 0,1 0-17 0,1 1 2 16,0 0 4-16,-3 0-2 0,0 2 3 0,0 2-13 15,-2-1 4-15,-1 3-5 0,-1-1 3 0,-1 1 5 16,1 3-7-16,-4 2 5 0,0 2-6 0,0 3 11 15,0 3 3-15,1 1 3 0,0-2 8 0,0-1-3 16,1 1-5-16,-2 1 1 0,0 0-17 0,0 0-5 16,0 1 4-16,0 1-5 0,-1 0 9 0,-2 25 8 0,-1 1-9 15,-4 0 7-15,-2 2-9 0,2-2 3 0,0-1 1 16,1-2-1-16,3-3-2 0,0 0 1 0,2-1 1 16,1-1 0-16,1-3 5 0,1-5-2 0,0-2-1 15,-1-4 1-15,2 1 5 0,0 0-11 0,2 1 9 16,-3-4-9-16,3-1 8 0,5 5-3 0,1-4 0 0,2 0 0 15,0-2 2-15,2-1 0 0,-1-5 0 0,3-3 0 16,-1-3-1-16,-4 5-7 0,4-9 5 0,-3-3-5 16,4 1 4-16,-1 1-2 0,-3 0-1 0,0 1 0 15,-1-2 0-15,-2 3-2 0,0 2-1 0,-2 2 0 16,-1 2 7-16,-3 2 3 0,0 2 1 0,-1 2-1 0,-2 1-7 16,1-1 2-16,1 0-4 0,-1 0 2 0,0 1-4 15,-1-1 8-15,1 2 1 0,-1 2 2 0,-1 0-7 16,6 24 0-16,-4 3-1 0,-2 4 0 0,0-1-1 0,0 1 2 15,0-7 1-15,0-2 0 0,4-1-9 0,0-7-9 16,1-2-1-16,-1-6-3 0,0 1-17 0,-4-8-30 16,7 4-23-16,4 2-2 0,-1-3-85 0,3-2-225 15</inkml:trace>
  <inkml:trace contextRef="#ctx0" brushRef="#br0" timeOffset="-149798.73">14803 12083 1321 0,'-2'-1'70'0,"0"0"160"16,-1-2-206-16,-5-1-13 0,4 1 0 0,1 2-7 15,2 1-11-15,0 0 6 0,-1-1-1 0,-1 1 0 16,0 0-8-16,-2 1 6 0,-1 3 2 0,2 21 0 16,-2 2-3-16,3 4-1 0,-1 0 2 0,1-2 0 15,0 4-4-15,0-5 3 0,2 0-5 0,-1-1 4 0,1-2-2 16,-12-4-3-16,6-2 3 0,2-4-2 0,1-2-1 16,2-2-46-16,1 0-12 0,1-6-13 0,0-1-54 15,0-2 32-15,1 1-13 0,0-1 12 0,0-1-72 16</inkml:trace>
  <inkml:trace contextRef="#ctx0" brushRef="#br0" timeOffset="-149595.18">15012 12095 1313 0,'-1'0'175'0,"0"0"8"0,-2 0-77 0,-2 0-18 16,-4-1-70-16,2 1-15 0,3 0-4 0,1 1 0 15,-4 3 0-15,1 7 5 0,-6 16-3 0,0 4-4 16,3 5 1-16,0-1-6 0,4 2-22 0,1 2-6 16,1-4-8-16,-15 1-50 0,11-2-130 0,4-2-1 0,3-4-54 15,0-3-91-15</inkml:trace>
  <inkml:trace contextRef="#ctx0" brushRef="#br0" timeOffset="-148831.37">15697 12163 1079 0,'-1'0'385'0,"0"0"-490"16,0-1 435-16,-3 0-236 0,-4-3-94 0,2 2-7 15,3 1 3-15,-2 1-5 0,0 0-8 0,-2 2 3 16,-1 4-1-16,-3 16 4 0,0 13 9 0,-3 8-11 16,-2 6 10-16,3 4-9 0,-4 2 12 0,-2-4 2 0,0-3-2 15,-3-1 4-15,2 0-3 0,-1 3 7 0,-2-2-2 16,3 1 4-16,1-2 4 0,3-1 0 0,3-5 3 16,1-6-2-16,1-4-1 0,1-9-3 0,2-3-2 15,3-4 2-15,-1-3 1 0,2-2-9 0,1-4-5 16,1-3-1-16,1-1-6 0,0 1-16 0,-2-1 3 15,1 0-10-15,0 1-5 0,0-1 8 0,1-1-6 0,0 1 3 16,0-2-26-16,0-2 27 0,1-7 1 0,2-25 10 16,5-5 11-16,4-3 7 0,0-4-1 0,1-2 3 15,0-1 4-15,0 4-2 0,2 1 0 0,0 3 1 16,2 1-1-16,-2 2 10 0,-2 1 1 0,-1 3 3 16,-1 1 6-16,1 1 2 0,0 1 1 0,-2 5 0 15,0 2-9-15,-2 5 1 0,-1 4-2 0,1 1 2 0,-1 3 7 16,0 2 5-16,-5 1 2 0,11 3 2 0,0 0 10 15,-3 4-6-15,3-2-6 0,1-6 0 0,0 4-23 0,0 3-6 16,0 2 4-16,-2 2-3 0,-1 3 5 0,-2-4-10 16,-1 21 3-16,-1 3-4 0,0-4 8 0,-3 5-2 15,0-3-3-15,-2-1 2 0,13 1 9 0,-8-6-9 16,-3 0 4-16,-1-2-6 0,-2-2 5 0,0-3 2 16,-2 0 1-16,0-1-1 0,0-2 1 0,-1 0-5 15,1-1-2-15,-1 0 0 0,-1 0 3 0,2-3-4 16,-2 2 5-16,-3 0-5 0,1-3-3 0,-1 2-1 15,2-2 2-15,0 0-1 0,-2-1 7 0,1 2-5 16,-5-1-1-16,3-1-1 0,0 2 9 0,-1-1-5 16,2-1 4-16,-2 1-5 0,-1 1-7 0,1-1 12 0,0 2-5 15,-7 0 9-15,8 2-7 0,-2 0 1 0,-1 1-3 16,10 1 0-16,-10 1-6 0,7 1 7 0,-2 1 1 16,-1-1 1-16,4 3-3 0,0-1-1 0,-7 2 1 15,4-2-1-15,3 1 4 0,2 1 7 0,1 0-5 0,1 3 6 16,2-2-5-16,3 0 7 0,3-1-4 0,-4 0 3 15,12 2-3-15,3-2 3 0,-2-1 0 0,2 1 0 16,-1-1-15-16,-1-4-2 0,1 3 1 0,-4-5-2 16,-1 1-4-16,-2 1-7 0,0-2 2 0,-3 0-4 15,2-2-6-15,-2-1-25 0,-1 1-33 0,1-3 4 16,-1-1-100-16,0 5-7 0,0-1-22 0,3-2-13 0,0-3-238 16</inkml:trace>
  <inkml:trace contextRef="#ctx0" brushRef="#br0" timeOffset="-148413.56">16087 12713 1361 0,'-2'0'132'0,"1"0"262"0,0-1-363 0,0 0-18 16,0 0-8-16,0 0 1 0,-1-1-11 0,1 2-1 0,0 0-2 15,0 0 0-15,0 0 1 0,0 2-1 0,-1 0 5 16,0 11-4-16,0 7 3 0,-2 3 1 0,-1 4-3 16,1-1 4-16,-2 2 2 0,-1 3 5 0,0-2 1 15,-4 4 2-15,-1 0 0 0,-2-2 6 0,0-3 2 0,2-2 1 16,1-2-4-16,1-3-3 0,3-1 1 0,0-3 0 16,2 0 4-16,1-3 1 0,0-1-4 0,3-4 3 15,0 1 0-15,0-2-9 0,0-1 5 0,1 0-7 16,0 0 0-16,0-3-2 0,0-1-1 0,0 3 1 15,0-4 3-15,1 3-4 0,0-3-1 0,1 0-1 16,11 6-7-16,1-2 8 0,4-3 4 0,2-3 1 16,3-1 4-16,1-3 5 0,-2 0-3 0,3-3 5 0,-3 0 1 15,1 0 14-15,0-2-12 0,0 2 12 0,-1 0-16 16,-2 1-7-16,-1 1-1 0,-4 1-4 0,0 0-3 16,-2 2 0-16,-1 0 2 0,-1 1-2 0,4-2-3 0,-2 2-21 15,-4 0-3-15,2 0-11 0,-5 0-52 0,1-2-169 16,2 1-69-16</inkml:trace>
  <inkml:trace contextRef="#ctx0" brushRef="#br0" timeOffset="-141639.99">25588 3772 620 0,'0'0'3'0,"0"0"21"15,0 0 2-15,0 0-4 0,0 0 2 0,0 0-24 16,1 0 5-16,0 1 7 0,1 0-5 0,-1 0-2 0,1 1 4 16,3 5 2-16,-4 5 2 0,6 0 13 0,-1 0 1 15,0-1-7-15,-3 2 5 0,2 0-4 0,2 0-3 16,-6 0 5-16,4 5-5 0,0-4 4 0,4 0-6 15,-2 1 3-15,-2-1-4 0,-2-1-1 0,0-1 7 16,-1 0-3-16,-2-7 7 0,0-1 5 0,0-2 12 16,0 0-4-16,0 0 6 0,0 1-7 0,0-1-11 15,0-1 0-15,0 0-5 0,0 0 2 0,1 1-1 16,1-1 1-16,-1 0-3 0,1 0 3 0,7 0-5 16,8-1 2-16,1-2-5 0,3-5-8 0,5-4 1 15,-1 9 0-15,5-19 2 0,0-2 2 0,5-2 0 0,1 0 2 16,6-3-1-16,7-3 1 0,7-1-5 0,5-1-2 15,4-3-3-15,-2-3-30 0,1-10-52 0,0-3-29 16,6-4-12-16,0-4-157 0</inkml:trace>
  <inkml:trace contextRef="#ctx0" brushRef="#br0" timeOffset="-140006.31">16616 12463 1207 0,'0'0'66'0,"0"0"-17"0,0 0 20 16,0 0 1-16,0 0-47 0,0 0-15 0,0 0 7 0,0 0 1 16,1 0 2-16,0 0 3 0,0 1-1 0,2 0-1 15,-1 0-1-15,4 3-14 0,2 1 4 0,0-1-4 16,2 2 5-16,-1-1-2 0,1 0-4 0,-1-1-3 16,2 1 1-16,-2 0 5 0,0-2-7 0,0 0 7 0,0-1-8 15,-2 0 6-15,0-1-3 0,0 1-3 0,-2-2-2 16,1 0-11-16,-1 0-4 0,0 0-12 0,-1 0 0 15,-1-2-51-15,-1 2-64 0,0-1-7 0,0 0-25 16,1 0-82-16</inkml:trace>
  <inkml:trace contextRef="#ctx0" brushRef="#br0" timeOffset="-139837.39">16617 12711 572 0,'0'0'164'0,"-1"0"-141"0,0 1 186 0,-1 0-74 0,1 0-23 16,-1 1-26-16,0-1-9 0,-1 1-5 0,2 0-32 15,0 1-17-15,0-1 5 0,0 1-9 0,1-1 6 0,0 0-6 16,0 1-1-16,1 0-1 0,1-1-8 0,17 1 2 16,1 9-1-16,2-4 1 0,3-5 1 0,3-3-14 15,2-1-4-15,6-4-5 0,0-2-24 0,2-1-91 16,4-2-13-16,-2-3-35 0,3 0-133 0</inkml:trace>
  <inkml:trace contextRef="#ctx0" brushRef="#br0" timeOffset="-139456.21">17779 12202 1393 0,'-1'-1'60'15,"-1"-1"2"-15,0 1-23 0,-5-2 1 0,-5-8-24 16,1 2 30-16,-1 2-23 0,2 1 1 0,0-1-9 15,-1 2-9-15,1-1-8 0,0 1 3 0,0 3-5 16,-1 0 1-16,0 1-15 0,1-7 2 0,-1 3-6 16,0 1-1-16,-5 2 18 0,-1 2 0 0,-8 3 6 0,0 4 8 15,1 3-4-15,-5 4 5 0,3-12-3 0,-2 19 19 16,-2 3-12-16,0 1 5 0,3 0-7 0,4 4-3 0,3-2 3 16,4 0-8-16,3 0 7 0,4 0-7 0,1-1 5 15,1 2 2-15,3-5 0 0,1 2 8 0,-10-4 2 16,6-2 4-16,3-1-1 0,3-1 4 0,1 0-4 15,2-1-4-15,3-2 2 0,1 1-9 0,1-3-7 16,-5 1-1-16,17-2-2 0,2-2-6 0,4 1-5 16,0-4 2-16,-2-2-4 0,2 0-14 0,1-3-19 15,-1 12-9-15,3-7-5 0,0-6-55 0,-1-7-80 16,0-3-8-16,-1-2-23 0,0-3-48 0</inkml:trace>
  <inkml:trace contextRef="#ctx0" brushRef="#br0" timeOffset="-138872.41">17658 13040 621 0,'0'0'304'15,"0"0"30"-15,0 0-105 0,-1 0-82 0,-1-1-76 16,1 1-35-16,0 0-14 0,0 0 2 0,0-1-6 15,1 0-1-15,0-1-19 0,0 1 5 0,0 0-9 0,1-1 5 16,2-4 0-16,2-11-4 0,10-3 3 0,1-2 0 16,-2-1-4-16,1-2 0 0,-2-2-1 0,1 2 6 0,-1-2 1 15,0 1 3-15,1 3-2 0,-1 2-1 0,-2-1 1 16,-1 5 3-16,-4 0 0 0,0 1 9 0,-3 4-1 16,1 1 2-16,-2 2-1 0,0 2 6 0,0 2 9 15,0 2-4-15,-1 0 4 0,-1 2-12 0,3-1-13 16,-2 0 3-16,0-1-6 0,0 2-12 0,0 0 9 15,1 1-3-15,-1 0 7 0,-1 1 4 0,0 11-2 16,-6 15-5-16,-2 3 2 0,-2 1-2 0,0 3 8 16,1-1-2-16,4-2 2 0,2-1-14 0,1-6 10 15,2-3 1-15,0-5 4 0,1-2 1 0,1-2 0 0,2-1 2 16,-1-2-1-16,1-2 8 0,-3-3-3 0,0-2 1 16,1-2-1-16,9 8-2 0,0-3 2 0,1-3-1 15,4-2 1-15,1-3-9 0,0-7 2 0,4 5-5 16,-1-21 3-16,-2-1-8 0,0 0 2 0,-3 3-2 0,-3 1 2 15,-1 3-5-15,-2 2 6 0,-2-1 2 0,-1 3 0 16,-1 2-2-16,1 1 0 0,-2 2-1 0,-2 3 1 16,-1 0 6-16,1 3 0 0,0 1-3 0,-2 3 2 15,0 0 1-15,2-1-11 0,1-1 8 0,-1 2-10 16,-1 0 5-16,0 1 8 0,1 1-6 0,-1 1 7 16,7 22-1-16,-3 8-5 0,-4 1 3 0,0 2-5 15,-1 0 0-15,1-1-3 0,0-2-1 0,3-5-2 0,-1-3-15 16,1-4-34-16,1-4-4 0,-1-2-8 0,1-4-5 15,-1-3-15-15,-2-4 12 0,-1-3-16 0,10 7-25 16,2-2-11-16,2-5-33 0,4-5 7 0,2 3-152 0</inkml:trace>
  <inkml:trace contextRef="#ctx0" brushRef="#br0" timeOffset="-138272.27">18609 12165 1408 0,'0'0'75'0,"-1"0"3"0,0 0-13 0,0 0-12 16,-2 0-22-16,1 0-22 0,-2 1-2 0,-2 3 1 15,-1 9-1-15,1 12-5 0,-2 3 6 0,0 4-10 16,0 4 7-16,1 2-5 0,0 4-3 0,0-1 6 0,0-1-5 16,-3-1 8-16,1-7-8 0,-1-2 4 15,1-6-2-15,3-4 7 0,2-3-7 0,2-4 0 0,0 0-1 16,-1-2 5-16,1-3-1 0,-1-2 0 0,0-2 0 15,3-3 1-15,-2 0 12 0,0 1 0 0,-1 1 3 16,1-2-12-16,1-1-8 0,-2 0-1 0,1 0-1 16,0-1 3-16,0-2-5 0,1-13-1 0,4-8-1 15,4-2 9-15,4-3-3 0,5-3-2 0,-14 0-2 16,17-5-4-16,0 0 9 0,-1 0 0 0,1-4 4 0,0 5 5 16,0-1-8-16,-1 3 2 0,-1 3-4 0,-2 2 1 15,2 3-1-15,-1 2 1 0,0 5-1 0,-2 4 12 16,-1 2 18-16,-2 4 0 0,4 2 5 0,-8 2-10 0,1 1-9 15,0-1-6-15,-4 2 1 0,5-1-6 0,-2 1-4 16,1 3 1-16,-3 0-3 0,-3 0-5 0,1 3 5 16,4 7 0-16,0 11 0 0,-6 3-1 0,-4 1 3 15,-6 3 1-15,-2-4 1 0,7 2 9 0,-20 0-3 16,2-2 0-16,2-1-2 0,1-4 0 0,5-1 7 16,1-4-5-16,2 0 5 0,1-1-15 0,3-4 2 15,2 1 4-15,-1-3 0 0,3-1 5 0,1 1-9 16,-1-1 0-16,1 3-4 0,0 0 3 0,0 2-1 15,1-1 2-15,0 2 0 0,-7 0 3 0,2 1 2 0,1-1-2 16,3-3 2-16,1 2-1 0,1-1 3 0,0 0 6 16,1-1-4-16,1 1 3 0,2-2 9 0,-1-1-8 15,2 0 9-15,0 0-5 0,-1-1-10 0,6 0 7 16,4 0-9-16,-2-2 2 0,2 0-10 0,0-1-1 0,-1 1-3 16,3-2-4-16,-3-1-25 0,5 1-4 0,-2 8-8 15,-4-5-35-15,0-2-65 0,-5-1-5 0,0-2-21 16,1 0-37-16,-1-2-39 0,3 0 2 0,-1 0-19 15,3-2-46-15</inkml:trace>
  <inkml:trace contextRef="#ctx0" brushRef="#br0" timeOffset="-137969.81">19076 12448 416 0,'0'0'179'15,"0"0"-149"-15,0 0 191 0,0 0-76 0,0 0-55 0,0 0-9 16,0 0 1-16,1 0-4 0,0 0-10 0,0 1-8 15,1 0-10-15,-1 1 5 0,0 9-1 0,-1 4-4 16,0 4 7-16,-1 1-10 0,-3 1-16 0,0 0-15 16,-4 2 2-16,0-1-4 0,-1 0 6 0,-1-3 0 15,1 0-1-15,1-1 1 0,1-3 4 0,1-1 5 16,2-2-5-16,1-1 4 0,0-1-8 0,2-1-3 16,1-2 3-16,0 2-5 0,0-2 2 0,1 1-2 15,1-2-1-15,1 1 0 0,1-1 3 0,0 1-4 16,12 0 6-16,0-5-6 0,3 3 5 0,0-3-9 0,2 1 0 15,4-2-3-15,-1 13 5 0,3-7-8 0,3-4 8 16,0-3-8-16,2 0 3 0,-4 0-3 0,-2-2-6 16,-1-3 2-16,-2-1-5 0,2-1-34 0,-1 0-4 0,-8 3-15 15,2-2-46-15,-5 1-90 0,-3 0-29 0,1 1-44 16,-2-1-311-16</inkml:trace>
  <inkml:trace contextRef="#ctx0" brushRef="#br0" timeOffset="-136951.73">13535 14491 537 0,'-1'0'113'0,"0"0"217"16,-14-3-265-16,-1-2 8 0,3 2-9 0,4 0 7 15,0 0-24-15,2 0 8 0,-1 0-9 0,1-1 9 0,1 2-5 16,0 0-17-16,4 0 0 0,-3 0-8 0,4 2-13 16,-2-2 0-16,0-1 2 0,1 1-3 0,1 0 1 15,-1-1 2-15,1 1-6 0,1 1 5 0,0-2 5 16,1 0 8-16,1 0 4 0,12 2-1 0,3-10 12 0,1 5-17 15,-3 2 4-15,2 4-11 0,0 1-9 0,3 4-6 16,-2 2 3-16,2 2-5 0,-1-7 5 0,-4 21-1 16,-1 5-6-16,-4 2 2 0,-3-2-7 0,-4 0 7 15,0-1 0-15,12 0 1 0,-7 2-2 0,-8 0 1 16,-3 0 2-16,-6 1 0 0,-4 0-6 0,12 1 8 16,-25-1-6-16,-1 1 8 0,1-3 1 0,-3-4 0 15,2-1 7-15,-2-3-5 0,-3 0 3 0,4-4 13 16,2-4-8-16,3-3 10 0,1-3-5 0,1 1 1 15,2-3 1-15,0 1-3 0,3-1-13 0,3-3 6 0,0 8-2 16,2-3 4-16,2-2-1 0,1-2-1 0,0-1-4 16,2-1 0-16,0 0-11 0,3 0-1 0,1 0 2 15,1 0 0-15,0 0 2 0,-2-1-1 0,1 0-1 0,1-2 0 16,0 1-4-16,-1-5 5 0,2-5 2 16,3 3 2-16,4-6 2 0,1 2-8 0,-2 0 4 0,14 4-3 15,0-1 7-15,-1 3-3 0,3 2-4 0,-1-2 1 16,3 4-1-16,-2 1 0 0,2 1-1 0,-1-12 0 15,2 9 0-15,-4 4-5 0,-3 2 4 0,-3 3-4 16,-3 0 4-16,3 4-9 0,2-7 2 0,-2 15-5 16,0 1-6-16,-1 0-21 0,-1-2-6 0,0 0-5 15,0-2-30-15,0-2-21 0,-1-2 5 0,1 0-13 0,0-3-9 16,1-3-32-16,-1-1-1 0,2 7-11 0,1-3-13 16,0-3-56-16,1-4 23 0</inkml:trace>
  <inkml:trace contextRef="#ctx0" brushRef="#br0" timeOffset="-136454.39">14132 14716 508 0,'0'0'147'0,"0"-1"255"0,-1 0-279 0,0-1-4 16,0 1-5-16,0 0 5 0,-1 0 18 0,1 0-59 0,0-1 6 16,0 1-29-16,0 0-29 0,0 1-13 0,-1 0 1 15,1 0-4-15,0 1-4 0,0 2 1 0,-9 14-3 16,0 9 3-16,-1 1-1 0,-2 5 8 0,-2 2-3 15,1 4 3-15,1-1-8 0,0 0 2 0,2-3-3 16,2-4 2-16,0-1-1 0,0-3-7 0,2-4 3 16,1-4-4-16,2-4 2 0,0-4-15 0,2-2 3 0,0-2-8 15,0-2-16-15,2-3-25 0,0 0-15 0,-2 2-1 16,1-3-20-16,-4 2 4 0,2-1 19 0,0-1-11 16,-1 0 35-16,2 0 24 0,2-1-8 0,-11-20 15 15,2-5-1-15,7-5 17 0,3-4-1 0,5-6 4 16,3 0-9-16,2 0 12 0,2 2-3 0,-1 2 7 15,0 0-4-15,0 1-3 0,1 0-3 0,2 3 2 0,-1 1 5 16,1 0 5-16,-1 4 7 0,-1 2-2 0,1 2 16 16,-2 3 17-16,0-1 6 0,-3 8 4 0,0 0 21 15,-3 6 12-15,-2 3-3 0,-2 2 5 0,8 2-25 0,-1-1-40 16,-1-4-2-16,3 2-13 0,-2 3-12 0,-2 1 4 16,1 3-5-16,-2 1 4 0,-2 7-3 0,9 12 11 15,-5-1-1-15,-3 0 4 0,-4 1 3 0,-2-4-3 16,-3 1 7-16,-2-3-6 0,-3 2 6 0,1-3-12 15,-3 1-2-15,9-3-1 0,-12-1 5 0,0-2-5 16,1-2 0-16,1-1-3 0,-1-1-6 0,2-1-5 16,1-2-2-16,0-2 0 0,4 0-12 0,2 2-41 15,3-4-2-15,-2 2-21 0,1 1-72 0,1-1-37 16,0-1 1-16,1 0-16 0,1 0-50 0</inkml:trace>
  <inkml:trace contextRef="#ctx0" brushRef="#br0" timeOffset="-136120.3">14759 14250 1098 0,'0'0'205'16,"-1"0"9"-16,0 0-80 0,-2 0-21 0,-5 1-80 15,-2 2-21-15,-1 0-12 0,-1 3 4 0,-1 4-5 0,-1-2 9 16,1 15-1-16,-3 6-3 0,-1 1 1 0,1 1-3 15,1-1-3-15,-1 1 0 0,1 1-2 0,3-5-4 16,2-2 10-16,1-3-6 0,4-4 7 0,-1 0-4 0,3-1-1 16,2-2 3-16,0 0-2 0,-8 0-3 0,3 1 3 15,3-1 4-15,2 0-1 0,1 2 14 0,0-1-4 16,0 2 3-16,1-2-2 0,0 4 12 0,1-1-1 16,-1 3-2-16,-1 1 1 0,0-2-8 0,0 1-2 15,-1-2-5-15,-3 3 3 0,-1 0-6 0,0-2-5 16,-3 2 5-16,1-5-5 0,2-1-3 0,-1-2 4 15,1-2 0-15,1-3 2 0,1-3-11 0,-1-1-14 16,2-2-11-16,1 0 0 0,0-2-33 0,-2 0-56 16,1 1-2-16,-4 0-24 0,-5 2-61 0,2-4-168 0</inkml:trace>
  <inkml:trace contextRef="#ctx0" brushRef="#br0" timeOffset="-135919.31">14277 14793 864 0,'0'0'282'16,"0"0"26"-16,0 0-92 0,0 0-75 0,0 0-71 15,0 0-46-15,0 0 21 0,1 0-1 0,1 0 8 16,7 2-5-16,13 1-20 0,-1 1-1 0,5-2-5 0,6-1-11 16,-5-1-15-16,5-1-7 0,-2-2-8 0,0-3-74 15,1-3-54-15,-1-1-17 0,-3-2-10 0,2-3-60 16,-2 12-142-16</inkml:trace>
  <inkml:trace contextRef="#ctx0" brushRef="#br0" timeOffset="-135602.45">14928 14222 1830 0,'-1'0'57'0,"0"0"2"0,0 0-13 0,-6 0-12 16,3 0-16-16,2 0-19 0,0 0-4 0,-1 1 5 16,2 0-3-16,0 1 10 0,1 0-13 0,1 4 3 15,6 5-7-15,-3 4 2 0,14 1 7 0,5-1-2 0,0 2 4 16,2 2 7-16,-3-1-3 0,2 1 0 0,-4 4 0 16,-1-1-1-16,-2 3 6 0,1 2-5 0,-3 0 5 15,-2-1-1-15,-2 2 3 0,-3 1 7 0,-4 2-3 16,-3 1 9-16,14 2 12 0,-12 2-1 0,-6 2 6 15,-9 3 6-15,-5 4-31 0,11 2 3 0,-25 1-12 16,-3 0 1-16,0-4-30 0,0-7-4 0,2-3-16 16,0-5-70-16,2-6-116 0,-1-2-26 0,-2-2-44 0,0 0-246 15</inkml:trace>
  <inkml:trace contextRef="#ctx0" brushRef="#br0" timeOffset="-135168.77">13335 14220 1006 0,'-1'0'99'16,"0"0"-2"-16,-2 0-11 0,-5 0-2 0,-5 0-37 16,1 0-13-16,-1 2-12 0,1 3 7 0,-4 2-8 15,1 2 12-15,-2-1-3 0,-5 15 0 0,0 6 1 16,-4 3 6-16,0 2 11 0,1 5-8 0,1 2 7 15,2 0-16-15,0 0-7 0,5-1 4 0,0-1-6 0,3-1 3 16,3 2-2-16,2 2 0 0,3-1 0 0,1 3 3 16,-13-1-9-16,9 1 3 0,8-1-5 0,3 0 3 0,6-4-12 15,1-1 2-15,3-5-5 0,2-2-2 16,-13-4-9-16,20-1-4 0,5-3-2 0,-1-1-8 0,1-2 2 16,1-1-10-16,-1-5 4 0,3-1-31 0,1-2-33 15,3-6-12-15,3 12-14 0,7-10-104 0,9-9-140 16</inkml:trace>
  <inkml:trace contextRef="#ctx0" brushRef="#br0" timeOffset="-134385.14">15552 14216 923 0,'-2'0'173'0,"1"0"1"16,-3 0-37-16,-7 1-21 0,0 2-57 0,2-1-35 15,1 2-4-15,2-1 5 0,0-1-5 0,0 14 1 0,5 2-11 16,-4 5-3-16,2 0-2 0,0 6 1 0,1 0 2 16,0 5 2-16,0 0 0 0,1 1 4 0,-2 1 6 15,-4-5-2-15,3 1 2 0,1-4-5 0,-2-1 5 16,3-2-3-16,-7-2 2 0,-1-2-17 0,5-2 2 16,-2-4-4-16,2-2 4 0,3-4-8 0,-3-1 6 15,4-1-7-15,-1-3 6 0,-2-1-13 0,3-3-19 16,0 0-2-16,-1 3-6 0,-1-1-3 0,1-1 22 15,1 1-3-15,-1-2 8 0,1-2 2 0,0 1 2 0,-2-11 6 16,-1-11-2-16,4-3 12 0,2 1-5 0,5-4 1 16,3-2-3-16,-1 0-2 0,2-3 5 0,-3-3 2 15,-1 2 1-15,-2-3 2 0,1 5 3 0,1 3 0 16,-1 1 2-16,1 4 4 0,0 0 3 0,-1 3 0 16,-2 2 0-16,2 2-6 0,0 4 27 0,1 1-1 0,0 2 11 15,-6 2 8-15,10 2 2 0,0 1-2 0,3 0-1 16,0 3-22-16,1 0-18 0,-1-6-5 0,3 2-1 15,-2 3-9-15,0 3 0 0,-1 2-8 0,0 3 3 16,-1 0-5-16,-2 2-3 0,-2 1 10 0,0-1-9 16,-2 7 8-16,-4 1 6 0,0-1-5 0,6 0 5 15,-2 1-6-15,-3-2 12 0,-3 2-1 0,-1-2 4 0,-3 2-3 16,0-3-4-16,-3 0 6 0,-2 2-5 0,-2 1 3 16,6-1-7-16,-10 0 3 0,-1-1-4 0,1-4 8 15,1 2-6-15,-1-1 2 0,2-2-2 0,2 3 1 0,0-1-4 16,0-2 0-16,3 0-1 0,-1 0-2 0,1-1 3 15,4 2 0-15,-4-2 0 0,6 0-5 0,-3-1 5 16,0-3-4-16,-1 4 4 0,3-1 0 0,-2 0 2 16,2 1-2-16,1 0 1 0,1 0-4 0,0-1 7 15,1 0-3-15,1-1 6 0,2 1-1 0,6 1-4 16,7 0 5-16,0-2-5 0,2 1 13 0,0 1-10 16,1 0 3-16,-1 0-5 0,1 1 5 0,0 0-6 15,1 1 0-15,-2 1-2 0,-3-1-10 0,3 0-13 16,-4-1-5-16,1 0-4 0,-1-1-34 0,-1-2-56 0,0 0-9 15,-1-3-17-15,4 10-41 0,-1-4 1 0,2-2-9 16,2-5 2-16,1-2-30 0,0-2-6 0</inkml:trace>
  <inkml:trace contextRef="#ctx0" brushRef="#br0" timeOffset="-134052.14">16182 14410 365 0,'0'0'234'16,"0"0"2"-16,0-1-12 0,-1 0-30 0,0 0-63 15,-1-1-29-15,1 1-4 0,0 0-8 0,0 0-2 16,0 0-47-16,0 0-12 0,-1-1-4 0,1 1-1 16,0 0-11-16,0 1-1 0,0 1-3 0,-1 0 2 0,-3 10-9 15,-6 12 21-15,2 3-8 0,-1 3 12 16,2-1-9-16,-1 1-10 0,-2 1 5 0,-1-2-7 0,-1 0 5 16,2-1 0-16,-1-2 1 0,2-3 0 0,2-2 0 0,2-3-10 15,2-3 5-15,-1 0-6 0,1-2 5 0,2-2 7 16,1 0-8-16,1-2 7 0,0 1-15 0,0-1 3 15,1 2-4-15,0-2 4 0,1 0 0 0,1-2-3 16,0 0 7-16,3-2-4 0,11 0 10 0,-1-3-8 16,3 11 2-16,1-4-2 0,2-3 10 0,3-4-9 15,0-1 5-15,2-3-6 0,-1-2 10 0,2-2 0 16,-1 0-5-16,1-1 3 0,1 1-4 0,-5 1-2 16,-3 0 2-16,-3 1-5 0,-2 1-6 0,-3 0 4 0,0 0-13 15,-3 2 5-15,-2 0-69 0,1-1-142 0,-1 1-52 16</inkml:trace>
  <inkml:trace contextRef="#ctx0" brushRef="#br0" timeOffset="-130615.2">6078 15394 731 0,'0'0'0'15,"-1"0"17"-15,0 0 173 0,0 0-49 0,0 0 5 16,-1-1-86-16,1 0-18 0,0 0-22 0,0 0 1 0,0-1-2 16,0 1-6-16,-1-1 0 0,1 0-1 0,0-1 2 15,0 1 1-15,-1 0-8 0,-1-1 5 0,-2 0-4 16,-5-3 6-16,-1 2 2 0,-3 3-3 0,-1 2 3 16,-2 5-9-16,0 4 7 0,-2-1-5 0,-1 18 4 15,-1 4-4-15,0 7 3 0,-2 0 1 0,-1 1 0 16,0 0 2-16,2-4-3 0,-1-1-1 0,9-3-1 0,1-2-6 15,5-1 5-15,6-2-6 0,-2 0 5 0,-11 1-8 16,8 0-2-16,3 0 2 0,4 0-2 0,2 0 2 16,1 0 4-16,2-2-1 0,2 1 1 0,2 1 6 15,1-1 0-15,1 0 2 0,0-3 0 0,0 2 10 0,-2-3 14 16,2 2-3-16,-4-3 6 0,0 1 5 0,-3-1-12 16,0 0 5-16,-2 2-9 0,-1-2-8 0,-1 4 12 15,-1-2-8-15,-3 1 9 0,-2 2-10 0,-1-1-7 16,-2 1 0-16,2-4-3 0,0-5-6 0,0-2-2 15,0-3 1-15,0-1-3 0,2-5-11 0,2-2-48 16,1-2-15-16,-8 5-17 0,1-3-100 0,2-3-92 16,-4-1-40-16</inkml:trace>
  <inkml:trace contextRef="#ctx0" brushRef="#br0" timeOffset="-130365.68">5463 15973 940 0,'0'0'619'0,"0"0"-878"0,-1 0 742 0,0 0-425 16,0 1-35-16,1 0 9 0,0 0 4 0,1 1 0 16,1 0-2-16,16 9-4 0,3-2-9 0,6 2 4 0,1-4-9 15,5-2-16-15,5 0 8 0,-2-4-12 0,4-1 0 16,-2-3-1-16,-3-3-6 0,1-2 4 0,-3-2-5 15,1 2-8-15,-3-2 2 0,0-2-10 0,-2 0-54 0,0-1-28 16,-5 1-20-16,2 1 0 0,-2 1-74 0,2 3-66 16,-1 2-47-16</inkml:trace>
  <inkml:trace contextRef="#ctx0" brushRef="#br0" timeOffset="-130048.53">6404 16233 1219 0,'-1'0'121'0,"0"0"0"0,0 0-31 0,-2 0-1 15,-1 0-48-15,-2 0 25 0,1 0-17 0,3 0-1 16,-3-1-7-16,-1-1-19 0,1 1-9 0,1-1 0 0,1 1-4 16,2 1-1-16,0 0-8 0,-1-1 5 0,-1-1-5 15,1 1 3-15,-1 0-4 0,1 0-2 0,0 0-2 16,-1 0-1-16,1 1 6 0,0 1-2 0,-1 1 2 15,-7 15 7-15,-2 10-11 0,1 2 7 0,4 3-7 16,1 1 9-16,-1 2-5 0,3 1 0 0,-1-2-2 16,2-1 7-16,1 1-5 0,1-3 0 0,0-4-3 15,1-1-1-15,0-8-15 0,0-1-2 0,0-1-7 16,0-6-28-16,1-2-45 0,0-2 3 0,-1-3-18 0,0-2-19 16,2 1 25-16,0 0-12 0,0 0 15 0,8-2-27 15,1-4-17-15,5 2-24 0</inkml:trace>
  <inkml:trace contextRef="#ctx0" brushRef="#br0" timeOffset="-129797.39">6596 15999 643 0,'0'-1'102'0,"0"-1"118"0,0 1-47 0,-1 0-43 16,-1 0-4-16,1 1-15 0,0 0-36 0,-1 0-13 16,-1 1-5-16,-1 1-2 0,-2 2-10 0,0-3-7 15,1 13-5-15,0 5 0 0,1 0-12 0,-3 0 0 16,1 4 4-16,0 2-4 0,-1 0 4 0,0 2-8 0,1 0 8 15,-1 1-6-15,1 1 11 0,0 3-3 16,1 2-4-16,0-1 3 0,-1 4-3 0,1-2-5 0,0 0-5 16,3 3 0-16,1-4-13 0,0-2 0 0,-15-5 0 0,8-3 1 15,5-1 6-15,1-6-8 0,2 0 1 0,0-2-3 16,2-3-6-16,-1-2-17 0,0-3-5 0,0-1-7 16,0-1-43-16,0-3-45 0,-1 0-3 0,2 0-16 15,0 0-28-15,0-1-38 0,1 1-9 0,-1-2-20 16,0 0-132-16</inkml:trace>
  <inkml:trace contextRef="#ctx0" brushRef="#br0" timeOffset="-129538.49">6291 16340 893 0,'-1'0'93'0,"-1"0"0"0,-17 2 22 15,5 1-17-15,1-2-15 0,5 0-43 0,2-1-8 16,3 0-6-16,0 0 1 0,0 0-13 0,1 0-8 16,0 0 0-16,1 0-3 0,-1 0 7 0,2 0-3 15,0 0 2-15,2 0-2 0,0 0 7 0,13 0 9 16,6 0 2-16,2-1 2 0,0 0 13 0,1-2-19 0,-1 1 3 16,1-1-10-16,2 1-8 0,-3 0-8 0,3-2-7 15,-1 0-2-15,1-1-35 0,-2 0-34 16,1-1-12-16,0 2-11 0,2-4-70 0,0 3-75 0,3-2-55 15</inkml:trace>
  <inkml:trace contextRef="#ctx0" brushRef="#br0" timeOffset="-129196.36">7071 15880 1175 0,'-1'0'55'0,"-2"1"100"0,-4 2-116 0,0-1 4 16,1 0-1-16,3-1 0 0,2-1-17 0,-2 2-20 16,1-1 1-16,1 0-6 0,0 0 1 0,-1 0 10 15,2 0-8-15,0 1 10 0,2-1 5 0,0 0 0 16,9 3 5-16,6-1-3 0,0-2 15 0,5 0 2 15,-3-1-2-15,-4 0 0 0,3 0-17 0,-2-1-9 16,4 0 2-16,-1 0-4 0,-1 0-7 0,-3 1 1 16,-3 0-2-16,1 0 3 0,-2 0-2 0,-1 0 5 0,-2 0-5 15,1 0 3-15,0 0-3 0,-2 1-26 0,0 0-4 16,0 0-13-16,-1-1-68 0,0 0-46 0,-3 0-18 16,2 0-10-16,-1 0-67 0</inkml:trace>
  <inkml:trace contextRef="#ctx0" brushRef="#br0" timeOffset="-128980.2">7206 16093 1653 0,'0'0'36'0,"0"0"3"15,-1 0-12-15,0 1-15 0,1 0-5 0,0-1-4 16,1 1 15-16,0 1-1 0,3-2 4 0,13 3-11 0,3-1-6 15,5 1 4-15,1-2-5 0,1-1 7 0,0-2-21 16,1-2-9-16,0-1-10 0,1-2-82 0,-2-1-62 16,0-1-27-16,3-3-12 0,2 0-119 0</inkml:trace>
  <inkml:trace contextRef="#ctx0" brushRef="#br0" timeOffset="-128130.7">9191 14782 1749 0,'-1'0'41'0,"0"0"2"0,-2 0-14 15,0 0-4-15,-2 0-14 0,3 0 7 0,-1 0-17 16,1 0 0-16,1 0-5 0,0 0-9 0,0 0 13 16,1 0-5-16,0 0 7 0,1 0-3 0,1 0-7 15,5-1 8-15,7-4-7 0,0-1 15 0,0-2-8 16,2-3 3-16,-1 6-4 0,-1-11 10 0,0-2-1 16,-1 2 3-16,-2-2-3 0,-2 2-7 0,-2-1 5 0,0 0-6 15,-2 1 7-15,-2 2 0 0,1 0-5 0,-2 1 7 16,0 3-6-16,5-1 10 0,0-2-7 0,-4 5 0 15,0 1-1-15,-2 2 2 0,0 0 1 0,-1 1-2 16,0 1 1-16,0 1-3 0,0 0 0 0,0 0-2 16,0 1 0-16,0 0-2 0,0 1 0 0,-1 0 2 0,0 1-1 15,1 0 1-15,-6 19 2 0,0 0-2 0,1 3 1 16,0-1-2-16,1 1-1 0,-1 0 2 0,0 2-1 16,-1 1 5-16,2 1 4 0,-2 1 2 0,0 0 1 15,1 3 3-15,1-2-4 0,-1 2 0 0,1-1-1 16,0-2 6-16,-1 1-9 0,0-1-2 0,2 0-2 15,-2-2-3-15,0-3-1 0,-1-3 3 0,0-2-3 16,2 0-2-16,-1-1 2 0,2-1 2 0,0-3 0 0,1-2 5 16,1-2-9-16,-2-2 2 0,2-1-4 0,0-3 0 15,1-1 4-15,0 0-2 0,-1 0 4 0,1 0 1 16,0 1-7-16,0-1 6 0,0-1-5 0,0 0 11 0,0 1-8 16,0-1 4-16,0 0-3 0,0 0 6 0,-1 0-5 15,-1-1-2-15,1 0 0 0,0 0-3 0,0 0 4 16,1 0-3-16,-1 0 3 0,0 0-4 0,-1 0-1 15,1 0 3-15,0 0-2 0,0 0 4 0,1 0-1 16,0 0-2-16,0 0-1 0,0 0 3 0,1 0-3 16,0 0 6-16,0 0-5 0,2 0 2 0,5 0 6 15,5 0-6-15,0 0 5 0,0-1-9 0,2-1 7 16,0-1-2-16,2 1 5 0,-1 0-2 0,-2-1 3 0,0 1 0 16,2 1 0-16,-2 0-9 0,-1 1 5 0,0 0-3 15,-3 0 3-15,0 0-10 0,-1 0 3 0,-3 0-1 16,0 0 1-16,-1 0-13 0,-3 0-36 0,-1 0-12 0,2 0-11 15,-2 0-67-15,1 1-52 0,0 0-19 0,1 0-26 16,-2 0-208-16</inkml:trace>
  <inkml:trace contextRef="#ctx0" brushRef="#br0" timeOffset="-127313.28">8435 15511 1028 0,'-1'0'101'16,"-2"0"166"-16,-8 0-186 0,-2 0-24 0,2 0-2 16,1 1-7-16,0 0-11 0,2 0-16 0,-2 0 0 0,5 2-4 15,0-1-5-15,-1 1-12 0,4-2 0 0,-1 0-2 16,0 1 9-16,2-2-10 0,-1 0 10 0,1 0-10 15,1 1 6-15,-1 1 1 0,0 0-4 0,1-1 4 16,0 0 17-16,0 0-5 0,-1 2 8 0,0-1-7 16,-1 1 9-16,1-1-2 0,0 0-1 0,1 1 0 15,0-1-3-15,0 0-7 0,1 1-1 0,0-2-3 0,1 0-4 16,0 0 6-16,7 4-1 0,5-2 3 0,2 0-4 16,0-1-6-16,2-1-1 0,2 0-1 0,1-1 5 15,4 0-6-15,2-1 5 0,2 0-5 0,2-1 0 16,-1 1 3-16,0-1-3 0,0 1 4 0,3 0-2 15,0 0 1-15,2 0 1 0,-2 0 1 0,0-1 5 0,1 1-7 16,2 0 2-16,0 1-4 0,1 0 2 0,2 0 14 16,1 1-4-16,-2 0 7 0,6 1 5 0,-6-1-18 15,4 0 8-15,-2 0-10 0,-5 0 13 0,2 0-5 16,1 1-3-16,3-1-1 0,0 0-3 0,5 0-2 16,-2-1 6-16,2 0-6 0,-1-1 1 0,0-1-4 15,2-1 1-15,-3 1-1 0,0 0 1 0,0-1-1 16,1 0-1-16,3-2 0 0,-3 1 1 0,6 0 2 0,-5-1-1 15,0-1 1-15,2 0 2 0,-5-1-7 0,1 0 2 16,0 2-5-16,-1 0 5 0,3 1 3 0,3-1-1 16,2-1 1-16,-3 1-4 0,0-2 1 0,-1-1 1 15,-3 1 0-15,0 0 2 0,-2 1-5 0,-2 1 3 16,-1 0-2-16,1 1 7 0,-3 0-5 0,2 0 1 0,-1 1-2 16,-4-1-6-16,0 2 10 0,-4-1-5 0,0 2 7 15,-1 0-11-15,-2 0 7 0,-3 0-1 0,-3-1 5 16,0 1-2-16,-2 0-4 0,-1 0 3 0,0 1-4 15,-1 0 2-15,-1 0-1 0,0 0 0 0,-2 0 1 16,-1 0 8-16,0 0-6 0,0 0-3 0,-3 0 0 16,3 0 0-16,-2 0-1 0,-4 0 3 0,0 0-3 0,-1 0 3 15,1 0-1-15,2 0 2 0,-1 0-3 0,-5 0-5 16,1 0-7-16,-1 0-16 0,-1 0-3 0,0 0-118 16,1 0-135-16,-2 0-61 0</inkml:trace>
  <inkml:trace contextRef="#ctx0" brushRef="#br0" timeOffset="-125876.37">8302 16069 1026 0,'0'0'40'15,"0"0"1"-15,-1 0 20 0,0-1-12 0,-2 0 0 16,1 0-21-16,1 0-9 0,0-2 2 0,-1 1-5 16,2 1 3-16,-4-7-7 0,0-2 0 0,1 0-3 15,0 1-8-15,2 0 1 0,1 3-1 0,0 0 1 0,0 0 5 16,0 3 30-16,0 0-7 0,0 1 13 0,0 0-10 15,0 1 5-15,0-1-2 0,0 1 3 0,0 0-4 0,0 0-13 16,0 1 4-16,0 0-7 0,0 1-1 16,0 3 5-16,-5 18-2 0,1 3 5 0,-1 4 4 0,0 0-5 15,2 2 1-15,-1 2-3 0,-2 0-4 0,1 0-9 16,-3-2 0-16,3 2-1 0,0-4-2 0,0 2-1 16,0 1-6-16,0-1 3 0,-1 2 0 0,1-6-7 15,0-1 8-15,2-3-7 0,-1-1 9 0,1 1-9 16,-1-2-5-16,1-2 0 0,0-3-6 0,2-3-37 15,0 0 1-15,1-2-18 0,0-4-31 0,0 0-40 0,1-3-17 16,0-1-8-16,-1-2-55 0,12 7-36 0</inkml:trace>
  <inkml:trace contextRef="#ctx0" brushRef="#br0" timeOffset="-125411.14">8675 16121 1265 0,'-1'0'144'16,"-1"0"-2"-16,-2 0-26 0,-6 1-3 0,-4 2-55 15,2-1-14-15,1 2-14 0,-1-1-7 0,-1 2 0 16,0 1-11-16,2 1-10 0,-1-5 2 0,2 12-4 0,1 1-4 16,-2 1 8-16,1 0-2 0,0-1 5 0,2 1-4 15,2-1-2-15,-2 0 1 0,1 1-1 0,1-1-9 0,0 3 9 16,1-2-6-16,1 0 7 0,0 3-1 0,-1-1 4 15,3 2 0-15,0 2 0 0,-1 1-7 0,-8-5 3 16,4 1 1-16,2-3 1 0,2-2-5 0,3 2 7 16,0-2-5-16,2-3 4 0,0 1-7 0,0-5 2 15,1-2-2-15,0 1 2 0,-2-3-3 0,6 0 4 16,4 0 1-16,1 5 1 0,0-2 0 0,3-4 4 16,-2-2 2-16,1 0 1 0,5-3 5 0,-6-3-3 15,3-3 4-15,-2 6-2 0,-1-11 6 0,-1-3 7 16,-2 0-7-16,6-1 5 0,-7-2-12 0,3 2-2 0,-3 1 0 15,-4-1-1-15,-1 2 0 0,-3-1-3 0,1 1 3 16,0 0-2-16,0 2 7 0,8-2-9 0,-4 1 3 16,-5-1-6-16,-1 1-2 0,-2 2 0 0,-3 0 3 15,-1 1-2-15,0 1 0 0,1 2-4 0,-1 1-3 0,-8 2 1 16,-1 2 1-16,-1 1-15 0,1-7-1 0,5 5-6 16,-5 0-8-16,6 4-34 0,0 1 2 0,1 0-17 15,5 0-30-15,-1 0-54 0,-1 1-18 0,3 0-13 16,0 2-68-16</inkml:trace>
  <inkml:trace contextRef="#ctx0" brushRef="#br0" timeOffset="-124910.37">8909 16170 1231 0,'-1'0'141'0,"-1"0"-159"16,1 0 157-16,-1 0-78 0,-3 0-40 0,-1 0-3 16,0 0-5-16,3 0 1 0,-2 0-17 0,2 0 5 15,0 0-4-15,2 0 5 0,0 0-10 0,0 0-4 16,-2 0-1-16,1 0 0 0,0 0 2 0,1-1 10 0,-1 0 0 16,1 0 5-16,0 0 14 0,0 0 6 0,0-1 2 15,1 1 1-15,0-1 6 0,0 0 8 0,1-1-3 16,0 1 4-16,0-1 0 0,2-1-8 0,7 0-2 15,3 3-4-15,0-8-27 0,-1 3 3 0,-2 2-4 0,0 3 4 16,-1 1-6-16,-1 0-4 0,1 1 1 0,-1 2-1 16,0 1 7-16,-2 1-7 0,-4 4-1 0,1 8-4 15,8 2-9-15,-6 0 12 0,-2 2-1 0,-5 0 4 16,-2 1 8-16,-5-1-4 0,-1 3 4 0,-2-1-4 16,-1 0 3-16,0-2 4 0,12 0-2 0,-13-1 3 15,1-1 0-15,1 1 9 0,0-2 0 0,3-2 2 16,1-3-13-16,3-4 0 0,0-2-1 0,3-3 1 0,1 1-1 15,-1-2-8-15,-1 1-4 0,1-1 0 0,1 1 1 16,-1-1 6-16,1 2-2 0,1-4 2 0,0 1-2 16,0 0 3-16,0-1 2 0,0 0 1 0,9 5-2 0,3 0-4 15,4-2 5-15,0-1-3 0,1-2 6 0,2-1-4 16,-3 0 1-16,5-2-2 0,-1-2 9 0,5 2-10 16,0-2 4-16,-4 0-5 0,1 0-4 0,-7 0-10 15,3 0-7-15,-5-1-4 0,1 0-62 0,2-2-105 16,-5 3-15-16,4-5-37 0,-2 0-124 0</inkml:trace>
  <inkml:trace contextRef="#ctx0" brushRef="#br0" timeOffset="-124494.12">9179 16067 1310 0,'-1'0'198'0,"0"0"-216"0,0 0 209 0,0 0-101 16,-1 0-73-16,1 0-19 0,0 0 5 0,0 0-8 15,0 0 9-15,1 0-6 0,1 0 3 0,0 0-4 16,4 0 3-16,16 0 0 0,-5 0-2 0,2 1 0 16,-2 0-10-16,-1 2-6 0,-4-1-1 0,1 2-1 0,-4-1-2 15,-2 2 13-15,0 3-3 0,-5 6 7 0,2 5-1 16,8 1 13-16,-5 0-5 0,-3 3 8 0,-6 1-8 15,-1 1 12-15,-3-1 1 0,-3 0 3 0,0 1 3 16,-2-3 7-16,1-2-2 0,1-1 3 0,0-5-5 0,2-1-5 16,0 0-2-16,2-4-2 0,-1 2-11 0,2-3 6 15,2-2-5-15,0 0 4 0,2-3-10 0,-1 2-7 16,1-2 4-16,-1 1-4 0,1 3 8 0,1-5 8 16,0 1-3-16,0-1 4 0,1 0-2 0,2 1-2 15,3 2 6-15,8 3-6 0,-3-4 7 0,2 0-10 16,-1-2 5-16,2 1-6 0,0-3 1 0,2 0-4 15,-1-1-10-15,1-2 3 0,-2 0-26 0,2-3-53 16,-1-2-3-16,2-3-22 0,1 5-60 0,4-13-109 16,0-1-18-16</inkml:trace>
  <inkml:trace contextRef="#ctx0" brushRef="#br0" timeOffset="-124225.73">9594 16147 1565 0,'-1'1'87'0,"-1"0"173"16,-12 4-236-16,2 0-13 0,4-2-6 0,0 2 1 15,3-2-6-15,-1 5 1 0,0 8 0 0,0 4 3 0,1 1-5 16,1 0 4-16,-2 3-3 0,0 2 3 16,0 0-4-16,0 1 0 0,2 4 1 0,-1-2-1 0,-1 2 1 15,1-1 4-15,-1-2-3 0,1 1 2 0,1-3 0 0,0-2-3 16,1-4 7-16,-1-4-6 0,2-3 5 0,-5-3-11 15,2-2 0-15,3-2-5 0,1-2-6 0,1-1-38 16,0-1-3-16,0-1-12 0,0 2-33 0,0-1-17 16,0-1-11-16,1 0-6 0,0-1-77 0,0-1-181 15</inkml:trace>
  <inkml:trace contextRef="#ctx0" brushRef="#br0" timeOffset="-123959.73">9612 15993 1398 0,'0'0'84'0,"0"0"-2"0,0 0-11 0,0 0-9 16,0 0-29-16,0 0-26 0,0 0 17 0,0 1 1 0,1 0 4 15,2 0-4-15,0 2-9 0,11 6-3 0,4 5-1 16,-1-2-8-16,-1 1-3 0,-1-1 1 0,-4-2-1 16,-3 2 6-16,-1-2-1 0,-4-2 2 0,1-1-2 15,-3-1-2-15,0 2 8 0,5-1-8 0,-2 0 7 16,-2 2-9-16,-2 0 3 0,-1 0 2 0,-4 2 1 15,-2-1 4-15,-2 0-7 0,-10-1 0 0,0-1-4 16,3-1-4-16,-3 0 3 0,1 0 0 0,2-2 3 16,-1 0-6-16,4-2-14 0,4 1-4 0,1-1-5 0,-1 1-32 15,2-2-28-15,2 2 0 0,-4-1-10 0,6 0-16 0,-1-1-33 16,1 0-7-16,2 1-14 0,-2 0-75 0</inkml:trace>
  <inkml:trace contextRef="#ctx0" brushRef="#br0" timeOffset="-123659.55">9991 15840 1242 0,'0'0'103'0,"0"0"-1"0,0 0 7 16,0 0-16-16,0 0-24 0,-2 0-31 0,1 1 2 0,0 0-7 15,0 1 3-15,0 0-19 0,-2 4 8 0,-4 10-6 16,-1 4 6-16,-1 1-17 0,1-1 8 0,-2 5-3 15,2-1 4-15,-2 3 6 0,1 0-10 0,1-1 11 0,0-1-11 16,1-2 6-16,-1-1 3 0,3-1-10 0,0 0 8 16,1-1-11-16,1 0 6 0,0-1-2 0,1-1 3 15,1 0-7-15,1-2 2 0,0 0-2 0,1 0 2 16,1-1-3-16,1 0 0 0,0 3 1 0,1-3-1 16,-1 2-3-16,1 0-1 0,-3-4-4 0,1 5 0 15,0 1-8-15,-2-5-1 0,-2 5-4 0,0-2-1 16,-1 1-40-16,-3 0-83 0,0-3-12 0,-1 0-26 0,1-4-76 15,-1-1-271-15</inkml:trace>
  <inkml:trace contextRef="#ctx0" brushRef="#br0" timeOffset="-123442.25">9774 16249 1830 0,'0'0'99'0,"-1"0"196"0,0 1-272 0,1 1-15 16,0-1-4-16,0 0 2 0,1 0 13 0,0 0-8 16,3 2 3-16,15 8-7 0,1-1-1 0,1-3-14 15,1-1 3-15,2-3-9 0,-2-2-8 0,0-1-31 0,2-2-2 16,-5-1-13-16,-1-2-44 0,0-1-48 0,0-1-3 16,1-1-18-16,-3 0-57 0,1-3-142 0</inkml:trace>
  <inkml:trace contextRef="#ctx0" brushRef="#br0" timeOffset="-123142.42">10246 15685 1119 0,'-1'0'222'0,"-1"0"434"0,-10 0-588 16,5 0-36-16,2 0-9 0,4 0-4 0,-2 0-12 15,1 0-4-15,0 0 2 0,0 1-3 0,1 0 8 0,1 0-12 16,0 2 4-16,3 4-5 0,6 7 6 0,-4 0 1 16,13 4-1-16,1 0 1 0,0 4-4 0,-1 2 0 15,-2 5 0-15,0 0 1 0,-1 5 1 0,-3 2 5 16,-2 6-5-16,-3 6 6 0,-3-3-1 0,16 2 1 16,-14-2 2-16,-9 0 0 0,-5 1 16 0,-7 2-13 15,-4 0 2-15,12 4-7 0,-23-2-3 0,-2 1-7 16,-4-1-7-16,-3-6-7 0,1 1-75 0,-6-7-121 15,2-3-12-15,-1-3-49 0,0-5-190 0</inkml:trace>
  <inkml:trace contextRef="#ctx0" brushRef="#br0" timeOffset="-122456.85">8297 15719 694 0,'-1'0'210'0,"-5"0"413"16,-8 0-555-16,0 0-26 0,5 1-12 0,0 0 1 15,1 0-20-15,2 1-7 0,0-1 6 0,1 1-6 16,-1 1 3-16,0 0-1 0,0 2-9 0,1-4 4 0,-1 8-5 15,-1 1 7-15,-1 0 0 0,0 4 3 0,-3-1-6 16,-3 4 4-16,0 3-1 0,-4 3 4 16,0 2 1-16,-1 8 20 0,0 1 0 0,2 5 8 0,1 2 2 15,1-2-6-15,-1 2-1 0,3-3-2 16,3-2 0-16,2-1-12 0,2-1 0 0,2-3-3 0,3 1 1 0,-14-2-2 16,8 0 3-16,6 1-3 0,2-1-3 0,3 2 0 15,2-5-3-15,1 0 2 0,2 1 3 0,0-2-3 16,0 2-3-16,1-4-1 0,-1-1-6 0,-1-4 0 15,3 2 6-15,0-1-4 0,-1-1 4 0,1-1 0 16,-2-2-4-16,-1-2 2 0,0-1-7 0,-1-2-5 16,0-1-5-16,-5-3-1 0,6-1-26 0,3 0-15 15,-2-2 2-15,-2-3-8 0,5 7-16 0,2-2-80 16,1-4-25-16,10-4-25 0,3-8-149 0</inkml:trace>
  <inkml:trace contextRef="#ctx0" brushRef="#br0" timeOffset="-121557.72">10927 15695 707 0,'0'0'110'0,"0"-1"4"0,-1 0-28 0,-1 0-11 15,1-1-38-15,0-1-5 0,-1 0-2 0,-1-2 1 16,0 0 0-16,0 2 0 0,2 0-1 0,-6 1-7 16,-1-4 2-16,-1 0-28 0,-2 3 9 0,0 0-9 15,-2 3 10-15,1 3 2 0,-1 3 0 0,-4 4 6 0,2 0-6 16,-4 12 7-16,-1 4 11 0,1 4 3 0,-2 6 2 16,-1 2 6-16,-1 5 3 0,3 1-12 0,3 4 7 15,3-4-21-15,3 3 7 0,-1-4-2 0,4-2 2 16,1-1-3-16,2-4 10 0,1 1-4 0,1-3 6 0,0-1-7 15,-14 0 9-15,11 0 1 0,6 2 2 0,4-3-4 16,2-1-9-16,-2-4 3 0,2-2-7 0,1 0-7 16,2-5-7-16,1 1-5 0,1-5 2 0,-10-2-9 15,13-2-20-15,-1-4 4 0,-1-2-11 0,3-1-8 16,-2-4-17-16,2 10-7 0,-1-5-5 0,1-4-46 0,-3-2-53 16,4-4-5-16,-2-3-25 0,1 6-118 0</inkml:trace>
  <inkml:trace contextRef="#ctx0" brushRef="#br0" timeOffset="-121191.62">10936 15992 932 0,'0'0'184'0,"-1"0"5"0,0 1-51 0,-3 1-31 16,-5 7-61-16,2 10-42 0,1 7 3 0,1 1 0 15,0 0-1-15,1 2-5 0,0-3 6 0,1-1 2 0,2 0 1 16,-1-4 12-16,-9-3-18 0,5-2 7 0,2 0-11 16,3-3 5-16,1-3 1 0,0 1 1 0,0-3 1 15,0-2 11-15,0-1 0 0,0-3 1 0,0-1 1 16,0 1 15-16,0 0 10 0,0-1 1 0,0 1 2 16,0 1-4-16,0-2-11 0,0 0-6 0,0 0-1 15,0 0-16-15,-1 0 1 0,0-1-3 0,-1 0 1 16,1-1-5-16,1 0 0 0,0-2 0 0,-1-13-1 0,1 0-7 15,2-3 4-15,2 0 2 0,0 0 1 0,1-1 0 16,1 3-4-16,0 0 0 0,-1 4-1 0,1 0-1 16,-2 4 2-16,2 0-1 0,-1 0 1 0,-4 2 0 0,6-1-7 15,3 5-1-15,-2-1-4 0,-1 2-13 0,-1 0-55 16,0-2-3-16,2-2-22 0,1 1-52 0,0 2-64 16,2-1-20-16,0 3-21 0,1 1-126 0</inkml:trace>
  <inkml:trace contextRef="#ctx0" brushRef="#br0" timeOffset="-120823.1">11067 16357 1176 0,'-3'2'141'0,"-6"2"269"15,-4 3-354-15,1 0-41 0,3-1 2 0,2 0-13 16,0-3 0-16,2 8 1 0,1 0-3 0,2-1 3 15,1 2-10-15,-4-6 5 0,2-1-10 0,0-2 6 16,2 0-24-16,0-1-27 0,0 0 8 0,0 1-11 16,-1-2 37-16,2 0 19 0,0 0-2 0,0-1 7 15,2 0 6-15,-1-1 2 0,0-1 0 0,6-14-2 16,2 0-4-16,0 1 1 0,-1-1 2 0,-1 2-3 0,-1 1 0 16,0 3-4-16,0 0 3 0,-2 3-2 15,0 1 4-15,-2 3 5 0,-2 2-6 0,5 0 5 0,-2-2-1 16,0 2-6-16,0-1 4 0,1 1-4 0,2-1 5 0,-3 2 1 15,4 0 4-15,-3 2-2 0,-1 0 8 0,2 3 3 16,-4 9-4-16,3 2 5 0,7 2-9 0,-3-3-2 16,-4 2-3-16,-1-3 0 0,-2 1-7 0,-1-3-2 15,1-1-1-15,-1 0-2 0,0-5 3 0,0-3-34 16,0 1-5-16,0-2-14 0,0 1-42 0,0-1-55 16,0 0-15-16,0 0-17 0,0-1-77 0</inkml:trace>
  <inkml:trace contextRef="#ctx0" brushRef="#br0" timeOffset="-120640.08">10994 16228 379 0,'0'0'213'0,"0"0"-2"0,-1-1-4 0,-1 0-26 15,1 0-60-15,0-1-51 0,0 1-24 0,0 0 6 0,1 0-11 16,0-1-7-16,0-1 22 0,1 1-5 16,0-1 13-16,1 1-3 0,8-5-36 0,4 0 0 0,-1 2-14 15,1 1-4-15,-2 1-15 0,3 2-3 0,0 1-9 16,1 0-33-16,-1 1-57 0,-3 0-10 0,3 2-18 15,-3-2-61-15,1 0-107 0,2 1-2 0</inkml:trace>
  <inkml:trace contextRef="#ctx0" brushRef="#br0" timeOffset="-120371.96">11398 15844 990 0,'0'0'218'0,"-1"0"6"0,0 0-36 16,-1 1-43-16,-1 0-58 0,0 0-44 0,-1 0-11 16,2 0-2-16,-1 1-5 0,1-1-19 0,1-1 1 15,0 9 1-15,0 5-2 0,-10 3-7 0,3 4 6 16,3 0-6-16,2 1 6 0,0 2-13 0,3 3 13 16,0-1-3-16,0 1 6 0,-1 2-8 0,-1-2 2 15,-1 2-1-15,0-1 1 0,-2 0 0 0,2-1 3 0,-1 0-3 16,2-3 3-16,-1-1-10 0,2-2 6 0,1-2-1 15,0 0 3-15,0-5-11 0,0-3-26 0,0-4-16 16,0-5-4-16,0 2-71 0,1-2-36 0,0 0-2 16,1-1-14-16,0 1-31 0,6-4-154 0</inkml:trace>
  <inkml:trace contextRef="#ctx0" brushRef="#br0" timeOffset="-120106.58">11650 15772 1059 0,'-1'0'108'16,"0"0"0"-16,-1 0 7 0,0 0-16 0,0 1-24 0,-1 0-24 16,0 0-2-16,-3 3 0 0,-2 2-2 0,-1 9-12 15,4 4-8-15,-6 4 1 0,4 1-3 0,-1 4-3 0,-2 2-7 16,6 1 0-16,-5 1-3 0,2 1 1 0,-3 1 2 16,-1-1-6-16,3 0 3 0,-2-1 1 0,5-3-12 15,-4-2 6-15,2-3-8 0,-1-1-4 0,1-3 5 16,2-1 0-16,2-1 1 0,0-4-4 0,2-3-11 15,-5-2-1-15,4-5-4 0,0 0-14 0,1-2-64 16,-1 1 4-16,1-1-29 0,0 0-51 0,0 0-10 16,1-1-10-16,1-1-5 0,0 0-108 0</inkml:trace>
  <inkml:trace contextRef="#ctx0" brushRef="#br0" timeOffset="-119289.8">11806 15821 1675 0,'-1'1'63'16,"0"1"3"-16,0 0-26 0,-4 6-12 0,-6 15-21 15,2 2-5-15,2 2 5 0,1 4 0 0,0 7 2 16,0-3 2-16,2 3-9 0,-1-1 3 0,1-4-4 16,0 1 11-16,0-2-12 0,1-4 4 0,0-2-6 15,2-4-1-15,0-2 1 0,0-2-4 0,0-5 3 16,1-1 0-16,0-6-12 0,0-3 5 0,0-2-13 0,0 0-44 15,0 2-6-15,0-1-1 0,0-1 6 0,0 1 23 16,0-2-7-16,0 0-2 0,0-2-1 0,0-4-3 16,0-16-32-16,0 0 7 0,1-2-16 0,0 0 6 0,0 0 7 15,2-2 6-15,-1-2 2 0,0 0 33 0,1-3 28 16,0-2 0-16,1 0 12 0,-1-1 15 0,2 0 12 16,0 1-2-16,0 5 6 0,2-1-2 0,1 3 31 15,-1 5-7-15,0 2 17 0,0 3 10 0,-1 6 18 16,-1 0 1-16,-1 5 5 0,-3 0 11 0,6 2-17 15,0 2 0-15,-2-2-11 0,1-1-42 0,-1 2-11 16,2 0-5-16,0 2 0 0,-1 0-3 0,-2 2-4 16,0 0 3-16,5 11-4 0,-1 7 3 0,-3 0 7 0,-3 5-3 15,-2-2 4-15,-2 1-3 0,-3-1 2 0,0 0-8 16,-3-3 3-16,0 0-11 0,0-3-3 0,1 0 4 16,0-2-5-16,1-2-4 0,3-5 8 0,-2 1-7 15,4-6 7-15,-2 1-11 0,2-2 3 0,-1 3 4 0,-1-2-1 16,2 1-1-16,0-2-4 0,-1 3-3 15,-1 1 0-15,1 0 3 0,0 1-2 0,-1 0 3 0,1 1-3 16,1-1 7-16,0 1-9 0,1 2 6 0,0-3-5 16,0 2 11-16,0 0-8 0,1 0 0 0,1-1-2 15,0 0 4-15,1-1-14 0,-1-1 2 0,1-1-7 16,-1-2-4-16,0 0 2 0,5-2 2 0,2 5 0 16,-1-2 9-16,0 0 3 0,4-2-2 0,-2-2 4 0,3-1 4 15,3-4-8-15,-4 0 2 0,6-7-8 0,0 6-10 16,-3-14-2-16,0 0 0 0,-2 0 1 0,0 0 14 15,-1 1 1-15,0 3 2 0,-8-2-1 0,1 6 7 0,0 4 1 16,1 1 2-16,-5 5-1 0,-1 0 10 0,1 0 2 16,-1 1 6-16,0 0-3 0,0 0 2 0,1-2 1 15,0 2-11-15,-1 0 9 0,0 0-11 0,0 1 0 16,-1 1 5-16,1 0-4 0,-12 19 1 0,1 1 5 16,1-1-6-16,2-1 5 0,0-1-8 0,3-3 1 15,2 0 1-15,1-2-2 0,2 0-4 0,0-1 10 16,0 0-5-16,0-2 10 0,0 1 14 0,2-2-9 15,-1 1 14-15,0-2-12 0,0 0 15 0,0-1-8 16,3 1-4-16,-2-1 0 0,1 0-5 0,-1-1-8 16,0 0 0-16,-1-1-4 0,1 1-4 0,-2-3 1 0,0 1 1 15,0-1 0-15,0 2 3 0,0-1-11 0,0-1 3 16,0-1-4-16,0 1 4 0,-2-1-7 0,1 1-8 0,0-1-4 16,0-1-53-16,0 0-38 0,-2 0-4 0,1 1-13 15,0-2-45-15,-1-2-56 0,2 1-24 0,0-2-11 16,-5-16-106-16</inkml:trace>
  <inkml:trace contextRef="#ctx0" brushRef="#br0" timeOffset="-118922.66">12183 15742 1309 0,'-2'0'114'0,"0"0"0"0,-9 0-20 16,-3 0-13-16,1 0-37 0,8 0-24 0,0 0-11 15,1 0 2-15,3 0-6 0,-1 0-8 0,-1 0-7 16,1 0 1-16,1 2-1 0,0-1 9 0,0 0 0 16,1 0-1-16,0 0 2 0,1 1 7 0,0 0 3 15,-1-1 0-15,9 7 2 0,1 3 13 0,0 2 8 16,2 0 2-16,1 2 1 0,-1 1 4 0,2 2-17 0,0 0 4 15,0 4-9-15,3 0-3 0,-3 2-4 0,0 3 1 16,0 0-1-16,-1 1 0 0,1 3-10 0,-1-1 5 16,-1 1-5-16,-2 0 7 0,-3-3 4 0,-2-1 1 0,0 0 0 15,-3-2-1-15,12-1 4 0,-8 1-4 0,-5 1 7 16,-4 2 8-16,-6 1 2 0,-5 7 1 0,-2 0-1 16,10 4-13-16,-19 0-13 0,-1-6-4 0,2-4-3 15,-1-7-22-15,4-6-85 0,-1-4-17 0,4-3-29 16,1-3-103-16,0-3-211 0</inkml:trace>
  <inkml:trace contextRef="#ctx0" brushRef="#br0" timeOffset="-118104.85">11124 15296 1182 0,'0'0'73'0,"-1"0"-3"0,0 0 23 16,0 0-4-16,-2 1-17 0,0 0-20 0,-3 0-23 15,2 0 1-15,-1 2-8 0,3-3-4 0,1 0-9 16,0 0-2-16,-1 2-2 0,-1 2-1 0,1 0-4 15,0 3 8-15,0 0-6 0,2-1 14 0,2 2-4 16,1-2 3-16,1 0-1 0,13 0 13 0,2-2-3 16,-1-1 2-16,1 1-1 0,-1 0 9 0,2 3-10 0,0-3 4 15,0 2-5-15,3-1-1 0,0-1 2 0,3 6-7 16,4-4 6-16,1-1-17 0,5 0-1 0,4-1 3 16,0 0-3-16,-1 1-4 0,6-1 2 0,-4-2-3 15,2 17 3-15,-1-11-5 0,-1-4 0 0,3-3-1 16,3-1 1-16,2 0 2 0,2-1-1 0,0-1-1 0,1-1 0 15,-2-1 6-15,-2 0-7 0,0-1 8 0,-2 1-7 16,1 0 6-16,2 1 1 0,3 1-5 0,3 0 1 16,2-1-1-16,-1 0-2 0,-3 0 2 0,-1 0 0 15,-2 0 3-15,-1-1 1 0,3 0 0 0,1 2-1 16,1 0-6-16,1-2 1 0,-5 2 2 0,2 0 0 16,-4 1 0-16,-2 1 2 0,1-2-4 0,-3 1 4 0,0 0 2 15,0-1-3-15,3 1 2 0,-6 0-3 0,1 0 2 16,-2 1-5-16,-6 0 4 0,2 1-4 0,-6-1 8 15,-2 1-8-15,-1 2 5 0,-3-1-5 0,-1 0 7 0,-4-1-7 16,-1 1-14-16,-3-2 0 0,-3 0-60 0,-3 0-106 16,0 0-8-16,-2 0-43 0,-1 0-130 0</inkml:trace>
  <inkml:trace contextRef="#ctx0" brushRef="#br0" timeOffset="-117738.35">12645 16194 1201 0,'-1'0'166'15,"1"0"-158"-15,-2 0 174 0,1 0-78 0,0 0-75 16,1 0-11-16,0 0 2 0,0 0-2 0,1 0 17 16,0 0 22-16,6-1-9 0,13-2 12 0,2 2-17 0,0 0-9 15,3 0-1-15,2 1-5 0,-1 0-17 0,-1-1-5 16,4 0 3-16,-3 1-4 0,-3-2-6 0,-2 1-1 15,-2 1-4-15,-1-1 4 0,-3 1 0 0,3 0-44 16,-8 0-6-16,2 0-18 0,1 0-64 0,-6 0-52 16,-1 0-5-16,0-1-19 0,-4 1-54 0</inkml:trace>
  <inkml:trace contextRef="#ctx0" brushRef="#br0" timeOffset="-117504">12856 15893 1726 0,'-1'0'61'16,"0"0"-3"-16,0 0-2 0,-1 0 4 0,-1 0-25 15,0 0-5-15,-2 1-19 0,1 0-5 16,1 2-1-16,-1 6-6 0,2 12 1 0,0 5 0 0,0 6 0 16,-13-2 1-16,6 2 1 0,3 0-2 0,2-3 0 15,1 3-8-15,0-1 8 0,2-3-9 0,0-2 6 16,1-4-31-16,0-2-58 0,0-3-6 0,2-2-19 15,1-3-38-15,-1-5-32 0,1-3-5 0,-3-2-16 0,14 7-75 16</inkml:trace>
  <inkml:trace contextRef="#ctx0" brushRef="#br0" timeOffset="-116369.77">13280 15929 1591 0,'0'0'120'0,"-1"0"-2"0,-1 0-14 16,1 0-12-16,0 0-41 0,0 0-38 0,0 0-8 16,0 0-1-16,-1 0-1 0,1 0 6 0,1 0-3 0,0 2-2 15,1-1-1-15,1 0-4 0,0 0-2 0,0 0 2 16,12 8-2-16,-1-1-2 0,0 0 5 0,1 1 0 16,-3-2 1-16,2 3-1 0,-3-8 0 0,1 12 4 15,-3-2-1-15,-4 5 0 0,-3-3 4 0,7-3-4 16,-1 6 4-16,-4-4-5 0,-2 3 7 0,-1 1-6 15,-4-2 6-15,-3 1 5 0,-1 0-1 0,7 1 1 0,-12-2-5 16,-1 0-10-16,1-3 1 0,1-2 5 0,-1 0-2 16,1-2 3-16,3-1-4 0,1-1-4 0,1 0 1 15,1-2 1-15,0 1 0 0,1-3 1 0,0 2-1 16,3-2-4-16,-1 1 6 0,1-3-2 0,1 0 3 16,-1 2-6-16,0 0-6 0,-1 1-1 0,2-2-1 15,0 0-6-15,0 0 12 0,-1 0 2 0,2 1 3 16,0-1 6-16,2 0 4 0,0 0-6 0,5 0 5 0,10 0-8 15,-1-1 4-15,4-1-3 0,0-2 3 0,1-2-3 16,-1 0-12-16,1-1 3 0,2-1-10 0,-5 1-30 0,1-1-30 16,-2 0-8-16,-3 2-7 0,0-3-26 0,2 0-11 15,0 0-2-15,0 0-1 0,1 0 7 0,-3-1 36 16,0 1 4-16,-2 0 14 0,-1 0 55 0,-2 2 10 16,-2 3 11-16,1-4-3 0,-3 1 18 0,-1-1 18 15,0-1-4-15,-2 0 9 0,1 0 0 0,-1 3 8 16,1-1-1-16,0-1 4 0,-1 1-1 0,-1-3-4 15,0 5-2-15,1 0 0 0,3-4-2 0,-5 7 14 16,3-2 3-16,-3 2 4 0,1-2 20 0,0 1-34 16,0 1 6-16,1 0-18 0,-1-1-16 0,0 1-6 0,0 1-5 15,0 0 3-15,-1 1-7 0,0 5 10 0,0 15 1 16,0 4 3-16,-1-1-1 0,-1 1 3 0,-3 3-9 16,0-1 6-16,-1 0-11 0,2-2-11 0,-1 1 6 0,2-3-8 15,1-1 8-15,1-3-10 0,0-1 2 16,0-7-5-16,1-1-2 0,0-3-20 0,0-5-7 0,0 3-6 15,0-3-29-15,0 0-4 0,0 1 1 0,-1-2-1 16,-1 0-3-16,1 0 7 0,0-1 3 0,0-1 3 16,0-1 32-16,-6-11 26 0,-2-6-3 0,4 0 8 15,0 0-4-15,1-1 4 0,2 3 2 0,1-2 0 16,0-1 5-16,1 0-1 0,0-1 1 0,1-1-2 0,1-3-3 16,4-1 12-16,2-2-10 0,3-4 10 0,3-3-11 15,0-2-1-15,3 1 2 0,-1 4-2 0,-14 5 4 16,17 6 20-16,-2 4 11 0,-2 6 2 0,-1 2 35 0,0 4-8 15,-1 2-8-15,1 2-2 0,-1-7-42 0,-1 3-6 16,0 3-5-16,-2 2 3 0,-2 1 12 0,-2 1 2 16,-4-2 6-16,0 4-4 0,6 11 5 0,-4-1-9 15,-4 4-1-15,-4 3-3 0,-4 1-12 0,-3-1 9 16,9 5-3-16,-18-2 4 0,-1-2-12 0,1-2 1 16,0-3-1-16,2-2 2 0,2-3 0 0,2-4-16 15,2 0-5-15,2-2-6 0,3-1-35 0,3-3-2 16,-1-1-13-16,4 0 4 0,0-1-40 0,-2 3-10 15,1-1 9-15,1-1-5 0,0 0 42 0,1-1-19 0,1-1-5 16,3-6-9-16,8-16-37 0,9-2-8 0,1-2 9 16,1 0-2-16,2 1 71 0,1 3 53 0,1 0 14 15,1-1 15-15,0 2 98 0,3 1 43 0,-2 1 1 16,-3 4 6-16,1-1-38 0,-6 4-27 0,-1 0 1 0,-1 4-8 16,-5 1 3-16,-3 1-5 0,-1 3 6 0,-5 2-5 15,0 1 16-15,-3-1-23 0,0 0 5 0,1 0-11 16,-1-1 5-16,-1 2 0 0,0 0-4 0,1 0 1 15,-2 1-21-15,0 0-4 0,-2 1-4 0,0 0 0 16,-11 5-14-16,-6 13-9 0,2 1 4 0,1 3-6 16,2 0-3-16,1 0-10 0,4 1 0 0,0-2-2 15,0-2 1-15,6 3 2 0,-4-5-4 0,3 2 2 0,-2-1-6 16,2-5 12-16,2 3-1 0,-8-2 4 0,5-2-6 16,3 1 0-16,2 0 3 0,0 0-2 0,3 2 2 15,3 0 0-15,2 2 2 0,2-2-1 0,-1 1 2 0,-1-3-5 16,1 0-2-16,-2-1 1 0,0 0-1 0,-1-2 1 15,0 1-4-15,-3-1 2 0,1-1-5 0,-2 0-23 16,-1-3-7-16,0-1-12 0,-1-3-67 0,0 1-71 16,0-2 9-16,-1 0-36 0,0 1-79 0</inkml:trace>
  <inkml:trace contextRef="#ctx0" brushRef="#br0" timeOffset="-116170.39">13769 16055 2005 0,'0'0'58'0,"0"0"8"0,0 1-33 0,0 1-12 0,0-1-20 15,0 0 9-15,1 0 9 0,1 1-3 0,17 10 4 16,4-1-7-16,6-3-12 0,4-1-2 0,0-5-6 16,3 0-21-16,1-5-54 0,-7-1-2 0,6-3-21 15,-1-4-41-15,-6 0-31 0,4-3-4 0,-5 0-17 16,-1 11-94-16</inkml:trace>
  <inkml:trace contextRef="#ctx0" brushRef="#br0" timeOffset="-115802.84">14656 15674 1794 0,'-2'0'30'0,"1"-1"2"0,-2 0-1 16,-14-7-3-16,5 2-9 0,2 0-8 0,-2-1-10 15,0 0 1-15,2 1-3 0,0 1-9 0,3 3-22 16,0 0-5-16,-3-2-4 0,0 3-5 0,0 1 29 0,-2 1 2 16,-2 4 10-16,0 2 10 0,-5-4 10 0,1 21-1 15,1 0 6-15,-1 5 11 0,3-1 8 0,2 1-3 16,3 5 3-16,3-1-5 0,1 3-12 0,4-1 1 15,0 1-5-15,1 3-15 0,-16-4 5 0,10 3 0 0,6-5 3 16,2-4 8-16,3 0-5 0,3-5 0 0,1 1-2 16,4-1 3-16,-2-3-14 0,2-1 7 0,-7 0-9 15,12 0 1-15,3-4-10 0,-3-2-10 0,-2-3 0 16,-1-3-30-16,0-1-11 0,3 0-5 0,-4-4-4 16,0 0-40-16,0 5-43 0,-3-3-5 0,5-3-14 15,-1-3-28-15</inkml:trace>
  <inkml:trace contextRef="#ctx0" brushRef="#br0" timeOffset="-114920.05">14767 15754 1452 0,'0'0'127'0,"0"0"-2"0,-1 0-32 15,0 0-7-15,0 1-51 0,0 1-35 0,-1-1 14 16,1 2-10-16,-6 15 10 0,2 2-11 0,2 3-3 15,2 1 6-15,1 5-4 0,0 2 7 0,0-2-6 16,-1 4 1-16,-2-1-2 0,0 0-4 0,-2-3 0 16,0-2 2-16,-1-4 0 0,1-6 8 0,0-4-5 0,1-4-1 15,1-1 0-15,0-4 2 0,2-1-3 0,-1-1 2 16,0 0-1-16,-1 1 10 0,1-2-3 0,-1 0-2 16,2-1-1-16,0 0-6 0,0 0 2 0,0 0-2 15,-6-9 0-15,-3-15-5 0,6-4 6 0,2-2 2 16,4-4 0-16,2 0-5 0,5 1 0 0,0-3 0 15,0 4 0-15,1 2 2 0,-1 0 0 0,-1 5-4 0,2 4 2 16,-1 1-2-16,1 4 5 0,-1 1 2 0,0 0 0 16,-5 5 0-16,9 2 26 0,-1 1-2 0,2 4 8 15,-1 1-12-15,2-8-10 0,1 5-3 0,2 2 0 16,-3 3-10-16,-2 3 2 0,-2 0-4 0,-3 2 1 16,-2-2-12-16,-4 3 9 0,0 6 3 0,7 1 1 0,-3 0 1 15,-3 1 5-15,-3 2-4 0,-2 1 5 0,-3-1-7 16,-2-2 9-16,-2 2-4 0,7-3 5 0,-14-3-5 15,2 1-3-15,1-5 0 0,0-2-2 0,3-1-5 0,0 1 10 16,2 0-3-16,2-2 6 0,0 2-9 0,0 1 2 16,2-2-1-16,1-2 3 0,0 2-3 0,0-2 3 15,2-1-2-15,-1 5 0 0,2-4-5 0,-4 3 1 16,1 2 3-16,1-1 0 0,-1 1 0 0,1 2 3 16,1-1-3-16,1 0 5 0,0 1-4 0,1 0 2 15,2 0-3-15,3 1 3 0,-3 1-3 0,13-1-9 16,2-2 2-16,-2 0-6 0,4-3-4 0,0-1-17 15,1-2-16-15,-2 11-1 0,-2-5-62 0,0-3-10 0,0-3-4 16,-1-1-2-16,-1-1-13 0,0-2-12 0,-1-1-6 16,0-3-1-16,0-2-4 0,-2 2 17 0,-2 0 9 15,0 6 1-15,-5-6 29 0,1 0 64 0,-2 0 8 16,-2-1 21-16,1 1 50 0,-2 4 59 0,0 1-1 16,1 0 22-16,1-1 20 0,-1 1-11 0,-1-1-4 0,0 1-5 15,1 1-36-15,-1 0 2 0,0-2-10 0,0 2 8 16,0 0-3-16,0 0 2 0,1 0 1 0,-2 0-4 15,0-1-14-15,0 1-12 0,0 0-3 0,0 0-2 16,0 0-17-16,0 1-9 0,0 0-1 0,0 1-3 16,0 0 0-16,-2 1-1 0,-1 10-4 0,-3 5 2 15,-2 1-2-15,-3 5 7 0,1-2 4 0,-1 0 0 0,0-1-2 16,1-1 13-16,-1-3-4 0,2 0 8 0,-1-2 11 16,3-3-15-16,3-1 7 0,0-2-9 0,2-2 4 15,-1 0-7-15,2-1-1 0,0-1-2 0,1 0-8 16,0 1-5-16,0-2 4 0,1 1-3 0,2-1 7 0,1-1-8 15,10 0 3-15,2 8-3 0,0-3 0 0,1-2-2 16,-1-1-4-16,1-2 4 0,-2-2 4 0,1 0-6 16,3 0 3-16,1-1-5 0,-1-2-3 0,-1 1 2 15,-2-2-5-15,-2 1 1 0,0-2-19 0,2 1-35 16,-5-1-2-16,1-1-15 0,-3 0-34 0,2 3-19 16,1-12-7-16,-3-1-3 0,3-3-26 0,-4 0-9 15,0-4-3-15,1-3 1 0,-3 1 7 0,-3 2-35 16,2-2-2-16</inkml:trace>
  <inkml:trace contextRef="#ctx0" brushRef="#br0" timeOffset="-114602.92">15347 15420 1406 0,'0'0'112'16,"-1"0"-3"-16,0-1 13 0,-1 1-10 0,-6-2-28 15,4 1-29-15,-1-1-23 0,2 2 2 0,2 0-10 16,0 0-15-16,-1-1-6 0,-1 0-4 0,2 1 1 0,0 0 1 16,0 0-2-16,1 1 2 0,0 2-1 0,2 1 6 15,6 9-1-15,2-1 5 0,10 4-4 0,1 2 16 16,4 1 14-16,-2 4-3 0,3-1 9 0,0 3-3 0,1 1-1 16,0 1-3-16,-2 4 0 0,1-2-17 15,-2 4-4-15,0 4-4 0,-5-1 1 0,-3 3-10 0,-2 2 3 16,-3-2 3-16,-3 3 1 0,-3 1 0 0,14 0 9 15,-11-1-3-15,-8 0 5 0,-5-1 4 0,-2-4-4 16,-5 1-2-16,-2-3-1 0,-1-2-8 0,13-2-11 16,-18-4-3-16,0-1-9 0,-2 0-70 0,0-1-95 15,0-1-24-15,-2-6-26 0,4-1-114 0</inkml:trace>
  <inkml:trace contextRef="#ctx0" brushRef="#br0" timeOffset="-113852.06">13162 15285 471 0,'0'0'214'0,"0"0"-212"0,-1 0 236 0,0 0-106 15,0 0-58-15,-1 0-16 0,0 0-3 0,0 0-5 0,-1 0-16 16,1 0-22-16,0 0 6 0,-1 0-11 0,1 1 7 16,1 0 2-16,0 1-7 0,-1-1 5 0,1 0 1 15,0 0 26-15,0 0 0 0,1 0 9 0,0 1 9 16,0-1-13-16,1 0 8 0,0 0-8 0,2 1 5 0,-2-2 2 15,9 8-3-15,2-1 2 0,2 0-7 0,0-1-18 16,3-1-2-16,0 0-5 0,5 0-3 0,0 1-2 16,5 1 4-16,5 1-4 0,1-1 5 0,4 0-15 15,0-1-2-15,-1 1-3 0,3 1 0 0,1-1-1 16,1 2 4-16,0-1-3 0,-1-1 3 0,-1 1 5 16,3 1 0-16,4-3 1 0,1 0 2 0,5-1 0 15,1-3 0-15,3 2 0 0,-3-3-5 0,3 0-2 16,-2-2 3-16,-3-3-2 0,6 1-1 0,-1-2 1 0,3 2-4 15,0-3 3-15,-1 0-4 0,-6 1 0 0,-3-1-2 16,-5 3 2-16,-2 0-5 0,-6 0-5 0,-2 2 0 16,0 0-5-16,-2 1-25 0,-4 0-67 0,-1 0-28 15,-6-2-20-15,-1 1-176 0</inkml:trace>
  <inkml:trace contextRef="#ctx0" brushRef="#br0" timeOffset="-106362.79">8612 17015 256 0,'0'0'77'0,"0"0"-44"0,0-1 20 16,0-1 5-16,0 1-61 0,0-1 4 0,0 0 7 0,-1-4-6 15,0 0 7-15,1 1-5 0,0 0 8 0,0 3-3 16,0 0 4-16,0-2-10 0,0 2 19 0,0 1-6 16,0-1 12-16,-1-1 7 0,0 1-6 0,0-1 8 15,-1 1-7-15,1 0 10 0,-1-1 5 0,0 1-2 16,-1-1 3-16,1 1-8 0,-1 0 10 0,1-1 0 0,0 2 4 15,-1 0 6-15,1 0 0 0,0 0-2 0,-3-2 2 16,-1 1-5-16,1 0-14 0,0-1 7 0,-1 2-8 16,2 0 7-16,-2 0-16 0,3 0 0 0,-3-1-5 15,2 2 0-15,-2-1-9 0,2 0 5 0,0 1-7 16,0-1 3-16,-1 1-13 0,0 0-1 0,0 0 0 16,1 0 13-16,-2-1-15 0,2 1 10 0,0 0-11 0,1 0 4 15,0 0 4-15,0 0-2 0,0 0 1 0,2 0-5 16,-2 0 6-16,2 0-7 0,0 0 6 0,-1 0-10 0,-1 0 9 15,2 0 3-15,-1-1 3 0,-1-1-1 0,1 1 13 16,0 0-8-16,1 1 9 0,-1-1-13 0,1 1 6 16,0 0-1-16,0 0 3 0,0 0-5 0,-1-1-3 15,1 1 2-15,0 0-2 0,0-2 4 0,0 2-7 16,0 0-1-16,-1 0-1 0,1 0 5 0,0 0-6 16,1 0-2-16,0 0 0 0,0 0 1 0,0 0-1 15,0 0 9-15,0 0-7 0,1 0 2 0,0 0 1 16,1 0-4-16,-1 2 5 0,1-1 0 0,0 0-10 15,3 1 4-15,2 3-4 0,1 1 10 0,-1 0-5 0,3 9-1 16,0 0-1-16,1 2 5 0,0-3-1 0,-3-1-1 16,0 6 0-16,2-5 2 0,1 0-1 0,1-1 3 15,1-4-4-15,-1 1-6 0,-1-2 5 0,4 1-3 16,-5-2 6-16,1 2 4 0,2-5-13 0,0 2 7 16,2-2-8-16,0-1 9 0,1 2-3 0,0-3-3 0,-4 0 0 15,2 0 0-15,-1 7-1 0,-1-3 0 0,-1-1 0 16,1-2 1-16,0 0 0 0,0-2 4 0,-1-1-3 15,1 0 0-15,-1 0-1 0,0-1-1 0,2-2 0 16,1 1-2-16,1-3 4 0,0 1-2 0,0-2 3 16,0-1 3-16,2-2-7 0,2-2 8 0,3 8-9 15,-2-10 4-15,2-4-3 0,0 1-1 0,-2 0 1 0,1-5 1 16,-1 6 6-16,1 0-5 0,-3 3 5 0,-2 1-7 16,0 0 2-16,-1 1 0 0,0 3 0 0,0 0-3 0,-3 2 3 15,0-1 0-15,-2 0 0 0,1 4 4 16,1-2-4-16,-1 1 6 0,1-2-6 0,0 0 0 0,-2 3 3 15,2-2-6-15,-1 3 5 0,1 0 2 0,-1 0-6 16,1 0 4-16,0-7-4 0,1 1 5 0,-3 3 1 16,2 0-3-16,0 2 1 0,1 2-5 0,0 1 6 15,2 2 1-15,-4 0 2 0,-3 1-2 0,5 3-5 16,-1 0 1-16,3-5-2 0,-1 12 4 0,-1 2 0 16,1 0-2-16,-3 2 1 0,3-3 3 0,-1-1-6 15,-2-1 3-15,3 0-5 0,-2 2 4 0,1 0 0 16,-2 0-2-16,1 0 2 0,-4-3 6 0,0-2-1 0,-1 2-2 15,-1-4 0-15,-1 2-4 0,0-2-1 0,-1-1 2 16,1 0 0-16,-2-1 0 0,1-1 1 0,-2-2 1 16,0 1-1-16,1-1-4 0,-2-1 3 0,0 0 1 15,-1-1 2-15,3 1 2 0,-1 1-1 0,0-1 0 0,-1 0-1 16,1-1-2-16,-1 1 2 0,0-1-3 0,0 0 3 16,0 0-1-16,0 0-2 0,-1 0 0 0,0-1-1 15,0 0 2-15,0 0 3 0,0 0-1 0,0-1 0 16,0 0-5-16,0-1 2 0,0-1-4 0,0-1 3 15,3-7 1-15,0 1-5 0,1-1 7 0,1-2-7 16,-1 0 11-16,1 0-6 0,1 1 2 0,0 3-2 0,1-2 0 16,-6 3-4-16,11-1 4 0,1 1-3 0,0-3 3 15,1 0 2-15,1 1-2 0,1-1 3 0,4 2-3 16,0 1 0-16,4 1-4 0,-1-1 3 0,2 0 6 16,0 0-11-16,-2-1 7 0,1 0-8 0,-1 2 9 0,4 1 2 15,-2 3-1-15,-1 1 0 0,0-2 0 0,-2 3-2 16,0-2 0-16,-2 2 1 0,2 0 0 0,-1-1-2 15,4-12-3-15,0 5 0 0,1 4 1 0,0 1 4 16,-1 1-1-16,2-1 1 0,0 2-3 0,2 2 1 16,-2 0 4-16,0 0-3 0,-1 1 3 0,1 0-2 15,0 1-2-15,-3 2 1 0,0 1-4 0,-1 0 0 16,0 2 3-16,-1 1 0 0,2 0 4 0,-1 0-4 0,1 0-2 16,2 0 1-16,-1 1 4 0,3-1 0 15,-1-1 0-15,1 0 0 0,1-1 0 0,5-1-2 0,-1-2-1 16,-1 0 0-16,0-1-4 0,-2-1 6 0,1 0-1 15,1-1 3-15,-2-1 1 0,0-1-4 0,1-1 2 16,1 1-3-16,1-3 1 0,1 1 6 0,0-2-6 0,0 0 5 16,-1 2-6-16,3 0 1 0,-4 0-1 0,3-1 2 15,-3 1-2-15,-1-1 0 0,0-1 2 0,-2 0-1 16,2 0 2-16,-2 0-3 0,4-1 0 0,-3 1 0 16,2 1 9-16,0-1-6 0,-3 0 1 0,1 0-3 15,-4 1 4-15,1 1 0 0,-4 0 4 0,1 2-2 16,-3-1 6-16,-3 2-9 0,-1 0 2 0,-2 0-3 15,1 1 10-15,-1 0-4 0,-1 0 3 0,-1 0-5 0,0 0-5 16,-4 0-2-16,1 0-6 0,-1 0 0 0,1-1-35 16,-1-2-304-16,4-1-131 0</inkml:trace>
  <inkml:trace contextRef="#ctx0" brushRef="#br0" timeOffset="-102892.72">4170 8834 616 0,'0'0'0'0,"-1"-1"1"0,-1 0 24 0,1 1-9 15,1 0-2-15,0 0-5 0,0 0-8 0,0 0 13 0,0 0 1 16,0 0 0-16,1 0-3 0,1 0 10 16,-1 0-4-16,0 0 7 0,0 0-7 0,2 1 6 0,-1 0 2 15,0 0 1-15,1 1 8 0,-3 0-13 0,4 11 0 16,-3 1-5-16,1 1-2 0,1 3-6 0,9 0 10 15,-4 4-7-15,-1 0 15 0,-3 0-6 0,-2 1-4 0,0 1 0 16,1 0-7-16,-2 2 2 0,0 2-3 0,0-2 2 16,2 1-2-16,-1-3 4 0,2 0-1 0,-1 1 0 15,1-3-8-15,0-3 12 0,1-2-3 0,0-4 5 16,-2-1-8-16,2 0 3 0,1-1-7 0,0-2 6 16,-2-2-3-16,7 0-6 0,-4-2 9 0,-1-3-9 15,0 2 5-15,3-3 1 0,1 6 3 0,0-1 0 0,0-3 5 16,-1 0 0-16,0-2-7 0,2-1 5 0,0-1-7 15,0-3-1-15,2-2 4 0,1-2-3 0,2-3 1 16,0 6 0-16,1-11-7 0,0-4 5 0,2 3-5 16,0-3-3-16,0 0 8 0,5 1-7 0,-1-1 3 0,1 2 5 15,3-1-11-15,-3 1 6 0,1 0-10 0,-1 3 11 16,0 4-3-16,-2 2 4 0,-2 2-8 0,0 1 4 16,-3 1 0-16,-1 1 2 0,-1 1 3 0,1 1-5 15,-1 0 3-15,1 1-4 0,0-9-8 0,0 3 11 16,-2 2-3-16,2 1 5 0,-1 3-6 0,-1 1 4 15,-1 0-2-15,1 3 4 0,0-1-11 0,-2 1 9 16,1 3-4-16,0 1 6 0,-3-5 2 0,0 10-6 0,-1 4 9 16,-2-2-10-16,4 2-3 0,-3 1 6 0,0-3-6 15,2 2 8-15,-6-4 1 0,3 0-6 0,2 1 2 16,-5-4-3-16,2-1-1 0,-1-2 4 0,0 0-4 16,1 1 3-16,-2-3-6 0,8-1 8 0,-6-1 0 15,-3 0 3-15,3 1 2 0,-3-1-8 0,-1-2 5 0,2 0-5 16,3 0-1-16,2-2 2 0,0 0-2 0,2-3 1 15,-2-1 0-15,1 2 2 0,-3-9-3 0,2-2 2 16,0 2-1-16,-1 0 2 0,-2-3 0 0,1 2-1 16,0 0 0-16,1 0-7 0,4 0 6 0,0 0-6 15,-1-1 8-15,3 2 2 0,-1-2-4 0,-1 3 2 16,0 0 3-16,1 2-5 0,1 1-1 0,0 3-2 16,-1 0-3-16,-1 4 8 0,-2 1-2 0,2-8 1 0,1 4-1 15,1 2-1-15,1 3 4 0,-2 3-5 0,3 1 2 16,1 5-3-16,-5-2-4 0,4 0 2 0,1 10 4 15,-5 0 2-15,5 0 4 0,-1-1-4 0,0-1-8 0,1-1 7 16,-1 0-1-16,2-2 4 0,0-2 6 0,1 1-4 16,2-3-4-16,1-2 1 0,-2-1 2 0,3-4 2 15,1 13 8-15,1-6-5 0,1-4 10 0,1-3-8 16,-1-1 2-16,2-3-2 0,0-3 7 0,2-1-2 16,1-2-3-16,-2 1 2 0,3-1-4 0,-7 1 0 15,-1-1 1-15,-1 1-2 0,-5 1-2 0,-1 0-3 16,-3 1-1-16,-2 0 0 0,-2 2 5 0,0-1-13 15,-2 1-5-15,0 1-9 0,0-1-50 0,1 2-467 0</inkml:trace>
  <inkml:trace contextRef="#ctx0" brushRef="#br0" timeOffset="-98656.22">7947 11694 176 0,'0'0'0'0,"0"-1"9"0,-1-1 101 16,0 1-24-16,-1 0 3 0,1 0-42 0,0 0-14 0,0 0-4 15,0-1 1-15,0 1 1 0,-1 0 8 0,1 0 5 16,0 0-2-16,0-1 1 0,0 1-15 0,-1 0-3 15,1 0 1-15,1 0-3 0,0 0-12 0,0-1 6 16,0 1-9-16,0 0 9 0,0 0-2 0,0 0-3 16,0 0 5-16,0-1-4 0,0 2 8 0,0 0 1 15,0 0 2-15,0 0 0 0,0 0 4 0,0 2-7 16,0-1 1-16,1 0-4 0,1 0-7 0,-1 1-1 0,5 10 3 16,1 2-1-16,1 5 2 0,-1-1-4 0,1 3 2 15,-1 1-1-15,0 1 1 0,0-2 4 0,3 1-10 16,-1 0 8-16,-1-2-13 0,3 3 1 0,-2-4 5 15,2-2-3-15,0 1-4 0,-9-4 7 0,14 0-6 16,2-2 6-16,0-2-10 0,-4 0 8 0,1-2 1 0,0-2 4 16,4 0-2-16,1-3-9 0,-1 0-1 0,2-2-2 15,-4 9 12-15,0-1-7 0,0-6 6 0,-4-2-7 16,3-1 3-16,-2 0-1 0,0-1 4 0,2-1-3 16,-2 0 5-16,1-3-6 0,2-1-1 0,0-1-1 15,3 0-1-15,1-1 0 0,2-3-1 0,-1-1 2 16,2 0-2-16,0 0 2 0,0 10 0 0,2-15 0 0,-2-1 1 15,5 0-1-15,-1 1 1 0,-2 2-1 0,-2-1-1 16,-4 2 2-16,0 0-2 0,-2 1 2 0,0 1 3 16,-1 2 2-16,0 4-4 0,-1 0 2 0,1 2-7 0,-1 3 3 15,1-3 0-15,-1-7 2 0,-1 4 2 0,1 1-6 16,1 1 2-16,0 3-3 0,0 0 4 0,2 0-4 16,-4 2 2-16,3 0-2 0,-3 2 8 0,-2-1-1 15,3 2-4-15,-8 0 1 0,4 1-1 0,-1 2 0 16,-1 0 4-16,4 2-4 0,-4-1 9 0,2 2-6 15,-2-2 6-15,0-1-5 0,-2 7 6 0,-1 1-5 16,2 0 0-16,-3 1 0 0,1 0 5 0,-3 2-6 16,1-2-3-16,0 0 0 0,-2 1 2 0,2-3-3 0,-2-2 6 15,2-1-6-15,1-2 0 0,0-1 4 0,1 0 2 16,0-3 0-16,-1-1 0 0,0-2 1 0,0 1-6 16,-2 1 5-16,2 1 3 0,0-1-10 0,0-1 8 15,1 1-8-15,0-2 11 0,-1-1-7 0,2 0 4 16,0-1-4-16,2-2 3 0,-1 0-3 0,2-3-4 0,-1-1 1 15,0 0 1-15,2 5 0 0,-2-10-1 0,4 0 0 16,0 0-3-16,1 1 7 0,0-4 1 0,0 3 2 16,-1-5-7-16,3 1 4 0,0 0-4 0,-4 2 3 15,3 0-7-15,-4 3 6 0,3 0-2 0,2-2 2 16,-1 5-5-16,1-1 6 0,-2 1 0 0,0 5 1 16,0-2-8-16,-2 1 7 0,0 1-6 0,1 2 6 0,-1-1-8 15,1-7 4-15,1 2 2 0,0 2 0 0,1 2 5 16,0 2-6-16,1 1 0 0,-2 0-1 0,1 2 3 15,1 0 0-15,1 2 1 0,-1-2-1 0,3 2-1 0,5-1-2 16,-2 1 4-16,6-1-3 0,-4 0 5 0,-1-1-4 16,4 0-2-16,-2 0 0 0,1-2 5 0,1 2-2 15,-3 0 3-15,0 2-3 0,-1 0 0 0,0 0-2 16,-2 0 2-16,2 0-2 0,-1 1-4 0,2 0 4 16,0 2 0-16,1-1 3 0,4 2 1 0,-2-1-5 15,-1-1 2-15,4 0-2 0,-5-4 8 0,6 0-5 16,2-2 2-16,-4-1-1 0,2-2 4 0,-3-1-8 15,0-1 2-15,0 1-3 0,-1 0 8 0,-1-1-6 0,0 1-2 16,-1-1 0-16,-2 0 1 0,0 1 4 0,0-1 1 16,-3 0 1-16,-1 2 0 0,-1-1-6 0,-1 1 2 15,-7 1-2-15,2 1 0 0,-2 0 5 0,-4 1-2 16,7-1 4-16,-8 1-2 0,-1 0 2 0,0 0 0 16,-3 0 1-16,1 0-2 0,0 0 12 0,-1 0-7 0,0 0 8 15,1 0-10-15,-1 0-10 0,0 0-1 0,1 0-6 16,-1 0-18-16,0 0-67 0,7 2-73 0</inkml:trace>
  <inkml:trace contextRef="#ctx0" brushRef="#br0" timeOffset="-60306.98">8844 15737 389 0,'0'0'0'0,"0"0"8"16,-1 0 95-16,0 0-10 0,0-2 4 0,-1 1-33 15,1 0-9-15,0 0-30 0,0 0 7 0,0 0-11 16,0-1 6-16,-1 1-10 0,1 0 4 0,0 0-6 16,0 0 5-16,0-1 12 0,-1 1-2 0,1 0 6 15,0 0-3-15,0 0-2 0,0 1 2 0,0 0 0 0,-1 0 8 16,1 0-6-16,0 0-1 0,0 0-1 0,0 0 6 15,0 0-15-15,-1 0 7 0,1 0-11 0,0 0-7 16,-1 0 4-16,-1 0-2 0,1 0 3 0,0 1-11 0,-1 0 10 16,1 0-12-16,0 2 12 0,0-1-11 0,-5 9 8 15,1-1-5-15,2 2 4 0,0-2-9 0,1 2 6 16,2-1-2-16,-1 1 1 0,1-1-9 0,0-1 11 16,1-1-1-16,0 1 2 0,0-2-14 0,0 0 12 15,0-2-4-15,0-1 8 0,0-1 4 0,0-1 0 16,0 0 6-16,0-2-4 0,0 1 7 0,0 0-9 15,1 0 1-15,0 1-2 0,1-1 5 0,-1 0-1 16,1-1-3-16,0 1 0 0,2-1-6 0,4 1-1 16,2-1 0-16,3-1 0 0,1-1-1 0,3-2-1 0,0-3 3 15,4-2-2-15,1-4 5 0,3-1-11 0,3 9 4 16,4-14-6-16,2-4-1 0,4 1 3 0,-1-1-11 16,2-3 5-16,1-1-33 0,-1-1-55 0,2-3-3 0,-5-3-26 15,2-3-90-15,-3 0-295 0</inkml:trace>
  <inkml:trace contextRef="#ctx0" brushRef="#br0" timeOffset="-58956.42">6576 14944 919 0,'-1'0'16'0,"-1"0"0"0,1-1 13 0,-1 0-6 16,-4-3 3-16,0-1-12 0,0 2-4 0,2-5-4 16,-3 1 2-16,2 1 0 0,0-1-6 0,-1-2 6 15,2 0-7-15,-2 0 1 0,1-1-1 0,-2 1-1 16,1-1 0-16,-1 0 7 0,0-2 7 0,-1 3 5 15,-2-3-1-15,0 1 4 0,1 3 13 0,0-3-6 0,0 3 8 16,-2 0-17-16,0 1 4 0,1 0-7 16,-4 1 6-16,0-1-9 0,-2 2-8 0,-1-1 2 0,-2 3-4 15,-2-1-3-15,1 2-3 0,1 1-3 0,0-2-1 16,3-7 5-16,-7 0-4 0,0 5 10 0,0 1-8 16,2 3 2-16,1 0 1 0,0 1-2 0,1 0 2 15,-1 1 5-15,3 0-8 0,-2 1-1 0,-1 1-3 16,1 0 2-16,0 1-6 0,1 1 5 0,-1-1-4 0,-2 3 5 15,1-1 3-15,-2 2-2 0,1 2 2 0,0 0-5 16,1 1 7-16,0 1-8 0,1-11 8 0,-1 14-15 16,-2 0 12-16,-2 3-1 0,6 1 4 0,-2 1 2 0,3 0-2 15,2 1-3-15,0-1 0 0,-1 2 5 0,2 3-6 16,0 2 3-16,0 1-5 0,0-3 10 0,2 2-11 16,-1 0 6-16,-1-1-9 0,1 2 15 0,-1 0-4 15,1 1 2-15,-1 0-3 0,1 2-6 0,2 3 8 16,1 1 1-16,-1 4 3 0,1 0 0 0,-2-3-6 15,1 1 7-15,3-1-5 0,-2 0 14 0,1-3 3 16,0-3-11-16,1-2 8 0,2-1-9 0,2 1 6 16,1-1 3-16,0 2-2 0,-12 1-7 0,7 5-5 0,6 2 2 15,2 0-2-15,1 3 4 0,2 2 2 0,2-1-4 16,1-2 5-16,1-3 2 0,0-2 5 0,1-1-1 16,2-2 2-16,-2-1-5 0,1 1-6 0,2-1 8 15,-2 1-8-15,2 3 9 0,-1 1-6 0,1 2 2 16,0-2-1-16,-1 0 11 0,1-2-4 0,-1-2-2 0,1-2 0 15,1-3-5-15,-1-2 4 0,1-2-1 0,-8-1 1 16,13 0 0-16,3-1-4 0,1 0 4 0,3-1-5 16,1 0 3-16,1 0-2 0,2 1 3 0,-1-3-2 15,1 3 5-15,3 0-12 0,-3 0 2 0,4 1-5 16,-3-1 3-16,0 2-1 0,1-1 2 0,-2-4-1 16,1 1-2-16,1-1 10 0,-1-5-10 0,1 3 10 15,0-5-2-15,2-2-1 0,0-2 8 0,3-1-5 0,0-3 8 16,1 16-5-16,0-10 0 0,-3-8 0 0,0-2 2 15,0-5-1-15,0-3-3 0,1-1 1 0,0-5-8 0,2 0 2 16,1 11 2-16,0-23-2 0,5 0-5 0,-4-2-1 16,2 2-5-16,-1-2 3 0,-1-1 0 0,-4-1-2 15,-1-2 4-15,-4-1-4 0,1-3 6 0,-3-3 2 16,-1-1-2-16,-3-5 3 0,3-3-1 0,-3-1 3 16,-1-4 1-16,-2 3-2 0,-2 1-8 0,0-1 7 15,-4 1-2-15,3-4 4 0,-6-2 0 0,-1-8-2 16,-2-3 1-16,-3 0-1 0,1 0 1 0,-2 3 0 15,0 4 1-15,1 1-1 0,17-1 0 0,-16-1 2 16,-7 2 0-16,-6 2 1 0,-4 4-4 0,-1 5 8 0,-5 3-5 16,13 7 7-16,-24 0-8 0,-5 1 0 0,-2 3-4 15,-7 2 1-15,-1 1-25 0,-5 2-44 0,-8 1-14 16,-7 3-15-16,-13-1-111 0</inkml:trace>
  <inkml:trace contextRef="#ctx0" brushRef="#br0" timeOffset="-15837.61">27839 2014 256 0,'0'-2'172'0,"0"1"-65"16,-1 0 1-16,1 0-83 0,0 0-12 0,0-1-7 0,0 0-9 16,0 0 9-16,0-1-5 0,0 1 1 15,0 1 3-15,1-1-4 0,-1 0-1 0,1 0 6 0,0-2 2 16,2 0 0-16,1-3-4 0,0 2 19 0,-2-1-6 15,6 0 11-15,2 5 1 0,0-2-4 0,2 0 3 16,1 2-2-16,1-3 5 0,3 1-21 0,0 2 3 16,2 0-10-16,1-11-3 0,2 6 3 0,-4 6-4 0,-3 1 3 15,-3 3 0-15,-2-1 4 0,-2 2-1 0,0-3-1 16,-1 15-1-16,-6 0 5 0,12 5 8 0,-7 0-4 16,-6 0 6-16,-5 2-10 0,-6-2-1 0,5 0-1 15,-21 1 9-15,-3-2-13 0,1 1 6 0,-3 1-8 16,-1 0 12-16,1 1 0 0,2-2-4 0,0-2 2 15,2 0-4-15,1-2-3 0,-1-1 10 0,3-3-8 0,-2 0 11 16,-1-2-12-16,6 2 4 0,-3-3-6 0,7-2 1 16,7 1 4-16,-1-7-7 0,11 2 6 0,-3-3-4 15,2 2-12-15,1-2 4 0,-1 1-7 0,1-1 12 16,1 1 13-16,0-1-2 0,1 0 7 0,2-1 0 0,20 10-3 16,3-5 2-16,1-5-2 0,1-1 0 0,4-3-1 15,-1 0 1-15,2-1-1 0,1 0-6 0,-1 1 1 16,2 0-4-16,3-1 4 0,2 3 1 0,-2 0-10 15,2 1 2-15,-9 0-4 0,2 0 2 0,-1 0 1 16,-4 0-3-16,1 0 1 0,-6 0-21 0,-3-1-9 16,0-2-3-16,-2 0-3 0,0-2-13 0,-3 0-1 0,-1 0-1 15,-1-2 0-15,-2-1 1 0,-2 4-3 0,1-13-9 16,-1 2 1-16,2-1-46 0,-2-2-114 0</inkml:trace>
  <inkml:trace contextRef="#ctx0" brushRef="#br0" timeOffset="-15254.08">28383 2070 1168 0,'0'-1'14'0,"0"0"-1"15,-1-1 7-15,0 1-3 0,0-1-3 0,0 1-19 16,-1 0 10-16,2-1-8 0,0 1 8 0,0 0-8 15,2 1 3-15,-1 0 4 0,0 1-2 0,0 2-10 0,4 4 12 16,-4 10-4-16,5 0 6 0,0 2-8 0,1-1-1 16,-4 2 6-16,0 4-3 0,-2-1 10 0,0 1 5 15,14 3-5-15,-6-1 6 0,-5 1-2 0,-1 0-7 16,-3-2 7-16,0-1-5 0,-2-1 5 0,0-5-9 16,0 2 0-16,1-5-3 0,-1-7 0 0,1-1-5 15,0-1 2-15,0 0-2 0,0-2 9 0,0 1-11 16,-1-3 5-16,2 1-10 0,-1-2-7 0,0 0-36 15,0-1-6-15,0 0-8 0,-1-1-19 0,1-1 14 0,-10-21 7 16,2 0 4-16,3-3 35 0,2 1-11 0,0-1 0 16,2 0-4-16,0 0 5 0,-1 3 11 0,2-2 6 15,0 3-1-15,0 0 10 0,1 0 7 0,0 2-1 16,1 0 2-16,1 0-12 0,3 0 7 0,2 0-7 0,1 2 9 16,3-1 4-16,-10 2 1 0,15 4 0 0,4 3-2 15,2 5-1-15,-1 2 9 0,-1-1 9 0,-3-6 0 16,0 2 23-16,-1 4 22 0,0 0-8 0,1 2 12 15,1 2-16-15,1 2 4 0,-1 3-8 0,-1 2 6 16,-3 1-13-16,-2 0-9 0,-3-4 8 0,-1 10-10 16,-2-1 3-16,-2-1-7 0,-3 0 1 0,6-3-2 15,-2 0 5-15,-3 1-2 0,-2-2-1 0,-1 0-1 0,-4 2-15 16,2-3 0-16,-15-1 2 0,-5-1-2 0,-1 0-4 16,1-1 3-16,-1-1-7 0,5 1 6 0,-3-2-1 15,1-1-4-15,1 0 2 0,0 11-3 0,2-5-3 0,6-3-7 16,3-2-6-16,1-1-4 0,3-1-39 0,3 0-45 15,-1 0-10-15,1 0-8 0,1 0-6 0,1-1 32 16,1 0-1-16,1-1 6 0,16-2-31 0</inkml:trace>
  <inkml:trace contextRef="#ctx0" brushRef="#br0" timeOffset="-14885.74">29138 1761 97 0,'-1'0'48'0,"0"-1"10"0,0-1 49 16,0 1-1-16,-1 0 0 0,0 0-27 0,-11-6-2 16,-2 0-9-16,0 2-14 0,-4 0-14 0,-1 3 8 0,0 1-11 15,0 1-3-15,0 2-13 0,3 0-8 0,2 3 2 16,1 1-15-16,1 1 3 0,1 0 1 0,-1-2 1 16,4 10-3-16,-1 0 3 0,2 4 2 0,1 0-1 15,0 0-6-15,2-1 4 0,0 3-3 0,1 0 6 16,0 0-3-16,3 6-3 0,0-2 4 0,0 1-3 15,-14 1 2-15,8-4 6 0,2 1-7 0,3 0 8 16,2 0-2-16,0 1-5 0,0 0 0 0,2 3-2 0,0-1-2 16,2 2 3-16,-1 0 2 0,1 2 1 0,-1 0 6 15,2-2-3-15,0 0-2 0,-2 0-1 0,1-2-2 0,-2-2 5 16,1-1-5-16,-1-2 5 0,-1-3-9 0,-1-2 0 16,0-2 9-16,0-2-5 0,0-3 11 0,-1 0-8 15,0-2-2-15,0-2 1 0,-1 0 2 0,1-1-4 16,0-3-5-16,0 0 1 0,1-1-9 0,-3 2 2 15,0-1-3-15,-3 0 0 0,0 1-29 0,-1-2-53 16,4-1-6-16,-2-1-20 0,3 0-58 0</inkml:trace>
  <inkml:trace contextRef="#ctx0" brushRef="#br0" timeOffset="-14682.54">28753 2342 1294 0,'0'0'10'0,"0"0"-1"0,0-2 16 0,1 1-5 0,0 0 4 15,7-1-3-15,19-5-8 0,5 1-1 0,6 1-3 16,5 3-3-16,5-1-2 0,-1 2 0 0,4 1-2 16,-3 0-12-16,-1 1-25 0,0 1 1 0,-4-2-12 15,-2 0-30-15,0-4-97 0,1-1-94 0</inkml:trace>
  <inkml:trace contextRef="#ctx0" brushRef="#br0" timeOffset="-11149.9">31111 1300 256 0,'0'-1'91'0,"0"-1"-37"0,-1 0 35 16,0 0 4-16,1-1-63 0,-1 0-5 0,0 0-12 0,1 1 4 15,-1 0-3-15,-1-1 15 0,1 1-9 0,0 1 6 16,0 0-4-16,0 0 26 0,0-1 2 0,-2 1 5 15,1 1-4-15,-1 0-4 0,-6 1-24 0,0 3-3 16,-5 5-6-16,-1 4-3 0,4 17 1 0,-6 1 3 16,-3 6-3-16,1 3-4 0,-3-1 7 0,-1-2-9 0,3-2 9 15,-3-6-8-15,4-2 4 0,2-1 1 0,-1-4 0 16,3 0-2-16,2-2-5 0,2-2 1 0,2-2-3 16,1 0-6-16,3-3 2 0,1-2-4 0,3 0 3 15,-6-2-10-15,3 0-22 0,1-4-17 0,3 0-3 16,0-4-64-16,1 2 23 0,1-2-10 0,5 1 11 0,13-1-28 15,2-4-64-15</inkml:trace>
  <inkml:trace contextRef="#ctx0" brushRef="#br0" timeOffset="-10482.85">31307 1569 504 0,'0'0'36'0,"0"0"-6"0,-1 0 59 16,-1 0-5-16,1 1 5 0,-1 0-44 0,-1 1-20 16,1-1-2-16,0 1-5 0,-1 0-5 0,1 7-1 0,-1 4 0 15,-2 1 0-15,0 1-1 0,0 1 1 0,1 2-4 16,1-1 2-16,1 0-5 0,-9 0-5 0,4-2 8 16,4 0-7-16,2-2 6 0,1-1 22 0,1-3-10 15,1 1 15-15,2-2-4 0,-3-5-14 0,1 1 1 16,5 2-6-16,5 1-3 0,-1-4 3 0,-1-1-3 15,2-2 2-15,-3-3-6 0,0 0 1 0,0 2 2 0,-4-17-2 16,2 0 4-16,-3 0-10 0,2 0 7 0,-3 0-7 16,0-1 4-16,-2 1 2 0,11 0-3 0,-4 0 2 15,-2 1-9-15,-1-3 5 0,-1 0-6 0,-1-3 6 16,1 2 0-16,0 2-2 0,3-1 2 0,0 3-5 16,2 0-3-16,0 2 3 0,-1 2 3 0,-1 0-2 0,0 3-4 15,-1 1 10-15,-3 2-8 0,7 3 9 0,0 2-3 16,-1 1-6-16,2-6 10 0,-2 2-8 0,0 3 4 15,0 2 2-15,1 0-2 0,-3 2 3 0,-3 1 4 0,3 4 3 16,-1 12-4-16,0 2 4 0,2-1 2 0,-5 0-2 16,9 0 1-16,-4 1-4 0,-3-2-5 0,-1 2 1 15,-1-1-1-15,-1-2 0 0,1-3 3 0,-1 0-4 16,1-1 6-16,-1-2-6 0,1-1 5 0,1-3-1 16,1-1-5-16,-3 0 2 0,11-1-4 0,0-3 2 15,0 0 3-15,2 7-1 0,-1-4 6 0,0-2-4 16,0-4-2-16,1-1 2 0,0-3 8 0,-1-2-10 15,0-1 4-15,1-4-6 0,-3 7 3 0,0-10-3 16,-2-4 4-16,3 2-3 0,-3-1 2 0,-3-2 1 16,-1-1-2-16,5 0 3 0,-5 0-5 0,-3 3 3 0,-3-1-2 15,-1 4 5-15,-1 1 7 0,-1-1 2 0,-2 1 3 16,0 2-2-16,0 2-4 0,1 5-14 0,-7 1-3 16,1 2-4-16,-3 0-4 0,1-8 0 0,0 5 2 0,1 1-2 15,-1 3-6-15,0 3-6 0,0 1-8 0,2 2 2 16,2-1-28-16,2-2-9 0,2 0 2 0,3-3-6 15,-1 2-13-15,-1 0-9 0,2 0 3 0,0-1 1 16,1 0 53-16,1-1 13 0,0 0 1 0,11-4 1 16,13-6-8-16,4-4 1 0,3 0-2 0,7-3 0 15,1 2-14-15,3 1-87 0</inkml:trace>
  <inkml:trace contextRef="#ctx0" brushRef="#br0" timeOffset="-10025.9">32250 1272 257 0,'0'0'48'0,"0"0"-5"0,0 0 23 16,0 0-2-16,0 0-9 0,0 0-11 0,1 1-15 15,0 0 4-15,0 0-6 0,0 0 10 0,1 0-13 16,-1 2 12-16,-1-2-11 0,2 5 20 0,2 2 9 16,-1 3-4-16,0-2 8 0,0 5 8 0,-1 3-19 15,1-1 5-15,-3 5-12 0,0 0-16 0,-4 5-5 16,0 1-6-16,-5 5 3 0,1-3-6 0,0-2-1 16,-2-1-2-16,2-3 0 0,0-3-5 0,1-3 1 0,0 0-1 15,1-3 0-15,1 0 0 0,2-3-3 0,0-3 2 16,1 0-3-16,1-2 2 0,1-3-17 0,0 0-8 15,0-2-7-15,0 1-50 0,0 1 10 0,0-2-1 16,1 0 5-16,1-1 2 0,16-5 17 0,8-6-3 16,0 8 10-16,4-16 9 0,3-1 6 0,3 0 4 15,-5-3 0-15,14-3 4 0,-7-3-31 0,-1-4-10 0,3 0-8 16,-15-4-61-16,3 6 47 0,-5 1-2 0,-3 6 23 16,-5 5 47-16,-2 2 14 0,-1 3-1 0,-4 4 4 15,1 0 4-15,-5 5 33 0,-2 2 10 0,-1 2 6 16,2-2 24-16,-1 1-15 0,-1 1 7 0,0 0-5 15,0 1 26-15,-1 0-23 0,0 1-7 0,-1 1-5 0,-7 16-23 16,-3 7-9-16,0 0 3 0,-3 5-6 0,1-4-11 16,-3 3 2-16,15 0 1 0,-15 1 2 0,-4 0-1 15,3-4-11-15,6 0-5 0,-1-2 0 0,4 0-4 0,-11-1 7 16,5-3-2-16,-4 0 4 0,-1-5-2 0,10-2-6 16,-5-4 7-16,5-3-6 0,6-1 6 0,-5 1-9 15,-1-1-10-15,5-3-2 0,-2-1-43 0,2-1-34 16,2 0 14-16,0-1-17 0,2 0 34 0,-9-18-6 15,7 0-11-15,2-1 0 0,1 0-47 0</inkml:trace>
  <inkml:trace contextRef="#ctx0" brushRef="#br0" timeOffset="-9646.67">32412 1476 78 0,'1'0'48'0,"2"0"-5"0,28-6 55 0,9-1-9 16,-3 1 5-16,0-1-26 0,0 1 1 0,-2-1-3 0,-1 1 2 15,0 1-25-15,-2-1-19 0,-7 1 0 0,7 0-6 16,2 2-4-16,-6 2-12 0,-5-1 3 0,-1 2-3 16,-8 0 16-16,1 0 6 0,5 3 2 0,-18-3 3 15,1 1 16-15,-1 0-20 0,-1 0 10 0,0 2-14 16,2 7 3-16,-3 3-7 0,-4 6-5 0,-4-3 2 16,1 3-2-16,-17 2-6 0,-4-3 3 0,7 2-6 15,1-1-3-15,-1-2 5 0,1 1-5 0,2-1 5 0,4-1-5 16,1-1 3-16,1-2-2 0,2 0 1 0,2 0 0 0,3-2-4 15,0 0 5-15,3 0-3 0,1 0 15 0,-6-1-10 16,2 0 0-16,3-1-3 0,2-1 4 0,0 2 15 16,2-1-3-16,3-1 5 0,-2-1-9 0,16-3-10 15,3-1 6-15,1 1-8 0,2-1-2 0,4 13 0 16,-5-9-10-16,7-4 5 0,2-3-15 0,-5-2-3 16,7-4 0-16,-9 0-2 0,-5 0-6 0,-2-1 8 15,-2-1-3-15,-6 0 5 0,5 3 9 0,-8-9 1 16,-3 0 3-16,-1 0-3 0,-2 1 1 0,7 0-11 0,-4 0-8 15,-3 1-7-15,-2 0-85 0,-1 2-40 0,-3 2-31 16</inkml:trace>
  <inkml:trace contextRef="#ctx0" brushRef="#br0" timeOffset="-9465.2">32638 1630 1228 0,'0'0'19'15,"0"0"0"-15,1-1 4 0,0 0 1 0,9-3-6 16,18-3 3-16,7 3-22 0,7 1 4 0,4 3-8 16,12 0 3-16,11 0-9 0,-2 1-12 0,3 1 3 15,-7-2-41-15,-8 0-29 0,7 1-20 0,1 0-25 0,-6-1-279 16</inkml:trace>
  <inkml:trace contextRef="#ctx0" brushRef="#br0" timeOffset="-8848">30185 2279 260 0,'1'0'34'0,"5"-1"13"0,19-4 34 0,4 0-19 16,4 0-8-16,8-1-1 0,6 1-7 0,7 1-3 16,9-1 1-16,1 1-4 0,1 1-16 0,1 0 2 15,-2 1-3-15,5 1 2 0,7 0-11 0,4 1 2 16,2 0-6-16,-3-1 5 0,-6 1-2 0,-1 0 5 16,-1 0-2-16,8 0 1 0,0 0-11 0,-5 0-3 15,-2 0 4-15,-9 0-4 0,-1-2 6 0,2 2-5 16,2-1 2-16,-2 1-3 0,-1-1 6 0,-12 0-8 15,-8 0 4-15,-3-2-5 0,-7 2-1 0,-2 0 1 0,-6 0 1 16,-5 0-1-16,-3-1 0 0,-4 2 6 0,-6 0-9 16,-1 0 6-16,-4 0-10 0,1 0 1 0,-1-1-27 15,-1 0 4-15,0 0-126 0,-1 0-135 0</inkml:trace>
  <inkml:trace contextRef="#ctx0" brushRef="#br0" timeOffset="-8614">30641 2526 973 0,'0'-1'7'0,"0"0"-13"0,1-1 26 16,0-1 5-16,15-6-6 0,17-5 7 0,7 3-4 15,10 3-5-15,11 2-1 0,15 1-3 0,6 3-11 0,4 0 6 16,1-1-6-16,5 1 6 0,4-2-5 0,5 3-3 15,0-1 2-15,-3 2-4 0,-1 0-6 0,1 0-6 16,2 0-3-16,-5 0-1 0,-5 0-7 0,-10-1-12 16,-2-2-7-16,1 0-1 0,-4-4-30 0,-5-2-165 15</inkml:trace>
  <inkml:trace contextRef="#ctx0" brushRef="#br0" timeOffset="-6395.69">29393 3386 788 0,'0'-1'0'0,"0"-1"5"0,0 1 13 0,-1 0 5 16,0-1 0-16,0-1-1 0,1 1-12 0,0 0-10 15,0-1 0-15,0 1-4 0,0 0 2 0,0-1 6 16,3-4 4-16,3-1-2 0,-1-1 2 0,9-2 7 15,1-1-5-15,1 1 8 0,-2-2 15 0,-5 1-8 0,2 0 5 16,-4-1-9-16,3 0 2 0,2 1-7 0,-5 1-2 16,3-1-2-16,-6 1-1 0,2 2 4 0,1 2 4 15,-2 1-4-15,1 1-4 0,0 3 0 0,-4-2 3 16,2 3-2-16,2-3-3 0,-4 1 1 0,0 2-10 0,-1 1 7 16,2 0 0-16,1 0-3 0,0 0 1 0,-2 0-4 15,2 2-2-15,-1 5 8 0,0 9-4 0,-1 1 4 16,10 2-10-16,-5 0 3 0,0 2 0 0,-2 3 1 15,-2-3-1-15,0 2 1 0,-2 0 2 0,0-1 0 16,0 0-3-16,0 0 7 0,-1-4-8 0,0-1 6 16,0 2-12-16,0-5 14 0,-1 2-4 0,-1-1 6 15,-2 0-8-15,0 0-1 0,-2-2 2 0,-3 1-2 0,8-5-8 16,-15 1 7-16,-3-2 0 0,1 0 3 0,3 0 2 16,-4-2-4-16,-1-1 0 0,0 0-1 0,1-4 1 0,2 2 1 15,3 2 1-15,1-3-1 0,0 2 8 0,1 0-13 16,0-1 4-16,2 1-5 0,1-1 15 0,2 1-10 15,2 0 2-15,1-1-3 0,2-2 1 0,-1 1 0 16,1 1 1-16,1-1-1 0,0 0 0 0,-1 1-3 16,2-1 5-16,0-1-4 0,2 0 4 0,3 3 5 15,15 3-5-15,6-4 7 0,-1-1 13 0,6-2-3 16,-1 0 3-16,0-2-5 0,1 1-3 0,-2 0-5 16,-4 0 0-16,2 1-2 0,-2 0-6 0,-5 0-1 0,1 0-3 15,-4 0 2-15,-2 0 0 0,-2 1-3 0,-1 0 1 16,-3 0-1-16,-1 1 0 0,-2-1-3 0,-2-1-6 15,-1 0-1-15,0 0-42 0,-1 0-109 0,0 0-28 0</inkml:trace>
  <inkml:trace contextRef="#ctx0" brushRef="#br0" timeOffset="-5895.39">28420 4049 52 0,'0'0'4'0,"0"1"2"0,0 0 15 0,1 1 23 16,0 0 2-16,0 0 10 0,0 1 31 0,2-1 9 0,-1-1-2 15,6 2 1-15,1 1-24 0,0 0-7 0,-1-2 1 16,3-1-3-16,1 7-7 0,2 0-4 0,2-1-2 16,7 0 1-16,1 0-3 0,4 0-3 0,3-3-3 15,1 0 1-15,2-2-16 0,2 0-9 0,4-1 0 16,3 0-2-16,4 0-1 0,8 0 0 0,5 0-5 15,6-1 4-15,2 2 2 0,0-2-6 0,0 0 8 0,11-3-8 16,-2 1 3-16,7 0-4 0,2-2-1 0,-7-1 1 16,2 1 6-16,0 1-7 0,-3-1 2 0,4-1-3 15,3 0-4-15,-8-2 7 0,-1 0-6 0,-8 2 6 16,-2 2-8-16,-2 0-1 0,-1 2 4 0,-7 1-2 16,-6 0 2-16,-6-1-2 0,-8 0-2 0,-7 0 0 15,-4 0-9-15,-5-1 9 0,-4 2-4 0,-4 0 4 0,-3 0-1 16,-3 2-40-16,-4-2-10 0,1 1-14 0,-1 0-67 0,-1 0-65 15,1 0-14-15</inkml:trace>
  <inkml:trace contextRef="#ctx0" brushRef="#br0" timeOffset="-4627.41">28403 4538 523 0,'0'-1'17'0,"0"0"12"0,0 0 7 0,-1 0-14 16,1-1-5-16,0 1-4 0,0 0-21 0,0 0 13 15,0 0-5-15,0-1 10 0,-1 1-1 0,0 1 3 16,0 0 3-16,-1 0 0 0,1 1 6 0,-1 1 2 16,0-1 4-16,-8 1-2 0,1 12 5 0,-2-1-3 15,2 4-2-15,-2-1 1 0,-1 1-2 0,2 3-8 0,-1 0 2 16,1-2-4-16,-2 1 2 0,2 0 2 0,0-3-1 16,-2 2 1-16,3 0-4 0,-3-1-1 0,3 0 4 15,3-1-4-15,0 1 3 0,0-2 0 0,1-1-5 16,3-2 5-16,-3 0 9 0,-2-2-7 0,1 1 1 0,4-3-4 15,1 0-2-15,1-1-13 0,0 0 7 0,1 3-9 16,0-5 9-16,4 2 6 0,-4-5 6 0,11 0-2 16,3 9 4-16,0-4 1 0,-1-4-9 0,4-1 7 15,0-2-3-15,0-4-6 0,2-3 9 0,0-2-8 16,0-3 6-16,0 7-11 0,0-12-4 0,2-2-1 16,-4 1-5-16,0 0 8 0,0 1-3 0,-5-1 5 0,-3 4-5 15,1 0 5-15,-3 2-2 0,-3 2 2 0,-1 0 2 16,-2 4 9-16,-1-1 2 0,0 5 1 0,0 0-5 15,0-1 0-15,-1 2-10 0,1-1 4 0,1 1-26 0,-1-1 10 16,0 2-2-16,-1 0 5 0,0 2 1 0,-2 5-4 16,-7 15 4-16,2 0-4 0,2 1 9 0,0 0 0 15,1-2-3-15,3 2 0 0,1-5 0 0,1 0-1 16,2 0 5-16,1-4-4 0,2 0 4 0,0-5-4 16,0 0 0-16,0-5 0 0,10 3 3 0,4-2 4 15,1-3-5-15,1 11 4 0,-1-6-6 0,0-5 0 16,1-4 7-16,-1 0-5 0,-3-4 10 0,-3 0-3 15,0-2-2-15,0 7 1 0,-1-14-1 0,-2-4 2 0,1 1 1 16,-4-3 0-16,0 0 4 0,0-2 3 16,-2 0 1-16,-4-2 1 0,1 2 1 0,10-2-2 0,-6 0-6 15,-4-1 3-15,-3-1-5 0,-1 0 3 0,-4 3 4 16,0 0-2-16,-2 5-1 0,-1 3 7 0,0 2-7 0,0 0 7 16,-1 1-12-16,1 2-2 0,0 1-4 0,6 7 1 15,-2-1-7-15,-3 1-13 0,0 1-1 0,1-1-6 16,2 1-9-16,-1 0-31 0,2 1-1 0,-2-2-15 15,3 3-41-15,-1-1-25 0,-1 0-4 0,1 1-7 16,1 0-29-16,0 1-76 0</inkml:trace>
  <inkml:trace contextRef="#ctx0" brushRef="#br0" timeOffset="-4210.67">29559 4724 1581 0,'0'-1'16'0,"0"0"-5"0,0-2 6 16,0 0 7-16,0-7-12 0,0 2-13 0,0 5 1 16,1-3-7-16,1 0 6 0,-1 0-5 0,0 2-1 15,-1 2 5-15,0 1-5 0,0-1-4 0,1-4-4 16,-1 1-6-16,0-1 1 0,0-1-10 0,-1 1 17 0,-3 0 6 15,-5 0 3-15,-10-1 15 0,-2 3-8 0,0-1 6 16,0-1-4-16,0 3 18 0,-2-5-9 0,2 5 4 16,-1 1-6-16,-1-1 8 0,2-7-10 0,0 4-3 15,1 5 0-15,2 2-7 0,-2 4 5 0,3 3-4 0,-2-7 6 16,1 21-7-16,3 2-3 0,-1-2 0 0,1 2-1 16,7 0 1-16,1 0 3 0,2-1-3 0,4 1 1 15,-1-1-3-15,-10-1 6 0,7-1 2 0,5-1 1 16,4-3-4-16,3 1 1 0,1-3 4 0,-3-1 1 15,15 1 32-15,2-4-7 0,2-2 2 0,4-5-6 16,1-3-14-16,6 16-3 0,2-9-7 0,7-7 2 0,4-3-14 16,-1-5-10-16,4-4 1 0,-2 0-5 0,-4-4-21 15,-1 0-30-15,-5-1-4 0,-2-1-11 0,-6 15-34 16,0-19-76-16,-4 2-36 0</inkml:trace>
  <inkml:trace contextRef="#ctx0" brushRef="#br0" timeOffset="-3659.99">28161 3553 1181 0,'-1'-3'5'0,"-1"-5"0"16,-7-21-1-16,3 3-2 0,3 6-1 0,2 3-1 0,1 6-4 15,0 3 2-15,0 0-3 0,0 3-14 0,0 1-16 16,0 3-3-16,1-1-2 0,0-1-19 0,0 2 25 16,-1 0-1-16,0 0 13 0,0 1 27 0,0 0 21 15,0 1-6-15,-1 1 10 0,-8 21-13 0,-2 4 1 16,-1 5 1-16,2 7-1 0,-2 1-10 0,0 4-5 15,-3-2 2-15,-4 5-2 0,16 3 5 0,-21 10-8 16,2 7 1-16,-3 5-3 0,2 7 2 0,-3 0 3 16,0-1-3-16,-1 3 4 0,-1 1-1 0,-1 6 0 0,0 3 5 15,-2-5-5-15,1-6-1 0,6-12 0 0,3-6 0 16,6-4 0-16,5-3 2 0,1 3-3 0,5-4 0 16,2-5-1-16,0-1 0 0,-16-8-2 0,10-6 2 0,6-3-2 15,2-4-11-15,0-5-51 0,1-3-20 0,1-5-11 16,2-2-75-16</inkml:trace>
  <inkml:trace contextRef="#ctx0" brushRef="#br0" timeOffset="-3225.56">30859 3275 590 0,'-2'-1'44'0,"1"0"4"0,0 0 52 0,-1-2-31 16,-1 1 21-16,-2-1-51 0,-1-2-18 0,1 1-2 15,1 2-6-15,1 1-17 0,1 0 3 0,-1-1 0 0,0 0 2 16,-2 0 2-16,1 2-2 0,-1 0-2 0,-1 1 2 16,0 2 11-16,0 7-2 0,1 13 5 0,-1 6-4 15,0 2 7-15,2 9-1 0,-2 3-1 0,0 7 1 16,1 2-3-16,-1 0-3 0,-1 2-2 0,0-1 0 15,-1 5-5-15,-3 10 1 0,0 6-3 0,-5 7 1 16,-1 2-1-16,-3-2-5 0,-4-3 4 0,0-3-4 16,1 2 11-16,1 0-4 0,3 3-2 0,1-5-1 0,2-5-10 15,1-5-51-15,-1-4-63 0,3 5-8 0,-4 6-298 16</inkml:trace>
  <inkml:trace contextRef="#ctx0" brushRef="#br0" timeOffset="79209.32">1504 10943 386 0,'-1'-1'0'0,"0"0"10"0,-1 0 101 0,0-1-17 0,0-1 8 16,2 2-42-16,-1-1-5 0,-2 1-30 0,2-2 4 16,1 2-8-16,-2-1-9 0,-1-1-1 0,2 1-7 15,0 1 5-15,0 0-7 0,0-1-1 0,-1 1 7 0,1 0-5 16,0 0 11-16,0 0-1 0,0 0-2 0,0-1 2 16,-1 2-1-16,1 0 3 0,0 0-1 0,0 0 0 15,0 2-10-15,0-1 4 0,-1 1-5 0,-2 9 5 16,-2 6-1-16,0 6-4 0,0 4 3 0,0 2-5 15,-2 6-1-15,-3 8 1 0,3 0-1 0,3 9 2 16,-3 1-7-16,1 1 5 0,-2 2-1 0,-3-4 2 16,1-4 1-16,2-4-1 0,-2-2 1 0,2-4-1 15,0-3 5-15,-2 0 0 0,3 0 0 0,-2-5 0 0,1 3 0 16,0-5-3-16,-2-1 2 0,0 0-3 0,2-3-6 0,2-5 4 16,1-2-7-16,1-4 7 0,1 0-10 0,1-5-44 15,2-1-3-15,1-3-19 0,0-2-51 0,0 1-35 16,0-2-25-16</inkml:trace>
  <inkml:trace contextRef="#ctx0" brushRef="#br0" timeOffset="79693.18">1744 11136 510 0,'0'0'163'0,"0"0"49"0,-1 0-81 0,0 0-108 0,-2 0 7 16,0 0-2-16,0 0-10 0,1 0 4 0,0 0-7 15,-1 0-1-15,1 2-2 0,0-1-5 0,-1 0 2 16,1 1-9-16,1 1-3 0,0 6 0 0,-4 4-2 16,1 2 3-16,-2-1-8 0,1 4 3 0,-4-4-6 15,0 1-1-15,-3 2 14 0,0-2-6 0,1 4 8 16,-2-3-2-16,0 0 0 0,-1-1 2 0,0-1-1 0,-2 0 15 15,3-2-1-15,0 1 1 0,0-3-2 0,2 0-8 16,0 2 8-16,-1-3-4 0,5-1 5 0,-2 0-14 16,-2 2 9-16,3-3-5 0,-4 1 7 0,4-1 0 15,3 0-6-15,4 0 1 0,0 2-3 0,-1-1-2 0,-4-1-2 16,1 1 0-16,2 0-1 0,1 1 0 0,2-1 2 16,2 0 1-16,1-1 1 0,2 0 0 0,-2 0 3 15,9 0-1-15,-3 0 1 0,3-1-2 0,0 0 11 16,0 1-2-16,2-1 3 0,0-1-5 0,0 2 6 15,0-3 0-15,1 1 0 0,2 0-3 0,-1 0 3 16,2-1-4-16,1 2 3 0,1-1-10 0,0 1 5 16,0 1-2-16,1 0 1 0,0 1-8 0,0-1 3 15,-1 1-6-15,1-1 3 0,-1 2-9 0,-1-2 5 0,0 2-4 16,-5 1 2-16,0-2-19 0,-3 1-16 0,-2 1-3 16,-3-2-7-16,2 0-34 0,-1 0-35 0,-1-4-14 15,1-2-16-15,-1 1-134 0</inkml:trace>
  <inkml:trace contextRef="#ctx0" brushRef="#br0" timeOffset="80293.05">1103 10912 587 0,'-1'0'13'0,"0"-1"-3"0,-1-1 39 0,1 0-3 16,-8-12 9-16,1 0-12 0,2 2-25 0,0-1 7 0,1 1-14 16,2 1 1-16,0 4 0 0,2 1 0 0,-1-3 1 15,1 5-4-15,-1-3 18 0,1 1-7 0,1 5 11 16,0-2 2-16,0 2 10 0,0-1-6 0,-1-1 6 15,0 2-9-15,0 0-13 0,1 0 4 0,-1 1-9 16,-1 1-3-16,1 0 6 0,-2 11-3 0,-3 11 4 0,0 3-13 16,-1 1-2-16,1-1 3 0,1 1-2 0,1 0 0 15,-1 2 3-15,0 0-5 0,-1 3 5 0,2 2-8 16,-2 2 0-16,1 2 2 0,-2 5-2 0,3 3 1 0,0 6-2 16,-1 1 1-16,0-1 1 0,-1-2 2 0,-2 1-4 15,0-1 1-15,0 3-1 0,0 1-1 0,-1-1 5 16,3 3-7-16,2-1 6 0,-1-3-7 0,3-5 1 15,-2-6 3-15,3-7-1 0,0-5 4 0,-2-3 3 16,1-2-4-16,-1-2 1 0,0-1-6 0,1-2 6 16,1-1 1-16,-1-3 2 0,1 0-8 0,1-3-3 15,0 0-6-15,0-4 0 0,0 0-29 0,0-3-53 16,0-2 1-16,0 1-24 0,0-3-53 0</inkml:trace>
  <inkml:trace contextRef="#ctx0" brushRef="#br0" timeOffset="80776.89">720 11977 847 0,'-2'0'19'0,"1"0"43"0,-1-1-28 16,0 0-2-16,-1 0 1 0,1-1-4 0,0 1-11 0,-1 1-11 16,1 0 5-16,1 0-8 0,-1 0 4 0,1 0-7 15,0 1 0-15,0 1-1 0,1-1 0 0,0 1 0 16,0 0 3-16,0 7-1 0,0 1 2 0,1 1-4 16,0 1 4-16,0-2-3 0,-1 1 9 0,0 1 9 15,0-3-4-15,0 0 6 0,0 2 0 0,0 0-5 16,0-1 4-16,0 1-6 0,0-1-7 0,-1 2 0 15,1 0-5-15,-1 2 5 0,1 0 1 0,0-1-2 16,0 0 0-16,0 0-1 0,0 1-1 0,0-1-4 0,0 1 3 16,0 0-2-16,1-2 13 0,0 1-13 0,1-1 4 15,0 1-6-15,0-4 6 0,1 0-4 0,0 2 7 16,-2-6-4-16,2 0 13 0,-2 0-10 0,1 0 1 16,1-2-2-16,-1 1 10 0,-2-3 1 0,6 4 0 0,-1-2 2 15,0 1 5-15,3-1 0 0,-1-1 6 0,1-2-3 16,-1-2 14-16,2-1-16 0,1-3 0 0,0-7-6 15,6-9-8-15,-2-5 2 0,1-3-1 0,7 4 0 16,-9-4-7-16,4 2 2 0,-2 1-6 0,-4 0 4 16,5 1-12-16,-1 1-24 0,3-1-6 0,0 0-10 15,-2 0-58-15,1-2-86 0,-1-1-45 0</inkml:trace>
  <inkml:trace contextRef="#ctx0" brushRef="#br0" timeOffset="87749.33">3449 11154 88 0,'0'0'29'0,"0"0"8"16,0 0 24-16,0 0 6 0,1 0-14 0,0-1-17 0,1 0-28 16,-1-1 6-16,0 1-10 0,0 0 1 0,0 0-1 15,2-1 0-15,-1-1 1 0,0 0 8 0,3-4 2 16,1-2-3-16,-3 1 4 0,2 1 4 0,-1-1 11 16,-2 1 2-16,0 0 1 0,0 1 8 0,2 0-4 15,0 1 1-15,-2 1-2 0,0-1 3 0,0 1-1 16,-1 0-2-16,0 0 0 0,-1-1-2 0,0 2-7 15,0-2 9-15,0 3-11 0,0-3-6 0,0 3 4 16,0-1-3-16,-1 0 4 0,0 1-7 0,-1-1 10 16,1 1-5-16,0 0 8 0,-5-3-7 0,-2 0-3 0,-3 0-4 15,1 2-1-15,-2 1-15 0,-2 0 11 0,0 2-7 16,-4 2 8-16,1 0-7 0,-2 3-2 16,3 0 5-16,-2 5-3 0,0 0 11 0,-3 3-8 0,-3-8 5 15,3 15-7-15,-4 2 2 0,4 4-5 0,1 1-1 16,3 4-1-16,1 4 5 0,2 2-4 0,4 1-1 0,-1 2-1 15,3-2-2-15,1-3 1 0,0-1 3 0,3-3-2 16,2-2 1-16,-13-2-2 0,8-2 0 0,5-4-1 16,4-1-1-16,1-2 5 0,2 0-2 0,1-4 4 15,1 0-4-15,1-2 8 0,0-1-1 0,9-2 3 16,0-2-6-16,2-3 16 0,1 0-7 0,2-3 11 16,-2 11 0-16,0-5-6 0,0-4 3 0,0-1-6 0,3-2-5 15,1-4-2-15,-1-3 3 0,-2-1-3 0,-1 0-7 16,-1-3 1-16,0 0-9 0,-1 0 5 0,2 7-25 15,-2-10-19-15,1 0 2 0,-3-1-10 0,0 0-24 16,-2 1-14-16,0 0-11 0,-2 1-1 0,0-1-51 0</inkml:trace>
  <inkml:trace contextRef="#ctx0" brushRef="#br0" timeOffset="88249.74">3093 10688 284 0,'0'0'62'0,"0"-1"-5"16,0 0 38-16,0 0 0 0,-1-2-10 0,1 1 10 16,-2-1-18-16,0-2 1 0,1 3-7 0,1 0-3 15,-1 0-22-15,1 1 2 0,-3 0-11 0,0-2-13 0,-1 2-16 16,0 0 1-16,0 1-6 0,0 0 5 0,1 2-3 15,1 12 5-15,-1 12-4 0,0 1-4 0,0 2 10 16,2 0-10-16,-1 0 9 0,-1 4-12 0,1 0 9 16,0 1-3-16,-3 3 5 0,2-2-7 0,-3 5 6 15,1 3-2-15,1 6 3 0,0 2-10 0,0 5 6 16,1 3-3-16,-1 0 4 0,-1-1-2 0,4 0-2 16,-2-4 1-16,-2-6-1 0,4 1-4 0,-2-5 9 15,-15 1-6-15,9-4 8 0,6-4-2 0,2 0-6 0,0-2 10 16,1-4-9-16,0-1 3 0,0-5-1 0,0-3-4 15,0-3 3-15,0-2-4 0,0-3-5 0,0-4 1 16,0 1-4-16,0-3-19 0,0 0-55 0,0-3-12 16,0-1-19-16,0-2-88 0</inkml:trace>
  <inkml:trace contextRef="#ctx0" brushRef="#br0" timeOffset="88650.12">2887 11721 532 0,'-1'0'79'0,"-2"0"173"0,-10-3-199 0,1 1 14 16,4 1 2-16,3 0-1 0,-4 0-19 0,7 1-15 15,1 0 0-15,-4-2-5 0,3 2-6 0,-1 0-14 16,1 0 7-16,0 0-9 0,1 2 5 0,-1-1-6 15,1 3-6-15,-2 14 2 0,0 4 3 0,3 1-1 16,1 0 5-16,2 3-5 0,-1 0-2 0,2 1 0 16,0 1 0-16,1-1 1 0,0-1 7 0,0 0 4 15,0 0 1-15,-1-3 1 0,1 2 8 0,-3-1-5 16,0 0 1-16,1 1-2 0,-1 0-1 0,0-1 5 0,1-1 0 16,-1-1 2-16,0-4-2 0,1-2-7 0,-1-2-1 15,0-3-1-15,2 0 7 0,-2-4-9 0,0-5 6 16,-1 1-7-16,1 1 9 0,0-2-6 0,0-2 0 15,7 6-1-15,-2-3 6 0,4-1 4 0,-1-2-4 0,2-2 2 16,2-5-7-16,0 1-6 0,3-19 1 0,1-7-4 16,5-5-5-16,2-5-44 0,2-5-6 0,4-1-18 15,1-6-64-15,2-12-120 0,4-6-73 0</inkml:trace>
  <inkml:trace contextRef="#ctx0" brushRef="#br0" timeOffset="110584.21">12431 11520 1 0,'0'0'0'0,"0"0"28"16,0 0 17-16,0 0 23 0,1-1 11 0,0-1-14 15,0 1-4-15,0 0-22 0,1 0 1 0,-1 0-3 16,0-1 8-16,0 1 7 0,0 0 4 0,0 0-2 16,1 0 8-16,-2 0-13 0,0-2 5 0,0 2-9 15,0-1-11-15,0 1-5 0,0-1-8 0,0 1 4 16,0 0-15-16,0-1 1 0,0 0 2 0,0 1-1 16,0 0-5-16,0-1 14 0,0-1-6 0,0 1 9 0,0 0-3 15,-2 1 1-15,1-1 4 0,0 1-4 0,0 0-6 16,0 0 6-16,0 0-4 0,-1-1 6 0,1 1-2 15,-1 0-8-15,0 0 4 0,-1 0-5 0,1 0 1 0,-1 1 4 16,1 0-8-16,0 0 6 0,-1 0-10 0,1 0-1 16,0 1 2-16,-1 0-1 0,1 0-2 15,0 1-3-15,-1 1-1 0,0 2 0 0,-2 3-1 0,2 0 3 16,-1 1 1-16,0 2 0 0,2 0-3 0,1 2 3 16,1 1-1-16,0 1 1 0,0-1-4 0,1 1 1 15,0-2 1-15,2 3 3 0,-1-1 3 0,0-1-3 16,2 2-1-16,-1 2 0 0,1-2-2 0,-1 2 4 0,1-3 1 15,2 3 0-15,0-1 2 0,-2-2-1 0,1-1-6 16,0-2 4-16,-2-3-3 0,3 2 5 0,1 0 1 16,-1-2 0-16,2 4 0 0,-3-8-3 0,1 4 5 15,-5-1-5-15,9-5 2 0,-2 3 1 0,2-1 2 16,-1 1-2-16,0-1-7 0,0 1 11 0,0-1-7 16,-1-1 10-16,1 2-5 0,1 0-7 0,-1-2 0 0,1 1-2 15,-1-1-6-15,-1 0 10 0,2 0-2 0,-3-1 6 16,-1 1-9-16,1-2 0 0,-2-1 2 0,0 2-1 15,2-1 1-15,-1-1-1 0,1 2-1 0,0 3 1 16,0-2 1-16,-1 0-2 0,0-2 0 0,-1-1 0 16,1 0 5-16,0 1-3 0,1-1-1 0,-3-1-1 15,2 0 1-15,0-1-8 0,0-1 2 0,0 0-3 16,1-1 8-16,1-2-6 0,0 0-1 0,3-2-1 16,-2 0 8-16,1 4 0 0,0-8 0 0,1 0-1 0,-1-2-3 15,3-1 2-15,2 3 2 0,-1-4 0 0,2 4-10 16,-1-2 9-16,3 1-2 0,0-3 5 0,4 1 2 0,-4 1-4 15,0-1-3-15,0 2 0 0,-4 0 5 0,7 1-2 16,-3 2 2-16,-2 1-3 0,2 0-2 0,-4-1 2 16,2 3 2-16,1 2 0 0,-4 0-1 0,1 2 3 15,-1 0-3-15,1-2 3 0,0-5-3 0,-1 2 3 16,0 2 0-16,1 1 1 0,0 2-6 0,-1 1 0 16,1 0 2-16,-1 1 0 0,3 0 1 0,-2 0 2 15,1 0 0-15,-1 1 1 0,2 0 2 0,-5 0-10 16,1 2 2-16,1-1-3 0,0 1 14 0,0 1-6 0,-3-1 2 15,0 0-5-15,0 0 0 0,0 2 0 0,-1 0 6 16,-1-1-3-16,-2 1 4 0,0 0-5 0,-1-4-2 16,1 8 1-16,0 3 11 0,-2-1-2 0,3-1-1 15,-5 0 1-15,3-2 4 0,0 1-9 0,-4 3-3 0,4-5-2 16,-3 0 0-16,2 1-1 0,1-4 4 0,-3 3-4 16,-1-2-1-16,2-2 2 0,-1 3 2 0,-1-3 1 15,1 1 0-15,2-1-2 0,-3-1-1 0,3 0 0 16,-3-2-2-16,-1 1 3 0,2 2-1 0,1-1 1 15,-2-2-1-15,0 0 2 0,1 3 0 0,1-1 2 16,-1 0-2-16,0-1 0 0,-1 1-2 0,1-1 0 0,-1 0-3 16,0 0 6-16,0 0-1 0,0-1 2 0,1 0-11 15,-1 0 5-15,0 0-1 0,0-1 3 0,1 0 2 16,1 0-5-16,-1 0-3 0,0-2 0 0,0 1 0 0,4-5-1 16,-2 0 0-16,1 0 0 0,2-3 7 0,-1 1-1 15,1-2 0-15,-1 3-2 0,0 0 2 0,-2 2-4 16,0-1 4-16,3-1-3 0,2 1 8 0,1 0-4 15,-2-2-1-15,1 3-3 0,0-1 2 0,0 2-1 16,-1 0 4-16,1 0-2 0,0 2 4 0,0-2-1 16,0 0-2-16,1 2 1 0,0-1-4 0,0 2 2 15,0-1-1-15,1 1 2 0,2 0-1 0,-1-2-2 16,3-1 6-16,-1 2-4 0,-2-1 3 0,1 1 1 16,1 1-3-16,-2-2 4 0,3 1-3 0,-1-1-4 0,-4 2 1 15,2-2-2-15,2 2 6 0,0-1-2 0,1 0 0 16,0 1 0-16,-1-1 3 0,1 1-3 0,-1-1 2 15,0 2-2-15,-2-1 5 0,0 1-4 0,0-2 2 16,1 1-3-16,1-1 3 0,0 0-3 0,0 1 2 0,1-2-2 16,1 1 1-16,-2 0 1 0,1 1 0 0,1 0 0 15,-3-1 0-15,2 1-3 0,1 0-1 0,2 0-1 16,-1 0 4-16,0 1 1 0,1 0 0 0,-2 0-2 16,2-11 1-16,-2 5-1 0,0 2 1 0,-2 2-1 15,-1 0 5-15,3 2-5 0,-3 0 4 0,5 0-5 16,-2 1 0-16,1 0 2 0,-1 0-1 0,1 0 2 15,-1 0-1-15,-3 1-2 0,1 0-1 0,1 1 0 16,0 1 3-16,-1-1 0 0,0 0 0 0,1 1-1 0,-1-1-4 16,0 2 7-16,0-1-5 0,-1 1 6 0,0-1-4 15,1 2-4-15,0 0 4 0,-1-2-4 0,1 1 5 0,1-1-1 16,-1 1 4-16,1-1-3 0,-1 1 2 0,-2-2-1 16,1 1-1-16,-3-1 0 0,7 1-8 0,-1 2 7 15,0-1-4-15,-1-1 6 0,-3 1 0 0,1-1-2 16,-3 1 4-16,3-1-2 0,0 1 2 0,-1-1-7 15,2 2 2-15,-1-1-3 0,-1-1 7 0,1-1 2 16,-1 2-3-16,0-2 3 0,1 1-5 0,0-1 0 16,0-1 0-16,1-1 0 0,0 0 4 0,0 0 0 15,0 0 1-15,-2 0-2 0,2 0-3 0,-1 0 0 0,0-1-2 16,0 0 1-16,0 0 1 0,4-2 2 0,0 0 2 16,1-1-2-16,-1 1 0 0,-1-1-2 0,-8 2-1 15,7-2 0-15,-1 0 3 0,3-2-2 0,4-1 3 16,-5 0-3-16,-4 1 2 0,5-2 5 0,-3 0-2 0,1 0 1 15,4-2-6-15,-5 0 8 0,0 1-1 16,-1 8 3-16,0-9-4 0,-1 1-1 0,0-1 5 0,-2 2-5 16,0 0-5-16,-1 1 2 0,0 1-2 0,0 0 4 15,-2 1 3-15,0 2-7 0,-3 1 0 0,2-2-1 16,-1 2 6-16,-2-2-6 0,0 2 2 0,0 1-3 16,-1-1-3-16,0 1 1 0,-1 1-12 0,1-2 6 15,1 0-38-15,-1-1-35 0,0 1-21 0,1 0-16 16,-1 0-160-16</inkml:trace>
  <inkml:trace contextRef="#ctx0" brushRef="#br0" timeOffset="113754.09">14352 10090 155 0,'0'0'37'0,"0"0"5"15,0 0 3-15,-1 0-8 0,0-1-2 0,0-1 25 0,-1 1-28 16,1 0 6-16,0 0-13 0,0 0-5 0,0 0 4 15,0-2-9-15,-1 1 8 0,1-1-13 0,1 2-1 16,-2-2 0-16,-2-2 1 0,2 2 4 0,0-1-2 16,0-1 7-16,-3 3-4 0,-4-2 14 0,1 1 2 15,-1 1-3-15,2-2 1 0,-2 2-15 0,1-2 0 16,1 1 1-16,-2 0 2 0,-1 0 3 0,0 0-7 16,-1 0 4-16,1-1-5 0,-1 0 3 0,0-1-5 0,-2 0-2 15,1 1 1-15,-5-2-1 0,4 0-2 0,-4 1 1 16,0 0-1-16,2 2-2 0,-4-3 5 0,4 0-5 15,-2 0 5-15,3 1 2 0,-4 3-3 0,0 0 1 16,0 1-2-16,-3-12-7 0,3 6 7 0,2 2-5 16,-1 1 5-16,1 1-8 0,1 1 1 0,0 0 4 0,2 1 0 15,1 0 6-15,-1 1-6 0,-2 0 2 0,1-1-3 16,0 0 3-16,0 1 0 0,-1 0-1 0,1 0 0 16,0 0-1-16,0 0 4 0,-2 0-1 0,-1 0 3 15,1 0-1-15,0 0-3 0,-1 0 3 0,2 0-3 16,0 0 0-16,-3 1 1 0,-1 0 2 0,1 0-2 15,-2 0-5-15,2 2-2 0,-1-1-2 0,3 0 2 16,-2 2 7-16,-1-1-7 0,2 2 3 0,-2-1-5 0,1-1 2 16,2 1 0-16,-1-1-2 0,0 2 2 0,0 0 9 15,2-2-7-15,0 1 3 0,-2 0-4 0,2 0 0 0,-2-1 1 16,2 1-2-16,-1 0 3 0,-1-1 1 0,2 1-5 16,-5-1 2-16,3-1-2 0,-1 2 2 0,-2 0-3 15,5-2-1-15,2 0-1 0,-2 2 4 0,0-1 1 16,-2 2 2-16,0 0-1 0,0-1 1 0,2 1-4 15,1 1-1-15,-3 1-1 0,2-1 3 0,1 0-1 16,1 0 1-16,0 0-1 0,-1-1 0 0,0 2 1 16,2-1-1-16,2-1 1 0,-1 1-5 0,2-1 6 15,-1-1 0-15,1 2 3 0,1-1-5 0,-2 1 2 16,1 0-3-16,-1 0 3 0,2-1-7 0,0 1 6 0,2-1-2 16,0 0 2-16,-1 2-3 0,0 2 2 0,1 1-4 15,-1 1 4-15,-1 0 0 0,0-2 0 0,-2 4-1 16,0-2 0-16,1 1-2 0,1 1 2 0,-2-2 3 15,0 0-1-15,1 1 6 0,-2-4-7 0,3 5 0 0,0-4-4 16,1 2 2-16,1-1 8 0,-1-3-5 0,2 3 5 16,-2-2-13-16,1 2 5 0,3-1 2 0,-3 0-1 15,-1 2 2-15,-2-2-3 0,2 2-2 0,0-1 0 16,0 1-3-16,0 0 3 0,0-1-2 0,1 1 3 16,2-1 4-16,-1 1-5 0,-2 0 7 0,1-1-6 15,-1 2 4-15,1 0 0 0,2 1-4 0,0-2 4 0,-2 1 3 16,2 1-6-16,-2-1 5 0,2 0-4 0,0 1 4 15,0-2 2-15,0 5-4 0,2-1 1 0,-1 0-10 16,1 2 7-16,1-2-3 0,0 4 5 0,-1-3 0 0,1 1-7 16,-9-1 4-16,1 2-4 0,4 1 9 0,0-1-1 15,1 0 1-15,2-4-2 0,0 1 1 0,-1 0-1 16,1 0-1-16,0-1 0 0,0 1-3 0,0-1 3 16,1 0-2-16,0-1 3 0,0 1-4 0,1 1 0 15,0-1-3-15,0 1 2 0,-2-2-5 0,2 1 9 16,-1 0 1-16,1-2 0 0,0 1 0 0,0-3 0 15,0 0-5-15,0 0 3 0,0 1 2 0,-1 1-7 16,1 1 9-16,-1-2-6 0,1 2 7 0,-1 3 2 16,1-1-7-16,-2 5 4 0,2-5-2 0,-1 3-3 0,1-2 6 15,0 1-4-15,0 0 6 0,0-2-9 0,0-1 4 16,0-4-5-16,1 1 8 0,2 2-3 0,-1-3 0 16,2 3 0-16,-1-1-2 0,1 0 5 0,-1 0-5 15,2 0 4-15,0 0-12 0,1 2 10 0,-1-2-1 0,1 0 2 16,0 1-2-16,0 0 2 0,1 0-5 0,-1-2 5 15,1 2-4-15,-1-2 2 0,0 0 4 0,0-1 0 16,-2-2 17-16,2 1-7 0,-3 0 2 0,8-2-4 16,1 1-5-16,-1-1-5 0,-1-1 2 0,1 2-3 15,-2-2-2-15,1 1 0 0,1 2 3 0,0-2 0 16,2 1 6-16,0-2-7 0,0 3-3 0,1 2 0 16,0-1 0-16,-1 6 1 0,0-6 2 0,0 2 0 0,-3-1 8 15,0 0-8-15,0 1 1 0,1 2-2 0,1-1 3 0,0-3-5 16,1 1 3-16,-1-4-3 0,1 2 6 15,2 1-7-15,1-4 0 0,0 2-4 0,1-3 2 0,2 0 0 16,1 2 0-16,2-3 0 0,-2 4-1 0,4-1 8 16,-1-3-7-16,-2 2 6 0,4-2-19 0,-3 0 10 15,2 1 4-15,0-3-1 0,1 4 0 0,-1-3 6 16,-2-1-6-16,-1-1 7 0,0 0-4 0,1 11 7 16,0-5 1-16,3-2 1 0,-1-4-14 0,3-1 13 15,2-1-5-15,-1-3 8 0,5 0-9 0,1-1-3 16,0 0 4-16,1-1-3 0,-1 0 3 0,2 1-3 0,-5-1 2 15,-1 1 0-15,-1 0 3 0,-2 1-1 0,1-1-4 16,-1 1 3-16,2 1 2 0,-1-1-7 0,-1 3 8 16,3 0-8-16,2 1 4 0,2 0 2 0,2 1-5 15,-2-1 4-15,0 1 0 0,0-1-5 0,-2 0 7 16,-2 0-4-16,0 0 6 0,-2 0-1 0,-1-2-5 16,2-3 2-16,1-1-2 0,-2 1-1 0,2-1 5 0,2 1-3 15,4 0-2-15,1-1 8 0,-2-1-10 0,-2 0 9 16,1-1-9-16,-1 1 9 0,-1 1 0 0,-1 0 1 15,-3 1-6-15,-2 0-4 0,1-1 2 0,-1 0-2 16,1-1 6-16,1 0 3 0,1 0-3 0,2-2 1 16,2 0-7-16,0-2 3 0,0 0 2 0,1-1 1 15,-2-1 5-15,-2 0-7 0,1 0 1 0,-3 1-1 0,-1 2 4 16,-1-2-2-16,0 0 4 0,-2 2-5 0,0-2 0 16,1 1 2-16,-4 2-2 0,1 0 2 0,2-2-5 15,-1 0 3-15,1 1 0 0,-1-2 2 0,0 1 9 0,-1 1-7 16,-2-1 10-16,3 0-8 0,0-1 9 0,-3 0-9 15,2-1-4-15,-4 11-1 0,-1-15-3 0,1 2 0 16,0-2 1-16,-3 1 0 0,0 1 4 0,-2-2 1 16,-1 2-2-16,-3 2 0 0,1 0-12 0,-2 3 15 15,-1-2-7-15,-1 1 9 0,0-1-7 0,-3 3 9 16,1-2 1-16,-2 3 1 0,1 0-5 0,-2 1 0 16,5 0-4-16,-1-4 2 0,-1 4-1 0,-2 0-1 15,0 0 0-15,-1 1-1 0,-1-2 1 0,0 0 5 16,0 0 2-16,-1-2-1 0,-1 0-1 0,0-1 2 0,0-2-4 15,-2 0 2-15,1 0-2 0,-1-1-5 0,1 0 1 16,-1-1-2-16,0-1 7 0,1 1-11 0,-1 0 8 16,1 0-10-16,-2-3 8 0,1 0 7 0,-1 2-6 15,-2-4 6-15,0 0-5 0,1 1 2 0,-2-5 1 16,1 2-1-16,-2 0-1 0,1-3 9 0,0 3-4 0,-3-5 6 16,1 1-2-16,-1 2 0 0,0 2-6 0,1 3 4 15,-1 0-7-15,10 1 7 0,-12-1 0 0,-1 1 1 16,0 0-8-16,1 2 10 0,0 1-4 0,-2-2 4 15,-2 2-16-15,2-2 14 0,-5 0-4 0,2-2 9 16,1 0 2-16,-1-3-10 0,2 2 2 0,2-1-5 0,-2-4-1 16,2 4 11-16,-1-3-6 0,-2 2 6 0,0 1-12 15,0 1 7-15,1 0-4 0,-2 2 4 0,1 3-6 16,-3-4-3-16,-2 4 5 0,-1 2-5 0,-3-2 10 0,-5 3-6 16,3 0 0-16,-5-1-2 0,-1 1 0 0,0-2-5 15,-3 1 3-15,1 0-3 0,1 2 0 0,0 0 0 16,-2 2-5-16,-3-1 1 0,-3 2-21 0,-7 1 3 15,-1 0-4-15,-8 3 4 0,-4 1-11 0,0 0-23 16,-5-19-2-16,2 19-9 0,-6 5-31 0,-8 9-94 16,-4 4-41-16</inkml:trace>
  <inkml:trace contextRef="#ctx0" brushRef="#br0" timeOffset="117774.7">16699 8761 76 0,'0'0'0'0,"0"-1"22"0,-1 0 197 0,0-1-90 15,0 0 2-15,0 0-114 0,-1-1 4 0,1 1-6 16,1 1 3-16,-1-1-5 0,1 0-7 0,0 0 3 0,0-2-5 16,-1-1 3-16,1 0-12 0,-1-1 13 0,0-2 3 15,1 1 9-15,0-2 29 0,0 1 0 0,0 5 3 16,0-3-5-16,0 1-7 0,0 2-10 0,0-2-2 16,0 1-1-16,0 3-11 0,-2-2 1 0,2 1 0 0,0 1 1 15,0 0-2-15,0 0 0 0,-1-1-2 0,-1-1 3 16,0 2 8-16,-1 0-7 0,0 1 0 0,-7 0-5 15,2 2-9-15,-1 3 3 0,-1 2 0 0,3 4 0 16,-1 4-5-16,-2 3 3 0,2-3 2 0,-1 0 0 16,-1 0 5-16,0 0-9 0,0 1 2 0,-2-4-3 15,0 3 13-15,-1 0-5 0,-4 2 3 0,1 2-3 0,2-1 1 16,-6 2 2-16,-3 3 0 0,2 1 0 0,-6 3-5 16,1 3 3-16,2 3-6 0,-1 4 4 0,-2 5-4 0,0 5-2 15,-3 2 7-15,-1 0-7 0,0 1 0 0,2-6 3 16,-3-2-10-16,6-4 7 0,-2-2-8 0,1-3 9 15,0-2-4-15,-1 1 6 0,2-1-2 0,-1-2-1 16,-2 3 2-16,4-2-4 0,-2 1 0 0,2 0 2 16,1-2-3-16,2 0 3 0,0 1-3 0,0 2-2 15,0-4 2-15,1-2 0 0,0 1 6 0,0-3-7 16,-2 1 3-16,4-1-4 0,-2-1 8 0,0 1-4 16,4-4-2-16,-3-2 0 0,1 0 0 0,3-3 14 15,3-3-4-15,3-1 7 0,0-4-4 0,1-3-8 16,6 1 2-16,-1-3-4 0,-2 2-1 0,1-2-6 0,-3 0-5 15,2 0-1-15,3 0-10 0,-1 1-8 0,1-1 1 16,0-1-6-16,-1 1-16 0,1-2-22 0,1 0-1 16,0 2-9-16,-1-2-24 0,1 0-55 0,-2 0 4 0,-3 0-27 15,4 0-60-15</inkml:trace>
  <inkml:trace contextRef="#ctx0" brushRef="#br0" timeOffset="118506.86">15373 9835 1304 0,'-1'0'11'0,"0"0"0"0,-1 0-3 16,1 0-3-16,0 0-4 0,0 0-12 0,1 0 9 15,0 0-4-15,0 0 6 0,0 0 8 0,0 1-8 16,1 0 2-16,0 0-4 0,2 0 5 0,-1 2-5 16,1-1 5-16,0-1-5 0,0 3 7 0,0 2 4 15,-2-3 2-15,0 2 2 0,0-2 15 0,3 2-7 16,-3-3 2-16,0 1-3 0,0-1 14 0,-1-1-13 0,1 2 3 16,1-1-6-16,-2-1-2 0,1 3-9 0,0-1-2 15,0 1-1-15,1 2 4 0,0-2-7 0,-1 2 4 16,0 1-5-16,0 0 3 0,2 4 0 0,-2-1 3 15,0 3-3-15,0 2-1 0,-1 0 1 0,0 1-6 16,-1 3 4-16,0-1-5 0,-2 2 7 0,0-1-4 0,0-2 5 16,1 1-8-16,0-1 4 0,-1 0 3 0,2-3 0 15,-1 1 1-15,1-4 0 0,1-3 0 0,0 4 1 16,0-6 13-16,0 0-10 0,0-2 5 0,0-1-6 16,0-1 4-16,0 2-6 0,0-1 1 0,0-1-4 15,0 1 1-15,0-1-3 0,0 1 1 0,0-1-1 16,0-1 9-16,0 1-8 0,0 0 0 0,0 0-3 0,0-1-8 15,0 0 9-15,1 0 2 0,0 1 1 0,0-1 5 16,0 0-9-16,1 0 1 0,-1 0-3 0,0 1 9 16,1-1-7-16,-1-1 2 0,4 2-5 0,3 0 5 0,1 1 2 15,-1-2-1-15,8 1 2 0,-4-1-4 0,0-1 4 16,-2 0-2-16,0-1 4 0,-2-1-5 0,5-2 3 16,-2 1 1-16,-1-1 0 0,-2 1-5 0,1-1 1 15,-1 1 0-15,-1-1 1 0,-1 1-2 0,-2 0 2 16,0 1-3-16,0 1 4 0,-1-2 3 0,-1 2-3 15,1 0 1-15,-2 1-2 0,0-3 9 0,0-1-8 16,4-2 5-16,-1 0-7 0,0-2 4 0,-1 1 4 16,-1 0-4-16,0-4 4 0,-1 3-2 0,-1-4 3 15,0 2-1-15,-1 0 0 0,-1-1-3 0,0-1-1 0,-2 0 3 16,-1-2-2-16,1 1 3 0,-1 0 1 0,0 1 1 16,-1 2 1-16,0-1 1 0,-1 2-2 0,2 1 2 15,1-1-2-15,-8 1 4 0,1 1 3 0,-1 0-4 0,-2 0 3 16,3 1-7-16,0 0-6 0,0 0 7 0,2 2-9 15,0 0-2-15,0-1-8 0,2 2-15 0,-4-1 5 16,-1 1-46-16,3-1-85 0,-3-4-54 0,4 3-30 16,0 1-347-16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24:16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9350 8372 10 0,'0'0'0'0,"0"0"51"0,-1 0 31 0,-1 0 22 0,1 0 7 16,0 0-42-16,-1 0-23 0,-1 0-20 0,0 0 3 15,-3 0-5-15,0 0-2 0,1 0-14 0,0 0 2 16,-1 0-5-16,2 0 10 0,1 0-10 0,0 0 8 16,1 0-7-16,0 0 21 0,-3 2 8 0,1-1-4 15,0 2 7-15,0-2 1 0,2-1-7 0,-2 1 0 0,1 0-2 16,-1 0 7-16,2 1-14 0,-1-1 3 0,1 0-9 16,1 0-5-16,0 0-9 0,0-1 1 0,-1 0-3 15,1 1 5-15,0 1 0 0,1-1 2 0,0 0-3 16,0 0-5-16,1-1 2 0,0 0-2 0,2 1 2 15,6 0 0-15,4 1-2 0,1-1 4 0,1 0-2 0,1 0 8 16,-1-1-11-16,-1 0-2 0,3 1-3 16,0 0 4-16,0-1 0 0,2 2 3 0,-2-1-1 0,1 0 5 15,2 0 9-15,4 0-3 0,2-1 3 0,0 0-8 0,2 0 4 16,-3 0-5-16,3 0 5 0,4 0-4 0,-4 0-2 16,-1 0 1-16,-1-1-3 0,-1 1-2 0,1 0 4 15,1 0-4-15,1 0 5 0,-1 0-5 0,3 0-2 16,-1-1 8-16,3 1-7 0,1-1 3 0,-2 1 1 15,1-1-5-15,0 1 4 0,-2 0 7 0,0-2-6 16,-3 1-2-16,-4 0-2 0,1 0-3 0,-2 0 6 16,1 0-2-16,-5-1 2 0,1 1-9 0,-1 1 10 15,1 0-3-15,-1 0 3 0,4 0-5 0,-1 1 0 16,1 1 7-16,2-1-4 0,-1 0 1 0,5 0-3 0,-1 0-1 16,3 0 0-16,3 1 6 0,-3-2-4 0,0 0 1 15,-2 0-1-15,-2 0 0 0,0 0-1 0,0 0-1 16,-2 0 2-16,2 0 6 0,0 0-7 0,-1 0 1 15,2 0-4-15,0 0 4 0,1 0-2 0,4 0 7 0,-3 0-4 16,4 0 4-16,1 0-4 0,0 0-2 0,2 0 1 16,-3 0 0-16,-3 0-1 0,-2 0-2 0,2 0 0 15,-2 0 0-15,0 0 1 0,3 1 2 0,2 0-1 16,1 0 7-16,1 2-1 0,3-2-1 0,0 0-2 16,0 0-8-16,1 0 3 0,-3-1 0 0,-2 0 2 15,1 0-1-15,-4 0 2 0,3 0 1 0,1 0 1 16,-4 0 4-16,5 0-7 0,-1 0-3 0,2 0 0 0,1 1 4 15,2-1 4-15,-1 0-4 0,-1 0 2 0,1 2-8 16,-2-2 11-16,-2 1-2 0,-1-1 5 0,0 1-15 16,1 0 9-16,0 0-2 0,5 0 5 0,0 1-5 0,2 0 1 15,2-1-1-15,-1 2 2 0,1-1-5 0,-2-1 2 16,-3 1 1-16,-3 0 0 0,1-1-2 0,-1 0 7 16,3 0-6-16,0 1 8 0,1 0-7 0,3-1-1 15,0 1 4-15,-2-1-3 0,1 1 8 0,-3-1-8 16,-2 0 4-16,3 0-4 0,-3 0-1 0,2 2 2 15,0-2-1-15,1 0 4 0,3 1 9 0,5 1-12 16,-2-2 1-16,-1 1-5 0,1-1 2 0,-6 1 3 16,0-1 1-16,1-1-1 0,-5 1-1 0,4-1 4 0,-1 0-2 15,2 0 2-15,3 0 1 0,-1 0 1 0,2 0 0 16,-2 0-1-16,0 0-4 0,-2 0 7 0,-1 0-8 16,-1 0 7-16,-2 0-8 0,1 0-3 0,0 0 6 15,2 0-5-15,1 0 4 0,-3-1 2 0,4 0 1 0,-5 1 0 16,3-2 6-16,-2 1-13 0,0 0 7 0,-6 0-8 15,1 1 10-15,-1-1 2 0,-1-1 1 0,-1 2 1 16,6-1 3-16,0 1-8 0,4 0 2 0,0 0-4 16,-2 0 7-16,0 0-6 0,-2 0 2 0,-3 0-3 15,0 0-1-15,-3 0-3 0,1 0 2 0,-2 0-1 16,0 0 12-16,0 0-8 0,-1 1 2 0,6 1-4 16,0-1-3-16,0 0 11 0,2 0-6 0,-4 0 8 15,0 1-12-15,2 0 13 0,-2-1-9 0,1 0 9 0,0 2-11 16,-3-2 6-16,1-1 0 0,1 1 2 0,1-1-5 15,0 0-2-15,2 1 4 0,-1-1-3 0,-1 0 9 0,2 1-1 16,-3 0 3-16,0 1-3 0,1-1-2 16,-6 0-2-16,-1 0-3 0,-3 0 2 0,-2 1 5 0,-1-1 0 15,-1 0-3-15,-2 0 1 0,-1 0-10 0,-2 0 12 16,0 1-8-16,-2-1 9 0,-3-1-5 0,0 0 2 16,-2 0 0-16,-4 0 0 0,2 0 3 0,-4 0 2 15,0 0 1-15,0 0-1 0,1 0-3 0,0 0-4 16,0 0 0-16,1 0-2 0,-1 0-3 0,-1 0-4 15,0 0 0-15,1 0-3 0,-1 0-22 0,0 0-72 16,0 0-3-16,-1 0-30 0,0 0-82 0,-1 0-171 0</inkml:trace>
  <inkml:trace contextRef="#ctx0" brushRef="#br0" timeOffset="1151.36">9309 8566 184 0,'0'0'66'0,"-2"0"-7"0,1 0 49 16,-1 0 4-16,0 0-9 0,-4 0-3 0,-1 0-11 15,-2-1-10-15,5 1 1 0,-2-2-23 0,3 2-20 16,1-1 4-16,0 0-12 0,-1 1-22 0,1 0-10 16,0 0-4-16,-1 0-1 0,2 0-6 0,0 0 8 15,0 0-1-15,0 0 5 0,-1 0-1 0,2 0 10 16,0 0-7-16,2 0 10 0,-1 0-1 0,1 0-3 16,2 0 3-16,7 0-4 0,1 0-6 0,4 0 5 0,0 0-2 15,3 0 4-15,0 0-3 0,2 0 8 0,1-1-7 16,3 0 5-16,3 0-12 0,3-1 4 0,-1 1 7 15,5-1-4-15,2-1 0 0,2 1 6 0,3 0-8 0,-3 1 8 16,-2-1 0-16,0 1-8 0,-1 0 6 0,3 0-8 16,0 1 0-16,2 0 6 0,2 0 0 0,2 0 1 15,8 1-9-15,3 0 8 0,0 2-9 0,-2-2 9 16,-2 0-7-16,-2-1-1 0,4 0 5 0,4 0-3 16,3 0 4-16,5-1-5 0,-2 0 2 0,-2-1-3 15,-1 1 1-15,-3 0 1 0,3 0-5 0,4 1 5 16,3-1 0-16,5 1 4 0,-3 0-4 0,0 0 3 0,-5 0-6 15,1 0 1-15,5 0 6 0,4 0-4 0,2 0 0 16,-2 1 4-16,-5 0-4 0,-1-1 6 0,2 1-2 16,8 0-6-16,3 2 1 0,-2-1-1 0,-2 0 9 0,-7 1-7 15,-1-2 3-15,9 1-3 0,1 1 6 0,3-2-6 16,0 1 4-16,-7-2-4 0,2 0 9 0,2 0-1 16,2 0-2-16,3 0-2 0,0-1-7 0,-3-1 9 15,0-1-1-15,-2 1 3 0,5-3-8 0,3 1 4 16,-4-1 1-16,1 0 2 0,-3-2 1 0,3 1-5 15,3 0-1-15,-2 2-2 0,-1-1 2 0,-5 0-2 16,-2 1 0-16,5-1 0 0,0-1-1 0,2 1 1 16,-6 1-1-16,-6-2 1 0,-2 1-9 0,2 0 11 15,1 1-1-15,-1 0 5 0,-3 1-3 0,-6-1-3 0,-5 0 2 16,-1 1-2-16,-1 1 0 0,0 0 4 0,0 1-4 16,-2 0 6-16,-4 0-1 0,-3 0-1 0,-4 1 1 15,-4 0-1-15,-5 0 6 0,-2 0 23 0,-2 0-6 16,-5 0 10-16,3 1-18 0,-5 1-8 0,-3-1-3 0,-1 2 0 15,-4-1-1-15,-3 0-7 0,0 1 0 0,-4-2-3 16,1 1-1-16,-3 0 1 0,-5-2 2 0,2 1-2 16,-2 0-12-16,0 0-15 0,1 0-4 0,-1 0-10 15,-1 1-91-15,1-2-218 0</inkml:trace>
  <inkml:trace contextRef="#ctx0" brushRef="#br0" timeOffset="3319.99">15612 3177 256 0,'0'0'12'15,"0"0"5"-15,0-2 17 0,0 1 5 0,0 0-2 16,-2 0-7-16,1 0-16 0,0-1 5 0,0 1-4 16,0 0 21-16,0 0-7 0,-1-1 9 0,1-1-6 15,0 1 17-15,-1-3-18 0,-1 2 4 0,-1-3-7 16,1 2 7-16,2 0-11 0,-5-1 6 0,-1 1-7 16,-3-4 1-16,1 3 5 0,-2-1-6 0,-1-2 7 15,1 1 4-15,2-1-11 0,-2-3 6 0,1 0-9 0,0 2-1 16,0-2 2-16,-1-1-8 0,2 4 6 0,-2-2-8 0,-3-2-2 15,1 3 1-15,1-2-3 0,1 2-1 0,2 2 5 16,-1 0 2-16,-2 2 0 0,3-4-5 0,-3 1-1 16,1 3-3-16,1-2 2 0,-1 5-4 0,-1 0 0 15,-2 0 6-15,0 1-3 0,0-2 7 0,-1 1-1 16,-1 1-6-16,0 0 2 0,-1-10-11 0,0 4 9 16,-3 1 1-16,0 4 2 0,-3 0-6 0,-2 0 1 15,-1 2 3-15,-1 2 0 0,0-1-4 0,1 1 8 16,1 2-10-16,0 0 8 0,0 2-5 0,1 0-7 0,-1 0 4 15,3 1-6-15,0 0 14 0,2 0-6 0,0 1 4 16,0 1-6-16,0 0 0 0,2 0-1 0,-2 1-3 16,2-1 0-16,0 3 4 0,-4 0 1 0,0 1 3 15,-4 1-4-15,0 0-11 0,0 0 8 0,-1-13 0 16,3 14 3-16,0 1-1 0,-2 0 1 0,5-1 1 0,1-2 1 16,1 2-8-16,2-1 6 0,0-1-2 0,0 2 4 15,1 1-2-15,1 0-2 0,1 1-3 0,-1 2 2 16,-1 0-1-16,3 1 8 0,2 0-1 0,0 2 4 15,0-1-7-15,2 1 0 0,-2-1-1 0,3 1 0 16,0-2 1-16,1 2 0 0,0 0-2 0,2-2 1 16,1 1 3-16,0-5 0 0,0 2 0 0,1-2-2 0,1 0-2 15,-9 0-2-15,4-1 7 0,2-1-3 0,2 1 6 16,0-1-8-16,3 0 2 0,0-1-3 0,0 1 8 16,3 0-2-16,0 0-1 0,2 0-1 0,0 0-2 0,2 0 4 15,0 2-4-15,1-1 4 0,1 1 1 0,1 1-7 16,0 0 5-16,-7 3-6 0,11 2 4 0,1-4-1 15,0 2 5-15,2-4-4 0,1 4 6 0,-1-4-6 16,3 1-7-16,1 0 4 0,-1-5 6 0,5 5-7 16,0-2 4-16,1-2-6 0,-1 1 6 0,1 0 3 15,1-2-3-15,-3 1 2 0,4 1-3 0,-1-1 3 16,-3-2-2-16,0 1 2 0,0-2-9 0,-2 1 7 16,2-1 2-16,-1 0 2 0,1 1-6 0,0-2 2 0,1 0-2 15,1 0 3-15,5-1-1 0,-1 0 0 0,1 1 0 16,-1-2 0-16,-1 1 0 0,1-1 8 0,1-1-6 15,-2 0 6-15,2-2-16 0,-4 1 10 0,0-1-2 16,0-2 5-16,-1 0-9 0,0 0 10 0,-1 12-6 0,1-6 10 16,3-3-6-16,0-4 4 0,-2-1-5 0,4 0 4 15,-2-3-10-15,2 0 4 0,1-1 4 0,0 0 0 16,-2-2 4-16,-3 0-5 0,0 0 1 0,-3 0-3 16,2 0-7-16,-3 0 5 0,-1-1-1 0,-2 2 4 15,0-1 9-15,-1 0-10 0,0 0 4 0,4-1-6 16,-4 1 0-16,-1 0 3 0,0 0 4 0,-5 0 0 15,6-2 8-15,0 0-5 0,-4 0 2 0,2-2-3 16,-1 0 8-16,-3 8-1 0,5-11-4 0,-7-2 2 0,-1-1 0 16,2 0-6-16,-2-1 3 0,0 0-5 0,0 1 6 15,0-1-2-15,-2 0 1 0,-2-1-2 0,1-1-8 0,0-1 12 16,-1 0-4-16,-2 2 5 0,3-2-8 0,-2 1 3 16,1-1 0-16,0 2 1 0,-3-1 0 0,1 2-4 15,-1 0-1-15,1 0-1 0,1 0 5 0,-3 1 0 16,2-1 0-16,-2 1 0 0,-1 0 0 0,0 0-7 15,9 2 7-15,-3 0-7 0,-3-2 6 0,0 0-3 16,-2 0-1-16,0-4 1 0,-1 1 3 0,-1 2-4 16,0 0-1-16,0 0-2 0,0 1-5 0,-3-4 5 0,1 0 2 15,-2 1 2-15,1 0 5 0,-1 1-10 0,1 2 2 16,-2 0-3-16,-1-3 1 0,0 1 7 0,-1 0-8 16,0 2 5-16,-1-1-4 0,-1 1 2 0,-1 1 3 15,1-1-2-15,-2-1-3 0,2 3 0 0,-1-2 0 16,1 1 0-16,8 1 1 0,-11-1 7 0,-2-2-3 15,-1 1 5-15,2-1-5 0,-3 1-2 0,1-1 2 0,-1 0-2 16,-3-1 3-16,0 2 4 0,1-2-1 0,2 2 3 16,-2-1 1-16,-2-2 6 0,2 2-4 0,-2 3 4 15,0-1-6-15,1 1-12 0,-1 3 6 0,-3 0-8 16,0 0 1-16,-2 2-16 0,-2 1-12 0,-2 1-4 16,-5 0-56-16,-5 3-71 0,-5 2-45 0,-7-18-30 15,-6 14-365-15</inkml:trace>
  <inkml:trace contextRef="#ctx0" brushRef="#br0" timeOffset="10074.87">19406 6170 256 0,'-1'0'95'0,"0"-1"-44"16,0 0 34-16,0 0-2 0,-1 0-63 0,1 0-3 16,-1-1-9-16,0 1 6 0,0-1-8 0,1 1 9 15,0-1 2-15,0 1 4 0,0 0-2 0,-1 0 6 0,1 0 13 16,0 0 0-16,0-1 5 0,0 1-12 0,0 0 0 16,-1 0-9-16,2 0 6 0,0 0-12 0,0-1 1 15,0 1-2-15,0 0 0 0,0 0-8 0,2 0 5 16,-1-2 2-16,1 1 0 0,-1 2 1 0,10-7-11 15,3-1 3-15,0 2-5 0,3 1 2 0,0 2 1 16,0 1 2-16,3 2-1 0,-2 0-4 0,2 2 3 16,3-1 0-16,0 0 2 0,1 1-6 0,1 1 3 15,0 2-5-15,4 1 4 0,-1 0-2 0,5 1 4 16,0-1-1-16,2 0 2 0,-1-2 1 0,1-1-5 0,2 1 1 16,-4-1-3-16,0 1-2 0,-3 0 9 0,-2 0-3 15,2 1 5-15,0 1-7 0,1-1 4 0,2 1 2 16,1 0-2-16,0 0-2 0,4 0 0 0,-1 0 5 15,0 0-4-15,4-2 1 0,-3 0 1 0,-3-1-6 0,3 0 5 16,-6-2-5-16,3 0 7 0,0 1-5 0,1 1 7 16,5 0 2-16,4 1-8 0,-1-2 9 0,0-1-10 15,0 1 2-15,-2-2 1 0,1 0-3 0,-1 0 3 16,-2 0-2-16,-1 1-4 0,2-1 4 0,4 0-4 16,-2 0 10-16,3-1-6 0,1-2-1 0,-5 1-1 15,5 0 0-15,-4-1 1 0,-3-2 0 0,-4 0 0 0,-1 0 6 16,-1 3-6-16,3-1 3 0,1 2-3 0,3 0 5 15,0 0 4-15,-1 0-5 0,2-1 3 0,-1 0-9 16,3 1 2-16,-1 0 1 0,-2-1 0 0,2 2-1 16,-2 0-2-16,4-1 3 0,1 0-1 0,2 0 4 0,2 1-6 15,-2 0 2-15,0 0-2 0,-4-1 10 0,0 0-9 16,-5-2 0-16,1 2-2 0,-2 0-1 0,3 1 12 16,3 0-5-16,-3 0 7 0,1 1-8 0,2 0 4 15,-1 0-2-15,2-1 1 0,-1 0 1 0,-2 0-1 16,-1 0 1-16,0 0-2 0,0 0-10 0,5 0 7 15,1 2-3-15,4-1 6 0,0 0-5 0,-2 0 1 16,1 0 0-16,-2-1 0 0,-3 0-3 0,0 0 4 16,-3 0-4-16,5 0 3 0,-3 0-7 0,3-1 9 0,1 0-5 15,-3 0 4-15,4 1-9 0,-2 0 9 0,-3 0 0 16,-1 1 4-16,-2-1-8 0,3 1 0 0,-2-1-2 16,3 1 0-16,3 0 2 0,2 1 4 0,0 0-4 15,-2-1 2-15,-2-1-4 0,-3 0 2 0,-2 0 2 0,0 1 0 16,0 1 3-16,1-1-5 0,4 0 4 0,-3-1-4 15,2 0-8-15,2 0 8 0,-3 1 0 0,3-1 3 16,-2 1-3-16,-4 2 0 0,-1-1-3 0,-1 0 2 16,3 1 1-16,3-1 1 0,2 0 0 0,0-1-1 15,-1 1 0-15,-1-2 0 0,-2 0 0 0,-3-2 0 16,0 1 0-16,-1 0 0 0,-1 0 0 0,6 1 1 0,-2-1 4 16,5 0-7-16,3-2 3 0,-1 1-4 0,4 1 7 15,-4-2 1-15,3 2-2 0,-4 0-1 0,2 0-8 16,3 1 3-16,-2 0-1 0,7 0 3 0,0 0 1 0,-1 0 5 15,-2 0-5-15,-4 0 4 0,-3 0-2 0,2 1-3 16,3 3 4-16,-6-2-5 0,6 3 1 0,-1-3 1 16,-3 1 1-16,2 0 0 0,-1-2 5 0,-2 0-9 15,-3-2 4-15,2 0-5 0,-1 0 3 0,2-2 1 16,4 2-1-16,3-2 3 0,1-2 4 0,-2 0-6 16,0 1-3-16,-5-2 0 0,0 1 3 0,2 0 1 15,3-1 4-15,-1 0-3 0,3 1-7 0,2-2 7 16,-4 1-3-16,1-1 5 0,-3 1 0 0,-4 0-2 15,1 1-6-15,3 0 3 0,2 2 3 0,4-1-3 0,-1 3 6 16,-2-1-7-16,-4-1 1 0,-3 1 0 0,-2 0 1 16,0-1 1-16,2 2 7 0,4 1-3 0,1 1 4 15,5 3-4-15,-4-2 1 0,0 1 11 0,-2-2-7 16,-5 1 9-16,-1 2-10 0,3-1 6 0,4 2-6 0,-1-2 5 16,6 3-3-16,-1-2 0 0,-4-1 0 0,1 1 0 15,-4 1-4-15,0 1 1 0,-2-1-1 0,1 2-1 16,0-1-7-16,-1-1 10 0,2-3-2 0,1 3 6 15,-2-1-8-15,-2-2-3 0,-3 0-2 0,-7 0 1 16,1-1 1-16,1 0 1 0,-1-1 0 0,-2 0 0 16,0 0 0-16,-3 0-3 0,0 0 4 0,0 0-3 0,-3 0 0 15,-3-1-2-15,-4 0 0 0,-5-1-2 0,-1 1 0 16,-1 1 1-16,-2-1 0 0,-1 0 0 0,-1 0 0 16,-4 1-18-16,-2 0-6 0,-2 0-8 0,0 0-58 0,-1 0-98 15,0 0-23-15,-2 0-34 0,0 0-167 0</inkml:trace>
  <inkml:trace contextRef="#ctx0" brushRef="#br0" timeOffset="21819.59">26037 15447 420 0,'-1'-1'0'16,"0"0"23"-16,-1-1 222 0,-5-3-95 0,-3-2 8 0,2 3-125 16,0 1-1-16,-1-1-21 0,2 3 3 0,0-1-7 15,0-2 3-15,1-1-9 0,-1 1 2 0,3 1-3 16,-1 1-1-16,1 1 4 0,1 0-2 0,1 0 4 15,-1-1 3-15,1 1 14 0,1 1-3 0,0 0 6 16,-1 0-6-16,0-1-4 0,0 0 5 0,-1 0-5 16,1-1-4-16,1 2 4 0,0 0-6 0,-1 0 5 0,1 0-10 15,0 0 6-15,0 0-7 0,0 0 7 0,0 2 1 16,1-1-4-16,0 0 9 0,0 0-8 0,0 0 13 16,1 1-12-16,0 0 6 0,1 1-7 0,6 4 10 15,7 1-10-15,0-5 3 0,1 2-6 0,2-1 5 0,5-1-2 16,1 0-5-16,3 1 3 0,-1-3-5 0,1 3 8 15,2-1-2-15,0 12 2 0,4-3-13 0,-4-6 7 16,1-2 1-16,1-1 2 0,-3-1-6 0,1 1 7 16,1-1-7-16,1 1 6 0,2-1-7 0,1-1 6 15,1 0 1-15,4 0 1 0,-2 1-10 0,6-1 8 16,0 1-4-16,-2 0 7 0,1 0-8 0,-5-1 0 16,-2-1-2-16,1 0 1 0,1 2 4 0,1 0 1 15,1 2 1-15,2-2-2 0,0 0-3 0,5 0 8 0,-1 0-7 16,-1 1 7-16,1 0-6 0,-5 1 3 0,-1-2 0 15,-3 0 0-15,1 0-2 0,3 1-3 0,2-1 0 16,3 2 0-16,4-2-2 0,-1-1 2 0,1 1 1 16,-2-2-1-16,-3-2-5 0,-3-1 5 0,2-2-3 0,-2 1 3 15,1-2 4-15,4 0-3 0,0 2 1 0,2 0-2 16,0-2-2-16,-1 0 4 0,-1 0 0 0,-2 1 2 16,-3 2-3-16,-2 0-3 0,-2 2 3 0,2 0-2 15,0 1 4-15,3 0-1 0,1 1 0 0,1-1-1 16,0 0-6-16,2 1 5 0,-4-1-5 0,-2 0 6 15,-1 2 4-15,-4-1-5 0,0-1 1 0,2 0-1 0,-2 1 5 16,4 0-3-16,-1 0 6 0,-3-1-5 0,1 0 6 16,-2 0-2-16,1 0-4 0,-4 0 1 0,-1 0-3 15,-4 0 7-15,-1 0-2 0,0 0 3 0,0 0-5 0,-3 0-1 16,-1 0-1-16,2 0 0 0,-3 0 7 0,2 1-11 16,-1 1 5-16,-1 0-5 0,0 0 16 0,-2 1-5 15,-2-1 2-15,-2-1-4 0,-1 0-1 0,0 0 6 16,1 1-2-16,-5-2 2 0,3 2-8 0,-4-1 3 15,-3-1-2-15,7 1 2 0,-5 1-2 0,0-2 3 16,2 0-1-16,-5 0 2 0,2 0 5 0,-1 0 0 16,-3 0-5-16,-1 0 3 0,3 0-7 0,-2 0 7 15,-1 0 0-15,2 0 1 0,-1 0-13 0,0 0 3 16,1 0-2-16,-1 0 1 0,0 0-2 0,0 0-23 0,-1 0 2 16,0 0-11-16,0 0-27 0,0 0-53 0,1 1-30 15,-1 0-22-15,-1 0-242 0</inkml:trace>
  <inkml:trace contextRef="#ctx0" brushRef="#br0" timeOffset="23286.92">3543 16581 256 0,'0'0'83'0,"-1"0"-24"0,0 1 53 16,0 0 15-16,-2 0-44 0,1 1-2 0,1-2-25 15,-4 2 2-15,-1 1-7 0,1 0-2 0,2-1-7 16,-2 1-2-16,2-1-3 0,-1 0-22 0,3-2 3 15,-1 1-6-15,-1 2 6 0,1-2-2 0,0 0-3 16,-1 1 4-16,1 0-3 0,-1-1 7 0,2 0-3 16,0 0 0-16,0 0-1 0,0 1 3 0,0-1 5 15,-1 0-4-15,1 0 2 0,0 0-16 0,0 0 4 0,0 1-4 16,0-1 5-16,-1-1-3 0,1 0 1 0,1 0 3 16,0 0-1-16,0 0 2 0,0 0-3 0,0 0-4 15,0 0 2-15,1 0 0 0,1 0 0 0,-1 0 0 0,1 0-1 16,4 0-8-16,5 0 9 0,0-1-3 15,2-1 4-15,-1 1-8 0,2 0 3 0,0 0-3 0,3-1 1 16,-1-1-4-16,3 1-2 0,1-1 5 0,2 1-2 16,-2 0 2-16,3 1-1 0,-1-1-1 0,1 0 2 15,2 1 6-15,0 0-5 0,-2-2 1 0,0 2-3 16,-1 0-6-16,2 1 5 0,0 0 0 0,1 0 4 16,-2 0 4-16,1 0-2 0,1 0-1 0,2 0 0 0,-1 0-2 15,3 0 4-15,-1 0 0 0,2 0 1 0,4 0-2 16,-1 1-5-16,2 0 2 0,1-1-2 0,-2 0 5 0,2 2-3 15,-2-2-2-15,-4 0 1 0,1 0 5 0,1 0-2 16,1 0 0-16,2 0-3 0,0 0-4 0,6 0 5 16,-1 0 1-16,2 0 2 0,-2 0-6 0,-1 0 4 15,0 0-5-15,-1-2 3 0,-2-1 3 0,-3-2-6 16,1 0 5-16,3 0-6 0,2 0 8 0,1 0 0 16,0-1-2-16,5-1 0 0,-5 0-1 0,3 0-3 15,-1 1 5-15,-7 0-4 0,5 0 1 0,-5 2 3 16,-1 0-4-16,0 1 5 0,0 0-6 0,1 2 0 15,-1 1-1-15,3 1 1 0,-4 1-1 0,-1 0 3 0,1 1 1 16,-6 1 1-16,4 1-8 0,-2 0 4 0,-3 1-4 16,-1 0 4-16,-3 0-8 0,-2 0-16 0,0 0-4 15,1 1-7-15,1 0-35 0,-2-1-74 0,0-1-35 16,1-2-21-16,2-2-178 0</inkml:trace>
  <inkml:trace contextRef="#ctx0" brushRef="#br0" timeOffset="24253.61">9587 16630 690 0,'-1'0'68'0,"0"0"1"0,0 0-30 15,0 0-3-15,-2 0-27 0,1 0 28 0,-2 0-1 16,-3 0 9-16,3 0-7 0,-3-1 2 0,5 1-15 15,-2 0-2-15,1 0-4 0,2 0-3 0,-2 0-10 16,1 0-3-16,0-1-2 0,0 0-4 0,-1 0 4 16,2-1 1-16,0 1 3 0,0 0 8 0,0 0 11 0,0 0-2 15,-1 1 4-15,1 0 1 0,1 0-6 0,0 0 6 16,0 0-7-16,1 0 6 0,1 0-10 0,-1 0 3 16,1 0-5-16,9-1 5 0,5-1-11 0,1 2 2 15,-2 0-5-15,1 2 4 0,5 0 1 0,-1 0 1 16,2-1-1-16,1 2-4 0,0-2-2 0,0 0 2 0,3 0-1 15,0-1 3-15,1-1-5 0,2 1 4 0,2-2-3 16,2-2 8-16,4 1-5 0,2-2 1 0,5 0-1 16,0-1 3-16,2 1-7 0,0-1 1 0,1 0-4 15,0 0 4-15,-3 2 3 0,1 0-2 0,6 0 1 16,1 2-10-16,3-3 2 0,2 3 2 0,-1 1 0 16,-1 1 12-16,-2 0-11 0,-2 0 1 0,-2-2-4 0,4 2 0 15,2-1-2-15,5 0 3 0,1 0-2 0,2 0 7 16,-3-1-5-16,-3 1 1 0,0 0-3 0,0 1 8 0,2 0-2 15,7 0-3-15,2 1 1 0,-1-1-1 0,-2-1-1 16,-4-1 3-16,0-2-2 0,-1 1 0 0,6 2 1 16,1 1-1-16,2 0 0 0,0 0-2 0,-6-2 1 15,-2 2 4-15,-3 2-3 0,2-1 1 0,0 0 4 16,2 0-3-16,-2 0 4 0,-3-2-6 0,-2 1 0 16,-6 0-3-16,-4 1 2 0,1 2 0 0,0 0 3 15,2 2 3-15,0-4-2 0,2 0-7 0,-5-1 8 16,-1 0-6-16,-4 0 6 0,-3 0-10 0,-2 0-7 15,-2 0-2-15,-2 0-3 0,0 0-19 0,-1 0-37 16,1 0-14-16,3-1-18 0,3-4-159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25:00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22345 4990 256 0,'0'0'-16'16,"0"0"17"-16,-1 1 41 0,0 0 8 0,-1 0 31 15,1 2 1-15,0-1-25 0,-4 6-3 0,-2 4-1 0,-1 1-18 16,1-2-4-16,-1 0 7 0,7 0-7 0,-8-1 3 16,1 0-11-16,0-1 2 0,0 2-3 0,-3-4-5 15,-1-2 14-15,2-4-6 0,-2 7 11 0,3-3-1 0,-3-1 1 16,1-1-2-16,2-3 1 0,-3 0-8 0,0-1-3 15,2-3 2-15,0-1-4 0,2 1-2 0,1-1-7 16,-1 3-2-16,1-8-1 0,0-4-2 0,1 5-6 16,1-3 1-16,2 0-1 0,0 3 2 0,1-2-1 15,-4 3 1-15,1 1-2 0,1-3-2 0,1 5 5 16,1-4-5-16,2 3 4 0,0 1-8 0,1-2 7 16,1 1 1-16,2-1 1 0,-3 0-5 0,17 1 2 15,2-1-2-15,2 2 3 0,5 0 9 0,1 2-3 16,-1 0 0-16,-1-11-3 0,-2 6-7 0,0 3 3 0,-2 4 3 15,0 1 1-15,-1 1 12 0,-2 3 1 0,1 1 2 16,-5-1 0-16,-1 1 6 0,-1 1 1 0,0 0-4 16,-1 0 1-16,1 1-4 0,-1-1-7 0,-1 1 4 0,2 0-6 15,-1 0 5-15,0 0-7 0,-2 0 1 0,2 0-3 16,-2-1 0-16,0 1-3 0,2-1 4 0,-3-2-5 16,1 1-4-16,0 0 0 0,-3-2-1 0,2 1 1 15,-2-2 4-15,-5-2-1 0,3 1 0 0,-3 1-1 16,1-1-12-16,-1-1-3 0,0 0-5 0,-1 0 0 15,2 0-32-15,-2-1-13 0,0-1-10 0,0 1 3 16,-1-1-5-16,0-1 7 0,-2-6 4 0,0 0 0 0,-2 2 6 16,1 1 16-16,-3-1-5 0,1 0 7 0,-3 0-6 15,-1 1-15-15,2 1-2 0,-2 0-8 0,0 3-34 16,-1 1-36-16,1-6 24 0,-1 2-19 0,0 1 85 0,0 3 20 16,0 1 4-16,-1 0 7 0,1 3 35 0,-1 0-5 15,0 2 8-15,2 0-5 0,1-1 25 0,2 0 7 16,1-1-5-16,2 0 3 0,2-3-14 0,-2 1 16 15,2-1 4-15,-1 2 5 0,-1 1 31 0,1-1-3 16,0 0 3-16,-1-1-4 0,2 1-4 0,0-1-31 16,0 0 1-16,0 0-13 0,-1 0-8 0,1 0 4 15,0 1 1-15,0-2 0 0,0 0-9 0,-1 0-6 16,1 0-1-16,0 0-1 0,0 0 5 0,0 0-9 0,0 0 4 16,-1 0-6-16,1 0 6 0,-1 1 2 0,0-1-5 15,0 0 2-15,-3 2-4 0,-6 2 5 0,3-1 3 16,-1 1-1-16,-1 2-6 0,2-2 3 0,-4 3-4 15,0 2 4-15,0-2-12 0,-3 9 1 0,1 2 3 16,0 4-2-16,-4-2 1 0,-2 1 1 0,0 3-1 0,0-2 1 16,1 3-6-16,3-2 1 0,0 0 1 0,1-3 2 15,4 1-3-15,1 0 0 0,3-1-4 0,1 1 4 16,2 0 1-16,-1-2 6 0,3 0-5 0,-9-3 5 16,3 2-2-16,3-1 4 0,4-3 6 0,1 2-3 15,1-3 10-15,1 0 2 0,3 1-4 0,0-3 1 16,2 0-11-16,0 0 6 0,0-4-3 0,8 1 4 0,3 2-2 15,2-3-8-15,-4 0 7 0,2-1-7 0,1-3 7 16,0-2-3-16,3 12-9 0,-1-4 4 0,1-5-10 16,0-1 5-16,-4-2-2 0,2-1 1 0,-4 0-9 0,-2 0 5 15,-1-1 0-15,-3-2 0 0,1 1-15 0,-2-2-8 16,1 1-5-16,-2-1 1 0,0 0-12 0,-1-1-17 16,0 0 5-16,2-1-10 0,-1-1-4 0,0-8-81 15,1-1-14-15,3 3-28 0,-1 0-85 0</inkml:trace>
  <inkml:trace contextRef="#ctx0" brushRef="#br0" timeOffset="367.77">22995 5305 650 0,'0'0'0'0,"0"0"3"0,0 0-3 0,-1 0 1 16,1 0-15-16,0 0 5 0,0 0-8 0,0 1 6 16,0 0-16-16,0 0 7 0,0 2 11 0,0-1-3 0,0-1 21 15,0 5-5-15,0 0 4 0,0-2-1 0,0-1 24 16,0-2 36-16,0 2-3 0,1-1 15 0,0 0 3 15,1 1-9-15,-1-2 4 0,1 0-6 0,6 1-10 0,6 0-18 16,2-2-6-16,3-2-4 0,2-1-21 0,2-2-1 16,2 2-6-16,-2-1 4 0,0 2-6 0,-4-1-3 15,1 2 5-15,-3 0-6 0,2 0-5 0,-4 1 0 16,-2 0-10-16,-1 0 5 0,-1 0-22 0,-3 0-16 16,0 1 1-16,-3-1-8 0,-1 0-13 0,-1 0-24 15,-2 0-4-15,0 0-9 0,2 1-43 0</inkml:trace>
  <inkml:trace contextRef="#ctx0" brushRef="#br0" timeOffset="668.08">22921 5548 984 0,'-1'-1'0'0,"0"0"14"0,0 0-2 0,-1 0 6 0,1-1-16 15,0 1-2-15,1 1-3 0,0 0 3 0,0 0-2 16,1 0 3-16,2 1-1 0,3 2 2 0,8 3 2 16,1 1-4-16,1 0 3 0,3-1-3 0,0-2 0 0,2 1 2 15,0 0 2-15,-1-3-2 0,4 1-1 0,-3-3-4 16,1 0 0-16,2 0-1 0,-6-2 9 0,0 0-12 15,-1 0 4-15,-2-2-10 0,2-1-19 0,-5 1-54 16,4-2-4-16,-1-1-23 0,-1 0-83 0</inkml:trace>
  <inkml:trace contextRef="#ctx0" brushRef="#br0" timeOffset="63669.54">15288 9020 32 0,'0'0'0'0,"0"-1"63"15,0-1 7-15,0 1 20 0,0-1 13 0,0 1-48 0,0-4 6 16,-1-1-23-16,1 1 2 0,0 1-7 0,0 0 7 0,0 2 3 15,0-2 6-15,0 2-3 0,0 0 11 0,0-1-11 16,0 2 0-16,0 0-5 0,0-2 0 0,0 1-8 16,0 0 3-16,0 1-5 0,0-1-2 0,0 1-9 15,0 0 2-15,0 0-3 0,0 0 2 0,0 0-6 16,0-1 2-16,0 1-4 0,0 1-4 0,0 0 3 16,0 1 1-16,0 1 1 0,0-1 10 0,0 1-12 15,0 7 0-15,0 4-3 0,0 0 8 0,1 1-9 16,0 1 7-16,2-1-8 0,-1 0 12 0,-1-1-5 15,2 0 0-15,-1 1-2 0,0-1 0 0,2-2 1 16,-1 0-1-16,1 0 0 0,2-1-10 0,0 2 5 0,0-3 1 16,-2-2 1-16,1 2-4 0,0-2 1 0,-3 1-4 15,7-5 3-15,-3 1 0 0,3 0-5 0,-2-2 5 16,1-1-4-16,5 1 3 0,-7 3 1 0,3 0-2 16,3 0 2-16,-3-4-3 0,2-1-2 0,2-1 5 0,-4-2-4 15,5-4 3-15,3-2-4 0,-3 4 0 0,0-11-2 16,1-2 0-16,1 4 1 0,-1-1-1 0,1 0 2 15,1 1 4-15,-2 1-3 0,0 0-1 0,-1 0 0 16,-1 3 0-16,3-1 0 0,0 2 0 0,-2 1-2 16,3-2-1-16,-2 3-2 0,1 0 5 0,3 2-4 15,0 1 5-15,2 1 1 0,-1 1-2 0,1 1 0 0,-1 0-8 16,-4-10 12-16,1 4-2 0,0 4 4 0,-2 1-6 16,1 2 0-16,-1 2 1 0,-2 0-1 0,1 1 6 15,-1 1-4-15,0 1-1 0,-6-2 0 0,2 2 5 0,-2 0-2 16,0 0 1-16,4-2-2 0,-5 5 1 0,1-1-4 15,-2 1 0-15,0-1-2 0,1 2 6 0,-1-1-4 16,1 0 7-16,0 0-7 0,-2-1 8 0,1-1-8 16,0-1 0-16,-1 2-2 0,1-2 3 0,0 1-5 15,-1-1 4-15,0-2-6 0,2-1 6 0,-3-1 3 16,2 3-4-16,-1-2 2 0,0 1 2 0,0-2-2 16,1 0 3-16,-2-1-3 0,2 0-1 0,1 0 0 15,-2-1 0-15,2-2-1 0,0 0-2 0,0-2 1 0,1 0 0 16,-1-5 1-16,3-2 4 0,1 2-11 0,0-2 1 15,4 0-6-15,-2-1 9 0,4-1-5 0,1 0 5 16,2 2-5-16,2-1 6 0,-1 1 2 0,0 2-2 16,-1-1 2-16,1 2-5 0,-1 2 8 0,0 0-7 0,-2 1 6 15,1 2-5-15,1 0 1 0,-2 0 3 0,1 1-2 16,1 0 1-16,-2-9 2 0,1 7-1 0,0 2 3 16,-2 3-3-16,1 0-1 0,-1 1 1 0,-1 3-3 15,1 1 5-15,-2-1 4 0,0 2-4 0,0 1 3 16,-3-1-10-16,0 1 5 0,-1 0 6 0,-1 0-1 15,1-6 1-15,-1 8 0 0,2-1-5 0,-4 0 5 16,2 0 5-16,-4-1-7 0,-2 1 3 0,8-1-5 0,-4 0 1 16,7 0-1-16,-3-1 1 0,-2-1 0 0,5 2 1 15,-2-4 6-15,3 0-5 0,-1 0 4 0,0 6-13 16,5-1 5-16,-1-3 3 0,2-4 2 0,-1-1 6 0,-1-2-1 16,1-3 0-16,0-2 1 0,1-1 4 0,0-3-4 15,-1 1-3-15,-2 0 0 0,0 1-8 0,-1 0 6 16,1-1-6-16,-3 2 5 0,0 0-7 0,-1 1-4 15,1 0-1-15,-4 2-6 0,1-1-43 0,-4 2-159 16,-5 4-65-16</inkml:trace>
  <inkml:trace contextRef="#ctx0" brushRef="#br0" timeOffset="73394.44">5533 12190 313 0,'-1'0'0'0,"-1"-1"10"0,1 0 107 0,0-1-8 0,0 1 11 16,-2 0-40-16,1 0-9 0,0 0-27 0,-1 0-3 16,1-1-1-16,0 1-16 0,-1 0-12 0,1 0 3 15,0 0-6-15,-1 0 0 0,1-1-9 0,0 1 4 0,-1 0-4 16,2 0 3-16,0 0 3 0,-1-1 2 0,0 1 0 15,1 0 16-15,-1 0-4 0,0 0 6 0,-1 0-3 16,1 1 7-16,-1 0-9 0,1 0-4 0,0 0 0 16,-1 0-5-16,1 0-3 0,0 1 1 0,-1 0-1 15,2 0 3-15,0 0-9 0,0 2 1 0,0-1-3 16,-2 4 1-16,0 3 3 0,0 2 2 0,2-2 0 16,1 1 1-16,0 1 0 0,0-1 0 0,1 0 1 15,3 2-1-15,-1 0 6 0,1-1-7 0,1 0 7 0,1 0-5 16,-1-1 1-16,3 1 3 0,-1 0-2 0,-4 0-8 15,9-1 9-15,-2 4-8 0,0 0 8 0,0 1-5 0,1 2 3 16,2-2-1-16,1-1-1 0,-3 0-8 0,2 2 0 16,-4-5 1-16,0 2 1 0,2-2-2 0,1-1 4 15,-2 0-2-15,2-2 2 0,2 0-1 0,-3-2 1 16,1 0 4-16,2-1-4 0,-5-1-6 0,5 0 0 16,0-2-3-16,-3 0 5 0,4-1 7 0,-1 0-6 15,0 8 3-15,2-2-4 0,-3-2 4 0,1-1-4 16,-1-3 2-16,0 0-2 0,1-1 0 0,0 0 0 15,0-1-2-15,0-2 3 0,1 1-1 0,-1-2 1 16,2 1 1-16,-1-2 0 0,0-1 1 0,1 1 2 0,-1-1-6 16,1-1 2-16,1 0-1 0,2-3 3 0,2 0 2 15,-1-1-1-15,4-2-9 0,1 0 8 0,0 12-3 16,3-14 5-16,-1-4-5 0,0 2-2 0,-1 0 0 0,-1 1-1 16,-3 0 1-16,0 2-1 0,1 2 5 0,-1 1-2 15,0 0 2-15,0 4 0 0,-1-2-1 0,-1 2 1 16,1 5-2-16,0-1 2 0,3 1-3 0,-3 1 2 15,-2-11-5-15,1 4 4 0,-6 5-1 0,2 1 1 16,2 2 0-16,-3 2-2 0,-2 0 3 0,5 2-1 16,-2 0 1-16,1 2 4 0,1 1-6 0,-1 0 3 15,-2-1-12-15,-1 1 14 0,0 0-4 0,-2-1 6 16,1 1-9-16,-1 0 5 0,0 1-1 0,1-2 3 0,-1 6-4 16,0 0 2-16,-1 0 1 0,1-3 0 0,-2 3 6 15,2-2-6-15,0 2 5 0,-1 1-5 0,0-2 5 0,-2 0-4 16,3 0 0-16,-2-3-2 0,1 2-3 0,0-2 2 15,-2-1-2-15,2 0 4 0,-1 0-1 0,0-1-1 16,-1 0 2-16,0-2-2 0,-4 0 7 0,1-2-4 16,-1 2-2-16,-3-2-1 0,1-1-3 0,0 3-1 15,2-1 5-15,0 1-2 0,1-1 0 0,-1 1 1 16,1-2 2-16,-2 0-1 0,-1-1 6 0,3 1-6 16,-3-2 1-16,1 0-3 0,1 0 3 0,1 0 0 15,2-1 0-15,0-3 0 0,5-2-3 0,-2 1-2 16,1-2-1-16,-1 5-1 0,0-9-1 0,1-1 1 0,-2-2 2 15,3 0-1-15,1 0 3 0,0-3 0 0,3 2-4 16,-1-2 2-16,0 1-7 0,-1 2 9 0,1-3-6 16,2 4 7-16,-2 0-4 0,3 0 1 0,-1 1 2 15,2-1-1-15,1 1 1 0,0 1 1 0,5 4-1 0,-5-1 1 16,0 2-4-16,4 1 0 0,-5 0 3 0,6 3 0 16,-1-1 3-16,-3-1-2 0,3 1-4 0,-4 0 2 15,0 1 1-15,1 1-1 0,-2-11 1 0,2 5-2 16,-2 4-1-16,0 1 4 0,0 2-1 0,-2 0 2 15,1 2-3-15,1 1 1 0,0 2 0 0,3 1 0 16,0 1 0-16,-2 0-3 0,3 2 2 0,-7-1-3 16,3 2 3-16,3 0 2 0,-3 1-3 0,4 2 3 0,-2-1-4 15,-1-2 4-15,0 0 4 0,0 0-2 0,-1-2-5 16,0 2 4-16,1-2-5 0,0 0 5 0,3-1-3 16,-1-2-1-16,3 0 5 0,0-2-3 0,2 1 5 0,2-2-3 15,-1-1 1-15,-1-1-3 0,-1 0-2 0,0 0 7 16,3 0-5-16,-2 0 5 0,0 0-5 0,-1 0 0 15,-2 0 1-15,1-1-1 0,-1-1 1 0,-2 0 4 16,1-1-2-16,-1 2 2 0,1-1-5 0,-3 0 1 16,2 0 4-16,1 0-1 0,-1-1 2 0,0 0 1 15,-1-1-2-15,-1 2 4 0,-2-2 1 0,1 2 5 16,-5-1-6-16,4-1 6 0,1 1-3 0,-3-2 3 16,1 1-2-16,-3 1 1 0,-3-1-3 0,1 0-7 0,-2 0 4 15,0-1-5-15,0 1 0 0,1-1-6 0,-1 1 1 16,-1 1-6-16,1-1-16 0,-2 1-51 0,2-1-25 15,-1 1-37-15,1 0-364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26:30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13257 2953 70 0,'0'0'0'0,"-1"-1"8"0,0 0 78 0,0 0-13 15,0-1 1-15,0 1-41 0,-1 0-10 0,1 1-18 16,0 0 6-16,-1 0-3 0,-1 0 13 0,1 0-8 16,1 0 0-16,-4 1-1 0,0 0 5 0,1 2-9 15,-2 0 4-15,0 1-4 0,-1 0 3 0,-1 2 20 16,1-1-10-16,-2 0 13 0,0 1-20 0,2-2 4 16,-4 3 4-16,2-1 0 0,-3 1 3 0,0 0-1 15,-2 0-8-15,-1 2 4 0,2-2-8 0,-3 2 4 0,3-2 3 16,2-1-1-16,-2 2-9 0,1 1 8 0,-2-5-14 15,0 9 10-15,1-2-16 0,4 2 7 0,4-3 0 16,-1 2 2-16,-1 1-3 0,2 1 3 0,-3-2-5 16,3 2 4-16,3 0 1 0,-1 1-4 0,-1 1 9 15,2 1-7-15,-1 0 10 0,-8 0 0 0,2 1 0 0,5 2 1 16,1 0 5-16,2 2-1 0,1 0 2 0,0 1-2 16,1 3-3-16,2 0 5 0,1 0-1 0,1-2 1 15,2 0-3-15,0 2-8 0,0 0 4 0,1-2-4 16,2-1 7-16,0-2-4 0,1 0 2 0,-2-2-1 15,1 1 4-15,0 0-2 0,1-3-6 0,-10 2 5 16,10-2 2-16,1-1-2 0,3-1 1 0,-3 0-3 0,3-1-2 16,-2 0-8-16,-4-2 4 0,5 2-6 0,-4-4 0 15,-1 1 2-15,2-1-2 0,-3-3 3 0,1 2 3 0,1-5-3 16,-2 3 0-16,1-3-2 0,1-2-5 0,-1 5-23 16,1-2 2-16,0-1-12 0,3-2-37 0,-2-2-31 15,2-1-7-15,1-3-11 0,-1-2-73 0</inkml:trace>
  <inkml:trace contextRef="#ctx0" brushRef="#br0" timeOffset="502.41">13834 3406 1006 0,'0'-1'18'0,"-2"-1"36"15,1 0-51-15,0 0-15 0,0-1 1 0,1 1-7 16,0 0-7-16,0-1-9 0,0 2 0 0,0 0-2 16,0 0 5-16,0 0-2 0,1-1 9 0,-1 1-4 15,0 1 22-15,0 0 19 0,0 0-1 0,0 0 11 16,0 0 15-16,-1 0-1 0,0 0 7 0,-2 0-3 0,-5 0 17 15,-5 0-10-15,-1 1-4 0,-1 1-1 0,-2-1-12 16,0 2-5-16,-2 1-2 0,1 1-1 0,-2 2-9 0,0 1-1 16,-2 1-3-16,-6 5 0 15,5-1-13-15,-3-9 6 0,2 13-2 0,4 1 3 0,-4 0-4 0,3-1-7 16,6 3 4-16,1-3-3 0,1 2 9 0,5-2-7 16,-1-4 4-16,6 3-4 0,2-4 3 0,-8 0 1 15,4 0-6-15,1 0 6 0,4-2 6 0,1 2-3 16,3-1 4-16,0-1-6 0,1 0 4 0,-1 0 7 15,16 1-2-15,-2-2 2 0,2 1-8 0,-1 0 8 16,0-2-3-16,5 2 4 0,-3-1-7 0,2 0 8 0,0-1-7 16,-1-2 6-16,1-2-10 0,1 0-4 0,-1-1 3 15,0 1-3-15,-1 9 3 0,1-5-2 0,-1-3-9 16,0-4 2-16,1-1-26 0,-1-1-19 0,1-4-8 16,1-2-5-16,-4-1-33 0,2-3-4 0,-3 1 4 15,0 7-5-15,0-13-2 0,0-2-66 0,-5-2-15 0</inkml:trace>
  <inkml:trace contextRef="#ctx0" brushRef="#br0" timeOffset="834.9">14105 3331 1286 0,'0'0'6'0,"-1"-2"1"0,0 1 1 16,0 0-2-16,0 0 0 0,-1 0-10 0,1 1-3 16,0 0-2-16,0 0 3 0,0 1 8 0,-1 1-4 15,-2 16-1-15,-1 3-2 0,0 1-8 0,2 5 9 16,0-1-2-16,0 2 5 0,1 2 5 0,-2-4-1 16,-1 4 3-16,1 0-2 0,-2-4 7 0,1-2 6 15,2-3 1-15,-1-2 2 0,1-1 1 0,-1-2-12 16,0 0 0-16,2-1-4 0,0-1-1 0,-1-1-3 0,1 0 4 15,1-4-3-15,0 1 5 0,1-3-1 0,-1 0-1 16,1-2-1-16,0-1-11 0,0-1-13 0,0-1 0 16,0-1-7-16,0 1-25 0,0 1-24 0,0-1-9 15,0-1-2-15,0 1-27 0,0-2-33 0,0-2 10 16,0 1-18-16,1-11 13 0</inkml:trace>
  <inkml:trace contextRef="#ctx0" brushRef="#br0" timeOffset="1536.4">14162 3353 822 0,'-1'-1'33'0,"-1"0"35"0,1-1-14 0,0 1-1 16,0 0-5-16,0 0 2 0,-1 0-15 0,1-1-11 15,0 0-1-15,0 1-3 0,0 0-2 0,1 0-8 16,0-1 5-16,0 1-6 0,1 0 5 0,0 0-11 15,1 0 2-15,7-3-4 0,5 1 13 0,0 0-7 16,-1 2 5-16,1 1-5 0,0 0 3 0,1 0 2 16,2 0-1-16,-2 1 2 0,0 0 7 0,2 2-9 15,-2-1 8-15,5 2-8 0,-1-1 2 0,-3 1-1 16,1-1-3-16,-9 0 3 0,4 0 3 0,-4 0-7 16,-1-1 1-16,1 1-2 0,-6-3 7 0,0 2 0 15,0 0 4-15,1 0-5 0,-3-1-7 0,1 3 5 0,0 2-7 16,-1 2 7-16,-1-2-1 0,-4 5-6 0,-2-2 3 15,-5-2-5-15,-4 2 2 0,-1-1 4 0,1-3 0 16,2 0 1-16,2 2-6 0,1-2 3 0,1 0-6 0,2 2 5 16,-2-4-4-16,3 2-1 0,0 0-1 0,1-2 0 15,2-1 1-15,0 3 1 0,0-4 1 0,2 0-3 16,0 1-3-16,1-2 5 0,-1 3 3 0,1 0 0 16,-1 0-4-16,0 1 5 0,0-2-1 0,1 1 2 15,0 1-6-15,1 1 5 0,0-3-6 0,0 2 4 16,1-1 0-16,2 1-2 0,6 0 6 0,7 3-6 15,0 0 5-15,1-1-6 0,4 4 0 0,-2-7-1 0,1 1 1 16,1 2 0-16,-2 0 3 0,0 2-2 16,-5 0-1-16,3 3 1 0,-7-3-3 0,2 1 2 0,1 2 4 15,-4-2-5-15,1 3 1 0,-3-1-1 0,0-1 1 0,-4 1 4 16,1-1-2-16,3 0 3 0,-2-1 1 0,-3-2 0 16,0 0-1-16,0-1 0 0,-2 0-3 0,0-1 4 15,-3-1 1-15,1 0 1 0,-8 1 0 0,-8-2-3 16,0 1 0-16,-1-1-1 0,-4 0 4 0,-2-1-3 15,-1 0-2-15,0 1-1 0,5-1-1 0,0 2 0 16,-1-2 1-16,-1 0 0 0,2 1 0 0,3 0-5 16,0-1 5-16,0 0-4 0,1-1 5 0,2 9-1 15,2-4-4-15,3-2 2 0,-2-1-1 0,4-2 1 0,-1 1 0 16,0-1-1-16,4-1-9 0,-2 0 2 0,3 0-8 16,1 0 4-16,0 0-22 0,2 0-10 0,-2-1 0 15,1-1-5-15,1 1-8 0,-1-1 0 0,2-4-11 16,3-7 5-16,4-2-24 0,-2-3-21 0,17-1 3 0,4-3-14 15,3-4-31-15,3-1-86 0</inkml:trace>
  <inkml:trace contextRef="#ctx0" brushRef="#br0" timeOffset="1902.11">14826 3010 1165 0,'-1'-2'77'0,"0"1"-98"16,0-1 82-16,-1-1-44 0,-1-1-18 0,3 3-11 15,-3-2 5-15,1 1-7 0,1 1 8 0,0 0 0 16,0 1 7-16,-1 0-3 0,1 1 13 0,0 0-8 16,0 0-3-16,0 3 0 0,-3 10-3 0,3-4 21 15,1 3-5-15,1-3 10 0,2-1-4 0,0-1 5 16,4 3 3-16,3-1-1 0,10 1 3 0,1 1-7 15,0-3-2-15,1 2 0 0,1-1 5 0,2 0-11 16,2 2 7-16,3-1-10 0,-4 0-2 0,0 2 8 0,-2 0-9 16,-3 0 8-16,4 3-14 0,0 1 3 0,1 3 4 15,-2 1-3-15,0-1-4 0,-2 3-1 0,1 3 1 16,-2 0 1-16,1 6 3 0,2-2 4 0,-3 0-7 16,0 5 7-16,-8-4-4 0,-4 1-5 0,-2-1 7 0,-3-3-6 15,11 3 10-15,-9-2-4 0,-7 2-1 0,-11 1-1 16,10 2-6-16,-33 3-15 0,-9 7-11 0,-8 4-3 15,-7 5-65-15,-8 12-186 0</inkml:trace>
  <inkml:trace contextRef="#ctx0" brushRef="#br0" timeOffset="7590.83">27277 9231 131 0,'0'0'0'0,"0"0"35"16,0 0 16-16,0 0 15 0,0 0 5 0,0 0-27 16,0 0-12-16,-1 0-16 0,1-1 2 0,-2 0-6 15,1 0 4-15,0 0 1 0,0-1-1 0,1 1 0 0,-1 0 0 16,0 0 10-16,-1 0 1 0,1 0 3 0,0-1 0 15,0 1 2-15,0-1-1 0,-2 0 3 0,2-2 2 16,-2 0 2-16,-1 1 1 0,-1-3 0 0,-2 3 0 0,0-2-15 16,-2-2 1-16,2 2-6 0,-3 0-12 0,5 2 9 15,-5-1-6-15,2 3 7 0,0-1-11 0,-5-2 3 16,6 3-3-16,-3-2 4 0,2 0 2 0,-3 0-12 16,1-1 6-16,-1 2-6 0,0-1 6 0,2-2 7 15,-2-2-3-15,0 1 3 0,0 1-7 0,1 0-1 16,2 3 0-16,-3-2-1 0,0 2-1 0,2 1 6 15,-2 0-6-15,3-1 7 0,-1 2-6 0,-2 0 6 16,2 0 2-16,-3 0 1 0,1 2 1 0,0 0-4 0,-1 0-1 16,0 1 1-16,0 0-2 0,-1 1 4 0,2 0-5 15,-1 1 3-15,-1 1-13 0,2-1 4 0,0 1 5 16,-1 0-1-16,0 1 5 0,0 1-7 0,1-6 1 0,0 13-3 16,2-2 5-16,-2-3-8 0,2 4 2 0,-2-5-5 15,2 7 8-15,-3-2-4 0,2 2 4 0,1-1-5 16,-3 0 5-16,4 0 2 0,-4-3 1 0,4-1 0 15,-3 2 5-15,1-2-3 0,-2-1-2 0,2 1 0 16,1-2 2-16,5 2 3 0,1 0 0 0,1-2 0 16,1 0 0-16,-2 1 0 0,2-2-1 0,-5 0-1 15,0 2-4-15,3-1 12 0,1 1-9 0,-1-1 9 16,2 2-9-16,1-1-1 0,0 1 3 0,1-1-4 0,2 2 2 16,0-1 1-16,4 2-1 0,-1-4-1 0,2 3-5 15,-7-2 5-15,12 1-5 0,4-1 5 0,-4-2-1 16,1 1-4-16,0-1 4 0,-1-2-6 0,6 2 4 0,0-3 6 15,-3 0-2-15,4-3 2 0,-2-1-10 0,0 2 3 16,1-2-2-16,1 10 3 0,0-3-4 0,0-6 6 16,1-2-5-16,-1-1 5 0,3-2-6 0,-1 0-2 15,2-2 4-15,0-1-4 0,2-2 2 0,0 0-2 16,-2-2-1-16,0 0 1 0,0 0 2 0,-1 1 0 16,1 0 1-16,1-2 0 0,-4 3 5 0,-1-2-5 15,-1 1-1-15,-4 1 0 0,1-3-1 0,-2 2 1 0,-1 6 4 16,-1-10-2-16,0 1 0 0,-2-1 0 0,-1 0-2 15,-2-3 0-15,-1 2-1 0,-3-2-1 0,-1 0 1 16,0-1 1-16,9-3 5 0,-2-1-5 0,-6 0 2 16,-3-1-2-16,-1 1 4 0,-3 1-5 0,-1-1 1 0,-2-1-3 15,-2 3 3-15,-1-2 2 0,0 4-1 16,4-2 3-16,-12 3 0 0,-4 0-3 0,0 0 5 0,-1 4-5 16,-3 1-4-16,0 2 8 0,-1 2-9 0,1 2 9 15,-1 0-10-15,-3 1 5 0,3 3 1 0,-1-14 0 16,3 8-4-16,1 3 3 0,0 4-3 0,2 1 3 15,1 2 1-15,2 1-4 0,0 2 6 0,2 1-5 16,-1 2-3-16,4-2 1 0,1 1-9 0,2-5 5 16,4 14-25-16,-1-2-13 0,3 1-11 0,-4-2 1 0,2-1-34 15,2 1-37-15,3 0-6 0,2 1-17 0,1-3-72 16,2 1 5-16,3 0 15 0</inkml:trace>
  <inkml:trace contextRef="#ctx0" brushRef="#br0" timeOffset="8025.39">27974 9148 1082 0,'0'0'6'16,"0"0"-2"-16,-1-1 4 0,0 0 5 0,0-1-5 15,-1 2-3-15,1 0-7 0,0 0-1 0,0 0-2 16,0 2 11-16,0-1 0 0,-1 0 1 0,1 0 0 16,0 1 7-16,0 1 5 0,0-1 5 0,-3 6-1 15,3-4 5-15,-3 3 9 0,2-2-1 0,1-3 5 16,0 1-1-16,-3 3-23 0,2-1 5 0,-3 3-10 15,0-1 6-15,1 0-2 0,-2 3-7 0,-1 2 3 0,0 2-17 16,0 2 11-16,0 2-6 0,1-2 7 0,0 3-2 16,0-2-4-16,0 0 3 0,1 0-4 0,2-2 2 15,-1-1-2-15,1-2 6 0,0 0-6 0,2-2 5 0,0 0-1 16,0-1-2-16,1-1 2 0,0 0 3 0,0-1-12 16,0-1 1-16,0-1-7 0,0 0-11 0,0-2-4 15,0 0 1-15,0-2-3 0,1 1-12 0,0 1-21 16,0-1-10-16,1-1-5 0,-1 0-54 0,0-1-33 15,1 0-5-15,1-1-10 0,0-1-44 0</inkml:trace>
  <inkml:trace contextRef="#ctx0" brushRef="#br0" timeOffset="8243.59">28058 8864 1170 0,'-2'0'44'16,"1"0"-5"-16,0-1 32 0,0 0 3 0,0 0-9 15,0 0-25-15,-1 0-24 0,1-1-6 0,0 1-4 16,0 0-6-16,0 0-9 0,-1 1-2 0,1 0-4 16,0 0-13-16,1 1-10 0,0 0 0 0,0 0-5 15,0 1-13-15,0-1-13 0,0 0 1 0,0 1-5 16,1 1-3-16,0-1-16 0,-1-1 4 0,2 4-9 16,-1 0-6-16,0 2-46 0,0 0 18 0,0 1-20 15,1 1 50-15</inkml:trace>
  <inkml:trace contextRef="#ctx0" brushRef="#br0" timeOffset="8657.78">28165 9260 469 0,'0'0'60'0,"0"1"-8"0,-2 0 51 16,2 0 2-16,-4 12-8 0,-1 1-17 0,0-1 3 16,1 1-6-16,-2 1 3 0,0 0-19 0,-1-1-8 15,-1 1-7-15,-1-1 0 0,1 1-21 0,2-1-2 16,0-1 3-16,3-2-4 0,0-2 3 0,1-3-2 15,0 0-4-15,1-2 2 0,-1-1 1 0,2 0-2 16,-1-1-1-16,0 0-1 0,0 1-1 0,0-2-3 0,0 0 5 16,1 0-7-16,0 0-9 0,0-1-1 0,0 0-2 15,1-1 1-15,0 0 4 0,-1-1-3 0,5-12-2 16,-1-1 0-16,2 1 3 0,2-2-3 0,2 1 1 16,-9-1-3-16,11-3 2 0,-2 1 0 0,0 0 0 15,0 0 0-15,2 0 1 0,0 1 1 0,1 1 2 0,-1-1-1 16,0 3-1-16,0 2 0 0,0 2 0 0,-3 3 0 15,0 1 4-15,-2 2 2 0,0-2-1 0,0 2 2 16,-3 1-1-16,2 2-4 0,-1 1 1 0,0 1-2 16,1 3 6-16,-2 3-9 0,0 12 2 0,-1 0-5 15,1 1 3-15,-3-2-3 0,1 1 3 0,0-2-1 16,0-1 3-16,-1 3 4 0,2-4-6 0,-2-2 3 16,0-1-8-16,0-4 7 0,0 2-2 0,0-2 2 0,2-1-16 15,-2-1-9-15,2-2-8 0,1 1-1 0,0-3-36 16,0 2-19-16,2-2-9 0,0 3-7 0,0-1-71 0,2-1-108 15,2-1 6-15</inkml:trace>
  <inkml:trace contextRef="#ctx0" brushRef="#br0" timeOffset="8943.18">28750 9141 622 0,'0'0'140'15,"-1"0"288"-15,0-1-366 0,0-1-8 0,0 2-4 16,-1 0-2-16,1 0-14 0,0 0-1 0,0 0 5 16,0 2-4-16,-1-1-3 0,0 6-19 0,-4 10 3 15,0 3-7-15,0 4 7 0,2-4-12 0,-2 2 2 0,-1 2-4 16,1 1 0-16,-1 0 2 0,1-1-2 0,0 1 3 16,0-2 0-16,-1 1-5 0,0-1 3 0,0 0-2 15,0-1 11-15,2-1-7 0,2-2 7 0,-1-2-7 16,2 0 7-16,0-3-6 0,-1 0 0 0,1-1-1 15,0 1-3-15,-1 0 7 0,2 0-6 0,0-2 5 16,0-4-18-16,-1-2-13 0,2-2-9 0,0-2-2 0,0 1-49 16,0-1-50-16,0 0 0 0,0-1-19 15,2 1-20-15,-1-2-49 0,0-2-23 0</inkml:trace>
  <inkml:trace contextRef="#ctx0" brushRef="#br0" timeOffset="9325.29">28669 9190 557 0,'0'0'68'0,"0"-1"-8"0,0 0 59 15,0 0-3-15,0-1-4 0,0 1-26 0,0-1-13 0,0 0-2 16,0-1-5-16,1 1-6 0,0 0-13 0,1-1 1 16,-1 1-7-16,2-1-12 0,8-4 2 0,2 0-4 15,0 3 3-15,2 0-9 0,-1 3-10 0,0 0 5 16,3 1-6-16,-1 0 4 0,-1 1-7 0,3 1-2 15,-4 2-1-15,0-1-9 0,-1 2 10 0,-1 1-5 16,-3-1 6-16,0 1-9 0,-3-2 2 0,1 3 3 16,-2 4-2-16,0-1 0 0,-2 1 3 0,2-3-2 0,0 3 4 15,-3-1-1-15,-2-1-4 0,-1 2 3 16,-2 0-3-16,-3 0 1 0,-4 3 4 0,8-4-5 0,-12 0 6 16,-1-1-3-16,1-1 1 0,1 2 0 0,1 2 0 15,1-3-6-15,2 0 2 0,0 0-1 0,1-2 1 0,1-1-8 16,2-2 2-16,0 0-2 0,0-1 2 0,2 0 0 15,1-2-4-15,0 0-3 0,2 0-2 0,0 0-16 16,-2 2-7-16,1-1-1 0,-1 0-1 0,1 1-14 0,0-2-48 16,1 0-2-16,0 0-20 0,1-1-51 0,2 0-45 15,4-1-35-15</inkml:trace>
  <inkml:trace contextRef="#ctx0" brushRef="#br0" timeOffset="10109.27">29339 9261 449 0,'0'0'330'0,"0"0"-418"0,-1-1 393 16,0-1-209-16,0 1-23 0,0 0-26 0,-1 0-13 15,1 0-3-15,0 0-30 0,0-1 3 0,0 1 1 0,1 0 0 16,0 1-4-16,0 0-7 0,0-1 0 0,0 1-4 15,0 0 3-15,-1 0-3 0,-1 0 4 0,1 0-3 16,0 0 9-16,0 0 12 0,0 0-6 0,0 0 8 16,-1 0-1-16,1 0 7 0,0-1 1 0,0-1 1 15,-2 1 2-15,1 0 7 0,0 0 0 0,-1 0 0 16,1 0-17-16,0-1-4 0,-1 1-1 0,1 0 0 16,0 0-1-16,0 0-1 0,1 0-3 0,0-1 0 0,0 1-4 15,0 0 4-15,0 0-4 0,-1 0 5 0,1-1-8 16,0 2 3-16,0 0 2 0,0-1 1 0,0 0 5 15,-1 0-5-15,1 0 4 0,0 0-4 0,0-1 0 0,0 1 6 16,0 0-6-16,-1 0 5 0,1-1-3 0,0-1 2 16,0 1-4-16,-2-4 2 0,1 0-6 0,1 3 2 15,1 0 1-15,-1 0 0 0,1 0-2 0,-1 0-1 16,-1-1 1-16,2 3-2 0,-1-2 8 0,0 0-5 16,1 2 4-16,0 0-4 0,0 0 4 0,-1-2-2 15,0 1 2-15,0 0-1 0,-1 0-2 0,1 1 3 16,0 0 0-16,0 0 1 0,0 0 2 0,-1 0 2 15,0 1-1-15,0 0 1 0,-1 0-4 0,1 1-3 0,0 0-2 16,-1 2 0-16,-6 15 2 0,2-1 2 0,0 0 1 16,1 2-1-16,0-1-9 0,0 0 7 0,0 4-4 15,2-4 5-15,0 2-2 0,2-2-5 0,1-3 5 16,-1 1-4-16,2-2 7 0,0-4 1 0,2 2-1 0,-1-4 1 16,0-1 6-16,0-1 0 0,0 0-2 0,0-2 2 15,2 0-3-15,-2-1 0 0,1-2 1 0,5 5 0 16,5 1-5-16,-1-2 0 0,2-2-1 0,0-2 0 15,2-1 0-15,0-1 0 0,3-2-3 0,1-3 1 16,-2-1-9-16,4-4 7 0,-2 2-3 0,1-3 3 16,1 11-6-16,-1-15 4 0,2 1 0 0,-2 2 0 15,-4-1-1-15,-1 0 4 0,-2 0-3 0,-1-3 4 16,0 2 2-16,-5 1-2 0,2 3 2 0,-3 1-2 0,-1 0-2 16,2 5 3-16,-5-3-2 0,1 6 2 0,-1-3-6 15,-2 4-3-15,1 0 4 0,0 1-3 0,0 0 3 0,2-1 3 16,-1 0-1-16,0 1 4 0,0 0-4 0,-1 1-2 15,0 1 0-15,0 8 0 0,0 10 2 0,-1 2 0 16,0 1 3-16,-1-1-1 0,0-1-1 0,1-1-3 16,0-1 0-16,0-2-2 0,1 1-1 0,2-3 2 15,0 0-8-15,2-2 4 0,1 0-21 0,1-2-18 16,-6 0 1-16,14-4-8 0,-1 0-6 0,4-3-30 16,-2-1-7-16,4 8-11 0,0-4-49 0,2-4-30 15,-1-3-16-15</inkml:trace>
  <inkml:trace contextRef="#ctx0" brushRef="#br0" timeOffset="10527.96">30340 8931 665 0,'0'-1'329'0,"0"0"-423"0,-1 0 390 0,0-1-209 16,0-1-26-16,-1 0-23 0,0-3-4 0,1 3-5 15,0 1-4-15,-1 0-9 0,1-1 3 0,0 2-8 16,0 0-4-16,-1 0-6 0,-1 0 2 0,1 1-3 0,0 0 2 16,-1 0 3-16,-3 2 1 0,-1 3 0 0,-1 2-3 15,0 6 1-15,1 2-3 0,-3 2 3 0,2-1-6 16,0 0 6-16,0 2-1 0,1-1 4 0,-3 3-5 0,1 0 5 16,1 3-3-16,-2 2 3 0,0 1 2 0,0 1-5 15,1 0 6-15,-1 1-7 0,6 0 2 0,-3-1-1 16,-3 0 0-16,5-1 2 0,-4-2 6 0,7-2 1 15,1-1-1-15,-2-2 2 0,-7-1 8 0,4-2-4 16,3-2 4-16,3 0-5 0,0-1 0 0,3-1 6 16,0 0-4-16,2-3 4 0,1-1-17 0,-4-1 1 15,11-2-2-15,0 0 1 0,0-2-6 0,2 1 0 16,2-2 1-16,-2 9-1 0,0-4-7 0,-1-4-6 16,-1-1-5-16,1-2 1 0,-2-2-12 0,1-1-17 0,-1-2 1 15,-2-1-8-15,1-1-13 0,-2 5-26 0,0-11 0 16,-1-1-10-16,-2 0-16 0,-1 0-34 0,-1-2-14 15,-1 2-10-15,0 0-82 0</inkml:trace>
  <inkml:trace contextRef="#ctx0" brushRef="#br0" timeOffset="10777.37">29880 9201 1523 0,'0'-1'25'0,"-1"-1"-2"16,0 1 9-16,0 0-6 0,0 0-4 0,-1 0-27 15,1 0-2-15,1-1 4 0,0 1-2 0,1 0 11 0,1 1-1 16,6 0-2-16,15 2 0 0,3 2-6 0,1-1 8 16,6 3-3-16,0 0 5 0,0-2-9 0,5 2 2 15,-4-3 0-15,0-2 1 0,1 2-6 0,-2-3-27 16,1 0-17-16,3-3-6 0,0 0-94 0,9-3-135 15,2-4-77-15</inkml:trace>
  <inkml:trace contextRef="#ctx0" brushRef="#br0" timeOffset="11927.44">31508 9256 570 0,'0'0'147'0,"0"-1"-197"0,0 0 180 0,0 0-99 15,-1-2 3-15,-1 0-26 0,1-3 3 0,1 3-11 16,-1 1 0-16,0 0 7 0,1-1 1 0,0 1 2 16,0 1-7-16,0-2 10 0,0 1-3 0,0 0 7 15,0-1 4-15,0 1 20 0,0 1 1 0,0 0 8 0,0 0 17 16,0-1 0-16,0 1-2 0,0 0-1 0,0 0-10 15,0 0-20-15,0-1 4 0,0 1-8 0,0 0-1 16,0 0-6-16,0 0-2 0,0 0-1 0,-1-1-8 16,0 1 2-16,-1 0-3 0,1 0 0 0,0 0-13 0,0 0 7 15,0 1-5-15,-1 0 4 0,0 0-4 0,-10 5-2 16,2-2 0-16,-3 17 0 0,-2 1 4 0,0 1-4 16,-1 1 5-16,2-1-5 0,-1 0 2 0,2-2 0 15,0-1 2-15,1-2 0 0,1-2 3 0,4-1 3 16,0 0-8-16,1-1 4 0,2 0-7 0,-1-1 5 15,0-1 0-15,2 0 3 0,-1 0 10 0,2-1-7 16,1 0 8-16,-6-1-8 0,2-1 10 0,1 0 2 16,3 0 1-16,1 0 0 0,0-2 3 0,1 1 0 0,3 0-7 15,-2-3 5-15,18 2-10 0,3-1 3 0,1 0-2 16,2-2 1-16,5-2-13 0,-1 15 6 0,1-8-2 16,1-3 2-16,-2-3 0 0,-2-2-7 0,-1 0 1 15,-3 0-4-15,-4-1 1 0,-1 0 4 0,-2-2-1 0,-2 2 3 16,-1-1-4-16,-4 1 1 0,0-1-2 0,-2 1 1 15,-1 0-5-15,-2 0-25 0,1-1 1 0,-3 0-14 16,2 0-42-16,-2 0-64 0,0 1-19 0,-1-3-19 16,0-4-116-16</inkml:trace>
  <inkml:trace contextRef="#ctx0" brushRef="#br0" timeOffset="12261.55">31254 9385 1719 0,'0'-1'17'0,"0"0"-1"0,-1 0 16 16,-1 0-8-16,1 0 2 0,1-1-28 0,0 1 2 15,1 0 1-15,2 0 2 0,6-4 4 0,10 0-7 16,2 2 5-16,3 3-5 0,2 0 4 0,1 1-6 0,2 3 0 15,-3-2-1-15,-1 0 3 0,-3 1-1 0,-2-2 0 16,-1 0 1-16,-2-1 0 0,-4 0 1 0,-2 0 2 16,-2 0-1-16,-2 0 2 0,0 0 3 0,-1 0-2 15,-2 0 3-15,-1-1-6 0,1 1-4 0,-2 0 2 0,1 0-3 16,-1-1 8-16,0-1-14 0,1 1-3 0,-1-1-8 16,0 0-33-16,1 0-30 0,1-1-11 0,1-1-7 15,-1 0-41-15,-2-3-109 0,0 1 23 0,1-1-60 16,0 3-58-16</inkml:trace>
  <inkml:trace contextRef="#ctx0" brushRef="#br0" timeOffset="12510.83">31498 9201 604 0,'0'0'50'0,"-1"0"-7"16,0 0 36-16,-1 0 6 0,-2 0-12 0,-6 1-13 0,2-1 7 16,1 1 3-16,3-1 1 0,-1 0-2 0,3 0-18 15,0 0-9-15,0 1 1 0,0 0-4 0,1-1 0 16,-1 2 9-16,1-2-7 0,1 0-3 0,0 0-3 15,1 0-9-15,2 0 6 0,19 0-12 0,-1-3 7 16,2 0 3-16,0-3-1 0,2-2-6 0,2-1 0 16,2 1-3-16,0 1 3 0,0 0 4 0,0 1-10 15,1 0 6-15,-1 0-7 0,1 2 2 0,-1-1-8 16,0 2-1-16,1 0-2 0,-2 2-7 0,-6 1-1 0,-4 0 0 16,-3 0 0-16,-5 0 1 0,-2 0-8 0,-2 1-12 15,-2 0 2-15,6 2-26 0,-7-3-36 0,-1 0-5 16,0 1-21-16,0 0-115 0</inkml:trace>
  <inkml:trace contextRef="#ctx0" brushRef="#br0" timeOffset="13829.7">28317 5785 554 0,'-1'0'0'0,"0"-1"19"0,0-1 167 0,0 1-82 0,-2 0-1 16,1 0-102-16,1 1-4 0,-4-1-12 0,-1-1 5 16,-1 2-6-16,0 0 5 0,-2 0 8 0,-3 2 1 15,-1 0 2-15,-3 0 0 0,2 1 7 0,-4 0-2 16,1 1 6-16,0-1 1 0,-2 0 12 0,1-1-2 15,0-1 6-15,-6 2 5 0,3-2-4 0,-2-1 1 0,1 1-4 16,3 0-9-16,-2 0 5 0,0 0-5 0,0 2 4 16,-2 0-11-16,2 1-6 0,0 1-1 0,0 2-1 15,0 0-2-15,-2 2 7 0,0 2 3 0,3-2 1 16,0 2 3-16,1 0 1 0,3 0-5 0,0-9 2 16,2 14-13-16,3-1 9 0,1 4-5 0,1 0 7 0,0-1-7 15,5 3-6-15,0 1 5 0,1-1-4 0,0 0 4 16,0-2 3-16,-2 0 0 0,3 1 2 0,-1 0 7 15,-8-3-7-15,5 1 5 0,3-2-3 0,3 0 6 0,2 1 7 16,-1-3-6-16,1 0 7 0,2 1-4 0,0-2-3 16,3 2 3-16,1-2-3 0,1 1 0 0,-4 0 0 15,10 0 1-15,4 0 0 0,3-2-1 0,2 0-3 16,-2-2-1-16,1-1 0 0,0-2 1 0,0-3-6 16,1 0 3-16,2-2-3 0,1 1 7 0,0 12-3 15,3-7 5-15,-1-4-4 0,1-4 6 0,1-2-2 16,-8-1-6-16,5-2 4 0,-2-1-7 0,0-2-4 15,1 0 4-15,-4-2-4 0,-1 1 3 0,-3-2 1 16,-2 10-4-16,1-14 4 0,-2-4 0 0,0-1-6 0,-2-1 9 16,0 0-9-16,-2-4 0 0,-3-1 4 0,-2-3-2 15,-1-3 3-15,-2 0-2 0,-2-1 1 0,-1-1-1 16,16 3 2-16,-10 0 0 0,-7 2-7 0,-1 2 1 16,-4 2-3-16,-2 1 15 0,-1 3-10 0,-3 1 4 0,0 4-6 15,4 0 0-15,-12 4 4 0,-2 0-4 0,-3 2 2 16,-1 2-5-16,3 3 4 0,-5 1 2 0,1 3 0 15,1-14-8-15,-2 8 2 0,6 5-4 0,0 2 4 16,-2 1-1-16,6 2-16 0,-3 0 1 0,7 2-9 16,1 1-19-16,3-2-15 0,3 1-12 0,1 1-4 15,1 6-58-15,-5 1-14 0,3-2-25 0,3 1 2 16,1 0-110-16</inkml:trace>
  <inkml:trace contextRef="#ctx0" brushRef="#br0" timeOffset="15129.29">29262 5921 1324 0,'0'-1'13'0,"0"0"-14"0,-1 0 12 15,-1-2-5-15,1 1 3 0,0 0-47 0,0-1 7 16,1 1-21-16,0-1 7 0,0 2-15 0,0 0 6 16,0 0-7-16,-1 1 24 0,0 0 20 0,-1 0 8 15,1 1 2-15,-1 0 13 0,-1 0 16 0,-6 4 0 0,-3 1 9 16,-1 0 18-16,3-1-8 0,-3 1 6 0,-1 1-7 16,4-3 5-16,-4 5-14 0,4-2 2 0,1-5-8 15,-2 10-10-15,2 3 7 0,2-2-6 0,3 3 7 16,-1 4-13-16,3-3 0 0,-10 3-5 0,4-3 4 15,2-1 0-15,2 0 4 0,1 1 3 0,1-1-1 16,2-2 3-16,0-1 3 0,3 0 3 0,0-2 0 0,2 0 6 16,1-1 1-16,-3-2-6 0,15-1 5 0,-1-1-1 15,0 0-12-15,2-3 5 0,1 1-9 0,-1 8-2 16,1-4-9-16,-1-3 3 0,-3-3-5 0,1-1 1 16,-2-1 12-16,-1-1-9 0,0-1 9 0,-1-1-10 0,-1-1 8 15,-2-1-3-15,1-2 3 0,-3 4-1 0,0-7-5 16,1-7 5-16,-3 5-5 0,-1-5 6 0,0-2-8 15,0-1 6-15,-4-4-7 0,0 1-2 0,0 1 5 16,12 1-8-16,-6 2 7 0,-2-2-3 0,-3 0-5 16,-2 1 4-16,-2 2-8 0,-2 1 1 0,0 3-1 15,-1 0 1-15,-1 2-1 0,-1 1 3 0,0 1-3 16,0 2 0-16,-8 2-1 0,-2 1 1 0,1 2 3 16,-2 2 1-16,3-10 1 0,-2 4-2 0,0 4-2 15,0 3-3-15,0 1 1 0,0 2-10 0,1 3-7 0,0 1-5 16,2 1-1-16,3 1-13 0,2-3-2 0,6-3 0 15,-3 4-4-15,1 0-30 0,3-1 11 0,2-1-5 16,0-2 10-16,0 0 14 0,2-1-23 0,7 3 0 16,9 2-11-16,2-5-21 0,0-3-19 0,3-3-24 0,-1-1 4 15,0-2-49-15,-1-1 114 0,2 0 8 0,-1-1 34 16,2-2 45-16,0 1 6 0,0-1 4 0,1 0 0 16,-3 2 3-16,0 1-3 0,2 0-1 0,-3 1 1 15,0 0-2-15,-2 2-13 0,-1 0 4 0,-2 2-5 16,-2 0 15-16,-1 2 24 0,-3 0 7 0,-3 1 9 0,-3 0 38 15,0 0 7-15,-2 0-7 0,-1 0 6 0,1 0-12 16,-1 0-8-16,1 0 2 0,0 0-7 0,1 0-22 16,-2 1-14-16,0 0-7 0,0 0 0 0,-1 1-11 15,0 0-6-15,0 0 2 0,-3 9-4 0,-3-1 0 0,-1 1-4 16,-1 1-2-16,-1 0 0 0,8 0-7 0,-9 1 6 16,1 2 1-16,0-1 1 0,1-1 0 0,2 1-3 15,-1 0-2-15,0 0 2 0,3 1 3 0,-2 0-3 16,2-5 5-16,-1-1-4 0,1 0 5 0,2-4 5 15,0 4 2-15,-3-2 1 0,1-1 1 0,2-1-2 16,1 0 5-16,1 0-3 0,0-3 2 0,0-1-3 16,1 4-6-16,0-3 4 0,0 1-2 0,1-3-11 15,9 8 6-15,2-2-7 0,0-4 7 0,1-2-6 0,2 0 1 16,-1-4-1-16,5-3 5 0,-4-2-7 0,1 0 5 16,-1-1-5-16,-2 8 11 0,1-11-8 0,-3 1-1 15,0-2-2-15,0 1 4 0,-3 3-3 0,0-2 5 16,-3 3-6-16,-1 0 5 0,0 1-1 0,0 2 4 0,-2 2-1 15,0 0 9-15,-1 2-2 0,-1 2-6 0,2-3 4 16,-1 1-3-16,0 0-7 0,1 0 2 0,-2 1-4 16,0 0-3-16,0 1 0 0,0 0 0 0,0 1 1 15,-1 0-1-15,6 16 1 0,-1 2 0 0,-1-2 2 16,-3 0 2-16,0-3-2 0,0-1-1 0,1-1-1 16,0-5-3-16,0 1-4 0,0-1 6 0,0-3-6 15,0 0 7-15,0-1-11 0,1-1 1 0,0-1-4 16,8 1-7-16,0-2 1 0,4-2-3 0,0-4 2 0,4-4-5 15,-1 3 7-15,1-15-5 0,0 1 5 0,-5-2-10 16,5 0-8-16,0 1 7 0,-2-1-7 0,2-1 10 0,-2 0 8 16,-1 0-3-16,1-1 5 0,-2 3 7 0,-2-4 8 15,0 2-2-15,-4 4 4 0,-1-3 6 0,1 5 6 16,-3 1 1-16,-1-2-1 0,1 5 1 0,-3 0 2 16,0 2 6-16,-2 2-3 0,2 6 6 0,0 2-14 15,0 0 3-15,-1 0-7 0,0-1-4 0,1 2 12 16,-1 0-10-16,-1 0 12 0,0 0-1 0,1 1-3 15,-1 0 7-15,0 1-7 0,0 1 2 0,1 14-4 16,-2 7-1-16,-1 1-1 0,-1 1 3 0,-3 4-7 0,1 0 1 16,-2 3-4-16,0 1-1 0,-1 1 0 0,-2 1 0 15,2 3 0-15,-1-1 1 0,1 0-2 0,0-1 0 16,0-3-1-16,1-3 7 0,1-3-5 0,2-3 0 16,1-1-4-16,0-3-7 0,2-6-5 0,0-2 1 15,0-4-7-15,0-2-34 0,0-5-97 0,0 1-11 0,0-1-33 16,2 2-93-16</inkml:trace>
  <inkml:trace contextRef="#ctx0" brushRef="#br0" timeOffset="16481.11">30036 5915 882 0,'1'0'130'0,"-1"0"35"0,1-1-46 15,0 0-72-15,0 0-2 0,9-4-5 0,11-2-19 16,5 1 1-16,1 1-6 0,-3 2-8 0,-2 2-4 16,-1-1 1-16,-1 1-2 0,-3 0-3 0,1 1 2 15,-3 0-3-15,1-1 2 0,-3 0-2 0,-4 0 2 16,-2-1 0-16,-4 1 2 0,2 0 4 0,0 0-2 16,-2 0 4-16,0 0-3 0,-1-1 9 0,0 0 8 15,0-3-1-15,-1 2 2 0,2-2-1 0,0 2-6 16,-2 0 0-16,0 1-1 0,0 0-4 0,0-1-18 0,1 1 3 15,-1 1-6-15,0-1 9 0,0 1-3 0,-1 1 3 16,0 1-2-16,0 2 0 0,-1 9 0 0,-1 8 0 16,-2 3 1-16,-1 2-6 0,1 2 9 0,-1 1-2 15,-1 0 4-15,0 3 3 0,1-2-7 0,1-1 1 0,-1 1-1 16,2-5 1-16,-1-1 1 0,2-4-2 0,-1-2 0 16,2-3-1-16,0 0 3 0,0-1-2 0,0-4 3 15,-1 0-3-15,1-1 1 0,1-2-1 0,0-1 2 16,0-2-2-16,0-2 1 0,0 1 4 0,0 0-3 15,0 0 9-15,0 0-5 0,0-1-1 0,0 0-3 16,0-1-7-16,0 0 4 0,0-1-3 0,0 0 3 0,3-17-5 16,0-4 2-16,2-3 3 0,2-3-1 0,1-3 1 15,0 0-2-15,1 2 1 0,-1-4 0 0,0 3 1 16,1 0 0-16,2 1-1 0,-2 3 1 0,2 1-3 16,1 4 7-16,0 0-3 0,-1 3 6 0,0 2-6 0,-8 3 6 15,10 2-2-15,-1 2 4 0,0 2 0 0,-5 2-2 16,2 3 2-16,-2 1-1 0,2-5 4 0,-1 1 1 15,-2 3-6-15,4-1 4 0,-1 3-10 0,-4 0-10 16,3 3 5-16,-6-1-6 0,3 5 8 0,2 11 3 16,-6-2-5-16,-1 2 3 0,-5-1-6 0,-2 0 8 15,-2-2 0-15,-3 2 3 0,-8-3-1 0,-1-4-1 16,2 0 5-16,4-3-4 0,0-1 5 0,4-3-3 16,3 4-4-16,0-2 0 0,3-2-1 0,1 0-4 0,1-1 6 15,1-2-6-15,0 3-3 0,0-2-5 0,-1 0 0 16,2 0 2-16,0 0 12 0,0 0-5 0,0 1 2 15,1-1-3-15,0 0 9 0,1-1 0 0,0 0 3 0,2 0-3 16,14-2-8-16,1-2 2 0,-2-1 2 0,0 1 2 16,1-1 6-16,-3 0-7 0,1-1-3 0,-1 1 0 15,-1-1 1-15,2-1-2 0,0 0 5 0,-1-1-3 16,1 0 8-16,-1 0-5 0,-1 0 1 0,0 7-3 16,1-12 2-16,-2 1-2 0,-1 0 3 0,0 0-3 15,-1 2 2-15,-1 0-2 0,-1 2-1 0,-1 0 0 0,-1 3 2 16,-1 1 5-16,-3-1 0 0,1 4 1 0,-3-1-5 15,1 1-1-15,1-1 1 0,1 0-1 0,-1-1-6 16,0 2 5-16,0 0-4 0,-1 0 4 0,0 0 4 16,0 1-3-16,-1 1-1 0,0 1 0 0,-1 10-1 15,-4 9-2-15,-2 0 5 0,0 3-4 0,0-2 2 0,0 0 0 16,2 0 0-16,2-2 0 0,-1-3 0 0,2-2 5 16,1 0-4-16,-1-4 5 0,2-2-5 0,0-2 3 15,0-5 2-15,0 0 2 0,0 3 10 0,0-3-9 16,2 3 0-16,-1-3-4 0,1 1-2 0,-1-3 2 15,10 3 3-15,1 0-3 0,-1-3-6 0,2-3 5 16,0-1-9-16,1-5 9 0,1 0-6 0,-2 4-1 16,1-12 6-16,-3 1-3 0,1 0 0 0,-1 1 3 0,-2 0-3 15,1 1 4-15,-2 0-4 0,-2 0 3 0,0 1-1 16,-4 1 2-16,0 2 4 0,-1 0-4 0,1 2 2 16,3 1-4-16,-2 2-4 0,-2 2 3 0,0-1 2 15,-1 3-1-15,0 0-11 0,1-1 4 0,1-1-5 16,-1 2 7-16,0 0 1 0,-1 1 1 0,0 1-5 0,0 2 5 15,-2 5-2-15,-3 11 3 0,1-3 0 0,1 0 0 16,0 1 1-16,2-1-5 0,0-1 5 0,1-4-4 16,0 0 6-16,1-5 7 0,0-2-3 0,1 0 4 15,-2-3-7-15,1 1 1 0,9 6 0 0,6-3 1 16,-3-2-3-16,3-3-11 0,-1-3 3 0,-2-1-7 16,6-6 0-16,-1 0 3 0,1 4-3 0,-1-12 4 15,-1-2 5-15,-3-1 3 0,0-2-2 0,-1 0 2 0,1-3 2 16,-5 2-1-16,2-2 0 0,-2 0-1 0,-1-1-3 15,-1 0 7-15,-2 1-4 0,1-3 5 0,-1 4-8 0,1 0 3 16,-4 0 0-16,1 3 2 0,-1 0 1 0,-1-1-6 16,11 5-1-16,-5 3-3 0,-2 0 0 0,-3 3 9 15,-1 3-2-15,0 2 4 0,-1 0-4 0,0 2 3 16,0 3-2-16,0 1 2 0,0 0-6 0,0-2 1 16,0 1-1-16,0-1 0 0,0 2-7 0,0 0 10 15,0 1-3-15,-1 1 4 0,0 2 0 0,-6 18-1 16,0 5 4-16,0 4-4 0,0 1-2 0,1 2 2 15,-1 1-1-15,-1 0 0 0,-1 1-5 0,2-5 8 16,-1-1-2-16,1-2 3 0,-1-2-8 0,1-3 8 0,1 0-3 16,1-3 4-16,2 0-4 0,1-4-4 0,2-2 2 15,2 0-3-15,-1-2 5 0,1-2-5 0,2-2-3 16,-1-1 1-16,1-1-9 0,-1-2-38 0,8 0-12 16,1 5-16-16,-1-3-95 0,2-3-177 0</inkml:trace>
  <inkml:trace contextRef="#ctx0" brushRef="#br0" timeOffset="16733.39">31001 5664 1426 0,'0'0'55'0,"0"-2"119"0,0 1-162 0,0 0 7 16,1 0-6-16,0 1 4 0,6 0-8 0,18 6 6 15,3 1-1-15,2 1 2 0,-2-1-11 0,0-1 5 16,2 1-4-16,-3 0 3 0,-3 0-16 0,-1 0-18 16,-2 0 1-16,-2-2-8 0,1-2-8 0,-2 0 4 15,4-2-6-15,1-1 6 0,4-2-3 0,0-3-13 16,0-3 5-16,3-3-8 0,-2-2-11 0,1-2-42 16,2 14-28-16,-4-19-9 0,1 1-126 0</inkml:trace>
  <inkml:trace contextRef="#ctx0" brushRef="#br0" timeOffset="17181.93">32185 5724 1580 0,'0'-2'30'15,"0"1"-3"-15,0-5 34 0,0-10-11 0,2-3 3 16,1 3-42-16,-1 1-3 0,2 4-4 0,-2 0 1 15,0 1-10-15,2-5 5 0,-2 1-2 0,-1 4 2 16,1-2-9-16,-2 1 0 0,0 0-4 0,0-1 3 0,-2-1 4 16,0 2 5-16,-3 1 3 0,0-2-1 0,-1 1 5 15,-1 2 4-15,3-2 0 0,-10 3 1 0,-1 1-4 0,-1 1 5 16,0 0 0-16,1 3 1 0,-2-1-3 0,-2 3-2 16,5-8-1-16,-5 2 1 0,-2 2-10 15,2 5 2-15,-6 2-1 0,2 4 1 0,2 4-3 0,-2 4-1 16,0-7 1-16,2 16 1 0,0 3 2 0,2 4-3 15,-1-1 0-15,1 4-1 0,2 2 7 0,-2 0-4 16,3 2 2-16,-1-3-3 0,3-2 2 0,4-3 0 16,1-2-6-16,4-1 4 0,4 0-4 0,-13-3 7 15,7 0 2-15,5-3 1 0,2 2-2 0,3-1 11 16,3-2-4-16,3 1 6 0,2 0-5 0,-10-3 5 16,17-1 1-16,2-3 2 0,3-5 4 0,2-1-6 0,2-2 1 15,2-1-2-15,3 1-6 0,5-2 11 0,1-1-7 16,2-1 10-16,0 17-1 0,-3-11-4 0,-2-6 0 0,-3-1-5 15,-2-3-8-15,-4-1-2 0,-1-1 0 0,-2 1-3 16,0-2-12-16,-6 1-19 0,1-1-16 0,-4 2-4 16,-7 0-87-16,-1-1-117 0,-3-3-49 0</inkml:trace>
  <inkml:trace contextRef="#ctx0" brushRef="#br0" timeOffset="30458.73">25332 7834 51 0,'0'0'0'0,"0"0"4"0,0 0 48 0,0 0 7 15,0 0 4-15,0 0-11 0,-1-1-4 0,1 0-10 16,-2 0 8-16,2 0-2 0,-1-1 17 0,1 1-15 16,-1 0 4-16,0 0-6 0,1 0-7 0,0 0-13 15,0-1-5-15,0 1-1 0,0 0 0 0,0 0 4 16,0 0-2-16,0 0 4 0,0-1 9 0,0 1 9 15,0 0-2-15,0 0 1 0,-1 0-14 0,0-1-8 16,1 1 9-16,-2 0-7 0,1 0 10 0,1 0-5 0,0 0 0 16,0-1-1-16,0 1-5 0,0 0-3 0,0 0-4 15,0 0 1-15,0 0-3 0,0-1 5 0,0 1 3 16,0 0 1-16,0 0 7 0,0 0-9 0,0-1 1 0,0 2-2 16,0 0 1-16,0-1-2 0,0 1-4 0,-1-1 3 15,1 1-9-15,0 0 4 0,0 0 2 16,0 0 1-16,0 0 3 0,0 0 2 0,0 0-6 0,0 0 4 15,0 0-10-15,0 0-3 0,0 0 6 0,0 0-4 16,0 0 9-16,0 0-4 0,-1 0 1 0,0 0-2 16,0 0 1-16,-1-1-1 0,1 1 1 0,1-1 0 15,-1 1 0-15,0 0-6 0,1 0 1 0,0 0-3 0,0-1 4 16,0-1-1-16,-1 1-2 0,-1 0 2 0,1 1 0 16,0 0-2-16,0 0 5 0,0 0-5 0,0 0 1 15,-1 0 7-15,1 0-8 0,0 0 8 0,0 0-9 0,0 0 9 16,0 0-1-16,-1 0 2 0,1 0-3 0,0 0-5 15,0 0-2-15,0 0-1 0,-1 0 4 0,1 0-2 16,0 0 5-16,0 1-6 0,0 0-2 0,0 1 1 16,-1 0-2-16,1 0 1 0,1 1-3 0,-2 6 3 15,0 2 1-15,0-1 2 0,1 3 3 0,0-2-8 16,1-1 2-16,0 1-2 0,0-2 9 0,0 1-7 16,0-2 0-16,0 0-4 0,1 0-2 0,0 1 8 15,2 0 0-15,0-1 2 0,1 1-4 0,-1-1 2 16,1 0-4-16,1 0 2 0,-1-1 0 0,1 2-2 0,0-1 5 15,-1-1-4-15,1 0-1 0,-1-2 5 0,-1 0-2 16,2 1 4-16,-2-1-5 0,1 0 0 0,-2-1-1 16,1 0 2-16,-2-2-1 0,0 1 2 0,0-1 2 15,3 4 0-15,-2-1-1 0,-1-3-1 0,0 0-2 0,0 1 0 16,1-1-3-16,-1 0 2 0,-1 0-4 0,0-1 5 16,0 0 1-16,0 0-2 0,2 1 3 0,1 1-3 15,-1-1 5-15,-1 0-4 0,1 1 0 0,0-1-1 16,0 1 2-16,0-1-5 0,-1 0 4 0,2 1-6 15,-1-1 12-15,1-1-10 0,-1 1 4 0,0 0-6 16,1 0 7-16,-1 0-19 0,0 0 5 0,1 0-11 0,-1-1-5 16,0 1-9-16,1 1-10 0,-1-1 1 0,0 0-20 15,1 1-67-15,-1-2-10 0,0 1-26 0,1 0-89 16</inkml:trace>
  <inkml:trace contextRef="#ctx0" brushRef="#br0" timeOffset="31026.35">25636 7964 306 0,'0'0'112'0,"0"0"31"0,-1-1-63 0,0-1-63 0,0 1-8 16,0 0-18-16,-1 0 9 0,1 1-9 0,1 0 9 15,0 0-1-15,0 0-4 0,0 0 5 0,0 0-2 16,0 0 2-16,0 1-3 0,0 0 2 0,0 0-1 16,0 1 18-16,0-2 47 0,0 0 0 0,0 0 16 15,0 0 8-15,0 0-10 0,0 0-5 0,0 0-2 16,0 0-18-16,0 0-10 0,0 0-3 0,0 0-2 0,0-2-12 15,0 2-12-15,0-1 0 0,0 1-5 0,0 0 7 16,0 0-7-16,0 0 7 0,0 0-7 0,0 0 2 16,-1 1-7-16,0 1-2 0,-1-1 1 0,-10 10 2 15,-3 5 2-15,3 1 0 0,2 0 0 0,-4-2 0 16,1 3 1-16,2-2 5 0,-2 3-2 0,0 1 12 0,2-5-11 16,-1 2 5-16,2-4-5 0,0 1 15 0,2-2 0 15,0-1-9-15,0 1 5 0,1 2-5 0,1-2-3 16,0-3 4-16,1 1-6 0,-1-4-4 0,2 2-3 15,-2-1 4-15,1 2-4 0,1 0 7 0,0-1-9 16,0 1-3-16,1-1-2 0,-1 0-1 0,-1 0 4 16,3-1 1-16,0 0 0 0,-2-1-1 0,3 0-1 0,0-3-1 15,-1 1 1-15,-1-1 0 0,1 1-6 0,1-2 4 16,-1 0-6-16,2 0 5 0,-1 0-8 0,0 0 2 16,0 1-5-16,0-1-8 0,1 0-15 0,0 0 1 15,0-1-8-15,0 0-17 0,1 0-10 0,1 0-12 16,1-1 1-16,11-1-35 0,-2-2-39 0,2-3 7 0,-3-1-18 15,4-2 14-15,-3 7-3 0</inkml:trace>
  <inkml:trace contextRef="#ctx0" brushRef="#br0" timeOffset="31362.75">25807 8019 894 0,'0'0'53'0,"0"0"-6"15,0 0 23-15,0 0 6 0,0 0-18 0,0 0-30 16,0 0-1-16,0 0 2 0,-1 0 2 0,0 0 7 0,-1 1-8 16,1 0-1-16,0 0-2 0,0 2-5 0,0-1-3 15,-3 3-7-15,-3 5 4 0,0 0-2 0,0 0 0 16,0 1 4-16,1-3-3 0,4 2-1 0,-10-1-1 16,1 2-2-16,2 3 0 0,-2 0-1 0,1-1 3 15,0 2 0-15,-3-1 0 0,-2 2-6 0,2-1 5 16,0 4-8-16,1-2 6 0,-2 1-7 0,1 0-6 15,-1-6 7-15,4 3-7 0,2-1 13 0,-2-1-10 16,3-2 3-16,0 0-4 0,0 0 4 0,1-1-4 0,0 1 1 16,0-3-2-16,2 0 9 0,0-1-7 0,1-1 1 15,0-1-4-15,1 1 3 0,-1-3-14 0,2 1-4 16,-1-1-6-16,1 0-18 0,0-1-17 0,1-1 2 16,0 0-11-16,0 1-22 0,-2 0-42 0,1 0-20 0,1-1-8 15,0 1-74-15</inkml:trace>
  <inkml:trace contextRef="#ctx0" brushRef="#br0" timeOffset="32311.23">25638 8338 623 0,'-2'0'343'0,"1"-2"-466"15,0 1 423-15,0 1-234 0,-6-4 8 0,2 1-44 16,2 1 4-16,-1 0-17 0,2 0-4 0,-1 1-9 16,1 0-2-16,1 0-1 0,0 0-3 0,-1-1-1 15,1 1-4-15,0 1 2 0,0 0-1 0,0 0 8 16,1 0 2-16,0 0 1 0,0 0-11 0,0 0 11 16,0 1-3-16,0 1 8 0,0-1 5 0,0 0 9 0,0 0 0 15,0 0 3-15,1 1 5 0,0-1-12 16,0 0 7-16,0 0-10 0,1 0 1 0,-1 0-4 0,0 2-6 15,1-1 4-15,-1 0 0 0,7 4-5 0,0 3 5 16,2-4-5-16,0 4-2 0,0-2 1 0,1 0-1 16,1 2 2-16,1-1-6 0,2 2 0 0,0-2-4 0,0 1 3 15,1 0 1-15,-1 0 1 0,-1 1 3 0,-1-2-4 16,1 2-6-16,-2 0 5 0,0-1 0 0,1 2 2 16,-3-1-4-16,2 0 8 0,0 0-5 0,-2 1 8 15,2-1-9-15,1 1-1 0,0 0 4 0,0-2-2 16,1 3 2-16,0-3-3 0,0 1 2 0,2 1 0 15,-2-1 0-15,4 3 2 0,0 2-7 0,0-6 5 16,4 3-3-16,-4 0 3 0,1-3 2 0,1 5 0 0,-3-4-3 16,1-1 3-16,1 3-6 0,-3-4 4 0,1 2-4 15,0-1 4-15,0-3 5 0,-2 1-3 0,1-1 0 16,-1 1 1-16,-1 1-4 0,-3-1 3 0,2 1-9 0,-1-4 12 16,0 1-3-16,0 1 6 0,-1-2-12 0,0 2 6 15,-2-2-3-15,2 0 4 0,0 1-7 0,-2-1 4 16,0 0-3-16,1-1 3 0,0-1-3 0,1 5 2 15,-1 0 5-15,1-2-1 0,0 0 1 0,-1-2-3 16,3-1-4-16,-3 0 1 0,0-1 4 0,1 0-8 16,-5-1 9-16,2 0-7 0,-3 0 8 0,-1 0-3 15,1 0-4-15,-3 0 1 0,1 0 0 0,-1 0 3 16,0 0 4-16,1 0-4 0,-1 0-1 0,0 0 4 16,0 0-5-16,-1 0 5 0,0 0-4 0,0 0-2 0,0 0 0 15,0 0-3-15,1 0 2 0,-1 0 1 0,0 0 1 16,1 0 0-16,1 0-1 0,-1 0 0 0,0 0 1 15,1 0 1-15,-1-1 0 0,0 0-5 0,1 1 2 16,-1 0-3-16,2 0 13 0,-2 0-7 0,0 0 3 0,1 0-5 16,-1 0 3-16,0-2-3 0,0 2 5 0,-1 0-4 15,0-1-1-15,0 1 7 0,0 0-8 0,1 0 7 16,-1 0-9-16,0-1 2 0,0 0 2 0,0 0 0 16,0 0 9-16,1-1-7 0,-1 1 3 0,1 0-6 15,0 0 3-15,1 0-3 0,-1 0 0 0,1-2 0 16,-1 1 8-16,0-1-6 0,-1 1 2 0,3-3-4 15,-1 1 5-15,0 0-3 0,-2 2 2 0,0-1-2 0,-1 2 9 16,0 0-4-16,0 0 2 0,0 0-3 0,0 0 6 16,1-2-4-16,1 1 7 0,-1 0-6 0,0-1 7 15,0 2-2-15,0 0-5 0,0 0 2 0,-1-1-8 0,0 1-1 16,0 0 5-16,0 1-4 0,-1 0 7 0,0 0-10 16,0 0 4-16,0 1-5 0,0 0 4 0,-1 1 3 15,2-1-3-15,0 0 4 0,0 0 7 0,0 0-6 16,0 1 6-16,0-1-5 0,0 0 7 0,0 0-14 15,2 0 3-15,-1 0-5 0,0 1 0 0,0-1-8 16,0 0-2-16,2 0-2 0,0 0-22 0,2 0-37 16,-3-1 0-16,1 2-14 0,-1-1-14 0,0-1-163 15,1 0-15-15</inkml:trace>
  <inkml:trace contextRef="#ctx0" brushRef="#br0" timeOffset="32944.61">24977 8621 1301 0,'0'-1'39'0,"-2"0"-6"0,1-2 11 0,-1 0 4 16,-2-3-16-16,2 1-24 0,1 3-5 0,0 0-1 16,1 0-1-16,0 1-9 0,-1-1 0 0,-1-1-7 15,1 2 6-15,0 0-7 0,0 0 18 0,0 0-3 16,0 1 7-16,-1 0-3 0,1 1 4 0,0 0 1 0,0 0 2 16,0 0 13-16,-1 2 14 0,1-1-4 0,-3 6 5 15,-1-1-8-15,3 3-9 0,-8 2 5 0,0 1-6 16,0 3 8-16,1-2-9 0,-2-1 0 0,2 4-4 15,-1-3-1-15,2 0-7 0,1 3 4 0,1-2-7 16,1-3 0-16,3 5-3 0,-1-5-3 0,1 1 1 16,-6-2-7-16,3-1 12 0,2 2-4 0,3-2 6 0,0 0-12 15,1-1 10-15,1-1-3 0,1-1 5 0,0 0-5 16,1-1 1-16,-2 0 5 0,9 0-4 0,-2-1 1 16,3 0 3-16,0-1-5 0,-2 0 5 0,2 0-7 15,0-1 2-15,0 0-2 0,-1-1 2 0,1 1 3 0,-1-1-6 16,-3-1 1-16,1 6-3 0,1-1 7 0,-3-2-6 15,0-1 1-15,0 0-5 0,0-1-12 0,0-1-16 16,0 0-4-16,0-1-7 0,0 0-37 0,1 0-18 16,-1-1-15-16,-1 0-6 0,5-2-98 0,-2-2-51 15</inkml:trace>
  <inkml:trace contextRef="#ctx0" brushRef="#br0" timeOffset="33581.98">25186 8835 1094 0,'0'0'53'0,"-1"0"-4"0,0 0 47 0,-1-1-5 0,1 0-2 16,0 0-12-16,0-1-29 0,0 1 5 0,0 0-15 16,-1 0-21-16,1 0-1 0,0 1-9 0,0 0 5 15,0 0-15-15,0 0 3 0,-1 0 0 0,1 0 1 16,0 0 4-16,0 0 0 0,0 0 0 0,-1 1 0 15,1 0 8-15,0 1 0 0,0 1 3 0,-3 7-4 16,1 3-2-16,-1 0-7 0,0 1 4 0,1 0-5 0,1 0 4 16,0 1 1-16,0-1 1 0,1-1-1 0,0 0-8 15,0-2 1-15,0 1-1 0,1-1 2 0,0-1 1 0,0 0 2 16,0-2-2-16,0 0 2 0,0 0-3 0,0-3-6 16,0 1 3-16,0-1-4 0,0-2 9 0,0 2-14 15,0-4 3-15,1 1-10 0,0 1-11 0,0-1-15 16,0 0-1-16,1 1-3 0,-1-1 10 0,0-1-8 15,0 1-1-15,0-2-4 0,0 0-12 0,1-2 8 16,-1 0-3-16,0-14 6 0,7-2 16 0,-2 1 8 16,0 0 10-16,-1-1-3 0,2 1 19 0,0-1 2 15,0 1-2-15,1 0 2 0,0 0-2 0,3 2 1 16,-3 1 2-16,-2 1-1 0,2 1-4 0,-3 0 4 0,1 4-4 16,-1 0 6-16,-2 2 0 0,1 3 4 0,-2-1 2 15,0 3 1-15,-1 0 9 0,2-2 23 0,-1 1 2 16,1 1 7-16,-2 0 8 0,0-1 0 0,0 2 0 15,0 0 1-15,-1 0-11 0,0 2-6 0,0 0-9 16,-1 3 3-16,-4 9-13 0,-1 1-3 0,1-1 1 0,-1 0-3 16,-1 2-5-16,2-2-6 0,0 0-3 0,2 0 0 15,0 0 6-15,2-1-8 0,-1 0 6 0,1-1-8 16,-1-2 5-16,1 1 0 0,0-2 0 0,1 0 1 16,-1 0 5-16,1-1-10 0,0-2 7 0,-1 0-8 15,1-3 7-15,-1 1-5 0,-1 1-4 0,2-3 0 0,0 0-2 16,0 0-8-16,-1 0-4 0,0 0-4 0,0 1-21 15,0-2-10-15,0 0-4 0,-1 0-3 0,2-1-18 16,0 0-6-16,0-1-5 0,0-1-2 0,0-11-17 0,2-5-5 16,-1 0-3-16,0 1-1 0,0-1-10 0,-1 2 37 15,0-1-5-15,0 1 14 0,-1-1-9 0,-3 2-5 16,1 0 4-16</inkml:trace>
  <inkml:trace contextRef="#ctx0" brushRef="#br0" timeOffset="33778.51">25104 8760 178 0,'-2'0'73'0,"1"0"2"15,0 0 67-15,-1 0 0 0,-1 0-14 0,-1 0-14 16,-1 0 9-16,1 0-14 0,3 0 1 0,-1 0-19 16,0 0-1-16,-1 0-9 0,2 0-29 0,0 0-24 0,0 0-3 15,0 0-5-15,-1 0 1 0,2 0 8 0,0 0 2 16,0 0 2-16,2 0 0 0,-1 0 0 0,1 0-6 16,5 0 2-16,6-1-8 0,-1-1-13 0,-3 2 0 0,2-1-5 15,-2 0-6-15,1 0-15 0,-3 0-4 0,1 0-3 16,-2-1-15-16,1 1-29 0,2-1-7 0,1-2-13 15,1-2-74-15,7-4-222 0</inkml:trace>
  <inkml:trace contextRef="#ctx0" brushRef="#br0" timeOffset="35263.79">25248 7760 416 0,'-1'0'42'0,"0"0"38"16,-1 0-9-16,-3 0-29 0,0 0-4 0,-1 1-6 16,4-1-6-16,1 0-12 0,-2 0 0 0,1 2-4 15,1-2-10-15,0 0 8 0,-2 1-3 0,1 0 5 16,1 1 5-16,0 1 28 0,0-1 1 0,1 0 7 15,0 1-10-15,0-2-8 0,0 0-6 0,0 0 1 0,0 0-5 16,1 1-6-16,0-1 3 0,0 0-3 0,0 0 10 16,0 0 2-16,1 0 0 0,-1 1 0 0,0-1-2 0,0 0 7 15,0 0-8-15,0 0 7 0,1-1-13 0,-1 0-4 16,0 0 4-16,0 0-7 0,0 0-8 0,0-1-1 16,1 0 1-16,-1 0 0 0,1-2-1 0,-1-1 0 15,6-8 2-15,3-1 0 0,-1-3 4 0,-1-1-7 16,0-5 3-16,0 1-3 0,-2-3 9 0,0-2-6 15,-1 4-2-15,2-5 1 0,2 1 4 0,-3 1-3 16,-1-1 4-16,2 3-3 0,1-2 14 0,-1 2-10 16,1 0 6-16,-1 2-8 0,0-1-6 0,0-2 1 15,0 1-4-15,2-2 2 0,1-1 5 0,2 5-5 0,-1-4 4 16,1 5-5-16,0 0 1 0,1-1-4 0,1 2 2 16,2-1-1-16,-1 0 1 0,-1 4 5 0,1-2-8 15,-2 3 7-15,3 2-9 0,-4 1 7 0,0 2-1 0,-5 2 4 16,-1-2-1-16,1 3-3 0,-4 1 4 0,6 0-5 15,-5 3-2-15,-1-3 0 0,-2 2 1 0,0 2 0 16,4 0 7-16,-2-1-7 0,2 2 1 0,2-1-3 16,-3-1 7-16,-2 2-1 0,0 0-3 0,1-1 0 15,-1-1-1-15,0 1 0 0,1 0 4 0,-1 1-2 16,-1-1-4-16,0 1 7 0,1 0-4 0,-1 0 8 16,0 0-2-16,0-1-10 0,0 1-3 0,0 0-5 0,1 0-26 15,-1 0-24-15,0 0-9 0,-1-1-12 0,0 1-107 16,0 0-32-16,0 0-32 0</inkml:trace>
  <inkml:trace contextRef="#ctx0" brushRef="#br0" timeOffset="35680.39">25594 6511 1459 0,'-1'-1'6'0,"0"0"-5"0,-2 0-1 0,2 1 10 16,-1-1-11-16,-1 0-17 0,1-1 13 0,1 2-4 0,0 2 7 16,0-1-2-16,-1 7 1 0,1 11 4 0,1 0-1 15,1 2 5-15,1 0-7 0,0-1 2 0,0-2-4 16,-1 0 12-16,2-1-1 0,-1-3-1 0,-1-3 3 15,-1-3 16-15,1-1-7 0,1 1 8 0,0 1-8 16,0 1 11-16,2-1-1 0,-2-2-2 0,1 2 2 16,0-1-11-16,2 1-9 0,0-1 2 0,-1 2-3 15,2 0 4-15,0 1-9 0,1 1 2 0,0 0-4 16,1 0 3-16,2 3-2 0,-2-1 1 0,1 1-2 0,0 0 0 16,-1 1-1-16,1 1-2 0,-2 0 1 0,-1-2-5 15,0 0-2-15,-1-1-6 0,1 2 3 0,1-2-15 16,-3-4 2-16,0-3-1 0,-2-2-1 0,1-1-11 0,-3-3-9 15,1 1-1-15,1 0-4 0,1 1-16 0,-1-2-93 16,-1-1 14-16,4 0-43 0,-2 0-12 0</inkml:trace>
  <inkml:trace contextRef="#ctx0" brushRef="#br0" timeOffset="35980.75">25785 6419 999 0,'-2'0'49'0,"1"0"-7"0,0-2 37 0,-1 1-4 0,-1 0-7 15,1 0-37-15,0 0-21 0,0 1 2 0,1 0-7 16,0 0 12-16,0 0 7 0,0 0 0 0,1 0 0 16,0 1-6-16,1 0-9 0,0 1 6 0,3 5-8 15,4 8-1-15,0-1 3 0,1 1-5 0,-7 4 6 16,7 1 1-16,2-1-4 0,-1 2-1 0,0 2-1 15,-1-3 6-15,-1 1-2 0,2-2 1 0,-2-2-3 16,-2 1-7-16,0-1 7 0,0-1-5 0,-2 0 6 16,1-3-3-16,-2-2-3 0,1 1 2 0,0-1-4 0,-3-2-5 15,1 1 6-15,0-2-6 0,0-1 4 0,0 1-24 16,-1-2-50-16,0-1-2 0,0-2-26 0,1-2-88 16,-2 1-22-16,0-1-8 0</inkml:trace>
  <inkml:trace contextRef="#ctx0" brushRef="#br0" timeOffset="36580.49">25883 6673 1058 0,'-1'-2'35'0,"0"1"-6"0,0 0 57 0,0-1-3 16,-1-1 6-16,1 1-26 0,-2-4-35 0,-2-1 6 15,3 2-16-15,0 2-6 0,1-1-12 0,-1-4 1 0,1 1-2 16,1-2-2-16,0 0 1 0,3-1-4 0,2-1 4 16,2-2-5-16,-6-2 1 0,13-3 0 0,3 2 2 15,-1-2 5-15,0 1 4 0,0-1-3 0,4-1 3 16,-2-1 0-16,0 0 3 0,6 0 2 0,-3 0-2 16,4 0-8-16,1 0 3 0,-5-1-3 0,1 1 3 15,1 0-2-15,-1 4 2 0,0-1-1 0,-3 3 1 16,1 0-3-16,-2 2 6 0,2 2-3 0,-1 0 3 0,-1 2-9 15,0 0 5-15,0 3-4 0,-1-1 5 0,1 1 0 16,0 1-6-16,-1-2 9 0,2 1-8 0,1 2 6 16,-1-1-1-16,0-1-1 0,-5 2 1 0,0-2 5 0,0 3-1 15,-3-2-1-15,-3 3 0 0,-1-2 4 0,-6 1-2 16,1 1 6-16,3-2-6 0,-4 3 8 0,5-4-1 16,-5 4-7-16,2-1 4 0,-1 0-8 0,0 0 3 15,0-1-1-15,-1 1 1 0,0 0 6 0,0 0-13 16,0 0 7-16,0 0-8 0,1-1 8 0,-1 1-5 15,0 0 2-15,0 1-4 0,0 0 0 0,2 0 0 16,-1 0-2-16,0 0 2 0,1 0 3 0,-1 0-3 16,0-1 6-16,1 0-5 0,-1-1 1 0,0 1-1 0,2 0 1 15,7-2 1-15,-1 0-3 0,-2 1 4 0,1 0-4 16,-4 0 5-16,3 0-8 0,1 0 1 0,-4 0 2 16,4 0 0-16,-2 1 0 0,-2 0 5 0,2-2-1 15,-2 2 2-15,-3 1 2 0,3-1-8 0,-3 1 4 0,1 0-4 16,1 0 12-16,-3 0-3 0,2-1 2 0,-1 0-2 15,0 1 7-15,1 0-5 0,-2 0-1 0,0 0-1 16,0 0-5-16,0 0-2 0,0 0-1 0,1 0 0 16,-1 0-8-16,0 0-8 0,0 0-9 0,0 0-1 15,-1 0-42-15,0 0-57 0,0-1-25 0,-1-1-19 16,-1 1-152-16</inkml:trace>
  <inkml:trace contextRef="#ctx0" brushRef="#br0" timeOffset="37064.05">24740 5508 1460 0,'-1'-1'-1'0,"0"0"-8"0,-4-1 0 0,-4-4 9 0,3 2-13 15,4 3-51-15,-1 0 32 0,1 1-8 16,0 0 20-16,0 1 16 0,0 0 6 0,1 2-1 0,-9 12 3 16,1 1-5-16,1 1 12 0,2-5-1 0,1-2 8 15,1 0 13-15,-1-2 19 0,2 1 0 0,-9-1 6 16,0-2-4-16,2-2-17 0,-3 1 6 0,2 0-9 15,0 4-3-15,2 2-14 0,2 1 0 0,1 5-4 16,-1 0 1-16,0 3-9 0,1 4-3 0,0-1 0 16,2 3-5-16,2 2 8 0,1 1-1 0,-14-1 4 0,6 0-6 15,7-1 2-15,2 0-4 0,3-3 3 0,5 3-3 16,0-3 8-16,1 0 0 0,3-1 2 0,-10-4 1 0,17-1 2 16,0 2-2-16,0-5-1 0,0 0-13 0,2 0 2 15,0-6 3-15,0-2-1 0,-1-1-4 0,0-3-1 16,0 0 0-16,-5-1-1 0,3 9-7 0,-3-5-6 15,-2-5-9-15,2-1 3 0,0-1-25 0,-3-4-2 16,3-2-4-16,-1 5 2 0,-3-18-16 0,1 3-46 16,-2-4 4-16,-1 2-21 0,-2-2-23 0,-1 1-62 15</inkml:trace>
  <inkml:trace contextRef="#ctx0" brushRef="#br0" timeOffset="37715.44">24966 5968 1466 0,'0'-1'9'16,"-1"0"-3"-16,0 0 10 0,0-2-1 0,-1 1-3 15,1 0-22-15,1 0 0 0,0 1-3 0,0 0 3 16,1 0-14-16,1 0 3 0,-1 1-6 0,0 0 5 0,1 0-5 15,1 0 9-15,-1 1-1 0,0 0 4 0,1 0 9 16,-1 0 17-16,0 1 11 0,0-1 3 0,-1 0 25 16,0 0 0-16,0-1-1 0,0 0 0 0,0 0 0 0,1 0-4 15,-1 0-12-15,-1-1 5 0,0 0-25 0,0 0 5 16,0-1-4-16,0 1 2 0,0 1-11 0,0 0-4 16,0 0 4-16,0 0-5 0,0 0-3 0,0 1 4 15,0 2 2-15,-1 13 2 0,-3 10-3 0,-1 0 4 16,1 2-7-16,0-2 4 0,1-1-6 0,0 1 1 15,2-4 4-15,1 0-2 0,0-2 1 0,1-7-1 16,0-2-1-16,1-3 1 0,-1-2 5 0,1 0-3 16,-1-3-1-16,0 0 2 0,1-1 2 0,0 0-2 0,-1-2-2 15,5 5-1-15,0-1-2 0,1-2 7 0,2 0-4 16,1-2 5-16,0 0-11 0,2-2 6 0,0-3-1 16,2-4 2-16,-5 8 0 0,4-15-2 0,-3-1 2 15,-1 0-3-15,2-2-4 0,-1 1 8 0,1-1-4 16,-3-2 3-16,3-2-6 0,-3 1 1 0,3 1 2 0,-6 0 0 15,3 2 8-15,0 2-9 0,-6 2 7 0,2 2-7 16,2 1 8-16,1 2-1 0,-3 2-5 0,1-1 1 16,-3 3-6-16,-1 2 8 0,1-1-3 0,-2 4 6 15,0-1-3-15,0-1-4 0,0 1 2 0,0-1-4 16,0 1 2-16,0 1 2 0,0 0 0 0,0 1 2 16,0 0-7-16,-2 1 7 0,1 0-3 0,0 4 4 15,-4 12-2-15,2 5-5 0,1-2 4 0,-2 1-4 16,2 3 3-16,1-1 1 0,1-1-2 0,1-3 4 0,1-3 3 15,2 1-2-15,-1-3 7 0,3 0-5 0,0-1 6 0,0-1-1 16,-2-4-2-16,-2-1 1 0,12 0 7 0,1-3-15 16,3 2 4-16,0-2-7 0,1-3-2 0,0 3-21 15,0 8-10-15,0-5-6 0,1-1-52 0,-1-4-177 16,2-2-80-16</inkml:trace>
  <inkml:trace contextRef="#ctx0" brushRef="#br0" timeOffset="39366.62">25467 8233 227 0,'0'-1'23'0,"-1"0"1"0,0-1 32 0,0 0-9 15,-2 0 7-15,-3-6-24 0,-1-2-19 0,3 3 4 16,2 0-6-16,-6 1 18 0,-1 1-22 0,-3 1 4 16,0 3-9-16,0-2 12 0,-1 1 6 0,1 1-5 0,-4-1 4 15,-1 1-3-15,-1-1 7 0,-1-10 3 0,2 5-1 16,-5 2 2-16,-1 3 11 0,2 2 1 0,-3 0 1 16,-1 2-12-16,2 2-7 0,-2 1-1 0,3 2-1 15,1 0 1-15,-2 1-13 0,1 0 5 0,-1 2-6 16,0 0 14-16,2 2-10 0,-1 1 3 0,-2-10-6 15,-1 12 8-15,2-1 1 0,-2 0-1 0,1-1 0 16,-1 2-7-16,-1-2 3 0,4 2-2 0,-2 1 2 0,4-1-6 16,-2 1-5-16,-1 3 2 0,3 0-2 0,0 2 5 15,4 1 0-15,1 1-2 0,3 0 1 0,0 3-7 16,3-1 2-16,1 2 2 0,1-2-2 0,1 0-7 0,2 1 8 16,2-1-8-16,-14 2 9 0,8-1-11 0,5 1 5 15,3-1 2-15,2-1 1 0,2-3 2 0,0-1 6 16,2-1-4-16,1 1 5 0,1 2-5 0,2 0-2 15,-1 2 0-15,1-2 0 0,0 3 7 0,1 0-3 16,-1-1 4-16,2 2-4 0,2 1-1 0,-1-2 7 16,1 1-8-16,-1-2 9 0,-2-3-5 0,2 1 7 15,0-1-6-15,-11-2 4 0,16-2-4 0,-1 0-6 0,-1-3 9 16,-1 2-7-16,1-1 20 0,0-2-4 0,0-2-2 16,-1-1 0-16,2-3-8 0,-1 0 6 0,0-1 4 15,0-1-1-15,-2-1-3 0,2-2-5 0,0-1-2 0,0-1 0 16,4 10-1-16,3-2 2 0,-2-5-2 15,4-2 3-15,-2-2-8 0,1-4 1 0,-1-1 3 0,-2-1 0 16,3-1-1-16,1-2-2 0,-1 0-1 0,0-1 1 16,-3 1 6-16,-2-1-3 0,-2 1-2 0,2-2 2 15,-2 1 9-15,-2-1 0 0,0 9 8 0,1-15-4 16,-1 1 9-16,-1-3-6 0,1-1-4 0,1 0 1 16,-1-3-1-16,-2-2-4 0,1 1 1 0,-4 1-3 15,3-1 1-15,0 0-2 0,-2-1 1 0,1 0-1 0,1 1 0 16,-2-3 2-16,1-2 4 0,0 0-2 0,-4-5 10 15,0-4-6-15,-3-3-3 0,-1-5 0 0,0-1-10 16,-1-2-3-16,-2-1 3 0,19 2-3 0,-12 3 7 16,-7 7-6-16,-2 2 5 0,0 5-6 0,-5 1 8 0,-1 4-8 15,-1 2-3-15,-4 0-3 0,11-2-14 0,-19-2-17 16,2 2-4-16,-1 2-7 0,5 2-39 0,-2 1-84 16,0-1-30-16,2-1-30 0,3 2-219 0</inkml:trace>
  <inkml:trace contextRef="#ctx0" brushRef="#br0" timeOffset="40100.42">25349 5450 876 0,'-9'-4'40'0,"-26"-12"81"0,2 0-109 0,0 3 1 16,5 3-6-16,3 3 3 0,-4 1-6 0,-2 2-4 15,2 4 2-15,-2 0-3 0,2 3-10 0,0 1 4 16,-2 5-2-16,-3 1 4 0,-2 3 2 0,-6 2 1 16,-2 2 1-16,-3 1 0 0,-3-1 0 0,4 1 6 15,0-2 1-15,6-2 3 0,8-1 1 0,2-1 8 16,5 1-5-16,3 0 5 0,2-1-18 0,2-11 4 0,2 12-1 15,3 4 2-15,0-1 2 0,2 3-6 0,1-1 0 16,0 2 0-16,3 2-1 0,0-3 2 0,1 4-3 16,2-1 3-16,1 6 1 0,1 4-6 0,-15 2 6 15,8 7-5-15,4 3 7 0,4 10-2 0,1 4-4 16,4 4 1-16,0-2-3 0,1-6-6 0,2-2 5 16,1-5-6-16,2 0 4 0,3 0 6 0,1-5-7 0,2-1 6 15,-13-1-9-15,20-2 6 0,4-5 2 0,3-1 1 16,1-5 8-16,7-3-7 0,2 0 1 0,6-4-3 15,0-1 0-15,2-3 3 0,0-1 1 0,-2-2 0 16,1-1-5-16,-2-4 10 0,3-2-1 0,9-3 6 16,0 18 11-16,5-15-11 0,-1-6 8 0,-7-5-9 0,4-2 7 15,-7-2-1-15,-1-3-4 0,1-1 2 0,-1-1-6 16,3-3-5-16,1 0 4 0,-2-3-5 0,-2 0 9 16,-6 17-9-16,-6-20 4 0,-4-2-6 0,-5-2 3 0,-4-2 8 15,-4-2 5-15,-4 0 3 0,-3 3 26 0,-5-1 1 16,-2-1-2-16,-2 0-1 0,-3-3-22 0,15 1-2 15,-10 0-5-15,-5-2 3 0,-3 0-6 0,-5-2-6 16,-2-2 2-16,-4 1-4 0,-1-5 3 0,-1 4-17 16,-2-1 3-16,-1 2-9 0,15 4-12 0,-19 3 2 15,-2 3-9-15,-3 4 6 0,2 2-11 0,-3 4-30 16,0 5-5-16,1 4-13 0,-2 2-60 0,-1-10-95 16,1 8-39-16</inkml:trace>
  <inkml:trace contextRef="#ctx0" brushRef="#br0" timeOffset="45204.43">6566 8533 249 0,'0'0'29'0,"0"0"5"0,0 0 35 0,0 0 11 16,0 0-16-16,0 0-12 0,0 0-18 0,0-1-12 15,0 1 9-15,0-2-12 0,0 2 0 0,0 0 0 0,0 0-1 16,0 0 11-16,0 0 3 0,0 0 7 0,0-1-5 16,0 1-1-16,0-1-5 0,0 0 6 0,0 0-4 15,-1 0 18-15,0-1-8 0,0 1-2 0,0 0 0 16,-2 0 3-16,1 0-19 0,1 1 2 0,-5-1-9 15,1 1-1-15,2 0-9 0,-1 0 6 0,3 0-7 16,-3 0 5-16,2 0-1 0,1 0-3 0,-3 0 1 16,2 0 1-16,1 0-2 0,-1 0 5 0,0 0-4 0,1 0 1 15,-1 0-7-15,-1 0-1 0,1 0-3 0,0 0 6 16,1 1-3-16,-1 0 1 0,1 0-2 0,0 0 7 16,0 0-5-16,0 2 4 0,0-1-4 0,-1 0 4 0,2 0-3 15,0 1 3-15,0 1-2 0,0-3 10 0,0 0-9 16,0 1 5-16,0 1-5 0,0-2 6 0,2 1 3 15,-1 1-5-15,0-1 5 0,0 0 7 0,1 0-8 16,1-1 3-16,-1 0-6 0,0-1-7 0,6 2 3 16,-4-2-1-16,2 0 3 0,0 0-6 0,-1 0 6 15,4-1-5-15,-3 0 6 0,-1 0-11 0,-1-2 11 16,-1 2-1-16,-1-1 6 0,-1-1 5 0,5-5-13 16,-2 2 6-16,-1-2-7 0,0 1 20 0,-2 1-12 15,0 0 5-15,0 0-8 0,-1 2 2 0,0-1-1 0,0 2 1 16,0-1-2-16,-1 0 0 0,0 2-1 0,0-1-3 15,-1 0 3-15,1 1-4 0,1 1 0 0,-3 0 1 16,-1-2-1-16,-1 0 1 0,2 0 2 0,-1 1 1 0,0 0 0 16,-1-1-5-16,1 2-2 0,0 0-2 0,1 1 0 15,0 0-5-15,1 0 7 0,-2 0-8 0,0 1 8 16,1 0-6-16,-2 3 2 0,2-1 4 0,-1 10-4 16,2 0-3-16,-1 1 6 0,1 0-2 0,-7 0 3 15,2-1 4-15,2 0-2 0,3-2 2 0,0-2-2 16,1 2-3-16,1-2 0 0,0 0-2 0,0-2 3 15,1-1 0-15,1-1 3 0,-1 0-3 0,1 1 3 16,2 0-5-16,-2-3 2 0,0 1 2 0,0-2 0 0,2-1 6 16,2 4-9-16,1 0 3 0,-1-3-3 0,0 1 9 15,0-2-2-15,2 1 0 0,-2-2-1 0,-1 0 2 16,-2 0-7-16,-1 0 7 0,1 0-6 0,-2 0 11 0,0 0-6 16,0-2-3-16,2-9 1 0,-2 1-4 0,0 0 8 15,6 0-6-15,-2-1 7 0,-2 0-8 0,0 1-3 16,-3 0 3-16,0 0-2 0,-1 0 3 0,-1 2-3 15,0 0 4-15,0 2-4 0,-1 0 1 0,1 0 5 16,0 3-5-16,-1-2 4 0,1 2-2 0,1 1-1 16,-4 0 0-16,0-1-1 0,1-1 0 0,0 2 0 15,2 0-1-15,-2 1-1 0,2 1-6 0,-2-1 8 0,2 1 0 16,0 0 1-16,-1 0-3 0,2 0 2 0,0 0-3 16,1 1 3-16,-6 8 0 0,1-2 4 0,2 1-2 15,0-1 3-15,2-1-9 0,1 0 7 0,0-3-4 16,0 1 5-16,0-1 6 0,0 1-4 0,0-1 9 0,0 0-8 15,0-2 8-15,1 1-6 0,1 0 2 0,0 1-3 16,0-1 0-16,1 1-1 0,-1-2-5 0,0 0 3 16,1 0-5-16,-1 0-2 0,0 0-4 0,1 1-1 15,-1-1-20-15,1 0-46 0,-1-1-2 0,0 0-20 16,1 0-58-16</inkml:trace>
  <inkml:trace contextRef="#ctx0" brushRef="#br0" timeOffset="46155.52">6638 5493 67 0,'0'0'11'15,"0"0"-1"-15,0 0-14 0,0 0 4 0,0 0-15 0,0 0-23 16</inkml:trace>
  <inkml:trace contextRef="#ctx0" brushRef="#br0" timeOffset="46572.75">6570 5513 266 0,'0'0'22'0,"0"0"-3"0,0-1 39 0,0 0-5 0,0 0 6 15,0-2-31-15,0 1-11 0,0-1 3 0,0 2-6 16,0-1-7-16,0-2 7 0,0 1-3 0,0 2 8 16,0-2 18-16,0 1 16 0,0 0-2 0,0-1 6 15,0 1 7-15,0 1-16 0,0 0 4 0,0-1-11 16,0 1-12-16,0 0-17 0,0 1 5 0,-1 0-7 16,0 1 16-16,-1 3-13 0,-8 16 1 0,-1 1-5 0,-1 4 6 15,2-1-5-15,-2 2 4 0,0 0-5 0,3-4-5 16,0 1 0-16,1-6-4 0,3-1 1 0,0-2-3 0,0-2 6 15,2-3-2-15,0-1 3 0,1-2-4 0,2-4-5 16,0 1 4-16,0-2-4 0,-1 1 2 0,0 1-14 16,-1-1-7-16,1 0-4 0,0 0-47 0,0-1-36 15,0 0-3-15,0-1-11 0,-1 0-21 0</inkml:trace>
  <inkml:trace contextRef="#ctx0" brushRef="#br0" timeOffset="46839.5">6355 5480 438 0,'0'0'342'0,"0"-1"-495"0,-1 0 426 16,-1 0-245-16,1-1 30 0,0 1-34 0,0 0-1 0,0 0-12 15,1 0-5-15,0 0 10 0,1 1 0 0,0 0 2 16,1 0 3-16,3 1 3 0,8 6-2 0,1-5 2 15,1 15-3-15,2 0-8 0,-1 2-1 0,3-4-4 16,0 2-3-16,0-2-6 0,2-2 7 0,-1 2-6 16,1-2 4-16,0-2 0 0,0-2-4 0,6 1 1 15,-4-2-11-15,0-2-34 0,2 0-10 0,-4-4-14 0,4 0-101 16</inkml:trace>
  <inkml:trace contextRef="#ctx0" brushRef="#br0" timeOffset="49141.56">9713 5985 297 0,'0'0'4'0,"0"0"2"16,0-2 7-16,0 1-11 0,0 0 8 15,0 0-7-15,0 0 1 0,0 0 1 0,0-1-3 0,0 1-2 16,0 0 2-16,0 0 3 0,0 0-3 0,-1 0 2 16,0-1 0-16,0 1 5 0,-1 0 0 0,1 0 26 15,0 0 8-15,-1-1 4 0,-1 2 0 0,0 0 9 0,-3 0-11 16,4 0-1-16,-4 0-4 0,-1 0-15 0,1 0-10 16,-1 0-1-16,1 0-4 0,2 2-13 0,3-2 5 15,-5 3-1-15,2 0 5 0,1-2-5 0,-3 1 7 16,0 6-6-16,2 0 6 0,0 1-6 0,1 0 13 15,-1 1-2-15,1 0 6 0,0 1 10 0,2-2-5 16,1-1 4-16,0 1-6 0,0 0-3 0,0 2 6 16,0-3-9-16,2 4 6 0,0-7-11 0,0 5 1 15,2-1-4-15,-2-3 1 0,1 1 1 0,0-2-3 0,-2 1 7 16,7-2-7-16,0 1 10 0,-3-4 8 0,2 2 3 16,-2-2 2-16,1 4 13 0,0-2-6 0,-3-2 1 15,1 0-4-15,-1-1-7 0,1 0-2 0,0 0-8 16,0-1 4-16,0-1-13 0,-3-2 0 0,1-7 3 0,-1-3-3 15,7 1 0-15,0-3 1 0,-6 3-3 0,-2 0 1 16,0 2 2-16,0 4 0 0,-1-3 0 0,0 3 0 16,-2 1-3-16,0-1 2 0,0 4-4 0,1-1 1 15,-5 3-4-15,-6 0-1 0,1 0 5 0,0-8-4 16,2 5 5-16,2 1-10 0,-4 2 4 0,2 1-6 16,0 1 7-16,-2 2 1 0,5-1-3 0,3-1 1 15,-1 3-5-15,2-3 7 0,2 1-2 0,-1 2 5 0,-3 3-5 16,2-1 2-16,0 0 1 0,2 1-1 0,1-1 0 15,1 1-4-15,0-3 1 0,1-1-2 0,0 0 6 16,-2-2 0-16,10 6 1 0,5 2-1 0,-6-6 7 0,3 1-2 16,1-2 7-16,-4-1-5 0,3 2 11 0,-5-3-6 15,0 0 3-15,1 0-3 0,-3 0-4 0,0 0-2 16,-1 0-5-16,-1 0 3 0,0 0-5 0,1 0 0 16,-3 0-1-16,0 0 0 0,1 0-10 0,1 0 5 15,-1 0-3-15,-1 0 0 0,0 0-28 0,1 0-107 16,-2 0-14-16,-2-2-46 0,0 1-190 0</inkml:trace>
  <inkml:trace contextRef="#ctx0" brushRef="#br0" timeOffset="49825.45">7966 5268 378 0,'-1'0'42'0,"-2"0"11"0,-18-2-29 16,-1 1-18-16,5 0-7 0,2 1 4 0,1 0-3 16,1 2-3-16,0 2 0 0,-1 2-23 0,2 1-16 15,-1 1-7-15,-1-3-4 0,1 9-29 0</inkml:trace>
  <inkml:trace contextRef="#ctx0" brushRef="#br0" timeOffset="50258.52">8879 6471 37 0,'2'-1'22'0,"1"-3"-1"0,19-27 11 16,4 0 0-16,-2 1-5 0,2-3-9 0,-4-4 6 15,-1-6-4-15,-3-5 4 0,-2-3-15 0,-3-3 4 16,-6 2-1-16,-1 4 4 0,-5 0 15 0,18 3-5 0,-12 2 5 16,-6-3-3-16,-3-2 24 0,-7-2-9 0,-4-3 11 15,-5-3-11-15,-1 2 2 0,18 0-11 0,-24 4-6 16,1 6 3-16,-3 4 0 0,-3 1-16 0,-4 4 8 0,-2 0-13 16,-5 3-13-16,-11 0-12 0,-6 0-11 0,-12 6 3 15,-3 5-16-15,-4 9-12 0,-1 11 7 0,-11-21-10 16,-6 23-9-16,-12 15-36 0,-2 10-11 0</inkml:trace>
  <inkml:trace contextRef="#ctx0" brushRef="#br0" timeOffset="62852.47">32232 9055 644 0,'0'0'0'0,"0"-1"55"16,0 0-2-16,0-1 12 0,0 1 6 0,0 0-54 0,0-1 7 15,0 1-9-15,0-1-1 0,0 1 2 0,0 0-2 16,0 0-5-16,0 0-4 0,0-1 2 0,0 1-5 0,0 0 9 16,1 0 3-16,0 0 1 0,-1 0 5 0,2-1 14 15,-2 1-6-15,1 1 7 0,0 0-3 0,-1 0-9 16,1 0 6-16,0 0-7 0,1 0 4 0,-1 0-12 15,0 0-3-15,0 0-2 0,0 0-7 0,0 0 9 16,1 0 0-16,-1 0 1 0,0 1-2 0,0 1-1 16,0-1-4-16,0 1 3 0,2 4-4 0,0 6-2 15,0-2 6-15,-1 3-5 0,0 0 5 0,1-1-3 16,-1 1 1-16,0-2 0 0,1-3 3 0,-2-4 28 0,0 1-7 16,0-1 15-16,1-1-2 0,0 0 10 0,0-1-3 15,3 1 4-15,9 3-11 0,4-2-2 0,4-3 2 16,5-6-2-16,0-5-9 0,6-7-11 0,-6 13-2 0,6-21-2 15,3 1-6-15,1 0-8 0,6-1 3 0,-4 1-3 16,-3 1 5-16,-2 1-8 0,2-1 0 0,-1 1-3 16,2 0-1-16,-3-1 4 0,-1 1-1 0,-4-2 1 15,-1 3-5-15,-3-1-3 0,-3 2 0 0,0 2-3 16,-9-4-22-16,1 3-93 0,-1-4-7 0,-6-1-40 16,3 6-134-16</inkml:trace>
  <inkml:trace contextRef="#ctx0" brushRef="#br0" timeOffset="63569.64">32443 6087 804 0,'0'-1'51'0,"0"0"18"0,0-1-31 16,1-8-37-16,0 4 4 0,0 2 5 0,0 2-13 16,1 0 3-16,-1 1-7 0,0-1 4 0,0 2 4 0,0 0-2 15,2 2 2-15,-1 0-5 0,3 3 4 0,-3 9 3 16,1-3 1-16,0 2-4 0,4-2 0 0,0-2 0 15,-2 0 0-15,-1-1 4 0,1 0-2 0,0-1 3 16,-2-1-1-16,1 0 6 0,-1-1 7 0,1-1-1 0,-1 2 4 16,-1-2 0-16,0-1 8 0,1 2-2 0,-3-4 5 15,6 0 13-15,1 0-11 0,-2 3 5 0,3 2-7 16,2 0 1-16,0-2-13 0,4 1 0 0,1-4-5 16,0-1 5-16,1-1 3 0,2-2-1 0,5-4 0 15,2-4-10-15,2-3-1 0,4 8-2 0,2-16 1 0,1-5-3 16,7 0-6-16,-1-4 2 0,2 2-3 0,-3 2-6 15,-2 2 3-15,-5 3-6 0,-6-1 3 0,0 2-26 16,-7 2-12-16,-3 0-2 0,-1 4-1 0,-4 1-5 0,-4 2 4 16,2 2-13-16,-5 1 3 0,0 2-56 0,-3 5-217 15</inkml:trace>
  <inkml:trace contextRef="#ctx0" brushRef="#br0" timeOffset="64671.38">31708 8719 319 0,'0'0'23'16,"0"0"5"-16,0 0 2 0,-2 0-11 0,1-2 0 0,1 1-12 16,0 1-7-16,0 0-4 0,0 0 2 0,0 0 7 15,0 0-7-15,0 0 0 0,0 0-4 0,0 0 2 0,-1 0 3 16,1 0 4-16,0 0-1 0,-1 0 11 0,0 0 1 16,1 0-1-16,-1 0 1 0,1 0 9 0,0 0-9 15,0 0 7-15,0 0-9 0,-2 0 4 0,2 0 8 16,-1 0 4-16,1 0 2 0,0 0 12 0,0 0-12 15,0 0-4-15,0 0-2 0,0-1-14 0,0 0-4 16,0 0-1-16,0 0-1 0,0-1 0 0,0 1-7 16,0 0 3-16,0-1-4 0,0-1 13 0,0 1-6 15,0 0 4-15,0-1-7 0,0-3-1 0,0-2 2 16,0 0 1-16,0 0 2 0,0-4-2 0,0 0 6 0,0-1-6 16,0-2 6-16,0 1 1 0,1-4 13 0,-1 1 3 15,0-2 3-15,0-2 20 0,0-2 2 0,0-1 6 16,0-2-3-16,2-3 4 0,0-2-14 0,1-5-4 15,1-2-4-15,0-2-20 0,-1 0-4 0,2-3-4 0,1 5 1 16,1-1-9-16,0 2 5 0,-1 3-6 0,1 1 4 16,-1 0-2-16,-1 2 0 0,1 0 4 0,0-2-4 15,0 1-4-15,0-5 8 0,0 0-4 0,-1 1 7 16,0-4-9-16,0 3-1 0,0 0 3 0,1 0 0 16,-2 4 3-16,1 0-4 0,1 2 2 0,-1 0-1 15,-2 2 10-15,2-1-3 0,-2 3-5 0,2-2 2 16,0-1-1-16,0 2-3 0,-1 0 2 0,1 0-4 0,-3 2 1 15,2 0 4-15,-1-1-5 0,0 6 3 0,-1 2-10 16,0-1 7-16,1 4 0 0,0 0 2 0,1 1 0 0,-1 0 0 16,1 2 2-16,-2 2-1 0,1-1 3 0,-1 2 0 15,0-1-4-15,1 1 3 0,-2-1-4 0,0 1 3 16,0 0 0-16,-1 2 2 0,0 0-8 0,1 2 3 16,1 0-2-16,-1 1 3 0,0 0 6 0,0 1-3 15,-1-1-3-15,0 3 0 0,0-2-5 0,0 2-1 16,0 1 7-16,0-2-5 0,1 1-5 0,0 0-39 15,1-1 2-15,-1 2-16 0,0 0-14 0,0 0-37 16,0 1-22-16,-1 0-10 0,2 0-127 0</inkml:trace>
  <inkml:trace contextRef="#ctx0" brushRef="#br0" timeOffset="65288.05">31571 8155 426 0,'0'0'29'0,"0"0"76"0,0 0-97 0,0-1 8 16,0 0 9-16,0 0-2 0,0 0 4 0,-1-1 15 15,0 1-5-15,0 0 9 0,0 0-2 0,-1 0-6 16,1 0-4-16,0-1-1 0,0 1-17 0,0 0 8 16,0 0 0-16,-2 0 3 0,1 0 8 0,-1-1 4 15,1 1-4-15,0-1 4 0,-1 1 3 0,2 1-15 16,0 0 7-16,0 0-12 0,-1-3-6 0,-1 1-11 15,1 0 0-15,-1 0-3 0,2 1-7 0,0 0 5 0,0 1-2 16,0 0 4-16,0 0 7 0,-1 1-9 0,2 2 4 16,0 5-4-16,0 11 5 0,3-2-3 0,3 6 4 15,-2-3-5-15,1-3 7 0,1 3-6 0,-1-4 7 16,-1 0-5-16,1 2 8 0,0-3-3 0,-1 0 1 0,1-1 0 16,-1-1 3-16,-1-2-1 0,2-1-4 0,-2 0 5 15,1-2 6-15,-1-1 5 0,0-2 2 0,-1-2 0 16,1 1 2-16,-3-3-1 0,0 0-3 0,2 0 0 15,3 3-5-15,-1-1-2 0,1 0 0 0,1 0-1 16,0 0 0-16,0-2-9 0,0 0 2 0,-2-1-5 16,2 0 0-16,0 0 2 0,-1 0 0 0,2-2 0 0,-3 1-2 15,2-2 1-15,-1 1 0 0,-1-1 1 0,-1 2-5 16,2-9 7-16,-2-3-3 0,1-1 3 0,1-3-9 16,-1-3 1-16,0 0-3 0,-1-4 3 0,1-2-15 0,1-1-31 15,-2-3-1-15,1-2-11 0,0 0-9 0,1-6-68 16,-1-1 10-16,1-1-32 0,1-3-22 0,1-3-14 15,2 0 5-15,-1-7-8 0,0-2-11 0</inkml:trace>
  <inkml:trace contextRef="#ctx0" brushRef="#br0" timeOffset="65771.66">31662 7085 848 0,'-1'0'81'16,"-1"-1"7"-16,1 0-14 0,-1-1-20 0,0-2-17 15,-2-2-5-15,3 4-17 0,1 1-1 0,-2-2-6 16,-1 1-11-16,1 0 0 0,1 0 0 0,-1 1 2 16,1 0 6-16,0 0 0 0,0 0 1 0,0 0-2 15,0-1-1-15,1 0 3 0,0-2-3 0,0-8 3 16,0-5-5-16,2 2-2 0,1-4-1 0,2 1 0 15,1 0 2-15,0-1 10 0,0 0 6 0,1 0 0 0,0 0 10 16,1-1-3-16,-1 3-1 0,1 0 1 0,-1 2-8 16,2 1-2-16,-1 0-6 0,-1 1 3 0,1-1-6 15,-1 3-5-15,-4 3 1 0,6 2-2 0,2 2 2 0,-1 3-2 16,3 0 0-16,0-8-1 0,5 2 3 0,-1 4-3 16,-3 3 0-16,4 3-1 0,-6-1 2 0,6 4 0 15,2 2-1-15,-5-1 1 0,2 3 3 0,-2-2 4 16,1 1 4-16,2 1-3 0,0 0 0 0,1 0 3 15,-3-2-4-15,-1 0 3 0,0 0-6 0,0 2-2 16,-2-2-1-16,-1 0-2 0,0-6 2 0,-3 8 1 16,1 0 3-16,-1 0-1 0,-1-1-1 0,1 1 0 15,-4-2-3-15,1 0 2 0,-1-1-2 0,-1 0 7 0,-1-1-3 16,1 0 4-16,-1 0-6 0,-1 0 0 0,1-2 1 16,-1 1 0-16,2 1 3 0,-1-1-5 0,1 1 2 15,-1 0-4-15,1-1-7 0,-2 2-16 0,1 2 0 16,0-5-5-16,2 3-17 0,-3 0-67 0,3 2-25 0,-2 2-22 15,1 2-150-15</inkml:trace>
  <inkml:trace contextRef="#ctx0" brushRef="#br0" timeOffset="87809.64">22239 10715 820 0,'0'0'87'0,"0"0"-2"0,0 0-40 16,0 0 7-16,0 0-48 0,1 2 3 0,0-1 2 15,1 0-7-15,-1 0 5 0,0 1-3 0,-1 0 6 16,6 7 0-16,0 0 2 0,0 1 0 0,0-1 10 16,-3-2 1-16,1 0 4 0,-3-3 8 0,0-1 11 15,1 3-1-15,-1-1 4 0,-1-3 4 0,2 2-1 16,-1-1-4-16,-1 1 1 0,1 2-12 0,-1-4-17 15,0 4 1-15,0-5-7 0,0 0 9 0,0 1-8 16,0 0 2-16,0-1-6 0,0 1 2 0,0 0-7 0,0 0 3 16,0 0-4-16,0 1 6 0,0-2 3 0,0 0 4 15,0 0-1-15,0 0 1 0,0 1-13 0,0-1 0 16,0 0-3-16,1-1-2 0,0 0 1 0,0-1-1 0,1 0 0 16,-1-2-3-16,2-5 3 0,3-6 3 15,0-4-1-15,-1-1 0 0,1 3 3 0,0-2-4 0,-1-2 4 16,0 0-5-16,0 1 1 0,0 2 0 0,-2 0 0 15,1 2 6-15,-2 1-7 0,0 1 5 0,2 1-6 16,-1 1-1-16,1 1 4 0,1 1-3 0,-1-1 3 16,1 2-5-16,0 0 3 0,1 0-3 0,-2 1 3 0,-1 1-1 15,5-3 1-15,-1 5 0 0,0-1 1 0,-1 0-2 16,1 3 5-16,-1-2 0 0,0 3 3 0,-2 0-8 16,0-1 3-16,-1-1-1 0,1 1 3 0,0 0 2 15,-2 1-4-15,0-1-1 0,1 2-1 0,-1 0 3 0,1 0-4 16,-1 0 6-16,0 0-5 0,-1 0 11 0,0 0-7 15,1 3-4-15,-1 7 2 0,0 1-2 0,1-1 4 16,1 2-1-16,0-1 1 0,1-1-9 0,-1 1 7 16,3-2 0-16,1 1 4 0,0-2-6 0,1-1 4 15,1-1-2-15,-1-1 3 0,1 2-5 0,-1-4 10 16,2 2-7-16,-1-2 8 0,0 1-7 0,0-3 2 16,0 0 5-16,1 6-5 0,-2-2 5 0,3 0 5 15,-1-2 1-15,1 0 1 0,1-3 0 0,-2 0 0 0,1-1-5 16,0-3 3-16,4-1-3 0,3-2-13 0,-5 1 4 15,6-2-6-15,-4 1 6 0,-2 1-5 0,5-2 1 16,-3 1-5-16,1-1-1 0,-1 1-13 0,-2 0-2 16,-4 2-7-16,-1 0-40 0,-2 2-114 0,0 1-88 0</inkml:trace>
  <inkml:trace contextRef="#ctx0" brushRef="#br0" timeOffset="96314.22">8516 12863 374 0,'0'0'121'0,"0"0"5"0,0 0 15 0,0 0-21 16,0 0-21-16,0-2-11 0,0 1-17 0,-1 1-2 0,1 0-6 15,0 0-19-15,0 0-24 0,0 0 3 0,0 0-11 16,0-1-4-16,0 0 4 0,1 0-2 0,0 0 4 16,2-1-2-16,2 1-9 0,5-1 4 0,5-2-4 15,2 2 7-15,-2 0 3 0,1 2-7 0,3 0 8 16,1 0 12-16,1 0-2 0,3 0 7 0,-3 0-8 15,0 1 0-15,3 0-2 0,0 0-1 0,2 0-1 16,1 0-12-16,4 2 1 0,-1-1-5 0,3-1 4 0,3 1-7 16,1-2 4-16,3 0 0 0,0-2 2 0,-1 1-5 15,-1 0 7-15,-1-3-4 0,-3 3 3 0,2-1-7 16,-5 1 1-16,0 0 2 0,1 1 3 0,-4 0 8 0,1-2-1 16,1 1-3-16,-1 0 1 0,-2 1-3 0,3 0-2 15,-6 0-1-15,1 0-2 0,1 0-3 0,-1 1 3 16,-2-1 1-16,-1 0 0 0,0-1 0 0,-5 0-3 15,2 0 2-15,-7-2-2 0,1 1 6 0,-4 1-6 16,1-1 4-16,0-1-4 0,-3 1 2 0,1-1 6 16,-3 2-2-16,-1 0 4 0,-1-1 1 0,0 1-4 15,-2-6-1-15,5-1-2 0,-3 3-4 0,1-1 7 16,-1-1-2-16,0 1 3 0,-2-1-7 0,0 0 2 0,-1 0-3 16,0 2 3-16,0-1-4 0,0 2 3 0,-1 1-2 15,0-2 2-15,-1 2 0 0,0-1 5 0,1 2 0 16,-3 1 3-16,-4-1 10 0,2 1-7 0,-2 0 6 15,1-5-7-15,1 3 3 0,-2-2-8 0,0 2-3 16,1 0 0-16,-3 1 0 0,3 1-8 0,1 1 6 0,-2 0-6 16,3 0 6-16,-3 1 3 0,-1 1-5 0,2 1 4 15,-4 0-7-15,5-1 3 0,-1 3 2 0,1 0 0 16,4-3-2-16,-3 9-1 0,4-3 0 0,-6 1 1 16,1 1 3-16,1-1-2 0,2 2 0 0,2-3-1 15,-1 1-2-15,1 0 4 0,1 0-4 0,0 0 3 16,1-3-2-16,1-1-1 0,1 1 2 0,-1-1-1 15,1-2 7-15,3-1 2 0,1 3-4 0,2 1 2 0,-4-4-4 16,2 1 4-16,1-1-2 0,0-1 1 0,2-1-6 16,-2 0 4-16,-1-1 3 0,-1-1 0 0,-3 1 1 0,2-3-6 15,-1-1-2-15,-2-4 0 0,2 1 4 0,3-3-4 16,-3 3 5-16,1-1-5 0,-3 0 4 0,0 5-1 16,-1-3-5-16,-1 2 2 0,0 0 3 0,0 2 1 15,-1-2 3-15,1 3-2 0,0 0 3 0,0 1-3 16,-5-2-1-16,-2-2-1 0,0 1-6 0,0 2-4 15,1 1 4-15,1 1-3 0,-2 0 3 0,4 0 2 16,-2 1 0-16,-2 3 1 0,2-2 0 0,3 0 0 16,-1 1-3-16,3-2 3 0,-2 4-2 0,1-1-4 15,1-1 1-15,0-1-2 0,0 0 0 0,0-1 3 0,1 3-2 16,0-2 3-16,2 2 1 0,4-2 1 0,1 4-1 16,1 0 1-16,-2-2-5 0,2-1 4 0,-2-1 2 15,-2 0 1-15,0-2-2 0,0 0 3 0,-3 0-4 16,2 0 4-16,-3 0 2 0,0 0-4 0,1 0 3 0,1 0-2 15,-1-2 11-15,-1 1-8 0,1 0 4 0,-1 0-6 16,0 0-3-16,0 0 5 0,0-1-7 0,-1 1 7 16,0 0-3-16,0-1 0 0,0-1 1 0,0 1-2 15,0 0-5-15,0-1 4 0,0 1-1 0,-1 1 1 16,0 0 2-16,0-1-1 0,0 1 0 0,-1 0-2 16,1 0 1-16,0 0-2 0,0-1 3 0,0 1-3 15,-1 0 8-15,1 0-5 0,0 0 2 0,1 0-2 0,0-1-1 16,0 1-3-16,0 0 3 0,0 0-2 0,0 0 11 15,0 0-9-15,0 1 1 0,0 0-3 0,0 0 3 16,0 0 1-16,0 0-1 0,0 0 0 0,0 0-5 0,0 0 5 16,0 0 0-16,0 0 2 0,0 0 0 0,0 0-2 15,0 0 0-15,0-2-1 0,0 1 2 0,0 1-4 16,0 0 3-16,0 0-3 0,0 0 4 0,0 0 0 16,0 0-1-16,0 0 0 0,-1 0 3 0,1 0-6 15,0 0 3-15,0 0-5 0,0 0 5 0,0 0-2 16,0 0-3-16,0 0 1 0,0 0 1 0,0 0 0 15,0 0 1-15,0 0-1 0,0 0-9 0,0 0 10 16,0 0-6-16,0 0 8 0,0 0 1 0,0-1-2 0,0 0 1 16,0 1-4-16,1 0 4 0,0-1-4 0,0-1 6 15,1 2-3-15,-1 0 5 0,0 0-8 0,0 0 3 16,0 0-4-16,-1 0 10 0,2 0-2 0,-2-1-6 16,0 1 3-16,0 0-6 0,0 0 5 0,0 0 2 0,1-1-1 15,-1 0-1-15,1 0 4 0,0 0-5 0,-1-1 5 16,0 1-4-16,0 0 3 0,0 0-1 0,1 0 1 15,-1 0-5-15,0-1 7 0,0 1 1 0,0 0 1 16,0 0-9-16,0 0 8 0,0-1-3 0,0 1 6 16,0 0-2-16,0 0 0 0,0 0 2 0,0 0-2 15,0-1 5-15,0 1-3 0,-1 0 2 0,0 0-1 16,0 0 1-16,0 0 1 0,-1-1 3 0,1 1-3 16,0 1-4-16,0 0-4 0,0 0-3 0,-1 0 3 0,1 0 3 15,0 0-3-15,0 0 0 0,0 0-1 0,1 0-2 16,-1 0-3-16,1 0 2 0,0 0-3 0,-2 0 9 0,2 0-4 15,0 0 1-15,0 0-2 0,0 0 0 0,0 1 0 16,0 1 2-16,0-1-1 0,0 0-1 0,0 0 3 16,0 0-3-16,0 0 2 0,0 2-7 0,0-1 5 15,0 0-3-15,2 8 3 0,-1-1-4 0,0 1 7 16,0 1-3-16,0 2 5 0,2 0-6 0,-2 3 1 16,0-2 2-16,0 3-1 0,0 2-1 0,1 4 0 15,-2-2-4-15,0 2 4 0,0 2-3 0,0 0 3 16,0 0 0-16,0-3 1 0,-2-1 4 0,1-1-4 0,0 1 1 15,0-2-2-15,0 0-4 0,-1-3 4 0,1 1 0 16,0-2 0-16,0 0-1 0,0-2 5 0,1 0-5 16,0-1 5-16,0-2-6 0,0 1 4 0,0-2-2 15,0-3 3-15,0 4-9 0,0-5 6 0,1 4 1 0,0-1 2 16,-1-3 4-16,1 1-5 0,-1-2 1 0,0 1-3 16,1 2-5-16,-1-5 2 0,0 3 0 0,0-1 1 15,0-2 4-15,0 0-2 0,0 1 0 0,0-2 0 16,0 1 0-16,0 0-1 0,-1 1 0 0,0-1 0 15,-7 4 6-15,-6 2-3 0,2-3-1 0,-6 0-2 16,3-2-4-16,-3 1 3 0,2-2 2 0,0 0 1 16,-1 0 6-16,-3 0-11 0,1 0 3 0,2 0-5 0,-2-1 6 15,1 0 1-15,-1 0 0 0,2 0-1 0,0-1 3 16,4 1-5-16,0-1 2 0,3 0-3 0,-2 2 6 16,4-1-2-16,0 0 0 0,2 0-1 0,0 0-1 0,1 0 2 15,2 1-1-15,0-2 1 0,2 0-8 0,-1 1-1 16,-1 0 4-16,1 1-3 0,1 1 9 0,-2 4-9 15,2 1 1-15,1-1-5 0,0-2 3 0,1-2 1 16,3 3 2-16,0-1-1 0,7 1 6 0,7-2 3 16,2 0-2-16,3-2 4 0,2 2-5 0,2 1 6 15,1-3-2-15,-5 0 2 0,1-1-10 0,0 3 4 16,-5-3-2-16,5 1 3 0,-1 11 3 0,-2-4-2 16,1-3-3-16,-4-3 1 0,0 1 0 0,-4-2 0 0,1 0 1 15,-2-1-1-15,-1 1-2 0,-2-1 3 0,0 0 0 16,-4 0 2-16,-1 0-7 0,-2-1 8 0,-1 0 0 15,0 2 5-15,1-1 1 0,-1 0 0 0,-1 0 1 16,1 0-1-16,-1 0-2 0,-1 1-6 0,-1 0-1 0,-1 0-1 16,1 2-2-16,-15 3-3 0,-2 1 1 0,2 0 1 15,-3 1 6-15,-1-1-2 0,0 1 1 0,-3-1-2 16,1 3-4-16,2-2 3 0,0 1-2 0,3-1 3 16,-1-1 2-16,3 1-2 0,-3 0 2 0,3-1-2 15,3 2 6-15,0-2-8 0,7 0 2 0,-2-1-3 16,2 1 2-16,1 0 1 0,0-1-5 0,2-4 4 15,0 1-3-15,-1-1-11 0,2 1 8 0,0-1-9 16,0 2 14-16,1-2 1 0,0 2-1 0,1 0 1 0,0-2-3 16,2 1-1-16,10-1 3 0,1-1-2 0,0 0 7 15,0 7-7-15,0-2 0 0,0-2-4 0,3-1 4 0,-3-2-1 16,-1-1 4-16,-3 0-4 0,-2 1 1 0,1-2-1 16,-2 1 0-16,-1 0 2 0,-1 0 6 0,1 1-7 15,-2 0 0-15,-1 0-3 0,-1 6 9 0,-1 9-7 16,10 1 0-16,-2 5-6 0,-3 4-11 0,-4 2 11 15,-2 3 3-15,-1-1 1 0,-3-2 8 0,0-1 6 16,-2-1-9-16,-1-1 6 0,0-1-4 0,1 2 0 16,0-4 5-16,0 1-4 0,1 1-2 0,1-1 4 15,-1 2 1-15,1-1 3 0,1-2 6 0,0 0-4 16,1-3-2-16,1-1 0 0,-1-2-1 0,0 2-5 0,2-5 1 16,0 3-2-16,0-1-1 0,0-2 2 0,0 0 3 15,2-1 0-15,-1-2-4 0,-1-3-3 0,0 0-1 16,1-1-1-16,-1-1-1 0,0 0-7 0,0-1-4 15,0-3-4-15,0 2-35 0,1 0-6 0,-1-1-8 0,0-2 5 16,0 0-13-16,2 1-26 0,1 0-10 0,5 0-11 16,1-2-76-16,4-4-168 0</inkml:trace>
  <inkml:trace contextRef="#ctx0" brushRef="#br0" timeOffset="96763.93">10111 13412 1460 0,'-2'0'82'0,"1"0"-2"0,-1 0-23 16,-2 0-3-16,-3 1-34 0,1 1-14 0,3-1-2 15,-1 2 0-15,2 0-1 0,-6 9-4 0,2 2 5 16,2 4-4-16,3 2 5 0,1 1-5 0,3 1-5 15,0 1 6-15,2 0-4 0,1 1 3 0,1 3 6 0,0-1-4 16,0 1 5-16,0 1-2 0,0-1 8 0,1 2 0 16,-1-4 3-16,-2-1-2 0,0-2 1 0,-1 0 2 15,1-1 1-15,-1-3 27 0,-2-5 9 0,-1-5-7 16,0-2 4-16,0 1-22 0,-1-6-13 0,0 3 2 16,2-2-7-16,-2-1-7 0,1 3 2 0,0-2 1 0,0 1-1 15,0-2 3-15,1 0-4 0,-1-1 2 0,0 0-3 16,0-1-5-16,5-11 0 0,3-14-4 0,1-4 5 15,-4 0 0-15,-2 0 0 0,1-1 0 0,-1 2-1 16,-1-2 0-16,2 3-3 0,0 0 3 0,-2-2-3 16,2 3 4-16,-2 1 0 0,2-1 1 0,1 3 1 15,0-3 4-15,0 2-4 0,-1 3 2 0,1 4-2 16,0 3 0-16,1 2-2 0,0 0 2 0,0 1-1 0,0 1 11 16,-1 3-14-16,-3 5 2 0,6-1-5 0,1-3-3 15,-2 2-26-15,1 2-8 0,2 2-10 0,-2 1-65 16,1 1-59-16,0 2-28 0,-2 1-21 0,2 2-205 0</inkml:trace>
  <inkml:trace contextRef="#ctx0" brushRef="#br0" timeOffset="97298.24">10595 13787 1641 0,'-1'0'33'0,"-1"0"82"0,-1 0-110 0,1 0 5 0,0 0-1 0,-1 0 1 16,1 0-10-16,-1 0 2 0,1 0-1 0,0 0 1 16,-1 0-2-16,1 0-3 0,1 0-2 0,0 0-1 15,0 1 4-15,-1 0-2 0,1 2 3 0,0 2-3 16,-1 7 8-16,-1 5 8 0,1 2-3 0,0-2 5 15,-2 3-4-15,2-2 5 0,-1-4 0 0,1 1 0 16,1-7-5-16,0 4 1 0,-1-4 2 0,2-2-1 16,0 3-2-16,0-7-4 0,0 0-6 0,0 1 0 15,0-1-13-15,0 0-10 0,2 1 6 0,-1-2-5 0,0 0 11 16,0-1-2-16,2 0-3 0,-1-1 1 0,11-10 1 16,-1-12-3-16,-3-4 2 0,2 0-2 0,1 1 3 0,0 2 4 15,1 3-2-15,-2 3 4 0,-7 4 7 0,4 5-2 16,-6 2 8-16,1 3-5 0,0 2 12 0,-1 1 10 15,3-3-4-15,-4 4 5 0,3-1-9 0,-1 0 3 16,-1 1-3-16,3 1 3 0,-1 1 2 0,-3 4 4 16,1 13 1-16,1 1 0 0,-2 2 9 0,0 0-2 15,12 0 0-15,-5-1-3 0,-3-1-12 0,-2 1-7 16,0-3-1-16,-1-4-3 0,0-1-10 0,0-4 7 16,0 1-7-16,-1-2 7 0,0-1-8 0,0-2 1 0,1-1-1 15,-2-1 0-15,0-2-16 0,0 0-23 0,0 0 4 16,1 2-10-16,0-1 1 0,0 0-12 0,0 0-10 15,-1-1 0-15,0-1-31 0,1 0-92 0,1-1-8 16,0-15-46-16,1-13-179 0</inkml:trace>
  <inkml:trace contextRef="#ctx0" brushRef="#br0" timeOffset="97499.4">10523 13539 1356 0,'-1'0'67'0,"0"0"128"0,0 0-151 15,-2 0-9-15,1 0-1 0,0 0-3 0,1 1-6 16,-1 0 6-16,1 0 0 0,1 0 1 0,1 1 3 16,2-1-17-16,7 4 3 0,7 2-8 0,6-2-6 0,6 0 3 15,-5-2-6-15,8-2 4 0,-5-1-8 0,0 0 0 16,-1 0 1-16,0-1-1 0,-3-2-22 0,-1 2-14 16,-2 0-5-16,-2 1-6 0,-2 0-45 0,-3 1-70 15,1 1-38-15,-5 1-27 0,0 1-308 0</inkml:trace>
  <inkml:trace contextRef="#ctx0" brushRef="#br0" timeOffset="97965.28">9118 14656 485 0,'-1'0'117'0,"0"0"211"0,0-1-228 0,-1 0-13 15,0-1-7-15,0 1-1 0,1 0-21 0,-1 0-13 16,1 1-1-16,0 0-6 0,0 0-20 0,0 0-8 16,-1 0 4-16,1 0-5 0,1 0 4 0,0 0 5 15,1 0-6-15,1 0 7 0,-1 0 6 0,15 3-4 16,5 1 9-16,2-1-8 0,3 0 7 0,1-1 4 16,-3-1-1-16,5-1 3 0,-1 0-2 0,1 0-8 15,2 1 4-15,3-1-4 0,1 2 4 0,4-1-15 16,1 0 0-16,-1-1-3 0,0 1-3 0,-3 0-9 15,1 1 1-15,-5-1-4 0,0 0 4 0,-4 0 0 16,-2 1 5-16,-2 1-1 0,-2-2 4 0,-1 0-6 0,-2 1-2 16,-2 0-1-16,-3-1-3 0,-3 0 1 0,1-1 1 15,-1 0-2-15,-4 0-13 0,-2 0-32 0,-2 0-10 16,-1 0-10-16,1 0-50 0,-1 0-112 0,1-1-25 16</inkml:trace>
  <inkml:trace contextRef="#ctx0" brushRef="#br0" timeOffset="98216.79">9292 14877 1674 0,'-1'0'67'0,"0"0"1"0,0 1-27 15,-1 0-2-15,1 0-30 0,0 1-4 0,0-1-2 16,1 0-3-16,0 0 2 0,1 0 5 0,1 2-7 16,13 5 1-16,6 1-2 0,2 0-7 0,3-4-8 15,1 0-6-15,1-2-3 0,3-3-51 0,-3-2-28 16,-1-1-14-16,-1-2-5 0,-4-1-58 0,1-2-151 16</inkml:trace>
  <inkml:trace contextRef="#ctx0" brushRef="#br0" timeOffset="98350.01">9687 14821 556 0,'-1'1'118'16,"0"0"222"-16,0 0-267 0,0-1-19 0,-10 11-2 16,5-1-7-16,1 2-8 0,-4 1 9 0,1 3-3 0,3 0 4 15,2 0-21-15,1-2-19 0,2-6-8 16,2 3-4-16,0-4-32 0,0-2-41 0,3 0-30 0,10 4-16 16,3-6-220-16</inkml:trace>
  <inkml:trace contextRef="#ctx0" brushRef="#br0" timeOffset="103286.28">8923 13200 487 0,'0'0'133'0,"-1"0"267"16,0 0-340-16,-1 0-5 0,1 0-5 0,0 0 0 15,0 0-29-15,0 0-7 0,0 0-1 0,-1 0-1 16,1 0 6-16,1 0-7 0,0 0 6 0,0 1-5 0,1 0 13 16,1 1 11-16,-1-1 2 0,1 0 2 0,3 1-3 15,4 2-2-15,2-1-3 0,1 2 2 0,-2-1-1 0,1-2 1 16,3 1-5-16,-6-1 2 0,4 0-13 0,0 0-8 15,-5 0 6-15,3 0-8 0,0 0 1 0,-2-1-1 16,2 2-4-16,-4-2 3 0,2 1-4 0,-4-1-3 16,0 1-1-16,1 0 0 0,-1-1-1 0,-1 0 0 15,1 1 4-15,-2-2-2 0,0 0-1 0,0 1 2 16,0 0-5-16,1 0 2 0,-1 0-17 0,-1 0 7 16,0-1-9-16,0 0 4 0,1 0-41 0,-1 0-6 15,0 0-9-15,-1 0 4 0,0 0-7 0,0 0 0 16,0 0 8-16,-1 0-5 0,0 0 8 0,-1 0-11 0,1 0-15 15,0 0 1-15,-1 0-50 0,-3 0-83 16</inkml:trace>
  <inkml:trace contextRef="#ctx0" brushRef="#br0" timeOffset="103919.66">9009 14484 413 0,'-1'0'73'0,"-1"0"137"15,1 0-167-15,-1 0-7 0,0 0 2 0,-1 0-3 16,1 0 3-16,-1 0 2 0,1 0-4 0,0 0 4 16,-1 0 6-16,1 0-19 0,1 0 7 0,0 0-11 15,0 0 2-15,-1 0 21 0,1 0-7 0,0 0 10 16,0-1-15-16,0 0-1 0,-1 0-1 0,1 0 0 0,0-1 5 15,1 1-13-15,0 0 5 0,0 0-8 0,0 0 7 16,0-1 6-16,0 1-6 0,1 0 5 0,0 1-5 16,1 0-2-16,0 0 3 0,2 0-4 0,7 0-5 0,2 0-1 15,1 2 0-15,5 2 0 0,-2-2 5 0,1 0-10 16,0-1 4-16,0 0-6 0,1 0-1 0,1 1 1 16,-3 0-5-16,1-1 5 0,-3-1-11 0,0-1 2 15,1-2-3-15,-5 1 3 0,4 0 1 0,-5-1-10 16,2 1 1-16,-3-1-7 0,1 1-2 0,-2 0-15 15,-2-1 0-15,0 1-9 0,-3 1-44 0,1-1-69 16,-3 2-31-16,6-10-16 0,0-3-144 0</inkml:trace>
  <inkml:trace contextRef="#ctx0" brushRef="#br0" timeOffset="104170.71">9249 14130 1495 0,'0'0'61'16,"-2"0"0"-16,1 0-7 0,0 1-3 0,-1 1-21 15,-1-1-8-15,1 0-8 0,0 0 5 0,-1 1-5 0,3 0 2 16,-7 9-11-16,1 4-1 0,2 2-2 0,1 3-4 16,1 4-3-16,2 2 1 0,0 2-1 0,0 1 5 15,0 4-3-15,0 1 1 0,1 1-2 0,-1 0-3 16,0-4 11-16,0-2-9 0,0-2 8 0,0-5-11 15,0-4-11-15,0-3-1 0,0-3-8 0,1-2-38 0,-1-4-79 16,0-1-14-16,0-3-29 0,0-1-121 0</inkml:trace>
  <inkml:trace contextRef="#ctx0" brushRef="#br0" timeOffset="104787.5">8952 13177 939 0,'-1'0'49'0,"-1"0"89"0,-3 0-93 0,-4 1-3 15,-1 0-2-15,3 0-3 0,0 1-17 0,2 0 1 16,1-1-4-16,-2 1 3 0,1-1-14 0,0 1 10 0,1-1-1 16,-1 0 4-16,2 0 2 0,0-1 8 0,0 1 0 15,0-1 4-15,0 1-1 0,2-1-2 0,-2 0-4 16,2 0 2-16,-1 2-2 0,-1-1-10 0,1 0 1 15,1 0-4-15,0 0 3 0,-1 0 8 0,1 1 0 16,1-2 0-16,0 1-4 0,1 0-2 0,2 0 0 0,0-1 1 16,11 4 10-16,2-1-6 0,1 0 8 0,1-1-7 15,0 0 6-15,1-1 2 0,2 1-8 0,2-1 4 16,-2 0-21-16,2 0 0 0,-4-1-1 0,-2 0 0 16,0 0 0-16,-3 0-6 0,0 0 2 0,-1 0-3 15,-3 0 1-15,1 0-1 0,-2 0-4 0,-3 0 0 16,0 0-16-16,-1 0-30 0,0 0-2 0,-3 0-14 0,1 0-51 15,0 0-95-15,0 0-17 0,3-1-45 0,-1 0-239 16</inkml:trace>
  <inkml:trace contextRef="#ctx0" brushRef="#br0" timeOffset="110594.31">12096 12832 1315 0,'-2'0'52'0,"1"0"99"0,0 0-118 0,0 0-7 0,0 0-6 16,0 0 1-16,-1 0-12 0,2 0 10 0,0 0 2 15,2 0 2-15,-1 0 0 0,2 0-9 0,10 0 1 0,2 0-3 16,2 1 5-16,1 2 11 0,2-1-2 0,-2 0 4 15,1 1 5-15,0-2-14 0,1 0 0 0,-4 0-5 16,1-1-7-16,-3 0-9 0,1 1 1 16,-2 0-4-16,0 1 2 0,-3-1-12 0,-2-1 4 0,-1 0-11 15,-4 0-27-15,1 0-65 0,-2 0-28 0,-1 0-18 16,2 0-156-16</inkml:trace>
  <inkml:trace contextRef="#ctx0" brushRef="#br0" timeOffset="117798.57">14418 12119 851 0,'0'0'45'0,"0"0"1"0,0 0-4 0,0 0-10 16,0 0-10-16,0-1-17 0,0 0-5 0,0 0 4 16,0 0-4-16,0 1 2 0,0-1-1 0,1-1-1 15,0 1 0-15,1 0 3 0,-1 1 3 0,0 0 2 16,0 0 0-16,0 0 20 0,0 0 28 0,1 0 4 0,-1 0 6 15,0 0 5-15,0 0 4 0,0 0-6 16,0 0 3-16,1 0-22 0,-1 0-15 0,-1 0-1 0,0 0-6 16,0 0-12-16,-1 0-2 0,-1 0-5 0,1 0 2 15,-1 1-11-15,-7 3 5 0,-6 2-2 0,0 1 2 16,0 1-7-16,-2 1 7 0,1 2-5 0,-2-9 6 16,1 11-1-16,-1 1-4 0,0-1 5 0,0 1-5 0,-2 2 3 15,0 2 3-15,0 1-1 0,0 0 2 0,-3 0 1 16,2-1-9-16,-4 0 6 0,4-1-5 0,-1-2 8 15,3 3-7-15,0-5 5 0,3 0-6 0,2-2 1 0,-3-4 0 16,5 3 0-16,2-2 2 0,-3-1 4 0,1-1 1 16,3-3-9-16,-2 2 7 0,2-1-7 0,1-1 1 15,-3 2 5-15,4 0-3 0,-1-1 1 0,1 1-2 16,0-1-2-16,2-1 0 0,-1 1-1 0,1-3 4 16,2 2-3-16,-2 1 5 0,2-2-5 0,-1 2-2 15,0-2 3-15,1-1-1 0,-1 2 5 0,3-3-6 16,-1 1 3-16,1-1-3 0,0 1 1 0,-2 1 0 15,1 1 1-15,-1-1 0 0,2 0-3 0,0 0 3 0,0-1-8 16,0 0 8-16,0 0 1 0,-1 0-1 0,1 0 8 16,0 1-7-16,1-1 12 0,0 0-8 0,0 0 1 15,0 0-4-15,0 1 3 0,0-1-6 0,0 0 2 16,0 0-2-16,0 0 8 0,1 2 3 0,0-1-6 16,1 0 5-16,-1 1-4 0,0-1-4 0,2 4 4 15,1 0-5-15,1 1 7 0,-2 0-7 0,9 1 2 0,1 0-4 16,2 2 3-16,-2-2 0 0,2 1 1 0,2 1-1 15,-1-1 9-15,4 1-4 0,0-1 3 0,0 2-5 16,2 0-6-16,0-1 2 0,-2 3 1 0,1-2 3 16,5 4 3-16,-3 0-6 0,4-1 3 0,-1-1-4 15,-2-3 3-15,3 5-4 0,1-2 3 0,-1 1-1 16,1 0 6-16,-1-3-9 0,-1 5 3 0,0-3-2 0,1 1 12 16,-2-1-12-16,1-1 1 0,-5-3-3 0,-3-1 0 15,2 3 1-15,-4-7 2 0,-1 3 0 0,3 2-1 16,-4-6-7-16,-3 1-12 0,0-2 3 0,0 2-24 0,-3 2-15 15,0-1 5-15,-2-1-11 0,-1-2-16 0,0-1-34 16,-2 1-26-16,1-2-8 0,1 0-154 0</inkml:trace>
  <inkml:trace contextRef="#ctx0" brushRef="#br0" timeOffset="118631.9">14480 12169 1485 0,'-1'0'25'0,"0"0"63"16,0 0-93-16,0 0-6 0,-1 0 1 0,1 0-3 15,0 0-7-15,0 0 17 0,0 1-6 0,1 0 9 16,0 0-6-16,0 2 9 0,0-1-2 0,0-1 5 0,3 6-5 16,1-1 5-16,-1 0 1 0,0-1 2 0,5-3 17 15,5 0 18-15,-1 2-1 0,-2-3 6 0,4 1-5 16,-2 3-10-16,5-2-3 0,1 0-4 0,0 3-23 16,2-3 8-16,1 2-8 0,2 0 8 0,0-2-6 0,2 3-1 15,2 1 1-15,2 3-3 0,3 0-5 0,3 1 7 16,3-3-5-16,-3 0 7 0,3 3-7 0,1-4 1 15,-2 2 4-15,3 1-1 0,-3-2-2 0,-2 0 5 16,1 2-4-16,3-4 6 0,1 2 0 0,2 0-9 16,1-1 5-16,0 4-5 0,0-5 5 0,-3-2-5 15,-3 2 0-15,0-1-1 0,-1 3 5 0,-3 0 5 16,0-1-1-16,-5 0 1 0,-1-1-5 0,0 0-1 0,0 0 2 16,-1 1-2-16,-2-1 2 0,-1 0 1 0,-4-1-2 15,-1-2 1-15,-2 2 0 0,-4-2-5 0,-1 0 4 16,-4-1-3-16,2 0 10 0,-3 0-6 0,-1 0 1 15,2-1-3-15,-5 1 0 0,0 1 3 0,1-1 0 16,-2 1 1-16,0-1 2 0,0-1 11 0,0 0-3 0,1 0 3 16,-1 1-15-16,0-1-3 0,0 0 4 0,-1 1-4 15,0 1 0-15,-1-1 1 0,-1 3-4 0,-3 1 2 16,-7 1-1-16,-4 1 0 0,-6-2 3 0,2 1-2 16,2 0 3-16,-4-1-4 0,3 0 1 0,-3 1-1 15,1-1 10-15,1-1-8 0,-2 2 1 0,-2 1-3 16,2-1-1-16,-4 1 0 0,-1-1-1 0,-1 1 0 0,-4-1-6 15,2 3 5-15,0-1 1 0,-6 0 0 0,2 2 2 16,-4-3-3-16,0 2 2 0,5-1-1 0,0-1 6 16,2 0 0-16,-1-3-4 0,1 3 2 0,3-2-5 0,1 1 4 15,0 3 3-15,2-4 0 0,-2 0-2 0,0-1 2 16,1-1-6-16,2 1 3 0,-2 2-2 0,5-1-1 16,0 1 3-16,-2-4-2 0,4 2 1 0,-2-2 0 15,0 1 0-15,2 1 0 0,0 2-2 0,2 0 1 16,0-1 1-16,2-2 0 0,1-1 0 0,0 0 2 15,1 0-1-15,1-1 3 0,1 1-2 0,2-1-3 16,-1-1 0-16,-1 1-2 0,2 5 3 0,-1-1-3 16,4-2 1-16,0-2-4 0,2 0 5 0,1-1-2 15,0 1 2-15,-1-1-3 0,1 0-11 0,2-1 9 0,-2 1-10 16,1 0 9-16,-1 1-15 0,2-1-15 0,0 0 7 16,0 0-9-16,0 0 4 0,0 0-36 0,-1 1-7 15,1-1-13-15,0 0-51 0,0 0-35 0,0 0-17 16,0 0-14-16,1 1-134 0</inkml:trace>
  <inkml:trace contextRef="#ctx0" brushRef="#br0" timeOffset="119033.06">14587 12559 866 0,'-1'0'374'0,"0"0"-491"16,-1 0 435-16,-11-2-238 0,4 1-62 0,1 1-10 15,2 0-2-15,2 0-3 0,-2 0-8 0,0 0 3 16,1 0-4-16,2 0 4 0,2 0 0 0,-2 1-4 16,1 0 1-16,-1 0-2 0,2 0 3 0,0 1 6 15,0-1-1-15,0 0 6 0,0 0 16 0,-1 0 23 16,1 0 1-16,1 1 6 0,0-1 2 0,1 0-6 15,1 0 0-15,0 0-2 0,3 2-2 0,6 1-10 16,5 1-2-16,-2-1-3 0,2-2-10 0,2 0 5 0,0 1-3 16,0-1 1-16,1 0-12 0,-1 1-6 0,-1-1 0 15,5 2-2-15,-4-2-1 0,0 0-2 0,-1 2 2 16,0-1-2-16,-2 0 0 0,1 0 4 0,-1 0-4 16,-2-1 1-16,-2 0-4 0,-3-1 2 0,2 1 0 0,-3-1 1 15,2 0 0-15,-1 0-28 0,-6-1 0 0,-1 0-13 16,2 0-24-16,-1 0-6 0,-1 0-17 0,0 0-1 15,1 0-95-15,-1-1-76 0,-1 0-10 0</inkml:trace>
  <inkml:trace contextRef="#ctx0" brushRef="#br0" timeOffset="119416.78">14597 12432 1436 0,'0'0'130'0,"0"0"-149"16,-1-1 145-16,-1 0-74 0,1 0-32 0,0 0-9 15,1 1-5-15,0 0 0 0,0 0-3 0,0 0-4 16,0 0 2-16,0 0-4 0,0 0 0 0,0 0-10 16,0 0-2-16,0 0-3 0,0 0-12 0,0 0 6 15,0 0 1-15,0 1 2 0,-1 0 8 0,0 0 13 16,-2 0 0-16,-4 4 6 0,-7 3 22 0,-1-1 10 0,0 0-4 15,-1 0 4-15,2 0-3 0,-5 0-8 0,6-2 3 16,2 0-8-16,-3 1-10 0,4-3-5 0,2 1 0 16,2-2-2-16,-1 2-1 0,2-2-1 0,-1 2-1 15,4-3-1-15,0 0-4 0,1 1 4 0,-5 5-1 0,2-1 2 16,1 2 5-16,0 1 0 0,2 1 4 0,1 0-1 16,0 0 19-16,2 1-10 0,1-2 3 0,2 2-6 15,0-1-6-15,2 0-11 0,4 0 5 0,2-1-8 16,6-1-3-16,-6-1-7 0,1-1-11 0,1-3 3 15,2 1-36-15,4-3-27 0,0 12 7 0,0-6-17 16,-1-6-47-16,-1-2-173 0</inkml:trace>
  <inkml:trace contextRef="#ctx0" brushRef="#br0" timeOffset="120267.36">14479 13408 971 0,'0'0'132'0,"0"0"-174"0,0 0 145 16,0 0-80-16,1-1-29 0,1 0 4 0,0 0 7 15,0 0-2-15,11-9 1 0,-1 2-3 0,2-2 4 0,-2 2-2 16,-3 1 10-16,-1 1-6 0,-2 4 0 0,0-6 2 16,-3-2 20-16,-2 1 28 0,0 3 0 0,4-1 10 15,-3 2 6-15,0 1-2 0,1-5-3 0,-3 5-2 16,0-2-18-16,0 1-3 0,0 2-5 0,0 0 2 16,-3 0-9-16,2 0 1 0,-8 2-2 0,-2 0-1 15,-3-8-22-15,1 3 0 0,0 1-4 0,0 3 2 16,1 0-14-16,2 2 2 0,-4 0-3 0,3 3 4 0,-1 0 4 15,-3 4-2-15,3 0 1 0,1-2-2 0,-1 9 3 16,4 3 4-16,-2-3-1 0,4 2 0 0,0-2-6 16,3 0 4-16,1 1 1 0,-5-5 2 0,-1 3-8 15,4 1 4-15,1-1-3 0,3 0 4 0,0 0 5 0,2-5-9 16,0-1 3-16,0-1-5 0,2 0 5 0,-3 0 4 16,8 0 1-16,2-3 0 0,3 0 8 0,-1-2-4 15,1 8-5-15,0-3 3 0,2-2-3 0,-1-4 5 16,2-1 1-16,0-3 0 0,-1-2-3 0,0-1-5 15,-1-2 1-15,-1 4-3 0,0-8-2 0,-1 1 3 16,-3 1-3-16,-3 2 3 0,0-1-6 0,-4 4 5 16,-2 0 2-16,1 4 1 0,-2 0-2 0,0 1 8 0,2-1-1 15,0 0 3-15,1-1-3 0,-1 2-3 0,-1 0-5 16,0 0 0-16,0-1-17 0,1 2 11 0,-1 0-1 16,0 2 6-16,0 0-3 0,2 6 2 0,0 9-5 15,1 0 6-15,-2 2-1 0,0 0 1 0,-1-1 2 0,1 0-1 16,-1 0 0-16,1 1 0 0,1 0 3 0,-2 1-2 15,0 0 6-15,0 0-4 0,0 0 0 0,-1 1-2 16,0 0-5-16,0-1 4 0,-1 1 2 0,0-2 2 16,-1 0 1-16,-2-2 0 0,0 0-5 0,1 1 2 15,-1-4-4-15,0 1 5 0,-1-3-1 0,0-3 3 16,1-1 0-16,-1-1-5 0,4 2 5 0,-8-1-5 0,0-2 11 16,-3-3-1-16,2 0-2 0,-2 5 3 0,1-2 5 15,2-2-3-15,1-1 1 0,-2-2-4 0,3-1-10 16,0 0 0-16,3 0 0 0,0-1 0 0,3 1 0 15,-2-1-7-15,1-2 3 0,1 1-4 0,-7-11 5 0,2 0-1 16,3 1-1-16,3-2 1 0,3 0 4 0,0 1 0 16,3-1 0-16,0 1 0 0,2 0-2 0,-3 0 4 15,12 1-3-15,3-1 2 0,-4 1-8 0,2 1 7 16,-3 2-1-16,-1 0 1 0,0 2-11 0,-2 1-3 16,0 2 1-16,-2-1-3 0,1 1-14 0,-1 1-52 15,1-1-1-15,2 1-21 0,-3-2-25 0,3-1-51 16,0-1-14-16,-1 0-22 0,1-1-143 0</inkml:trace>
  <inkml:trace contextRef="#ctx0" brushRef="#br0" timeOffset="120850.7">14919 13581 1001 0,'0'0'181'0,"0"0"-203"0,0 0 196 0,-1 0-96 16,0 1-49-16,-1 0 5 0,1 1 6 0,0-1-2 15,0 0 19-15,0 1-16 0,0 1 6 0,-3 3-11 16,-1 3-8-16,2 0-18 0,-2 3-1 0,0 1-4 16,2 1 0-16,1-1-2 0,-1 1 1 0,1 0 0 15,-2 0 11-15,2-2 4 0,0 0 6 0,-1-1-2 0,2-2 10 16,0-3-11-16,1 1 0 0,0-4-4 0,0 0-1 16,0 0-5-16,0 1 3 0,0-3-4 0,0 1-9 0,0 0-2 15,0 0-4-15,0 0 3 0,0 1-10 0,0-2 17 16,0 0-2-16,0 0 8 0,0 0-6 0,0-1 7 15,1 0-7-15,0-1 7 0,0 0-13 0,-1-1 0 16,5-15-1-16,0 1-1 0,1-1 0 0,0 1 6 16,-1-1-3-16,1 1 5 0,-1 1-6 0,0 3 3 15,-2 1-4-15,1 3 3 0,-2 2-4 0,-1 3 7 16,1 0 0-16,-2 2 2 0,1-1-4 0,0-1-3 16,0 2 1-16,0 0-3 0,0 0-6 0,2 1 5 15,-2 0 1-15,1 1 2 0,1 1 2 0,4 10 19 0,0 3-5 16,-4-2 9-16,1 1-4 0,-2-1-4 0,-1 0 0 15,0-2-2-15,2-2-9 0,-2-2 1 0,0-1-4 16,0-1 3-16,2 0-2 0,-3-4 1 0,0 0 0 16,0 0 0-16,2 0-2 0,4 3 5 0,-3-3 1 15,3 1 0-15,0 0 2 0,-1-2-11 0,2-2 6 0,-1 0-6 16,1-4 8-16,-2-3-9 0,-1-7 4 0,3 1-3 16,-1 1-1-16,0 0 0 0,1 1-4 0,-3 1 5 15,-2 3 5-15,-1 2-5 0,2 1 4 0,-2 2-4 16,-1 3 5-16,1 0-5 0,1-1-2 0,1-1-2 15,-1 1 0-15,0 1 2 0,2 0-5 0,3 1 3 16,0 1-1-16,1 2 0 0,-1 1 3 0,-2 15-2 16,1-1 1-16,0 0-6 0,1 0 2 0,2-4-5 0,-3-1-30 15,2-4-28-15,-1-1-8 0,0-3-5 0,2-3-28 16,-2 4-37-16,1-1-10 0,0-3-19 0,2-2-124 0</inkml:trace>
  <inkml:trace contextRef="#ctx0" brushRef="#br0" timeOffset="121267.77">15380 13200 1648 0,'-1'0'40'16,"0"0"78"-16,-1 0-101 0,1 0-1 0,0 0 2 15,0 1 1-15,0 0 24 0,0 1-7 0,-1-1-2 16,1 1-4-16,-1 8-23 0,-1 4-4 0,2 2 2 15,1 5-3-15,0 2-1 0,0-2 5 0,1 6-4 0,1-4 4 16,-1 1-3-16,0 2-3 0,0-4 1 0,2 4-2 16,-1-1 1-16,0-3 6 0,1 0-3 0,-2-4 4 15,3 0 0-15,0-3 25 0,0-2 1 0,-1-1 8 16,-1-3 3-16,2 0-8 0,-1 0-6 0,1-2 1 16,0 0-11-16,-3-3-13 0,1 1 7 0,-1-1-11 15,0-2 5-15,1 0-8 0,-1-2 6 0,2 2-5 16,-2-2 11-16,2 2 5 0,-2-2-7 0,3 2 7 0,-2-1-4 15,5 2-4-15,-2-2 6 0,0-1-5 0,1-1 5 16,3-3-2-16,-4 0-5 0,4-8 3 0,-2-8-5 16,-3-1 3-16,5-2 1 0,-3-1 0 0,-1-3 1 0,1-3-6 15,-2 2-5-15,1 0 1 0,2 1-3 0,-3 3 3 16,1 3 4-16,0 6-2 0,-3 3-3 0,0 1-6 16,0 1 5-16,4 3-5 0,-3 1 0 0,-1 2-40 15,-2 3-10-15,0 0-12 0,0 0-58 0,0 0-47 16,0-1-4-16,0 1-20 0,0 0-74 0,4-1-134 15</inkml:trace>
  <inkml:trace contextRef="#ctx0" brushRef="#br0" timeOffset="121752.44">15726 13632 798 0,'0'0'236'0,"0"0"470"15,0 0-641-15,0 0-35 0,-2 1-12 0,2 0 0 16,0 0-6-16,0 0 6 0,-1 1 0 0,1-1 3 16,0 0 4-16,0 0-12 0,0 1 4 0,0 1-8 15,0 1-6-15,-1 5 8 0,1-1 1 0,0 0 3 16,0 3 6-16,-1 3-1 0,0 1-2 0,-2 4 0 16,1 1-1-16,1-2-5 0,0-1 0 0,0 1-3 0,1-4-9 15,0 0 7-15,0-3-5 0,1-2 5 0,0 0-8 16,0-3 2-16,0 0 3 0,0-2-1 0,-1-2-4 15,2 0-18-15,-1 1 3 0,1-1-7 0,0 1 11 16,1-1 1-16,-2-2 6 0,4 1-3 0,1-1 2 0,2-1 4 16,0-3-7-16,-1-2 8 0,3-6-3 0,-2-5-3 15,1-3 4-15,-1 2-4 0,-1 1 5 0,-1 0 2 16,-1 3 3-16,-1 4 0 0,1 0 3 0,-1 4 0 16,1 2-3-16,-3 1 3 0,2 1 9 0,-4 1 5 15,2-2 2-15,0 1-1 0,1 0-7 0,-2 1 1 16,0-1-2-16,0 1 2 0,1 1 4 0,0 1-1 15,0 2 3-15,6 14-2 0,-1 7 0 0,-3 2-2 16,-2-3-1-16,-1 4 0 0,-1-7-9 0,0-1 2 0,2-1-6 16,-1-2 4-16,0 2-3 0,0-4-4 0,0-2 4 15,0-3-5-15,1-3-8 0,-2-2-22 0,0-2-6 16,0-1-10-16,0 0-59 0,0 0 24 0,1 2-6 0,0-1 16 16,0-1 6-16,-1 0-37 0,0-1 5 0,0-1-16 15,1-5-6-15,2-18-43 0,-3-2-5 0,-2 1-13 16,0-2-30-16</inkml:trace>
  <inkml:trace contextRef="#ctx0" brushRef="#br0" timeOffset="122001.5">15773 13554 115 0,'0'0'56'0,"-1"0"52"0,-1-1 57 0,1 0 16 0,-1 0 14 16,-2-1-47-16,-4-1-7 0,0-1-13 0,0 1-22 15,1 0-18-15,-1 1 6 0,3 0-13 0,0 1-9 0,0-1-3 16,2 1-6-16,0 1 1 0,2 0-11 0,-1-1-24 15,-1 0 7-15,1 0-14 0,1-1-6 0,0 1 6 16,0 1-5-16,-1 0 7 0,2 0 5 0,0 0 1 16,2 0-2-16,-1 0-1 0,1 0-11 0,15 4-6 15,0-1 1-15,4 2-3 0,2 1 7 0,0-1-15 16,1-1 3-16,-1 0-7 0,-2-2-5 0,-1 1-24 16,2-2-1-16,-4 0-12 0,2-1-24 0,-1-1-50 15,-1-2 5-15,-2-1-25 0,2-3-34 0,-2-3-119 16,-1 6-28-16</inkml:trace>
  <inkml:trace contextRef="#ctx0" brushRef="#br0" timeOffset="124573.16">15910 12558 980 0,'0'0'63'16,"0"0"3"-16,0 0-19 0,-1 0-10 0,0 0-22 0,0 0-13 15,0 0 3-15,-1 0-8 0,1 0 3 0,0 0-26 16,0 0 4-16,0 0 2 0,1 0 2 0,0 0 18 15,0 0-4-15,0 0 4 0,0 0-4 0,0 1 6 16,0 0 19-16,0 1 7 0,0-1 3 0,0 0 24 16,0 0 2-16,0 0 0 0,0 0 2 0,0 1 6 15,0-1-16-15,0 0 1 0,0 0-7 0,0 0-15 0,0-1-10 16,0 0-3-16,0 0 1 0,0 0-2 0,0 0-10 16,0 0 5-16,0 0-5 0,0 0 4 0,0 0 3 15,0 0-4-15,0 0 3 0,0 0-1 0,0 0-2 16,0 0-1-16,0 0 0 0,0 0 3 0,0 0-1 15,0 0 3-15,0 0-3 0,0 0 5 0,0 0 1 16,0 2-4-16,0-2 1 0,0 0-11 0,0 0 1 0,0 0 0 16,0 0 2-16,0 0 3 0,0 0-4 0,0 0 1 15,0 0-3-15,0 0-1 0,0 0 4 0,0 0-2 16,0 0 3-16,-1 0-4 0,1 0 0 0,0 0 0 16,0 0-1-16,0 0 4 0,0 0-2 0,0 0 0 15,0 0-1-15,0 0 0 0,0 0 0 0,0 0 4 16,0 0-4-16,0 0-1 0,0 0 1 0,0 0-3 0,0 0 4 15,0 0 4-15,0 0-8 0,0 0 3 0,0 0-4 16,0 0 5-16,0 0 4 0,0 0-5 0,0 0 4 16,0 0-13-16,0 0 12 0,0 0-5 0,0 0 6 15,0 0-5-15,0 0 2 0,0 0-1 0,0 0 1 16,0 0-3-16,0 0 1 0,0 0 2 0,0 0-1 16,0 0 2-16,1 0-2 0,-1 0 1 0,0 0-2 0,0 0 6 15,0 0-8-15,1 0 4 0,0 0-5 0,0 0 10 16,0 0-2-16,-1 0-3 0,0 0 2 0,0 0-1 0,0 0-1 15,0 0 2-15,2 0-3 0,-1 1 1 0,0-1 0 16,0 0-1-16,0 0 2 0,0 0 4 0,1 1-3 16,-1-1 3-16,0 1-5 0,1-1-4 0,1 1 10 15,-1 0-3-15,2-1 8 0,0 2-6 0,3-1 0 16,0 0-1-16,2 0 0 0,2 1 1 0,1 1 0 16,1-1 1-16,-1 0-3 0,1 1-2 0,0-2 1 15,2 1-1-15,-2 0 1 0,2 0 6 0,2-1-9 16,-2 0 4-16,1 0-5 0,2 1 4 0,0-1-3 15,1 0-1-15,2 0 0 0,-1-1 6 0,2 0-5 16,2 0-2-16,0 0-1 0,1 0 4 0,1 0-5 0,0 0 7 16,0-1-7-16,-2 0 9 0,2 0-2 0,-2-1-5 15,-1 2 2-15,2-1-3 0,-3 0 3 0,2 1 3 16,-2 0-1-16,3 0 2 0,-4 0-3 0,1 0 2 16,-1 0-1-16,-1 0-4 0,2 0 2 0,1 1-3 0,-1 0 4 15,0 1 0-15,1-2 3 0,-1 0 0 0,2 1 0 16,-1-1-10-16,0 0 10 0,-1 0-6 0,2 0 7 15,-2 0-5-15,3 0 2 0,-3 0 3 0,-1 0-1 16,0-1-2-16,-1-1 0 0,-2 1-1 0,0 0 1 16,-2 0 4-16,2 0-1 0,-1 0-4 0,1-1 1 15,-1 2-1-15,-1 0-6 0,-2 0 7 0,5-1-7 16,-5 1 11-16,0 0-7 0,0 0 1 0,-1-1-3 0,-1 1 8 16,2-1-5-16,-2 1 1 0,1 0-4 0,-2-1 0 15,-2 1 5-15,1 0 0 0,-3 0 2 0,0-2-4 16,-2 2 0-16,0 0 0 0,1 0 2 0,-2 0-4 0,3-1 3 15,-3 1-1-15,0 0 2 0,0 0-4 0,-1 0 4 16,-1 0 0-16,1 0 3 0,0 0 0 0,0 0-5 16,0 0 0-16,-1 0-2 0,0 0 8 0,1 0-8 15,-1 0 2-15,-1 0-5 0,0 0 11 0,1 0-6 16,-1 0 6-16,0 0-6 0,0 0 11 0,0 0-4 16,0 0-4-16,1-1 1 0,-1 0-7 0,-1 0 3 15,0 0-1-15,0-1 1 0,0 1 0 0,0 0 4 16,-1 0-3-16,-1 0 3 0,0-2-2 0,0 2 17 0,-6-5-5 15,-2 0 6-15,1 2-13 0,-2-1-4 0,2 0-1 16,-1 2-1-16,-1-1-3 0,-4 2 3 0,0 0 1 16,-1 0 0-16,-1 1 0 0,3 1-2 0,-1 0 4 15,0 0-3-15,2 0 5 0,-3 1-6 0,2 1 2 16,-1 0-2-16,1 0 6 0,2 1-3 0,0 0-1 0,2 1 1 16,-1-1 6-16,3 1-7 0,-1 0 1 0,1 0-3 15,1 1 2-15,4-3-1 0,-1-1 2 0,2 5-2 16,-3 0 2-16,2 0-7 0,-1 0 4 0,2 1-4 15,1-1 4-15,1 0 8 0,1-1-3 0,0 0 5 16,3 0-9-16,1-3 4 0,12 2-3 0,2-3 3 16,0 0-4-16,1 11-2 0,-2-5 1 0,7-1-2 15,-1-4 7-15,-3-2-3 0,2 0 0 0,-4-1-1 0,-2 0-1 16,-2-2 1-16,-1 1-1 0,-5 0 1 0,2-1-2 16,-4 1 4-16,-2 1-3 0,-4 1 5 0,2-1-5 0,-1 1 1 15,0-2 2-15,0 0-1 0,1 0 3 0,-2-1 6 16,-1 2-4-16,1-3 4 0,-1-1-12 0,0 0 9 15,-1 2-3-15,0-1 6 0,-3-1-5 0,-1 4-7 16,-5-2 2-16,-2 0-2 0,3-4 2 0,-3 0 4 16,-1 1-4-16,0 3 4 0,1 0-3 0,1 1-2 15,0 1 3-15,2 1-3 0,-1 0-1 0,3 0 1 16,-1 0-5-16,3 0 4 0,0 1 0 0,2 0-5 16,1 0 6-16,0-1-6 0,1 0 9 0,-1 3-12 15,-1-1 0-15,2 0-5 0,-1 3 5 0,1 0 2 0,0 0 0 16,1-1 1-16,0 0 6 0,1-1 3 0,1 1 1 15,2-3-1-15,9 1-3 0,2 0 3 0,1 8-1 16,1-3 2-16,0-2-4 0,0-3-1 0,-3-2 1 16,5 0-1-16,-3-1 4 0,-3-1 0 0,3-2-3 0,-7 1 1 15,3-3-1-15,-3 1-5 0,-2 0 5 0,-1 4-5 16,-1-8 6-16,-3 1 1 0,0 2-1 0,4-3 1 16,-2 4 7-16,-1-2-4 0,0 0 0 0,-3 1-1 15,0-1 5-15,-1 2-1 0,-1 1 2 0,0 1-2 16,1-1-7-16,-13 2-1 0,0 1-2 0,2-7-1 15,-2 0 3-15,1 5-6 0,1 2 2 0,-3 1-3 16,-1 2 3-16,0 3 5 0,0 2 1 0,3-1 2 0,2 0-4 16,4-2 2-16,1-1-1 0,3 5 1 0,0 0-5 15,-3 0 3-15,2-1-3 0,0 2 3 0,3-3-1 16,1 1 1-16,0-2-1 0,1 1 1 0,1 0 0 0,1-2-2 16,2-1 4-16,10 1-2 0,-5-3 5 15,5 0-3-15,1 10 1 0,-1-4-3 0,3-2 4 0,-3-3-4 16,2-2 2-16,-3-1-2 0,2-2 0 0,-2 0-1 15,0-2 0-15,-3 0 1 0,-4 1 0 0,0-1-1 16,-5 4 1-16,0-7-1 0,4-1 2 0,-2 2-3 16,-1 0 0-16,-2 0-2 0,-1 0 6 0,-1 1 1 15,-2 0 2-15,1 2-1 0,0 0-2 0,-15 2-2 0,1 1 0 16,-4-11 0-16,-2 4 1 0,4 4-1 0,-4 4 0 16,4 1 0-16,0 4-2 0,-3 2 1 0,2 1-1 15,3 1 1-15,0 0 1 0,6-2 0 0,3-1 2 16,3-3-2-16,1 4-5 0,-3 0 0 0,2-1 0 15,2-1 0-15,-1 0 6 0,2 1-2 0,1-2 1 0,0 0-1 16,0-1 6-16,0 0-7 0,0-2 2 0,3 1-4 16,6 5 7-16,6 0 0 0,4-2 0 0,-1-3-1 15,-1-2-2-15,1-2-4 0,-6 0 2 0,0-2-2 16,-3 1 1-16,-2-1 3 0,0-1 0 0,-1 2 1 16,-2 1 1-16,-3 0 3 0,3-3-5 0,-1 0 4 15,-1-1-5-15,-1 1 8 0,-1 1 0 0,0-1 2 16,-1 1 2-16,0 2-5 0,0 0 4 0,-5 0-5 15,-8-7 0-15,-3 2-4 0,-3 2 0 0,3 4-1 0,0 1-2 16,1 4 3-16,2 0-1 0,-2 3 3 0,6-1-3 16,3-1-4-16,1-4 3 0,1 7-4 0,3-1 11 0,1 0-9 15,-4-1 2-15,1 0-7 0,1 0 6 0,2-1 2 16,-1 1 1-16,2-2 0 0,0 0 2 0,0-1 4 16,2 0-3-16,-2-2 3 0,8 5-7 0,8 2 2 15,4-2 2-15,0-4-2 0,0-2-2 0,-1-1 4 16,-2-1-5-16,-3-3 5 0,-1-1-4 0,-3 2 0 15,-2-1 0-15,-2 1 0 0,-1 1 7 0,-4 3-3 16,0-6 7-16,3 1-6 0,-1 0 2 0,0 0 6 16,-2 1-7-16,-1-1 6 0,0 2 4 0,0-1 5 15,0 2 5-15,0 0-3 0,-1-1-1 0,0 1-8 0,-2 0-1 16,0-1-3-16,-9-3-6 0,5 4 2 0,-1 2-4 16,1 0 2-16,-2 1-4 0,-1 3-2 0,3-2 3 15,3-1-1-15,2 0-5 0,1 2 1 0,-4 5-5 16,2-1 3-16,0 0-6 0,2-1-6 0,1 0 1 0,0-1-4 15,0-2-14-15,1 1-30 0,-1-2-7 0,1 0-6 16,1 1-18-16,0-1 27 0,0-1-1 0,6 3 6 16,-1-3-36-16,1-1-1 0,-3-1-11 0,0-2 6 15,2-1-39-15,-3 1-72 0,3-7-12 0</inkml:trace>
  <inkml:trace contextRef="#ctx0" brushRef="#br0" timeOffset="125404.57">17414 12605 1472 0,'0'0'150'0,"-1"0"-156"0,0 0 166 16,0 0-77-16,-2 0-45 0,1 0-15 0,0 0 0 0,-1 0-3 16,1 0-1-16,0 0-6 0,-1 0-1 0,1 1-1 15,1 0-3-15,0 1-1 0,-1 0-1 0,-2 7-1 16,-2 3 3-16,0 1 5 0,1 1 3 0,1 1 2 16,0 1 12-16,0 0 4 0,1 1 0 0,-2 0-1 15,1 1-2-15,0 2-14 0,2-1 6 0,1 1-7 16,-2 0 4-16,1 2-3 0,-1 2-4 0,2 3 2 15,0 2-10-15,1 2 0 0,0-1-3 0,-1 2 1 16,1 0-4-16,0 2 3 0,0 0-1 0,1 1 2 0,1 2-8 16,1-1 9-16,2 1-6 0,-2-1 8 0,-1-3-6 15,2-4 0-15,-3 1 5 0,1-3-3 0,2 2-4 0,1-1 1 16,-2-5-2-16,1-2 3 0,-1-2 3 0,0-4-3 16,-1 1 0-16,0 0-1 0,-2-2 4 0,0 0-8 15,0-1 5-15,0-4-7 0,0 1 2 0,0-3-14 16,0-1-13-16,0-2-3 0,0-1-87 0,0-2-62 15,-1 1-20-15,0 1-14 0,0-1-96 0</inkml:trace>
  <inkml:trace contextRef="#ctx0" brushRef="#br0" timeOffset="125789.16">16833 13787 1465 0,'-1'0'241'0,"-1"0"-288"0,-16 2 267 0,1 1-138 16,5-2-74-16,2 0-10 0,5-1-3 0,0 0-4 16,2 0-23-16,2 0-33 0,-1 0 0 0,0 0-10 15,0 0 13-15,1 0 47 0,1 0-5 0,1 0 18 0,1 0-1 16,2 0 4-16,17 1 4 0,1-1 0 0,0-2 7 15,0-2 16-15,1 1 0 0,-1-1 8 0,3 2 17 16,3-2-2-16,-1 2-2 0,1 0 0 0,2-1 1 0,-2 2-4 16,1 0 1-16,2 0-3 0,-2 0-15 15,2 1-4-15,0 0 1 0,1 0 0 0,1 0-2 0,0 0-15 16,-3 0 0-16,0 1-5 0,-4 0 3 0,-1 0-11 16,-1 0 4-16,-4 0-6 0,-1-1 3 0,-2 0-8 15,-4 0 2-15,-2 0-4 0,0 0-4 0,-4 0-35 16,-1 0-4-16,-3 0-12 0,0 0-23 0,-2 0 3 15,1-1-9-15,1 0 1 0,-1 0-75 0,-1 0-48 16,0-2-15-16,0 1-17 0,1-4-120 0</inkml:trace>
  <inkml:trace contextRef="#ctx0" brushRef="#br0" timeOffset="126138.35">16815 14143 1222 0,'-2'0'219'0,"1"0"-275"0,-1 0 249 0,1 0-135 0,-4 0-62 16,4 0-45-16,-2 0 14 0,2 1-20 0,0 1 35 15,1-1 13-15,0 0-4 0,1 0 8 0,4 0 9 16,14 2-8-16,3-1 6 0,-2-1-7 0,4-1 8 0,4 0 8 15,-1 0 4-15,3 0 4 0,-4 0 33 0,-1 0 10 16,0 1 3-16,-1 0 0 0,1 1 3 0,1 0-2 16,1 0-5-16,0 0 0 0,1-1-27 0,-1 1-9 15,4-1-3-15,0 0-3 0,-4 1-16 0,-2-1-1 16,-6 0-4-16,-1 0 1 0,0 0-1 0,-3-1-4 16,-1 1 4-16,-3-1-6 0,-2 0-8 0,-3 0-33 15,-3 0-10-15,2 0-9 0,-3 0-52 0,1 0-56 16,-2 0-20-16,1 0-17 0,1 0-113 0</inkml:trace>
  <inkml:trace contextRef="#ctx0" brushRef="#br0" timeOffset="126472.33">17143 14228 1802 0,'-2'0'89'16,"1"0"0"-16,0 0-38 0,-1 0 2 0,-1 1-44 0,1 0-11 16,1 0 2-16,0 1 0 0,0-1 2 0,-1 1-4 15,2-1 3-15,0 11-7 0,0 1 6 0,3 2-5 16,0 3-6-16,3 2 1 0,0 3-4 0,1 2-3 0,-1 2-15 16,0 3 13-16,-3 0-10 0,1 7 40 0,-2-2 9 15,-2-2-7-15,0 0 6 0,0-3-1 0,0 2 4 16,-2 0 6-16,0-2-5 0,-1 1 2 0,1 1-1 15,-1-2 3-15,1 0-2 0,0-1 3 0,-1-1-17 16,1-1 2-16,0-2-7 0,1-3 0 0,-1 0-5 16,1-6-6-16,0-3 1 0,0-1-21 0,1-6-28 15,0 1-3-15,0-2-11 0,0 0-24 0,0-1-34 16,0-1-14-16,0 0-15 0,0-1-115 0,-1 0-30 16</inkml:trace>
  <inkml:trace contextRef="#ctx0" brushRef="#br0" timeOffset="126840.49">16711 15099 683 0,'0'0'151'15,"0"0"-171"-15,0 0 160 0,1 0-79 0,0 0-44 0,2 0 26 16,4 1 8-16,9 2 5 0,7-1 22 0,0 0-1 16,3 1 2-16,5 0 0 0,-3 0 12 0,4-1-12 15,1-1 0-15,-4 0-4 0,5 2 1 0,-1-1-19 16,-1 0 3-16,-3 1-11 0,-2-1-23 0,-1 0-16 15,-1 1-2-15,-3-2-2 0,0 0 3 0,-3-1-5 16,-1 0-2-16,-3 0-1 0,-1 0-5 0,-2 0-1 16,0 0 0-16,-5 0-3 0,-4 0-14 0,1 0-15 0,-2 0-2 15,1 0-5-15,-1 0-17 0,-1 0-72 0,0 0-29 16,-1 0-27-16,0-1-226 0</inkml:trace>
  <inkml:trace contextRef="#ctx0" brushRef="#br0" timeOffset="127056.36">16778 15265 2136 0,'-1'1'45'0,"0"0"104"15,0 2-143-15,-1-1-9 0,2 0 3 0,2 9-6 0,2 0 14 16,2 0-11-16,18 1 3 0,4-2-6 0,0-2 2 0,6-4-24 15,4-1-7-15,1 14-8 0,1-12-50 0,-3-6-35 16,0-6-13-16,0-6-12 0,0-3-105 0</inkml:trace>
  <inkml:trace contextRef="#ctx0" brushRef="#br0" timeOffset="127556.34">18202 13583 723 0,'0'-1'136'16,"0"0"6"-16,0 0-18 0,0-1-24 0,0-1-34 0,0-4-7 15,0 0 13-15,-1 0-4 0,0 1 7 0,0 0-3 16,1 3-15-16,0 0-2 0,0 2-6 0,-2-1-11 16,0-2-9-16,1 0 2 0,-6 1-6 0,0 2-4 0,-1 0 14 15,-1-5 0-15,-1 0 4 0,0 1-8 0,-1 1-5 16,-4 0-6-16,1 3 1 0,-2 1-11 0,-2 1 2 15,1 3 1-15,-2 2-1 0,-4 3-4 0,3 2 0 16,-2-10-5-16,1 15 3 0,3 4-10 0,0 1 4 16,6 3-2-16,0-1 2 0,1 1-3 0,2-2 0 15,0 0 1-15,4 0 0 0,-8 0-2 0,6 1-4 16,7-1 2-16,0-3-2 0,2 1 8 0,2 0-3 16,1-3 6-16,2 2-3 0,1-2 19 0,-1-4-7 15,-6 1 1-15,14 0-1 0,4-1 3 0,-1-2-10 0,1 0-2 16,-2-3-3-16,1-1-16 0,4 0 3 0,-1-4-8 15,2-2 5-15,-1 12-27 0,-1-6-10 0,0-4 0 16,-1-3-3-16,2-3-6 0,-2-3-54 0,-2-3-4 16,2-2-25-16,-2 10-87 0,0-17-231 0</inkml:trace>
  <inkml:trace contextRef="#ctx0" brushRef="#br0" timeOffset="128173.18">18213 14287 1563 0,'0'0'76'0,"0"0"2"15,-1 1-28-15,-1 0-2 0,1 0-31 0,0 0 11 0,0 1-3 16,0-1-10-16,0 0 4 0,-1 0-18 0,2 0-3 16,0 0 0-16,0-1-2 0,2 0 6 0,-1 0-4 15,0 0 3-15,15-10-3 0,2 0 8 0,0-12 0 16,2 0 1-16,-4-2-2 0,-1 0-5 0,1-4 12 15,-3 3-2-15,1-5 5 0,1 1-3 0,-2-4-4 16,0 0-1-16,-6 1-2 0,2 2-3 0,0 5 3 16,-1 0-2-16,1 3 2 0,-2 3-2 0,0 3 5 15,-3 3-2-15,-2 4 2 0,3 2-11 0,-4 3 7 0,0 1-4 16,-1 2 6-16,3-1-6 0,-1-1-4 0,0 1 3 16,1 1-4-16,-2 0-6 0,0 0-4 0,0 1-2 15,0 1 2-15,0 1 2 0,3 17 7 0,-4 8 6 16,0 4-1-16,-2-2 10 0,-1 2-6 0,0-4 5 0,-1-2-3 15,1-1 23-15,0-5-9 0,2-2-3 0,1-2-2 16,1-3-5-16,1-1-1 0,0-2 4 0,0 0-3 16,1-3 5-16,0-1-12 0,1 0-1 0,-2-3-2 15,7 1 3-15,2 4 5 0,-3-2 1 0,3-2 0 16,-1-1 2-16,1-2 9 0,0-1-2 0,-2-2 4 16,0-3-2-16,0 1-6 0,-1-14 1 0,-1-1-3 15,0-2-3-15,-1-1 2 0,-1 1 0 0,-1-4 0 0,0 7 1 16,0-4-2-16,-2-2-1 0,-1 7 1 0,0-1-8 15,10 4 5-15,-6 2-1 0,-1 2 2 0,-2 3 0 16,-2 3-2-16,0 3 0 0,0-1-1 0,0 1 3 0,0 0-11 16,0 1-2-16,0-1-4 0,0 1-7 0,0 1 6 15,0 0 2-15,0 3 1 0,0 13 11 0,-1 15 7 16,-1 5-2-16,-1-2 3 0,0 3-1 0,1-1 5 16,-1-1 3-16,3-1-1 0,0-4 1 0,0-4-6 15,3-3-2-15,0-2 0 0,3-1 1 0,0-2-12 16,1-3 0-16,0-2-5 0,2 0-2 0,-4-5-23 15,9-2-3-15,0-3-7 0,2 7-17 0,0-4-27 16,3-5-5-16,3-4-12 0,-2-7-63 0,0 2-154 0,1-20-40 16</inkml:trace>
  <inkml:trace contextRef="#ctx0" brushRef="#br0" timeOffset="129908.1">17254 12547 1184 0,'0'0'49'16,"0"0"2"-16,-1 0-20 0,0 0-8 0,0 0-17 16,0-1 1-16,-1 1-7 0,1 0 2 0,0 0-4 0,0 0 1 15,0 0 1-15,1 0 3 0,0 0-1 0,0 0-1 16,1 1 8-16,0 1-5 0,1-1 8 0,3 0 10 0,8 3 10 16,1-2 5-16,3 1 1 0,-2 0 17 0,1-1 1 15,-3-1 1-15,1 0-2 0,5 2-9 0,-1-2-1 16,3 0-12-16,-1 0 6 0,2 1-23 0,4-1-3 15,1 0 5-15,2-1-5 0,1 0-6 0,4 0 4 16,2 0-5-16,4 0 5 0,-2 0-15 0,7 0 9 16,2 0-7-16,4 0 7 0,4-1-10 0,-1 1 11 15,0-1 6-15,0-1 1 0,1 1 11 0,5-1-5 16,0 1-3-16,3-2 0 0,0 1-15 0,-3 1-1 16,0-3 3-16,-3 2-1 0,-2 0 8 0,0 0-12 0,-1 1 3 15,-2 1-4-15,0-1 9 0,-3 0-5 0,-2 0 3 16,-2-1-3-16,-3 2-1 0,-5-1 3 0,-2-1-4 15,-2 1 2-15,-3 0 1 0,2-2-2 0,-1 2 1 16,-4-1-1-16,2-1 0 0,-9 1 2 0,-1 0-2 0,2-2 1 16,-4 2-6-16,1-2 5 0,0 1 2 0,-7 2 1 15,-3-1-1-15,-1 1-4 0,-2 0-2 0,-2 0 0 16,2 0 0-16,-3-1 4 0,-1 2-1 0,2-1 3 16,-1 0-2-16,0 0 0 0,0 0 0 0,-1 0 1 15,0-1 2-15,0 1 1 0,0 0-1 0,0 0 0 16,1 0 1-16,-2 0-1 0,0-1 2 0,0 1-2 15,0-1 5-15,0 1 2 0,0-1-2 0,0 1 1 0,0 0 0 16,0 0 3-16,0 0 3 0,0 0 0 0,0-1 3 16,0 1 0-16,0 0-3 0,0 0 1 0,0 0-12 15,0 0 8-15,0-1-3 0,0 1 4 0,0 1-12 0,0 0 7 16,0 0-4-16,0 1 5 0,0 1 1 0,0 0-2 16,-2 8 0-16,1 5-1 0,1 1 5 0,0-1-8 15,0 2 6-15,0 2-7 0,0 1 6 0,1 2-2 16,2 0-3-16,0 3 2 0,1 2-2 0,-1 1 0 15,0 2 0-15,-1 4-1 0,-1-4-4 0,0 3 7 16,-1 1-3-16,0-2 5 0,-1-1-4 0,-1-4-4 16,0-1 2-16,0-6-3 0,1 1 3 0,0-6-2 15,-1-3 4-15,1-2-3 0,-1 0 8 0,1-4-5 0,0 1-1 16,0-3 0-16,0 1-4 0,-1-1 2 0,1-1-1 16,0 0 4-16,-1 0-6 0,-1 1 5 0,0-1-5 15,-9-2 5-15,-4 2-6 0,-3-1-4 0,1 10 5 16,-5-3-4-16,-1-2 10 0,-1-2 0 0,0-3-4 0,2 1 3 15,1-1 1-15,3-1-6 0,0 0 6 0,2 1-7 16,1-1 4-16,5 0 3 0,-1-1-7 0,2 0 5 16,2 0-1-16,2 0-2 0,0 0 2 0,4 0-2 15,1 0 4-15,-1 0-7 0,-1 0 2 0,1 0-5 16,1 0-3-16,0 0 9 0,-1 0-2 0,2 0 4 16,0 0 1-16,2 1 1 0,0 0-3 0,12 3 2 15,5-1-10-15,3 2 8 0,2-1 3 0,2-1 1 16,1 1 2-16,2-1-2 0,0 1-4 0,0 0 2 0,0 0-2 15,-1-1 6-15,4 2 0 0,-3 0 2 0,2-1 0 16,-3 1-2-16,-2-1-2 0,0 0 1 0,-3 1-3 16,-3 0-4-16,-2 0 2 0,-4-1-2 0,-1 0 6 0,-3-2-4 15,-2 2 3-15,-5-3-3 0,2 1 3 0,-4-2 6 16,0 0-4-16,2 3 3 0,-1-1-6 0,0 3-2 16,0-1 0-16,-2 2 0 0,-4 4 2 0,3-1-9 15,-21 5 7-15,-3 3-6 0,-1-2 13 0,-1 1-1 16,-1 1-5-16,2-3 2 0,-6 0 1 0,4 2-3 15,-2-4 0-15,5 2-1 0,1 2 0 0,1-5 0 16,0 3 3-16,3-2-3 0,3 0 0 0,1-1 3 16,4-3-2-16,4-1 2 0,0-2-5 0,5-1 5 0,-1 1-4 15,2-1 3-15,-2 0-7 0,2 0 0 0,-1-1 1 16,1 2 0-16,1 0 2 0,1-1 2 0,0 1-3 16,1-1 2-16,1-1-8 0,9-1 10 0,9 0 3 15,0-1 0-15,2 12-4 0,-3-5 0 0,1-2 0 0,-1-3 1 16,0-1-3-16,-3-2 0 0,1 0-2 0,-2 0 2 15,-3 1 8-15,1 0-5 0,0 0-1 0,-4 0-2 16,2 2 0-16,-4-1-3 0,-1 0 7 0,-3 1-4 16,1-1 3-16,-1 7-1 0,1 7-4 0,-2 4 3 15,0 2 0-15,12 4 4 0,-5 3 1 0,-6 3 1 16,-3 2-4-16,-1 4 0 0,-3-1 1 0,-1 2 0 0,-2-1 4 16,-1-4-3-16,1 0-1 0,0-1 0 0,0-2-2 15,0-2 7-15,0 2-3 0,1-2 5 0,2 2-5 16,-1-2 0-16,1-2 1 0,2 2-1 0,0 1-2 0,1 0 2 15,1 1-3-15,0-3 2 0,0 3-3 0,1-2 0 16,0-1 1-16,0-2 0 0,0-2 3 0,2-2 0 16,-1 0-1-16,1 1 0 0,0-3-4 0,0 1 5 15,1-1 0-15,-2-4 3 0,1 0-6 0,-1-3-2 16,0-3 0-16,-1-2-1 0,2 1 1 0,-2-1-6 16,0-2-2-16,-1-3-2 0,1 1-10 0,-1-2-20 15,0 1 2-15,0 0-9 0,0-1-12 0,2 1-34 16,-1-1-7-16,0 0-9 0,0 0-27 0,0-1-34 15,-1 0-11-15,0-1-11 0,1 0-80 0</inkml:trace>
  <inkml:trace contextRef="#ctx0" brushRef="#br0" timeOffset="130392.15">19030 14910 1138 0,'-1'0'228'0,"0"0"-251"0,-4 1 249 0,-13 4-123 0,5-2-77 15,5-2 4-15,2 1-3 0,3-1 3 0,-1 0-7 16,3-1-16-16,-1 1-6 0,-1 0-1 0,2 1-8 16,0-1 0-16,1 0 6 0,0-1-4 0,1 0 7 0,2 0 0 15,5 0 7-15,6 0-4 0,0 0 9 0,0-1 10 16,1 1-4-16,1 0 9 0,-1 0 14 0,0 1-4 15,2 0 7-15,-1 1-7 0,2 2-1 0,1 1-7 16,2-1-5-16,-1 1 0 0,4 0-12 16,-1-2-9-16,0 2 2 0,1 0-3 0,-9-3 3 0,4 0-4 15,-4 0-4-15,-1-1-1 0,5-1-13 0,-7 0-18 16,-2-1-2-16,-1-1-8 0,-6 1-29 0,0 1-22 16,-2 0-10-16,1-1-8 0,0 0-70 0,0-1-16 0,-1-1 4 15,0 1-2-15,-1-1 43 0,-1 1 56 0,-4 0 26 16,-16-8 18-16,-5 4 169 0,3 5 54 0,-2 1 3 15,0 3 8-15,6 0-37 0,4 1-52 0,1 0-8 16,6 0-14-16,0-1-24 0,2 0-11 0,1-1 3 16,3-1-6-16,-1 1 4 0,1 0-12 0,-3 4 4 0,2 1-7 15,-1 2 6-15,3-1-6 0,1 1 2 0,1-1-4 16,1-1-2-16,4 2-6 0,-1-3 0 0,8-1-2 16,7 0 1-16,0-4-15 0,1 1-1 0,4 11-8 15,-2-7-21-15,3-6-31 0,4-5-8 0,-1-4-12 16,3-6-68-16,-4 4-114 0,3-21-22 0</inkml:trace>
  <inkml:trace contextRef="#ctx0" brushRef="#br0" timeOffset="131226.1">19984 13451 631 0,'0'-2'117'0,"0"1"258"0,0-1-368 0,0 0-10 0,0-10 2 16,2-4-4-16,2-1 7 0,-1 0 2 0,1 2 1 15,-1 2 2-15,1 0 20 0,-1 0 18 0,1 3-5 16,-2-1 9-16,0 2-7 0,0 2 27 0,-1 1 0 15,-1 2 8-15,0 3-1 0,0-1-1 0,0-1 1 0,0 1 0 16,0 0 6-16,0 0-19 0,0 1-3 0,0 0-6 16,0 0-13-16,0 0-5 0,0 1 0 0,0 0-3 15,0 1-14-15,1 1-11 0,2 17 6 0,1 5-6 16,0 3 0-16,-2 3-4 0,0 3-3 0,-1 1 2 16,1 2-3-16,-1-1 0 0,-1-1 2 0,-1 0 0 0,-1 0-1 15,0-3-1-15,1-2 1 0,1-2 1 0,0-3 6 16,1-1-6-16,0-3-1 0,0-3-1 0,2-2-6 15,-1-3 5-15,0-1-4 0,0-1 4 0,-1-2-10 16,0-4-5-16,-1-3-5 0,0 0 1 0,1 1-10 0,0 1 17 16,-1-2-6-16,0 0 9 0,0-1-10 0,0 0 17 15,-1-1-4-15,-1-5 7 0,-5-13-4 0,0 0 8 16,0-3 0-16,1-2 2 0,1-3-3 0,2 0 0 16,0-1 3-16,2 0-1 0,0-1 1 0,1-3-7 15,0 0-1-15,1-3-2 0,1 3 6 0,2 0 0 16,2 2-2-16,0 3-1 0,0-3-5 0,1 7 6 15,1-1 1-15,1 3 1 0,1 3-5 0,-1 2 4 16,-8 2-1-16,15 3 2 0,-1 1 0 0,0 3 9 16,2 1 0-16,1 1 2 0,-1 2 6 0,0-9-5 15,3 4 6-15,-2 4-6 0,2 3-3 0,-1 2-11 0,-4 3 1 16,-2 0-2-16,1 3-1 0,-2 2-5 0,-3-5-3 16,0 11 2-16,-6 2 7 0,0 2 0 0,8 2 3 0,-5-2-2 15,-2 3 4-15,-4-1-4 0,-4-2-3 0,-1 2 0 16,-4 2 0-16,-3-2 2 0,-2 2 1 0,7 0 0 15,-14-3-3-15,1-3 3 0,-5-3 2 0,6-1 1 16,2-2 8-16,-2-2-9 0,1 1 4 0,2-2-5 16,-1 0 1-16,3-1 0 0,0 1 2 0,-2-2-1 15,2 1 0-15,1 0-3 0,0 0 0 0,3-1 0 16,-1 1 5-16,4-2-1 0,-1 0-1 0,4-2 0 0,3 0 4 16,-2-1-8-16,1 2 3 0,0-1-3 0,0-1 2 15,0 3 6-15,1 0 0 0,0 1 2 0,1 0 0 0,1 2-8 16,2 0 4-16,0 2-5 0,14-2-1 15,0-1 0-15,4 2 0 0,-1-1 1 0,2 1-1 0,3 1-1 16,-1-3-5-16,0 2 4 0,2-1-9 0,-1-1-12 16,-2-1 0-16,-2-3-7 0,-2 1-31 0,-2-2-20 15,2 0-5-15,-5 8-2 0,0-3-5 0,-2-4-131 16,-2-1 5-16,4-1-63 0,-1-1-141 0</inkml:trace>
  <inkml:trace contextRef="#ctx0" brushRef="#br0" timeOffset="131593.04">20578 13575 760 0,'0'0'276'0,"0"0"-285"0,0 0 293 0,0 0-137 16,-2 0-102-16,1 0-3 0,1 0-4 0,0 0 0 16,0 0-11-16,0 0 12 0,0 0-6 0,0 0 5 15,0 0-16-15,0 0-3 0,0 0-1 0,0 1-1 16,1 1-7-16,1-1 3 0,-1 0 4 0,0 0-1 15,0 1 1-15,1 3-1 0,4 7-6 0,-1 1 4 16,0 1-2-16,-2 2-11 0,0 1 7 0,-2 2-8 16,-1 1 8-16,-1 1-6 0,-3 2 5 0,-1 2-5 15,1-1 8-15,-2-1 9 0,1-2-3 0,0-1 6 0,1-1-4 16,0-4-7-16,2-1-1 0,1-3 0 0,-1 1 0 16,2-4 4-16,0 0 2 0,2 2-1 0,-1-4 3 15,1 2-1-15,-1-3-2 0,0-2 1 0,3 3-8 0,0-1 1 16,0-1-1-16,8-1 1 0,1 0 3 0,2-2 13 15,2 1-4-15,1 9 4 0,1-4-8 0,0-2 1 16,0-3-4-16,2-2 2 0,-4 0-13 0,0-1-4 16,-2 0-5-16,-3-1-1 0,9-3-23 0,-2-1-23 15,0-2-3-15,2-4-13 0,-3 0-83 0,-1 5-59 16,3-16-61-16,0-2-14 0,3-4-393 0</inkml:trace>
  <inkml:trace contextRef="#ctx0" brushRef="#br0" timeOffset="132761.57">19349 12503 1255 0,'0'0'59'16,"0"0"0"-16,-1 0-12 0,-1 0-2 0,1 0-22 15,0-1 0-15,0 1-23 0,0 0 2 0,-1 0-9 16,1 0 4-16,1 0 1 0,0-2 3 0,1 1-1 16,1 0 8-16,4 0-11 0,12-4 2 0,1 2-4 15,0-2 12-15,2-1 8 0,0 1 5 0,2-1 3 16,-1 1 29-16,1-1-1 0,1-1 0 0,4 0-1 15,0 1-7-15,2 1-8 0,2 0-3 0,3 1-3 0,4-1-13 16,5-1-2-16,0 3-3 0,1 0 2 0,-1 2 0 16,-3 0-5-16,1 0 4 0,-4 1-5 0,2 0-1 0,-2-2-8 15,2 1 3-15,1 1-4 0,-1-1 4 0,-3 1 5 16,-1 0-3-16,-8 0 5 0,5 0-2 0,-2 0 1 16,-4 0 7-16,-1 0-3 0,-6-1 17 0,-2-1-10 15,1-1 2-15,-2 0-4 0,-2-1 3 0,-3 2 0 16,-2 1-5-16,0-1 2 0,-3 1-6 0,-2 0-2 15,-2 1 6-15,1-1-3 0,-3 1 15 0,0 0-6 16,1-1 4-16,1 0-3 0,-1-1 8 0,0 1-7 16,0 0-2-16,-1 0-1 0,0 0-11 0,0 0-10 0,-1-1 3 15,0 1-3-15,0-1 5 0,-1-1-2 0,0 2-1 16,0 0 1-16,-1 1 7 0,-7-3-8 0,0 1 1 16,-3 2-3-16,2 0 2 0,2 2-2 0,0 0 2 15,3 0-1-15,0 2 3 0,2-2 0 0,-3 5-2 16,0 3 0-16,1-1 7 0,2-1-4 0,2-3 7 0,1 0-6 15,0-2 4-15,0 3 9 0,1-1-6 0,2 1 7 16,0-3-3-16,10 0 0 0,3-2-1 0,3 11 1 16,1-4 0-16,0-5-9 0,0-2 8 0,2-1-8 15,-3-2 11-15,-1-1-2 0,-2-2-1 0,-4 0 0 16,-1 2-3-16,-3-1-2 0,-2 3 5 0,-4 1-1 16,-1 0 9-16,2-1-4 0,-1 0-6 0,-1-1 0 0,0 1-22 15,-1-1-49-15,-2 0 5 0,-19-10-26 16,-12-2-53-16,-6 7-126 0,-6 4-45 0</inkml:trace>
  <inkml:trace contextRef="#ctx0" brushRef="#br0" timeOffset="136532.12">22361 13262 256 0,'0'0'131'0,"-1"0"-54"16,0-1 50-16,0 0 5 0,0 0-90 0,0-1-5 0,-1-1-5 15,0 1 3-15,1-1 0 0,-2 1 23 0,1 0-5 16,0-1-3-16,-1 2-2 0,2 0-11 0,0 0-8 15,0 0-4-15,0 0-3 0,0-1-21 0,-1 1 19 16,1 0-1-16,0 1 7 0,0 0 0 0,0 1-11 16,-1 0 1-16,0 8-5 0,-1 13 3 0,-2 1-7 15,-1 7 2-15,1-1-2 0,-1-1 8 0,-2 1 7 16,0-5 3-16,0-2 2 0,0-2 6 0,-1-3-14 16,5-3 4-16,0-3-7 0,1-2 3 0,0-3-8 15,1 0 3-15,2-4-2 0,0 0 13 0,0-1 4 0,-1 1 1 16,-1 0 0-16,1 1 3 0,0-2-21 0,0 0 1 15,0 0-7-15,0 1 8 0,-1-2-14 0,1 0 8 16,0-2-9-16,-1 1 6 0,1-1-4 0,-5-10 2 16,1-1-2-16,0-1-2 0,2 2 3 0,-1-3-4 0,3 1 4 15,1 1-2-15,0-1 2 0,1 4 0 0,0 0 0 16,2-2-9-16,0 1 10 0,2 1-5 0,0-1 7 16,1 2-5-16,-4 1-2 0,10-2 2 0,8 4-3 15,-3 1 6-15,4-3 0 0,3 4 0 0,-2-2-2 16,2 1-4-16,-2 4 3 0,2-13 2 0,-2 7 0 15,0 4 0-15,2 3 4 0,-2 2 2 0,1 1 4 16,-2 2 25-16,-2-2-13 0,-1 2 6 0,2 2-10 0,2 1 3 16,-2 1 9-16,-2 0-5 0,-6-2 5 0,0 1-15 15,-3-1 8-15,2-3-1 0,2 8 3 0,-4-3-12 16,3 3 2-16,0-4-7 0,-2 0 6 0,2 4-14 0,-3-3-4 16,0 0 7-16,-2-1-5 0,0-2 3 0,-1-1-3 15,1 0-3-15,-3 0 3 0,2-1-2 0,-1 0-21 16,-3 0-18-16,2-2-1 0,-3-1-65 0,0 2-15 15,0-1 4-15,2 0-8 0,-1 1-7 0,0-1-87 16,0 0-51-16</inkml:trace>
  <inkml:trace contextRef="#ctx0" brushRef="#br0" timeOffset="136930.9">22566 13381 1625 0,'-1'0'40'15,"0"0"4"-15,-1-1-8 0,0 0-15 0,1 1-6 16,-3-1-10-16,2-1-2 0,0 1-1 0,1 1-1 16,-2-1-1-16,1 0-9 0,-1 0-2 0,1 0-4 15,0-1-7-15,-1 2 14 0,1 0-4 0,0 2 8 0,-1-1-2 16,-2 15 3-16,-3 7 6 0,0-1-3 0,-1 3 7 15,1-3 5-15,1 0-2 0,-1 3 4 0,1-1 5 16,0-2-1-16,1 1 0 0,1 1 0 0,1-1 0 16,2 1-1-16,-1 1 2 0,-11-1-3 0,6 2-6 0,5 1 6 15,3 3-5-15,0-1 7 0,2-2 1 0,0-2 2 16,2-4-3-16,-1 0 1 0,2 0-9 0,2 2 11 16,-1-6-1-16,1 0 4 0,-1-4-6 0,0-4 7 15,2 3 0-15,-6-3 3 0,11-1 4 0,1 0-14 16,2-4 4-16,-1 0-8 0,0-2-8 0,0 9-1 15,1-4-5-15,-2-3 0 0,0-1-12 0,-1-2-12 16,1-1-10-16,0-2-3 0,1-3-64 0,2-2-61 0,-1-3-13 16,-2 1-21-16,2 6-117 0</inkml:trace>
  <inkml:trace contextRef="#ctx0" brushRef="#br0" timeOffset="137898.43">22915 14135 909 0,'0'0'37'0,"0"0"3"16,-1 0-14-16,0 0-3 0,0-1-13 0,0 0 7 15,-1-1-3-15,1 1-5 0,0 0 2 0,0 0-1 16,0 0-6-16,0 0 1 0,-1-1-4 0,1 1-11 0,0 0 10 16,0 0-2-16,0 0 5 0,-1-1-2 0,1 1-2 15,0 0 2-15,0 0-1 0,0 0 17 0,1 0 8 16,-1-1 5-16,-1 1 2 0,1 0 27 0,0 0-8 15,0 0 3-15,0 0-6 0,0-1-10 0,-1 1-1 16,0 0-7-16,0 0 4 0,0 0-14 0,0 0-8 16,0-1-4-16,1 1-1 0,-2 0-1 0,2 0-2 15,0 0 1-15,0-1-2 0,0 1-4 0,-1 0 10 16,1 0 1-16,0 0 5 0,0 0 1 0,0-1-1 16,-1 2 2-16,0 0-1 0,0 0-1 0,-1 0-2 0,2 0-5 15,-8 5 2-15,-2 2-2 0,-2-2-8 0,5 14 7 16,1 1-7-16,-1 1 5 0,1 0-1 0,0-1-3 15,2-1 3-15,1 0 7 0,3-3-11 0,-9-1 7 16,3-1-8-16,3-2 4 0,2-1 5 0,2-2-5 0,0-3 5 16,0-1 2-16,0 0 19 0,1 0-1 0,-1-2 4 15,0-2-5-15,2 1-6 0,-1-2-3 0,10 6-2 16,2-1-9-16,0-3 5 0,1-1 0 0,-2-1 1 16,2 0 2-16,-4-1-6 0,2-2 4 0,0-1-4 15,-1-1 2-15,-2 1-2 0,-1-1-5 0,-1 0 3 16,-1 2-1-16,-1-1 3 0,0 1 2 0,-2-1 0 0,1-3 5 15,-3 0-3-15,1-1 0 0,5-2-2 0,-1 1-9 16,-1-2 0-16,-2-1-1 0,-2-3 0 0,-1 0-1 16,-1 0 0-16,-1 0 1 0,-3 0-1 0,1 3-4 0,-2-1 4 15,0 2-6-15,-1 2 6 0,4 3 0 0,-7 1-4 16,-3 0 1-16,3 3-4 0,-4 1-3 0,3-7-12 16,0 3-5-16,-3 0-4 0,6 4-22 0,-3 1-17 15,2 1-6-15,3 2-6 0,-4 2-46 0,2-2-52 16,1 11-2-16,2 0-20 0,3 0-41 0,-9 1-76 15</inkml:trace>
  <inkml:trace contextRef="#ctx0" brushRef="#br0" timeOffset="138601.41">23333 14049 1041 0,'-1'0'191'15,"-1"0"16"-15,1-1-52 0,-1 0-51 0,-3 0-45 16,-4-3-29-16,2 2-6 0,4 2-1 0,-3-3-4 16,3 2-8-16,-3-1-8 0,3 1 2 0,0 1-4 0,1 0 1 15,-1 0-3-15,-1 0-1 0,-1 0-2 0,0 0 4 16,-1 1 1-16,-2 1 2 0,0 2 0 0,-6 5 1 0,-3 2 4 15,2-10-5-15,-4 12 6 0,1 2 4 0,0 2-2 16,-2 0 8-16,1 2-7 0,0 2 10 0,0 0-1 16,1 3-4-16,-2 1 3 0,0 2-1 0,2-2-5 15,0 3 2-15,4-1-5 0,1-4-10 0,4-1 0 16,0-3-1-16,3-2 0 0,1-2-3 0,-6 0 2 16,4 1-6-16,4-5 4 0,0 2-6 0,2-3-24 15,1-1 3-15,0-1-14 0,0-1-35 0,1-1-20 16,1-2-12-16,-2-2 1 0,1 0-14 0,-1 0 24 15,0-1-2-15,4 2 5 0,5 2-28 0,-1-1 6 0,3-1-7 16,-1-2 9-16,2-1-1 0,0-2-38 0,1-3 30 16,-1-1-23-16,3-2 103 0,-1 0 24 0,0-2 6 15,0 7 5-15,2-10 20 0,3 2-4 0,0-3 9 16,3 5-6-16,1-5 21 0,-1 1 11 0,-1 0-5 0,-1 0 9 16,-3 2 14-16,1 2-1 0,-2 2 12 0,-4 1-8 15,-1 1 26-15,-6 1 16 0,0 0 7 0,-4 2 7 16,0-1 44-16,1 1 11 0,1 0-9 0,-1-1 1 15,-1 1-67-15,0 0-21 0,1-1-9 0,-2 1-2 16,0 0-18-16,0-1-10 0,-2 1-4 0,1 0-1 16,0-1-6-16,-1 1-7 0,-5-3 1 0,-2 0-4 15,1 2-4-15,0-1 5 0,-1 2 0 0,0 0 0 0,0 1 2 16,-4-1-15-16,-1 2 6 0,1 2-9 0,-1 0 5 16,1 3-4-16,4 0-1 0,-3-3-1 0,0 14 0 0,0 2-2 15,2 2 3-15,0 0-2 0,2-1 4 0,1 2-3 16,0-1 1-16,2-3 0 0,3 1 1 0,-9-3 2 15,5-1-3-15,4-1 3 0,2-1 2 0,0-1 9 16,2-3 2-16,2-1 1 0,2 1 5 0,2-2 2 16,6-1-6-16,11-2 4 0,-3 0-16 0,4 11-6 15,5-5 2-15,-4-5-3 0,1-4-2 0,4 0-4 16,-3-4-9-16,0-2 1 0,2-2-36 0,-4-4-70 16,2-2-9-16,0 11-36 0,1-20-189 0</inkml:trace>
  <inkml:trace contextRef="#ctx0" brushRef="#br0" timeOffset="139483.23">23053 13021 1492 0,'-1'-1'41'0,"-1"0"75"0,1-1-72 0,-1-1-18 15,-2-1 1-15,1-2-7 0,-1 0-10 0,1 0-11 16,-1-1 1-16,1-1-5 0,0 1 8 0,1-5-3 15,1 1 0-15,0 3-4 0,1-3-2 0,0 3 11 16,0 4-4-16,0-2 7 0,0 4-11 0,0-1 12 0,0-1-2 16,0 3 6-16,0-5 0 0,0 5 3 0,0-1 3 15,0-1 0-15,0 2 7 0,0 0 0 16,0 0 1-16,0-3-2 0,0 2-9 0,0 0 1 0,0-1-3 16,0 1 2-16,0 0-12 0,0 0 3 0,0 1-5 15,0 0 4-15,0 0-12 0,0 0 7 0,0 0-3 0,0-1 4 16,0 1-2-16,0 0 9 0,0 0 1 0,0 1 4 15,0 0 2-15,0 1-6 0,0 0 0 0,0 6-3 16,0 18-1-16,1 2 2 0,-1 0 0 0,0 4 0 16,0-2 5-16,0-1 3 0,0 2-1 0,0-3 2 15,0 1-2-15,-1-2-3 0,1 0-3 0,-1-2 1 16,1-1-10-16,0-4 0 0,0-1-1 0,0 0-3 16,0-3-34-16,1 2-160 0,2-1-68 0,2 1-57 0,3 3-455 15</inkml:trace>
  <inkml:trace contextRef="#ctx0" brushRef="#br0" timeOffset="144656.45">23723 13561 748 0,'-1'0'45'0,"0"0"0"0,-2 0 38 0,1 0 9 0,-4-1-22 16,-6 0-14-16,3 0-26 0,1-1 0 0,0 1-4 15,1 1 1-15,1 0-15 0,1 0 5 0,-1 0-8 16,1 0 7-16,2 0-7 0,2 0 4 0,-1 0-4 16,0 0 3-16,0 0 7 0,-1 0-4 0,2 0 3 15,0 0-16-15,0 0 8 0,0 0-3 0,0 0 6 16,1 0 1-16,0 0 0 0,1 0 3 0,0 0-2 0,1 0 4 15,9 0 1-15,3 0-1 0,0 0 1 0,3 0 2 16,6 0-11-16,-2 0 5 0,4 1-6 0,0-1 14 16,-1 0-1-16,1 0 0 0,0 0 0 0,3 0-3 0,-2 0 7 15,1 0-3-15,0 0 3 0,0-1-19 0,-1 1 2 16,0 0-5-16,-1 0 4 0,1 0-8 0,-4 0 5 16,0-1-6-16,0 1 3 0,-6 0-6 0,-1 0 1 15,-2 0 4-15,-9 0-2 0,3 0 6 0,-2 0-10 16,-2 0-2-16,0 0-5 0,1 0-23 0,-2 1-39 15,-1-1-11-15,1 1-11 0,1 1-67 0,-1-1-82 16,-1-1-16-16</inkml:trace>
  <inkml:trace contextRef="#ctx0" brushRef="#br0" timeOffset="145053.76">23843 13794 639 0,'-1'0'438'0,"0"0"-594"0,-8 0 513 0,-6-1-288 0,3-2-60 16,3 2-7-16,1 0-1 0,2 0-2 0,2 1-15 15,2 0-3-15,-1-1 3 0,0 0-2 0,2 1 8 16,0 0 1-16,0 0-1 0,-1 0 2 0,0-2 6 0,0 1 3 15,-1 0 3-15,1 0-1 0,0 0 5 0,-1-1 6 16,1 1 4-16,0 0 0 0,-1 0 22 0,1 0-4 16,1 0 5-16,0-1-6 0,-1 1-4 0,1 1-25 15,0 0 10-15,0 0-10 0,1 0 22 0,0 0-2 16,1 0-5-16,0 0 4 0,16-2-1 0,3 0 2 16,1-1 4-16,2 1-2 0,4-2 3 0,0 2-1 15,2-2 1-15,1 2-1 0,1 0-1 0,2-1-17 16,3 1 0-16,1 1-4 0,-1 0-5 0,1-1 1 15,-1 2-4-15,-2 0 2 0,-1 0-1 0,-2 0-9 0,-5 0 4 16,-2 0-9-16,-1 0-16 0,-2 0-143 0,-4 2-73 16</inkml:trace>
  <inkml:trace contextRef="#ctx0" brushRef="#br0" timeOffset="149257.18">25407 13182 256 0,'0'0'233'0,"0"0"-97"0,0 0 80 0,0-1 9 0,-1 0-167 16,0 0-11-16,0 0-30 0,1 0-1 0,0-1-6 16,0 1 0-16,0-1 11 0,0 0-2 0,0-1 5 15,0 1 3-15,0-2-1 0,-2-2 5 0,1 1-4 16,0-1 3-16,-1-1 7 0,-1 1-6 0,0-1 7 16,-1 0-1-16,1 1-5 0,-2-1 2 0,0 0-4 15,-1 0 5-15,5 1-3 0,-7 0 1 0,1 1-3 16,-2 2 2-16,-2-3-22 0,0 3 2 0,2 2-8 15,0 0 5-15,0-5-5 0,-1 1 1 0,-3 2-3 0,-1 2-8 16,-3 1 1-16,1 2 1 0,-3 5 1 0,1 1 3 0,1 4 0 16,-1-7 0-16,4 12-1 0,-3 3 9 0,1 2-6 15,2 0 3-15,2 3-5 0,2-1 0 0,1 5-4 16,2 1 0-16,0 2-1 0,3 2 6 0,-1-1-2 16,0 2 2-16,0-1-2 0,2 0 4 0,-1-2 0 15,2-5-2-15,-12-1 1 0,7-2 9 0,4-2-7 16,3-1 8-16,2-2-6 0,1 0 23 0,3-2 6 15,2 1-3-15,1-3 4 0,-7 1-11 0,17-4-7 16,1 1 0-16,3-1-3 0,2 0-2 0,-3-3-3 0,4 0 2 16,1-5-3-16,-1 1-4 0,2-1-4 0,0 11-2 15,-3-7 0-15,2-2-5 0,-2-4-2 0,-2-1-8 16,2-1 2-16,-1-1-15 0,-2-1-9 0,2-3-8 16,-1 1-3-16,-1-2-38 0,2-1-17 0,-1-2-24 15,-1 1 0-15,-1 0-89 0,0-2-54 0,-2 1-31 0</inkml:trace>
  <inkml:trace contextRef="#ctx0" brushRef="#br0" timeOffset="149858.25">25835 13817 1335 0,'-1'0'103'0,"0"-1"5"0,-2 0-26 15,-5-2-10-15,-2-2-34 0,3 1 9 0,1 2-27 16,3 1 1-16,1 0-11 0,-3-3-10 0,3 2 2 16,1-3-4-16,0-1 2 0,-3 1-3 0,2 1-5 15,-1-1 2-15,1 0-3 0,1 1 7 0,0 0 2 16,1 3 0-16,0 0 0 0,-2-2 7 0,1 1-1 16,1 0 1-16,0 1-3 0,-1-1-7 0,0 1 9 15,0 1 3-15,0 0 3 0,-1 1 9 0,-4 10 4 16,-4 14-1-16,0 3 2 0,0 2-12 0,1 3-3 15,1-2-4-15,3 1 1 0,0-1-8 0,3-4 0 0,-2 2 2 16,4-5 0-16,0-1 1 0,0-3-1 0,2-3-1 16,1-3 1-16,-1-1-3 0,0-3-2 0,1-1-1 15,-1-2-1-15,-1-2-8 0,0-1-10 0,2-1 1 0,-3-2-4 16,2 2-5-16,3 0-5 0,2 2-6 0,2-2 3 16,3-1 7-16,1-4 13 0,2-4 4 0,1 5 0 15,-2-19-2-15,-1-1 2 0,0-2-1 0,-2-2 2 16,2-2 1-16,-1 1 6 0,0-1-3 0,-2 1 4 15,1 0 3-15,-2 0-2 0,0 4 5 0,-2-2-4 16,-1 7 7-16,-2 2-4 0,-1 2 2 0,-2 2-2 16,0 3 6-16,4 2 11 0,-3 1-4 0,-1 3 7 0,-1 1 1 15,1-2 19-15,1 1-4 0,-1 0 7 0,0-1-5 16,0 2-11-16,0 0-1 0,-1 0-5 0,0 1-10 16,0 0-6-16,0 1 7 0,0 1-6 0,-2 9 10 15,-4 11 1-15,0 2-3 0,0 2 2 0,2 2-4 0,-1 0-5 16,-1 1 4-16,0 1-4 0,1-2 1 0,1 0 0 15,-1 1 1-15,1-6 1 0,2 1 7 0,1-4-3 16,0-2-1-16,1-1 0 0,0-2-5 0,1 0 0 16,1-2-2-16,2-1 0 0,-1-1-6 0,1-3-3 15,1-1-2-15,-2-4 0 0,10-1-10 0,1 7-21 16,1-2-3-16,3-3-7 0,1-4-12 0,2-4-18 16,1-4-16-16,2-5-6 0,-2 7-94 0,-1-16-106 0,3-2-88 15</inkml:trace>
  <inkml:trace contextRef="#ctx0" brushRef="#br0" timeOffset="150175.09">25660 13585 1800 0,'-1'0'48'0,"-2"0"1"16,-14-4-16-16,-2 1-6 0,12 1-16 0,0 1-3 16,4 1-6-16,1-1 0 0,0 0-2 0,-1 0-13 15,2 1 4-15,0 0-5 0,0 0 6 0,1 0 2 0,1 0 2 16,0 0 1-16,14-3-1 0,5 0 4 0,4-1 2 16,0 1 0-16,0-1 1 0,-3 1-7 0,-1-1 7 15,2-1-1-15,-5 0 2 0,2-1-5 0,-5 1-3 16,1-1-1-16,-1 1 0 0,1 1-5 0,-2-1-32 15,1 0-6-15,1 2-12 0,0-1-49 0,1 1-107 16,0-1 10-16,3 1-48 0,0 0-40 0</inkml:trace>
  <inkml:trace contextRef="#ctx0" brushRef="#br0" timeOffset="150574.85">26543 13531 870 0,'0'0'498'0,"-1"0"-671"0,-2-2 579 0,0 1-322 16,-6-2-67-16,3 0-11 0,3 3 0 0,1 0-6 0,0-1-5 15,-1 0 2-15,1 1-2 0,1 0 0 0,0 0-16 16,-1 0-7-16,1 0 9 0,0 0-7 0,0 0 9 15,0 0 11-15,-1 0-3 0,1 0 9 0,0 1 21 16,0 0 5-16,0 0 7 0,0 1-2 0,-2-1 21 0,2 0-10 16,0 0 5-16,0 0-6 0,0 1 13 15,-1-1-13-15,1 0 3 0,0 0-8 0,0 0-12 0,0 0-14 16,0-1-2-16,-1 0-2 0,2 0 8 0,0 0-9 16,2 0 6-16,-1 0-8 0,1 0-1 0,0-1 5 15,0 1-6-15,0-1 5 0,1 0-3 0,-1 1 2 16,0-1 6-16,0 0-2 0,1-1 10 0,-2 1-1 15,0 0-6-15,0 0 2 0,0 0-13 0,1-1 1 0,-2 1 1 16,0 0-1-16,0 0-5 0,0 0-11 0,0 0-9 16,0-1-5-16,0 2-57 0,0 0-87 0,0 0-31 15,0 0-29-15,0 0-199 0</inkml:trace>
  <inkml:trace contextRef="#ctx0" brushRef="#br0" timeOffset="151059.37">27487 12706 967 0,'0'0'77'0,"-1"-1"-104"16,0 0 94-16,0-1-52 0,0-1 1 0,-5-5-15 16,0-1 4-16,2 0-6 0,1 1-2 0,0 0-2 15,2 0-1-15,0 1 1 0,1-1 5 0,0 3 7 16,0 1-3-16,0-1 7 0,0 3 21 0,0-2 46 16,0 1 2-16,0-1 13 0,0 1-1 0,-1-1-9 15,1 3 0-15,0 0-3 0,-1-1-3 0,0-1-28 0,-2 1 1 16,1 0-12-16,-1 0-24 0,-2 0-5 0,0 1-2 15,0 1-1-15,-2 2-7 0,2 2 2 0,0 16-1 16,-1 7 4-16,0 3-4 0,1 5-3 0,0 6 2 16,-2 2-1-16,3 5 1 0,-1 8 0 0,-1-1-4 15,-1 3 3-15,0-1-2 0,-1 1 10 0,-2 3-6 0,1 2 5 16,-1 1-5-16,0-3 0 0,-1-1 3 0,1-8-2 16,-1-6 7-16,4-8-4 0,-1-2 2 0,2-6-3 15,1-1-3-15,-1-4 2 0,2-1 2 0,0-3-1 16,-2-3-1-16,3-2-1 0,0-4-1 0,1-3 0 15,1 0-3-15,-1-6-28 0,-2 2-18 0,3-3-5 16,0 1-64-16,-1-1-4 0,1-1-7 0,0 0-9 16,0-1-116-16,0-2-82 0</inkml:trace>
  <inkml:trace contextRef="#ctx0" brushRef="#br0" timeOffset="151742.72">27377 12611 1028 0,'-1'-1'155'0,"-1"0"291"0,1-2-352 0,-5-5-35 15,0-3-5-15,3 3-10 0,-2-2-26 0,2-1-7 16,2 0 1-16,1 1-3 0,0 0 1 0,2 1 4 16,1 0-5-16,2 0 4 0,2 2-13 0,10-1 7 0,3 0-1 15,3-2 3-15,1 1-5 0,3-3 6 0,0 3-3 16,0 5 4-16,0-1 3 0,1 0 3 0,-2 4 0 15,-5-2 0-15,4-11-13 0,-3 7 1 0,-2 4 4 16,2 1-1-16,-3 2 7 0,0 3-6 0,0 3-1 0,1 1-1 16,-1 3 0-16,0 1-1 0,-1-9-3 0,2 14 2 15,-1-2-3-15,-1 1 0 0,2 1 5 0,-3-2-3 16,1 2 8-16,0-3-5 0,-4 0-4 0,1 1 2 16,-1 1 0-16,-6-1 1 0,-1 0-2 0,-2-1 0 15,0 1-11-15,-3-1 6 0,2 0-1 0,4-1 3 0,-1 1-1 16,-3-1 4-16,-3-1-2 0,-1 3 1 0,-4-1-3 15,-3 2 0-15,-2-3 0 0,2 0 1 0,-11 2-2 16,0-1-1-16,0 3 5 0,-5-5-2 0,2 0 6 16,-1 2-8-16,-1 0-2 0,0 2-3 0,-2 2-2 15,2-1 9-15,-3 4-1 0,-2-2 6 0,1-1-7 0,-2-1 3 16,0-2-2-16,4 0 5 0,-2-1-6 0,3-2 3 16,2 1-4-16,-2-1 4 0,4-3-5 0,2 0 4 15,0-1 2-15,3-1 1 0,1-1 2 0,3 0-4 16,2-2-2-16,3-1 0 0,3 1 5 0,-2-2-4 15,3 0 5-15,-1 0-5 0,-2 3-1 0,3-3 2 16,0 0-1-16,-1 0 4 0,1 1 3 0,1-2-8 16,-1 2 4-16,-1-1-4 0,1 0 7 0,1 0-8 15,-1 1-3-15,1-1-2 0,0 0-1 0,0 0 7 0,1 2 1 16,0-1 3-16,0 0-4 0,1 1 3 0,1 0-3 16,3 4 3-16,5 3-2 0,7-1-1 0,0 2 1 15,4-1 0-15,0 3-5 0,0-1 6 0,4 2-5 16,0 4 6-16,0-2-3 0,0 3 0 0,3 1 3 0,-1-2-4 15,-2 0 1-15,0 1 2 0,-2 1 1 0,-2-1 0 16,1 1 1-16,-1 0-5 0,0-1-1 0,-1 2-2 16,-2-3 4-16,-1-1 0 0,1 0 1 0,-3-2-1 15,-1-1 8-15,2 0-8 0,-3-2 2 0,-1-1-3 16,3-2 0-16,-3 0-17 0,-2-2-7 0,0 0-9 16,2-1-75-16,-1-1-62 0,1-1-13 0,-1-2-16 0,3-1-78 15</inkml:trace>
  <inkml:trace contextRef="#ctx0" brushRef="#br0" timeOffset="152226.31">28627 13867 491 0,'0'0'200'0,"-1"0"27"0,-1-1-104 0,0-1-63 16,0 0-52-16,-1-1-8 0,0-9 1 0,0 2 0 16,-1 0-1-16,1-2-6 0,0 2 10 0,-3-1 3 0,1 2 5 15,-3-1 6-15,-1 2 25 0,-2 0 1 0,3 2 11 16,-2 0 26-16,1 1-3 0,-2 2 5 0,-3-2-6 15,0 3-6-15,-2-1-15 0,-2 2-4 0,3-9-2 16,-3 2-7-16,1 5-17 0,-1 3 2 0,-1 2-8 16,1 3-16-16,1 2 3 0,0 2-4 0,1-3 6 15,1 14-2-15,0 1-3 0,3 1-1 0,-3 1-1 0,1-2-3 16,6 3 1-16,0-2 1 0,4 2 0 0,1-2 2 16,-1-2 4-16,3 4-2 0,-11-6 3 0,4 5-8 15,3-2 9-15,3-2 1 0,2 0 2 0,0-3 2 0,4 0 14 16,0 0 1-16,3-2 4 0,2 0-6 0,-1-2-5 15,0-1-10-15,7 0 4 0,3 0-16 0,0-3-5 16,0 0 1-16,2-1-5 0,0-1-3 0,0-4-11 16,-1 0-2-16,0-1-4 0,1 10-25 0,0-3-30 15,-1-5 3-15,3-2-13 0,1-1-21 0,-3-1-15 16,1-1-5-16,-3-2 0 0,1-2-10 0,-1 0-36 16,1-1 7-16,-3 0-23 0,0 0-62 0</inkml:trace>
  <inkml:trace contextRef="#ctx0" brushRef="#br0" timeOffset="152760.29">28781 14149 718 0,'0'0'137'0,"-1"0"251"16,-1 0-279-16,1 0-16 0,0 0 1 0,-1-1-9 16,-1 0-24-16,1 0-19 0,0-1-8 0,-1 1-1 15,2 0-16-15,0 0-10 0,0 0-1 0,0-1-4 16,-1 1-8-16,1 0 8 0,0 0 0 0,0 0 3 15,0 0-5-15,0-1 2 0,-1 1-2 0,1 0 0 16,1 1-16-16,0 0 23 0,-1 1-7 0,0 2 13 16,-3 10-6-16,0 5 3 0,-2 5 3 0,0 1 1 0,-1 3 8 15,0-1 11-15,1-1-7 0,0-4 5 0,2-1-18 16,2-5-7-16,0 1 2 0,1-2-3 0,1-2 1 0,0-1-6 16,0-4-1-16,0-4-2 0,1 3-5 0,-1-3 0 15,0 0 0-15,1 0 0 0,0-1-1 0,1 1-5 16,1-2 0-16,-1 0-3 0,5 1-3 0,1-2 6 15,2-1 7-15,-1-2-1 0,2-3 7 0,-1 4 7 16,1-16-6-16,1-2 8 0,-2 2-8 0,1-1 4 16,0 2-1-16,0-2 3 0,1-1-2 0,-1 1-1 15,0 0 1-15,1 3-1 0,0 1-3 0,-3 2-1 16,2 2 0-16,-2 4 1 0,0 1 2 0,-5 3 5 0,0 0-3 16,-3 2 4-16,1 0 0 0,-1 1 9 0,2-1-3 15,-1 0 4-15,-1 1-9 0,2 0-4 0,-1 1 7 16,0 1-5-16,4 13 6 0,-1 9 14 0,-5-1-3 15,-1 2 9-15,-3 1 3 0,-2 0-3 0,2 0-4 0,-1-2 0 16,0 0-11-16,1-5-9 0,-1 1 6 0,0-3-7 16,2 1 5-16,0-1-11 0,1-2 1 0,0 0-3 15,0-3 6-15,2-2-11 0,0 0 0 0,0-3-7 16,0-1-6-16,0 0-9 0,0-2-4 0,0 0-4 16,0-2-38-16,0-1-33 0,0 1 0 0,2 0-11 15,0 0-14-15,0-1-18 0,9 1-17 0,-1-5-5 16,0-3-98-16</inkml:trace>
  <inkml:trace contextRef="#ctx0" brushRef="#br0" timeOffset="153244.14">28873 13933 241 0,'0'0'124'0,"0"0"-3"0,-2 0 22 0,1 0-17 16,0-1-25-16,0-1-22 0,0 1-13 0,-2 0 8 0,1 0-10 15,0 0 2-15,-1-1-15 0,-1 0 0 0,-1 0-4 16,0-1-1-16,2 1-9 0,-3-3 1 0,1 2-3 16,0-1-1-16,2 2 3 0,-2-2 2 0,2 2 0 15,-1 0-2-15,-1-1-4 0,2 1-5 0,-1 0 3 16,3 2-4-16,-1-2-9 0,1 2 3 0,-2-1-5 16,1 0-2-16,-1 0-4 0,1 0-1 0,1 0 0 0,0-1 0 15,0 2 1-15,-1 0-2 0,2 0 1 0,0 0 2 16,0 2 14-16,2-1-1 0,-1 0 4 0,3 0-6 15,12 3 11-15,0-1-2 0,2 0 3 0,1-2-7 0,1 0-5 16,2-1 4-16,0 0-5 0,1 0-6 0,-3-1-6 16,0 0-3-16,-1-1 1 0,-2 2-8 0,1 0 1 15,-6 0-5-15,-3 0 5 0,0 2 6 0,0-2-11 16,1 1 5-16,-3 0-7 0,-2 0-6 0,-3-1-67 16,1 1-16-16,-2-1-25 0,0 0-143 0,4 0-336 15</inkml:trace>
  <inkml:trace contextRef="#ctx0" brushRef="#br0" timeOffset="154095.15">28107 11581 1121 0,'0'0'72'0,"-1"-1"-81"15,0-1 78-15,-1 1-39 0,1 0-24 0,0 0-3 16,0 0-3-16,0 0 0 0,0-1-14 0,-1 1-3 0,1 1 4 15,0 0 0-15,0 0 18 0,0 1 4 0,0-1 0 16,-9 7 2-16,-3-3 14 0,1 9 19 0,-2 0 2 16,0 0 5-16,4 0 9 0,-1 1-7 0,3 0-5 15,2-1 0-15,-1 1-12 0,1-3 5 0,2-2-1 0,1 2 1 16,-4-2-10-16,3-3-10 0,1 2 5 0,2-3-7 16,-1 0-1-16,2 2 11 0,0-2-8 0,0 1 10 15,3 0-10-15,-1-1-6 0,1-2 6 0,11-1-7 16,-4 5-7-16,6 0 3 0,0-3-6 0,-2-2 6 15,1-1-6-15,-3-1 2 0,2-3 0 0,0-1 1 16,0-2 4-16,1 0-4 0,-8 2 3 0,2-1-3 16,-1-1-3-16,-2 0 9 0,4-2-6 0,-5-4 7 0,1 2-14 15,-1 0 4-15,0-2-3 0,-2 1 5 0,1-1-2 16,5-1 0-16,-3 0 0 0,-2 0 0 0,-2 1 0 16,-2 0-3-16,0 2 0 0,-1-1-1 0,-2 0 0 0,1 3 5 15,0 1-1-15,-2 1 2 0,1 2-6 0,-3-1 4 16,-6 3-5-16,1 0 4 0,-2-7-6 0,1 3 2 15,-1 3-1-15,0 1 0 0,4 2-8 0,-2 2-2 16,-3 2 1-16,1 2 0 0,0 1-4 0,4-6-30 16,4 12-4-16,1 1-12 0,-1-1-41 0,3-1-19 15,-7 1-6-15,4-4-6 0,3 1-37 0,0-2-55 16,1 0-17-16,1 1-16 0,0-4-108 0</inkml:trace>
  <inkml:trace contextRef="#ctx0" brushRef="#br0" timeOffset="154462.22">28580 11491 1552 0,'0'0'37'15,"-1"0"-1"-15,-1 0 11 0,0-1-10 0,0 0-4 16,-1 0-25-16,1 0-6 0,0 1 2 0,-1 0-3 15,-1 0 3-15,-4 1-4 0,3 0 2 0,-1 1-2 0,2 1-1 16,2-1 3-16,-1 8-3 0,1-1 3 0,-4 0-4 16,0 2 4-16,1 0-2 0,-4 0 4 0,1 2 1 0,-1-1-4 15,-3 1 4-15,2 1-4 0,1 3 7 0,-2-1 4 16,1 2 4-16,-2 0-1 0,0 2 10 0,-1 0-10 16,2 3-2-16,-1-2-2 0,0 1 0 0,3-3-7 15,-1 0 5-15,3 0-6 0,0-2 2 0,1 0-5 16,2-2 1-16,0 2-2 0,-1-7-5 0,3 2 9 15,1-1-6-15,-5-3 5 0,0 2-12 0,3-3-40 16,0 0 0-16,2-1-18 0,1-1-44 0,0 0-33 16,0-2 1-16,0-2-7 0,0 2 39 0,0-2-1 0,1 1 10 15,2 1-11-15,5 0-28 0,6 1 14 0,-1-4-18 16,2-1 19-16,2-4 9 0</inkml:trace>
  <inkml:trace contextRef="#ctx0" brushRef="#br0" timeOffset="154779.6">28749 11790 660 0,'0'0'122'16,"0"0"4"-16,0 0 23 0,0 0-22 0,-1 0-18 15,0 0-20-15,0 0-20 0,-1 0-3 0,1 0-7 16,0 0-16-16,0 0-17 0,-2 0 2 0,0 0-6 16,-3 0-6-16,-2 0-9 0,-2 1 2 0,1 2-4 15,-2 0 2-15,-2 2 8 0,1 1-4 0,1 0 5 0,-2 1-1 16,0 1-1-16,-2-7 3 0,1 11-2 0,-3 3-1 15,1-2 0-15,4 4 0 0,-1-2 0 0,2-2-12 0,3 1 11 16,0-2-8-16,3 2 8 0,-1-2-12 0,3-1 9 16,-1 1 1-16,3-1 3 0,-6-1 3 0,2 0-5 15,3-1 4-15,1-1-2 0,1 1 8 0,1-1 15 16,1-1-3-16,2-1 7 0,-3 1-9 0,16-3-15 16,-1 0-1-16,-3-2-4 0,6-1-6 0,6 1-13 15,-1 12 5-15,4-5-7 0,-3-5 4 0,0-4-14 16,0-1-5-16,-4-2-4 0,2-2-31 0,-4 1-78 15,0-2-9-15,-2 0-32 0,0-1-110 0</inkml:trace>
  <inkml:trace contextRef="#ctx0" brushRef="#br0" timeOffset="204620.57">9864 12645 550 0,'-2'0'82'0,"1"0"-106"0,-1 0 94 0,-5 0-49 15,-4 0 4-15,5 0-17 0,-1 1 5 0,2 0-10 16,0 1-4-16,0-1-10 0,3-1-2 0,-2 1-4 15,3-1-13-15,-1 1-20 0,-1 0 11 0,1 0-9 16,1 1 34-16,0-1 14 0,-1 0 7 0,0 0 6 16,0 0 45-16,-1-1 21 0,1 0 1 0,0 0 4 15,-1 0-6-15,1 0-13 0,0 0-2 0,-1 0-3 0,1 0-11 16,-3 0-22-16,3 0 2 0,-2 0-9 0,3 0-2 16,0 0-8-16,0 0 3 0,-2 2-3 0,1-1 9 15,1 0-10-15,0 0 4 0,0 0-3 0,-1 0 13 0,1 1 5 16,1-1-3-16,0 0 3 0,0 0 5 0,0 0-4 15,0 0 9-15,0 1-9 0,0-2 7 0,0 0 12 16,0 1-4-16,0 0 7 0,0-1-4 0,0 0-10 16,0 0-4-16,0 0-2 0,-1 0-13 0,0 0-3 15,0 0-2-15,0 0 0 0,-1 0-7 0,0 0 2 16,0 0-2-16,-1 0 1 0,-7 0-5 0,2 0 0 16,-5 1-2-16,1 0 1 0,2-1-1 0,-4 2 0 15,4-1 0-15,-3 0 1 0,-1 0 1 0,-5 1-2 16,1 0 4-16,-6-1-3 0,0 0 3 0,4 0-2 0,-5 0 2 15,5-1-1-15,-1 0 8 0,0 0-9 0,0 0 4 16,0 0-4-16,-1 0 5 0,2 0-6 0,-1 0 2 16,1-1-3-16,-1 0 7 0,-1-1-6 0,-1-2 3 15,-1 2-4-15,0-1 3 0,2 0-2 0,-4 0 0 0,3 0 0 16,-1 1 3-16,-2-1-3 0,4 2 6 0,-2-1-4 16,0 1 13-16,0-1-7 0,1 1-2 0,-2 1-1 15,1 0-1-15,2 0-5 0,1 0 6 0,0 0-6 16,1 0 0-16,1-1 5 0,-2 0-6 0,0 0 6 15,1-1-8-15,0 0 3 0,3 0 0 0,2-1 2 16,1 1 0-16,1 0 3 0,0-1 1 0,-2 1 1 0,0 0-6 16,2-1-1-16,-1 1 0 0,5 1-1 0,2 0 1 15,-4-2 0-15,3 2-2 0,-1 0 2 0,-1 0 3 0,2 1-5 16,0 0 2-16,1 0-2 0,-3-1 6 0,4 1-4 16,-1 0 1-16,2 0-1 0,-1 0 7 0,0 0-5 15,0 0 2-15,-1 0-4 0,1 0 3 0,0 0 2 16,0 0 0-16,0 0 1 0,2 0-4 0,-1 0 5 15,0 0-3-15,2 0 3 0,-2 0-3 0,0 0 0 16,1 0-1-16,-1 0 0 0,0 0-1 0,0 0 5 16,1 0 2-16,0 0 0 0,1 0-7 0,-1 0 12 15,1 0-6-15,-1 0 6 0,1 0-12 0,-1 0 5 16,-1 0-4-16,1 1 5 0,0-1-6 0,-2 1-2 16,2 0-2-16,-2 0-1 0,0 0 5 0,1 1 0 0,-2 0 1 15,0 0-1-15,0 1 2 0,1-2-3 0,3 0 2 16,-2 0-2-16,1 0 3 0,2-1 0 0,-2 2-2 15,2-2 3-15,-1 1 3 0,-2 0 0 0,1 0 3 16,0 0-3-16,0 0-2 0,2-1-1 0,-1 2-2 0,0-1 2 16,2-1 3-16,-2 1-5 0,1 0-1 0,0 0-1 15,-1 0-4-15,1 1 2 0,1-1 2 0,-2 0 1 16,1 0 4-16,1 0-7 0,0 1 2 0,-1-1-2 16,1 0 4-16,0 0 5 0,0 0-3 0,0 0 4 15,0 1-8-15,-1-1 2 0,1 0 0 0,0 1 0 16,0 1-2-16,0-1 4 0,1-1-4 0,-3 7 4 15,2 2-10-15,0-1 5 0,0 2-1 0,0 3 3 0,-1 1-1 16,2 2 0-16,0 1-2 0,0 1 1 0,0-3 0 16,0 4 0-16,0-3 2 0,0 0 0 0,4 4 1 0,-2-2-2 15,2-1-2-15,-1 0 1 0,1-3 6 0,-2-2-3 16,1 0 2-16,-2-2-2 0,0-1 3 0,0 1-4 16,0-2 2-16,-1 0-4 0,2 0 2 0,-1-1 2 15,0 1-4-15,0-2 4 0,-1-2 3 0,1 3-4 16,-1-3 2-16,0 2-4 0,0 0-2 0,0-1 3 15,0 3-2-15,0-2 1 0,0 0-1 0,-1 0 2 16,1-3 2-16,0 2-2 0,-1 0 1 0,1-1-5 16,0 0 3-16,0-3-2 0,-1 2 8 0,0-1-6 15,1-2 0-15,0 0-1 0,0 2 5 0,-2-1-4 0,1 0 2 16,0 1-2-16,0-1 10 0,-2 1-11 0,1-1 6 16,1-2-7-16,-5 3 2 0,-2 1 5 0,-2-1-6 15,0 1 4-15,-2 0-3 0,0-2-1 0,-2-1 2 16,2 0-2-16,-3-1-1 0,0 0 3 0,1 0-2 0,-2 0 1 15,4 0 0-15,-4 0 0 0,5 0-1 0,-2 0 0 16,1 0 0-16,0 0 1 0,0 0-1 0,1 0 0 16,0 0 3-16,0 0-5 0,2 0 2 0,1 0-3 15,0 1 3-15,0 1-3 0,3-1 6 0,0 0-5 16,0 0 3-16,3 0-1 0,-1 0-2 0,2-1 0 16,-1 2-3-16,0-1 5 0,-1 1-4 0,2 0 4 0,0 1-8 15,0-1 11-15,1 1-3 0,0-2 5 0,0 1-6 16,0-1 1-16,1 2 2 0,2-2-2 0,10 1 3 15,0 8-1-15,1-3-2 0,2-2 1 0,1 1-1 0,1-1 3 16,1 0 1-16,1-2-1 0,-3 1 0 0,6-1-3 16,-1 0-1-16,-5-1 0 0,1 0 1 0,2 2 1 15,-1-2 0-15,4 1-1 0,-7-2 3 0,0 0-2 16,-3-1 2-16,-1 1-1 0,3 0-2 0,-5 1 0 16,0-1 1-16,-1 0 0 0,-3 0 1 0,-2-1 0 15,1 1 1-15,-2-1 0 0,0 0 5 0,-2 0-5 16,0 0 2-16,1 1-3 0,1 1 9 0,-2-1-9 15,0 0 5-15,0 0-6 0,-1 1 3 0,0 1-2 16,-2 4 2-16,-3 2-2 0,4-2-2 0,-13 3 0 16,-1-2-2-16,-3-2 2 0,0 4 0 0,-2 1 1 0,-2-3 0 15,6 6-1-15,-4-5-5 0,1 2 5 0,1 0 0 16,-3-4 2-16,3 4-1 0,0-3 1 0,0 0-2 16,2 0 0-16,-1-1 3 0,2 0-2 0,2-1 0 0,1 0 0 15,-1 0 2-15,3 0-2 0,-1-1-1 0,3-1-1 16,0 0-4-16,3 1 3 0,0-3 4 0,2 0-2 15,0 1-2-15,2-2-4 0,0 1 0 0,1-1 0 16,-2 2 1-16,0-1 4 0,1 0-2 0,0 1 3 16,1-2-2-16,0 0 0 0,0 1-1 0,0 0 1 15,0-1 2-15,0 0 4 0,13 0-1 0,0 9 2 16,1-3-7-16,-1-3 1 0,2 1 0 0,2-2 1 16,-1 0 4-16,1-1-5 0,-2-1 1 0,0 1-2 0,0-1 5 15,0-1-3-15,-4 1 2 0,0-1-3 0,-4 0-3 16,-1 0 7-16,0 0-3 0,1 0 3 0,-4 0-6 15,2 0 5-15,-3 0-1 0,1 0 4 0,-1 0-4 16,0 0-1-16,1 1 2 0,-1-1-2 0,0 1 2 0,0 0-1 16,-1 1 0-16,0-1 0 0,0 0 4 0,0 0-5 15,1 1 1-15,-2 0-2 0,0 8 1 0,0 2-5 16,0 0 4-16,-2 1-4 0,1 2 5 0,0 1 0 16,-1 2 0-16,-1 1 0 0,0 0 4 0,-3 1 2 15,0 1-7-15,0-2 3 0,-1 2-5 0,-1 0-2 16,0 1 8-16,1 3-4 0,-2 0 10 0,2 1-8 0,0-3-1 15,0 1-2-15,1-3 2 0,0 0 0 0,-1-1 2 16,0 0 1-16,1-2-3 0,1 0 5 0,0-1-5 16,1-1 5-16,1 1-7 0,0-1-2 0,1 1 5 15,0-3-3-15,1-1 2 0,-1 0 0 0,1-2 0 16,0 2 1-16,1-1 3 0,0-1-5 0,0-3 3 0,0-1-4 16,0 0 8-16,0-5-2 0,0 4-1 0,0-3 1 15,0-1-4-15,0 3 3 0,0-1-1 0,0 0 1 16,0 0-4-16,0 0 0 0,0 0 0 0,0-1 1 15,0 0 4-15,0-1-5 0,1 1 2 0,0 2-3 16,1 0-1-16,-1 0 8 0,0 0-7 0,0 0 7 16,1 2-15-16,0-1 4 0,-1-1-3 0,0 0 2 0,0-1-9 15,0 1-34-15,0-2-7 0,1 2-11 0,0 1-41 16,-2-5-42-16,1 3-9 0,-1-3-13 0,0 0-49 16,0 0-25-16,0 0-9 0,3 2-10 0,-1-1-61 0</inkml:trace>
  <inkml:trace contextRef="#ctx0" brushRef="#br0" timeOffset="205073.26">7892 14531 529 0,'-2'-1'92'0,"0"0"173"0,-8-4-210 0,-3 0-10 0,1 1-4 16,0-1-1-16,1 0-11 0,3 2-5 0,0-1-5 16,1 2 1-16,-1 0-13 0,2-1 1 0,1 2-1 0,0-1 1 15,-2-1-6-15,2 1 9 0,-1 0-5 0,2 1 7 16,2-1 6-16,-3 0 13 0,0 0 3 0,-1-1 1 16,4 3 12-16,-1-1 12 0,-1 0-3 0,-1 0 5 15,3 1-7-15,-3-1-9 0,3 1 3 0,0 0-5 16,-2-2-3-16,3 2-10 0,-1 0-5 0,-1 0-1 0,1 0-14 15,-1 0 0-15,2 0 5 0,0 0-3 0,1 0 7 16,0 0 2-16,1 0-5 0,0 0 3 0,4 0-12 16,14 0 9-16,0 0-6 0,1-1 6 0,-1 0-13 15,-1 0 11-15,2 0-6 0,0-2 8 0,3 1-4 0,-1 0-3 16,2-2 2-16,2 2-2 0,-3 1 5 0,3-1-7 16,-1 1 5-16,-3 0-6 0,5-1 5 0,-4 1-5 15,1 1-2-15,-2 0 0 0,-5 0-4 0,-3 1 3 16,-1-1 0-16,0 0 1 0,-1 0-3 0,-1 0 3 15,0 0-1-15,-4 0 1 0,1 0-1 0,-3 0-4 16,0 0-3-16,-1 0-2 0,-3 0-9 0,1 0-26 16,0 0-5-16,0 0-10 0,1 0-38 0,-2 0-64 15,0 0-5-15,0 0-25 0,-1 0-60 0,0 0-106 0</inkml:trace>
  <inkml:trace contextRef="#ctx0" brushRef="#br0" timeOffset="205371.78">7698 14870 1147 0,'-2'0'82'16,"1"0"3"-16,-1 0 17 0,-11 3-17 0,6-1-10 16,3-2-12-16,2 0-24 0,-4 1-4 0,4 0-8 15,-1 0-23-15,2 0 5 0,0 0-4 0,0-1 3 0,1 0-5 16,0 0 0-16,1 0 2 0,1 0-1 0,7 0-1 15,11-2 6-15,-3 0-1 0,6-2 3 0,-1 2-1 16,-2 0 9-16,2 0-6 0,0 1 7 0,-3 0 1 0,3 0 7 16,-1-1 1-16,1-1 0 0,-1 2-8 0,-1 0-9 15,0 1 1-15,0 0-3 0,-1 0-2 0,1 0-6 16,0 0-2-16,-3 0-1 0,0 1 3 0,-3 0-8 16,-2 0-11-16,-1 1-3 0,-4-1-61 0,3 0-68 15,-3-1-43-15,3 1-18 0,5-1-219 0</inkml:trace>
  <inkml:trace contextRef="#ctx0" brushRef="#br0" timeOffset="206822.5">8410 12592 583 0,'0'0'50'0,"0"-1"79"0,-1 0-60 0,0 0 3 0,0-1-6 15,0 1 3-15,-1 0-23 0,1 0-20 0,0 0 4 16,0 0-10-16,0-1 3 0,-1 1-22 0,1 0 7 0,1 0-10 15,0 0 4-15,0 0 0 0,0-1 2 0,0 1 0 16,0 1 3-16,-1 0-1 0,0 0 6 0,0 0-1 16,0 0 26-16,-1 0 11 0,1 0 1 0,0 0 4 15,0 0 8-15,0 0-3 0,0 0-1 0,-1 0-2 16,1 0-12-16,-1 0-8 0,-1 0-2 0,1 0-2 16,0 0-7-16,1 0-4 0,-3 0-7 0,-1 0 1 15,-1 0-9-15,2 0 8 0,-1 0 3 0,0 0 1 16,1 0 7-16,-3 0-12 0,-2 0 3 0,1 0-6 15,0 0 6-15,-3 0-1 0,-2-1-1 0,-4 0 0 16,0 0 2-16,-3-2-1 0,1 1 3 0,3 1-2 0,-4-2-1 16,0 1 0-16,-3-1-3 0,-3-2 2 0,-1 0-6 0,0-1 5 15,0-1-3-15,2 1 1 0,-1-1-9 0,-1-1 4 16,0 0 2-16,0 1 0 0,-4-3 0 0,3 1-2 16,-3-1 0-16,-4-1 2 0,1 0 7 0,-4-1-7 15,2 1 3-15,1 0-4 0,-2 2 10 0,1-1-7 16,1 2 9-16,2 2-8 0,0 0 1 0,2 0-2 15,1 2-5-15,-1-1 4 0,0 3-6 0,-4-2 0 16,2 1 1-16,0 0-1 0,-1 2 2 0,4-1-4 16,-3-1 0-16,1 1 0 0,0 1 8 0,4 0-6 0,0-1 0 15,2 1-2-15,1 0 5 0,3 0-4 0,-1 1 5 16,3 0-5-16,0-2 3 0,0-1 1 0,-2 1-3 16,1 1 3-16,2 0-9 0,2 1 4 0,6 0 0 15,-2-2 3-15,2 2-5 0,0-1 2 0,2 1 0 0,5 0 2 16,-7 0 0-16,10 0 1 0,-5 0-4 0,0 0 2 15,5 0-3-15,-4 0-2 0,3 0 4 0,0 0-1 16,-1 0 8-16,2 0-7 0,-1 0 1 0,1 0-2 16,-1 0 1-16,1 0 0 0,0 0-2 0,0 0 2 15,0 0 0-15,0 0 2 0,-1 0-1 0,2 0 2 16,0 1 0-16,0 1-3 0,2-1 0 0,-1 0 0 0,0 0 10 16,0 0-9-16,0 2 2 0,2 0-3 0,2 6 3 15,1 2 1-15,-1 0-1 0,0-1 0 0,1 4-2 16,-2 2-1-16,1 1 2 0,0 3-2 0,-1 1-2 15,1 2 1-15,-1-2 0 0,-1 2 0 0,0 2 2 0,0 0 6 16,-1 1-6-16,0 0 5 0,-1 1-7 0,-1-3 1 16,0 3 0-16,0-1 0 0,0-3-1 0,0-1 1 15,0 1 2-15,0-1-1 0,1-1 3 0,1-1 1 16,-2-4-1-16,1 2 3 0,1 1 1 0,-2-2-5 16,0 0 0-16,0-3-2 0,0-1-2 0,0-1 1 15,0-3 1-15,0 2 1 0,0-2-2 0,0-1 1 16,0-1-1-16,0 0 0 0,0-2-9 0,0 0 9 15,0-1-8-15,0 1 6 0,0-2-16 0,0-1-30 0,0 0-14 16,0-1-10-16,0 1-74 0,0-1-8 0,0 1-8 16,1 0-2-16,0 1-59 0,0-2-81 0,0 0-17 15</inkml:trace>
  <inkml:trace contextRef="#ctx0" brushRef="#br0" timeOffset="207274.6">6376 13184 600 0,'-1'0'362'16,"-2"0"-460"-16,-13-3 421 0,-5 0-224 0,1 0-43 15,3 1-16-15,3 0-2 0,2-1-8 0,4 2-24 0,0 0 4 16,1 1-10-16,2 0 7 0,0 0-9 0,1 0-5 15,3 0 5-15,-2 0-5 0,1 0 9 0,0 0-3 16,0 1 1-16,1 0-4 0,0 1-1 0,0-1 10 16,0 0 6-16,-1 0 2 0,2 0 14 0,0 2 11 15,0-1-3-15,2 0 5 0,-1 1-14 0,0-1 4 16,0-2-1-16,12 7 3 0,4 0-2 0,0-2-8 16,1-2-1-16,-2 0-2 0,1-2-11 0,2 0 5 15,2 0-5-15,1 0 5 0,0-1-5 0,4 2 4 0,-1-2-2 16,4 0 2-16,0 1-5 0,-1-1-2 0,4 0 4 15,-2 0-2-15,0 0 10 0,4 0-8 0,-4-1 1 16,-4-1-3-16,5 1-4 0,-4 0 5 0,-1 0-3 16,1 0 3-16,-4 0-6 0,-2-1 2 0,1 1 1 15,-1 1 0-15,-3 0 3 0,0 0-6 0,-3 0 3 0,-2 0-4 16,-1 0 3-16,-2 0 0 0,-5 0-3 0,1 0 3 16,-2 0 2-16,-2 0-12 0,1 0-7 0,-1 0-6 15,-1 0-45-15,0 0-21 0,0 1-12 0,-1-1-5 16,0 2-54-16,-1-1-29 0,0 0-11 0,0-1-11 15,-11 2-92-15</inkml:trace>
  <inkml:trace contextRef="#ctx0" brushRef="#br0" timeOffset="207622.59">6352 13641 1136 0,'-1'0'79'0,"-5"0"146"0,-11-2-172 0,7 1-12 15,2 1-4-15,1-2-4 0,5 2-25 0,-1 0-12 0,2 0 0 16,0 0-4-16,0 0 2 0,1 0 5 0,1 0-6 16,0 2 5-16,0-2-1 0,15 7-5 0,-1-2 9 15,-1 1-6-15,1 0 10 0,-1-1 8 0,2 0-5 16,0-2 8-16,2 1 7 0,1-1 25 0,-1 0 0 15,0-1 7-15,2-1-6 0,-2 0-2 0,3 0-2 0,1 1 2 16,-3-2-4-16,0 0-9 0,0 0-6 0,-3 0-1 16,5 0-11-16,-3 0-10 0,-1 0 4 0,0 0-7 15,-1 0-1-15,2 0 0 0,-1 0-2 0,-3 1 0 16,-1 0-5-16,-3 0-25 0,0 0-4 0,-5-1-11 16,0 0-46-16,0 2-52 0,-2-2-24 0,1 0-14 15,-2 0-117-15,1 0-92 0</inkml:trace>
  <inkml:trace contextRef="#ctx0" brushRef="#br0" timeOffset="207923.01">6758 13686 484 0,'-1'0'168'0,"0"0"-127"16,-2 0 181-16,-1 1-66 0,-5 1-50 0,1 1-9 15,0 0-8-15,2 0 0 0,-3 1-36 0,-1 1-7 16,0 1-4-16,0 0-1 0,3-2-7 0,1 1-11 15,2 7 0-15,-1 0-4 0,0 1-5 0,1 3-8 16,-1 3 2-16,2 6-4 0,-1-1 4 0,-1 3 6 16,-1 1-6-16,3 2 4 0,-1 2-6 0,1-1 4 15,0 2 5-15,1-1-3 0,-2-1 0 0,0-2 2 0,2-1 1 16,-1 0 0-16,1 1 3 0,0-2 7 0,-1-1 0 16,1-2 5-16,0 2 8 0,-1-3-9 0,0-1-2 15,2-2-3-15,-2-3-9 0,2 0-13 0,-11 1 2 0,5-3-4 16,3-3-4-16,1 2-10 0,0-2-11 0,3-4 0 15,0 1-40-15,0-5-64 0,0-1-8 0,0 0-26 16,0-1-89-16,0-1-53 0,2 1-44 0</inkml:trace>
  <inkml:trace contextRef="#ctx0" brushRef="#br0" timeOffset="208257.19">6174 14701 1233 0,'0'0'34'0,"-2"0"0"0,1 0-6 16,0 0-4-16,0 0-11 0,1 0-7 0,0 0 25 0,1 0-5 15,0 0 10-15,5 1-9 0,13 3-10 16,6 1 2-16,-1 0-5 0,1-2 9 0,3 2-8 0,-4-1 9 16,-1-2-7-16,1 2 19 0,-3-2-7 0,1 0-1 15,2 1-3-15,-3-1-2 0,-2-1-9 0,1 0 0 16,0 0-3-16,-3-1 0 0,0 0-12 0,-3 0 6 0,-1-1-7 16,1-1-4-16,-2 0-34 0,0-2-7 0,-3 1-7 15,2-2-19-15,-1-1-99 0,-4 1 3 0,1 1-47 16,-2-7-108-16</inkml:trace>
  <inkml:trace contextRef="#ctx0" brushRef="#br0" timeOffset="208474.08">6444 14861 1524 0,'-1'0'101'0,"0"0"0"0,0 0-24 15,-1 0-10-15,1 0-37 0,0 0-16 0,0 0 13 16,1 0-2-16,0 0 5 0,1 0 0 0,5 1-20 16,15 2 4-16,3 0-10 0,1-3 1 0,1-2-12 15,3-2-8-15,-1-1-6 0,1-2-63 0,1-1-81 16,-2-2-68-16,1-3-17 0,2-1-346 0</inkml:trace>
  <inkml:trace contextRef="#ctx0" brushRef="#br0" timeOffset="208923.5">5383 13314 1835 0,'-2'-1'18'0,"-11"-4"1"15,-16-5-6-15,4 1-1 0,5 4-7 0,9 1-1 16,0 1-3-16,0 0-7 0,3 2 3 0,4 1-17 0,-5-1-19 16,1 1 8-16,-4 1-12 0,-6 4-4 0,4 3 1 15,-3-2 6-15,-5 20 1 0,2 1 32 0,-5 0 10 16,0 3 5-16,0 2 4 0,-2-1 25 0,1 0-3 15,0 0 2-15,0-4-3 0,1 0 8 0,1 0-21 16,2 0 7-16,4 0-12 0,0 0 3 0,3-1-3 16,3 2-4-16,1-1 1 0,6 3-7 0,-10 0-5 15,8 0 6-15,7 0-5 0,2 2 8 0,3-2-9 0,4-1 4 16,2-2-4-16,-1-6 6 0,-7 0 8 0,14-2-8 16,3-4 8-16,1 1-5 0,2-3 3 0,0-3-3 15,2 0 3-15,1-3-5 0,-3 0 5 0,6-4 0 16,-1 0 0-16,0-2-12 0,4 15 3 0,-2-8-3 0,-4-5 2 15,1-3-3-15,-2-1-13 0,-2-3-9 0,3 1-4 16,-2-2-45-16,-2-1-62 0,-1-1-30 0,-4 1-22 16,2-2-197-16</inkml:trace>
  <inkml:trace contextRef="#ctx0" brushRef="#br0" timeOffset="209440.91">5570 13910 1663 0,'-1'0'93'0,"0"0"-99"16,-7 0 102-16,-6 2-48 0,4-1-19 0,4 0-16 16,2 0 5-16,0 1-10 0,2 4 0 0,-1 13-5 15,1 6 0-15,0 3 0 0,-1 5-1 0,2 1-5 16,0-1-1-16,-1 1-1 0,-1 0 5 0,0-2 3 15,0 0-2-15,0-1 3 0,-1-2-12 0,3-5 7 16,-1-2-1-16,1-6 2 0,-2-2 6 0,2-2-12 16,0-2 5-16,0-4-8 0,-3-1 13 0,2-3-7 0,0 1 1 15,-1-1-5-15,2-1-17 0,0 0 2 0,0 1-4 16,0-2 3-16,-1-2 4 0,1 0 3 0,-1-13-2 16,2-8 2-16,2-1-10 0,4-2 2 0,1-1 3 15,3 0 0-15,1-1 11 0,2 1-1 0,0 1 3 0,0 1-1 16,1 1 11-16,-1 2-5 0,-12 3 6 0,12 3-5 15,-2 2 7-15,-2 4-4 0,1 4 2 0,-3 1-1 16,-1 1 14-16,-1-1 0 0,-3 5 5 0,1-2-3 16,-2 2 11-16,3-1 13 0,3 1-6 0,-4 0 9 15,2 2-7-15,-5-1-3 0,11 17 1 0,-5 2 0 16,-3 1 7-16,-2 3-7 0,-1-2-2 0,-2 1-1 0,-2 0-2 16,0 0-5-16,-2 1-2 0,0-2-1 0,-1 4 0 15,0-5-8-15,-1 0 5 0,-2 2-8 0,3-7-5 16,-1 2-4-16,1-3 2 0,1-2-2 0,0-1-3 0,1-2-1 15,3-4-6-15,0-1 3 0,1-3-28 0,-1 1-38 16,1-1-12-16,0-1-13 0,0 0-77 0,0-1-66 16,-1-1-4-16,-2-14-25 0,-1-19-74 0</inkml:trace>
  <inkml:trace contextRef="#ctx0" brushRef="#br0" timeOffset="209674.94">5522 13702 1643 0,'-1'0'80'0,"-1"0"-42"0,-18 1 85 15,4 1-24-15,6-1-21 0,5-1-14 0,0 0-8 0,3 1-2 16,0 0-20-16,0 0-7 0,1 0 3 0,0 1-4 16,1-1 3-16,1 1-15 0,0 1 8 0,4 0-10 15,15 9 6-15,3-3-9 0,2-2-5 0,0-3 0 16,0-2-1-16,3-1-3 0,-1-1 0 0,-1 0-2 15,2 0-4-15,-2 0-21 0,1-1-11 0,-1-1-9 16,1-2-78-16,-2 0-180 0,-2-2-35 0</inkml:trace>
  <inkml:trace contextRef="#ctx0" brushRef="#br0" timeOffset="-208629.17">9708 12638 395 0,'0'0'103'0,"-1"0"7"0,0 0-45 0,0 0-14 0,0 0-40 16,0 0-10-16,-1 0-1 0,1 0 0 0,0 0 0 15,0 0-5-15,0 0 5 0,0 0 2 0,1 0 3 16,0 0 1-16,0 0 10 0,0 0-3 0,0 0 8 16,0 0 8-16,0 0 27 0,0 0 3 0,0 1 9 15,0-1 16-15,0 0-16 0,0 0-3 0,0 0-3 16,0 0-2-16,0 0-13 0,0 0 3 0,0 0-9 0,0 0-15 16,0 0 0-16,0 0-7 0,1 0 5 0,0 1-8 15,0 1 0-15,0-1-2 0,0 0 0 0,1 0-12 0,-1 0 7 16,1 0 1-16,0 1 1 0,0-2 8 0,4 1-8 15,3 1 2-15,-2 0-2 0,1 1 4 0,0-1-9 16,1-1 4-16,0 1-4 0,0-1 9 0,2 0-8 16,0 0 2-16,-1 0-3 0,2 0 3 0,-1 1 4 15,1-1-7-15,1 0 5 0,2 0-8 0,-1 0 3 16,0 0 1-16,1 1 0 0,0-1 4 0,3 0-5 16,-2-1 5-16,6 1-6 0,0-1 2 0,-2 0 5 15,6 0-6-15,-5 0 4 0,4 0-6 0,3 0-3 16,-2-1 2-16,0 0-2 0,0 0 3 0,-4-1-2 15,1 1 3-15,0 1-2 0,0-1 3 0,1 0-6 0,-1 1 1 16,2 0-2-16,0 0 8 0,3 0-7 0,-1 0 3 16,2 0-3-16,-2 0 4 0,-1 0-1 0,1 0-3 15,2 0 1-15,-1 0-5 0,1 0 7 0,1 0-3 16,-5 0 5-16,4 0-8 0,-4 0 6 0,1 0-3 0,1 1 4 16,0-1-8-16,0 0 5 0,2 0 1 0,-2 0 2 15,-1 0-4-15,3 1 1 0,-2-1-1 0,2 1 3 16,0 1 3-16,-2-1-5 0,-1 0 2 0,-1 0-3 15,-1 0 7-15,0 2-9 0,-1-1 4 0,-1-1-6 16,1 2 4-16,-2-1 5 0,0 0-3 0,-1 1 5 16,1 0-3-16,0 0-2 0,2 0-2 0,-1 1 0 15,2-1-1-15,1-1 3 0,4 2 1 0,-2-3-1 16,-3 0-8-16,1 0 9 0,-1-1 2 0,0 0 1 0,3 0-2 16,-2 0-1-16,-3 0-3 0,0 0 1 0,-2 0-2 15,-2 0 4-15,1 0 2 0,0 0 0 0,-1 0-6 0,-1 0 4 16,2 0-3-16,0 2 5 0,0-1-5 0,2 0 1 15,-2 0 0-15,1 0-1 0,0 2 2 0,-1-2 2 16,4 1-2-16,-1 1 2 0,0-2-2 0,2 1-2 16,-3-1-1-16,2 0 0 0,0 1 4 0,-2-2-2 15,1 0 6-15,0 0-5 0,0 0 1 0,-1 0-3 16,2 0 0-16,-2 0 0 0,-1-2 9 0,1 1-6 16,-1 0 2-16,1 0-3 0,3 0-1 0,-2 0 1 15,-1-1 1-15,2 2-1 0,0 0 0 0,2 0 4 0,-2 0-5 16,2 0 4-16,-3 0-3 0,2 0-1 0,-1 0 3 15,2 0-3-15,-3 0-1 0,3 0 2 0,-2 0-2 16,-1 0 4-16,3 0-4 0,-2-1 7 0,2-1-6 16,1 0 6-16,1-2-4 0,1 0 1 0,-3 2 5 0,0-1-3 15,0 0 2-15,-1 0-4 0,2 0-2 0,-3 1 0 16,3 0-1-16,-1-1 5 0,1 1 0 0,-3 0 0 16,-1 0-10-16,0 1 4 0,-4 0 0 0,2 0 2 15,-1 0 1-15,0 1 2 0,0 0-4 0,0 0 3 16,-1 0-4-16,4-1 0 0,-2 1 0 0,1-2 1 15,1 1-2-15,-1 0 2 0,2 0 1 0,-5 0 2 16,-1 0 0-16,-1-1-3 0,1 0 1 0,2 0-1 0,-2-1 8 16,-1 1-7-16,-1 0 0 0,0-1-2 0,-1 1-2 15,0 1 6-15,-1 0-2 0,-2-1 3 0,-1 1-6 16,0 0 4-16,-1 0 0 0,1 0 2 0,-2-1-5 0,1 1 5 16,-2 0-6-16,0 1 3 0,2 0-2 0,-3 0-1 15,1-1 2-15,0 0-1 0,0 0 0 0,-1-1 5 16,1 1-4-16,-1 1 5 0,1-1-7 0,-2 0 4 15,0 1-2-15,0 0 4 0,0 0-3 0,-1 0 0 16,1-1 3-16,1 0-3 0,-1 1 3 0,0-2-3 16,1 2 1-16,-1 0 0 0,0 0 7 0,-2 0-6 15,0 0 3-15,1 0-5 0,0 0 2 0,1 0 0 16,-2 0-2-16,1 0 0 0,1 0-5 0,-2 0 2 16,0 0-4-16,1 0 2 0,-2 0-21 0,1 0-146 0,-2 0-96 15</inkml:trace>
  <inkml:trace contextRef="#ctx0" brushRef="#br0" timeOffset="-205007.38">8456 13279 448 0,'0'0'42'0,"0"0"7"0,-1 0 44 15,0-1 18-15,0 0-24 0,-1-1-16 0,1 1-37 0,-1 0-5 16,0 0 2-16,0 0 0 0,1-1-25 0,0 1 10 15,0 0-14-15,0 0 3 0,-1 0 4 0,1 0-8 16,1-1 8-16,0 1-2 0,0 0-2 0,1 0 4 16,1 0-3-16,-1 0 14 0,0 1-6 0,0 0 11 15,0 0-8-15,1 0 22 0,0 0 1 0,0 1-6 0,1 0 4 16,-3 0-1-16,8 16-13 0,-2 1 9 0,-2 4-11 16,-1 0-4-16,-3 5 5 0,0 1-9 0,-1 2 8 15,-2 4-8-15,1-4-7 0,-2 1 5 0,2-3-7 16,1-2 2-16,0-1-2 0,1-3-5 0,0-2 1 15,0-1-1-15,0-3 2 0,0-1 2 0,1-2-1 16,0-2-2-16,0-2 8 0,-1 1-4 0,0-1 5 0,0-2-6 16,0-2-1-16,0-2 2 0,0-1-1 0,0 0 1 15,0 0 2-15,0 0 1 0,0 0 0 0,0 0-2 16,-1 1 9-16,0-2-7 0,0 0 9 0,-1 0-5 0,1 0-1 16,0-1 4-16,0 0-5 0,-1-1-2 0,-1 0 2 15,3 0-5-15,-8-11 4 0,1-2-3 0,1-1-6 16,3-1 1-16,0-1-3 0,2-3-4 0,1-1 2 15,0-2 2-15,1 1-1 0,2-3-3 0,-1-1 8 16,0 0-2-16,1 3 4 0,-1-1-4 0,0 4 2 16,1 0-2-16,-2-1 4 0,0 6-4 0,1-3 0 15,0 2-2-15,-1 3 2 0,0-4 0 0,0 5 2 16,0-1-2-16,0 2 3 0,2-2-2 0,-2 4-1 16,1-1 2-16,1 1-2 0,-1 2-4 0,0 1 7 0,1 1-1 15,-1 0 2-15,0 2-3 0,0 1-2 0,0-2 1 16,5 2-1-16,1-1-2 0,2 2 3 0,-2 0 0 15,2-6 3-15,0 1-4 0,-2 3 7 0,-1 0-6 0,-1 2 8 16,-1 0-1-16,3 1 1 0,1 0 4 0,-3 0-1 16,1 2 3-16,-2 1-4 0,-3-2-1 0,2 1-2 15,-1 11-3-15,7 0 2 0,-4-1-5 0,-2 1 4 16,-1 0-3-16,-2-2-1 0,0 2 5 0,-1-1-5 16,0 1 5-16,0-2-4 0,-1-2-2 0,-1-2 0 15,-1 0 2-15,0 1 2 0,-2 2 1 0,0-2-2 16,1 1-2-16,-1-2 5 0,2-3-4 0,-1 3 4 15,4-6 0-15,-7 3-7 0,0 0 3 0,1 0-4 0,0 1 5 16,1-2 2-16,3 0-2 0,-4-1 1 0,1 0 2 16,1 1-7-16,-2-2 7 0,1 1-6 0,0 0 2 0,3 1 6 15,0 2-8-15,-1-2 5 0,2 2-3 0,-2-1-2 16,1-1 3-16,-1 1-3 0,3-2 1 0,-3 2 0 16,2 1 0-16,1 0-1 0,0 2-1 0,0-2 4 15,1-2-6-15,2 3 5 0,-1-1-5 0,2-1 6 16,-2 2 1-16,9-1 2 0,0 0 0 0,-2-2-3 15,-1 1 5-15,0 0-5 0,-3 0 7 0,-1-1-7 16,0 1 1-16,0-2-3 0,0 2 1 0,1-1 3 16,-2 1-5-16,2-1 4 0,-1 0-6 0,3-1 2 15,-1 1 0-15,-6-2 0 0,6 0-4 0,-2 2 4 0,1 1-5 16,3 1 2-16,-2-3-22 0,-1-1-14 0,2 1 1 16,-2 0-7-16,-1-2-26 0,0 0-79 0,0 0-15 15,2 0-25-15,1-2-98 0</inkml:trace>
  <inkml:trace contextRef="#ctx0" brushRef="#br0" timeOffset="-204658">8881 13304 1094 0,'0'0'94'0,"-2"0"2"15,1 0 7-15,0 0-12 0,0 0-21 0,-1 0-10 16,-1 0-14-16,2 0-4 0,-5 0-4 0,0 0-20 15,-1 0-3-15,1 1-5 0,0 1 2 0,-1 2-10 0,0 2-1 16,-1 2 4-16,0 5-4 0,-2 4 10 0,3-3-16 16,2 3 5-16,1-4-7 0,2 0 10 0,-9 2-2 15,5-2 0-15,1-1 0 0,3 0-5 0,1-5 1 16,1 0 1-16,0 0 1 0,1 0 1 0,0-3 4 16,2 2 2-16,-2-2 1 0,2 2 5 0,2 1 2 15,0-1-1-15,1 1 3 0,-4-1 6 0,5-1-8 16,0 3 0-16,0-1-3 0,-1 1-5 0,0 0 6 15,0-1-2-15,-2 0 3 0,1 0-2 0,-2 0 10 16,-2-1-2-16,3 0 3 0,0 0-3 0,-1 1 10 16,-1 0-1-16,-2 0 4 0,0 0-15 0,-3 0-8 0,-1 1-4 15,0-1 0-15,-14 1-3 0,1-3-50 0,-2 0-5 16,-2-3-28-16,4 9-112 0,1-4-216 0</inkml:trace>
  <inkml:trace contextRef="#ctx0" brushRef="#br0" timeOffset="-203742.62">7491 11711 809 0,'0'0'44'0,"0"0"-2"0,0-1 14 15,0 0-4-15,0 0-8 0,0 0-14 0,0-1 0 16,0 1-3-16,0-1 2 0,0 1-5 0,0 0-9 16,0-1 1-16,0 1-5 0,0 0 1 0,0 0-2 15,0 0 5-15,0 1-4 0,-2 0 2 0,1 0 4 16,0 1 0-16,0 0 2 0,0 1 13 0,-6 9-14 15,0 2 8-15,1 0-9 0,-1 1 8 0,1 0-2 0,1 1-5 16,2 0 1-16,-1-1-7 0,1 0 8 0,-1 2-7 16,2 1 6-16,-1 1-10 0,1 2-3 0,0 3 8 15,-1-1-8-15,1 3-3 0,0 1 1 0,-1 1-1 0,1 1 3 16,0 3 4-16,-1 1-8 0,0 5 2 0,0 3-3 16,1 1 3-16,0 5-3 0,-1 2-1 0,1-2 0 15,0 6-6-15,-2-6 6 0,0-1 0 0,0 1 2 16,-1-3 1-16,-1-1-3 0,0-1 1 0,0 3 0 15,1 0 6-15,0 0-3 0,-1-1 0 0,0 0-1 16,-1-3 10-16,0-2 0 0,1-3 2 0,0-6-1 16,2 0 2-16,-1-3 1 0,0-2-2 0,2-1 1 0,0-3-2 15,0 0-7-15,-1-2 8 0,3-3-7 0,0-1 10 16,1-2-15-16,0-1 3 0,0-3-6 0,0-1 1 16,0-4-3-16,0-1-2 0,0 0-3 0,0 0-17 0,0 0-26 15,0-1-8-15,0 0-8 0,0-1-57 0,0-1-87 16,2-15-20-16</inkml:trace>
  <inkml:trace contextRef="#ctx0" brushRef="#br0" timeOffset="-203224.3">7446 11631 1416 0,'-1'0'82'0,"0"-1"-103"0,-1 0 93 0,0 0-50 16,1 1-13-16,-1-1-12 0,0 1 2 0,1 0-6 16,-1-1 7-16,0-1-12 0,-1 2 3 0,2 0-6 15,0 2 2-15,0-1 12 0,1 0-4 0,-6 8 5 16,0 1-4-16,1-2 9 0,2-2 3 0,-1 0 2 15,2-2-1-15,1-1 13 0,-1-1-3 0,1 0 8 0,0 1 11 16,0-1 2-16,0-1-2 0,0 1-1 0,-1-1-18 16,1 0 0-16,1-1-4 0,0 0 2 0,1 0-13 15,1 0 9-15,0-1-6 0,10-4 6 0,4-1-8 0,2-1 0 16,3 0 4-16,2 0-2 0,2 0 5 0,3 1-6 16,5 0 0-16,-2 0-2 0,1 2-2 0,3-1-2 15,-2 1 2-15,3 0-2 0,2 0 4 0,-3 1 1 16,2-1-2-16,-2 0 2 0,0 1 1 0,3-2 7 15,-1 1-3-15,0-1 2 0,-1 1-5 0,-2 1 13 16,-1-1-1-16,-1 1 3 0,-4-1-1 0,-2 2-2 16,-3-2-2-16,-5 2 0 0,1 0-3 0,-4 0-1 15,2 1 1-15,-3 0-2 0,-1 1-6 0,-1 0 1 0,-1 0-1 16,0 0 1-16,-2 0-1 0,1 0 0 16,-1 0-4-16,0 0 1 0,0 0-7 0,-1 0 2 0,-1 0 4 15,1 0-2-15,-2 0-3 0,-1 0-12 0,0 0-6 16,-1 0-3-16,0 0-39 0,-2 0-85 0,1 0-3 15,-1-1-37-15,0 0-111 0</inkml:trace>
  <inkml:trace contextRef="#ctx0" brushRef="#br0" timeOffset="-202542.16">8351 11096 1167 0,'-1'0'36'0,"0"0"3"0,-1 0-14 15,-1 0-10-15,-4 0-9 0,3 0-6 0,1 0 4 16,0 0-4-16,-1 2 3 0,-1 0-8 0,1 1 4 15,1-1 4-15,1 7 0 0,0-1 4 0,-4-1-8 16,1 0 3-16,2 0-2 0,0-1 8 0,2-1 15 0,0-1 0 16,1-3 10-16,0 0 33 0,0 0-10 0,0 0 6 15,-1 2-9-15,1-1-2 0,0 0-11 0,0 1-5 16,0-2-3-16,0 0-16 0,0 0 3 0,1 0-1 16,0 1 1-16,0-1-11 0,0-1 0 0,11 7-6 15,1 0 4-15,1-1-4 0,2 1 6 0,0 0 0 0,0 0 0 16,3 0-12-16,0 0 6 0,2 1-2 0,3 3 4 15,0 1 0-15,2 0 3 0,3-1-2 0,-2-2 2 16,3 2-7-16,1-2 4 0,-8-2 0 0,3-1 2 16,-1-1-1-16,-3-1 0 0,3 0-2 0,-5 0 1 15,-4-2 1-15,1 1-3 0,-2-1 3 0,-2 0-3 16,-1 1-1-16,-2-2 0 0,1 0 3 0,-2-1-2 16,1 1 1-16,-2 0 1 0,0 2-4 0,0-2 2 0,-2 0-2 15,0 1 1-15,-2 0 2 0,-1-1-1 0,0 0-2 16,-1 0 4-16,-1-1-1 0,2 2 2 0,-1 1-10 15,0-1 8-15,-1 0 0 0,1 1 3 0,0 4-10 0,-1 1 7 16,-1 3-3-16,-1-2 4 0,-3 2 0 0,-3 0-2 16,5 2-1-16,-13 1 1 0,-3 2-2 0,-1-1 9 15,-2 2-2-15,0-2 4 0,-4 1-4 0,1 0 8 16,-2 0-4-16,4-1 4 0,-1 1-1 0,2-2-7 16,-3 0 4-16,-3-1-5 0,5 1 7 0,-3-1-5 15,4 0 4-15,0 0-4 0,0-2 6 0,0-1 7 16,1-2-5-16,2 1 4 0,-1 0-5 0,4-1 0 0,0 0 3 15,0-1-3-15,1-1 0 0,4-1-6 0,-1 0 4 16,3-2-5-16,2-1 1 0,2 1-11 0,1-1-3 16,2 0-2-16,1 0-8 0,0-1-44 0,-1 1-23 15,1-1-26-15,-3 3-265 0</inkml:trace>
  <inkml:trace contextRef="#ctx0" brushRef="#br0" timeOffset="-194417.69">8814 13474 2 0,'0'0'0'0</inkml:trace>
  <inkml:trace contextRef="#ctx0" brushRef="#br0" timeOffset="-193483.6">9110 13358 103 0,'0'0'26'0,"0"0"0"0,0 0 16 15,0 0-16-15,0 0 5 0,0-2-15 0,0 2-2 16,0-1 3-16,0 0-5 0,1 0-3 0,0 0-4 15,-1 0 5-15,1-1-4 0,-1 1 10 0,0 0 13 16,0 0 7-16,0 0 1 0,0 0 12 0,0-1-6 16,0 1 1-16,0 0-2 0,0 0 6 0,0 0 5 15,0-2 1-15,0 1 3 0,0 0 11 0,0-1-7 0,0 2-6 16,0-1 0-16,0 1-8 0,0-2-10 16,0 2 4-16,-1-1-7 0,1 1-5 0,-1-2-7 0,0 1 6 15,0-1-6-15,0 1 4 0,-1 0-1 0,1 1-5 16,0-1 3-16,0 1-2 0,0 0 12 0,-1 0-2 15,1 0 5-15,0 0-5 0,-1-1 2 0,-1 1-2 16,1 0 0-16,0 0-15 0,-1-2 0 0,1 1-2 0,0 0 2 16,0 2-4-16,0-1-5 0,0-1 4 0,1 2-4 15,-3-2 5-15,1 0-1 0,-2-2-1 0,-1-1 0 16,1 2-7-16,-1-1 10 0,4 3-8 0,-4-2 8 16,4 2-10-16,-2-2 1 0,-2 0 1 0,2-1-1 15,-1 2 6-15,0-1-5 0,2 1 1 0,0 1-2 16,0-1 7-16,-2-1-5 0,0 1 1 0,1-1-2 15,0 2 8-15,0 0-13 0,-1 0 5 0,-2 0-7 0,-1 1 7 16,-1 0 6-16,1 0-2 0,-1 2 2 0,0 2 4 16,1-1-1-16,0 2 0 0,1 0-2 0,-1 0-2 0,2 0-1 15,-1-1-1-15,2 3-2 0,0 1-5 0,1 0 1 16,-1-1 2-16,1 2-1 0,1 0 0 0,-2-1-3 16,0 4 2-16,2-1-2 0,-2 0 0 0,-1 0 5 15,0 2-5-15,3 3 5 0,-3-2-3 0,1 2-1 16,2-1 0-16,-2-4-1 0,3 1-4 0,1-2 6 15,-6-1-3-15,2 1 2 0,1-3 0 0,2 1-2 16,1-1 1-16,1-2-2 0,0 2 2 0,0-1 1 16,0-2 1-16,0 2 0 0,0-1-2 0,1 1 3 0,1 0 0 15,1 0-1-15,0 1-7 0,2 1 5 0,1 1-1 16,0 1 3-16,1 0 2 0,1 2 1 0,0 1-5 16,-1 0 4-16,0 0 3 0,0 2-2 0,0-1 4 15,0 2-4-15,1-1 0 0,-3-2 4 0,0 0-4 16,1 2 4-16,-1-4-8 0,-1-1 11 0,1 2-2 0,-3-5 4 15,2 4 0-15,-2-1 16 0,0-5-3 0,-1 3 6 16,-1-2-7-16,0-1-5 0,-1 4-1 0,-2-2-1 16,0 2-4-16,-2 0-1 0,-1-1 2 0,-1 1 0 15,-8-3-1-15,1-1-3 0,-1-2-5 0,3 1 3 16,-1 1-5-16,1-1-1 0,2-1 2 0,1-2-2 16,2 5-8-16,0-3 4 0,1 0-5 0,3-2 5 0,1-1-23 15,1 0-29-15,-1 1-8 0,-1-1-12 0,2 0-80 16,0 0-62-16,0-1-36 0,1-1-24 0,8-22-295 15</inkml:trace>
  <inkml:trace contextRef="#ctx0" brushRef="#br0" timeOffset="-189213.61">12003 9389 541 0,'0'0'79'0,"-1"0"-10"0,-1 0 36 15,1-1 1-15,0 1-55 0,0 0-26 0,0 0-23 16,-1 0 7-16,1 0-8 0,0 1 5 0,0 0 0 16,0 1 0-16,-4 7 3 0,-2 6 10 0,1 0-5 15,-1 2-4-15,2-2 1 0,-1 3 0 0,1 2 8 16,0-2 6-16,-1 2-2 0,0 3 8 0,1-3-7 15,0 6 0-15,-3 4-2 0,3 1-8 0,-1 1 4 16,0 2-7-16,-1 1 6 0,0 0-17 0,0 5 4 16,0-1 3-16,-2 0 1 0,0 2-1 0,0 0-8 0,-1 1 2 15,1 2-2-15,-2-2 0 0,2 2 4 0,2-5-2 16,0 1 5-16,0 0-7 0,0-4 4 0,-1 0-4 16,4-7 4-16,-1-5-4 0,2-1 6 0,-1-2-6 15,2-3 6-15,-1-2-10 0,2-2 2 0,1-3 3 0,0-3-1 16,0-1-10-16,0-2-63 0,0-2 4 0,0-2-23 15,1 2 4-15,1-1-74 0,0-1-40 0</inkml:trace>
  <inkml:trace contextRef="#ctx0" brushRef="#br0" timeOffset="-188563.35">11833 9531 660 0,'-1'-1'189'0,"0"0"391"0,-1-1-528 0,2 0-24 16,-5-4-2-16,3 3-6 0,-1-1-8 0,2 2-12 16,1 0-1-16,0-1-2 0,0-1 4 0,1-1-1 15,2 1 1-15,6 0-2 0,12-2 1 0,3 0 0 16,0-1 0-16,2 0 3 0,2 1 6 0,1-2-6 0,0 2 4 15,-1-1-4-15,-2 1 1 0,2 1 4 0,-3 2-1 16,-1 0 3-16,-2 1 9 0,-2-10 2 0,0 4 5 16,-1 3-3-16,1 3-4 0,-3 2 1 0,0 2-6 15,-2 2 5-15,0 2-7 0,0 1 2 0,-3 0 1 16,0 1-1-16,-2-3-4 0,-1 9-6 0,-1 1-4 0,-1 2 0 16,-1 1-3-16,-2 0 2 0,-3 1-1 0,9-3 0 15,-4 3-5-15,-3 0 3 0,-3 1 0 0,-4 0 1 16,-4 2 4-16,-4 3-1 0,10 0 0 0,-17 1 0 15,0-1-2-15,-2-3 2 0,-2 1 5 0,-2-2-1 16,0 2 1-16,-1-3-2 0,0-3-2 0,-1 1 2 16,-6-3 5-16,6 0 0 0,-3 0 0 0,2-1 0 0,4 0-2 15,-5-2-3-15,3-1 1 0,2 0-2 0,2-2 6 16,4 1-6-16,2-1 3 0,-1-3-4 0,6-1 6 16,0-2-1-16,3 1 1 0,1-2-2 0,1 0-7 0,2 0 10 15,2-1-3-15,1-1 6 0,1 1-4 0,-3 1-6 16,1 1-2-16,0-1 0 0,1 0 1 0,-1 1-4 15,1-1 4-15,1 0-4 0,0 1 5 0,0-1 4 16,4 5-5-16,0-1 4 0,8 1-7 0,7 0 6 16,2 1-3-16,0 1 3 0,2-1-9 0,3 0 7 15,-3 0 3-15,7 2 0 0,-1-1-4 0,-1 3-1 16,2-3 0-16,-7 0 1 0,3-1 8 0,-5-1-6 16,1-1 2-16,1 4-4 0,-3-3 1 0,0 0 3 15,-3-3-1-15,0-2 0 0,-1 3-6 0,0-1 3 16,-1 0-3-16,0 2 3 0,-2-5 0 0,1 2 2 0,1 0-2 15,-5 0-1-15,2 1-23 0,-4-3-11 0,1 1-1 16,1 5-6-16,-2-3-43 0,3 1-46 0,0-3-33 16,0 0-6-16,1-2-140 0</inkml:trace>
  <inkml:trace contextRef="#ctx0" brushRef="#br0" timeOffset="-188128.54">12947 10319 1388 0,'-1'0'109'0,"0"-1"7"0,-1 0-47 16,1-2-15-16,-1 1-39 0,0 0 5 0,-1-1-5 16,1 1 2-16,1 1-4 0,-3-3-6 0,3 2-8 15,-1 0-2-15,-2-1-1 0,1 1 4 0,-3-3-13 16,1 3-2-16,-1-2-4 0,-1 1-1 0,0-1 3 15,-2 2 6-15,-3 0-4 0,0 0 12 0,-2 2 6 16,0 2 0-16,-1-1 4 0,-1 2 1 0,1 1-7 16,0 0 7-16,1 2-5 0,-1 1 4 0,3 0-3 15,-3 3-1-15,0-8 2 0,1 11-1 0,1 2-1 16,-1 2-3-16,1 3 1 0,0 1 0 0,-1-1 0 0,3 2-1 16,1 1 1-16,0 0 1 0,1 1-2 0,2-1 2 15,5-2-3-15,-11 2 5 0,7-4-1 0,2-2 1 16,3-1-1-16,0-1 7 0,1-2 12 0,2-1 1 15,2-2 3-15,-1 1-4 0,2-3 0 0,1 0-6 0,3-1 2 16,8 0-14-16,-1-1-2 0,0-2 4 0,-1 6-3 16,1-3 3-16,0-2-4 0,0-3-2 0,-1 0 0 15,-1-2-2-15,-1-2-14 0,1 1-4 0,1-1-4 16,0-1-17-16,-1 0-30 0,0-3-5 0,0 0-15 16,-1-1-61-16,-2 1-84 0,-1-1 9 0,0 1-38 15,-1-1-38-15</inkml:trace>
  <inkml:trace contextRef="#ctx0" brushRef="#br0" timeOffset="-187628.27">13062 10568 736 0,'0'0'65'0,"-1"0"115"0,1 0-114 0,0 0-8 16,0 0-4-16,0 0-3 0,-1 0-22 0,0 0 16 15,-1 0 3-15,1 0 4 0,0 0 4 0,0 0-2 16,1 0-9-16,-1 0 4 0,0 2-16 0,-1-1-10 15,1 0 2-15,0 0-5 0,0 1-13 0,-1 4 1 16,-4 7-3-16,1-1 2 0,-1 1 2 0,-1 2-4 0,1 1 2 16,1-1-3-16,1-1 0 0,0-1 0 0,1-3-1 15,-1 1 1-15,1-2-3 0,0 0-4 0,2-1 3 16,1-3-4-16,0 2 10 0,0-4-8 0,0 2-3 16,0-4-2-16,0 0-8 0,0 2-16 0,0-1 8 15,0 0-10-15,0 1 14 0,1-2 12 0,0 0-9 0,1-1 9 16,-1 0-11-16,0-1-9 0,1-2 4 0,10-5-7 15,2-11 5-15,0 3 20 0,0-3-5 0,1 3 8 16,-1 0 1-16,-3 2-3 0,1 3 5 0,-4 0-3 16,1 2 10-16,-1 1-7 0,0 1 9 0,-1 4-9 15,0 1 11-15,-3-1 13 0,-1 1-3 0,0 1 8 16,-1-1-6-16,1 0-9 0,0 1 1 0,0 1-1 0,1 0 9 16,-2 0 4-16,1 1 2 0,4 9 0 0,3 10-8 15,-3 1 1-15,-3 0-7 0,-2 1 6 0,-1-2-3 16,-1 1-8-16,0 1 5 0,0-5-7 0,0-2 1 15,0-2 6-15,2 3-9 0,-1-3 6 0,0 0-13 0,0-3 2 16,-1-4-2-16,1 1 3 0,-1-2-3 0,0-3 2 16,0 2-2-16,0-2 0 0,0 0-12 0,0 1 5 15,0-1-3-15,0 0 1 0,0 1-18 0,0-2-48 16,0 0 7-16,0 0-23 0,0-1-16 0,0 0-80 16,0-1 4-16,0-1-27 0,1-10 19 0,2-12-60 15</inkml:trace>
  <inkml:trace contextRef="#ctx0" brushRef="#br0" timeOffset="-187359.96">13110 10378 1373 0,'-1'0'109'0,"-1"-1"-107"0,-5-2 112 0,-3 1-51 15,6 1-50-15,1 1-8 0,1 0 1 0,0-1-4 16,0-1 0-16,1 2-5 0,0 0 4 0,1 0-3 16,1 2 2-16,0-1 12 0,1-1-3 0,18 9 7 15,-4-2 4-15,3-1 0 0,0-1 0 0,-2-2-1 0,1 1-4 16,-2-2-3-16,2 1-4 0,0-2 1 0,-1 0-14 16,0 0 2-16,0 0-1 0,0-1 0 0,-2 0-8 0,1 0-29 15,-1 0-17-15,0-2-13 0,-1 0-143 0,-2-3-159 16</inkml:trace>
  <inkml:trace contextRef="#ctx0" brushRef="#br0" timeOffset="-186644.47">12762 8877 425 0,'0'0'53'0,"0"0"-64"15,0 0 57-15,-1 0-30 0,1 0-18 0,-1 0 0 16,1 0 2-16,-1 0 1 0,0 0 6 0,-1 0 39 16,1 0-4-16,0 2 18 0,0-1 18 0,0 0-4 15,0-1 0-15,-9 9-3 0,0 3-8 0,0-1-2 0,0 2-7 16,-2 2 2-16,1 0-14 0,1 2-9 0,-2-1 5 16,2-1-7-16,1 2-1 0,1 0-11 0,1 0 0 15,1-3-3-15,4 3-8 0,0-6 13 0,-5 0-2 0,0 1 7 16,4-5-5-16,0 0 3 0,2 0-1 0,1-2 1 15,0 3-8-15,1-2 1 0,1-2-9 0,0 1 7 16,0 0-10-16,2-2 8 0,8 0 4 0,3-2-1 16,-2 8 4-16,1-3-5 0,0-2-2 0,0-2-3 15,0-2-2-15,2-1-4 0,-2-3 4 0,-1 0-4 16,0-2 8-16,-1-1-4 0,-1 1 2 0,1-1-1 16,-4 1 10-16,-2 2-6 0,-1-7 2 0,-4-1-3 0,2 1 0 15,-2 1-5-15,7-1 2 0,-3 0-3 0,-1 1 4 16,-3 0 0-16,-1 1 5 0,0 0-4 0,-1-1 4 15,-1 1-4-15,-1 1-8 0,0 1 5 0,-1 1-6 0,1 1-3 16,-1 0 1-16,2 3-5 0,-4 0-6 0,0-3-7 16,0 1-2-16,1 2-1 0,1 0 1 0,-2-1-12 15,0 2 3-15,1 1-8 0,2 0-12 0,0 0-42 16,2 0 1-16,-1 1-18 0,0 0-32 0,-1 1-26 16,2-1-19-16,0 1-6 0,0 0-106 0</inkml:trace>
  <inkml:trace contextRef="#ctx0" brushRef="#br0" timeOffset="-186310.93">13155 8837 759 0,'-1'-1'188'0,"0"0"401"16,0 0-560-16,-1 0-11 0,1 0-6 0,0-1 0 15,0 1-11-15,0 0-1 0,0 0-3 0,-1 1 2 16,1 0 1-16,0 1 5 0,0 0-3 0,0 2 2 16,-8 9-7-16,-1 7 0 0,-1 1 0 0,-2 1 1 15,11 2 2-15,-13-2 1 0,1 0 1 0,-1-1-1 0,0-1 4 16,5-3 11-16,-6 1-4 0,6-2 6 0,0-2-4 16,-1-1-6-16,3 1 3 0,3-3-4 0,-5 2 1 0,3 0 0 15,-2 0 1-15,-1-2-1 0,3 2-6 0,0-1-2 16,4-2-1-16,-3-1-1 0,2 0 2 0,3 3-1 15,-1-3-2-15,1 2-1 0,-7-1-23 0,6-4-47 16,0 1-5-16,2-4-16 0,-1 3-47 0,1 1-51 16,0-4 4-16,0 1-23 0,1 0-37 0</inkml:trace>
  <inkml:trace contextRef="#ctx0" brushRef="#br0" timeOffset="-185960.58">13467 9115 1130 0,'-1'0'55'0,"-1"0"95"15,1-1-84-15,0 0-24 0,0-1 4 0,0 1-13 16,-2 1-3-16,1 0-19 0,0 0 1 0,-4 0-7 16,-3 0-3-16,-2 0 2 0,-2 3 2 0,-2 1-1 15,-2 3-4-15,-2 4 1 0,-1 0 1 0,0 0 1 16,-2-7 10-16,2 11 3 0,1 4 2 0,1 0 0 15,3-5-8-15,1 1 4 0,1-1-9 0,-1 2 7 0,1-4-11 16,2 3 0-16,4-3 4 0,2-1-1 0,1 1 7 16,3-3-1-16,-1-1 2 0,-6 2-1 0,4-2 4 15,1 0 2-15,2 1 4 0,1-2-1 0,0-1 9 16,3 1-8-16,0 0-6 0,2-2-1 0,2 0-15 0,8 0 0 16,2 0 1-16,-2-2-1 0,1 1-1 0,1-2 1 15,-2 0-1-15,3 10 0 0,-3-5-13 0,0-2 5 16,2-2-12-16,-1-1 8 0,5-1-32 0,1-1-33 15,-1-1-7-15,2-4-15 0,3-1-73 0,-4-1-78 16,4-1-18-16</inkml:trace>
  <inkml:trace contextRef="#ctx0" brushRef="#br0" timeOffset="-185444.02">14092 9758 537 0,'-1'0'88'0,"0"0"-8"0,-1 0 51 15,-10-1-2-15,-2 1-14 0,-3-1-16 0,3 0-18 16,0-1 0-16,2 1-8 0,5 1-17 0,-1 0-17 16,1-1-2-16,-1 0-4 0,1 1 2 0,5 0-19 15,-1 0 6-15,1 0-12 0,-1 0-6 0,2 0 6 16,0 0-3-16,1 0 7 0,0 1 10 0,1 0 22 15,0 0-6-15,2 1 8 0,2 0-19 0,11 4-2 16,1 0-3-16,5 1 1 0,-4-2-6 0,1-1-11 0,1 0 6 16,0-1-8-16,0 0 2 0,0 0-5 0,1 1-3 15,-2-2 1-15,1 2 2 0,-2-2-1 0,-3 0 2 16,0 1-2-16,-2-2-1 0,-2 0 6 0,-1 0-5 16,-2 0 4-16,-1-1-6 0,-2 0 1 0,1 0 2 0,-2 0-1 15,-2 0 5-15,-1 0-10 0,2 0 2 0,-1 0-6 16,0 0 7-16,1 0-18 0,-2 0-6 0,0 0-11 15,0 0-76-15,0 0-33 0,1 0-17 0,-1 0-3 16,-1-1-66-16,0 0-25 0,0 0-24 0</inkml:trace>
  <inkml:trace contextRef="#ctx0" brushRef="#br0" timeOffset="-185175.93">13870 10091 1372 0,'-1'0'56'0,"0"0"2"0,0-1 13 15,-1 1-12-15,-1-1-6 0,-2-2-6 0,4 3-16 16,-1-1-2-16,-1 0-7 0,1 0-27 0,1 0 4 16,0-1-1-16,-1 1 2 0,2 1 4 0,2 0-2 0,-1 0 3 15,5 0-1-15,14 0 5 0,2 1 21 0,-1 2-2 16,5 0 10-16,-1 1 14 0,3-1-8 0,0 0 1 15,0-1-6-15,-1-1-15 0,0 0-11 0,0 1-4 16,-1-1 0-16,0 0-7 0,-1 0-5 0,-2-1 2 16,0 0-5-16,-2 0-5 0,-2-1-53 0,0 0-61 15,-4 0-8-15,0-1-296 0</inkml:trace>
  <inkml:trace contextRef="#ctx0" brushRef="#br0" timeOffset="-59205.15">15541 8621 423 0,'0'0'98'0,"-1"0"-61"0,0-1 24 0,0 0 15 16,-1 0-66-16,1-1 22 0,0 1-18 0,0 0-10 0,0 0-2 16,-1 0-5-16,1 1 4 0,0 0 11 0,0 0-5 15,0 0 5-15,0 1 9 0,-1 0-10 0,0 1 9 16,1 1-10-16,-1 8 6 0,-6 0 6 0,3-3-1 15,-4 0 16-15,1 2-17 0,2 4 8 0,-3 2-11 16,4 2 1-16,-4 1 3 0,-4 1-5 0,5 3 5 16,-8 2-1-16,2 2-11 0,0 1 4 0,-2 3-6 15,1 2 1-15,1 2-8 0,0 3 1 0,0 2-1 0,0 2 5 16,0 5 0-16,-1-2 0 0,2-3-1 0,0-3-2 16,2-8 14-16,3-2-7 0,2-8 8 0,1-2-1 15,2-3-2-15,-1-4 1 0,3-1-3 0,0-3-12 0,0 0 0 16,0 0 0-16,-3-3 0 0,2-1 1 0,1-2-13 15,1-1 10-15,0 0-12 0,-3 2 11 0,2-1-4 16,0-1-6-16,0 0 1 0,-1-1-20 0,1 0 13 16,0-1-2-16,0-9 4 0,1-16-6 0,5-4 8 15,2 0 4-15,3-4 1 0,3-5 5 0,0-1 2 16,2-2-3-16,2-1 3 0,-2 3-6 0,2 0 10 16,-15 2-5-16,20-2 7 0,3 2-8 0,0 3 7 15,-4-3-2-15,-3 6 4 0,-3 2-4 0,-2 3 1 16,2 5 6-16,-4 2-3 0,-5 8 6 0,-2 2 5 0,-1 2-3 15,0 3 5-15,1 0-1 0,-3 3-9 0,0 0 2 16,-1 1-4-16,0-1 0 0,2 0-6 0,3-1 3 16,3-2-3-16,2 1 9 0,-2 2 6 0,0 1-1 0,2 0 4 15,0 1 6-15,0 0-4 0,0 2 3 0,0 0-3 16,0 2-2-16,0 1 1 0,1-4 1 0,-1 14 0 16,-1 1 2-16,-3 1-8 0,0-2-1 0,-3 1-1 15,0 1-2-15,-1 0 1 0,9-1-2 0,-4 2 3 16,-4-3 4-16,0 0-8 0,-3-1 2 0,-2 1-6 15,-1-1 1-15,-3 0-3 0,-1 0 3 0,5 0-4 0,-15 0-1 16,-3-1 1-16,0 0-1 0,0-1 2 0,-4-2 1 16,1 1 2-16,1-1-2 0,1-1 2 0,3 0-2 15,-1-1-1-15,0 1 8 0,2-1-6 0,1-1 0 0,2-4 12 16,1 2-9-16,2-3 10 0,0 2-16 0,3 1 5 16,3-3-3-16,-1 2 4 0,3-2 0 0,-1-1-6 15,2 4 0-15,1-3 0 0,-2 3 5 0,2-3-2 16,-1 2-3-16,1-2 1 0,-1 0 0 0,0 3 1 15,1-3 3-15,0 2-3 0,1 1-2 0,0-1 3 16,0 3-2-16,2 4 3 0,2-3-2 0,0-1 3 16,1-3-1-16,11 1 1 0,3 0-3 0,-1 1 3 15,3 5-1-15,-6-5 1 0,4 2-5 0,1 0 0 16,-2-2 1-16,3 5-1 0,-6-4 6 0,1 0-3 0,0 0 3 16,-3 0-3-16,0 0-2 0,-1 0-1 0,-2-3-6 15,0-1 3-15,0 1-7 0,-2-2 11 0,0 3-2 16,-1-4 2-16,-3 1-18 0,1-1-12 0,1 4-4 15,-1-1-4-15,-1-2-29 0,2 0-114 0,0 1-33 0</inkml:trace>
  <inkml:trace contextRef="#ctx0" brushRef="#br0" timeOffset="-58754.11">16082 9035 851 0,'-1'0'135'0,"0"0"17"16,-1 0-50-16,1 0-47 0,-7-1-24 0,-1 1-4 0,-3 0-3 16,1 0 3-16,1 1-5 0,-1 1-6 0,-2 3 0 15,0 1 3-15,-1 2-2 0,-2 3-4 0,0-8-6 16,1 14-2-16,0 0 0 0,1-3 8 0,0 3-15 16,2-4 7-16,1 0-9 0,3 3 6 0,4-3-1 15,0 0-2-15,1-3 0 0,2-3-10 0,0 2 8 16,-5-2-4-16,0 4 6 0,3-1 1 0,2 0 4 15,1 3-1-15,2-3 1 0,1 1-6 0,3 0 2 16,1 2 1-16,-3 0 1 0,11 4 0 0,-2-2-1 0,2-1-1 16,-3 2 1-16,-1-2-1 0,-1-1 2 0,-3-2-1 15,4 1 2-15,-4 0-1 0,1-3 4 0,-2 1 1 16,-2-3 0-16,2 1-4 0,-5-2 2 0,2 1 0 16,1-2 1-16,-2-1 5 0,-1 0 0 0,1-1 0 15,-2 2 0-15,0 0-2 0,0-2 5 0,-2 1-3 0,-1-2 6 16,-11-1 3-16,1 2-5 0,-1-2 5 0,-3 9-5 15,3-3-1-15,0-2-6 0,2-2-1 0,4-2-1 16,1 0 2-16,2-1-8 0,-1 0 3 0,3 0-4 16,-1 0-8-16,2 0 1 0,1 0-6 0,-2 0 3 15,1 0-14-15,0 0 8 0,1 0 1 0,-1 0 0 16,1 0-1-16,1 0-2 0,0 0-7 0,0 0 3 16,0 0-28-16,1-1-156 0,1 0 21 0,0-1-71 0,5-1-30 15</inkml:trace>
  <inkml:trace contextRef="#ctx0" brushRef="#br0" timeOffset="-58288.67">16265 9177 392 0,'0'0'96'0,"0"0"-78"0,-1-1 111 0,0 0-44 16,0 0-7-16,0 0-14 0,0-1-2 0,-1 1-5 15,1 0-17-15,-1 0 2 0,1 0-9 0,-2-1 6 16,2 1-15-16,0 0-3 0,0 0 0 0,0 0-2 0,-1 0-11 16,1-1-5-16,0 2 5 0,0 0-4 0,0 0 8 15,1 0-4-15,0 0-2 0,1 0 2 0,0 0 7 16,1 0 6-16,16 0 5 0,1 2-2 0,2-1 7 16,0 0 2-16,-1 0 2 0,1 0-1 0,1 0 3 0,1 1-8 15,2 0-8-15,-2 0 0 0,1 1-20 0,-4-1-1 16,1 0 3-16,-2 1-2 0,-4-2 5 0,-1 0-6 15,-1 0 2-15,-1 0-3 0,-2 1-6 0,0-1 2 16,-3-1-6-16,-4 0 4 0,1 0-17 0,-1 0-11 16,0 0-2-16,-1 0-11 0,1-1-101 0,-1-1-77 15,0 0-17-15,-1 0-17 0,4-8-70 0</inkml:trace>
  <inkml:trace contextRef="#ctx0" brushRef="#br0" timeOffset="-57903.9">16572 8987 1204 0,'-1'-1'26'0,"-1"-1"40"15,1 2-42-15,-4-2-6 0,4-1-3 0,-3 0 0 16,2 2-18-16,0-1 3 0,0 2-6 0,0-3 5 15,0 1-6-15,-1 1 2 0,2 0-3 0,0-1 3 0,0 1 3 16,0 0 0-16,-2 1 5 0,1 0-2 0,0 0 9 16,-1 1-1-16,1 0-1 0,1-1 1 0,-1 0 12 15,1 3-5-15,-5 5 2 0,2 0-4 0,-2 3-1 16,0 1-2-16,0 2 1 0,1 1-2 0,1 4-8 0,-1 2 4 16,0 2-3-16,-1 5 5 0,3-1 1 0,-1-2-3 15,3 1 1-15,1 0-2 0,0-5 4 0,0 4 0 16,0-5-3-16,0-1 1 0,0 0-7 0,0-2-3 15,0 1 6-15,0-3-4 0,1 1 2 0,0-4-1 16,1 1-1-16,-1-1 1 0,0-2-3 0,0-1-5 16,0-1-5-16,1-2 0 0,-1 0-7 0,0 0-1 15,0-3-2-15,-1 0-3 0,1-1-24 0,-1-1-139 16,1 2 9-16,1-1-61 0,-1 0-82 0</inkml:trace>
  <inkml:trace contextRef="#ctx0" brushRef="#br0" timeOffset="-57416.47">17040 8880 1495 0,'-1'-1'30'0,"0"-1"2"15,0 1-12-15,-2 0-4 0,1 0-12 0,0 0-11 16,-1 1-6-16,1 0 2 0,1 0-1 0,0 0 12 15,0 1 4-15,-1 1-2 0,-1 6 2 0,-2 11-9 16,3 0 4-16,1 2 2 0,2 3 0 0,1-1-1 0,0 2-2 16,1 1-1-16,-2 3 2 0,-1 3 4 0,0 1 4 15,-2 3-3-15,-1-4 4 0,-3 1-4 0,2-6 1 16,-2 0 1-16,-1-3 1 0,0-3 5 0,1-1-3 16,2-5 3-16,2-1-3 0,0-2 1 0,0-3-5 15,1 1 1-15,1-3-1 0,0 0-1 0,0-1-6 16,0-2 0-16,0 0-1 0,0 1 8 0,0-3-4 15,0-1-1-15,0 0 0 0,1 2 6 0,1-1-5 0,-1-1 6 16,0 0-7-16,0 1 6 0,0-2-1 0,0-2 0 16,1 0 0-16,0-11 0 0,3-12 4 0,1 2 1 15,2-5 1-15,0-5-2 0,3 0-8 0,3-2 1 16,1-4-2-16,2 2 4 0,-1 1-3 0,2 1-1 16,-17 4 0-16,18 0 3 0,-1 7-3 0,1 0 0 0,-1 4-3 15,0 4 3-15,-4 2 3 0,-1 2-1 0,3 3 2 16,-2 0-4-16,1 5 6 0,0-2 0 0,-5 1 1 15,3 3-5-15,-2 0 1 0,2-7-1 0,-2 3 0 16,-2 4-10-16,0 1 1 0,-3 1-5 0,3 1 4 16,-2 0-6-16,-1 1-9 0,-3 0 0 0,-1-1-5 15,0 1-14-15,-1 0-36 0,5 7-19 0,-2-2-10 16,1 2-94-16,-2-1-175 0</inkml:trace>
  <inkml:trace contextRef="#ctx0" brushRef="#br0" timeOffset="-56936.67">17450 9334 884 0,'-2'-2'497'0,"1"1"-687"15,-1 0 588-15,0-1-334 0,-1-1-56 0,1 1 3 16,-1 0-3-16,1-1 2 0,0 2-15 0,1 0 5 0,-1 0-5 15,1 1 5-15,0 1-8 0,0 1 0 0,-5 20-1 16,-1 3 0-16,-1 2-5 0,-2 0 13 0,-3 1-3 16,0-5 6-16,12-1-5 0,-11-6 7 0,5-5 1 15,4-2 4-15,1-3-1 0,-1-2-2 0,2-1 2 0,1-2-1 16,-2 1 5-16,-1 0-4 0,2 1-1 0,0-2-1 16,0 0 0-16,0 0-4 0,-1-1 2 0,2 0-2 15,0-1-1-15,0 0-1 0,2-1-4 0,-1-2 3 16,4-6-3-16,0-1 5 0,1 2-1 0,-1 2 2 15,0-1-2-15,-3 5 1 0,0-1 3 0,-2 3 0 0,3-1-1 16,-1 0-3-16,0 0 1 0,1 1 0 16,-1 1 3-16,0 0 3 0,1 1 0 0,-1 2 0 0,5 7-1 15,3 8-3-15,-2 0 3 0,-2-2-1 0,1 2 11 16,-1-3-10-16,-2-1 3 0,2-1-6 0,0 2-3 16,-1-4 1-16,0-2-3 0,-2-2 2 0,-2-4-6 0,0 0 1 15,2 2 1-15,-1-3-2 0,0 1-8 0,1-1-4 16,-2-1-2-16,0 0-2 0,0-1-9 0,1-1-67 15,-1-1 20-15,3-12-32 0,0-6 33 0,-3 0 1 16,-1 0 0-16,0 1-1 0,0-2-15 0,0 1-37 16,0 0-12-16,0-1-15 0,2 1-114 0</inkml:trace>
  <inkml:trace contextRef="#ctx0" brushRef="#br0" timeOffset="-56701.01">17470 9253 970 0,'-2'-2'67'16,"0"1"130"-16,-5-2-137 0,-1-1-14 0,3 2 5 0,4 2-8 16,0 0 6-16,0 0-22 0,-2-3 2 0,1 2-11 15,-1 0-12-15,2 0 1 0,0 0-7 0,0-2 5 16,1 1-4-16,1 0-1 0,0 0 6 0,2 1-6 16,11-6 12-16,5 1-4 0,-1 3 0 0,1 0-2 15,2 2 0-15,1 0 7 0,0 0-2 0,3 1 2 16,-2 0-13-16,1 1 1 0,0 0 1 0,0 0 0 0,0 1 5 15,0-1-18-15,0-1-2 0,-1 0-7 0,-4 0-13 16,2 0-26-16,-6-1-73 0,-1-2 2 0,-1 1-368 16</inkml:trace>
  <inkml:trace contextRef="#ctx0" brushRef="#br0" timeOffset="-56035.97">14946 9931 1166 0,'-2'-1'47'0,"-17"-5"97"0,-8-1-130 0,13 5-9 16,3 0 0-16,4 1-2 0,4 1 2 0,0 0-25 16,2 0 6-16,-1 0-12 0,-1 0 6 0,2 1 21 15,0 1-5-15,0 0 9 0,1 0-8 0,0 8 6 16,2-1 1-16,0-3 3 0,6 3-6 0,0-3 11 16,12 0-2-16,-1 1 5 0,-1-2 7 0,0-2 7 15,2 0 13-15,4-1-2 0,0-1 49 0,7 0-49 16,-3 15 11-16,3-8-25 0,3-3-5 0,3-2-2 15,4-2-1-15,10-1 0 0,4 0-4 0,8 0-5 16,2 0-4-16,5 0 0 0,-1 0-4 0,4-1 0 0,6 0-1 16,4-1 0-16,6 1-4 0,0-2 6 0,-3 2 3 15,3 0-1-15,3-2-4 0,2 2 0 0,-1 0-4 0,-4 0 4 16,-2 0 4-16,1 0 1 0,1-1 4 16,-1 1-3-16,1-1 1 0,-6 0 4 0,-1-1-3 0,-1 1 4 15,-1-1 2-15,1 0 2 0,-3 1 8 0,-5-2-5 16,-5 2 1-16,-3-1-11 0,-1 1 2 0,-5 1-4 15,-1-2 3-15,-5 2-3 0,-9 0-2 0,-5 0 0 16,-4 1-1-16,-5 0-3 0,-6 0 2 0,-2 0-3 16,-6 0-3-16,-3 0-7 0,-4 0-6 0,-4 0 1 15,-3 0-14-15,0 0-20 0,0 0-26 0,-1 0-4 0,0 0-135 16,-1 0-84-16,-1-1-44 0</inkml:trace>
  <inkml:trace contextRef="#ctx0" brushRef="#br0" timeOffset="-55533.39">15088 10259 883 0,'-1'-1'95'0,"0"0"198"16,-1 0-261-16,-1-1-17 0,2 2 2 0,-1-2-7 16,-1 0-9-16,1-1-1 0,1 2-2 0,0 0 2 0,-1 1-6 15,1 0 6-15,0 1 2 0,0 2 4 0,-1 12 7 16,-1 8-6-16,2 3-2 0,0 4-1 0,1 1-3 0,0-1 6 16,-1-1 0-16,-3 2 2 0,-2-1 3 0,-3 6 2 15,0-2-1-15,-2 2 0 0,0 2 2 0,1 1 0 16,-2-1 3-16,3-4-2 0,-1-2-2 0,2-7-2 15,1-2 0-15,0-1-2 0,0-4 0 0,2-3-5 16,2-4 0-16,-1 2-1 0,2-2 0 0,1-3-11 16,-2 0-4-16,3-3-5 0,0-2-21 0,0 0-11 15,0-2-9-15,1 1-8 0,1 0-104 0,0-2-175 0</inkml:trace>
  <inkml:trace contextRef="#ctx0" brushRef="#br0" timeOffset="-55235.95">15225 10567 1204 0,'-1'0'104'0,"-1"0"7"15,1 0-51-15,0 0-26 0,0 0-34 0,0 0-31 16,-1 0 26-16,1 0 2 0,1 0 6 0,0 0 5 15,1 1-6-15,2 1-2 0,9 2 0 0,6 3 9 16,4 2-4-16,0-2 1 0,3 0-3 0,3 0 2 0,1-1 3 16,1-2-1-16,-2 0 1 0,0-1 0 0,1-1 3 15,2-2-1-15,-3 0 0 0,-1-2-10 0,-2 0 1 16,-3-2 0-16,0 1 0 0,-5-1-1 0,0 1-2 16,-2-1 1-16,-2 1-1 0,-1-2 0 0,-3 2-15 15,0-2-1-15,0 1-5 0,-2 0-3 0,-3 0-16 16,0 2-56-16,-2-6 11 0,2-1-186 0,-3 1-37 15</inkml:trace>
  <inkml:trace contextRef="#ctx0" brushRef="#br0" timeOffset="-54968.66">15627 10384 1160 0,'-1'0'39'0,"0"0"69"15,-2 0-69-15,1 0-14 0,-2 0-1 0,0 0-5 16,0 1-16-16,-1 1 6 0,1 3-6 0,2 13 7 16,0 0-3-16,-1 1-5 0,-10 2 3 0,4-1-5 15,4 3 0-15,0 0-4 0,3 1 2 0,-1 0-3 0,1 0 7 16,-1-2-4-16,1 2-1 0,0-3-1 0,-1-2-5 16,2 1 6-16,0-3-3 0,1 0 3 0,0-1-1 15,0-3-18-15,0-1 7 0,0-1-12 0,1-1-9 0,0-2-6 16,1 1-24-16,-1-5-20 0,1 3-359 15</inkml:trace>
  <inkml:trace contextRef="#ctx0" brushRef="#br0" timeOffset="-53550.68">16261 10553 745 0,'0'0'479'0,"0"0"-660"0,0-1 562 16,0 0-319-16,0 0-64 0,1-2 7 0,-1 2-2 15,2-6 5-15,3-2-3 0,0 0-2 0,-1 1 0 0,1 0-2 16,0 1-6-16,-3 2 5 0,3-2-2 0,-2 1 3 16,0 1 4-16,-1 0 2 0,-1 0-3 0,-1 1 3 15,0 1 4-15,0-2 1 0,-1 2 5 0,0 0-4 16,-1 0 1-16,-7-3 9 0,-5-2-2 0,-1 2 5 15,-2 2-4-15,1 3-6 0,-2 1 0 0,1 2-1 16,-2 4-8-16,1 2-4 0,-1 3-2 0,1-9 2 0,0 15 3 16,0 2-7-16,3 1 3 0,2 0-4 0,1 1-4 15,3-1 6-15,2-1-6 0,3-2 5 16,3 0-3-16,-7-4-1 0,2 1 0 0,4-2 0 0,1-1-4 16,1 0 11-16,1-2-2 0,1-2 4 0,0-1-9 0,3 1 5 15,-4-2 3-15,12 0 0 0,0-3 0 0,0-1 4 16,1 9-4-16,0-4 4 0,3-4-8 0,-1-2 2 15,3-2-1-15,2-4 3 0,0-1 4 0,-1-3-4 16,0 0 3-16,2 7-4 0,-4-12-2 0,1 1 4 16,2-1-4-16,-4 0 4 0,0 1-5 0,0 3 1 15,-8-2 2-15,-2 2 0 0,-2 2 2 0,0 0-1 16,-1 2 1-16,-1 3 0 0,0 0 10 0,-1 2-4 0,0-1 2 16,0 1-3-16,-1 0-1 0,1-1-8 0,-1 2 3 15,0 0-4-15,0 0-4 0,0 0 2 0,0 1-2 16,-1 0 3-16,0 1 7 0,0 0-4 0,0 1-2 15,-1 9 0-15,0 3 0 0,0 1-2 0,-1 3 6 16,0-2-4-16,1 3 2 0,0 2-3 0,0 1 0 0,0 3 0 16,0-1 2-16,-2 3 1 0,0 5-4 0,-3-2 2 15,-1 6-5-15,-2-3 6 0,1-3-2 0,0 1 2 16,-3-3-7-16,1-2 12 0,-2-1-6 0,-1-3 7 16,1-2-5-16,1-1 0 0,0-4 4 0,9 1-4 15,-11-1-2-15,1-5 5 0,0 2-1 0,0-4 3 16,2 2-7-16,-1-5 11 0,1 1-6 0,2-2 9 15,-2-2-3-15,3 4 1 0,1-2-4 0,0-1 2 16,2-1-10-16,-2 0 9 0,1-2-4 0,-1 0 5 0,3 0-9 16,-1-2 4-16,1 1-1 0,-1-1 2 0,2 1-8 0,0-4 4 15,-5-6 2-15,2 1 1 0,0-3-6 0,2 1 3 16,2-1-1-16,1 1 2 0,3 0-2 0,1 0 0 16,2-1-1-16,1 0 1 0,-3 1-2 0,12 0 0 15,2 1-2-15,2-2 1 0,1 0-1 0,1 2-1 16,1-1 2-16,1 2-4 0,1 2-6 0,1-2-2 15,1 1-4-15,-7 2 3 0,-1-2 0 0,-1 5 11 16,-7 0-4-16,2 1 5 0,0-7-1 0,-5 6 6 16,-2 1 2-16,4-1 2 0,-3 1-6 0,-4 2 7 15,4-1 0-15,-3 2 3 0,-1 0-11 0,3-1 4 0,-2 1-2 16,-1 0 3-16,2 0-3 0,-1 0-1 0,1 0 0 16,1 0 0-16,-2 0 4 0,-2 0 3 0,-1 0-5 15,2 1 2-15,-1 1-5 0,0 0 4 0,1 3 3 16,1 6-1-16,-1-1-3 0,-3 1 5 0,-1 1-3 0,-1-2 3 15,0 2-7-15,-1-1 4 0,-2 0 1 0,0 0 2 16,-1-1 0-16,-1 2-2 0,0-1-4 0,1-2 2 16,0 1 1-16,1-2-3 0,0 0 5 0,1-1-5 15,1-1 6-15,-1 0 0 0,2-1-6 0,0-1 4 16,0 0-3-16,1-2-1 0,1 1 1 0,0-1-1 16,-1 1-3-16,1 0 6 0,-1-1-5 0,0 0 5 15,1 1-2-15,0-1 4 0,0-1 3 0,0 1-3 0,0-1-5 16,0 0 5-16,0 0 0 0,0 0 2 0,1-1 0 15,0 0-1-15,0 0-4 0,0-1 3 0,1 0-5 16,0-1 3-16,3-6-2 0,0-3 1 0,1-2-3 0,3-1-3 16,-2 0 4-16,2-2-3 0,3 1 3 0,-3 0 1 15,4 1 0-15,-2 1 1 0,-1 0-5 0,0 3 2 16,-2 1 0-16,-1 1 1 0,-1 3 8 0,0 1-8 16,0 3 0-16,-3-1-2 0,2-2-2 0,-2 2-1 15,2 1 4-15,0 0-3 0,-3 1 6 0,1 0-2 16,-2 0 0-16,1 1-2 0,-1 1 4 0,6 11 2 15,-2-1 4-15,-3 0-1 0,-2-3 9 0,0 2-12 16,0-2 0-16,-1-1-4 0,0 1 6 0,0-4-6 0,0 1 8 16,-1-1-8-16,2-1 2 0,0-3 1 0,0 0 0 15,0 0 2-15,0 1-4 0,0 1 5 0,0-1-3 16,0-1 5-16,0 0 3 0,0 1-4 0,0-1-5 16,2-1 2-16,-1 0-5 0,0-1 2 0,0-1 3 15,2 0-1-15,1-5-2 0,4-5-1 0,0 1-2 0,-1-1 1 16,0 0 2-16,0 0-3 0,-1 0 2 0,-1 2-1 15,1-1 8-15,-1 3-12 0,0 1 7 0,-1 0-8 16,0 2 9-16,-1 1-6 0,0 1 3 0,3 2-5 16,1 0 10-16,-4-1-2 0,2-2-4 0,0 2 1 15,2-2 3-15,0 3-3 0,0 1 2 0,-1 0-3 16,-3 1 1-16,1 1 0 0,-3-2 1 0,3 11 0 16,3-2 0-16,0 3 2 0,-3-1-1 0,0 1 0 0,-2-1-5 15,-1 1 6-15,1-1-5 0,-2-2 4 0,0-1-7 16,1 2 2-16,-1-3 4 0,0-1-1 0,0 0-7 15,0-4-7-15,0 1 0 0,0-1-2 0,0-1 0 0,1 1-30 16,0 0 0-16,0 1-20 0,0-2-93 0,1 0 10 16,-1 0-32-16,0-1 26 0,1 0-60 0,2-1-12 15,8 0-11-15</inkml:trace>
  <inkml:trace contextRef="#ctx0" brushRef="#br0" timeOffset="-53134.03">17281 10378 1632 0,'-1'0'15'16,"0"0"2"-16,0-1-12 0,0 0-2 15,0-1-8-15,-1 1-4 0,1 1 6 0,0 0-6 0,0 0 5 16,0 0-1-16,-1 0-1 0,2 0 1 0,0 1-1 15,-1 1-2-15,0-1 4 0,0 1 1 0,0 0 2 16,0 2 6-16,-4 4 3 0,0-1-1 0,3 1 1 16,-9 1 1-16,1-1 5 0,-2 1 2 0,0 2 0 15,2 1-4-15,-1 2 5 0,0 0-5 0,2 2 4 0,0 2-13 16,0 1-1-16,3 1-2 0,-1 2 1 0,2 3 2 16,1 1 0-16,-1 1-3 0,4 2 1 0,-1-2-10 0,-14 1 9 15,8-3 0-15,5-3 3 0,2 3-1 0,1-4-3 16,1 0 3-16,2 2-2 0,1-6 3 0,0 2-3 15,2 0 1-15,1-2-1 0,0-2 9 0,1-1-7 16,-1-1 0-16,0-3-2 0,-6 0 0 0,11-1-3 16,-1 0 0-16,1-4-2 0,-4 0-1 0,1-1-4 15,0-1 2-15,-3-2-3 0,3 6 2 0,2-1-13 16,1-2 0-16,3-2-12 0,1-2-70 0,3-3-111 16,1-4-30-16,-2-3-32 0,2 9-198 0</inkml:trace>
  <inkml:trace contextRef="#ctx0" brushRef="#br0" timeOffset="-52133.45">17667 10487 1444 0,'-1'0'53'16,"0"0"-4"-16,0-1-11 0,-1 0-1 0,1 0-24 15,-1 0-23-15,1 1 0 0,0 0 3 0,-2 1-1 0,1 0 4 16,-1 1 4-16,-5 14-7 0,-1 6 6 0,2 1-11 16,1 1 0-16,0 3 4 0,1-1-3 0,-1 3 5 15,-1 2 6-15,0-3 0 0,0 0 3 0,1-2 4 16,1-4 2-16,0-3 6 0,0 0-2 0,2-4 8 0,0-4-15 16,2-3 1-16,0-1-3 0,0-1 4 0,0 0-5 15,1-2-2-15,0-2 1 0,0 1-7 0,0-1 6 16,0-1-2-16,0 1 3 0,0 0 4 0,1 0 7 15,0-1-6-15,0-1 4 0,0 0-8 0,0-1 2 16,-1-1-1-16,9-15-1 0,-2 0-8 0,-1-1 8 16,1-4-2-16,-1 2 4 0,-1-2-1 0,0-1-7 15,-1 0 5-15,-1 1-5 0,2 1 6 0,0 1-2 16,0-3 0-16,0 2 0 0,1 1-1 0,1-1 0 0,0 2 0 16,0 2 1-16,1 0-1 0,1 3 4 0,-1 1-7 15,-6 2 5-15,10 1-9 0,-1 3 9 0,-2 0 0 16,2 3 3-16,-1 1 4 0,1-4-5 0,-1 1 5 15,-1 2-6-15,1 2 2 0,-2 2-2 0,-1 0 0 0,3 2-2 16,-4 1-9-16,0 1 13 0,-2 6-6 0,0 5 8 16,6 3-8-16,-5-1 9 0,-5 2-4 0,-5 1 6 15,-2 0-1-15,-3 0-6 0,6-1 5 0,-11-4-4 16,-2 0 13-16,5-2 1 0,0 0-1 0,0 1 0 16,1-7-5-16,2 3-5 0,0-4 3 0,-1-3-4 15,3 6 4-15,0-6-4 0,0 4-1 0,1-2-1 16,1-2-5-16,1 2 1 0,0-1 3 0,1-2 0 0,0 0-3 15,1 2 0-15,0-2-6 0,-2 3 6 0,3-3-4 16,1-1 1-16,-1 2-1 0,0-1 1 0,-2 4 3 16,2-1-4-16,1-2 6 0,0 1-4 0,0 0 7 0,0-1-6 15,4 3 0-15,-3-4-1 0,8 0 2 0,3 1-2 16,0 5-4-16,-2-2 1 0,2 0-9 0,1-2 1 16,1 0-1-16,-1-2-1 0,0-2-4 0,2-1-3 15,2-1-1-15,-3-2-7 0,2-2-63 0,-4 2 28 16,-3-2-13-16,3-2 26 0,1 3 28 0,-1-8 22 15,1-1-1-15,-1 0 6 0,-2 0-5 0,1 1 4 16,1-1-1-16,-2 1 2 0,0 1-3 0,0 0-1 16,-1 3 2-16,-1-1 0 0,-1 1 7 0,-3-1-4 0,2 5 0 15,0-1 0-15,-4 2 5 0,1 2 7 0,-3 1-3 16,0-1 6-16,2 0 9 0,0 0-4 0,0 1 9 16,-1-1-7-16,-1 2 1 0,0 0-2 0,-1 2-8 15,-2 0 5-15,-6 16-7 0,-6 3-6 0,0 1 4 0,1-3-5 16,3 1 0-16,6-1-6 0,-2-2 2 15,5 1-2-15,-2-2 6 0,-2-4-6 0,-3 1 3 0,3-1-4 16,2-2 7-16,2 2-5 0,1-1-1 0,1-2-1 16,0 2 1-16,1-2 2 0,0-1 2 0,3 2-2 15,-1-2 0-15,2 0 5 0,-4-1-4 0,5-1 4 16,6-1-6-16,-8 0 0 0,2-1 0 0,-1 1 0 0,-4 0-3 16,3-1 7-16,-2 1-4 0,0 0 3 0,1-2-6 15,0 2 8-15,-2-1-2 0,1 0 4 0,-1 1-3 16,-1 0 4-16,0-1-1 0,-3 1 2 0,0 0-4 15,-9 0 8-15,-1-2-1 0,-3 1 4 0,0-1-4 16,2 1-11-16,0-2 2 0,6 0-6 0,-3 0-1 0,3 3 3 16,4-1-5-16,-4 0 3 0,7-4-11 0,0 0-12 15,0 0-3-15,-1 1-3 0,-1 0-18 0,2-1-63 16,0 0 1-16,1-1-26 0,0 0-48 0,2-5-25 16,9-11-5-16,-4 1-10 0,14-2-60 0</inkml:trace>
  <inkml:trace contextRef="#ctx0" brushRef="#br0" timeOffset="-51831.97">18203 10759 1167 0,'-1'0'107'0,"0"0"220"15,-1 0-287-15,-2 0-11 0,-2 0-1 0,3 0-3 16,-1 0-11-16,2 0-11 0,-1 0-1 0,1 1-2 15,0 0 1-15,1 0-1 0,-1 1-1 0,1-1 0 16,1 1 1-16,0 0 0 0,0 0 3 0,1 0-2 16,10 0 2-16,2 8-4 0,5-1 4 0,-2-3-4 15,3-2 9-15,2-1-3 0,-5-2-3 0,2 0 1 16,-4-1 1-16,2 0-4 0,-4 0 0 0,-1 0-1 16,2-1-3-16,-5 0-5 0,2-1 4 0,-5 1-5 0,0-1-12 15,1 0-22-15,-2 0-30 0,-1-1 3 0,-1-4-92 16,6-3 12-16,-4 0 3 0,-1 1 3 0,-2 2 7 15,-1-4 22-15,-3 3 1 0,1 1 6 0,-3-4-4 0</inkml:trace>
  <inkml:trace contextRef="#ctx0" brushRef="#br0" timeOffset="-51616.37">18343 10586 177 0,'-1'0'72'0,"0"0"19"16,-1-1 57-16,-1 0 7 0,1 1-56 0,-2-2-15 16,1 1-8-16,-1 0-4 0,3 1-37 0,-1 0-3 15,-1 0-1-15,1 0-2 0,0 0 0 0,-1 0 3 0,1 1 4 16,0 0 0-16,-1 2 4 0,3-2-4 0,-6 10-2 15,2-1 0-15,-7 20 24 0,6-14-31 16,1 2 1-16,-1 3 5 0,0 1-13 0,-1 4 3 16,1-1-8-16,-1-3 4 0,-1 4-13 0,0-4 7 15,-1 3-9-15,3-3 4 0,0-2-9 0,1-1-3 0,2-5-2 16,1-1-8-16,0-3 0 0,1-2 2 0,0-1-2 16,0-2-2-16,0-2-4 0,0 1-5 0,0-3 2 15,0 1-10-15,0-1-161 0,2 2 3 0,0-2-72 16,10 4-138-16</inkml:trace>
  <inkml:trace contextRef="#ctx0" brushRef="#br0" timeOffset="-51215.1">18588 10450 1005 0,'0'0'86'0,"-1"0"164"0,0 0-213 0,-1 0-23 15,1 0 0-15,0 1-5 0,0 0 4 0,0 1 1 16,-6 14 1-16,0 2-1 0,1 2-2 0,0 3-9 16,1 0-2-16,0 2-1 0,3-2 2 0,0 1 4 15,-1 2 0-15,1-1 0 0,1 0-5 0,0 2-2 0,-2-2 4 16,2-2-3-16,-1-2 19 0,-1-3-6 0,1-1-2 16,0-1 2-16,-1-3 9 0,2-2 1 0,0-4 5 15,1-3-4-15,-1 1 1 0,0 0-12 0,1-3-5 16,0 1 0-16,-2-1-5 0,1 1-2 0,0-1 9 15,0-1-8-15,0 0 3 0,0 0 4 0,-1-1-9 0,1 0 4 16,0-1-11-16,1-1 8 0,-1-12-1 0,1-9 3 16,2 2-3-16,2-6-2 0,2 3 1 0,2-5-2 15,-1 2 8-15,1 0-7 0,2 0 6 0,-1 2-7 16,2 1 5-16,-2 0 0 0,0 3 1 0,0 3-1 16,-1 2-2-16,-1 3 4 0,0 1-4 0,-1 4 5 15,0 1 3-15,-4 2-7 0,5 3 4 0,0 0-5 16,3-5 0-16,-2 2-1 0,1 0-6 0,2 2 3 15,-1 1-8-15,2 2-27 0,-1 2 0 0,-2 0-19 0,-2 0-87 16,1 2-184-16</inkml:trace>
  <inkml:trace contextRef="#ctx0" brushRef="#br0" timeOffset="-50715.52">18732 10819 1599 0,'-1'0'87'0,"0"0"-105"0,0-1 92 16,0-1-50-16,0 2-40 0,-1 0 4 0,1 0 1 16,0 2 3-16,0 0 4 0,-5 11 6 0,-2 12-3 15,2-1 4-15,0 1-14 0,0 1 2 0,1-3 3 0,1-1 0 16,-1-2 5-16,2-5 0 0,-1-1 2 0,2-5 1 15,0 0-1-15,1-5-3 0,1 0-2 0,0-2 1 16,-1 1 12-16,1-1-6 0,0 0 2 0,0 1-3 16,0-2 4-16,0 0 2 0,0 0-2 0,0-1-1 15,1-1-10-15,0 0 6 0,1-2-1 0,1-4 3 16,4-3-8-16,0-2 5 0,2-1-5 0,-1 1 6 16,0-1-2-16,0 0 2 0,-1 3-1 0,-1 0 2 0,-2 6-2 15,-1-1 2-15,1 0 3 0,-1 1-2 0,-2 1 1 16,-1 2 4-16,3-1 0 0,-1-1 2 0,-1 3-2 15,3-1 6-15,2 1-6 0,-3 0 5 0,-2 0-5 0,2 3-4 16,6 11 8-16,-2 1-7 0,-1 0 0 0,-1 1 3 16,-2-1-7-16,0 0 7 0,-3-2-8 0,0-1-6 15,0-2 2-15,0-1-5 0,0-2 5 0,0-3-7 16,0 0 0-16,0-2-3 0,0-1-10 0,0 2-1 16,0-1-1-16,0-1-4 0,0 1-45 0,0-2-10 15,1 0-3-15,0-2 2 0,0 0 9 0,3-9-7 16,-1-5-1-16,0 1-3 0,-2-2-19 0,1 2-32 15,-1 1-14-15,1-1-9 0,-2-1-81 0</inkml:trace>
  <inkml:trace contextRef="#ctx0" brushRef="#br0" timeOffset="-50547.46">18689 10791 748 0,'0'0'49'0,"0"0"0"0,-1 0 42 0,0 0-14 16,-1 0 6-16,1 0-11 0,0 0-19 0,0 0-1 0,0 0-9 15,0 0-30-15,1 0 6 0,0 0 1 0,0 0 2 16,0 0 4-16,1 0-4 0,0 0 0 0,1 1-1 15,7 0-2-15,7 3 2 0,2-2-3 0,3-1 3 16,2 0-9-16,2-1-8 0,-1 0-4 0,-2-2-1 16,0 0-24-16,2-3-2 0,0 0-12 0,0-1 4 15,-4-1-44-15,0-2-293 0</inkml:trace>
  <inkml:trace contextRef="#ctx0" brushRef="#br0" timeOffset="-50165.39">19111 10323 1429 0,'-1'-2'58'0,"0"1"-3"0,0-1-8 15,-2-2 1-15,1 1-26 0,-2-3-20 0,3 4 5 0,-1-2-5 16,0 1 4-16,0 0-6 0,1 1-4 0,0 0 0 15,0 0-1-15,0 1 3 0,-1 0 2 0,2 0 0 16,0 0 0-16,0 1 0 0,2 0 3 0,-1 0 1 16,1 1 0-16,1-1 1 0,12 6 9 0,0 1-5 15,3 0 6-15,1 0-13 0,-1 1 7 0,2 3 5 0,4 2 0 16,-5-3-1-16,-1 2 1 0,4-10-8 0,-6 16 7 16,-1 1-7-16,3 3-6 0,-9 0 4 0,2 2-4 15,-2 3 10-15,-3 2-10 0,1 3 1 0,10 1-2 16,-9 2 7-16,-8 2-6 0,-3 2 4 0,-6-4-4 15,-1 0 8-15,-6-1 1 0,14-2 5 0,-21-3-2 16,0 0 10-16,3-5-20 0,1-1 9 0,6-3-12 0,-2-4 1 16,3-1-14-16,2-2-17 0,0-2 3 0,2-3-54 15,2-2-213-15,0-4-72 0</inkml:trace>
  <inkml:trace contextRef="#ctx0" brushRef="#br0" timeOffset="-49280.47">17633 10023 492 0,'0'0'55'0,"-1"0"75"0,0 0-45 0,-1 0-19 16,1-1-9-16,0-1-4 0,0 1-32 0,0 0-10 16,0 0-1-16,-1 0-3 0,1 0 3 0,0-1-10 15,0 1 4-15,0 0-6 0,0 0-1 0,-1 0 16 0,1-1-2 16,0 1 6-16,0 0-6 0,0 0 20 0,-1 0-6 16,1 0 11-16,-1-1 4 0,0 1-2 0,-1 0 2 15,1 0-5-15,1 0-10 0,0 0-10 0,-1-1 1 0,1 1-4 16,0 0 4-16,0 0-13 0,0 1 5 0,0 0-6 15,-1 0 10-15,2 0-9 0,0 0 7 0,0 0-7 16,0 0 6-16,2 0 1 0,-1 0-3 0,0 0 4 16,1 0 8-16,1 0-4 0,6 1-2 0,2 0 1 15,-1 0-4-15,2 1 3 0,1-1 4 0,0 0-3 16,2 1 0-16,2-1 8 0,4 1-11 0,0-1 9 16,6-1-14-16,0 0 8 0,1 0 2 0,5-1-1 0,-1-2-12 15,2 1 5-15,0-2-1 0,0 1 4 0,0-1-1 16,-1 1 1-16,2-2-3 0,0 2 2 0,0-2 4 15,2 0-9-15,1 2 3 0,3 0-5 0,-1 1 1 0,3 0-1 16,-1-2-1-16,-3 2 2 0,1-1 0 0,-5 1 0 16,-2 2-2-16,0-1 1 0,-3-2-3 0,-1 2-2 15,0-1 5-15,2 1-3 0,0 1 11 0,1 0-10 16,-3-1 3-16,1-1-4 0,-3 1 3 0,0 0 4 16,1 0-5-16,-2 0 5 0,-1-2-6 0,-1 2 5 15,-2 0-1-15,-4 0 2 0,0 1-1 0,-3 0 3 16,-1 0-1-16,-1 0 1 0,0 1-6 0,-2 0 7 15,2 0-7-15,-3 0 6 0,0 1-8 0,0-1 5 0,-1 0-1 16,-3 0 1-16,-1 0-3 0,0 1 0 0,1-1 1 16,-1 0-1-16,2 0 2 0,-3 0-4 0,-1-1 0 15,-1 0-1-15,1 1-2 0,-2-1-23 0,2 0-2 16,0 0-21-16,-2 0-134 0</inkml:trace>
  <inkml:trace contextRef="#ctx0" brushRef="#br0" timeOffset="-43726.44">19426 9549 409 0,'-1'0'16'0,"0"0"1"0,0 0 15 0,-2-1 11 16,-2-1-2-16,-3 1 3 0,3 0-10 0,-2 0-4 15,1 1 0-15,-4-1-3 0,3 1-3 0,1 0 3 16,-1 0-4-16,0 0-9 0,0 0 9 0,2 0 0 16,0 1 5-16,-1 0 7 0,1 0 5 0,0-1-3 0,3 0 4 15,0 1-4-15,-1 1-10 0,2-1-2 0,0 0-1 16,0 0-4-16,1 0 15 0,0 1-5 0,1-1 6 15,1 0-8-15,14 2 4 0,4 1-2 0,1-2 0 16,1 1-6-16,-2-2-12 0,2 0 8 0,0 0-9 16,-1 0 7-16,-1-1-12 0,1 2 1 0,-2-2-4 15,-1 1 5-15,0 0-9 0,-1-1 5 0,-2 1-4 0,0-1 2 16,-3 1-2-16,0-1 0 0,-4 0 0 0,1 1-7 16,0-1 3-16,-1 0-4 0,-1 0 4 0,0 0-11 0,-1 0-2 15,-4 0-7-15,2 0 4 0,0 0-10 0,2 0-37 16,0 0-63-16,1 0 6 0,0 0-215 0</inkml:trace>
  <inkml:trace contextRef="#ctx0" brushRef="#br0" timeOffset="-43425.33">19346 9703 850 0,'-1'0'84'0,"0"0"14"0,-1 0-31 0,-5 0-39 0,3 0-10 15,-3-1-21-15,5 1-5 0,-1 0 9 0,1 0-7 16,1 1 6-16,0 0 8 0,1 0-8 0,0 2 7 16,1 1-7-16,1 1 4 0,5 2-2 0,11-2 3 15,2 1 0-15,-1-3 13 0,-2 0-1 0,2 0 4 16,0-1 0-16,1 2-1 0,-1 8-1 0,-2-4-2 15,1-2-10-15,-2-3-6 0,1 0-1 0,-3-3-1 16,-2 0 0-16,0 0-7 0,-2 0 4 0,1-1-7 0,-2-1-10 16,1 1-32-16,1-2-64 0,0-1-7 0,1-2-380 15</inkml:trace>
  <inkml:trace contextRef="#ctx0" brushRef="#br0" timeOffset="-42724.85">20147 9058 883 0,'0'-1'17'15,"-1"0"8"-15,0 0-13 0,-2-1-21 0,1-1 5 16,0 1-9-16,1 0 5 0,-2-2 5 0,1 0-3 16,0 1 1-16,0 1 7 0,0-2-5 0,2 3 8 15,-1-1 7-15,0 0 4 0,-2 1 4 0,0 0-1 16,0 0 16-16,0-1 5 0,1 0 3 0,-1 1 1 16,1 0 14-16,1 0-14 0,-2-2 4 0,1 1-11 15,0 0-22-15,-1-1-5 0,2 2-1 0,0 0 1 0,0 0 4 16,0 0-9-16,-1 1-1 0,2 0-1 0,0 1 0 15,0 1 1-15,2 5 1 0,3 10 1 0,4 4 2 16,-1 1-2-16,1 3 0 0,1 3 0 0,-2 2-2 16,0-1-2-16,0 3 3 0,-1-2-2 0,-1 3 1 0,0-1 4 15,-1-1-5-15,0-2 5 0,-1-3-8 0,1-2 7 16,0 2-4-16,-3-2 7 0,0 1-6 0,-2-2 1 16,0-1 6-16,-1 1-4 0,-1-4-1 0,0 2 6 15,-2-2-3-15,2-3 5 0,-2 2 0 0,2-4-6 16,-1-1 1-16,1 0-2 0,0-2 6 0,-1-1-3 15,2-1-3-15,0-2 1 0,0 0 1 0,1-3-6 16,0-2 3-16,-1 1-5 0,-1-1-1 0,1 0 10 16,0 1 1-16,0-1 1 0,1-1-4 0,-1 0 1 0,0 1-2 15,-1-2 3-15,1 0-3 0,0-2-4 0,0 0-1 16,-6-12 0-16,-3-10 3 0,3 2 6 0,3-3-5 16,0-3 4-16,3-1-8 0,1-3 6 0,2-2 1 15,5-3 0-15,2-1-7 0,2-4-3 0,5 0 0 0,-1-3-1 16,3 1 2-16,-1 1 0 0,1 3-1 0,-1 4 1 15,-14 4 3-15,11 4 0 0,0 2 1 0,0 5-2 16,-1 2 3-16,1 4-5 0,-1 2 5 0,-1 2-4 16,1 2 15-16,-1 3-11 0,-2 0 5 0,1 1-7 15,-1 3-4-15,1 0 4 0,1-6-5 0,1 0 4 16,-2 4-5-16,0 1-2 0,0 2-4 0,-2 1 2 0,0 1-1 16,-2 1-9-16,-1-1 8 0,-1 0-8 0,-3 0 5 15,1 0-11-15,-1 0 2 0,-1-1-4 0,0 0 5 16,1 3-88-16,1 2 10 0,-1-2-42 0,1 2-46 15,-1 1-111-15</inkml:trace>
  <inkml:trace contextRef="#ctx0" brushRef="#br0" timeOffset="-42142.66">20433 9525 1179 0,'-1'0'56'0,"-2"0"-33"16,1 0-18-16,1 0-28 0,0 0 8 0,-1 2-3 0,1-1 7 16,0 0 7-16,1 1-4 0,0 1 6 0,1 2-4 15,3 4 1-15,-1-3 0 0,2-1 0 0,1 0 2 16,5-3 2-16,-1 6 15 0,2-1 0 0,0-3 9 15,-1 0 12-15,2-3 16 0,0-1 0 0,-1-1 6 16,1-3 15-16,-2 0-17 0,0-2-2 0,0-1-7 16,-2 4-15-16,1-8 8 0,-2-2-8 0,1-1 5 15,1 1-19-15,-1 0-4 0,-1-1 5 0,2-1-6 0,-3 1-5 16,-4-1-7-16,2 3-1 0,4-2-1 0,-1 4 3 16,-4-1 1-16,1-1-2 0,-3 3 1 0,1-3-2 0,-3 3 3 15,0 0-2-15,0 1 2 0,-2 1-9 0,0 0 0 16,0 2 4-16,-2-1-2 0,4 5 2 0,-8-1 1 15,-4-6 0-15,0 2 0 0,0 1-2 0,-3 0 5 16,3 4-3-16,-3 1 5 0,0 1-3 0,2 3-2 16,0 1 3-16,0 2-2 0,2 1 1 0,-1-7 3 15,0 14-4-15,1-2 2 0,-1 4-6 0,-1-1 7 16,3 2-4-16,0 1 5 0,-3 0-11 0,3-1 8 16,0 1 0-16,1 0 3 0,4 2-2 0,-4-1-5 15,1-1 4-15,1 1-4 0,4-1 6 0,-9 1 3 16,6-1-5-16,4-2 3 0,2 0-7 0,1-1 4 0,1-1 5 15,2-2 0-15,3 3 1 0,0-5 1 0,-3 1-3 16,16 2 2-16,-1-3 3 0,0-1-3 0,3-1 2 16,0-1-2-16,1-2 1 0,1-2-3 0,1 2 3 0,1-3-5 15,-1 11-2-15,1-6-2 0,1-4-4 0,2-3 0 16,-3-1-10-16,-2-3-20 0,-6 0-9 0,-6-2-23 16,6-5-230-16</inkml:trace>
  <inkml:trace contextRef="#ctx0" brushRef="#br0" timeOffset="-8930.87">10601 15951 256 0,'-1'0'422'16,"0"1"-209"-16,-1-1 103 0,-16 6 0 0,8-3-332 0,3 0-9 16,1-1-144-16,4-1-68 0</inkml:trace>
  <inkml:trace contextRef="#ctx0" brushRef="#br0" timeOffset="-6461.88">20237 10098 359 0,'0'0'91'0,"-2"0"-31"0,1 0 30 15,0 0 4-15,-1 0-59 0,-3 0-9 0,-1 0-22 16,0 0 8-16,0 0-12 0,0 0 13 0,1 1-15 16,-1 0 8-16,2-1-9 0,1 2 13 0,-1-1 31 15,1 0-10-15,1-1 18 0,0 0-2 0,0 1-6 0,-1 0 7 16,1 0-8-16,0 1 2 0,0-1-28 0,1 0 8 16,0 0-13-16,0-1 6 0,1 0-9 0,0 0 0 15,1 0-1-15,0 0 10 0,2 0-7 0,-2 0 4 0,16-1-4 16,3-1 9-16,-2-2 4 0,6-1 1 0,-4 1 1 15,3-3-1-15,4 0-8 0,0-2 4 0,5-1-4 16,0-1 2-16,-2 2-1 0,3-1-5 0,-1 1 3 16,-2 0-7-16,2-2 1 0,-1 3 0 0,3-1 0 15,4 1-2-15,-2 1-4 0,2 1 1 0,-8 3-1 16,-2-1 5-16,-2 2-2 0,-5 1 2 0,2 0-3 16,-4-1-8-16,-4 1 5 0,-1 0 0 0,-5 1 3 0,-2 0-3 15,-2 0 6-15,0 0-8 0,-2 0 7 0,0 0-13 16,-1 0 8-16,0 0-6 0,1 0 6 0,-2 0-14 0,0 0-16 15,0 0-3-15,1 0-6 0,-2 0-27 0,0 0-97 16,0 0-22-16</inkml:trace>
  <inkml:trace contextRef="#ctx0" brushRef="#br0" timeOffset="-6012.17">20172 10284 880 0,'-1'0'148'0,"-1"0"331"15,-2 0-477-15,-6-1-2 0,4 1-6 0,4 0 3 16,-1 0 1-16,0 0 7 0,1 1-5 0,0 0 4 15,-1 7-3-15,2 2-1 0,0-1 5 0,0 0-5 16,0-5-6-16,-3 1 6 0,2-2-2 0,2-2 4 16,-2 2-2-16,1-1 15 0,0 0-2 0,0 1 10 15,0-2 10-15,0 0 4 0,-1 0 1 0,1 0-3 0,1-1-15 16,0 0-4-16,1-1-2 0,1 0 0 0,0 0 4 16,12-7-6-16,8-5-2 0,2 1-1 0,5-2-7 0,3 0 3 15,0 1-2-15,5-1 1 0,0 1-6 0,3-1 6 16,-1 2-4-16,1 1 6 0,-4 3-4 0,-2 1 1 15,0 0 0-15,0 1-2 0,-1 0 3 0,1 2-4 16,-2 0 7-16,1 3-6 0,-5 0 11 0,1 0-12 16,-1 1 3-16,-6 0-5 0,3 1 10 0,-8 0-7 15,1 0 8-15,-1 0-8 0,-5 0 7 0,0 1-12 16,-1-2 3-16,-3 0-6 0,0 0-5 0,1 0-59 16,-1 0-6-16,0 0-31 0,1-3-159 0</inkml:trace>
  <inkml:trace contextRef="#ctx0" brushRef="#br0" timeOffset="-823.9">28889 12963 280 0,'0'-2'0'15,"0"1"63"-15,-1 0 16 0,0 0 29 0,-1 0 5 16,1 0-47-16,0-1-7 0,0 1-18 0,0 0 5 16,0 0-6-16,-1-2 2 0,1 2-10 0,0 0 3 0,0 0-5 15,0 0 5-15,0 0-12 0,-1-1 5 0,1 1-7 16,0 0 9-16,0 0-10 0,0 0 3 0,-1 0-6 16,1-1 6-16,0 1-12 0,0 0 10 0,0 0-9 15,0 0 16-15,-1-1-7 0,1 1 3 0,0 0-4 16,0 0 4-16,0 0-16 0,0 0 0 0,-1-1-4 15,1 2 9-15,1 0 4 0,0 0 1 0,0 0 1 16,0 0 6-16,1 0 1 0,1 0-1 0,0 0 0 0,8 3-3 16,7-1-8-16,3 0 1 0,1 2-3 0,3 0-4 15,1-1 4-15,-1 1-1 0,3-1 1 0,-1-1-10 16,-1 1 0-16,0-1-2 0,-1 1 2 0,-2-2-2 0,-1 0 0 16,-2 0 3-16,-2 0-1 0,-3 0 1 0,-4 1-3 15,0-2-5-15,-2 1 1 0,-1 0-10 0,-2-1 1 16,0 0 0-16,-3 0 0 0,0 0-12 0,-1 0-12 15,1 0-7-15,0 1-2 0,0 0-28 0,1 0-46 16,-1 1-1-16,-1-1-21 0,0 0-49 0,1 0-81 16</inkml:trace>
  <inkml:trace contextRef="#ctx0" brushRef="#br0" timeOffset="-572.93">28814 13186 1402 0,'0'0'47'15,"-1"0"-3"-15,-1-1-13 0,1 0 2 0,0-1-23 16,0 1-10-16,0 0 6 0,1 0 0 0,0 0 2 16,1 0-6-16,0 1 1 0,19-7-2 0,4 2 3 15,1 2-2-15,7 1 1 0,1 1-2 0,4 0 2 16,1 1-11-16,0-1 5 0,3 1-10 0,-1-2 6 0,-3 2-28 15,-1-1-21-15,-4 1-5 0,-2-1-10 0,-1 0-56 16,-2-1-79-16,-3 0-16 0</inkml:trace>
  <inkml:trace contextRef="#ctx0" brushRef="#br0" timeOffset="-90.14">30456 12676 1390 0,'0'-2'24'0,"-1"1"1"0,0-2-7 0,-5-13-7 0,2 2-6 16,-1 3-10-16,1 1 6 0,1 1-1 0,-1 2 3 15,2 1-3-15,-2 0 2 0,2 1-3 0,-1 1 1 16,0 0-17-16,1 1 15 0,-4-1-5 0,-3 0 7 16,-2 3-7-16,0 0 9 0,-3 0-1 0,-1-10 6 15,-2 4-1-15,-1 3 19 0,-1 0-6 0,-3 3 12 16,-2 0 11-16,-2 1-11 0,1 0 5 0,-4 2-11 0,-2 3-13 16,4 1 5-16,-1 1-7 0,0 2 4 0,2 2-17 15,0 3 4-15,0-8-2 0,8 15 3 0,1 4-9 16,2-2 3-16,3 4 1 0,0 0 1 0,1 3-2 0,3 0-3 15,4 0-6-15,-1 0 4 0,-11 3-1 0,7-4 6 16,5 1 5-16,2-1-1 0,2-6 0 0,3 1 9 16,0-3-5-16,2 1 8 0,0-4-2 0,1 0 0 15,1 0-1-15,2-1 1 0,1 0 0 0,-9-3 4 16,12 0-4-16,3-1 4 0,1-2-1 0,1-1-8 16,4-2 5-16,-5 1-8 0,1-4-5 0,2-1-13 15,1-1-7-15,-1-1 1 0,2 0-13 0,-2-1-15 16,0 11 7-16,0-4-12 0,-1-3-16 0,-1-4-88 15,1-1-23-15,-1 0-29 0,4-2-161 0</inkml:trace>
  <inkml:trace contextRef="#ctx0" brushRef="#br0" timeOffset="544.19">30462 13194 1725 0,'0'0'42'0,"0"-1"3"15,-1 0-21-15,0 0-7 0,0 0-16 0,0-1-2 16,-1 1-9-16,1 0-1 0,0 0-2 0,0 0 3 16,0-1 1-16,1 1 3 0,0 0-3 0,0 1 8 0,0 0-9 15,0 0 3-15,0 1-5 0,0 0 2 0,0 2 10 16,0 6 0-16,-3 8 2 0,1-2 2 0,-3 6 6 15,-1 1 4-15,1 3 0 0,-4 3 4 0,1-2 0 16,0-1-4-16,1-2 4 0,1 1-3 0,0-2 2 16,0-2-2-16,0 0 2 0,2-4-7 0,-1-1-6 15,1 0 3-15,1-2-5 0,-1 1 0 0,2-2-2 16,0-1-3-16,0-2 1 0,1-1 1 0,0 0-21 16,1-1 0-16,0 1-8 0,0-3-19 0,0 1-13 0,0-1-2 15,0-3-2-15,1 1-15 0,0-1 11 0,3 0 0 16,10 4 6-16,3-3 13 0,-2-3-16 0,3-5 6 15,0-3-7-15,2-3 8 0,4-2 15 0,-1 11-7 16,1-16 12-16,-2 1 0 0,2-5 12 0,-7-2 7 0,1-2 3 16,2-1 27-16,-4 1-3 0,1 2-1 0,-2 0-1 15,-1-1 2-15,-2 1-3 0,-1 1 8 0,-2 3-5 16,-1 2 23-16,-2 4 14 0,-1 4 4 0,-3 1 5 16,-1 2 35-16,1 1-17 0,0 3 8 0,0-1-12 15,-1 2 1-15,-1 1-10 0,0 0-2 0,2-2-2 16,-1 1-2-16,0 1-8 0,-1 0 1 0,0-1-4 15,0 2 3-15,-1 0-12 0,0 2 4 0,-1-1-8 0,1-1-4 16,-7 16-5-16,-1 4 0 0,2 0-2 0,-2 1-2 16,2 1-5-16,3-4 1 0,-2 2-2 0,0 0-5 15,2 0 2-15,0 2-4 0,0-1 3 0,2-2-4 16,-2-4 4-16,1 2-3 0,0-2 4 0,1-2-9 0,0-1 6 16,0-1-2-16,-5-2 2 0,2 1-2 0,1-2-10 15,0-1-2-15,2 0-3 0,0-1-7 0,1-1-24 16,1-2-2-16,0 0-9 0,0 0-15 0,0-2-30 15,0 1 7-15,0 0-19 0,0 0-26 0,0 1-3 16,1-2-16-16,0 0 8 0,0-1-51 0</inkml:trace>
  <inkml:trace contextRef="#ctx0" brushRef="#br0" timeOffset="830.01">30361 13084 1353 0,'0'0'255'0,"0"-1"-339"0,-1-1 296 0,0 1-163 16,0-1-28-16,0-1-11 0,-1 1 1 0,1 0-6 16,1-1-9-16,0 1 5 0,0 0 3 0,1-1 3 15,1 1 4-15,-1 2-8 0,16-11-2 0,3 4-1 0,3 1 3 16,0 3-1-16,1 1 1 0,3 0 0 0,0 1 5 15,0 0 1-15,1 0-5 0,-2 0 2 0,0 1-13 0,-4 0 7 16,-2 0-1-16,-3 0 1 0,-2-1-6 0,-2-1-8 16,0 1-7-16,-1-1-2 0,-1 1-26 0,2-1-55 15,-1 1-14-15,0 0-20 0,1 0-108 0,1-1-103 16</inkml:trace>
  <inkml:trace contextRef="#ctx0" brushRef="#br0" timeOffset="1178.41">31104 13063 1525 0,'0'0'87'0,"-1"-2"185"15,0 1-267-15,0 0-12 0,0 0-16 0,0 0 3 16,-1-1-41-16,1 1 9 0,0 0 4 0,1 0 3 16,0 1 23-16,0 0-3 0,1 0 4 0,0 0-3 15,1 0 5-15,0 0 19 0,0 0 0 0,1 0 10 0,-1 0 21 16,0 0 22-16,-1 0 0 0,1 1 7 0,-1-1 3 16,0 0-6-16,0 0 2 0,0 0-4 0,1 0-8 15,-1 0-8-15,0 0-8 0,0 0 2 0,0 0-14 0,0 0-19 16,1 0 9-16,-1 1-12 0,0 0 2 0,0 1-36 15,0-1-7-15,0 0-10 0,1 0-31 0,-1 0-21 16,1 1-42-16,3 0 2 0,5 1-172 0</inkml:trace>
  <inkml:trace contextRef="#ctx0" brushRef="#br0" timeOffset="1861.9">31563 12526 1146 0,'0'-1'311'0,"0"0"-440"0,-1-1 376 0,-1-5-216 15,-3-6-24-15,4 6-5 0,-1 1-4 0,2 2 0 16,0 1-13-16,0-1 7 0,-1 2-7 0,1-1 6 0,0 2-8 16,0 0 1-16,1 0 11 0,1 0-5 0,-1-1 17 15,1 1 4-15,1 1 0 0,-2 0 3 0,5 0 11 0,3 0 4 16,2 3-5-16,-3-1 4 0,4 3-8 0,-4-2 1 16,0 2 7-16,0-2-5 0,3 10 4 0,-3 2-1 15,0 2-4-15,-1 1 4 0,-2 3-9 0,2 2-5 16,-1 1-3-16,1 3 0 0,-2 2-7 0,-3 3 0 15,-1 3 2-15,17 3-1 0,-10 2 0 0,-3-2-2 16,-4-2 1-16,-1-1 0 0,0-2 2 0,0 1-2 16,-1-3-1-16,-2-3 1 0,1 1 2 0,0-2-2 15,-1-2 1-15,1-1-2 0,-1-3 2 0,0-2-3 0,0-3 4 16,0-4-2-16,0 1 21 0,0-4 2 0,1 0 2 16,0-3-1-16,-1-1 4 0,2-1-4 0,0-2-4 15,0 1 1-15,-4-2-11 0,2 1-2 0,-2 2-1 16,1-2 0-16,1 0-5 0,-2 1-2 0,-2-2 1 15,0-1-1-15,1 0 2 0,1-1-5 0,3-2 1 0,-3-2-2 16,-4-12 4-16,2-3 1 0,3-1 2 0,3-3-1 16,1 1-1-16,3-3-4 0,1-1 2 0,3-1-2 15,3-2 6-15,0-3-6 0,0-3 1 0,-1-2-2 16,2 2 10-16,-1-2-5 0,2 2 0 0,-1 2-3 16,0 0-1-16,0 4 1 0,0 3-1 0,0 3 1 15,2 0 0-15,-1 4 0 0,-11 0 2 0,13 2-1 0,-1 2 5 16,5 2-4-16,-2 1 3 0,2 1-3 0,3 3 2 15,-4-2-5-15,0 2 2 0,2 0-2 0,3 1 9 16,1 2-12-16,0-1 7 0,-2 1-7 0,-1 4 6 0,-1 0-5 16,-2-1 0-16,-2-7-3 0,-4 4-2 0,-2 2-18 15,-2 2-3-15,-1 1-5 0,0 0-20 0,-1 1-40 16,0 0-11-16,1 0-16 0,-1 0-87 0,0 1-76 16,-2 0-9-16</inkml:trace>
  <inkml:trace contextRef="#ctx0" brushRef="#br0" timeOffset="2514.98">31964 13268 1318 0,'0'0'53'0,"0"0"134"15,0 0-213-15,0 0-16 0,0 0 4 0,0 0-5 16,0 1 21-16,1 1 9 0,0-1 10 0,1 0-3 0,0 1 17 16,0 1 1-16,1-1-4 0,-1 0 5 0,0 1 10 15,-1-3 20-15,9 6 6 0,0 0 3 0,-5-5 14 16,5 0-6-16,1-1 4 0,-1-1-4 0,4-3-10 0,-1-1-17 15,-1-2-5-15,-1-1-4 0,1 3-14 0,-1-9 6 16,0 0-2-16,0-2 4 0,0 1 1 0,-2-3-12 16,0 1 1-16,1 1-6 0,-1-2 1 0,-2 3-1 15,-1-1 1-15,0-1-1 0,0 2 2 0,-1-2-4 16,-2 3 3-16,-1 2-3 0,1 0 7 0,-2 2-2 16,5 2 2-16,-1 0-2 0,-2 1 3 0,-1 1-8 15,1-3 0-15,-2 2-1 0,0 0 4 0,-1-1-4 16,0 5 1-16,0 0-3 0,0 0 3 0,0 0 2 15,-2-1 1-15,-1 0-1 0,2 2 0 0,-8-1 1 0,-1-4 1 16,-1 0 0-16,-2 1-5 0,2 3 8 0,1 1-5 16,-1 0 7-16,0 2-9 0,1 0-4 0,-2 0 4 15,0 2-3-15,2 0 6 0,-1 3-3 0,1 1-2 16,-3 2 1-16,3-7-3 0,-1 14 5 0,1 3 0 0,0 1 0 16,-5 1-9-16,4 0 0 0,-5 2 3 0,2-1-1 15,0 3 4-15,2-2 1 0,2 0-1 0,0 1 2 16,3-3 9-16,1-1 3 0,2-2-2 0,3 1 2 15,-10-2-9-15,4 0 9 0,1-1-3 0,3-1 4 16,0 4-2-16,3-1-1 0,1 0 3 0,3-2-2 0,-1-2-3 16,2-1-3-16,2 1-2 0,1 0 1 0,-3-1 6 15,9 0-5-15,2 1 1 0,-1-2-3 0,2-2-3 16,6-2 0-16,-2-2 0 0,2 0-2 0,1-1-5 16,-2 0-13-16,3 1 2 0,1 9-8 0,0-6-12 0,0-5-16 15,-2-3-5-15,2-1-3 0,-1-2-31 0,0-3-79 16,-1-4-23-16,-3 1-27 0,4-4-155 0</inkml:trace>
  <inkml:trace contextRef="#ctx0" brushRef="#br0" timeOffset="2979.07">31555 14039 1519 0,'-1'0'37'0,"1"-2"0"0,-2 1 19 15,1 0-16-15,1-1 2 0,0-1-30 0,0 2-4 16,0-7 2-16,1 1-4 0,4 0 6 0,-2-3-5 16,16 4-1-16,3-2-1 0,0 2 0 0,2 1 2 15,1-1 0-15,1 2-2 0,1-2-4 0,0 3 17 16,0-1-7-16,2 1 9 0,1 0-9 0,2-3-8 15,-1 1 6-15,-3 1-7 0,2 0 5 0,-4-10-5 16,-1 6 1-16,-3 3-3 0,-6 3 2 0,-4 0 0 16,-1 1 0-16,-4-1-1 0,0 2-7 0,-5 0 3 15,0 0-3-15,0 0 0 0,-1 0-30 0,2 0-18 16,-1 0 2-16,0 0-6 0,1-1-2 0,-2 1-44 0,0 0-23 16,0 0-10-16,-1 0-109 0</inkml:trace>
  <inkml:trace contextRef="#ctx0" brushRef="#br0" timeOffset="3196.28">31596 14140 1147 0,'0'0'146'16,"0"0"8"-16,0 0-35 0,0 0-13 0,0 0-48 0,-1 0 6 16,1 0-23-16,0 0-4 0,0 0-3 0,0 0-4 15,0 0-5-15,1-2 7 0,1 2-6 0,8-1 6 16,7-1-9-16,1 0 3 0,4 0-4 0,3 2 2 15,0 0-11-15,1 2-2 0,2-1-2 0,0 1-8 0,3 2-13 16,3-1-1-16,-1 1-7 0,-2-2-21 0,1 0-29 16,1 1-16-16,-4-1-17 0,4 0-192 15</inkml:trace>
  <inkml:trace contextRef="#ctx0" brushRef="#br0" timeOffset="5415.19">22229 15639 28 0,'-2'0'0'16,"1"0"57"-16,-1 0 525 0,-1 0-258 0,0 0 4 16,-4 0-319-16,5 0-8 0,-1 0 6 0,0 0-6 15,0 0 7-15,1 0-8 0,0 0 3 0,-3 0-2 16,3 0 3-16,-4 0 11 0,-1 0 0 0,2 0 8 15,-2 0-4-15,2 0 25 0,2 0 1 0,-2 0-3 0,0 0 2 16,-1 0-3-16,0 0-7 0,-1-1 8 0,0 0-9 16,0-2-9-16,0 1-1 0,1 0-7 0,3 0 5 15,-1 0-5-15,2 1-6 0,1 1 0 0,-2-2-3 16,1-1-4-16,0 1-9 0,1-1 3 0,-1 1-5 16,1 0 7-16,1-1-1 0,0 1 5 0,1 0-2 0,1-1 2 15,8 1 4-15,8 0-8 0,-2-1 5 0,5 2-3 16,-1-11 0-16,0 4 4 0,0 3-2 0,-3 4-3 15,-1 1 0-15,2 0 2 0,-3 0 1 0,-1 3 13 16,0-1-3-16,-5 0-1 0,0 2 1 0,0-1 9 0,0 1-6 16,-1-1 8-16,1 1-8 0,1-1-5 0,-3 0-5 15,1-1 1-15,0 1-1 0,2-1 1 0,0 1-4 16,1 0-3-16,1-1 1 0,-2-1-6 0,1-1-6 16,-1 0-4-16,0 0 2 0,-1 0-6 0,-3 0-6 15,0-1 5-15,-3 1-6 0,1-1 7 0,-3 1-15 16,2-1-12-16,-1 0-6 0,0-1-72 0,-1 1-40 15,1 0-23-15,-1 0-8 0,-1 0-99 0</inkml:trace>
  <inkml:trace contextRef="#ctx0" brushRef="#br0" timeOffset="5681.86">22318 15572 186 0,'-1'0'125'0,"0"0"-96"0,-4-1 134 16,-10-3-50-16,0 1-27 0,5 0-4 0,-3 0-2 16,2 0-2-16,-2 1-16 0,2 0 11 0,4 1-6 0,2 1 6 15,1 0-16-15,0 0 3 0,-1 0-6 0,1 0 5 16,1 0-14-16,2 0-1 0,-3 0-5 0,2 0 1 15,-3 1-15-15,3-1 2 0,-1 1-3 0,0 1 2 16,-1 9-10-16,1 5 6 0,-1 3-7 0,0 2 5 16,0 4-4-16,-2 0 3 0,0 2 4 0,2 0-4 15,-2 2-4-15,3 1 2 0,2 1-3 0,-1 1 2 16,-13-1-2-16,6-1-4 0,6 0 3 0,3-3-2 0,0-1 8 16,3-3-4-16,2-2-1 0,1-1-2 0,0-3-1 15,1-3-11-15,2 0 5 0,-6-3-8 0,15-1-6 16,1-3-4-16,0 0-1 0,1-2-1 0,0 0-7 0,1-3-13 15,0-1-7-15,1 12-1 0,0-6-23 16,0-3-13-16,1-3-17 0,0-2-5 0,-2-3-132 0,0-2-227 16</inkml:trace>
  <inkml:trace contextRef="#ctx0" brushRef="#br0" timeOffset="6083.29">22727 15902 912 0,'-1'0'338'0,"0"0"36"0,-2 0-133 0,-4 0-98 0,-8 0-87 16,8 0-48-16,0 0-4 0,0 0 2 0,3 0-3 16,0 0 2-16,0 0-5 0,1 2-2 0,-1-1-2 15,1 1-6-15,0-1 3 0,0 12 3 0,-2 5-2 16,1 2-4-16,1 3 6 0,1 6-2 0,-2 1 6 15,2 0 7-15,-1-5-7 0,1 0 0 0,0-3-2 16,0-2 5-16,1-1 4 0,-10-1 0 0,5-4 0 16,3-1-7-16,2-2 15 0,1-2-3 0,0-1 7 0,0-1-2 15,1-1 0-15,0-1-3 0,1-1 2 0,-1-1-3 16,0-1 10-16,0 1-5 0,4 0 6 0,7 4-12 16,-2-2 8-16</inkml:trace>
  <inkml:trace contextRef="#ctx0" brushRef="#br0" timeOffset="6449.18">23039 15927 2025 0,'0'0'4'0,"0"0"-2"15,-1 1 3-15,-1 0-3 0,-3 3-3 0,-10 4 1 16,1 16-10-16,0 0 7 0,-1 6 0 0,-2 0 2 0,1 3 1 16,-8-3 6-16,1 0-4 0,1 2 4 0,-1 0-1 15,0-4 1-15,4 1 7 0,-1 1-6 0,1-2 3 16,4-2-6-16,0 1-5 0,2 0 1 0,2-1 1 0,0-1-4 15,6-4 5-15,1-2-8 0,3-2-11 16,0-3-42-16,-1-1 1 0,-6-1-18 0,5-3-42 0,2 0-32 16,1-2-6-16,0-5-9 0,2 2-44 0,12 5-170 15</inkml:trace>
  <inkml:trace contextRef="#ctx0" brushRef="#br0" timeOffset="7166.65">22793 15804 1121 0,'-1'0'77'0,"0"-2"147"0,-2 2-174 0,-5-3-10 16,2-1-7-16,0 1-1 0,3 0-18 0,-4-1-4 15,2 1 7-15,-1 0-5 0,0-1 16 0,2 2-12 16,-2-2 2-16,-1 1-5 0,3 2 5 0,-3-2 3 0,0 1-1 16,3 1 1-16,0 0 0 0,-2 0 5 0,-1 1 6 15,-4 0-2-15,-2 1 2 0,2 3-6 0,-1 3-5 16,1 2 1-16,-1 12-13 0,3 6 0 0,1-4-3 15,0 7 2-15,0 2-6 0,3-5 6 0,0 4-8 16,0-5 6-16,3-1-5 0,-1 0 0 0,2-2 6 0,-12 0-5 16,5-2 0-16,5-4 6 0,0 1-5 0,3-4 6 15,0 0-5-15,1-2 4 0,2-1-1 0,-1-3 2 16,0 0 0-16,1-2-4 0,-1-1 5 0,1-2-5 16,2 1-2-16,7-2 8 0,0-1-6 0,2 9 8 15,1-3 2-15,2-4-3 0,0-2 5 0,0-1-8 16,2-3-5-16,-4-1-2 0,-1-2 2 0,1-1 0 15,1-2 8-15,-1 0-7 0,0 7-1 0,-4-11-1 0,-3-1 0 16,0-1 1-16,-1 0 3 0,0-2-1 0,0-2 4 16,-3-1-1-16,-2 0-6 0,1 0 3 0,8 2-4 15,-3-2 11-15,-5 1-5 0,-3 2 5 0,0 0-13 0,-1 5 6 16,-1-2 0-16,-1 2 3 0,1 4 6 0,-2 0-2 16,2 3 1-16,-2 0-3 0,-3 1-1 0,-8 0-15 15,1 2-1-15,2-7-6 0,-1 4-6 0,2 1-21 16,1 4 5-16,-3 1-14 0,-1 3-25 0,2 2-65 15,-1 1-16-15,6-1-22 0,3 16-102 0,1 4-200 16</inkml:trace>
  <inkml:trace contextRef="#ctx0" brushRef="#br0" timeOffset="7582.91">23222 16381 1253 0,'-1'0'239'16,"0"0"25"-16,-2 0-105 0,-8-1-58 0,-2-2-71 16,1 1-22-16,4 0-9 0,2-1 1 0,-1 0-4 0,2 1 11 15,-1-2-7-15,0 0 0 0,3 2-3 0,-1 0-3 16,0-2-5-16,-1 1 1 0,-1-1-3 0,-1 1-6 15,0-1 15-15,-1 1-6 0,-4-2 9 0,-1 3 2 0,-1 0 10 16,-1 2 9-16,-2 3-3 0,1 1 4 0,-1 3 10 16,0 3-8-16,1-1 8 0,-1-3-13 0,4 8 8 15,1 2-9-15,3-1 7 0,3 1-22 0,0 1 1 16,1 0 1-16,4 1 1 0,-8-4-1 0,1 5-2 16,6-4-2-16,2 3 1 0,2-2 1 0,3-2-2 15,2 2 3-15,1-4-3 0,-2-1 8 0,13-2-5 16,1-1 2-16,2-1-2 0,0-2 10 0,0-2-7 15,3-2 3-15,-1 0-4 0,1 13-5 0,1-5-11 16,-3-7-8-16,2-2 0 0,-2-1-24 0,-1-1 0 0,0-3-2 16,-2-2-2-16,0-3-23 0,-2 8-36 0,1-18-3 15,-5-7-16-15,1-5-66 0,0-4-278 0</inkml:trace>
  <inkml:trace contextRef="#ctx0" brushRef="#br0" timeOffset="8116.79">22659 15207 648 0,'0'0'245'0,"-1"-1"17"0,0 0-37 0,-2 0-60 16,1-1-55-16,0 0-64 0,-3-4-4 15,2-1-4-15,-2 0 1 0,1 1-18 0,2 2-9 0,-1-2-2 16,2 2 0-16,1 0 2 0,0-3-6 0,1 3 2 16,1 1-4-16,-1 0 0 0,7-3-7 0,3-1 2 15,0 3-4-15,-1 1 2 0,0 2 8 0,0 1-5 0,-1 2 7 16,-1 3 0-16,-5 0 9 0,0 12-5 0,9 2 4 16,-5 2-13-16,-3 1 13 0,-4-1 5 0,-3-1 1 15,-2 2 11-15,0-3-2 0,-4-1 3 0,2-1-1 16,1-3 0-16,2-3-18 0,0-3 1 0,1-1-6 15,0-2-7-15,1 0-2 0,1-1-3 0,1 1-1 0,0-3-1 16,0 2-3-16,0-2 8 0,0-1-5 0,10 6 7 16,8 3-6-16,2-5-2 0,0-4-1 0,4-1-2 15,-1-4 6-15,1 1-6 0,1-3 6 0,-3 1-14 16,-4 0-7-16,1 1 2 0,-2-1-4 0,-2 0-2 0,-2 2-27 16,-3 0-6-16,0 1-15 0,-1 0-108 0,-2 1-241 15</inkml:trace>
  <inkml:trace contextRef="#ctx0" brushRef="#br0" timeOffset="8917.51">21879 15624 505 0,'0'0'143'16,"0"0"8"-16,-1 0-41 0,0-1-29 0,0-1-41 15,-2 1-19-15,1 0 5 0,0 0 6 0,-3 0-1 16,0-2 19-16,1 2-13 0,-1 0 6 0,4 1-8 0,-5-2 12 16,2 0-15-16,2 2 2 0,-2-1-7 0,3 1 0 15,-1 0-2-15,0-1-5 0,-1 0 2 0,1 0-7 0,-1 0-6 16,2-1 9-16,0 1-8 0,0 0 10 0,0 0 6 15,1 0-1-15,0-1 4 0,0 1-1 0,0 0-2 16,1-1 0-16,0-1-1 0,-1 2 0 0,7-6-4 16,6 1 4-16,2-1-3 0,3 0 8 0,-1 0-5 15,0 1 4-15,2 0-4 0,0 2 1 0,0-1-9 16,2 0-1-16,0 3-2 0,0-3-3 0,0 4-1 16,2-12-3-16,-3 7 0 0,-3 4-9 0,2 2-3 15,0 1 3-15,-1 3-2 0,-1 1 0 0,0 1-12 16,-4 0-9-16,-2 0-2 0,0-1-28 0,-1 1-20 0,5 0-22 15,0-1-6-15,1 1-139 0,7 0-70 0,-2-2-61 16</inkml:trace>
  <inkml:trace contextRef="#ctx0" brushRef="#br0" timeOffset="9567.88">23581 15691 913 0,'0'0'57'15,"0"0"-4"-15,-1 0 31 0,-1 0-7 0,1-1-7 16,0-1-10-16,-1 1 6 0,-1 0-8 0,1 0 6 0,1 0-26 15,0-1-3-15,0 1-10 0,-1 1 3 0,1 0-25 16,0 0-1-16,0 0 4 0,0 0-4 0,1 0 20 16,0 0 1-16,1 0 6 0,0 0-3 0,1 0 19 0,11 1 0 15,5 2 3-15,2-2-3 0,2 0 2 0,-1-1-7 16,1 0-6-16,0 0-1 0,0 0-19 0,-2 0-4 16,4 1 2-16,-7-1-3 0,1 2-5 0,-1-2 1 15,-3 0-3-15,1 1 5 0,-3 0 4 0,-1 0-11 16,-1-1 1-16,-2 0-3 0,-1 0 3 0,1 1-5 15,-2-1 0-15,1 1-4 0,-1 1-12 0,-2-2-2 16,-1 0-6-16,0 0 3 0,-1 0-13 0,0 0-32 16,0 0-26-16,-1 0-7 0,1 1-121 0,0 0-82 15,1 0-31-15</inkml:trace>
  <inkml:trace contextRef="#ctx0" brushRef="#br0" timeOffset="9818.8">23637 15872 1920 0,'0'0'51'16,"0"0"3"-16,0 0-16 0,0 0-17 0,0 0-12 16,0 0-17-16,0 0 13 0,1 0 3 0,1 0 5 0,0 0 13 15,18 0-5-15,6 0 1 0,2 0-3 0,5 0-10 16,-1 0-2-16,-1 1-4 0,1-1 2 0,-1 0-5 0,-3 0-8 15,-2 0-1-15,-4 0-5 0,-1 0-4 16,-3 0-14-16,0 0 2 0,-5 0-10 0,0-1-31 0,-3 0-72 16,0-1-43-16,1 0-20 0,-2 1-243 0</inkml:trace>
  <inkml:trace contextRef="#ctx0" brushRef="#br0" timeOffset="11371.85">18582 13344 256 0,'0'0'115'0,"0"0"-50"0,-1-2 41 0,0 1 11 15,-1 0-71-15,1-1 6 0,-1-5-2 0,-2-4 5 16,2 4-4-16,0 0 14 0,-1 1-22 0,1-1 8 15,0 0-12-15,-1 1-1 0,1 0-15 0,0 0 2 16,-1 2-5-16,1-2-7 0,-2-1-4 0,1 0-8 0,-1 0 6 16,1-1-6-16,-2-2 7 0,2 2 0 0,-1-1 2 15,0 0-3-15,1 0 2 0,-2-2 3 0,1 2 1 16,-1-1 10-16,-1 2-2 0,0 0-3 0,5 0 0 16,-9 0-12-16,-1 1 6 0,-5 2-4 0,2 0 4 15,-1 0-1-15,-1 2-3 0,4-1 1 0,-3 2-3 16,-1 1 5-16,1-1-11 0,-4-9 6 0,5 5-8 15,-2 2 3-15,-1 3-1 0,3 1-3 0,-1 0 1 0,3 1 4 16,-1 2-6-16,-1 1 7 0,0 1-8 0,0 1-3 16,-2 1 6-16,2 0-2 0,-2 1 3 0,1-1-6 15,-1 1 12-15,1 1-1 0,2-2 7 0,-3 2 4 0,-1-1-9 16,3 1 5-16,0-1-5 0,-3 1 8 0,7-2-8 16,-8 4-3-16,1-10 0 0,4 13 0 0,-6-1-3 15,8 2 3-15,1 1-3 0,1 1-1 0,1 3 0 16,-2 2 1-16,3 1 1 0,-5 2 11 0,2 3-12 15,3 0-1-15,-1 4-4 0,1 1 3 0,1-3 2 16,-1 5-1-16,0 1 2 0,0 4-2 0,1 3-1 16,0 3 2-16,-1 7 0 0,2 4 9 0,1 0-9 15,0 1 2-15,2-6-3 0,1-4 1 0,0-3 3 0,-18-2 1 16,10 1 2-16,8 0 1 0,1 2-3 0,1 0 0 16,3-2-1-16,2 0-5 0,2-1 6 0,0-3-4 15,4-4 5-15,0-4-3 0,2-4-4 0,-12-5 4 16,22 0-3-16,-3-3 4 0,5 1 1 0,-1-2 2 0,-1-2-1 15,7-1-1-15,-5-1-3 0,3-1-1 0,-2 0 1 16,0 0-1-16,1-1-2 0,1 1-5 0,-1-3 5 16,0-2-2-16,3 0 0 0,-1-4 2 0,6 0-1 15,-2 0 6-15,6-2 8 0,-5 0-6 0,1 13 5 16,1-8-4-16,-5-5-4 0,2-3 8 0,-3-3-8 16,-1-2 6-16,-3-4-8 0,-1-1-1 0,0-3-2 0,-1 10 4 15,0-15 7-15,1-4 0 0,-6 0 2 16,4-4-1-16,-6-1-1 0,-2-3-3 0,-2-4 2 0,-2-5-5 15,0-6 8-15,0-8-4 0,1-4 5 0,-6-7-3 16,-3 2 7-16,-2 1-2 0,-1-1 2 0,0 0-6 16,22-5-2-16,-15-1 0 0,-8-7-1 0,-2-1 5 0,-5 5-7 15,-2 1 3-15,-1 6-4 0,-1 0 5 0,1 2-4 16,-6 1-1-16,2 3-1 0,-5 5 0 0,16 8-1 16,-24 5-5-16,-7 7-2 0,2 5-43 0,-4 5-24 15,-9 7-51-15,-8 9-5 0,-13-13-316 0</inkml:trace>
  <inkml:trace contextRef="#ctx0" brushRef="#br0" timeOffset="14704.93">25331 15349 796 0,'-2'0'0'15,"1"-2"22"-15,0 1 206 0,0 0-82 0,0-1 5 0,0-1-112 16,-3-3 0-16,1-1-9 0,0 1 2 0,1-1-3 16,1 0-5-16,-1 0-1 0,1 0-2 0,0-1 1 15,0 1 3-15,0 1-1 0,0 0-1 0,-1 0 0 16,1 0 0-16,0 3 17 0,0-2-1 0,-1 1 4 16,0 1-8-16,0 0-5 0,1 0 1 0,0 1-2 15,-9 1-7-15,-2-7-12 0,-2 0-2 0,0 4-2 0,0 1 4 16,-2 3-7-16,-1 2 8 0,-2 2-8 0,1 3 6 15,-7 6-2-15,0-10-5 0,2 19 3 0,-1 5-11 16,1 4 6-16,0 3 0 0,1 2 2 0,0-2 6 0,3 2-5 16,-1-4-1-16,2-1-2 0,2 1 1 0,0-4-2 15,2-1 2-15,1-1-2 0,3-1 2 0,2-2 4 16,2-2-2-16,2 0 1 0,1-2-6 0,-9 1 2 16,5-1 3-16,3-1-1 0,4-2-1 0,1 2-2 15,3-1-2-15,1-1 1 0,3-1 14 0,0-2-16 16,-3 0 6-16,12-3-8 0,2 0 17 0,0-3-8 15,2-2 8-15,3-2-9 0,-1-2-1 0,3 3 0 16,2 10-3-16,5-6 1 0,-1-5-9 0,-5-5 2 0,-1 0-6 16,0-1 3-16,-1-1-13 0,4 0-6 0,-1 0-6 15,-2-2-3-15,1-1-45 0,-1-1-152 0,0-2-36 16</inkml:trace>
  <inkml:trace contextRef="#ctx0" brushRef="#br0" timeOffset="15506.06">25485 16208 1153 0,'0'0'60'0,"-2"0"2"0,1 0-37 16,0 0-8-16,0 0-26 0,0 0-11 0,0 0 9 16,-1 0 2-16,1 1 3 0,0 0 14 0,0 1 2 15,0-1 4-15,1 0-2 0,0 0 12 0,0 0 0 16,0 1 1-16,0-2 0 0,0 0 14 0,1 0 15 16,0 0 2-16,0 0 0 0,0 0-9 0,1 0-7 15,0 0-3-15,0-2 1 0,3 1-10 0,6-5-1 16,-1-1-5-16,3 1 1 0,1-9-8 0,2 0-12 0,2-5 5 15,-1 0-8-15,-2-4 9 0,2 0-9 16,-5-1 4-16,5-5-4 0,1 5 5 0,-2-2-7 0,-1-2-3 16,-3 5 0-16,-1 0 6 0,0 3 3 0,1 2-1 0,0 4 0 15,-1 0-2-15,-3 2-2 0,-1 0 1 0,-2 4 0 16,2 1 12-16,-3 4-12 0,-3-1 4 0,2 4-6 16,-3-1 9-16,2 0 2 0,1 0-4 0,-1-1 2 15,0 2-3-15,1 0-5 0,-2 0 3 0,0 1-4 16,0 1-1-16,0 0 6 0,2 10-5 0,-1 12 5 15,-2 1-6-15,-2 3 3 0,-2-1 0 0,1 1 1 16,-1-1 3-16,2-2-1 0,-1 1 3 0,1-1-2 0,0-3 4 16,0-2-2-16,0-2 4 0,1-3-3 15,1 2 7-15,0-2 2 0,1-2-2 0,0-2 0 0,0 0-13 16,2-1 9-16,-1 0-4 0,1-3 6 0,0 2-8 0,1-1 1 16,-1-1 0-16,2 0-1 0,0-2-4 0,4-2 3 15,0 0-3-15,2 6 3 0,-2-3 6 0,2-1-5 16,1-2 4-16,-2-2-5 0,2 0 5 0,0-2 1 15,0-3-2-15,2-2 2 0,-1-1-8 0,-2 1 4 16,3-12-2-16,-1-2 1 0,3-1-3 0,-2-3 2 16,0-1 2-16,-4 1-1 0,2-1 0 0,0 4-7 15,-1 1 3-15,-2 2-4 0,-2-2 3 0,-2 6 2 16,-3 1 0-16,-1 2 3 0,0 2 7 0,1 6-3 16,1-1-3-16,-1 1 2 0,0 2 3 0,-1 0-5 15,0-1-1-15,0 2-4 0,0 0-7 0,1 0-2 0,-1 1 5 16,0 0-3-16,-1 1 0 0,0 6 2 0,-5 20-5 15,-2 1 4-15,0 1-2 0,1 4 3 0,0-3 0 16,0 5 1-16,2-1 2 0,-2 1-4 0,1-3 6 16,2-1-4-16,0 0 9 0,3-4-6 0,1 1 2 0,3-1-2 15,2 0 6-15,1-1 1 0,1-1-5 0,2-4 4 16,0 0-6-16,1-2-2 0,-8 0-1 0,17-4-1 16,3-2-3-16,1-4-26 0,2-4 6 0,0 9-16 15,2-7-28-15,-1-7-102 0,0-7-49 0,3 5-43 16,0-29-406-16</inkml:trace>
  <inkml:trace contextRef="#ctx0" brushRef="#br0" timeOffset="16423.77">26996 15109 772 0,'0'0'140'16,"0"-2"10"-16,-1 1-28 0,-1 0-29 0,1-1-36 15,0-2-18-15,-1-2-15 0,-1 0 5 0,2 3-7 16,0-1 6-16,1 3-10 0,0 0-4 0,-1-1-2 0,0-1-12 16,-1 1-7-16,1 1 1 0,0 0-2 0,0-1 5 15,0 1 8-15,0 0-3 0,-1 0 5 0,1 1-7 0,0 0 14 16,0 1-8-16,1 0 11 0,-5 18 0 0,0 3-8 15,1 4 12-15,-1 1-12 0,0 4 15 0,-1 2-13 16,-2 4 2-16,-1 5-4 0,1 4 4 0,-2 1 5 16,0 1-2-16,0-2 3 0,0-4 0 0,-1-1 10 15,2-3 5-15,-2-3 2 0,2-1 12 0,0-3-19 16,1-2-5-16,1-3-3 0,1-1-12 0,2-4-4 16,0 0 3-16,2-3-3 0,0-3-4 0,2-1-14 15,0-6 3-15,0-2-7 0,0-2-4 0,0-3-11 0,0 1-10 16,0 1 4-16,0-1-15 0,0-1-37 0,0-1-4 15,0-1-17-15,0-1-64 0,2-20-39 0,0-11-3 16,0 1-15-16,2-1-54 0</inkml:trace>
  <inkml:trace contextRef="#ctx0" brushRef="#br0" timeOffset="16907.96">26831 15329 351 0,'0'-2'73'16,"0"-1"-5"-16,2-24 64 0,2 0-7 0,1 3-2 16,-1 2-23-16,1 0-20 0,0 2 1 0,0 2-7 15,-1 0-1-15,0 3 5 0,-1 0-1 0,1 2 1 16,-1 2-17-16,1 1-3 0,-1 1-2 0,1 1 0 15,-1 0-11-15,1 2-3 0,-1 0-3 0,1 1 3 16,3 0-3-16,6-1-14 0,3 2 5 0,3 2-7 0,2-2 8 16,4 1-15-16,0-2 0 0,0 4-6 0,3 0-1 15,2-15-7-15,-3 9 1 0,3 4-2 0,-2 3 5 0,-4 1-8 16,1 4 3-16,-2 1-5 0,-2 1 4 0,-2 2-1 16,0 0 1-16,-4 1-2 0,0-8 0 0,-3 12 1 15,-3-1-1-15,1 4 1 0,-2-1 1 0,-2 1 0 16,-2 0-2-16,-1 0 1 0,7-1-7 0,-3 1 0 15,-2 0 1-15,-4 1-1 0,-2 1 8 0,-2 0 0 16,-6 2 0-16,-2 0-3 0,6 1-3 0,-16-1 4 16,-2 3-1-16,0-3 3 0,-1 1 0 0,-1 1 7 15,-4-4-1-15,-2-4 3 0,0-2-7 0,7-1 7 16,-3-2-5-16,6 0 6 0,-1-3-6 0,0-4 1 0,5 1 2 16,2-1-2-16,1 1-1 0,2-2 0 0,1 0-2 15,3 4 3-15,1-1 4 0,1-3-6 0,2 1 3 16,0-2-3-16,2 0-2 0,-1-1-1 0,1 1-2 15,0 0 1-15,-1 1 1 0,2-1-7 0,0 0 8 16,0 0-6-16,0 0 9 0,1 0-1 0,0 2-3 0,1 5 0 16,2 1 0-16,4 3 5 0,-4-1 0 0,12 1 0 15,3 2-5-15,0-1 6 0,2 2-3 0,3 0 5 16,-4 0-4-16,-1 1-1 0,5-1 6 0,-3 0-4 16,0 2-4-16,1-1 2 0,-5 0-3 0,1 0 4 15,0-2-8-15,-4 1 0 0,1 2-2 0,-2-3 2 16,-1-1-7-16,-2-1-31 0,-1-4-2 0,2-1-12 0,-1 4-29 15,2-4-102-15,-3 1-24 0,1 1-41 0,-1-3-223 16</inkml:trace>
  <inkml:trace contextRef="#ctx0" brushRef="#br0" timeOffset="17307.33">27714 15894 1642 0,'0'0'48'0,"-1"0"5"0,0 0-25 0,0-1-13 16,0 0-15-16,-1 0-9 0,1-1-1 0,0 1-1 16,-1 0 0-16,0-1-3 0,0-1-2 0,0 1 6 15,-1 0-4-15,1-1 3 0,0 1 0 0,-1 1-1 16,2 1 2-16,-6-4 17 0,2 2 16 0,-4 0 2 0,0 0 2 15,-4 2-6-15,-7 4 2 0,0 2-2 0,-1 4 5 16,1-3 9-16,-2 18 1 0,1 0 0 0,0-2-1 16,0 1-3-16,2 2-20 0,1 3 3 0,1-1-8 15,1-1 3-15,6-4-3 0,0-4-4 0,3-2 0 16,4 0-3-16,-1-3 7 0,2 0 0 0,-6-1 3 16,2-1-5-16,4-2-3 0,0 0 1 0,2-2-3 0,2 1-10 15,-1-2 19-15,2 1-6 0,1-2 10 0,3 0-16 16,7-1-9-16,1-2 4 0,2 0-5 0,-2-1-2 15,3-1-14-15,-4 1-4 0,1 8-3 0,2-3-21 0,1-2-56 16,2-3-7-16,-1-2-22 0,-1 0-65 0,-5-1-133 16</inkml:trace>
  <inkml:trace contextRef="#ctx0" brushRef="#br0" timeOffset="17975.16">27533 16437 1705 0,'0'0'35'0,"0"0"4"0,0 2-19 0,-1-1-15 16,0 0-6-16,0 1-11 0,-1 1 1 0,1-1 3 0,0 0-3 16,1 1-1-16,-1 4-12 0,1-5 5 0,0 2-6 15,1 2 19-15,0-4 10 0,2 0-4 0,6 4 6 16,0-2 6-16,4-1 4 0,-1-2 9 0,-10-1-6 15,11 0 11-15,-3-1-3 0,2 0-2 0,5-3 1 16,-4 0-2-16,0-1 1 0,0-2-4 0,-2 1 3 16,2-1-11-16,-1 0-10 0,0-1 6 0,1 3-8 15,-1-13 1-15,0 3-4 0,1-1 0 0,0-2 0 0,-1 2 2 16,0 0-3-16,-1 0-1 0,-2 2 0 0,-1 0 5 16,0 2-1-16,-3 2 3 0,-1 5-2 0,-2 0 9 15,-1 3 2-15,-1 0-2 0,2 2 0 0,0-2-2 0,0 0 1 16,1 0-5-16,-2 1 2 0,0 0-10 0,0 1 5 15,0 0 1-15,-1 1 1 0,0 2 1 0,0 6 2 16,-2 9 1-16,-1-1-1 0,-1 3-8 0,-1 0 9 16,1 0 1-16,-1 1 3 0,1-4-2 0,1-2-1 15,-1 0 1-15,3-2 0 0,0 0 15 0,0-3-11 16,1-2 3-16,0-1-5 0,0 0 9 0,0-2-15 16,0-2 2-16,0 1-7 0,1-1 3 0,0 0-3 15,0-1 1-15,-1-1-1 0,9 5 3 0,1-1 1 16,2-3 2-16,0-2-1 0,1-1 5 0,-1-4-6 0,1-2 0 15,0 4-2-15,0-15-2 0,0 0 1 0,0 2-1 16,-1 0 2-16,-3 0-2 0,4 2 0 0,-1 0 0 16,-3 1 0-16,1 1 0 0,-4 1 4 0,-2 0-3 15,0 3 2-15,-1 1 2 0,1 1-3 0,0 1 5 0,-3 3-5 16,-1 1 1-16,0-1 7 0,2 0-9 0,0 0 7 16,0-1-16-16,-1 2 6 0,0 0-2 0,0 1 4 15,-1 0-1-15,0 1 5 0,0 9 0 0,-5 14 1 16,1 6-4-16,-2 0 2 0,0 0 4 0,2-1 0 15,2-4 4-15,2-1 0 0,2 1-8 0,3-4 3 16,1-1-13-16,1-2 12 0,-1-3-5 0,0-3 7 0,0 0-10 16,-5-4-4-16,15-1-2 0,6-1-1 0,-2-4-15 15,1 11-23-15,1-7-5 0,-1-6-12 0,2-3-82 16,0-9-149-16,1-5-73 0</inkml:trace>
  <inkml:trace contextRef="#ctx0" brushRef="#br0" timeOffset="18342.69">27678 14877 224 0,'0'0'9'0,"0"0"-60"16,-1-1 7-16</inkml:trace>
  <inkml:trace contextRef="#ctx0" brushRef="#br0" timeOffset="18742.67">27682 14785 136 0,'0'0'141'0,"0"0"-12"0,-1 0 65 15,0-1-5-15,0 0-29 0,0 0-47 0,0 0-36 16,-1-1 0-16,0 1-10 0,0 0 1 0,-1 0-23 0,1 0 5 16,0-1-13-16,0 1-7 0,1 0-4 0,0 0-3 15,0 0 1-15,0 0 1 0,0-1-8 0,-1 1-1 16,1 0-2-16,0 0 7 0,0 0-2 0,0 0 5 16,-2-1-7-16,1 2-6 0,0 0 0 0,-2 2-2 0,-3 2 2 15,-2 6-10-15,2 8 1 0,-3 2 1 0,4 0-1 16,-2 3 0-16,2-3 5 0,3-3-7 0,-8 0 4 15,5-5-1-15,2 2 1 0,2-7 8 0,1 1-5 16,1 0 5-16,0-3 3 0,1 1-1 0,1-1 4 16,-1-1 1-16,-1-3-2 0,2 2-5 0,0-1 2 15,2 1 0-15,4 0 0 0,4-1 4 0,0-2-4 16,2-1-2-16,1-2 2 0,-3-2-4 0,3-3 4 0,-2 0-9 16,-2 3-1-16,2-8 0 0,-4 1 1 0,-1-1 2 15,-2 5-5-15,-1-1 4 0,-2 0-3 0,3 1 10 16,0-1-3-16,-2 0 0 0,-2 1 0 0,0 1 2 15,-2 1-8-15,0 0 1 0,0 2-5 0,0-2 5 0,0 2-4 16,-1 1 1-16,0 0-2 0,1 2-10 0,-5 0-5 16,-2-5-3-16,0 1-1 0,-2 2-21 0,-2-1-15 15,3 3-1-15,0 1-4 0,2 0-13 0,3 0-18 16,-1 1 3-16,3-1-7 0,-1 0-6 0,0 2-28 16,0-1-12-16,1 1-8 0,-1 0-79 0</inkml:trace>
  <inkml:trace contextRef="#ctx0" brushRef="#br0" timeOffset="19026.93">28045 14685 884 0,'1'0'180'0,"-1"0"363"16,0 0-472-16,0 0-26 0,0-1-8 0,0 1-4 15,0 0-17-15,0 0 1 0,0 0-1 0,0 0-1 16,0 0-11-16,0 0 6 0,0 0 1 0,0 1 2 15,-1 0-8-15,-1 2 10 0,0 2-7 0,-7 9 9 16,8 2-5-16,-14 1 5 0,0 3 2 0,-1-2 1 16,-1 5 10-16,1-2 1 0,-1 4-1 0,0-1 0 15,3 2-13-15,1-2-8 0,2-1 0 0,0 1-3 0,2-3-6 16,0 4 2-16,-1-5-2 0,1 0 3 0,2 0-9 16,-1-4 3-16,3 0-6 0,-1-1 5 0,0-4-18 0,3 1-14 15,0-3-5-15,-4 1-4 0,2-3-34 0,3-1-18 16,0 0-7-16,2-4-5 0,0 0-47 0,0 0-81 15,0 0-40-15</inkml:trace>
  <inkml:trace contextRef="#ctx0" brushRef="#br0" timeOffset="19343.24">28115 14995 1150 0,'0'0'132'0,"0"0"232"0,0 0-285 0,-1-2-24 0,0 1-8 16,0 1-2-16,0 0-17 0,-2 0-14 0,-2 0-1 0,-6 0-5 16,-3 4-5-16,-3 2 3 0,3 2 1 0,-1 2 0 15,-3-4-7-15,4 11 4 0,1-1-4 0,0 0 3 16,3-4-4-16,0 3 8 0,2-2-3 0,2-1 5 16,0-1-9-16,3 0 17 0,0-3 4 0,-3 0 6 15,2-1 9-15,1-1-9 0,1 1-1 0,1-2-2 16,1 1-2-16,0 0-1 0,0-2 0 0,1 1-1 15,1 0-7-15,1-2-14 0,12 1 2 0,1-2-6 16,7 0-8-16,0 13 4 0,1-7-10 0,-1-4 7 0,2-1-14 16,0-3-5-16,1 0-1 0,-1-1-5 0,-3-1-38 15,-2 0-54-15,1 0-13 0,-2-1-17 0,-2 1-78 16,-1 0-206-16</inkml:trace>
  <inkml:trace contextRef="#ctx0" brushRef="#br0" timeOffset="19777.18">28531 15690 1444 0,'0'0'104'0,"0"0"202"0,0 0-271 16,0-2-11-16,0 1-9 0,0 0 4 0,0 0-7 15,0 0-11-15,0-1 5 0,0 1-6 0,2-1 3 16,0-3-4-16,0-3-5 0,14-1 1 0,-1-1 5 0,1 3 3 16,4-1 3-16,3 1-1 0,-1-1 9 0,-1 1-4 15,0 2 8-15,-1 0-7 0,0 2 6 0,0 0-5 16,-1 2-4-16,0 0 1 0,1-11-7 0,-4 5-2 16,1 2-2-16,-3 3-3 0,-3 2-18 0,-1 0-10 15,0 0 3-15,-3 1-8 0,1 3-17 0,-1-1-52 16,0 2-22-16,-1 0-15 0,0-3-115 0</inkml:trace>
  <inkml:trace contextRef="#ctx0" brushRef="#br0" timeOffset="19977.62">28603 15820 846 0,'0'0'179'0,"-1"0"336"16,0 0-436-16,0 0-20 0,0 0-10 0,-1 0 1 15,1 0-18-15,0 0 1 0,0 0-7 0,0 0 5 16,1 0-5-16,1 0-7 0,0 0 0 0,7 0-3 16,15 0-12-16,5-1 0 0,0-1-4 0,-1-1 2 15,2 0-12-15,1-1-4 0,2 1-3 0,-1-1-2 16,5-1-24-16,-1 1-87 0,5-2-53 0</inkml:trace>
  <inkml:trace contextRef="#ctx0" brushRef="#br0" timeOffset="20911.13">29903 15217 1385 0,'0'0'44'15,"0"-1"1"-15,0-1 6 0,-2 1-14 0,1-1-4 16,1 0-10-16,-2-5-7 0,1 1 7 0,0 0-9 16,-1 1-7-16,0-1 1 0,1 1-6 0,0 1 5 15,-2-2-3-15,1 1 1 0,-2-2 0 0,2 2 0 0,-1 1 7 16,-1-1 6-16,3 3 1 0,-4-2 1 16,-3 2 3-16,-1 1-3 0,-2-1 1 0,0-5-1 0,-2 2 1 15,0 0-9-15,-2 2 4 0,-2 3-7 0,0 4-9 0,-3 3 2 16,-1 5-3-16,1-8 4 0,-5 16 1 15,4 3-8-15,1 0 2 0,-2 1-3 0,2 1 12 0,3-3-6 16,3 1 1-16,5 1-4 0,2-1-4 0,2 0 10 16,-1-1-2-16,-7 0 5 0,5 1-7 0,2-1 9 15,4 1-3-15,1-6 6 0,1 3 2 0,2-1 11 16,1 0-8-16,3 0 7 0,0-4-6 0,0-1-14 16,1 0 8-16,-1-2-12 0,2 1-6 0,-1-3 0 15,9 1-7-15,-1-3 3 0,0-1-25 0,2-1-8 0,-2-1-1 16,6-3-1-16,0-1 6 0,0 12-17 0,4-6-27 15,0-4-3-15,-2-4-146 0,2-4-270 0</inkml:trace>
  <inkml:trace contextRef="#ctx0" brushRef="#br0" timeOffset="21527.78">29737 16080 1540 0,'0'0'101'0,"0"0"3"15,0 0-51-15,0 0-18 0,0 0-40 0,0 0-35 16,0 0 8-16,0 0 3 0,1 0 1 0,0 0 12 0,0 0-21 16,2 0 10-16,7-2-14 0,4-4 10 0,1-3 23 15,-1 6-9-15,1-16 15 0,-2-1 2 0,0-2 18 16,-1 1 11-16,-2-2-1 0,2 1 19 0,-2 2-2 15,5-1-5-15,-5 0 3 0,3 1-7 0,1 0-8 16,-4 0 0-16,5 2-3 0,-2-1-7 0,-4 2-8 16,5-1 5-16,-5 0-6 0,1 2-1 0,3 2-8 15,-3 0-1-15,-5 2-1 0,1 1 2 0,-5 4 4 16,1 2-1-16,-1 3 1 0,-1 1-5 0,1 1 0 0,1-1-1 16,3-3 1-16,-3 2 0 0,1 1 0 0,-2 0 3 15,0 1-2-15,0 1 1 0,-1 1 4 0,0 10-3 16,-3 10 4-16,-2 2-4 0,0-2-2 0,-3 2 0 15,1-1-2-15,-1 2 2 0,2-2 7 0,1 1-2 0,3-2 3 16,0-2-11-16,0-1 12 0,1 0 0 0,1-6 7 16,0 1 10-16,1-5-12 0,3 1 0 0,-2-6-4 15,1 1-6-15,-2-3 6 0,-1 0-2 0,1 0 3 16,5 0 0-16,2 4 5 0,-1-1-1 0,2-2 2 16,0-1-5-16,0-2 4 0,3-2-1 0,0-2 1 15,-2-3-8-15,2-2 1 0,0-12 2 0,-2 1-1 16,2 1-1-16,-4-1-4 0,1 3-1 0,-2-1 0 15,0 4 0-15,0 0 3 0,-3 0-4 0,1 3 4 0,-1 1 4 16,-2 4-8-16,-1 0 6 0,0 4-7 0,1-1 0 16,0 1 0-16,0-1-2 0,1 1 1 0,-1 1-1 15,0 0 1-15,1 0 6 0,-1 1-3 0,-1 1 12 0,0 1-3 16,8 23-6-16,-6 2 3 0,-2 3-5 0,0 1-1 16,-1 1 4-16,0 0-4 0,2-2-4 0,1 0 7 15,2-5-5-15,1 1 5 0,2-2-16 0,1-4-6 16,3 0-4-16,-6-5-2 0,13-2-32 0,2-2-92 15,3-6-21-15,6 11-53 0,10-10-366 0</inkml:trace>
  <inkml:trace contextRef="#ctx0" brushRef="#br0" timeOffset="46698.84">30620 15004 256 0,'0'0'291'0,"-1"0"-140"16,0-1 83-16,-1 0 4 0,1-1-209 0,0 1 1 0,0 0-4 15,0-1 7-15,-2-1-5 0,1 1 16 0,1 1-18 16,-2-1 1-16,2 0-7 0,0 1 1 0,0 0 5 16,0 0 2-16,-2 0-1 0,2-1 2 0,0 1 1 15,-1 0 1-15,1 0 0 0,-1 0 4 0,1 0-9 16,0-1-2-16,0 1-3 0,0 0-6 0,-2 1-6 15,1 0 0-15,1 1-2 0,-2 2 1 0,-5 8-5 16,-1 9 3-16,-1 3-5 0,3 0-5 0,1 1 8 16,1 2-5-16,-1-1 7 0,2 2 0 0,1 1-4 0,-2 0 3 15,1 0-4-15,2 1-2 0,1 2 4 0,-1 1 1 16,0-2 1-16,2 4 0 0,-1-2 2 0,1 1-6 16,0-1 5-16,-1-6-8 0,1 0 12 0,-1-6 1 15,-2 0 4-15,2-2-2 0,0-1-6 0,0-2-2 0,-1-2-1 16,-2-1 2-16,1-2-8 0,0 0 2 0,1-3-6 15,-1 0-2-15,1-1 0 0,0 0-4 0,1-2 1 16,-1 0-17-16,1-1-20 0,1-1-5 0,-1 0-7 16,0 0-32-16,0 1-19 0,0-2-14 0,-1 0-9 15,1-1-117-15</inkml:trace>
  <inkml:trace contextRef="#ctx0" brushRef="#br0" timeOffset="47199.71">30553 15035 1370 0,'0'0'61'0,"-1"0"-3"0,0-2 31 16,-2 1-2-16,1 0-11 0,1 1-21 0,-2-1-24 15,2 1-3-15,-1-1-6 0,1-1-15 0,-1 1-7 16,1 0-1-16,0 0 0 0,1 0 5 0,1 0-2 16,0-1-1-16,8-1-1 0,8-4-6 0,6 1 6 15,0 1 6-15,1 3-1 0,-2 1 0 0,-2 1-2 16,-1 0-2-16,0 0 2 0,-3 0 5 0,-1 0-8 15,1 1 2-15,-3 1-4 0,0 2 1 0,-3 0 1 0,1 1-3 16,-2 1 2-16,-1 0-2 0,-2-3 2 0,-1 7-1 16,-2 2 1-16,5-2 3 0,-3 1-3 0,0 2-1 15,-3-1-2-15,-2-1 5 0,0 1-3 0,-3 0 5 16,-3 0-6-16,-2-1 1 0,1 1 7 0,-12 0-3 0,-2-2 6 16,0 2 2-16,-4-1 0 0,0 1 3 0,-1-2-3 15,-1 0 7-15,0-1 3 0,0-1 0 0,5-1 1 16,0 0-4-16,4-1 6 0,3-1-4 0,2-2 4 15,2 3-12-15,1-2 1 0,4-1 2 0,1 0-2 16,-1-2-2-16,5 0-10 0,1 0-1 0,0 0-3 16,-1 2-2-16,0 0 4 0,-1 3-2 0,2 1 4 0,3 3 2 15,3-1 4-15,-2-2-4 0,16 4 3 0,-1-4-5 16,0 3-1-16,2 2 3 0,0-1-2 0,0 3 4 16,-2-5 0-16,-2 2-4 0,-1 0 3 0,-1 1-2 15,-2 1 4-15,1 1-3 0,-1 2 1 0,-1-4-7 0,0 3 1 16,-1-4 5-16,-1 0-2 0,1 1 2 0,-3-1-9 15,1 1-2-15,1-2-1 0,-2-2 2 0,0 0-11 16,0 0-3-16,1 2-4 0,-5-3-24 0,5 1-57 16,0-2-6-16,-1 0-21 0,3-2-57 0,-1 1-141 15</inkml:trace>
  <inkml:trace contextRef="#ctx0" brushRef="#br0" timeOffset="47665.71">31030 15470 1127 0,'-1'0'243'16,"0"0"33"-16,0 0-109 0,-2-2-79 0,2 2-56 16,-2-1-30-16,2 1-8 0,-1 0-3 0,-1-1-2 15,1 0-10-15,-1 0 3 0,2 0-1 0,0-1 3 16,0 1 8-16,-1 1-2 0,1 0 5 0,0 0-4 15,1 0 5-15,0 1 12 0,0 1-1 0,0-1 6 0,0 1-4 16,-2 11 5-16,-1 4-2 0,1 1 6 0,-1 5 6 16,-1-3-1-16,-1 1-2 0,-2 0-1 0,0-2-3 15,-1 0 6-15,-1 1-5 0,0-2 3 0,2 1-8 0,0-2-10 16,1-2 6-16,0 0-6 0,2-1 15 0,-1 0-16 16,2-1 8-16,-1-2-10 0,2 0 15 0,0-2-11 15,1-1 0-15,1-1-2 0,0 0 8 0,0-3-1 16,0 2-2-16,0-3-1 0,0 2-9 0,1 0 5 15,1-2 1-15,0 1 3 0,0-1 0 0,2 0-2 16,5 0 1-16,4 0-2 0,-2-1-2 0,1-1 0 16,-1 7-2-16,-1-3 0 0,3 1-4 0,2-1 6 15,3-2 10-15,3-1-3 0,-1 0 12 0,-1-2-13 0,-1 0-1 16,0-2-3-16,1 0-3 0,-2 0 4 0,1-1-1 16,-3 1 3-16,-1 0 0 0,-2-1-2 0,0 1 2 15,-3 1-1-15,-2 0-1 0,-1 1-11 0,0 0 1 16,-2 0-6-16,0 0-3 0,0 0-18 0,-2 0-6 15,1 0-8-15,-2 0-56 0,1 0-192 0,1 0-71 0</inkml:trace>
  <inkml:trace contextRef="#ctx0" brushRef="#br0" timeOffset="48518.69">29658 16394 246 0,'-1'0'63'0,"0"0"151"0,0 0-214 0,-2 0 2 16,2 0 12-16,-5-1-3 0,0 0 20 0,-3-1 7 15,2 1-5-15,-5-1 9 0,1 1 18 0,1 0 3 16,0-2 7-16,1 1-4 0,0-1 5 0,-2 1-10 16,-1 0 8-16,1 1-7 0,-4-1 17 0,2 1-7 0,3 0-6 15,-2 0 1-15,4 1-21 0,-2 0 2 0,0 0-8 16,4 0 5-16,-1 0-9 0,2 0-16 0,1 0 6 15,-1 0-11-15,1 0-7 0,3 0 3 0,0 0-9 16,0 0 5-16,-2 0-15 0,1 0 5 0,0 0-1 16,1 0 1-16,-1 0-6 0,1 0 0 0,0 0 1 15,1 0 0-15,1 0 8 0,0 0-4 0,2 0 4 0,12 1-4 16,7 0 9-16,1 0 10 0,5 1-4 0,1-1 6 16,2 0-2-16,7 0-8 0,-1 0 8 0,7 0-9 15,-2-1 10-15,3 0 2 0,2-2-3 0,4 0 2 16,6-2-10-16,6 1 8 0,4-1-3 0,-1 1 4 15,-1-1-12-15,-4-1 1 0,-1 2 2 0,1-3-1 16,3 1-6-16,0 1-2 0,-2 0 0 0,-2 1 2 16,-8 0 7-16,-5 2-9 0,-3 1 2 0,-5 0-3 0,-4 0 6 15,-1 1-2-15,-2 0 0 0,-6 2 0 0,0-1 3 16,-3 2-5-16,-2-2 2 0,-1 0-3 0,-6 1 1 0,1-1-6 16,-7-1 1-16,0 0-4 0,-2 1-2 0,-3-2-12 15,1 0 1-15,-2 0-6 0,-1 0-20 0,2 1-48 16,-1 0-9-16,-1-1-15 0,1 0-69 0,-2 0-184 15</inkml:trace>
  <inkml:trace contextRef="#ctx0" brushRef="#br0" timeOffset="48917.51">29832 16576 512 0,'-1'0'388'0,"0"0"-486"0,-2-1 435 0,-10-1-233 16,-1-1-104-16,3 1-4 0,-4 0 4 0,4 0 0 16,-2 1 11-16,1-1 8 0,0 1 3 0,0 0 4 15,4 1 22-15,-4-2 5 0,3 2-2 0,0 0 2 16,-1 0-3-16,3 0-1 0,1 0-4 0,3 0 0 0,-1 0-20 15,2 0-2-15,0 0-4 0,-1 0 1 0,1 0-7 16,1 0 0-16,0 0 3 0,1 2-1 0,0-1 8 16,1 0 5-16,0-1 1 0,22 12 0 0,4-3-2 0,6-1-6 15,3-1 2-15,5-2-1 0,3-1 2 0,6-3-6 16,5-1-2-16,4-3-1 0,4 0-5 0,1 1 0 16,-3-4 3-16,-2 0-3 0,-3 0 5 0,4-1-13 15,-1 2 1-15,2 2-3 0,-2-3-4 0,-7-1-7 16,-3-2-5-16,-7 2 0 0,-4 0-14 0,-4 3-4 15,-3-1-5-15,-5 0 0 0,-2 1-28 0,1-4-227 16,-1-1-75-16</inkml:trace>
  <inkml:trace contextRef="#ctx0" brushRef="#br0" timeOffset="49450.93">30374 14182 1470 0,'0'0'129'0,"-1"0"-138"16,0 0 140-16,0 0-67 0,-1 0-47 0,1 0-37 15,0 0 7-15,0 0-16 0,1 0 23 0,0 0 5 0,1 0 1 16,1 1 0-16,14 3 6 0,12 2 9 0,3-2-4 16,4 0 5-16,5-2-6 0,6-1 21 0,2-1-2 15,2-2 7-15,1-3-5 0,0-1 7 0,0-1-2 16,8 0 3-16,0-1-1 0,6 0 0 0,0 0-3 16,0-1 1-16,-3 1-7 0,-4 1-10 0,-1 0 3 0,0 1-6 15,0 0-2-15,-3 2-14 0,0-1 1 0,-10 1-5 16,2 1 0-16,-7 0-1 0,-9 2 2 0,-5 0-3 15,-2 1-8-15,-6 0-7 0,-4 0-5 0,-2 1 0 16,-4-1-24-16,-1 1-60 0,-3-1-5 0,0 2-18 16,-1-1-20-16,-1 0-77 0,0 0-9 0,-1 0-47 0,-1 2-230 15</inkml:trace>
  <inkml:trace contextRef="#ctx0" brushRef="#br0" timeOffset="49673.11">30689 14343 1302 0,'-2'0'87'0,"-17"0"171"0,-7-1-216 0,6 0 8 16,3 1-6-16,0 0 6 0,8 0-18 0,6 0-7 15,1 0-4-15,0 0-2 0,1 0-23 0,-1 0 14 16,2 0-2-16,2 1 11 0,8 1 16 0,18 3-1 16,3 0 5-16,7-2-4 0,-2 0 13 0,3-2-10 15,3 0-3-15,4 1-4 0,5-1-20 0,-1 1 5 0,3-1-8 16,4-1 5-16,-3 3-12 0,-3-3-7 0,-2 0 4 15,-9 1-7-15,-2-1-2 0,-1 4-22 0,2 1-6 16,-3-2-11-16,-1 2-71 0,-2-2-267 0</inkml:trace>
  <inkml:trace contextRef="#ctx0" brushRef="#br0" timeOffset="51287.29">16862 3697 526 0,'-2'0'0'0,"0"-1"6"16,0 0 71-16,-1 0-17 0,1 0-1 0,0 0-42 15,-1 1-12-15,1 0 4 0,0 0-12 0,-4 1 14 0,-2 1-8 16,-1 2 8-16,-4 3 0 0,5-1 2 0,-4 2 0 16,2 6-4-16,-2 1 13 0,-3 2-10 0,3 1 9 15,-1 5 14-15,0 0-13 0,-2 4 13 0,0 4-11 16,-1 1 0-16,-1 4-3 0,0 2 0 0,1 1-6 16,2 3-5-16,-3-3-1 0,3 0-3 0,1-3-11 15,0-2 8-15,5 4 0 0,3-3 4 0,0 0-1 0,-12 2-6 16,10-3 6-16,3 1-6 0,5 2 15 0,3-1-6 15,3 0-1-15,4 0 0 0,0-3 9 0,1-6 3 16,1 0 7-16,0-4-4 0,-12-3 11 0,16 0-18 16,-2-2 8-16,0-2-11 0,-1 1 7 0,-4-1-5 15,-1 0-7-15,-2-2 4 0,-1 0-6 0,-4-1 3 16,1 1 3-16,4-4-1 0,-2 0 12 0,-2-1 11 0,-2 1-5 16,-1 0 5-16,-2 1-21 0,-3-3-3 0,-1-2 1 15,-15 1-1-15,-1-2-5 0,-1-3-8 0,-1 0 0 16,-1 11-4-16,0-8-6 0,-2-5-12 0,4-2-3 15,-2-4-5-15,5-1-44 0,-3-5-110 0,1-1-6 0,2 7-47 16,-1-15-155-16</inkml:trace>
  <inkml:trace contextRef="#ctx0" brushRef="#br0" timeOffset="51553.33">16184 4648 1393 0,'0'-2'23'0,"0"1"2"16,1-1 1-16,2-2 3 0,7-5-4 0,17-2 43 0,10 5-23 15,2-1 3-15,4 0-14 0,3 4-25 0,-4-1-1 16,3 1-7-16,-6-15 4 0,-3 11-6 0,-3 7-3 16,-5 1-1-16,0 3 0 0,-5-1 2 0,-4 0-4 15,-2-1 2-15,0-1-3 0,-3-1-5 0,-1 0-7 16,-4 0-3-16,-2 0-1 0,-1-1-11 0,-1 0-3 15,1-3-3-15,-3 2-1 0,2-10-9 0,-2-2 4 16,-1 1-21-16,5 3 7 0,-1 0-64 0,-3 3-24 16,-1 2-14-16</inkml:trace>
  <inkml:trace contextRef="#ctx0" brushRef="#br0" timeOffset="52154.9">16876 4748 1457 0,'-1'-2'18'16,"1"1"0"-16,0-1 13 0,-2-10-8 0,2 3 1 15,0 0-20-15,0 5-4 0,0 0-1 0,0 3-2 16,3-1-7-16,-1-1-4 0,5 0 3 0,1 0-2 0,2 2 7 16,2 1-4-16,-7 1 0 0,0 1 0 0,1 1 10 15,-4 2 4-15,4 11 3 0,-5 3-1 0,11 1 3 16,-4 2-2-16,-3 2 3 0,-5 2-2 0,0 2-5 15,-2 1 3-15,-2 1 1 0,1-1 1 0,-1 2 0 0,2-4-1 16,-2 2-1-16,2-4 1 0,-2-1-9 0,2-1 2 16,1-3-2-16,0-1 3 0,1-4 2 0,-1-4 5 15,-1-2-9-15,2-2 5 0,0-1-10 0,0-1-4 16,0-3 2-16,0 0-4 0,0 1-2 0,0-1-6 16,0-1 4-16,0 1-4 0,2-1 5 0,-1-1-14 15,0-1-2-15,1-4-4 0,10-25-4 0,-1-1 15 16,-1-6-2-16,-2 1 7 0,1 0 5 0,-1 1-3 15,0 2 7-15,0 4-6 0,2-1 7 0,-1 2 7 0,-1 1-6 16,1 3 7-16,0-1-12 0,0 1 7 0,1 1 0 16,-1 0 2-16,1 1 2 0,-2 2-3 0,0 2-1 15,-1 3 1-15,-1 2 5 0,-1 3 5 0,-2 3-1 0,-2 3 2 16,-1 3-5-16,2-1 15 0,-1-1 8 0,0 1 2 16,0 1 17-16,0-1-20 0,0 1 5 0,1 1-9 15,-1 1 3-15,-1 1-4 0,0 1-4 0,0 16 0 16,-1 0-5-16,-1 2-3 0,0 0 2 0,-1 1-1 15,0 0 3-15,0 1 0 0,0 0-4 0,1-2 1 16,1 1-10-16,0-1 8 0,-1-1-1 0,2-1 5 16,0 0-7-16,0 0 12 0,0-3-8 0,0 1 9 15,0-2-12-15,0-1-3 0,0 1 2 0,2 2-2 0,-2-6 6 16,0 4-6-16,0-6 6 0,0-1-6 0,0 5 0 16,0-7 2-16,0 3-5 0,0-4 5 0,0-3-3 15,-2 4-10-15,2-3-3 0,-1 0-4 0,0 0-13 0,0-1-74 16,-1-1-2-16,0-1-30 0,-2 0-41 0,-2-1 20 15,0-1 7-15,0-4 3 0,-1-14 6 0</inkml:trace>
  <inkml:trace contextRef="#ctx0" brushRef="#br0" timeOffset="52386.86">16850 4889 126 0,'0'0'55'0,"0"0"-5"0,0 0 70 0,0 0-8 16,0 1 8-16,1 0-26 0,0 0-2 0,0-1-2 15,2 1 2-15,6 1 5 0,8 0-18 0,0-1 6 16,3 0-13-16,4-1-8 0,-1 0-14 0,1 0-3 0,2-1-3 16,0-1-15-16,-1-1-1 0,1 1-6 15,1-2 2-15,0 1-19 0,-2 1-7 0,0-1-6 0,-1 1-1 16,-2 1-11-16,0-2-3 0,0 1 1 0,-4-2-3 16,2 0-4-16,-2-2-27 0,-1-2-8 0,1-2-8 15,2-1-33-15,-1 6-111 0,-3-15 17 0,4-1-44 16,-2-4 76-16,1-3 35 0</inkml:trace>
  <inkml:trace contextRef="#ctx0" brushRef="#br0" timeOffset="52721.25">18105 4264 1440 0,'0'-1'3'0,"0"0"-2"0,0 0-19 15,0 0 2-15,0-1-10 0,0 2 4 0,1 0 5 0,0 0 5 16,0 2-2-16,0-1 10 0,2 1-8 0,4 7 6 16,-5 3-5-16,7 0 11 0,2-1 4 0,1-2 0 15,0-1 2-15,0-2-1 0,3-4 11 0,0 0-5 16,0 8 6-16,4-2-12 0,-1-4 7 0,0-2 0 0,0-2 4 15,-4-1 7-15,-3 0-7 0,-3-1 1 0,3-2-4 16,-4 1-9-16,1-1-2 0,-2 2-4 0,-3 0 2 16,1 0 0-16,-1 0-13 0,0 1 0 0,-2 1-6 15,0-3-28-15,1 0-55 0,1-2-33 0,-2 3-16 16,-1-2-182-16</inkml:trace>
  <inkml:trace contextRef="#ctx0" brushRef="#br0" timeOffset="52954.45">17970 4617 596 0,'0'0'216'0,"0"-1"56"0,-1 0-113 16,0-2-123-16,1 1-11 0,0 1-20 0,0-2 6 15,2-1-5-15,1-1 5 0,16 1 0 0,1 3 2 16,2-12-1-16,2 5 1 0,0 3-7 0,2 2-1 15,1 2 4-15,3 1-4 0,-1 1-4 0,4 1-2 0,-4 1-3 16,3-1 1-16,-5 2-12 0,-1-2 7 0,-1-1-5 16,-4 0 6-16,1-1-2 0,-2 0-14 0,-2-2 5 15,1-3-13-15,-3-1-32 0,-1-2-256 0</inkml:trace>
  <inkml:trace contextRef="#ctx0" brushRef="#br0" timeOffset="54589.11">19698 3686 781 0,'0'-1'0'0,"0"-1"75"0,-1 1 7 0,0 0-5 15,-1-1 4-15,2 0-80 0,0 0-4 0,0 0 2 16,2-1-4-16,-1 1 5 0,1-1 4 0,2-2-5 15,7-1 5-15,2-5-5 0,1 0 0 0,-1-6 13 16,1-1-11-16,-1 3 15 0,2-1-3 0,-3-2 2 0,-4-3 3 16,1 2-2-16,0-1 0 0,1 1 5 0,-1 3-1 15,-2-1 1-15,-3 1 6 0,2 3-6 0,-2 2 6 16,1 2-6-16,-1 1 5 0,-2 3-14 0,0 2-4 16,-2 1-2-16,1 0-4 0,-1 1-2 0,3-2 1 0,-1 1-3 15,-1 1-7-15,0 0 9 0,1 1-2 0,-1 0 3 16,0 1 0-16,-1 4 1 0,-1 19 0 0,-2 3 0 15,0 3 3-15,1 0-8 0,-3-1 8 0,0 1-8 16,1-2 3-16,-2-1 5 0,-1 0-6 0,2-2 5 16,-1-2-4-16,1-1-2 0,1 0 5 0,-1-1-4 15,-1-1 1-15,-1 2 9 0,2-4-5 0,-1-1 7 0,3-1-11 16,-1-4 7-16,1 1-6 0,0-4 8 16,1 0-5-16,0-1-3 0,1-1-2 0,-1-1 0 0,1 0 6 15,1-3-1-15,0-2 5 0,0 1-6 0,-1 0-3 16,0 0 5-16,-2 1 2 0,1-2 1 0,-3 1-2 0,-2 0-8 15,1 0 1-15,-1-1-2 0,-1 0 15 0,3-1-12 16,0 0 5-16,1 0-6 0,3 0 4 0,-1 0 4 16,0 0-3-16,0 0 3 0,1 0-7 0,-1 0 0 15,-1 0 1-15,2 0-1 0,0 0-5 0,1 0 2 16,0-1 4-16,1 0 1 0,1-1 5 0,11-2 0 16,8-2-6-16,2 1 4 0,1 0-7 0,6 0 11 15,-2 0-3-15,-1 1 7 0,3 1-2 0,-3-1-6 16,0 2-2-16,-3 1-1 0,-1 0 5 0,-3-1-8 0,-2 2 4 15,-1 0-7-15,-1 0 3 0,-3 0 2 0,0 2 0 16,-4-2 1-16,-1 0-10 0,-2 1 9 0,-2-1-9 16,-1 0 9-16,-2 0-9 0,1 1-4 0,1-1-2 15,-2 0-3-15,0 0-25 0,0 0-119 0,-1 0-3 0,0 0-51 16,-1 0-105-16</inkml:trace>
  <inkml:trace contextRef="#ctx0" brushRef="#br0" timeOffset="55056.1">19025 4368 1350 0,'-1'-1'-1'0,"-1"-1"-13"0,-4-1 5 0,4 2-17 16,-2-1-1-16,2 1-4 0,-1 1 10 0,1 0 2 16,0 1 7-16,0 1-4 0,0 0 15 0,0 2-1 15,-4 8-2-15,2-2 1 0,1-1-6 0,0-2 7 16,3-3-3-16,0-1 5 0,0 1 8 0,0-2 15 0,0 1 5 16,0-2 4-16,0 0 19 0,4 1-2 0,12 7-4 15,4-5 0-15,2-3-13 0,3-1-17 0,5-3 8 16,5-3-11-16,7-2-2 0,7-2-3 0,7 1 0 15,4 0 0-15,4-1 7 0,3 1-11 0,-2-1-2 0,7 0-1 16,5 0 0-16,7 0 0 0,3-1 3 0,0 1-2 16,-3-2 0-16,2-1 2 0,1 0 1 0,4 0 1 15,2 0-4-15,-7 0 4 0,2-1-3 0,-2 0 3 16,1 0 0-16,0 0-3 0,-6 1 5 0,-5-1-4 16,-6 2 2-16,-2 1 1 0,-4 1-5 0,1 2 4 15,-4-2 2-15,-7 2-8 0,-2 2 3 0,-10 1-4 16,-2 1 9-16,-3 0 0 0,-2 2-4 0,-4 1 1 0,-1-1-5 15,0 1-2-15,-3 1 6 0,-3-2-5 0,-1 1 0 16,-6 0-6-16,-2-1-6 0,-2 2 0 0,-7 0-33 16,0 0-136-16,-1 0-15 0</inkml:trace>
  <inkml:trace contextRef="#ctx0" brushRef="#br0" timeOffset="55656.8">18767 5398 1065 0,'-2'-1'14'0,"0"-5"8"0,-3-10 6 0,3 5-14 15,0-1-3-15,2 3-3 0,0-1-11 0,0 2-7 16,0 1 3-16,1 1-3 0,0 2 0 0,-1 2 1 16,0 1-3-16,1-1 4 0,-1-1 8 0,0 1-3 15,0 1 6-15,0 0-3 0,-1-1 2 0,0 1 5 16,-3 0 3-16,-12 0 3 0,1 1 25 0,-4 2-5 16,1 3-4-16,-1 1-1 0,-1 1-8 0,0 1 0 15,-1 3 6-15,1 0-6 0,0-8-9 0,0 16 5 16,3 2-13-16,-1 0 10 0,3 0-14 0,2 3 3 15,2-3-1-15,5 2 3 0,0 2 0 0,-7-4-5 0,6 3 3 16,6-4-3-16,2-3 13 0,5 3-8 0,0-3 3 16,1-2-5-16,4 0 3 0,-9-3 2 0,12 1-1 15,4-2 1-15,-1-2 4 0,2 0 0 0,0-2 1 16,0-1-3-16,-1-1-10 0,-1-4-6 0,1 11 3 0,-1-5-3 16,1-2-2-16,0-3 8 0,-2-2-10 0,2-1 8 15,2-1-13-15,-5-2-20 0,2-2 5 0,0-1-11 16,-5 0-3-16,3-2-11 0,-2 6-4 0,-5-13-2 15,4 4-8-15,-6-2-150 0,2 1 24 0</inkml:trace>
  <inkml:trace contextRef="#ctx0" brushRef="#br0" timeOffset="56308.83">18772 5858 1295 0,'-1'0'21'0,"0"0"-3"0,0 0-3 15,0 0-1-15,0 0-9 0,-1 0-17 0,1 0 1 16,1 0 3-16,0 0-1 0,0 1 7 0,1 0-5 0,1 0-4 16,0 0 1-16,3 0-12 0,5 3 10 0,1-3-1 15,2-1 7-15,-1-1 11 0,-1-3-1 0,0 0 5 16,2-3-3-16,-4 1 11 0,4-12 9 0,-2-4-4 15,-2 0 5-15,4 0-19 0,-4-1 11 0,3-1-6 16,-4 2 7-16,1 0-12 0,-1 3 1 0,-2 0-1 0,1 1 1 16,-1 3-9-16,-3 2 3 0,2 4 0 0,-2 4 1 15,1-1-8-15,-2 1 7 0,1 3-4 0,-2 0 7 16,0 2-6-16,1-3-3 0,1 2 2 0,-1 0-2 16,0 1 6-16,1 0 3 0,-2 1-2 0,0 2 1 15,4 11-1-15,-3 9 4 0,-2 1-4 0,-2 0 2 16,-2 2-9-16,1-3 3 0,-2-2 3 0,0-2 1 0,2-4 3 15,1-2-1-15,-1-1 0 0,2-3 0 16,1-1-4-16,0-2 5 0,0 0 1 0,0-1 1 0,0-1 0 16,1 1-4-16,0-3-5 0,1 1 1 0,-2-2 0 0,9 6 0 15,2-1 4-15,-1-3-5 0,2 0-2 0,-2-3 5 16,2-1 2-16,-1-3 2 0,-1-1-4 0,0 0-3 16,-1 2-1-16,-2-10 1 0,3 0 10 0,-3-2-2 15,0-1-5-15,0-1 2 0,-1-3-13 0,-2 2 8 16,2-2 1-16,1-1 2 0,-2 4-2 0,1-5 0 15,0 2-1-15,-1 4 0 0,2-3 0 0,-4 5 0 16,2 2 2-16,-2 2-1 0,3 2 1 0,-3 4-7 16,-2 2 1-16,1-1-2 0,0 1 5 0,1 1-4 15,-1 0 5-15,1-1-3 0,-2 2 10 0,0 2 0 0,0 0-2 16,5 16 1-16,-4 7-6 0,-1 7 0 0,-1-2 1 16,-1 1 1-16,-1-1 1 0,0-1-3 0,-1-2 0 15,1-3 0-15,1-2 6 0,1-3-8 0,0-1 2 16,1-3-2-16,0-2 5 0,1-2-8 0,1-1-1 0,-1-3-3 15,2 0 3-15,-2-2-12 0,1-1-1 0,-1-1-4 16,5 3-3-16,6 1-9 0,-3-4-2 0,-3-2-5 16,3-1-23-16,-1-1-137 0,4-3-19 0</inkml:trace>
  <inkml:trace contextRef="#ctx0" brushRef="#br0" timeOffset="57040.47">19669 5177 1049 0,'-2'-1'158'0,"1"-1"-201"16,-1 0 182-16,-3-1-98 0,0 0-22 0,4 3-23 16,-1 0 4-16,0 1-10 0,-1 1 14 0,-6 12-5 15,-3 10 1-15,3 7-3 0,2-3 3 0,0 4-7 16,1 2 7-16,-1 1-5 0,1 3 3 0,0 0 0 15,-1 1 1-15,0 0 1 0,1-3 7 0,1-6-3 16,0-5-1-16,3-5 1 0,0-5-3 0,-1-4 14 0,2-4-10 16,1-5 10-16,0 2-6 0,0-3 8 0,0 1 2 15,0 1 0-15,0-1 1 0,-1-1-15 0,0 0 3 16,0-1-7-16,1-1-4 0,0-1 3 0,-3-18-6 16,1-7 5-16,1 1-8 0,1-2 8 0,0-3-1 0,1 2 1 15,0-3-14-15,1 0 8 0,2-1-6 0,1 0 6 16,2 0-10-16,1-1 11 0,3-2 0 0,-1-1 4 15,1 1-6-15,-1 2 13 0,0 3-6 0,0-1 7 16,0 5-11-16,-2 6 4 0,-1 1 1 0,-1 8 1 16,1 1 7-16,-2 4-7 0,-1 0 3 0,-2 3-4 15,6 1 5-15,4 1 2 0,-5-4 1 0,8-1 1 0,-2 5 9 16,-3 2-12-16,7 4 4 0,-9 0-7 0,1 2 5 16,-4 13 0-16,0 2-3 0,-4 2 1 0,11-5-3 0,-4 3 0 15,-3-1 4-15,-4-4-2 0,-1 0 12 16,0-2-13-16,-1-1 7 0,-3 0-10 0,0-1 3 0,-4 0 2 15,0-1-5-15,2 2 4 0,-8-1 0 0,-2-1-10 16,1-1 7-16,-1 0-6 0,1-2 12 0,1-1-7 16,1-2-1-16,1-1 0 0,2 0 7 0,1-2-4 15,2 1 5-15,1 1-5 0,2 0 0 0,1-3-3 16,1 0 0-16,0 0 0 0,-1 1-2 0,1-1 1 16,1 0-7-16,0 0 5 0,-1 0-6 0,1 1 7 15,1-2 2-15,0 0 0 0,1 0 4 0,1 0-2 16,0 0 0-16,0 0-1 0,7 1-8 0,2 2 6 0,1 1-2 15,3 2 4-15,1-1-1 0,0 4 5 0,1-1-2 16,-1 0 4-16,0 2-7 0,-1-1 0 0,-1 0 0 16,0 1-1-16,0-1 2 0,1 1 4 0,-3-3-1 15,-1 0 1-15,-2-1-6 0,0 0 5 0,3-1-5 0,-1 0 5 16,-3-1-7-16,0-1 2 0,-1-1 0 0,0 1-1 16,-1-2-17-16,1 0 0 0,-1-1-9 0,1 0 6 15,1-1-15-15,1-1 4 0,-1-3-2 0,0-1 0 16,0 4-18-16,2-9-15 0,-2-2-36 0,0 1 5 15,0 0-139-15,-1 0 51 0,2-1-28 0</inkml:trace>
  <inkml:trace contextRef="#ctx0" brushRef="#br0" timeOffset="57457.73">20218 5272 329 0,'0'0'142'0,"0"0"7"0,0 0 9 16,0-1-31-16,0 0-23 0,0-1-28 0,0 1-24 15,0 1-7-15,0 0-5 0,0 0-15 0,0 0 2 16,0 0-2-16,0 0 0 0,0 0-9 0,-1 1-8 16,-1 1 4-16,1 0-8 0,0 2-5 0,-3 6 7 15,1 2 0-15,-2 1 3 0,2 0-5 0,-1 1-6 16,1 1 2-16,-1-1-3 0,1 3 3 0,-1-2 11 16,-1 3-9-16,-1 0 9 0,2 0-11 0,-1 0 6 0,-1 2 5 15,1-3-1-15,0 2-4 0,-1 0 12 0,1-4-7 16,-1 1 8-16,1-2-4 0,1-1-4 0,0-2 1 15,1 1-3-15,0-1-2 0,2-3-7 0,0 1 3 16,1-4-3-16,0 0 7 0,0-1-7 0,0-1 3 0,0-1-3 16,1 1 13-16,2-1 3 0,1 0 2 0,8 4-2 15,2-1-9-15,1-3 10 0,2-2-11 0,0 0 11 16,3-1-8-16,-1 0-2 0,0-2 3 0,-1 1-4 16,-4 0 2-16,3-1-8 0,0 1 6 0,-3 0-6 15,0-1 8-15,-3 0-4 0,-1-1-4 0,-3 2 0 16,3 0-2-16,0-1 3 0,1 0 0 0,1-1 1 0,-4 2-5 15,0-2-6-15,0 2 2 0,1-2-3 0,-1 1 2 16,-1-1-3-16,0 1-5 0,0-2 1 0,0 0-13 16,1 4-2-16,1-8-12 0,-1-1 1 0,1 0-43 0,-2-2-248 15,-1-1 34-15</inkml:trace>
  <inkml:trace contextRef="#ctx0" brushRef="#br0" timeOffset="57874.08">20627 5129 327 0,'0'0'-11'16,"0"0"0"-16,0 1-6 0,-1 0 1 0,0 1-2 16,-2 6-20-16,0 3 5 0,-2 2 1 0,1-2 5 15,1-3 25-15,-1 1 7 0,2-3 8 0,1-1 0 16,0-2 13-16,1-1 60 0,0-1 3 0,-1 1 25 0,-1 0 50 16,1 1-54-16,0-2 2 0,0 0-23 0,1 0-31 15,0 0-13-15,0-1-3 0,1 0-2 0,0 0-10 16,0 0 8-16,16-3-4 0,2-2 4 0,2 1-10 0,3-2-4 15,2 1-7-15,0 1 2 0,0 1-19 0,3-1 9 16,-3 2-2-16,1 0 4 0,-1 0-9 0,-3 1-2 16,-3 1-2-16,-6 0 0 0,1 1 5 0,-3 1-6 15,-3-2 2-15,-2 0-5 0,-2 0 6 0,-3 0 5 16,-1 0-5-16,1 0 5 0,-1 0-4 0,1 0-12 16,1 0 3-16,-1-2-11 0,-1 1-22 0,0 0-10 15,-1 0-11-15,4-10-10 0,-1-2-164 0,-2-1-69 16</inkml:trace>
  <inkml:trace contextRef="#ctx0" brushRef="#br0" timeOffset="58141.89">20829 4899 1293 0,'-1'-1'23'0,"-1"0"21"15,-5-3-9-15,5 4-23 0,0-1-4 0,0 0-6 16,1 0-13-16,-1 0 5 0,1 1-2 0,0 0 4 16,0 1 4-16,0 0 3 0,-1 1-3 0,-1 16 0 0,1 6 0 15,-1 4-2-15,1 2 2 0,-2 3-3 0,1 1 1 16,-1 3 1-16,0 0 2 0,-2-1-1 0,2-3 11 16,-1-5-6-16,0 1 4 0,0-2-6 0,-2 0-4 0,0-2-2 15,0 0-6-15,1-3 4 0,0 2-9 0,1-3-22 16,2-2 0-16,-1-1-25 0,2 0-170 0</inkml:trace>
  <inkml:trace contextRef="#ctx0" brushRef="#br0" timeOffset="59026.91">17371 5605 831 0,'-1'-1'29'15,"-1"-1"28"-15,1 0-2 0,0 0-41 0,1 1 2 0,0-6-15 16,1-1 6-16,2 3-5 0,2-5 5 0,5 7-7 15,8 1-1-15,-2 1-5 0,0-9 2 0,-1 5-2 16,-4 3 1-16,0 2 7 0,-1 0 2 0,-1 2 5 16,-1 2 10-16,-1 0 11 0,-1 7-9 0,-3 10 8 15,1 2-10-15,-3 5 15 0,13 0-3 0,-8 2 5 0,-6-3-16 16,-2 2 7-16,-4-4-4 0,-4 4 4 0,0-2-13 16,-4-3 10-16,11 1-7 0,-18-3 7 0,-3 0-8 15,2-4 8-15,-2-1-7 0,1-2 6 0,5-1-11 16,-1-2-1-16,2-4 3 0,3-2-4 0,1-3-3 0,1 5-5 15,2-2 3-15,2-3-2 0,1 0 11 0,2-2-10 16,-1-1 3-16,0 0-6 0,1 0 8 0,2-1-4 16,-1-2 0-16,2 2-1 0,1-6-1 0,-6-2 1 15,1-1 2-15,1 0-2 0,3 0 2 0,1 1-4 16,1-1-2-16,1 1-1 0,1 0 1 0,2 0 1 16,0 2 1-16,2 0-1 0,10 0-5 0,0 2 2 15,2 2 0-15,-2 2 2 0,2 0 3 0,-1-10-3 16,0 5 0-16,-2 5 0 0,2 1-2 0,-1 2 2 0,1 3 1 15,-2 1-1-15,0 1-4 0,-3 0 4 0,1 0 0 16,-3 0 2-16,0-1 6 0,-1 0-9 0,-1 0 3 16,-2-2-3-16,1 1 2 0,-2-1 0 0,1 0-2 15,0 0 0-15,0-1-3 0,-2 0-8 0,1-1 3 0,0 0-6 16,0 0-9-16,-1-1-8 0,1-1-1 0,-1 0-2 16,0-1-4-16,1-2-20 0,1 0-2 0,-1-2-10 15,2-10-43-15,-2-3-41 0,2 0 15 0,1 0-15 16,-3 0 67-16,2 0 8 0,2 0 2 0,-1 0 0 15,1 0-5-15</inkml:trace>
  <inkml:trace contextRef="#ctx0" brushRef="#br0" timeOffset="59509.14">17838 5574 217 0,'0'0'43'0,"0"0"47"0,0 0 7 0,0 0-15 16,0 0 2-16,1 0-9 0,0 0-12 0,0 0 8 15,0 1 5-15,1 1 2 0,-1-1 20 0,0 0-44 16,0 1 7-16,0 2-19 0,2 8-8 0,-1 0-5 15,-1 4-11-15,0 4 6 0,0 0-4 0,1-4-7 16,-2 2 10-16,0-3-10 0,-2-1-1 0,1 3-5 16,0-3-2-16,0 1 1 0,0-2-1 0,0 0-5 15,-1-1 4-15,1-2-4 0,0 0 2 0,1-2-1 16,-1-1-1-16,1-2 1 0,0-2 0 0,0-2-1 16,0 2-7-16,0-1 1 0,0 0-21 0,0 0 1 15,0-1 1-15,0 0 0 0,0-1 4 0,0 0-2 0,0-1 4 16,1-2-4-16,1-9-7 0,2-5 5 0,2-3 2 15,0 1 4-15,1-2 14 0,2-6-2 0,2 0-4 16,0-2 3-16,-1 2 3 0,0 2 1 0,0 3-2 0,-1 2 2 16,3 0 2-16,-4 5 2 0,2 1 2 0,-3 4 0 15,-3 3-2-15,-1 3-1 0,1 2 0 0,2 1 0 16,3-5 5-16,-5 3 19 0,-1 2-1 0,-1 1 7 16,0 0-2-16,0 0-12 0,0 1 8 0,-1-1-9 15,11 19 10-15,-4 2-6 0,-3 1-5 0,-4-1 1 16,0 5-3-16,-1 1 6 0,-1-1-5 0,0 1 5 0,0-4 5 15,-1-1-11-15,0 0 7 0,1-2-9 0,0 0 8 16,0 0-11-16,-1-3-1 0,1 0-4 0,0-2 6 16,0-3-3-16,1-2 3 0,0 0-5 0,0-3-2 0,0-4 1 15,0 1 2-15,0-3 1 0,0 0 1 0,0 2-3 16,0-1-4-16,0 0-1 0,0-1-10 0,0 1-18 16,0-1 9-16,0-1-11 0,0-1 8 0,0-2-16 15,0-7-4-15,-1-8-16 0,-1-1-128 0,1 0-30 16,-1 1-43-16</inkml:trace>
  <inkml:trace contextRef="#ctx0" brushRef="#br0" timeOffset="59726.94">17734 5437 1161 0,'0'-2'41'0,"-1"1"-6"0,0 0 38 0,0 0-8 0,1-1-1 15,0-1-36-15,1 1 3 0,9-5-4 0,20-7 1 16,2 3-21-16,3 4-5 0,-2 4-8 0,1 1 3 16,0 2-14-16,-5 0 2 0,-2 2 2 0,-3-1-4 15,-3 0-16-15,-2 0 4 0,-3-1-5 0,0 0 4 16,-2-1-15-16,-1-1-14 0,0-2-84 0,-2-2 25 16,1-1-256-16</inkml:trace>
  <inkml:trace contextRef="#ctx0" brushRef="#br0" timeOffset="60210.16">18758 4784 1390 0,'-1'-1'5'0,"-2"-2"11"0,-7-2-6 0,7 0-17 0,0 4-2 16,1-2-8-16,0 1-16 0,-1 1 6 0,2 0-4 15,-1 1 4-15,-1 1-5 0,1 0 6 0,-3 1 3 16,0 15 1-16,-3-3 17 0,1 1 3 0,0-2-1 0,-1-2 3 16,0-1 5-16,-2-1 14 0,1-1 5 0,-2-1 1 15,0 0 7-15,0-2 6 0,-2 0-7 0,-2 1 5 16,0 0-9-16,-3 1-8 0,3 2 6 0,-3 2-8 15,2 2 3-15,-2 3-11 0,0 2 3 0,3 7-5 16,1 2-2-16,-1 7-5 0,1 3-3 0,-1-1 1 16,1 3 5-16,4-3-5 0,-2 3 2 0,5-1-4 0,-6 2 4 15,2-1 2-15,3 3-2 0,1 0 2 0,5-1-7 16,-1 2 4-16,1-4 0 0,-16-2 1 0,10-2-1 16,6-5 6-16,2-1-3 0,1-2 4 0,4 0-5 0,3-2 4 15,1-1 5-15,4-2-2 0,-10 0-3 0,17-2 5 16,3 0 0-16,-1-3 1 0,6-1-8 0,-5 1 0 15,3-3-5-15,-1 1 2 0,-1-2-3 0,0-1 0 16,-1-2-3-16,-1-5 3 0,-1 1-8 0,-1 6-2 16,1-4-2-16,0-3-1 0,3-3-15 0,1-2-29 15,2-4-11-15,4-2-45 0,2-4-427 0</inkml:trace>
  <inkml:trace contextRef="#ctx0" brushRef="#br0" timeOffset="62028.74">21852 4782 360 0,'0'-2'31'0,"0"1"-8"0,-1-1 27 0,-2-9 2 16,-1 0-19-16,0-2-5 0,2 3-16 0,1 0-2 0,0 1 1 15,0 2 5-15,-1 0 12 0,2 4 9 16,-1-3-2-16,0 4 16 0,0-1-17 0,1 2 6 0,-13-8-9 16,2 4 6-16,-5 0-4 0,-3 4-10 0,1 2 5 15,-3 4-6-15,-1 2 4 0,0 4 1 0,-3 2-2 16,3-2-13-16,-1-8 7 0,1 15-3 0,1 4 6 16,-2-1 3-16,3 1-11 0,2 2 9 0,-2 1-11 15,3 3 1-15,2-1-7 0,1-2 2 0,3 4-2 0,2-1 3 16,3-3 0-16,2 0 0 0,-7-5-1 0,2 0-2 15,6-1 9-15,3 0-6 0,2 0 7 0,2-3-5 16,2 0-9-16,1-3 4 0,1-2-4 0,-6-1 12 0,12 0-9 16,2-3 7-16,-1-1-9 0,1 1 3 0,0-3-5 15,-2-1 1-15,0 0-1 0,-1-1-3 0,-1 6 5 16,-2-2-6-16,1-1 4 0,-1-3-10 0,1-1 5 16,1 1-2-16,-1-2 1 0,1-2-20 0,-1 0 1 15,2-3 1-15,-4 1 0 0,3-3-9 0,1-2-5 16,-5 3-5-16,6-1 4 0,-3-7-7 0,2-2 0 15,0-4-2-15,0 0 0 0,3-4-10 0,0 1-231 16</inkml:trace>
  <inkml:trace contextRef="#ctx0" brushRef="#br0" timeOffset="62512.43">22037 4920 865 0,'0'0'69'0,"0"0"-6"0,0 0 10 0,-1 0-2 0,-1 0-22 15,1 0-30-15,0 2-4 0,0-1 0 0,0 1-2 16,-3 4 0-16,-6 12-9 0,0 2 0 0,1 5-3 16,2 0 2-16,0 0 7 0,1 1-6 0,0-3 4 15,0 1-11-15,0 0 6 0,2-2 5 0,-1-4 0 16,1-2 1-16,2-6 7 0,-2 1-3 0,2-4 4 16,1-1-3-16,0-1-5 0,1-3-2 0,0 0-2 0,0-1-2 15,-1 2 6-15,-1-1 0 0,1 0 3 0,0 0 2 16,1-1-10-16,0 0-3 0,0 0-1 0,0 0 0 0,1-1-4 15,0-1 6-15,2 0-7 0,-2-4 4 0,9-15-5 16,2 2-3-16,-1-1 1 0,-1-2 4 0,0 2 0 16,-3 0 6-16,0 2-2 0,0 3 7 0,0 0-4 15,-1 4-2-15,0-3 1 0,-2 4-5 0,0 5 0 16,0 0 2-16,-2 2 0 0,0 1 2 0,-1 1-4 16,1 0 2-16,0-1-1 0,0-1 10 0,1 1 2 15,-1 1-3-15,-1 1 1 0,0 2-5 0,5 17 0 16,-5 2 0-16,-1 3 1 0,0-1 4 0,-1-1-8 0,-1 0 3 15,1-4-4-15,0-1 6 0,-1-4-3 0,2 0 1 16,0-1-2-16,0-1-1 0,0-3 1 0,0-2-1 16,0-1 2-16,0-2-2 0,0-2 8 0,0-1-8 15,0 1 7-15,0 1-8 0,-1-1-7 0,0-1 3 16,0 0-5-16,0 1-7 0,-1-1-18 0,1-1 1 0,0 0-7 16,0-1-1-16,0-2 6 0,-3-4-4 0,-2-9 4 15,2-2-6-15,0-3-1 0,2-1-3 0,1-3-12 16,-1-2-126-16,2 1-76 0</inkml:trace>
  <inkml:trace contextRef="#ctx0" brushRef="#br0" timeOffset="62729.34">21945 4862 1066 0,'0'0'39'0,"-1"0"-6"0,0-2 18 16,0 1-7-16,-1 0-8 0,2 0-39 0,0 0 7 15,0 0 1-15,2-1 2 0,-1 2-3 0,7-1 20 16,11-1 1-16,3 1 7 0,2 1 13 0,2 0-27 16,2 0 0-16,6 0-11 0,-4 1-18 0,-1 1-4 15,-2 1-8-15,-8-2 3 0,-2 0-16 0,2 0 0 16,0-1 1-16,-4 0-4 0,3-3-37 0</inkml:trace>
  <inkml:trace contextRef="#ctx0" brushRef="#br0" timeOffset="64329.95">22485 4482 378 0,'0'-1'21'0,"0"-1"20"0,-1 1 39 0,0 0 13 15,-1 0-15-15,1 0-22 0,0 0-42 0,0-1-3 16,0 1 1-16,-1 0 9 0,1 0-7 0,0 0 4 0,0-1-5 16,0 1 1-16,0 0-1 0,-1 0 5 15,1 0-1-15,0 1 11 0,0 0 6 0,0 0-5 0,1 1 8 16,0 0 7-16,0 0-8 0,0 0 6 0,1 2-9 16,1 4-11-16,4 5-5 0,0 1-4 0,2 2 1 15,-1 0-8-15,3 5-2 0,-2-2-1 0,-1 1 1 16,0 2 3-16,-1-2-4 0,0 4 3 0,-2-2-4 0,1 3 2 15,-2-2 4-15,-1-1-2 0,-1 2 3 0,0-1-3 16,-1 2 4-16,0-2-4 0,-1 0 5 0,0 1-4 16,-1-2-5-16,-1 1 6 0,2-2-6 0,-1 0 10 15,0-2-5-15,1-4-3 0,0-1 1 0,1-3-6 16,0-1 9-16,-1 1-6 0,1-4 8 0,0-2-8 0,0-2-3 16,0-1 5-16,0 0-4 0,0 2 14 0,0-1-5 15,0 0 16-15,-1 1-8 0,0-2 41 0,-1 0-35 16,1 0 3-16,0-1-15 0,0-1-7 0,0 0 3 15,0-2-5-15,-3-12 4 0,2-4-9 0,2-3 10 16,0-4-7-16,2 0 8 0,2-1-12 0,1-2 3 16,2-1 1-16,2 1 1 0,-1 0 0 0,0 0 1 15,0 0-2-15,1 2 0 0,0-2 1 0,2 0-1 16,0 3 5-16,2-2-3 0,1 5 3 0,-6-1-5 0,12 3-3 16,3 2 0-16,1 3 4 0,1 2 2 0,2 1-2 15,-2 4 1-15,-4 5-9 0,-3 1 5 0,-3-7 1 16,-3 5 0-16,-3 3-2 0,0 1 0 0,-3 1-7 15,-1 0 6-15,0 0-4 0,-1 1 2 0,-2 0-1 0,0 0-1 16,0 3-11-16,-1 4-1 0,5-1-3 0,-2 0-4 16,0-1-55-16,-2-1-104 0,-1-2-1 0,3 3-37 15,-2-1-41-15</inkml:trace>
  <inkml:trace contextRef="#ctx0" brushRef="#br0" timeOffset="64846.73">22867 4886 1277 0,'-1'-1'18'0,"-1"0"38"0,-1 0-54 0,1 0-17 16,-1-1 4-16,2 1-7 0,0 1 14 0,1 0-7 15,1 0 5-15,0 0-4 0,2 1 10 0,0 1-7 16,8 1-4-16,1 1 0 0,-2-1 1 0,0 0 13 0,-2-2 0 16,-1 0 4-16,0-1-3 0,-2 0 15 0,-1 0-4 15,2-2 8-15,-1-1 1 0,-1 0 1 0,0-11 5 16,0 1-4-16,-1-3 2 0,1 3 0 0,-2 2-2 16,-1-2 0-16,1 0-10 0,-1 1-11 0,8-1 6 0,-3 2-8 15,-2 3-1-15,-2 1 6 0,0 0-13 0,-1 1 11 16,-1 2-9-16,0-1-4 0,0 2 7 0,0 1-7 15,0 0-4-15,-1-1 6 0,0 1 2 0,0 1 2 16,-1 0 5-16,-4 0-4 0,-5 1-5 0,0 1 2 16,0 2-3-16,-2 4 7 0,-1 3 0 0,-4-8 2 15,2 12-3-15,0 3 0 0,0-1 0 0,4 2 0 0,3-1 0 16,-3 0 4-16,2-1-1 0,8 0 3 0,-4 0-3 16,5 1 2-16,-2-1-4 0,-2 2 3 0,-7 0-5 15,6-1 1-15,3 2 0 0,2-3 1 0,1 1 2 16,2-1 3-16,3-1-1 0,2 0 0 0,1-3 1 0,-7-3 2 15,12-2-1-15,2 0 1 0,1-4-6 0,0 8 9 16,2-3-8-16,0-3 7 0,0-3-12 0,2-2-2 16,0-2 4-16,0-4-3 0,0-2-13 0,-1-2 2 15,0 0-9-15,-1 5 8 0,1-14-3 0,0-5-15 16,0-2-6-16,1 0-5 0,-2-1-39 0,-2 0-157 16,2 1 13-16</inkml:trace>
  <inkml:trace contextRef="#ctx0" brushRef="#br0" timeOffset="65329.87">23222 3989 693 0,'-1'-1'35'0,"0"0"10"16,-2-2-21-16,1 1-24 0,0-3-1 0,1 4-40 15,-1 1-12-15,0-2-1 0,0 1 1 0,1-1 26 16,-1 1 23-16,1 1-1 0,-1 0 8 0,-1 1 18 0,1 1 14 16,-1 0 5-16,-6 3 4 0,6-3 32 0,-2 0 14 15,0 1 7-15,3-2-4 0,-4 2-7 0,4-1-32 16,0 0-2-16,-1 0-10 0,1-1-20 0,1 1-8 15,-1-1 1-15,1 0-1 0,0 0 9 0,1 0-1 16,0 2-4-16,1-1 2 0,-1-1 0 0,9 5-7 16,12 1 6-16,-1 0-7 0,0 3 8 0,6 3-11 15,-1-3 2-15,4 5-5 0,0-2 6 0,-1 1-6 16,0 5 0-16,-2-3-2 0,1 4-4 0,-1-3 6 0,1 1-4 16,-1 1 5-16,1 2-5 0,-1 1 7 0,0 4-4 15,-4 1 4-15,2 4-9 0,-5 4 13 0,-5 5-2 16,-1 6 7-16,-6 3-7 0,-5 5 4 0,19 4 0 15,-18 2 1-15,-9 2 2 0,-7 1-12 0,-6 1 4 16,-2 4-7-16,17 1 4 0,-24-5-3 0,2-3-3 0,-1-6 1 16,2-7-1-16,1-5-31 0,1-4-5 0,1-3-21 15,1 1-120-15</inkml:trace>
  <inkml:trace contextRef="#ctx0" brushRef="#br0" timeOffset="66398.74">18917 6282 774 0,'-1'0'37'16,"0"0"-4"-16,-5-1 6 0,-8-4 5 0,4 2-16 0,0-1-10 16,4 2-10-16,0-1-1 0,4 3-3 0,-1-1-4 15,1 1-3-15,0 0-1 0,-2-1 1 0,2 0 3 16,1 1 0-16,-1 0 3 0,0 0 0 0,-4 0 6 0,4 0 0 15,-1 0 8-15,2 0-2 0,-1 0 22 16,0 0-1-16,-1 0-3 0,1 0 1 0,0 0-5 0,0 0-23 16,1 0 2-16,0 0-8 0,0 0 6 0,1 0 3 15,0 0 1-15,0 0-3 0,1 0-3 0,0 0 10 16,5-1-5-16,15-3 5 0,-1 2-8 0,6 0 3 16,1 0-4-16,0 1 3 0,4-1-8 0,-3-2 8 15,4 1 4-15,2-1 1 0,2 0-5 0,7-2 7 16,5-1-3-16,1-2 4 0,5 1-5 0,4-1 2 0,-5-3-6 15,0 0 3-15,-5 0-13 0,-3 1 3 0,1 2 3 16,1 1-1-16,1 1 4 0,0 0-3 0,-3-1-3 16,-3 1 1-16,-4 1 4 0,-5 0-2 0,-3-1 3 15,-5 2-2-15,-2 1 1 0,-2-1-5 0,-2 1 2 16,-1 2-2-16,-3 0 7 0,-1 1-1 0,0-1-5 0,-2 1 4 16,-1 0-5-16,-2 0-1 0,-1 0 4 0,1-1-4 15,-2 1-5-15,-3 1-7 0,3-1-7 0,2 1 1 16,-5 0-16-16,2-1-29 0,-1 0-59 0,0 0 6 15,3-3-215-15</inkml:trace>
  <inkml:trace contextRef="#ctx0" brushRef="#br0" timeOffset="67316.33">22051 5619 243 0,'-1'-1'60'0,"0"0"69"15,-2-2-5-15,-5 1-35 0,-6-6 1 0,-3-1-16 16,2 4-18-16,-1-1-26 0,-2-1 9 0,2 5-16 16,-6 1-4-16,-2-13-13 0,1 8 3 0,-2 4-3 0,0 2 9 15,0 2-1-15,-1 1-3 0,2 0 4 0,0 1 4 16,5-1-4-16,0 2 4 0,5 0-5 15,1-1 2-15,2 0-3 0,1-2 2 0,1 1-1 16,2-1 8-16,1-1-6 0,0 1 4 0,5-2-4 0,-2 0 8 16,2 0-18-16,-1 2 6 0,0-1-9 0,0 0 10 0,1 0-2 15,0 1 3-15,1 1-1 0,1-1 9 0,0-1 1 16,10 5-1-16,17 1 1 0,2-3 2 0,4-3-1 16,2-2-1-16,6 0 1 0,2-2-7 0,1 1 3 15,2-3-3-15,-1 2 3 0,-1-4-7 0,6-2-4 16,0 0 0-16,0-3-2 0,5 2-3 0,-3-1 0 15,-1 0-4-15,-6 3 3 0,-5 0-3 0,-5 1 8 16,-2-1-1-16,-4 1 2 0,0 1-7 0,-3 0-4 16,-1 0 2-16,-4 2-2 0,3 0 11 0,-6 0-5 0,-1 1 1 15,-6 0-3-15,-5 2 0 0,-2 0 3 0,-2 0-2 16,2 0 1-16,-1 0-1 0,-2-1 8 0,0 1-4 16,0 0 3-16,-1 0-15 0,-1 0 2 0,0-1-1 15,-1 1-1-15,-7-1-5 0,-16-3 10 0,-7 4-6 16,-2 1 6-16,-1 1-1 0,-3 4-4 0,-5 0 8 0,0 3-7 15,-7 0 3-15,-5 3 4 0,-6 2-2 0,-5-2 3 16,1 1-4-16,0 2 1 0,5-1 1 0,-1 2 2 16,2 2 10-16,0-2-8 0,1-1 3 0,5 0-4 15,3-1 3-15,5-2-10 0,5 0 5 0,7-2-6 16,5-2 6-16,6 0 7 0,1-1-10 0,5-1 8 16,4-1-11-16,2-1 2 0,5-2 4 0,1-1-2 15,1 0 3-15,0 1-5 0,-1 0-4 0,2-1 0 0,1 0 5 16,0 0 2-16,3 0 4 0,12-2-3 0,14-6 3 15,10-4-4-15,6-2 0 0,9-2 0 0,2 2 3 0,8-2-3 16,-1-1 6-16,1 1-6 0,2-2-4 0,5 2 8 16,2-2-3-16,7 1 8 0,1-1-8 0,-5 1-4 15,1 2 1-15,-6 3-2 0,-1 3 1 0,-3 1 2 16,-4 1-3-16,-7 2 2 0,-7 0-3 0,-7 2 3 16,-6 0 0-16,-8 1 0 0,-4 0 0 0,-8 1 7 15,-4-1-3-15,-4 2 5 0,-3 0-3 0,-3 0 12 16,1 0 6-16,-1 0 1 0,-1 0 12 0,0 0-27 15,-1-1 1-15,0 1-9 0,-1 0 3 0,-6 0-11 0,-16 0 2 16,-4 4-7-16,-4 2-3 0,-3 1-34 0,-3 1-26 16,-3 1-12-16,-3 2-185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35:24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24335 7542 256 0,'0'0'-6'0,"0"0"26"0,0 0 14 16,0-2 7-16,0 1 11 0,0 0-17 0,0 0-19 15,0 0 3-15,0-1-4 0,0 2 6 0,0 0-9 16,0 0 4-16,0-1-4 0,0 1 15 0,0 0 9 15,0-1-4-15,0 1 5 0,0-1 1 0,0 0 4 16,0 0 5-16,-2-1-5 0,1 1-9 0,0 0 8 16,0 0-11-16,0 0 9 0,-2 0-21 0,2 1-8 15,-7-3 2-15,-3 1-3 0,3 1 8 0,-4-1-8 0,-2 1 10 16,4 1-10-16,-4 0 4 0,-3 0 3 0,4 1-6 16,-2 1 7-16,0-1-5 0,-1 1 6 0,0 1-2 15,-1-1 2-15,1 0-5 0,2 1-7 0,0-1 3 0,0 1-4 16,2 1-1-16,0 0-4 0,-1-1-1 0,1 1-1 15,-1 0 10-15,2 1-7 0,-1 1 1 0,-1 0-3 16,0 1 2-16,0-1 1 0,-1 1 7 0,2 0-5 16,1 0 1-16,-4 2 0 0,1 1-3 0,0-1 1 15,-2 2-4-15,4-9-1 0,-1 11 5 0,-1 0-1 16,3 5 8-16,0-3-9 0,0 0-2 0,2-1-1 16,-1-3 6-16,2 1 0 0,2-2-4 0,-2 4 1 0,4-2-7 15,1 1 6-15,2 0 2 0,-9 0 1 0,3 0 1 16,1 2-7-16,0-1 0 0,2 3-3 0,0-1 6 15,2 1 1-15,1-1 1 0,1 0 0 0,-2-1 4 16,1 1-4-16,0-3 1 0,1 0-3 0,0 1-6 0,1-1 6 16,2 2-1-16,0-1 3 0,2 0 0 0,0 1-6 15,-2-4 8-15,-1-1-7 0,2-1 9 0,-1-1-2 16,3 2-2-16,1 0 2 0,-1 0 0 0,5-2 10 16,1-1-5-16,3 1 6 0,-2-2-15 0,1-1 9 15,2 1-3-15,-3-4 5 0,1 8-7 0,2-2 5 16,-2-2-5-16,1-2 5 0,2 1-6 0,-2-1 8 15,0-2-2-15,0-1 4 0,1-1-10 0,-1 0 4 16,-1 0 0-16,1 0 1 0,1 0-6 0,-2 0 3 0,0 0-2 16,0 0 2-16,-1 0-1 0,-1-1-3 0,3 0-3 15,-4 0 1-15,-2-1 1 0,2 1 0 0,-5 0 1 16,2 0-1-16,0 0-9 0,3-2-7 0,-2 1-11 16,0 0 1-16,2-1-48 0,0 2-75 0,-6 1-19 0,2 0-27 15,1-1-147-15</inkml:trace>
  <inkml:trace contextRef="#ctx0" brushRef="#br0" timeOffset="698.96">24723 7749 92 0,'0'0'28'0,"0"-2"-4"0,0 1 48 0,0 0-1 15,0 0 8-15,-2-9 14 0,0 0 11 0,1-1 1 16,0 1-1-16,0 1-29 0,-1 1-9 0,1 0-9 16,-1 1 3-16,0 0-15 0,-1 0-10 0,2 2-2 0,0 0-4 15,1 4-14-15,-1-4 5 0,1 3-4 0,0 1 4 16,-1-1-7-16,-1-1-3 0,1 1 3 0,0 0-4 16,0 0-5-16,0 1 2 0,-1 0-2 0,1 0 1 15,0 0-5-15,1 1 6 0,0 0-5 0,-1 1 7 16,0 0-8-16,0 1 7 0,-1 5-3 0,2 6 5 15,0-1-9-15,0 3 0 0,-1 3 1 0,0 0 1 16,0-3-6-16,0 4 8 0,0-2-4 0,-2 0 7 0,1 5-5 16,-2-2-2-16,1 0-2 0,-1 3 0 0,-2-3 6 15,2 1 0-15,-3 0 0 0,0-2-1 0,1 1-4 16,0-4 2-16,0 3 1 0,2-3 0 0,1-1-6 0,0-3 3 16,1 1-1-16,1-3 2 0,0-1 7 0,0 1-6 15,1-4 1-15,0 1-2 0,0 0 2 0,0-3-2 16,0 1 4-16,1 1-4 0,-1-3 2 0,1 2 6 15,2 1-4-15,0-4 5 0,3 1-5 0,5-2 1 16,-5 4 3-16,3-1-1 0,0 1 12 0,4-1-4 16,3-1 3-16,2-2-5 0,0-1-2 0,0-1 1 15,1-1-2-15,-2-1 3 0,0 0-2 0,-1-1-4 0,-1 2-2 16,1 0 0-16,0-1 0 0,-2 1-5 0,-1 0 1 16,-1-1-2-16,-2 1 5 0,0 1-5 0,-3 0 1 15,1-1-2-15,-1 2 4 0,0 0-2 0,0 0 4 16,-1 0-4-16,-3 0 4 0,0 0-4 0,-2 0-2 0,1 0 1 15,-1 0 2-15,2 0 0 0,-1 0-4 0,0 0 0 16,1 0-9-16,-2-1-21 0,0 0-25 0,0 0-5 16,1 0-113-16,-1-2-74 0,0-1-29 0</inkml:trace>
  <inkml:trace contextRef="#ctx0" brushRef="#br0" timeOffset="1048.81">24553 7886 1193 0,'0'0'20'0,"-1"-1"-1"0,0 0-3 16,0 0-4-16,0-1-6 0,-1 1-10 0,2 0-1 15,0 0 0-15,2 1 0 0,-1 0 4 0,0 0 1 16,12 0 5-16,6 0-3 0,2 1 7 0,-2 0-6 16,5 2 4-16,-5-2-2 0,1-1 13 0,5 0 9 0,-2-1-6 15,0-1 7-15,1 0-4 0,0-1-7 0,-4-1 3 16,2-1-6-16,-3 1-1 0,-2 0-6 0,-2 1 1 16,-1-1-2-16,-1 0-1 0,0 1 1 0,-1 1 0 0,-2-1 0 15,0 1-6-15,-3 1 5 0,0 0-6 16,0-1 4-16,-3 1-9 0,2 0-11 0,-3 1-2 0,-2 0-6 15,1 0-45-15,1-1-93 0,-2 1-9 0,2-3-37 16,0 2-133-16</inkml:trace>
  <inkml:trace contextRef="#ctx0" brushRef="#br0" timeOffset="1365.83">24662 7495 1123 0,'0'-2'22'0,"-2"1"1"0,1 0 12 16,0 0-4-16,0 0-2 0,0-1-17 0,1 1-15 16,0 0 3-16,1 0-4 0,1 0 9 0,17-6-6 15,3 1 0-15,1 2-3 0,0 2 2 0,0 1 8 16,-2 0-3-16,2-2 4 0,0 1-12 0,0-2 16 0,-2 1-2 15,5-2 10-15,-5 0 15 0,0 0-4 16,1-1 6-16,-6 1-8 0,4-1-4 0,-2 0-9 0,-2 1 4 16,-1 2-4-16,1-1 7 0,-2 2-12 0,-2 0 1 15,-3 1-5-15,-3-1 2 0,0 2-7 0,0 0 0 16,1-1-2-16,-1 1-8 0,-2 0-10 0,0 0-12 0,1 0-8 16,2 0-136-16,0 0-139 0</inkml:trace>
  <inkml:trace contextRef="#ctx0" brushRef="#br0" timeOffset="3802.73">12734 12813 360 0,'0'0'0'0,"0"0"124"0,-1 0 9 0,0 0 20 0,0 0 9 16,-1 0-123-16,1 0-4 0,0 0-24 0,0 0-5 16,1 0 1-16,0 0-3 0,0 0 9 0,1 0-1 15,0 0 3-15,0-1 2 0,2 0-8 0,-1 1 8 16,8-2-9-16,-1 0 2 0,0 1-2 0,1-1-4 0,0 1 1 16,0-1-6-16,-2 1 6 0,1 0-5 0,2 1 8 15,-3 0 7-15,-1 0 1 0,1 0 7 0,0 0-5 16,1 0 0-16,2 0 7 0,-2 0-5 0,1 0 5 15,-1 0 2-15,-2 0-16 0,3 1 8 0,-1 0-12 16,2 1-2-16,1 0 6 0,-6-1-11 0,3 2 8 16,1 0-4-16,-4-1-6 0,5 4 7 0,-5-2-6 0,1 1 7 15,-1-2-4-15,0 2 3 0,0-2-3 0,0 3 2 16,-1 4 1-16,0-2 2 0,0 2 1 0,-4 2 12 16,1-4-6-16,3 1 1 0,0-1-2 0,-1 0 4 0,-1 3-8 15,1 0 3-15,-1 1-5 0,1 2 2 0,-3 0-3 16,-1 0 3-16,0 2-3 0,0-1-4 0,-1 0-3 15,0 1 2-15,-1-2-1 0,2 1 1 0,-1-1 1 16,0 1-2-16,0 2 2 0,-1 1-2 0,0-1 0 16,0 2-3-16,-2 0 3 0,2 2 4 0,-1 0-1 15,0-1-3-15,2 2 0 0,-1-2-6 0,-1 0 6 16,0 0 3-16,-2 2 0 0,0-1 1 0,2-1-2 16,1 1-2-16,0-1 0 0,2 0-5 0,0 0 6 0,-1-1-1 15,0 0 4-15,0-1-10 0,1 0 8 0,0 1-5 16,0 0 5-16,1 1-7 0,1 0 3 0,1 0 3 15,0-2 0-15,0 2 0 0,-2 0 4 0,1 3-9 16,2-2 7-16,-1 1-10 0,3 2 10 0,-2-5 0 16,-2 3 3-16,1-2-5 0,0 0-6 0,-1-1 7 0,2-3-5 15,0 1 12-15,0-2-10 0,1 0-3 0,-1-2-1 16,0-2 6-16,-1-1 2 0,1 1 2 0,-1-3-2 16,2 2-6-16,-1-3 0 0,-2-3 3 0,2 2 0 15,-2-2 3-15,0-1 1 0,5 1-5 0,0-2 3 16,2 2-1-16,-2-2-1 0,1 2 4 0,0-3-3 15,0 5 7-15,1-2-5 0,-1 0 3 0,1-1-3 16,-1 0 7-16,2-2-2 0,-1-1-1 0,1 0 0 0,0 0 3 16,0 0-6-16,-1-1 1 0,-1 0-4 0,1-1-1 15,-2 1 6-15,1 0-4 0,-1 0 4 0,-4 0-5 16,2-1-2-16,-1 1 2 0,-2 1-2 0,0 0 2 0,0 0 1 16,0 0 3-16,0-1-2 0,1 0-3 0,-1 0 0 15,0 1 2-15,-1 0 2 0,1 0 4 0,-1 0-3 16,0 0-3-16,-1 1 0 0,0 0-3 0,0 0-1 15,0 2 1-15,-2 4-2 0,-2 4 2 0,1 1 1 16,-2 2-1-16,1 0 1 0,0 3 0 0,-1 2 0 16,0-2 0-16,2 0-1 0,-1 0 1 0,2 0 3 15,-1 2-4-15,1 1 1 0,1-1-6 0,0 3 5 0,1 3 1 16,0 0 0-16,0 4 0 0,1 2-2 0,0 1-1 16,3 3 0-16,-1 1 4 0,1-2-2 0,-1 0 2 15,2 0-2-15,0 0 3 0,1 3-4 0,-1-1 1 16,2 2-3-16,2 2 9 0,0 2-5 0,2 5 0 15,0-1-1-15,2 0 0 0,3 2-1 0,-2-5 2 16,0 2-1-16,0 2 2 0,-1 1-2 0,-2 2 1 0,-2 4-2 16,0-2 7-16,0 3-4 0,-2-7-1 0,-3-4 0 15,1-2 2-15,1-4-1 0,0-2 4 0,-3-4-4 16,1 0-1-16,-2-2 1 0,-1-2-1 0,-1 1 1 16,0-2-1-16,0-3 4 0,-1 2-3 0,-1-1 4 15,-2-4 2-15,0 4-5 0,-1-4 7 0,-1-1-6 16,-1 2 10-16,0 1 0 0,-1-3-1 0,-2 0 0 0,0-2-3 15,-1 0-3-15,8 0-3 0,-13-1 0 0,1 1 2 16,-3-2-3-16,2 1 5 0,-1-2-3 0,2-1 12 16,1 0-9-16,0-2 6 0,-1-1-7 0,3-1 11 0,0-2 15 15,0 0-4-15,2-4 7 0,-2 1-21 0,3 0-3 16,-1-3 1-16,1 2 0 0,1-1 1 0,1 1 1 16,-1-1-8-16,1-1 6 0,2 0-10 0,0 0 9 15,0-1-2-15,3 0 4 0,-4 4-9 0,2-3-3 16,3-2-1-16,-2 3-2 0,0-2-8 0,1 0-23 15,0 0-6-15,-1 0-11 0,1 1-74 0,1-1-197 16,0-1-74-16</inkml:trace>
  <inkml:trace contextRef="#ctx0" brushRef="#br0" timeOffset="4754.03">13747 14011 843 0,'0'0'28'0,"-2"0"-6"0,1-1 12 0,0 0 5 16,0 0-12-16,0 0-17 0,0 0-3 0,-1-1-3 15,1 1 3-15,0-1-5 0,0 0 8 0,0-1-3 16,-1 1 7-16,1-1 6 0,0 1 2 0,0 0 8 16,1 1-4-16,-1-2 17 0,0 1-10 0,1 1 3 0,-4-2-4 15,-2-1 14-15,1 0-2 0,0 1-3 0,-1 0-1 16,-1 1-16-16,-2 0-7 0,-1 2-4 0,0 1-1 15,0 2-8-15,-1 3 1 0,2 1 1 0,-1 4-1 16,2 5 5-16,-1 2-7 0,-2 3 2 0,-2-1-3 16,3 1 4-16,3-1-5 0,1 0 2 0,-6 0-3 15,4-1 8-15,2 1-9 0,2-1 5 0,2 0-7 0,1 1 3 16,1 0 2-16,0-2-1 0,2 1 1 0,2-1 4 16,-1 0-7-16,0-2 4 0,0-1-3 0,1-2 6 15,0 1 1-15,2 0-3 0,-1-3 3 0,2 2 12 0,0-1 4 16,0-1-2-16,0 1 1 0,1 0 0 0,-2-4-4 15,-2 0 6-15,5 1-7 0,2-5 1 0,-1 1 0 16,0 0-3-16,0-2 3 0,0 0-3 0,0-2-5 16,1 6 0-16,0-1-2 0,-1-2-2 0,1 0-5 15,-1 0 3-15,0-3-3 0,-1 0-1 0,1-1-1 16,0 0-5-16,0 0 1 0,-1 0-19 0,0-1-2 16,1 0-7-16,-1-2-1 0,3 0-49 0,-3-2-51 15,4-2-26-15,-2 0-10 0,-2 2-108 0</inkml:trace>
  <inkml:trace contextRef="#ctx0" brushRef="#br0" timeOffset="5218.38">13938 13984 831 0,'-1'0'131'0,"0"0"25"16,-4 0-43-16,-12-2-61 0,5 0-11 0,4 1-23 15,2 1-11-15,0 0 3 0,2 0-5 0,3 0 5 0,0 0-11 16,0 0-4-16,-2 0-2 0,1 0 0 0,1 0-4 16,0 0 7-16,0 1-7 0,-1 0 11 0,1 1 4 15,0 5-4-15,0 5 3 0,1 3-2 0,0 2 4 16,0-1 3-16,0 1 0 0,0-1 18 0,0 2-1 15,0-1 2-15,0 1-3 0,0-1 0 0,0-1 1 16,0 1-2-16,0-1 1 0,1 0-7 0,1 1-3 16,1-1 1-16,-1-2-1 0,0-1 0 0,2-1-9 15,-1-2 3-15,2-1-5 0,2 3 2 0,-1-4 5 16,-1-1-5-16,12 0 5 0,-4-3-6 0,-2-2 9 0,3 0-4 16,-3 1 5-16,5 7 2 0,3-3-1 0,-1-2 5 15,-3-5-4-15,-2 0 2 0,2-2 0 0,-2-1-3 16,2 0 0-16,-2-1-9 0,-2 0-2 0,1-2 0 0,-2-1 0 15,3-2-7-15,-2 2 7 0,-1 0-4 0,-2 1 6 16,0 1-13-16,-1 3-2 0,-3-4-5 0,1 1 1 16,-3-2-25-16,1 1-25 0,-1-3-7 0,-1 2-10 15,2 0-61-15,2-1-77 0,0 0-24 0</inkml:trace>
  <inkml:trace contextRef="#ctx0" brushRef="#br0" timeOffset="5538.88">13957 14113 1078 0,'-1'0'206'0,"-1"0"-250"15,-8 0 235-15,0 0-122 0,4 0-43 0,4 0-1 16,0 0-9-16,0 0 4 0,-1 0-22 0,2 0 2 15,0 0 2-15,0 0 1 0,1 0 5 0,1-2-2 16,1 1-2-16,8-3 1 0,7-5 2 0,2 1 1 16,-3 1 0-16,2-1-1 0,0 0 2 0,-1 1-5 0,-1-1-3 15,-4 3 0-15,-1-1-1 0,0 1-1 0,1-1 2 16,-2 1-1-16,-3 2 0 0,-1-1 0 0,-2 2 1 16,-2 1-1-16,1 0 3 0,-1-1 2 0,-1 2-5 15,0 0 2-15,2-1-3 0,-1-1-18 0,0 0 0 0,1-1-15 16,-2 1-78-16,0 0-72 0,0-1-46 0,0 1-12 15,1-2-208-15</inkml:trace>
  <inkml:trace contextRef="#ctx0" brushRef="#br0" timeOffset="5770.11">13835 13797 828 0,'-1'0'174'0,"-1"0"359"0,0 0-460 0,0 0-24 16,-1 0-5-16,1 0-7 0,1 0-25 0,0 0-6 16,-1-1 5-16,2 0-5 0,0 0 7 0,2 0 9 15,0 0-8-15,11-6 8 0,5-3-18 0,3 2 0 16,0 0 0-16,1 1-1 0,1 0-3 0,-1 1 0 16,-3 0-2-16,-3 1-1 0,2-1-16 0,-5 2-35 15,2-1-7-15,0 0-17 0,-4 0-86 0,2 0-179 16</inkml:trace>
  <inkml:trace contextRef="#ctx0" brushRef="#br0" timeOffset="8054.85">12324 10105 103 0,'0'0'45'0,"0"0"55"0,-1-1-28 0,-1 0-18 15,1 0 3-15,0-1-8 0,0 1-2 0,0 0 4 16,-1 0-11-16,1 0 8 0,0-2-4 0,0 1-14 16,0 0 11-16,0-1-13 0,-1 1 11 0,1 0 6 15,-1-2-9-15,1 0 7 0,0 2-19 0,-1-1 7 0,1-1-3 16,0-1 2-16,0 2-5 0,1-1-3 0,0 0 2 15,0-1-3-15,0-1-2 0,1 1 1 0,0 1-3 16,2-1 2-16,0 0-5 0,5-1 2 0,5 3-2 16,0-1 1-16,-1 1-10 0,1 2-2 0,2-10 5 0,-1 4-4 15,-1 2 4-15,2 2-2 0,-3 2-2 0,2 1 1 16,2 0-6-16,-3 1 6 0,2 2-3 0,-3 1 5 16,1-1-9-16,-1 1 6 0,1 1-5 0,2-1 7 15,-3 1-6-15,0 0 3 0,-2-1 1 0,-3 0 0 16,1 1 1-16,0-1-2 0,2 3-2 0,-3-5 0 15,0 6-4-15,-3 1 9 0,1 1-1 0,0 0 3 0,-2 1-5 16,1 3 2-16,-1 1 3 0,1-1-1 0,-2 3-6 16,1-2 8-16,-1 4-9 0,-1 1 7 0,0 1-4 15,0 0-1-15,11-2 4 0,1 20 0 16,-9-18 0-16,-2 2-1 0,-2 2-1 0,0-3-4 0,0 0 2 16,-1-2 2-16,-1-2 0 0,-1 1 1 0,0 1-5 15,-1-1 0-15,1 1 0 0,-1-1 3 0,1-2-2 16,-1 1 3-16,0 0-4 0,2-2 4 0,0 1-6 15,-2-2 3-15,1 1-4 0,-2 2 4 0,1-1 1 16,2 0-4-16,0 3 2 0,-1 1-3 0,1 1 4 16,-1 0-3-16,0 0 3 0,1 1 2 0,-1-1-3 15,1-1 3-15,0-1-3 0,1-2 0 0,-1-1 1 16,2 1 1-16,0-2 0 0,0 2 0 0,0-1-2 16,0-2-4-16,0-1 1 0,3 0 5 0,-1-2-2 0,0 0 4 15,2-1-4-15,0 0 1 0,-1-2-4 0,1 0 4 16,-1-2-3-16,1-2 9 0,-1 0-3 0,1 0 1 15,-2-3 0-15,4 1 8 0,1-1-1 0,0-1-2 16,0 0 1-16,1 5 4 0,-1-1-9 0,-1-3 7 0,0 1-9 16,0-2-1-16,-1 0 6 0,-2-1-11 0,2 0 8 15,-1 0-9-15,-3 0 4 0,0 0 6 0,1 0-3 16,1 0-1-16,-1 0 6 0,-1 0-3 0,0 0 4 16,0 1-11-16,1 0 3 0,-2 0-5 0,0 1 5 15,-2 0-3-15,-1 5-1 0,-6 7 1 0,6 4-1 16,-11 1 2-16,0 2-1 0,0 2 0 0,0 3-1 0,0-1 0 15,2 7-1-15,-2-2 1 0,2 0-2 0,-2 1 2 16,0-2 2-16,2 2 0 0,-3 1 0 0,5 1 0 16,2 0 4-16,2-3-5 0,0 3 4 0,-1-1-11 0,5 3 3 15,-2-2 5-15,3 1-1 0,-15 3 3 0,9-3 0 16,3 2-2-16,4-3 1 0,0-4-1 0,0-1 2 16,1-3-4-16,1-2 3 0,0-1 5 0,-1 1-8 15,3-2 4-15,-1 0-4 0,1 0 5 0,-1-2 0 16,2-1-3-16,-2-2 1 0,1-1 0 0,1 0 4 15,-2-4-1-15,-2-4 0 0,2 6-2 0,-2-6 5 16,-1 3 2-16,0-2-1 0,0-7 3 0,-1 5 21 16,-1 0 0-16,-1 0 7 0,-1 0-2 0,1-2 11 15,-7-1-4-15,-1-1 7 0,-5 0-20 0,0 9-9 16,1-4-5-16,-1-2 1 0,2-3 2 0,0 0-15 0,1-2 8 16,3 0-11-16,-1 0 5 0,2-1-2 0,-1 0-4 15,2 0 2-15,0 0-1 0,2 0-6 0,0-1 4 16,1 1-6-16,-1-1-4 0,2 0-6 0,-1-1-4 0,2 1 1 15,-1-1-16-15,0 1-34 0,1 0-8 0,1-1-13 16,-1-6-76-16,-3 2-75 0,0-2-44 0</inkml:trace>
  <inkml:trace contextRef="#ctx0" brushRef="#br0" timeOffset="8738.41">13393 10795 654 0,'-2'0'22'16,"1"-1"-3"-16,-1 0 11 0,-6-3 2 0,-2 2-6 15,3 1-2-15,-1-1-10 0,-1 0 1 0,-1 1-3 0,0 0 13 16,-1 1 5-16,0 0-2 0,-2 1 1 0,3 2-13 16,-2 0 5-16,0 3-4 0,-1 1 4 0,1 0 5 15,1 0 8-15,-2-3 3 0,1 9 0 0,-1-2-7 0,-1 0-2 16,2 1-3-16,2 1 0 0,-3 0-16 0,4 2 3 15,-2-1-9-15,-2 1 7 0,6 1-13 0,0 1 4 16,2 1 1-16,-7-1 1 0,4 1-3 0,2-1 2 16,3-1-1-16,-1 0 3 0,4 0-4 0,1 0 1 15,2-2 4-15,1 2-1 0,2-2 7 0,0-1 7 16,2 1 4-16,1-1 2 0,-6 0 12 0,9-2-9 16,1 1-4-16,0-2-1 0,0 0-5 0,0-2 5 15,0 1 1-15,-2 0 1 0,4 0-9 0,-1 0 1 0,0-3-1 16,1-2 1-16,0 1-4 0,-1-1 3 0,1-1-7 15,-1 6 6-15,1-2-6 0,-1-2 5 0,1-1-3 16,2-2 2-16,-3-1-15 0,0 0 4 0,-3-1-1 16,0 0 3-16,2 0-1 0,-2-1-10 0,1-2-8 15,-1-2-3-15,-2 1-39 0,1 0-64 0,-3 0-7 0,-1 0-20 16,2-2-15-16,1-11-11 0,0 3-13 0,2-1-10 16,-3-3-121-16</inkml:trace>
  <inkml:trace contextRef="#ctx0" brushRef="#br0" timeOffset="9574.59">13661 10766 523 0,'-1'0'107'0,"-1"0"207"0,-2 0-238 0,-8-2-11 16,5 0-5-16,1 1-2 0,1 1-29 0,-1 0-5 15,-4 0-2-15,0 1-1 0,-1 2-11 0,1 0-3 16,2 2 0-16,1 0-2 0,5 15-1 0,-2-2-6 15,-8 2 2-15,3 5-3 0,3-2 11 0,1 1-9 16,3 0 4-16,0 0-5 0,0 1 1 0,2 0 4 16,-1-2-2-16,0 1 4 0,1-1-7 0,0 0 5 15,1-3-1-15,0-3 4 0,2 1-3 0,-2-3 0 16,1 1-2-16,2-1 2 0,-3-7 0 0,1 1 6 0,0-1-5 16,0-1 5-16,0-2-11 0,1 1 3 0,0 0-1 15,-2-3 0-15,-1-2-10 0,3 1-20 0,-1-1 2 16,0 0-10-16,0 1-9 0,-1-2-22 0,0 0 6 15,0-2-9-15,4-7 13 0,2-14-2 0,-2-3 5 0,-3 0-3 16,-2 0 10-16,-1-2 10 0,-2-1 5 0,2 2 3 16,-1 0 25-16,1 3 6 0,-1-2 0 0,0 3 2 15,0 1-2-15,-2-1 14 0,1 1-4 0,-2 0 9 16,1 2-6-16,1 1 16 0,1 4-10 0,0 2 12 16,1 1-4-16,0 3 0 0,0-2 9 0,1 3-7 15,0-1 2-15,0 0-4 0,0 1 2 0,0 4 0 16,1-2 9-16,0 1 4 0,0 1 4 0,2 1 1 0,-1-1 10 15,-1 2 15-15,8 0-12 0,-6 0 9 0,3-2-40 16,2-1-11-16,0 2 0 0,2 0-3 0,0 2-4 16,-1 1 1-16,-1 2-4 0,-1 2 3 0,0 2-10 0,-1 2-3 15,-1 12 2-15,-2-1-2 0,-1-2 7 0,0 3-5 16,9 0 0-16,-2 0-2 0,-5 2 4 0,-3-2 4 16,-1-4 1-16,0-1-1 0,-1 1 0 0,-1-2-3 15,-2-3 7-15,1 1-6 0,-1-4 8 0,1 0-7 16,-1-1-2-16,3-4-2 0,0-1-2 0,-1 2 5 15,2-3-3-15,0 0 4 0,-2 2-1 0,1-1-1 16,0 0 2-16,0 1-1 0,0-1 8 0,-2-1-9 16,2 0 8-16,-1 1-9 0,0-1 3 0,0 0 3 15,1 0-8-15,0 0 8 0,0 1-2 0,0-1-1 0,-1 0-1 16,1 0-1-16,1 0-6 0,0-1 2 0,0 0-1 16,1 0 2-16,1 0 2 0,0 0 1 0,3 0-1 15,9 0 1-15,-1-1-8 0,2 1 5 0,0 0 1 16,1 0 1-16,0 0-4 0,-1 0 2 0,1 0-5 0,-2 1 5 15,0 2-1-15,-1-1 1 0,0 0 2 0,-3 2-1 16,2 1 0-16,-4-2-1 0,1 2-1 0,-4-2 1 16,-1 0 6-16,-1 7-3 0,1 2 4 0,4 0-5 15,-2 2-3-15,-4-2 9 0,-2-1-5 0,-3 2 9 16,-2-1 7-16,-1-1 4 0,5 2-3 0,-14-3 2 16,1 1-12-16,-3-2 13 0,1 1-5 0,-1-1 6 0,1 2-5 15,1-1 12-15,-2-2-1 0,2-1 2 0,1-1-17 16,-2-2 5-16,0 2-4 0,0 0 5 0,0-1-1 15,2 1-3-15,0-2-2 0,3 1-1 0,-3-4-10 16,5 0-7-16,-2 1 5 0,3 1-6 0,2 1-12 0,-1 1-173 16,2-3-61-16</inkml:trace>
  <inkml:trace contextRef="#ctx0" brushRef="#br0" timeOffset="10806.61">25459 7649 670 0,'-1'-2'0'0,"-1"1"21"16,1 0 188-16,0 0-73 0,0 0 4 0,0-1-111 0,0 1-6 15,-1 0-20-15,1 0-1 0,0 0 0 0,0 0 5 16,0 1-7-16,1 0 4 0,0 0-4 0,0 0 16 16,0 1 4-16,0 0 5 0,1 0 1 0,0 0 21 0,0 0 3 15,0 1-5-15,2-1 4 0,1 1-5 0,8 4-9 16,3-1 6-16,2-2-9 0,5 1 3 0,3-3-16 16,0-1-3-16,-2 0-5 0,-3-1-8 0,0-2-5 15,1 0 4-15,-3-1-4 0,2 1 2 0,-1-1 0 16,-4 2-4-16,3-2 3 0,-2 1 3 0,-3-1-23 15,1 0-3-15,-3 0-14 0,1 0-69 0,-2 0-94 16,0 2-18-16,-1-1-34 0,2 0-176 0</inkml:trace>
  <inkml:trace contextRef="#ctx0" brushRef="#br0" timeOffset="11490.63">26552 7525 821 0,'0'-1'25'0,"0"0"-1"0,-1 0 30 16,0-2-3-16,1 2 2 0,-3-8-26 0,-1 2-10 15,2 1-7-15,0 0 1 0,0 0-5 0,1 1-6 16,-1-1 2-16,0 3-2 0,1-2 4 0,0 0-3 15,1 2 0-15,-1-2-1 0,0 2-3 0,0-2 1 0,-1 0-1 16,1 2 3-16,-1-1 6 0,-1 1 10 0,1-1 6 16,-1 2-2-16,-6-1 1 0,1 2-7 0,-1 0-2 15,-2-6 1-15,-1 0 7 0,-2 2-2 0,1 2-1 0,0 2-1 16,-1 1-4-16,1 0 2 0,-2 2-1 16,2 0 2-16,0 3 0 0,-1 1-7 0,1 0-1 0,-3 2-3 15,2 0-4-15,-1 2 1 0,3-8 4 0,-1 10-3 16,1 1 6-16,1 0-6 0,-2 1 1 0,6 0-3 15,-2 3-2-15,1 2 6 0,1-2-4 0,-4 3 6 16,3-3-10-16,1 1 5 0,0 2-1 0,1-1 3 0,1 1-2 16,0 1 4-16,2-1 0 0,2 1 1 0,-11-2 2 15,5-1 10-15,3-2-6 0,3-1 7 0,1 1-6 16,0-3 0-16,2-1 1 0,1 1-1 0,0-1 8 16,3-1-7-16,1-1 6 0,-2 0-6 0,13-1 3 15,-1 1-4-15,4-3-2 0,-2 0 0 0,-2-1-5 0,2-2 4 16,-2 1-2-16,2-2 3 0,1 1-7 0,-1-2 1 15,0 0-1-15,1-1 3 0,1 1 1 0,-1 10-4 16,1-4-1-16,0-4-1 0,3-2-2 0,-2-2 1 16,3 0-1-16,-5-2 0 0,-2-1-3 0,-1 1 1 15,-3-2-2-15,0 1 1 0,0-2-3 0,5-1-29 16,-6 2-9-16,2-4-14 0,-1 1-101 0,-1 2-16 16,3-4-37-16,-3 2-4 0,1-1-261 0</inkml:trace>
  <inkml:trace contextRef="#ctx0" brushRef="#br0" timeOffset="11857.14">26971 7356 1113 0,'-1'-1'59'0,"0"-1"125"16,-2 1-163-16,1-1-15 0,1 2 2 0,0 0-6 0,-1 0-8 16,1 0 0-16,0 0 2 0,-1 0 0 0,-1 1 4 0,1 0-12 15,-1 18 1-15,-2 1-6 0,1 2 5 0,0 2 5 16,-1-1 1-16,0 1 3 0,0 1 13 0,1-3-10 16,-2 4 6-16,1-1-6 0,-1 0 21 0,0 4 5 15,1 2 4-15,-3-1 0 0,1 2 10 0,0-5-6 16,0-2-5-16,1 2-1 0,2-4-17 0,1-1-1 15,1-2-1-15,1-2-1 0,0-2-4 0,0-2-2 16,-8-2 1-16,5-2-2 0,0-2-1 0,1 0-2 16,1-2-5-16,1-1-2 0,1-2-19 0,0-1-64 15,0 1 10-15,0-2-32 0,0 1-23 0,0 1-24 16,0-1-3-16,0-1-13 0,0 0-76 0</inkml:trace>
  <inkml:trace contextRef="#ctx0" brushRef="#br0" timeOffset="12612.77">26936 7350 684 0,'-1'-1'496'0,"-1"0"-705"0,1-2 602 0,-2-3-344 15,-1 0-1-15,2 2-28 0,-1 0 1 0,2 1-10 0,1 1-4 16,-1 0-1-16,1 0-4 0,0-1 1 0,1 2-1 15,0 0-6-15,2 0 6 0,2 0-6 0,6-2 6 16,3 1-2-16,1 2 3 0,0 0-2 0,-2 1 0 0,2 2 4 16,-2-2-6-16,0 0 4 0,2 1 0 0,-2 1-5 15,1 0 4-15,-6-1-6 0,2 2 5 0,-3-2 3 16,-2 1-6-16,-1-1 3 0,1 2-1 0,-4-4 0 16,2 3 7-16,-2 3-5 0,5 1 2 0,-2 1-2 15,1 2 0-15,-1 0 1 0,-3 2 6 0,-1-1-4 16,-4 0-3-16,1 0 0 0,-3 1-1 0,-1-1-1 15,0 2 1-15,6-1-1 0,-15 0-3 0,0-1 0 16,-4-2 3-16,4 1 0 0,4 0 10 0,-1-2-10 16,2-1 2-16,-1 0-2 0,1-2 6 0,-1 0-7 0,1-1 2 15,-2-2-5-15,1 2 4 0,1-3 5 0,-2 2-5 16,2-1 6-16,-1-1-9 0,1 8 0 0,0-4 2 16,2 0-1-16,-1-1 7 0,2-2-5 0,1-1 3 15,2 0-3-15,1-1 0 0,0 0 0 0,1 0 2 16,0 0-1-16,1 0 6 0,-1 0-7 0,1 0 0 0,1 0-1 15,0 0-4-15,0 0 7 0,1-1-5 0,0 0 5 16,1 0-2-16,0 0-3 0,1-1 5 0,10-2-3 16,2-1 5-16,1 2-5 0,2 0 1 0,1 2-2 15,-2 1 2-15,4 0 2 0,0 1-5 0,1 3 3 16,5 2-6-16,-2-1 4 0,3 4 4 0,-7-3-1 16,0 1 6-16,0 3-8 0,-7-3 2 0,5 5-3 0,-1-1 5 15,-2-2-3-15,3 3 0 0,-4-11 0 0,0 12 5 16,-3 0-2-16,-3-1 3 0,1-1-3 0,-1 1 1 15,-3 0-2-15,1 2-2 0,-3-1 0 0,0 0 0 0,5-1 4 16,-1-1 2-16,-3 0-2 0,-1 1-1 0,-2-2 11 16,-1 0-7-16,-1-1 8 0,-1 1-9 0,-2-3 5 15,-2 1 0-15,2-1 2 0,-13 0 7 0,0 0-7 16,-3-2 5-16,-2 1-6 0,2-1-7 0,0 0 9 16,-1-1-7-16,1-2 7 0,-2 0-5 0,1 0-1 15,1-1 2-15,-4 0-2 0,5 11-7 0,2-5 16 16,-1-3-2-16,3 0 6 0,0-2-7 0,1-1 9 15,1-1-6-15,1 0 7 0,0 0-7 0,1 0 0 16,1 0-2-16,1 0 1 0,0 0-5 0,3 0-3 0,1 0-4 16,-3 0 1-16,5 0-7 0,2 0 2 0,0 0 1 15,-2 0 0-15,1 0-7 0,0 0-14 0,0 0-7 16,1 0-4-16,0 0-51 0,0 0-31 0,0 0-20 0,1 0-10 16,0 0-135-16</inkml:trace>
  <inkml:trace contextRef="#ctx0" brushRef="#br0" timeOffset="13445.97">23894 8708 580 0,'-2'0'50'0,"1"0"47"0,-1-1-2 15,0 0-40-15,0 1-1 0,-5-4-14 0,4 2-24 0,-2-1 2 16,0 1-7-16,3 1 5 0,1 1-13 0,-1-1-6 16,-1 0 4-16,2 1-5 0,0 0 0 0,0 0 4 15,-1 0 1-15,2 0 4 0,0 0 4 0,2 0-6 16,0 0 1-16,4 0 0 0,8 2 4 0,4 0 18 15,0-1-7-15,4-1 10 0,0-1-6 0,1-2 4 16,3-1-5-16,4-2 3 0,5 0-13 0,3 2-7 16,0 0 1-16,4 1-3 0,1-1 4 0,1 1-1 0,1-2 6 15,1 0-6-15,-3 1 0 0,6-2 7 0,5 1-9 16,3-2 10-16,3 0-3 0,3-1 7 0,-1-1 3 16,2 1 0-16,2 0 6 0,1 1-8 0,6-3-3 0,4 2-1 15,1 0 0-15,0 0-1 0,-3-2 0 0,0 2-2 16,5-1-6-16,2 1 2 0,2-1-2 0,-3 2 2 15,-2 1 6-15,-2 0 3 0,5 1 7 0,-1 0-4 16,0 1 2-16,-5 1-1 0,-4 0-2 0,-3 1 1 16,2-1 1-16,6 0-8 0,1 1 3 0,1 0-3 15,1-1 0-15,-8 1-5 0,-1-1-4 0,0 1 0 16,-3 1-7-16,1 1 7 0,-5-1-3 0,-6 1 5 0,-6 0-11 16,-4 0 6-16,-5 0-1 0,-2 0 4 0,-2 0 0 15,-1 0-1-15,-5 0 0 0,-3 0-1 0,-2 0 1 16,-5 0-5-16,-1 1 1 0,-8-1-1 0,1 0 9 15,-6 0-14-15,-3 0 7 0,1 0-11 0,-5 0-1 0,-1 0-17 16,0 0-11-16,2 0-5 0,-2 0-81 0,0 0-92 16,-1 0-18-16,-1 1-35 0,-19 5-176 0</inkml:trace>
  <inkml:trace contextRef="#ctx0" brushRef="#br0" timeOffset="14026.82">23889 9074 1180 0,'-2'0'13'15,"-2"0"3"-15,-19-7-2 0,3 2-8 0,8 3 0 16,4 0-6-16,3 2-16 0,2 0-7 0,2 0-4 16,-1 0-13-16,0 0-5 0,0 0 3 0,1 2-3 0,0-1 16 15,1 0 23-15,1 0-1 0,0 0 7 0,2 1 20 16,11-1 38-16,4-1-13 0,-1-1 18 0,4-3-29 16,3-1 3-16,2-1 4 0,3-2-4 0,3-1-7 0,4-2-11 15,8-2 1-15,3 2-4 0,5-1-6 16,4 0-1-16,3 0-5 0,1 0 3 0,3 1-5 0,7 0 1 15,4-1 1-15,7 1-1 0,4 0 1 0,-5 0-4 16,0 1 3-16,7 0-3 0,3 1-1 0,5 0 1 16,2-1-2-16,-6-2 2 0,2 2 0 0,7-2 3 15,3-1-1-15,-1 0 2 0,0-1-4 0,2 1 2 16,3 1-1-16,1 1 3 0,1-1 3 0,-4-2 3 16,2-1 9-16,2 0-3 0,0 1 17 0,-4 3-17 0,-1 0-1 15,0 2-4-15,1-3-1 0,-3 4-5 0,-4 1 1 16,-4-1-2-16,-2 4 2 0,-2-1-3 0,-5 3 3 15,-8-1-4-15,-7 3 1 0,-4 0-7 0,0 0 6 16,-3 2-5-16,-3-1 9 0,-4 1 7 0,-7 0-5 0,-4 2 6 16,-5-1-9-16,-6 0 5 0,-3-1-3 0,-2 1 3 15,-3-1-4-15,-3 1-5 0,-3 0 0 0,0 0-1 16,-5 0-1-16,-2-2-3 0,-6-1 0 0,-2 0-1 16,0 0-2-16,-3 0-3 0,0 0-7 0,1 1-1 15,-1-1-37-15,-1 0-78 0,0 0-6 0,-1 0-36 16,0 0-118-16</inkml:trace>
  <inkml:trace contextRef="#ctx0" brushRef="#br0" timeOffset="16528.37">2244 4240 256 0,'0'0'32'0,"0"0"-6"16,-2 0 14-16,1-2 2 0,0 1-22 0,0 0-7 0,1 0-17 15,0 1 7-15,0-1-7 0,0 1 20 0,0 0-6 16,0 0 0-16,0 0 0 0,0 0 21 0,0-2 7 15,0 1-1-15,0 1 0 0,0 0-4 0,0-1-1 16,0 1 4-16,0-1-3 0,0 0 5 0,1 0-9 16,0-1 0-16,0 1-3 0,1 1-9 0,-1 0 5 15,1 0-4-15,3 0 4 0,3-1-1 0,2 1-6 16,-7 0 6-16,3 0-6 0,0 0 3 0,-1 0-3 16,5 1 2-16,0 0-1 0,-3-1 4 0,6 2 3 0,-5-1-7 15,5 0 6-15,0 0-4 0,0-1-6 0,1 0 6 16,0 0-7-16,1 0 6 0,-1-1-4 0,3-1-4 15,-2-2 1-15,1 1-4 0,1-1 2 0,0-1-3 16,1 1 1-16,0-1-2 0,1 1-1 0,1 1 3 16,0 1-5-16,2 0-2 0,0 1 4 0,1 0-2 0,1 0 4 15,1 0 0-15,2 1-5 0,0 0 4 0,-1 0-4 16,0 0 3-16,1 0 0 0,1 0-1 0,0 0 1 16,-1 0-2-16,0 0 0 0,3 0 0 0,-1 0-1 15,2 0-5-15,2-2 7 0,3 0 5 0,2 0 1 16,2-2 4-16,1 0 0 0,-1-1-4 0,-1 0 2 15,-2 0-6-15,-1 2 0 0,-2 1-4 0,-1-2 3 0,1 2 4 16,-3 0-5-16,5 0 5 0,0 1-6 0,2 1 5 16,2 0-2-16,-3 0 0 0,2 1-1 0,-2 0 6 15,-1 3-8-15,-2-2 5 0,-2 1-5 0,0 0 11 0,0-1-4 16,0 0 1-16,1-1-2 0,3-1 12 0,0 0 2 16,4-1 1-16,1 1-2 0,2-2-10 0,-1 0 7 15,-2 0-7-15,-1-2 6 0,-2 1-16 0,0-2 6 16,-1 0-2-16,2 1 3 0,1-1-3 0,1 1-1 15,0 0 3-15,-2 0-2 0,2-2 0 0,0 1 4 16,-1 1-6-16,0 0 5 0,-4 2-5 0,-2 2 0 16,-1-2-2-16,-1 0 1 0,1 0-2 0,0 0 1 0,5-1 0 15,0 1 0-15,1 1 3 0,1 0-4 0,-4 1 1 16,1-2-2-16,2 1 10 0,0 0-10 0,-3-2 6 16,0 1-8-16,-1 2 2 0,0-2 1 0,2 0 0 15,0-3 1-15,4 0 4 0,4 3-4 0,0 0 0 16,1-1 0-16,0 1 1 0,1 1 0 0,-2-2 0 0,3 1-1 15,-2 0-1-15,-1-2 2 0,1 2-2 0,2-1 2 16,6 2-6-16,1 0 6 0,-1 1-1 0,-1 0 2 16,-5 0-3-16,-2 0 3 0,1 1-4 0,-3 3 3 15,3-2-2-15,3 3 1 0,4 0 2 0,3 2-2 16,-5 0-4-16,3 1 6 0,-8-1-6 0,0 0 7 16,1 1-3-16,0-1-3 0,4 3 4 0,3 0-3 0,2 0 7 15,4-1-5-15,0 0 0 0,-3-3-2 0,-1 0 3 16,-3-1-3-16,4 1 5 0,1 1-4 0,0-1 7 15,8 1-6-15,-1 0 0 0,-3-1-2 0,4 0 0 16,-8-1 3-16,5 1-4 0,3 0 4 0,-2 0-2 0,7 0 0 16,-2-2 4-16,-2-1-3 0,3 2 0 0,-2-1 5 15,6 1-6-15,1 0 5 0,3 0-9 0,-1-1 6 16,-4 0 1-16,1-2 0 0,8 1-5 0,-2-2 7 16,5 0-2-16,-1-1 3 0,-4 0-8 0,2 0 2 15,0-1-2-15,3 0 3 0,2-1 4 0,-2 1 0 16,-5-1-4-16,1 1 2 0,2-1-1 0,1 2-6 15,-1-1 6-15,-3 1-5 0,-4-1 6 0,-2 1-2 16,2 0 3-16,-1 0-3 0,4 0 8 0,-5 0-5 0,-6 1-1 16,-1 0 0-16,-5 2 12 0,1-2 9 0,1 1 1 15,-2 1 1-15,-2-2-7 0,-5 0 1 0,-2 0 0 16,-5 2 0-16,-2-1-4 0,-2-1-11 0,-3 1 0 16,0 1-3-16,-2-1 1 0,-4 1-2 0,-2-2 0 0,-7 0-3 15,2 1-3-15,-6-1-44 0,0 2-35 0,-4-1-14 16,-5-1-212-16</inkml:trace>
  <inkml:trace contextRef="#ctx0" brushRef="#br0" timeOffset="23517.51">10113 13862 482 0,'0'0'0'0,"0"0"7"16,-1-1 82-16,1 0-14 0,-1 0 7 0,-1 1-34 16,1 0-7-16,0-2-25 0,1 1 2 0,0 1-6 0,0-1 7 15,0 0-1-15,0 1 5 0,0 0-2 0,0 0 14 16,-1 0 2-16,1 0-2 0,0 0 1 0,0 0-1 15,0 0 1-15,0 0-2 0,0 0 1 0,-1 0-9 0,0-1-1 16,-1 1-2-16,2 0 0 0,0 0 3 0,0 0-8 16,0 0 3-16,0 0-4 0,0 0 9 0,0 0-7 15,0 0-3-15,-1 0-2 0,0 0 2 0,0 0-6 16,0 0 3-16,-1 0-6 0,1 0-1 0,1 0 2 16,-1 0-2-16,0 0 1 0,0 0-6 0,0 0 3 15,-1 1 3-15,1 0-1 0,0 0-2 0,0 0 2 16,0 1-4-16,0 0 3 0,-1 0-4 0,2 1-2 15,0 0 0-15,-2 7 0 0,0 1 6 0,1 0-8 0,-1 1 4 16,2 1-6-16,0-2 8 0,2 5-2 0,1 1 2 16,-1-1-3-16,3 0 3 0,-1-4-2 0,-2 0 0 15,0-2 0-15,2 2-1 0,-1-1-2 0,1-1 2 16,1 0-1-16,-2-2 2 0,1 0 4 0,0 0-4 0,1-1 3 16,0 0-10-16,-1-1 6 0,0-1 0 0,0 1 3 15,5 0-7-15,-2-2 3 0,-1 1 0 0,2 0 2 16,-3-1 5-16,1 1-8 0,1 0 2 0,-1-2-5 15,0 2 8-15,-2-1 0 0,0 0 0 0,-1 0-1 16,2-1-2-16,-1 0 0 0,0 0 0 0,-1 0 0 16,-1 0 0-16,1-2 2 0,0 2-1 0,1-1 2 0,0 0-3 15,0 1 5-15,-1-1-2 0,1 0 3 16,-2 0-6-16,1 0-3 0,1 0-1 0,0 1-3 0,0-1 0 16,0-1-32-16,-1 0-9 0,2 1-11 0,0-1-63 15,-1 0-37-15,2 0-34 0,-1 0-12 0,2 0-225 16</inkml:trace>
  <inkml:trace contextRef="#ctx0" brushRef="#br0" timeOffset="24117.46">10185 14436 490 0,'0'0'34'0,"-1"1"52"0,-1-1-34 16,1 0-18-16,0 0 3 0,-1 0-9 0,-1 0-5 15,2 0-16-15,0 1 3 0,0-1-6 0,0 0 4 0,-1 0 0 16,1 2 0-16,0-1-1 0,0 0-5 0,0 0 0 16,0-1 0-16,-1 0 2 0,1 0 12 0,1 0 4 15,0 0 7-15,0 0-1 0,0 0 26 0,0 0-9 16,0 0 2-16,0 0-7 0,0 0-3 0,0 0-6 15,1 0 1-15,1 0-3 0,-1 0-9 0,0-1 6 16,1 0-6-16,1-2 6 0,4-1-6 0,3-7-5 16,2-2 0-16,2 4-2 0,-2-1-3 0,2 0-2 15,0-1-2-15,0 2 1 0,-1-1 5 0,0 1 2 16,0-2 4-16,1 0-1 0,0-1 7 0,0 0-1 0,4 1-3 16,-2 1 0-16,2-1-6 0,-1 1 0 0,-1-2 1 15,-3 1-1-15,5 1 3 0,-3 0-10 0,0 2 1 16,0 1-4-16,-4 0 2 0,0 2-1 0,-4 2 1 0,1-1-1 15,-1 2 5-15,-2 0-2 0,-2 0-1 0,1 1-1 16,-2 0-4-16,0 0 2 0,3-3-2 0,-3 2 0 16,1 1-3-16,-1 0 3 0,1-1 1 0,-2 1 0 15,0 0-6-15,1 0-2 0,-1 0 0 0,1 0-1 16,-1-1-10-16,0 1-69 0,0 0-4 0,0 0-28 16,0 0-79-16,1 0-108 0,-1 1 2 0</inkml:trace>
  <inkml:trace contextRef="#ctx0" brushRef="#br0" timeOffset="24518.32">10318 14598 685 0,'-2'0'123'0,"1"0"-135"15,0 1 139-15,-1 1-67 0,1-2-25 0,-3 1-11 0,3-1-6 16,-2 0 0-16,1 1-15 0,0 0-1 0,-1 0-1 16,2 1 1-16,0-1 7 0,0 0-5 0,0 0-2 15,0-1-1-15,1 0-1 0,0 0 7 0,0 0 4 16,0 0 0-16,0 0 9 0,0 0 16 0,1 0-3 16,0 0 5-16,0 0-14 0,0 0 12 0,0-1-4 0,2 0 6 15,-1 0-9-15,2-1-4 0,4-1-1 0,2-2 0 16,1-1 1-16,1-1-6 0,2-2 0 0,-1-1-2 15,1 1 4-15,1 4-15 0,2-7 6 0,2-2-9 16,-3 0 5-16,2 4-5 0,-2-3-1 0,1 2-1 16,-1-1 4-16,-1 3-2 0,-1-3-3 0,-2 5 0 15,1-2 1-15,-2 2-4 0,-1 4 3 0,0-3-5 16,-4 3 1-16,-1 1-8 0,-2-2 2 0,1 3-6 0,0-1-20 16,0 0-58-16,-1 0-3 0,-2 2-21 0,0 0-30 15,1 0-51-15,-1 0-12 0,0 0-15 0,1-1-44 16</inkml:trace>
  <inkml:trace contextRef="#ctx0" brushRef="#br0" timeOffset="25154.25">10600 14472 634 0,'-1'0'123'0,"-1"0"11"0,1 0-23 0,-1 0-28 15,-4 0-26-15,4 0-3 0,-1 0-15 0,1 0 0 16,0 0-6-16,0 0-10 0,0 0-9 0,0 0-3 16,-1 0-2-16,2 0-10 0,0 0-1 0,0 0 1 15,0 0 1-15,0 0 1 0,-1 0 5 0,1 0-4 0,1 0 4 16,0 0 2-16,1 0-5 0,1 0 3 0,-1 0-3 16,0 0 5-16,0 0 1 0,0 2 0 0,0-2 1 15,1 1 1-15,-1-1 2 0,0 1 3 0,0 0-1 16,0 0 3-16,2 1 3 0,-1-1-7 0,4 3 6 15,1 0-8-15,-1 4-6 0,2 0 3 0,1 3-5 16,-2-3-2-16,3 3 4 0,-3-3-1 0,1-1 2 0,2 1-5 16,-1-2 1-16,0 0-3 0,1 0 2 0,0 0-2 15,2 0 0-15,-1 0 4 0,-1 1-2 0,2-1 0 16,0-1-1-16,0 1 1 0,1 1-1 0,-2 0 1 16,1 0 2-16,2 2-6 0,-1-2 3 0,-1 1-2 0,0-1 6 15,-1 1-1-15,1-1 2 0,2 0-1 0,-1 0 1 16,1-1 1-16,0-1-1 0,-1 0-2 0,4-1 2 15,0 0-1-15,0-1 0 0,-1 1 1 0,-2-3-4 16,1 2 0-16,-2-2-1 0,4 10 4 0,2-2 4 16,-3-5-4-16,0-1 3 0,1-1-8 0,-1-2 0 15,-1 0 3-15,1 0-3 0,-3 0 0 0,0-1 3 16,1 0-3-16,-1 0 2 0,-1-2-2 0,0 2 3 16,-2 0-1-16,1-2 1 0,0 1 2 0,-2 1-5 0,0-1 3 15,1 0-3-15,-1 0 6 0,-1 1-2 0,0 0 2 16,1-2-1-16,0 1 6 0,1 0 0 0,0-1-1 15,-1 2 0-15,0-1-3 0,0-1-4 0,0 1 4 16,0 0-4-16,-2 1 3 0,2-2-3 0,6 0-1 16,-7 2 0-16,2-2-4 0,1 2 6 0,-6 1-4 0,5-1 6 15,-3 0-6-15,-1 1 2 0,1 0 1 0,-3 0 0 16,3 0-1-16,-2 0 0 0,-2 0-1 0,2 0 0 16,-2 0-5-16,-2 0 1 0,2 0 0 0,-1 0-1 15,1 0-15-15,-1 0-110 0,-1 0-45 0,0 0-31 16,0 0-228-16</inkml:trace>
  <inkml:trace contextRef="#ctx0" brushRef="#br0" timeOffset="25803.55">9900 14818 985 0,'-1'0'27'0,"0"0"36"16,-2-1-15-16,0 0-19 0,-3-2 3 0,2 2-9 15,1 0-6-15,1 0-11 0,-2 0 4 0,1-2-5 0,-2 1 8 16,1 0 2-16,0-1-4 0,-1 1 4 0,0 0-3 15,0 0-1-15,1 1-1 0,-2-1-1 0,0 1 0 16,-1 0 13-16,1 1-5 0,-2 0 7 0,0 0-7 0,-2 1 9 16,0 1-6-16,-1 2 7 0,0 0-8 0,1 2-2 15,-3 2 0-15,-1 2-3 0,0-5-14 0,-2 9 7 16,4 2-2-16,0 4 4 0,0-1-9 0,4 1 6 16,2-2-3-16,-1-2 4 0,2 3-9 0,2-1 4 15,-1-2-2-15,-8 3 3 0,5-3-3 0,4 0 0 16,2 0 0-16,1-1 1 0,2-1-1 0,1 1 0 15,1-3 0-15,1 0 0 0,1 0-4 0,-1-3 5 16,2 1-1-16,-3-2 4 0,7 0 5 0,0-2-6 0,2 0 2 16,-1-2-2-16,2-1 7 0,-2 1 5 0,1-3-2 15,-3 1 2-15,3-1-3 0,-2 6 0 0,1 0-3 16,-1-2 0-16,1-1-15 0,0-2 8 0,1-1-1 16,-1 0 4-16,-1-1-2 0,1 0-3 0,-1 0 1 0,-3 0-1 15,0 0 1-15,0 0-6 0,1 0 1 0,-1 0-4 16,0 0 0-16,-1 0-5 0,0 0 0 0,0 0-2 15,-2 0-12-15,4 0-55 0,0 0 5 0,-1-1-23 16,0 0-27-16,-2 0-72 0,3 0-24 0</inkml:trace>
  <inkml:trace contextRef="#ctx0" brushRef="#br0" timeOffset="26402.73">10095 15113 904 0,'-1'0'38'0,"0"0"-3"0,-1 0 19 16,-1 0 0-16,1-1-8 0,0 0-12 0,-1 0-17 16,1 0-2-16,1-1-4 0,0 2-6 0,-1-1-6 15,1 0 2-15,0 0-3 0,0 0-1 0,0 0-3 16,-1-1-2-16,1 1 2 0,1 0 1 0,0 1 11 0,0 0 1 15,0 0 6-15,0 0 16 0,0 0-10 0,1 1 5 16,1 0-6-16,-1 2 8 0,-1-1 3 0,3 10-6 16,1-3 5-16,-1 3-16 0,0-3 4 0,0 2-1 15,0-2 2-15,-1 1-3 0,0-2-11 0,1 0 5 0,-1-1-7 16,0-1 0-16,1 0 0 0,-2-1-4 0,0-2 3 16,0 1-6-16,0-2 3 0,1 1-7 0,-2-2 1 15,2 1-41-15,0 0-11 0,1 1-2 0,-1-2-2 16,3 1-3-16,1 0 3 0,-5-2-3 0,3 0 1 15,2-3-21-15,-2 1 23 0,-2-4 5 0,-1-11 11 16,1 2 39-16,-1-1 9 0,1-1 4 0,9 2 2 0,-4 1 4 16,-3 0-1-16,0 1-3 0,-2 1 5 0,0 1 14 15,-2 4 14-15,0-1 7 0,0 1 2 0,0 4 27 16,0-1-1-16,0 1 3 0,0 0-3 0,0 1-13 0,0 1-7 16,0-1-8-16,0 1 2 0,0 0-10 0,0 0-14 15,0 0 6-15,0 0-9 0,0 1 5 0,0 0-7 16,0 1-2-16,0 1 0 0,0-1 0 0,2 11 1 15,0-3 7-15,2 2-6 0,-1 0-3 0,1-1 3 16,1 2-8-16,-2-1 7 0,1-2-15 0,-2-1 9 16,1 0-9-16,0 1 9 0,-1-1-12 0,1-1 0 15,-1 0 2-15,0-1-1 0,1 0 0 0,-1-2-4 16,-1 0 2-16,0-2-5 0,0 1-7 0,-1-2-23 0,2 1-8 16,-1 1-5-16,1-1-34 0,-1 0 10 15,0-1-7-15,2 1 6 0,-2-1-13 0,0-1-47 0,0 0 4 16,1 0-24-16,-1-1-48 0</inkml:trace>
  <inkml:trace contextRef="#ctx0" brushRef="#br0" timeOffset="26655.07">10028 15025 518 0,'0'0'176'0,"-1"0"21"15,-1 0-36-15,-8 1-49 0,1 0-31 0,2 1-3 16,2-2-18-16,2 0 0 0,0 0-7 0,1 0-10 16,0 0-32-16,-1 0 3 0,2 0-11 0,0 0 11 0,0-2-7 15,1 1 5-15,0 0-5 0,1-1 1 0,4-4-3 16,8-2 0-16,1-2 0 0,3 0-7 0,-3 3 6 16,-2-6-4-16,-1 3 5 0,1 0-7 0,-1 0-10 15,6 3-3-15,-1-1-8 0,-2 0-64 0,-2-5-110 16,-1 0-41-16</inkml:trace>
  <inkml:trace contextRef="#ctx0" brushRef="#br0" timeOffset="27555.17">9950 13939 305 0,'0'0'48'0,"0"0"-4"0,-2 0 23 0,1 1-6 15,0-1-9-15,0 1-26 0,0 0-7 0,-1 0 4 16,1 0-6-16,0-1-7 0,0 0 1 0,0 0-4 0,0 0 3 16,1 0 1-16,0 0-8 0,0 0-1 0,0-1-2 15,0 0 10-15,0 0-14 0,0 0 11 0,0 0-13 16,0-1 7-16,0 0 2 0,0 0-4 0,0 1 3 15,1-2 9-15,0 1-4 0,0-1 9 0,0 1-7 16,0 1 18-16,1 0 0 0,-1 0-4 0,0-1 3 16,0 1 6-16,0 0 12 0,1 0-3 0,-1 0 4 15,0 0-5-15,0 1-6 0,0-2 2 0,0 1-5 0,1 0 0 16,-1 0 19-16,0 0-5 0,0 1 6 0,0-2-21 16,0 1-6-16,1 0-1 0,-1 0-2 0,1 0-6 15,1-2-4-15,-3 2-6 0,2-9 4 0,4 4-7 0,-2-4 4 16,5 2-3-16,-3 1 2 0,1-2-6 0,0 2 3 15,0-3 6-15,2 1-3 0,-2-1 1 0,3 0 5 16,-2-2 0-16,0-2 2 0,3 0 3 0,-2-1-3 16,3-1-1-16,-2 0 2 0,4-1 6 0,1 0-10 15,-2-1 3-15,1 0-5 0,-3 2-2 0,5-1-4 16,-3 1-1-16,0 0-1 0,-2-1 7 0,0 2-4 16,-2 1 0-16,0-3-3 0,0 3-3 0,-1-1 2 15,0 2 3-15,1 5 1 0,-2-3 7 0,-1 4-8 0,-1-2 2 16,1-1-3-16,1 1 3 0,0-1 1 0,1 1 0 15,1 2 1-15,-1 0-2 0,2-1-2 0,-1 1-2 16,0 1 1-16,1-1-6 0,-2 0 6 0,0 0-2 16,-2 0 4-16,1 1 2 0,0 0-6 0,0 2 2 0,0 0-2 15,2 1 9-15,-4 1-8 0,0-1 2 0,0 2-3 16,-3 0 6-16,1 0 6 0,-1-1-2 0,0-1 2 16,1 1-12-16,-1 1 3 0,0 0-1 0,1-1 3 15,-1 1 0-15,0 0 0 0,1 0-5 0,-2 0 1 16,0-1-3-16,0 1-10 0,0 1 3 0,1 0-11 15,-1 0-37-15,0 0-50 0,0 0-18 0,0 0-11 0,0 0-75 16,1 0-101-16,-1 0 10 0</inkml:trace>
  <inkml:trace contextRef="#ctx0" brushRef="#br0" timeOffset="27923.86">10494 13020 1284 0,'-1'0'34'0,"0"0"-3"0,-2-1 29 16,2 1-6-16,-5-4-2 0,0 1-24 0,4 2-19 0,-2-2 5 16,2 2-8-16,0 0-1 0,-1 0-4 0,1 0-2 15,1 0 1-15,0-1-4 0,0 1 4 0,-1 0 1 16,1 0 0-16,0 0-6 0,1-1 6 0,0 1-3 15,0 0 5-15,0 1 0 0,0 0 5 0,1 0 2 0,0 0 0 16,1 1 0-16,-1 0-3 0,1 2-3 0,3 4 1 16,3 6-3-16,1 1 8 0,1 1-5 0,-7 2 5 15,8-1-15-15,2 2 6 0,-5-1 1 0,1 2 4 16,1 0-2-16,-3-1-4 0,5-2-1 0,-5-2-1 16,2-1 6-16,-1-1-7 0,2-1 3 0,3 0-4 15,-5-2 4-15,0 0-4 0,-2-2-1 0,-2-5-3 0,1 2-19 16,0-3-55-16,1 1-4 0,-2 1-18 0,-2-2-19 15,0 0 7-15,1 0 6 0,-1 0 0 0,2 1 13 16,-1-2-58-16,2-2 1 0</inkml:trace>
  <inkml:trace contextRef="#ctx0" brushRef="#br0" timeOffset="28270.94">10672 12744 583 0,'-2'0'58'0,"0"0"75"0,-7-1-48 0,-4-2-11 0,7 2-8 16,-4-1-1-16,3 1-32 0,1-1 2 0,-1 0 0 16,4 1 1-16,-2 0-1 0,3 1-20 0,-2 0 5 15,1 0-10-15,2 0-1 0,-5-1-1 0,3 1-7 16,0 0 5-16,2 0-9 0,-2 0 4 0,2 1 0 16,0 0 4-16,0 0 6 0,0 1-11 0,-1 4 2 0,2 7-3 15,0 0 8-15,3 4 9 0,0-1-5 0,2 2 5 16,2 1-5-16,0-4 6 0,1 0 1 0,4 4 0 15,-1-4-8-15,-8 3 3 0,10 0-1 0,-3-1 2 16,0-2 3-16,0 2-6 0,0-2-2 0,-2-1-1 16,2 0-9-16,-2 1 1 0,-1-4 5 0,1 2-1 15,-1-1 4-15,-1 0-5 0,1 1-3 0,-2-2 1 16,1 1-1-16,1-4 2 0,-4 1 0 0,2-3 1 0,-1-3-1 16,-2 1-3-16,2-2-5 0,-1 0-3 0,-1-1-30 15,1 1-79-15,-1-1 8 0,0 0-29 0,1 0 18 16,-1-1-68-16,1 0-33 0</inkml:trace>
  <inkml:trace contextRef="#ctx0" brushRef="#br0" timeOffset="28654.68">10794 12847 671 0,'-1'0'84'0,"-1"0"122"0,0 0-94 0,0 0-32 16,-3 0 5-16,0 0-15 0,-2 0-18 0,3 0-12 0,-1 0-3 15,1 0-2-15,1 0-4 0,0 0-17 0,2 0 2 16,-1 0-5-16,0 0 6 0,-1 0-18 0,2 0 3 16,0 0-5-16,0 0 14 0,0-1-7 0,1 0 2 15,0-1-5-15,0 0-1 0,2-7 10 0,3 0-3 16,2-3 4-16,0 0-6 0,-4-1 15 0,11-1-7 0,2 1 9 16,0-1-4-16,2 1 4 0,2-1-1 0,2 1 1 15,2 0-5-15,0 0-11 0,6 1 10 0,-1-1-10 16,4 1 8-16,-1 0-9 0,-5-1-4 0,-1 2 2 15,-2 2-1-15,2 1-4 0,-1-1 1 0,0 1-2 16,-7 0 7-16,0 1 1 0,-1 2-3 0,-3 0 1 16,0 2-1-16,-2-1 9 0,-2 0 6 0,0 0-1 0,-2 1 22 15,-1-1-16-15,-1 2 1 0,0 1-6 0,1-2-5 16,-3 1-9-16,2-2 2 0,-1 1-5 0,0 0 0 16,-3 0 0-16,1 1 1 0,0 0 0 0,-1 1-3 0,-1 1-3 15,1 0-8-15,0-2 0 0,0 0-57 0,1-1-29 16,-1 2-14-16,-1 0-5 0,0 0-66 0,0-1-98 15,-1 1-34-15</inkml:trace>
  <inkml:trace contextRef="#ctx0" brushRef="#br0" timeOffset="29121.51">10857 13055 677 0,'0'0'31'16,"0"0"-2"-16,-1-1 4 0,0 0-3 0,0 0-10 16,0 0-12-16,-1 0-1 0,1-2-1 0,0 1 0 15,0 0-6-15,0-1 3 0,0 1-2 0,-1-1 5 16,1 1 9-16,0 1 15 0,0 0 5 0,0 0 1 0,0-1 5 15,-1 1 14-15,1 0-2 0,0 0 5 0,0 0-20 16,0 1-14-16,-1 0-7 0,1 0 2 0,-1 1 3 16,-2 0 3-16,-4 3 0 0,0 0-1 0,-1 3-5 15,0-3-2-15,1 6-6 0,1 1 2 0,-1 1-9 0,2 0 3 16,0 0-1-16,0 0 0 0,3 1-6 0,-1 0-3 16,2 0 6-16,-8 1-5 0,3 0 6 0,3 0 0 15,0 1-7-15,3-1 3 0,1 1-3 0,0 0 5 16,0 2 2-16,1-3 0 0,1 1-5 0,2 0 1 15,1-2 3-15,-1 1 0 0,0-4 3 0,1-1 9 16,-1 1 2-16,0-3 2 0,0 1 0 0,0-3 4 16,-2-2-5-16,7-1 4 0,0 1-10 0,0-2-6 0,1 6-4 15,0-1-1-15,0-3-1 0,-1 0-12 0,2-2 3 16,-2-1-8-16,2 0-17 0,-1-2-60 0,1-2-6 16,0-2-26-16,0-2-85 0</inkml:trace>
  <inkml:trace contextRef="#ctx0" brushRef="#br0" timeOffset="29788.39">10944 13412 1326 0,'-1'0'30'0,"0"0"-1"0,0 0 13 15,0 0-6-15,-1 0-3 0,1 0-14 0,0 0-7 16,0 0-4-16,0 0 0 0,0 0-8 0,-1 0-9 16,1 0 9-16,1 0-8 0,0 0 6 0,0 0-1 15,1-1-4-15,1-1 6 0,-1 1 6 0,1-1-4 16,4-6 4-16,1-2-5 0,0 0 0 0,0-1 5 16,-1-1 0-16,1 1 3 0,-1-4 9 0,-1 4-3 15,-3 1-2-15,0-1 0 0,-2 0 4 0,0 0-2 16,0 3 2-16,0 0-3 0,0 1 0 0,0-1-4 15,0-1 0-15,0 2-4 0,0-1-8 0,0 2 7 16,0-1-3-16,0 1 5 0,0 2-5 0,0-1-2 16,0 1 3-16,0 2-2 0,0 1 2 0,0 0 0 0,0-2-3 15,0 1 1-15,0 0-6 0,0 0 3 0,0 1-2 16,0 0 2-16,0 0-3 0,0 1 7 0,0 0-1 0,2 1 1 16,-1 0 0-16,0 2 0 0,1 6 2 0,3 4-2 15,0 0 6-15,-1-1-5 0,1-1 5 0,-1-1-6 16,-1-2 7-16,1 0-3 0,-1 0-1 0,0-2-1 15,-1-1 0-15,0 0-1 0,-1-3 2 0,1 0 0 16,-1 1 6-16,1-2 0 0,5 4-1 0,0-2 2 16,-1 0 10-16,2-2-2 0,-3-1-4 0,1 0 0 15,0-1-15-15,2-4 7 0,-1-1-4 0,-2-2 3 0,1-8-7 16,-4 2 1-16,-1 0 2 0,2 1 0 0,-2-1 4 16,8 1-6-16,-2 2 4 0,-2-1-4 0,-2 1 1 15,-1 3 2-15,-1 0-2 0,-1 1 2 0,0 1-3 0,0 2-1 16,0 1 1-16,0 0 0 0,0 1 1 0,0 1 2 15,0 0-5-15,0-2 3 0,0 1 3 0,0 0-9 16,0 0 4-16,0 1-7 0,0 0 3 0,0 1 5 16,1 0 0-16,0 1 2 0,0 0 2 0,2 2-5 15,4 6 0-15,1 3-2 0,-1-1 7 0,-6-1 1 16,7 0 0-16,3-2-2 0,-2-1 0 0,1 0-3 16,-2-1 4-16,0-2-4 0,1-1 3 0,-1-1-2 15,1 1-3-15,1-2 0 0,0 6-4 0,1-1-10 0,0-3-7 16,0-2-7-16,1-1-67 0,-2-2-43 0,2-4-24 15,-1-1-9-15,0-4-120 0</inkml:trace>
  <inkml:trace contextRef="#ctx0" brushRef="#br0" timeOffset="31006.85">10974 12627 999 0,'-1'0'20'15,"-2"0"41"-15,1 0-50 0,0 0 1 0,-1 0 2 16,1 0-1-16,-1 0-8 0,2 0-5 0,0 0-7 15,0 0 3-15,0 0-2 0,0 0 10 0,1 0-2 0,0 0 3 16,0 0-9-16,1 0 3 0,0 0 1 0,0-1 1 16,1 0 14-16,1 0 7 0,3-1 4 0,2-2-1 15,3-2 10-15,-1-1 13 0,2 0-11 0,-2 0 10 16,1 0-18-16,1 5 0 0,-3-8 0 0,6 1-1 16,-2-1-2-16,2 1-12 0,0 0 8 0,-3-2-9 15,2-1 7-15,0 4-13 0,0-1 1 0,-1 3-5 16,2 2 7-16,-3-3-10 0,-2 5 4 0,1-4-6 0,0 0 3 15,-1 2 4-15,1-3-3 0,-2 0 3 0,2 1 0 16,-3 2 7-16,1-1-2 0,0 0 4 0,-1 1-2 0,-1-1 5 16,0 0 3-16,0 1-1 0,1-2-12 0,-1 1 6 15,0 0-9-15,-1 2 8 0,-1-1-12 0,1 1 5 16,-1-1 0-16,-2 2 1 0,2 1-6 0,-4-2 3 16,1 2-3-16,-1 1 3 0,2-2 2 0,-1-1-1 15,1 1 4-15,-1 0-4 0,-1 0 0 0,0 1-3 16,0 0 3-16,1 0-3 0,-1 0 3 0,0 0-4 15,0-1 0-15,0 1-1 0,0 0-3 0,1 0 4 16,-1-1 1-16,0 0 2 0,1 0-3 0,1 0-2 16,-1-1 1-16,0 1 0 0,2 0 0 0,-2 0 2 0,1 1 0 15,-2 1 3-15,-1-1 2 0,1-1-7 0,-1 1 1 16,2-2-3-16,0 1 7 0,-1 0-2 0,0-1 1 16,-1 1-1-16,1-2 9 0,-1 3-1 0,0 0 0 15,0-1-1-15,0-1 2 0,0 1 8 0,0 0-5 16,0-1 5-16,-1 1-8 0,0-1-8 0,0 2 5 0,-1 0-7 15,1 0 1-15,-1 0 3 0,-1 0-2 0,1 1 2 16,-3 0-1-16,0 0 0 0,0 0 0 0,-1 1-1 16,0 1-4-16,1 0 3 0,-1 3-1 0,2-1 3 15,0 5 2-15,0 1-1 0,0 2 1 0,2-2-1 16,-1 0-2-16,2 3-2 0,-6-2-2 0,0 2 0 16,2-1 0-16,3-1 1 0,1 1 5 0,1-2-2 0,0 0-1 15,1-2 1-15,0-2-3 0,3 1 4 0,-3-3-3 16,1-1 0-16,-1 0 0 0,9-2 0 0,-1 1 1 15,1 5 1-15,0-1 0 0,1-1 1 0,-3-3 5 16,1-1-7-16,-2-1 7 0,1 0-6 0,-1 0 6 0,1-1 3 16,-1-1-3-16,1-2 3 0,-1 1-6 0,0-1 1 15,-3 2-5-15,-2-3 5 0,2-4-3 0,-2-1 2 16,2 1-1-16,-2-3 0 0,1 3-9 0,4-2 7 16,-2 4 2-16,-1 0 2 0,-2-1 2 0,0 0-6 15,0-1-2-15,-2 4-1 0,0-2 0 0,-2 2 4 16,0-1 1-16,0 1 0 0,-1 2 0 0,1 2 2 15,-6-1-6-15,-4 1 4 0,3-6-5 0,-1 2-1 0,1 2 2 16,1 2-1-16,0 1 5 0,1 0-5 0,0 1 0 16,3 0-1-16,-1 1-5 0,1 1 7 0,3 5-1 15,-5 0 2-15,0 3-5 0,3-3-1 0,1-1 5 16,0 1-2-16,2-3-2 0,0 1 2 0,0 0-2 16,2-1 3-16,-2-3 2 0,0-1 1 0,0 0-1 0,2 0 2 15,6 5 0-15,2 0 0 0,-1-1 3 0,-1-3-3 16,2 1 2-16,-2-3 8 0,0 0-4 0,0 0 6 15,-4 0-2-15,2-2-6 0,2-1 0 0,-2-1-2 16,-1 2 2-16,-1-2-3 0,-1 1 3 0,0-2-3 16,-1 1 3-16,2-2-3 0,-2 0 1 0,0 1-2 0,-1-2-4 15,-1 1-1-15,0-1-5 0,-1 0 1 0,-2 0-18 16,0 1-37-16,-1 3-6 0,-9 0-15 0,-3 1-65 16,-4-10-53-16,-1 5-15 0,-1 7-13 0,-2 7-60 0</inkml:trace>
  <inkml:trace contextRef="#ctx0" brushRef="#br0" timeOffset="31524.69">10099 13705 853 0,'-1'0'70'0,"-2"0"-3"16,-8-2 32-16,-5 1-5 0,0 0-10 0,3 0-19 15,0 0-31-15,4 0 1 0,0 1-12 0,3 0-2 0,1 0-18 16,-3 0 6-16,4 0-9 0,-1 1 6 0,0 1-11 16,1 0 0-16,1 1-2 0,0 10 10 0,-1 0 2 15,2 0 1-15,0-3 0 0,0 1 0 0,-1-7 25 16,-1 1-1-16,2 0 10 0,1-3 3 0,0 1 3 15,-1-1-1-15,2-1 2 0,-1 1 14 0,0 1 11 16,0-1-4-16,0-1 4 0,1 0-15 0,0 1-7 16,0-1-5-16,0 0-1 0,0 0-19 0,0 0-7 15,0 1 0-15,0-2-3 0,0 0-5 0,0 0-3 0,1 1 1 16,-1 0-2-16,1-1 4 0,-1 1-6 0,0 0 0 16,0 0-2-16,0 1 0 0,0-1-5 0,0 0-8 15,0 0-1-15,-1 11-30 0,0 0-56 0,-2 4-12 16,2-4-23-16,0 1-86 0,0 0-128 0,1-2-33 0</inkml:trace>
  <inkml:trace contextRef="#ctx0" brushRef="#br0" timeOffset="32825.58">14610 13785 810 0,'0'0'13'16,"0"0"0"-16,0 0 6 0,0-2-1 0,0 1-2 16,0 0 1-16,0 0-3 0,0-2 0 0,0 1 1 15,1-5 1-15,0 2 4 0,0 1 5 0,-1 0 1 16,0 2 17-16,0-2 2 0,1 2 0 0,1 0 1 15,-1-1 1-15,0 1 7 0,-1 1-1 0,0-1 4 16,0 1 2-16,0 0-7 0,0 0 0 0,0 0-2 16,0 0-5-16,0-1-13 0,0 1 1 0,0 0-6 0,0 0 2 15,0 0-12-15,0 0 0 0,0-1-5 0,0 2-3 16,0 0 8-16,1 0-1 0,0 0 2 0,0 0-4 16,1 0-7-16,-1 2 3 0,0-1-5 0,0 0 6 0,0 1-2 15,2 2 1-15,3 4-1 0,-1 0-9 0,0-1 8 16,0-1 1-16,-3-2 3 0,8-2 11 0,-1-1 4 15,4 7-8-15,7 0 5 0,2-7-15 0,5-6-8 16,9-9 5-16,5 6-7 0,3-29-6 0,8-10-20 16,0-6-11-16,-1-11-4 0,4-9-46 0,0-14-144 15,3-4-58-15</inkml:trace>
  <inkml:trace contextRef="#ctx0" brushRef="#br0" timeOffset="35710.87">10068 13698 695 0,'-1'0'0'0,"0"0"54"0,-1 0 18 16,-1 0 32-16,1-2 10 0,0 1-42 0,-1 0-7 0,1 0-31 16,-1 0 3-16,1-1-7 0,0 1-2 0,1 0-14 15,-1 0 5-15,1 0-7 0,0 0 5 0,0-1 0 16,0 1-5-16,0 0 6 0,-1 1 5 0,1 0-3 16,0 0 5-16,0 0-5 0,0 0 3 0,-1 0-10 15,1 0-1-15,0 0-3 0,0 1 1 0,0 0-7 16,-2 2 2-16,-6 12-4 0,0 5 3 0,0 0 4 15,2 1 4-15,3-1-2 0,0-1-5 0,2 1 4 16,1-6-1-16,1 1 3 0,0-3 3 0,0-2-3 0,1-1 4 16,-1-4-3-16,1-2 8 0,-1-2 1 0,1 2-7 15,0-1 6-15,0 0-3 0,2 1 1 0,-1-1 5 16,0-1-5-16,1 0 3 0,-2-1-12 0,0 0 5 16,5-1-5-16,-1-1 7 0,2-3-7 0,0 2 2 0,-4-10-3 15,4-1 4-15,3 0-10 0,-3 2 4 0,-2 1-4 16,-3 1 8-16,-1-1 1 0,-1 3 2 0,0-2-1 15,-1 3-5-15,0 0 3 0,-2 1-9 0,0-1 7 16,-1 1-14-16,2 2-3 0,0-1 0 0,1 3-2 16,-2-2-19-16,2 2-95 0,0-1-14 0,0 2-38 15,-4-1-159-15</inkml:trace>
  <inkml:trace contextRef="#ctx0" brushRef="#br0" timeOffset="36312.53">9410 13242 629 0,'-1'0'165'16,"-1"0"371"-16,1 0-507 0,-5-1-4 0,4 1-2 16,1 0-2-16,-2-1-20 0,1 1-19 0,0 0-2 15,1 0-6-15,-1 0 9 0,1 1 15 0,0 0 3 16,1 3 2-16,-1 16 1 0,1 5 8 0,0 3-8 0,0 2 8 16,1 5 0-16,0-5 10 0,0 2 7 0,-1-3-1 15,0-3 9-15,0-4-9 0,0-3 3 0,0-5-4 16,0-1 0-16,0-2 6 0,0-3-5 0,0-1 4 15,0-2-8-15,0-3 3 0,0-1-6 0,0 2 3 16,0-1-26-16,0 0 5 0,0 1-2 0,0-2 4 16,0 0-6-16,0 0 0 0,0 1-2 0,2-1 3 0,-1-1 0 15,0 0-2-15,0 0 0 0,0-1-2 16,2-1-3-16,-2 2 3 0,6-4-1 0,0-6 2 0,1 2 5 16,-2 0-3-16,1 2 5 0,0 2-5 0,-2 2 0 0,2 0 1 15,-1-1 0-15,1 2 1 0,0-1 3 0,-2-2-2 16,-1 1 4-16,0 0-3 0,-2 2 2 0,2 0 8 15,-2 1-5-15,-1 0 5 0,4-1-7 0,-3 1 3 16,1 0-1-16,-1 0 2 0,0 0-4 0,0 0 2 16,-1 0 2-16,0 1 0 0,0 0-2 0,-1 2-7 15,0-1 2-15,-1 5-2 0,-3 1 9 0,-2 2-7 16,5 0 1-16,-13 1-2 0,1-1 7 0,-1 1 16 16,-1 0-8-16,1-2 10 0,0 0-10 0,2 0-2 0,1-1 3 15,2 0-5-15,1 0-8 0,1-2 0 0,0 0-3 16,2-4 1-16,1 2-12 0,2-2 6 0,1 1-3 15,1-2 3-15,0 0-13 0,-3 1-23 0,1 1-16 16,1-1-4-16,0 0-64 0,0 0-64 0,1-1-17 16,0 0-28-16,1 0-167 0</inkml:trace>
  <inkml:trace contextRef="#ctx0" brushRef="#br0" timeOffset="37028.54">12066 12075 860 0,'0'0'34'0,"-1"0"-2"16,0-1 17-16,-2-1-4 0,1 1-6 0,-4-1-25 0,0 0-6 16,2-1-4-16,-1 1 2 0,3 1-6 0,-4-3 0 15,0 1 0-15,0 0 0 0,0 1 6 0,0 0 7 16,3 0-1-16,2 2 2 0,-5-1 2 0,-1 0 8 16,0 0 2-16,-4 0 1 0,3 1 17 0,-2 0 0 15,0 1 8-15,0 1-8 0,1 1-6 0,-2 1-6 16,3 1-6-16,1 0 1 0,1-3-19 0,0 10 1 15,2 1-6-15,1 0 5 0,1 2-9 0,-9 0 1 16,4 2 4-16,4-1 0 0,2-1 3 0,1 1-5 0,1-3-1 16,2 1 0-16,1-4 10 0,0 2 19 0,2-1-2 15,-1-3 6-15,-4 4-8 0,12-3-9 0,-1-1 4 16,3-1-6-16,4-2 4 0,-3 6-12 0,4-3-2 0,-2-5-1 16,-1 0 0-16,1-2-13 0,1-2-3 0,0-2-8 15,2-1-41-15,-1-1-68 0,-2-1-59 0,-4 1-21 16,1-2-361-16</inkml:trace>
  <inkml:trace contextRef="#ctx0" brushRef="#br0" timeOffset="39330.06">20876 10211 623 0,'-1'-1'0'0,"-1"-2"9"0,-4 1 96 16,0-7-15-16,-2-1 7 0,1 1-42 0,2 1-14 0,3 1-14 15,-1-3-6-15,2 2 4 0,-6-2-14 0,1 1-3 16,0-2 3-16,2 1-2 0,0-1 5 0,0 0-7 16,2 1 5-16,1 2-6 0,-1-2 8 0,-1 3 9 15,1 2-3-15,0-2 7 0,-1 1 6 0,0 0-4 16,-1 1 1-16,1 2-3 0,-8-1 0 0,-2 2-6 16,7-1 4-16,-7 2-5 0,0-8 0 0,-1 2-15 0,-2 3 3 15,3 3-6-15,-2 1 10 0,-1 3-9 0,2 3 2 16,-1 4-5-16,0-3-8 0,-1 15 7 0,2 3-2 15,-1 2 4-15,2 3 6 0,1 0-2 0,0 4-3 16,4 0 0-16,0-1-2 0,3 1 2 0,-1-1-2 16,3 0 3-16,-1-4-4 0,3-2 4 0,-13-3-1 0,7-2 3 15,3 1-3-15,3-2 11 0,1 0-3 0,3-1 4 16,0 0-6-16,2-1 4 0,2-2 5 0,0-1-1 16,1-2 9-16,-7 0-12 0,16-1 0 0,-1 0-2 15,3 0 3-15,0-3-8 0,2-2 1 0,3-2-5 16,0 0 0-16,1-3-9 0,2-1 2 0,-1 12-6 15,-1-6 0-15,0-1-5 0,-1-3-6 0,-3-3 1 16,4-1-9-16,-2-3 2 0,0-1-3 0,0-2-1 0,-2-1-28 16,2-1-12-16,-1-3-8 0,3-2-7 0,1 10-99 15,0-17-130-15</inkml:trace>
  <inkml:trace contextRef="#ctx0" brushRef="#br0" timeOffset="39863.92">21360 10136 757 0,'0'0'6'0,"0"0"1"0,-2 0-3 0,1-2 2 0,0 1-4 16,0 0-1-16,0 1 4 0,-1 0-5 0,1 0 2 16,0 0-6-16,0 0 1 0,0 0 4 0,0 0-1 15,-1 0 8-15,1 0 5 0,1 0-2 0,0 0 7 16,-1 0 27-16,0 0 12 0,0 0 2 0,0 0 1 16,-1 0-9-16,1 0-12 0,0 0 1 0,0 0-5 15,0 0-4-15,-1 0-10 0,0 0-3 0,0 1-2 16,1-1-10-16,-6 4 3 0,1-1-5 0,-3 17 4 0,2 4-5 15,-1 3-4-15,1-2 4 0,1 4-4 0,1-1 5 16,1-1-3-16,-2 3 1 0,2-3-2 0,-1 1 0 0,1-5 3 16,-9 1 1-16,6-4 0 0,2 1-6 0,3-2 0 15,0 0 2-15,2-3 0 0,1 1 7 0,0-4 0 16,1 0 1-16,2-2 1 0,-2-1 9 0,2-2 1 16,0 1-1-16,0-3 2 0,-1 0 0 0,0-2-3 15,5-3 0-15,7 2-1 0,1-1 3 0,-2 7-4 16,6 0 0-16,-4-4-3 0,3-3-9 0,1-2 2 15,-2 0-2-15,-1-2 2 0,1 0-1 0,-3-2-4 16,0 1-1-16,2-1-2 0,-3 1-6 0,0-1-1 0,-1 1-5 16,0-1 2-16,-1 0-11 0,-2 1-3 0,0 1 1 15,-1-1-2-15,-1 1 0 0,-1 0-4 0,1-1-5 16,-4 2 1-16,1-1-19 0,0-1-32 0,-3 2-25 16,2-1-6-16,-2 1-95 0</inkml:trace>
  <inkml:trace contextRef="#ctx0" brushRef="#br0" timeOffset="40214.47">21256 10411 1226 0,'-1'0'23'0,"0"-1"-1"0,-3-1 30 15,-11-2-8-15,9 1 6 0,1 2-26 0,2 0-13 16,0 0-1-16,1 0-4 0,0 0-7 0,1-1-6 16,-1 2 2-16,1 0-3 0,0 0 8 0,1 0-1 15,1 0 2-15,0 0-2 0,2 0 3 0,7 2 11 16,4-2-4-16,-2 0 7 0,2 0 7 0,2-2 7 16,2 0-4-16,0 0 3 0,-5-1-10 0,2-1-4 15,-3 0 1-15,1 1-3 0,0-1-7 0,-3 0-1 16,1 1-2-16,-2-1 0 0,1 2-5 0,-3 0 1 0,-1 1 1 15,1-2 0-15,-1 2 3 0,-2 0-5 16,1 0-3-16,0 1-1 0,-2 0-6 0,0 0-14 0,-1 0-2 16,0 0-5-16,0 0-12 0,0 0-57 0,-1 0 8 15,0 0-27-15,0 0-11 0,2-2-27 0,-1 1-18 16</inkml:trace>
  <inkml:trace contextRef="#ctx0" brushRef="#br0" timeOffset="40531.69">21383 10018 1252 0,'-1'0'16'0,"0"0"-1"0,0-1 16 16,-1 0-7-16,1 0 2 0,0-1-21 0,0 1 8 15,1 0-7-15,1 0 7 0,1 0-10 0,7-2 2 16,11 0-3-16,-3-1 2 0,3 2-7 0,0 1 6 16,3-2 2-16,0 1 3 0,1 0 6 0,-2 0 8 15,3 0 5-15,-2 0 0 0,-1-2 1 0,1 1-13 16,-2-1-6-16,-3 1 1 0,3-1-9 0,-6 2-2 16,-2-1 2-16,0 1-2 0,-5 0 3 0,3-1 1 0,-4 1 0 15,-3 1 0-15,-1 1-11 0,-1-1-29 0,3-2-9 16,2 1-23-16,0-2-196 0</inkml:trace>
  <inkml:trace contextRef="#ctx0" brushRef="#br0" timeOffset="51808.67">22167 10366 127 0,'0'0'0'0,"-1"0"72"0,0-1 7 0,-1 0 19 16,-1 0 7-16,-3-2-63 0,-1 0-1 0,2-1-11 0,-1 2-2 16,2 1-1-16,-1-2-11 0,-2 1 12 0,3 1-9 15,-3-2 10-15,2 2-15 0,0 0 10 0,0 0-5 16,2 1 6-16,1 0 4 0,-1 0 5 0,1-1 6 15,0 0-3-15,-1 1 5 0,1 0-18 0,1 0 9 16,-1 0-10-16,1 0 18 0,0 0-5 0,1 0-2 0,0 0-1 16,1 0-13-16,0 0 3 0,1 0-5 0,18 1 3 15,-2 1-9-15,6-1 5 0,0-1-6 0,1 1 4 16,5-1-6-16,-1 0 1 0,2 0 5 0,-1 0-5 16,1 0 7-16,-3 0-13 0,2 2 2 0,-6-2-6 15,1 0 5-15,-2 0-1 0,1 0 0 0,-2 0-2 16,1 0-9-16,-2 0 8 0,-2 0-4 0,-2 1 6 0,-1-1-7 15,0 1-9-15,0 0 3 0,-1 1-6 16,-1 0-10-16,-4-1-56 0,-4-1-19 0,1 0-20 0,0 0-128 16</inkml:trace>
  <inkml:trace contextRef="#ctx0" brushRef="#br0" timeOffset="52207.71">22513 10109 1323 0,'-1'0'29'16,"0"-2"58"-16,0 1-73 0,-2 0-20 0,2 0 3 15,0 0-8-15,0 1 14 0,0 0-1 0,1 0 5 0,1 1-5 16,0 0-2-16,0 0 4 0,16 10-4 0,1 2 4 15,1 1-11-15,2-2 5 0,-2 1 2 0,5-1 1 16,-1 0 7-16,-2-1-3 0,2-1-4 0,-6 1 2 16,2-2-4-16,0-2 7 0,-1 4-2 0,-2-4 5 15,-2 0 0-15,-2 3 1 0,-2-5-1 0,2 3-1 16,-2-1-12-16,-1 2 10 0,-3 0-6 0,0 0 8 0,0-2-7 16,-2 0 6-16,0 1-2 0,-1 3 4 0,5-1 2 15,-3 1-4-15,0 0 6 0,-4 4-6 0,-1 0 1 16,-4 1 1-16,-6 3-5 0,5 0 4 0,-16 2-4 0,-7 3 4 15,-1-1-4-15,-3 3 4 0,-2-1 3 0,6-4-9 16,2-1 8-16,6-4-9 0,3-2-4 0,7 1-12 16,3-3-16-16,2-2-2 0,1-1-85 0,0-3-134 15,0 0-22-15</inkml:trace>
  <inkml:trace contextRef="#ctx0" brushRef="#br0" timeOffset="52860.46">23824 9996 657 0,'-1'-1'360'0,"0"-1"-524"15,-7-5 444-15,-6-9-257 0,2-1 12 0,-1 1-3 16,8 3-8-16,-1 0 2 0,2 1-22 0,2 4 4 16,-2 0 2-16,0 2-1 0,2 1-3 0,-1 3-6 15,3 1 5-15,-2-2-4 0,0 1 5 0,1 0-5 16,-1 0 0-16,1 1 1 0,0 0 3 0,0 1 23 16,0 0-11-16,0 1 16 0,-2 2-3 0,-7 15-6 0,-1 6 2 15,3 3-6-15,1 1-7 0,-1 3-3 0,2 2 2 16,1 2-2-16,0 1-1 0,3 2-1 0,-2 1-2 15,2-1 2-15,1 0 3 0,1-7 7 0,5-1 5 16,-1-6-1-16,2-4 4 0,0-1-4 0,-1-3-6 0,-1 1 2 16,1-2-5-16,1-3-4 0,0 0-2 0,-1-3-2 15,0 0-5-15,0-2-3 0,-4-1 3 0,0-2-1 16,7-1 1-16,-3-1 1 0,1-1 1 0,4 6 0 16,-3-3 6-16,-1-1 15 0,-2-2-2 0,2-1 7 15,2-2-2-15,3-4-14 0,3-5 4 0,0-17-7 16,2-5-6-16,-1-7 5 0,2-2-8 0,1-3 6 15,0-1-5-15,1 1 2 0,-1 3 1 0,-1 1-1 0,0 3-8 16,-1 5 4-16,-3 3-2 0,0 4 3 0,-2 2 6 16,0 2-7-16,1 3 1 0,-4 3-4 0,-2 1 2 0,0 6 2 15,-5 1-3-15,2 2 0 0,0 3-12 16,-2 0-51-16,1 2-8 0,-1 1-19 0,2-1-71 0,-1 0-83 16,4 0-35-16</inkml:trace>
  <inkml:trace contextRef="#ctx0" brushRef="#br0" timeOffset="53341.48">24291 10280 1575 0,'-1'-1'73'0,"0"0"-85"0,0 1 79 0,-11-5-40 16,9 5-19-16,2 0-6 0,0 0-1 0,-1 0-2 16,-1 1-3-16,1 1 2 0,-3 7 0 0,-3 12 0 15,2 0-5-15,2 4 4 0,0-4-4 0,2 0 4 16,0-1-11-16,2-3 8 0,2-1-2 0,-2-4 5 16,1-1 2-16,0-6-2 0,-1-1 6 0,0-2-3 15,0 0 19-15,1 0 12 0,0 0-1 0,2 1 6 0,-1-2 3 16,10 3-7-16,2-1-1 0,1-3-3 0,2-3-2 15,0-2-15-15,1-2 8 0,-2-3-11 16,1 8-1-16,-3-15-7 0,0 0 0 0,-1-2-2 0,-1 2 1 0,-3 0 0 16,-2-1-2-16,0 0 1 0,-3-2-2 0,-2 2 10 15,10-2-9-15,-4 0 8 0,-3-1-11 0,-4 2 1 16,-1-1 7-16,-2 2-3 0,-3 0-3 0,0 2 2 16,-1 3-2-16,-1 0 3 0,0 1 1 0,6 4 4 15,-11 2-6-15,1 3 2 0,1 0-13 0,0-4-1 16,-1 1-3-16,3 3 1 0,-4 1-11 0,3 2-5 15,-2 2 6-15,0 4-6 0,2 2 7 0,2 16-25 0,1 1-4 16,-9 2-8-16,8-3-22 0,4-1-38 0,5-1-2 16,1-5-15-16,4 2-21 0,3-5-1 0,-7-4 2 15,16-2-5-15,0 4-44 0</inkml:trace>
  <inkml:trace contextRef="#ctx0" brushRef="#br0" timeOffset="53641.87">24970 9672 525 0,'0'-1'132'0,"0"0"227"15,0-1-233-15,-2-4-17 0,0-4-11 0,1 4-1 0,0 2-39 16,0 0-10-16,1 2 0 0,0 1-7 0,-2-2-22 16,1 1-11-16,0 0 0 0,0 0-2 0,0 1-1 15,1 0 3-15,0 1 0 0,0 0 1 0,0 1 13 0,0 2-6 16,-5 21-1-16,1 6-3 0,1 0-12 0,-1 6 8 15,1 1 1-15,-1 2 1 0,0 1-4 0,-1 2-2 16,-1-2 0-16,0 3 1 0,0 0 1 0,2-1-6 16,-1 2 1-16,1-4-2 0,2-2-2 0,2-7 7 15,0-2-6-15,2-6 3 0,2-1-17 0,-1-3-23 16,2-2 0-16,0-4-10 0,0-5-29 0,0 1-10 16,-3-4-2-16,12-3 2 0,2 9 22 0,3-4-64 15,1-5-11-15,3-4-31 0,3-7-138 0</inkml:trace>
  <inkml:trace contextRef="#ctx0" brushRef="#br0" timeOffset="53875.58">25483 9615 567 0,'0'0'133'0,"-1"-1"271"16,0-1-344-16,0 1-1 0,-1 0-8 0,-1 0 1 15,1 0-32-15,0-1 0 0,-1 1-7 0,1 1 4 16,0 0-14-16,-2 0 2 0,-4 5 1 0,0 4 0 15,-3 17 4-15,0 4 8 0,1 4-6 0,-2 5 6 16,1 1-6-16,0-2-3 0,-2 2 5 0,-4-2-4 0,3 0 4 16,0 4-5-16,1-2-1 0,3 0-3 0,-3 0-6 15,1-6 1-15,1 1-2 0,4-4 1 0,2-6-2 16,3-3-13-16,-10-2-10 0,6-6-8 0,2 1-90 0,1-3-59 16,2-4-23-16,0 0-13 0,0-4-118 0</inkml:trace>
  <inkml:trace contextRef="#ctx0" brushRef="#br0" timeOffset="55045.82">25044 10094 777 0,'0'0'108'0,"0"0"-118"16,0 0 117-16,0 0-57 0,0 0-35 0,0 0 23 0,0 0-1 16,1 2 9-16,0-1 7 0,1-1-16 0,15 6 0 15,2 0-6-15,-2-2 2 0,8 2-8 0,-4-1 7 16,2-2-6-16,5 0 20 0,0-2-2 0,3-1 1 15,-2-1-2-15,0-3 3 0,2-2-17 0,-2-1-2 16,4-1-6-16,-2 0-15 0,1-3 1 0,-2 1-3 0,2-2 2 16,-2 0-4-16,-3 2-2 0,-2-1 5 0,-4 0-5 15,-1 1 2-15,0-1-4 0,-3 2-1 0,-4 1-1 16,-3 1 6-16,-1 5 0 0,-2-6 0 0,-4 0-1 16,2 1 2-16,1 0 2 0,-2 0 2 0,0 0 0 15,-3 2 5-15,0-1 14 0,-1 3-11 0,0 0 10 16,0 1-25-16,0 1 0 0,0-2-2 0,-1 1 0 0,0 0-3 15,-1 0 6-15,-7 0 4 0,-7 0-2 0,-1 2-3 16,-1 2-1-16,0 3 2 0,0 2 0 0,1 1 3 16,0 1-2-16,0-7-3 0,1 13 1 0,0-1 7 0,2 0-7 15,3 1 6-15,2 2-6 0,2-2 0 0,1-2 3 16,1 0-5-16,0-4 5 0,3 1 0 0,1-2-4 16,-4-2 1-16,0 1-4 0,3-2 5 0,1-1 1 15,0 1 4-15,1-1-3 0,0-2 3 0,0-1-3 16,0 0 4-16,1 2-3 0,4-1 8 0,12 3-11 15,3-5 3-15,3-4-4 0,-1-3 2 0,5-5-3 16,1-2-2-16,2 11 1 0,-3-16 7 0,0 1-9 16,-6 2 5-16,-3 2-6 0,-2 1 7 0,-4 2 3 0,-2 3-6 15,-3 1 3-15,0 1-3 0,-2 4-6 0,-1 1 7 16,-2-1-7-16,0 1 7 0,1 0 4 0,0 0-3 16,2 0 5-16,-3 1-4 0,2 1-1 0,-2 0 1 15,2 10-2-15,-1 9 0 0,2 1 4 0,1-1-1 16,0-1 3-16,2-4-3 0,3-1-2 0,1-2 0 0,3-2-1 15,0-1 0-15,4-4 7 0,1-1-2 0,1 9 2 16,4-5-7-16,2-4-1 0,2-4-2 0,-1-5 3 16,-1-2 5-16,1-4-10 0,0 0 6 0,-3 9-8 15,1-14 2-15,-7-3 3 0,0 1-3 0,-5 2 4 16,-2 2 0-16,-5 0 4 0,0 2-4 0,-4 1 4 16,0 4-2-16,-2 4 10 0,-1 2 0 0,2-2 1 0,1 1-14 15,-2 1-9-15,0 0-1 0,0 1-2 0,0 1 13 16,-1 1 1-16,-4 29 0 0,-5 3 0 0,-4 5 0 15,-1 3-5-15,0 3 4 0,0 4-4 0,2-4 9 16,2-3 0-16,0-2-4 0,3-9 1 0,3-3-2 0,-1-7 7 16,1-3 3-16,1-4 2 0,-1-1 5 0,1-3-5 15,0-1 4-15,1-1-5 0,-1-1-1 0,-1 0-7 16,-1 0 1-16,3-4-2 0,-4 2 10 0,-6-4-3 16,-1 1-5-16,-1 7 1 0,-2-2-9 0,2-5 6 15,0 0 5-15,0-2-1 0,3-2 3 0,4 0-8 16,1 0 2-16,4 0-4 0,0-1-10 0,-6-9 9 15,1-2-6-15,5-2 7 0,4-2-11 0,6-4 5 16,-5-2-3-16,21-2 3 0,0-3-6 0,5 5 10 0,1-2-1 16,0 2 4-16,4 4 0 0,-4-5 2 0,0 4-1 15,-1 2 0-15,-1-1-2 0,-1 0 4 0,2 2 1 16,1 1 1-16,-2 0 0 0,1 1-1 0,2-2-3 16,-3 3 2-16,0 0 1 0,-5 2-4 0,-4 0 5 0,0 1-5 15,0 0 4-15,-1 1-2 0,-5-1 0 0,-5-1 0 16,2 2 5-16,-5-1 2 0,4 2-1 0,-5 0 1 15,-2-2 2-15,5 1 12 0,-2 0-1 0,-1 2 4 16,-2 1 2-16,-2-2-18 0,0 0 7 0,-1 0-12 16,-1 3 2-16,-1 1 0 0,0 1-6 0,2 3 3 15,-10 0-7-15,2 1 0 0,-4-9 3 0,2 6-2 0,-1 0 0 16,2 3 3-16,2 1-3 0,-5 2 3 0,2 2-4 16,1 2-5-16,-3 2 9 0,4-2-6 0,1 3 8 15,0 7-2-15,0 0-1 0,3 2 0 0,-6-3 1 16,4 4 0-16,1 1 0 0,-1 0 0 0,4 1-2 0,1 1 2 15,-10-2-1-15,5 0 1 0,3-1-1 0,3-2-4 16,2 1 0-16,4 0-1 0,2 0 6 0,2-2 10 16,-4-3 5-16,15-2-1 0,2-3 5 0,2-1-13 15,3-1 3-15,0-3-5 0,1 1 3 0,3-2-1 16,-1 13-2-16,1-5 1 0,0-5-3 0,-3-4 1 16,1-1-2-16,-2-3 2 0,0 0 1 0,-1-1-4 15,-1 0 4-15,-2-1-5 0,1 0-3 0,-3 1-5 16,0-1-9-16,-3-1 1 0,-2 0-28 0,0 0-21 0,-5 0 3 15,1 0-14-15,1-1-37 0,-7 4-225 0,-1 1-37 16</inkml:trace>
  <inkml:trace contextRef="#ctx0" brushRef="#br0" timeOffset="55977.52">27877 9788 1363 0,'0'-2'45'0,"0"0"8"0,-3-7-21 16,-2-8-18-16,2 5-8 0,1 5-1 0,-1 1-22 16,2 3-6-16,0 1-8 0,0-1-23 0,0 2 26 15,-1 1 4-15,-12 1 7 0,-7 9 8 0,-1-4 3 0,-4 24 2 16,-2 1 0-16,2 0 3 0,0-2 5 0,4-5-6 16,2-6 7-16,2-2 10 0,1-3 11 0,6-1 2 15,2-4 2-15,0-1 6 0,7-2 6 0,1-1 2 16,-1-3 1-16,1 1 6 0,-1 1-11 0,-1-1-3 15,2 0-3-15,0 1-7 0,1-1-18 0,1-1 0 0,0 0-7 16,5 0-7-16,18 1 2 0,1-5-2 0,4-4 1 16,-2-2-9-16,-1-3-3 0,1-2 6 0,-6 13-5 15,0-15 13-15,-4 1 2 0,-2 1 0 0,-3-1 1 16,-2 0 0-16,-1-1 2 0,-2 2 0 0,-3 7 2 16,0-1 8-16,-2 4 4 0,1 3 0 0,0-4 2 15,-2 3 3-15,2 0-12 0,-1-1-4 0,0 2-4 16,0 0-13-16,0 1 8 0,0 0 3 0,1 1 1 0,2 9 1 15,5 17-1-15,-5 2-3 0,-4 3 1 0,-1 1-9 0,-1 2 10 16,-2 1-2-16,0 2 4 0,-1 1-6 0,1-4 5 16,1-3-1-16,1 0 3 0,0-5 1 0,1-3 3 15,0 0 2-15,-1-3-1 0,0 0 4 0,-2 0 4 16,0 2-1-16,-2-4 3 0,-1-1 10 0,-1 0 1 16,-1-3 0-16,-3 2-2 0,7-3-13 0,-13 0 4 15,-2-2-1-15,-3-2 2 0,4 0 0 0,0-3-1 16,0-2 3-16,4-2-2 0,-3 1 0 0,1-3-9 15,1 9-3-15,3-4-1 0,4-2 0 0,-1-2-1 16,1-1 0-16,2-1-3 0,-2 0-14 0,6 0 5 0,-1 0-7 16,1 0 6-16,-1 0-15 0,0-1-31 0,1 0 1 15,-1 0-13-15,2 0-20 0,0-2-26 0,0 1-15 16,0-9-5-16,1 0-81 0,6-6-139 0</inkml:trace>
  <inkml:trace contextRef="#ctx0" brushRef="#br0" timeOffset="56479.93">28551 9832 1322 0,'-1'-1'134'0,"-2"-5"294"0,-7-11-412 16,3 4-1-16,4 4-5 0,-1 2 3 0,3 4-7 0,1 2-9 15,-2-3-3-15,1 2-4 0,-1-1-13 0,0 1-4 16,0 1 4-16,-3 0-3 0,-4-2 14 0,-6 3 0 16,1 4 2-16,-3 4 0 0,-2 3 11 0,-1-9 3 15,-1 14-1-15,-3 2 0 0,2 2-2 0,-2 0 11 16,2-1 1-16,-2-1 2 0,5-3-8 0,3-1-2 16,2 0-1-16,6 0 0 0,1-2 4 0,1-3-3 15,1 1 3-15,3-2-3 0,0-1 2 0,-2-2 7 16,0-1-7-16,3 0 7 0,0 1-14 0,1-2 2 0,0 0-4 15,0-2 1-15,1 1-13 0,2 0 5 0,6 3 0 16,9-1 2-16,2-4 5 0,1-4-1 0,2-3 0 16,0-2-1-16,0-4 5 0,0 12-4 0,-1-17 3 15,0 1-4-15,-1 2 8 0,-3-1 1 0,0 0 1 0,-4 4-1 16,0 0 9-16,-3 1 1 0,-3 4 0 16,-1 4 0-16,-1-3 3 0,-3 3 4 0,1 2-4 0,-2-1 2 15,0-1-9-15,1 1-7 0,-1 1 3 0,0 0-5 16,1 1 4-16,-1 0 2 0,-1 0-1 0,2 1 0 15,-1 13 1-15,-1 4-6 0,0-3 2 0,1 0-4 16,8 1-9-16,-3-4 10 0,-1 1-4 0,0-2 4 16,0 0-13-16,-1-4-22 0,-1 0-6 0,0-3-7 0,2 0-34 15,2-2-21-15,1 5 4 0,2-1-8 0,0-2 18 16,-1-3-75-16,5-1-18 0,1-4-34 0,1-3-183 16</inkml:trace>
  <inkml:trace contextRef="#ctx0" brushRef="#br0" timeOffset="56710.96">28885 9728 1434 0,'0'0'41'0,"0"0"-1"0,0 0 25 16,0 0-11-16,0 0-2 0,0 0-40 0,0 0-1 0,0 1-2 15,0 0 0-15,-1 1-2 0,-2 12 1 0,-3 9-2 16,0-2 3-16,-1 2-2 0,0 2-8 0,0-3 3 15,1 0-5-15,0-2 3 0,1-4-9 0,2-1-9 0,0-4-1 16,2-3-47-16,1-4-33 0,0-2-1 0,0-1-8 16,0 2 12-16,0-1-6 0,0-1-11 0,0 0-4 15,0-1-71-15</inkml:trace>
  <inkml:trace contextRef="#ctx0" brushRef="#br0" timeOffset="57111.35">29210 9689 1722 0,'0'0'25'0,"0"0"1"16,0 0 10-16,0-1-13 0,0 1 0 0,0 0-34 0,0 0 6 16,-1 1 3-16,0 1 2 0,-4 15 3 0,-3 5-3 15,-2 5 0-15,0-1 0 0,-2 4 5 0,1-1-9 16,1-6 1-16,2-2-4 0,-1-4 10 0,5-7-8 15,1-3 5-15,2-3-5 0,0-1 10 0,0 0 4 16,0-1-1-16,-1-1 2 0,1 1 4 0,1-1-10 16,0-1-4-16,0-1-2 0,0-1-14 0,11-18 19 15,2-4-7-15,0-5 9 0,0 5-14 0,-12-2 7 0,16 2 3 16,1 0-1-16,-3 1-2 0,1 2 2 0,-2 4-2 16,0 2 3-16,-2 5 5 0,-2 2 0 0,1 4 6 15,-3-2 0-15,0 2 29 0,2 0-11 0,-1 3-2 16,0 1-3-16,2 3 2 0,-2 4 0 0,2 11-4 0,0 7-1 15,-1 1-19-15,3-1 4 0,1 0 2 0,4 0 0 16,2-2-1-16,2-3-1 0,5-3-1 0,0-3 1 16,-2-3 1-16,2-2-6 0,-3-3 0 0,-4-3-4 15,2 0-17-15,-3 8-18 0,-3-4-3 0,-1-3-5 16,0-3-18-16,-7-1-39 0,-1-2-31 0,-4 1-18 16,0-1-245-16</inkml:trace>
  <inkml:trace contextRef="#ctx0" brushRef="#br0" timeOffset="58530.09">25395 11503 1101 0,'0'-1'30'0,"0"-1"61"0,0-9-69 0,0-5 2 15,0-3-3-15,1-1 0 0,2-1-8 0,0 0-10 16,0 1 7-16,0 0-8 0,1-2 8 0,-2 2-6 15,-1 0 1-15,0 3-1 0,-1 4 7 0,0-1 10 16,0 3-9-16,-1-1 10 0,-1 2 3 0,-2 2 14 16,1-1-2-16,1 5 2 0,0 0-16 0,-12-1-11 15,0 4 5-15,-4-11-7 0,-3 5 14 0,-2 4-14 0,0 3 2 16,-1 5-6-16,-3 2 0 0,-1 4 1 0,-5-9-2 16,3 19 1-16,0 2-6 0,3 1 3 0,4-2-2 15,2 3 3-15,2-1-3 0,4 0-1 0,2 0-1 16,0-2 0-16,4-3 1 0,2 2-3 0,0-1 6 0,2-1-5 15,1-3 8-15,3 1-9 0,-8-3-2 0,3-1-3 16,2 0-4-16,2-2 7 0,2 0-1 0,1-2 3 16,2 1-1-16,-1-3 2 0,1 0-2 0,1-2 2 15,3-1 1-15,7-3 0 0,1 1 1 0,3 8 2 16,2-3 11-16,4-4-4 0,-2-5 3 0,5-2-4 16,0-5 2-16,1-1-10 0,3-3 1 0,-7 0-2 0,2-1 10 15,-1 13-7-15,-5-16 3 0,0 1-5 0,-2-2 0 16,-3-1 0-16,-1 2 0 0,-2-1 0 0,0 2 0 15,-3 0 1-15,-1 2 0 0,0-1 1 0,-3 3 6 0,0 0-6 16,-2 4 5-16,-1 5-5 0,-1-6 4 0,1 7 4 16,0 0 0-16,1-1 4 0,-1 2 7 0,-1 0-25 15,0 0 4-15,1 0-11 0,-1 1 9 0,0 1 0 16,0 1 3-16,2 17-1 0,-3 8 3 0,-3 0 2 16,-2 4-5-16,0-2 3 0,-5 3-6 0,2 1 3 15,-1 2 0-15,-1 0 3 0,1 2-3 0,0-1 4 16,0 5-3-16,3 1 3 0,-2 0-1 0,0 0-2 15,1-4 6-15,-2 1-5 0,1-4 0 0,1-1 5 16,-2-2-7-16,1-2 4 0,-3 0-8 0,2-3 5 16,-1 0 4-16,0-4 0 0,-1 0-2 0,0-3 1 0,2-3-5 15,0-1 3-15,6-1-3 0,-12-6 5 0,1 3 0 16,-4-4 2-16,3-2 2 0,0 0-2 0,-2-2 5 16,4 1-4-16,0-2 7 0,3 4 9 0,-3-1-6 15,1-5 6-15,0-1-8 0,0-1 2 0,2 0 4 0,0-2-1 16,2 0 10-16,1-2-7 0,1-3-5 0,0-6 0 15,2-2-9-15,1-1-3 0,-8-3 4 0,4-3-4 16,3-2 5-16,4-1-6 0,5-1 0 0,3 0-3 16,4-2-2-16,3 0-2 0,-10-2 2 0,18 1 0 15,2-1 8-15,3 3-5 0,2 1-2 0,-6 0 0 16,2 5-1-16,2 0 5 0,-4 5-5 0,3 5 4 0,-2-2-11 16,-3 4 3-16,1 5 3 0,-3 0-2 15,-2 0 0-15,-3-5-40 0,1 3-4 0,-2 3-16 0,-1 4-40 16,-2 0-42-16,0 1-1 0,2 2-21 0,-2 0-80 0</inkml:trace>
  <inkml:trace contextRef="#ctx0" brushRef="#br0" timeOffset="59296.53">25475 12152 1074 0,'-1'0'150'15,"0"-1"343"-15,0 0-492 0,-2-1-3 0,1-1 0 0,1 1-3 16,0 0-7-16,0 0 4 0,-1 1-4 0,1 0 4 16,0 0-12-16,1 0-7 0,0 1-4 0,0 0 1 15,0 1-9-15,0 0 20 0,1 7-1 0,0 15 9 16,-1-1 12-16,0 1 19 0,-2 3-2 0,-2 0 6 15,0-1-10-15,-2-3 35 0,1-1-4 0,3-8 14 16,-2-1-12-16,2-4-8 0,1-3-5 0,0 1 2 16,-1-1-6-16,1 1-11 0,0-3 0 0,1-1-5 0,0 1-12 15,-1-1 4-15,0 0 4 0,0 1 0 0,-1-2-3 16,1 0-8-16,0 0-6 0,0-1 2 0,0 0 9 16,-1-1-5-16,2 0 7 0,0-4-7 0,0-6 10 0,0-5-10 15,2-1 3-15,0-1-4 0,2-2 2 0,0 2 1 16,2 1-1-16,1-2 2 0,0 1 2 0,1 2-4 15,1 0 0-15,0 2-2 0,-7 0 6 0,9 1-7 16,2 4 4-16,0 1-5 0,-1 2 5 0,-2 1-2 16,-2 3 4-16,2 1-3 0,-3-5 7 0,2 0-12 15,-2 3 1-15,-2 2-5 0,3 1 11 0,-2 1-8 16,1 3 1-16,-3-2-4 0,-3 11 11 0,2 7-4 16,-1-1 2-16,-1 1-1 0,0-1 15 0,10-1-6 15,-7-4 3-15,0 1-6 0,-2-3-3 0,-1-2 1 0,-1-1 1 16,0-5-2-16,0 4-1 0,0-5-2 0,0 0 0 15,0 1-1-15,2-2 9 0,-1 1-7 0,-1-1 5 16,1-1-5-16,0 0 5 0,0 0 1 0,0 1-2 16,1-2 1-16,-1 0-8 0,0 0 4 0,0-2-1 0,0 1 2 15,0-1 1-15,5-7-3 0,3-7-1 0,0-1-1 16,-1 1-1-16,2 0-1 0,-1 1 1 0,0-2-1 16,2-1 1-16,0 1 3 0,0-1-4 0,-9 1 4 15,13-1-9-15,-2 1 9 0,0 2 0 0,0 2 1 16,-3 1-1-16,1 3 0 0,-3 1 0 0,-2 3 0 15,0 2 4-15,-2 0-8 0,2-1 9 0,0 0-9 16,0 0 3-16,0 3 4 0,0 0-6 0,0 1 7 0,1 1-7 16,-2 2 3-16,-1-2 1 0,0 14 2 0,-1 4 2 15,-2 1-3-15,1 1-2 0,11 1 1 0,-6 1 7 16,-4-3 8-16,0 1 3 0,-3 0-1 0,0-2 0 0,-2-3-11 16,1 1 1-16,-1-2-4 0,1 0 0 0,-1-2-8 15,1-1 5-15,1-4-5 0,0 3 6 0,0-3-12 16,0 2-5-16,1-3-5 0,-1-3-41 0,2 1-65 15,-1-1-1-15,0-2-28 0,1 0-91 0</inkml:trace>
  <inkml:trace contextRef="#ctx0" brushRef="#br0" timeOffset="65035.9">10998 11617 376 0,'0'0'0'0,"0"0"34"0,0 0 12 0,0 0 25 0,0 0 5 15,0 0-33-15,0 0-8 0,0 0-24 0,0 0-7 16,0 0 4-16,0 0-9 0,0 0 2 0,0 0 4 16,0 0 0-16,0 0 14 0,0 0 13 0,0 0 4 15,0 0 2-15,0 0 24 0,0 0-6 0,0 0-5 16,0 0-3-16,0 0-23 0,0 0 1 0,0 0 6 0,0 0-5 15,0 0-8-15,0 0 3 0,0 0-7 0,0 0 8 16,0 0-4-16,0 0-3 0,0 0-2 0,0 0 0 16,0 0-8-16,0 0 5 0,0 0 3 0,0 0-2 15,0 0-4-15,-1 0 2 0,0 0-5 0,1 0 6 16,0 0-3-16,0 0-5 0,0 0 2 0,0 0-2 16,0 0-2-16,0 0 10 0,0 0-7 0,0 0 7 15,0 0-6-15,0 0 4 0,0 0-1 0,0 0 1 0,0 0-5 16,0 0 8-16,1 0-4 0,0 0 4 0,1 0-6 15,-1 0 10-15,0 0-5 0,0 0 6 0,0 1-12 16,0 1 7-16,1-1-4 0,0 0 3 0,0 1-11 0,3 5 2 16,2 4 3-16,1 1-1 0,-1-2-3 0,-1 0 3 15,1 4-6-15,0 0 4 0,0 2-6 0,-1 1 8 16,0 2 2-16,1 1 3 0,-2-4-2 0,0 3-7 16,-1-1 5-16,1-3-6 0,2 6 1 0,-1-3 6 15,-1-1-7-15,-1-4 6 0,1 0-9 0,0-1 8 16,1 1-2-16,-2-3 4 0,1 1-11 0,-1-3 3 15,-1-1 0-15,2 0 2 0,0 0 4 0,-2-1-2 16,1 0 1-16,0 1-2 0,0-1-1 0,-1 0 4 0,1 0-3 16,-1-1 5-16,0-2-6 0,-1 1 2 0,-1-2-1 15,2 2 3-15,-2-2-4 0,-1-1-2 0,1 0 2 16,0 0-1-16,-1 1 13 0,3-1-11 0,-1 0 3 16,-1-1-5-16,1 1 11 0,0-1-9 0,0 1 6 0,-1-1-7 15,0 0 11-15,1 0-11 0,-1 0 5 0,0 0-5 16,0 0 5-16,0 0-2 0,0 0 2 0,2 2-2 15,-1-1 1-15,0 0 0 0,1 0-2 0,-1 0 1 16,1-1-7-16,-1 0 5 0,-1 0-1 0,1 0 2 16,0 0-2-16,-1 0 5 0,0 0-6 0,0 0 4 15,0 0 0-15,0 0-2 0,1 0 1 0,-1-1-2 16,0 0-7-16,0 0 9 0,0 0 0 0,2-1 2 0,-1 1-4 16,0 0-2-16,1 0-1 0,-1 0 1 0,0-1 6 15,1 1-2-15,-2 1 3 0,4-3-5 0,-2 0-4 16,3 0 5-16,-1 1-2 0,3-3 3 0,-2 2-3 15,1 1 1-15,-1 0-3 0,0-1 3 0,2 1-1 16,0 0-2-16,2-1 6 0,-2 2-4 0,1 0 6 0,3 0-5 16,1 0-2-16,0-1-1 0,0 1-1 0,1 1 8 15,-4 0-3-15,5 0 6 0,1 0-7 0,2-1-7 16,-1 1 7-16,2 0-6 0,-4 0 15 0,0-1-8 16,1 0 0-16,-2 1-3 0,1-1 0 0,1 1 2 15,-2-2 2-15,-4 1-2 0,3 0 2 0,-2 0 0 16,-2 0-5-16,3 0 3 0,-4 1 3 0,2-2-6 15,-2 2 4-15,0 0-5 0,0 0 6 0,1-1-4 0,-1 1 2 16,1 0-3-16,-1 0 3 0,-2 0 0 0,1 0 0 16,-2 0 1-16,2 0 8 0,0 0-8 0,0 0-1 15,0 0-2-15,-1 0 1 0,0 0 2 0,0 0 2 16,0-1-1-16,-1 0-5 0,2-2 5 0,-3 2 0 0,3-1 4 16,-1 0-6-16,-2-1 0 0,2 0 4 0,-3 0-1 15,1 2 8-15,-1-6-9 0,1 1 1 0,0 0-1 16,0-2 16-16,0-2-6 0,0 0 1 0,0 1-4 15,-1-3-4-15,1 3-2 0,-2-2 1 0,-1-3 0 16,3 2 1-16,1-4-2 0,-3-1-3 0,0 1 1 16,4-4-2-16,-5 0 4 0,4-1-3 0,-4-2 3 15,4 1 2-15,-4-2-5 0,13 1 3 0,-4-1-5 0,-4 2 7 16,-3 2-5-16,1 1 6 0,-1 2-6 0,-2 0 0 16,0-1 0-16,-1 2 1 0,0 1 1 0,0-2-3 0,0 1 6 15,-1 0-6-15,0 1 7 0,1 2-6 0,-1 2 2 16,1 0 1-16,-1-1 0 0,0 4-3 0,-1 3 3 15,1 1 6-15,1 2-1 0,-1 0 10 0,1 0-5 16,0-1-1-16,0 1 0 0,-1 0 1 0,0 0-4 16,0 1 4-16,-1 0-4 0,1 0-8 0,0 0-1 15,0 0-10-15,0-1 7 0,-1 2 1 0,1 0-4 16,0 0 6-16,0 2-6 0,0-1 4 0,0 0-5 16,-1 1 4-16,1 1-3 0,1 0 3 0,-1 3-16 0,0 1-6 15,0-2-5-15,0-2-41 0,1 0-39 0,0-1-6 16,0-1-15-16,0 3-64 0,0-1-107 0</inkml:trace>
  <inkml:trace contextRef="#ctx0" brushRef="#br0" timeOffset="65638.78">11820 11462 1238 0,'0'0'19'0,"-1"0"0"15,0 0 3-15,0 0 2 0,0 0-6 0,0 0 1 16,-1 0-14-16,1 1 4 0,0 0-7 0,0 1-1 0,0-1 4 16,-1 0-5-16,1 0 5 0,0 1-1 0,0 1-4 15,1-2 2-15,-1 3-3 0,0-1-3 0,1-1 15 16,0 0-8-16,-2 0 14 0,1 0 13 0,0 1 33 15,0-1 0-15,0-1 7 0,0 0-21 0,-1 1-9 16,1-1-2-16,0 0-2 0,0 0-9 0,0 0-7 16,-1-1-6-16,1 0 1 0,0 0-10 0,0-1 0 15,0 0 1-15,0 0-2 0,1-2-4 0,0-3 2 0,0-6-2 16,0 0 0-16,1-1-5 0,1-1 2 0,0 3 2 16,2 2 1-16,0-2 5 0,-1 2-8 0,1 1 3 15,0-3-3-15,1 0 5 0,1-2-2 0,0 0-1 16,-3 5-1-16,3-4 3 0,-1 3-3 0,2-1 2 15,1-5-2-15,-1 4 3 0,0-1-1 0,0 1 0 0,0 2 0 16,-1 1-1-16,-5 3 1 0,5 0-2 0,1 3 2 16,-3 0-3-16,-2-1 4 0,3 2-1 0,-3 0 4 15,1 0 0-15,0-2 1 0,1 1 1 0,-1 1 0 16,2 0 1-16,-3 1-6 0,1 0 4 0,-1 0-5 16,0 1 2-16,1 0 3 0,0 0-5 0,7 5 3 15,-4-2-4-15,-1-3 2 0,0 6 0 0,1 3 1 16,0 1 3-16,2-2-2 0,0 3 7 0,-5-4-6 0,1-1 5 15,0 0-1-15,3 3 1 0,0-1-1 0,0 2 2 16,-1-1 2-16,-1 1-2 0,1-2 3 0,-3 0-3 0,4-2-6 16,-2-1 1-16,2-1-3 0,-4-2 4 0,2 2-3 15,0-1-2-15,0 1 1 0,2 2-5 0,-3-5 4 16,0 0 1-16,-1-1 0 0,1 1-11 0,-1 0-1 16,1 1-10-16,-2-2 3 0,-1 0-37 0,2 0-8 15,-2-1-8-15,1 1-2 0,2 1-32 0,-2-1-158 16,3-1-26-16</inkml:trace>
  <inkml:trace contextRef="#ctx0" brushRef="#br0" timeOffset="66386.14">10863 11790 246 0,'0'0'18'16,"0"0"37"-16,0 1-21 0,0 1 12 0,0-1-1 16,-1 0 3-16,0 1 9 0,0 1-2 0,-1-1 9 15,2-1-6-15,-3 5 14 0,-2 2-4 0,2-2 4 16,-1 0-4-16,2-3-3 0,1 0-5 0,-4 0-4 0,0 1 0 16,2-2-14-16,0-1-7 0,0 2-4 0,2-3 0 15,0 0-13-15,-1 0-3 0,0 1 3 0,0 0-3 16,-1 0 2-16,1 0 6 0,1 1-10 0,0-1 9 15,-1 0-11-15,1-1 2 0,0 0 1 0,0 0-2 16,0 0-1-16,1-1-3 0,0 0 8 0,0-2-6 16,0-1 4-16,0-9-6 0,0 0-1 0,1-3-2 0,1 5-4 15,1-1 8-15,-1-2-4 0,0 1 6 0,2-2 1 16,-1 0-7-16,1 1 3 0,-1-1-4 0,1 0 6 16,1 1-6-16,-1 0-2 0,1 1-2 0,-1 1-3 15,0 0 4-15,0 2 3 0,-1-1 1 0,1 3 1 0,-1 1 1 16,0 1-5-16,-1 1 2 0,-1 2-8 0,-1 1 3 15,0 1 3-15,1-1 0 0,1 0 11 0,0-1-2 16,0 2 0-16,1 0 0 0,-1 0 3 0,2 1-3 16,3 0 6-16,-2 0-5 0,4 2 6 0,-1 2-4 15,3 1-4-15,-2 1 0 0,2 1-9 0,-1 0 8 16,2 0 1-16,1 0 1 0,1 2-2 0,2 0 0 16,-2-2-3-16,2 1 3 0,-1-1-4 0,4 2-6 0,2-1-4 15,0 0-4-15,3-1-31 0,-1 0-242 0,2 0-196 16</inkml:trace>
  <inkml:trace contextRef="#ctx0" brushRef="#br0" timeOffset="105889.39">10956 11546 146 0,'0'0'0'0,"0"-2"7"16,0 1 75-16,0 0-9 0,0-1 0 0,0-1-30 0,0-4-8 16,0-1-14-16,0 1 1 0,0-1-2 0,0 2-8 15,0 1 5-15,0 2-1 0,0-2 2 0,0-1 4 16,0 0 14-16,0 1 2 0,0 1 3 0,0-2-2 15,0 0 3-15,-1-1-3 0,0-2 4 0,0 0-3 0,1 3-13 16,-2-5 7-16,2 5-10 0,-1-2 1 0,0-1 4 16,1 5-9-16,-1-5 8 0,1 4-5 0,0-3 4 15,0 5 4-15,0-2-2 0,0 1 6 0,0 0-10 16,0 2 0-16,0 0-3 0,0 0 7 0,-1 0 2 16,0-1-5-16,-1 1 2 0,1 1-11 0,0 0-4 15,1 0 3-15,0-1-5 0,0 1 4 0,0 0-14 16,0 0 7-16,0 0-8 0,0 1 2 0,0 0 2 0,0 1-4 15,0 0 3-15,0 1-3 0,-1 15 1 0,1 4-1 16,0 1 0-16,0 2-3 0,1 1 3 0,0-2 1 16,0 3 1-16,1 2-2 0,0 3-1 0,-1 2 2 15,0 3 0-15,-1 3 7 0,1 4-11 0,2 3 3 16,-1 3-3-16,0-1 5 0,0-2-2 0,-1-4-2 0,1-4 1 16,-1-4 1-16,2-4 8 0,-2 0-6 0,0-3 5 15,0-3-14-15,0 0 7 0,1-2 0 0,0-4 2 16,-1-2 8-16,0 2-9 0,0-6 5 0,-1-1-6 15,0 0-1-15,0-6 1 0,0 1 2 0,0-5 0 16,0 1 5-16,0-1 1 0,0 2 10 0,0-1-1 16,0 0 32-16,0 0-27 0,0-1 4 0,0 0-11 0,0-1 1 15,0 0-2-15,-1-1-3 0,1 0 1 0,-7-19-6 16,1-3-3-16,2 0 4 0,-1-3-4 0,0 0 1 16,3 1-4-16,0-3 5 0,0-1-4 0,1-4 3 15,0-3-1-15,0-4-2 0,0 2 3 0,1-6-3 0,-2 4 2 16,2 3-5-16,0-2 3 0,0 9 0 0,0 0-4 15,0 2 5-15,0 3-5 0,0 1 10 0,0 4-5 16,0 2-1-16,0 0-1 0,0 3-2 0,-1 3 1 16,1 2 3-16,0 3-2 0,0 2 9 0,0 0 1 15,0 1-1-15,0 1 0 0,0 0-3 0,0 1-2 16,0 0-5-16,0-1 1 0,0 2-3 0,0 0-2 16,0 0 5-16,0 0-4 0,0 1 0 0,0 1 4 0,0 0-1 15,-1 8 1-15,0 11 3 0,1 2-2 0,0 1 2 16,1 2-3-16,1-1-4 0,1 1 7 0,0 2-4 15,0-1 5-15,1 2-10 0,0-1 6 0,1 0-2 16,-1-1 3-16,0-1 3 0,1 3-3 0,-3-3 3 0,0 0-4 16,1-1-4-16,0-3 4 0,0-3 0 0,-1 0 3 15,0-2-3-15,1-2 1 0,-1 0-3 0,-1-1 3 16,0-2-1-16,-1-4-4 0,0 0 1 0,0-2-4 16,0-2-15-16,0-2-28 0,0 2-8 0,0-1-6 15,0 0-39-15,0 0-56 0,0-1-8 0,0 0-19 16,0-1-57-16</inkml:trace>
  <inkml:trace contextRef="#ctx0" brushRef="#br0" timeOffset="106470.88">10782 11515 1196 0,'-1'0'36'0,"0"0"-5"0,-2 0 4 16,2 0 10-16,-5-1-19 0,3 1 3 0,2 0-20 15,-1 0 3-15,1 0-7 0,-1 0-1 0,0 0-4 0,-1 0 0 16,1 0 0-16,1 0 4 0,-1 0-3 0,1 1 0 16,0 0-1-16,0 0 4 0,0 1 3 0,0-1 3 15,1 0 0-15,0 0 21 0,0 0 16 0,0-1-5 16,-2 0 7-16,2 0-6 0,0 0-1 0,0 0 1 0,0 0-6 15,0-1-16-15,0 0 3 0,0-1-1 0,0-4 2 16,0-8-11-16,2-3 3 0,1 1-8 0,2-6 6 16,0 1-13-16,0-2-2 0,1-3 6 0,1 1-4 15,0 0 6-15,0 2-8 0,1-2-1 0,0 1 0 16,-1 1 1-16,1 0-1 0,1-1 2 0,1 3-2 16,0-1-5-16,1-1 8 0,0 5-8 0,-2 0 8 15,0 3-4-15,0 1 2 0,-2 3 4 0,-3 4-2 16,1 1-2-16,-3 2-1 0,-2 3-4 0,2 1 3 0,1-2 3 15,3-2-2-15,-2 3 0 0,-1 0-3 0,2 1 4 16,-2 1-2-16,1 2 9 0,2 8-7 0,-4 9 5 0,3 1-7 16,0-1 3-16,3 0-3 0,0 0 3 0,-3-4 2 15,3 0-5-15,-3 0 3 0,2-1 4 0,4 0-5 16,-2 3 2-16,1-4-2 0,0 0 3 0,-2 1 4 16,1-4-4-16,0 2 3 0,0 2-12 0,-2-6 6 15,0 4-1-15,-2-2 3 0,1 0 1 0,1 0 0 16,-4-1-1-16,2 0 1 0,0 0 3 0,-1 0-9 15,0 0 3-15,1-1-5 0,-2 2 6 0,1-1-2 16,1 2-1-16,-2-4-3 0,2 0-1 0,-2 1-15 16,1 0 1-16,-1-2-10 0,-1 0-27 0,0 0-39 0,-1 0-12 15,0-1-11-15,5 1-73 0,-1 0-56 0,-2 0-22 16</inkml:trace>
  <inkml:trace contextRef="#ctx0" brushRef="#br0" timeOffset="107470.1">10876 12089 1080 0,'-1'0'76'0,"0"0"2"0,-2 0-25 16,0-1-4-16,-4-2-30 0,2 2 4 15,3 1-11-15,-1 0 2 0,2 0-5 0,0 0-7 0,-1-1 4 16,-1 0-7-16,1 1 5 0,1 0-3 0,0 0-2 16,0 0 3-16,-1 0-3 0,1 0 1 0,0 0 0 15,0 0 4-15,0 0-1 0,-1 0 25 0,1 0 17 16,0 0-1-16,0 0 6 0,0 0-9 0,-2 0 7 16,2 0-10-16,0 0 9 0,0 0-13 0,0-1-6 15,0 1 1-15,-1-2-4 0,1 1-6 0,0 0-3 16,0 0-2-16,0 0-1 0,1 0-10 0,0-1-2 0,1 1 5 15,0 0-3-15,3 0-1 0,10-6-1 0,3 1-1 16,3 1 0-16,-1 3 4 0,2 0-4 0,-1 0 4 16,3 1-3-16,1 0 1 0,1 1-2 0,1 0 0 15,0 0 0-15,0-1 7 0,3 1-6 0,-2-1 3 16,2-1-4-16,-3 1 0 0,0 0 9 0,-1-1-7 0,1-1 8 16,-2 1-6-16,2 0 5 0,1-1 3 0,0 1-2 15,3 0-5-15,0-1 6 0,2 1-4 0,-2 1 5 16,-5-2-5-16,4 2-5 0,-5 0 2 0,2 0-4 15,2 0 6-15,-4 0-6 0,-2 1 4 0,-1 0-4 16,-1 0 6-16,-3 0-1 0,-1 0-1 0,1 0-1 16,-3 0-6-16,0 0 3 0,1 1 3 0,-1 0 2 15,1-1 3-15,0 1-7 0,-1-1 2 0,0 0-2 16,0 0 11-16,1 0-9 0,0 0 2 0,-1 0-4 0,-1 0 7 16,0 0 0-16,-2 0-1 0,1 0 0 0,0 0-3 15,-3 0-2-15,2 0 2 0,-2-1-3 0,-2 1-1 0,3-1 3 16,-3 1-2-16,-6 0 5 0,6-1 0 0,-4 1-2 15,-1 0-3-15,0 0 1 0,0 0-2 0,1 0 3 16,-1 0 7-16,0 0-4 0,1 0 4 0,-1 0-11 16,-1 0 0-16,0 0-3 0,1 0 13 0,-1 0-4 15,0 0 0-15,0 0-3 0,0 0 3 0,1 0-1 16,-1 0 1-16,0 0-3 0,0 0-7 0,0-2 6 16,0 2-4-16,1 0 5 0,-1 0-2 0,0 0 2 0,0 0-1 15,0 0 0-15,0 0-1 0,1 0 4 0,-1 0-2 16,0 0 1-16,0 0-1 0,0 0 3 0,1 0 0 15,-1 0-1-15,0 0-8 0,0 0 9 0,0-1-6 16,0 1 6-16,1 0-2 0,-1 0 2 0,0 0 4 16,0 0-3-16,0 0 3 0,0-1 6 0,1 0-2 0,-1 0 4 15,0-1-2-15,-1 0 4 0,1-5-4 0,-1-9 1 16,-1-3-16-16,-3-1 2 0,-1-5 4 0,-2-1-1 16,1 0 3-16,-1-2-6 0,0-2-2 0,1-3 0 15,-1-5 4-15,1 0-5 0,0-2 1 0,0-2-3 16,1 1-1-16,1-1 4 0,-1 0-1 0,1 2 1 15,2 2 0-15,-3 1 6 0,1 2-5 0,0 3 5 0,-2 3-7 16,1 4-1-16,0 3 2 0,-1 4-1 0,2 3 0 16,1 0 3-16,0 3-2 0,1 1 1 0,0 2 1 15,0 2-1-15,0 0-1 0,1 2-1 0,0-1-4 16,0 1 2-16,1 2 5 0,0-1-2 0,0 1 1 16,0 0-2-16,0 1 1 0,0 1 0 0,-2-1 1 0,1-1-2 15,0 1 1-15,0 1 0 0,0-1 0 0,-1 1-5 16,1 0-4-16,1 0 1 0,0 0 1 0,0 0-1 15,0-1 2-15,0 1-3 0,0 0-8 0,0 0 1 16,0 0-11-16,0 1 5 0,0 0-37 0,0 0-25 16,0 0-8-16,1 0-5 0,1 0-27 0,-1 0-47 15,0 0 0-15,0 1-22 0,2 0-55 0,-1 0-63 16</inkml:trace>
  <inkml:trace contextRef="#ctx0" brushRef="#br0" timeOffset="108205.42">11874 11428 959 0,'-1'0'156'15,"0"0"24"-15,-1 0-53 0,-6 0-61 0,-2 0-25 0,2 0-25 16,2 0-10-16,1 0 0 0,1 1-2 0,-1 2-1 15,0 0-4-15,2 3 1 0,-1 7-3 0,1-1 3 16,0-3 5-16,1 2-5 0,0-4 5 0,-1 1-5 16,-1-2 15-16,0-2 13 0,3-1-2 0,0-1 23 0,-1 1 6 15,1-1-3-15,0 0 6 0,0 1-3 0,0-1-6 16,0-1-4-16,-1 0 0 0,1 0-13 0,0 1 3 16,0-1-8-16,0 0 5 0,0 0-14 0,-1 0-2 15,1 1 3-15,0-1-5 0,0-1-7 0,0 0 6 16,-1 0-8-16,1 0 7 0,0 0-8 0,0 0 6 15,0-1 0-15,1-1 2 0,0 0 3 0,0-12-10 16,0-3 5-16,2-3-7 0,3-4 7 0,2-2-4 0,1-2-1 16,3-4-2-16,-1 0-4 0,3-1 0 15,0-1 0-15,0 0 1 0,1-1 6 0,1-2-3 0,0 2-1 16,-1 2-2-16,-1 2-3 0,-2 4 6 0,2 0-2 16,-2 5 4-16,0 0-4 0,-2 3-5 0,-2 2 4 15,0 2-2-15,-3 5 4 0,-1-1 1 0,1 2-4 16,-2 2 1-16,0-1 4 0,0 6-6 0,0-3 2 0,-1 3-4 15,0 0 2-15,-1 1-2 0,0-1 3 0,3 0-2 16,-1 0 9-16,-1-1-4 0,0 1 0 0,0 0-2 16,1 0-2-16,-1 1 4 0,0 0-3 0,0 0 2 15,0 0-1-15,0 0 1 0,2-1 2 0,-1 1-2 16,-1 0 5-16,1 0-6 0,-1 0 1 0,0 1-3 16,0 0 8-16,0 0-6 0,2 0 2 0,-1 1-4 15,0 0 5-15,1 1-3 0,-2 2 0 0,4 8-2 0,-3-2-2 16,5 6 2-16,-4-4 3 0,5 3 0 0,-1 1 1 15,0 0-3-15,3 1-1 0,0-1 0 0,0 1 5 0,0-1 2 16,0 2-7-16,1-2 4 0,1 1-1 0,-2-1-4 16,1 0 5-16,-1-3-5 0,1 1 8 0,1-1-2 15,-1-3-1-15,1 1-1 0,0-3-2 0,-3 1-2 16,2 0 5-16,-3 0-3 0,0-1 6 0,1-1-2 16,-2-1-1-16,-1-2 1 0,1-2 6 0,-2 2-9 15,1-2 4-15,0 4-4 0,-1 0 6 0,-2-4 6 16,1 3-4-16,-2-2 3 0,1-1-9 0,0 0 3 15,0-1 0-15,0 1 2 0,1 0-1 0,-3-2-6 16,0 3 1-16,1-1-1 0,0 1-1 0,-1-1 1 0,1-1 0 16,0 1-1-16,1-1-6 0,-1 1-68 15,0 0-60-15,1 1-34 0,1 0-493 0</inkml:trace>
  <inkml:trace contextRef="#ctx0" brushRef="#br0" timeOffset="122248.85">26391 11222 256 0,'0'0'154'0,"0"0"-63"0,0-1 54 16,0 0 2-16,0 0-101 0,-1-1-7 0,0 1-15 0,1 0 15 15,-1 0-15-15,0 0 16 0,-1-2-11 0,2 1 2 16,0 0-4-16,0-3 4 0,-1 0 1 0,1 1-1 16,-1-1 2-16,0-1 8 0,0 0-2 0,1 0 1 0,0 2-2 15,0-1-11-15,0 1 4 0,0 2-3 0,0-2 3 16,0 3-1-16,0 0-11 0,0 0 5 0,0-1-7 16,0-1 7-16,1 2-3 0,0 0-2 0,0 0-1 15,2 1-5-15,-1 0 1 0,5 2 4 0,2 4-2 16,2 0 4-16,-2 14-10 0,0 1 2 0,0 4-4 15,0 1-1-15,-1-2 6 0,2 2-8 0,-2 0 6 16,-1 0-6-16,0 1 4 0,-2 0 0 0,-3-1 1 16,3 2-4-16,-4-1 7 0,1 0-4 0,13 1 4 0,-9-2-8 15,-4 1 3-15,-2 0 1 0,-1-2 0 0,-1 0-5 16,-2-3 8-16,0-1-3 0,1-3 5 0,-1 1-4 0,1-5 8 16,-1 0-9-16,2-5 8 0,0-2-10 0,0 0-1 15,1-1 5-15,-1 1-5 0,1-2-1 0,0-1-2 16,1-2-2-16,0-1 1 0,-2 1 4 0,1 1 4 15,0-1 0-15,0 0-1 0,0 0-4 0,0-1 5 16,-1 0 2-16,1-1-1 0,0 0-6 0,0-1-7 16,0-5 1-16,-3-20-2 0,4-3 4 0,3-1-1 15,4-5-4-15,1 3 1 0,2-3-6 0,1 1-3 16,0 0 4-16,-1 0-3 0,1 0 12 0,-1-4 0 16,1-1-4-16,2 0 2 0,-3 1-1 0,1 0-2 0,1 0 4 15,-1 4-6-15,2 2 2 0,-1 3 1 0,1 2-1 16,0 2 1-16,0 2-1 0,-12 4 3 0,14 4 5 15,-2 2-2-15,0 1 0 0,1 3-2 0,-2 2 0 16,1 1-1-16,0 1 4 0,1 3 5 0,-1 0-5 0,1-7 6 16,0 4 4-16,-2 3-12 0,-1 2 7 0,0 2-9 15,0 3-3-15,-3 0 3 0,0-3-6 0,-2 12 6 16,0 3-12-16,-2-3-19 0,-1-1-1 0,0 1-7 16,-1-1-17-16,-1-2-69 0,0-1-13 0,2-1-22 15,-2 1-76-15,5-2-110 0</inkml:trace>
  <inkml:trace contextRef="#ctx0" brushRef="#br0" timeOffset="123416.45">26734 11964 274 0,'-2'0'79'16,"1"0"-2"-16,0 0-6 0,0 0 1 0,-2 0-30 16,1 0 0-16,-1 0 0 0,-2 0 9 0,0 0-3 0,0 1 16 15,4-1-3-15,-1 0-4 0,0 2 2 0,0-2-17 16,1 0-4-16,0 0-3 0,-2 1 0 0,0 0-12 0,1 0 7 16,1 0-9-16,-1 0 8 0,1 2 1 0,0-1 1 15,1 0-1-15,0 1 0 0,1-1-1 0,0 1 4 16,-1-2 1-16,9 0-3 0,4 1-7 0,0 8-3 15,4-2 10-15,1-2-8 0,-1-3 10 0,2-2-17 16,0-1-3-16,0 0-2 0,1-2-4 0,1-3-3 16,-1 1 3-16,2-3-3 0,0 0-2 0,0-3 1 15,-1 1-3-15,1-2 3 0,-2-1-3 0,-1 10 3 16,2-14-1-16,-3-2 2 0,0-1-2 0,-3 0-1 16,1 1-1-16,-3-2-1 0,3 1-5 0,-5 1 8 0,-2-2-4 15,-6 1 5-15,2 3-2 0,0 1 7 0,4 0-1 16,-3 2 0-16,-1-2-2 0,-3 2-5 0,-1 2 0 15,-1 0-3-15,-1 0 5 0,-1 4 0 0,-2 0 1 16,1 1-3-16,0 2-7 0,-11-1 7 0,2 4-3 0,-1 0 3 16,-3-10-7-16,1 5 7 0,-7 3 0 0,5 3 0 15,-6 1-3-15,1 2 4 0,3 2-1 0,-1 2 2 16,4 1 1-16,-2 2-1 0,1 0 5 0,-1 2-3 16,1-10 3-16,2 14-6 0,0 1 0 0,0 2-1 15,-1 0 7-15,1 1-2 0,1 0-2 0,1 1-1 16,-1 0-11-16,1 4 9 0,0 0-4 0,0 1 5 15,4-1-2-15,0-2 1 0,2-2 6 0,3-2-1 0,1-2 14 16,-7 0-7-16,3-1-2 0,4 1-1 0,2-2 0 16,1-1-3-16,4 0 1 0,0-1-2 0,5 1 2 15,-6-1-1-15,14 0 4 0,0-1-4 0,3 0 4 16,3-3 7-16,2-1-6 0,0-1 6 0,2-3-9 0,3-1-7 16,1-1 3-16,3 14-5 0,2-7 0 0,0-6-19 15,-3-3 1-15,1-3-9 0,0-1-8 0,-2-1-11 16,-3-1 0-16,-1-1-7 0,-4-1-23 0,-3 0-60 15,2-3-34-15,0-2-22 0,1 12-243 0</inkml:trace>
  <inkml:trace contextRef="#ctx0" brushRef="#br0" timeOffset="124717.61">26023 13051 556 0,'0'0'41'0,"0"-1"-4"0,0-1 47 16,0 0-7-16,0 0 6 0,0-8-8 0,0 0-3 15,0 0 3-15,0 3-4 0,-1-3-2 0,0 1-15 0,-1-1-2 16,-1-4-5-16,1 6-15 0,-2-2 0 0,1 0 0 15,-1 1 0-15,-2-1 3 0,0-1-2 0,2 4 6 16,3 1-4-16,-9-2 7 0,0 2-17 0,-2 1-3 16,0 1-4-16,-1 2-3 0,0-7-5 0,-1 2 2 0,-1 2-4 15,-2 3-6-15,2 2 0 0,-3 2-1 0,1 5-1 16,-2 3-4-16,-3-7 4 0,-1 20-6 0,0 1 6 16,2 5-1-16,1-1 8 0,0-1-6 0,0-1 6 15,0-3-3-15,4 1-5 0,2 0 6 0,6-1-6 16,0-2 3-16,1-1 3 0,2-4 0 0,0-1-1 15,4-3-2-15,-7 1 3 0,3-2-3 0,2 1 3 16,3-4-9-16,0-2 4 0,1 0-1 0,0-4 2 0,-1-1 3 16,17 10 11-16,0-4-8 0,4-4 8 0,-1-4-6 15,1-5-2-15,3-3 8 0,4-5-7 0,-1 10-5 16,-3-16 2-16,3-1-9 0,-4-4 7 0,1 2-2 0,-4-1-6 16,0 2 4-16,-3-1-6 0,1 0 11 0,-1 1-5 15,-3 0 2-15,-3-1-4 0,-1 3 1 0,-3 4 4 16,0 3-2-16,-2 2 6 0,-3 4 6 0,-1 1 4 15,3 2 1-15,-4 2 0 0,0 1 11 0,0 0-15 16,1-1-1-16,0-1-6 0,0 2-14 0,0 1 8 16,-1 1 0-16,0 9 3 0,-4 18-3 0,-2 1 2 15,0 1-2-15,-1-1 3 0,0 2 1 0,0 2-5 16,1 1 1-16,0 5-5 0,1-1 1 0,2 2 3 16,-2 4 0-16,0 3 1 0,1 1 0 0,-2 3 3 0,0-3 0 15,-1-2 0-15,-1 1 1 0,-1-1-3 0,-1 1 1 16,-1 1-2-16,-1 5 1 0,0-3 4 0,-4 1-3 15,2-8 3-15,0-6 4 0,2-8-7 0,1-4 3 16,0-5-5-16,4-6 0 0,0-1 7 0,2-5 1 0,2-3 2 16,0-1 3-16,1-2 0 0,1-2-1 0,-4 3 1 15,-1 1-12-15,-2-2 10 0,2-1-6 0,4-1 6 16,-2-1-11-16,3 1-6 0,-4-15 2 0,-9-10-4 16,7-3 9-16,7-5-8 0,5-1 4 0,4-6-5 15,4-1 11-15,2-1-6 0,2-1 0 0,-15 4-4 0,21 3 3 16,-1 4 2-16,0 4 3 0,-2 1-1 0,0 3 1 15,-1 2-5-15,-1 2-6 0,-1 4 2 0,0 2-8 16,-3 4-12-16,-1 0 1 0,-1 4-5 0,-3 1-14 16,0 4-18-16,3-7 0 0,-1 4-11 0,-2 3-54 0,1 1-100 15,-3 0-21-15,0 2-32 0,4 4-156 0</inkml:trace>
  <inkml:trace contextRef="#ctx0" brushRef="#br0" timeOffset="125368.46">26250 13582 1572 0,'-1'0'23'0,"0"0"2"0,-2 0-9 0,1 0-4 0,-8 4-8 15,3-1-1-15,1 1 1 0,-6 15-2 0,8 3 1 16,0 3-2-16,-6-1 4 0,8 3-5 0,-6 0 2 15,3 3-10-15,3-2 3 0,-4 0 8 0,-8-2-3 16,4-3 5-16,4-1-1 0,3-2 0 0,-1-2 2 16,1-3 9-16,0-5 0 0,1-3 7 0,1 1-4 15,0-5 16-15,1-2 8 0,0 0-5 0,0 1 6 16,0-1-1-16,0 0-13 0,-2 1 4 0,1 1-9 0,0-2-15 16,0 0 1-16,1-1-3 0,0 0 4 0,0-1-8 15,0 0 0-15,1-6-8 0,5-11 5 0,0 3-6 16,2-5 3-16,2 0 2 0,-1-3-1 0,0 1 0 15,2 1-4-15,1 0 3 0,-2 2-2 0,2 0 10 0,-1 3-5 16,-1 0-3-16,-7 6-1 0,6 0 4 0,0 3 0 16,0 3 1-16,-4 0-1 0,1 3-7 0,-2-2 0 15,1 0 4-15,-4 3-1 0,2-1 14 0,1 1-5 16,-3 0-5-16,1 1 0 0,-2 0 2 0,11 17 7 16,-4-2 1-16,-2 1 0 0,-3-1 3 0,-1-3-1 15,-1-1 4-15,0-3-4 0,0-3-8 0,0 0 1 16,0-2-5-16,0-2 3 0,1 4-6 0,1-4-1 15,-1 0 4-15,0 0-2 0,0-1 1 0,1 0-4 0,2-1 2 16,4-1-2-16,0-3-2 0,2-2 8 0,0-3-6 16,1-10 6-16,1-1-6 0,0 0 2 0,-1-1 1 15,1 0 1-15,0-1-2 0,0 0 3 0,1 1 0 16,1 1 0-16,-3 1 1 0,1 1 5 0,-2 1-8 0,1 1 6 16,1 2-7-16,-3 3 3 0,0 2 1 0,-7 1 0 15,4 6-4-15,0-3-1 0,-1 2 6 0,5-2-2 16,-3 4 16-16,0 1-9 0,4 2-3 0,-5 3 0 15,1 8-2-15,-1 11 3 0,-4 0-2 0,0 3 3 16,-1 1 5-16,1 1-4 0,13-1 5 0,-7-1-6 16,-3-1-2-16,-3-1-7 0,1-3 3 0,-1-2-4 0,1-2 5 15,0-4-15-15,2-1-8 0,-1-2-3 16,-1-5-28-16,0 0-31 0,-1-4-1 0,14 9-17 0,-1-5-62 16,2-5-37-16,0-3-18 0,4-9-8 0,2 4-100 15</inkml:trace>
  <inkml:trace contextRef="#ctx0" brushRef="#br0" timeOffset="125985.24">27554 12662 955 0,'0'0'87'16,"-1"0"1"-16,0-2 2 0,0 1-14 0,-2 0-19 15,0 0-14-15,-1 0-3 0,1-1-2 0,2 2 0 0,-1 0-9 16,1 0-5-16,-1-1-9 0,0 1 3 0,-1 0-12 16,2 1-1-16,0 1 9 0,0 1-7 0,-5 16 4 15,3 1 3-15,3 3-4 0,0 6 4 0,3 1 7 0,0 6-12 16,2 0 10-16,-1 2-10 0,-2 0 11 0,-1 0-6 16,-1 0 0-16,-1-4-1 0,-1-2 9 0,-2-4-6 15,1-1 7-15,0-2-6 0,0-4 7 0,0-5 3 16,0 1-6-16,0-6 4 0,1 1-11 0,1-2-5 15,0-3 3-15,1-2-3 0,0-1 3 0,0 0 1 16,0-2-4-16,0 0 4 0,0 1 2 0,0-1 0 16,0-1 2-16,0 0-3 0,0 0-12 0,0-1 2 15,0 0-5-15,0-1 2 0,0-7-1 0,0-13-1 0,2-6 4 16,2-5-2-16,1-1 3 0,3-3-6 16,3-5-5-16,5-5 0 0,0 0-4 0,1-5 10 0,-1 2-1 15,-1 2 2-15,1 2-5 0,1 5 7 0,1 5-5 16,-17 4 6-16,19 4-2 0,-5 5-1 0,3 3 0 15,-4 4 0-15,-1 1 2 0,0 4 6 0,1 1 4 0,-2 2-2 16,2 1 1-16,0 4-1 0,0-1-1 0,3-7 1 16,-1 3-8-16,1 4-2 0,-2 3-6 0,-1 3 2 15,-2 0-23-15,-1 2-21 0,-2 0-9 0,0-2-7 16,-2 11-47-16,-2 0-77 0,0 2-12 0,-1-1-31 16,-1 0-125-16</inkml:trace>
  <inkml:trace contextRef="#ctx0" brushRef="#br0" timeOffset="126469.89">28019 13061 1900 0,'-1'0'52'0,"-1"0"4"0,1-1-20 15,0 0-10-15,-1 0-17 0,-1 0-6 0,1-1-10 16,0 1-2-16,1 0-3 0,-1 0 2 0,1 1 0 16,0 0 2-16,0 1-3 0,0 1-14 0,-2 10-2 0,0 11 1 15,-3 5 1-15,-1 0 17 0,-1 5 7 0,-2-2 4 16,0-2 2-16,0-1 24 0,1-4-20 0,1-3 7 16,3-7-10-16,0-2 1 0,3-4 1 0,1-5 0 15,-1 2 0-15,2-3-4 0,-1 1 4 0,0-1-1 0,1-1 3 16,0 1 2-16,0-1-3 0,1-1-4 0,0-1 1 15,1-1-4-15,2-5-7 0,3-10 3 0,6 0-7 16,1 0 1-16,-1 0 4 0,3 2-5 0,0 1 6 16,-4 2 2-16,4 3 2 0,-6 1 1 0,-4 4 0 15,3 1 2-15,-7 2 3 0,3-2 0 0,0 0 1 16,-2 2 9-16,2 1 2 0,-3 0 3 0,1 1-2 0,-1 3-6 16,0 18 3-16,11-1-3 0,-4 2 2 0,-5-2-8 15,0-2 2-15,-2-2-5 0,-1-1 3 0,1-5-15 16,-1 0 1-16,0-3 1 0,0 0-1 0,0 0-10 15,-1-6-16-15,1 1-4 0,1 0-6 0,-1-1-26 0,0-1-9 16,0 0-2-16,0 1-3 0,0-2-17 0,1 0-7 16,-1-2-5-16,0 0 0 0,1-7-13 0,0-7-5 15,-2 2-1-15,0 0-6 0,-3-2-43 0</inkml:trace>
  <inkml:trace contextRef="#ctx0" brushRef="#br0" timeOffset="126653.73">27941 13026 158 0,'0'-1'148'0,"0"0"-14"0,-1 0 63 0,0-3 0 16,-3-4-37-16,0-2-51 0,-1 2-2 0,1 1 1 16,1 1-2-16,2 4-8 0,-1-1-14 0,1 1-8 15,0 0-1-15,0-1-38 0,1 2-16 0,-1-1 1 0,0 0-3 16,1 0 10-16,0 1-5 0,1 0 0 0,1 0-1 16,8-3-7-16,10-2-2 0,1 3-6 0,3 1 3 15,3-1-13-15,3 0-30 0,-2-1 0 0,1-1-12 16,-3 1-22-16,1-1-84 0,-1-1-5 0,-5 1-40 15,-1 1-141-15</inkml:trace>
  <inkml:trace contextRef="#ctx0" brushRef="#br0" timeOffset="127222.54">27352 13630 829 0,'-1'0'105'0,"0"0"177"15,-2 0-151-15,-4-1-35 0,0 0 2 0,0 0-16 16,1 0-27-16,0 0-25 0,4 1 2 0,0 0-11 16,-1 0-10-16,2 0-8 0,-1 0-1 0,-1-2-2 15,1 1-5-15,1 0 3 0,0 0-2 0,0 0 1 16,-1 0-4-16,1-1 10 0,1 2-1 0,0 0 4 15,1 0-3-15,1 0 0 0,-1 0 2 0,1 0 0 0,0 0 0 16,10-2 6-16,2 0 1 0,0-1 2 0,3 2 3 16,2-1-4-16,1-1 0 0,3 1-2 0,3-1-5 15,5-2 6-15,4 1-4 0,3 1 5 0,-1-1 0 0,3 0 3 16,0 0 2-16,-1-1-1 0,5 1 2 0,-3-1 3 16,3-1 2-16,1 0 0 0,3 1-4 0,0 1-15 15,3-1 0-15,1-1-4 0,1 1 8 0,-2 0-1 16,0 0-3-16,-4 1 1 0,-3 2-9 0,-6-2-1 15,3 2 2-15,-5 1-1 0,0-1 8 0,-2 2-5 16,-4 0-1-16,0 0-2 0,-4 1-1 0,-3 0-2 16,0 1 0-16,-5-1-1 0,-2-1-6 0,-1 0-27 15,-2 2 4-15,-2-1-16 0,-3 0-25 0,-3-1-96 0,1 1-23 16,-3-1-33-16,1 0-163 0</inkml:trace>
  <inkml:trace contextRef="#ctx0" brushRef="#br0" timeOffset="127903.32">27653 13750 972 0,'0'-1'104'0,"-1"0"216"16,0 0-263-16,0-1-15 0,-1-1 7 0,1 1-9 0,0-1 5 16,0 2-13-16,0 0 2 0,-1 0-6 0,1 0-1 0,0 0-4 15,0 1-7-15,0 0 3 0,0 1-1 0,-1 1-4 16,0 10 2-16,-3 14-4 0,1 1-3 0,-1 5 5 15,0 2 3-15,-3 2 0 0,0 2 5 0,0-3-6 16,-2 1 4-16,0-1-5 0,-1-4 6 0,2-2-6 16,0-2 3-16,5-3-3 0,-1 0 3 0,0-3-12 15,1 0-4-15,0-1-1 0,0-1-1 0,2 0-3 16,0 0 2-16,1-1-5 0,-1-1-2 0,1-4-27 16,1 0 1-16,-1-5-12 0,1 0-16 0,0 0-29 0,0-1-4 15,0-1-10-15,0-2-45 0,0 1-3 0,0-4-1 16,1 1 3-16,0 0 15 0,1 0-26 0,0-1 4 15</inkml:trace>
  <inkml:trace contextRef="#ctx0" brushRef="#br0" timeOffset="128120.67">27699 14221 301 0,'0'0'78'16,"0"0"-10"-16,0-1 97 0,1-1-6 0,0 1 5 15,0 0-40-15,1 0-27 0,-1 0-2 0,1 0-9 16,2-2-14-16,6-4 0 0,3 1-9 0,1 0 4 0,3 1-26 15,0-1-4-15,5 0-4 0,2 0-1 16,3 1-19-16,0-1 0 0,3 0-5 0,-1 2 3 0,3-2-7 16,0 0-5-16,-5 1 3 0,-1 2-4 0,-3-1-9 15,-3 2-1-15,0-1-7 0,-2 1 5 0,-5 1-6 0,-6 0-18 16,0 0-19-16,-4 1-4 0,1 0-102 0,-1-2-6 16,-1 2-12-16,0-1 1 0,0 0-63 0</inkml:trace>
  <inkml:trace contextRef="#ctx0" brushRef="#br0" timeOffset="128355.85">27986 13872 641 0,'0'0'222'0,"0"0"16"0,-1 0-34 0,0 0-54 16,-1 0-48-16,0 0-29 0,0 0-26 0,-1 0-1 15,0 1-11-15,2-1-15 0,-2 16-1 0,2 4 0 16,0 4-2-16,0 0-9 0,0 3-8 0,-1 2 3 15,-13-2-2-15,7 0 13 0,3-3-13 0,2 3 3 0,0 1-5 16,1-3 2-16,0 0-1 0,0-3-1 0,1 1-2 16,1-1-1-16,0-2-9 0,0-1 0 0,1-4-3 15,1-1-10-15,-1 0-19 0,1-1-8 0,0 0-8 16,1-4-63-16,-1-4-39 0,2 2-32 0,-3-4 0 16,4-1-96-16</inkml:trace>
  <inkml:trace contextRef="#ctx0" brushRef="#br0" timeOffset="128655.03">28436 13739 1713 0,'0'0'38'0,"-1"0"0"0,0 0 2 15,0 1-9-15,-2 0-6 0,2-1-10 0,-2 8-4 16,-1 11 4-16,2 3-6 0,1 4-3 0,-1 3 4 15,1 3-3-15,-16 4 3 0,8-1-8 0,5 1 1 16,0 0 0-16,2 0-1 0,-1 2-3 0,0 1 0 16,-2 1-1-16,1 3 2 0,-4 3 6 0,-1 5 6 0,0-2 3 15,-2 0-1-15,2-2-2 0,-1-6 6 0,3-3-6 16,0-6 7-16,0-2-12 0,1-4 0 0,1-2-4 16,1-3 3-16,0-2-4 0,1-5-13 0,0-2-7 0,2-5-4 15,0-3-36-15,1 0-46 0,0-3 0 0,-1 2-18 16,1-1-14-16,0-1-20 0,0 0-11 0,0-1-6 15,0-1-64-15</inkml:trace>
  <inkml:trace contextRef="#ctx0" brushRef="#br0" timeOffset="129205.44">28424 13753 787 0,'0'0'259'0,"0"0"21"0,-1 0-74 16,0-1-56-16,0-1-71 0,0 2-44 0,0-1-20 16,-1 0-9-16,1 0 0 0,0 0 3 0,1 0-6 15,0-1 5-15,1 1-7 0,0 0 1 0,1 1 3 16,13-6-6-16,5 0 3 0,0 3-5 0,-2-1 3 16,0 2 4-16,-1 1-1 0,-1 0 2 0,1 1-5 15,-2 0 0-15,0 1-3 0,-2 1 1 0,-3 0 7 0,-2 2-1 16,-1-1 3-16,-1 2-4 0,-4 1 7 0,-1 6 1 15,9 3 2-15,-4 2-1 0,-5-1-7 0,-4 2 5 16,-2-3-4-16,-4 1 16 0,-1 2-9 0,7-3 8 16,-11-1-9-16,-1-2 6 0,-1-5-10 0,4-1-4 15,2 1 1-15,1-2-1 0,2-2-3 0,1 1 2 0,0-3-3 16,3 1 0-16,1-2-9 0,0 2-2 0,2-1-2 16,-2 1 0-16,-1 1 8 0,1-1 1 0,1 0 0 15,0-1-4-15,0 1 9 0,-1-1-2 0,1 0 3 16,0 0 2-16,1-1 0 0,0 0 0 0,1 0-1 15,0 0-8-15,2 0 4 0,4-1-3 0,8 0 4 16,-1 0 4-16,-2-1-7 0,6 2 4 0,-3 0-6 16,1 2 4-16,4 0 5 0,-8 0-4 0,3 3 5 0,1 1-6 15,-5 0 4-15,2 1 0 0,-2 0 2 0,-3-1-3 16,0-5-2-16,1 8 5 0,-4 0-4 0,3 0 8 16,-4 0 1-16,0 1-1 0,-3-2 1 0,5-1-3 0,-1 1 13 15,-3 1-3-15,-1-1 7 0,-1 0-6 0,-2-1 4 16,-3 0-5-16,-6 0 5 0,-11 0-1 0,-4-2-7 15,-1 0 6-15,-3-3-8 0,-2-1-6 0,6 13-6 16,-1-6-9-16,1-3 2 0,5-4-28 0,0-1-51 16,3-1-5-16,4-1-21 0,-3-2-67 0,6 0-257 15</inkml:trace>
  <inkml:trace contextRef="#ctx0" brushRef="#br0" timeOffset="130722.39">28682 12499 752 0,'0'-1'151'16,"0"0"-162"-16,-1-1 166 0,-3-7-78 0,-2-1-25 15,1-3-25-15,-1-1 0 0,0-2-9 0,-1-2-3 0,1 0 17 16,-2-3 1-16,-1 0 3 0,4 2-16 0,-1-1-4 16,2 5-7-16,-1 0 5 0,-2 0 5 0,-2-3-12 15,1 4 11-15,-2 0-10 0,8 2 17 0,-15 1-2 16,-1 0 0-16,0 3 0 0,-3-1-2 0,1 0-11 15,0 1 6-15,0 2-6 0,0-1 1 0,-1 1 0 16,-3 2-3-16,1-1 2 0,-2 1-2 0,0 0 3 16,-1 1 2-16,1 1 0 0,-2 0 2 0,2 0-6 15,0-12-5-15,-1 6 2 0,6 4-7 0,-6 3-2 16,-2 1 2-16,3 0 0 0,-5 1 12 0,6 2-13 0,2-1 3 16,0 2-6-16,-1 0 9 0,1 2-1 0,-1 1 3 15,1 0-2-15,1 2 2 0,0-1-2 0,0 1 2 16,0 1-2-16,0 0 0 0,-1 2 1 0,-1 1 0 15,0 0 1-15,5-1 6 0,-1-1-3 0,2-8-5 0,4 16 1 16,1 1-6-16,-3 2 5 0,-1-1-4 0,3 3 5 16,-3 1-7-16,0 3 2 0,2 6 1 0,-3 0-1 15,-1-1 0-15,3 3 1 0,0-1-1 0,-1 1 1 16,1 1-1-16,-1 2 0 0,1 2 2 0,2 3-2 16,0 2 1-16,2-2-1 0,-2 0 4 0,-2-2-4 15,5-1 1-15,-1-1 3 0,1-1-4 0,1-1 3 0,-1-3-1 16,2 3-2-16,1 2 6 0,3 2-5 0,-1 5 13 15,0 2-7-15,2 2-5 0,-6 1 0 0,6-1-3 16,1 2 5-16,-3-3-2 0,-13-2 3 0,8 3-5 0,5 1 6 16,3 1 0-16,1 4 3 0,1-3 6 0,0 0 0 15,2-5 3-15,2-4-2 0,3-1 10 0,-1-2-3 16,1 0 3-16,2 1-4 0,2-3 1 0,2 5-6 16,1-3-2-16,1-2-1 0,3 1 0 0,-17-4-5 15,22 1 9-15,3-4-7 0,3-1 11 0,2-2-13 16,5-4 4-16,2 0-5 0,5 0 8 0,-1-1-5 15,2-3-1-15,0 1 1 0,3 0-1 0,-2 1 0 16,2-1 0-16,-1-1 0 0,1-3-4 0,1 1-1 16,5 0 2-16,1-1-1 0,-1 2 0 0,1-5-6 0,-3-4-2 15,-2-2-1-15,-2-3 2 0,0 1 0 0,1-2 3 16,2-4-2-16,5 0 0 0,-1 17 0 0,4-14 0 16,-4-6-2-16,-4-5-9 0,1-3 9 0,-3-5-12 0,2-2 11 15,-2-3-11-15,2 16 8 0,-1-23 1 0,-6-5 3 16,1-1 3-16,-8-3-3 0,2 2 4 0,-3-2-2 15,-6-1 6-15,-2-3-3 0,-2-3-3 0,-1-5 0 16,-1-3 3-16,-2-4-3 0,2-7 9 0,-1 1-8 16,-3-2 4-16,2 2-3 0,0 3-2 0,-4 3 0 15,3 2 0-15,-5-2 4 0,-5-2-4 0,0-3 4 16,-2-4-1-16,-2 0-3 0,1 3 2 0,-1 0-3 0,0 3 1 16,-4-3-3-16,18-2-1 0,-18-4 0 0,-7-5-1 15,-8-3 10-15,-2 2-6 0,0 2 6 0,-6 4-4 16,15 3 6-16,-26 1 8 0,-4 1-2 0,0-3 5 15,-2 2-17-15,-4 4-1 0,-9 2-3 0,-2 6 11 0,-7 7 0 16,-5 5 3-16,0 6-4 0,-2 0-6 0,0 5-9 16,-5 1-6-16,-5 8-4 0,1 4-30 0,-6 3-93 15,-1 9-31-15,1-19-47 0,-5 24-355 0</inkml:trace>
  <inkml:trace contextRef="#ctx0" brushRef="#br0" timeOffset="132174.28">26126 12524 566 0,'-2'0'22'0,"1"0"-3"16,-7-2 14-16,-7-3-1 0,2 1-2 0,-1 1 6 0,2-1-25 15,0 2 6-15,0 0-13 0,2 0 2 0,-1 1-5 16,-1 1-1-16,-1 0-2 0,-1 1-6 0,0 2 5 16,0 1 1-16,-2 4 2 0,0-1 21 0,-1 2 10 15,-1 0 12-15,0 2-4 0,-3-7 8 0,0 13-8 16,-1 2-3-16,-1 1 0 0,0 0-16 0,3 2-6 16,-4 2-3-16,3 1 0 0,4 2-11 0,-1-3 3 15,3 3-3-15,3 2 6 0,-1-1 11 0,-1 5-7 16,2-3 0-16,3 3-3 0,-2-1 5 0,2 0-4 15,3 2 3-15,-2-1-6 0,1 2 5 0,0 3-7 0,2 2 5 16,-1 4-5-16,4 6 1 0,-3 1 2 0,1 1-5 16,2 0 3-16,0-5-8 0,0-2 2 0,-16-2 0 15,11-1 1-15,5 0 2 0,4-1 6 0,0-1 0 16,1 1 1-16,2-1 9 0,1 2-1 0,0-1-1 16,2 1 0-16,2-1 6 0,-1-4-8 0,3-3 5 0,3-3-7 15,-14 0 1-15,22-4-2 0,0 0 0 0,-3-1 0 16,4-1-10-16,-1 1 3 0,2 0-2 0,1-2 3 15,4 2 2-15,-2-4-6 0,-2 0 4 0,-1 2-4 16,-1-4-1-16,0 1 2 0,2-2-2 0,-1-6 4 16,1 1 13-16,1-5-6 0,2-1 6 0,2-4-5 15,-2-3 18-15,4 0-8 0,-2 15 1 0,0-11-5 16,3-5-5-16,-3-4-3 0,0-5-2 0,-3-1 0 0,-1-4 4 16,-2 1-1-16,-1 9-2 0,0-16 1 0,-1-1 4 15,0-1 0-15,-1-4 6 0,2 2-5 0,-2 0 2 0,-1-3-6 16,0 2-1-16,0-3-2 0,-1 1 3 0,-1 0 3 15,-1-5 0-15,-2-1 0 0,2-5-2 0,0 1-3 16,0-3 3-16,-2-4-4 0,0 0-6 0,-3-3 5 16,-2 0-6-16,-1 3 6 0,0 0 0 0,-3 3-6 15,-3-2 2-15,0-1-3 0,-2-4 2 0,19-5 13 16,-12 0-2-16,-7-1 5 0,-2 1 0 0,-1 4-4 16,-2 1 2-16,0 2-5 0,-2 2-1 0,-2 2-1 15,-1 1 4-15,0 1-4 0,-3-1-4 0,-3-2-5 16,-2 3-2-16,11 0 0 0,-17 5 2 0,-4 2-40 0,0 4 2 15,-5 3-19-15,-4 4-41 0,-6 3-92 0,-3 6-38 16</inkml:trace>
  <inkml:trace contextRef="#ctx0" brushRef="#br0" timeOffset="133011.45">25735 14741 728 0,'-1'0'494'0,"-1"0"-678"0,-12 3 582 0,-3 2-329 16,4-2-71-16,7 0-18 0,0 0-6 0,4 0-1 16,-2 2-3-16,-3 7 15 0,4 0 5 0,1 1 2 15,0 1 9-15,2-2-5 0,4 0 0 0,-1-3-1 16,0-4 14-16,0 1 6 0,9-3-1 0,3 1 1 16,-3 4 1-16,1-2 0 0,0-3 2 0,-1-2-3 15,2-1 4-15,-1 0-1 0,-3-1 8 0,1 0-6 16,0-1 6-16,-2-2 8 0,0 1-9 0,1-2 8 0,0-1-17 15,1 0 2-15,1 0-5 0,2-2 3 16,0 0-3-16,2-2-13 0,3-1 5 0,0-1-6 0,2-1 9 16,0 0-8-16,6 12 1 0,3-14-3 0,-1-1 1 0,4 2 0 15,-1 0-2-15,-2 1 1 0,3 1-2 0,-3 2 4 16,-3-1 0-16,-3 4 1 0,0 0 3 0,-3 2 5 16,0 1-7-16,0 1 4 0,1-10-8 0,-1 6 4 15,0 6 5-15,1 1-2 0,2 5 2 0,1 3 1 16,3 3-5-16,-2 2 4 0,-5-11-5 0,-2 17 1 15,-4 1 7-15,-1-1-4 0,4 1 8 0,-3-2 14 16,-2-1-10-16,0-1 13 0,-3-2-6 0,0 1-10 16,-1-6 8-16,1 2-11 0,0-4-5 0,2-2 6 0,1 3-7 15,0-7 6-15,1 8-13 0,-1-3 4 0,2-3 0 16,2-1 3-16,-1-2 0 0,2-3-2 0,1-1-2 16,1-5 2-16,0 0 3 0,2-2-7 0,6-2 8 0,-4 3-7 15,7-2 11-15,-1 2 1 0,0-1-5 0,8-1 5 16,-4 2-9-16,5-1 3 0,-3 2-3 0,1-1 2 15,-1 3-3-15,-2 1 2 0,5 0 0 0,-1 2 0 16,5 0-5-16,0 2 6 0,1-1-4 0,2 2 6 16,-2 0-8-16,2 1 7 0,-4 0-1 0,-5 0 4 15,0 1-10-15,-5 0 2 0,-2 1 1 0,-3 0 2 16,-2 0 2-16,-1 2-8 0,-2-1 4 0,-7 0-5 16,0 0 3-16,-3 0-9 0,-5-2-6 0,-1 0-4 0,-4 0-43 15,1 0-119-15,-1 1-6 0,-1-1-60 0,1 0-237 16</inkml:trace>
  <inkml:trace contextRef="#ctx0" brushRef="#br0" timeOffset="135693.65">30827 9168 466 0,'0'-1'0'0,"0"-2"32"0,1-8 26 0,1-7 18 0,2 0 1 16,1 1-25-16,1-1-24 0,-1 0-4 0,2 3 11 15,2-3-5-15,-2 2 6 0,0 1-18 0,0 1 8 16,-1 2-4-16,-2 1 41 0,0 2-4 0,-2 1-1 16,1-1 0-16,-2 5 1 0,-1-1 4 0,0 3-8 0,0-1 4 15,0 2-30-15,0-1-6 0,0-1-4 0,0 1 1 16,0 1-12-16,0 0 4 0,0 1 4 0,0 0 0 15,0 1 1-15,-5 11 1 0,-4 16-6 0,-1 4 3 16,1 3-11-16,-2 4-1 0,0 5 0 0,1 7-1 16,0-1-5-16,0 1 7 0,1-7-4 0,-2-1 6 15,2-3-5-15,-1-1 3 0,2 1 0 0,0-3 0 16,0 0 0-16,1 2-1 0,0-3 6 0,-2 1-3 0,2 0 1 16,1-1 0-16,2 0-8 0,0-5 5 0,2-3-4 15,-1-4-1-15,2-4 3 0,0-1-2 0,0-2-4 16,0-4-6-16,0-2 0 0,1 0-3 0,0-2-12 0,0-3-32 15,0 1-3-15,0-4-15 0,0 0-69 0,0-2 13 16,1 2-13-16,0-1 20 0,1-1 4 0,4 0-90 16</inkml:trace>
  <inkml:trace contextRef="#ctx0" brushRef="#br0" timeOffset="136694.99">31163 9530 1026 0,'0'0'81'0,"-1"0"5"0,0 0 12 0,-1 0-22 16,-7 0-7-16,-1 0-4 0,0 0-27 0,0 0 5 0,1 1-12 15,-2 3-2-15,0 0-6 0,3 1 2 16,-4 3-3-16,3-6 0 0,-4 8-9 0,2 2-1 0,-2 3-3 16,3 2-3-16,1-1 1 0,1 4 0 0,-2-2-1 15,4 1-4-15,-2-3-1 0,-1-1 1 0,7 4 0 16,-2-4 5-16,3 2-1 0,-8-4-1 0,3-1 2 15,2-3 7-15,1 0 0 0,1 2-2 0,2-3 1 16,0-2-4-16,1 2 8 0,1-2 2 0,2 0 0 0,0 0-10 16,5-3 3-16,2-1-2 0,8-1 2 0,1 0-5 15,2 12 2-15,1-6-6 0,-1-5 3 0,2-2-4 16,-2-4 3-16,2-3 5 0,-6-2-3 0,1-2-5 16,-2 7 4-16,-2-12-4 0,-2-2 4 0,0 3 0 0,-4-6 4 15,1 2-4-15,-2-1 4 0,-1-3-5 0,-1 1 2 16,-3-4-1-16,0 3 0 0,-2 0-1 0,11 4-6 15,-5 1 5-15,-4 0-5 0,-3 2 3 0,0 1 3 16,-2 3-5-16,-3 0 2 0,0 2-4 0,1 2 1 16,0 2 1-16,3 3-2 0,-7-1-2 0,1 2-11 15,1-3 2-15,0 2-4 0,2 0 0 0,1 2 2 16,1 0-3-16,-1 0 3 0,1 0 1 0,1-1-3 16,-1 1 6-16,1 1-3 0,1 0 17 0,1 0-9 0,1 0 2 15,2 0-5-15,14-1 8 0,1-1-7 0,3-2-2 16,0 1 0-16,2-2 2 0,2 1 8 0,0 0-1 15,-3-1 3-15,4-1 2 0,-3 0-4 0,-4 0 5 0,1 0-6 16,-2 2 1-16,-5-1 3 0,2 0-3 0,-5 2 1 16,0-1-1-16,-3 2 6 0,-2 1 0 0,-3 0 3 15,-2 1-8-15,2-2 16 0,-1 1-9 0,0 0 11 16,0 1 0-16,-1 0-7 0,0 0 10 0,-1 0-10 16,0 1 3-16,0 0-11 0,-1 3-1 0,-5 10-2 15,-1 0 5-15,-1 1-6 0,-1 1 0 0,1-1-1 16,-1 1 2-16,2 0 0 0,-2 0 3 0,1 2-3 15,4-2-3-15,-2 2 0 0,1-2-1 0,0 4 3 0,1-2 3 16,0 0-5-16,2-2 4 0,-1-1-3 0,2 1 5 16,0 0-4-16,1 1 1 0,0-3-1 0,0-4 0 0,0 0 2 15,1-2-2-15,0-2 3 0,3 1 0 0,-2-4 3 16,3 1-3-16,7 4 3 0,1-2-1 0,-2-2-8 16,6-4 5-16,-3-3-5 0,4-3 8 0,-1-3-2 15,1-3-2-15,2 6-1 0,-1-14-7 0,-3-3 5 16,2-2-3-16,-3 0 5 0,-1 2 6 0,-2 3-6 15,-3 1 8-15,0 3-8 0,-4 0 8 0,0 3-5 16,-1 3 3-16,-2 2-3 0,0 2 0 0,0 2 3 16,0 2-5-16,-2 1 5 0,1 1-4 0,1-3-10 15,1 2 7-15,-1 0-8 0,0 1 17 0,0 0-8 16,-1 1-2-16,1 5-2 0,4 13 1 0,-2-2 2 0,-2 3 2 16,0 0 0-16,2-1 5 0,0-1-4 0,1-3-3 15,2-1 0-15,1 0-1 0,0-3 4 0,0-4 1 16,9 1 1-16,-2-2-5 0,3-3 2 0,2 5-1 0,3-7 2 15,4 14-5-15,-1-7 5 0,-1-4-4 0,-3-3 5 16,0-1-3-16,-2 0-3 0,-4-1 3 0,2-3-2 16,-5 1 10-16,0-3 3 0,-1-1-4 0,-1 6 3 15,-1-17-8-15,0-2 17 0,0 0-1 0,-2-3 5 16,0-1-6-16,-1 1-6 0,-2-2 0 0,-1-1-2 16,-2 1-5-16,12 2 5 0,-7 1 0 0,-3 2 3 15,-4 0 3-15,-2 1 2 0,0 1-9 0,-1 3 6 0,-3 1-11 16,-1 0-15-16,0 2 8 0,2 1-13 0,-10 3-8 15,-3 3-40-15,-3 4-8 0,-4-12-11 0,-4 6-41 0,-4 7-14 16,-6 6-9-16,-6 3-1 0,1 2-36 0,-3 1-175 16</inkml:trace>
  <inkml:trace contextRef="#ctx0" brushRef="#br0" timeOffset="137211.6">30475 10340 1014 0,'0'-1'82'0,"-1"0"166"0,0-1-182 16,0-1-12-16,0 1-5 0,-1-1-6 0,1 1-37 0,1 0-7 15,0-1 1-15,0 1-4 0,1 0 0 16,2-1-4-16,0 1 3 0,15-10-2 0,0 4 2 0,4 1-1 15,5 1-2-15,2 3 2 0,3 0 4 0,1 1 8 16,1-2 4-16,1 0 0 0,3-2-3 0,3 0 8 16,4-2-8-16,3-2 7 0,0 2-5 0,5-3-4 15,1 2 1-15,3-2-2 0,0-2-4 0,-3 3 6 16,-4 1-2-16,2-1 4 0,-3 2-6 0,5 0 4 16,-1-1-7-16,-5 4 5 0,0-3-3 0,-8 4-3 15,-3-1 9-15,-5 2-7 0,-5 0 8 0,-5 1-5 0,-3 1-3 16,-4-1 0-16,-2 1 0 0,-6 1 4 0,0 0-5 15,-3 0 3-15,-2 0-14 0,0 0 13 0,1 0 2 16,-1 0 2-16,0 0-17 0,0 0-18 0,-1 0-10 16,0 0-1-16,-1 0-37 0,0 0-24 0,-1 0-8 15,-2 0-11-15,-7 0-73 0</inkml:trace>
  <inkml:trace contextRef="#ctx0" brushRef="#br0" timeOffset="137644.62">30453 10579 1381 0,'0'-1'30'0,"-1"0"64"0,0-1-76 0,-1 1-15 16,0 0 3-16,1 0-9 0,0 0-22 0,0 0 5 15,-1-1-1-15,1 1 4 0,1 0 3 0,0 0 3 16,1 0-4-16,1-1 5 0,0 1 2 0,12-2 11 16,5-1 0-16,-2 1 4 0,3-1-5 0,2 0 6 15,0-1 3-15,1 0 1 0,3 0 8 0,0 0 5 16,0-1-4-16,2 0 4 0,-2 0-7 0,2 0 3 0,3 0-3 16,1 0 2-16,3 0-4 0,4 0 4 0,2 2 2 15,7-2-1-15,0 0-11 0,4 1-1 0,2-1-4 16,-3 1 2-16,-1 0-1 0,-1 0-5 0,-1 0 7 15,4 1-6-15,-3-1 1 0,1 2 8 0,0 0-9 0,-4 1 8 16,-2-1-15-16,-6 2 15 0,-5 1-3 0,-2-1 9 16,-6 1 4-16,-2 0 3 0,-2 0 1 0,-5 0 0 15,0 1 2-15,-2 0-8 0,0 1 3 0,-1-1-5 16,-4-1-5-16,-3 0-2 0,-1 0-5 0,-2 0 4 16,4 1-11-16,-2-1-1 0,-4 0-5 0,0 0-1 15,2 1-39-15,-1 0-133 0,-1-1-26 0,1 0-70 16,-1 2-402-16</inkml:trace>
  <inkml:trace contextRef="#ctx0" brushRef="#br0" timeOffset="142205.04">10900 12604 32 0,'0'0'0'0,"-2"0"9"16,1 0 95-16,0 0-34 0,0 0 3 0,0 0-45 0,-2 0-7 15,1 0 0-15,0 0-3 0,-2 0 1 0,1 0-11 16,-2 0 7-16,0-1-3 0,1 0 1 0,-1-1-19 15,1 1 7-15,0 0-3 0,-1 0 4 0,0 0 3 0,1-1 4 16,-2 0 1-16,0 0 1 0,-1-1 1 0,0 1 4 16,1 0-5-16,-1-1 5 0,-3 1 1 0,3 1 3 15,-3-1 7-15,0 0-6 0,0 0-11 0,-1 1-2 16,1 0-3-16,-2-1 3 0,1 1 6 0,-3 1-9 16,1 0 0-16,0 0-3 0,1 0 5 0,4 0-9 15,-4 0 9-15,2 0-10 0,0 0 3 0,-1 1 8 16,-1 1 1-16,1 0 5 0,0 0 15 0,-1 1-9 15,1 0 5-15,2 0-5 0,-5 1-3 0,2 0 0 0,-1 0-13 16,2 1 9-16,1 0-9 0,-1 1 0 0,2 0 8 16,-2 1-6-16,2-1 1 0,-2-5 3 0,1 9-2 15,-1 1 3-15,1 1 6 0,0-1 0 0,1 1-5 16,-1 0 4-16,1 2 0 0,-1 0-6 0,1 3 9 0,-1-2-10 16,-1 1 0-16,0 3-2 0,1-1-2 0,0 2 0 15,2-3-4-15,0-1 8 0,1 1-9 0,0 0 8 16,1 2-11-16,0-3-1 0,0-2 6 0,1 2-4 15,1-4 2-15,0 4 2 0,1-1-2 0,0-1 3 16,-1 0-3-16,-1-2 1 0,0 1 1 0,-1 0 0 16,4 1-2-16,-7 0 1 0,0 1-1 0,5 0 0 15,0 0-6-15,2-1 7 0,1 1-1 0,-1 1 3 16,1-1-1-16,1 0-3 0,0 2-2 0,3 1-2 0,0-1 2 16,1 3-3-16,0 2 6 0,1-2-3 0,0 1 0 15,-1-2-6-15,2-2-2 0,0-1 2 0,0 1 5 16,0-3-1-16,0 0 2 0,0-1-2 0,0 0-2 0,-1-2 7 15,1 0-3-15,3 2 4 0,-4-4-8 0,-2 2 8 16,6-3 0-16,-1 2 3 0,1-2-9 0,-1 1 8 16,0 1-7-16,2-1 7 0,-1-1-6 0,2 2-1 15,-1-1 4-15,2 0-1 0,0 0 4 0,1 0 1 16,1-1-3-16,2-1 2 0,-1-1-8 0,1 0 10 16,4 0-5-16,-3-1 7 0,3 1-12 0,-1-1 7 15,-2 1-3-15,0 0 4 0,3-3-9 0,1-1 9 0,1 0-1 16,-5-1 3-16,1 1-8 0,1-1 3 15,-3 9-2-15,1-1 3 0,-2-5-3 0,-2 0 0 0,2-1-1 16,-2 0 2-16,2-1 5 0,-2-1-2 0,0 2 2 16,1-1-4-16,0-1-3 0,1 0 7 0,-1 0-7 15,0 1 7-15,1-1-2 0,2-1-4 0,0 1 11 16,2-1-9-16,1 0 1 0,2 0 5 0,-2 0-10 0,-1 0 8 16,1 0-2-16,2 0-2 0,1-1 1 0,0 0-2 15,-2-2 5-15,-3 1-5 0,0 0 1 0,-1-2-3 16,0 1-1-16,-1-1 8 0,1 0-3 0,-2 0 4 15,-1-1-5-15,1-1 8 0,1 0-7 0,1-1 6 16,-1 0-18-16,0-1 7 0,2 0 1 0,-2 0 1 16,2-2 2-16,0 1-1 0,-1-1 2 0,3 0-1 0,0 0-1 15,-1 1 1-15,-4 1 0 0,-4 1 1 0,-1 5 5 16,3-7-7-16,-3-2 2 0,-1 0-3 0,2-1 0 0,-7-2 17 16,5 1-12-16,-2 0 16 0,-4-2-3 0,1-1 2 15,-1-1 4-15,-1 1-3 0,9-1 2 0,-4-2-5 16,-2-2 6-16,-3-3-5 0,0 2 3 0,-2 0-1 15,0-2-4-15,-2 1 2 0,1 0-2 0,-1 0 3 16,-2 0 0-16,1 0 0 0,-2-1-6 0,0 2 8 16,0 0-9-16,-3-2 7 0,3 3-5 0,-2-3 8 15,-2-1 2-15,1-4 0 0,0 2-4 0,-3 0 1 16,-2 1-1-16,-1 1 1 0,12-3 0 0,-16 0-12 16,1 1 7-16,0 1-10 0,1 2-2 0,-1 0-1 0,-2 1-3 15,1-1 2-15,-2 2 1 0,0-1 1 0,-2 3-1 16,-2 0 0-16,-1 2-3 0,-4 0 1 0,-4-1 2 15,-4 2-2-15,-5-2-7 0,-5 0-2 0,-3 2-3 16,-1 2 3-16,0 2 3 0,-1 5-7 0,0 1 1 16,-5 6-8-16,-4 0-26 0,-8-19-40 0,-7 17-15 0,1 10-14 15,0 10-109-15</inkml:trace>
  <inkml:trace contextRef="#ctx0" brushRef="#br0" timeOffset="146085.29">20348 13681 80 0,'0'0'0'0,"1"-1"45"16,1 0 25-16,-1 0 37 0,1-2 14 0,0-4-23 0,4-2-10 15,0-1-28-15,1 1 7 0,-1 1-9 0,0-2 7 16,1 1-19-16,-3 2 4 0,0-1-10 0,1 1 6 0,-1 2-14 16,-2 0 12-16,-1 3-9 0,1-2 23 0,-2 3-9 15,2-1-5-15,-2 1 1 0,1-2-6 0,-1 2-15 16,0 0 5-16,1-2-9 0,0 1 1 0,0 0 1 16,-1 1-1-16,0-1 0 0,0 1-5 0,0 0 1 15,-1 1-4-15,0 0 4 0,-1 0-11 0,-13 7-5 16,0 3 2-16,2-3-3 0,-4 15 7 0,1 3-1 15,-1 4 2-15,-7 2-1 0,7 2 7 0,-1 4-4 16,4 5-2-16,1 1-1 0,1 4-1 0,-1 2-2 16,0-4 7-16,4 1-7 0,1-4 7 0,1-2-8 0,2-1 2 15,1-1-3-15,3 0 2 0,-17 1 5 0,11 0-9 16,6 0 8-16,2-4-13 0,4 0 12 0,1-1-1 16,2-2 4-16,2 0-10 0,-1-5 4 0,0-2 0 15,1-3 1-15,3 0-7 0,-11-2 6 0,15-2-2 16,-3-3 4-16,-1 1-5 0,2-4-14 0,3-1 2 0,-1-2-8 15,4 0 1-15,-3-1-13 0,0-2-1 0,1-4-3 16,-2 2-13-16,3 7 12 0,-1-4-8 0,1-2 7 16,0-4-26-16,2-2-102 0,1-2-16 0,0-4-46 15,3-3-209-15</inkml:trace>
  <inkml:trace contextRef="#ctx0" brushRef="#br0" timeOffset="146536.66">20867 13989 634 0,'-1'-1'66'16,"-1"0"139"-16,0-2-166 0,-3-2-2 0,0-5 2 15,1 0-3-15,2 0-1 0,0 1-4 0,0 1 1 0,-1-1-2 16,0 1 6-16,-3 0 5 0,3 2-5 16,-2-1 3-16,3 2-15 0,-2 0 10 0,2 1-4 0,2 3 7 15,0-1 3-15,0 1 8 0,0 0 5 0,-6 0-1 16,4 0-5-16,-4-4-11 0,3 4-10 0,2 1 2 15,-6 0-14-15,0 2-8 0,0 4 5 0,-4 12-5 16,6 11 11-16,-1 2-14 0,1 0 7 0,0 7-9 16,1-5 10-16,-1-2-9 0,0-1 3 0,1 0-3 15,0-1 8-15,2-1-6 0,-2-1 2 0,-11 0-4 0,7-3-5 16,3-3 4-16,3-1-4 0,2-1 5 0,0-2-6 16,0-1 0-16,1-3-4 0,0-4 1 0,0 3-11 15,-1-5-36-15,1 1 0 0,-1-3-17 0,0-2-49 0,0 0-37 16,1 0-18-16,1 0-7 0,-1-1-59 0,1 0-40 15</inkml:trace>
  <inkml:trace contextRef="#ctx0" brushRef="#br0" timeOffset="146902.63">21209 14044 1131 0,'0'0'32'16,"-1"0"4"-16,0 2-11 0,-2-1-10 0,0-1-6 16,-3 1 1-16,1 0-4 0,2 0-2 0,0-1-2 15,0 1-7-15,2-1 7 0,-1 0-3 0,0 3 4 16,0-1-2-16,-1 1-3 0,2-1 1 0,0 0-3 15,0 1 10-15,0-1 10 0,-1 0 3 0,2-1 1 0,0 1 7 16,0-1 5-16,2 0-2 0,-1 0 2 0,1 0 0 16,9 1-2-16,5-2 3 0,3-2-3 0,-1-1 3 15,4-2 1-15,2-1-6 0,1 0 3 0,1-1-18 0,0-1 3 16,0 1 2-16,-1 1-2 0,-3 0-8 0,-2 3-8 16,1-1 2-16,-2 2-4 0,1-1-2 0,-2 2-4 15,-3 1-3-15,-2 0 0 0,1 0-3 0,-2 0-21 16,0 0-2-16,-1 1-9 0,0-1-26 0,-1 2-204 15,0-1 9-15</inkml:trace>
  <inkml:trace contextRef="#ctx0" brushRef="#br0" timeOffset="147337.24">22031 13810 1317 0,'0'0'32'16,"-1"0"5"-16,0-1-11 0,-1 0-12 0,1 0-7 16,0-1-19-16,-1-3-9 0,-3-3 4 0,2-1-2 0,0 1 11 15,1-1-9-15,1 2-2 0,-1-2-2 0,2 2-4 16,0 0 12-16,0 1-2 0,0-1 5 0,0 2 0 15,0-1 9-15,0 1 6 0,0 1 2 0,0 2 24 16,0 0 21-16,0 1-5 0,0-2 11 0,0 2-9 0,0-1-1 16,0-1-13-16,0 2 7 0,-1 0-25 0,0 0-7 15,0 1 11-15,0 0-10 0,0 1 9 0,-1 2-17 16,-8 19-1-16,2 2-2 0,1 2 5 0,1 4-10 16,0 0 8-16,0 3-8 0,1 0 7 0,0 1 4 15,1 0-8-15,-1 0 4 0,0-3-6 0,-1-2 6 16,1-2-2-16,-2 0 4 0,0 0-7 0,1-2 5 15,-1 1-4-15,0-1 2 0,1-1-9 0,1 0 2 0,1-2-3 16,2-3 1-16,0-2-16 0,1-2-25 0,-1-3 0 16,2 1-12-16,0-6-38 0,0-4-24 0,0-1-9 15,2 1-2-15,-1-3-10 0,15 4-18 0,-1-5-18 16</inkml:trace>
  <inkml:trace contextRef="#ctx0" brushRef="#br0" timeOffset="147719.71">22353 13756 1060 0,'-1'0'61'0,"-1"0"121"0,-15 1-137 16,3 2-7-16,1-1 3 0,3 2-7 0,-3 0-17 16,0 3 7-16,0 2-9 0,-5-7 9 0,4 12-12 15,-2 0-12-15,1 0 6 0,1 3-7 0,-1-1 4 0,2 1 2 16,0 2-2-16,3-4 2 0,-2 3-13 0,0-3 12 15,0 1-6-15,1-2 8 0,-1 2-16 0,2-2 10 16,0-1-1-16,-1 2 4 0,1-3 6 0,-1-2 6 16,0 1 8-16,4-3-2 0,0-2 6 0,3 0-15 15,0-1 4-15,2-1-6 0,-1 0 7 0,0 1-14 16,1-1-3-16,0-1-2 0,1 1 3 0,1 0 1 16,0 1 5-16,1-1-3 0,1 0 5 0,0-1-9 15,14 0 5-15,1 0-6 0,-1 0-2 0,3 0 9 16,-1 1-6-16,2-1 6 0,-1 2-7 0,3-2 1 0,1 3 0 15,-5-1 1-15,2 0-1 0,-4 1 1 0,3-1 2 16,5 1-2-16,-7 0-4 0,-1-1-7 0,-6 0-1 16,1-2-2-16,-1 1-12 0,0-2-20 0,-1 0-4 15,0 0-8-15,1 5-44 0,1-3-99 0,0 0-13 0,2-4-44 16,3-4-194-16</inkml:trace>
  <inkml:trace contextRef="#ctx0" brushRef="#br0" timeOffset="148139.96">22607 13389 1306 0,'-1'0'148'0,"0"0"-177"15,0 0 168-15,-11-7-85 0,0 0-17 0,6 4-16 16,0-1 2-16,4 3-10 0,0 0-13 0,-1-1-2 15,1-1 2-15,0 1-1 0,-1 1-3 0,2-1-10 16,0 1-3-16,0 0 1 0,0 0 10 0,-1 0 9 16,1 0-3-16,0 1 5 0,1 0-4 0,0 0 4 15,0 0 1-15,0 1-1 0,1 0-2 0,0 0 11 16,1 1-2-16,0 1 5 0,4 5-3 0,0 6 2 16,8-1-1-16,3 4 1 0,5 0-4 0,0 3-3 0,0 1 2 15,2 2-2-15,-1-1-1 0,3 3 1 0,2-1-4 16,2 5 4-16,-2 1-5 0,-2 3-3 0,-1 5 2 15,-4 1-2-15,-1 2 1 0,-3 1 2 0,-4-4 2 0,-1 2 0 16,-4-5 7-16,-2-2 3 0,0-1-3 0,-2-6 4 16,-2 1 4-16,-1-4 4 0,12 1 5 0,-6-1-1 15,-6-2 12-15,-2-1-6 0,-2 0-1 0,-3 0 0 16,-4 1-4-16,-1 1-12 0,9-1-1 0,-14-1-4 16,1-1-10-16,-1-2-15 0,1-3-6 0,3 0-8 15,-2-2-49-15,1-1-148 0,-1-1-44 0</inkml:trace>
  <inkml:trace contextRef="#ctx0" brushRef="#br0" timeOffset="151973.26">21970 14552 915 0,'-1'0'41'0,"-1"0"1"0,-6 0 30 16,-8 0-11-16,-2 0 4 0,6 0-15 0,-1 0-4 15,2 0-4-15,2 0 0 0,-1 0-16 0,4 0-5 16,-1 0 1-16,-1 0-4 0,3 0-9 0,0 0 6 0,2 0-6 15,0 0 6-15,2 0-9 0,-1 0-7 0,0 0 4 16,-1 0-4-16,2 0 2 0,0 0 7 0,0 0-5 16,1 0 7-16,0-1-4 0,1 0 17 0,0 0-8 15,1 0 9-15,15-5-7 0,2 0 5 0,-1 0-3 16,4 0 3-16,-2 1-4 0,1 1-4 0,1-1 6 0,2-1-7 16,-1 1-6-16,1 1 13 0,0-2-11 0,1 1 11 15,1 1-8-15,5-2-6 0,0 1 6 0,-1 1-7 16,-4 2-1-16,-3 0 2 0,-3-1-4 0,1 2 4 15,-1 0-7-15,-2 0 0 0,-2 1 1 0,-2 0 0 16,-1 0-2-16,-6 0 4 0,0 0 2 0,-3 0 0 16,-3 0-9-16,0 0 7 0,1 0-2 0,0 0 4 15,0 0-1-15,1 0-2 0,-2 0-1 0,0 0 0 0,-1 0-2 16,0 1-11-16,-1 0-5 0,0-1 0 0,-19 8-5 16,-3-1 19-16,2 1 3 0,-4 0 1 0,2 0 6 15,-3 0-6-15,-1-1 2 0,1-1-2 0,-1 0 9 0,2-1-8 16,1-1 4-16,0 2-5 0,2 0 0 0,-1 0 10 15,2 0-10-15,1-1 9 0,-1-1-9 0,2 1 10 16,-3 0 3-16,2-2 1 0,2 1 2 0,1-2-4 16,3 1 3-16,1-1-5 0,0-1-1 0,3 0-1 15,2 0 1-15,3-1 1 0,-1 2 4 0,4-2-12 16,-1 0 5-16,-2 0-7 0,3 0 4 0,-1 0-10 16,2 0 0-16,0 0-3 0,0 0 12 0,1 0-2 15,1 0 4-15,1-2-3 0,9 0 4 0,8-3-4 16,-1 1 1-16,1-2-2 0,2 0 4 0,1 0 0 0,-1 0-3 15,1 0 1-15,0 0-7 0,1 0 2 0,0 2 1 16,1-1 1-16,-1 2 8 0,-2 0-11 0,-1 2 3 16,-1 0-4-16,2 0 11 0,-2-1-10 0,-3 1 5 0,-2 0-7 15,-3 0 8-15,-2 1-2 0,0 0 1 0,-3 0-1 16,-1 0-2-16,-3 0 1 0,3 0 0 0,-3 0 2 16,-1 0 5-16,2 0-3 0,-1 0 1 0,-1 0-2 15,0 1-4-15,-1 0 0 0,0-1-1 0,0 1 1 16,-1 1-2-16,-1-1-1 0,-9 1 4 0,-9 1-2 15,3-1 2-15,-3 0 1 0,1 1-7 0,3-1 4 16,-2 1-3-16,-1 0 7 0,1-1 1 0,-3-1 0 0,3 1-2 16,1 0-1-16,1 0 6 0,0 1-3 0,0-1 9 15,0 0-11-15,-1 1 4 0,2-1-5 0,1-1 8 16,3 0-2-16,-1 1 3 0,2-1-1 0,2-1 1 0,2 0 1 16,4 0-9-16,1 0 6 0,-2 0-6 0,1 0-6 15,0 0 3-15,1 0-6 0,-1 0 7 0,1 0-7 16,1 0 7-16,1 0-6 0,1 0 18 0,0 0-8 15,17-1-1-15,1-2-2 0,-1 0-6 0,3-3 9 16,1 0 3-16,2 0 1 0,1 0-7 0,3 0 0 16,0 0-3-16,1-1 3 0,3 0 0 0,-4 1-5 15,1 0 2-15,-3 1-2 0,-5 0 7 0,4-1-3 16,-1 1 0-16,-3 2-2 0,-2-1 3 0,-6 2-6 0,-1 0 2 16,-2-1-4-16,-3 2 2 0,-1 0 3 0,-2 1 5 15,-3 0-2-15,0 0 8 0,1 0-5 0,-1-1-2 16,-1 1 0-16,1 0-1 0,-1 0-1 0,-1-1-5 15,-1-1 4-15,-1 2-5 0,-5-1-2 0,-13 1-3 16,-4 1-1-16,-3 2-11 0,-3 1 19 0,0 1 0 0,-3 1 5 16,1 0 0-16,-2 0 6 0,1 1-3 0,4 0 2 15,-2 0-10-15,2-1 7 0,1-2 1 0,1 1 2 16,2 0-1-16,-1-2 4 0,0 1-3 0,1 1 4 16,0-2 3-16,3 1-1 0,1-2 1 0,3-1-1 15,3 0-4-15,1 1-5 0,4-1 0 0,0-1-2 16,3 0 0-16,3 0 0 0,0 0-2 0,1 0 1 0,1 0-5 15,0 0-1-15,0 0 3 0,1 0-2 0,0 0 0 16,0 0 6-16,1 0 0 0,1 0 2 0,0 0 9 16,6-1-6-16,14-3-3 0,2 1 0 0,-2-2-7 0,4 0 8 15,-1 0-3-15,0 3 5 0,3 0-5 0,-2-1-2 16,0 1 6-16,3-3-5 0,-1 2 1 0,3 0-1 16,-2 0-2-16,4 2 0 0,0-2 4 0,-7 1-6 15,0-2 5-15,-8 1-7 0,5-1 7 0,1 2 4 16,-2 1-4-16,1 0 2 0,-8-2-9 0,-1 1 7 15,-3 0 2-15,-2-1 1 0,0 2-3 0,-3 0 6 16,-2 1-2-16,-2 0 4 0,2-1-2 0,-1 0 3 16,0-1-6-16,0 1 4 0,-1 0-10 0,0 0 6 15,-1 0 0-15,0 0 2 0,-1-1-5 0,-2 2 4 0,-13-2-4 16,-3 2 4-16,0 0-10 0,-3 1 6 0,-2 3 4 16,0 0 0-16,-4 1-1 0,-2 1 7 0,2 0-3 15,1 0 5-15,-2 0-7 0,3 0 4 0,1-1-2 16,-1 1 2-16,4 0-3 0,-1-1 5 0,1 0-5 0,2 0 4 15,0 1-10-15,1-1 3 0,2 0-3 0,1-2 3 16,2 1-6-16,0-2 6 0,4-1-3 0,2 1 3 16,4-2-6-16,1 0-2 0,2 0 5 0,0 0-3 15,-1 1-3-15,-1 0-5 0,2 0-3 0,0 0 3 16,1 0 9-16,0 1 1 0,1-1 1 0,0 0-2 16,2-1 0-16,13 5 0 0,3-2 4 0,2-2-2 0,0-1 3 15,0 0 0-15,3 0-4 0,-2-1 2 0,3-1-1 16,0-1 2-16,1 1-1 0,3 0 1 0,-2-2-4 0,2 1-3 15,2-1 5-15,-4 1-3 0,0-1 10 0,-2 1-7 16,-2-1 3-16,-4 1-5 0,1 0 0 0,-6 2 3 16,-2 0-3-16,-1 0 3 0,-3-1-2 0,0 1 4 15,-3 1-2-15,-3 0 4 0,3-1-1 0,-4 1-1 16,0 0 3-16,2 0-2 0,-1 0 3 0,-1-1-6 16,0 0-4-16,-1 0-1 0,0-1 1 0,-1 1-2 15,-1 0 5-15,-15-1-3 0,-3-1 2 0,1 1 3 16,-4 1-4-16,3 1 2 0,-1 0-7 0,-6 1 5 15,0 0 3-15,0 2 1 0,0-2 9 0,1 1-11 0,0 0 4 16,1 2-4-16,0-2-2 0,3 2 6 0,0-1-4 16,-1 1 4-16,1 1-4 0,0-2 3 0,4-1 0 15,0 1 2-15,3-1-5 0,5-1 1 0,-1 1-2 16,5-2 1-16,1 0 5 0,0 0-5 0,2 0-2 0,-2 0-4 16,3 0-7-16,0 0-1 0,-1 0-3 0,2 0 1 15,0 0 1-15,1 0 18 0,0 0-4 0,1 0 7 16,2 0-6-16,14 0 0 0,3 0 2 0,-1-3-1 15,2 0-1-15,-1-1 0 0,1-1 1 0,-1 1-1 16,3-1 0-16,-1 0-1 0,0 2 3 0,3-1-2 16,0 1 1-16,1 0-3 0,0 1 0 0,-4 1-1 15,0-2 9-15,-2 1-4 0,-1 0-4 0,1-1-1 16,-1 0-4-16,-4 1 7 0,-1-1 0 0,-3 2 1 0,-7 0 5 16,2 0-9-16,-1 1 8 0,-4 0-8 0,0 0 8 15,2 0 6-15,-1 0-5 0,-1-2 4 0,0 1-10 0,-1 0 0 16,0 1 0-16,-1-1 0 0,0 0-1 0,-8-2 1 15,-15 0 1-15,1 1 1 0,-3 2 3 0,-1 0-2 16,1 0 0-16,-2 0 1 0,-2 2 8 0,2 1-5 16,0 2 5-16,0 0-4 0,1-2 4 0,-2 1-4 15,2-1-1-15,-1 1 0 0,1-1 2 0,0 1-5 16,3 0 5-16,2-2-5 0,1 0 2 0,3-1-3 16,2 1-1-16,4-2 2 0,3 0 3 0,0 0-7 15,2 0 3-15,3 0-3 0,-1 0 5 0,3 0-14 0,-1 0-6 16,1 0-2-16,1 0-1 0,0 0 8 0,1 0 9 15,0 0-4-15,1 0 7 0,0 0-1 0,19-5-2 16,1 0 1-16,1-1-9 0,5 0 9 0,3-1-3 16,-3 0 4-16,4 0-1 0,-3-1 0 0,-1 2-1 15,2 0 0-15,-1 2-4 0,1-1 2 0,-1 0-2 0,1 0 3 16,-1 3 2-16,0-1-1 0,-3 0 1 0,-3 0 0 16,-4 0 1-16,-1 1 1 0,-1 1-2 0,-2 0 0 15,2 1-4-15,-6 0 4 0,-2 0 1 0,-3 0 2 16,-1 0 1-16,-2 0 2 0,0 0-1 0,0 0 1 15,0 0 3-15,0 0 6 0,-1 0-5 0,1 0 5 16,-1 0-19-16,-1 0 6 0,-1 0-3 0,-1 0 4 0,0 0-3 16,-14 2 0-16,-1 2 2 0,-3-1 0 0,0 1-3 15,-2 0 0-15,-3 1 0 0,2 0 1 0,-3-2 4 16,0 3 1-16,1-1-2 0,2 1 2 0,-2 0-1 0,4-1-1 16,0 1 4-16,1 0-5 0,-1-1 0 0,3 0 2 15,1-2-3-15,2 1 3 0,3-1 2 0,2 0-6 16,3-2-1-16,1 0-3 0,4-1 4 0,0 0-6 15,0 0 3-15,0 1-7 0,-1 0 3 0,1 0 0 16,1 1-1-16,0-2 0 0,-1 0-4 0,2 1 9 16,2 0-2-16,0-1 4 0,11 1-5 0,5 0 10 15,1-1-7-15,0 0 7 0,2-1-8 0,1-1 4 16,2-1-1-16,0 0 1 0,1-1-1 0,2 1-4 16,-2-3 0-16,5 2 0 0,-3 1 7 0,-1-1-2 0,-3 2 0 15,-5-2-2-15,3 2 2 0,-3 1-7 0,-3-1 6 16,0-1-7-16,-5 2 16 0,-4 0-6 0,-1 0 4 15,-2 1-5-15,-1 0-1 0,-1 0 6 0,1 0-1 16,0 0 5-16,0-1 8 0,-1 1-15 0,1 0 5 16,-1-2-8-16,-1 2 9 0,-1-1-6 0,-2 0-4 0,-6 1 1 15,-11 0 0-15,0 0 0 0,-2 2 6 0,-8 1-5 16,3 0 0-16,-2 2 2 0,0 0 1 0,-1 2 1 16,2-1 3-16,-3-1-4 0,-1 1 1 0,4-1-1 15,-1 1 8-15,-2 1 1 0,2-2-2 0,1-1 0 16,2 0-2-16,1-1-2 0,4 1-2 0,2 0 1 15,0-1-8-15,7-1 2 0,-1 1 0 0,3-2 0 0,3 0 1 16,0 0-1-16,2-1 2 0,4 0-2 0,0 0 1 16,0 0-14-16,-2 1 1 0,2 1-6 0,0-1 4 15,0 0 10-15,1 0 4 0,0 0 1 0,1 1 6 0,1-1-7 16,6 0 0-16,10 1 0 0,6-1 4 0,-3 1-3 16,3-2-3-16,2 0 1 0,-1-2 1 0,2 1 0 15,0-1 3-15,0-2-3 0,1 1 4 0,1-1-4 16,0 2 0-16,2 0-2 0,1-2 2 0,1 1 0 15,-2-1-4-15,-4 0 1 0,2 0-1 0,-4 1 6 16,0 0-2-16,-3 1 2 0,-5 0-1 0,-2 0-1 16,-5 1 2-16,0 0-2 0,0 1-1 0,-5 0 4 15,0 0-4-15,-2 0 3 0,0 0-1 0,-1 0 7 0,0 0 3 16,1 0-1-16,-2 0-9 0,0 0 1 0,0 0-1 16,-1 0 2-16,0 0-1 0,-1 0-4 0,0 0 2 15,-5 0-2-15,-9-2 2 0,-4 1-3 0,1 1 1 16,-4 0-2-16,4 0-1 0,-4 1 4 0,-3 1-4 15,1-1 5-15,-5 1-6 0,0 1 6 0,0-1-2 0,0 0 3 16,0 2-1-16,2-1 3 0,0 2-1 0,-2 0 1 16,0-2-3-16,2 1-1 0,4-1-1 0,2 0 2 15,-2-1 11-15,7-1-11 0,-1 0 8 0,7-1-9 16,3 0-1-16,1 0 3 0,2 0-3 0,1 0 2 16,0 0-6-16,1 0-14 0,0 0 0 0,0 0-5 15,1 0 7-15,0 0 11 0,1 0 4 0,1 0 1 0,2 0 2 16,10-3-1-16,9-3 0 0,0 0-1 0,2-1 5 15,-1 0-3-15,1-1 0 0,2-1-1 0,-2 2 4 16,2 0-1-16,1 0 4 0,0 0-2 0,4 0 3 0,0 0-7 16,0 0 0-16,0 1-2 0,-4 0 5 0,-2 2-7 15,-1-1 4-15,-3 0-6 0,-1 3 14 0,-2 0-5 16,-6-1-1-16,-5 2-2 0,1 0-1 0,-2 0 1 16,-4 1 8-16,3 0-3 0,-3 0 11 0,1 0 2 15,-1 0-5-15,-1 0 4 0,0 0-5 0,-1 0-6 16,0 0 1-16,0 0-3 0,-1 0 2 0,0 0-3 15,-1 0 0-15,-3 0 0 0,-4-2-1 0,0 2-4 16,1 0 3-16,7 0-3 0,-3 0 4 0,2 0-8 0,0 0-5 16,-1 0-1-16,1 0-2 0,0 0-32 0,-1 0-5 15,1 0-19-15,0 0-99 0,0 0-76 0,1 0-49 16</inkml:trace>
  <inkml:trace contextRef="#ctx0" brushRef="#br0" timeOffset="152807.25">20403 14876 580 0,'-1'0'380'0,"0"0"-511"0,0 0 449 16,-10-5-250-16,4 3-41 0,4 1-17 0,2 1 2 0,-1 0-7 16,0-2-6-16,0 1-1 0,-1 0 2 0,2 0 1 15,0 0 18-15,0 0-10 0,1-1 2 0,0 1-5 16,1 0-1-16,0 0 8 0,0 1-4 0,1 0 5 15,0 1-1-15,3 0 2 0,2 3 4 0,0 0-3 16,1 2-2-16,-2 6 1 0,2 3 4 0,0-2 1 0,-1-5 21 16,2 0-12-16,-2-5 2 0,2-1-6 0,3 5-3 15,2-1 10-15,2-2-9 0,2-3 7 0,1 11-18 16,2-6 2-16,0-4 1 0,7-2-2 0,1-5 1 16,5-3-5-16,2-6 1 0,7-4-3 0,0 2-1 0,-1 15-3 15,3-19 6-15,-5-3-3 0,4 0 3 0,-2 1 0 16,1 0-6-16,3 0 2 0,1 1-10 0,3 2 5 15,-1-1 0-15,-2 4 1 0,0 0 6 0,-7 5-8 16,-1 2 3-16,-7 3-4 0,-4 2 2 0,-2-10 3 16,0 5-3-16,-4 6 4 0,0 3 0 0,3 2-2 15,-5 2 1-15,4 3-2 0,-3 0 3 0,-1 1 4 16,-2 1-1-16,0 2 2 0,-4-2 2 0,-3-1 7 0,2-5 2 16,-3 8 1-16,1-1 0 0,4 0-6 0,-2-2-1 15,-1-1-1-15,1 0-10 0,0-1 9 0,1-3-5 16,2 1 6-16,3-3-9 0,1 11-2 0,4-3 1 15,-2-5 0-15,4-4 5 0,2-4-12 0,1-2 1 0,6-3-6 16,1-2 0-16,3-2 2 0,-3 2 0 0,2-2 2 16,2-1 0-16,0 1 5 0,2 0-1 0,1 1 1 15,-5 1-5-15,-1 2 4 0,0 1-2 0,0 2 3 16,1 1 0-16,3 2-2 0,-1 0 1 0,1 2-1 16,-1 1 2-16,-4 0 4 0,-2 0 0 0,-2 1 0 15,-2 2 0-15,-3-1 0 0,-3 0-2 0,-1 2 2 16,-3 1-4-16,-4-1 7 0,-1 1-4 0,-4 0 4 15,0 1-9-15,-4-2 4 0,-2 1-1 0,0-1 0 0,-1 4-14 16,-1 0-116-16,0-2-57 0,-1 0-47 0,0 0-444 16</inkml:trace>
  <inkml:trace contextRef="#ctx0" brushRef="#br0" timeOffset="168004.46">19417 14089 256 0,'-1'0'60'0,"0"0"7"0,-1 0 55 15,1-1 8-15,0 0-31 0,0 0-28 0,0-1-24 16,-1 1 4-16,1 0-2 0,0-1 12 0,1 1-14 15,-1-7 7-15,0-2-9 0,0 4 7 0,-1-1 7 16,2 0-3-16,0 0 2 0,0-1-18 0,-1-2 12 0,0 0-7 16,0 0 10-16,-1 0 3 0,0 1-16 0,0-1 3 15,0-1-9-15,-2-2 0 0,1 0-15 0,-1 2 4 16,2 1-9-16,-1 1-4 0,2 1 4 0,-1-1-5 16,-2-2 5-16,1 1-5 0,-1 1 4 0,1 1 1 0,-1 0 1 15,0 1 2-15,2 2-4 0,-2 1 4 0,-3 0-4 16,0 2-3-16,-1 0-10 0,-1-5-2 0,1 2-1 15,-2 0-5-15,-3 2-2 0,1 2 0 0,-3 1 0 16,0 2 5-16,0 4-7 0,1 2 7 0,-2 0-7 16,1 16 5-16,0 2 2 0,0 0-2 0,0 3 2 15,3-1 2-15,0 0 0 0,1 2-1 0,2-2 1 16,-1-1 3-16,3-2-5 0,3-1 5 0,-2 0-6 0,2 1 1 16,2 1 3-16,0-2 0 0,-14 3 2 0,8 1-3 15,3-2 1-15,3 3-1 0,1 1 2 0,1 0 4 16,0-1-6-16,2-1 5 0,0-3-4 0,1-2 7 0,-1 0-6 15,2-3 3-15,0-3-3 0,1 0 9 0,1-3-4 16,0-1 0-16,0-3-2 0,1 2 0 0,0-2-5 16,-2-2 3-16,10 0-3 0,-2-1-2 0,1-2-4 15,2 0-4-15,-2-2 2 0,3-1-4 0,-1 1-18 16,-1-2-4-16,1 10-7 0,-1-4-31 0,2-3-27 16,-2-1-4-16,-1-2-10 0,-1-1-32 0,1-1-56 15,-2-2 1-15,6-1-25 0,-2-1-55 0</inkml:trace>
  <inkml:trace contextRef="#ctx0" brushRef="#br0" timeOffset="168737.51">19395 14937 545 0,'0'0'252'16,"-2"0"35"-16,1 1-108 0,-1 0-86 0,-3 0-56 0,3 1-33 16,-1-1-5-16,1 0 1 0,1 0-1 0,0 0 7 15,0 2-2-15,1-1-4 0,0 0 0 0,0 1-11 16,1 3 6-16,0-3 2 0,1 1 0 0,1-2 3 16,0 0 6-16,3 2 0 0,0-2 5 0,2-1 21 0,0-1 1 15,1 0 4-15,0-1-3 0,-1-2 7 0,0-2-10 16,3-3 4-16,-2-12-7 0,2-3-8 0,0 1-2 15,-1 3 0-15,3-2-1 0,1-1 0 0,-2-1-13 16,1 1 1-16,0-1-5 0,-1-1 0 0,1 3 3 16,-2-1-5-16,0 0 3 0,1 4-5 0,-3 0 6 15,0 1-2-15,0 5 4 0,-2-1-12 0,-5 3 11 16,2 3-3-16,-3 5 4 0,0 1-4 0,0-1 0 16,-1 1 8-16,0 0-3 0,0 0 12 0,3-1-13 0,-2-1 1 15,0 2-5-15,0 0 5 0,-1 1 0 0,0 1 1 16,0 1-1-16,-1 7 5 0,-4 9-9 0,-1 1 5 15,0 1-5-15,2-1 6 0,0 1-7 0,1 0 0 16,-1 0-4-16,2 0 4 0,-1 0-1 0,2-1 3 0,1 1-1 16,0 0 9-16,1-5-7 0,1 2-4 0,0-4 1 15,1 1 6-15,2 0-5 0,-1-4 9 0,0 2-9 16,0-4 3-16,-1-1 5 0,0-2-8 0,-1 0 7 16,-2-4-8-16,4 1 9 0,3 2 5 0,1-3 1 15,0 0 10-15,0 5-11 0,1-1-3 0,1-3-1 16,2-2-2-16,0-2-4 0,2-4 3 0,-2-2-3 15,-1-3 0-15,0-12-2 0,1-1 2 0,-4 1-2 0,5-3 0 16,2 2-1-16,-3-1-1 0,2 2 0 0,-4-2-5 16,-3 4 6-16,0 1-1 0,-5 4 4 0,1 1-4 15,-1 4 1-15,4 2-1 0,-3 4 0 0,-1 0 2 0,1 0-2 16,-2 2 3-16,-1 0-3 0,0 2-1 0,0-1-1 16,0-1-4-16,0 1 3 0,0 1-2 0,-1 0-4 15,0 1 5-15,-1 0-4 0,0 1 11 0,0 0-2 16,-5 4 0-16,-3 12-1 0,6 3 3 0,0 0 0 15,1 3-1-15,-10 1 0 0,4 1-2 0,2 0 9 16,4 2 1-16,0 0 5 0,3 0 10 0,0 0-1 16,3-5 4-16,1 0-4 0,2-4-5 0,1 1-14 15,2-1-2-15,-2-4-3 0,-6 0 0 0,15-3-23 0,4-6-10 16,3 0-10-16,0-4-88 0,3 11-130 0,1-10-111 16</inkml:trace>
  <inkml:trace contextRef="#ctx0" brushRef="#br0" timeOffset="171557.31">30440 11482 394 0,'0'-1'17'0,"0"0"0"16,0 0-12-16,0-2 1 0,0 0-9 0,0-6 8 16,0 1-5-16,0 2 0 0,0-1-2 0,0 1 0 0,0 1-22 15,0 0 8-15,0 0-12 0,0-3 18 0,0 3 10 16,0 2-2-16,-1-4 5 0,1 4 16 0,-1-3 17 15,-1-2 5-15,1 3 2 0,0 0 10 0,0 0-14 16,-1-1 6-16,0 1-10 0,0 1 1 0,0-2-16 16,-1 1 2-16,1 0-6 0,-1-3 3 0,0 3-6 15,1 1-1-15,-2-2 1 0,4 5 10 0,-1-2-8 16,1 2 2-16,0 0-6 0,-2-1-3 0,1-1 15 16,-1 1 0-16,0-1 6 0,0 2 8 0,-1 0 4 15,2-1-3-15,0 1 2 0,0-2-3 0,0 1 3 16,-1 1-3-16,1-2 1 0,0 1-16 0,0 0-5 0,-1-3-2 15,0 0-1-15,0-1 2 0,1 0-17 0,0 3 9 16,1 1-11-16,0-2 0 0,0 2 4 0,0-1-3 16,0 0 5-16,0 0-3 0,0 1 6 0,0 0-6 15,0-1 6-15,0 1-7 0,0 0 1 0,0-1 0 0,0 2 1 16,0 0-8-16,0 0 1 0,0 0 2 0,0-1 0 16,0 1 5-16,0 0-19 0,0 0 6 0,0 0-12 15,0 0 9-15,0-1 1 0,0 1 3 0,0 0 0 16,0 0 9-16,0 0 2 0,0 1-1 0,0 0 2 15,0 0 1-15,-1 0-2 0,-1 0 2 0,2 0-2 16,0 0 0-16,0 0 3 0,0 0 1 0,0 0 1 0,0 0-3 16,0 0 11-16,0 0-11 0,0 0 12 0,0 0-3 15,0 0-5-15,0 0 9 0,0 0-7 0,0 0 14 0,0 0-9 16,0-1 3-16,-1 1-4 0,1-2 8 16,0 2-1-16,-1 0-4 0,1 0 2 0,0 0-2 0,0 0-4 15,-1 0 6-15,1 0-6 0,0 0-4 0,-1 0 4 16,1 0-4-16,-2 0 4 0,1 0-11 0,0 2 2 15,0 0 4-15,-3 8 2 0,-3 14 8 0,-1 4-12 16,0 5-1-16,-2 5 0 0,1 2 10 0,0 3-12 16,-1 1 5-16,0-1-7 0,-1 1 2 0,1-2 5 15,-1-1 1-15,2-2 2 0,-1 2 8 0,2-4 2 16,1-2 3-16,0-1-2 0,0-3 2 0,1 0-9 0,0-2-3 16,1-5-2-16,-1-1-5 0,3-6-3 0,-2 1 1 15,2-2-1-15,-1 0 4 0,-1-2-9 0,2-1 5 16,-1-3-8-16,2 1 4 0,0-2-25 0,0 0-4 15,1-2-9-15,1 0-36 0,0-3-55 0,0 0-8 16,0-1-21-16,0 0-72 0,0-2 9 0,1 1-13 0</inkml:trace>
  <inkml:trace contextRef="#ctx0" brushRef="#br0" timeOffset="171957.8">30623 11530 1459 0,'-1'0'12'0,"0"-1"21"0,-1 0-8 0,-2 0-12 16,-2-2 3-16,2 2-7 0,1 1 1 0,1 0-9 15,-2-1 2-15,2 0-5 0,1 1-12 0,-3 0 1 16,-4 2 1-16,0 2 0 0,-3 3-6 0,-3 2 13 15,-1 8-7-15,-6-1 9 0,0 3-10 0,-4-1 16 16,1 2-3-16,2-2 8 0,-3 2 7 0,3-2 4 16,0-2 4-16,2 0-1 0,1-2 8 0,5-4 0 15,-2 0 2-15,6 0-2 0,2-4-9 0,2 0-4 0,5 2-9 16,-1-2 4-16,1-1-14 0,-5 2 4 0,6-6 3 16,-2 4 1-16,1 1 2 0,1-3-10 0,1 4 5 15,1 0-5-15,2-2 15 0,5-1-14 0,9 2 5 0,0-4-7 16,-1 3 7-16,4 3 0 0,1-2-2 0,0 0 2 15,3-2 3-15,-2 0-5 0,1-2-1 0,4 3-1 16,-2-4-11-16,0 13-31 0,1-6 1 0,-4-3-14 16,1-2-33-16,-4-3-76 0,-2 0-34 0,0-3-29 15,0-2-256-15</inkml:trace>
  <inkml:trace contextRef="#ctx0" brushRef="#br0" timeOffset="172407.5">31021 11555 1559 0,'-1'0'15'0,"0"0"2"0,-1-1 10 15,1 0-4-15,0-1 0 0,0 1-19 0,0 0-2 16,0 1-1-16,-1 0 1 0,1 0-4 0,0 0 0 15,0 0-4-15,0 1 3 0,-1 2-5 0,-7 12-7 16,-2 7 0-16,2 2-1 0,0 0 15 0,-1 4 1 0,1-3 3 16,-1 2-1-16,3 0-2 0,0-5 9 0,3-1 0 15,0-6 3-15,1-2 10 0,1-4 10 0,1-3 1 16,1-1 3-16,0-1 0 0,0-2-11 0,0-1 5 0,0 0-6 16,0 2 11-16,1-1-4 0,1-1-3 0,0 0 0 15,11 0-1-15,9-5-19 0,-2-4 3 0,4 6-10 16,0-19-6-16,3 0 8 0,5 0-1 0,-2 2 3 15,0-1-10-15,0 5 8 0,-5-1-3 0,0 4 5 16,-4 2-7-16,-2 4 1 0,-4 3 1 0,0-7 0 16,-5 6-7-16,0 1 5 0,-1 3-4 0,-2 0 6 15,0 3-4-15,-3-1 8 0,-2 11-6 0,11 8 6 16,-5 1-4-16,-3 2 2 0,-4-1 4 0,-1-5-1 0,-1-3 6 16,-2 0-6-16,0-3-4 0,-1 1 0 0,1-1-9 15,0-5-1-15,2-2 0 0,0-2-1 0,0 0-16 16,0-1-44-16,-2 0-10 0,0 0-19 0,-7-1-90 0,1-1-96 15,-1-5 13-15</inkml:trace>
  <inkml:trace contextRef="#ctx0" brushRef="#br0" timeOffset="172594.41">30995 11149 884 0,'-1'0'157'0,"0"-1"25"0,0 0-30 16,-1 0-60-16,1 0-15 0,0-1-26 0,0 0-20 0,0 1-3 15,-1 0-3-15,2 0 10 0,0-1-15 0,0 1 3 16,2 0-9-16,-1 0-9 0,1 1-7 0,6 0 3 16,4 0-4-16,-1 1-5 0,3 3-32 0,-4-1-11 15,3 2-12-15,1 1-82 0,1 0-113 0,0 1-78 0</inkml:trace>
  <inkml:trace contextRef="#ctx0" brushRef="#br0" timeOffset="172961.25">32117 11229 1097 0,'0'-1'600'0,"-1"0"-876"15,0-1 728-15,-4-7-426 0,-1 0-25 0,4 4-14 16,0 3-12-16,1-1-2 0,0 1-33 0,0 1 8 16,0 0 5-16,0 0-2 0,-1 1 0 0,1 1 1 15,-1 7 4-15,-6 17 2 0,-3 2 27 0,-2 3 13 16,-2 2-3-16,0-1 6 0,0 0 6 0,0-4 24 0,1-1 4 16,8-2 6-16,-9-2 10 0,-3-1-3 0,2 1 0 15,2-2-2-15,-3 1-3 0,3-1 2 0,1 0 0 16,3-3 0-16,-1 1-19 0,3 0-12 0,1-3-3 15,1 3-1-15,2-3-11 0,2 0-18 0,1-1 1 16,-7-2-7-16,0 1-14 0,6-5-29 0,1-2 5 0,0 0-12 16,1-4 3-16,0-1-66 0,0 1-7 0,1 0-27 15,1 0-90-15</inkml:trace>
  <inkml:trace contextRef="#ctx0" brushRef="#br0" timeOffset="173744.23">32175 11551 341 0,'0'0'77'0,"0"0"125"0,0 0-124 16,0 0-5-16,0 0 3 0,0 0-3 0,0 0 13 0,-2 2-5 16,1-1 1-16,0 0-3 0,-1 1-8 0,-1 5-11 15,-10 6-4-15,2-1-1 0,-1 1-7 16,-1 0-15-16,5 0-2 0,-1-1-5 0,2-2-6 0,3 0-1 16,1-1 5-16,2-2-3 0,-5 1 1 0,3-1 1 15,0-1 0-15,2-1 0 0,1-2-2 0,0 1 8 16,0-2-6-16,1 1 6 0,1-1-15 0,0-1 6 15,8 3 1-15,5-3 2 0,1-1-2 0,1-2-16 16,0-3 6-16,0-1-7 0,-1-1 10 0,-2 0-13 16,0-1-1-16,-2-1-4 0,-1 2 4 0,-3 4 2 15,-3-7 2-15,-2 1-1 0,-1-2-3 0,6 1-7 0,-3-1-1 16,0 0-3-16,-3-1 1 0,-2 1 2 0,-1 2-2 16,-1 1 1-16,-3-1-5 0,-1 1 9 0,-1 2 0 15,-8 0 4-15,-1 2 9 0,-1 2-6 0,1 0 7 16,-1 1-8-16,4-8 6 0,-1 1-3 0,1 4-2 0,5 1 0 15,-4 1-7-15,10 2 4 0,-4-1-1 0,5 1 1 16,-2-1-10-16,1 1 9 0,1 0-11 0,0 0 11 16,1 0-1-16,1 0 3 0,0-1 3 0,5-1-1 15,14-4 2-15,0 1 0 0,3-2 4 0,1 1-3 16,2-1-5-16,-1 0 5 0,2-1-3 0,1 3 5 16,0-1-5-16,0 0 3 0,4-1-5 0,-7 2 4 0,1-1-4 15,-5 3 4-15,-8 0-4 0,4 1 2 0,-3 1-7 16,-3 0 5-16,0 1 5 0,-6 0-1 0,-2 0 3 0,-1 0 1 15,5 0-5-15,-4 0 4 0,-2 0-1 16,1 1 1-16,-1 0 1 0,0 0 0 0,1 0 3 0,-1 2 0 16,-1 1 0-16,0 7 0 0,-1 0-11 0,-2-2 7 15,0 3-5-15,-2-1 7 0,0 0-13 0,-1 1 7 16,2-3-2-16,-1 1 3 0,0-2-7 0,-1 1 5 16,2 1 1-16,-1-1 1 0,2 1-1 0,0-2 1 15,1-1-4-15,-1 0 2 0,3-2-4 0,0-1 2 16,0 1 0-16,0-2 2 0,0 0-7 0,0 0 6 0,0 0-1 15,0-2 4-15,0 1-3 0,2 1 0 0,0-1 3 16,0-1-1-16,9 4 4 0,4-2-9 0,-2-3 1 16,2-1-4-16,1-2 5 0,0-3-1 0,-2 0-1 15,0 0 0-15,1 0 0 0,-8 4 8 0,-3-1-3 16,0 2 5-16,-1 0-8 0,1 0-6 0,-1 1 5 16,2 0-5-16,0 0 10 0,0 1-5 0,-1 1 1 0,1 2-2 15,3 3 4-15,-1 4-1 0,3-1 3 0,-1 0-2 16,2-2 1-16,2-2 10 0,-1-3 3 0,5-2 4 15,-1 10 21-15,3-4-10 0,7-3 2 0,1-4-5 16,4-6 2-16,-7-3-10 0,-6 1 0 0,1-2-4 16,1-2-7-16,-5 11 0 0,0-11-6 0,-5 1 4 0,-9 3-4 15,4 1 3-15,-2 2 4 0,-2-1-3 0,3 2-1 16,-1-2-15-16,1 0-9 0,-2-1-3 0,1 0-33 16,-2-1-73-16,0-3-6 0,-1 1-35 0,-2-1-135 15</inkml:trace>
  <inkml:trace contextRef="#ctx0" brushRef="#br0" timeOffset="203817.74">11965 12767 1 0,'0'0'0'0,"0"0"0"0</inkml:trace>
  <inkml:trace contextRef="#ctx0" brushRef="#br0" timeOffset="204435.64">12004 12780 25 0,'0'0'1'0,"0"0"0"0,0 0 1 16,0 0-2-16,1 0 2 0,0 1 10 0,0 1-7 16,1-1 4-16,-2 0-6 0,0 0-13 0,0 0 10 15,0 1-5-15,0 0 9 0,0 0 10 0,-2 1 15 16,2-1 1-16,-2 4 3 0,-1 2 5 0,0-3 28 15,1-1-8-15,1-1 14 0,-2-1-12 0,1 1 0 16,1-3-6-16,-3 2 2 0,1 0-6 0,-2 1 4 16,-1 0 3-16,0-1-5 0,2 0-20 0,-4-1-13 15,4-1-3-15,-1 0-1 0,-1-1 3 0,3-1 6 0,-2 0 3 16,4 2-1-16,-3-2-2 0,1-9 0 0,0 1-1 16,0-1 2-16,0 0 4 0,2 4-6 0,-1 0-5 15,0-1 1-15,-2 1-5 0,3 0-6 0,0-1 3 0,0 2-5 16,-1 0 8-16,1 0-6 0,-1 3 2 15,1-1-4-15,-1 0 10 0,1 1-10 0,-1-1 10 0,2 3-9 16,-2-1 11-16,0 1 5 0,0 0-3 0,1-1 3 16,-1 1-6-16,0 0-5 0,1 1 2 0,-1-2-1 15,-1-1 4-15,1 1-10 0,0 1-3 0,1 0-2 16,-1-1-2-16,1 1-1 0,0 0 3 0,0 0-2 16,0 0-3-16,0 0 8 0,-1-1-5 0,1 1 6 15,0 0-5-15,0 0 3 0,0 0-1 0,0 0 1 16,-1-1 1-16,1 1 0 0,1 1 5 0,0 0-4 0,0 0 3 15,0 0-4-15,0 0-3 0,0 0 1 0,0 0-1 0,0 0-2 16,0 0 4-16,0 0-4 0,0 0 0 0,0 0 1 16,0 0-1-16,0 0 2 0,0 0-2 0,0 0 6 15,0 0-5-15,0 0 5 0,0 0-11 0,0 0 10 16,0 1-7-16,0 1 8 0,0 0-9 0,1 8 6 16,1 6-1-16,-1 3 4 0,0 1-1 0,0 1 0 15,0 1 4-15,0-1-2 0,1 4 2 0,-1 1-7 16,0 0 0-16,1-2-1 0,1 0 6 0,-2-2-6 15,0-2 3-15,1 4-4 0,-1-4 4 0,1 1 0 16,-1-1-2-16,-1-1 2 0,0 1 4 0,-1-2 5 16,-1 1-1-16,1 0 1 0,-1-1-3 0,0-3 0 0,-2 2 2 15,1-3-2-15,-1 2 4 0,1-1 2 0,-1-1-3 16,2 1 1-16,-1-4-13 0,1 3 6 0,0-2 1 16,-1 0 0-16,1-1-6 0,1-3 1 0,0 0-3 15,-1 0 2-15,1-1 0 0,0-1-1 0,1-1-5 0,-1 1 1 16,1-3-6-16,0 2-5 0,0-3 3 0,0 0-5 15,0-1-7-15,0 1-2 0,0 0-4 0,0 1-1 16,0-2-22-16,0 0-96 0,0 0-26 0,0-1-35 16,0-1-185-16</inkml:trace>
  <inkml:trace contextRef="#ctx0" brushRef="#br0" timeOffset="205218.44">11744 12803 177 0,'0'0'44'0,"0"0"-4"0,0 0 29 0,0 0 5 16,0 0-9-16,0 0 3 0,0 0-4 0,0 0-1 15,-1 0 1-15,0 0 4 0,-1 0-2 0,1 1 3 0,0 0-5 16,0 0-7-16,0 0-6 0,0 1-4 16,-1-1 0-16,1 0-6 0,0 0 5 0,0 0-5 0,0 2 1 15,0-1-18-15,-1-1 3 0,1 0-1 0,0 0 2 16,0 1-12-16,0-1-9 0,-1 0 0 0,1 0-2 15,0 0 6-15,0 1-1 0,1-1 7 0,0 0-4 16,0 0 11-16,0 0-8 0,0-1-1 0,0 0-1 16,0 0 0-16,0-1 0 0,0 0-3 0,0 0 2 15,0-2-2-15,0 0-1 0,1-7 0 0,-1 1-3 0,0 0-7 16,0-1 4-16,1 2 0 0,0-3 2 0,1 1-6 16,-1-2 2-16,0 0 0 0,0 0 0 0,2 1 7 0,-1 0-9 15,0 2 5-15,1-1-5 0,-1 1 3 0,0 1 0 16,2-1-6-16,-2 2 3 0,2 0-5 0,-1 0 9 15,1 1-4-15,-2 3 5 0,0-2-6 0,1 2-2 16,-2 0 5-16,2-1-3 0,-1 0 7 0,4 2-3 16,-2-2 1-16,2 2 0 0,1-2-1 0,-1 1 0 15,1-1 0-15,0 1 1 0,0-1-3 0,0 0 3 16,0 0-1-16,-1 0 1 0,0 1 6 0,-1 2-5 16,-3-2 2-16,2 2-3 0,-1-1 0 0,-2 0 3 15,1 2-5-15,-1-3 4 0,0 2-8 0,0 1 12 0,1-1-7 16,0 1 9-16,0-3-9 0,0 1 1 0,1 0 2 15,-1 1-2-15,0-1-1 0,1 1-2 0,-2 0 3 16,1 0-3-16,-1 0 2 0,2 0 1 0,-1-1-1 16,0 1 1-16,1 0 0 0,-1 0 1 0,1 1 0 0,-1 0-1 15,1 0-4-15,3 0 3 0,0 0-4 0,1 1 4 16,4 3 1-16,-2 0 1 0,1 2 0 0,1-1 0 16,-6 9 3-16,6 1-6 0,-1 0 5 0,-3 0-7 15,3 0 0-15,-4-1 4 0,-1 1-3 0,3-2 3 16,-4-1 4-16,2 1-7 0,0-2 2 0,1-2-4 15,-5-1 1-15,3 2-2 0,-3-3 3 0,3 1-2 16,3 2 2-16,-5-4-1 0,1 1-8 0,0-3 4 0,1 2-16 16,2-4-11-16,-1 0 7 0,-3 0-10 0,5 0-3 15,-2 0-20-15,0 0-53 0,1 0 11 0,-3 0-171 0,0 2-80 16</inkml:trace>
  <inkml:trace contextRef="#ctx0" brushRef="#br0" timeOffset="205750.95">11978 12878 742 0,'0'-1'96'0,"0"0"-128"0,-1-1 111 0,0 1-61 16,-1-1-7-16,1-3 1 0,-2-5 1 0,0 0-2 16,1 0 2-16,1-1-3 0,0 2 4 0,0-1-3 15,1 2-2-15,0 0-6 0,0 1 4 0,0 1-1 16,0 1 23-16,0-1 5 0,0 1-1 0,-2 1 5 16,1-1 20-16,0 2 30 0,0 0-6 0,-2 0 10 15,1-1-37-15,1 2-11 0,-3-2-3 0,-1 0 0 16,-1-1-5-16,0 1-10 0,1 2-2 0,2 1-2 0,-2-2-3 15,0 1-4-15,2 1 1 0,-3-1-3 0,3 2-6 16,2 0-7-16,0 0 2 0,-1 0-3 0,0 0 6 16,0 0-5-16,0 0 1 0,1 0-1 0,-2 3-2 0,2 14 2 15,-1 0 0-15,1 3 3 0,-12 1 4 0,4 2-5 16,5-3 0-16,0 2-2 0,2 2 2 0,-1 1 1 16,2 4-3-16,1-3 1 0,-1-2-1 0,0 0 4 15,1 0-2-15,0 1 3 0,0-1-4 0,0 0 3 16,0 0 4-16,0-1-3 0,0 0-5 0,0-1 8 15,0-1-6-15,0-2 7 0,1 0-3 0,-1-3 1 16,0 1 0-16,0-1-1 0,0-4-4 0,0-1 0 0,0-4-1 16,0-1 1-16,0-1 5 0,0 1-7 0,0 1 5 15,0-3-6-15,0-1-11 0,0 0 9 0,0-2-10 16,0 0 8-16,0 1-22 0,-1 1-23 0,0-2-9 16,0 0-15-16,-1 0-138 0,1-1-33 0,0-1-53 15</inkml:trace>
  <inkml:trace contextRef="#ctx0" brushRef="#br0" timeOffset="206437.44">11775 12812 946 0,'-2'0'32'0,"1"0"-2"0,0 0-12 16,0 0 3-16,0 0-19 0,-1 0-6 0,1 0 2 15,0 0-4-15,0 0 3 0,0 0-4 0,0 1 2 16,-1 0 0-16,1 1 1 0,0-1 3 0,0 0 1 16,0 0 2-16,0 0 2 0,-1 0 19 0,1 1 10 15,0-1 13-15,0 0-3 0,0 0 28 0,0-1-2 16,-1 0-6-16,1 0 3 0,0 0-8 0,0 0-21 0,0 0 5 15,-1-1-11-15,1 0-4 0,0 0-13 0,0-1 0 16,0 0-4-16,0 0-1 0,-2-6-1 0,2-3-1 16,0-2 0-16,1 0-10 0,1 0 3 0,1-1 0 15,2-1 3-15,-1 1 2 0,2-2-5 0,0 2 2 0,1 0-2 16,0 0 8-16,-1 0-12 0,0 1 4 0,0 1-5 16,-2 2 10-16,1-1-1 0,-1 3 1 0,0 1-2 15,-2 2-3-15,0 0 1 0,2-1 1 0,-2 2 1 16,0-1 7-16,-1 3-10 0,0-1 9 0,0 1-9 15,0 0 6-15,0-2-5 0,0 2 4 0,0-1-2 16,0 1 13-16,0 1-11 0,0-1-5 0,0-1 0 16,0 2 3-16,1-3-3 0,0 2 7 0,-1 1-6 0,1-1 3 15,-1 0-2-15,0 1-2 0,2-1 1 16,0 0 2-16,0-1 1 0,1 2-1 0,-1 0 2 0,0 0-4 16,1 1 3-16,3 0 2 0,-1 0-1 0,3 0-4 15,-3 1 5-15,1 1-1 0,1 3 2 0,2-3-3 0,-2 9 5 16,1-2-5-16,1 2 4 0,1 1-8 0,0-2 6 15,2 0-4-15,-4 0 5 0,2 0-1 0,0-2-2 16,2 1 2-16,0-1-2 0,1 1 4 0,0-1-3 16,-3 1 4-16,1 0-3 0,-1-1 6 0,0-1-5 15,-3 0-1-15,1 0 0 0,-1-1 4 0,1 1-5 16,-1-1 3-16,0-2-5 0,-1 1 1 0,-2-1-1 16,2 2 3-16,-4-5-3 0,0 1-2 0,1 0 0 0,-2-2 0 15,1 3 1-15,2-1 2 0,-1 0-8 0,0 1 1 16,-1-1-4-16,0-1 6 0,1 1-12 0,-1-1-3 15,-1 0-3-15,0 0-18 0,1 0-27 0,-1-1-58 16,0 0 9-16,0-1-188 0,0 0-69 0</inkml:trace>
  <inkml:trace contextRef="#ctx0" brushRef="#br0" timeOffset="206852.36">11826 12565 1235 0,'-1'0'28'0,"0"0"-1"0,0 0-4 15,0 0 1-15,-1 0-12 0,0 0-12 0,1 0-5 16,0 0-2-16,0 0 0 0,-1 0-2 0,1 1 9 15,0 0-3-15,1 1 4 0,0 0 1 0,0-1 0 16,0 6 4-16,1 1-3 0,0 1 1 0,1-1 12 16,0 1-6-16,0 2 9 0,1 2 5 0,-1 2 2 15,0 3 5-15,1 1-3 0,-2 3 14 0,0 1-10 0,-1 1 6 16,0 3-6-16,0-1 5 0,0 1-10 16,0 0 2-16,0-1-4 0,0-3 10 0,0 0-4 0,0-2 0 15,0-1-1-15,0 1-10 0,0-3 1 0,0 0-4 16,0-1 3-16,0-2-5 0,0 1-6 0,0-1 6 0,0-1-6 15,1 1 3-15,-1-2 0 0,0-1-6 0,0-2 4 16,0 1-6-16,0-2-5 0,0 1 1 0,0-2-1 16,0-1 9-16,0 1-6 0,0-1-2 0,0-2-1 15,-1 1-10-15,1-2 3 0,0-2-7 0,0-1 0 16,0 0-45-16,-1 2-140 0,0-1-52 0</inkml:trace>
  <inkml:trace contextRef="#ctx0" brushRef="#br0" timeOffset="207987.1">16954 11330 1211 0,'0'-1'21'0,"0"0"56"0,-8-17-68 0,2 5 7 0,2 3 1 16,0 0-2-16,2 2-14 0,-1-1 0 0,2 2 0 15,0 0 0-15,0 0-2 0,0 1-5 0,1 0 3 16,0 0-2-16,0 0 2 0,-1 0 5 0,-1 0 1 15,0 0 3-15,-1 1 9 0,-1 0-1 0,-4-1 5 0,-8 1-1 16,1 1 11-16,-2 1 1 0,1 2-7 0,-5-12 5 16,2 6-5-16,-2 2-8 0,0 4 5 0,0 1-6 15,-2 4 2-15,0 3-9 0,-1 2 4 0,-1 5-6 16,0-8-3-16,-1 19 3 0,-1 4-9 0,5 0 7 16,-2 0-1-16,4 3-7 0,2-4 5 0,1 2-7 15,1 0 5-15,2-4-3 0,4-2 1 0,0-2-1 16,1-4 3-16,7 0-6 0,-2-3-1 0,-5-2-1 0,3-1 7 15,2-3-2-15,2 1 3 0,1-4-3 0,1 1 8 16,0-3 5-16,1 0 4 0,0-2-2 0,-1 0 2 16,11 5-8-16,3 0 7 0,6-3-7 0,2-2 2 0,2-5 1 15,0-3-4-15,1-3 5 0,0-3-2 0,-2-1 0 16,1 8-6-16,-2-14 4 0,-1-3-5 0,-1 1 1 16,-2 1 0-16,-2 0 0 0,0-1 1 0,-2 0 0 15,-2-1 3-15,-1 0-4 0,2 5-2 0,-3 1 4 16,-1 2-2-16,-3 0 5 0,-1 1 1 0,-2 5-4 15,0 2 5-15,-3 5-5 0,1-1 8 0,-1 0 3 16,2 0 0-16,0 0 0 0,1-1-13 0,-2 2 5 16,0 0-6-16,0 1 7 0,0 0-8 0,1 1 2 0,1 9 0 15,2 13 0-15,-3 2 0 0,-1 1 3 0,-1 0 1 16,0-1 0-16,0-1 5 0,0 1-7 0,0-1-1 16,0 2-1-16,2 0 3 0,-2 1-3 0,1 1 4 15,-1 3-4-15,1 2 5 0,0 0-6 0,0 2 0 16,-1 4-2-16,-1 1 7 0,0 5-4 0,-1 0 2 0,-2-1-2 15,-1-1 7-15,-1-5-1 0,-1-3-2 0,0-2 0 16,1-3 3-16,-1-2 1 0,0-3 6 0,1-5-4 16,-1-3 3-16,0 0 4 0,0-3-1 0,1-1 1 15,-1 0-2-15,3-6 2 0,2-1 3 0,-7-3 0 16,-2 4 5-16,0-1 4 0,-1-2-7 0,-1-3 4 0,-1-2-18 16,3-2 2-16,1-1 0 0,-1-2 0 0,2 4-7 15,-2-13-1-15,-1-2 0 0,2 1 0 0,0 0 0 16,1-2 3-16,6 3-3 0,0 0 2 0,-2-1-7 15,-4 3 3-15,2-1-2 0,2 1 3 0,3 0 1 0,1 2-1 16,1-2-1-16,1 1-1 0,2-1-3 0,3 1-7 16,3-1 5-16,-2 0-6 0,11-1 8 0,2 1-8 15,0 0-1-15,4 0-3 0,-3 2-10 0,0-2-15 16,-1 2-4-16,3-1-13 0,-1 2-115 0,0-1-228 16</inkml:trace>
  <inkml:trace contextRef="#ctx0" brushRef="#br0" timeOffset="208670.93">17117 11868 1515 0,'-1'0'86'15,"-1"0"-3"-15,0-1-28 0,-3-1-4 0,-1 1-40 16,2 1-24-16,3 0-4 0,-3 0 1 0,2 1-1 16,-1 5 12-16,1 15-1 0,1 4 0 0,-13 0-1 15,6 0-7-15,2-3 1 0,1 1-1 0,3-1 2 0,-1-2 15 16,1-3 1-16,0 0 2 0,-1-4-1 0,1 0 8 16,-1-5 4-16,1 0 6 0,0-1-1 0,1-1 11 0,-2 1-1 15,2-3 0-15,0 0 0 0,0-1-1 0,0 0-7 16,-1-1 0-16,2 0-2 0,-1 0 1 0,0 0-4 15,0 1 0-15,0-1-1 0,-1 0-4 0,1 0-4 16,0-1 0-16,0 0-2 0,0 0-8 0,0-1 0 16,1 0-1-16,0-1 0 0,0 0 2 0,0-2-2 15,0-8-2-15,0-5 0 0,2 2 2 0,1-1-1 16,1 0 1-16,2-1 0 0,0 1 0 0,0 0 1 16,0 1 2-16,-1 1-2 0,1 0 1 0,-1 1 2 15,0 1-3-15,-3 6 3 0,0-1-3 0,0 2-8 16,-2 3 6-16,2-1-8 0,0-1 5 0,1 2-1 0,-2 1-5 15,5 0 4-15,-2 1 3 0,1 3-1 0,-1 5 5 16,-2 9-2-16,0 0 1 0,9-2 4 0,-4-1-3 16,-2-2 3-16,-3-2 4 0,-1-4-4 0,0 0 6 15,1-1-6-15,-2-2 0 0,0-1 1 0,0-1-4 0,0-1 3 16,0 1 1-16,1 0 0 0,0 0 0 0,0-1 0 16,0 1-4-16,0-2-3 0,1 0 3 0,-1-2-1 15,1 0 1-15,8-12 0 0,0-5-2 0,1-1 1 16,-2 0 1-16,1-1 2 0,-2-1-2 0,0-1 1 15,-1 1 0-15,0 1-2 0,-1 0 1 0,-1 3-1 16,-1 4-3-16,0 3 4 0,-2 4 0 0,-2 6 1 16,0 0 1-16,3-1-2 0,-1-1 1 0,0 2-1 0,1 0 0 15,-2 1-1-15,9 3 0 0,-3-1-1 0,2 26 2 16,-3 2-3-16,-1 0 2 0,0 1-2 0,0-3 2 16,-2-3-2-16,3-2 3 0,3-2-2 0,-1-3-3 0,-1-3 2 15,-2-1-3-15,-1-3 1 0,2-2-21 0,0-2-2 16,-1-1-6-16,-3-4 3 0,0 1-14 0,2-1-116 15,-1 0 17-15,2-1-51 0,1 1-2 0,1-2-26 16,2-5-21-16</inkml:trace>
  <inkml:trace contextRef="#ctx0" brushRef="#br0" timeOffset="209141.36">17740 11175 838 0,'0'0'197'0,"-1"0"394"16,0 0-534-16,-1-1-35 0,1 1-9 0,0 0-5 15,0 0-7-15,0 0 0 0,0 0 2 0,-1 1-1 16,1 2 1-16,0 5-3 0,0 12 5 0,0 3-5 16,1 2-3-16,0 3 2 0,0 0-5 0,1 4 6 15,0 0 8-15,0-2-7 0,-1 2 7 0,0-2-7 16,0-1 4-16,0-1 3 0,0 2-1 0,-1-1 2 0,0-1 3 15,-1 0 2-15,-1 2 1 0,2-1-1 0,1 1 0 16,0-4 1-16,0-3-2 0,0 1 1 0,0-4 1 16,0-3-2-16,1 3-2 0,2-3 1 0,-1-4-6 15,0-2 5-15,1 0-2 0,-2-5 3 0,1 3-3 0,0-2-8 16,0-4 1-16,0 1-2 0,-2-2 3 0,1 0 5 16,2 0 3-16,-1 1 0 0,0-2 8 0,1 0-9 15,-1-1 5-15,0 0-5 0,1-1 9 0,1-13-9 16,5-11 2-16,-2-6-4 0,2-2 0 0,2-5-4 15,0-7-2-15,0-1-1 0,3-2-1 0,1 2 7 16,-1 0-6-16,4-1 5 0,-5 0-9 0,4 0 5 16,-3 4 1-16,1 3 1 0,1 7-4 0,-3 4 5 0,-1 5-2 15,0 5 3-15,-4 2-6 0,-1 10 0 16,-1 0 0-16,-2 4 0 0,-2 2 0 0,1-3-20 0,1 2 6 16,-2 1-11-16,3-2 0 0,-1 2-18 0,-1 1-6 15,2 1-3-15,-2 0-19 0,1 26-119 0,-3 4-30 16,1 7-60-16,0 4-375 0</inkml:trace>
  <inkml:trace contextRef="#ctx0" brushRef="#br0" timeOffset="209570.93">18187 11852 1085 0,'0'0'278'16,"0"0"-325"-16,0 0 307 0,-1 0-157 0,0 0-82 15,-1 2-9-15,1-1 2 0,0 0-3 0,1 0 9 0,-6 16-3 16,-1 4-1-16,1 0-1 0,0 4 3 0,0-2-10 16,1 1 0-16,-3 0-3 0,1 0 2 0,0-4 0 15,0-2 7-15,1-4-6 0,2-4 5 0,0-2-5 16,2 0-3-16,1-5-1 0,0 1-9 0,-1-1 4 16,1-1 1-16,0 1 1 0,0-1 10 0,0-1-12 15,1 1 6-15,0-2-8 0,0 0 4 0,0-2-7 16,1 0 0-16,5-16-2 0,1-2 3 0,1-2 5 15,0 2 0-15,2-2 3 0,0 2-6 0,1-1 3 16,-1 1-4-16,0 2 4 0,-1 0 5 0,-2 5-4 0,-2 5 3 16,0 2-3-16,-3 3 3 0,3-1-3 0,2-1 2 15,0 3-3-15,0 2 7 0,-1 1-3 0,1 4 5 16,-5 4-3-16,3 15 2 0,0-1-2 0,-4-1 5 16,5 0-3-16,-4 0 13 0,-1-2 0 0,1-1-8 0,9-2 6 15,-5-3-9-15,-3-1-5 0,0-2 4 0,-1 0-6 16,-1-3-2-16,1-1-1 0,-2-2-1 0,0-2-1 15,0 0-4-15,0-1-14 0,0 1-5 0,0-2-3 16,0 0-26-16,0 0-94 0,0-1 17 0,-2-1-41 16,1-1 2-16,-6-17-70 0,0-6-21 0</inkml:trace>
  <inkml:trace contextRef="#ctx0" brushRef="#br0" timeOffset="209756.44">18079 11611 984 0,'0'0'88'0,"0"0"150"0,0 0-150 0,-1 0-35 16,1 0 17-16,0 0-20 0,0 0 39 0,0 2-18 16,0-1-2-16,1 0-6 0,0 0-17 0,6 4-13 15,12 5 1-15,2 0-4 0,2-2 0 0,2-1-8 16,2-1-5-16,1-2-1 0,3-2-12 0,-2-1-14 16,-2-1 4-16,-3-1-11 0,-2-1-20 0,-1-3-175 15,1-2-81-15</inkml:trace>
  <inkml:trace contextRef="#ctx0" brushRef="#br0" timeOffset="211139.66">9465 14122 81 0,'0'0'48'0,"0"0"-1"0,0 0-35 15,0 0 3-15,0 0-37 0,0 0-80 0</inkml:trace>
  <inkml:trace contextRef="#ctx0" brushRef="#br0" timeOffset="212073.16">16622 12510 937 0,'-1'0'35'0,"-1"0"2"0,-1 0-11 16,-10 0-4-16,2 0-11 0,4 0 14 0,-2 0-8 15,2 0 5-15,0 0-5 0,2 0 10 0,4 0-13 16,-1 0-5-16,-1 0-4 0,1 0-24 0,1 0 16 16,-1 0-1-16,1 0 7 0,1 0 6 0,1 0-5 15,2 0-1-15,9 2-1 0,8 1 0 0,3 0 6 0,2 1 0 16,3-2 2-16,1 1-9 0,5 1 15 0,2 0-7 15,6-1 9-15,5-1 1 0,3 0-1 0,4-2 2 16,-1 0-1-16,-2 0 10 0,0 0 15 0,-2 0 2 16,3 1 3-16,3 0 2 0,-1 0-14 0,3 0-5 0,-4 0-2 15,-5 1-15-15,-2-1-10 0,-4 0 3 0,-2 0-7 16,-1 0-5-16,-5 1 7 0,0-2-4 0,-2 1 5 16,-2 0-4-16,-1 0 0 0,-6-1 0 0,-5 0 0 15,-2 0 0-15,-3 0-1 0,-5 0-1 0,2 0-2 16,-7 0-1-16,0 0-6 0,-2 0 5 0,1 0-5 15,1 0 0-15,-2 0-52 0,-1-1 2 0,0 0-20 0,-1 0-12 16,-2-1-2-16,-11-6-8 0,-11-2-2 0,-2 2-54 16,-1 4-117-16</inkml:trace>
  <inkml:trace contextRef="#ctx0" brushRef="#br0" timeOffset="212308.39">16978 12719 638 0,'-15'2'147'0,"-15"3"295"0,6-1-390 0,4-2-23 15,6 0-2-15,3 1-6 0,4-2-9 0,3-1-7 16,2 0-5-16,0 0-1 0,-1 1-19 0,2 0 16 16,0 0-1-16,1 1 7 0,1-1 18 0,1 0 0 15,17 4-1-15,10-1-2 0,2-1-9 0,6-2 10 16,3-1-3-16,-3-1 7 0,5-2 3 0,-1 1 17 0,1 0 0 16,6-3 6-16,3 1-1 0,2 0-16 0,2 0 3 15,-4 1-9-15,-1-2-3 0,-3 1-7 0,-5 2 0 16,1 0-2-16,-6-1-9 0,-4 1-8 0,-1 0-1 15,-5 1-4-15,1-1-6 0,-4 1-6 0,-3 0-5 0,-9 0-1 16,-4 1-32-16,-7 0-165 0,2-1-4 0</inkml:trace>
  <inkml:trace contextRef="#ctx0" brushRef="#br0" timeOffset="213291.51">11795 12678 543 0,'0'0'55'0,"0"0"-2"0,0 0 56 0,-2 0-20 16,1 0 9-16,0 0-47 0,0 0-2 0,0 0 0 16,-1-1-4-16,1 0-26 0,0-1-5 0,1 1-4 0,0 0 1 15,0 0-7-15,0 0 4 0,0 0-8 0,0-1 7 16,1 1-12-16,0 0 5 0,1 0 5 0,-1 0-2 16,0 0-4-16,1-2 2 0,1 1-4 0,-1 1 5 15,-1 1 3-15,2-2-7 0,-1 1 8 0,-1 1-6 16,1-1 2-16,1 0 6 0,-1 0-8 0,1 0 8 15,-1-1 4-15,0 1-11 0,-1 0 7 0,1 0-8 16,-1 0 10-16,0 0-4 0,0-1 0 0,0 1-2 16,0 0 2-16,1 0-2 0,-1 0 1 0,0-1-1 0,0 1 12 15,0 0-15-15,1 0 9 0,-1 0-9 0,0 0 19 16,0-1-6-16,0 1 3 0,0 0-5 0,1 1 2 0,-1 0 4 16,0 0-1-16,0 0 3 0,0 0-3 0,0 0 6 15,1 0-2-15,-1 0 2 0,0 0-5 0,0 0 3 16,-1 1-5-16,0 2 3 0,0 7-13 0,1 11 3 15,-1 4-1-15,0 6 0 0,0 5-1 0,0 5 0 16,-1 4 0-16,1 3-1 0,-1-1-8 0,1 3 4 16,-1-5 0-16,0-2 3 0,-1-3 2 0,1-5 1 15,0-1-2-15,0-3 2 0,0-2-1 0,0-3 2 16,-1-1 1-16,1-3-2 0,0 0-1 0,0-3-4 16,0-1-1-16,0-4 1 0,-1-4-3 0,1 1 3 15,0-3-3-15,0 2 1 0,1-6-5 0,0 1-20 0,0-3 3 16,-1 1-9-16,1-1-7 0,-2 1-119 0,2-2-32 15,0-1-41-15,0-1-208 0</inkml:trace>
  <inkml:trace contextRef="#ctx0" brushRef="#br0" timeOffset="213725.13">11718 12805 797 0,'-1'1'146'0,"-1"0"331"0,-4 1-463 0,1-2-19 16,4 0-1-16,-2 0-9 0,1 0-19 0,0 0 22 15,1 0-5-15,-1 0 12 0,1 0 4 0,0 0 0 16,0 0 1-16,1 0 0 0,0 0 9 0,0-2-9 15,0 1 6-15,1 0-6 0,-1-1 1 0,6-10 7 16,1-3-3-16,-1 2 6 0,0-3 12 0,-2 2 2 16,1 1 3-16,-1 2-1 0,-1-1 15 0,1 0 1 15,-1 1 1-15,0 1-2 0,-1 2-12 0,0-1-4 16,0 4-3-16,0-3 0 0,-1 4-13 0,0 0 1 0,0 1-2 16,1 0 1-16,-1 1-9 0,1 0 4 0,0 0-4 15,0 2 5-15,5-1 0 0,-1 1 3 0,1 1 3 16,0 2 0-16,0 2 7 0,-1-3 6 0,-1 12 2 15,1 0 0-15,1 0-7 0,-2 0-3 0,1-1 0 0,1-1 0 16,-2-3-2-16,1 1-8 0,1-1-3 0,-1-2 0 16,-1 2-4-16,2-4-12 0,-1-1 1 0,0-1-7 15,1 3-18-15,3 0-59 0,-1-3-110 0,5-3-10 16,5-6-591-16</inkml:trace>
  <inkml:trace contextRef="#ctx0" brushRef="#br0" timeOffset="-214353.53">11748 10399 217 0,'0'0'29'0,"0"0"-4"0,0 0 4 16,0 0 11-16,-2 1-15 0,1 0 16 0,0 1 1 16,0-1-7-16,0 0 3 0,-1 0-20 0,1 1 8 15,-1 0-9-15,0-1 5 0,0 1-15 0,1-1 10 16,0 2 1-16,0-2 1 0,0 0-7 0,0 0-3 15,-1 0 4-15,1 1-3 0,0-1 17 0,0 0 0 0,0 0-3 16,-1 0 3-16,1 0 5 0,0 1-16 0,0-1 10 16,0 0-13-16,0 0 12 0,-1 1-3 0,1 1 3 15,1-1-4-15,0 1-11 0,0-1 9 0,0 0-3 16,0-1 6-16,0 4-4 0,0-1-2 0,0-1 0 0,0 1-1 16,0-2-7-16,0 3 2 0,0-3-5 0,0 2 5 15,0-2-2-15,0 2 0 0,0-2 0 0,0 0 1 16,0 2 4-16,0-2-11 0,0 2 7 0,0-3-7 15,0 1 8-15,0-1 0 0,0 1 3 0,0-1-1 16,0 0 8-16,1 1 2 0,-1 1-10 0,0-1 7 16,0 0-13-16,0 1-3 0,0-2-1 0,0 0-2 15,2 0-2-15,-1 0 6 0,0 1-1 0,0-1 2 0,0 0-5 16,0 0 4-16,-1 0 5 0,0 0 1 0,2 1 6 16,-2-1-9-16,0 0 1 0,0 0-3 0,0 0 11 15,1 0 5-15,-1 1-3 0,0-1 3 0,0 0 0 0,0 0 17 16,0 0 1-16,0 1 5 0,0-2 2 0,0 0-13 15,0 0-4-15,0-2-4 0,0 1-13 0,0-1 4 16,0-12-3-16,0-6 2 0,1-4-5 0,1-3 0 16,1-3-2-16,-1-2-1 0,0 0-7 0,2-4 5 15,-2 0 0-15,1 0 0 0,-2-2-7 0,-1 6 12 16,0 3-9-16,0 1 11 0,0 2-11 0,0 4 3 16,-1-2 1-16,-1 4-1 0,1 1-2 0,0 3 3 15,0-1 2-15,0 3-1 0,0 0-4 0,1 0 1 16,0-1-3-16,0 2 4 0,0 0 3 0,0 2-3 0,0 3 1 15,0-1-3-15,0 2-10 0,0 1 8 0,0 1-3 16,0 2 5-16,0 0 6 0,0 2-9 0,0-1 6 16,0-1-7-16,0 1 8 0,0 0-6 0,0-1 0 0,0 1-1 15,0 0 1-15,0-1-8 0,0 2 7 0,0 0-6 16,0 0 7-16,0-1 2 0,0 1-8 0,0 0 7 16,0 0-7-16,0 0-9 0,0 0 1 0,0-1-6 15,0 1-16-15,0 0-4 0,0 0-10 0,0-1-6 16,0 0-116-16,1-2-242 0</inkml:trace>
  <inkml:trace contextRef="#ctx0" brushRef="#br0" timeOffset="-214101.38">11690 9972 585 0,'0'0'-7'0,"0"0"2"0,0 0-21 0,0 0-4 15,0 1-3-15,0 1-27 0,0-1-16 0,0 1-9 16,0 0-2-16,0 8-12 0</inkml:trace>
  <inkml:trace contextRef="#ctx0" brushRef="#br0" timeOffset="-213683.68">11665 10060 115 0,'0'0'93'0,"0"0"-9"0,0 0 83 0,0 0-6 0,-1 0-5 16,0 0-32-16,0 0-31 0,-1 0-7 0,1 0-10 15,0-1-35-15,0 0-2 0,0 0-5 0,0 1 0 16,-1-1-21-16,1 1-4 0,0 0-7 0,0 0 2 16,0 0-10-16,0 0 1 0,-1 0 2 0,1 0-1 15,0 0 6-15,0 0 4 0,0-2-2 0,1 1 3 16,0 0 7-16,0 0 17 0,0 0 2 0,0 0 2 0,0-1-11 15,0 0 2-15,0-5 0 0,0-4 1 0,0-3-1 16,0 0-11-16,1-1 3 0,1-2-4 0,1-1-4 0,-1-2 1 16,1 2-3-16,1-2 3 0,-1 2-2 0,0 4-1 15,0-5-3-15,0 4 4 0,-1 1 1 0,0 2-6 16,0 5 3-16,-1 0-3 0,1 0 6 0,-1 2-2 16,0 1-3-16,-1 3 2 0,0-1-9 0,2-1 6 15,-1-2-4-15,-1 4 3 0,1-1-2 0,0-1 1 16,0 1 1-16,1 1-1 0,-1 0-2 0,0-1 2 15,0 1 0-15,0 0 2 0,0 0-3 0,2 0 3 16,-1 0 0-16,0-1 0 0,0 2-1 0,2 0-4 16,3 0 2-16,2 0-3 0,-1 0 1 0,-1 2 5 15,1 0-4-15,-1 1 6 0,0 2-8 0,0 0 4 0,0-2 1 16,0 6 1-16,0 4 4 0,-1-1-8 0,0-1 0 16,0-2-1-16,0 0 6 0,-1-2 5 0,-1 0-5 0,1 0 3 15,-1-2-10-15,-1-1 6 0,1 0 0 16,-1-2 2-16,1 2-3 0,-1-1 2 0,1 0-5 0,-1 0 3 15,2 1-13-15,-3-2 4 0,3 0-10 0,0 1 5 16,-2-2-32-16,3 1-105 0,-2-1-55 0</inkml:trace>
  <inkml:trace contextRef="#ctx0" brushRef="#br0" timeOffset="-212149.91">12159 13023 78 0,'0'0'4'0,"0"0"-11"15,0 0 11-15,0 0-8 0,-1 0 4 0,0 0-7 0,0 0-11 16,-1 0 3-16,1 1-7 0</inkml:trace>
  <inkml:trace contextRef="#ctx0" brushRef="#br0" timeOffset="-211983.52">12106 13048 57 0,'0'0'19'0,"0"0"24"0,0 0 3 16,0 0 14-16,0 0-36 0,0 0-14 0,0 0-2 0,0 0-6 15,0 0-8-15,1 0 1 0,1 0 8 0,-1 0-4 16,0 0 4-16,0 0-17 0,0 0-13 0,0 0 0 16,1 0-32-16,-1 0 36 0,0 0-6 0,0 0 16 15,0 0 11-15,0 0-1 0,1 0 8 0,0-1-5 16,-1 0 6-16,1 1-2 0,1 0-3 0,-2 0 0 16,1 0-10-16,0 0 12 0,-1 0-3 0,1 0 6 0,-1-1-5 15,0 1-13-15</inkml:trace>
  <inkml:trace contextRef="#ctx0" brushRef="#br0" timeOffset="-211117.46">12213 12992 126 0,'0'0'35'0,"0"0"-2"0,0 0 7 0,0 0 2 16,0 0-10-16,0 0 8 0,0 0-9 0,0 0 2 0,0 0-7 16,0 0-2-16,0 0-6 0,0 0 2 0,0 0-1 15,0 0 10-15,0 0 13 0,0 0-5 0,0 0 7 16,0 0 4-16,0 0-8 0,0 0 14 0,0 0-13 15,0 0 10-15,0 0 2 0,0 0-1 0,0 0 3 16,0 0-1-16,0-1-14 0,0 0-2 0,0-1-4 16,0 1-5-16,0 0-6 0,-1 0 3 0,0 0-4 15,0 0-1-15,-1-1 0 0,1 1-1 0,0 0 1 0,0-1 2 16,-1-1-10-16,-1 2 1 0,1 0-4 0,-3-1 0 16,2 0-2-16,-3 0 1 0,-2 0-1 0,2 1 1 0,-3-1-2 15,2 2-1-15,-1 0 0 0,-1 2-2 0,-2 1 7 16,2 1-9-16,1-1 7 0,-2 3-13 0,1-5 3 15,-2 9 7-15,4 1-3 0,0 1 8 0,-1 1-10 16,2 2-3-16,0 1-1 0,-1-1-4 0,2-2 10 16,-2 1-2-16,6-2 5 0,0 1-5 0,-3-3 5 15,-3 0-4-15,1-2 2 0,2 0-11 0,1-1 5 16,2 0 0-16,1-2 2 0,0 0 0 0,0-2 4 0,0 0-3 16,0-1 3-16,0 0-9 0,0-1 3 0,1 2 1 15,2-1 1-15,-1 0 2 0,3 1-1 0,3-1 4 16,3-1-2-16,-4-1 5 0,4-2-1 0,-2 0-6 15,-2-3 3-15,3 4-1 0,-3-13 2 0,3 0-3 16,-7 1 1-16,2 0-2 0,0 1-1 0,-3 0 6 0,3 0-6 16,-3 3 3-16,0 0-4 0,3-1 4 0,-3 3-3 15,2 1 5-15,-3 3-3 0,1-1-2 0,0 2 1 16,0-2 5-16,-1 2 2 0,0 0 0 0,1-1 1 16,-1 1-3-16,0 1-6 0,0 0 4 0,0-1-4 15,0 1 0-15,1 1 0 0,-1 0-1 0,0 1 3 16,1 2 2-16,1 1-4 0,5 12 0 0,-1 0-1 15,-2 1 1-15,-1 0-1 0,0 0-2 0,-2-1 1 16,2 2 7-16,-2-2-5 0,0 1 3 0,1-1-5 0,-2 2 0 16,0-2 2-16,-1 1 0 0,0-1 2 0,0 0 6 15,0-2-8-15,-1 1 4 0,-1-2-4 0,-1-1 9 0,1-3-5 16,-2 0 0-16,1-2-3 0,-2 2-1 0,2-3 7 16,1-2-2-16,-7 0 4 0,-2-1 0 0,2-1 8 15,-2 5 1-15,7-5 2 0,-3 1-5 0,3-1-8 16,1-1 1-16,-3 0-3 0,2-1 9 0,0 0-10 15,1 0 5-15,0 0-8 0,2 0 7 0,-1 0-1 16,1 0-4-16,1-1 1 0,-7-11-11 0,2 0 7 16,4 3-2-16,1-2 4 0,0 3-3 0,1-1 3 15,2-1-1-15,0 3 2 0,3-3-3 0,-1 3-4 0,-3 0-2 16,9-1-1-16,-3 4-15 0,0-2 1 0,3 1-4 16,-2 0 2-16,1 2-15 0,0 1-17 0,0-2-54 15,1 1 14-15,1-1-162 0,1-3-131 0</inkml:trace>
  <inkml:trace contextRef="#ctx0" brushRef="#br0" timeOffset="-210399.92">12427 13053 782 0,'-1'1'86'0,"0"0"168"0,0 1-216 15,-1-1-12-15,0 0 0 0,0 1-4 0,-1 1-8 0,1-1-5 16,2-1 3-16,-5 6-2 0,2-1-1 16,-2 1-7-16,0 1-3 0,2 1 1 0,1-1 3 0,-1-1 2 15,1 1-4-15,1 0 2 0,-1 1-8 0,1-1 7 16,0 1 2-16,0 1 2 0,0-2-8 0,-2 3 8 16,1-2-6-16,0 0 9 0,-2 3-2 0,1-1 20 15,-1-2-5-15,-1 3 9 0,2 0-4 0,-1-2 5 16,1 0 1-16,-1 0-1 0,3-5-7 0,-1 2-13 15,-1 1 0-15,1-2-3 0,0 1-2 0,1-2-4 16,1-3-3-16,0-1 0 0,-2 2-3 0,2-1 2 16,0 0 2-16,0 0-1 0,0-1 2 0,0 0-2 0,0 0 3 15,0 0-2-15,0 0 0 0,0-1 3 0,0 0 0 16,0-1 2-16,0 0 3 0,0-1-10 0,0-2 5 16,0-8-6-16,2-2 2 0,-1 4 7 0,0-2-6 15,1-2 6-15,1 2-9 0,0 0-2 0,1-1 2 0,-1 3 0 16,1 0 10-16,0 1-10 0,0 1 6 0,-2 2-7 15,2 0 2-15,-2 1 1 0,-1 3-2 0,1 0 2 16,-2 0 0-16,4-1 0 0,4-2-3 0,-4 4 2 16,1 0-2-16,2 0 3 0,-5 1 1 0,4 1 1 15,-2 0 2-15,-2 3-3 0,8 12-2 0,-2 1 1 16,-5-2 1-16,1 2 2 0,-2-1 4 0,-1-3-2 16,0 1 4-16,0-4-6 0,1 0 3 0,-1-2-4 0,-1-4 3 15,0-1 0-15,0-1-4 0,0 1 3 0,0-1-8 16,1 0 8-16,0 1-4 0,0-2 8 0,1 0 3 0,-1 0-11 15,1 1 10-15,0-2-10 0,1-2 5 0,-1 1 1 16,0-5-3-16,3-10 2 0,3 1-1 0,-3-2-3 16,-1-1 1-16,2 2-1 0,-1-2 5 0,2 1-3 15,1 1-2-15,-3 5-1 0,1 0 3 0,-3 5-6 16,-1 3 4-16,-1 1-4 0,-1 1 5 0,0 0 2 16,2 0-1-16,0 1 1 0,0-1-4 0,3-2 4 15,-2 2-3-15,3 0 2 0,-1 1-11 0,1 1 8 16,0 2-2-16,-1 1 4 0,3 3-3 0,-5 9 1 0,1-2 1 15,-2-1 0-15,1-2-4 0,1-2 0 0,0-1 2 16,0-1 0-16,1-1-1 0,0-1-14 0,-1-2 4 16,1-1-6-16,0 1-4 0,-1 0-37 0,0 0-47 15,1-1 3-15,-3-2-166 0,3 0-71 0</inkml:trace>
  <inkml:trace contextRef="#ctx0" brushRef="#br0" timeOffset="-209983.44">12719 12751 907 0,'0'0'146'15,"-1"0"-172"-15,-1 1 166 0,1 0-84 0,0 0-27 16,0 1-7-16,0-1 1 0,0 1-3 0,-1 0 4 16,-1 6 7-16,-1 1-10 0,1 0 7 0,-1 3-13 0,2 2-14 15,1-1 9-15,1 1-10 0,0-4 7 0,1 3-4 16,0-2-5-16,1 3 2 0,1 2 0 0,0-1 0 15,1 2 8-15,-1-1-5 0,1 2 2 0,-2-1 6 16,2 1-9-16,-2 1 8 0,1 0-9 0,-1 1 8 16,-1 1 3-16,0 0 1 0,0 0 1 0,1-1-5 15,-1-1-3-15,0-3 1 0,0 0 7 0,0-3-7 16,0-2 3-16,1-1-6 0,-1-2 3 0,1 0-4 16,-1-3 3-16,1 0-5 0,-1-3-2 0,0 0 6 0,0 1-1 15,0-1 3-15,2-1-5 0,-1 0 5 0,0 0 6 16,1 1-1-16,-1-2 8 0,4-2-4 0,-1 0 0 15,2-1 0-15,-2-15-2 0,1-3 5 0,1-2-9 16,2 0 8-16,-1-2-9 0,-1 1-8 0,0-1 1 16,-1 1-2-16,2 1 0 0,-3 0 0 0,1 2 0 0,-2 1-3 15,0 0 2-15,1 4-12 0,-1 3 4 0,0 1-7 16,-2 5 8-16,1 0-16 0,-2 4 5 0,0 1-9 16,1 0-3-16,2 0-52 0,-3 2-5 0,0 0-20 15,0 0-62-15,0 0-83 0,5-5-20 0</inkml:trace>
  <inkml:trace contextRef="#ctx0" brushRef="#br0" timeOffset="-209549.55">13094 12967 1076 0,'0'1'61'0,"-1"1"3"0,0 0 9 15,-12 19-10-15,1-1-10 0,0 2 2 0,3 0-5 16,0-1 2-16,2 0-3 0,2-1-4 0,0 0-14 15,1-1-8-15,2 0-2 0,1-3-13 0,1-1-2 16,0-1 1-16,0-2-3 0,1 0-5 0,0-6 1 16,0 1 0-16,2 1 0 0,-3-6-3 0,1 4-5 0,0-1 8 15,0-3-4-15,0 1 4 0,-1-2 0 0,2 1-1 16,-1 1 1-16,0-1 7 0,0-1-5 0,0 0-3 16,0 1-1-16,2-2-4 0,0 0 6 0,6-3 0 15,-1-2 2-15,1-2 0 0,3-1-8 0,-1-6 7 16,0 0-6-16,1-1 9 0,-4 1-6 0,3-1 0 15,-2 5-3-15,1-1 9 0,-2 4 1 0,-1 1-1 16,-2 3 0-16,-1 0-4 0,1 0 8 0,-3 2-6 0,2-2 6 16,-1 2 0-16,2 0-1 0,-1 1 2 0,-1 0-3 15,1 0-4-15,-1 2 6 0,0 2 0 0,-2 12 1 16,0 1-10-16,10-2 8 0,-4 2-6 0,-4-2 10 16,1 3-4-16,-3-3-3 0,-1-3 0 0,0-2-1 15,0-5-1-15,0-4-2 0,0 0 3 0,0 2-5 0,0-1-13 16,0 0-5-16,0-1-7 0,-1 1 2 0,0-2-23 15,-1-2-51-15,1 0 10 0,-6-17-23 0,1-2 3 16,0 1-16-16,2-1-7 0,0 0-3 0,1-2-35 0,-1 1-23 16,1 1 7-16</inkml:trace>
  <inkml:trace contextRef="#ctx0" brushRef="#br0" timeOffset="-209383.5">13153 12904 149 0,'0'-1'56'0,"0"-1"-4"16,-1 1 51-16,-1-1 0 0,1-2 16 0,-2-2-16 15,-1 2 17-15,3 1-19 0,-4 2 6 0,2-1-30 16,0 1 9-16,0-2-14 0,1 2 5 0,-1 0-35 15,2 1-5-15,-1-2-7 0,0-1-11 0,1 2 2 16,0 0 4-16,1 0 0 0,0 1 19 0,1 0-2 16,0 0 4-16,3 0-4 0,11 2-2 0,2-1-9 0,-1 3-8 15,3-2 1-15,1 1-22 0,-1-1-2 0,1-2-5 16,-1 0-1-16,-2-2-12 0,-1-2-24 0,-1-2-6 16,2-4-23-16,1 5-181 0</inkml:trace>
  <inkml:trace contextRef="#ctx0" brushRef="#br0" timeOffset="-208216.23">12357 9713 389 0,'0'-1'203'0,"0"0"-266"0,0-1 244 0,-6-14-132 15,1 1-5-15,2 1-22 0,0 0 2 0,2 3-8 16,1 3-2-16,0 1 3 0,0 2-5 0,0 2 5 15,0-1-7-15,0 2 12 0,0 1 1 0,-1-2 2 16,0 1-9-16,-1 1 5 0,0 0-4 0,-1 1 5 16,-8 0-8-16,-1 2 10 0,-2 3-5 0,-1 3 8 15,0-4 2-15,0 13 0 0,1 1 2 0,0-1-2 0,0 3-2 16,0-3-13-16,2 1 5 0,0-1-7 0,3 0-1 16,1 2 0-16,0-3-5 0,3 0 3 0,-2 0-9 15,4-5 6-15,2 1-5 0,0-1 6 0,-4-4 3 16,2-1-12-16,2-3 0 0,1 0-5 0,-1 0 5 0,1 0-4 15,0 0 12-15,0-2-8 0,0 0 15 0,1 2 6 16,0-1-8-16,1 0 8 0,1 0-6 0,8 1-8 16,0-3 5-16,2-1-6 0,-3-3 3 0,3-3-5 15,-1 2 1-15,0-14-1 0,1 0 10 0,-3 1-6 16,0 1 3-16,-2-1-6 0,-1-1-4 0,-1 3 4 16,-1 3-3-16,-3 2 6 0,0 3 7 0,2 3-9 15,-3 3 12-15,0 0-11 0,2-1 16 0,-2 1-13 0,0-1-4 16,0 2-1-16,0 0-6 0,1 0 0 0,-1 0 1 15,0 1 0-15,0 1 2 0,0 1 6 0,4 17-5 16,0 8 4-16,-2-3-8 0,0 2-1 0,0-1 4 16,-1 0-3-16,2 2 6 0,-1 0-2 0,1 1 0 15,-2-1-1-15,1 3 4 0,-2-2-3 0,0-2 2 0,-1 1-3 16,-1 0-2-16,-1-2 10 0,-1 3-4 0,0-2 6 16,-2-1-8-16,0-4 1 0,-1-4 0 0,2-3 0 15,-2-1-4-15,0 0 6 0,-1-1-4 0,2-5 6 16,-1 0 4-16,3-6 2 0,-7 1 2 0,4-1-2 15,-2 5 5-15,1-3 26 0,0-1-7 0,1-2 12 16,2-1-19-16,0 0-15 0,-2-1-2 0,4-11-4 0,-1-5-5 16,-8-1 2-16,4 3-3 0,2-3 2 0,3 1-11 15,2 3 7-15,0 1-3 0,1 2 3 0,0 2 0 16,1-1-3-16,2 1 1 0,-1 0-3 0,2 1 1 0,1-1-1 16,-4 0-4-16,10-2 0 0,1-1-14 0,0 0-11 15,1 1 4-15,1-2-7 0,1 0-10 0,0 0-113 16,-1-2-1-16,2 0-41 0,0 0-36 0,2-1-48 15</inkml:trace>
  <inkml:trace contextRef="#ctx0" brushRef="#br0" timeOffset="-207348.53">12538 9808 52 0,'0'0'36'0,"1"0"-29"15,0 0 37-15,1 0-15 0,9-2-17 0,3 2-12 16,0 0-2-16,-2 3-2 0,1 0 2 0,-1 1 15 0,-3-1 14 16,-2 1-1-16,1 2 47 0,-3-3 14 0,1 3 8 15,-4 4 1-15,1-1 8 0,-2 2-8 0,7 0-7 16,-2 1 1-16,-3-1-16 0,1 3-9 0,-3 0-2 15,-1 3-2-15,-2 3-8 0,-2 2-10 0,-2 1 2 0,-1 0-5 16,1-2-5-16,1 0-2 0,-1-1-2 0,1 1 1 16,0-3-13-16,1-4 9 0,-1-1-1 0,3-5 2 15,-2 0-7-15,2-1-6 0,1-3-2 0,-1-2-1 16,2-1-7-16,-1 2-3 0,0-1-5 0,0 0 1 16,0 1-9-16,-1-2 3 0,2 0 7 0,0 0-2 15,-1 0 7-15,1-1-3 0,0 0-3 0,0-1 1 0,0-1-2 16,0-11 2-16,1-5 2 0,2 3-1 0,-1-1-1 15,1 1 6-15,0 0-4 0,1 1 5 0,-1 1-11 16,2 0 3-16,-1 3 1 0,0 1 1 0,0 1 1 16,-1 2 2-16,-2 3-6 0,0 0 4 0,-1 2-3 0,3-1 1 15,-1-1 0-15,0 2 2 0,1 0 2 0,-1 0-5 16,-1 1 1-16,3 1-2 0,-2 0 1 0,1 12 3 16,-2 5-1-16,9-3 3 0,-3-1-1 0,-2-2-1 15,-3-4 3-15,1-1-1 0,-2-3 6 0,0-1-12 16,-1 0 6-16,0-2-6 0,1 1 14 0,1 1-7 15,-1-2 3-15,1 0-3 0,0-1 2 0,1 0-6 16,5-4 2-16,0-1-3 0,-1-6 4 0,2-9-2 16,0-1-3-16,-1 1 1 0,2 2-3 0,-3 2 7 0,1 2-1 15,-2 2 3-15,-2 4-7 0,0 1 1 0,-2 2 0 16,-1 4 0-16,1 1 1 0,-1 0-7 0,2-3 3 16,0 2-3-16,-1 1 9 0,0 0-3 0,1 1-1 0,0 5-1 15,8 19 0-15,-5 0-5 0,-2-1 0 0,-1-4-1 16,-1-2-4-16,1-5-9 0,-1-4-3 0,0-2-1 15,-1-2-8-15,-1-4-23 0,2 2 1 0,0-2-20 16,0 0-106-16,-1-1-12 0,7-2-11 0,-3-2 17 16,2-11 65-16,2-8 68 0,-5 0-3 0,1-1 25 15,1 2 17-15,0 0 11 0,3-2-2 0,-1-4 2 16,2-1-23-16,0-4-30 0,0-3 6 0,2 7-11 16,-1 0 42-16,-2 9 39 0,-1 2 10 0,-2 5 11 0,-2 0 32 15,0 5 3-15,0 3-1 0,-1 3 1 0,1-1-3 16,-1 1-19-16,-1 1 13 0,1 0-15 0,-1-1 13 15,0 1 7-15,0 1-14 0,4 0 11 0,-3 0-30 0,1 1-9 16,-2 1-4-16,0 12-1 0,-1-1-7 0,2 4 2 16,-1 0 1-16,1 3-1 0,-1 0-3 0,0-3-3 15,-1 1 0-15,1-1 1 0,0-2 8 0,-1-1-12 16,1 0 7-16,0-3-8 0,0-1 15 0,2-2-12 16,0 1 6-16,1-3-7 0,-2-3 15 0,1 1-10 15,-3-2 0-15,0-1-4 0,3 0 1 0,-1 2-1 16,3 1-1-16,-3-1 1 0,-1-2 5 0,0 0-3 15,1-1 11-15,4 0-9 0,0-1 7 0,-1-1-7 16,1-2-5-16,0-17 1 0,-1-1-3 0,2-3 3 0,-1-1 0 16,0 4 0-16,1-1-1 0,-2 2-5 0,0 0 5 15,-1 2-5-15,-1 1 1 0,0 2-3 0,-2 2-4 16,-1 1 2-16,2 2-2 0,3 3 2 0,-3 2 2 0,-2 4-1 16,2-3-6-16,-2 3-20 0,-1 1-5 0,0 0-5 15,1-2-21-15,0 1-28 0,0 1-18 0,1-1-9 16,-1 1-114-16</inkml:trace>
  <inkml:trace contextRef="#ctx0" brushRef="#br0" timeOffset="-206981.17">13506 9826 1065 0,'-2'2'83'15,"1"0"-72"-15,-6 12 97 0,-3 11-38 0,-1 1 8 0,-1 2-37 16,4 1 4-16,0-1-18 0,1 1-15 0,2-3 3 15,0-3-3-15,4-3 3 0,0-5-5 0,0-2 11 16,1-3-4-16,0-4 6 0,0-3-13 0,0-2 4 16,0 2-1-16,0-1 4 0,0-1 6 0,0 0 0 15,0 0-4-15,0-1 0 0,0-1-19 0,0-1 0 16,3-20-2-16,4-5 2 0,0-2-8 0,0 1 3 16,0 1-2-16,3 1 2 0,-1 0-1 0,1 3-1 15,-1 0 0-15,1 0 0 0,-2 3 7 0,0 2-3 16,-1 3 2-16,-2 7-4 0,-1 1-5 0,-1 4 3 0,5-3-1 15,-6 5 3-15,4-1-4 0,-1 2 10 0,-2 0-4 16,6 5 5-16,-7 8-2 0,4 15 4 0,-4 0 4 16,-1-1-2-16,3 0 0 0,-3-1-6 0,3-2 0 15,9-2 0-15,-5-2 3 0,-3-2 1 0,-2-3-2 0,-1-5 0 16,0 0-1-16,-1-3-3 0,-1-4 0 0,0 0-3 16,1-1 2-16,-1 0-60 0,0 0-36 0,-1-1-14 15,0-1-160-15,-1 0-13 0,-12-10 7 0</inkml:trace>
  <inkml:trace contextRef="#ctx0" brushRef="#br0" timeOffset="-206830.03">13344 9673 592 0,'0'0'72'0,"0"0"134"0,0 0-144 16,0 0 2-16,0 0-5 0,0 2 3 0,2-1-22 0,-1 0 4 16,2 1-4-16,16 8 5 0,7-1 3 0,-1-3-1 15,2-2-4-15,1-4-1 0,-1 0-22 0,4-3-18 16,1-1 1-16,-1-4-9 0,-4-1-14 0,-2-3-34 15,-2 11-2-15,-3-18-32 0,0 1-218 0</inkml:trace>
  <inkml:trace contextRef="#ctx0" brushRef="#br0" timeOffset="-205479.33">11589 9626 113 0,'0'0'61'16,"0"0"-43"-16,0 0 68 0,0 0-25 0,0 0-21 15,0 0-34-15,0 0 4 0,0 0-10 0,0 0 16 16,0 0 11-16,0 0-6 0,0 0 7 0,0 0-3 16,0 0 2-16,0 0 8 0,0 0-6 0,0 0-3 0,0 0-9 15,0 0 0-15,0 0-2 0,0 0-11 0,0 0 1 16,0 0-5-16,0 0 4 0,0 0 0 0,0 0 2 16,0 0-2-16,0 0 2 0,0 0-2 0,0 0-8 15,0 0 3-15,0 0-7 0,1 0-12 0,0 0-78 16,1-1-45-16</inkml:trace>
  <inkml:trace contextRef="#ctx0" brushRef="#br0" timeOffset="-204361.44">12766 8635 596 0,'0'-1'12'0,"-1"0"-1"0,0-2 25 16,-4-7-3-16,-1-3 4 0,0 0-17 0,1 0-11 15,-1 0 0-15,2 1-2 0,-2 1 2 0,1 0-8 16,-1 0 3-16,0 2-3 0,-1-2 2 0,0 1 9 16,0-1-6-16,4 1 8 0,-9-2-6 0,1 0 20 15,-2-1 5-15,2 0 7 0,-5-1 28 0,2 0-26 0,4 0-1 16,-7-2-8-16,5 1-7 0,0 1 4 0,-4-2-4 15,2 1 2-15,-1-3-23 0,-3 1 13 0,1 2-13 16,1 2 11-16,0 1-19 0,-1-2 14 0,0 1-3 16,-2 2 5-16,1-2-13 0,1 1 4 0,-2 1-2 15,0 1 3-15,-2-4 0 0,1 3-1 0,-1-2 0 0,-3 3-1 16,3-2 0-16,-1-1-1 0,-4 0-1 0,2 1 0 16,0 2-4-16,-3 1 5 0,3 1 1 0,-2 1 2 15,0-1-1-15,-1 1 2 0,1 0 0 0,2 1 0 16,0 1-7-16,4 0 1 0,-1 3-2 0,1-10 3 15,-2 3 6-15,0 4-7 0,2 2 3 0,-1 0-4 16,0 2 4-16,-4 0-2 0,0 1 0 0,-2 0-1 0,1 0 1 16,1 0 2-16,4 0-1 0,0 1 0 0,-1 2-6 15,1 0-3-15,-2 2 2 0,3 1-1 0,0 1 3 16,1 0 0-16,0 2 0 0,2 2 1 0,-1 1 9 0,0-7-10 16,2 13 3-16,-1 2-7 0,1 1 0 0,1 3 4 15,-2 0 3-15,4 2 0 0,-1 0 3 0,2-1-3 16,3 0 2-16,-2-7-2 0,3 1-1 0,0-1 3 15,2-2-6-15,1 3 5 0,1-2-7 0,1 0 6 16,0 1-3-16,0 1 4 0,1 1-3 0,-2-2 2 16,2 4 3-16,0-2-1 0,-11 2 4 0,5 0-9 15,3 2 3-15,3 2-5 0,2 0 12 0,0 1-10 16,0 1 0-16,1 0-4 0,1-2 11 0,2 0-5 16,0 2 6-16,0-1-5 0,1 1 5 0,0 0-5 0,1-3-1 15,1 1-1-15,2-1 2 0,-1 2 0 0,2 0 0 16,1 0 0-16,0 2 0 0,-1-1-4 0,3 4 2 15,1 1-3-15,0 0 1 0,2 5 3 0,-2-3-4 0,1 4 5 16,0-3 1-16,1-3-3 0,-1-1 1 0,-1-5-2 16,-11-1 1-16,17-1-3 0,0-4 1 0,2-1-2 15,-1 0 6-15,1-1-3 0,0-2 3 0,3 1-4 16,-1-3 2-16,5 2-10 0,-1-5 5 0,1 3-6 16,0-1 8-16,-1 0-1 0,2-4-4 0,1-1 2 15,1-2 6-15,0-5-6 0,4 2 11 0,5-3-7 16,1 18 13-16,1-11-5 0,1-5-2 0,-7-2 0 15,2-1 5-15,-3-1-7 0,-1-1 4 0,-2 0-4 0,-1-2 1 16,-1 1 3-16,1-2-7 0,3-1 6 0,-1 1 0 16,5-2-4-16,-3-1 7 0,1 0-7 0,-1-3 7 15,-2-1-5-15,1-1 0 0,-5 1-1 0,-2-3 2 0,-3 1 2 16,-1 10-1-16,-3-16 2 0,1-2 4 0,-3 1 4 16,-2-1-2-16,0-2 2 0,-3-3-4 0,-3-6 7 15,-1-2-6-15,-2-7 4 0,0 0-7 0,-1-4 2 16,-2-1 3-16,-2 1-3 0,-1-2 2 0,17 2-5 15,-12 0-4-15,-7-1 1 0,-2 1-5 0,-3-2 11 16,-2-4-2-16,-3-1 5 0,-1 0-4 0,-1 6 5 16,-2 4 4-16,-3 3-2 0,0 1 5 0,12 4 5 15,-20 3-3-15,-2 1 4 0,-6 1-8 0,-4 1 8 0,-3 1-9 16,-6 1 8-16,-1 1-5 0,-8-2-10 0,-3 2 10 16,-1 7-13-16,-2 2-7 0,-1 4-13 0,-6 6-11 15,-9 6-2-15,-4-21-61 0,-3 24-89 0,0 14-31 16</inkml:trace>
  <inkml:trace contextRef="#ctx0" brushRef="#br0" timeOffset="-200042.45">16828 7229 687 0,'0'-1'0'0,"0"-4"4"0,0-10 51 0,0 0-6 0,2-2 6 15,1 0-26-15,3-1-10 0,2-4-15 0,0 5 1 16,-3-1 0-16,1 0-1 0,-1 7 4 0,-1-1-7 15,-3 4 7-15,-1-1 3 0,0 4 36 0,0 1-5 0,-1-1 11 16,-1 2-24-16,1 0 3 0,-11 1-9 16,-1-7 8-16,-2 2-8 0,-1 2 8 0,-2 4 1 0,-3 2 1 15,0 4-14-15,-2 5 3 0,-1-5-10 0,-2 20 7 16,-4 4-17-16,2 2 3 0,-1 0 2 0,2 5-1 16,0-5-2-16,4-1 1 0,3-1-1 0,3-4 1 15,4-3 0-15,1-2-4 0,5 0 1 0,1-3-1 16,4-2-1-16,1-2-8 0,-8-1 2 0,5-3-3 0,1-2 6 15,3 0-2-15,0-1 0 0,0-2-2 0,2-1-2 16,-1-1 14-16,-1 0-3 0,13 7 8 0,4-2 2 16,2-3-5-16,-4-4 2 0,3-2-4 0,1-1 0 0,-2-4 7 15,3-3-2-15,0-1 2 0,-1 10-14 0,-1-15 2 16,-2 0-1-16,-2 1 3 0,2-2 6 0,-2 1-5 16,-1-2 0-16,0 0-3 0,-2-1-8 0,0 3 10 15,1 1-3-15,-3-1 5 0,-2 2-4 0,2 6 2 16,-6 0 2-16,1 2-1 0,-1 0-1 0,2 0 1 15,-3 3-2-15,1-1 1 0,-2 2 1 0,1-1-9 16,0 2 3-16,1 0-6 0,-1 0 9 0,-1 1-1 16,0 0 0-16,1 1-2 0,-1 1 2 0,6 11 1 15,0 11 0-15,-2 3 0 0,-4-2-6 0,-1 3 10 0,0 0-3 16,0 2 5-16,-3 1-6 0,0 1-2 0,-2 2 2 16,-2 3 0-16,0 3 4 0,-2 4 0 0,-1 0-2 15,-1 2 2-15,-1-2 2 0,0-1-3 0,-1-2 2 0,0-5-3 16,0-5-2-16,1-5 9 0,3-6-4 0,0-4 6 15,0-3-10-15,2-4 12 0,1-1-4 0,4-5 7 16,-5-2 5-16,1 4 6 0,0-2 1 0,2 0 1 16,-2-2-2-16,2-1-11 0,-2 0 1 0,4 0-6 15,-4-4-7-15,4 0 2 0,1-12-3 0,-1-1 2 16,-9-2-5-16,5 1 0 0,3-2-1 0,3-1 0 16,3-1 2-16,1 0-1 0,2-1 4 0,3 2-4 0,1 2-4 15,3-3 2-15,-11 2 0 0,16 0 2 0,0 1-1 16,1 4 3-16,2 0-5 0,0 3 3 0,1 1-7 15,2 4 2-15,-7 0-3 0,2 4 2 0,-1-9-7 0,-5 6-4 16,1 1-2-16,-5 4-2 0,1 0-5 0,-1 1-17 16,0 0-4-16,1 1-15 0,-4 0-110 0,1 2-112 15,0 0-44-15</inkml:trace>
  <inkml:trace contextRef="#ctx0" brushRef="#br0" timeOffset="-199424.24">17003 7724 1239 0,'-1'-1'23'0,"-1"-1"36"16,0 1-17-16,0 0-25 0,-1 0 4 0,1 0-13 15,1 0-14-15,-2 1 0 0,1 0-3 0,1 1 3 16,-3 5 0-16,-6 18-2 0,2 5 0 0,0-2 1 15,1-2 7-15,-1 1-5 0,1-4 8 0,1-3-7 16,0-2 4-16,2-6 11 0,0-3-6 0,2-2 8 16,-1-3-4-16,2 0 9 0,0-1-2 0,0 0 5 15,0 1-1-15,0-1 11 0,-1-1-1 0,1 0 3 16,0 0-13-16,0-1-7 0,0 0-6 0,0 0 1 0,-1-1-8 16,2 0 1-16,0 0 3 0,0-11 0 0,2-1-3 0,1 0 1 15,2 2-3-15,2-4 1 0,1 1-5 0,0 0 5 16,2-1 0-16,-2 2 2 0,-7 1-2 0,10 0 0 15,-1 3 0-15,2 0 0 0,-5-2 3 0,-1 4-4 16,-3 1-1-16,1 3-1 0,0 0 2 0,0 0-1 16,2 0 0-16,-1 2-1 0,1 1-5 0,-3 0 9 15,0 1-1-15,-1 1 4 0,-1 5-12 0,10 8 10 16,-3 3 0-16,-5-4 5 0,-1-3 3 0,-1 0-5 16,-1-4-1-16,0-1 0 0,0 0-4 0,0-3 2 15,0 1 0-15,0-2 0 0,0-1-1 0,1 2 5 16,0-1-1-16,0-1 3 0,1 0 0 0,0 1-8 0,0-2 7 15,4-2-7-15,0-1 4 0,1-4-3 0,-1-11-1 16,0 3 1-16,1-2 7 0,-2 3-8 0,0 1 3 16,-1 2-3-16,-1 4 6 0,0 1-7 0,-2 2 4 15,0 2-4-15,0 1 4 0,1 1-6 0,-1 0 2 0,1-1-3 16,0 1 5-16,2 0-3 0,-2 0 0 0,1 1-2 16,-1 10 2-16,-1 7 3 0,0-1 2 0,1-1 0 15,1-1-4-15,-1-2-1 0,2-1-1 0,1-3 2 16,-1 0-2-16,0-2 3 0,-1-3-2 0,1 1 1 15,-1-3-19-15,1 0-22 0,-2-1-3 0,2 1-5 16,-1 0-23-16,3 1-183 0,1-3 9 0,-1-1-73 0,1-4-41 16</inkml:trace>
  <inkml:trace contextRef="#ctx0" brushRef="#br0" timeOffset="-198924.12">17477 7282 1199 0,'-2'-2'10'0,"1"1"1"0,-2-5 4 0,-6-8-8 15,2-1 3-15,5 6-14 0,1-2-10 0,1 0 4 16,1 4-5-16,4-3 9 0,-2 2-7 0,2-1 3 15,-3 6-4-15,3 0 6 0,1-1-3 0,0 0-3 0,-4 3 1 16,-1 1 5-16,2-1 16 0,-1 0 6 0,0 0 3 16,1 1 15-16,-1 0-6 0,-1 1 0 0,0 1-3 15,1 6 0-15,-1 15 1 0,-1 3-2 0,-4 1 1 16,0 1-7-16,-2 1-5 0,0 1 3 0,1 1-4 16,-1 2 0-16,-1 0-2 0,1-1-6 0,2-4 3 15,0-1-4-15,3-3-1 0,0-2 6 0,0-3-6 0,1-4 3 16,0-3 3-16,0-3-1 0,0 0 1 0,0-4 2 15,0-1-1-15,0-1-1 0,0-1-1 0,0 0-5 16,0-1 7-16,1 2-2 0,-1-1 7 0,0-1 16 0,0 0 3 16,1 0 3-16,0-1-4 0,0 0-10 0,0-1-7 15,1 0-3-15,1-5 0 0,9-14 0 0,-2 1-4 16,1-1 4-16,1-2-5 0,0 0 9 0,-1-3-8 16,1 0 3-16,0-1-5 0,0 2 5 0,-1 0-9 15,0 2 5-15,-2 3-5 0,0 0 0 0,-2 3 1 16,-1-1 1-16,-2 3 0 0,1 2 0 0,-2 2 1 15,0 4-5-15,-2 2 2 0,0 1-3 0,0 1-9 16,1-1 5-16,-1 1-9 0,0 0-5 0,0-1-5 16,1 2-7-16,1 0 2 0,-1 0-20 0,4 1-128 0,3 0-32 15</inkml:trace>
  <inkml:trace contextRef="#ctx0" brushRef="#br0" timeOffset="-198290.35">17865 7631 1084 0,'-2'0'17'0,"1"1"39"16,0 0-41-16,0 2 8 0,-8 14 5 0,-1 2-1 16,4 0 4-16,3-1 8 0,0-2-9 0,2 3 8 0,0-6-14 15,0 1-10-15,-1-1-2 0,-1-3-3 0,1 0-9 16,-1-2 0-16,2-3 4 0,0-2-4 0,1 0 8 15,-1-1 1-15,0 0-5 0,0-1 3 0,-1 1-19 0,1-2 11 16,0-2-1-16,0 1 6 0,-3-7 10 0,0-11-6 16,0-3 3-16,3 2-4 0,1-1 5 0,0 2-5 15,0 2-3-15,1 0 0 0,0 3 8 0,0 3-10 16,1 4 8-16,-2 5-8 0,1-2 5 0,0 2-9 16,0-1 0-16,0 2-4 0,1 0 4 0,-1 1 2 15,0 1 0-15,-1 0 1 0,7 21 0 0,-2 1 2 16,-3 1 2-16,-2-2 0 0,0 0 2 0,0-3 2 15,1-1-4-15,-1-3 5 0,1-2 0 0,3-1-10 0,-2-3 6 16,1-2-6-16,-1 0 8 0,-1-2-4 0,0-1-2 16,-1-2 0-16,0-1-9 0,0 0 9 0,1 2-2 15,1-1 4-15,-2 0-16 0,0 0-26 0,0-1-4 16,0-1-6-16,-2-1-11 0,1-1-2 0,-2-6 4 0,-7-12-4 16,3 0-4-16,-1-2 28 0,0-2-3 0,1 2 16 15,-3-4 23-15,2 3-4 0,0 1 1 0,1 0-4 16,0 2-4-16,0 2 2 0,0 2 4 0,1 2 0 15,0 0 6-15,1 2 1 0,0 0-1 0,1 2 3 16,-1-1 21-16,0 2-4 0,2 2 14 0,1 1-12 16,0 2 6-16,2 2-9 0,0 1-4 0,-1-2 1 15,1 1-5-15,0 0 8 0,1 0 0 0,2 1 3 16,5-2 4-16,12-2 6 0,3 1-2 0,1 3 3 0,4 1-18 16,0 0-2-16,1-1-5 0,0 1 1 0,0-1-8 15,0 0-13-15,-4-2-4 0,0 1-3 0,-4-1-1 0,-1-2-8 16,-2-2 1-16,-3 0-5 0,1-3-12 0,-3 3-13 15,1-10-42-15,-1-3 10 0,-2 0-117 0,0-2 124 16,-2 0 0-16,1 0 42 0,0-2 25 0,2-2-12 16,1 1-7-16,1 0-8 0,1 2-74 0,-3 5-18 15</inkml:trace>
  <inkml:trace contextRef="#ctx0" brushRef="#br0" timeOffset="-197789.53">18339 7125 76 0,'0'1'39'0,"0"2"31"0,1 14 5 0,-1 0 20 0,0-3-8 16,0 2 15-16,0-1 11 0,-1-1-10 0,-1 0 0 15,0 1-7-15,-1 2-19 0,-1-1-11 0,0 4 3 16,0-2-6-16,-2 2-8 0,-1 1-12 0,1 0-5 16,0 2 0-16,0 0-19 0,0 3-11 0,-1 1-1 0,-2 1-3 15,1 0 5-15,1-5-7 0,-1-1 7 0,4-6-7 16,0-3 1-16,1-1 0 0,2-6-5 0,1-3 3 16,0-1 1-16,-2 0-15 0,1 0 7 0,0 1-10 15,1-2 10-15,-1 0-12 0,0-1 2 0,-1 0-3 16,1-1 5-16,0-6 13 0,-2-10-2 0,0-1 6 15,2 0 10-15,1 0-9 0,1-2 5 0,0 0-6 16,3 0 2-16,1 0 4 0,1 0-4 0,1-1 4 16,1 1-5-16,1 0-5 0,2-1 0 0,1 1-2 0,-11-1 6 15,14 1 0-15,-2 1 0 0,0 1-1 0,0 4-6 0,-3 0 6 16,1 2 2-16,-2 4 3 0,-3 1 11 0,3 5-6 16,-1-1-2-16,2-4-2 0,0 1-6 0,-1 3 3 15,1 2-2-15,-2 1 1 0,0 2-5 0,-1 3 0 16,-3 0 0-16,-3 15-1 0,11-1-7 0,-8 1 6 15,-4 2 0-15,-3-2 4 0,-4 0 5 0,-5-2 9 16,3 0-7-16,-13-3 7 0,1-2-8 0,-1-3 5 16,4-2 2-16,3-3-1 0,2 1-3 0,6-3-4 15,0 1-1-15,3-2-2 0,0 1-9 0,1-1 6 16,2-2-6-16,0 0 6 0,-1 2-4 0,-1 0-11 0,1 1 11 16,1-1-10-16,0 0 12 0,-1 1-2 0,2-1 2 15,0 0 0-15,0 2 7 0,4 4-4 0,-1 0 0 16,3 1-1-16,1 0 0 0,-2 0 4 0,8 3-4 15,0 0 5-15,0 0 0 0,4 0-5 0,-2-1 1 0,-4-2-3 16,6 0-1-16,-5-4-18 0,3 1 7 0,1-3-9 16,-3-1 6-16,0 8-15 0,-1-5-5 0,1-4-6 15,1-2-68-15,0-5-279 0</inkml:trace>
  <inkml:trace contextRef="#ctx0" brushRef="#br0" timeOffset="-197456.01">18764 7331 146 0,'0'0'26'0,"0"0"-6"16,0 0 56-16,0 1 4 0,0 0 8 0,0 1 9 0,1-1 6 15,1 1-4-15,-2 0 0 0,0 2-27 0,1 5-24 16,0 1 1-16,-1 3-7 0,0 2 8 0,-1 1-11 16,-3 3 12-16,1 0-11 0,-2 1 17 0,-1 2-18 15,0 2 2-15,-1 1-6 0,-1 2-3 0,0 0 0 16,-2-3-1-16,2 0 1 0,1-4-4 0,1-2-1 15,1-3-3-15,2-1 1 0,1-1-10 0,0-2-5 16,1-3-3-16,1-1 1 0,0-2 2 0,0 0-9 16,0-1 7-16,1 1-8 0,1-2 5 0,-1-1 6 0,12 2 1 15,2 7 4-15,1-3 11 0,7-1 0 0,-4-4-3 16,3 0 0-16,-1-2-1 0,0-1-12 0,2 0 1 16,-1-2-7-16,5-1-6 0,-3 1-3 0,-2 0-1 15,-2-2-2-15,-6 2-14 0,-1-2-6 0,-1 1-9 0,-2-1 1 16,-2 1-23-16,-4 0-175 0,-2 2 16 0,0-1-95 15,2-5-216-15</inkml:trace>
  <inkml:trace contextRef="#ctx0" brushRef="#br0" timeOffset="-192116.6">7652 14329 256 0,'-1'0'196'15,"-1"0"-76"-15,1 0 82 0,0 0 12 0,-5 0-141 0,1 0-13 16,4 0-45-16,-1 0-4 0,1 0-5 0,0 0-3 15,-1 0 11-15,2 0-4 0,0 1 6 0,2 0-8 0,0 1 7 16,14 1 0-16,7 1 0 0,-6-3-10 0,6-1 1 16,-3 0-6-16,-1 0 3 0,2 0-8 0,-4-1 5 15,0-1 0-15,-2 1 1 0,-1 0 2 0,0-1-8 16,-1-1-1-16,1 1-7 0,-2 0-14 0,0-1-12 16,-2 1 2-16,0 0-8 0,-2-2-24 0,-1 1-193 15</inkml:trace>
  <inkml:trace contextRef="#ctx0" brushRef="#br0" timeOffset="-191934.66">7919 14102 773 0,'-1'0'59'0,"-1"0"-13"0,0 0 56 0,1 0-9 15,-7 2-31-15,1 1-17 0,2-1-10 0,0 0-1 16,2 0-21-16,0 14-11 0,1 4 4 0,1 7-6 15,-16 6 3-15,8 8 1 0,5 6-4 0,4 3 0 16,4 3-20-16,1 2-4 0,3-1-15 0,2-1-11 16,2-3-215-16</inkml:trace>
  <inkml:trace contextRef="#ctx0" brushRef="#br0" timeOffset="-191634.41">7965 16286 1224 0,'-2'1'6'15,"0"0"5"-15,-2 1 1 0,2 0-14 0,0-1-15 16,-1 0 2-16,1 0-23 0,1 0 33 0,0 0 3 16,1 1 6-16,1-1 3 0,1-1 1 0,9 0 0 15,11-4 0-15,5-4-2 0,3-3-8 0,3-3 2 0,-6 1-6 16,2 12-7-16,0-16-14 0,1-1 0 0,2 2-6 16,-7-2-25-16,-1-1-188 0</inkml:trace>
  <inkml:trace contextRef="#ctx0" brushRef="#br0" timeOffset="-191100.26">7509 14722 909 0,'-1'0'17'0,"0"0"20"16,0 0-9-16,0 0-25 0,0 1 2 0,-1 0-8 16,2 1 3-16,0 11 4 0,4 10 2 0,3 7 0 15,2 2-4-15,3 5-2 0,0-1 0 0,0 3 0 16,-1-2 1-16,1-1 7 0,0-5-5 0,-1-6 4 16,-2 0-10-16,-2-8 4 0,-1 0 1 0,-1-5 4 15,-2-4 13-15,-1-3 1 0,0-2 5 0,-2-2-3 16,1 2 11-16,0-1 20 0,0 0-2 0,0 0 9 0,1-1-5 15,-1 0-16-15,0-1-5 0,0-1-2 0,0-3-7 16,9-22-4-16,-4 0-3 0,-2-5-1 0,0-6-8 16,-1 0-1-16,2-2-1 0,1 4 0 0,0 3-5 0,1 4-7 15,0 3 1-15,-2 4-4 0,-1 1 2 0,0 3-3 16,-1 4 3-16,1 2-4 0,-1 0-7 0,0 3-9 16,-2 2-4-16,0 1-1 0,0 2-8 0,0 0-22 15,2 1-4-15,-1 0-18 0,0 0-127 0,2 1-106 16</inkml:trace>
  <inkml:trace contextRef="#ctx0" brushRef="#br0" timeOffset="-190634.48">7908 15064 345 0,'0'1'63'16,"-1"0"76"-16,0 3-25 0,-3 6-10 0,0 2-9 15,1-4-1-15,1 1-36 0,-1-3-11 0,1-2-5 0,1 1-2 16,0-3-17-16,0 1-10 0,-1-1 2 0,1 0-6 15,0 1-2-15,0-1-8 0,0-1 0 0,0 0-3 16,-1 1 3-16,1-1 0 0,1 0 6 0,0-1-3 16,0-1 2-16,0-2 7 0,0-10-7 0,0-2 6 15,1-2-13-15,1 2 3 0,-1 4 0 0,-1 2 2 16,0 4 7-16,0 2-3 0,0 1 3 0,0 1-4 16,0-2-3-16,1 2 9 0,0 0-5 0,0 1 7 0,0 1-3 15,4 9-4-15,6 13 3 0,-3 1-4 0,-1-1-2 16,0-2 6-16,-2-2-9 0,-1-2 8 0,0-5-1 15,0-1-7-15,-3-4 6 0,0-3-6 0,0-1-5 0,-1-2-7 16,0 1-3-16,1 0 0 0,0 0-4 0,1-1-23 16,-2 1 8-16,0-2-16 0,0-2-15 0,0 0-20 15,-4-9-9-15,-2-6 2 0,-1-1-4 0,0 1 10 16,1 0 19-16,0 3-5 0,0-1 54 0,2 4 18 16,-2-1-6-16,1 2 12 0,0 0 15 0,1 2 28 15,0 2 4-15,1 0 4 0,0 2 0 0,0-2-6 16,0 1-7-16,2 2 0 0,0-1-32 0,1 2 15 15,-1-2-10-15,1 2 12 0,0-2-8 0,0 1-2 16,0-1 8-16,1 1-7 0,-1 1 0 0,2-1-16 0,2 1-2 16,5-2-2-16,3 1 4 0,-2 0-5 0,0-1 4 15,0-1-5-15,-1-1-9 0,-2 0-18 0,0 0-10 16,-1-2 1-16,-1-5-24 0,-1 0-106 0,1-1-32 0</inkml:trace>
  <inkml:trace contextRef="#ctx0" brushRef="#br0" timeOffset="-190516.04">7990 14759 253 0,'0'0'61'15,"0"0"-5"-15,0 2 47 0,0-1-5 0,0 0-3 16,0 2-16-16,0 21-25 0,3 4 6 0,0 5-13 16,3 4-3-16,0 4-16 0,3 1-6 0,2 3-2 15,1 1-17-15,3-4-11 0,-1 1-14 0,3 1-30 0,1 1-345 16</inkml:trace>
  <inkml:trace contextRef="#ctx0" brushRef="#br0" timeOffset="-188129.66">20348 7212 644 0,'0'-1'40'16,"0"0"-7"-16,-1-1 26 0,-1-4 6 0,-3-4-26 16,1 2-8-16,1 0-15 0,-1 0-6 0,1-1 2 0,-1 1-1 15,1-1-11-15,-1 2 6 0,1-2-7 16,-1 4 10-16,2 1-11 0,1 1 3 0,-10-5-5 15,-3 0 9-15,-1 2 9 0,1 3-3 0,-2 0 4 0,3 3-7 16,-4 0 18-16,1 2-3 0,1 1 7 0,-1 2-5 0,2 0-8 16,0 2 0-16,1 0-3 0,0 1-10 0,0-3 2 15,1 11-2-15,-1 5 2 0,2-1-5 0,2 1 0 16,1-3 2-16,2-3 1 0,2 1 4 0,-3-6-8 16,0 2 2-16,4-4-4 0,2 0 1 0,1-1 1 15,0-2-1-15,0-1 1 0,1-2 11 0,0 0 1 16,4 2 5-16,9 4-2 0,1-2 11 0,4-2-16 15,2-3-2-15,3-2-4 0,3-4-11 0,3-3 11 16,3-4 1-16,-1-1 4 0,-2-1-8 0,0 0-1 0,-2 13 1 16,-4-17 1-16,-1 1 10 0,-3 2-10 0,-5 1 3 15,-3 2-3-15,-1 3 6 0,-4-1 0 0,-3 1-4 16,0 3 2-16,-3 1-6 0,0 4 14 0,2-1-1 16,-1 0 4-16,0 0-6 0,0 1-9 0,-1 0 1 0,0 1-2 15,0 0 3-15,-1 2 0 0,-1 17-2 16,-3 7 1-16,-4 5 0 0,-1-3-4 0,-1 1 1 0,0 1-2 15,3 0-1-15,-2 1 1 0,1-2 3 0,1 1 1 16,0 0 8-16,1 0-10 0,0 0 2 0,-1 1-3 16,1-1 13-16,-1 1-9 0,1-4 4 0,2 1-5 15,-2-1 10-15,0-2-12 0,-2 0 4 0,0-5-5 16,-1-3 8-16,1-4 0 0,7 0-3 0,-12-5 0 0,2-1-1 16,1-2 7-16,-4-3 0 0,3 0 2 0,-3 7 2 15,3-4 8-15,1-4-1 0,-2-1 3 0,4-1 1 16,1-2 2-16,1 0-5 0,2-4 1 0,2-7-17 0,-9-4-2 15,6 2-4-15,2-3 0 0,4-2-8 0,4 1 6 16,3-5 5-16,2 4-2 0,0 2-6 0,-6 0 7 16,16 4-5-16,-1 0 7 0,1-2 1 0,-2 3-5 15,0-1-2-15,0 4-3 0,1 1-2 0,-1 1-13 16,0 3 2-16,1 1-7 0,-2 0-4 0,0 1-17 16,-1 2-1-16,-4 1-18 0,0-2-123 0,-2 2-156 15</inkml:trace>
  <inkml:trace contextRef="#ctx0" brushRef="#br0" timeOffset="-187597.94">20680 7620 1097 0,'-1'0'50'0,"-1"2"-39"0,1-1 53 0,-1 1-18 16,-5 14-2-16,-3 7-5 0,0 2-1 0,2 0-4 15,-2-1-17-15,4-5 2 0,2 0-1 0,0-5 0 16,1-1-11-16,0-3 0 0,2-2-3 0,0-1 2 16,0-1-8-16,-2-2-3 0,1-1 0 0,0 0 1 15,-1-1 15-15,2 0-4 0,0 0-6 0,0-1-1 0,0 0-8 16,-1-1 4-16,1-1 11 0,0 0-6 0,-1-5 8 16,-2-12 9-16,2-2-12 0,2 0 12 0,1 1-9 0,1 1-4 15,2 0 2-15,1-2-3 0,1 2 3 0,1-1-7 16,0 3 4-16,-1 3-5 0,2-2 0 0,-1 4 2 15,0 2 2-15,0 1 0 0,7 2-3 0,-3 1 2 16,-1 3-5-16,0-5 5 0,0 1-3 0,0 3 1 16,-1 2-2-16,-2 1 2 0,-1 1 1 0,2 3 0 15,-1 1 2-15,0 5-3 0,-2 9 4 0,0 3-1 16,-4-2-1-16,8-4 0 0,-1 4 5 0,-3-6 1 0,-1 1 1 16,-1-2-2-16,0-6-3 0,-1-1 3 0,-1-3 3 15,0 1 0-15,0-2-3 0,-1-1-2 16,12 8-3-16,-1-5 2 0,-2-1 0 0,2-3 2 0,1-2-6 15,1-1 2-15,1-4-11 0,-1-2 9 0,-1 5 1 16,-2-7 2-16,-1 2-4 0,-2 3 1 0,0 1 1 16,-3 2 2-16,-3 1 1 0,1-1-3 0,1 1-2 0,-1-1 0 15,-1 2 1-15,1 0-4 0,-1 1 4 0,0 1-4 16,-1 0 5-16,0 18-7 0,-1-1 2 0,-2 0-4 16,0-3 6-16,0-2-12 0,2-6-2 0,0-2-4 15,1-3-7-15,0 0-47 0,0 1-24 0,0-2-14 16,0 0-120-16,0-1-36 0,0-1-1 0</inkml:trace>
  <inkml:trace contextRef="#ctx0" brushRef="#br0" timeOffset="-186764.26">21300 7105 689 0,'0'0'44'0,"0"0"-2"0,0 1 36 16,0 2-13-16,0 2 2 0,0 13-31 0,0 6-15 15,1 2 3-15,3 3-6 0,0 3 9 0,-2-3-15 16,1-2 5-16,-3-1-8 0,0 0 12 0,0 0-8 16,0 2 9-16,0-1-8 0,0 0 9 0,0 1-10 15,0 1 3-15,-4-2-4 0,-1 1 14 0,0 0-8 16,0-5 3-16,0-4-4 0,2-4-3 0,0-6 3 0,2-4-10 16,1-3 9-16,-1 0-3 0,0 1-13 0,-2-1 10 15,1-1-12-15,0 0 0 0,-1-1-8 0,-1 0-4 16,-3-3 2-16,2 1 4 0,-1-18-1 0,0-2 6 0,3 2-4 15,0-4 10-15,1-1-3 0,1 0 2 0,0 1-2 16,-12-1 0-16,8-2 1 0,5 0 1 0,2 1-1 16,3-1 6-16,2 1-5 0,1 0 2 0,2 0-4 15,-1-2 4-15,2 2-4 0,-1 2 6 0,2 4-5 16,-11 4 8-16,12 3-1 0,-1 5-2 0,0 0 1 16,-4 0 6-16,4 4-5 0,-3 1 4 0,2-4-4 0,2 1-3 15,-2 4 4-15,0 2-9 0,-1 4 6 16,1 3-10-16,-4 4 4 0,0 12 0 0,-3 3 1 0,7-6 5 15,-1 2-2-15,-5 1 3 0,-4-1-4 0,-2-2 3 16,-3-1 9-16,-2-1-1 0,0-3 5 0,-1-1 1 0,1-4-11 16,0 0 6-16,2-4-7 0,-3-2 7 0,-2 0-11 15,0-2-4-15,3 0 0 0,3 0 0 0,1-2 6 16,1 0-4-16,-1 2 1 0,0 1-10 0,-1-1 2 16,1-1-2-16,1 0 0 0,0 0-11 0,-1 1 12 15,1-1 2-15,0 0 4 0,1 0 3 0,0 0 0 16,0 1-4-16,0 0 1 0,1 0-1 0,2 5 5 15,0 3-2-15,3 1 3 0,0 1-3 0,0 0-9 16,0-1 6-16,-1-2-7 0,0-1 8 0,0-1 0 16,-2-2-1-16,-1 0 1 0,3-1-11 0,-1-2-10 0,1-1-6 15,-2 1 1-15,1-1-6 0,2 0 3 0,-1-1 1 16,1-2 0-16,0-1 4 0,-1-7 15 0,1-8 0 16,-1 2 3-16,0-2-6 0,0 2 14 0,1-1-7 15,0 2 8-15,0 2-12 0,-2 1 7 0,2 2-1 0,0 0 3 16,1 1-2-16,3 0-1 0,-2-1-3 0,2 3 1 15,1 0-4-15,-2 1 1 0,2 3 1 0,1 2 1 16,-2-6 1-16,1 2 0 0,-4 2 4 0,-2 3-1 16,-3 0 15-16,0 0 7 0,0 0-5 0,-1 0 5 15,8 13-10-15,-1 5 8 0,-3 2 2 0,-4 2 0 16,-1 1 2-16,-2 0 4 0,-3 1-6 0,-1 0 5 16,-1 1-7-16,-1 1-9 0,0 1 5 0,0-1-7 0,1 0-5 15,2-5 7-15,3-5-6 0,0-3 6 0,1-1-5 16,1-1 6-16,0-2-1 0,0-3 2 0,0 0-5 15,1 0-4-15,1-3 1 0,0 1-2 0,7-2 3 0,9 9-7 16,2-5 1-16,2-3-2 0,-2-3 4 0,1 0 8 16,3 0-7-16,1-2 7 0,-1-1-13 0,3-1 2 15,-2-1-4-15,-1-1 1 0,0 0-11 0,0-1-27 16,-2 0 4-16,-1 1-30 0,-2-1-169 0</inkml:trace>
  <inkml:trace contextRef="#ctx0" brushRef="#br0" timeOffset="-186014.28">22106 7064 1783 0,'-1'-1'13'15,"-1"-4"0"-15,-7-21-3 0,-3 4 2 0,3 7-8 16,5 3-5-16,1 4-4 0,0-3-1 0,2 3-1 16,-2-1-4-16,0-2-5 0,-2 2-1 0,-1-3-3 0,-2-4-17 15,-2 0-11-15,0-3 0 0,-3-3-2 0,-2-3 6 16,-3 0 25-16,-7-6 5 0,1 1 6 0,-7-1 13 16,-4-7 2-16,-3 3 1 0,-7-3 2 0,1 5 12 15,-2 4-4-15,-2 0 1 0,-2 6-3 0,-1 2-11 16,-8 3-3-16,-4 4 2 0,-7 3-2 0,-3 3 2 0,4 5-6 15,-3-21-1-15,6 19-1 0,-2 8 11 0,1 6-5 16,-3 4 5-16,2 2-5 0,5 4 4 0,3-18-3 16,3 29-3-16,4 2 0 0,-1 6-5 0,-5 8 5 15,-3 0-5-15,-3 5 5 0,1-4 3 0,6-1-5 16,2-2 4-16,4 3-4 0,0 3 7 0,1 1-3 16,-4 5 1-16,5 1-2 0,3 2 9 0,4-4-1 15,7-3 2-15,8-5-4 0,4 0-8 0,4 1 2 0,5 1-1 16,3 1 3-16,3 5-3 0,3 1 0 0,4 1 2 15,-20 0-1-15,18-4 1 0,7-3-7 0,7-1 1 16,3-5-2-16,5 0 4 0,-12-5-1 0,26-1-2 16,3 1 2-16,4-2 6 0,9 3 2 0,3-5-3 0,2 0-1 15,0-1-15-15,-2-1 6 0,6-1-6 0,6-4 7 16,2 0-10-16,9-2 5 0,-3-3 7 0,-1-2-2 16,1-2 20-16,-1-2-1 0,7-2-4 0,3-2 3 15,3-2 4-15,0-3-10 0,-3-2 8 0,0-4-9 16,0 0 10-16,2 21-3 0,1-21 7 0,-4-5-5 15,-5-5 7-15,-2-4-5 0,-2-3-2 0,3-3 0 16,-1-2 0-16,0-3 1 0,-5 20-3 0,-5-27 2 0,-2-1-3 16,-7-4 2-16,2-2 0 0,-2 0 0 0,-5-7-3 15,-3-2-2-15,-7-1 1 0,-8-3-2 0,3-1-6 0,-6-4 5 16,-2-3-5-16,-4-10 5 0,-6-3-9 0,-3-5 4 16,-5-3 2-16,-4 3 1 0,20 1 1 0,-18-3 1 15,-10 2-1-15,-8-4 1 0,-6-4 2 0,16 3-2 16,-32 3 4-16,-11 5-4 0,-4 6 7 0,-7 3-2 15,-7-3-2-15,0 4-1 0,-8 5-8 0,-10 6-1 16,-9 12-8-16,-11 12 3 0,-4 5-31 0,-6 10-21 16,-5 7-18-16,-10-18 0 0,-4 27-52 0,-5 16 33 15,-3-18 10-15,5 40 7 0,4 4 40 0,7 0-56 16,11 4-28-16,6-3-20 0,10 1-188 0</inkml:trace>
  <inkml:trace contextRef="#ctx0" brushRef="#br0" timeOffset="-174454.29">20989 15800 256 0,'0'0'324'0,"-1"0"-160"16,0 0 80-16,0 0 10 0,-1 0-246 0,1-1 2 0,-1 0 0 15,0 0-7-15,-1-2 7 0,-2 0 9 0,-2-1-10 16,-2-3 4-16,-3 0-7 0,0-1 4 0,1 1-1 16,0 1 6-16,-1 0-3 0,-1 1 26 0,1 2-10 15,-5-2 5-15,-1 3-7 0,1-1 5 0,-4 2-4 16,-1-12 3-16,1 6-3 0,-1 4-4 0,0 3-1 16,0 1-6-16,1 4 3 0,0 0-9 0,2 4-1 15,-1 1 0-15,-1-7-2 0,1 17 4 0,2 2-7 0,1 5 3 16,2 2-5-16,0 4 0 0,3 0-4 0,-1-1 2 15,2 2-3-15,2-3 1 0,0-1 7 0,5 0-5 16,1-3 7-16,2-1-7 0,-12-3-2 0,6 1 3 16,4-4-2-16,1 0 8 0,2-3-12 0,4 1 4 0,1-3-7 15,1 0 12-15,1-2 1 0,1 0-4 0,1 0 4 16,-4-3-3-16,9-1 14 0,1 0-1 0,3-3 5 16,2 0 4-16,1-3-13 0,3 11 2 0,3-6-6 15,1-6-7-15,4-3-4 0,4-4-1 0,2-3-2 16,2-1-14-16,3-2-1 0,-4 1-12 0,0-1 5 15,-5 0-21-15,-3 1-31 0,0-1-40 0,-1 1-9 16,-1-1-221-16</inkml:trace>
  <inkml:trace contextRef="#ctx0" brushRef="#br0" timeOffset="-173600.26">21576 15694 1075 0,'0'0'250'0,"-1"0"38"0,0 0-127 0,-2 0-79 16,0 0-63-16,-4 0-22 0,3 0-7 0,2 0 1 16,1 0-2-16,-1 0 6 0,0 3-3 0,1-1 2 15,-9 13-3-15,3 2-13 0,3 2 11 0,0 5-4 16,2 2 9-16,1 3 2 0,-1 1 7 0,0 5 1 0,-1 2 4 15,-2 0 9-15,-2 3 0 0,-1-2-3 16,-2-1 2-16,0 1-3 0,-2-1 9 0,0-2 3 0,-1-2 1 16,-1 0 2-16,0-3-2 0,0 1-2 0,0-3-2 15,2-1-14-15,1-2-5 0,3-4 2 0,2-2-3 16,0-4-3-16,2-3-4 0,0-3-9 0,2-4 3 16,-1 0-26-16,3-3-30 0,0-1 4 0,-1 2-13 15,0-1-3-15,0-1-13 0,1-1 3 0,0-1-2 16,0-12 38-16,1-16 15 0,1-3 13 0,2 1-3 0,2 1 14 15,-1-1 17-15,-1 0-10 0,0 2 13 0,-1 1 5 16,2 0-5-16,0-2 8 0,-2 1-7 0,-2-2 11 0,2 2 5 16,0-1 1-16,1-2 0 0,1 2-7 0,-1 3 7 15,1 0-9-15,0 6 8 0,1 1-6 0,-1 0 2 16,2 2 1-16,0 1-1 0,-1 3-7 0,1-1 12 16,0 4 2-16,1 0 4 0,-3 2 9 0,1 0 3 15,-2 2-4-15,5 3 3 0,1 0-1 0,0 2-2 16,1-5 0-16,-1 1-2 0,2 1-9 0,0 3-5 15,1 1-3-15,1 2 0 0,-2 1-17 0,-1 3 5 16,2 2-2-16,-4-4 1 0,0 15-11 0,-2 2 9 16,-3 0-5-16,-2 2 8 0,11 1-8 0,-5 1 1 15,-5 2 6-15,-3 0-2 0,-3 0-1 0,-3-4 9 16,-1 1-4-16,1-4 7 0,-1-3 2 0,-1 0-6 0,2-3-4 16,-1-1 2-16,0-1 0 0,1-3-8 0,1-1 6 15,1 0-7-15,0-1-3 0,2-2 2 0,0-1-3 16,2-2 4-16,0 0-2 0,-3 2-9 0,2-1 1 15,0 0-2-15,0 1 5 0,-1-2-2 0,1 0 6 0,0 0-4 16,1 0 4-16,0 1 3 0,0-1-2 0,0 1 2 16,1 1-4-16,0-1 4 0,2 0-4 0,2 2 5 15,5-3 4-15,2 5-3 0,1 0-3 0,1-2-1 16,-1 2-5-16,-3-1 3 0,2 0 5 0,-5 1-1 16,-2-1 6-16,2 3-6 0,-5-1 0 0,2 1-2 15,-3 0 2-15,5 1-3 0,0 3 1 0,-4 0-2 0,-2 2 0 16,-1 0 7-16,-5 0-2 0,-2 0 4 0,4 1-5 15,-13 0 6-15,-1 0 2 0,-2-1 0 0,-1-1 2 16,-1 1-1-16,-3-2 1 0,0-3 0 0,1 1 14 0,-2-3-4 16,0 0-1-16,0 0-1 0,-1 0-1 0,-1-3-3 15,3-3 4-15,-2 1-3 0,8-1 8 0,4 10-20 16,-1-4 2-16,6-4-6 0,-3 1 4 0,5-3-19 16,3-1 5-16,3 0-12 0,-1 0-15 0,1 0-32 15,1 0-2-15,0 0-10 0,-1 0-10 0,2-1-91 16,2 0-22-16,2-5-48 0,16-14-305 0</inkml:trace>
  <inkml:trace contextRef="#ctx0" brushRef="#br0" timeOffset="-173101.39">22252 16120 298 0,'-1'0'202'0,"0"0"-1"0,-5-1-5 16,-9-3-18-16,2 2-59 0,1 0-32 0,-1-1-14 16,1 1-9-16,0-1 0 0,1 1-22 0,4 1-4 15,0 0-4-15,2 0-1 0,0-1-16 0,2 2-1 16,1 0 0-16,0-1-2 0,0 0-13 0,-1 0 0 16,2 0 0-16,0 0 3 0,0-1 8 0,1 1 0 15,0 0 3-15,1 0-2 0,4 1 3 0,15-4 5 0,3 0-7 16,2 0 7-16,2 1-4 0,2-1 4 0,3 2 5 15,1 0-2-15,1 0 9 0,-1 0-10 0,-1-1 2 16,0 0-6-16,-2 1-10 0,1 0-3 0,-1 1-2 16,2-1 0-16,0-1 1 0,0 1 0 0,-2 0-3 15,-3-1 0-15,-2 2-5 0,-3 1-2 0,-3 0 0 0,-1 0-2 16,-3 0-3-16,-3 0-19 0,-3 0 7 0,-1 0-11 16,-4 0 1-16,-1 0-14 0,0 0-28 0,-2 0 6 15,4 0-88-15,-4 0 3 0,0 0-8 0,1 0-3 16,1 0-74-16</inkml:trace>
  <inkml:trace contextRef="#ctx0" brushRef="#br0" timeOffset="-172736.46">22798 15741 1448 0,'-2'0'167'0,"1"0"-167"16,-8 0 180-16,-4 0-81 0,2 0-56 0,4 0-20 15,-1 0-1-15,-1 0-7 0,4 0-8 0,1 0-6 16,3 0 2-16,0 0-3 0,-1 0-1 0,-1 1-10 16,1 1 5-16,1-1-5 0,0 0 13 0,0 0-9 15,1 2 4-15,0-1-6 0,0-1 10 0,4 6 1 16,0 0-2-16,12 0 1 0,3 3-2 0,-4-3 9 0,3 1-5 16,0-1 7-16,-2-1-9 0,3 2 7 0,-3-1-3 15,-2 3 4-15,2-2-7 0,-2 1 7 0,0-1-2 16,1-1 3-16,-1 2-5 0,-1-1-2 0,-1 0-1 15,2 0 0-15,-1 1-2 0,-2-5 1 0,-2 2 1 0,-2 1 1 16,0-2-4-16,-1 2 6 0,-1 0-3 0,-3 0 4 16,-1 0-4-16,0 0 7 0,5 1-3 0,1 7 3 15,-3-4 1-15,-3 5 1 0,-3 1-1 0,-3-1-1 16,-4 4-5-16,7 0 2 0,-16-2 1 0,-6 4-2 16,3-5-11-16,1 2-17 0,1 0-10 0,2-4-6 15,-1 0-72-15,5-2-84 0,1-1-38 0,6-3-33 16,4 1-310-16</inkml:trace>
  <inkml:trace contextRef="#ctx0" brushRef="#br0" timeOffset="-119274.85">23624 15690 56 0,'0'0'0'0,"-1"0"29"16,0 0 273-16,0 0-97 0,0 0 9 0,1 0-147 0,0 0-9 15,0-2-23-15,0 1-6 0,-2 0 1 0,2 0-8 16,0 0-9-16,0-1 4 0,0 1-6 0,0 0 15 15,-1 0 0-15,1 0 8 0,0 0-3 0,0-1 21 0,0 2-5 16,0 0-4-16,0 0 0 0,0 0-12 0,-1 0-4 16,0 0 3-16,0 0-6 0,0 0-11 0,-1 0 2 15,0 0-2-15,0 0 2 0,-1 0 4 0,-3 3-6 16,1-1-1-16,-1 2-3 0,-1 0-9 0,1 0 9 16,-1-3-5-16,0 7 6 0,0 1-8 0,-2 0 4 15,2 2-6-15,0-2 4 0,1 0-3 0,2 3-1 16,-2-1 0-16,0 2-1 0,0 1-2 0,0 0 4 15,0-1 3-15,0 3-1 0,-1 1-5 0,1 0 0 0,-1 6 0 16,2-2 1-16,-3-2-6 0,3-2 8 0,0 0-4 16,-1-3 7-16,3 4 4 0,0-2-14 0,0-1 5 15,-1-1-8-15,2-1 14 0,-1-2-4 0,1-2 4 16,-5 2-5-16,2-2 7 0,2 0-8 0,0-1 0 0,2 0-4 16,0 1 3-16,1 1-2 0,0-2 7 0,1-1-4 15,2 0 8-15,0 1-10 0,1 1-1 0,0-2-2 16,1 0 5-16,-3-1 3 0,9-1-2 0,1 1 1 15,1-2-5-15,1-1-3 0,-1 0 3 0,1 6-2 16,0-2 4-16,0-2 4 0,3-3 1 0,-1-2 1 16,3 0-4-16,2-2 4 0,1-2 1 0,1 0 2 15,-1-2 4-15,-4 1-11 0,-1-1 0 0,1-1-1 16,0 0 11-16,-1 0-8 0,2 0 4 0,-3 0-6 0,-1 1 5 16,1-1-3-16,-3 1 1 0,-2 1 0 0,-1 0 7 15,-3 0-7-15,1 0 4 0,-2 2-6 0,1-2 3 0,-3 4 2 16,1-5 2-16,-2 1 1 0,-2-1 8 0,2 3-10 15,-2 0 7-15,-1 2-6 0,2-1 11 0,1 0-4 16,-1-1-1-16,-1 1-1 0,0-1-7 0,0 1 2 16,1 0-2-16,-1-1 3 0,0 2 3 0,0 0-10 15,0 0 3-15,-1 0-4 0,0 0 9 0,0-1-10 16,0 1 2-16,0 0-2 0,0 1 4 0,0 0-5 16,0 0 1-16,0 0-2 0,0 0-3 0,0 1 2 15,0 0-2-15,0 1 3 0,-1-1 1 0,1 1 2 0,0 0 2 16,0 1 0-16,0 4-7 0,0-2 1 0,0-1-3 15,0 1 4-15,0-2 2 0,1 2 2 0,2 0 0 16,-2-2 0-16,1 1 2 0,-1-2-2 0,4 2 1 16,3-2-2-16,2-1 3 0,-1 0-3 0,0 7 1 15,3-1-2-15,0-3-2 0,-1-1-1 0,0-1 2 16,3-2-1-16,-3 0 1 0,1-1 1 0,0-2 0 0,-3 1 0 16,4-3 6-16,-4 2-4 0,2-2-5 0,2-1 2 15,-5 2-1-15,-1-1 0 0,0-1 4 0,-6 3-3 16,3-9 1-16,4 0-1 0,-2 1 1 0,-1 0 0 15,-2-2 4-15,0-1-4 0,-3-2 0 0,-2 2-1 16,-1 1 1-16,-3-1 2 0,0 0-2 0,-2 0 3 0,1 2-8 16,0 3 5-16,0 2 0 0,-6 0 2 0,-1-2 2 15,0 6-4-15,-2-1 2 0,2 2-2 0,0-7 0 16,-2 0 1-16,0 5-1 0,1 1 1 0,0 3-1 16,1 0 2-16,0 1-3 0,2 1 1 0,-1 0-3 0,2 0 5 15,2 1-4-15,-3 0 4 0,6 0-2 0,0-1-2 16,0 1-1-16,4 0-2 0,0-1-1 0,-1 1-3 15,1-1 0-15,0 0-2 0,0 1 0 0,-1 4-8 16,2-1 6-16,1 1-7 0,0-2 2 0,1 0-35 16,2 3 3-16,1-2-15 0,2 1-16 0,0 0-36 15,7-1-2-15,1-3-13 0,2 0-10 0,1 0-48 16,-1-2 1-16</inkml:trace>
  <inkml:trace contextRef="#ctx0" brushRef="#br0" timeOffset="-118740.7">24359 15874 565 0,'0'0'152'0,"0"0"-132"0,0 0 153 0,0 0-63 16,-1 0-69-16,0 0 3 0,0 0 2 0,0 0-2 16,-1-1-6-16,1 0-12 0,0 0 5 0,0-1-5 15,0 1 11-15,0 1-27 0,-1 0 8 0,2 0-13 16,0 0 7-16,0 0-6 0,0 0-5 0,0 0 1 0,-1 1-3 15,0 1 1-15,1 0 1 0,-1 7 1 0,0 9 7 16,-1 0-4-16,1 2 5 0,1 0-4 0,-1-5 8 16,0 4-5-16,1-3-3 0,0-1 1 0,0 1 3 15,0-7 1-15,0 2 3 0,0-2-3 0,0-1 1 0,0-1-1 16,0-1-2-16,0-3-1 0,0-1-8 0,0-1 3 16,0 2-3-16,0-1 2 0,0 0-2 0,0 1 4 15,0-2 5-15,0 0-4 0,0 0-3 0,0 0 4 16,0-1-3-16,0 0 4 0,0-1 2 0,0-1-8 15,0-3 4-15,2-11-6 0,2 0 3 0,1 0-2 16,0-6-1-16,0 4 1 0,1-3 3 0,0 0-7 16,0 3 5-16,0 0-6 0,0 4 7 0,-1 0 4 15,1 1-3-15,-1 3 2 0,1-1-4 0,-3 4-1 0,1 1-1 16,-2 1-1-16,1 1-6 0,-2 1 8 0,0 1 0 16,-1 1 3-16,1 1 6 0,3-3-6 0,-1 1-1 15,2 0-1-15,0 1 2 0,-1 1 2 0,2 0-1 16,1 1 1-16,-1 2 2 0,-1 1 1 0,1 0-1 0,-2 8-1 15,1 2-5-15,1 4-1 0,-1-3 2 0,-1 1-2 16,1-1-4-16,-1-3 3 0,0 2 0 0,0-4 1 16,-2-3-2-16,1 2 2 0,-2-2-4 0,2-3 3 15,2 3-11-15,0 0-10 0,-2-1-12 0,0-1 1 16,0 1-36-16,-2-4-22 0,0 1 6 0,2 1-14 16,-2-1-19-16,0-1-12 0,0 0-2 0,1 1-1 15,0-2 4-15,0 0-34 0</inkml:trace>
  <inkml:trace contextRef="#ctx0" brushRef="#br0" timeOffset="-118273.68">24699 15812 144 0,'0'-1'55'0,"0"-1"59"0,0 1-6 0,0-1-23 16,0 0 6-16,0-4-9 0,0 1 7 0,0 1-1 16,0 2-5-16,0 0 2 0,0 1-11 0,0-1-14 15,0 1 4-15,0-1-9 0,0 0-7 0,0-1-13 16,0 2-1-16,-1 0-2 0,0 0-6 0,1-1-8 15,0 1 2-15,0 0-4 0,0 0-2 0,0 0-8 16,0 0 4-16,0 1-4 0,0 0 4 0,0 0 1 16,0 1-6-16,0 0 5 0,0 0-10 0,1 1 4 0,-1 3-3 15,2 7 2-15,2 0-11 0,1 1 9 0,-1 1-1 16,3 2 3-16,0 2 4 0,-2 1-7 0,1-1 0 16,-1 2-1-16,-2 2 1 0,0-4-3 0,1 5 3 15,0-3-2-15,-1-3 2 0,2 2 0 0,-3-5 1 0,1-1-1 16,-1-2 3-16,0-3-3 0,1 2 4 0,-1-3-2 15,0-2 4-15,0 0-5 0,-1-1 0 0,-1-3-1 16,1 1-5-16,0 1 3 0,0-1 0 0,1 0 2 16,0 1 3-16,0-1-3 0,1 0 1 0,-1 0 0 15,0-1 0-15,-1 0 15 0,1 0-7 0,0-1 11 16,0 0-3-16,1-1-8 0,-1-1 4 0,6-13-5 16,2-5 5-16,-3-2-5 0,0 0 0 0,0-3-3 0,0-1-5 15,0-2 7-15,0 1-5 0,0 0 6 0,0 3-8 16,0 3-4-16,1 0 6 0,-1 3-3 0,1 2 8 0,-4 3-5 15,1 1-3-15,0 3-1 0,-1 1-6 0,1-1 7 16,-1 3-5-16,0-1 5 0,-3 3-14 0,5 1 0 16,0 1 2-16,-2 0-2 0,0-2-13 0,0 2-34 15,-1-1-18-15,1 2-8 0,1-1-83 0,-1 1-47 16,2 1-28-16</inkml:trace>
  <inkml:trace contextRef="#ctx0" brushRef="#br0" timeOffset="-117724.56">25128 16011 1140 0,'2'0'142'0,"-1"0"-171"0,0 0 154 0,-1 0-81 16,0 0-48-16,0 0 7 0,0 0-2 0,1-2 5 15,0 1-7-15,0 0-4 0,1-1 5 0,3-9-2 16,3-2 4-16,-1 3-13 0,-4 0-2 0,9-3-2 16,0 3 15-16,-4-3-1 0,-1 1 5 0,1-1-4 15,-1 0 8-15,-2 3 3 0,0-3 3 0,2 3 0 0,0-2 15 16,-3 3-4-16,-1 0 2 0,-1 0-1 0,-1 2 0 16,0 0-2-16,-1 1-4 0,0 0 0 0,0 2-13 0,0 0 2 15,0 1-7-15,0 0 5 0,0 2-9 0,-1-1 3 16,1 1-2-16,-6-4 1 0,-4-2-10 0,0 2 2 15,0 2-5-15,-3 0 3 0,2 2-2 0,1 1 14 16,-4 1-1-16,2 1 4 0,-1 0-5 0,-2 1 4 16,4 1 1-16,0 1 2 0,1-1-7 0,0 2 6 15,0 1-4-15,3-2 5 0,-1-2-14 0,-1 8 10 16,4 0-3-16,-4-3 6 0,5 1-1 0,0 0-4 16,2-1 3-16,1 1-4 0,-2-1-1 0,-3 1 3 15,2-2-2-15,0-1 4 0,2 2-4 0,1 0 3 0,-1 1-2 16,2 1 3-16,0-2-3 0,2 1-1 0,0 0-1 15,1 0 0-15,2 1 0 0,0-2 1 0,1 1 4 16,-5 2-2-16,9 1 2 0,1-2-4 0,1 1 0 16,0-1 0-16,0-2 4 0,0 0 3 0,0-1-4 0,-1-2 4 15,0 3-7-15,1-4-4 0,-1 1 0 0,3 0-1 16,1-1-1-16,4 0-4 0,0-2-6 0,2-1 0 16,-5 10-22-16,2-4-4 0,1-2 5 0,-5-4-6 15,4-1-4-15,-3 0-37 0,-1-2-4 0,1-1-14 16,-1 0-44-16,-1-1-94 0</inkml:trace>
  <inkml:trace contextRef="#ctx0" brushRef="#br0" timeOffset="-117256.33">25528 15837 1460 0,'0'0'59'0,"-1"0"3"0,0 0-25 16,0 0-13-16,-1 0-20 0,1 0-6 0,0 0-10 15,0 0 0-15,0 0-4 0,0 0 0 0,-1 0-18 16,1 1 5-16,0 0-10 0,1 0 0 0,0 0-5 0,0 2 13 16,0-1-8-16,0 3 33 0,0 2 11 0,0 3-3 15,0 0 8-15,0 0 2 0,0 1 7 0,0 2 4 16,0-1 1-16,0 0 16 0,0 0-1 0,0-1-4 15,0-1 1-15,0 3-7 0,0-3 2 0,0-1-7 0,0 1 3 16,0-3-11-16,0 2-11 0,0-1 12 0,0-1-11 16,0 2 6-16,0-7-9 0,0 0-4 0,0 1 0 15,0-1 1-15,0 0 15 0,0-1 4 0,0 1 2 16,0-1 6-16,0 0-18 0,0 0-4 0,0 0-3 16,-1-1-1-16,0 0 0 0,0-1 2 0,-1-1-3 15,0-8-4-15,-2-8 11 0,3 2-6 0,0-5 7 0,1 0-15 16,0-3 2-16,2 0 5 0,2 0-2 0,1 3 6 15,1 2-4-15,-1-1-3 0,1 4-1 0,1 1-5 16,-1 2 9-16,1 1-1 0,0 2 2 0,-2 2-5 0,6 0 1 16,2 2 1-16,-5 1-2 0,0 2-13 0,0 2 1 15,-5 0-2-15,5-5 1 0,-1 2-11 0,-1 2-34 16,3 1-2-16,-3 1-14 0,2 1-42 0,-2 0-36 16,1 1-11-16,4 4-12 0,-2-1-79 0</inkml:trace>
  <inkml:trace contextRef="#ctx0" brushRef="#br0" timeOffset="-116906.08">25939 15510 521 0,'0'-2'278'0,"0"1"31"0,-2 0-77 0,1 0-76 16,-1 0-59-16,0 0-29 0,0 1-26 0,-1-2-3 0,-1 1-7 15,2 0-11-15,0 0-9 0,-1 1 3 0,2 0-5 16,0 0-9-16,-1 0-1 0,-1 0-4 0,1 1 2 16,-1 0-5-16,2 2 1 0,-6 11 5 0,1 3-1 15,4-4 3-15,0 4 2 0,0 0-6 0,2-1 3 16,0 0 0-16,0 1 0 0,0-2 1 0,2 2 1 0,-1 1-2 16,1 1 7-16,-1-1-3 0,2 2 4 15,-1 3-13-15,0 3 2 0,0 3 3 0,-1 1 0 0,0 2 1 16,0 0 4-16,-1-1-6 0,0 0 4 0,0-2-6 0,0-2-1 15,0-2 2-15,0-2 0 0,0-4 8 0,0-2-11 16,0-1 0-16,0-2-6 0,0-1-16 0,0-2-12 16,0-3-1-16,0-1-7 0,0-2-33 0,0-2-88 15,0-1-28-15,0 0-27 0,0 0-162 0</inkml:trace>
  <inkml:trace contextRef="#ctx0" brushRef="#br0" timeOffset="-116288.75">25767 15904 1283 0,'-1'0'120'16,"-2"1"230"-16,-1-1-317 0,-1 0-24 0,3 0-8 0,-1 1-1 15,1-1-11-15,0 0-21 0,0 0 3 0,1 0-8 16,0 0 2-16,1 1 4 0,0 0-3 0,1-1 3 15,4 0-4-15,16-1 8 0,-1-2 1 0,-1-3 4 16,1-1 5-16,-1-2 17 0,1 1-2 0,0-1 6 16,-2-1-1-16,1 1 6 0,0 0-1 0,-2 0 3 15,0 0 5-15,1-1-5 0,1 1 5 0,3-2-6 0,-3 3 3 16,1 0-3-16,-3 0 1 0,-1 1-1 0,1-3-5 16,1 1 2-16,0 0-2 0,-1 0 3 0,-6 3 0 15,1-1-5-15,-3 1 2 0,-3 3-4 0,2-2-5 0,-4 3 15 16,-1 0-4-16,0 0 11 0,-1 1 14 0,-1 0 3 15,0 0 0-15,0 0-2 0,-1-1-16 0,0 1-10 16,0 0 2-16,-1 0-5 0,0 1 5 0,-7 0-2 16,-9 1 1-16,-1 4-2 0,-4 3 2 0,4 1 5 15,-1 2-4-15,3 0 3 0,5-8-10 0,3 9 5 16,0 0-7-16,4-1 4 0,0 0-15 0,2 0 4 16,-5-1-3-16,1 1 4 0,2-1-1 0,3 2 3 15,1-1 4-15,3-1-1 0,0 0 4 0,2-2-2 16,-2 1 1-16,10 1-1 0,-3-1 3 0,3 1 0 0,-2-5-5 15,3 5 2-15,1-4-6 0,-1 2 5 0,-3 4 1 16,2-6 2-16,-2 2 3 0,-2 0-2 0,2-3 2 16,-3 2-2-16,3 0 4 0,-3 1-6 0,3 2 0 0,-6-3-2 15,1 0 5-15,-1-3-5 0,-3 2 4 0,3 0-4 16,-4 0 1-16,0-1 7 0,-1-4-3 0,4 4 4 16,-4-4 1-16,2 2-2 0,1 2 3 0,-3-2-3 15,0 3 4-15,-1 0-7 0,-3 2 5 0,2-2-5 16,-16 0 10-16,-2 0-6 0,0-2-3 0,2-1 0 15,0 0-6-15,-1 0 1 0,3-1 0 0,2 1 2 16,1-1 0-16,3-1-18 0,2 5-2 0,1-1-8 16,-2-2-16-16,3 0-46 0,1-1-1 0,-2 0-22 0,5-2-58 15,0 0-262-15</inkml:trace>
  <inkml:trace contextRef="#ctx0" brushRef="#br0" timeOffset="-114504.64">26926 15623 114 0,'0'0'61'0,"0"0"0"0,0-2 56 16,0 1-10-16,0-1 5 0,0-3 4 0,-1-4-10 16,0-2-4-16,0-2-5 0,0 0-35 0,1-2-18 15,0-2-2-15,0 5-4 0,0-4-13 0,0 2 9 16,0 2-4-16,0-1 5 0,0 5-20 0,0 1 18 0,0 2-7 15,0 3 11-15,0 0 5 0,0-1-4 0,0 1 1 16,0 0-3-16,0 1-3 0,0-1-1 0,-2 1 0 16,1 0-1-16,0 0-9 0,0 0-4 0,0 1-3 15,0 0 0-15,-2 1-8 0,1 1-2 0,-2 13 2 16,-3 10-2-16,0 0 2 0,1 2-4 0,-1-1-2 0,1 0-1 16,1 0-9-16,-1-1 10 0,0 1-2 0,2-1 4 15,0 1-3-15,-1-3-5 0,0 3 6 0,3-1-6 16,-1 1 5-16,2 2 7 0,0-2-5 0,0 0 5 15,-13 0-13-15,6-3 3 0,4-1 0 0,3 0 3 16,1-4 6-16,0-2-7 0,0-3 1 0,1-2-6 0,-1-2 5 16,1-3-4-16,0-1 3 0,1-1-4 0,-1-1-7 15,0 0 1-15,-1-2-1 0,7 0 2 0,0 4-2 16,1 0 11-16,2-2-12 0,-1-2 12 0,3-1-16 16,1-3 9-16,0-4 1 0,1 3 0 0,0-19-6 0,1-1 6 15,1 1 1-15,-1-4 2 0,0 2 9 0,3-3-10 16,1 1 0-16,-2 0-4 0,2 0 9 0,-3-1-13 15,-3 1 6-15,0 0-8 0,0 0 16 0,0 1 0 16,-1 1 1-16,-1 2-3 0,-3 1-2 0,-1 1 6 16,-4 2 2-16,1 2 3 0,-3 2 5 0,7 3 8 15,-3 3-2-15,-3 2 5 0,0 3 8 0,-1 0-2 16,-1 1 2-16,0 1-3 0,0 0 0 0,0-1-8 16,-1 1 7-16,-1 0-7 0,1 0 4 0,0 1-7 15,0 0-8-15,0 1 2 0,-1 0-11 0,1 1 0 16,0 0 6-16,0 2-3 0,-5 10-2 0,-1 3 1 0,1 1 0 15,3 1 2-15,0 0-3 0,1 1 5 0,1 0-7 16,0 1 4-16,1-1-13 0,0 2 13 0,0-1-2 0,0 1 6 16,-2 1-10-16,1 1 4 0,0 0 2 0,-1 2 1 15,-1-3-3-15,1-3 4 0,0 1-4 0,0-4 4 16,2-2-4-16,-1 1 2 0,1-6-2 0,0-1 0 16,1 2-6-16,1-6 5 0,-1 2-2 0,0-1 2 15,0 0-6-15,0-2 1 0,-1-2-3 0,3 2 2 16,-1-2-1-16,3 1 1 0,1 1 1 0,-2-3 0 15,3 0 1-15,5-4-2 0,-1-1 5 0,2 2-5 16,0-21 0-16,0 1 0 0,2-2-5 0,-2 2 4 0,1 0-7 16,-1 2 4-16,-1 0 4 0,-2 3-2 0,1 2 5 15,-3 2 4-15,0 1-4 0,-1 2 4 0,-2 3 0 0,-2 2 4 16,0 3 1-16,-2 1-1 0,0 2-7 16,2-2 15-16,-1 0-11 0,0 0 12 0,-1 1-15 0,1 1-1 15,-1 0 6-15,0 1-4 0,0 2 6 0,0 4 4 16,0 8-4-16,-1-1 5 0,0 0-1 0,2-1-8 15,-2-1-1-15,1-1-1 0,0-1 1 0,0-3-1 16,2 0 2-16,-1-1-2 0,0-1 0 0,2 1 0 16,-2-1 0-16,-2-4-1 0,7 3 1 0,1-1 0 15,3-1 3-15,0 5-2 0,-1-2-1 0,3-2 0 16,-1-1-3-16,3-2 3 0,3-2 0 0,1-1 0 0,-1-2-1 16,1-1 0-16,-1-2-6 0,-4 1 4 0,1-2 2 15,2 7-1-15,-2-9 0 0,-2-2-3 0,1 1 4 16,-3 0-2-16,-1-1 10 0,-2 1-5 0,-1 0-2 15,-3-3 0-15,-2 4-2 0,3 0 6 0,-1 1 3 16,-3 0 0-16,5 3-7 0,-3 0 4 0,0 0-1 0,-2 2 3 16,-1 2 5-16,0-1-2 0,0 3 2 0,0-1-1 15,0 0 3-15,-1 0-5 0,-1 0 4 0,1 1-4 16,-1-1 1-16,-4 0 2 0,-7 0-9 0,-1 2 7 16,2 2-6-16,2 3 4 0,0 1-1 0,0 1 0 15,-1 9-3-15,-1-1 0 0,5 2 1 0,6-2-2 0,-1 1-5 16,-8-2-3-16,2 1 5 0,2-1-3 0,4 0 10 15,2-1-9-15,1 0 4 0,2 1-5 0,3-2-1 16,3 2 1-16,-7 0-4 0,11-3 4 0,3 0 0 16,2-2-12-16,0-3 6 0,2-1-8 0,2-1 2 0,-2-2-23 15,-1-1 4-15,2 11-12 0,-1-6-22 0,0-5-33 16,1-2-18-16,0-2-5 0,0-4-75 0,1-4-214 16</inkml:trace>
  <inkml:trace contextRef="#ctx0" brushRef="#br0" timeOffset="-114004.49">26712 15705 1208 0,'-1'0'41'0,"0"0"3"0,-1 0-3 16,-3 0-7-16,-3 0-10 0,3 0 1 0,1 0-15 16,-1 1 5-16,3-1-7 0,-2 1 4 0,0 0-9 15,1 1 2-15,1-2-4 0,1 0-1 0,0 0 2 16,-1 1-2-16,-1 0 3 0,2 0-3 0,0 0 13 0,1-1-2 15,0 0 9-15,0 0 11 0,1 0 0 0,0 0 0 16,2-1 0-16,7-2 7 0,7-3-14 0,-1 0 2 16,2-1-9-16,2 0-11 0,5-2-4 0,0 0 1 15,4 0-3-15,1-1-8 0,0 0-14 0,0 0-5 16,4 0-2-16,-1-2-23 0,5 0-87 0,1 0-33 0,3 2-38 16,5-1-288-16</inkml:trace>
  <inkml:trace contextRef="#ctx0" brushRef="#br0" timeOffset="-111201.66">28413 15552 630 0,'0'0'48'0,"0"0"-2"0,0 0 9 15,0-1 0-15,0 0-13 0,0-1-3 0,0 1-9 0,0-1 3 16,0 0-4-16,0-1 3 0,0 1-6 0,0 1 3 15,0-2-6-15,0-3-6 0,-1 1 3 0,1 1-6 16,-2-1 6-16,2 3-6 0,0 0 9 0,0-1 0 16,0 2 2-16,0 0 0 0,-2-3-3 0,0 2 8 15,-1 1-5-15,-5-5 7 0,0 1 9 0,-2 2-11 0,-1 0 11 16,-1 3-7-16,0 2-10 0,-2 1 3 0,0 3-6 16,-1 2-10-16,1 0-8 0,1-5 4 15,1 10-5-15,-1 1-1 0,0 0 2 0,-1-3-3 0,4 3 3 16,-1-3 1-16,1 2-4 0,2-1-1 0,-3-1 0 15,4-1 4-15,0 1-1 0,5 1 7 0,-2 1-6 16,3-1 1-16,-2-1-4 0,-3 2 2 0,2-1-2 16,3 1 5-16,-7-2-3 0,2 0 4 0,4 0-2 0,1-2 14 15,1 2-11-15,1-1 0 0,1 0-2 0,2-2-3 16,2 0 3-16,-1-1-1 0,9-2 2 0,3 1-6 16,-2-3-15-16,2 1 6 0,0-2-7 0,0-1 0 15,-1 10 4-15,2-3-15 0,-2-3 12 0,1-3-14 0,-2-1-5 16,0-1 2-16,1-1-8 0,0-1-31 0,2-3-48 15,-1-1-19-15,3-2-16 0,3-1-119 0</inkml:trace>
  <inkml:trace contextRef="#ctx0" brushRef="#br0" timeOffset="-110700.47">28721 15638 1379 0,'0'0'33'0,"-1"0"79"15,-1 0-109-15,1 0 5 0,-1 0-4 0,1 0 2 16,0 0-15-16,-1 0 5 0,1 0-6 0,0 0 4 16,0 0-13-16,0 0-1 0,0 0 1 0,-1 0 0 15,1 0 2-15,0 0 20 0,0 0 2 0,-2 0 7 16,-1 0 10-16,-6 0 20 0,-5 2-7 0,3 0 9 15,-2 3-16-15,-1 1 4 0,4 0 0 0,0 2 0 16,-1-7-11-16,1 11-8 0,4-1-3 0,-1-2-1 0,4-1-5 16,-1 1 2-16,0-2-6 0,1 0 3 0,2-1-8 15,1-2 5-15,1 1 4 0,0 0 1 0,0-2 3 16,0 1-2-16,1-2 0 0,1 0 0 0,2 1-5 0,9 4 3 16,0-2 4-16,4-3-1 0,0-2 4 0,0-1 5 15,1-3-7-15,-3 1 6 0,3-3-10 0,-4 1 6 16,0-1-2-16,-2 0 3 0,-1 0-6 0,-3 1 1 15,1 3-5-15,-1-8 4 0,0-1-6 0,-3 1-3 16,0-1 2-16,0-1-4 0,-2 2 2 0,0-2 4 16,-2-1-3-16,6 2 2 0,-1 1-6 0,-3-1-13 15,0 3 5-15,-2-3-5 0,-1 6 13 0,0-1-7 0,-1 0 5 16,-1 2-6-16,1 1 0 0,1 2 5 0,-2-1-7 16,-6-1 5-16,-2 1-17 0,-1 2-29 0,-1 2 4 15,-1 4-13-15,3-4-9 0,1 15-1 0,2-2-3 16,2-3 1-16,1-3-10 0,-1-2-8 0,1 0-13 15,3-1 1-15,1-2-55 0,0-2-7 0,3 0-24 0</inkml:trace>
  <inkml:trace contextRef="#ctx0" brushRef="#br0" timeOffset="-110416.08">29124 15337 1149 0,'0'0'55'0,"-1"0"0"16,0-1 14-16,0-1-3 0,-1 1-13 0,1 0-17 0,0 0-6 16,0 0-3-16,0 0 0 0,0-1-13 0,1 1-6 15,0 0-1-15,0 0 0 0,-2 1 0 0,1 0 4 16,1 0-1-16,0 0 4 0,0 1 8 0,0 0-12 16,0 2 4-16,0 7-6 0,1 8 9 0,1 4-12 15,-1 2 7-15,-1 0-9 0,0 1 1 0,0-4 1 16,0 4-5-16,0-4 5 0,0 1-12 0,0-2 7 15,0-1 1-15,0-2 3 0,0-4-4 0,0-2-4 16,0-1-2-16,0-2 1 0,0-1-11 0,0-1-34 16,1 0-1-16,-1-3-12 0,0 1-19 0,0-2-53 0,0-1-4 15,1 2-20-15,1-1-56 0</inkml:trace>
  <inkml:trace contextRef="#ctx0" brushRef="#br0" timeOffset="-110132.62">29364 15212 1333 0,'0'0'175'0,"0"0"-201"0,-1 0 196 0,0 0-100 16,-2 0-47-16,2 0-11 0,-6 4 2 0,2-2-3 0,0 3 7 16,0 3-6-16,0 10 1 0,0 0-4 0,1 2-4 15,0 3-8-15,2 0 3 0,-1 2-4 0,2 0 7 16,0-2-6-16,-12-2-1 0,5 0-1 0,4-2 12 15,2-1-8-15,2-4 1 0,0 0-6 0,0 1-5 0,1-3-3 16,0 5 4-16,1-7-4 0,0 2 8 0,-1-1-6 16,0-3-5-16,2 1-1 0,-2-1-21 0,1 0-35 15,1-1 3-15,-2-2-14 0,1 1-6 0,0-1-12 16,0-1 2-16,-1-2-5 0,-1-1 2 0,3 1-36 16,6 3 5-16,-2-1-17 0,1-2-8 0</inkml:trace>
  <inkml:trace contextRef="#ctx0" brushRef="#br0" timeOffset="-109183.4">29408 15648 271 0,'0'0'71'0,"0"0"-7"0,0 0 54 0,1-1-7 15,0 0-4-15,0 0-17 0,0 0-10 0,0-1-1 16,1 1-4-16,-1 0-4 0,0 0 2 0,0-1 4 16,-1 0-1-16,1 0 4 0,2-1-16 0,3-2 0 15,-2 0-7-15,3-4-12 0,0 1-12 0,2-1-1 16,1 2-4-16,-2-1-12 0,4-1-5 0,1-2 3 0,-1-2-3 16,0 0 2-16,1 3-11 0,-4-1-2 0,-1 0 0 15,2 3 0-15,-5-4 0 0,1 1 1 0,-3 4-1 16,4-3 2-16,-4 4-2 0,-2-1 8 0,3 3-7 15,0-1 4-15,-2 0 8 0,-1 3-6 0,0-1 8 16,0 1-3-16,1 0 1 0,-1-1-4 0,0 1 3 16,-1 0-2-16,0 0 2 0,0 1 2 0,-1 0-1 0,0 0-2 15,-2 0 6-15,1 1-8 0,-9 0 7 0,1 1-6 16,-2 4 1-16,1-1 0 0,2 2-1 0,2-5-3 16,0 12-5-16,1 0 6 0,2-1-6 0,0 0 8 15,1 0-8-15,-1 2 3 0,0 0-3 0,-1-2 9 0,-4 0-12 16,4-1 5-16,2 1-7 0,2-2-1 0,1-1 3 15,0 0-9-15,1-1 8 0,1 1-15 0,1-2 3 16,-1-3-1-16,-1-1 1 0,3 0 0 0,6 0-2 16,1-1 0-16,1-1-2 0,0 8 0 0,3-2 4 15,0-3 1-15,-1-2 0 0,2-2-4 0,0-1 5 16,0-1-1-16,2-2 3 0,-2 0-2 0,1-3 9 16,-2 0-5-16,1-2 6 0,0 1-4 0,-2 0 3 15,0-2 3-15,-1 8 0 0,-1-7-4 0,-3-3 4 0,-1 2 0 16,-1 1 3-16,-1-2 1 0,0 7 6 0,-2-2-1 15,-1 0 3-15,0 2 3 0,-1 1 2 0,0-1-5 16,2 0 4-16,-2-1-8 0,2-1 2 0,-2 1 0 16,-2 4 0-16,0-1 1 0,1-2 3 0,0-1 0 15,-1-1-1-15,0 1-9 0,0 3 5 0,0-1-4 0,0 2 4 16,0 0-1-16,0 0-3 0,-1-2 0 0,-1 1-2 16,-1 0 1-16,0-1-4 0,-3 0 5 0,-1 0-6 15,0 2-2-15,2 1 3 0,-1 0-2 0,0 1 2 16,3 1-1-16,-2 0-7 0,2 1 4 0,0 8-4 15,1 2 4-15,-7 1-5 0,2-1 0 0,2 0-1 16,1-1 5-16,2-1-2 0,1-1 5 0,1 0-4 16,0 1 2-16,1-2 0 0,0-1 3 0,2 0-1 0,-1-2 1 15,0 0-7-15,2-1 0 0,-2-1-2 0,0-1 2 16,6-1-9-16,2-1-4 0,5 8-1 0,1-3-10 16,1-2-19-16,2-4 3 0,2-2-7 0,-1-2 4 0,4-6 2 15,-1 0 5-15,-4 9-3 0,2-21 8 0,2 4 21 16,-6-5-3-16,2 0 10 0,-2-4 2 0,-6 0 16 15,0-2-6-15,-3 2 10 0,-2 4-7 0,0-1 14 16,1 3-5-16,-2 1 8 0,-2 1-14 0,8 3 14 16,-4 1-1-16,-4 0 5 0,0 5-5 0,-2 1 7 15,-1-1-4-15,0 3 6 0,0 0 1 0,0 1-5 16,0 0-1-16,0 0-1 0,0 0-5 0,-1 1 11 16,1 0-6-16,-1-1 7 0,1 2-11 0,0 1-1 0,0-1-4 15,0 3 1-15,0-1-2 0,0 1 4 0,0 0 4 16,0-2-1-16,-2 1 7 0,1-1-9 0,0 1 3 15,1 1-4-15,0 0 6 0,0 0-14 0,-1-1 4 16,0 1-7-16,1 0 2 0,-2 1-2 0,1 0 0 0,0 1 0 16,0 2 1-16,-3 11-3 0,-1 3 4 0,-1 3-4 15,0 2-4-15,0 0-1 0,1 0-3 0,-1 2 1 16,2-1 1-16,-2 0 1 0,1 1 1 0,4-1 0 16,0-2 2-16,1-4-7 0,0 0 2 0,0-5-5 15,0 2-2-15,1-2-1 0,0-3-2 0,1 3 1 16,0-4-9-16,-1-3-24 0,0 0 1 0,0 0-12 0,-1-4-26 15,0 2-14-15,1-1-4 0,0 0-1 0,1 1-2 16,-1-1-28-16,0-1-3 0,0 0-12 0,0 1-40 16,0-2-103-16</inkml:trace>
  <inkml:trace contextRef="#ctx0" brushRef="#br0" timeOffset="-108432.58">29851 15401 1013 0,'0'0'129'0,"0"0"257"0,-1 0-329 0,0 0-25 16,-1 0-8-16,2 0-5 0,0 0-27 0,0 0 6 0,0 2-4 15,2-1 5-15,-1-1-1 0,5 1-12 0,12 1 4 16,5-2-8-16,5 0-4 0,0-2 7 0,0-3 2 16,2-1 3-16,-2-1 12 0,1-1-1 0,2 0 0 15,-4 0 1-15,-2-1-1 0,-2 1 8 0,0 0-3 0,-3 1 2 16,1 0-9-16,-4 1 3 0,0 1-3 0,-1-1 3 15,0 0-2-15,-5 2 0 0,1 0 2 0,-4 2-3 16,1 0-1-16,-4 0 3 0,0 1 0 0,-2 1 3 16,-1-1-1-16,0 0 13 0,1 1-8 0,-1 0 10 15,-1 0-5-15,0 0 10 0,0 0 2 0,1 0 2 16,-1 0-4-16,0 0 8 0,0 0-5 0,-1 0 6 16,0 0-13-16,0 1-2 0,0 0-1 0,-1 0 1 15,0 1-7-15,0-1 1 0,-2 0-4 0,1 0 3 0,0 0-6 16,-4 4 1-16,2-3-4 0,1 1 1 0,-1 0 3 15,1 3-4-15,0 0 2 0,0 1-3 0,2 0-4 16,-4-1 8-16,1 0-3 0,1 0 5 0,-1 2-9 0,2-2 7 16,1 0-3-16,1-2 5 0,0 1-6 0,0 1 6 15,0-1 4-15,1 1 1 0,0-2-3 0,0-1 1 16,3 2 1-16,-3-2 0 0,4-1-9 0,2 1 2 16,-1 1-2-16,-1 0 4 0,3-1-2 0,-4 0 6 15,0-2-8-15,-2-1 7 0,0 0-7 0,0 0 8 16,0 0-4-16,0 0 4 0,1-1-11 0,-2-1 1 15,0 1-5-15,0-1 3 0,2-3-3 0,0-4 7 0,-1 1 2 16,0-1 0-16,-1 1-8 0,0 0-5 0,0 1 0 16,0-3-1-16,1 2 0 0,0 0-10 0,0 0-1 15,2 1-3-15,-1 0 8 0,2 0 6 0,-3 1 7 16,9 0-3-16,3 1 2 0,1 2 1 0,-3-1-2 0,2 3 3 16,-4 0 3-16,0-6-2 0,4 0 0 0,-4 4-1 15,3 2 5-15,-4 1 0 0,0 2-2 0,1 3 0 16,-3 1-3-16,1 5 8 0,-3 3 7 0,-2-1 0 15,3 1 8-15,-5-5-4 0,3 1-6 0,3-1 2 16,-5-5-6-16,1 0-5 0,-2-1 5 0,0-1-5 16,0 0 10-16,0 1 11 0,1-1 2 0,-1-1 2 15,0 0 7-15,0 0-17 0,0-1 3 0,0 0-8 16,1-1-7-16,-1 0 5 0,0-1-6 0,0-9 5 0,2-1-8 16,0 0 0-16,1 0 1 0,0 0-1 0,1 0-1 15,-1 3 1-15,0-2 1 0,0 3 1 0,-1 0 2 16,1 2-8-16,-2 1 3 0,2 0-5 0,-2 2 3 0,2-1-13 15,-1 2 2-15,3 1-6 0,-1-1-16 0,2-4-41 16,1 1-14-16,0 1-8 0,3 1-55 0,-2 1-87 16,2-1-21-16</inkml:trace>
  <inkml:trace contextRef="#ctx0" brushRef="#br0" timeOffset="-107581.8">31251 15126 863 0,'0'-1'241'15,"-1"0"30"-15,0 0-127 0,0 0-65 0,-1-2-70 16,0 1-6-16,-2-6-17 0,-1 4-1 0,1 1-7 15,1-2-9-15,-1 0-9 0,1-1 2 0,-1 2-5 16,0 0-3-16,0 1 9 0,-2-1 8 0,1 0 2 0,1 2 40 16,-2 0 20-16,0-3-6 0,-2-1 11 0,-2 1 8 15,0 2 20-15,-2-1-5 0,-2 3 6 0,2 1-24 0,-2 0-9 16,0 3-7-16,0 0-1 0,-1 3-17 0,4 0 6 16,0 1-3-16,1-6 0 0,0 10-11 0,1-2-9 15,3 3 0-15,0-2-3 0,4 2 11 0,-2-1 0 16,0-1 5-16,-5 2-5 0,2 0-4 0,4-2 8 15,0 2-4-15,3 0 5 0,0 1-6 0,2-1-10 16,1-1 5-16,2 2-6 0,1-1 11 0,1 0-1 16,-1-3-2-16,-4 1 2 0,6-3-3 0,-1-1 5 15,4 0 4-15,-4-3 0 0,4 2-3 0,0-4-1 16,-1 6 0-16,3 0 0 0,-3-3 0 0,1-2 8 16,1-1-5-16,-2-1 8 0,2-1-2 0,-1-1 1 0,0-3-5 15,1-1 2-15,0-1-10 0,0 6 5 16,-2-12-1-16,0-1 2 0,0 0-6 0,-2-1 2 0,1 3 1 15,-4 1 2-15,1-1 9 0,-2 3-5 0,-1-2 4 16,0 3-5-16,-2-1-2 0,1 2 11 0,-1 2-9 0,1 0 10 16,-1 2-6-16,0 0 14 0,0 1 2 0,2 0 2 15,-1-1-5-15,0 1-10 0,-1-1 0 0,1 2-4 16,-1 0-4-16,0 0-2 0,0 0 1 0,0 0-1 16,-1 1 1-16,0 0-7 0,0 1 4 0,0 1-2 15,0 2 4-15,-4 9-1 0,-1 1-2 0,1-1 1 16,1-2-2-16,-1 2 5 0,2-2 1 0,1-3 2 15,0 2-1-15,1-2-1 0,0-2-1 0,0 1 0 16,0-3-3-16,1 1-1 0,0 0 1 0,0-2-1 0,1 2 4 16,0-3-5-16,1 1 4 0,8 4-2 0,1-1 0 15,2-2 0-15,-1-1-1 0,2-3-1 0,0 0 0 0,0-3-1 16,1 0-3-16,1-4 3 0,-1-1 1 0,-1-2-5 16,-1 1 3-16,-6 5-3 0,0-9 8 0,1 0 0 15,-1 2-1-15,-1-1 0 0,-1 0 5 0,-4 2 3 16,5-1 0-16,-2 3 1 0,-1 1 1 0,-2 1 5 15,0 1 0-15,-1 2 1 0,1-1-2 0,-2 3-8 16,0 0 2-16,1-2-3 0,0 1 1 0,0 0-5 16,0 0-1-16,0 1-2 0,-1 0-1 0,0 1 2 15,0 1 2-15,0 0-1 0,0 6-2 0,0 11-10 16,0 1-2-16,0 0-4 0,0 1-4 0,0-1-25 0,0-1 2 16,0-1-12-16,0-3-16 0,2-2-8 0,-1-4-1 15,0-2-3-15,1 1-12 0,0-4-4 0,-1 0 0 16,1-1-1-16,5 3-6 0,4-2-34 0,0-3-5 15,1-1-20-15,1-2-110 0</inkml:trace>
  <inkml:trace contextRef="#ctx0" brushRef="#br0" timeOffset="-107248.92">31716 15123 501 0,'0'0'184'15,"0"0"1"-15,0-1-15 0,0-1-22 0,0 1-54 0,0 0-30 16,0 0 7-16,0 0-8 0,0 0 5 0,0-1-36 15,0 1-1-15,0 1-8 0,0 0 4 0,0 1-21 16,0 1 7-16,0 0-5 0,0 10 4 0,0 4-10 16,0 2 2-16,0-2 0 0,-1-1 1 0,0 2 3 0,-1-3 5 15,2 0-4-15,-1 0 6 0,0 0 1 0,0-2 0 16,1-1 7-16,0-2-7 0,0-2 0 0,0-1-6 16,0-1-5-16,0-3 2 0,0-1-7 0,0 0-4 15,0 2 8-15,0-1-4 0,0 1 31 0,0-1-15 16,0-1 3-16,0 0-8 0,1-1-8 0,0 0-4 15,0-1-4-15,1-1 2 0,3-9-6 0,4-4 9 16,0-3-4-16,-2 3 4 0,0 0-8 0,0 1 8 16,0 1-6-16,0 0 6 0,2-1-14 0,-2 2-8 0,0-1 6 15,0 1-7-15,0 1-4 0,-2 3-18 0,-1 1-7 16,0 2-4-16,-1 0-22 0,0 0-13 0,-1 0-10 16,1 1-4-16,0 0-57 0,-3 3-60 0,1 1 4 15</inkml:trace>
  <inkml:trace contextRef="#ctx0" brushRef="#br0" timeOffset="-106314.61">31888 15085 297 0,'0'0'49'15,"0"0"-2"-15,1 0 10 0,0 0-5 0,-1 0-10 16,0 0-11-16,1 0 24 0,0 0-4 0,0 1 12 16,1 0 12-16,-1 1-3 0,0-1 1 0,0 1-3 15,0 1 0-15,1 2-8 0,0 5-1 0,0 0-3 16,-2 0-2-16,0-3 0 0,1 2 5 0,-1-1-6 0,0 2-2 16,0-2-6-16,0-1-3 0,-1-1-1 0,0 0-18 15,0-1-9-15,1-3-2 0,0 0-1 0,0 0-6 16,0-1 9-16,-1 1 5 0,0 0 4 0,-1 1 25 15,1-1-11-15,0-1-6 0,0 0-1 0,0 1-19 0,1-1-12 16,0-1 5-16,0 0-8 0,0 0-2 0,1-1 3 16,0-1-3-16,0 0 3 0,2 0-12 0,-1-2 3 15,7-2 0-15,2 0 2 0,3 2-6 0,1-1 3 16,3 3 1-16,-2-1 3 0,0 2 10 0,0 0-8 16,-4-1 4-16,1-1-4 0,3 2 12 0,1 0-7 15,-1 0 3-15,3 0-4 0,-5-3 4 0,4 1-2 16,-2-2-3-16,0-1 1 0,0-1-1 0,-2 0-10 15,-1-1 9-15,0-1-10 0,-1-2 9 0,-4 0-2 0,-1 3 1 16,-3-4-1-16,-1 4 0 0,-1-3 1 0,7-1 1 16,-3 3 2-16,-2-3 2 0,0 1 2 0,-3-1 2 15,-1-1 2-15,0 5 10 0,0-1-6 0,-1 4-5 0,0 0 0 16,-2-1-5-16,1 2 1 0,1 2 0 0,-3 0 1 16,-5-4-2-16,2 1 0 0,-2 2 1 0,1 0-1 15,-1 2 5-15,-2 1 0 0,2 0-3 0,-2 1 2 16,2 2-2-16,1-1-2 0,-2 3 4 0,2-1-4 15,2 1 3-15,-1-3-2 0,-1 9 0 0,1 0 1 16,-1 0 3-16,3-1-3 0,1-1 0 0,2 1-1 16,-2-1-1-16,-3 2 1 0,3-3 1 0,-1 2 2 15,3-1 1-15,0-1 3 0,1-1-3 0,1-1 2 0,0-2-13 16,0-1 5-16,0 0 1 0,1 1 3 0,1-2 3 16,-2-1 1-16,7 5-7 0,3 0 6 0,2-1-9 15,1-2 7-15,0-1-3 0,2-2 6 0,0-3-5 0,3-1 3 16,0-2 1-16,1 0-2 0,-1-1-7 0,0 1 4 15,-2 0-1-15,0 0 2 0,0 0-5 0,-4 3 5 16,3-1-2-16,-3 2 3 0,-4 1-1 0,0-1-1 16,-3 2 5-16,5 0-4 0,-7 0 5 0,-1 2-4 15,8 3-3-15,-5 1 0 0,4 8-8 0,-2 2 11 16,-3-1-3-16,-3-3 8 0,-1-2-8 0,0-3-3 16,0 0 3-16,0-3-3 0,0 0 3 0,0-2 0 15,0-1-1-15,0 1 1 0,1 1-6 0,0-1 17 0,0 0-3 16,2 0 7-16,-1-1-13 0,0 0 4 0,7-1-4 15,6-1 2-15,-2-4-11 0,2-3-4 0,4 7-3 16,-4-17 2-16,9-1 0 0,-4-2-8 0,-4-2 3 16,2-4-6-16,-2 2-5 0,-4 0 10 0,0 2-2 0,-2-1 8 15,-1 1 16-15,-2 3-4 0,2 0 10 0,-3 2-7 16,-1 0 14-16,-2 2 8 0,-2 2-6 0,10-2 6 16,-4 2 2-16,-2-1-19 0,-2 0 9 0,0-1-11 15,-1 1 7-15,-1 0-5 0,1 1-4 0,0 0 2 16,-1 2-2-16,0 1 1 0,0 2 1 0,-1 1-3 15,0 2 1-15,0 1 2 0,0 0 3 0,0 3-1 16,0 1 0-16,0 0-3 0,1-2 1 0,0 1-1 0,1 0 5 16,-2-1 6-16,0 2-5 0,0 0 5 0,0 0-4 15,1 1 8-15,-1 0-5 0,0 1 4 0,0 1-15 0,2 14 1 16,-1 6-2-16,1 1 1 0,-2 2 2 0,0 0-7 16,2-2 5-16,0 1-6 0,1 3 2 0,0-4 2 15,1 5 0-15,0-4-1 0,2-3-6 0,1 2 2 16,-1-6-4-16,0 0 3 0,0-3-10 0,-1-5-31 15,-1 0-15-15,0-4-7 0,-1 0-62 0,0 0-17 16,-2-3-17-16,0 1-4 0,-1-2-102 0</inkml:trace>
  <inkml:trace contextRef="#ctx0" brushRef="#br0" timeOffset="-106113.45">32541 14776 1454 0,'0'0'80'0,"0"0"147"16,0 0-157-16,2-1-28 0,-1-1 5 0,0 1-14 16,1 0-2-16,9-5-3 0,15-4-1 0,-5 3 0 15,1 1-7-15,4 0-17 0,1 2 4 0,1 1-8 16,1-1-2-16,4 2-12 0,-1 1-6 0,3 0-2 16,8-2-25-16,-8 1-24 0,-1 0-34 0,2-2 1 15,-14 3-123-15,11-3-227 0</inkml:trace>
  <inkml:trace contextRef="#ctx0" brushRef="#br0" timeOffset="-105330.59">23440 16397 1038 0,'-1'0'48'0,"-1"0"79"0,1 0-66 15,-1-1 10-15,-5 0-5 0,-4 0 5 0,-1 0-31 0,2 0-10 16,-1 1 1-16,0 1-3 0,-2 1-4 0,0 2-8 16,0 1-5-16,-3 5 0 0,5-7-10 0,-1 16 6 15,0-2-4-15,9-1 3 0,-6 3-11 0,6-3 5 16,-1 4-5-16,0-2 6 0,2 3 1 0,-9-1-2 15,4 1 3-15,2-1-3 0,4 0 10 0,1 3 0 16,1-2 1-16,2 0-2 0,1 3 0 0,0 0 9 16,0 1-4-16,4 0 7 0,0-1 8 0,-1 1-2 0,-4-3 7 15,1 0-6-15,-2-1-5 0,-1-2 2 0,2 1-8 16,-2 0 5-16,-1-3-13 0,-1 3 6 0,-1-5-4 16,-2 3 4-16,-1 0-6 0,-1-3 0 0,-2 1 1 15,1-4-2-15,-1 0-8 0,5-1 0 0,-4-2-6 0,-2-1 3 16,-1-1-13-16,0-4-33 0,0-1-22 0,0-1-7 15,0 6-92-15,1-1-76 0,1-2-49 0</inkml:trace>
  <inkml:trace contextRef="#ctx0" brushRef="#br0" timeOffset="-104028.59">23033 16871 1557 0,'-1'0'91'0,"0"0"184"0,-1 0-252 0,1 0-17 16,0 0-8-16,0 0-2 0,0 0-20 0,1 2 13 15,0-1-1-15,1 0 5 0,1 0-3 0,12 1 4 16,7 0 0-16,5-2 2 0,3-3-3 0,1-1 0 16,1-2-7-16,-3-1 5 0,2-2-1 0,2-1 7 15,-2-1 4-15,0 2 1 0,-4-1 4 0,-4 2-6 16,1 0 0-16,-3 1-1 0,-4 1-4 0,-1 0 4 0,0 1 4 15,-5 2-1-15,0 1 4 0,-2-1 6 16,-2 2-6-16,-2 1 7 0,1 0-5 0,-1 0 10 0,-3 0-3 16,1 0 6-16,-1 0 2 0,1 0-4 0,-1 0-2 15,0 0-3-15,1 0-9 0,1 1 4 0,0 2-4 16,3-2 3-16,-2 9-4 0,-2 1-1 0,-1-2 2 0,6 2-3 16,-1-2 2-16,-1 1-4 0,-2-2 2 0,1 2-2 15,-2 0 14-15,0-1 2 0,1 1 3 0,-1-1-3 16,-1 1 5-16,0 0-2 0,-1 1 4 0,0-2-3 15,-1 0 1-15,0 0-10 0,-1-2-1 0,-1 1-3 16,2-2 3-16,0-3-4 0,0 1 5 0,1-3-5 16,0 0 1-16,-1 2 6 0,0-1-9 0,-1 0 6 15,1 1-13-15,0-2 6 0,0 0 1 0,0 0 0 16,-1-1-14-16,1 0-3 0,1-1-4 0,0-1 2 0,0-8 2 16,4-10 6-16,2-2-3 0,2 0 3 0,0 2 1 15,2 2-2-15,-1 0 7 0,-1 4-7 0,-7 1-1 0,12 3 6 16,-2 0-3-16,2 3 4 0,-7 0-4 0,2 1 3 15,1 0-4-15,0 3 4 0,1-2-1 0,1 2 2 16,-1-1-3-16,3 1 3 0,-1-1 5 0,0 2-9 16,1 1 8-16,-5-5-8 0,-1 1 10 0,0 1-6 15,-3 3 0-15,0-1-2 0,1 1 7 0,-4 1 3 16,3 0-1-16,-2 0 1 0,2 0 7 0,-2 0 2 16,-1 0-3-16,0 0 0 0,0 0-9 0,2 1 0 15,-1 0 4-15,-1 0-3 0,1 2 0 0,-2-2-2 0,1 9-3 16,-1 1 1-16,-1 2 2 0,-2 0-4 0,1 1 3 15,-2 0-5-15,1 0 4 0,-1-2 5 0,1 0-5 16,0-4 5-16,2-1-6 0,0-1-2 0,1-4 4 16,0 2-2-16,0-1 6 0,0 0-6 0,0 1 1 15,0-2-4-15,0-1 3 0,0 0 1 0,1 1-2 0,0-2 1 16,10 7-4-16,0-2 5 0,-1-3-2 0,1-1 3 16,-2-1-3-16,1 0-12 0,-2-1 10 0,0-1-11 15,0 0 11-15,-1-2-5 0,-2 2 0 0,0-1-1 16,-2 1 9-16,0 1 4 0,-2-4-3 0,5-2 3 15,-2-1-8-15,0 0 3 0,-1-1 4 0,0 0-1 16,-2 0 5-16,-1-1-5 0,0 1-1 0,0-1 0 0,0 2-1 16,0 0 0-16,-1 0 2 0,0 1-1 0,-1 0 0 15,1 1 0-15,0 0-3 0,1 1 1 0,0 0-2 16,0 0 1-16,0-1 0 0,0 0 0 0,1 0-3 0,0 0 7 16,3-1-3-16,-2 2 4 0,3-2-2 0,0 1-8 15,-1 2 9-15,5-2-6 0,-1 1 7 0,0 3 4 16,1-2-9-16,0 3 5 0,-2-1-6 0,0-1 5 15,-1 2 1-15,2-5 3 0,-2 3 5 0,0 0-10 16,2 1 10-16,0 1-10 0,2 0 9 0,-3 1-1 16,0 0-5-16,-3 0 4 0,-1 0-7 0,1 2 1 15,2 1 5-15,-1 1-1 0,2 8-2 0,-2 2 0 16,-2-1-3-16,2 0 2 0,-3 0-5 0,1-2 4 0,-1 1-3 16,0-1 3-16,4-3-4 0,-1-1 6 0,0 0-1 15,-3-2 4-15,2 0-8 0,-2-2 2 0,-1-1 0 16,0 1 1-16,-1-2 4 0,3 1-5 0,-1 1 0 15,0-1-2-15,1 0 5 0,-2 0-2 0,0-1-1 16,0 0-2-16,0 0-3 0,1-1 4 0,-1 0 0 0,0-1 1 16,0 0 7-16,0 0-8 0,-1-1 4 0,4-7-5 15,-1-3 2-15,1 2-3 0,-1-2-2 0,0-1 1 16,0 0 6-16,1 0-5 0,-1 1 5 0,2 3-6 16,0-1-3-16,2 0 7 0,-3 2-5 0,1-1 7 15,0 1 0-15,0 2-4 0,-4 2 2 0,6 0-4 16,-1 1 0-16,1-3-1 0,-1 2 5 0,2 1-3 15,1 0 9-15,-2 2-3 0,2 1 0 0,-4 0 0 0,0 1-1 16,1 2 4-16,-4-2 0 0,3 1 1 0,-4-2 3 16,2 1-5-16,0 3-3 0,1-2 1 0,-2 2 1 15,2-3-2-15,-1 1 0 0,-1-1-3 0,2 2-3 0,-1-1 7 16,1-1 3-16,0 0-1 0,-1 1-4 0,2-2-1 16,1 0 1-16,0 0 0 0,-1-2-1 0,2 0 1 15,-1 0-5-15,1-3 4 0,0 0-4 0,-1 2 1 16,-1 1 3-16,0-1 0 0,-2 1 0 0,0 1-3 15,0-1-5-15,0 1 1 0,0 0-1 0,1 1 3 16,-1 0 2-16,1 0-1 0,-1 1-13 0,2 2-39 16,-2-1-5-16,2 3-12 0,0 5-30 0,-1-2-29 15,1 0-11-15,1-3-7 0,1 0-47 0,0-1-72 0,3 0-26 16</inkml:trace>
  <inkml:trace contextRef="#ctx0" brushRef="#br0" timeOffset="-103293.91">24999 16642 616 0,'0'0'188'0,"0"0"-222"0,0 0 209 16,0 0-107-16,0 0-55 0,0 0 2 0,0 0-8 15,0 0 5-15,0-1-10 0,0 0 11 0,0 0-3 16,0-1 4-16,0 1-7 0,0-1 10 0,0-2-4 0,1-3 6 16,0-2 12-16,1 2 12 0,-1 0 7 15,1-4-1-15,-1 2 12 0,0 0-4 0,-1 2-5 0,0 0 0 16,0 1-13-16,0 1-5 0,0-7 5 0,-1 5-6 15,0 0-1-15,-1 0-3 0,1 4-7 0,-1 1 3 16,0-2-15-16,0 1 6 0,-3-2-2 0,-3-1 3 16,-1 2-5-16,-1 0 2 0,-1 3 4 0,-3 1-3 15,1 1 1-15,-1 4-4 0,-1 2-1 0,1 2 1 0,-2-3-6 16,1 11 1-16,0 0-3 0,0-1 3 0,-1-1-4 16,5-1 7-16,5 0-9 0,1-2 8 0,-2 0-6 15,2-3-5-15,-2 2 5 0,0-1-4 0,6 1 10 0,0-3-7 16,-3 3 0-16,-3-1-3 0,1 1-9 0,3-2 4 15,0 2 5-15,2-2-1 0,1-1 2 0,0 1-6 16,1-2-3-16,2-1 0 0,-1-1 3 0,0 0 4 16,0 0-2-16,9-2 2 0,2 0 0 0,3-1 2 15,-2 0 4-15,3 0-2 0,-1 8-2 0,1-2-3 16,3-2 3-16,-3-3 0 0,0-2 7 0,0-1-9 16,-1 0 1-16,0 0-4 0,0 0 7 0,-2 0 1 15,-1-1-3-15,0 1 0 0,-1 0-5 0,-2 0 3 0,0 0 3 16,-4 0 1-16,1 0 8 0,-3 0-14 0,4 0 5 15,2 0-8-15,-5 0-3 0,1 0-9 0,-2 0-11 16,-1 0-2-16,-1 0-71 0,2 0-33 0,-2 0-22 16,3 0-5-16,3 0-104 0</inkml:trace>
  <inkml:trace contextRef="#ctx0" brushRef="#br0" timeOffset="-102826.37">25329 16517 1670 0,'0'0'27'0,"-1"0"4"0,0 0-13 15,0 0-10-15,0 0-6 0,0 0-5 0,-1 0-8 16,1 0-1-16,0 0 0 0,0 0 0 0,0 0-8 15,1 0 10-15,0 0-9 0,0 0 15 0,0 0 11 16,0 0-8-16,0 0 9 0,0 2 2 0,0-1 16 16,0 0 4-16,0 0 1 0,0 1-1 0,-1 5-12 15,-4 9 4-15,-2 3-5 0,-3 2 14 0,1-2-6 16,0 3-3-16,-2-2-1 0,0 1-10 0,1-1-1 0,-1 0-2 16,2-1-1-16,-1 0-12 0,3-4 6 15,3-1-2-15,1-2 3 0,2 0-3 0,1-4-6 0,0-1 4 16,0-1-4-16,0-2-2 0,1 2 7 0,0-1 0 15,2 0 3-15,-1-1 4 0,9-1-2 0,0 0 1 16,0-1 0-16,2-1 7 0,0 8-4 0,0-3 2 0,0-1-1 16,2-1 1-16,0 0 1 0,1-1-2 0,-1-1 2 15,0-2-1-15,-1 0-8 0,0-2 1 0,-2 1-2 16,1-1 0-16,-2 0 1 0,-1-1-1 0,0 1 0 16,-3 1-4-16,-1 0-5 0,-2-1 0 0,1 1-1 15,-3 0-6-15,1 0-7 0,-2 1-1 0,0 0-2 0,0 0 1 16,2-1-21-16,-1-1 3 0,0 1-11 0,0-1-20 15,-1 0-39-15,0-1-11 0,-1 2-11 0,1-5-61 16,-1 1-112-16</inkml:trace>
  <inkml:trace contextRef="#ctx0" brushRef="#br0" timeOffset="-102543.66">25306 16680 1227 0,'0'0'133'0,"-1"0"-2"0,0 0-30 16,-1 0-4-16,1 0-54 0,0 0-20 0,0 0-20 0,0 0 1 15,0 0-4-15,-1 0 3 0,2 0-3 0,0 1 4 16,2 0-4-16,0 0 3 0,5 2 4 0,11 0-7 16,2-1 7-16,-2 0 0 0,1-2-3 0,0 0 0 15,0 0-1-15,-3 0 1 0,1 0-4 0,-2-2 3 0,-2 1-3 16,-1 1 1-16,-1-1 0 0,-1 1 2 0,0 0-3 15,-4 0-1-15,-1 0-8 0,0 0-2 0,-4 0-3 16,0 0-18-16,0 0-67 0,0 0 3 0,1 0-26 16,0 0-19-16,0 0-41 0,1 0-18 0</inkml:trace>
  <inkml:trace contextRef="#ctx0" brushRef="#br0" timeOffset="-102294.73">25277 16526 1604 0,'-2'0'111'0,"1"0"3"0,0 0-32 15,-1 0-18-15,0 0-35 0,-2 0-15 0,1 0-8 16,1 0 0-16,0 0-5 0,1 0-7 0,-1 0 7 16,2 0 0-16,0 0 4 0,2 0-4 0,-1 0 1 15,16-3-3-15,1 1 1 0,1 0-5 0,-3-1 1 16,0 2-3-16,-2 0 2 0,-1 0 2 0,-2 0-5 0,0 1 6 15,-2 0-7-15,3 0-6 0,-1 0-18 0,0 1-5 16,2 0-5-16,-2-1-32 0,1 0-111 0,3 0-2 16,4 0-48-16,1-1-114 0</inkml:trace>
  <inkml:trace contextRef="#ctx0" brushRef="#br0" timeOffset="-101006.8">26347 16353 790 0,'-2'0'56'0,"1"0"108"0,0-1-116 15,0-1 7-15,-1 1-3 0,-1 0 2 0,1 0-12 0,1 1-3 16,-4-1 5-16,1 1-3 0,-1-1 9 0,-1 1-13 16,0 0 0-16,-2 0-3 0,-1 0 5 0,2 0-10 15,-2 1 3-15,1 1-5 0,-2 2 11 0,0 0-9 16,-2 2 5-16,-1 1-6 0,-1 3-6 0,3-9-6 15,1 13-2-15,0 0-1 0,2-1-1 0,-4 3-6 16,2 1 1-16,-3 1-4 0,2 0-4 0,4 0-4 16,1 2 1-16,3-4 0 0,2 4 9 0,-2-4-3 15,2-2 4-15,0 0-4 0,0-1 2 0,0-1-4 0,-2-1-1 16,-4-1-1-16,1-1 7 0,3-1-5 0,0 1 0 16,3-1-2-16,0-1-1 0,0 0-5 0,2-1 8 15,-1-1-6-15,0-2 7 0,1 2 0 0,-1-3-2 0,1 1 0 16,3 0-10-16,3-2 6 0,-5 0 2 0,5 5 2 15,-4-3 4-15,4 1-5 0,1 0-4 0,2-2 1 16,1-1 5-16,-2-1 0 0,1 0 0 0,-2-1-2 16,-3-1-4-16,4-3 5 0,1-1 2 0,0 0-1 15,2-2 0-15,-3 7-4 0,1-12-1 0,-2 1-1 16,3-1 5-16,-1-1 0 0,-2 0 0 0,2-1 0 16,-3 1 1-16,-1 2-4 0,0 0 4 0,-2 5-5 0,0-2 7 15,-2 4 4-15,-1 4-1 0,1 0 2 0,-2 1-1 16,0 0 0-16,2-3 4 0,-1 2-2 0,0 0-5 15,1 1 1-15,-1 0-5 0,-1 1 3 0,0 0-8 0,0 2 9 16,3 7 1-16,-2 3 6 0,-1-1 12 0,-1 0-2 16,0-4-1-16,0 3-2 0,-1-3-12 0,0-2 3 15,0 0-2-15,1-3 3 0,0-1-9 0,0 1 3 16,0-1-1-16,0-1 3 0,-1 2 6 0,0-1-8 16,-1 0 9-16,2 1-8 0,0-2 3 0,0 0-1 15,0 0-6-15,0 0 3 0,0 1-5 0,0-2-1 16,0 0-1-16,2-2 2 0,-1 1 2 0,1-1-7 15,5-8 6-15,6-2-8 0,-1 1 7 0,-2-1-2 16,0 2 1-16,-2 3 0 0,0 0 3 0,-2 3 1 0,0-1 1 16,-1 2 0-16,-2 0 0 0,3 1 4 0,2 1 2 15,2 1 1-15,-4 1 1 0,2 3-6 0,-5-2-6 16,0 13 2-16,3 3-5 0,-5 1-11 0,4-2 15 16,-2-1-13-16,3-1 13 0,0-3-6 0,0-2-8 0,-2-3 3 15,-1-2-28-15,0-1-9 0,0-2-17 0,5 4 7 16,4 1-20-16,-2-4 30 0,2-1-3 0,-3-2 5 15,2-4-40-15,3-4-4 0,3 5 2 0,0-14-1 16,-5-2 13-16,-3-1 18 0,2-2-1 0,-5-4 10 16,4-1 25-16,-2-3 6 0,-1 0 1 0,1 0 1 15,-5 0 10-15,1 4 29 0,-3 1 13 0,11 5 6 16,-5 4 56-16,-4 2-6 0,0 2-1 0,-2 1-5 0,0 2-25 16,-1 1-3-16,0 2-5 0,0 1 1 0,0 0-7 15,0 4 7-15,0 0 5 0,0 0-1 0,0-2 4 0,0 1-25 16,0 0-3-16,0 1-8 0,0-1-13 0,0 1-2 15,0 1 0-15,0 0 0 0,0 1 7 0,0 8 0 16,0 14-4-16,0 4 2 0,0 1-3 16,0 2-7-16,0-1 3 0,0 1-6 0,0 1-9 0,-2-1-14 15,-3 0-5-15,0-1-6 0,2-2-50 0,-2-4-40 16,0-1-12-16,1-3-10 0,-1-2-46 0,1-5-84 16</inkml:trace>
  <inkml:trace contextRef="#ctx0" brushRef="#br0" timeOffset="-100526.21">26565 16571 1548 0,'0'0'79'0,"0"0"176"16,0 0-246-16,0 0-15 0,0 0 0 0,0 0-5 15,0 0 11-15,2 0-1 0,0 2 2 0,11 0-5 16,9 2-21-16,4-2 7 0,-1-2-11 0,5 0 11 15,-3-2-1-15,-1-3 3 0,-1-1 10 0,-2-1-5 16,-1-1 19-16,-4 2-4 0,2-1-2 0,-3 1 0 16,-1 1-2-16,-2 0 12 0,-1 2 7 0,-1-1 0 0,-4 1 9 15,2 1-12-15,-3-1-1 0,0 1-3 0,1 1-2 16,-2-1 0-16,0 1 0 0,-1 1 2 0,-3 0 8 16,1 0-2-16,1 0 6 0,0 0-3 0,-1 0 8 0,-2 0-3 15,2 1-2-15,-1 1 0 0,0 0-13 0,3 6 5 16,3 11-9-16,-3-3 7 0,-2 2-3 0,0 1-5 15,-2-4 1-15,0-1-2 0,-1-2-8 0,1-1 4 16,0-2-1-16,1-1 2 0,-1-1-2 0,1 0 9 16,1 0 0-16,-1-2 2 0,0 0-3 0,1-2 3 15,1 0-7-15,6-1 5 0,-4-1-4 0,1 0-1 16,0 5 3-16,-1-2-3 0,4 2 12 0,0-3-7 16,-1 0 6-16,2-1-8 0,-1-2 0 0,0 0 4 0,-3 0 2 15,-2 0 2-15,-3 0 11 0,0 0-11 0,3-2 8 16,-3 0-8-16,0 0 6 0,1 0-8 0,0-4 0 15,2-4-2-15,-1 0-8 0,-3-1-4 0,-1 0-6 16,-1-1 1-16,-2-1-9 0,-2-2-5 0,0 0 1 16,-4 0-3-16,1 1-11 0,2 3-31 0,-3-1-9 0,6 2-9 15,-6 2-56-15,-6-3-34 0,3 4-4 0,-3-2-21 16,1-2-139-16</inkml:trace>
  <inkml:trace contextRef="#ctx0" brushRef="#br0" timeOffset="-100292.67">26241 16272 1870 0,'0'0'214'0,"-1"0"-254"16,-1 0 232-16,0 0-121 0,-5-3-73 0,2 1 1 15,4 2-4-15,-1-1 2 0,-1 0-16 0,2-1-8 16,0 1 0-16,1 0-6 0,0 0-20 0,1 0-32 16,2 0-26-16,6-5-6 0,4 0-120 0,1 1-80 0,0 2-55 15</inkml:trace>
  <inkml:trace contextRef="#ctx0" brushRef="#br0" timeOffset="-99355.89">27807 16409 484 0,'0'0'89'0,"0"0"-2"16,-1 0-4-16,0-1 6 0,0 0-34 0,-1 0 4 0,1-1-11 15,0 1-1-15,0-1-1 0,1 1-1 0,-2-6-12 16,-1-1-3-16,2 2-2 0,-1-3-8 0,-1 1 8 15,1 1 3-15,0 0 2 0,-1 1 23 0,2 1-6 16,0 2 0-16,-1-1-4 0,-1 1-3 0,1 1-3 16,-9-2-3-16,2 2 0 0,-2 0-2 0,2-5-8 15,-2 2 2-15,0 0-5 0,0 2-5 0,-6 2-7 16,5 1 1-16,-1 1-4 0,-3 3-9 0,1 2-3 16,-1 2 3-16,0 2 0 0,1-3 5 0,3 11-6 15,0 2 1-15,2 0-2 0,0 3 3 0,5-2 5 0,-1 0-4 16,2-1 6-16,1-3 3 0,1-2-6 0,1-1 3 15,-8 0-5-15,3-2 1 0,4-4-3 0,1 1-1 16,1-3 0-16,0 0-1 0,1 0 5 0,0-2 3 16,1 0 0-16,1 0 3 0,-1-3 2 0,10 7-5 0,-3-3 4 15,3 0 0-15,0-3-2 0,2-2 4 0,0-1-5 16,2-3 1-16,3-2-6 0,-1-2 1 0,1 7-3 16,-1-19-1-16,-2 0-3 0,1 2 0 0,1 0-2 15,-3 3-1-15,-3-1 5 0,-3 2-1 0,-2 2 1 16,-1 2-1-16,-1 0 4 0,0 3 0 0,-3 1 2 15,-1 1-6-15,-1 4 8 0,1-1-1 0,2 0 7 0,-1-1 9 16,0 1-9-16,0 1 3 0,-1 0-5 0,0 1 4 16,0 1-3-16,0 1 2 0,6 17-3 0,-2 4 1 15,-1 4 2-15,-2-4-4 0,0 0 3 0,1 0-14 0,0-3 2 16,2-3-1-16,0-3 0 0,-1-1-10 0,0-4-25 16,1-1-7-16,-1-2-9 0,1-2-45 0,8-1-43 15,-1 5-2-15,-1-2-19 0,4-3-57 0,0-1-118 16</inkml:trace>
  <inkml:trace contextRef="#ctx0" brushRef="#br0" timeOffset="-98941.37">28192 16233 1662 0,'0'0'61'0,"0"0"0"0,0 0 7 0,-2 0-14 0,1 0-10 15,0 0-16-15,0 0-16 0,0 0 7 0,0 0-11 16,-1 0-1-16,1 0-10 0,0 0 1 0,0 0-4 16,0 1-3-16,0 1 4 0,-2 8 2 0,0 6 3 15,0 2 6-15,1 2-6 0,1 0 0 0,0 2-2 16,-1 3 2-16,2-2 6 0,0 4-5 0,0-1 6 16,0-3 0-16,0-2 6 0,0-1-1 0,3-1 1 15,-1-2-10-15,-1-1 7 0,0-4-1 0,1-3 2 0,-1-1-11 16,0-1-3-16,0-1-5 0,0-3 1 0,1 1 0 15,-1-2 3-15,-1-1 5 0,1 2-2 0,0-3-6 16,3 2 9-16,3 3-2 0,-4-4 6 0,2 0-4 0,2 0-2 16,-1-1 0-16,3-2 0 0,2-5 5 0,-2-1 4 15,3-17-3-15,-1 4 2 0,0-3-3 0,0-1-5 16,1-1 1-16,-1-1-2 0,0-2-3 0,0 6 4 16,0 1-1-16,0 4 1 0,-2 1-8 0,-2 4-6 15,-1 3 0-15,-1 3-1 0,0 1 10 0,-3 2-24 16,0 1 3-16,1 2-17 0,-1 0-55 0,0-1-28 15,3-1-13-15,-1 0-1 0,0 1-29 0,2 1-77 16,-1 1-20-16</inkml:trace>
  <inkml:trace contextRef="#ctx0" brushRef="#br0" timeOffset="-98591.77">28516 16379 130 0,'0'0'61'0,"0"0"-5"0,0 0 33 0,1 0 2 0,1 0-11 15,-1 0 8-15,0 0 24 0,0 0-8 0,0 0 12 16,0 0-11-16,1 0-14 0,-1 0 4 0,0 0-9 15,0 0-8-15,0 0-22 0,0 0-2 0,-1 0-8 16,0 0-9-16,0 0-2 0,0 1-5 0,0 0 1 16,0 0-12-16,-2 5-2 0,-5 13 4 0,-1 2-4 15,1-2-4-15,1-3-2 0,1 1-4 0,2-3 2 16,2-1 3-16,-1-4 1 0,2 2 5 0,0-4-2 0,2 0 17 16,-1-1-6-16,0-3 3 0,-1-2-5 0,3 3-9 15,10-2 6-15,1 8-6 0,1-3 6 0,0-4-7 16,0-1-5-16,0-2 5 0,-2-3-3 0,5-3 14 0,-6 0-16 15,0 1 3-15,-2-1-7 0,-2 1-2 0,-2 0 1 16,-2 3 1-16,-1-6 1 0,-2-2 1 0,6 0-2 16,-1-1-3-16,-2 2 2 0,-2-4 0 0,-1 0-8 15,-1 2 3-15,-2-2-4 0,-1 3-1 0,-2 0-3 16,-2-1 1-16,0 1-2 0,2 1 0 0,-7 2-10 16,3 1-1-16,-1 1-3 0,5 2-5 0,-5 0-25 15,4 2 1-15,-1 0-12 0,-2-6-33 0,3 3-59 16,0 2 0-16,3 2-22 0,-1 0-23 0,3 0-48 15,0 1-1-15</inkml:trace>
  <inkml:trace contextRef="#ctx0" brushRef="#br0" timeOffset="-98286.93">29089 16101 922 0,'0'0'154'0,"0"-1"282"15,-1 0-327-15,0-2-23 0,-1 0-7 0,-2-7-3 16,-2 0-23-16,1 3-1 0,3 2-5 0,-1 0 2 16,1 2-17-16,0-2-19 0,2 4 0 0,-2-1-7 0,1-1-5 15,0 1 13-15,0 1-8 0,0 0 10 0,0-1 5 16,-1 1-7-16,1 1 10 0,-1 0-10 0,0 1 4 16,0-1-2-16,-4 22-5 0,-1 2 4 0,0 2-5 15,2 0 0-15,0 1 0 0,4 2-2 0,-2 2-11 16,1-2-3-16,1 1 0 0,-2-3 0 0,2 3-3 0,-1-4-7 15,-13 3-3-15,6-4 0 0,6-5-10 0,0 4-23 16,3-6-9-16,0-2-9 0,0-2-55 0,0 0 6 16,0-2-12-16,0-1 7 0,0-2-35 0,0-4-47 15,0-1-8-15,0 0-24 0,0-2-130 0</inkml:trace>
  <inkml:trace contextRef="#ctx0" brushRef="#br0" timeOffset="-98070.46">28771 16310 1178 0,'0'0'159'15,"0"0"4"-15,0 0-92 0,0 0-25 0,0 0-70 16,0 0-57-16,0 0 14 0,2 0-3 0,-1 0 4 0,0 2-29 15,0-2-63-15,12 2-23 0,2 0-15 0,2-1-97 16</inkml:trace>
  <inkml:trace contextRef="#ctx0" brushRef="#br0" timeOffset="-97507.56">29285 16220 424 0,'0'0'86'0,"0"-1"128"0,-1 0-110 0,0-1-37 15,0 0 4-15,1 1-15 0,-4-9-1 0,2 2-10 16,0 0-3-16,-1 0-1 0,2 1-11 0,0-2-5 16,0 2 1-16,1 1 0 0,0 1 11 0,0 0 19 15,0 3 2-15,0-3 3 0,0 3 0 0,0-1 0 16,0 1-3-16,-2 1 4 0,2-1 7 0,0 1-14 16,0 0 0-16,0 0-7 0,0 0-18 0,0 0 1 15,-1-1 3-15,1 1-2 0,0 0 0 0,0 0-11 16,0 1-3-16,0 0-1 0,0 0-6 0,0 1-7 0,0 1 3 15,0 5-4-15,0 10 6 0,-1 2-8 0,1 1 0 16,-1 2-1-16,1-1 0 0,0 2-4 0,0-1 4 16,0 0-4-16,-1 1-5 0,1-2-13 0,0 1-4 15,0 0-4-15,0-3-39 0,0 0-29 0,0-2-12 16,0-5-3-16,0 1-27 0,0-6-60 0,0 1-15 0,0-3-27 16,0 0-157-16</inkml:trace>
  <inkml:trace contextRef="#ctx0" brushRef="#br0" timeOffset="-96487.4">29036 16357 847 0,'0'0'184'15,"0"0"2"-15,0 0-26 0,0 0-30 0,0 0-56 0,-1 0-55 16,1 0-9-16,0 0-1 0,0 0-2 0,1-1 2 16,0 0 2-16,5-1-4 0,15-4 3 0,2 0-6 15,1 1-2-15,6-1 6 0,1 1-5 0,-1-1-2 0,-4 1 5 16,0 0-1-16,-1-1 4 0,0 2-1 0,0-2 0 15,-3 1-3-15,0-1 3 0,2 1 5 0,-3 1 4 16,1-2 4-16,-3 1-1 0,-2 1 6 0,-2 0-12 16,-2 0-1-16,-1 1-2 0,0-1-4 0,-3 2 2 15,-6 1-2-15,1 0 1 0,-1 0-6 0,0-1 2 16,-1 2 3-16,3-1 0 0,-3 0 16 0,1 0 4 16,-2 0 1-16,0-1 1 0,0 1-3 0,0 0-11 15,-1 1 3-15,0 0-5 0,0 0-7 0,0 0 1 0,-1 0-5 16,0 0 5-16,-1 0 2 0,-4 0-9 0,-1 0 5 15,-6 1-5-15,1 2 1 0,-2 0 1 0,0 2-2 16,3-2 3-16,2 2 1 0,2-1-3 0,1-1-1 16,0 1 0-16,0-1 3 0,4-2 2 0,-1 1-5 15,2-2 3-15,-1 2-10 0,-1 0 6 0,3-1 1 0,-2 4 1 16,1-1 1-16,0-1-5 0,1 1 4 0,0-1-3 16,0 0 11-16,0 0-8 0,0-1 2 0,0 0-3 15,0-1 12-15,12 7-6 0,-2-2 0 0,2-1-2 16,0-3 4-16,-3-1-4 0,0-1 4 0,3 0-5 15,-4-1 2-15,4-3 2 0,-5 2 0 0,3-1 0 16,-1-2-1-16,-2 1 0 0,0 1-2 0,-3 2 3 16,-2-1-1-16,0 0-6 0,1 0 5 0,-1-1-5 15,0 2 3-15,1 0-1 0,-1 0-4 0,1 0 2 0,-2 0-2 16,0-1-8-16,0 1 4 0,0 0-3 0,2 0 6 0,-1 1 4 16,0 0-3-16,2 0 2 0,3 1-5 0,1 0 5 15,0 2-1-15,2-1 3 0,0 1-3 0,0 0 1 16,-2-1 0-16,0 0 1 0,-1 1 4 0,0-2-7 15,0 0 3-15,-2 0-5 0,-1-1 5 0,-1 2-1 16,1-1 1-16,-2-1-1 0,0 0 3 0,0 0-3 16,0 1-3-16,0 1 0 0,1 2 1 0,5 11 0 15,-1 5 5-15,-4 5-3 0,-3 2 0 0,0 1 5 16,-2-2-5-16,-3-3 7 0,2 0-3 0,-1-2-6 0,1-3 3 16,0-1-4-16,2-3 6 0,0-4-2 15,1-2 0-15,0-3-1 0,0-4-8 0,0 0-22 0,-1 1 3 16,1 1-5-16,-1-1 14 0,0-1 3 0,-1 0-4 15,1 1 2-15,0-1-7 0,-1-1 2 0,-1 0 5 16,1-1-2-16,0-1 18 0,-1 1-5 0,1-1 5 16,-3-5-5-16,-1-6-6 0,3 3 14 0,2 1-10 0,1-2 9 15,1 2-17-15,2 0 18 0,3-2-2 0,1 2 7 16,-1-1 1-16,13 1-2 0,0-2 1 0,0 2-3 16,1-2 1-16,0 3-2 0,1 0 0 0,3-3-2 15,0 2 1-15,1-2 5 0,2 1 5 0,-4-2-3 16,3 1 2-16,-2 0-5 0,-4-1-4 0,-2 0 2 15,-2 1 1-15,-1 1-1 0,-2 0-2 0,0 2 1 0,-3-1 1 16,-3 1 3-16,-1 1 7 0,-4-2-5 0,3 2 2 16,-1 1-5-16,1-1 4 0,-2 0-3 0,0-1 5 15,-2 1-11-15,-1 0 1 0,0-1-3 0,-1 2-1 0,-2 0 13 16,0-1 0-16,-1 2 6 0,-3 3-2 0,-7-1-5 16,2-5-7-16,-3 1 4 0,0 2-2 0,0 4-6 15,0 1 3-15,0 1-5 0,-2 4-1 0,1 1 12 16,1 1-1-16,3 0 7 0,1 0-7 0,3-4 3 15,2 5-2-15,3 0 2 0,2-1-9 0,-5 0 7 16,1 0-4-16,1 0 6 0,2 2-4 0,2-1-3 16,0-1 1-16,2 2-2 0,2-1-1 0,1-1 9 15,4 2-5-15,10-3 6 0,-1-1 0 0,3 0-3 16,1 1 1-16,0-1-3 0,5-2-4 0,2 1-13 0,-2-3 2 16,-3 13-9-16,2-6-19 0,-2-4-38 0,-1-3-7 15,-2-2-13-15,-1-3-52 0,-2 0-109 0,-1-2-62 16</inkml:trace>
  <inkml:trace contextRef="#ctx0" brushRef="#br0" timeOffset="-94838.17">13561 8468 256 0,'0'0'86'0,"0"0"-19"0,0 0 37 16,0 0 2-16,0 0-52 0,0 0-18 0,0 0 2 16,0 0 5-16,0 0-4 0,1 0-18 0,0 0 4 0,1 0-8 15,1 0 7-15,-1 0-10 0,1 0-2 0,0 0-2 16,2 0 1-16,1 0 6 0,-3 0 0 0,0 0 3 16,1 1-2-16,0 1 8 0,-3-2 4 0,1 1 4 15,4 7-2-15,2 7 1 0,-1 5 5 0,-3 1-5 0,-4 6 4 16,-2 4-19-16,-4 0 7 0,1 3-7 0,2-4 8 15,-2-2-3-15,2-3-13 0,2-4 6 0,1-3-9 16,0-3 8-16,3-2-3 0,-1-2 6 0,0-4-4 16,2-1 3-16,-2-3 0 0,11 7 0 0,7-2 1 15,0-5 5-15,6-3 8 0,2-8-9 0,4-6 6 16,4 7-16-16,6-24-1 0,2 0 0 0,7-9-1 16,1 1-9-16,1-3 0 0,-1 0-1 0,3 1 0 0,-4 0-6 15,5 1-19-15,2-1 0 0,9-3-8 0,0-3-26 16,3-7-40-16,-3-6-64 0,-6-2-6 0,0 1-338 0</inkml:trace>
  <inkml:trace contextRef="#ctx0" brushRef="#br0" timeOffset="-68781.97">2536 9696 437 0,'-1'0'0'15,"-1"0"0"-15,-3 0 21 0,-4 0 14 0,-3 2 1 0,3 2 4 16,-4 4-13-16,-3-7-21 0,4 18-18 0,-5-4 11 15,-1 2 56-15,0 5-29 0,0-1 34 0,0 3-44 16,1-2-7-16,4-1 1 0,-4 0 0 0,-3 1 0 16,9 0 9-16,-2-1 5 0,1 0-1 0,1 0 3 15,-1 2 6-15,2 0-16 0,0 1 10 0,5-1-12 16,1 2 0-16,2 0-6 0,-2 2-1 0,-10-1 0 0,7 3 4 16,6 0 0-16,2-2-1 0,6 2 1 0,1-5 0 15,3 1 1-15,-1-4 0 0,1-1 1 0,-6 0 4 16,15-2-3-16,1-2 5 0,0 0-4 0,1-2-2 0,2 0-5 15,-1-2 0-15,2-2-1 0,-2 0 3 0,0-2-5 16,2-1 0-16,-2-1-1 0,2-3-4 0,1 0 4 16,1 12-3-16,0-8 3 0,2-5-4 0,3-2-22 15,2-3-1-15,0-3-13 0,0-1-78 0,3-3-166 16</inkml:trace>
  <inkml:trace contextRef="#ctx0" brushRef="#br0" timeOffset="-68264.76">3037 9709 323 0,'-1'0'20'0,"0"0"3"0,0 0 45 16,0 0-26-16,0 0 1 0,-1 0-8 0,1 0 10 0,0 0-7 16,0 1 8-16,0 0-10 0,-2 0-7 0,2 0-2 15,0 2 0-15,-1 0 1 0,-3 7 6 0,0 2-18 16,2 0 5-16,-1 6-9 0,2 2 6 0,1 1-3 15,1 3 1-15,0 0-2 0,0 2-6 0,0 0 3 16,1 2-3-16,-1 1 4 0,1 1-2 0,-1-2 0 16,2 2 2-16,-1-2 0 0,1-3 14 0,0-1 9 15,-1-2-1-15,0-4 2 0,2-1-7 0,-1-2-7 16,2-1-4-16,-1-1 0 0,2 0-12 0,0-3 4 0,0-2 4 16,-1 0-1-16,10 0 1 0,-2-2 8 0,1-1 1 15,2-3 3-15,0-1 3 0,3 11-4 0,0-5-5 16,-3-3 3-16,5-3-6 0,0-2-5 0,-2-3 1 15,-1 1-3-15,-4-2 5 0,0 0-8 0,0-1 4 16,1 1-7-16,1-1-3 0,-2 1 6 0,0-1-9 0,-3 1 6 16,-2-1-14-16,-2 5-5 0,1-8-3 0,-2-2-3 15,-1 2-28-15,-3-2-63 0,1 1-5 0,3 3-24 16,0-2-43-16,-1 0-14 0,-3 1-1 0</inkml:trace>
  <inkml:trace contextRef="#ctx0" brushRef="#br0" timeOffset="-67998.74">3154 10011 793 0,'0'0'47'0,"0"0"-5"0,-1 0 51 15,-1-1-14-15,1 0 4 0,0-1-48 0,1 1-8 16,0 0 5-16,1-1-6 0,0-1 11 0,4-4-1 15,2-2-7-15,13-2 4 0,-1 1-19 0,3-1 4 16,1 1-1-16,-3-1 1 0,3 0-8 0,0-1 2 16,-1 2-7-16,3-2 4 0,-4 1-10 0,-1 1 4 15,1 1 0-15,-5-1 1 0,1 2-11 0,-3-1-13 0,-1-1-10 16,-1 2-5-16,-4-1-85 0,-2 2-53 0,-4 2-14 16,-1-1-16-16,3 1-108 0</inkml:trace>
  <inkml:trace contextRef="#ctx0" brushRef="#br0" timeOffset="-67748.72">3083 9588 1176 0,'-1'0'168'16,"0"-2"-211"-16,0 1 206 0,1 0-108 0,-4-8 7 0,2-1-29 15,2 2-3-15,1 0-8 0,4-3-12 0,2 1 3 16,3 0 1-16,13 0 0 0,5-1-5 0,3 2-8 16,0-1 1-16,5 2-2 0,-5 1 0 0,5-1 2 15,-2 2-4-15,-3 0 2 0,1 1-30 0,-5-1-50 16,-2 1-7-16,-2 2-21 0,-1 1-82 0,-6-9-145 16,1 4 1-16</inkml:trace>
  <inkml:trace contextRef="#ctx0" brushRef="#br0" timeOffset="-67265.51">2315 11249 698 0,'0'0'10'0,"0"0"-1"16,0 0-7-16,0 0 2 0,0 0-5 0,2 0 8 0,-1 0-2 15,1 0 6-15,9 0-4 0,5 0 23 0,3-2-2 16,0-2 13-16,-2 0-7 0,2-2 27 0,1-2 14 15,0-3-13-15,1-1 12 0,3 10-15 0,3-17-2 16,4-2 1-16,5-3-3 0,0 0-10 0,6-1-3 16,2-1-4-16,-3 0 0 0,5 3-14 0,-5-6 3 15,-3 0-1-15,1 0 0 0,-4-2-13 0,2 4-6 16,-1 2 0-16,2 2-1 0,2-1-5 0,0 3 0 0,4 0 2 16,-5 3 1-16,-2 3 5 0,-4 0-7 15,-10 3-1-15,3 1-1 0,-4 2 0 0,-2 2 4 0,-2 1-3 16,-5 3 2-16,-1-1-11 0,-5 3 3 0,-1 0 0 15,-3 0 1-15,-2 1-7 0,2-3-15 0,-1 1-8 16,-1-1-2-16,0 2-33 0,-1 0-47 0,0 0 9 16,-1 0-19-16,-1 1 30 0,-23 3 0 0,-2 4 7 0,-5 4-2 15,2 1 34-15,-7 2 4 0,1 1-1 0,-1 2-5 16,1-13-61-16</inkml:trace>
  <inkml:trace contextRef="#ctx0" brushRef="#br0" timeOffset="-66981.3">2154 11603 963 0,'-1'0'97'0,"0"0"-114"16,0 0 105-16,0 0-53 0,-1-1-23 0,1 0 2 15,1 0 1-15,1-1-2 0,2 1 1 0,24-13 8 16,7 0 3-16,6-1 0 0,5-3-11 0,2-1 0 15,1 17-2-15,0-20 2 0,0-2-8 0,3-3 5 16,3-2 0-16,4 0 4 0,2 1 5 0,1 1 8 16,1 4-6-16,-7-2 8 0,-3 0 3 0,-1 4-2 15,-4-2-2-15,2 3-2 0,3 1-6 0,-3 0-13 0,-1 3 6 16,-3 0-9-16,-4 2 1 0,-4 1 0 0,-3 1-6 16,-6 3 1-16,-1 1-5 0,-2-2-37 0,-3 2-35 15,0 0-7-15,1 0-168 0,-2 2-170 0</inkml:trace>
  <inkml:trace contextRef="#ctx0" brushRef="#br0" timeOffset="-65863.53">4198 9504 384 0,'-1'0'49'0,"0"0"5"0,0 0 54 16,-1 0-27-16,1 0 20 0,-1 0-34 0,1 0-1 16,-5-1 2-16,-1 0 1 0,1 0 12 0,0-2-18 15,0 1-4-15,-2-4-6 0,1-2-28 0,0-13 2 16,0-8-4-16,2-3 3 0,-1-8-9 0,3-11-15 0,-2-3 1 16,0-5-3-16,2 3 5 0,-3-1-2 0,0 3 3 15,-2-1-4-15,-2-2 4 0,0 1-1 0,-2-1 5 16,-2 2-3-16,0 0 12 0,1 1 14 0,-1 3-2 0,-2 5 6 15,2 5 4-15,1 2-18 0,0 5 2 0,4 1-8 16,0 2-9-16,-1-2-3 0,3 2-2 0,1 4 1 16,4 1 1-16,-1 0-5 0,1 3 2 0,-10 3-3 15,3-1-5-15,5 5 1 0,2 2-8 0,2 4 4 16,0 2-16-16,0-1-11 0,0 3-7 0,0 3-5 16,0-1-67-16,0 3-83 0,1-1-23 0,0-1-27 15,1 2-153-15</inkml:trace>
  <inkml:trace contextRef="#ctx0" brushRef="#br0" timeOffset="-65380.91">3657 8572 832 0,'0'0'63'0,"0"0"15"0,-1-2-25 0,0 1-36 15,0 0-1-15,1-1 3 0,0-1-11 0,1-2 0 16,5-8-5-16,2-3-3 0,-7-2-3 0,12-5 3 16,2-2-2-16,1 1 10 0,-6-6-8 0,3-1 0 15,0-3-3-15,-2-4 5 0,2-2 0 0,-3 0 4 0,-4-2-5 16,1 2-9-16,0 3 10 0,-2 0 1 0,0 2 6 15,-2 4-3-15,2-1 12 0,-4 1-7 0,14 2 13 16,-7 3 20-16,-3 0-7 0,-4 2 4 0,1 4-7 16,-1 1-9-16,0 1-5 0,-1 3-1 0,0 4-2 15,0 3-16-15,0 4 0 0,0 2-5 0,0 0 2 16,0-1-7-16,1 2-2 0,0 0-2 0,0 1-1 0,2 0-6 16,3 2 19-16,4 4-2 0,1 0 5 0,-1 13-11 15,1 1 10-15,0-1-5 0,-1 0 7 0,3-1-3 0,-2-1 5 16,0 1 1-16,2-3 2 0,0 1-6 15,1 0 7-15,0-1 1 0,1 1 1 0,-1 1-4 0,0-2 13 16,-2 0-6-16,1-1 9 0,-3-2-7 0,0-1 5 16,-2-2-2-16,0-1 2 0,0 1-10 0,-4-2 3 15,2 0-9-15,-4-1 7 0,-1-3-10 0,4 5-1 16,-4 2-1-16,3-2-3 0,-3 3-9 0,0-2-12 16,4 0-15-16,-4 1-10 0,1-1-149 0,0 3-256 15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41:58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1623 6292 10 0,'0'0'0'16,"0"0"27"-16,0-2 17 0,0 1 7 0,0 0 2 15,0 0-22-15,0 0-14 0,0-1-8 0,0 1 1 0,0 0-2 16,0 0 16-16,0 0-5 0,0 0 4 0,-1-1-5 16,-1 1 4-16,1 0-10 0,0 0 8 0,0 0-7 15,0 0 13-15,-2-1-12 0,2 2 5 0,-7-1-6 16,-1 0 5-16,0 1-3 0,0 1-4 0,1 0 1 16,-3 3-1-16,-1 1-11 0,2-1 6 0,-6 5-7 15,4-1 6-15,-1-7-4 0,-3 12 1 0,-1 3-1 16,-2 1 10-16,-2 0-10 0,3 3-1 0,0 0 0 15,3 2 3-15,-3 0-1 0,0 5 0 0,2 0-1 0,1 2 3 16,-3 1-4-16,6-2 6 0,-4-1-7 0,1-1-7 0,6 0 12 16,-2-1-8-16,4-3 10 0,1 0-5 0,1-4-1 15,2-1 0-15,-1 0-1 0,3-3 0 0,-9 1 1 16,4-2 2-16,1 1-2 0,3 1 6 0,0 0-5 16,2 0 3-16,0 3-4 0,3-1 4 0,0 5-2 15,2-1-1-15,2 2 0 0,0 3-2 0,2 1-1 16,2-1 3-16,2 0-1 0,0-1 12 0,-12 2-14 15,14 0 5-15,-4 2-8 0,7-2 5 0,0-2 6 16,2-2-4-16,3-2 7 0,-7-1-6 0,0 2-8 0,-5-1 4 16,2 0-6-16,3 1 12 0,-2 1-5 0,-1 0 5 15,-3 0-4-15,0 2 0 0,-2 2 1 0,0 3-1 16,-1 2 3-16,-1 1 7 0,0-1-1 0,1 1-8 0,-2-1 6 16,0-1-5-16,0 0 1 0,-1 1 2 0,0 0-3 15,0-3-4-15,-2 2 6 0,1-1 0 16,-2 2 3-16,0 1-3 0,15 0-2 0,-7 0 0 0,-6 1 0 15,-3-1 1-15,-1 2-2 0,-1-2 5 0,-4 4-4 16,-1-2 5-16,-1-1-5 0,-2-1-1 0,-2-2 0 16,-1-1 3-16,-1 2-5 0,-2 1 3 0,13-1-2 15,-18-1 11-15,0 2-14 0,-1-3 8 0,1-2-9 16,-1 1 8-16,-1 1-1 0,2-4-1 0,-2-2 1 0,1-1-6 16,-1-2 8-16,0 1-4 0,1-3 6 0,0 1-10 15,3-2 8-15,-2-2-8 0,2 0 7 0,-2-1-8 0,2 0 8 16,0-2-4-16,0-1 3 0,2-1-10 0,-3-1 9 15,1 1-1-15,-5-2 3 0,3-1-15 0,0-1 12 16,2-2-4-16,-4-1 6 0,5-1 3 0,1-1-8 16,2 0 6-16,9 3-5 0,-4 2 9 0,4-4 4 15,-2 0-4-15,2-1 3 0,1 0-8 0,4-2 4 16,-2 0-4-16,1 1 3 0,0-1-10 0,-1 0 8 16,2 0 1-16,0 0 2 0,0 0-2 0,1 0 4 15,0 0-1-15,1 0 1 0,0-1-13 0,3-1 10 16,12-2-9-16,1 0 8 0,-2 2-14 0,8 0 13 0,-1 0-2 15,-4 1 6-15,6 0-17 0,-8 1 10 0,1 1-5 16,3 2 7-16,-1 0-9 0,0 2 5 0,-2 1-2 16,2 1 4-16,-1 1 2 0,-2 0-4 0,3 4 4 15,0 0-5-15,0-10 4 0,-1 13-5 0,2 5 2 0,-2-2-3 16,0 2 11-16,-1 2-8 0,-1 2 4 0,2-1-5 16,-4 4-1-16,-2 3 4 0,-1-4-1 0,-3 2 5 15,0 0 4-15,-2-2-4 0,-1 3 1 0,-4 1-3 16,1 0 0-16,1 4-4 0,-2 2 4 0,2 4-2 15,15 4 10-15,-12 6-8 0,-5 1 0 0,-6 5-2 16,-2-3-6-16,-3 1 5 0,-1 1-2 0,-1 0 4 0,0 4 4 16,-1 5-6-16,0-1 1 0,0 3-2 0,1-4-4 15,1-5 5-15,1-4-3 0,3-6 3 0,0 0-4 0,1 2 7 16,1 2-2-16,0 3 5 0,-2 3-2 0,0 3-5 16,1 0 0-16,-1-3-2 0,3-1 5 0,-2-1-2 15,1 1 5-15,-1 7-4 0,0 4 5 0,-1 5-6 16,0 2 5-16,1-5-4 0,0-2 3 0,3-2 4 15,-1 2-10-15,2 5 7 0,2 1-5 0,-1 3 7 16,1-4-4-16,1-5 3 0,1-3-8 0,2-2 7 16,2 3 1-16,0 2 1 0,1 1-1 0,-1-2 6 15,-1-4 1-15,-1-6 1 0,1-2 5 0,1-1 5 16,-1 1-4-16,3 4 3 0,-1 3-13 0,-2 2-4 0,2-2 4 16,1-2-5-16,-1-7 0 0,2-2 5 0,3-4-4 15,0-2 5-15,-1 0 1 0,3-3-5 0,3 3 0 16,1-4-3-16,-1-2-1 0,1 1 4 0,-17-7 4 15,17-2-1-15,0 0-11 0,0-5 10 0,0-2-9 0,-3-3 11 16,0-2-2-16,1 1 3 0,-4-5 0 0,3 1 0 16,-4-3-1-16,3-1-6 0,-1-1 5 0,2-3-6 15,-3 0-5-15,1-1 7 0,0-3-9 0,1 0 7 16,1-1-14-16,-1 7-19 0,1-1-15 0,-1-6-10 16,4-2-122-16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42:11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25111 3264 330 0,'-1'0'0'16,"1"-2"11"-16,0 1 4 0,0 0 14 0,0 0 4 0,0 0-11 15,0-1-2-15,0 1-12 0,1-1-2 0,0 1 3 16,0 0 11-16,0-1-7 0,0 1 10 0,1 0-8 16,-2 0 22-16,0 0-3 0,0 0 1 0,0-1-1 15,0 1-2-15,0 0-17 0,0 0 8 0,-2 0-10 16,1-1 16-16,0 1 0 0,0 0-4 0,-3 0 3 15,-6-1 0-15,-2-1-8 0,-2 1 1 0,1 2-4 16,-1 0-5-16,-5 1-3 0,1 3 1 0,1 0-2 16,-3 3 0-16,0 2 0 0,-3 2-1 0,0 2 1 0,1-10-4 15,-4 15-1-15,2 2-1 0,-3 3 0 0,-1 1 7 0,1 5-8 16,-1-2 0-16,5 2-2 0,-1-2-1 0,1-6 5 16,1 4-1-16,0 0 2 0,5-1-5 0,2 3-1 15,0-3 2-15,2-3-1 0,-1 2 7 0,1-5-3 16,2 2 5-16,2-3-4 0,0-1 7 0,5 0 2 15,0-1-5-15,2 0 5 0,-8-1 5 0,4 2 3 16,4-2 6-16,2-1-5 0,2 1-4 0,3 0 11 16,3 1-5-16,-3-1 6 0,16 0-6 0,0-3-4 15,3-3-4-15,5 3 0 0,0-5-7 0,2 1 3 16,2 1 2-16,-4-5-1 0,0 6-12 0,-2-5 0 0,-4 1-2 16,-1-4 2-16,-2 3 12 0,-3 7-16 0,-1-3 6 15,-2-4-9-15,-3-1 4 0,0-1-3 0,-3-2-5 16,0 0 0-16,0-1-19 0,0-2-39 0,1-1-1 15,2-3-16-15,1 2-38 0,0-12-77 0,0 0 6 0,2 0-32 16,0 0-37-16</inkml:trace>
  <inkml:trace contextRef="#ctx0" brushRef="#br0" timeOffset="449.09">25538 3527 1157 0,'0'-1'2'0,"-2"0"28"0,0-6-4 0,-3-10 13 0,3 5-3 0,1 4-25 15,0 1 7-15,1 3-14 0,0 1-2 16,0 1-2-16,0-1 0 0,0 2 0 0,0-1 4 0,0-1-5 16,0 2 3-16,0 0-3 0,0 0 6 0,0 0-5 15,-2-1 0-15,1 1-1 0,0 0-3 0,0 0 8 16,0 0-4-16,-2 0 7 0,2 1 4 0,-9 0-7 15,-2 0 8-15,0 1-7 0,-1 1 9 0,-1 3-3 16,-1 1-5-16,-2 2 2 0,0 3-6 0,-1 0 4 16,0-5 0-16,0 9 0 0,-1 1-6 0,1 1 2 0,3 0-2 15,1 2 0-15,0-1-5 0,3 1 1 0,-5-3 0 16,6 0 1-16,4 1 4 0,-2-2 2 0,7 1 0 16,-3 0-2-16,0 1-5 0,1-2 5 0,1 3-1 15,0-1 2-15,-9 0-3 0,4 0 2 0,3-1-1 0,3 1 2 16,1-2-5-16,3 1 9 0,3 2 1 0,-1-4 3 15,2 1-8-15,2-2 7 0,-2-3-3 0,3 0 5 16,6 0-11-16,1-2 1 0,2 0 0 0,-4-2 4 16,3-2 3-16,0-2-3 0,-1 0 0 0,1-1-2 15,0 1-4-15,-2-1-9 0,0 9-3 0,2-3-2 16,-3-3-20-16,2-3-36 0,-3-1-3 0,4-1-11 16,-1-3-6-16,-1 0-17 0,0-3-3 0,0-2-9 0,-1 1-25 15,1-1 12-15,-3-1-19 0</inkml:trace>
  <inkml:trace contextRef="#ctx0" brushRef="#br0" timeOffset="783.47">25893 3728 1138 0,'-1'-1'-2'16,"-1"0"-22"-16,1-1 25 0,0 1-6 0,0 0-5 15,0 0 1-15,-1 0-3 0,1 0 4 0,0-1 6 0,0 2-3 16,1 0 6-16,0 0 0 0,0 2-1 0,0-1 0 16,0 0-1-16,1 0 3 0,0 0 0 0,0 0 6 15,1 1 18-15,0-1 18 0,3 1 0 0,8 4 5 16,1-2-4-16,1-2-15 0,3-2-4 0,1 0-3 15,0-1-12-15,3-2-7 0,0 0 1 0,2-2-4 16,-2 2-2-16,-2-1 0 0,0-1-8 0,2 1 2 16,-2 0-34-16,0 1-20 0,-3-1-13 0,-6 1-6 15,4-2-85-15,-3 0-139 0</inkml:trace>
  <inkml:trace contextRef="#ctx0" brushRef="#br0" timeOffset="1266.9">26988 3374 1325 0,'-2'-1'-12'16,"1"-1"-24"-16,0-2 35 0,0 0-8 0,0 2-3 15,-1 0-4-15,1-1-21 0,0 2-8 0,0 0 4 16,0 0-4-16,-2 1 18 0,-4 0-8 0,-6 2 8 16,-3 3-5-16,-2 2 32 0,1 0 11 0,-2-1 4 0,-1 0 1 15,-2 0 6-15,0-3 13 0,-1 1-3 0,-1-2 8 16,1 0 1-16,-3 0-11 0,4-2 2 0,-5 0-7 16,-2 0-8-16,3 1-1 0,-1 0-1 0,3 1 1 15,-1 2-6-15,3-1-2 0,-1 3-1 0,2 1 1 16,2 2-2-16,2 1-3 0,-1-3-3 0,4 12 0 15,-1 6-2-15,3 2-4 0,-2-1 9 0,3 1-7 0,2-1-3 16,-1-3 6-16,5 2-2 0,-1-5 4 0,2 0 8 16,2-1-7-16,-10-2-2 0,5 0 1 0,3 0 8 15,3 0-9-15,1 0 12 0,1-1-10 0,3-1 17 0,2 0-3 16,2 1-5-16,1-1 3 0,-5 0-1 0,12-2-4 16,1 0 0-16,3-1-2 0,1 0 3 0,0-5-7 15,4 0 5-15,4 0-6 0,2-4 10 0,5 4-13 16,-2 10 8-16,3-8-9 0,-1-5 2 0,-2-4 1 15,2-3-12-15,-6-1 5 0,2-3-39 0,-4-2-6 16,-1 0-11-16,0-2 2 0,-2-2-36 0,2 9-26 16,0-16-11-16,4-3-11 0,2 1-78 0</inkml:trace>
  <inkml:trace contextRef="#ctx0" brushRef="#br0" timeOffset="1583.73">27313 3373 1240 0,'0'-1'13'16,"-1"0"0"-16,0-1 8 0,0 1-6 0,0 0-1 0,-1 0-26 15,1 0 12-15,0-1-4 0,0 2 6 0,0 2-5 16,-1 0 2-16,0 11-3 0,-3 10 2 0,1 5-7 15,-1-1 1-15,-1 2 7 0,1 2-5 0,1-1 3 0,-1 2 6 16,-1-4-3-16,0-2 4 0,0-3-3 0,-1-1-5 16,1-2 4-16,1-2-3 0,-1 0 15 0,-1-1-7 15,1-2 1-15,0 0-4 0,0-1-2 0,0-2-1 16,1-3 3-16,0 0 0 0,1-4 8 0,2 0-18 16,0-2-9-16,1-1-4 0,0 0-30 0,0 1-83 15,0-1-21-15,0-1-35 0,-1 0-191 0</inkml:trace>
  <inkml:trace contextRef="#ctx0" brushRef="#br0" timeOffset="2200.69">27187 3296 915 0,'-1'-1'39'0,"0"0"76"15,1-1-82-15,0-6 0 0,2 2-3 0,2 0 1 16,3 1-12-16,13 0-9 0,4 2 7 0,-1 0-7 16,-2 2 4-16,2-12-6 0,-2 6-3 0,0 4 1 15,0 3-3-15,-2 2 4 0,0 3 0 0,-3 2 1 0,1 2-9 16,-6-8 7-16,-1 17-9 0,-7 0 9 0,-2 1-1 16,12 2-6-16,-7 0 10 0,-3 0-9 0,-5-1 18 15,-2-1-3-15,-3 0 0 0,-3-4-1 0,8 1-2 0,-13 0-1 16,-2-2-2-16,-2-1 0 0,2-4 6 15,-1-1-7-15,2-2 1 0,-1 1-5 0,2-2-3 0,3 3 4 16,0-1-5-16,5 0 3 0,-2 2-5 0,3-4-2 16,0 4 5-16,0-3-3 0,3-3 1 0,0-1 6 15,3 0-4-15,0-1 4 0,0 0-11 0,-2 1 7 16,1 1-1-16,0-1 3 0,-1 0 12 0,2 0-11 16,0-1 11-16,0 0-12 0,2 0 11 0,-1 0-9 15,1 0 6-15,6 1-5 0,5 0 12 0,-1 0-8 0,1 1-1 16,1 0-3-16,1 1-7 0,2 0 6 0,-1 1-7 15,2 2 8-15,1 1-5 0,0 1 3 0,1-1 1 16,2 1-2-16,-2 1-9 0,0-1 6 0,-4-1 3 16,-5-2 1-16,1 2-2 0,-5-3 5 0,2-2-8 15,-5 5 6-15,-2 0-2 0,4 0 1 0,-1 0 3 0,-3 1-2 16,-1 0 6-16,-1 2 0 0,-3-2-1 0,-4 2 0 16,-6-1-1-16,-12 0-5 0,-1 0 6 0,-2 1-5 15,2-2 3-15,-1 1 5 0,1-1-1 0,-1 2 3 16,0-2 12-16,0-1-9 0,-4 1 1 0,-2-5-3 15,-1 3 0-15,1-1-1 0,3-2 1 0,4 3-2 16,0-4-1-16,1 2-7 0,5 0 2 0,2-2-3 0,0 2-4 16,3-2 0-16,-1-1-1 0,5 0 0 0,0 3-4 15,1-4-2-15,-1 6-7 0,2-1 2 0,-1-3-23 16,2 0-33-16,1-2 0 0,0-1-17 0,0 0-47 0,1-1-63 16,0-2-11-16,1 1-32 0,-1-3-179 0</inkml:trace>
  <inkml:trace contextRef="#ctx0" brushRef="#br0" timeOffset="2667.16">24600 4499 1194 0,'-1'-1'60'16,"0"0"-47"-16,1 0 66 0,-5-10-26 0,2 3-24 0,3 6-8 16,0-2-9-16,0 2 3 0,1-1-11 0,28-4 3 15,5 2 5-15,8-1-3 0,0-1-1 0,3 3 0 16,-1-2-5-16,-3 2 3 0,3-1-10 0,1 0 4 16,2 2-2-16,4-2 2 0,0 1 0 0,-3 1 0 15,-2-1 2-15,-7 0-1 0,0 0 4 0,-5-1-5 16,-6 1 0-16,-2-2 0 0,-4 1 5 0,-4-1-7 15,-3 0 6-15,-2 2-7 0,-5-1 4 0,-1 1 0 16,-1 1-3-16,-3-1 1 0,-1 1-10 0,-1 0-7 16,2 0-12-16,-1-1 1 0,-1 2-47 0,-1 0-60 0,0 1-3 15,0-2-23-15,-1 1-42 0,-4-1-69 0</inkml:trace>
  <inkml:trace contextRef="#ctx0" brushRef="#br0" timeOffset="2902.01">24850 4578 290 0,'-2'0'51'15,"1"1"-7"-15,-9 3 34 0,-7 4 4 0,2-1-13 16,4-1-26-16,7-4-5 0,0 1 6 0,2 0-2 16,-1 2 20-16,2-1-1 0,0 0 3 0,1 0-3 15,1 0 0-15,0-1 7 0,18 9-2 0,6-4 4 16,3-5-11-16,3-3-5 0,4-4-8 0,7-3 4 0,3-3-11 16,7-2-4-16,1 1 0 0,-2 1-3 0,1 1-11 15,-4-1 0-15,-1 0-3 0,-2 0 3 0,-1 1-3 16,-2 2-7-16,-2 1-3 0,0 1-1 0,0 3-7 15,-5 0 3-15,-2 1-3 0,-3 1 2 0,-9 0-3 0,-4 0 2 16,-1 1 4-16,-7 0-2 0,0-1-10 0,-3 0-21 16,-2 0-6-16,-2 0-6 0,1 0-40 0,-1 0-154 15,-1-1-67-15</inkml:trace>
  <inkml:trace contextRef="#ctx0" brushRef="#br0" timeOffset="4803.13">13781 8530 268 0,'0'0'12'16,"0"0"8"-16,0 0 31 0,0 0 9 0,0 0-4 15,0 0-6-15,0 0-26 0,0 0-2 0,0 0 0 16,0 0-2-16,0 0 9 0,0 0-11 0,0 0 8 16,0 2-17-16,0-1 11 0,0 0-5 0,0 0 5 15,0 0-9-15,0 1 22 0,0-1-2 0,1 1 7 0,-1-1-7 16,2 9-6-16,-1-1 1 0,2 3-3 0,-1 0 0 0,-1 1-8 16,0 2 5-16,1 1-7 0,-1-2 5 0,0 4-11 15,-1-4 4-15,0 0-5 0,0 0 11 16,0-1 4-16,0-1-2 0,0-4 3 0,0 1 1 0,0-6-3 15,0 3-2-15,0-4 1 0,0 1 0 0,0 0 7 16,1 0 4-16,0-1 0 0,0 0 12 0,1-1-7 16,0 1 2-16,11 0-3 0,6-3-7 0,7-9-12 15,4 3-6-15,5-28-1 0,4-5-9 0,4-6-38 16,1 0-10-16,3-3-15 0,-1 0-86 0,1-6-216 16</inkml:trace>
  <inkml:trace contextRef="#ctx0" brushRef="#br0" timeOffset="8421.94">11668 8595 76 0,'0'0'4'16,"0"0"14"-16,0-1 24 0,0 0 7 0,0 0 7 16,0-1-9-16,0 1-13 0,0 0 4 0,0 0-3 15,1 0 11-15,0-2-9 0,0 1 0 0,-1 1-3 16,1-4-4-16,0-1 8 0,1 2-3 0,0-3 4 15,-1 1-5-15,0 0-13 0,0 0 5 0,1 0-6 0,-1 1 10 16,0 2-4-16,-1 0-1 0,1 0 2 0,-1 2 11 16,0-2 8-16,0 2 7 0,0 0-3 0,0 0-8 15,0-1-4-15,0-1-8 0,0 1 4 0,0-1-15 16,0 2 3-16,0 0-5 0,-1 0 3 0,0 0-11 0,0 0 4 16,-1-1 0-16,1 1 1 0,0 0-11 0,0 1 3 15,0 0-2-15,0 0 2 0,-1 0-8 0,1 0 4 16,0 1 0-16,0 0 2 0,0 1-2 0,0-1 3 15,-1 1-2-15,1 2 2 0,0 4-5 0,0 2 12 16,0 0-6-16,1 0 7 0,0 0-11 0,0 0 4 16,0 0 0-16,1-2 2 0,0 1 0 0,1 1 0 15,2-1 3-15,-1 0-2 0,1-2 4 0,-1 0-3 16,0-4 2-16,-2 0 0 0,5 0 5 0,0-2 5 0,1 2-4 16,0 2 3-16,1 0-14 0,2-1 0 0,-1-2 0 15,-1-1 2-15,2 0 4 0,-2-1-3 0,0-1 3 16,0-1-2-16,0-1 4 0,0 0-14 0,-1-2 7 15,0 2-8-15,-3-11 15 0,0 1-10 0,-1 0 4 16,-1 0-5-16,6 1 1 0,-1-1 5 0,-2 1-5 0,-3 1 4 16,-1-1-10-16,-1 1 5 0,0 2-3 0,-1-1 5 15,-1 2-3-15,-2 0 1 0,1 1 3 0,-1 1-2 16,0 0 6-16,-5 3-9 0,-3 0 0 0,2 2-2 16,-1-6-4-16,-1 1 4 0,-2 1-4 0,3 3 4 15,-2 2-1-15,0 0 1 0,0 1 6 0,1 3-4 16,-1 1-2-16,2-1 0 0,1 2 0 0,-4 2 0 0,7-3-2 15,0-4-3-15,0 10 5 0,-1-1-1 0,4 2 9 16,-3-1-3-16,3 0-8 0,-5 2 3 0,2-1-7 16,2 0 3-16,2-1 4 0,-1-1 0 0,0 1 4 15,3-2-5-15,0 1 1 0,1-3-3 0,1 1 2 0,0-2-1 16,2 1-1-16,0 0 0 0,1-1 1 0,-1-2 4 16,4 1 1-16,2-3 1 0,0 0 1 0,0 5 3 15,3 0-1-15,-1-4 2 0,1 0-5 0,-1-2-7 16,1-1 6-16,0-1-4 0,-3-2 10 0,1 1-4 15,-1-3-3-15,-1 0 1 0,2 0-6 0,-3 3 7 16,1-8-1-16,-2-2 4 0,0-1-5 0,0 0-5 16,-3 0 3-16,0 0-3 0,-1-1 5 0,6 2 2 15,-2 1-1-15,-2 0 1 0,-2 1-2 0,-1-1-1 0,-1 2 1 16,0 0 0-16,-2 1 3 0,-1 1-2 0,0 0-3 16,0 2 1-16,1 2-1 0,-7-1 0 0,-2-3 2 15,2 1-1-15,-2 2-9 0,1 1 7 0,-2 2-4 16,0 1 5-16,1 1-6 0,2 2 6 0,0 1-4 15,-1 2 4-15,1 1-2 0,2-4-2 0,1 7-1 0,4 0 1 16,-1 0 5-16,-3-3-1 0,2 0 0 0,0 0-3 16,3-1-3-16,1 0 4 0,0-1 3 0,0 1-1 15,1-3 1-15,0 1-1 0,2 0 0 0,-3-2 1 16,2 0-1-16,9 5 4 0,0 0-3 0,0-2 4 16,2-1-5-16,-1 0 3 0,-2-3-4 0,2 0 3 0,0-1-5 15,-2 0-1-15,2 0 3 0,-1 0-1 0,-2-1 5 16,-1 0-1-16,0-1-1 0,0-1 0 0,-3 1 6 15,0 0 0-15,0-1-1 0,-2 1 0 0,1-5-8 16,-2-4 2-16,6-1 6 0,0 0-2 0,-4-1 5 0,-1 0-8 16,-2 0 3-16,-1 1-3 0,-3-1 0 0,1 2 1 15,-3 0 1-15,2 2 1 0,-2 1 4 0,0 1-4 16,4 2-6-16,-8 2 2 0,-2-1-3 0,1 3 1 16,-2 0 7-16,-1-7-5 0,1 3 0 0,0 3 3 15,-2 2-2-15,1 1 3 0,0 1 0 0,-2 4-4 16,2 1-3-16,0 3-1 0,2-3 1 0,-2 8 6 15,0 1 1-15,1 2 0 0,1-1-9 0,5-2 9 0,2 1-7 16,1 0 8-16,2-2-16 0,-8-1 10 0,3 0-4 16,2-4 5-16,1 2 0 0,2-3-4 0,1-1-5 15,1 1-4-15,-1-4-29 0,1-1-45 0,-1-2-1 16,13 9-23-16,8-2-67 0,-2-6-200 0</inkml:trace>
  <inkml:trace contextRef="#ctx0" brushRef="#br0" timeOffset="9089.96">11844 8928 880 0,'-1'-1'20'0,"-2"0"2"0,1-1 32 15,-4 0-24-15,1 0 0 0,3 1-7 0,-1-2 2 0,1 3-11 16,1 0 3-16,0 0-5 0,-1-1 13 0,-1 0-25 16,1 0 8-16,0-1-14 0,0 1 17 0,1 0-11 15,0 1 4-15,0 0-6 0,0 1 11 0,0 0-1 16,-1 3 1-16,-3 12-1 0,0 1 3 0,1 1 2 15,2 0 4-15,0 1-2 0,0 1 0 0,1 1 0 16,1 1-1-16,0 0 2 0,0 0 14 0,0 1-14 16,0-1 9-16,0 0-12 0,0-3 5 0,0 2-9 15,0-2-1-15,0-1 0 0,0 2 8 0,0-5-15 0,0 1 8 16,0-1-9-16,0 0-5 0,1-3 3 0,1-3-4 16,-2-1 3-16,0-3-12 0,1 0-61 0,-1-2-5 15,0 0-25-15,0-2-85 0,1 1-33 0</inkml:trace>
  <inkml:trace contextRef="#ctx0" brushRef="#br0" timeOffset="9740.79">11858 8879 665 0,'0'0'153'0,"-1"0"47"15,0 0-53-15,-2 0-107 0,2 0 17 0,-2 0-17 16,1 0-10-16,0-2-5 0,0 2-2 0,-1 0-14 0,2 0-5 16,0 0 5-16,0 0-3 0,1 0 3 0,0 0 0 15,1 0 0-15,1 2-1 0,5-1-6 0,10 2-1 16,1 1-1-16,-1-1 3 0,2 1 5 0,0-1-9 16,-2 1 1-16,0-1-2 0,-4 1 9 0,-1-1 1 15,-3 1-6-15,3 2 3 0,-5-1-2 0,-2-2-3 16,0-1 6-16,1 8-5 0,0 0 16 0,-2 1-4 15,-2 1 7-15,-1 1-7 0,-1-1 7 0,-1 0-3 16,-2 3-2-16,-3-3-1 0,-1 1-3 0,-2 0-5 0,6-2 6 16,-7 1-5-16,0-3 7 0,2 1-9 0,4 0 3 15,-2-2-5-15,2-1 0 0,-2-2 0 0,2-1-3 16,-1-3 2-16,3 2 1 0,0-1 0 0,-1-1-1 16,2 1 1-16,-1 0 6 0,-1 1-6 0,1-1 7 0,0 0-7 15,1 1 5-15,-1-1-1 0,1-1-4 0,0 0 3 16,0 1-8-16,0-1 12 0,0 0-10 0,1 0 11 15,0 0-15-15,1 1 10 0,0-1 0 0,1 0 2 16,9 4-13-16,3 0 7 0,1 0-2 0,-3-1 4 16,3-1-1-16,-2 0-3 0,1 0 0 0,-1 1-2 15,-5-1 4-15,4 3 5 0,-6-4-5 0,1 3 4 16,0 0-1-16,-3-3-5 0,0 3 5 0,0 4-5 16,0 5 2-16,-3-3 3 0,8 2-2 0,-3-1 2 0,-3-2 2 15,-1 2 7-15,-2 1-5 0,-2-1 4 0,-1-1-4 16,-2-1 14-16,-1-1-2 0,-1 1 6 0,0-2-6 0,-7 1-3 15,-1 0 6-15,0-2-5 0,-2 1 5 0,2-1-8 16,0 0 2-16,-2-1-4 0,2 0 3 0,0-2-6 16,-1 1-1-16,4 1-1 0,1-2 6 0,-1-1-4 15,1 2-2-15,0-3-1 0,0 2-5 0,0-2 9 16,1 2 0-16,0-3 2 0,2 1-4 0,2-1-5 16,0 0 3-16,2 3-5 0,0-2-2 0,3-2-1 15,0 0-4-15,-1 3 1 0,-1-1-8 0,1-1-10 16,-1 0-13-16,2 1-1 0,0-1-56 0,0 0-39 0,0 0-28 15,1 0-9-15,0-1-149 0</inkml:trace>
  <inkml:trace contextRef="#ctx0" brushRef="#br0" timeOffset="11241.76">15002 10040 781 0,'-1'0'27'0,"0"0"-2"0,-1 0 48 15,1 0 0-15,-8-2 5 0,5 1-17 0,-2-1-26 16,0-1-2-16,2 2-6 0,-3-1-11 0,3 0 5 16,0 1-6-16,-2-1 6 0,5 2-15 0,-3-1 3 0,1 0-2 15,1 1 1-15,-3-2-4 0,3 2 5 0,-2-1 3 16,1 0 1-16,-1 1 7 0,-1-1 10 0,-2 0-7 16,1 1 7-16,0 0-11 0,-2 0-1 0,1 0 1 15,-1 0-1-15,-1 1 9 0,1 0-9 0,0 1 9 0,2 1-11 16,-1-1-7-16,3 0 5 0,0 1-11 0,-1-1 10 15,3-1-14-15,-2 2 8 0,3 1-4 0,0 2 4 16,-4 0-9-16,2 0-2 0,-1 1 5 0,1 0-2 16,1 1 0-16,-1-1 6 0,2 2-8 0,1-1 7 15,0-1-8-15,0 1 1 0,0-2 5 0,0 2-3 0,0-3 8 16,1 1-5-16,2 0 7 0,-2-4-6 16,1 3 6-16,-1-3 0 0,2 3-2 0,-2-3 3 15,2 1-4-15,4-1 7 0,2-1-9 0,-1 1 9 0,0 0-12 16,0 3 0-16,0 0 8 0,0-1-6 0,1-1 9 0,-1 0-9 15,0-1 4-15,2 0-5 0,-5-1 1 0,0 1 8 16,1-2-11-16,-2 0 8 0,1 0-5 0,-2 0 1 16,1 0 10-16,-2 0-7 0,0-2 1 0,2 0 3 15,-2 1-6-15,-1-5 6 0,0-2-10 0,5 0 7 16,0-2-7-16,-2 2 6 0,-2-1-6 0,0-2 4 16,-2 2-2-16,0-1 1 0,0 1-4 0,-1 1 6 15,-1-1 0-15,-2 2-1 0,2 1-7 0,-1 2 5 16,1-1-1-16,-8 1 4 0,-2 2-4 0,3 0 1 15,0 1-2-15,0-7 2 0,3 5-5 0,-3-2 2 0,-2 2 0 16,4 2 1-16,-2-1-2 0,2 2 1 0,-2 0-2 16,1 2 2-16,1-1 0 0,0 1 5 0,2 0 0 15,1 1 1-15,0-1-14 0,1 0 10 0,0 3-5 16,1 1 6-16,0 0-9 0,-3 0 3 0,1 0-2 0,0 1 4 16,1-1 0-16,1 1 1 0,0 1 0 0,0-2-1 15,2 0-1-15,0-2 0 0,0 1 0 0,0 1 1 16,2-1 2-16,-1 1 1 0,0-2-4 0,-1-3 2 15,1 2 0-15,-1-2-2 0,4 0 7 0,5 2-5 16,-2-2 3-16,2 6 5 0,2-1-8 0,-4-3 8 16,2-1-6-16,1 1-3 0,-2-2 3 0,-1-1-3 0,1 0 6 15,1 0-3-15,-2-1 5 0,0 0-4 0,-4-1 4 16,0 1-7-16,-2 1 1 0,0 0-1 0,3-2 8 16,-1 1-2-16,-1-6 4 0,2-1-4 0,2-1-4 15,-1 1-1-15,-2-1 0 0,-1-1 2 0,0 1 5 16,-2-1-8-16,0 2-1 0,0 0-2 0,0 0 12 0,-2 1-4 15,0 1-2-15,0 1-1 0,-2 0-2 0,3 3-5 16,-5 0 7-16,-2 0-5 0,-3-5 6 0,0 0-5 16,-1 3 1-16,0 1-3 0,0 2 1 0,3 1 0 15,-2 0 1-15,3 1 0 0,0 3 1 0,1-1-2 16,0 2 3-16,1-4-1 0,0 7 1 0,2 0 1 16,1-1-4-16,-1-3 4 0,0 2-6 0,1-2 1 0,1 0 0 15,1 0 2-15,0-1 7 0,1 1-5 0,0 0 2 16,0-1-4-16,0 1-4 0,0-1 8 0,0-1-2 15,0 0 5-15,1 0 2 0,-1-1-6 0,2 0 5 16,6 5-6-16,1-1-4 0,0 0 7 0,0-2-1 16,0 0 6-16,-2-2 3 0,0-1-11 0,-1 0 2 15,-1 0-4-15,5-1 7 0,-3-1 3 0,-4 1 0 0,1 0-1 16,-3 1-6-16,0 0 12 0,2-1-5 0,-1-3 6 16,3-3-12-16,-3 0 5 0,-1 0-1 0,-1 0 4 15,0-1 3-15,-1 1-9 0,-1 1 3 0,-2 0-5 16,3 2 2-16,-12 1-12 0,0-1-4 0,1 2-4 15,1 1-16-15,0-6-55 0,-3 0-6 0,0 1-28 16,-4 1-121-16</inkml:trace>
  <inkml:trace contextRef="#ctx0" brushRef="#br0" timeOffset="11808.75">13758 10485 1278 0,'-1'0'14'0,"0"0"2"0,-1-1-8 0,0 1-3 16,0 0-4-16,1 0 5 0,-1-1-5 0,-1-1 1 15,1 0-2-15,0 0-4 0,-1-2 0 0,1-2 4 0,-1 2-2 16,2-2-1-16,0 1 3 0,1 1-6 0,0-1 6 16,0 0-1-16,0 1 3 0,0 1 7 0,0 0-1 15,0 0 19-15,0 1 32 0,0-1-6 0,0 1 16 16,0 0 5-16,0-1-19 0,0 2 4 0,0 0-12 16,0 0-14-16,-1-1-16 0,0 1-1 0,0 0-5 15,-1 1-1-15,1 0-9 0,0 1 4 0,0 2-5 16,0 5 0-16,0 8-3 0,-1 2 2 0,2-2 0 0,0 1 6 15,0-2-8-15,2 0 1 0,0 0-3 0,0-4 3 16,1 2-1-16,0-1 0 0,1-1 0 0,0 2 6 16,1-3-3-16,-1 0 2 0,0-1-3 0,0-1 3 0,-1 0-1 15,2 1 1-15,0-2-1 0,-1 0-2 0,1 0 4 16,-4-2 1-16,5-1 3 0,4 2 6 0,-1-5 4 16,2 0-2-16,4 10 2 0,-1-5-11 0,5-1 5 15,-2-4 1-15,3-1 1 0,-1-3-3 0,1-1-10 16,1-2 1-16,-4 0-2 0,5-1 8 0,-3 0-4 15,1-1-3-15,-2 1 0 0,-7 2 1 0,2-1 0 16,-3 2 3-16,-1 1-3 0,1-1-1 0,-5 2-3 16,3-1 1-16,-3 0-2 0,0 1-11 0,0-1-11 0,-3 2-9 15,1 0-2-15,-1 0-37 0,0 0-10 0,2-2-3 16,-2-2-1-16,0-4-15 0,1-5-101 0,0 1 2 16,0-3-50-16,1-1-127 0</inkml:trace>
  <inkml:trace contextRef="#ctx0" brushRef="#br0" timeOffset="12125.78">13744 10447 1195 0,'-1'0'13'0,"0"0"8"0,0 0-6 0,0 0-22 16,-1 0 7-16,1 0-10 0,1 0 19 0,0 0 2 15,0 0-6-15,1 0 4 0,2 0 4 0,-1 0-4 16,10-2 1-16,1 1-2 0,0-2 0 0,2 1 9 16,-2 1 3-16,1-2 1 0,0 2 1 0,-2-1-14 15,1 0 6-15,-3-1-8 0,-4 2-1 0,4-1 1 16,-2 1-4-16,-1-1 4 0,2 0 3 0,-6 2-6 0,-2 0 3 15,1 0-5-15,1-1-10 0,-2 0-62 0,0 0-13 16,0-1-20-16,0 1-86 0,-1 0-178 0</inkml:trace>
  <inkml:trace contextRef="#ctx0" brushRef="#br0" timeOffset="12375.53">13705 10296 703 0,'0'0'241'0,"-1"0"67"16,0-2-113-16,0 1-153 0,0 0 2 0,0 0-35 0,-1 0 21 16,2 0-5-16,0-2 10 0,3-2-8 15,6-5 0-15,16-1-7 0,3 0 5 0,4 1-16 0,-2-2-13 16,8 3-5-16,-6-2-7 0,1 3-29 0,-3-1-31 15,-4 0-1-15,0 2-14 0,-5-1-30 0,1 2-137 16</inkml:trace>
  <inkml:trace contextRef="#ctx0" brushRef="#br0" timeOffset="14362.5">11885 15099 277 0,'0'0'16'0,"-1"0"-3"0,0 0 19 16,0 0 6-16,-1 0-3 0,0 0-2 0,0 0-7 16,0 0 2-16,0 0-4 0,-1 0 0 0,-1 0 25 15,2 0-11-15,-3 0 15 0,2-1-9 0,-1 0 7 16,0 0-3-16,1-2 3 0,-2 1-2 0,1-2 3 0,0 3 9 16,-1-3-5-16,1 0 9 0,-1-1-17 15,0 3-3-15,2-2-3 0,-1 1-7 0,3-1 2 16,-1 1-3-16,-1 2 2 0,1-2-9 0,0 1-16 0,-1 0-1 15,2-1-5-15,0 2-11 0,0 0 8 0,-1 0-3 16,2 0 5-16,0 1-2 0,0 0-2 0,2 1 2 16,0 0-2-16,5 5 8 0,8 7-10 0,1 7 5 0,1 2-5 15,2 2 7-15,-1-1-6 0,3 2-1 0,0-3-1 16,-3 1 3-16,3-2 2 0,-3 2-2 0,-2 0 4 16,3 0 4-16,-4 1 1 0,2-2 1 0,0 1-1 15,1 1-7-15,-3-3 8 0,0 1-5 0,-1-3 6 16,-2 0 1-16,0 0-2 0,-1-4 1 0,-2-1-4 15,2-1-2-15,-2-3 3 0,3-2-2 0,0-2 2 0,-1 0 3 16,1-3-9-16,0 1 4 0,-2-3-5 0,1 6 10 16,1-1-10-16,-2-3 5 0,4 0-6 0,-2-3 12 15,2-4-11-15,2-2 6 0,0-2-7 0,2-4 2 0,-3 6 0 16,1-11-1-16,-3-3 0 0,3 0 2 0,-1 0-2 16,0 0 1-16,-2 2-1 0,-2-1 4 0,3 1-7 15,-1 0 2-15,1 0-5 0,2 3 5 0,0 0 0 16,1 1 4-16,-1 1-3 0,0-1 2 0,-1 1 4 15,-1 1-11-15,1 1 8 0,0-1-6 0,0 4 1 16,-1 0 1-16,3 2 0 0,-1 0-1 0,1 3 0 16,0 2 5-16,1-11-3 0,0 5 4 0,0 3-2 15,0 3-3-15,0 1 0 0,2 2-1 0,-4 2-4 0,2 1 8 16,-1 2-6-16,-1 0 15 0,2 2-7 0,-2 1-5 16,-1 0 0-16,0-6-3 0,1 10 5 0,-2 0 1 15,-3 4 0-15,1-1-5 0,-4 0 1 0,0 0 1 16,0 0 1-16,-1-1-1 0,-2 4 1 0,-2-2-3 0,-2-1 4 15,2 0 5-15,6-4-5 0,-2 0 0 0,-3-5-2 16,-2-2 0-16,-1-3 1 0,-1 0 1 0,0 0-1 16,0 0 1-16,1-1-1 0,0 0 3 0,-1 0-3 15,0-1-1-15,0 0 1 0,0 0 0 0,2-1 1 16,-1-1 4-16,0-1-8 0,4-15-1 0,1-6-3 16,-1-6 4-16,1 1 4 0,0-2-2 0,0 1 2 15,0 2-6-15,0 4 5 0,0-1 0 0,1 3 2 0,0-1-9 16,2-1 8-16,2 1-4 0,2 0 7 0,-12-3 1 15,17-1-5-15,0 1 2 0,2 2-5 0,4-1-7 16,1 4 6-16,2 0 3 0,-3 4 0 0,3 2 5 0,0 1-5 16,-3 2-4-16,5 4 1 0,-4-1-4 0,1-6 7 15,0 6 0-15,-5 4 2 0,5 3-2 0,-4 1-6 16,3 2 3-16,1 4-3 0,0 2 9 0,1 3-7 16,0 0 4-16,2 3-5 0,3 2 10 0,1 1-1 15,1-16-1-15,-2 15-1 0,-2 0-11 0,2-1 12 16,-5-2-6-16,0-1 7 0,-2-2-7 0,-3 0 11 15,-2-2-4-15,2-2 6 0,0 0-11 0,-1-2 7 16,2 1-2-16,0-2 4 0,-1 0 1 0,0-1-8 16,2 12 10-16,4-4-8 0,-3-6 7 0,3-1-5 0,-1-3-2 15,-5 0 1-15,3-1 5 0,0-3-2 0,-4-1 2 16,0 1-1-16,0-2 4 0,-3-1-7 0,1 0-1 16,-4 0-1-16,-1 0-4 0,-2 0 1 0,-2-1 1 15,0 3 0-15,-1-2 2 0,-3 2-3 0,0 2-10 0,-2-6 2 16,-2-3-34-16,0 1-53 0,4 2-6 0,1-4-25 15,0-2-93-15</inkml:trace>
  <inkml:trace contextRef="#ctx0" brushRef="#br0" timeOffset="14911.62">12801 15842 813 0,'-1'0'28'0,"-1"0"37"16,-7 2 3-16,-1 0-21 0,-2 0 6 0,1 2-15 15,0 2-14-15,-1 1-8 0,-1-6 1 0,0 18-2 16,-1 1 9-16,1-1-9 0,-2 2 1 0,-1 0-3 15,0 0-7-15,2 3 16 0,0-2-7 0,-2-3 10 16,5-2-9-16,-1-1-2 0,0-1 5 0,-2 1-4 0,2 0 9 16,-1 0 8-16,4 1-3 0,4 1 6 15,-3 1-6-15,1 0 0 0,1 0-1 0,-1-1 1 0,4-2-9 16,0 0 2-16,-7 1-5 0,4-4 4 0,2 1-4 16,3-2-7-16,1 2 4 0,2-1-5 0,3 1 2 0,2-1 0 15,0-3-2-15,0 1 1 0,12 0-2 0,-2-3-2 16,4 2 3-16,1-1-3 0,-1 0 0 0,3-2-9 15,-3-1 4-15,1-1-4 0,1 1 4 0,-1-2-8 16,0 3-5-16,1-2-1 0,1 0-14 0,0-2-24 16,3 0-8-16,1-2-10 0,1 14-61 0,3-8-80 15,-1-7-8-15,4-6-41 0,-1-2-198 0</inkml:trace>
  <inkml:trace contextRef="#ctx0" brushRef="#br0" timeOffset="15297.59">13496 16054 1156 0,'-1'0'48'16,"-1"0"-3"-16,-16 0 45 0,6 0-19 0,-3 0 6 16,0-1-38-16,-1 1-15 0,-1 0 2 0,1 0-7 15,2 0-3-15,1 1 3 0,-1 1-4 0,0 1 1 0,1 0-20 16,0 2 7-16,0 0-2 0,0 1 5 0,0-1 0 15,1 1-1-15,-1 1-1 0,0 0-1 0,0 3-4 16,-1-8-3-16,-1 10 3 0,1 2-1 0,1 0 3 16,-1 3 3-16,4 0-1 0,-3 2 2 0,-1 1-2 15,5 1 0-15,0 0-3 0,3 2 1 0,5-1-1 0,-1-1-2 16,-11 3-1-16,7-2-2 0,3 2-1 0,5-4 7 16,0-3 1-16,4 1 1 0,0-4-9 0,1 1 3 15,-6 1 3-15,14-5 0 0,1 3 0 0,-2-4 5 16,1-1-4-16,0 0 5 0,-1-5-2 0,3 0 6 15,0-2-5-15,2 10 6 0,0-4-3 0,2-2 8 16,0-4-2-16,2-2 3 0,1-2-7 0,5-4-2 16,4-2 1-16,-3-2-1 0,-6-1-2 0,2-2-1 0,-4 10-2 15,0-13 0-15,6 0-9 0,-4-3-38 0,0 1-18 16,-2-4-15-16,-1-2-132 0</inkml:trace>
  <inkml:trace contextRef="#ctx0" brushRef="#br0" timeOffset="19465.25">15837 10038 96 0,'0'0'0'0,"0"-1"7"16,0 0 70-16,0 0-23 0,0-1-1 0,0 1-38 0,0 0-1 16,0 0 1-16,0 0 12 0,0-1-3 0,0 1 13 15,0 0-2-15,0 0-14 0,0 0 9 0,0 0-8 0,0-1 7 16,0 1 9-16,0 0-3 0,0 0 16 16,0 0-14-16,0 0 7 0,-1-1-8 0,0 1 9 0,0-1-9 15,0-1 4-15,-1 1-5 0,1 0-4 0,0 1-4 16,0-2-5-16,0 2 3 0,0 0 3 0,-1 0-3 15,1 0 0-15,0-1-1 0,0 1-7 0,0 0-2 16,0 0 2-16,-1 0-2 0,1-1 4 0,0 2-10 16,-1 0-1-16,-1 0-3 0,1 2 3 0,0-1-3 15,-3 1 0-15,3-1-1 0,-1 8 3 0,1 1-8 16,1 1 4-16,0-2-4 0,-7 1 10 0,3-1-5 0,1-1-1 16,1 2-2-16,0-2-4 0,1 0 12 0,1 1-2 15,-1 0 6-15,1-1-5 0,1-1-1 0,0 0 6 16,0 0-4-16,0-1 0 0,0 0 5 0,0-1-5 15,0-1 6-15,0 1-5 0,0-1 1 0,1 0 1 16,1 1 0-16,-2-4-8 0,1 1 10 0,0 1-7 0,1-1 9 16,1-1-8-16,1 2 3 0,2-1-3 0,-1-1 2 15,1 0-6-15,-1-1 12 0,2-1 0 0,0 0 2 16,-5 0-6-16,3-2-10 0,-2 2 2 0,-2-10-4 16,4 1 17-16,2 0-13 0,-1-1 6 0,-2 3-9 15,-2 1-1-15,0-3 7 0,1 2-4 0,-3 0 6 0,0 0 0 16,0 1-8-16,-2 1 5 0,0 0-6 0,1 2 1 15,-3 0 7-15,3 1-8 0,-8 2 6 0,1-5-6 16,-3 0 0-16,2 2 0 0,-1 1-1 0,1 2-6 0,2 1 5 16,0 0 1-16,0 0 0 0,-3 2 0 0,2 2 1 15,0-1 0-15,1 2 0 0,0 0 6 0,2-3-5 16,0 9 1-16,1-3-2 0,0 3-4 0,2 0 0 16,-1 0 0-16,2 1 2 0,0 2 10 0,-6-4-8 15,0 2 0-15,2 0-3 0,3-2 6 0,1 1-7 16,1-3 8-16,0 3-7 0,0-5 12 0,0-2-5 15,1 1-3-15,-1-2 1 0,2 1 1 0,-1-1 2 16,2-1 5-16,-1 0-2 0,3 1 5 0,3 1-6 16,0 0-2-16,-1-3-2 0,-1-1-4 0,1 0 9 15,-1 0-7-15,2-1 9 0,-2-1-6 0,0-1 5 0,-2 1 3 16,-2 1-2-16,0-5-7 0,-1-4 9 0,3 2-7 16,-2-2 8-16,5 0-10 0,-2 1 6 0,-1-3-8 15,-2 1 7-15,-2 3-9 0,0-1 6 0,0 2 0 0,-1 0 2 16,-2 0 0-16,1 1-3 0,-1 0 2 0,0 1-3 15,1 2-1-15,1-1 7 0,-6 2-3 0,-2-1 2 16,4 2-11-16,-3-5 5 0,3 3 1 0,0 0 2 16,-1 1-5-16,2 1-3 0,0 1 2 0,0 0-1 15,1 0 1-15,-1 0-3 0,2 1-2 0,-1 0 2 16,1 5 4-16,1 8-1 0,-10 3 2 0,4-1-1 16,3 1-2-16,1-4-1 0,2-1 0 0,1-1 1 15,0 0 10-15,1-1-9 0,2-2 2 0,0 3-4 0,1-4 3 16,-2-2 0-16,3 2-1 0,-3-4 1 0,7 0 2 15,2 0 0-15,0 4 3 0,-1-1-3 0,2 0-3 16,-1-2 5-16,2-2-7 0,-3-1 7 0,5-1-7 0,-5 0 5 16,0 0 2-16,2-1 0 0,-7 0 0 0,3-2-4 15,-3 2 4-15,-1-1-2 0,1-2 6 0,0 3 3 16,-4-9-2-16,3-2 3 0,-3 0-11 0,7-1 4 16,-2 0-1-16,-3-2 2 0,-1 2-3 0,-2 1-2 15,-2 1 1-15,1 2-1 0,-2 0 1 0,-2 1 0 16,0 1 2-16,2 1-1 0,-2 0-2 0,2 1 5 15,-8 2-6-15,0-1 6 0,2 2-6 0,0-1-5 0,-1 1 5 16,3-4-4-16,0 1 7 0,1 3-2 0,-1 0-3 16,0-1 1-16,1 2-5 0,-1 1 2 0,1 0-3 15,2 0 3-15,-1 0 5 0,1 1-3 0,2 1 2 16,0-1-5-16,-1 0 3 0,-3 6-3 0,0 2 4 0,2 2-4 16,-1 1 2-16,3-2 3 0,1 2-1 0,1-3 2 15,0 2 3-15,2 1-12 0,0-2 2 0,2 3-4 16,-1-4 12-16,1-1 1 0,-1-1 0 0,2 0 0 15,1 2-9-15,-1-2 9 0,-2-2-3 0,0 0 7 16,4 1-6-16,0-2 0 0,1 1-1 0,2 1 0 16,0-3-6-16,-3 0 10 0,1-1 0 0,-3-2 3 15,2 0-7-15,2 0 2 0,-5 0 0 0,4-1 2 0,0-1 2 16,-5 0 2-16,-1 1-5 0,-1 1 4 0,7-13-8 16,-3 3 9-16,-1-4-5 0,-3 1 6 0,-1 3-9 15,0-1 1-15,-1 0 5 0,-2 2-3 0,-1-2-2 0,-1 3 5 16,0 1-6-16,0 0 5 0,2 0 0 0,-9 2-6 15,2 0 3-15,1 3-5 0,-1 1 1 0,-1-1 2 16,1-5-5-16,-1 2 5 0,0 0-10 0,0 1 8 16,0 3 2-16,1 1 0 0,1 0 0 0,1 2-5 15,1 1 3-15,0 0-4 0,1 2-1 0,1 2 3 16,0 7 0-16,1 0 2 0,2-1 0 0,-8 1-2 16,4-2-5-16,2 1 5 0,0 1 5 0,3-2-5 15,1 1 5-15,0-6-5 0,1 1 3 0,0-3 5 16,2 1-4-16,-2-3 2 0,4 4-9 0,-3-3 7 15,1-2-1-15,8-1 3 0,0 6-1 0,-1-1 3 0,3 0-2 16,0-3 1-16,0-2-3 0,2-1 0 0,1 0 4 16,0-1-2-16,0-2-1 0,1 0 0 0,-1-2-3 15,0 0 1-15,-3-1 3 0,-4 1-2 0,3-4 4 0,-5 3-4 16,1 5 12-16,-3-6-6 0,2-2 0 0,-1-1-2 16,-3 1-2-16,0 0 7 0,-2 1 0 0,-1 0 2 15,0-1-1-15,-1 3-10 0,-2-1 6 0,1 1-6 16,0 1 11-16,-2 1-8 0,-4-2-1 0,-5 2-2 15,0 1 1-15,3 0 1 0,-1 2-2 0,0 0 0 16,1-6-2-16,0 1 2 0,3 3 5 0,0 0-2 0,0 2 1 16,0 0-2-16,0 1-3 0,2 0 1 0,0 0-12 15,2 0 4-15,2 0 2 0,-2 0 1 0,2 0-4 16,-1 1-2-16,0 0-6 0,0 2 2 16,1-1-11-16,1 0-38 0,-1 3-1 0,1 0-16 0,0-2-41 0,1 0-39 15,2-2-7-15,15 9-19 0,4-5-99 0</inkml:trace>
  <inkml:trace contextRef="#ctx0" brushRef="#br0" timeOffset="20631.91">16492 14929 537 0,'-1'0'27'0,"0"0"-5"0,0 0 20 15,0-1 15-15,-1-1-13 0,0 1-2 0,0-1-6 16,-2-1-11-16,-2-1 5 0,2 0-7 0,-1 3 9 16,4-6-6-16,-5-1 4 0,1 0-20 0,0-1-5 15,2 2 7-15,-1-1-6 0,1 1 3 0,-1-1 7 16,2 1 0-16,1 1 5 0,0 1 9 0,1 2 21 16,0 0-1-16,0 1 8 0,0 0-4 0,0 0-5 15,-1 0-1-15,-1 0-1 0,1-1-13 0,1 1-1 0,-1 1-7 16,0 0 5-16,0-1-5 0,1 1-15 0,0 0 7 15,0 0-10-15,0 0 9 0,0 0-7 0,0-1 7 16,0 1-7-16,0 0 9 0,0 0-10 0,0 1 2 16,0 0-4-16,0 1 0 0,0 1-6 0,0 10-2 0,0 10 1 15,0 2 9-15,0 2-9 0,0 0 9 0,0-4-10 16,0-1 8-16,-2-1 5 0,-1 0-4 0,1-3 4 16,-2 1-16-16,2-1 5 0,-1-4-1 0,2-4 5 15,0-2 8-15,0-2-7 0,0 0 2 0,-1-1-4 16,1 0-4-16,0 0 0 0,1-2-2 0,-1 0 1 15,1 1 5-15,0-2-7 0,0 0 2 0,-1 1-5 16,0 1 0-16,-1-1 6 0,1 0 1 0,1 1 2 16,0-2-1-16,0 0 1 0,0 0-4 0,0 0 2 0,0 1-3 15,1-1 6-15,1 0-1 0,-1 0 3 0,0 0-5 16,1 0-1-16,-1-1 6 0,7 4-4 0,1-1 3 16,3 1 0-16,-2-2-4 0,3 1 5 0,-1-2 1 0,-4-1-5 15,2 0 1-15,1 0-2 0,0 0 8 0,-2 0-7 16,1 0 1-16,-3 0-3 0,2 0 2 0,1-1-2 15,-1 1-2-15,-1 0 0 0,1 0 5 0,-2 0-2 16,0 0 2-16,-2 0-3 0,3 0-1 0,-1 0-1 16,-2 0 3-16,0 0-1 0,0 0 1 0,-2 0-1 15,1 0 2-15,-2 0-2 0,1 0 5 0,-1 0-5 16,0 0-5-16,1 0 1 0,-1 0-6 0,0 0 2 0,1 0 2 16,-1 0-1-16,-1 0 1 0,0 0 1 0,1 0-5 15,-1 0 1-15,0 0-13 0,0 0 0 0,0 0-7 16,1 0 2-16,-1 0-22 0,0 0-7 0,0 0-1 15,0 0-5-15,-1 0-16 0,0-1-27 0,0-1-16 16,0 1-6-16,0 0-62 0,0 0-46 0,0-2-5 16</inkml:trace>
  <inkml:trace contextRef="#ctx0" brushRef="#br0" timeOffset="21766.87">16289 10198 1080 0,'-1'0'19'0,"0"0"24"0,-1-1-14 0,1 0-22 16,0 1 9-16,0 0-12 0,0 0 7 0,1 0 7 16,0 0-8-16,0 0 9 0,0 0-3 0,0 1-6 15,0 0 6-15,0 1-5 0,0 10 7 0,0 6-2 16,0-1-9-16,-1 6 4 0,-2 3-7 0,-2 2 4 0,-2 4-1 16,-1 0 0-16,0 0 4 0,-1-1 5 0,0-4 1 15,1-2 0-15,0-3 0 0,1-2 4 0,0-3-5 16,2 0 3-16,0-2-10 0,3-2-6 0,0-1 3 15,0-1-4-15,1-4 7 0,1 1-3 0,0-2 4 16,0 0-3-16,1-1 6 0,1-1-9 0,0 2 3 16,-2-5-4-16,4 1 12 0,7 1-11 0,2 6 10 0,1-2-11 15,2-2 7-15,0-3-1 0,2-1 0 0,-1-1 1 16,3 0 2-16,-1-1-10 0,-1 0 3 0,-1 0-5 16,0-1 5-16,-2 0 1 0,-1 0-8 0,3 1 5 15,-4 0-6-15,-3-1 7 0,0 1-1 0,-4 0 2 0,2-1-8 16,-2 1 1-16,1-2 4 0,0 1-2 0,-4 1-5 15,4-2-22-15,-3 2-4 0,1-1-8 0,-3 1-38 16,1-5-38-16,0-6-9 0,-1-2-10 0,2-3-49 16,0-1-155-16</inkml:trace>
  <inkml:trace contextRef="#ctx0" brushRef="#br0" timeOffset="22050.68">16359 10378 1262 0,'-2'0'35'15,"-10"0"66"-15,1 0-63 0,4 0-14 0,2 0-2 16,3 0-6-16,-1 0-16 0,1 0-1 0,1 0 6 16,-1 1-4-16,1 0 1 0,1 0 6 0,1 1-5 15,1-1 7-15,0 0-4 0,9 5-1 0,4 0 4 0,2-2-3 16,-1-1 5-16,1-1-8 0,2-1-2 0,-5-1 1 15,3 0 11-15,-3-1-13 0,-4-1 5 0,2-1-7 16,-2 1 1-16,-3 0 2 0,-1 1-2 0,-2-1 1 16,1 0-9-16,0 0-12 0,-2-1-7 0,0 2-2 15,-1 0-38-15,5-10-20 0,-1 2-9 0,0-3-4 16,-2-1-47-16,0-1-91 0,0-4-10 0</inkml:trace>
  <inkml:trace contextRef="#ctx0" brushRef="#br0" timeOffset="22300.88">16407 10163 903 0,'-2'0'131'0,"1"0"275"0,-1 0-342 0,-1 0-22 16,2 0-2-16,0 0-10 0,0 0-17 0,0 0 5 15,0 0 3-15,1 0-1 0,0 0 6 0,1 0-9 0,0 0-1 16,1-1-3-16,5-1-1 0,9-1-4 0,1-1 4 15,1 2-5-15,0 0 1 0,0-1-5 0,-2 2 1 16,-2-1-2-16,0-1 1 0,-4 2-3 0,2 0 0 16,-4 0-2-16,1 0-9 0,-3 1-10 0,-1-2-13 15,0 1 1-15,-3 1-55 0,2-1-60 0,-2 0-15 0,1 0-26 16,0-3-168-16</inkml:trace>
  <inkml:trace contextRef="#ctx0" brushRef="#br0" timeOffset="23935.22">16302 7123 124 0,'0'0'-3'0,"0"0"1"0,0 0 4 0,0 0-2 16,0 0 5-16,1 0 14 0,0 0 2 0,0 0 3 0,1 0 0 16,-1 0 22-16,0 0 5 0,0-1 6 0,0 0-4 15,0-1-2-15,1 1 13 0,-1 0-4 0,0 0 9 16,0 0 0-16,0 0 0 0,1-1-7 0,-2 1 2 15,0 0-21-15,0 0-4 0,0 0 2 0,0-1-4 16,0 1 0-16,0 0-11 0,0 0 0 0,0 0-3 16,0 0 6-16,0-1-8 0,0 1 3 0,0 0-5 15,0 0-5-15,0 0 11 0,0 0-5 0,0-1 5 0,0 1-15 16,0 0 14-16,0 0-11 0,0 0 11 0,0-1-7 16,0 1-7-16,0 0 8 0,-2 0-8 0,1 0 4 15,0 0 2-15,0-1-1 0,-2 1 0 0,-1 0-13 16,-4-1 7-16,-3 1-7 0,-1 1 9 0,0 1 2 0,-1 2-5 15,1 3 4-15,-1 2-4 0,0-4 1 0,1 14-7 16,1-3-1-16,1 1-1 0,0 3 2 0,2 0-2 16,1 1-1-16,1 0-1 0,0 0-2 0,2-3 3 15,-2 0 1-15,3-1 1 0,0-1-2 0,2-1 1 16,-1 0-1-16,1-2 1 0,-7 0-1 0,2 3 6 16,4-4-4-16,1 1 6 0,1 0-9 0,0-4 3 15,2 1-1-15,0-1 3 0,2 0 0 0,-1-2 4 0,2 0 5 16,-1-2-2-16,6 1 1 0,2-2-1 0,1 1-3 15,1-2 2-15,1 9-8 0,1-4 5 0,0-2 0 16,2-3 2-16,2-1 3 0,-3-1-6 0,1-1 5 16,3 0-5-16,-7-1-4 0,3-1 7 0,-1 0-9 15,-3-1 7-15,2 1-6 0,0-1 1 0,-3 1 4 0,0-1-1 16,0 0-8-16,-1 1-53 0,-2-1-16 0,5-1-20 16,-1-1-123-16</inkml:trace>
  <inkml:trace contextRef="#ctx0" brushRef="#br0" timeOffset="25953.89">15743 14833 536 0,'0'0'83'0,"0"0"21"0,0 0-9 16,-1 0-51-16,0 0 10 0,0 0-10 0,0 2-12 15,1-2 3-15,0 0-7 0,0 0-12 0,0 1 5 16,0 0-2-16,0 0 5 0,0 0 3 0,0 1-2 15,1-1-6-15,0 0 2 0,0 0-4 0,0 0 9 16,2 0 0-16,-2-1 1 0,7 4-11 0,-1-1-6 0,3 2 5 16,-3-1-4-16,2 0 1 0,2 3-4 0,-1 0-1 15,1-3 2-15,2 11 8 0,-2 3 0 0,0-3-4 0,2 8 2 16,-5-3-9-16,0 1 11 0,2 2-1 0,0-2 2 16,3-1-10-16,-2-1 4 0,-3-3 0 0,2-1 2 15,-1 0-3-15,2-2 1 0,-2-1 5 0,-2-2-2 16,1-1 4-16,2-1-8 0,-1-1-1 0,0 0-1 15,2 1 4-15,-2-1-6 0,1-1 1 0,-1 0-2 16,1 1 7-16,-1-2-7 0,2 1-1 0,-2 0-2 16,0-2-3-16,0 0 5 0,-1 0 3 0,-1-1 1 15,1-1 3-15,-1-1-7 0,2 5 1 0,-1-1-3 0,0-2 10 16,0 0-2-16,0-2 5 0,0-1-4 0,1 0 6 16,-2-1-9-16,1-3-2 0,2-2-1 0,-1-2 4 15,3-9-7-15,-3-3 3 0,4-4-5 0,-1-1 1 0,3 1 0 16,0-2-5-16,-3-1 2 0,3 2-6 0,-3 1 3 15,-1 4 3-15,3 5-2 0,-3 0 0 0,0 0 3 16,1 2-2-16,0 1 2 0,-4 1 0 0,4 5 1 16,-2-1 0-16,0 0-1 0,4 3-2 0,0-2 2 15,0 2 4-15,1 2-1 0,1 0-7 0,-1-8 6 16,1 3-6-16,1 4 7 0,-1 1-9 0,1 2 6 16,-2 0-1-16,3 3 1 0,-3 1-3 0,2 3 9 15,-1 3-4-15,-1 0 7 0,2-6-7 0,-1 10-3 0,2-3 1 16,-1 2-2-16,2 0 4 0,-3 0 8 0,-1 1-7 15,-5 0 7-15,-1-4-10 0,0 1-1 16,-1-1 1-16,2 1 0 0,0 1-2 0,1-3 7 0,-4-1-4 16,1 1 4-16,-1-3-8 0,-2-2 1 0,2 1 5 15,-5-3-3-15,3 2-1 0,0-3 2 0,-2 0-1 0,1 2 2 16,0 0 2-16,-1-2-5 0,3 3 1 0,-2-3-1 16,0-1 0-16,3 0 3 0,0 0-3 0,1-1 4 15,1-3-3-15,-1 0-3 0,0-5 4 0,1-8-2 16,3-2 1-16,-1-1 3 0,-1 0-10 0,1 1 7 15,0 0-3-15,0 2-3 0,1 4 7 0,2-1-4 16,-1 3 10-16,1 3-12 0,0-2 7 0,0 6-8 0,-1-2 5 16,3 1 2-16,1 2-3 0,3 0 3 0,1-10-2 15,3 5 2-15,-1 3-1 0,3 4 2 0,-3 1-2 16,3 2-2-16,-2 2 1 0,-1 2 0 0,2 3 8 0,-1 1-6 16,-1 0 1-16,1 0-3 0,1-1-3 0,-2-2 5 15,4 0-1-15,-1-3 2 0,2-1-5 0,-1 1 6 16,0-2 1-16,3-1 4 0,0-1 3 0,0-1-3 15,-1-2 0-15,2-1-2 0,-4 1-2 0,3-2 5 16,-1 0-1-16,-6-1 3 0,2-1-6 0,-4-1 1 16,0 1-2-16,-2 1 2 0,0 0-2 0,-4 1 3 15,-1 1-4-15,-2 0 2 0,0 0-4 0,-5 1 0 16,-1 1 2-16,-3 1-1 0,0-1-3 0,-1 1-27 0,0 0-7 16,1 0-10-16,-2 0-61 0,0 0-145 0,-1-2-58 15</inkml:trace>
  <inkml:trace contextRef="#ctx0" brushRef="#br0" timeOffset="26473.25">16689 15721 1070 0,'0'0'15'0,"0"0"0"0,0 0-15 16,0-1 4-16,0 0-12 0,0 0 2 0,0-2 6 15,-3-8 2-15,2 0 4 0,0 0 12 0,0 3 12 16,0 0-8-16,-2 0 8 0,1 1-3 0,-2-2-5 15,2 2 4-15,0 3-5 0,-2-2 1 0,2 2 7 16,-6 2 3-16,-3 1 0 0,0-6 2 0,-3 0-5 16,0 2 0-16,-1 3-2 0,-3 2-9 0,0 2 3 0,-1 3-4 15,-1 3 3-15,-1 3-9 0,-1 0 6 0,2-10-6 16,-1 15 6-16,4-2-8 0,-2 1 3 0,2-2-2 16,2 0 1-16,4-1-4 0,2-2-4 0,1 2-1 15,2-1-1-15,1-1-4 0,4 3 0 0,-7 0 0 0,1 2 0 16,4 2-1-16,3 2 7 0,3 0 1 0,1 1 0 15,4 2-9-15,1-2 5 0,1-1-4 0,-8-1 5 16,16 0 6-16,1-3-6 0,0 1 7 0,5-3-6 16,-6 1 7-16,4-3-3 0,-1 0-3 0,0-2 1 15,1 0 7-15,2-1-10 0,-1 1 8 0,2-2-8 16,-1-1 5-16,-1-1 2 0,1-1-5 0,-1-3 4 16,4 0-14-16,-1 1 3 0,2 14-2 0,-1-8 0 15,-1-6-16-15,1-2-21 0,-3-1-8 0,2-4-5 0,-1-2-36 16,0-2-65-16,1-3-31 0,-5 11-27 0,2-18-237 15</inkml:trace>
  <inkml:trace contextRef="#ctx0" brushRef="#br0" timeOffset="27355.05">17123 15658 864 0,'-2'1'281'0,"1"0"-344"0,-9 5 322 16,-7 3-168-16,3 1-46 0,2-2 6 0,2-1-4 15,2-1 3-15,-2 1-25 0,3-1-8 0,0-4 0 16,4 5-2-16,0 3 0 0,0-2-12 0,-4 3 0 0,0 1-3 16,1 3 2-16,3-1-5 0,2 1 4 0,2 3-2 15,3 2 6-15,-1 0-3 0,2 3 1 0,-1-1-2 16,0 2 1-16,1 1 3 0,-1-5-7 0,-1 2 5 15,1 0 0-15,-3-2 4 0,0 0 0 0,-1-3-1 16,0-5-5-16,0-3 5 0,0-1-5 0,0-2 4 16,0-2-10-16,0-2-3 0,0-1-4 0,0 2-2 15,0-1-42-15,0 0 16 0,0-1-5 0,0 1 9 16,0-2-11-16,0-2 5 0,0 0-8 0,3-27 9 0,1-2 0 16,0-5-1-16,-1-3-1 0,1 1 0 0,-1-2 11 15,-1 5 16-15,1 2 4 0,-2 1 3 0,0 0 5 0,0 4 3 16,-1 2 2-16,0 3-1 0,0 2 0 0,2 3 16 15,-1 3-2-15,-1 1 8 0,0 3 12 0,1 1 4 16,-1 2 7-16,0 3-3 0,0 0 11 0,0 0-4 16,0 4 2-16,0-1-2 0,0 0 0 0,0 1-14 15,1-2-1-15,0 0-3 0,2 1 4 0,-1 1-19 16,6-3 10-16,0 2-13 0,2 2 7 0,-1 0-4 16,1 2-8-16,0 3 5 0,1 1 4 0,-2 0-10 15,1-3 10-15,-1 10-11 0,-1 0 6 0,-1 1-7 16,0-1 5-16,-1 1-3 0,-1 0 11 0,-2 1-9 0,1-2 0 15,-2-2-2-15,-1 0-1 0,2-1 6 0,4 0-6 16,-1-1 5-16,-2 1-11 0,-1-3 1 0,-1 1 3 16,-2 0 1-16,0-2 3 0,0 1-6 0,-1 0 4 15,0-1-4-15,-2 1 0 0,1 0 2 0,1-3-4 0,-1-1 4 16,2-2 0-16,-2 2-2 0,1-2-1 0,-2 1 1 16,-1 1 6-16,2-1-11 0,1-1 6 0,-1-1-7 15,1 0 8-15,0 0-7 0,-1 3 3 0,-1-1-5 16,1 0-2-16,1 1 1 0,0-2 2 0,0 0 1 15,1 1 12-15,0-1-9 0,1 2 0 0,0-2-4 16,1 0 6-16,11 5-2 0,5 1 3 0,-2-2-3 0,4-2-3 16,1 1 7-16,1-1-5 0,2 1 5 0,-4 1-9 15,1 0 5-15,-1 1 4 0,-1 3 0 0,0 1 2 16,-5-2-3-16,-3-1-4 0,-2-2 2 0,1 3 4 0,-5 2-7 16,3-1 10-16,-5-1-10 0,1 2 3 0,-3-2 8 15,0 1-5-15,4-1 7 0,-2 0 11 0,0 1-7 16,-3 2 3-16,-3-2-4 0,-3 2 2 0,-2 1 10 15,-14-3-3-15,-5 2 5 0,0-1-6 0,-7-2 2 16,1 2-2-16,0-1 2 0,-5-2-8 0,5 3 5 16,1-3-5-16,1 0 4 0,0 0-5 0,2 0 0 15,-3-2 0-15,4 0 0 0,-3 1-9 0,-1-2 0 16,8 2 1-16,-1-3-2 0,1 2-6 0,4-2 1 16,-1 1-6-16,2-2 6 0,4 0-8 0,5-1-23 0,1 5-3 15,5-4-10-15,-1 0-38 0,3-1-50 0,-2 1 5 16,2-1-19-16,-1-1 0 0,2 0-62 0,0-1-66 15</inkml:trace>
  <inkml:trace contextRef="#ctx0" brushRef="#br0" timeOffset="32692.99">12528 17145 256 0,'-1'0'176'0,"0"0"-77"0,-1 0 77 15,-2 0 17-15,-4 0-125 0,-2 0 1 0,2 0-33 16,1 0-6-16,2 0 0 0,1 0-13 0,-2 0-17 16,0 0 0-16,1 0-6 0,2 0 12 0,2 0-4 15,-3 0 0-15,2 0-2 0,-1 0-2 0,-1 0 27 16,1 0-4-16,1 0 12 0,0 0-9 0,-1 0-8 0,2 0 0 15,0 0-3-15,0 0-13 0,0 0 2 16,-1 0-6-16,1 0 6 0,1-1 5 0,1 0-10 0,1 0 9 16,12-5-9-16,6-2 10 0,1-1-7 0,5 0 2 15,3-2-2-15,6 0 4 0,-1 1 1 0,-2 0 1 16,-1-1 0-16,1 1 2 0,2-5 11 0,4-1-11 0,5 0 11 16,1-2-15-16,6 0 12 0,0-1-1 0,1-1 4 15,2 2 4-15,-3-1 1 0,0 0 8 0,-2 1-6 16,1 0 4-16,2-1-18 0,2 1 1 0,1 0-6 15,-1 3 7-15,-1 1-10 0,-6 1 0 0,-5 3-3 16,-2 1 1-16,-4 2-1 0,-3 3 7 0,-3-1-5 16,-1 2 0-16,-4 2 6 0,0 0-10 0,-1 1 8 0,-3 0-1 15,-1 1-7-15,-5 0 1 0,1 2-4 0,-1-1 2 16,-7-1-21-16,-1 1-3 0,-4-1-11 0,1 0-46 16,-1 0-31-16,0 0-53 0,0 0-3 0,-1 2-272 0</inkml:trace>
  <inkml:trace contextRef="#ctx0" brushRef="#br0" timeOffset="33127.05">12808 17203 1012 0,'-1'0'8'0,"0"0"0"0,-2 1 5 0,1-1-3 0,-4 1 1 15,3 0-7-15,0-1 4 0,1 0-7 0,1 0 5 16,0 0-6-16,-2 2 5 0,1-1-5 0,0 0 3 16,0 0-5-16,1-1 17 0,0 0 2 0,0 0 5 15,1 0 9-15,0-1-1 0,0 0-1 0,1 0 0 16,0-1 5-16,2 1-2 0,0-1 5 0,11 0-5 15,4-8-8-15,3 1 2 0,3-1-2 0,5 1 4 16,-1 0-8-16,4-4-9 0,-1 1-6 0,1-1 2 0,6 0 0 16,-1 0 6-16,0-1 8 0,-3 0-3 0,0-1 8 15,0 2 9-15,2 0-12 0,3 0 11 0,2 0-9 0,2 1-7 16,-2-3 11-16,3 1-11 0,-5-2 9 0,-2 2-13 16,2 2 1-16,-4 1-4 0,-2 0 0 0,-3 1 11 15,-3 1-7-15,-1 2 9 0,-3 1-2 0,-2 3-11 16,-1-1 9-16,-1 3-9 0,-5-1 7 0,-1-8-14 15,-1 5 0-15,-5 2-4 0,2 1 0 0,-6 2-34 16,-2 0-23-16,1 0-15 0,1-1-178 0</inkml:trace>
  <inkml:trace contextRef="#ctx0" brushRef="#br0" timeOffset="53610.28">1129 6818 256 0,'0'0'-53'0,"0"0"37"0,0 2-3 0,0-1 1 0,0 0 47 16,0 1-7-16,-1 2 1 0,-4 6 0 0,-1 3 0 15,0 0 9-15,-1 0 17 0,0 0 0 0,-1 1 6 16,0 0 15-16,-2 0-1 0,0 2 9 0,9 1-8 16,-12-1-3-16,0-1-13 0,0 5-1 0,0-2-5 15,0 0-24-15,1 5-1 0,-1-4-9 0,4 1 5 0,1 3-13 16,-1-1 2-16,5 7 1 0,-5 1 0 0,5 2 1 16,-1-2-9-16,-3 0 2 0,3-3-3 0,-2 0 9 15,5 0 3-15,-13 0-5 0,10-2 4 0,3-3 3 16,2-2-2-16,0-1 13 0,0-4-11 0,2 2-1 0,1-4 3 15,2 1-4-15,3-1 6 0,-7-2-3 0,11 0 9 16,3 0-9-16,-3-4 9 0,3-1-8 0,1-2-5 16,-2-1 2-16,2 0-5 0,-1-2-8 0,-2 9 0 15,6-3 0-15,0-4 0 0,-1-3 0 0,2-3-12 16,0-3-4-16,0-2-2 0,0-3-15 0,0 9-14 16,0-14 11-16,1-2-11 0,0 1 11 0,-2 2 5 15,0-3-25-15,-1 2 15 0,-1-2-49 0,-3-1 12 16,4 0 6-16,-3 1-3 0,0-1-20 0,2 1-38 0,-3 2-17 15</inkml:trace>
  <inkml:trace contextRef="#ctx0" brushRef="#br0" timeOffset="54043.96">1551 6808 853 0,'0'0'15'0,"-1"0"-8"15,0 0 14-15,0 0 8 0,-1 0-10 0,1 0-22 0,0 0 9 16,1 1-5-16,0 0 6 0,0 0-15 16,0 0 12-16,0 12-4 0,0 2 5 0,0 0-11 0,0-1 13 15,0 1-7-15,0-1 8 0,-1 2-3 0,0-2 5 16,-2 1 9-16,0-1-5 0,-2 3 10 0,0 0-3 15,-1 2 3-15,1 2-2 0,-2 0 11 0,-2 4-2 16,0 1-7-16,-2-1 2 0,1-1-18 0,-1 0 4 16,1 2-1-16,0 0 1 0,3-1-10 0,2-3 6 15,2-4-4-15,1 0 4 0,2-1-11 0,0-2 2 16,2-1 3-16,3 0 0 0,-1-1 6 0,1-2-7 0,0-1 1 16,-1-2-1-16,2 1-1 0,-3-2 9 0,10 0-3 15,-3-3 6-15,2 1-2 0,-2-3 3 0,1 1-7 16,2 6 5-16,-1-3-4 0,2-1 4 0,-1-3 1 15,1-2-2-15,0 0-6 0,0-2 5 0,1-2-5 16,0 1 5-16,-1-2-8 0,0-1-1 0,0 0 2 0,-4 0-3 16,2-1-3-16,-2 1-16 0,-1 1-3 0,0-2-5 15,4 4-22-15,-2-6-24 0,-2-1-8 0,0 1-11 16,-7-2-86-16,1 1-86 0</inkml:trace>
  <inkml:trace contextRef="#ctx0" brushRef="#br0" timeOffset="54360.33">1438 7126 1094 0,'-1'-1'12'0,"0"0"39"0,0 0-54 0,-1 0 6 16,2 0 3-16,0-1 0 0,2 1-5 0,0 0-5 0,12 0 6 16,4 0-4-16,-2 1 11 0,1 1-12 0,0 2 3 15,1 2-6-15,0 0 4 0,-1-2 7 0,1 1-10 16,-2-3 10-16,2 0-6 0,-2-1 4 0,2 0 0 16,-1-2 2-16,-5-2 0 0,1 0 6 0,2-3-2 15,-4 0 2-15,0-1-9 0,-3 3-2 0,-3-2 2 16,2-6-1-16,-4 1 4 0,0 0-16 0,-1 1-6 0,5 1-9 15,-2-1-63-15,-3 2-92 0,-1-2-3 0</inkml:trace>
  <inkml:trace contextRef="#ctx0" brushRef="#br0" timeOffset="54594.78">1522 6749 1324 0,'0'-1'10'0,"0"0"0"0,0-1 7 15,0-2-3-15,3-4 1 0,5-5 0 0,-1 3-8 16,15 1 0-16,0-1-5 0,0 3 4 0,1 3-9 16,0-2 8-16,1 3-9 0,3-12 10 0,-1 7-24 15,-1 4-4-15,-5 3-9 0,0 0-30 0,-2 1-177 16,-1 0 15-16</inkml:trace>
  <inkml:trace contextRef="#ctx0" brushRef="#br0" timeOffset="55179.21">2096 6691 861 0,'-2'0'62'0,"1"0"-94"15,0-1 67-15,0 0-41 0,0 0-22 0,-1 0-22 16,2-1 1-16,0 2-11 0,2 0-17 0,-1 0-2 15,0 0 4-15,1 0-3 0,1 0 21 0,0 0 48 16,2 2-5-16,-3-2 21 0,3 1 25 0,-3-1 87 16,-1 0-7-16,2 0 35 0,-1 1 7 0,1 0-47 15,-1-1 2-15,0 0-22 0,-1 0-28 0,1 0-20 16,-1 0 5-16,0 0-12 0,0 0-8 0,0 0-12 0,0 0-1 16,1 0-2-16,-1 0 1 0,0 1-2 0,0 1-1 15,0 0 0-15,3 8-11 0,1 6 8 0,-1-2-8 16,1 1 8-16,0-1-6 0,1 3 5 0,-2-2 4 15,1-2-2-15,-1 0-9 0,-1-1 13 0,1-1-8 0,-1 0 12 16,1 1-4-16,-1-2 0 0,1 2 0 16,-2-3 0-16,0 2 2 0,1 0-10 0,-1-2 7 0,2 2-7 15,-2-1 10-15,-1-3 5 0,0 2-6 0,0-4 5 16,1 0-5-16,-1 0-1 0,-1-2 1 0,0 0-2 16,0-1 5-16,0-1-6 0,1 2 2 0,1-1-2 15,2 0 5-15,9 3 0 0,-1-4 3 0,2-2-3 16,2-5-1-16,9-7-4 0,1 5 6 0,5-21-4 0,4-3 4 15,-1-8 2-15,6-8-9 0,2-11 7 0,7-12-7 16,5-8-3-16,8-5 2 0,9-2-3 0,2-5-3 16,1-5-4-16,-2-5-6 0,-5-5 1 0,6 5-15 0,2 3-12 15,3 2 3-15,-2-3-7 0,-4-2-14 0,-3 6-34 16,2 8-56-16,4 6-6 0,4 1-309 0</inkml:trace>
  <inkml:trace contextRef="#ctx0" brushRef="#br0" timeOffset="58814.64">1402 8316 644 0,'0'0'14'15,"-1"-1"8"-15,-1 0 49 0,0-1 17 0,0 1-1 16,-4-8-3-16,0 3-49 0,0 1-6 0,1-1-1 0,2 1-14 16,-2-2 0-16,3 3-2 0,1 2 0 0,-10-1-11 15,-1-6 12-15,-1 3-11 0,-2 2 11 0,2 3-6 16,0 1 14-16,1 1 9 0,1 1-2 0,-6 5 11 15,2 1-13-15,-2 3 3 0,3-4-5 0,0 9 0 0,2 3-13 16,-1 2-1-16,-1 1-3 0,1 2 10 0,3 5-12 16,-3 0 8-16,5 3-10 0,-3 1 5 0,1 2 4 15,2 5-11-15,4-2 10 0,0-2-5 0,3-1-6 16,0-5 10-16,-14-3-9 0,8-3 4 0,5-2-2 16,4-5 5-16,1-3-2 0,3 0 5 0,1-1 0 15,-5-1-7-15,15-1 8 0,0-1 5 0,1-3-8 16,3 0 6-16,0-2-7 0,2 0 10 0,0-3-6 0,1 0-5 15,-2 11 1-15,4-3-8 0,-2-5 2 0,-1-3 6 16,2-2-5-16,-2 0 1 0,1-2-1 0,-2-2-4 16,-1-1 2-16,-4-1 0 0,0-2-14 0,2-2 1 15,-1 7-6-15,2-17-2 0,-3-2-15 0,2-3 1 0,2 2-7 16,-2-2-11-16,-1-1-11 0,0-3-1 0,-4 3-11 16,2-2-85-16,-1 2-49 0,0 2-23 0</inkml:trace>
  <inkml:trace contextRef="#ctx0" brushRef="#br0" timeOffset="59097.41">1749 8314 761 0,'-2'0'343'0,"1"-1"-494"16,-1 0 429-16,-8-5-246 0,2 2 16 0,5 3-15 15,-3-1-12-15,4 2 2 0,-1 0-32 0,2 0 9 16,0 0-5-16,-2 1 7 0,2 24 3 0,-1 4-4 16,0 5-1-16,-1 5-1 0,2 2-7 0,-1 6 8 15,1 3-3-15,-3 0 3 0,0 2-4 0,2-5 0 0,-1-2 3 16,0-5-2-16,0-6 8 0,2-6-4 0,-2-6 2 16,2-4-3-16,-1-2 3 0,0-5-2 0,-5-2 1 15,4-3-2-15,2-2 5 0,1-3-32 0,-1 1-10 16,-1 1-11-16,1-2-50 0,0 0-94 0,0-1-19 0</inkml:trace>
  <inkml:trace contextRef="#ctx0" brushRef="#br0" timeOffset="59733.86">1657 8125 1093 0,'0'0'12'0,"-1"-1"-4"16,0-1 45-16,-1 1-5 0,1-1 11 0,0 0-39 0,0-1-15 15,1 1-1-15,0-2-4 0,0 1-4 0,0-2 9 16,1 2-5-16,-1 1 5 0,1 0-14 0,10 1 9 16,3 0 0-16,0-9 1 0,0 3-18 0,-1 3-22 15,-2 1 7-15,-3 2-6 0,0 1 37 0,4 0 10 16,1 1 11-16,-1 2-2 0,-2-1 14 0,1 0-13 15,-3 1-2-15,4 1 0 0,-3 0-1 0,-2-1 3 16,0 2 2-16,-2-3 0 0,0 9-3 0,-1 3-5 0,1 0-1 16,-3 5 1-16,0-1 1 0,10 3-9 0,-4 2-1 15,-5 4-2-15,-3 0-2 0,-2 0 0 0,-4 1 6 16,-2-6-4-16,-2 4 4 0,1-4-5 0,-3 0 2 16,3-2-1-16,-1-2 5 0,3-4-5 0,0-1 2 0,0-3-2 15,2-3 9-15,3-4-7 0,1-1 0 0,1 0-1 16,-5 0-1-16,4-2 6 0,-3 2-3 0,1 1 5 15,1-1 2-15,-1-1-6 0,1 0-2 0,1 1-1 16,-1-1 2-16,1 0-6 0,1 0 4 0,0-1-6 16,0 0-6-16,0 0 11 0,1 0-7 0,1 0 8 15,0 0-8-15,4 0 9 0,8 2 0 0,-2 1 2 16,3 0-6-16,2 2-2 0,-3 0 2 0,2 1-2 0,-4-2 5 16,1 3-1-16,0 0-2 0,0 0 1 0,-2 1-2 15,-1-3 1-15,0-3 2 0,-3 8 1 0,3 2-2 16,-4-4 2-16,-2 2 1 0,1-1-1 0,-1 2 3 0,-3 0 0 15,1 2-6-15,6 0 3 0,-2 0 2 0,-2 0 2 16,-3 1 6-16,-1 0-5 0,-1-2-3 0,-3 2-3 16,-2 0 1-16,5 2-1 0,-16 0 6 0,-5-2-4 15,1-2 1-15,-1-2-2 0,-2 1-3 0,2-2 2 16,0 0-3-16,-2-3 4 0,4-2-3 0,0 0 6 16,3-3-3-16,5 0 3 0,0 7-13 0,0-2 8 15,3-2-5-15,3-2 6 0,-1 0-9 0,3 0 1 16,0-1 1-16,3-1-2 0,-1 0-6 0,0 1-58 0,0 0-1 15,1-1-24-15,-1 0-48 0,1 0-196 0</inkml:trace>
  <inkml:trace contextRef="#ctx0" brushRef="#br0" timeOffset="60217.36">2556 8062 494 0,'0'0'-3'0,"-1"0"0"0,0 0 6 16,0 0-3-16,-1 0 4 0,-1 0-11 0,1 0-3 15,0 0 2-15,0 0-4 0,-1 0-3 0,-2 0 17 16,0 2 3-16,0 0 9 0,0 0 23 0,2 0 28 16,-1 0-3-16,1-1 13 0,2-1 11 0,-1 1-5 15,0 2-3-15,-1-1-2 0,1-1-12 0,-1 0-2 16,2 0-4-16,0 1-2 0,0-1-34 0,0 0-1 0,0 0-4 16,-1 0 3-16,1 2 1 0,1-1-8 0,0 0 2 15,0 1-5-15,0-1-2 0,3 9-2 0,0-2 6 16,3 2-4-16,1-1 6 0,-3 3-9 0,10 0 0 15,0 2-2-15,2 1 11 0,2 0-9 0,0-1 3 0,2-2-5 16,0 0 1-16,0-2 3 0,2 2 1 0,-2-3 0 16,1 1-6-16,-2-4 3 0,-2-1-3 0,1 1 4 15,-4-3-6-15,-1 0 5 0,-2-1-1 0,-2-1 3 16,2 0-7-16,-5-1 5 0,1 5-4 0,-3-3 5 16,-2-3-11-16,0 1 2 0,-1-1 0 0,0 0 1 15,0 0-7-15,2 1-42 0,-1 0-3 0,-1 0-16 16,1-1-32-16,-1 0-125 0,0-1-3 0</inkml:trace>
  <inkml:trace contextRef="#ctx0" brushRef="#br0" timeOffset="60565.78">2699 7927 1016 0,'-1'0'107'0,"-1"-1"34"0,0 0-48 0,-4-1-74 15,1-1 8-15,3 2-11 0,0 0-20 0,-1 0 3 16,1-1-9-16,0 1 14 0,1 0-10 0,-1 1 5 16,1 0-7-16,0 0 16 0,0 1-8 0,0 0 5 15,-1 2-8-15,1-1 3 0,0 3 2 0,-1 2-2 16,1-1 2-16,-1 0-1 0,2-3 18 0,0 1-7 0,0-2 11 15,-1 2 0-15,1-2 9 0,-1 3 4 0,0-1-2 16,-1 3-5-16,-2 3-5 0,-1 3-1 0,-2 6 0 16,0 2-6-16,1 8 1 0,-1 8-5 0,0 3 4 15,-1 7-4-15,0 6-12 0,1 2 0 0,0 5-5 16,0 1-21-16,0 4-64 0,1 5-19 0,1 5-44 16,1 7-358-16</inkml:trace>
  <inkml:trace contextRef="#ctx0" brushRef="#br0" timeOffset="61582.93">1482 9920 536 0,'-2'0'66'0,"1"0"9"16,-1-1 56-16,0 1-34 0,-3-2 18 0,-1 0-51 16,0-2-22-16,1 2-8 0,-5-4-1 0,4 2-7 15,0 1-8-15,-1-2-1 0,2 2-4 0,1-1-5 16,-5-2-4-16,2 1 7 0,3 2-7 0,-3-3-1 15,1 1 4-15,-4-1-7 0,-5-1 7 0,4 4 2 0,-5-2 3 16,2 3-1-16,1 2 1 0,-1 0-8 0,-3 2 4 16,1 2 3-16,-1 2-1 0,-3 1 6 0,3 1-10 15,-1 4 5-15,2-8-6 0,-1 13 13 0,0 2-11 16,0 1 1-16,3 3-3 0,-1 5 2 0,2 4-2 16,0 3 2-16,0 3-2 0,5 2 8 0,1 0-14 15,2 2 7-15,4 2-8 0,-17-4 4 0,11 0 4 16,7-3-6-16,2-3 4 0,3-2-4 0,2-4 7 0,0-2 2 15,3 0 0-15,0-1 0 0,3 0 5 0,0-3-1 16,-12-2 3-16,18 0 2 0,-1-2-5 0,1-2 2 16,2-3-2-16,0 1 1 0,2-3-2 0,1-3-3 15,4-1 2-15,-3-6-3 0,-2 12-7 0,2-6 4 0,-5-7-4 16,6-1-3-16,2-5-11 0,-4-3-9 0,-1-3 1 16,1 7-25-16,-2-18-20 0,3-2 1 0,3-6-13 15,-3 1-54-15,-1-3-191 0</inkml:trace>
  <inkml:trace contextRef="#ctx0" brushRef="#br0" timeOffset="61950.08">2071 9682 1312 0,'-1'-1'16'0,"-4"-2"32"0,-9-4-14 0,4 2-5 16,1 1-3-16,0-1-3 0,2 2-22 0,-1 0 1 15,-1 1 4-15,3 1-3 0,-3-1-1 0,-3 2-9 16,0 3 3-16,-4 5-5 0,-2-4 9 0,2 20-4 0,-4 4 0 16,3 2 0-16,0-1 2 0,-7 1 6 0,3-1-1 15,-3-1 5-15,6-1-6 0,2 2-4 0,2-1 4 16,4-1-2-16,0 1 13 0,3-1-10 0,1-1 4 15,3 0-4-15,2-3 5 0,-14 3 3 0,8-1-6 0,6 0 5 16,2-2-3-16,4-4 12 0,2-3 1 0,0-3 4 16,3-1 3-16,11-4 1 0,6 2-6 0,5-7 4 15,-1-2-8-15,5 16 2 0,-1-11 1 0,1-7-3 16,2-5-10-16,1-7-5 0,1-2-3 0,3 10-1 16,3-25-26-16,8-3-25 0,-1-4-2 0,0-3-9 15,1-2-28-15,-4-2-322 0</inkml:trace>
  <inkml:trace contextRef="#ctx0" brushRef="#br0" timeOffset="73693.12">12579 8496 219 0,'0'0'23'16,"0"0"12"-16,0 0 43 0,0 0 9 0,0-1-3 16,0 0-14-16,0 0-24 0,0 0 2 0,0 1-4 15,0 0-19-15,0 0-4 0,0 0 0 0,0 0-1 16,0 0-13-16,0 0 0 0,0 0-2 0,0 0 6 0,0 0 14 15,0 0 5-15,0 0 4 0,0 0 0 0,-1 0 7 16,0 0-16-16,-1 0 3 0,1 0-5 0,0 0 17 0,0 0-7 16,0 0-3-16,-1 0-2 0,0 0-12 0,0 0-7 15,1 0 6-15,-2 0-6 0,0 0 6 0,0 0-15 16,-3 1 1-16,4-1-3 0,-1 1 8 0,-1 1-6 16,3-2 4-16,0 3-4 0,-3 5 1 0,1 0 9 15,-2 0-2-15,-3 2 3 0,7 0-15 0,-3 0 12 16,1 0-7-16,-6 2 9 0,3-1-10 0,2 2-1 15,0 1 1-15,2-1-1 0,-1 1-3 0,3 0 6 16,0 0-5-16,3 0 5 0,-1-1-1 0,2 2-3 16,0 1 7-16,2 1-5 0,1 3 2 0,-1 0-1 0,1 1-2 15,0-1 1-15,0 2 4 0,-1-2-5 0,0-2 3 16,-1 1-3-16,1-1 8 0,-2-2-10 0,2 1 5 16,0-4-6-16,1 0 3 0,-1-3 6 0,1 1-7 0,-2-3 6 15,0-1-9-15,-1 0 8 0,1-1-6 0,-3 0 6 16,7-1 0-16,-1-1-5 0,-2 0 9 0,-2 1-8 15,2-1 7-15,0 1-6 0,-1-1-1 0,1-2-1 16,-2 0 3-16,0-1 3 0,-1 2-2 0,2 0 1 16,-1 0-2-16,0 0 2 0,1 0-2 0,-1-1 3 15,-1-1 3-15,2 1-11 0,-2 0 4 0,3 0-7 16,-1-1 1-16,-1 0-29 0,-1-1-8 0,1 0-8 16,-1 0-35-16,-1 0-80 0,0 0 9 0,0 0-41 0,-1 0-64 15</inkml:trace>
  <inkml:trace contextRef="#ctx0" brushRef="#br0" timeOffset="74209.67">12437 9468 380 0,'0'0'0'15,"-2"0"5"-15,1 0-7 0,0 0-26 0,1 0 10 0,0 0-15 16,0 0 15-16,0 0 19 0,0 0-4 0,0 0 11 16,0 0 13-16,0 0 1 0,1 0 10 0,0 0-7 15,1 0 14-15,-2 0 13 0,1 0 0 0,-1 0 8 16,0 0 23-16,1 0-6 0,0 0 7 0,0 0-8 15,0-1-8-15,1-1-18 0,-1 1-4 0,0 0-4 16,0 0-19-16,0-2 0 0,1 1-7 0,-2 0 5 0,3-5 2 16,1 1-11-16,-3-2 6 0,9-1-9 0,6 1 0 15,-2 2-2-15,-1-3-1 0,3-2 0 0,2 1 6 16,-1-2-2-16,5 1 1 0,-5-3-3 0,2 1-2 0,-1-2-3 16,-1-1 2-16,2 3-2 0,-1-4-1 0,-1 0 8 15,2 1-5-15,0 0 7 0,0-2-13 0,1 2 6 16,1-1 2-16,1 0 2 0,0-1-3 0,1 3-1 15,-3-2-1-15,-1 3 1 0,-2 1-7 0,-2 1 7 16,0 2-5-16,-5 2 6 0,3 0-5 0,-3 3 5 16,-2 0-6-16,0 1 4 0,-2 1-9 0,-5 2 3 15,1-2 5-15,-1 3-2 0,0 0-1 0,1-2 3 16,1 0-6-16,-2-1 4 0,0 2-3 0,0 0-17 16,0 0-4-16,0 0-5 0,1-1-23 0,-1 1-51 0,0 0 7 15,0 0-24-15,0 1-26 0,-1 0-55 0,0 0-30 16</inkml:trace>
  <inkml:trace contextRef="#ctx0" brushRef="#br0" timeOffset="74563.94">12572 9514 857 0,'-1'0'10'0,"-1"0"-2"0,0 0 15 16,0 0 5-16,-1 0-4 0,2 0-13 0,-1 0-11 15,0 0-2-15,-1 0-1 0,2 1 6 0,0 0-2 16,0 0-4-16,1 0 1 0,0 0-5 0,0 1 19 16,1-1 1-16,1-1 5 0,9 0 3 0,6-1 11 15,6-4 4-15,-4-1 2 0,1-2 2 0,1-3-8 16,0-1-1-16,-1 1-3 0,1 7-9 0,0-11 10 15,2 0-5-15,0 2 5 0,1-1-18 0,-1 2 2 16,-2 0-3-16,-1 0 3 0,-1 3-5 0,-1-2-6 16,5 4 2-16,-7-2-4 0,0 2 1 0,-1 3 6 15,-4-2-7-15,2 5 3 0,-1-7-11 0,-4 3-14 16,0 2 0-16,-2 0-6 0,0 1-11 0,-3 1-16 0,0 1-9 16,-1 0-8-16,0-1-86 0,1-1-51 0</inkml:trace>
  <inkml:trace contextRef="#ctx0" brushRef="#br0" timeOffset="75144.42">12882 9403 635 0,'0'0'236'15,"-1"0"-296"-15,0 0 283 0,0 0-149 0,0-1-3 16,-1 0-37-16,1 0 2 0,0 1-15 0,0 0-11 0,0 0-11 15,1 0 0-15,0 0-3 0,0 0 14 0,0 0-11 16,1 0 5-16,0 1-7 0,0 0 6 0,2 0-6 16,-1 0 4-16,0 0-3 0,5 4 12 0,0-4-5 15,-1 7-5-15,0 0 1 0,1 0-1 0,5 0-4 16,-4 0 4-16,4 0-2 0,-5 0 5 0,-3 0 3 16,4 0 5-16,-4 0-3 0,4 2 8 0,3-1-11 15,-1 0 0-15,1 2-2 0,1-2 5 0,2 1 0 16,-1 2-2-16,3 1 1 0,-4 2-6 0,0 1 5 15,2 1-3-15,-1-3 4 0,1 1-3 0,-2 2-4 16,0-1 2-16,1 2-2 0,1-4 1 0,-1-4 4 0,1 2-2 16,0-2 2-16,1 3 0 0,1-3-2 0,-1-3 7 15,1 1-5-15,-1-1 5 0,0 0 1 0,2-1 2 16,-1-2 0-16,1-1 6 0,2-1-11 0,1 1-3 16,1 1-1-16,-1-2-4 0,-1 2 0 0,-1-1 6 0,1-2-4 15,2 4 0-15,0-3 4 0,-5-1-6 0,0 3 4 16,0-2-6-16,-1 2 6 0,3 2-4 0,-3-3 4 15,2 0-7-15,-3-2 2 0,2 9 1 0,2-3 1 16,1-2 3-16,-1-2-3 0,0-2-1 0,0-1 0 16,0 0 3-16,-1 0-3 0,2-1 5 0,0-3-5 15,0 0 6-15,-3 1 2 0,1-1-7 0,-1 2 6 0,-1 0-6 16,1-1 3-16,-6 2 3 0,0 0-2 0,-1 0-1 16,2 0-4-16,-3 1 1 0,2-2-1 0,1 2 8 0,-4 0-8 15,3 0 3-15,-7 0-3 0,1 0 8 0,-1 0-9 16,-2 0 6-16,3 0-6 0,-3 0 12 0,2 0-12 15,0 0 5-15,-1 0-5 0,1 0 4 0,-1 0 1 16,0 0-10-16,1 0 5 0,-2 0-22 0,0 0-65 16,0 0 14-16,0 0-43 0,0 0-111 0</inkml:trace>
  <inkml:trace contextRef="#ctx0" brushRef="#br0" timeOffset="75664.03">12280 10316 112 0,'0'0'27'0,"0"0"3"15,0-2 31-15,0 1-9 0,0 0 10 0,0 0 20 16,0 0 8-16,0-1 0 0,0 1 1 0,0 0-16 0,0 0-16 16,0 0-3-16,-1 0-4 0,0-1-14 0,0 2-3 15,-1 0 2-15,0 0-4 0,0 2-9 0,-2 0 2 16,-3 0-3-16,0 12 3 0,1 4-6 0,-1 0-5 15,0 1-5-15,1 3 1 0,-1-2-9 0,1 1-2 16,0 1 4-16,-1 0-3 0,4 1 1 0,-2-2 4 16,2 0-6-16,1 1 5 0,1-4 2 0,-9 1-7 15,4 1 9-15,3-1-9 0,3 0 11 0,0-4 13 16,3-2-5-16,0 0 8 0,2 0-4 0,0-4 3 0,2 3 4 16,-2-5-1-16,-3-2 2 0,10 1-1 0,1-3-5 15,1 0 3-15,0 0-8 0,0 7-4 0,0-5-2 16,2-1 0-16,2-3-9 0,-1-1-1 0,-1-1-2 15,2-4 1-15,-4 1-4 0,2-4-3 0,3 1 5 16,-6 3-3-16,0-2-3 0,-2 1-14 0,-3 0-6 0,5-2-1 16,-4 1-11-16,3-1-19 0,-2 0 5 0,-2 1-9 15,-1 3 0-15,-3-4-98 0,-1 1 5 0,1 1-39 16,1 2-20-16</inkml:trace>
  <inkml:trace contextRef="#ctx0" brushRef="#br0" timeOffset="76195.78">12592 10639 459 0,'0'0'50'0,"0"0"63"0,0 0-41 0,0 0-6 15,0 0-6-15,0 0 1 0,0 0-11 0,0 0 11 16,0 0-7-16,0 0 8 0,0 0-14 0,0 0-21 16,0 0 7-16,0 0-11 0,0 0-6 0,0 0-1 15,1 1 1-15,0 0 0 0,0 0-4 0,1 1 9 16,-1 0-11-16,5 7 10 0,1 6-10 0,-1-3-8 15,2 5 8-15,-1 1-8 0,1 0 5 0,1 5-4 16,0-2-2-16,-2 0 1 0,-1-2 7 0,-1 0-5 16,0-3 4-16,-1-4-4 0,-1 1 3 0,0-4-3 0,-1-1-5 15,0-2 1-15,1 0-3 0,-2-1 1 0,1 0 5 16,-1-2-4-16,-1-2-3 0,2 2-4 0,-1-1 2 16,0 0-2-16,0 1-6 0,0-2-13 0,0 0-2 15,1 0-2-15,-1-1-9 0,0 0-1 0,0-1-4 0,1-8 3 16,2-12 5-16,-2-4 9 0,1-2-1 0,-2 2 4 15,-1-2 18-15,1 2-2 0,-1 1 4 0,0 0-3 16,1 3 10-16,0 1 2 0,1 1-2 0,-1 2 0 16,0 2-2-16,0 2 5 0,-1 3 0 0,0 3 1 15,0 0 4-15,0 3-4 0,0 1 4 0,1 0-6 16,0 1-1-16,1 0 19 0,-1 0 6 0,0 1 1 16,0 1-6-16,0 0 1 0,2 1-9 0,-1 2 8 0,0 7-8 15,4 9 4-15,-1 2 3 0,0-2 0 0,2 4 6 16,-1-2 0-16,1-2-6 0,0-1 3 0,0 2-12 15,0-1-4-15,0-1-1 0,0-3-3 0,1-2 2 0,0-1 1 16,-1 0-1-16,1-3 0 0,0-1-6 0,-2-2 1 16,1-1 3-16,0-3-3 0,-1 2-5 0,-3-3 3 15,1 1-5-15,-2-1 4 0,2 2-13 0,-2-2-29 16,-1-1 2-16,1 1-13 0,0-1-16 0,-1 0-54 16,1 0-2-16,0 0-19 0,1-1-35 0,2-10-8 15</inkml:trace>
  <inkml:trace contextRef="#ctx0" brushRef="#br0" timeOffset="76446.08">12539 10527 1150 0,'-1'0'40'16,"0"0"-9"-16,-2 0 33 0,-7 0 6 0,5 0-11 15,3 0-20-15,0 0-20 0,0 0-5 0,0 0-5 16,-1 0-12-16,2 0 0 0,0 0 9 0,1 0-4 16,0 0 16-16,1-1 4 0,3 0-12 0,20-7 9 0,1-1-17 15,1 0 3-15,-1 0 3 0,-1-2-1 0,0-1 2 16,-1 0-14-16,1 1-4 0,-3 0-4 0,-1 1-16 16,-3 0-15-16,0 1 0 0,-3 1-9 0,0-2-26 15,-1 8-246-15</inkml:trace>
  <inkml:trace contextRef="#ctx0" brushRef="#br0" timeOffset="77512.72">12675 8546 255 0,'0'0'-4'0,"0"0"-1"0,0 0 7 0,0 0-2 0,0 1 6 15,0 0 0-15,0 0-3 0,0 0 1 16,0 2-4-16,0-2-13 0,0 5-8 0,0 1 1 0,0 0-2 16,0-1-1-16,0 0 7 0,0 0 8 0,0-3 2 15,0 3 43-15,0-5 27 0,0 0 8 0,-1 2 6 16,0-1 32-16,0 0-13 0,-2 0-8 0,2-2 1 16,-3 1-11-16,-4 0-24 0,0 0 5 0,2-1-15 0,-1 0-11 15,1 0-15-15,5 0 3 0,-3 0-7 0,1 0-7 16,1 0-3-16,-4-1-2 0,2 1 0 0,2 0-4 15,0 0 0-15,-1 0 3 0,1 0 0 0,0 0 4 16,-1-1-3-16,1 1 3 0,-4-1 0 0,0-2 11 0,2 2 13 16,-1 0-4-16,4 1 7 0,-4-2-11 0,0-1 5 15,1 0-4-15,-2-1 4 0,3 3-11 0,-1-1 4 16,-1-4-2-16,-1-1 4 0,-2-2 4 0,2 0-9 16,0-2 4-16,0 0-6 0,3-3 1 0,1-2 3 15,0 0-8-15,1-3 6 0,0-1-11 0,-12-2 4 16,6-1 2-16,2-2-2 0,4-4-2 0,1 0-6 15,0-8 3-15,1 5-2 0,1-4 3 0,1 1-10 16,0 4 6-16,0 1-4 0,0 2 6 0,2-1-3 0,1 2-1 16,0 0 1-16,0 3 5 0,-1-2-9 0,1 1 3 15,1 3-4-15,2-2 6 0,0 2 7 0,2-2-10 16,-1 2 6-16,1 2-11 0,-1-1 3 0,0 2 7 0,-1-1-3 16,1 0 4-16,-3 6-6 0,0 2-4 15,-2 3 2-15,0 2 3 0,-1 1 2 0,-1 0-1 0,0 1 2 16,0 0-8-16,-2 3 0 0,2-1-1 0,-3 1 2 15,6-2 0-15,1-1 3 0,1 0 1 0,2 1 1 16,0 0-3-16,0 1 4 0,1-1-2 0,-2 2 2 16,3-2-3-16,-1 2 4 0,1-2-3 0,-1 1 3 15,0-1-9-15,-2 2 5 0,1-2 0 0,-3 2 1 16,0 0 0-16,-1-1 6 0,0 2-4 0,-3 0 4 0,-1 1-7 16,1 0-1-16,-2 0 1 0,1 0 0 0,-1 0 4 15,2 0-6-15,-2 0-5 0,1-1-1 0,1 0-11 16,-1-1-10-16,0 1 4 0,0 0-9 0,-1 0-15 0,0 0-12 15,0 0-33-15,0-1 7 0,0 1-111 0,-1 0 56 16,0-1 4-16,0-2 18 0,0-4 18 0,0 2-27 16</inkml:trace>
  <inkml:trace contextRef="#ctx0" brushRef="#br0" timeOffset="77829.94">12799 7258 522 0,'0'-1'57'16,"0"0"55"-16,-6-17 12 0,2 8-44 0,1-1 2 15,0 3-19-15,2 2-25 0,-1-2-14 0,1 2 2 16,0 2-4-16,-1 1 1 0,2 2-17 0,-1-2-6 0,0 1-2 16,0-1-16-16,1 1 18 0,0 1-5 0,0 0 8 15,0 0-6-15,0-1 6 0,0 2 0 0,1 0 3 16,0 2-6-16,0-1 12 0,2 3-8 0,7 14 10 15,0-1-6-15,0 1-2 0,1 2 6 0,-2-2-5 16,2 2 2-16,-2-2 1 0,1-2-2 0,-2-2 3 16,0-1 0-16,-1-2-11 0,-3-1 4 0,3 0-5 0,1-1 9 15,5-2-8-15,-4 1 1 0,1-1-2 0,-2 1 1 16,-1-4 5-16,0 2-5 0,0-1 0 0,1-2-36 0,-5 1-18 16,0-2-4-16,0-1-7 0,0 1-55 0,2 1-103 15,-2-1-12-15</inkml:trace>
  <inkml:trace contextRef="#ctx0" brushRef="#br0" timeOffset="78163.78">12972 7042 664 0,'-2'0'52'0,"1"0"12"0,-1-1 29 0,0 1-32 16,-7-4 17-16,7 3-11 0,-2 0-34 0,2 0-3 15,0-1-11-15,-1 1-20 0,1 0-4 0,1 0 6 16,0 0-3-16,0-1 6 0,-1 2-1 0,1 0-4 0,0 0 1 16,1 0 5-16,0 2-1 0,0-1 4 0,1 0-5 15,0 1-4-15,4 5 6 0,-1 8-4 0,5-3 6 16,3 5-9-16,0 1 12 0,0 2-8 0,5 1 11 16,1 0-11-16,-3 0 0 0,-1-3 5 0,-2-1-3 15,-1 0 13-15,2-1 4 0,-1-4-4 0,1 2 3 16,-1-2-19-16,-3-3 3 0,3 3 3 0,-4-1-1 15,0-1 3-15,1 0-10 0,-2-1 2 0,-1 0-2 0,-2 1 7 16,0-2-6-16,-1-1-4 0,0-1-2 0,-1-1-23 16,-1-2-24-16,0 0-5 0,1-1-9 0,-1-2-38 0,1 2-41 15,1 1-18-15,-1-1-12 0,0-1-132 0</inkml:trace>
  <inkml:trace contextRef="#ctx0" brushRef="#br0" timeOffset="78515.71">13196 7138 753 0,'-1'-1'95'16,"0"0"204"-16,0-2-242 0,0 1-23 0,-1-1 3 15,1-1-13-15,1 1-28 0,0-2 11 0,0 0-3 0,1 0 6 16,2 0-10-16,1-1-1 0,7-3-1 0,8 0 0 15,2 1 4-15,1-3 2 0,3 2-3 0,3-3 3 16,0-2-4-16,5 1 4 0,-2-1-4 0,0 1 4 16,0 1-4-16,-1-1 13 0,0 0 4 0,0 0 0 15,-4 3 2-15,-3 0 2 0,-2 1-1 0,-1 2 3 16,-3-1-2-16,-1 2-11 0,-1 1 7 0,-2 0-7 16,-1 3 7-16,-1 0-14 0,-2 1 3 0,-1-1-6 15,2-5 5-15,-3 3 0 0,-1 1-1 0,-2 1 0 0,2 0 2 16,-1 0-7-16,0 1 1 0,-2 1-1 0,-2 0 0 15,2 0 4-15,-1 0-7 0,0 0 5 0,1 0-5 0,-2 0-27 16,0 0 6-16,0 0-16 0,0-1-31 0,-1 0-110 16,0 0-15-16</inkml:trace>
  <inkml:trace contextRef="#ctx0" brushRef="#br0" timeOffset="79017.91">12642 6275 411 0,'0'-1'63'0,"0"0"-12"16,-1 0 61-16,1-2-3 0,-5-9-6 0,2 2-54 15,1 0-10-15,-1 2 0 0,1 1-4 0,1 4-11 0,0 0-7 16,-1 2-1-16,-3-4-3 0,-6-2-5 0,0 3 9 15,1 1-7-15,-2 3 7 0,1 1-9 0,-4 3 9 16,1 2 3-16,-2 3 2 0,-1-8 2 0,4 17-4 16,-2 1 0-16,1 0-2 0,1 0-3 0,-1-1-2 15,3 4-4-15,3 0 1 0,1 1-11 0,4 0 3 16,0-1 1-16,2 0 1 0,-13 2-1 0,7-2-2 16,2 3-1-16,4-3 0 0,1 1 7 0,2-5 4 15,3-1-3-15,-1-5 2 0,2-1 1 0,1 0 1 0,-4 1 0 16,11-3-2-16,2-1-10 0,1-2 7 0,2-1-2 15,-4 0 5-15,-1-4 0 0,3 9-9 0,-1-4 1 16,6-2-6-16,-1-4-15 0,-1-1-24 0,0-3-10 16,-1-3-6-16,0-1-40 0,-1-2-23 0,1 0-40 0</inkml:trace>
  <inkml:trace contextRef="#ctx0" brushRef="#br0" timeOffset="79748.66">12776 6621 573 0,'0'0'147'0,"-1"0"46"0,0-1-96 15,0-1-96-15,0 1-5 0,0 0-31 0,-1 0 28 16,1 1-10-16,1 0 17 0,0 1-8 0,0 0 8 16,0 0-1-16,0 1 2 0,0 11-7 0,0-2 7 15,0-2-3-15,1-1 4 0,-1-5-2 0,0-2 8 16,2 2 8-16,-1-1 0 0,0-1 27 0,0 1 12 0,1-2-7 16,1 0 8-16,-1-2-14 0,6-2-2 0,1-18-1 15,-2-1-2-15,1-3-22 0,1 0-1 0,1 0-5 16,-1 2 3-16,-1 1-5 0,-2 0 1 0,1 2-4 0,0 1 1 15,-1 2-13-15,-2 3 12 0,2 1-1 0,-2 2 5 16,-1 1-6-16,-1 3 4 0,3 2-8 0,-2 0 5 16,0 2-3-16,-3 2 0 0,1 0 7 0,-1 0-5 15,1-1 1-15,0 1 1 0,0 0-4 0,0-1 4 16,1 2 3-16,-1 0-4 0,-1 0 2 0,0 1-2 16,0 0 4-16,0 0-1 0,0 1-5 0,-1 1 1 15,-2 9-4-15,1 4 1 0,0 2 3 0,0-3-2 16,2 0 0-16,2-2 6 0,-1-3-6 0,0-1 5 0,0-1-12 15,0-2 12-15,0 0 0 0,1-3 6 0,-1 0-4 16,-1 0 0-16,0-1-2 0,2 0 1 0,9 6-2 16,-1-2 3-16,-1-3-1 0,1-1 2 0,-2-1-2 0,2-1-3 15,-1-2 1-15,-3-1-1 0,1 3 3 0,3-12 0 16,-2-1-1-16,5 0 1 0,-3-2-2 0,-1 2-5 16,-1-1-2-16,-4 0-1 0,2-1 8 0,0 1-5 15,-2 1 7-15,4 2-7 0,-4 0 1 0,-2 2 4 16,0 0-4-16,4 2 4 0,-4 4 1 0,1 0 0 15,-3 3-3-15,1-2-1 0,0 1-6 0,0 0-5 16,1-1 3-16,-1 2-4 0,0 0 10 0,0 0-1 16,0 1 2-16,0 1-1 0,2 0 1 0,-1 3 1 0,-1 15 1 15,8 3 0-15,-1 3-2 0,1 2 0 0,1 1-8 16,1 1 6-16,1 0 1 0,1-4-6 0,2-2 7 16,-1-8-6-16,2 0 9 0,0-5 4 0,-1-3-3 15,2-1 3-15,-2-4-9 0,2 0 1 0,1 0 1 16,-1 8 0-16,3-3 1 0,-4-4-29 0,0-2-2 0,0-1-13 15,-3-1-37-15,4-1-18 0,-7 0-8 0,-5 1-7 16,4-3-96-16</inkml:trace>
  <inkml:trace contextRef="#ctx0" brushRef="#br0" timeOffset="81766.91">12454 8576 354 0,'0'0'42'0,"-1"-1"44"0,0 0-1 16,0 0-11-16,0 0-6 0,-1-1-2 0,1 1-18 15,0 0-14-15,0-1 9 0,0-1-12 0,-1 1 2 0,1 0-14 16,0-1-5-16,0 1 0 0,0 1 6 0,0 0 4 15,-1-1 7-15,1 1-3 0,0 0 8 0,0 0 4 16,0 0-4-16,0 0 4 0,-1-1-4 0,1 1-9 16,0 0 2-16,0 0-6 0,0 0-2 0,-1 0-1 15,1-1-3-15,0 1 2 0,0 0-9 0,0 0-8 16,0 1 0-16,-2 0-2 0,1 0 2 0,1 0-3 16,0 1 1-16,-1 0-1 0,1 0 4 0,0 1 1 15,0 0-4-15,1-1 0 0,-1 5-7 0,1-3 11 0,0 1 2 16,1 0 3-16,-1-3 7 0,2 1-5 0,4 3 0 15,3-1-2-15,3 1 2 0,4-2-11 0,-4-3 10 16,1-2-10-16,4-2 11 0,-4-2-4 0,-1-1-2 16,0 0 0-16,0-2 6 0,-4 4-11 0,2-3 8 15,-5 5-8-15,-3 2 9 0,3-3 2 0,-4 4-4 0,1-2 5 16,1 0 5-16,-2 0 13 0,0 1 0 0,0 0 2 16,0 0-12-16,0 0-12 0,1 0 4 0,-2-1-6 15,0 1 13-15,0 1-7 0,0 0 0 0,0 0-2 16,0 0-3-16,-2 0 0 0,1 0-5 0,0 1 2 15,0 1-13-15,1-1-2 0,0 0 4 0,0 0-7 16,0 0-27-16,0 0-29 0,0 1-13 0,1-1-5 16,0 0-66-16,0 0-250 0</inkml:trace>
  <inkml:trace contextRef="#ctx0" brushRef="#br0" timeOffset="83267.38">21952 4582 432 0,'-5'-14'21'0,"-5"-20"33"0,-1 1-14 0,3 8 7 16,1 3 0-16,1 4 0 0,0 3-12 0,0 3-18 15,1 1 2-15,0 4-6 0,2 1 14 0,-8 4-2 16,-1 1 4-16,-1-7-5 0,-3 1-7 0,-2 4 9 16,-1 4-4-16,-3 4 7 0,-2 4-3 0,-2 6-7 0,0-10-7 15,2 20 2-15,1 1-11 0,3 2-3 0,3 3 0 16,0 1 0-16,3 3 0 0,1-3-5 0,2 1 8 16,1-4-8-16,0-1 5 0,1 0 1 0,1 1-1 15,0 0 0-15,2 0-1 0,1 1-1 0,1-1-2 0,1 1 1 16,2 1 2-16,-15 2 11 0,9 1-4 0,4 3 7 15,4 2-9-15,3-1-1 0,3 2-4 0,2-1 0 16,2-2-15-16,2-1 2 0,2 2 0 0,-14-1-1 16,20 0-1-16,5 3-2 0,1-1 10 0,8-2-6 15,2 3 15-15,0-4 3 0,4 0 2 0,-5-3 2 16,1-6 16-16,-1-4 18 0,-3 0-10 0,0-4 13 0,-1 1-6 16,-1 0-4-16,2-4 3 0,1 2-7 0,3-2-12 15,4 2-7-15,1-3 0 0,1-2-2 0,4 0 5 16,-1-4-9-16,-2 0-4 0,1-5 0 0,-6 0-1 0,-2-3-3 15,2 17 6-15,0-12-6 0,3-6 5 0,1-5 4 16,-2-3 7-16,2-5 0 0,-4-3 19 0,1-1 27 16,-3 11-8-16,-7-20 14 0,1-1-13 0,-6-6-15 15,0-2-1-15,-2-9-6 0,-1-3-17 0,-3-5 3 16,-1 0-7-16,-4-1 5 0,-4-1-15 0,-2 2 8 16,-3-2-6-16,-3-2 5 0,20-1-3 0,-16-7 11 15,-10-2 8-15,-7 1 0 0,-5 0 13 0,-4 4-9 16,14 3 3-16,-32 2-3 0,-6-3 14 0,-10-1-19 0,-9-4-2 15,-10 0-8-15,-7 7-20 0,-7 7-39 0,-15 9-3 16,-18 11-13-16,-10 8-12 0,-26 11-23 0,-16 9-9 16,-17-19-16-16,-23 33-129 0</inkml:trace>
  <inkml:trace contextRef="#ctx0" brushRef="#br0" timeOffset="87771.86">11767 8558 505 0,'0'0'0'16,"-1"0"-5"-16,0 0-14 0,0-2-32 0,0 2-7 16,1 0-26-16,0 0 1 0</inkml:trace>
  <inkml:trace contextRef="#ctx0" brushRef="#br0" timeOffset="92992.68">26717 12141 65 0,'0'0'0'0,"0"0"5"0,-1 0 61 16,0-2-18-16,0 1-1 0,-1 0-23 0,1 0-16 0,0 0-5 15,0 0-2-15,0-1-1 0,-1 1-9 0,1 0 22 16,0 0-2-16,1 0 11 0,0-1 12 0,0 1-3 15,0 0 7-15,0 0-6 0,0 0 16 0,0 0 4 16,0-2-1-16,0 1 0 0,0 0-17 0,-1 0 12 16,0 1-10-16,0-1 11 0,-1-1-5 0,1 2-4 15,0-1-1-15,0 1-4 0,0 0-25 0,0-1 9 0,-1 0 1 16,1 1 2-16,0-1-8 0,0 0 14 0,0 0-14 16,-1 0 15-16,1-1-6 0,0 1 0 0,0 0 2 15,0-1-2-15,0 1-1 0,-2 0-7 0,2 2 5 16,-6-5-4-16,0 0 10 0,-1 0-9 0,-3 1 3 15,-1-1-6-15,-1 0-6 0,-2 2 9 0,1 0-10 0,-5 1 11 16,3 1-7-16,-1 1 2 0,0 0-1 0,-1 1 1 16,-1 1 0-16,0 2 2 0,-1 2-1 0,0 1 0 15,0 0-8-15,0 1 4 0,0 3 4 0,2-1-1 16,-2 2-7-16,-2-10 1 0,1 15-4 0,1 1 5 16,-3 0-3-16,6 2 0 0,-3 2-2 0,4-1 0 15,3 2-4-15,-2 1 7 0,2-1-5 0,1-3 5 0,0 4-8 16,3-3 8-16,3-1-3 0,2 0 4 0,3-1-12 15,-9-3 8-15,3 3-1 0,3-1 3 0,3-2-3 16,1 1 2-16,2-3 1 0,3 0 2 0,2 0-3 16,1 0 1-16,2 0-3 0,-6-1 2 0,8-1-2 0,2 0-2 15,5-2 2-15,-4 0-1 0,3 0 6 0,0-2-4 16,-3 1-1-16,1-2 0 0,3-1 7 0,-2-1-9 16,-1 0 5-16,1-1-7 0,-2 0-4 0,0-1-2 15,2-1 1-15,-2-1-1 0,-1 0-2 0,0 9-12 16,-1-4-8-16,0-2 0 0,-1-1-28 0,1-2-31 15,2-1-26-15,0 0-4 0,2-1-124 0</inkml:trace>
  <inkml:trace contextRef="#ctx0" brushRef="#br0" timeOffset="93461.54">26856 12734 502 0,'0'0'82'16,"0"0"18"-16,-1-1-67 0,-1 0-33 0,1 0-22 0,0-1 0 15,1 0-7-15,-1-7 7 0,1 0-4 0,0-1 15 16,0 2 3-16,0 0 0 0,0-1 3 0,0 2 18 15,0 2 22-15,0-1 10 0,0 1 4 0,0 0 39 0,0 2 4 16,0-1-7-16,0 2 4 0,0-1-10 0,0 2-12 16,0 0-2-16,0 0-5 0,0 0-13 0,-1-2-19 15,0 1 7-15,-1 0-11 0,1 1 1 0,0-1-21 16,0 1 7-16,0 0-9 0,0 1 16 0,-1 1-9 16,1 0-2-16,-1 5-2 0,-3 13-7 0,2 1 4 15,-1 1 1-15,2 4 3 0,1 0-5 0,1 0-1 16,0-1 1-16,0-3 1 0,0 0 6 0,0 0-10 15,0 2 0-15,0-2-2 0,0-1 12 0,0-2-8 0,0-4 5 16,0-1-6-16,0-3-1 0,0 1 1 0,0-4 1 16,0 1 1-16,-2-1 0 0,2-2 1 0,0 0-4 15,0-3 2-15,0 0-3 0,0-1-16 0,0 1 7 16,-1 0-11-16,1 0-12 0,0 1-12 0,0-2-1 0,0 0-1 16,0 0 4-16,0 0-33 0,1-1-1 0,1-1-14 15,-1 0-45-15,1-2-4 0,2-19-5 0,4 1 6 16,1-3 10-16</inkml:trace>
  <inkml:trace contextRef="#ctx0" brushRef="#br0" timeOffset="93726.17">26965 12637 147 0,'0'-1'63'0,"0"-1"61"15,0 1 11-15,0 0-14 0,0 0 1 0,0 0-7 0,0 0-21 16,0-1-26-16,0 1 0 0,0 0-9 0,0 0-13 16,0 1-17-16,0 0 1 0,0 0-3 0,0 0 5 15,0 1-1-15,0 0-6 0,0 0 4 0,0 2-10 0,0 3-4 16,0 3 1-16,0-1-3 0,1 1-5 0,1-1 7 15,-1 0-5-15,2 4 4 0,2-2-6 0,1 3-8 16,1 1 1-16,-1 0-2 0,0 1 5 0,1 0-3 16,0 1 7-16,0 3-6 0,-1 1 4 0,-2-1-7 15,0-1 3-15,1-1-3 0,-1 1 1 0,1 0 0 16,-1-3-3-16,-3-5 1 0,-1 0 3 0,0-3 6 16,0 1-3-16,0-1 2 0,0-2-12 0,0-3-16 15,0 1-17-15,0-1-2 0,0 0-79 0,0 1-1 0,0-2-11 16,0 0 2-16,0 0-67 0</inkml:trace>
  <inkml:trace contextRef="#ctx0" brushRef="#br0" timeOffset="93994.08">26792 12510 1352 0,'-1'0'20'0,"0"-1"-1"16,0-1 27-16,0 1-16 0,-1 0 9 0,1 0-38 15,0 0-1-15,0 0 5 0,0-2-5 0,1 1 0 0,0 0 6 16,1-1-6-16,2 1 7 0,16-10 4 0,2 1-3 16,3 2 1-16,-1 2-4 0,4 0-7 0,1 1 9 15,0 1-7-15,4 1 6 0,-2-1-11 0,1 1-4 16,-3 2-2-16,-3 0-3 0,-3-1-19 0,-2 2-25 15,-2 0-32-15,-4 1-4 0,1 0-167 0,-3 0-90 16</inkml:trace>
  <inkml:trace contextRef="#ctx0" brushRef="#br0" timeOffset="100348.77">27672 12328 36 0,'0'0'0'0,"0"0"2"0,0 0 32 16,-1 0 1-16,1 0 7 0,0 0-6 0,0 0-2 0,0 0 3 16,0 0-2-16,0 0 4 0,-1 0-1 0,1 0-1 15,-2 0-6-15,1 0 3 0,1 0-4 0,0 0-4 16,0 0 2-16,0 0-6 0,-1 0-11 0,0 0 4 16,0 0-4-16,-1 0 5 0,1 0 4 0,0 0 0 15,0 0-1-15,0 0-1 0,0 0-2 0,-2 0 18 16,1 0 5-16,-6 0 1 0,2-2 7 0,-2 1-11 15,2 1 3-15,1 0-4 0,-2-1 2 0,1 0-6 16,-2-1-3-16,4 2 1 0,0-2-3 0,-1 1-12 16,3 0 0-16,-1 1-3 0,0-1-4 0,0 1 4 0,0 0-4 15,0 0 3-15,2 0-16 0,0 0 11 0,0 0-3 16,1 0 8-16,0 0 7 0,0 0-3 0,1 0 6 16,4 0-5-16,21 0-2 0,1 0-4 0,3-1-3 15,2-2 2-15,-1 1 2 0,-1-2-4 0,2 1 6 0,-2-1-4 16,3 0 7-16,-1 0-14 0,0 2 6 0,3-2-6 15,-1 2 10-15,3-2 0 0,-3 1-7 0,-2-1 6 16,1 1-6-16,1 0 6 0,-1 1 0 0,-4 1 0 16,-2-1-6-16,-2 0 4 0,-2 1-5 0,0 0 4 15,-2 0-10-15,-2 1 8 0,-2 0 0 0,1 0 2 16,-3 1-7-16,-2 0 3 0,3 0-5 0,-4 1 3 16,1-1-1-16,-5 0-2 0,-2 0-2 0,-1 0-1 0,1 0-8 15,-1 1-14-15,-1-1-5 0,2 0-7 0,-5-1-36 16,3 1-171-16,-2-1 10 0</inkml:trace>
  <inkml:trace contextRef="#ctx0" brushRef="#br0" timeOffset="100698.84">28329 12030 1470 0,'-1'0'15'0,"0"-1"-2"0,-5-1 22 16,-6-3 1-16,5 2 0 0,2 2-15 0,3 0-21 0,0 0 3 15,-1 0-6-15,2 1 6 0,0 0-8 0,0 0 0 16,1 0-3-16,1 1-5 0,0 0 5 0,2 0-5 0,13 6 3 16,2 0-7-16,1 0 18 0,1 1-4 0,2-1 8 15,1 1-3-15,0-1 1 0,1 0 8 0,1 0-5 16,-1 0 11-16,1 1-8 0,-2 0 2 0,0 2-3 15,-1 0-2-15,-4 2 3 0,2-7-1 0,-4 13 3 16,-2 2 1-16,0 0 0 0,-4 1 1 0,0 0-1 16,-3 1-7-16,-2-1 14 0,-4 1-13 0,11-2 14 15,-5 0-12-15,-4 1 4 0,-3 1 0 0,-5-1 1 0,-4 2 2 16,-3-3-17-16,-2 0 1 0,-12 0-10 0,-2 0-21 16,-6 0-68-16,-1 1-31 0,-3-1-22 0,-1 2-188 15</inkml:trace>
  <inkml:trace contextRef="#ctx0" brushRef="#br0" timeOffset="101683.56">25715 13766 636 0,'-1'0'160'0,"-1"-1"33"0,-22-9-47 15,-1 2-71-15,-2-2-12 0,4 2-7 0,0 1-21 16,4 1-10-16,2 3-1 0,2-1-13 0,1 1 1 0,-2 0 0 16,1 1-1-16,0 1-5 0,1 0 0 0,-2 1-5 15,1 0 2-15,1 2-9 0,-1 2 6 0,-1 1-1 16,0 5 2-16,2-7-2 0,-3 17-2 0,1 2 6 0,2 2-4 15,0 1 0-15,1 2 4 0,1-1 0 0,-2-3 4 16,3 3 1-16,2-3-8 0,1-2 5 0,5 0-5 16,-3-5 6-16,4 1-2 0,0-2-4 0,-8-1 4 15,4 0 1-15,4-2-4 0,1-1-2 0,1-2 0 16,1-1-4-16,1-1 1 0,2-1 5 0,-2-1-3 16,14-2 0-16,-2 0 0 0,2 7-6 0,4-1 5 15,-1-5-1-15,-1-1-3 0,2-3 7 0,1-3-5 0,-1 0 6 16,0-4 8-16,1-1-9 0,-1-3 8 0,1-1-8 15,0 0-1-15,-1 1 7 0,-1 7-6 0,-2-10 7 16,-6 0-1-16,2 1-6 0,-2-1 4 0,1 1 5 0,-4 2-2 16,-6-3 9-16,3 8-6 0,1-3 10 0,-3 1 0 15,-3 7 5-15,1-4-3 0,-1 3 11 0,0 0-18 16,0 0 2-16,0 1-6 0,-1-2 3 0,0 1-2 16,0 1 0-16,-1 0-2 0,0 1-6 0,-7 0-5 15,4 2 0-15,-1 5-2 0,1 18 8 0,1 2-5 16,-1-2 0-16,4 0-3 0,-1 3 4 0,-14-1-6 15,8 2 2-15,4-1-4 0,1 4 7 0,2-1-4 16,1 1 3-16,0 1-3 0,2 4 10 0,-2-4-5 0,0 1 1 16,0-1-2-16,0-3 1 0,-1 1 1 0,-1-3 2 15,-2-2-2-15,0-2 6 0,-1-3-5 0,-1-2 3 16,0-2-4-16,-1 0-4 0,-1-1 7 0,0-2-3 16,-1-1 6-16,7-2 8 0,-11 0-1 0,0-3 4 15,-2-1-4-15,0-3 1 0,-3 1 16 0,0-3-7 0,1 1 10 16,-3-2-2-16,0 11-7 0,-3-5-3 0,1-4-3 15,1-3-14-15,4 0 0 0,3-1-1 0,1-1 0 16,3-1-5-16,-4 0-4 0,2-1 1 0,2 2-3 16,2-2-13-16,0 1-9 0,1-1-9 0,3 3 1 15,-1-2-36-15,3 3 0 0,0-2-8 0,0 0 4 16,2 1-25-16,-3-6-18 0,3-1-45 0,3-1 6 0,1 0-179 16</inkml:trace>
  <inkml:trace contextRef="#ctx0" brushRef="#br0" timeOffset="102267.65">25975 14186 937 0,'0'0'49'0,"-1"-2"-1"0,0 1 23 16,-2 0-9-16,2 1-5 0,-7-8-27 0,1 0-8 0,1-3 1 15,1 2-3-15,1 0-11 0,-1 1-6 0,0 1 1 16,0 1-1-16,1-1 3 0,-1 0 0 0,2 4 0 16,-2-1 1-16,0 0 4 0,2 2-1 0,-2-1 4 15,0-1 0-15,-1-1 18 0,0 2 1 0,-2-2-4 16,0 2 3-16,0 1-7 0,-3 2-5 0,-2 0 2 0,0 3-3 16,2 1-1-16,0 4-2 0,-2-3-3 0,0 12 1 15,2 2-7-15,0-1-3 0,1 0-2 0,3 1 2 16,0-1 3-16,3-3-8 0,-6-1 5 0,3-1-5 15,2-3 0-15,3 1 1 0,1-2-2 0,1-1 2 16,1-1 6-16,0-3-8 0,0 1 1 0,2 0-5 16,-1-1-1-16,0 0 0 0,5-2 4 0,2 4-2 0,2 1 0 15,-1-3-3-15,4-2-2 0,-1-2 2 0,-1 0 5 16,-1-1 2-16,0-1 1 0,0-2-1 0,-2 1-5 16,0-2 7-16,1-1-2 0,-2 0 4 0,0 3-2 0,-2-8 4 15,0-1-3-15,0 0 3 0,0-1 2 0,-2 1-2 16,1-1 3-16,0 0-3 0,-2 0 6 0,1 1-10 15,-2-1 4-15,1 1-5 0,-1 1 12 0,0 1-9 16,1 2 2-16,-1 1-4 0,0 1 1 0,0 1 2 16,1 1 4-16,-2 1-2 0,-1 2-3 0,0 0 1 15,3-1-2-15,-1-1 4 0,-1 1 4 0,0 1-12 16,1-1 6-16,0 1-7 0,-1 1 4 0,0 0 0 16,0 1 2-16,1 2-1 0,1 4 4 0,4 8-4 15,-2-1-3-15,-2 2 1 0,1-1-1 0,-2 0-5 0,1-2 3 16,-1 0-3-16,0-2 3 0,2-1-13 0,-2 0 0 15,2-2-4-15,-2-2-6 0,0 0-9 0,1-3 1 16,-2-1-3-16,5 1-2 0,2 3-38 0,0-2-13 16,5 1-14-16,1-3-91 0,3-2-57 0,2-2-3 0</inkml:trace>
  <inkml:trace contextRef="#ctx0" brushRef="#br0" timeOffset="102503.19">26315 13983 770 0,'0'0'65'0,"0"0"-5"16,-1 0 38-16,0 0-5 0,-1 0-9 0,1 0-29 16,0 0-14-16,0 0 0 0,0 0-5 0,-1 0-4 0,1 0-13 15,0 1 2-15,0 1-6 0,-3 5-8 0,-3 9 6 16,1 2-5-16,2 1 5 0,0-1-5 0,2 1-6 16,0 0 4-16,0 0-6 0,1-2 1 0,-1 1-1 15,1-3 0-15,-2 1 0 0,2-3 3 0,-1 1-4 16,1-2-1-16,-1-1-3 0,1 0-5 0,0-3-9 15,0 0-4-15,1-2-7 0,0-2-68 0,0-2-77 16,0-1-16-16,0 2-22 0,0-1-105 0</inkml:trace>
  <inkml:trace contextRef="#ctx0" brushRef="#br0" timeOffset="102650.71">26365 13686 992 0,'-1'0'28'15,"0"0"1"-15,0 0-2 0,-1 0-9 0,-1 0-5 16,0 0-10-16,2 0-22 0,-1 0-13 0,0 2-7 16,0 2-70-16,-4 7-34 0,2 7-5 0,4-3-12 15,0 2-49-15</inkml:trace>
  <inkml:trace contextRef="#ctx0" brushRef="#br0" timeOffset="103035.81">26527 14070 726 0,'-2'1'120'0,"1"2"-87"16,-7 6 122-16,-7 11-42 0,2-1-43 0,0 0-7 15,2 0 0-15,2-2-4 0,-1 0-6 0,5-4-19 16,0-2-3-16,1-2-7 0,2-2-8 0,0-4-11 16,-1 1 1-16,1-2-4 0,0 0-1 0,-1 1 11 15,2-2 0-15,0 0 2 0,0 0 3 0,-1-1-8 16,1 0 1-16,0-1-5 0,0-1-5 0,-4-11 6 15,2-5 0-15,2 1 1 0,1-2-5 0,2 1 4 16,0 2 0-16,3-1 1 0,0 1 0 0,1-1-7 16,-1 2 0-16,1 1-1 0,1 0 7 0,0 0-9 0,3 0 4 15,-9-1-6-15,13 3 3 0,1 2-2 0,2 1-2 16,-2 6 1-16,3-2-1 0,-2 1 1 0,0-7 1 16,0 4 0-16,0 3 4 0,0 4 1 0,-2 0 0 0,-1 1 2 15,-1 2 6-15,-1 3 1 0,0 1 5 0,-4-3-3 16,4 13 3-16,-3 0 4 0,-1 1-6 0,0-1 6 15,-4-2-2-15,0 2-6 0,0-1 7 0,-2 1-7 16,1-1 1-16,-1 0-12 0,8-2 0 0,-1 1-3 16,-2-2-7-16,-1-1-7 0,0-1-9 0,-2-1 2 15,1-2-31-15,0-1-72 0,0-2-34 0,2 0-19 16,7-1-163-16</inkml:trace>
  <inkml:trace contextRef="#ctx0" brushRef="#br0" timeOffset="103567.67">27710 13977 879 0,'0'0'21'0,"-2"-1"7"0,1 0-9 0,0-1-12 16,0-3 0-16,-2-4-7 0,0-3-1 0,2 2-1 15,0-1 2-15,-1-6 6 0,1 4-2 0,0 0 7 0,0 2-2 16,0 3 39-16,0 1 10 0,-3-1-2 0,0 0 3 16,1 1-7-16,-2-1 12 0,1 2-5 0,-1 0 6 15,-9 0-14-15,1 1 0 0,0 1-4 0,-1 1 0 16,-4 0-18-16,0 2-1 0,4-9-5 0,-3 2 1 15,1 3-14-15,1 3 5 0,0 2 2 0,1 0-2 16,1 2-7-16,-1 2-2 0,0 2-6 0,1 0 4 16,1 2-3-16,0-2-2 0,0 10 1 0,3 2-1 0,0-2 9 15,0-1-9-15,2 4 2 0,1-2-3 0,-1 4 10 16,0 0-11-16,4 0 4 0,-1 2-6 0,2-2 13 0,0-2-11 16,-1-2 3-16,-7 0-4 0,3-2 9 0,2 1-6 15,4 0 3-15,1-1-3 0,0-1 4 0,2 0-5 16,2 0 4-16,0-2-2 0,2 1 5 0,0 0 2 15,1 0-4-15,1-1 5 0,-4-2-7 0,10 1-4 16,-1-1 4-16,2 0-3 0,0-4 4 0,0 1-5 16,1 0 1-16,0-1-3 0,-1 1 4 0,2-4-14 15,0-2-1-15,0 2-4 0,1 9-4 0,-4-7-9 16,-2-1-1-16,0-3-3 0,3-1-12 0,4-2-28 16,3-4-11-16,2-2-15 0,-1-2-128 0</inkml:trace>
  <inkml:trace contextRef="#ctx0" brushRef="#br0" timeOffset="104018.87">28240 13883 713 0,'-1'-1'365'16,"0"0"-501"-16,-1 0 434 0,0-2-244 0,0 1-34 16,-3-4-13-16,1-3 2 0,0-1-5 0,1 1-3 0,1 0 5 15,1 3-6-15,-5-3 7 0,1 2-9 0,2 2 0 16,0 0 2-16,1 0-1 0,0 2 6 0,-2-2 12 16,-1 1 8-16,0 1 1 0,-5 2 25 0,-2-1-11 15,1-6 2-15,-5 1-2 0,3 2 14 0,-5 2-7 16,1 2 0-16,-1 1-3 0,-2 0-4 0,4 2-16 15,-2 3 5-15,2 1-9 0,1 1 0 0,-1 2-4 16,1-5-8-16,1 16 4 0,0 0-4 0,2 2-4 16,1 0-1-16,3 2-2 0,2 1-6 0,2-3 7 15,1 0 2-15,-8-2 1 0,4-1-9 0,3-1 3 0,3-1-2 16,1 0 3-16,1-2 2 0,1 0-1 0,3 0 0 16,2 0-1-16,0-1-2 0,1-1 2 0,-5 0 3 15,8-1-1-15,5-1-1 0,0-1 8 0,2 0-8 0,4-1 9 16,3-2-13-16,0-3-1 0,0-1 0 0,6 12-1 15,-3-8-8-15,2-6-24 0,1-3-11 0,-2-4-2 16,2-5-21-16,1-2-29 0,1 12-17 0,0-25-36 16,3-3-353-16</inkml:trace>
  <inkml:trace contextRef="#ctx0" brushRef="#br0" timeOffset="106019.54">29020 13983 610 0,'0'-1'252'0,"-2"0"-309"0,1-1 298 0,-5-9-154 16,-7-1-13-16,5-3-31 0,-1 0-5 0,0-1-9 15,2 3-14-15,-1 2 0 0,1 2 1 0,4 1-2 16,-3-1-11-16,0 2 7 0,1-1-2 0,0 3 2 15,0 2-8-15,-1 0 9 0,-1-3-4 0,-2 1 8 16,1 2 4-16,-1 0 0 0,-2 3-2 0,1 2 1 0,-3 2-10 16,3 2 7-16,-3 2-7 0,2 14 5 0,1 0-2 15,1 1-10-15,2 1 9 0,0-4-10 16,1 1 5-16,1-2 1 0,0 0-5 0,4 0 3 0,-1-3-3 16,-8-2-1-16,5-2 4 0,0-1-4 0,2-2 2 0,2-2-2 15,0 0 1-15,1-1-1 0,0-3 0 0,0 2 6 16,0-3-1-16,0 1 2 0,0-2-5 0,0 0-4 15,1 2-1-15,2-1-1 0,-1 0 2 0,-1-2 4 16,6 4-2-16,1-2 3 0,2-2-3 0,-2 0 6 16,3-3-4-16,-1-2 4 0,1-2-9 0,-1 6 3 15,2-13 2-15,-1-2 0 0,-1-1 0 0,-1 1 2 0,0-1-6 16,-2-2 2-16,2 1-9 0,1-3 13 16,-2 5-5-16,-2-1 7 0,-1 2-6 0,-2 5 0 15,2-1 5-15,-2 5-4 0,0 2-1 0,-2 1 2 0,1 0 0 16,1 1 1-16,-1 1 8 0,0 0-6 0,0 0 2 15,-1 1-4-15,1 1 7 0,0 1-11 0,7 15 5 16,-1 8-7-16,-3 1 5 0,-3-1 1 0,0 1-5 16,1-4 2-16,0-2-5 0,1-2 0 0,0-3 1 15,1-2-2-15,0-1-8 0,1-3-5 0,-3-3-3 0,-2-1-1 16,12-3-19-16,3 9-6 0,1-3-8 0,0-5 2 16,0-3-9-16,3-1-28 0,0-3 11 0,3-5-18 15,-3 0 4-15,-3-2 6 0,1 5 8 0,-5-13 3 16,0-1 55-16,-1-4 6 0,-1-1 7 0,0-1-3 0,0 2 15 15,-3 3 2-15,-1 1 2 0,-1 3 0 16,0-1 16-16,-2 6 16 0,-1-1 1 0,0 3 5 0,-1 2 11 16,0 1-4-16,-1 2 11 0,1 2-9 0,-2 2 11 15,3-2-1-15,-1 1-7 0,0-1 4 0,-1 2-13 0,1 0-6 16,-1 1-6-16,0 1 1 0,0 2-18 0,-1 11 0 16,0 8 0-16,-2 3 0 0,-2-1 0 0,0 1-3 15,-1-2 3-15,0-4-3 0,2-2 5 0,-1-3-6 16,2-3 4-16,-1-2-4 0,2-3 0 0,0-1-9 15,1-2-2-15,0 0 0 0,0-1 2 0,0-1-8 16,0 1 6-16,0 1-6 0,0-1 4 0,0-1-1 16,0 0-5-16,0 1 3 0,1-2-3 0,0 0 6 15,1-2 2-15,-1 1 0 0,0-2-4 0,6-11 5 0,0-2-6 16,-1 1 7-16,-1 1-1 0,-2-1-5 0,1 3 10 16,-2 1-8-16,0 2 4 0,0 4-1 0,-1-1-6 15,0 2 3-15,-1 2-2 0,0 0 3 0,1 0-2 16,0-1 0-16,0 1-3 0,1 1 6 0,-1 0-1 15,0 1 3-15,0 1-5 0,0 0 0 0,0 1 7 0,3 11-5 16,-2-2 0-16,1-3-3 0,-2-2 2 0,0-1 0 16,0-2 5-16,0 1-6 0,2-1-5 0,-1 0 2 15,2-1-2-15,5 3-4 0,5-2-2 0,-3-3-2 16,2-2-5-16,0-3-3 0,0-2 3 0,2 6-3 16,1-15 8-16,0-1 4 0,-3-1 4 0,3 2-2 15,-4 1-2-15,1 5 0 0,-2 3 2 0,-6 2 0 16,1 3 0-16,-1-1 4 0,-2 0-4 0,2 2 6 0,2 1 6 15,-3 0-2-15,-3 0 0 0,1 15-2 0,9 2-2 16,-3 0 6-16,-1 1-6 0,-1 0 7 0,1 1-4 0,-2-8-6 16,-1 0 8-16,0-5-7 0,-1-2 6 0,3-1-1 15,7-2-1-15,-2 6 0 0,0-1 4 0,2-4-8 16,-1-2 1-16,1-3-5 0,0-3 1 0,0-2-4 16,-2 2 3-16,-2-11-2 0,-1 0 8 0,-1 0-3 15,-2 2 5-15,0 0-2 0,-2-1 9 0,1 3-4 16,-2-1 3-16,-1 5-2 0,2 1 15 0,1 2-15 15,-1 2 4-15,-1 1-7 0,-1 0 1 0,0 1 6 16,1 0-3-16,-1-1 4 0,0 2 1 0,0 0 6 16,0 1-2-16,2 1 2 0,-1 2-10 0,9 16 1 0,-3 6 3 15,0 5-2-15,-1 1 0 0,-1 0-9 0,-1 1 1 16,-2-3-2-16,1 2-2 0,-2-1 3 0,0 0 1 16,1 0 1-16,-1 0 0 0,2-1 3 0,-2-4-1 15,-1-3 3-15,0-2 1 0,-1-5-3 0,0 2 0 0,0-5-3 16,0-3-1-16,0-2 6 0,0-2-6 0,0-2 6 15,0-2-2-15,0 2 0 0,0-1 7 0,0-1-8 16,0 0-5-16,-1 1-8 0,0-2-10 0,0-2 5 16,0 0-7-16,-10-17 11 0,3-1 5 0,-2-2 0 15,1-4 8-15,2 1 2 0,1 0 3 0,0-1-2 16,3-1-1-16,0 0 0 0,2-3-3 0,1 1 1 16,2-4-7-16,6-2-8 0,1-2 0 0,4 1-3 15,2 3 0-15,-14 6 6 0,19 2-2 0,3 9 5 0,-3 1-1 16,-7 6-3-16,1 5-1 0,-6 3-1 0,1-6 3 0,2 3 3 15,2 1 4-15,-4 3-1 0,-2 1 5 0,-4 1 4 16,1 3-6-16,7 15 4 0,-8 2-16 0,-3 2-5 16,-4 1-1-16,-4 0 0 0,-1-4 19 0,2-6 11 15,1-3 1-15,2-5 0 0,1-4-6 0,2 0-11 16,0-1-1-16,0 0-4 0,0 1-3 0,-1-1-11 16,2-1 5-16,0 1-7 0,2-2-1 0,1-2 4 15,21-9-5-15,4 7 4 0,0-18-1 0,0-3 10 16,-3-2 4-16,-3-4 0 0,0-1 7 0,-2-1 4 15,-2 0 2-15,0-3 3 0,-2 1 4 0,0 0-5 16,-1-2 2-16,-1 0-1 0,-3-4 13 0,2-2-3 0,-4-1 3 16,0 2-3-16,1 5 3 0,-3 1-5 0,-1 4-5 15,0 3 2-15,0 5-1 0,-3 4 2 0,1 4 4 16,-1 6-3-16,4 0 10 0,-3 5-5 0,-2 1 4 0,-1 2-5 16,-1 0 2-16,1 0-13 0,1 0-2 0,-1 1-3 15,0-1-2-15,0 1 6 0,0 1 0 0,-1 1 3 16,0 2 8-16,-3 16-7 0,-3 9 3 0,-2 5-5 15,-2 3-1-15,2 2-2 0,1-1-1 0,1 0 1 16,1-3-2-16,3 0 6 0,0-3-5 0,2-2 5 16,0-1-5-16,0-1-1 0,2 0 2 0,2-1-2 15,1 0 6-15,3-2-7 0,0 0 1 0,1-1-3 0,1-2-5 16,-1-1 5-16,2-1-3 0,-2-2 3 0,0-3-7 16,-3-2 1-16,4-5 1 0,4-2-2 0,-5 1-11 15,-2-5 9-15,0 0-3 0,2 5 6 0,0-1 0 0,-1-3-8 16,2-1 0-16,-3-1-1 0,0-1 12 0,3-4-3 15,2-3 1-15,-1 2-2 0,3-8 4 0,-4-1-1 16,2-3 5-16,-4 1-4 0,3 0 1 0,-2-1 0 16,0 1-1-16,0 0 2 0,-3 2 4 0,1 3-3 15,-1 2 2-15,-3 2-2 0,0 2-6 0,-1 3 11 16,-1 2 1-16,1-1 4 0,1-1 5 0,-1 2 2 16,1 0-5-16,-1 1 4 0,0 1-9 0,1 0-1 15,1 6 2-15,7 13-2 0,-4 0-4 0,-1 0-5 0,-3-2-5 16,1-3 0-16,-1-1-11 0,1-2-25 0,-1-4-5 15,1 1-6-15,0-3-17 0,-4-5-6 0,3 0-2 16,6 5-4-16,3-1-22 0,1-4-39 0,1-5-13 16,4-4-13-16,0 2-71 0</inkml:trace>
  <inkml:trace contextRef="#ctx0" brushRef="#br0" timeOffset="106271.87">31144 13207 725 0,'0'-1'80'0,"-2"-8"101"15,-5-9-49-15,0 3-13 0,1 2-4 0,1 2-4 16,2 2-30-16,0 2-15 0,0 0-9 0,2 3-1 16,0 1-26-16,-1 0-2 0,1 1 2 0,0-1-3 0,0 1 0 15,0 0-11-15,0 1-2 0,-1-1-2 0,1 1 0 16,0 1 4-16,0 1 5 0,0 2-3 0,-4 16 1 0,0 6 1 16,3 6-6-16,1 3 6 0,0 3-5 0,1 3-4 15,0 5 4-15,0 6-6 0,-3 3-5 0,-2 1 2 16,1-1-6-16,-1 3 5 0,0-2-11 0,2 2 0 15,-1 1 0-15,-2-1 0 0,3-2-16 0,2-3-33 16,1-5-2-16,3-8-12 0,-2-5-29 0,-1-9-32 16,0-4-11-16,0-7-7 0,0-4-47 0,0-3-17 15,0-5 5-15</inkml:trace>
  <inkml:trace contextRef="#ctx0" brushRef="#br0" timeOffset="106553.43">30894 13840 432 0,'-1'-1'85'16,"0"-2"114"-16,-6-10-67 0,-1-1-35 0,4 4-8 15,0 1-12-15,1 0-49 0,0 2-17 0,2-2 2 16,1-2-7-16,1 2-3 0,3-1-3 0,3 0-3 0,2-2 1 16,15-1 0-16,3-1 3 0,2 0-1 0,3 1 2 15,1-1 2-15,-1-1 11 0,-1 3 6 0,1-3 1 16,-4 1 18-16,0 0-12 0,-4-1-1 0,0 2-3 16,-3 2 2-16,-1 2-1 0,-4 1 3 0,1 5-1 15,-3 1 12-15,-4 1 3 0,5-7-8 0,-6 4 3 16,2 2-18-16,-2 2 1 0,-2 0 3 0,5 4-2 0,-4 1 4 15,0-1 9-15,-2 11-3 0,-3 1 4 0,0 2-10 16,-1 2-9-16,0 1 4 0,11 2-5 0,-6-1-6 16,-5 0-9-16,-2-1-5 0,-4 1-3 0,1-4-14 0,-1-1-41 15,1-1-8-15,-1-4-15 0,1-4-64 0,0-3-73 16,2-3-10-16</inkml:trace>
  <inkml:trace contextRef="#ctx0" brushRef="#br0" timeOffset="107171.58">31415 13212 1122 0,'0'0'64'0,"0"0"7"0,0 1-29 0,0 0-20 16,0 0-17-16,0 5-5 0,0 13-11 0,0 6 6 16,2 2-5-16,2-1 6 0,2 2-21 0,1 0 0 15,2 0-9-15,2-2-15 0,-1-2 33 0,0-5-8 0,-2-7 19 16,-2 1 11-16,11-7 20 0,1-1 5 0,0-1 4 15,-1-3 27-15,1 9-10 0,1-3 8 0,-2-3-10 16,1-3-5-16,-1-2-6 0,0-3 0 0,0 0-3 16,-1-2-3-16,1-1-15 0,-2 0-4 0,-1 0-1 15,0 0-12-15,-3-1 6 0,-2 3-4 0,-2 2 3 16,-1-5-3-16,-2-3 12 0,-1 2 1 0,-1 1 5 0,0-3 5 16,-1 3-3-16,7-4 2 0,-2-1-4 0,-3 2-8 15,-1-1 5-15,-1 0-1 0,-1 3 3 0,-1-1 10 16,-1 2 0-16,0 1-3 0,-1 1 1 0,-1 0-10 0,0 1-9 15,-5 3 2-15,-2-5-6 0,1 1-5 0,-1 4-10 16,0 1 0-16,-4 3-3 0,1 3 6 0,4 2 5 16,-3 3 0-16,1 14 0 0,4-2-4 0,0 1 3 15,-1-1 1-15,6 0 0 0,-1 2-2 0,3-4 5 16,-9-3-4-16,5 0 4 0,4-1-4 0,1-2 4 16,2-1 2-16,3-1 0 0,2 0-6 0,-5-3 1 15,13 2-4-15,2-1 4 0,-2 1 0 0,3-2-2 16,-2 2 2-16,1-2-2 0,0 3 4 0,-1 0-4 15,0 1 5-15,1 0-3 0,-2 1 2 0,-1-1 6 0,-2-1-5 16,-5-3 6-16,-1-1-5 0,-3-2 3 0,1-4-3 16,0 0 4-16,0-1 3 0,-2 1 5 0,1 1 4 15,-2-2-3-15,0 0-4 0,-1-1 7 0,0-1-2 16,0-3 5-16,-1-15 4 0,0 1-1 0,-2-2-6 0,2-2 2 16,1 1-14-16,4 1-12 0,2-2 4 0,3 0-10 15,3-1 2-15,-9-4 3 0,20 0-5 0,2 0 6 16,0 2 0-16,-4 7 4 0,4 2 4 0,-6 3-2 15,-3 2 9-15,0 2-1 0,-2 2 0 0,-3 5 0 16,4 0 1-16,-4-7-9 0,1 2 3 0,0 3-5 16,0 0-9-16,-2 3-2 0,1 1-11 0,-2 0 3 15,1 0-40-15,-3 1-146 0,-3 0-47 0,0 0-54 0,-2 1-362 16</inkml:trace>
  <inkml:trace contextRef="#ctx0" brushRef="#br0" timeOffset="107407.02">30484 13064 2469 0,'-2'-1'10'0,"1"-1"1"0,0 1-13 0,0-1-6 16,0-1-8-16,-1 1-29 0,2 0-22 0,0-1-3 16,2 1-6-16,0 1-16 0,16-7-35 0,5 2-75 0,5 3 1 15,-2 3-353-15</inkml:trace>
  <inkml:trace contextRef="#ctx0" brushRef="#br0" timeOffset="110323.69">10893 8300 20 0,'0'0'9'0,"0"0"3"0,0 0 21 0,0 0 16 15,0 0 7-15,0 0 7 0,0 0-16 0,0 0-6 0,0 0 0 16,0 0-3-16,0 0 0 0,0 0 3 0,1 0-4 15,-1 0-2-15,1 0-2 0,0 0-5 0,0 0 1 16,0 0-11-16,1 0 4 0,-1 0-6 0,0 0 3 16,-1 1-13-16,0 0 12 0,0-1 0 0,0 0 5 0,0 0 6 15,0 0-5-15,1 0 6 0,-1 0-6 0,0 0-8 16,0 2 2-16,0-2-5 0,0 1 4 0,0 0-1 16,0 0-2-16,0 0-6 0,0-1 3 0,0 1-8 0,0-1 8 15,0 0 0-15,0 0 2 0,0 0 0 0,0 0 0 16,0 0 5-16,0 2-3 0,0-2 15 0,0 0-8 15,0 0 4-15,0 0-6 0,0 0 0 0,0-2-17 16,0 1 6-16,0-1-9 0,3-13 11 0,0-3-4 16,1 0 1-16,-1 0-1 0,1-2-1 0,0-3 4 15,1-2-2-15,-1 2 4 0,-1-2-4 0,1-2 2 16,-1 3-5-16,1-1 3 0,-1 1-7 0,0 2 7 16,-1 0-2-16,-1 0 3 0,0 1-7 0,0 0 4 0,-1 2-3 15,-1 2 5-15,-1-1 6 0,0 0-14 0,-1-2 11 16,1 3-11-16,0 1 5 0,-2 2 2 0,2 3-1 15,-2-2 3-15,1 2-1 0,-1 2 1 0,3 4-4 16,0 1 3-16,0 2 1 0,1 1-7 0,-2-3 0 16,1 2-2-16,0 0-4 0,0-1 4 0,0 2-2 0,-1 0 2 15,1 0-1-15,0 0-4 0,0-1 2 0,0 1-4 16,0 0-1-16,-1 1-2 0,1 0-2 0,0 0-2 16,0 0-28-16,0 1-93 0,0 0 3 0,-1 1-37 15,1-1-47-15</inkml:trace>
  <inkml:trace contextRef="#ctx0" brushRef="#br0" timeOffset="110840.25">10732 7892 815 0,'0'0'103'0,"0"0"-117"16,-2 0 110-16,1-1-58 0,0 0-52 0,1 1 3 15,0 0-4-15,0 0 6 0,0 0-2 0,1 0 7 0,0 0-6 16,1 0 4-16,-1 0-16 0,1 0 8 0,0 0 6 16,1 0 2-16,0 0 16 0,2 0 4 0,0 0 5 15,2-3 2-15,-4 2 28 0,2-2-2 0,0-2 6 16,-2-9-5-16,2 0 6 0,-2 1-8 0,0-3-4 0,-1 2 0 15,2-2-10-15,-3-1-16 0,1 2 3 16,1 0-9-16,-1 2-10 0,-1-1 6 0,1 2-5 0,0 0 7 16,0 2-8-16,0 0 1 0,-1 0 0 0,3 5-1 15,1-2-4-15,-3 3 8 0,-2 3-4 0,2-2 7 16,0 0-7-16,-1 1-4 0,0 0 1 0,0-1-1 16,0 1 9-16,0 1-10 0,1 0 6 0,-1-1-7 15,0 1 11-15,0 1 2 0,0 0-5 0,2 1 4 16,-1 1-6-16,-1-2-3 0,6 5 6 0,1 4-5 0,2-1 2 15,-2 0 1-15,2 0 1 0,-1-1 1 0,4 2 7 16,-3-3-5-16,3-1-2 0,2 2 0 0,-4-2 2 0,5 0-7 16,-3 0 12-16,-1-2-10 0,3 2 4 0,-3 0 0 15,0-1-8-15,-2-1 6 0,0 2 6 0,-2-2-6 16,2 2 4-16,-2-1-6 0,-4-1-6 0,2 0 6 16,-2-2 0-16,-1 2 3 0,2 1 4 0,-3-3-15 15,0 2-6-15,0-1-6 0,1 1-34 0,-1-1-168 16,0-1-16-16</inkml:trace>
  <inkml:trace contextRef="#ctx0" brushRef="#br0" timeOffset="114359.63">11158 7905 98 0,'0'0'48'0,"0"0"-31"16,0 0 55-16,0 0-17 0,0 0 0 0,0 0-15 15,0 0 0-15,0 0-5 0,0 0-3 0,0 0-9 16,0 0 2-16,0 0-5 0,0 0-2 0,0 0 3 16,0 0 7-16,0 0-2 0,0 0 18 0,0 0-12 15,0 0-5-15,0 0-2 0,0 0-5 0,0 0 7 16,0 0 11-16,0 0-4 0,0-1 8 0,0 1-11 0,0-1-4 15,0 1 1-15,0-2 4 0,0 2-7 0,0 0 7 16,0-1-8-16,0 0-3 0,0 0-11 0,0 1-2 16,-1-1-2-16,0-1-2 0,0 2-8 0,1 0 1 15,0-1-3-15,0 1 6 0,0-1 0 0,0 1 4 16,0-1 0-16,0 0 9 0,0 1-15 0,0-1 3 0,0 1-4 16,0 0 9-16,0-2-3 0,0 2-1 0,0-1 1 15,0 1 4-15,0 0-12 0,0 0 9 0,0 0-10 16,0 0 2-16,0 0 0 0,0 0-2 0,0 0 3 15,0 0 4-15,0 0-1 0,0 0 2 0,0 0-2 16,0 0-3-16,0 0 3 0,0 0 0 0,0 0 2 16,0 0 4-16,0 0-10 0,0 0 1 0,0 0-3 0,0 0 7 15,1 0-1-15,0 0-1 0,0 0 0 0,1 0 2 16,-1 0 2-16,-1 0-3 0,0 0 1 0,1 0 2 0,0 0-9 16,0 0 10-16,0 0-10 0,-1 0 9 0,0 0-2 15,0 0-1-15,0 0 0 0,0 0 9 0,0 0-9 16,0 0 9-16,0 0-8 0,0 0 4 0,0 0-4 15,0 0 0-15,0 0 0 0,0 0 4 0,2 0 4 16,-2 0-7-16,0 0 6 0,0 0-8 0,0 0 13 16,0 0-2-16,0 0 6 0,0 0-4 0,0 0-6 15,0 0 7-15,0 0-6 0,0 0 1 0,0 0 6 16,0 0-14-16,0 0 12 0,0 0-8 0,0 0-6 16,0 0 3-16,-2 0-4 0,2 0 10 0,-1 0-7 0,0 0 0 15,0 0-3-15,0 0 1 0,0 1 5 0,-1 1-1 16,1-1 1-16,-1 0-12 0,-2 1 7 0,-5 10 3 15,-2 1 1-15,1 1 6 0,0 0-10 0,1 0 0 16,3-1-5-16,1-1 2 0,-3 0 11 0,2-3-5 0,0 1 7 16,0-3-15-16,4-1 7 0,0-1 0 0,-2-1 2 15,1 1-8-15,2-3 7 0,-1 0-5 0,0 2 6 16,1-2-4-16,0 2 3 0,1-3-2 0,0 0 2 16,0 0 2-16,-2 2 4 0,1-1-2 0,1 0 0 15,0 0-5-15,0-1-1 0,0 0 6 0,0 0-4 16,0-1 5-16,0 0 2 0,1-1-4 0,1 0 1 15,-1-4-10-15,2-8 12 0,0-1-6 0,-1 1 9 16,0-1-9-16,1 1-3 0,-1 0 1 0,0 0-2 0,1 1 1 16,-2-1 5-16,0 3-3 0,0-1 5 0,1 2-6 15,-1 1 2-15,0 2-1 0,0-1 0 0,0 1-11 0,-1 3 10 16,0 0-2-16,0 1 4 0,0-1-2 0,0 1 0 16,0 0 0-16,0 0 1 0,1 1-2 0,1 0 1 15,-1 0-1-15,-1 0 2 0,0-1-4 0,0 1 3 16,0 1 0-16,1 0 1 0,0 0 1 0,0 0 4 15,0 1-6-15,1 1 7 0,0 0 2 0,0-1-12 16,3 5 11-16,3 1-11 0,-2 1 5 0,0 1-1 16,1-1-3-16,0-1 2 0,1 0 0 0,1 0 3 15,-1 0-3-15,-2-2 4 0,2 2 1 0,-2-1-10 16,1 0 9-16,-2-2-11 0,-1 3 7 0,1-2 1 0,0 1-1 16,-1 0 4-16,0-2-2 0,1 0 4 0,-3 1-6 15,0-2 5-15,0 2-2 0,-1-2-3 0,1 0 4 16,-2-2-3-16,1 1 6 0,-1-1-4 0,1 2 0 0,-1-2-1 15,0 0-9-15,3 2 10 0,-1-1-5 0,0 0 5 16,0 1-8-16,-1-1 5 0,0-1 2 0,0 0 0 16,0 0 2-16,1 1-4 0,-1-1-7 0,0 0 1 15,-1 0-9-15,0 0 6 0,0 1-1 0,0-1 1 16,-1 0-1-16,0 0-14 0,-1 0 5 0,1-1-12 16,-1 0-36-16,1 0-3 0,-6 0-8 0,0 0 8 15,-2-1 9-15,2 0 1 0,-1 0 2 0,3 0-1 0,-1-1-1 16,-1 0 34-16,-3 0-7 0,-2-1 17 0,4 1 16 15,1 1-3-15,2 1 7 0,1 0-7 0,-4-1 13 16,-1-1 5-16,2 1-4 0,1 1 3 0,2 0-1 0,2 0 14 16,-1 0-1-16,-1 0 4 0,0 0-14 0,1 0 6 15,-2 0 1-15,1 0 1 0,1 0 5 0,2 0-4 16,-1 0-4-16,0 0 0 0,-1 1-17 0,1 1 9 16,-1-1-1-16,1 0 4 0,1 0-4 0,-2 0 6 15,2 0-7-15,0 1 5 0,0-1-7 0,0 0 8 16,-1 0-4-16,1 0 4 0,0 1-3 0,1-1 10 15,0 0 1-15,0 0 2 0,0 0-9 0,1-1-11 16,0 0 1-16,1 0-1 0,1 0 18 0,10 0-18 16,2 0 4-16,-2 0-9 0,3 0 2 0,-2-1 1 15,-1 0 0-15,3 0 0 0,-3 0-4 0,-1-1 0 0,1 2-4 16,-3 0 2-16,1 0 0 0,-2 0 1 0,0 0 4 16,-2 0-2-16,-1 0 5 0,-1 0-13 0,0 0 6 15,0 0-7-15,-1 0 14 0,-1 0-19 0,0 0 3 0,-1 0-11 16,-1 0-13-16,0 0-25 0,1 0-13 0,1 0-4 15,-1-1-63-15,0 0-45 0,1 0-16 0</inkml:trace>
  <inkml:trace contextRef="#ctx0" brushRef="#br0" timeOffset="114927.4">11317 7839 869 0,'-1'0'109'0,"0"-1"-120"15,0 0 124-15,-1 0-60 0,0-1-15 0,0 0-35 16,1 0 8-16,-1-1-16 0,1 2 2 0,0 0-11 16,0 0-7-16,0 0 3 0,-1-1 2 0,1 1 8 15,0 0 6-15,0 0-2 0,0 0 5 0,1 1 6 16,0 0-3-16,0 0 3 0,0 0-5 0,0 0 16 15,0 0-2-15,0 0 8 0,0 0 10 0,0 0 4 16,0 0-5-16,0 0 4 0,0 0-7 0,0 0-8 0,0 0 5 16,0 1-7-16,0 0-4 0,0 0-2 0,0 0-2 15,0 1 0-15,0 0-12 0,1 0 3 0,1 5 1 0,1 3 2 16,-1 0 2-16,0 1-2 0,1 0-6 0,-1-1 3 16,0 1-6-16,1-2 3 0,-1 2 4 0,0-1-1 15,0-2 4-15,-1 1-6 0,0-3-1 0,0-1-1 16,0 1 5-16,1 0-3 0,0 0 0 0,-1 0-1 15,0-1 1-15,2 1 1 0,-2-3 7 0,0 1-6 16,0-1-3-16,-1 0 5 0,1 0-4 0,0-1 6 16,-1 0-11-16,0-1 7 0,0 0-5 0,2 1 6 0,-1 1-1 15,0-1-5-15,0 0 7 0,0 1-5 0,1-2 2 16,-1 0 3-16,0 0-5 0,0 0 6 0,0 1 10 16,0-1-4-16,1 0 7 0,-1 0-5 0,0 0 1 0,0-1-7 15,0 0 0-15,0 0 0 0,1 0 7 16,-1-1-9-16,0 0 5 0,0-1-6 0,1-6 2 0,3-4 9 15,1-4-7-15,0-1 7 0,0-2-14 0,0-4 2 16,1 1-3-16,0-4 3 0,0-1-1 0,1-3-2 16,2-3-2-16,-1 2-1 0,0-1-9 0,0 1 7 15,-2 5-9-15,-3-2 7 0,1 6-18 0,0 2-24 16,-2 4 0-16,1 4-17 0,1-1-70 0,-2 3-274 16</inkml:trace>
  <inkml:trace contextRef="#ctx0" brushRef="#br0" timeOffset="120214.95">14845 10009 80 0,'0'0'0'0,"0"0"31"15,0 0 15-15,0 0 25 0,0 0 11 0,0 0-23 16,0 0-6-16,0-2-10 0,0 1-3 0,0 0 5 16,0 0-7-16,0 0 11 0,0 0-8 0,0-1 9 0,0 1-5 15,0 0 0-15,0 0-4 0,0 0 1 16,0 0-9-16,0-1-17 0,0 1 2 0,0 0-7 0,0 0 6 16,-1 0-4-16,1-1-1 0,0 0-2 0,0 1-1 15,-1-1 2-15,-1-1 10 0,1 1-7 0,0 0 10 0,0-1 7 16,0 1-5-16,-1-1 5 0,1 1-7 0,0 0 10 15,-1-1-2-15,-1 1 4 0,1 1-3 0,-5 0-10 16,0-2 5-16,1 2-7 0,-1-1-1 0,1 1-8 16,-1-1-5-16,1 1 3 0,0-3 5 0,0 0-14 15,1 1 6-15,-1 0-9 0,-1 1 5 0,1 1-4 16,0 1 0-16,-1 0-2 0,0 1 6 0,0 0-5 16,-2 1 8-16,2 2-7 0,-1-1 1 0,2 1 0 0,-1 1-2 15,1-1 3-15,2-2 5 0,0 5-5 0,-1-2-1 16,2 3 0-16,1-3 6 0,0 1-11 0,1 0 10 15,-3 0-8-15,-1 2 11 0,1-2-8 0,1 2-2 16,2 1 0-16,1-2 2 0,0 1 3 0,0-1 0 16,1 0 3-16,0 0-2 0,1-1-2 0,1 0 3 0,0 0-3 15,1 0-4-15,-1-1 7 0,3 3-2 0,-4-5 5 16,6 1 2-16,-1-1 6 0,-2-1-3 0,1 1 5 16,0-2 2-16,0 0 3 0,1 5 2 0,-1-2-1 15,0-1-1-15,-1-1-3 0,-1 0-2 0,-1-2 1 16,0 0 2-16,1 0-10 0,0 0 7 0,0 0-8 15,-1 0 2-15,1-2-7 0,0 1 0 0,-1-1-2 16,-2 1-2-16,0-6 8 0,5-2-9 0,-1 1 9 0,0 0-7 16,-2-1 2-16,0 0 3 0,-2 2-3 0,-1-1 7 15,0 1-11-15,0-1 3 0,0 1-6 0,0 0 3 0,-1 0 4 16,-1 1-1-16,1 0 2 0,-1 0-5 16,1 2 2-16,0 1-2 0,-1 1 0 0,1-1-6 0,0 1 9 15,-1 0-3-15,-1-1 5 0,1 1-4 0,0-1-3 16,-1 2 2-16,1 0-4 0,0 0 0 0,-1 0 5 15,1 1-1-15,-1 0 1 0,1 1-8 0,0 0 6 16,-1 1-3-16,1 2 4 0,-5 7 5 0,1 0-4 16,1 2 0-16,3-1-1 0,0 0-4 0,1-2 4 15,1 0-2-15,0 2 0 0,0-2-1 0,1 1 0 16,0-1 3-16,1 1-2 0,2-1-3 0,0 1 5 16,1 0 1-16,0-3 1 0,0-1 1 0,-1-1-5 0,0 0 3 15,8 0-1-15,-2-4-1 0,1 0 7 0,2 8-10 16,1-3 9-16,-1-4-6 0,4 1 1 0,-4-4 0 15,1-1 0-15,2-3 5 0,-3-2-1 0,0-1 4 16,-5 1-4-16,2-2 4 0,-3-8-6 0,0 0-1 0,1 1-1 16,-4 2 8-16,-1-1-8 0,-1-1 8 0,-1 1-8 15,10-2 2-15,-5 3 2 0,-3 0-3 0,-2 2 4 16,-1-2 4-16,-1 2-5 0,-2 1-2 0,-1 1-2 16,1 2-1-16,-2 0 5 0,1 2 1 0,-3 0 2 15,-3 2 5-15,0 2-12 0,-3 0 8 0,5-5-8 16,-1 0 12-16,-2 1-12 0,1 3 3 0,-1 2-5 15,2 0 4-15,0 1-3 0,1 2 4 0,1 0-3 0,0 1 5 16,1 0-5-16,0 2 0 0,3 6-1 0,-2 1 4 16,0 1-2-16,1 0 0 0,-1 0 0 0,0 2-2 0,4-4 1 15,-8 1-4-15,3 0 4 0,2-2 0 0,2-2-5 16,1 2 8-16,1-3-6 0,0 0 3 0,1 1 0 16,1-2-4-16,1-1 3 0,-2-3-3 0,1 1 4 15,2-2 0-15,6 5 0 0,2 0-5 0,1-1 3 16,0-4-4-16,0-1 5 0,2-1 0 0,-1-3-3 15,1-2 4-15,0-2-4 0,-4 0 2 0,-1 5 2 16,-2-13 0-16,-1 0 2 0,-2 1-2 0,-2 0 0 16,3 0 6-16,-5-1-2 0,9 2 4 0,-4 0-1 15,-3 1-4-15,-2 3 2 0,-1-2-1 0,-1 4-3 0,-2-2 3 16,-1 3-2-16,0 0 11 0,-10 2-7 0,0-5 2 16,-1 2-3-16,-4 2-1 0,4 4 0 0,-3 1-4 15,2 1 0-15,2 3-11 0,1 0-41 0,2 2-33 16,2 0-16-16,-1-2-234 0</inkml:trace>
  <inkml:trace contextRef="#ctx0" brushRef="#br0" timeOffset="125036.28">14632 9468 9 0,'0'0'24'0,"0"0"7"0,0 0 39 0,0 0 8 16,0 0-9-16,0 0-9 0,0 0-36 0,-1 0-1 16,1 0-5-16,0 0-8 0,0 0-5 0,0 0 5 0,0 0-5 15,0 0-2-15,0 0 33 0,0 0-9 0,-1 0 17 16,0 0-19-16,1 0 4 0,-2 0-5 0,2 0 5 16,0 1-7-16,-1-1-4 0,0 1-7 0,1 0 3 15,-1 0-10-15,0 1 0 0,-1-1 7 0,1 0-5 16,0 0 3-16,1 0 3 0,0 0-7 0,-1 1 6 15,0-1 2-15,0 0 6 0,-1 0 1 0,1 0 1 16,0 1 15-16,0-1-15 0,0 1 8 0,1 0-12 0,-1 1 6 16,1-1-9-16,0 0 6 0,0 1-7 0,0-1-1 15,0 1-3-15,0-1 0 0,0 0 1 0,0 1 13 16,0-1-7-16,0-1 1 0,0 0-1 0,0 0 17 0,0 1 10 16,-2-1 3-16,1 0-2 0,0 0-16 0,0 0 5 15,0 1-11-15,-1-2 8 0,1 0-14 0,0 0 3 16,0-2-1-16,0 1 2 0,0-1 5 0,-3-6-10 15,-2-8 5-15,1-1-10 0,3-2-9 0,1-2 5 16,1-3-9-16,0 1 6 0,0-3-9 0,1-1 7 16,1 2-1-16,1-1 3 0,-1 0-3 0,2 2 0 15,-2-2 0-15,-1 1 0 0,0 5-5 0,2 2 6 16,-2 2 3-16,1 1 0 0,-1 2-8 0,1 0 9 0,-1 5-4 16,0 0 6-16,0 3-12 0,-1 1 7 0,0 1-5 15,0 0 7-15,0 1-9 0,0-1 0 0,0 2 3 16,0 0-1-16,0 0-1 0,0 0 4 0,1-2-7 15,1 1 6-15,-1 0-10 0,0 1 2 0,0-1-1 0,0 1 1 16,0 0-8-16,-1 0-21 0,2 0-12 0,-2-1-6 16,1 1-62-16,0 0-47 0,-1 0 7 0,0 0-20 15,0 0 2-15</inkml:trace>
  <inkml:trace contextRef="#ctx0" brushRef="#br0" timeOffset="125469.56">14419 9235 656 0,'-1'0'130'0,"0"0"-113"16,-4 0 144-16,-2-1-60 0,5 1-41 0,-1 0-22 16,1-1-4-16,0-1-4 0,-1 1-13 0,1 0-7 15,1 0-1-15,0 0-2 0,-1-1-9 0,1 1 2 16,0 0-2-16,1 0 2 0,0 0 6 0,0-2-8 15,0 1 4-15,4-6-4 0,0-3 11 0,2-1 3 16,0 1-4-16,0 0 3 0,-5-3 6 0,9 2-5 0,-1-1 9 16,-4-3-8-16,-2 2 11 0,4 0-2 0,1 1-3 15,1-1 1-15,-2 1-6 0,1 0-9 0,-2-1 3 16,2 2-5-16,0 0 8 0,1 2-8 0,-1 0 0 16,-1 2-2-16,-1 1 4 0,-2 0-6 0,1 2 2 0,0 2-3 15,1-2 3-15,-3 4-3 0,2-2 5 0,-2 1-4 16,3 0 2-16,-1-1 0 0,0 1-1 0,-1 1 0 15,2 0-7-15,0-4 11 0,1 0-10 0,2 2 10 16,-2 0-3-16,-2 2-1 0,3 1 4 0,-3 0-4 16,2 1-6-16,-1 0 15 0,0 2-5 0,-1-1 8 15,0 0-6-15,-1 2-4 0,1 0 3 0,-1-1-4 16,0 5 3-16,-1 1-10 0,1 0 2 0,1 0-5 16,-1 2-2-16,0 0-17 0,1-1-1 0,0 1-6 0,1-1-25 15,-2 2-138-15,2-1-7 0,1-1-54 0,-1 0-112 16</inkml:trace>
  <inkml:trace contextRef="#ctx0" brushRef="#br0" timeOffset="126336.43">14874 9182 1114 0,'-1'-1'37'0,"0"0"9"0,0-1-23 0,-2-1-20 15,0-4-4-15,1 0-1 0,0 1-27 0,2-2 2 0,0 1-9 16,2 1 7-16,-1 0-20 0,0 2 0 0,1 0-14 16,-1 1-58-16,-1 2-4 0,4-1 4 0,1-2 7 15,-3 3 81-15,0 0 61 0,1 0 19 0,-2 1 15 16,-1 0 67-16,0 0-23 0,0 1 0 0,-1 0-11 15,0 1-30-15,1 0-18 0,-8 12-11 0,1-1-1 16,-1 2-24-16,-1 4 2 0,3-5-3 0,-1 3 1 16,2 1-11-16,3-3 3 0,-1 1 5 0,1-5-1 0,1 0 0 15,1-3-5-15,0-1 0 0,0-2-2 0,0-1-3 16,0-1 6-16,0-2-2 0,0 0 5 0,0 2-5 16,0-1 8-16,0 0 3 0,0 1 3 0,0-2 13 0,0 0-4 15,0 0-3-15,0-1-1 0,0 0-12 0,0-1 1 16,0 0-6-16,1-1 5 0,1-9-8 15,1-3 4-15,0-1-2 0,2-4 1 0,0 0-8 0,-1 0 9 16,1 3-2-16,0-2 3 0,-2 3-12 0,2 1 7 16,-1-2-4-16,-1 2 5 0,1 4 1 0,-1-1-3 15,2 2 1-15,-2 1-1 0,1 0 3 0,-1 3-3 16,0 0-2-16,-2 3-1 0,0-1 2 0,0 2-3 16,1 1 6-16,-2-1-4 0,3-2-2 0,-1 2 8 15,5-2-6-15,-3 2 7 0,2-1 1 0,0 2-3 0,-3 0 2 16,1 2-3-16,2 1 1 0,-2 2-2 0,3 9 3 15,3 0-3-15,-8 0-2 0,3-1 2 0,-2 0 0 16,0-1 1-16,0-2 3 0,3 2-4 0,-1 0 0 16,2 0-2-16,0-2 7 0,-2-3-5 0,-1 2 1 0,1-2-1 15,0 1 1-15,2-2 1 0,-2-2-1 0,-1 2 1 16,-3-1-2-16,2 2 0 0,-2 0 2 0,5 0-1 16,-4-2-1-16,2 2 0 0,-2-1 0 0,-2-4 1 15,1 3 7-15,-1-2-8 0,0-1 1 0,0 1-2 16,-1 1 6-16,0-2-3 0,-1 0-1 0,-9 5-1 15,-3 0-9-15,1-2 11 0,-2-1-7 0,3-2 9 0,-1-1-3 16,-1-1-4-16,2 0 3 0,-2 0-4 0,3 0 8 16,2 0-5-16,-3 0 6 0,0 1-6 0,1 1 6 15,0-2-3-15,4 1-2 0,-1-1 0 0,1 1-3 0,1-1 4 16,-1 1 0-16,4-1 2 0,1 0-3 0,1 0 4 16,0 0-5-16,0 0 5 0,-2 1-2 0,1 0 0 15,0-1 4-15,0 0-4 0,1 0-6 0,0 0 11 16,0 0-7-16,1 0 8 0,0 0-8 0,0 0 0 15,1 0 4-15,0 0-2 0,2 0-2 0,-2 0 4 16,12-2-10-16,-2 1 7 0,1 0-3 0,0 0 1 16,-1-1 6-16,1 1-4 0,1 1-1 0,2 0 0 15,-3 0-4-15,-1 0 4 0,2 0 4 0,-5 0-3 16,0 0 1-16,2 0-2 0,-3 0-4 0,3 0-6 0,0 0 5 16,-5 0-5-16,2 0-1 0,-3 0-36 0,2-1-4 15,4-1-16-15,-3-1-70 0,-1 2-83 0,1-1-20 16</inkml:trace>
  <inkml:trace contextRef="#ctx0" brushRef="#br0" timeOffset="126838.62">15115 9002 782 0,'0'-1'182'15,"-1"0"-217"-15,0 0 207 0,0-1-105 0,0 0-15 0,-1 0-28 16,1-1 4-16,0 1-14 0,0 1-1 0,0 0-15 16,0-1 4-16,1 1-7 0,0 0 13 0,0 0-8 15,0 0 0-15,0 0-2 0,0-1-4 0,0 1 3 16,0 1 3-16,0 0-1 0,1 0 1 0,0 0 10 16,0 1-4-16,0 1 5 0,0-1-7 0,1 0 10 15,-1 1-6-15,0 4 6 0,1 4-6 0,1-1 0 16,-1 3 6-16,0 1-6 0,2 1 2 0,-1 0 6 15,1 2-10-15,0 1 7 0,-1 0-17 0,-1 0 8 16,1-2 3-16,-1-1 1 0,0-2-8 0,1 1 0 16,-2-2 0-16,1-1 1 0,1 1 7 0,-2-4-1 0,1 1-3 15,-1 0 1-15,1-2-5 0,-1 0-1 0,0-2 1 16,-1-2-1-16,1 3 10 0,-1-3-5 0,1 1 1 16,-1-1-2-16,1 0 3 0,1 0 1 0,-1 1 3 0,0-1-4 15,0-1-4-15,0 0 14 0,1 1-9 16,-1-1 10-16,0 0 0 0,0-1 0 0,0 0 8 0,0 0-8 15,1-1-2-15,-1 0 2 0,-1-1-3 0,7-13 2 16,0 0-16-16,0-5 9 0,-1 0-9 0,-2 1 10 16,1-1-5-16,0 1-3 0,0 2 6 0,0-2-8 15,0 1-1-15,0 2 8 0,1-2-7 0,-2 3 9 0,1-2-17 16,-1 4 8-16,0-1-1 0,0 4 3 16,-1-1-5-16,1 2-11 0,0 2-8 0,-2 1-2 0,1-1-38 15,0 2-32-15,-2 1-74 0,-1 3 8 0,0 0-300 16</inkml:trace>
  <inkml:trace contextRef="#ctx0" brushRef="#br0" timeOffset="143486.44">12813 8610 68 0,'0'0'0'0,"-1"0"8"0,0 0 84 16,-1 0-24-16,1 0 2 0,0 0-32 0,0 0-10 0,0 0-6 16,-1 0 6-16,1 0-7 0,0 0 3 0,0 0 9 15,0 0-7-15,0 0 8 0,-1 0 0 0,1 0-9 16,0 0 4-16,0 0-5 0,0 0 16 0,0 0-2 16,-1 0 0-16,1 0-2 0,0 0 1 0,0-1-11 15,0 1 0-15,-1 0-5 0,2 0 4 0,0 0-14 16,0 0 6-16,0 0-10 0,0 0 7 0,0 0-10 15,0 0 4-15,0 0-6 0,0 0 10 0,0 0-1 16,0 0-1-16,0 0 0 0,2 0 2 0,-1 0 2 0,0 0 3 16,1 0-3-16,3 0-4 0,3 0 2 0,2-1-6 15,-2 1 4-15,1-1-4 0,0 1-6 0,-1 0 10 16,0 0-9-16,-1 0 5 0,-1 0 0 0,0 0-6 16,0 0 4-16,-5 0-7 0,1 0 4 0,-1 0-4 15,2-1 3-15,-1 0-9 0,0-1-5 0,1 1 2 0,-2 0-5 16,0 0-18-16,0 0-9 0,1 0-9 0,-1-1-9 15,0 0-128-15,-1 0-85 0</inkml:trace>
  <inkml:trace contextRef="#ctx0" brushRef="#br0" timeOffset="143801.79">12846 8506 827 0,'-1'0'-1'0,"-1"-1"51"15,0-1-12-15,0 1 25 0,1 1-21 0,-2-1-17 16,2 1-6-16,-1-1-4 0,-1 0-16 0,1 0 0 16,1-1-5-16,0 1 4 0,-1 0-3 0,2 0 5 15,0 0 4-15,0 1-2 0,2 0 2 0,-1 0-5 0,0 0 0 16,1 0-2-16,1 0 11 0,-1 0-8 15,4 2 4-15,-3-1-5 0,1 2 10 0,-2 2 1 0,0 8 8 16,-1 0-6-16,8 1 2 0,-2 1 4 0,-3 0-10 16,-2 1 9-16,-1 0-11 0,0-1-7 0,1 1 0 15,-2 1-3-15,1 0 5 0,1 0-28 0,2 1-2 0,0-2-14 16,3 2-26-16,2-1-223 0</inkml:trace>
  <inkml:trace contextRef="#ctx0" brushRef="#br0" timeOffset="144485.06">13507 9583 294 0,'0'0'67'0,"0"0"-8"0,-1 0 43 16,-1 0 3-16,1 0-15 0,0 0-31 0,0-1-31 15,0 1 7-15,-1 0-12 0,1 0 14 0,0 0-28 16,0 0 10-16,0 0-16 0,0 0 0 0,-1 0 6 16,1 0-13-16,0 0 11 0,1 0 5 0,0 0-2 0,0 0 8 15,1 0-7-15,0 0 11 0,2 0 7 0,3-1-8 16,8-3 6-16,1 1-15 0,-1-1 1 0,-1 2 4 16,0-2-4-16,1-1-6 0,0 1-10 0,2-1-4 15,-5 1-1-15,1 1-2 0,-3 1 5 0,-1-1-5 0,-1 1 2 16,-2 0-23-16,4-2-14 0,-1 1-13 0,1-2-9 15,2 0-137-15</inkml:trace>
  <inkml:trace contextRef="#ctx0" brushRef="#br0" timeOffset="146004.07">12665 12259 103 0,'0'0'33'0,"0"0"-14"0,0-1 36 0,-1 0-10 15,-1 0-8-15,1-2-9 0,-1-1 0 0,-3-7-2 16,2 3-1-16,-2-1 9 0,0-2-7 0,-1-1 9 16,2 2-2-16,-1 0 4 0,0 2-3 0,2 1 2 15,-2 0-10-15,4 1-1 0,-2 0 8 0,-2 3-6 16,1-1 6-16,-2 2-15 0,-2 1 3 0,0-1-4 0,3-1 14 16,-3-3-11-16,1 2 3 0,-2 2-6 0,0 1-10 15,2 1 3-15,-4 0-11 0,2 2 10 0,3 1-3 16,-1 0-7-16,2 1 6 0,1 5-6 0,-2 3 5 0,1 2-4 15,2-1-1-15,0 0 0 0,-6 1-3 0,2 0 10 16,2 0-5-16,2 0 6 0,0 0-15 0,3 2 5 16,0-2 2-16,0 1 0 0,3 2 2 0,-1-6 3 15,1 2-5-15,0-5 4 0,0 1-7 0,1 0 7 16,1-1 2-16,2 3 1 0,-3-4-8 0,2 1 8 16,-5-3-5-16,9-2 7 0,-2 2-14 0,3-3 11 15,-3 0-6-15,-1-1 9 0,3 0-2 0,1 6-5 16,1 0 1-16,1-1-4 0,-3-2-2 0,-1-3-15 0,0 0 8 15,-1-1-9-15,0 0 15 0,1 0 5 0,-2-2 0 16,-1-1 2-16,1 0 4 0,-3-1 11 0,1-4-3 16,1-5 4-16,-1-2-12 0,-2-3-1 0,2-2 1 15,1-2 0-15,-2-1 5 0,0 0-4 0,-1 2 0 16,-1 1-3-16,9 1-3 0,-4 0-4 0,-2 3 6 0,-4-2-4 16,-1 3 5-16,-1 1 4 0,-1 1-6 0,-3 1 6 15,-1-1-5-15,2 3 3 0,-2 1-7 0,2 2 7 16,-10 1 1-16,0 0 0 0,2 3 9 0,-3 0-6 15,-2 1 14-15,-3-10-13 0,2 5-1 0,0 4-4 16,5 3 0-16,-3 1-4 0,1 1 6 0,0 4-5 16,-2 2 5-16,4 1-5 0,-2-7-3 0,4 12 0 15,-1 1-6-15,5 3 3 0,-1-2-1 0,1 3 1 16,1-1 7-16,1 0-1 0,1-1-1 0,2 0-3 0,1-1-8 16,-6-5 11-16,1-1-3 0,1 2 4 0,3-4-13 15,1 3 7-15,1-1-6 0,0-4 6 0,1 0-12 0,1 1-5 16,-1-3 3-16,3 2-4 0,0-4-5 0,7 6-4 15,2-1-1-15,0-2-1 0,4-3-17 0,0-1-40 16,-1-1-59-16</inkml:trace>
  <inkml:trace contextRef="#ctx0" brushRef="#br0" timeOffset="146220.32">12872 12143 650 0,'-1'0'146'0,"-1"0"32"0,1 1-64 0,-1 0-72 0,-1 0-13 15,1 1-20-15,0-1-3 0,-1 1-8 0,2 1 2 16,0-1 0-16,-1 5-2 0,-1 0 7 0,2-1-6 16,1 0-13-16,0-2-4 0,0 1-14 0,0-2 5 15,0-1-32-15,1 0-32 0,1 1-67 0,0-2 9 16,0 0-216-16</inkml:trace>
  <inkml:trace contextRef="#ctx0" brushRef="#br0" timeOffset="146604.97">12926 11870 920 0,'-1'0'25'0,"-1"0"-4"0,0 0 32 16,0 0 0-16,-1 0-2 0,1 0-38 0,0 0-13 16,0 0-3-16,1 0 0 0,0 0-1 0,1 1 11 15,0-1-4-15,1 0 7 0,0 0-3 0,17 3-7 0,0-2-2 16,1 0-2-16,-5-1 1 0,6 0-1 0,-1 0 4 16,-1-1-3-16,3 0 6 0,-4 1 1 0,-1 0 0 15,0 0-1-15,-3 1-6 0,-2 0 4 0,-1 0 0 16,-2 0 2-16,0 2-4 0,-1-1 4 0,0 2-6 0,-1-1 6 15,0 2-6-15,-2-4 10 0,-1 6 2 0,0 4 2 16,-1 0-7-16,0 4-2 0,-1 0 5 0,10 0-4 16,-3 2 2-16,-2 0 0 0,-2 1-2 0,-3 1 4 15,0-1 7-15,-1 2-11 0,0-2 2 0,-1 1-5 16,0 1 2-16,-1-1 1 0,0-2 0 0,0 0 2 16,-1-1 0-16,1 0-5 0,1-5-1 0,-1 1 1 15,0-5 0-15,2-2-3 0,-1 1 2 0,1-5-4 0,0 1-16 16,0 1-19-16,0-1-4 0,0 0-4 0,0-1-16 15,0 1-117-15,0-1 8 0</inkml:trace>
  <inkml:trace contextRef="#ctx0" brushRef="#br0" timeOffset="146836.98">13142 12043 851 0,'-1'0'46'0,"0"0"-5"0,0 0 30 0,-1 0 0 16,0 0-10-16,0 0-39 0,-1 0-24 0,2 0-2 15,0 0-6-15,0 0 1 0,0 0 11 0,1 0-2 16,1 0 5-16,1 0-5 0,8-1 2 0,7-4-4 16,4-3 1-16,5-6-8 0,0 9-3 0,1-18-9 0,5-5 0 15,1 1-40-15</inkml:trace>
  <inkml:trace contextRef="#ctx0" brushRef="#br0" timeOffset="176729.06">2845 9352 13 0,'-2'0'0'0,"1"0"6"0,0-1 65 16,0 0-7-16,-1 0 3 0,-1 0-23 0,1-2 0 0,-1 0-14 16,0-3 6-16,-2 0-7 0,-1-2 1 0,2 2-3 15,-1-1 7-15,1 2-3 0,1-1 15 0,3 5-7 16,-1-1 3-16,-4 1-1 0,1-1 3 0,1 0-8 16,-3 0-2-16,1-1-1 0,-1 1-2 0,-1 0 0 15,5 1-2-15,-3-3 1 0,4 4-5 0,0 0 1 16,-1-1-2-16,-1 0 0 0,1 0-4 0,0-1 7 15,-1 1-4-15,1 0 3 0,1 0-15 0,0 0-6 0,-1-1 4 16,1 1-4-16,0 0 5 0,0 0-6 16,0 1 6-16,1 0-5 0,0 0 6 0,0 0-4 0,1 0 0 15,0 0 0-15,0 1-4 0,2 0 3 0,0 2-4 16,9 0 5-16,-3 7 4 0,1 4-1 0,0-3-3 16,1 1 1-16,1 3-8 0,5 1 5 0,-3-2 0 0,3 0 2 15,-1 0 5-15,-2-1 3 0,2 1 0 0,-1-2 0 16,1 1 2-16,1 0 4 0,-1 0-5 0,3 0 3 15,1 1-9-15,1 1 1 0,0-1 5 0,1 1-4 16,0 1-4-16,0-1 0 0,1-1 3 0,1 3 0 16,1-1 7-16,0-2 0 0,-3 1-2 0,-2-3 3 15,-3-1 5-15,-5-2-2 0,6-1-2 0,-4 3-1 16,-1-3-16-16,1-2 0 0,-5 0-1 0,-1-4 1 0,1 2-3 16,-3-1 5-16,-1-1-4 0,-1-1 3 0,0 0-15 15,-2 1 7-15,-1 1-9 0,2-1 6 0,-1 0-30 16,-1 1-22-16,1-2 2 0,-1 0-12 0,-1-1-25 0,0-1-136 15,0 0-46-15</inkml:trace>
  <inkml:trace contextRef="#ctx0" brushRef="#br0" timeOffset="177195.41">3213 9056 773 0,'0'0'4'15,"0"0"1"-15,-2 0 2 0,1 0-5 0,0 0 3 16,0 0 4-16,0 0-5 0,1 0 5 0,-1 0-7 15,1 0-7-15,0 1 11 0,0 0-6 0,-2 1 9 16,1 0-9-16,0 2 18 0,-2 3 0 0,-1-2 8 16,0 0 24-16,1 0 19 0,-1-2-3 0,-5 1 8 0,0-3 4 15,0 1-15-15,1 4 1 0,1-1-9 0,0 0-11 16,0-2-15-16,1 1 2 0,-1-1-8 0,1 0-15 0,0 0 4 16,-1 2-4-16,1 0 4 0,-1 9-10 0,1 8-4 15,-1 2 0-15,1 7-1 0,1 5 7 0,-1 0-4 16,-1 3 1-16,-2-4-1 0,0-2 8 0,1 0-8 15,-2 0 8-15,1-4-8 0,0 1 8 0,-1-2-5 16,1 0 0-16,1-2-1 0,-1 1 2 0,1-2 14 16,-1-2 8-16,-7 0 2 0,6-5 28 0,-3 1-18 15,1 0 0-15,1-1-6 0,1-1-11 0,2 2-15 16,-1-2 2-16,4-2-6 0,-1-1-3 0,1-5-6 16,-1 1-10-16,1-1-4 0,-2 1-108 0,1 0-451 0</inkml:trace>
  <inkml:trace contextRef="#ctx0" brushRef="#br0" timeOffset="190706.89">25068 3046 256 0,'0'-1'3'0,"0"0"14"0,-1-1 26 0,0 1 2 0,0-1 13 16,1 1-10-16,-2-5-28 0,0 4 9 0,2 0-12 15,-1 0 0-15,0 0 12 0,-1-2-5 0,-3-2 7 16,0 0-8-16,1-1 10 0,0 1-2 0,0 1 6 15,0-3 8-15,0 1-2 0,-2-3 0 0,3 2-2 16,-1-1-16-16,0 0-14 0,0 1 5 0,-1-2-7 16,2 2 7-16,-1 1-4 0,1-1 2 0,-1 2-3 0,1-1-3 15,-1 0 9-15,2 2-7 0,-2-1 8 0,2 3-7 16,-3 0-10-16,-6 0 8 0,-2 0-8 0,-2 1 11 16,-1 0 7-16,-2 1-4 0,1-1 4 0,-2-9-9 15,0 4 4-15,1 2 0 0,1 3 1 0,-1-1-2 0,1 3-6 16,-2 0-1-16,2 1-2 0,0 3-3 0,-2 1 4 15,1 0-3-15,-3 3 3 0,-1 0 4 0,0 1-6 16,-1 3 2-16,3 0-4 0,-1-11 1 0,1 15 7 16,-1-2-3-16,1 6 1 0,-2 3-10 0,3-2 6 15,0 6-1-15,1-3 3 0,2-2-2 0,0 3 1 16,-1-7-3-16,-1 1 3 0,3 0-7 0,-2-1 3 16,2 0 2-16,1 1 1 0,-1 0 6 0,2 1-13 0,2 1 4 15,2 4-6-15,-3 1 7 0,-2 2 3 0,-3 4-4 16,3 3 3-16,0 3-6 0,0 3 0 0,3 1 1 15,-5-1 1-15,5 0 12 0,0-4-13 0,-1-1 4 16,4-2-8-16,-1 1 6 0,2-2 3 0,3-1 3 16,-1 0-1-16,3 0 1 0,0 2 3 0,0-2-4 0,-14 3 5 15,9-3 7-15,4-2-15 0,3 1 9 0,1-4-10 16,3 1 6-16,1-2 3 0,0-1 0 0,5-2 0 16,0 0-7-16,2-1 1 0,-8-1-5 0,12 2 5 15,5-1 8-15,4 1-4 0,-5 1 2 0,4-2-6 16,-1 3-4-16,1 0-1 0,1-2 4 0,-2 2-3 15,-1 1 4-15,-3-4 2 0,1-1-6 0,0-3 4 16,-4-5 3-16,2 1-5 0,0 0 7 0,-1-2-6 0,2 0 8 16,0-2-9-16,1-2 0 0,2-1-2 0,2 0 0 15,4-2 7-15,3 1-5 0,-1-1 4 0,2-3-12 0,1 2 9 16,0-3-2-16,2 1 5 0,-1 15-5 16,-2-9-5-16,-3-5 4 0,0-3-4 0,-1-1 4 0,0-2 2 15,1-2-2-15,3-2 1 0,0 0-6 0,3-3 6 16,0 0-4-16,0-2 4 0,3-2-11 0,-5 0 10 15,0-1-3-15,-5 0 4 0,-4 11-9 0,-1-15 8 16,-3-1-3-16,0-1 4 0,-2 1 1 0,-3-4 4 16,-2-2-3-16,-1-2 1 0,0-2-7 0,-2-1 6 15,1 0-3-15,-4-1 3 0,0-4 0 0,-3-1-1 0,0-3 3 16,-1-4-4-16,-2-5-6 0,1-5 13 0,2 0-8 16,-2-4 8-16,0 4-10 0,2 1 1 0,-2-1 1 15,2-3 0-15,1-5 2 0,-1-7 0 0,1-5-1 16,-2 1 0-16,0 5 4 0,-2 5-6 0,19 6 10 15,-14-2-9-15,-7-1 9 0,-8-3-1 0,1 0-2 0,0 7 2 16,-3 1 4-16,0 5 2 0,-3 8-1 0,-2 4 1 16,-1 3-2-16,12 2-6 0,-20 2 4 0,-4 2-5 15,-4-4-4-15,-2 5 3 0,-5-1-7 0,-6 4 5 16,-1 6-8-16,-4 1-13 0,-1 7 6 0,2 9-10 16,-4-17-15-16,-3 18-13 0,-10 9-21 0,-11 12-3 15,-5-15-127-15,-3 35-70 0,5 7-61 0</inkml:trace>
  <inkml:trace contextRef="#ctx0" brushRef="#br0" timeOffset="191806.85">27553 2727 685 0,'-1'-1'-87'0,"0"-1"146"16,-15-23-103-16,6 4 66 0,4 1 3 0,0 1-6 0,0 1 1 15,-1 2-2-15,0 2 4 0,1 2-11 0,2 2-7 16,-1 1 1-16,0 2-6 0,-2 1-7 0,0 5 8 15,1 0-7-15,-1-5 7 0,-1 1 0 0,-2 0-5 16,-1-1 3-16,-2 0-1 0,0 1 4 0,-1 2 3 0,0-1 0 16,-3 1 5-16,1-1 12 0,-4 2-2 0,-3-1 5 15,-1 1-15-15,-6 0 9 0,0-1-10 0,0 2 10 16,-3 1-11-16,0 0 9 0,3 0-6 0,-3 4 4 16,4 0-11-16,0 1-2 0,1 3 4 0,2 0-3 15,-1 3 10-15,1 2-15 0,0 0 3 0,-1-12-7 16,2 17 9-16,0-1-5 0,0 1 3 0,-2 0-2 15,2-1 8-15,-4 1-4 0,3 0-3 0,0 0-1 0,-4 1-7 16,3 2 4-16,-2 3 11 0,5-2-4 0,3 3 10 16,-1 0-9-16,1-1-5 0,1 5 2 0,0-2 3 15,3 4-4-15,-2 0 3 0,0 2-4 0,-2 2 4 0,0 2-9 16,-3-1 7-16,-2 2-5 0,-1-2 12 0,-1 5-7 16,-4 3-1-16,4 5-3 0,0 4 2 0,0 1-4 15,8 5 6-15,-2-4-3 0,5-1 8 0,0-5 1 16,1-4-7-16,-1 0 3 0,2 4-9 0,-1 3 10 15,0 5-5-15,3-1 4 0,0 1-12 0,3-1 7 16,3-8 7-16,0-4-3 0,2-4-3 0,4-5 7 16,-1 1-11-16,-15-1 11 0,10 1-11 0,6-2 5 0,2 3 2 15,4-5 0-15,2 0 3 0,2 1-2 0,2-5 6 16,2 2-4-16,2-2 6 0,-10-3-5 0,16-3 4 16,4-6-4-16,2 0-1 0,4-3 2 0,5-2-8 15,2-2 6-15,2-1 0 0,2-1-3 0,1-1 3 16,1-3-4-16,-1 0-7 0,-2-2 12 0,3 18-8 0,2-12 9 15,5-5-5-15,6-2-1 0,3-1 2 0,0-3-3 16,-4 1-1-16,-4-2 3 0,-3 0 0 0,0 1 1 16,0-1-4-16,2 0 5 0,3 2-2 0,0-1 4 15,-3 0-8-15,2-2 4 0,-4-1 3 0,-5-5 0 16,0-1 2-16,-4-2-1 0,0-2-4 0,0 0 3 16,4 13 0-16,-2-24 27 0,-4-3-8 0,0-5 15 15,-4-3 2-15,0-2-11 0,-2-4 12 0,-3-3-14 0,-2-5 3 16,-2-13-15-16,1-6 1 0,-1-12-6 0,1-7-8 15,-1 5 6-15,-1 2-8 0,-2 0 6 0,-2 0 4 16,-4-9 10-16,-4-1 4 0,-3 3 0 0,-7 3 16 16,-1 2-13-16,19-5 9 0,-22-6-10 0,-12-1 8 0,-9 7-5 15,16 6-5-15,-30 6 1 0,-6 1-24 0,-8 0-59 16,-9 5 8-16,-12 12-30 0,-9 9-32 0,-6 14-79 16,-10 9-22-16</inkml:trace>
  <inkml:trace contextRef="#ctx0" brushRef="#br0" timeOffset="192826.88">25258 4138 233 0,'-1'-1'351'0,"-2"0"-314"15,-13-10 120-15,-2 0-3 0,10 6-273 0,6 4 133 0,-1 0-36 16,1 1-4-16,-1 0 5 0,2 1-4 0,0 0-37 16,0 1 5-16,0 3-16 0,-3 7-3 0,2 0-11 15,1-1-11-15</inkml:trace>
  <inkml:trace contextRef="#ctx0" brushRef="#br0" timeOffset="193159.22">26776 4151 507 0,'-1'0'-20'0,"-1"0"-112"0,1-1 188 15,0 0-34-15,0 1-9 0,0 0-4 0,0 0 0 16,-1 0-13-16,1 0 6 0,0 0-7 0,0 0 8 0,0 1-1 16,0 0-3-16,-2 1-2 0,1-1-21 0,-1 0-57 15,1 0-15-15</inkml:trace>
  <inkml:trace contextRef="#ctx0" brushRef="#br0" timeOffset="193393.08">27471 4018 1088 0,'-1'-2'6'0,"-5"-12"-44"15,-10-5 77-15,9 10-38 0,5 4-7 0,1 5-10 16,-1-2-35-16,0 1-44 0,1 1-24 0,0 1-7 16,1 1-94-16</inkml:trace>
  <inkml:trace contextRef="#ctx0" brushRef="#br0" timeOffset="200364.61">24830 6209 522 0,'0'-1'0'16,"-2"0"92"-16,1-1 11 0,-1-3 13 0,-5-6 4 0,3 5-87 16,0-2-7-16,-1 0-8 0,1 2-6 0,0-3 1 15,1 3-14-15,-1-5 17 0,-2-1-5 0,-1 1 9 16,-1-2-14-16,0 2 1 0,3 1 6 0,-1 0-3 15,-3-2 3-15,2 3 15 0,3 0-5 0,-8-3 8 16,1 5-6-16,-2-2 2 0,-1 1 3 0,-2 2 0 16,2-1 2-16,-4 4-16 0,3 2 2 0,-3-11-3 0,-1 5 18 15,1 3-14-15,-1 3 4 0,-2 3-7 0,-1 4 5 16,0 4-7-16,-1 4-1 0,0-8-2 0,0 18 2 0,-1 5-7 16,1 1 7-16,-2 3-7 0,3 1 5 0,-2 0-8 15,-1 0-2-15,7 1-1 0,-2-3-4 0,2 1 3 16,4 2 2-16,-3-1 0 0,4 1 8 0,3 0 2 15,2-1-4-15,2-2 4 0,0 0-4 0,0-6 11 16,-8 0 2-16,6-1 2 0,5-6 4 0,3 0 1 16,1-1-3-16,1-8 1 0,2 3-7 0,3 0-1 15,0-5 3-15,13-1-2 0,-2 0-7 0,7-2-4 16,-2-3-2-16,8 0 0 0,-1 13 0 0,0-7-13 16,-2-3-3-16,-1-4-4 0,-2-1-19 0,-3-1-2 0,-1 0-11 15,-2-2 5-15,-1 0-15 0,-2-1-16 0,0 0-9 16,-1-2-9-16,-1-1-94 0,1-2 2 0,4 6-11 15,1-16 7-15,4 0-25 0</inkml:trace>
  <inkml:trace contextRef="#ctx0" brushRef="#br0" timeOffset="200817.62">25341 6112 1419 0,'-1'-3'-1'0,"1"1"-8"0,-6-18 21 16,3 8 9-16,1 6-3 0,1 3-21 0,1 0-10 16,0 2 0-16,0-1-3 0,0 0-5 0,0-1-3 15,0 2 1-15,1 0-1 0,1 0-1 0,-1 1 2 16,0 0 2-16,0 0 0 0,-1 0 5 0,0 0 24 15,0 0-5-15,-1 0 14 0,0 1 14 0,-2 0 9 16,-7 0 4-16,-8 2-1 0,-1-2 8 0,1-1-1 16,1 0-1-16,1 0-2 0,-1 0-10 0,-2 0-13 0,-3 1 6 15,2 2-9-15,1 2-8 0,-3 5-8 0,2-9-5 16,-2 19 2-16,-1 7 4 0,3 1-6 0,0 1 1 16,1 3-3-16,4-1-4 0,1-2 5 0,0-1-3 15,3-1 2-15,1-1-6 0,3-1 8 0,3-4-4 0,3-1 4 16,0-1-6-16,-9-4 6 0,5-1 5 0,1 2-1 15,4-4 9-15,1 3-6 0,2-2 4 0,1-1-4 16,3 1 4-16,-2-2 2 0,15-2-2 0,4-2 3 16,5-4 3-16,6-1-8 0,5 16-2 0,4-13-2 15,4-4-8-15,1-5-12 0,-2-2-3 0,-1-1-4 16,-5-1-29-16,-3 0-13 0,-4-2-1 0,-1 1-3 16,2-2-2-16,-3 2-48 0,1 0-54 0,-2 0-8 0,-6 1-270 15</inkml:trace>
  <inkml:trace contextRef="#ctx0" brushRef="#br0" timeOffset="201883.44">26108 6342 389 0,'-1'0'33'0,"0"0"-1"0,-2 0 39 15,0 0-7-15,-4-1-10 0,1 0-17 0,1 0-1 0,0 1-4 16,-1-2-6-16,-1 1-2 0,3 1 0 0,0 0 1 15,1 0 2-15,1 0 0 0,0 0 2 0,1 0-1 16,0 0 9-16,-2 0-7 0,1 0-6 0,0 0 0 16,1 0-16-16,-1 0 3 0,1 0 5 0,0 0-1 15,1 0 4-15,1 0 12 0,2-1-6 0,18-2 8 16,6-2-16-16,6 0 1 0,0 2-4 0,3-2 3 0,2 1-3 16,0 1 10-16,1-2-4 0,-1 2 6 0,0-1 4 15,-2 1-3-15,5 0 3 0,3 0-6 0,-1-1-15 0,1 2-10 16,-3 1 1-16,-6-1-3 0,2 2 1 0,-6 0-14 15,-2 3 0-15,-4-1-5 0,-3-1-12 0,-5 0-28 16,-1 1-11-16,-5-1-6 0,-1 0-49 0,-3-1-88 16,-1 0-21-16</inkml:trace>
  <inkml:trace contextRef="#ctx0" brushRef="#br0" timeOffset="202433.66">26756 6000 1464 0,'-1'-1'7'16,"-1"0"-9"-16,-2-8 26 0,-3-1 12 0,3 3-6 15,3 3-22-15,0 2-26 0,0-1 3 0,0 1-10 16,-1 1 12-16,2 0-8 0,0 0 1 0,0 1-5 15,2 0-13-15,-1 0-2 0,0 1 0 0,1 0 3 16,1 0 21-16,-1 1 10 0,3 2 3 0,-1-2 2 16,2 2 8-16,-1-2 7 0,0 1 4 0,0 0 0 0,3 1 10 15,0-1-9-15,4 2 4 0,-1-2-4 0,5 1 8 16,-1-1-15-16,1 1-4 0,3-1-1 0,0 1 8 16,2 0-15-16,0 0 9 0,3 1-11 0,2 1 2 0,-2 0-1 15,2 0-3-15,-1-1 3 0,1 3 5 0,0 0-5 16,-2 1 1-16,2 1-3 0,-1-2 9 0,-2 0-5 15,-1-1 0-15,-4 0-2 0,-2 0 0 0,-2 0 2 16,-2 0 3-16,-2-1-2 0,0 0-2 0,-2 0-2 16,0-5 5-16,-2 7-4 0,0 1 6 0,-3-2-2 15,0-1-1-15,-1 3 1 0,-1-2 10 0,6 2 5 16,-1 1 3-16,-3-3-1 0,-1 3-6 0,-2-1-2 16,-1 0-3-16,-3 2 2 0,-1-1-7 0,-3 2 9 0,0-1-4 15,-13 0 5-15,0 1-10 0,-3 0 10 0,-1 1 0 16,-3-1 6-16,0-1 6 0,4 1-6 0,-1 1-2 15,1 0-1-15,1 0 0 0,-1-1 3 0,3-1 3 16,4 0-1-16,2-2-4 0,1 1-11 0,2 0 2 0,2 0-4 16,3-1 6-16,-2 3-8 0,4-4-2 0,0 2-2 15,0-3-7-15,3-1 1 0,-1-1-7 0,1 0 1 16,0 1-38-16,-1-1-33 0,2-3-17 0,0 3-23 16,-3-4-250-16</inkml:trace>
  <inkml:trace contextRef="#ctx0" brushRef="#br0" timeOffset="204484.87">11728 8117 421 0,'0'0'0'0,"-2"0"2"15,1 0 34-15,0 0 5 0,0 0 10 0,0 0-9 16,-1 0-5-16,1 0-17 0,0 0-9 0,0 0 4 16,0 1-9-16,0 0 1 0,-1 0 10 0,1 0-4 15,0 0 24-15,0 1 16 0,0-1-2 0,0 0 6 0,-1 0-9 16,1 0-12-16,0 1 5 0,0-1-8 0,0 0-11 16,-1-1-14-16,1 0-3 0,0 0 0 0,0 0 5 0,0 0-7 15,1 1 5-15,0 0-5 0,0-1 13 0,1 0 5 16,0 0 0-16,0 0 3 0,0 0 9 0,2 0-1 15,5 0-2-15,1 0 0 0,3-1-7 0,0 0-1 16,1-1-4-16,-1-1 0 0,1 1-9 0,0-1-5 16,-1 2 1-16,0 0-4 0,0 0-4 0,-1 0 9 15,-1 0-4-15,4-1 6 0,-2 2 3 0,1 0-10 16,0 0 4-16,-3 0-6 0,3 0 1 0,2 2-1 16,-3-2 3-16,-1 0-2 0,4 0 5 0,-5 0-5 15,-3 0 0-15,0 0-5 0,-6 0-8 0,0 0-5 16,0 0-7-16,2 0 0 0,-1 0-25 0,0 0-90 0,0 0-3 15,-1-2-35-15,0 1-57 0</inkml:trace>
  <inkml:trace contextRef="#ctx0" brushRef="#br0" timeOffset="205018.44">11974 7937 994 0,'-1'0'125'16,"0"-2"-172"-16,-1 1 148 0,-1 0-84 0,2 0-17 0,0 0-19 16,0 0 0-16,0-1-4 0,0 1 11 0,1 0 8 15,0 1 0-15,0 0 1 0,0 0-14 0,1 0 5 16,0 1 4-16,0 0 1 0,0 1 10 0,0-1 2 15,1 1-2-15,-1 0 3 0,0 1 13 0,-1-2 33 16,1 3-1-16,-1-2 11 0,0 0 1 0,0 1-12 16,0-2-3-16,0 1-2 0,0 0-17 0,0 1-11 15,0-1-8-15,0 1 2 0,0-1-17 0,0 0 5 0,0 1 3 16,0 0-1-16,1 2 9 0,2 1-17 0,-1 0 9 16,2-1-11-16,0 3 10 0,-1-4 5 0,1 2-5 15,2 1 4-15,-3 0-6 0,4-1 3 0,-2 0-3 16,2 0 3-16,1 0-3 0,-1 1 1 0,-2 0 4 15,1 0-1-15,-3 1-3 0,-1-3 2 0,0 0-1 16,1-2 1-16,-1 1 2 0,-1 0-5 0,0 1 5 0,2-1-4 16,0 0 10-16,-1-1 1 0,0 2-8 0,0 1 6 15,-2-3 1-15,0 1-8 0,0 1 10 0,-1 1-10 16,-1 3 14-16,-3 1-16 0,-2 3 3 0,0-3-5 16,3 1 8-16,-9 1-8 0,0-2 10 0,-2 1-9 15,2-1 7-15,2 0-3 0,-2-3-5 0,3 0 2 16,3 0 8-16,2 0-7 0,1-2 1 0,0-3-3 15,1 0-7-15,-1 1 7 0,3-3-10 0,0 2 6 0,0 0-41 16,1 0-56-16,-3 0-4 0,1 0-23 0,0 0-79 16,0-1-150-16</inkml:trace>
  <inkml:trace contextRef="#ctx0" brushRef="#br0" timeOffset="205886.72">12050 7426 255 0,'0'0'52'16,"0"-1"-5"-16,0 0 59 0,0-1 2 0,0 0 0 15,-1-7-13-15,-1 1-27 0,0 0 1 0,-2 0-9 16,1 1-6-16,-2 0-14 0,2 2 4 0,0 0-7 16,0 0-6-16,2 3-5 0,-1-1-11 0,0 0 5 15,-5 1-13-15,1 0-1 0,4 1 4 0,-2-1-4 0,1-1 4 16,-2 1 1-16,0 0-1 0,1 1 1 0,-1-1 0 16,-1 1-4-16,1 1 6 0,1 0-5 0,-1 0-1 0,1 0 4 15,-3 3-2-15,3-2 3 0,-3 2-8 0,2 0 6 16,-1-1-8-16,1 10 8 0,1 2-4 0,-1 0-5 15,0 2 5-15,3 1-5 0,0-2 3 0,0 3-2 16,-9-1-3-16,4 1 1 0,2-1-1 0,2-2 6 16,3 1-2-16,0-2 3 0,2 1-6 0,0-1 5 15,0-5-3-15,2 3 3 0,-1-3 8 0,1-3-1 16,1 1 2-16,-1-1-4 0,8 0 1 0,5 0-5 16,5-2 11-16,-4-2-10 0,-1 9-6 0,0-4 3 15,-8-4-3-15,5 0 5 0,4 1-3 0,-1-2-4 0,2-1-7 16,-5-1 3-16,-2 0-3 0,-2-1-14 0,-3-1 2 15,4-3-10-15,-1 0-22 0,-1 0-17 0,4 0-15 16,-5-13-2-16,2-1-73 0,-1-2-27 0,-1 0-15 16</inkml:trace>
  <inkml:trace contextRef="#ctx0" brushRef="#br0" timeOffset="206153.74">12177 6957 1744 0,'-1'-1'32'0,"-2"0"-3"0,-4-3 7 16,0 1-2-16,5 2-12 0,-1-1-41 0,1 1 3 16,1 0-2-16,0 0 7 0,-1 1 2 0,2 0-20 15,0 1-8-15,0 1-4 0,2 3-40 0,1 8-8 16,2-1-11-16,0 0-7 0,-1-2-133 0,0-1 21 15,-2-1-8-15,-1-3 31 0,1-1 103 0,-2-3 64 16,0 1-3-16,1 1 23 0,0-1 9 0,-1 1-1 16,0-2 1-16,0 0-5 0,0 0-14 0</inkml:trace>
  <inkml:trace contextRef="#ctx0" brushRef="#br0" timeOffset="206686.49">12203 7336 909 0,'-2'-1'428'0,"1"-1"-610"0,0 1 517 0,1 0-298 16,-5-5-20-16,4 4-15 0,-1-1-2 0,1 1-6 16,-1 1-11-16,1 0 2 0,0 0 3 0,1-1-2 0,0 2-10 15,0 2-10-15,0 0 1 0,0 10-1 0,0 10 23 16,0 3 1-16,-1-2 6 0,-1 2-3 0,-2-3 6 15,-1-2 2-15,2-1 6 0,-1-2 1 0,2-5 15 16,1-1 1-16,0-5 0 0,1 0 2 0,0-1 6 0,0-2-1 16,0-1-2-16,0 1 0 0,0-1-11 0,0 0-3 15,0 1-2-15,0-2 1 0,0 0-9 0,0 0 7 16,0 1-3-16,0-1 5 0,0 0-5 0,0-1-7 16,0 0-2-16,1-1-1 0,0 0-5 0,0-2-5 15,4-4 4-15,-4-3-3 0,7-2 11 0,2 0-1 16,-2 3-3-16,-1-1-1 0,1 2-3 0,-1 1 7 15,1 2 1-15,0 2 2 0,-1-1 1 0,0 3-7 16,0-5 1-16,0 1-4 0,1 2 6 0,-1 1 0 0,1 0 4 16,0 2-2-16,0 2 4 0,0 0-7 0,-1 0 0 15,-1 2-3-15,1 0 4 0,-3-2-3 0,1 7 4 16,-1-1-3-16,0 1 3 0,-1-2 8 0,-1 0-5 16,0-2 6-16,3 1-1 0,-1 0 11 0,-1 2 1 0,0 2 1 15,-3 3 3-15,-2-3 3 0,-1 1-4 0,-3 0 3 16,-1-1-3-16,3-2 8 0,-7 2-1 0,-2-5 3 15,-1 0 8-15,2 0-9 0,-1-1 2 0,1 0-7 16,2 0-14-16,1-2-5 0,2 2-1 0,3-2-1 16,-1 2-10-16,3-3 3 0,-1 1-4 0,1 0 3 15,-1 1-17-15,1-1-36 0,1-1-8 0,0 1-11 0,0-1-44 16,-1-1-83-16,2-1-41 0,2-2-36 0,9-20-354 16</inkml:trace>
  <inkml:trace contextRef="#ctx0" brushRef="#br0" timeOffset="208471.79">14146 9138 451 0,'0'0'62'0,"-1"0"66"0,0 0-17 0,0-1-37 16,0 0-3-16,0 1-12 0,-1 0-23 0,1 0-14 15,0 0-9-15,0 0 0 0,0 0-17 0,-1 0 10 16,2 0 2-16,0 0 4 0,0 0-1 0,0 0-1 16,0 0 2-16,0 0-1 0,0 0 0 0,2 0 10 0,-1 0-6 15,0 0 6-15,0 0-10 0,0 0 15 0,1 1-2 16,-1 0 5-16,0 1-9 0,0-2 7 0,0 1-6 15,0-1 6-15,1 1-17 0,-1-1 5 0,0 0-4 16,0 0 4-16,0 0-3 0,0 0 0 0,1 0-4 16,-1 1 3-16,0 0 2 0,0 1-2 0,0-1 1 0,2 0-1 15,-1 1 4-15,3 5-3 0,2 6-3 0,0 1 0 16,-1-1-5-16,1 4-4 0,-1-1 9 0,1 5-8 16,-1-1 1-16,-2 4 0 0,1-2 1 0,-1-2 1 15,-1 4-4-15,1-1 6 0,-1 0-6 0,-1-2 7 16,0 1-3-16,0-1-4 0,-1 2 2 0,0-2-2 15,1 1 9-15,-1 0 0 0,0-2 2 0,1 0-3 0,1-1-3 16,-1-1-5-16,1 0 7 0,0-3-5 0,0 1 12 16,0-2-13-16,-1-2-3 0,0-1-1 0,1-3-3 15,0 3 9-15,0-3 1 0,0 2 1 0,-2-5-4 0,1 0-5 16,-1-1 0-16,-1-1-3 0,1 2-4 0,-1-3-11 16,1 0-10-16,0 1 0 0,0-1-32 0,1 0-7 15,-1 1-13-15,-1-1-2 0,0-1-80 0,0 0-43 16,0-1-24-16</inkml:trace>
  <inkml:trace contextRef="#ctx0" brushRef="#br0" timeOffset="208939.43">14128 9585 1335 0,'-2'0'31'16,"1"0"-1"-16,0-1 1 0,0 0-3 0,0 0-10 16,0 0-11-16,-1-1-12 0,1 1-1 0,0 1-5 15,0 0-3-15,0 0 9 0,1 0 7 0,0 0-2 16,0 0 3-16,0 0-4 0,1 1-6 0,0 1 3 16,0-1 1-16,0 0 3 0,1 1 4 0,1 5-1 15,3 6 9-15,0 1-2 0,-1 1-5 0,-1 0 3 0,0-1 5 16,-1 2-1-16,1-2 7 0,-1 2-6 15,1-4-4-15,-2-2 5 0,2 2-8 0,-2-5 7 0,2 4-6 16,1 0-4-16,0 0 6 0,1 2-6 0,-2-5-3 0,-1 0 3 16,1-2-3-16,-2-1 6 0,0 0-4 0,0-3 6 15,0 1-7-15,-1 0 6 0,1 0-4 0,-2-2-1 16,4 2-1-16,1 0 0 0,-1 0 4 0,1-1 8 16,1 0 4-16,1 0-1 0,1-1-2 0,-1-1 9 15,2 0-3-15,-2-3 4 0,-2 0-8 0,3-3-2 16,-1 0-1-16,0-6 0 0,-2 2-3 0,1-2-8 15,0 1 4-15,0 1-5 0,1 0 4 0,-2 1 3 16,-2-2-5-16,2 6 3 0,-1-4-6 0,-2 2 0 0,2 3 1 16,-3-5-1-16,0 2 4 0,2 0-9 0,3 0-4 15,-1 0-1-15,-3 4-6 0,1-2-12 0,0 0-1 16,-2 3-6-16,2-2-14 0,-2 2-22 0,1-2-32 16,-1 1-1-16,1 1-140 0,-1-2-102 0</inkml:trace>
  <inkml:trace contextRef="#ctx0" brushRef="#br0" timeOffset="209472.89">13704 11174 1280 0,'-2'-1'45'16,"-13"-6"71"-16,-5-3-64 0,6 3-26 0,1 0 3 0,3 1-11 15,4 2-11-15,3 1-4 0,0 2-3 0,2-1 0 16,0 1-7-16,-1-2-4 0,-1 1 1 0,1 0-2 16,0 0-7-16,0 1 14 0,1 0-2 0,0 1 7 15,0 1 3-15,-1 5 4 0,-4 18-1 0,1 6 3 16,1 1 4-16,0 5 2 0,-1 2 1 0,0 2 0 15,-1 2-1-15,2-2 0 0,-3 0 1 0,-2-3-1 16,1-1 2-16,0 0-3 0,1 1-3 0,1-2 1 16,0-1-8-16,2 3 3 0,-2-6-4 0,2 2 3 0,1-2-6 15,0-4 5-15,2-2-6 0,1-2 5 0,0-2-12 16,0-1 0-16,0-3 6 0,0-5-5 0,-1-2-4 0,0-3-20 16,0-1-2-16,1-2-6 0,0-3-20 0,0 2-34 15,0 0 2-15,0-1-15 0,-2-1-31 0,1 0-47 16,0-1-18-16,1-1-8 0,0-16-53 0</inkml:trace>
  <inkml:trace contextRef="#ctx0" brushRef="#br0" timeOffset="210039.12">13638 11090 825 0,'0'0'54'0,"0"0"-5"0,0 0 26 0,0-1 6 15,0 0-14-15,0 0-1 0,2 0-10 0,-1 0 0 0,0-2-3 16,1 1-1-16,5-4-7 0,5-2-10 0,3-2 2 16,-1 3-28-16,3 1 3 0,-2 2-9 0,1 0 7 15,-1 2-7-15,-2 1-6 0,0 1 10 0,-3 0-9 16,0 1 7-16,-2 1 5 0,-1 2 2 0,-2-1 2 16,-1 1 6-16,-2 8 3 0,7 0-5 0,-2 3 7 15,-3 1 6-15,-3 1 0 0,-2-1-1 0,-4 2 0 16,-2 0-11-16,-3 1 1 0,-1 2 5 0,-1-3-2 0,9 1 1 15,-9-4-19-15,0 0 4 0,1 2-7 0,1-5 0 16,3 2-1-16,1-4-3 0,1 1 3 0,3 0-1 16,-1-4-2-16,1 0 2 0,1-3-2 0,0-1 5 0,-2 0-8 15,3-2 5-15,-1 2-6 0,-1-1 9 0,-1 0-2 16,2 1-1-16,0-2-1 0,0 0-9 0,0 0-5 16,-1 1 6-16,1-1-4 0,0 0 11 0,0 0-2 15,1 0 0-15,0 0 1 0,1 1 3 0,0-2-4 16,0 1 0-16,2 0-2 0,4 0 12 0,3 1-9 15,0 1 1-15,-2-1-5 0,-1 1 7 0,1 0 1 16,-1 1-4-16,-1-1 3 0,1 3-1 0,-1-1 1 16,-2-4 5-16,-2 4-5 0,-1 2 2 0,0-3 5 15,4 2-5-15,-1 0 5 0,-2 0 0 0,0 0-7 16,0 1 7-16,-2 0-7 0,-2 0-1 0,0 0 3 0,-3 1-2 16,3-1 2-16,-16-1 3 0,0 1 1 0,-2-1 0 15,2 1 0-15,1-1-6 0,2 0 2 0,-1-1 2 16,-2-2-1-16,4 1-2 0,2-2-1 0,3 0-1 0,3 0 1 15,-1 0 4-15,2-1-14 0,0 0-1 0,2 2-7 16,-1-1-15-16,2-1-24 0,0 2-2 0,-1-2-8 16,2 0-18-16,0 0-19 0,1 0-9 0,0-1-9 15,1 0-73-15,0-1-98 0</inkml:trace>
  <inkml:trace contextRef="#ctx0" brushRef="#br0" timeOffset="210373.25">14083 11135 1245 0,'-1'0'41'0,"0"0"70"0,-1 0-75 0,1-1-6 16,0 1-5-16,-1 0 1 0,-1-1-11 0,2 1 0 15,0 0-3-15,0 0 2 0,0 0-2 0,-1 0 2 16,1 0 0-16,0 1-3 0,0 0-12 0,-1 2 7 15,-2 1-3-15,-4 10 5 0,-2 4-1 0,1 0 2 16,0 2 3-16,-2 2-1 0,2-1 6 0,-2 3 12 0,2-1-3 16,0-2 5-16,1 0-12 0,3-3-5 0,1-5-1 15,0-1-1-15,3-3-9 0,0 2 4 0,1-3-8 16,1 1 5-16,0 0-4 0,0-3 1 0,2 1 5 16,-1-2-4-16,2 1-5 0,-1-1 3 0,2 0 0 15,5-2 1-15,1 0 0 0,5 0-23 0,-5-2 0 0,0 6-10 16,2 0-9-16,-6-4-4 0,1-1-6 0,-1-1 3 15,0-1-11-15,1-1-59 0,2-2-29 0,-2-3-22 16,1-7-192-16</inkml:trace>
  <inkml:trace contextRef="#ctx0" brushRef="#br0" timeOffset="210557.69">14177 10711 1598 0,'-1'0'38'0,"0"0"-2"0,-2 0-24 16,1 0 1-16,1 0-23 0,-2 1-10 0,1 0-10 15,2 0-5-15,-2 9-4 0,1-1-39 0,1 3-64 16,0-4-13-16,2 3-27 0,1-3-135 0</inkml:trace>
  <inkml:trace contextRef="#ctx0" brushRef="#br0" timeOffset="211090.33">14309 10991 1494 0,'-2'0'44'16,"1"0"-1"-16,-1 1-11 0,-3 2-4 0,-3 3-16 15,3 12 2-15,2 2-9 0,-2 1 10 0,3 2-10 16,-2 2 9-16,0 0-10 0,0 2 6 0,-1 0-8 15,1 0 10-15,0 0-13 0,1-3 5 0,0-1-7 16,1-4 4-16,-9-3 4 0,4-2-6 0,4-2 5 0,0-2-8 16,2-5 4-16,0 1 0 0,1-4 2 15,0 1 0-15,0-1 3 0,0 1 0 0,0-1 2 0,0-1 5 16,0 0-5-16,0 1-2 0,0-1 0 0,0 0 0 0,0 0-5 16,0 0 2-16,1-1-3 0,0 0 2 0,0 0-9 15,1-1 2-15,0 0-8 0,0 0-4 0,5 0 0 16,5-10 5-16,0 2-3 0,0 3 10 0,-2-4 0 15,2 2-2-15,-1 2 1 0,2-3 3 0,-1 3 6 16,0 1 1-16,0 1 1 0,0 1-4 0,1-6 2 16,2 1-2-16,-1 2 2 0,-3 2 0 0,0 2-4 15,-4 2 4-15,1 0-3 0,-1 1 12 0,-3 0-4 16,0 0 5-16,-1 2-3 0,2 0 11 0,-3 10-5 16,0 0 3-16,5-1-2 0,-4 1 10 0,-2-1-11 0,-1 0 2 15,-2 3-4-15,-3-2 8 0,-2-2-4 0,6 1-1 16,-14 0 2-16,-3-2 6 0,-1 0 5 0,1-2 0 15,0 0 1-15,1-2-5 0,1 1 12 0,1-2-2 16,-3 0 5-16,2-2-5 0,0 1-15 0,2 0 7 0,0-1-10 16,1-1-2-16,1 0-10 0,1 0 0 0,5-1-3 15,0 3-2-15,1 0 1 0,3-3-3 0,-3 2 2 16,3-2-5-16,-1 0-32 0,1 0-1 0,0 0-16 16,-1 0-53-16,2 1-24 0,0-2-1 0,0-2-6 15,1 1-4-15,1-12-127 0,7-11-36 0</inkml:trace>
  <inkml:trace contextRef="#ctx0" brushRef="#br0" timeOffset="212308.5">15442 9772 413 0,'0'0'55'0,"0"0"-5"16,0 0 30-16,0 0-12 0,0 0-5 16,0 1-36-16,0 1-1 0,0-1 7 0,0 0-7 15,0 0-3-15,0 0 0 0,0-1-5 0,0 2 5 0,0-1 5 0,1-1-12 16,-1 0 12-16,2 0-11 0,-1 0 12 0,0 0-6 15,0 0-2-15,0 0 1 0,0 0-4 0,1 0 13 16,-1 0-6-16,0 0 7 0,0 1-12 0,0-1-13 16,1 1 5-16,0-1-7 0,0 0 0 0,-1 0 9 15,5 0-11-15,1 0 10 0,-1 0-13 0,0 0-3 16,0 0 5-16,-1 0-4 0,1 0 1 0,-2-1 9 16,3 0-8-16,-1 0 9 0,1-2-13 0,-1 2 11 0,-1 0-5 15,0-2 8-15,-3 3-10 0,0-1 9 0,1 0 4 16,-1 0 4-16,0 0 22 0,0-5-18 0,-1-4 8 15,1 1-13-15,0 2-1 0,2-2-12 0,-1 0-1 16,0 1-2-16,-1-4 6 0,3 3-1 0,-3-2-1 0,3-2-1 16,2 2-8-16,-2-3 6 0,1 1-2 0,-1 0 2 15,1-1-2-15,1-2-1 0,-2 2 1 0,1-1-1 16,-1 0 0-16,-1 1 7 0,0 1-2 0,-2 0 3 16,2 1-6-16,-3-1 2 0,1 0-4 0,-1 0 2 15,1 0-1-15,-1 1 0 0,0-2 5 0,1 0-2 16,1 0 6-16,-1-1-6 0,-1-3 4 0,0 2-4 15,2-4 6-15,-2 1 0 0,11 1-5 0,-4-2 4 16,-2 3-9-16,-3-1 4 0,0 0 5 0,-2 2-1 0,-1-1 2 16,0 0 4-16,0 0-9 0,-1 3 8 0,-2-1-3 15,1 3 6-15,0-1 1 0,-1 4-1 0,1-2-5 16,0 3-1-16,-1 1 2 0,1 0-2 0,0 1 4 0,0 2-7 16,1 0 0-16,0 1-2 0,1 1 4 0,0 1-8 15,0 0 3-15,0 0-4 0,-1-2 9 0,0 1-7 16,-1-1 1-16,1 1-3 0,0 1 2 0,0 0-5 15,0 0 2-15,0-1-4 0,-1 1 7 0,1 0-15 16,0 0-4-16,1 0-5 0,0 0-23 0,0-1-48 16,0 1 0-16,0 0-19 0,0 0-27 0,0 0 20 15,0-1-12-15,0 1 14 0,0 1-12 0,0-1-4 0,0 0 8 16,0 0-11-16,0 0-20 0</inkml:trace>
  <inkml:trace contextRef="#ctx0" brushRef="#br0" timeOffset="212725.66">15583 9051 140 0,'0'2'62'0,"-1"-1"21"0,0 0 60 0,0 1 5 16,-4 4-2-16,-1 2-22 0,5-1-7 0,-2-2-8 15,-1 1-42-15,3-4-2 0,-3 2-5 0,2-2 1 16,0 1-26-16,-1-1 3 0,1 0-2 0,0 1 4 16,0-2-6-16,1 0-8 0,0 0-2 0,0 0-1 15,0 1 1-15,0-1-6 0,-1 0-3 0,2-1 0 0,0 0-1 16,0-1-7-16,0 0 5 0,0-2-8 0,5-9 0 15,2 0 6-15,1-3-6 0,1 1 5 0,-1 0-12 16,1-1 2-16,-1 1 0 0,2 0 1 0,-2 1 8 16,1-1-4-16,0 2 0 0,-8 0-2 0,9 0 3 0,-2 2-5 15,0 0 3-15,-2 2-3 0,1 1 3 0,-1 2-6 16,-1 2 3-16,1-1-5 0,-2 2 5 0,-1 0 0 16,2-2-1-16,-3 3 1 0,2-1 9 0,-1-1-12 15,0 2 6-15,0 0-7 0,1 0 3 0,-1 0 1 16,1-1-2-16,-2 2 2 0,2 0 1 0,-1 0 8 15,2 0-7-15,0 2 7 0,-1 0 1 0,0 0 2 16,0 1 1-16,-2 6-2 0,1 0-2 0,0 1 3 0,1-1-2 16,-1 1 3-16,-1-1-3 0,2 0-2 0,-1 1 0 15,2-2-3-15,-3 1-6 0,1 0 2 0,-1-2 3 16,0 0 0-16,3 0-5 0,-3-2 0 0,2-1-1 16,-2 0 2-16,1-1 0 0,-3-1-18 0,0-1-7 15,2 1-3-15,0 0-34 0,1 1-73 0,-1-2-14 0,0 0-32 16,1-1-156-16</inkml:trace>
  <inkml:trace contextRef="#ctx0" brushRef="#br0" timeOffset="213879.48">15610 7038 355 0,'0'0'44'15,"0"0"25"-15,0 0 31 0,0-1 9 0,-1 0-53 16,0 0-21-16,1 0-3 0,0-1-5 0,0 1-18 16,0 1 12-16,-1 0-10 0,0 0 8 0,0 0-22 15,-1 0 0-15,1 0 5 0,1 0-1 0,-1 0 9 0,0 0 3 16,0 0-2-16,-1 0 2 0,1 1-10 0,0 1 35 16,1-1-2-16,0 0 18 0,0-1 30 0,-1 1-9 15,1-1-5-15,-1 0-2 0,0 0-19 0,-1 0-11 16,1 0 2-16,0 0-6 0,0 0-7 0,0 0 1 15,0 0 3-15,-1-1-1 0,1 0 10 0,0 0-15 16,-1-2 3-16,-3-4-8 0,-1-5-6 0,0-3-1 16,2-1-3-16,0-1 4 0,0-2 5 0,2 1-5 0,0-1 0 15,1-2-3-15,-1-2 1 0,1 1 3 0,-1-3 1 16,0 2 0-16,-1-1-4 0,1-2-3 0,-2 4 0 16,0-2 0-16,-1 1 10 0,-1 1-7 0,1-1 1 15,-2 2-4-15,1 1 0 0,2 1-2 0,-1 4 1 16,0-2-2-16,1 3 1 0,-2-2-5 0,-1-2 6 0,2 4-6 15,0 0 4-15,2 2-6 0,-1-1-1 0,2 3-2 16,-1-2 1-16,2 1 2 0,0 1 0 0,1 0 0 16,0 1 0-16,0 1 3 0,0 1 1 0,0-1 1 15,0 2-10-15,0-1 4 0,0 1 0 0,0 2 2 16,0 1-1-16,0 0 3 0,0-1-8 0,0 1 6 0,0 1-4 16,0 0 1-16,-1-1-3 0,0 1 0 0,1-1-9 15,-1 1-5-15,-1 1 1 0,1 0-5 0,0 0-6 16,0-1-12-16,1 1-2 0,0 0-4 0,0 0-14 15,0 0-1-15,0 0-4 0,0-1-4 0,0 1-68 0,0 0-43 16,0 0-4-16,0 0-5 0,0 1 33 0,0-2-34 16</inkml:trace>
  <inkml:trace contextRef="#ctx0" brushRef="#br0" timeOffset="214309.9">15278 6603 867 0,'0'0'231'0,"-2"-1"-277"0,1 0 258 15,0 0-132-15,0-1-50 0,0 1-28 0,0 0 9 16,1 0-14-16,0 0 8 0,0 0-5 0,0-1 5 16,1 0-5-16,0 0 8 0,1-1-11 0,-1 0 2 0,14-5-4 15,-6-4 8-15,3 2 1 0,-2-1 3 0,0-2 0 16,-1-1 19-16,1-3 9 0,2 0 4 0,-2-2 0 15,3-2-1-15,-4 1-9 0,-3 1-6 0,0-1 1 16,-4 1-7-16,4 2 0 0,1-1 1 0,-2 2-1 16,0 1-2-16,-3 1 3 0,3 1-4 0,-2 0 2 15,2 4-14-15,-2 2-2 0,-1 1 3 0,-1-1-3 0,1 4-3 16,-1 2 3-16,3-1-5 0,-3 2 4 0,1-1-14 16,3-2 15-16,-1 2-6 0,-1 0 8 0,1 0-3 0,0 1-1 15,2 0 0-15,4 1 0 0,-1 1 4 0,1 3-1 16,-1 0 5-16,3 2-5 0,-2 0 3 0,1 0 0 15,1 0-1-15,-1 0 2 0,1 1 1 0,-1-1-10 16,-2-1 3-16,-1-1-5 0,-1 0 6 0,0 0 0 16,1 1-2-16,-4-5 2 0,0 5 1 0,-1-1-21 15,0 1-4-15,0-3-10 0,1 2-25 0,-3-2-1 16,0-1 0-16,-1-1-8 0,2 1-83 0,1 1-46 16,-1-1-41-16,0-1 7 0,1 0-108 0</inkml:trace>
  <inkml:trace contextRef="#ctx0" brushRef="#br0" timeOffset="-214585.9">15008 5706 533 0,'-1'-1'54'0,"0"0"10"0,0-1 4 15,-2-2-28-15,-2-7 4 0,1 3-23 0,1 0-30 0,1 5-1 16,2 2-9-16,-1-1 2 0,0-1-4 0,0 1 6 16,0 0-7-16,-1-1 3 0,1 1 10 0,0 0 0 15,0-1 5-15,1 2 12 0,0 0 43 0,0 0-6 0,0 0 16 16,0-1-15-16,0 1 1 0,0 0 0 15,0 0 3-15,0 0 7 0,-1 0-11 0,1-1 1 0,0 1-6 16,0 0-12-16,0 0-14 0,0 1 1 0,0 0-3 16,-1 0 10-16,-1 1-11 0,2 1 6 0,-8 20-8 15,1-1 9-15,0 2-22 0,0 0 8 0,0 0-10 16,2-1 18-16,2-2-11 0,-1 0-1 0,2-2-2 16,2 0-1-16,0-2 0 0,1-1 6 0,1-2-3 0,0-1 6 15,0-2 8-15,0-1-3 0,1-2 4 0,-1-1-10 16,0-1 6-16,1-1-8 0,-2 0 7 0,1-1-12 15,-2-1 9-15,4 0-7 0,4-1 8 0,-6 0-6 0,4 4-9 16,-3-4-1-16,5 3-6 0,0-2-8 0,0-1-18 16,5-1 5-16,-3-1-12 0,0-1-25 0,0-3-5 15,1-2-32-15,-4 2 10 0,3-3-91 0,-2-6-35 16</inkml:trace>
  <inkml:trace contextRef="#ctx0" brushRef="#br0" timeOffset="-214052.16">14994 5611 114 0,'0'-2'77'16,"0"1"3"-16,-1 0 87 0,0 0-9 0,0-1-8 15,0-2-39-15,-2-1-12 0,0-2-7 0,1 4-35 0,1-2-16 16,0 0 0-16,1 3-6 0,0-1-9 0,-1-1-4 15,1 2-9-15,0 0 6 0,-1 0-4 0,0 0-16 16,-1-1 9-16,1 2-13 0,0 0 6 0,0 0-1 16,0 0 3-16,0 0-3 0,1-1 2 0,0 1-1 15,0 1-2-15,0 0 1 0,0 0 8 0,0 1-3 16,0 1 7-16,0 0-5 0,0 1 0 0,-3 12-2 16,2 0 0-16,1 0 1 0,0 4 2 0,0-4-2 0,-1 3-2 15,1-1 1-15,-1 1-3 0,1-1 7 0,0-1-5 16,0-1 6-16,0 1 2 0,0-2-5 0,0 0 0 15,0 0-4-15,0 0-7 0,0 1 5 0,0 1 3 16,0-2 0-16,0-1-2 0,0-2 1 0,0 0-2 16,0-3 3-16,0-2 0 0,0 0 1 0,0-2-7 0,0-2 2 15,0-1-3-15,0 0 6 0,0 0-1 0,0 2 4 16,0-1 3-16,0 0-6 0,0 0 1 0,0-1-5 16,0 0-17-16,0 0-42 0,0 0-7 0,0 1-21 15,0-1-106-15</inkml:trace>
  <inkml:trace contextRef="#ctx0" brushRef="#br0" timeOffset="-213618.51">14973 5541 1104 0,'-1'-1'5'0,"0"0"27"0,0 0-58 0,-1 0 5 0,2-1-2 16,0 1 3-16,0 1-3 0,0 1 4 0,0 1 0 15,0 6 1-15,0 12 9 0,0 0 9 0,-3 1 0 16,-2 1 3-16,2 1 2 0,-2-2 21 0,0 0-3 0,-1-1 10 15,0 1 6-15,3-1 7 0,-2 1-1 0,2 0 2 16,-2 4 0-16,-1 1-14 0,1 5 1 0,0 0-7 16,-1 3-18-16,-1 5 13 0,-2-3-8 0,2 2 11 15,0 0-8-15,0-4 0 0,0-1-3 0,1-5 1 16,0-4-4-16,2-3 0 0,-1-3-1 0,0-4-2 16,2-1-7-16,-1-2-1 0,1 0 3 0,0-3-2 15,1-1 5-15,1-2-6 0,-2 0 2 0,2-3-3 0,0 0-3 16,0 1-12-16,0-1-8 0,0 0-2 0,-1 0-43 15,1-1-35-15,0-1-8 0,0 0-10 0,0-1-26 16,-2-11-7-16,3-18 6 0,2-5-10 0,2-4-30 0</inkml:trace>
  <inkml:trace contextRef="#ctx0" brushRef="#br0" timeOffset="-212984.99">14874 5609 817 0,'-1'0'80'0,"-1"-1"106"0,1 1-73 0,-4-2-46 0,4 2-5 16,-2-1-15-16,1 0-42 0,0-1 9 0,0 1-7 15,1 0 8-15,0 0 0 0,0 0 0 0,0 0-2 16,1-2 1-16,0 1-1 0,1 0-6 0,2-6 3 16,0 1-5-16,14-4 3 0,1 2-4 0,0 0 6 0,-5 0-5 15,-2 2-2-15,2-1 1 0,1 4-5 0,2 1 4 16,-2 0 5-16,0 2-7 0,-2-8 6 0,0 4-7 15,0 0 4-15,1 3-6 0,1 2 3 0,-1 0-2 16,-1 1 7-16,-1 2-7 0,-2 1 1 0,1 0-1 16,-2 2 8-16,-2-4-4 0,0 8 0 0,-3 0 0 15,-1 0-2-15,0 2 5 0,6 0 2 0,-2 1 2 0,-4-3 15 16,-1 2-8-16,-1 4 2 0,-2-3-4 0,-3 0 4 16,1-1-9-16,-1-4-3 0,-1 2-3 0,0-2-6 15,3-1 6-15,-3 1-3 0,0-3 4 0,3 1-5 16,0-3 0-16,-1 0 5 0,2-1-4 0,0 0-2 0,-1 1 1 15,2-1-2-15,0 0 2 0,0 0 0 0,0-1-2 16,-1 0 2-16,1 0-1 0,0 0 1 0,0 0 0 16,1 1-6-16,0-1 4 0,0 0-4 0,0 0 5 15,0 0 0-15,1 0 0 0,0 1-4 0,0-1 10 16,1 0-1-16,-1 0 3 0,0 2-15 0,0-1 8 16,0 0-4-16,0 1 5 0,1-1 2 0,-1 0 4 15,0 1-3-15,0-1 3 0,0 0-7 0,-1 2 5 16,0 2 0-16,0 2 3 0,-2 1-10 0,-2 1 6 0,-1 0-2 15,3-1 6-15,-9 0-4 0,-2-2 9 0,0 0-8 16,0 0 8-16,1-1-5 0,0-2 0 0,2 0 1 16,0-1-2-16,1 0-3 0,1 1-2 0,2-3 1 15,3 1-1-15,2 1-2 0,-1-2 1 0,-2 1 0 16,-3 0 0-16,4 0-4 0,-1 0-1 0,2-1 0 0,0 2 1 16,-1-1 4-16,2-1-12 0,0 0 5 0,0 0-10 15,0 1-4-15,-1-1-30 0,1 0-1 0,0 0-8 16,0 0-4-16,0 0-15 0,-1 1 10 0,1-2-11 15,1 0 18-15,0-2-70 0,1 1 13 0,1 0-30 16,-1-4 14-16,16-8 8 0,-1-1 3 0,4 1 1 16,-4-1-2-16</inkml:trace>
  <inkml:trace contextRef="#ctx0" brushRef="#br0" timeOffset="-212618">15273 5654 560 0,'0'0'182'0,"0"0"-165"15,-1-1 196-15,0 0-81 0,-1 0-48 0,1-1-48 16,0 0 6-16,0 0-23 0,1-1-13 0,0 0 4 16,0-1-7-16,0 0 4 0,0-2-17 0,0 3 10 15,0 1 0-15,0 1 5 0,0-1 4 0,0-1 5 16,0 1-7-16,0 1 9 0,0-1 9 0,0 1-4 0,0 0 8 16,0 0-9-16,-1 0 7 0,0 0 0 0,-1-1-5 15,1 2 1-15,0 0-13 0,-1 0 2 0,-1 2-1 16,2-2 1-16,-4 3-4 0,3 12-5 0,-1 1-5 15,1 0 2-15,1-1-1 0,-8 0-3 0,2-1 8 16,2 0-7-16,4-4 4 0,1 1 5 0,0 0-4 0,0-4 5 16,1 2 2-16,1-1 2 0,2 0-2 0,-2-2 0 15,2 0-9-15,-1 0 5 0,1-1 1 0,-1 0-2 16,4-2-5-16,-1 1 8 0,1-1-7 0,-1-1 7 16,0 0-9-16,-1 1-4 0,-3-2 6 0,2 2-4 15,-1-2-6-15,0 0 5 0,1 0-10 0,1-1 7 16,-1 0-22-16,0-1 3 0,-1 0-10 0,1-10 5 15,3-6-22-15,-2-3-5 0,3 0 2 0,-5-5-11 0,4-1-79 16,1-1-82-16,0-2-31 0</inkml:trace>
  <inkml:trace contextRef="#ctx0" brushRef="#br0" timeOffset="-212434.08">15326 5344 535 0,'0'0'93'0,"-1"-1"139"0,-1-1-100 0,1 1-52 15,1 0 1-15,0 0-22 0,0 0-33 0,0 0-2 16,0 1-3-16,0 0 0 0,0 0-15 0,1 0-10 16,1 0-1-16,-1 0-4 0,0 1-7 0,0 0-26 0,0 0-3 15,2 1-8-15,-2 1-17 0,-1-2-47 0,2 2-2 16,-1 0-17-16,-1-2-13 0,2 1 41 0,-1 1 3 16,1-2 11-16,0 0-4 0</inkml:trace>
  <inkml:trace contextRef="#ctx0" brushRef="#br0" timeOffset="-212001.27">15498 5491 262 0,'0'1'84'0,"0"2"92"16,0 15-21-16,0 1-47 0,0 3-5 0,-2-4-13 16,1 5-27-16,0 0-12 0,-1-4 7 0,-1 4-9 0,0-3 2 15,-2-1-4-15,0 0-10 0,1-4 4 0,-1-2-15 16,1-4 13-16,2-2-9 0,1-2 9 0,1-3-11 15,0 1-5-15,0-2 11 0,-1 1-10 0,0 1-1 0,-1-1 3 16,1-1-8-16,0 0 5 0,0 1-15 0,0-1 0 16,-1 0-8-16,1-1 4 0,0 0-8 0,0 0-8 15,0 0 8-15,0-1-9 0,1 0 0 0,0-2 1 16,0 2 0-16,0-7 3 0,1 1 14 0,1-2-5 16,2 1-5-16,-1 2 1 0,1 2 3 0,-3 1-2 15,5 0 8-15,2 2-7 0,-1-2 2 0,1-3 0 16,4 1 0-16,-1 1 1 0,-1 3 6 0,1 1-9 15,-3 0 8-15,-3 1-9 0,2 3 3 0,-2-1 5 0,-2 3-3 16,2 3 4-16,-2 2-2 0,4-2 7 0,-2 0 1 16,-1-2 4-16,-3-2 11 0,0 1 9 0,-1 0-2 15,-1 0 4-15,-2 0-7 0,-1 0-11 0,-9 0 4 16,-7-2-5-16,-3 0 3 0,1 0-6 0,0-2 3 16,2 0-6-16,0 1-8 0,2-1 4 0,2-1-5 0,3 9 5 15,3-6-9-15,1 1-1 0,4-4-3 0,-1 1 0 16,0 0-17-16,5-2-51 0,0 0-7 0,-1 1-18 15,-1 0-60-15,2 0-106 0,0 0-23 0</inkml:trace>
  <inkml:trace contextRef="#ctx0" brushRef="#br0" timeOffset="-209498.27">23093 8285 1273 0,'-1'0'27'0,"-1"-1"10"0,1-1 5 0,0 1-29 15,0 0 11-15,0 0-31 0,0 0 8 0,-1-1-5 16,1 2 7-16,0 0-3 0,0 2 4 0,0 5 4 0,-3 14-2 15,2 2-2-15,-1 2 2 0,0 2-4 0,1 0 2 16,-1 4-5-16,1 1 13 0,1 2-3 0,-2 1 6 16,1 3-15-16,1-3 6 0,-2 2-4 0,2 0 4 15,0 2-6-15,0-3 6 0,0-1-2 0,1 0 3 16,0-5-2-16,0 0-1 0,-1-2 4 0,-1-1-2 16,1 0 1-16,0-2 4 0,0-2-5 0,0-3 3 15,1 0-14-15,0-4 11 0,1 4-6 0,1-5 7 0,1-2-4 16,-2-5-7-16,0-2 5 0,2 2-5 0,0-2 4 15,-2-3 1-15,1 2-1 0,1-3 2 0,-1-1 6 0,0-1 11 16,8-1 3-16,4-7 1 0,0-7 6 0,5-16-15 16,0-2 2-16,2-2-4 0,1-3 11 0,-3-2-12 15,3-4 8-15,-3-4-9 0,4-4 3 0,-1-5-7 16,0 3-2-16,-2 2 0 0,-3 5-2 0,-2 13 2 16,-3 1-4-16,-4 8 3 0,-1 3 2 0,-2 7-1 15,-2 2 0-15,0 5-1 0,-1 2-6 0,-1 3 3 16,-1 1-9-16,2 0 4 0,1 0-44 0,-1-1-31 15,1 2-6-15,-2 0-17 0,0 1-108 0,0 1-84 16,0 1-67-16</inkml:trace>
  <inkml:trace contextRef="#ctx0" brushRef="#br0" timeOffset="-209098.22">23409 9297 1543 0,'-1'0'17'0,"0"1"32"0,-2 1-48 15,2 0 7-15,-2 18-4 0,-1-2 5 0,3 0-9 16,-10-1 6-16,6-4 0 0,0-1 2 0,4-3-2 16,1-1-17-16,0-1 4 0,0-3-8 0,1-1 15 15,0 0-1-15,0-1 6 0,2-1-2 0,4 1 32 0,2 0-3 16,3-2-2-16,0-4 0 0,-1-2 5 0,0-1-3 15,1 1 7-15,-2-9-6 0,0-1-1 0,-1-2-8 16,-1 0-8-16,1 2 2 0,-1 1-13 0,-4-1 1 16,0 1 4-16,-2 1-3 0,0 2-2 0,-1 3 6 15,6-2-8-15,-1 2 6 0,-2-3-12 0,-1 0 3 16,-3 2-1-16,0 0 1 0,-3 1-10 0,1 3 9 16,-2-1-2-16,1 2 3 0,-8 2-6 0,-3-7-3 15,-1 3-1-15,-3 1-1 0,1 3-1 0,-1 2 3 0,0 1-3 16,1 0 4-16,0 0 5 0,7 0-18 0,1 0-2 15,7 0-9-15,1 0-29 0,-1 0-52 0,-1 0 7 16,2 0-25-16,0 0-17 0,1 1-11 0,0-1-23 16,1 0 0-16,7 0-127 0</inkml:trace>
  <inkml:trace contextRef="#ctx0" brushRef="#br0" timeOffset="-208779.33">24037 8872 1024 0,'-1'0'179'0,"0"0"-236"15,0-2 206-15,-1 1-114 0,0 0-27 0,0 0-6 16,1 0 7-16,-1-1-7 0,1 1 5 0,0 0-5 15,0 1 4-15,0 0-3 0,-1 0 14 0,1 0 0 16,0 1 6-16,1 0-1 0,0 1 16 0,1-1 12 16,0 0-5-16,2 0 7 0,-1 0-7 0,10 5-24 0,1 0-1 15,1-1-8-15,1 0-10 0,1-2-3 0,-1 1-1 16,-2-3-2-16,-5 0-4 0,0 0-1 0,-4-1-6 16,-1 0 1-16,1 0-22 0,-2 0-2 0,2 0 1 15,-3 0-2-15,0 0-5 0,1 0-68 0,1 0-6 16,-1-1-23-16,-1 0-52 0</inkml:trace>
  <inkml:trace contextRef="#ctx0" brushRef="#br0" timeOffset="-208614.97">23972 9011 826 0,'0'0'61'0,"0"0"117"16,0 0-145-16,0 0 17 0,0 0-2 0,0 2 7 15,2-1-9-15,-1 0-14 0,1 0-1 0,4 2-4 16,9 2-18-16,2 0-2 0,0 0-13 0,7-2 5 0,-2 0-37 15,3-3-33-15,0 0 0 0,-5-2-19 0,6-1-57 0,2-2-16 16,-2-2-8-16,3-3 1 0,-1-1-25 16</inkml:trace>
  <inkml:trace contextRef="#ctx0" brushRef="#br0" timeOffset="-208247.05">24831 8713 1080 0,'0'0'237'0,"-1"-1"-288"0,-1-1 270 15,1 1-141-15,0 0-36 0,0 0-21 0,0 0 5 16,0 0-12-16,-1 1-7 0,1 0 10 0,0 0-6 16,0 1 6-16,0 1-22 0,-4 10 8 0,-1 9-3 15,1 7 5-15,2 0-5 0,-1 2 1 0,1 0 0 0,-3 3 2 16,-3 1-3-16,-2 4 3 0,-2 2-1 0,-2 2 2 15,1 3 9-15,1 0 5 0,-1-2-3 0,3 1 3 16,-1-3-2-16,1-1-8 0,-1-4 2 0,2-5-7 16,0 0-6-16,-1-7 3 0,3 0 3 0,1-4 0 15,0-3-1-15,2-3-13 0,2-4-6 0,0-3-5 16,2-2-31-16,0-3 4 0,1-1-6 0,-1 2 5 0,0-1-14 16,-1-1-63-16,1 0 16 0,-1-1-29 0,-1-1 25 15,3 0 38-15,-10-21-7 0,3-4 21 0,2-3 25 16,3-2 20-16,1-3 7 0,1-4-1 0,0-3-12 0,2-6-61 15,3-6-11-15,3 1-23 0,0-1-93 0</inkml:trace>
  <inkml:trace contextRef="#ctx0" brushRef="#br0" timeOffset="-207781.12">24725 8590 380 0,'0'-1'95'0,"0"0"108"0,0-1-42 0,0-1-79 16,1-2 5-16,2-3-31 0,0 1-13 0,2-1-5 15,1 0-4-15,2 1 2 0,10 0-5 0,0 1 20 0,-1 0 0 16,0 1 7-16,0 0 3 0,-1-3-13 0,3 5-4 15,-1 1-3-15,2 0-8 0,-1-9-23 0,-2 5 10 16,0 3-16-16,-1 3 1 0,-2 3-1 0,-3 1-4 16,-2-1 2-16,-3 18-5 0,-3 5 9 0,12 3-4 0,-8 2 6 15,-7 3-6-15,-4-2 3 0,-4 1 3 16,-4-2 1-16,-2-2 14 0,11-1 3 0,-18-5 2 0,-1-5 0 16,0 0-2-16,2-7-7 0,1 0-3 0,2-2-1 15,2 0-9-15,3-2-5 0,-1 0 0 0,1-3-1 16,-1 0-1-16,4-2 1 0,1 1 0 0,4 0 2 15,0-1 2-15,1 1-12 0,2-3 2 0,-1 0-6 16,0 1 3-16,0 0-6 0,0 0 5 0,1 1-5 16,0-1-1-16,0 0 14 0,1-1-8 0,0 0 11 0,0 0-1 15,1-1-1-15,1 0 3 0,10-4-3 0,6-1 1 16,2 1-3-16,0 2 3 0,1-1-1 0,0 3 8 16,-1 0-7-16,0 1 1 0,0 1-3 0,0 1-3 0,-3 2 3 15,-3-1-3-15,-3 2 3 0,-1 0 10 0,-3-2-10 16,-1 1 7-16,-3-2-7 0,0 2 17 0,3 6 0 15,-4 1-2-15,-2 1 0 0,-4 1 2 0,-3 0-2 16,-2 0 9-16,-15-2-6 0,2 1 17 0,0-1-13 16,-1-2-3-16,1-1-3 0,1 2-1 0,2-3-14 15,3 0 6-15,1-1-9 0,5-2-5 0,0 0-7 16,2-3-8-16,4 1 2 0,-3 4-22 0,4-5-18 16,-2 2-3-16,3-2-8 0,1-1-39 0,-1 1-24 0,0-1-2 15,1 0-6-15,1-1-10 0,1-3-9 0,10-13-2 16,-6-3-10-16,15 1-99 0</inkml:trace>
  <inkml:trace contextRef="#ctx0" brushRef="#br0" timeOffset="-207413.2">25422 8701 945 0,'0'-1'422'0,"0"0"-569"0,-1-2 502 0,1 2-278 15,-2-6-38-15,2 6-24 0,0-3 0 0,0 3-8 0,0-2-3 16,0-1-2-16,0 3 2 0,0-3-2 0,0 0-6 16,0-1-9-16,1-1-3 0,0 3 1 0,0-1 8 0,2-1-2 15,-3 4 6-15,0 0-4 0,1-1 13 0,0-1-1 16,0 1 4-16,0 0-4 0,1-1 14 16,-1 2-5-16,0 0 0 0,0 0-3 0,-1 1 0 0,0 1 5 15,0 0-3-15,-3 23 3 0,-3 4 2 0,-1 1-11 16,0 3-1-16,0-3-5 0,1 0-2 0,1-2 1 15,3-3 2-15,-1 0 0 0,3-3-5 0,0-2 5 16,1-2 3-16,2-2-1 0,-1-2-2 0,2-3 6 16,0 0-8-16,-1-5 8 0,0 1-8 0,0-2-10 15,0-1 1-15,8-1-4 0,-2 5-9 0,1-3-10 0,-2-1 0 16,-1-3-4-16,1-2-11 0,1-2-19 0,1 3-11 16,2-22-3-16,2 0-49 0,1-3-38 0,-1-5-5 15,1 0-12-15,2-7-19 0</inkml:trace>
  <inkml:trace contextRef="#ctx0" brushRef="#br0" timeOffset="-207213.06">25796 8115 238 0,'0'-1'90'0,"0"0"-3"0,1-21 90 0,1 5-7 15,-2 1-17-15,0 6-20 0,0 3-2 0,0 3-8 16,0 2-29-16,0 1-30 0,0-1-2 0,0 0-9 16,0-1-13-16,0 2-5 0,0 0-7 0,0 0 1 15,0 1-19-15,0 0-3 0,0 1-1 0,0 1-1 0,1 3-13 16,2 8-2-16,1-3-1 0,-1 1 1 0,0-4-5 15,-1-1 0-15,-1-3-4 0,-1-1 2 0,3 2-8 16,-2-1-14-16,0-1 2 0,1 3-7 0,-2-4-18 0,2 4-65 16,2 3-23-16,2 0-15 0,1 2-93 0</inkml:trace>
  <inkml:trace contextRef="#ctx0" brushRef="#br0" timeOffset="-206780.38">25964 8503 680 0,'-1'2'62'0,"0"0"-5"0,-8 20 74 16,-4 10-15-16,-1 6 11 0,-2 2-35 0,2 0-19 0,-1 2-1 16,1-6-8-16,0 1-12 0,1-7 2 0,2-5-8 15,2-4 3-15,1-5-30 0,2-5 1 0,1-1 6 16,1-4-4-16,1 0 3 0,3-5 1 0,0 0-2 16,-1 1 3-16,0 1 6 0,-1-1-15 0,1 0 2 15,0-1-8-15,0 1-12 0,0-1-3 0,0-1-1 0,1 0 0 16,0-1-2-16,1-1 2 0,1-3-2 0,3-7 1 15,2-2-8-15,1 0 4 0,0 1-4 0,-5 0 6 16,8 0 5-16,1 2 0 0,1 2 1 0,0 3-2 16,0 0 2-16,-1-2 2 0,-2 2 3 0,0 2-1 15,-1 2 2-15,1 2-3 0,-2 1 4 0,-1 3-4 0,-1-1-3 16,-3 14 5-16,2-1-4 0,-4 2 7 0,0-2 2 16,10 1-3-16,-4-1 0 0,-4 1-2 0,-1-2-3 15,-2-1 18-15,-2-1-1 0,1-4 7 0,0 0 1 16,0-5 4-16,-1 1-5 0,0-3 4 0,0 1-13 0,-7-2 1 15,-3 1 0-15,-1 0-1 0,-1 7-15 0,-3-1 11 16,0-2-5-16,-1-4 9 0,0 0-2 0,-2-2 3 16,4-2 0-16,0 1-1 0,1-1-12 0,5 1-5 15,-4-2 0-15,5 2-1 0,2-1 8 0,5 2-16 16,1 0-3-16,-1-1-8 0,-1-1-22 0,1 1-23 16,-1 0 0-16,1 0-11 0,1 0-31 0,0 0-17 15,1-2-16-15,0-3 0 0,3-4-62 0,4-1-53 16,-1-1-10-16</inkml:trace>
  <inkml:trace contextRef="#ctx0" brushRef="#br0" timeOffset="-206111.63">26430 8409 2031 0,'0'-1'27'16,"-1"0"-3"-16,0 0 1 0,0-2 2 0,-1 1-14 16,1 1-23-16,0 0-21 0,0 0 5 0,1-1-7 0,0 2 22 15,0 2-11-15,0 0-4 0,-2 11-3 0,-4 10-19 16,0 3 16-16,-1 3-1 0,-2-1 7 0,-1 3 5 16,-2-1 16-16,0-1 1 0,-2 2 5 0,3-4 6 15,-4 2 5-15,0 1 1 0,2-4 0 0,-1-1 1 16,2-5 6-16,1-1-7 0,2-6 6 0,1-1-6 0,1-3-7 15,2-3 0-15,2 0-3 0,0-2 0 0,1-1-9 16,1 0 3-16,0-1-8 0,0 0-9 0,-1 1 10 16,1-1-5-16,0-1 7 0,0 0-17 0,0-1-6 15,1-1 1-15,0-1 1 0,3-17 27 0,3-8-2 16,1 0 8-16,0-1-4 0,0-3 18 0,0-1-1 16,0-2 1-16,0 1-1 0,3-1-7 0,0 5 0 0,2-3-6 15,0 3 4-15,1-1-8 0,0 3 3 0,-1 2-1 16,-2 5 0-16,1 3-8 0,-3 3 1 0,0 2 5 15,-3 5-1-15,0 2 2 0,4 1-3 0,2-4-2 16,-2 3 2-16,2 0 2 0,-1 1 1 0,1 3-2 16,3 1 2-16,-5 1 4 0,2 3 5 0,-2 2-2 15,-4-3 1-15,6 15-9 0,-6 2 5 0,1 0-6 0,-2 0 5 16,-3 1 1-16,10-2-6 0,-6 0 6 0,-2-3-6 16,-3 1 13-16,-1-2 6 0,-3-1 1 0,-1 0 0 15,-2-2-2-15,-2 1-14 0,2 1 8 0,-11-1-9 16,1-1 13-16,-1-2-8 0,2 1 2 0,0-1-3 15,4-1-2-15,3-5-2 0,3 3-4 0,3-5 1 0,0 0 1 16,2 0-2-16,0-2 1 0,0 0-3 0,-2 3 0 16,1-1 0-16,0 0-1 0,1 1 1 0,-1-1 4 15,1 0 7-15,0 0 2 0,0-1 0 0,1 1-5 0,0 0-2 16,0 1-2-16,1-1 0 0,1 3 5 0,4 4-5 16,-5-1 2-16,10 4-3 0,2 0 3 0,-1 0-7 15,1 1 5-15,0-4-5 0,-2 3 8 0,3-2-7 16,2 2-1-16,-1 0-3 0,1-1-8 0,1-2-22 15,1-1-4-15,-1 0-5 0,1 1-10 0,-3-3-18 16,0 1-2-16,-2 0-16 0,1-2-110 0,1 0-91 16,-4-1-23-16</inkml:trace>
  <inkml:trace contextRef="#ctx0" brushRef="#br0" timeOffset="-205729.24">27143 8780 1045 0,'0'0'152'0,"0"-1"306"16,0-1-401-16,-1 1-19 0,-1 0-2 0,1-1-6 15,0-1-21-15,0 1-1 0,0 0-3 0,-1-1 3 16,1 1 0-16,-1 0 0 0,0-1-6 0,0 1 4 16,-1 0-7-16,-8-4-1 0,1 1 2 0,-2 0 0 15,-1 3 6-15,0 0 15 0,-1-1-3 0,-4 0 7 16,2-1 0-16,1 1-2 0,-3-9-5 0,2 7 1 0,-2 4-14 15,1 3 2-15,0 5-3 0,0 3 2 0,1-4-2 16,1 13-4-16,2 2-1 0,-1 3-3 0,3 1 0 16,2-1 4-16,0 1 0 0,0-2 1 0,3-2-1 0,0 1-1 15,5-2 0-15,-10-1 0 0,7 1 2 0,4-2 8 16,2-1 8-16,3 0-2 0,2-2 16 0,2-1-7 16,2-3 1-16,12 2-4 0,3-3-3 0,2-4 2 15,3 2 1-15,1-6 2 0,2 14-8 0,2-6 0 16,0-9-6-16,-1-1 4 0,0-4-9 0,-1-1-15 15,0 1-8-15,-3-3-3 0,-5 0-27 0,-5 0-11 16,-3-2-4-16,-4 2-4 0,-5 0-29 0,-3 1-113 0,-3-8 2 16,7 1-57-16,-4 0-173 0</inkml:trace>
  <inkml:trace contextRef="#ctx0" brushRef="#br0" timeOffset="-204911.68">23056 10039 1036 0,'0'-1'123'0,"-1"0"-134"0,0 0 140 0,0-2-69 0,-2 1-27 16,3 1-19-16,-1-2-1 0,0 1-5 0,1 1-4 15,-2-1-8-15,1-1 1 0,-1 1-2 0,1 0 12 16,0 0-7-16,0 1 0 0,0 0-2 0,0 0 6 0,-1 0 10 16,1 1 10-16,0 0-2 0,0 0 26 0,1 0-8 15,0 1-3-15,0 0 0 0,0 1-7 0,-1 5-2 16,-2 9 0-16,1 4-2 0,-2 1-11 0,1 5-5 15,-1 1 1-15,0 7-1 0,-1 0 3 0,-1 5-13 16,0 0 7-16,0-3-8 0,0-1 3 0,1-4 3 16,0-2-3-16,1-3 4 0,2-2-4 0,0-3-1 15,0-4 1-15,1 2-1 0,1-2-1 0,0-2 3 16,1-1-3-16,2 0 4 0,-1-2-4 0,1 0 0 16,-1-3-6-16,0-1 3 0,1 1 1 0,-2-3 5 0,1-1 0 15,-1-1 1-15,0-2-2 0,1 1 21 0,-1-1 5 16,0 0 6-16,0 0 23 0,2-2-18 0,-2 0 2 15,12-10-10-15,1-8-18 0,3-12-3 0,3-5-8 0,3-2 3 16,0-3-16-16,7-3 10 0,-4-4-8 0,2-3 7 16,2 1-20-16,-5-1 10 0,-3 6 1 0,-5 6 4 15,-3 3-2-15,-1 7 10 0,-1 2-2 0,-2 2 4 16,-2 5-4-16,-2 4 5 0,-2 2-4 0,-3 4 4 16,1 1-19-16,3 2-11 0,-3 2-9 0,-2 3-3 15,3-1-57-15,-2-1-130 0,1 2 6 0,1 0-54 16,-1 1-65-16</inkml:trace>
  <inkml:trace contextRef="#ctx0" brushRef="#br0" timeOffset="-204528.49">23393 10612 1679 0,'-1'0'12'0,"-1"0"1"0,1 0-8 16,0 1-1-16,-1 0-6 0,2 0-3 0,-6 14 5 16,-1 1 1-16,1 3 3 0,1 0-4 0,-2 1 4 0,1 0-9 15,1 1 6-15,1 1-2 0,-1-1-5 0,4-1 3 16,0-3-5-16,-3-2-5 0,1-3 1 0,-3-4 0 16,1-1 3-16,3-2 10 0,1-2 11 0,-1 0 2 15,2-1 3-15,0 0 14 0,0 1-8 0,0-2 7 0,2 0-7 16,-1 0 8-16,0 0-4 0,0-1-2 0,10 2 1 15,0-2-4-15,0-3-3 0,0 0-2 0,0-3 1 16,0-1-4-16,-2 0-7 0,1 3-3 0,-3-8-2 16,-2 4-8-16,-2-5 10 0,-2 1 0 0,9-2 4 15,-3 0 2-15,-4 0 1 0,-3 0-2 0,-1-1 2 16,-2-2-1-16,-2 3-10 0,-1 1 3 0,-1 1-5 16,0 2 1-16,3-1-17 0,-7 2-8 0,0-2-5 0,-2 2-36 15,2 1-58-15,0 1-9 0,-1 0-22 0,4 1-79 16</inkml:trace>
  <inkml:trace contextRef="#ctx0" brushRef="#br0" timeOffset="-204143.84">22659 11103 1787 0,'-2'0'16'16,"-11"-1"41"-16,-3-1-46 0,9 1-19 0,4 1 0 15,0 0-12-15,1 0-37 0,0 0 8 0,1 0-5 16,-1 0 9-16,1 0 14 0,0 0 1 0,1 0 5 16,1 0-3-16,0 0 6 0,2 0 15 0,13-3-1 0,2 1 8 15,4-2 17-15,0 0 8 0,-2-1 3 0,3 0 1 16,2 1 19-16,2-2 16 0,2 0-3 0,0 1 6 15,2 1-14-15,4-1-9 0,2 0 5 0,0 2-6 16,4-1-2-16,3 2-23 0,-1-1-6 0,5 1-2 16,-5 1-1-16,1 0-12 0,-6-1 8 0,-4 2-8 15,-1 0 5-15,-6 0-1 0,-1 2-6 0,-2 0 2 0,-3 0-13 16,-3 1-10-16,-3-1-5 0,-2 0-3 0,-3 1-26 16,0-1-7-16,-4-1-24 0,-2 0 5 0,1 1-77 15,-4-2 33-15,2 1-8 0,-1 0 11 0,-1 0-61 0,0 0-11 16,1 1-57-16</inkml:trace>
  <inkml:trace contextRef="#ctx0" brushRef="#br0" timeOffset="-203827.42">22892 11637 1311 0,'-1'0'79'0,"-9"-2"122"0,-4-2-127 0,3 1-38 0,2-1-7 15,6 3-8-15,-3-2-8 0,2 0-18 0,2 2 11 16,-1 0-14-16,1-1-4 0,1 0 7 0,0 1-8 16,0 0 9-16,-1 0-2 0,1 0 1 0,0 0-4 0,1 1 3 15,0 0-3-15,-1 1 5 0,-2 7 1 0,-5 18 1 16,-1 4 2-16,-2 6 10 0,1-1 2 0,-4 4 3 16,2-3-1-16,-1 4 5 0,1-2-6 0,4-2 6 15,0-4-8-15,3-6 9 0,1-5-2 0,4-3 3 16,0-4-15-16,2-1 2 0,-1-3-4 0,1 0 3 15,2-3-5-15,0 0 2 0,-2-2-6 0,12-2 2 16,-3 5-27-16,5-1 1 0,0-2-5 0,-1-4 3 0,4-1-15 16,-2-3 7-16,-1-4-6 0,-1-4 5 0,1 3-23 15,0-14-42-15,1-4-22 0,0-3-15 0,1-4-142 16</inkml:trace>
  <inkml:trace contextRef="#ctx0" brushRef="#br0" timeOffset="-203660.34">23202 11013 715 0,'0'0'91'0,"-1"0"-2"0,0 0 82 16,-2 0-29-16,2 0 11 0,-6 1-64 0,0 0-24 15,3 0-7-15,-2 3-4 0,1-1-17 0,1 3-23 0,2 8 1 16,-10 4-11-16,5-1-5 0,4 0-30 0,2 0 1 16,1-2-14-16,1 0-29 0,2-2-125 0,3-1 6 15,2 0-53-15,-3-2-72 0</inkml:trace>
  <inkml:trace contextRef="#ctx0" brushRef="#br0" timeOffset="-203243.35">23256 11917 1905 0,'-1'1'29'0,"-1"1"4"15,-12 7-4-15,-3 2-9 0,4 10-5 0,4 1-9 16,1 0 6-16,1-2-8 0,4 0 7 0,0-2-9 0,-1-3-2 16,1-2-2-16,0-3-2 0,-3-2-12 0,2-1-19 15,3-4 5-15,-1 1-10 0,2-3 2 0,-1 1 21 16,0 1 1-16,1-1 9 0,0-1 16 0,0 1-2 16,0-1 4-16,1 0-4 0,0-1 5 0,2 0-5 15,-1-1 2-15,4-2-2 0,2 0-1 0,5-4-2 16,0 1-5-16,3-2 2 0,1 1-5 0,-3 2 4 15,3 0-1-15,-5 3 1 0,3-1-7 0,-3 2 9 16,-1 1-2-16,-2 0 2 0,1 1-6 0,-2 2 0 16,-2-1 4-16,-2 1-1 0,-1-1 13 0,-2 3-9 15,0 4 11-15,6 0-8 0,-2 1 29 0,-2-2-9 0,-3 0-1 16,0 1-3-16,-3 0-7 0,-2-1-3 0,-3 2-2 16,-14-3-1-16,0 0-5 0,-5-1 1 0,2-1 5 15,-2-1-3-15,2-1 5 0,3 10-11 0,1-4-2 16,5-6-2-16,1 0-5 0,6-2-15 0,-1-1-12 0,3 0-4 15,4 0-49-15,-1 0-45 0,3 0 3 0,-1-1-21 16,-2-7-27-16,0-9-120 0</inkml:trace>
  <inkml:trace contextRef="#ctx0" brushRef="#br0" timeOffset="-202842.11">23972 11006 940 0,'0'0'207'0,"-1"0"34"0,0-1-74 0,0-1-90 0,0 1-27 16,0 0-50-16,-1 1-2 0,2-1 5 0,0 1-3 15,2-1 7-15,0 0 11 0,14-3-8 0,9-1 7 16,2 2-13-16,5-2 7 0,0 2-7 0,2-1 3 15,-3 1-20-15,-1-2-19 0,0 2-1 0,-5 1-5 16,-4 1-1-16,-2 0 13 0,-5 1-8 0,-4 0-2 16,-2 0-120-16,-1 0-80 0,-5 0-22 0</inkml:trace>
  <inkml:trace contextRef="#ctx0" brushRef="#br0" timeOffset="-202659.32">23865 11153 740 0,'-1'0'215'0,"0"0"13"0,0 0-57 16,0 0-56-16,0 0-56 0,-1 0-66 0,1 1 8 15,1 0 13-15,1 0-4 0,2 1 15 0,12 1-17 16,10 1-7-16,2-3-2 0,2-1-33 0,2-4-24 16,2-3-3-16,5-3-9 0,2-2-38 0,5-1-47 0,0 0-10 15,-1-1-17-15,1-1-79 0</inkml:trace>
  <inkml:trace contextRef="#ctx0" brushRef="#br0" timeOffset="-202340.82">25162 10457 1693 0,'-2'-2'40'0,"-10"-2"62"0,-3-3-66 16,8 4-12-16,1 1-7 0,3 1 0 0,1 1-14 16,-1-1-10-16,1 1 1 0,-1 0-3 0,-2 1 8 15,0 2 1-15,-2 9-4 0,-1 12 3 0,0 3-4 0,1 4 2 16,0 5 5-16,-2 6-4 0,-2 2-2 0,-3 7 8 16,-1 5-4-16,-2 1 7 0,-2 6-2 0,0-5-3 15,-1 1 8-15,-3-4-7 0,1 2 3 0,2-1 3 16,0-2-4-16,2-4 4 0,2-6-2 0,2-4-7 15,0-5 1-15,3-5-1 0,-1-3-2 0,3-7 4 16,3-2-2-16,-2-6 1 0,3-4-7 0,1-4-33 16,2 0-7-16,0-2-15 0,1 1-90 0,-2-1 7 0,2 0-23 15,0 0 15-15,0-1-73 0</inkml:trace>
  <inkml:trace contextRef="#ctx0" brushRef="#br0" timeOffset="-201775.53">25068 10450 789 0,'-1'-2'136'0,"0"1"268"15,0-1-322-15,1 1-50 0,-2-6 5 0,0 1-22 0,2-1-15 16,2 1 7-16,1-2-10 0,1 1 8 0,17 1-4 15,-2-3 0-15,-1 1 6 0,4 5-7 0,-1-2-6 16,1-8 19-16,-3 6-9 0,-3 3 14 0,1 4-9 0,-5 2 0 16,0 2 8-16,-3 1-6 0,-3 2 5 0,-3 14 1 15,-1 2-7-15,13 0 6 0,-8-1 7 0,-4 0-5 16,-3 0 7-16,-5-1-7 0,-2 0 13 0,-2-1 13 16,-2-2-1-16,6-2 3 0,-14-1-1 0,-1-5-18 15,0 2-3-15,4-5-5 0,-2 1-17 0,2-2 5 16,5 0-2-16,-4-1 1 0,7-3-11 0,2 3 5 15,0-4 1-15,3 0 0 0,2 3-9 0,-2-3 6 16,1 0-12-16,0 1 12 0,-1 1-10 0,1-1-7 0,1-1 6 16,0 0-7-16,-1 0 3 0,1 1 15 0,0-1-2 15,0 0 6-15,1 0-2 0,0 0 6 0,0 1-1 16,1-1 2-16,0-1-6 0,13 6 0 0,3-1-1 0,-2 0 0 16,-1 0-4-16,3 0 7 0,0-1-1 0,0 1 4 15,-2 0-10-15,-3-1 3 0,-4 0 1 0,2 2 1 16,-2 0 0-16,-2-2 0 0,0-2-3 0,-5 6 3 15,5-1 10-15,-2 0 11 0,0 1-1 0,-3-1 3 16,-2 3-16-16,-5 3 5 0,1-3-5 0,-18 4 5 16,-7 0-1-16,-1-1-3 0,-2 0 2 0,-1-2-3 15,4-1 5-15,4 0-12 0,3-2 6 0,4-2-7 16,2-1 4-16,5-2-12 0,2-1-3 0,3 0-3 0,1-1-15 16,3 1-22-16,1-2-10 0,1 0-5 0,0 0-49 15,-1 3-18-15,-1-2 3 0,2 0-9 0,0-1 0 16,1-1-67-16,1-2-9 0</inkml:trace>
  <inkml:trace contextRef="#ctx0" brushRef="#br0" timeOffset="-201108.36">25768 10392 723 0,'0'0'195'0,"-1"-1"393"0,0 0-497 0,0-1-45 0,-1 1 0 15,1 0-15-15,0 1-11 0,0 0 1 0,0 0 1 16,-2 1 0-16,0 2 1 0,-8 12-15 0,1 6 2 16,1 4-7-16,-4 1-2 0,1 4 6 0,-7 3-8 15,-5 4 7-15,4 4 4 0,-6 0 0 0,-1 4 9 0,3 0-7 16,-5 0-1-16,6 2 3 0,2-4 0 0,1-3 3 16,4-8 3-16,5-6-7 0,0-5-7 0,4-4 2 15,1-2-1-15,4-4-6 0,1-3 6 0,-1-3-8 16,1-3 0-16,1-1-6 0,-2 2-9 0,0-1 1 15,-1 0-17-15,2-1 12 0,0 1-2 0,0-2 3 16,-1-2-21-16,2 1 7 0,3-25 1 0,3-1 3 16,1-2 9-16,1-3 9 0,1-2 0 0,2-5 5 15,1-1 4-15,-2 0-5 0,2-3 2 0,0-1-1 0,-2 3 8 16,3-1-2-16,1 2 5 0,2 1-4 0,-1 0 2 0,-14 3-4 16,20-2-1-16,2 1 0 0,-2 1 2 0,0 7 1 15,-1 4 2-15,-1 5-2 0,-1 5 1 0,-2 4 11 16,2 5-1-16,-1 4 6 0,0-8 6 0,-2 4 11 15,-2 3-6-15,1 3 7 0,-1 4-23 0,-1 2 0 16,1 2-1-16,-4 17 1 0,2-1 3 0,-5 5-13 16,-2 1 3-16,-1 1-6 0,12-3 6 0,-7-2 6 15,-4-4-6-15,-3-3 6 0,-1 0-3 0,-3-5 6 16,1-2 3-16,-1-2 0 0,-2 0 1 0,0-3-5 16,4 0 2-16,-15-3-3 0,-2 2-6 0,-2-2-3 0,0-1 1 15,-2 1-1-15,2-2-4 0,0-1 5 0,-5 2-7 16,10-2 6-16,-3 1-9 0,3-1 6 0,-2 1 1 15,5 0 1-15,-3 9-3 0,3-6 1 0,3-1 0 16,0-2 1-16,3 0-3 0,3-2-3 0,1 1-1 16,0 0 1-16,-1 0 2 0,1 0-1 0,1 0 1 0,0 1-2 15,-1-1-1-15,1 1 5 0,1 2 3 0,0 5 1 16,1 4 6-16,4 1-10 0,1-2-2 0,-2 5-1 16,8 0 9-16,3-1-6 0,0 1 6 0,1-2-8 15,4 0 0-15,-1 1 0 0,0 1 2 0,-1 2-2 16,-3-4-12-16,1 3-10 0,-2-4-11 0,2-2 2 0,-3 0-30 15,0-3-53-15,1-1-17 0,0-3-13 0,1-1-72 16,2-3 24-16,1 11-3 0,4-8 5 0,-2-4-50 16</inkml:trace>
  <inkml:trace contextRef="#ctx0" brushRef="#br0" timeOffset="-200774.29">26291 10721 1230 0,'-1'0'96'0,"0"0"-1"0,0 0 27 16,0 0-25-16,-1 0-11 0,1 0-38 0,-1 0-18 16,0-1-1-16,-1 0-7 0,1 0-5 0,0 0-12 15,-1-1 8-15,1 2-11 0,-8-2 5 0,3 0 2 0,-1-1-7 16,3 2 4-16,-2-1-6 0,-4-2 22 0,-2 2-6 16,-1 0 11-16,-1 0-8 0,0 2-3 0,-2 4 5 15,0 2-4-15,-1 2 1 0,-3 4-3 0,5-9 0 16,-2 18-1-16,1-1-3 0,6 5-2 0,-2 0-4 15,2 0 3-15,2 0-7 0,2 0 3 0,1-1 2 0,5-1 0 16,-12-1 1-16,7-2 1 0,5 0 1 0,1-2 1 16,3 0 8-16,3-2 6 0,3-1-1 0,-8 0 2 15,19-2-9-15,2-1 7 0,3-1-3 0,2-2 3 16,0 0-13-16,2-5 6 0,3 3-6 0,3-3 3 16,-1-2-14-16,2 15 1 0,-1-11-10 0,-2-6 3 15,1-6-45-15,-2-5-31 0,-2-3-10 0,2 9-13 0,-3-19-93 16,3-5-261-16</inkml:trace>
  <inkml:trace contextRef="#ctx0" brushRef="#br0" timeOffset="-199708.27">23364 11668 900 0,'-1'-1'159'0,"0"1"26"0,-24-11-40 0,2 2-65 15,1-1-17-15,3 2-31 0,6 2-15 0,0-1-3 0,2 1-4 16,-3-2-13-16,-2 0 3 0,0 0-2 0,2 0 2 16,-1 3-7-16,-1-2 8 0,-1 1-4 0,-3 0 4 15,2 0-7-15,-2 0-3 0,-1 1 0 0,-1 1 1 16,-2-1 6-16,-1 0 7 0,-1 2 1 0,-5-1 3 16,2 2 6-16,-2 1-5 0,-2 1 5 0,3 0-4 15,-3 0 3-15,-3 2 0 0,2 0-4 0,0 2 3 16,1 1 0-16,6 0-3 0,1 1 1 0,3 3-4 0,1 0-4 15,2 2 0-15,2 0 1 0,-2-4-1 0,3 13-2 16,1 3-10-16,-2 4 4 0,5 3-6 0,-1 8 9 16,4 2 2-16,4 5-1 0,0-1 0 0,1-1-1 0,2 1 1 15,-1-4-1-15,3 0 1 0,-17 0-3 0,11 1 2 16,7 2 2-16,4 1-2 0,3 2-4 0,4 0 4 16,-1-1 0-16,3-2 3 0,1-1 7 0,1-5-6 15,-13 0-1-15,16-8-1 0,6 0 2 0,1-3 0 16,3-2-1-16,4-3 0 0,3-2 2 0,6-3-5 15,3 0 2-15,6-5-3 0,3-1 4 0,-1-3-2 16,2-5 6-16,-5 18-5 0,2-12 12 0,1-8-10 16,3-3-2-16,5-7 0 0,0-4 7 0,2-2 14 0,-3-3 4 15,-4-1 2-15,0 18 6 0,-5-22 1 0,2-2-1 16,-2-1 1-16,3 0-9 0,-1-6-22 0,-3 0 3 16,-6-4-6-16,-5-1 9 0,-6-1 4 0,-5 2 1 15,-5 0 2-15,-3 1 9 0,-7-2 19 0,-4 0-4 16,-3-2 8-16,-4-2-14 0,17-3-15 0,-14-7 0 0,-7-5-6 15,-5-3 0-15,-5-1-8 0,-5 2-1 0,-2 4-2 16,15 3 1-16,-27 4 9 0,0 4-2 0,-8 4 5 16,-7-3 0-16,-1 5 0 0,-5 2 0 0,-4 3-1 15,3 6-12-15,-6 6-35 0,-6 7-14 0,-4 8-13 16,-13-15-94-16,-6 23-192 0</inkml:trace>
  <inkml:trace contextRef="#ctx0" brushRef="#br0" timeOffset="-196838.04">26416 10133 429 0,'0'-1'6'16,"-1"0"9"-16,0 0 28 0,-2-2 8 0,2 3 1 16,-11-8-5-16,2 0 5 0,-2-1-1 0,-1-1 10 15,3 0 4-15,-3-2-16 0,1 1-5 0,0 1-2 16,0-1-14-16,1 0-5 0,0 0 6 0,-2-2-4 15,2 0 1-15,6-1-22 0,-8 0-1 0,0-2-3 16,0 0 0-16,-4-3 10 0,2 1-2 0,0 2 3 0,-5-2-13 16,0 2 8-16,1-1-3 0,-1 2 7 0,-1-3-6 15,-2 1 9-15,-2 0-8 0,0 3 8 0,-1 4-6 16,-1 1-4-16,0 4 12 0,-3-5-10 0,0 4 12 0,-2-2-6 16,-3 0-5-16,0 1 1 0,-4-3-3 0,-4 3 7 15,2 0-4-15,0 3 3 0,1 1-16 0,5 1 6 16,-2-16-4-16,3 11 6 0,-1 4 7 0,-1 3-6 15,-2 1 8-15,-1 3-8 0,2 1 14 0,-3 3-12 16,1 3 1-16,0 2-2 0,0 1 15 0,4 1-10 16,1 1 9-16,2 0-11 0,1-11-4 0,2 21 8 15,0-3-7-15,-2 5 7 0,0 2-16 0,-3 2 2 16,-2 2 0-16,2 3 2 0,-3 4 13 0,1 4-14 16,-2 4 7-16,1 7-8 0,-1 1 10 0,2 6-11 0,3 0 4 15,1-3-4-15,4-3 3 0,1-4 6 0,0-4-6 16,4-3 6-16,2 3-3 0,3 1 6 0,4-3-4 15,6-2 3-15,2-2-10 0,-11-3-2 0,11-4 1 16,8 0-3-16,6-1-1 0,5 0 5 0,4-1-6 16,-13 1 5-16,19 2-10 0,1 1 8 0,1-1-2 15,1 2 2-15,1-1-13 0,1 2 20 0,3-4-8 0,1-2 11 16,1 0-11-16,5-2 15 0,-4-1 1 0,8-4 4 16,1 0-9-16,-1-1 11 0,7-2-2 0,-4 2 7 15,0-1-2-15,5-1 9 0,6 0-2 0,5-3 4 16,4 1-12-16,2-3 4 0,-4-2-10 0,1-3 6 15,-3 0-23-15,1-5 2 0,5-2 0 0,3-3 2 0,-1 18 0 16,-1-13 0-16,-5-8 3 0,-3-1-1 0,-3-4 13 16,-5-2-11-16,3-1 9 0,-2-1-8 0,2-3 11 0,1 1-13 15,-5-3 0-15,-2-1-1 0,-5 0 9 0,0-3-9 16,-3-2 0-16,0 17-1 0,0-19 8 0,0-4 4 16,-1 1 7-16,-1-4-2 0,-5-2 18 0,-4-2-10 15,-1-5 2-15,-6-9-5 0,0-5 1 0,-3-7-16 16,-4 0 4-16,-1-3-7 0,-2-1 7 0,-4-1-2 15,-2-2 3-15,-5-2-3 0,0-3 7 0,20-3-7 16,-19 1-1-16,-8 1-2 0,-6 6 1 0,-6 5-14 16,-4 0 6-16,11-2-10 0,-27 1-2 0,-9-6-58 15,-8 3-17-15,-3 5-22 0,-6 1-137 0</inkml:trace>
  <inkml:trace contextRef="#ctx0" brushRef="#br0" timeOffset="-193215.01">28220 5994 256 0,'0'0'-21'16,"0"0"22"-16,0-1 16 0,0 0 8 0,0-2 23 0,0 1-6 15,2-6 2-15,-1 0-7 0,1 0 9 0,-1 0-23 16,-1 2 8-16,0-1-7 0,0 1 8 0,0 2 1 16,0-1-1-16,0 1-2 0,-1 1 0 0,-1-1-7 15,1 2-12-15,1 1 7 0,-2 0-7 0,-9-6 18 0,-4 0-1 16,0 2-1-16,-6 3 0 0,2 2-1 0,1 1-4 16,-3 1 10-16,2 2-8 0,-3 1-3 0,-3 3 2 15,4 0-3-15,-3 2 6 0,2 2 0 0,0-8-2 16,1 14-6-16,-2 2 4 0,3 2-12 0,1 0 13 15,1 1-7-15,1 2 8 0,-1-1-8 0,3-1-2 16,3 0 2-16,-2-3-4 0,4 2-5 0,3 1-8 16,0-1 1-16,2 0-2 0,3-2 14 0,0-2-8 0,-9-1 6 15,4 1-6-15,2-2 4 0,3 1-4 0,0 0-1 16,2-1 1-16,0-2 8 0,3-1-5 0,0-3 3 16,1-1-3-16,0-1 3 0,1-1-9 0,-1 0 7 15,7-1-8-15,4-2 6 0,-3-1 0 0,3-1-8 16,0 9 3-16,1-4-9 0,2-3-11 0,1-2 5 0,1-2-7 15,0-3 7-15,0 0-7 0,1-2-2 0,4-1-1 16,-1-1-10-16,5-2-18 0,-1-1 5 0,-2 0-10 16,3-3-13-16,-1 0-49 0,2-1-7 0,-1 0-18 15,-1 0-72-15</inkml:trace>
  <inkml:trace contextRef="#ctx0" brushRef="#br0" timeOffset="-192702.26">28423 6125 165 0,'0'0'79'0,"0"-2"-5"0,0 1 58 16,0 0-15-16,0 0-1 0,0 0-28 0,0-1-4 15,0 1 1-15,0 0-6 0,0 0-26 0,0 0-21 16,0 1 1-16,0 0-7 0,0 0 3 0,0 0-7 16,0 0-6-16,0 0 2 0,0 0-5 0,-1 1-4 15,0 0 8-15,0 0-7 0,0 2 11 0,-1 0-12 16,-5 10-1-16,0 2-3 0,1 0-1 0,1-1-1 15,-1 1 3-15,1-1-4 0,-1 1-6 0,1-1 8 16,1 1-5-16,0-1 5 0,2 0-5 0,-1-2 1 16,2 0-3-16,0-2 4 0,1 0 13 0,0 0-7 0,0-1 5 15,0-2-8-15,1 2-7 0,0-2 7 0,2-2-4 16,-1 1 6-16,2 0-6 0,-2-1 7 0,2 0-5 0,-2-3 6 16,6 2-8-16,0-3 1 0,2 6 3 0,0-1-2 15,3-2 2-15,1-1 0 0,-2-3 1 0,3-3 0 16,0 0-7-16,-1-4 9 0,0-1-7 0,1 6 9 15,-4-14-12-15,0-1 3 0,0 0-2 0,-2-2 2 16,2-1-6-16,0-1 9 0,-2-2-3 0,3 0 4 16,-3 2-2-16,-3 1 3 0,3 3-2 0,-7 6 1 15,0-1-7-15,2 5 5 0,-2 2 6 0,-1-1-1 0,0 4-1 16,-1 1-2-16,1-2-1 0,2 1 1 0,-1 0-5 16,0 0 3-16,0 1 1 0,-1 1 5 0,0 1 6 15,0 2-2-15,0 12-3 0,-2 11 0 0,-4 0-9 0,-2 0 2 16,-1-3-3-16,0 0 2 0,0-1-13 0,-1-1 2 15,4-2 0-15,1-4 2 0,2-3 2 0,1-3-7 16,-1-3-2-16,2-1-3 0,0-3-8 0,0-1-26 16,0 2 0-16,0-1-9 0,2-1-1 0,-1 0-36 15,1 1-5-15,11-2-17 0,5-5-54 0,-2-3 6 16,1-2-15-16</inkml:trace>
  <inkml:trace contextRef="#ctx0" brushRef="#br0" timeOffset="-191367.43">28958 6056 423 0,'0'0'67'16,"-1"0"72"-16,0 2-14 0,0-1-40 0,0 1-3 0,-3 7-12 15,-3 8-11-15,1 1-16 0,-1 5 8 0,2 1-11 16,1-1-3-16,-1 3-24 0,1-5 2 0,1 1-8 16,1 0-4-16,-1-2 6 0,1-3-7 0,0-1 8 15,0-1-7-15,1-2 3 0,0-1 3 0,1-5 1 16,0-2 7-16,0-1 3 0,0-3 1 0,0 0 1 15,0 2 20-15,0-1-4 0,0 0 5 0,0 0-8 16,0-1-26-16,0 0 2 0,-1-1-9 0,0-1 7 0,1 0-10 16,0-2 9-16,0-1-7 0,-1-9 8 0,1 0-12 15,1 0-7-15,2-1 6 0,3 0-7 0,2-2-1 0,3 0 7 16,-10-2-7-16,16 0 8 0,-2 1-5 0,4 2-1 16,2 0-1-16,0-1 0 0,1 4 3 0,-1 2-3 15,1-1 3-15,-2 3-3 0,-3 1 3 0,-1-1 2 16,-1 5-2-16,-2 2 2 0,-4-6 7 0,-3 3 1 15,0 2 3-15,-1 1-3 0,-2 0-9 0,2 1 12 16,-4 0-6-16,1 0 9 0,1 0-4 0,-1 0-8 16,0 0 7-16,1 0-6 0,-2 0 9 0,0 0-8 15,5 7-1-15,0 3-2 0,0 3 13 0,-3 3-4 16,0-1 6-16,-2 0-7 0,-1 2-1 0,-1-2 0 0,0-2-4 16,-1 0 2-16,1-3-2 0,0-3 6 0,0-1-3 15,1-1 4-15,0-1-5 0,0-2 8 0,0 0-2 16,0 1 3-16,0-1-12 0,0 0 20 0,0-1-6 15,0 1 10-15,0-1-13 0,0 0 0 0,0-1-4 0,0 0 2 16,0-1-5-16,0 0 2 0,0-3 1 0,1-11-1 16,1-3-5-16,2-1 3 0,1 1-2 0,0-2 2 15,1 3 5-15,0 2-8 0,0 2 4 0,-1 3-5 16,1 1 11-16,-2 1-14 0,1 2 5 0,0 1-9 16,7-3 15-16,0 1-5 0,1 2 3 0,0 3-5 15,0 1 1-15,0 1 0 0,1 2 1 0,0 2 0 16,4 3 5-16,0-1-5 0,1 1 0 0,1 1-1 0,-3-2 9 15,4 0-6-15,-1-2-1 0,-1 0-2 0,1-2-5 16,-2-2 9-16,1-1 0 0,-3-1 2 0,-1-2-8 16,1-1 8-16,-3 0-4 0,-1-5 6 0,-1 5-6 0,-3-10 4 15,-1 0-1-15,-1 1 2 0,-2-3-8 0,-1 3 7 16,-2-1-4-16,9 1 6 0,-4 1 2 0,-3 0-6 16,-2 2 4-16,-1 2-5 0,0 2 2 0,0 1 0 15,0 1 2-15,0 3-1 0,-1 0 4 0,0-1-9 16,-1 1-3-16,-1 1-1 0,-6-4-9 0,-2 1 19 15,0 2-8-15,-3 2 10 0,2 1-10 0,1 2 1 16,2 1 0-16,3 0-2 0,-3-1 4 0,3 13-7 16,-1-2 9-16,1 2-8 0,0 1 8 0,-4-1-5 15,3 2 2-15,-1 1-2 0,1-3 0 0,5 3 5 0,-1-1-5 16,2-3 5-16,-11 5-9 0,7-5 5 0,1 0 1 16,2 0 0-16,2-3 8 0,0 0-4 0,0-1 1 15,1-4-3-15,0-1-2 0,0-2 8 0,3 2-4 16,-1 0 4-16,1-2-8 0,9-1-4 0,-2-2 3 0,5 10-4 15,1-3 4-15,0-4-2 0,1-3 0 0,-2-2 1 16,2-3 10-16,-1-2-4 0,2-1 0 0,-1-2-3 16,-1-3-1-16,0 5-5 0,-1-11 4 0,0 1-2 15,-4-1 9-15,3 4-4 0,-5-4 1 0,1 5-3 16,-3 3-6-16,-2 0 7 0,0 6 2 0,-5-1 1 16,0 0-4-16,0 5 0 0,0-1-6 0,1 1 5 15,0-1-13-15,0 0 15 0,0 1-4 0,-1 1 9 0,0 0 3 16,1 6-9-16,1 14 3 0,-3-2-4 0,0 0 3 0,0-1-2 15,0-5 0-15,0-2 0 0,0-1 4 0,0-4-1 16,0 0 4-16,0-3-4 0,0-1 1 0,1 1 1 16,0-1-1-16,-1-1 1 0,3 2-2 0,6 1-3 15,5 1 0-15,1-3 0 0,2-2 2 0,1-2 3 16,-5-3-2-16,4-3 2 0,2-1-3 0,2-2-7 16,2 1 0-16,1-1-5 0,-9 3-7 0,-1-2 12 15,0 1-2-15,-7 4 7 0,4 3 5 0,-2-6-5 16,0-4 2-16,0-2-2 0,0-2 0 0,1-2-1 15,0-3 3-15,0-3-2 0,2 0 2 0,-1-3-8 0,0 2 1 16,1-4-3-16,-1 1 3 0,2-1-9 0,-1-1 3 16,0-1-3-16,1-4 5 0,0 0-4 0,0-5 4 15,-3-3-3-15,2-1 8 0,-3 3 8 0,-3 3-3 16,0 10 6-16,-3 5 4 0,-2 4 8 0,8 6 4 0,-3 1 1 16,-4 3 8-16,-2 2-18 0,0 3 2 0,0 3-8 15,0-1-8-15,0-1-6 0,0 2 0 0,-1 0 0 16,0 1 7-16,0 0-3 0,0 1 7 0,-2 3-6 15,-7 14 1-15,0 6 4 0,2-1-9 0,3 5 7 16,2-4-5-16,2 3 2 0,1 4 4 0,0-3-3 16,0 6-2-16,0-3 4 0,2-1-5 0,0 1 7 0,1-1 5 15,0 1-12-15,1 1 5 0,-1-2-7 0,2 1 9 16,0-3 3-16,-1-2-4 0,1-2 3 0,1-3-9 16,0-5 7-16,-1-2-4 0,0 0 4 0,0-3-8 15,0-2 1-15,2 2 5 0,-6-4-2 0,7 0-2 0,-1-2-23 16,0-4 0-16,-2 1-8 0,-3-1-16 0,2 2-6 15,-2-2-13-15,1 0-6 0,-1 0-128 0,0-1-57 16,1-1-32-16</inkml:trace>
  <inkml:trace contextRef="#ctx0" brushRef="#br0" timeOffset="-191183.08">30302 5809 847 0,'0'0'280'0,"0"0"-387"0,0-1 345 16,0 0-191-16,2 0 20 0,0 0-19 0,9-2-8 16,13 1-2-16,2 1-25 0,6 1-6 0,1 0 4 0,-1 1-8 15,6 1-12-15,-4 1-43 0,1-1-11 0,-5 0-10 16,-4 1-39-16,-2-1-110 0,-1-1 3 0</inkml:trace>
  <inkml:trace contextRef="#ctx0" brushRef="#br0" timeOffset="-188697.41">31296 5851 796 0,'0'-2'402'0,"-1"1"-588"0,-3-8 495 0,-3-6-288 16,0 2 13-16,6 3-18 0,-11 5 0 0,-2 3-8 15,-2-8-11-15,-2 5 3 0,-9 5-7 0,-5 3 4 16,-4 8-17-16,-2 4 7 0,-1-14 1 0,2 22 3 16,0 0 11-16,2-2-5 0,5 2-1 0,1-1-2 15,5-1 8-15,2 0 4 0,4-3 0 0,2 0-1 0,5-2 3 16,2-3 11-16,2 0-1 0,3-4 2 0,0-3-5 15,-2 3-7-15,1-1 8 0,2 1-7 0,1-1 6 0,2-3-10 16,0 1 1-16,0 0-3 0,1 0 12 0,1-2-8 16,0 0-1-16,9 3-3 0,4 0-8 0,2-1 6 15,0-4 1-15,5-2 2 0,-1-1-2 0,1-4 0 16,-1-3 2-16,0-2-2 0,4-3-9 0,-3 7 7 16,6-12-7-16,-3-1 8 0,-1-1 5 0,2 4-10 15,-6-3 8-15,0 1-8 0,-1 1 14 0,-4 2-12 16,0 2 5-16,-3 0-6 0,-3 0 14 0,0 2-11 15,-2 3 6-15,0 2-7 0,-3 1 9 0,0 3-9 0,-2 1-2 16,-1 1-3-16,1 0 3 0,0-3 5 0,0 1 1 16,1 1 4-16,-2 0 17 0,0 0-3 0,0 1 5 15,0 0-6-15,1 1-5 0,-2 1-8 0,0 8-1 16,-3 6-1-16,0 2-1 0,-1-1-5 0,-1 1 1 16,2-2-1-16,1 1-2 0,0-4 9 0,1 1-6 15,1-5 5-15,0-2-9 0,0 0 6 0,0-2 1 0,0-1 2 16,0-1-5-16,1 0-1 0,1-1 0 0,-1 0 1 15,0 1 6-15,0-2-5 0,1 0-2 0,0-1-1 16,6 1 0-16,1-1-3 0,-1-1 5 0,2-3-6 16,0-3 5-16,2 4-4 0,-1-14 2 0,-1 1-1 15,1 1 3-15,1 0 2 0,-3 1-2 0,-1 1 2 0,3 1 8 16,-4 1-12-16,-1 0 7 0,2 3-8 0,-4 0 4 16,0 1-1-16,1 3-3 0,-4 2 3 0,3 0 3 15,-3 2-6-15,1-3 4 0,1 1-7 0,-1 1-2 16,0 0 16-16,0-1-4 0,-1 2 9 0,0 2-5 0,-1-1-1 15,0 0-5-15,-2 14 3 0,-3 5-6 0,-1-2 7 16,-1 2 1-16,0-3 1 0,1-1-10 0,2-5 6 16,2-1-3-16,1-4 3 0,0-2-3 0,1-1 3 15,0 0-3-15,0 0 4 0,0-1 1 0,0 0-4 16,1 1 5-16,0-1-5 0,0-1 1 0,0-1 3 16,11 0-5-16,2-2 4 0,0-3-11 0,-1-1 10 15,1-2-3-15,-3 1 7 0,4-4-3 0,-2 3 0 16,-3 2-3-16,-1 0 2 0,-4 4-5 0,2-3 0 15,0 2 4-15,-5 2-2 0,3 0-1 0,-4 1 1 0,3 0-5 16,-2 0 3-16,0 0-6 0,1 1 11 0,-2 1-3 16,2 4 5-16,4 7-8 0,-1-3 5 0,0 0-2 15,0-1 2-15,-4 0-5 0,9-5 3 0,1 0 0 0,2 5 2 16,2-2-1-16,4-3-7 0,2-4-2 0,0-6-2 16,0-2-4-16,3-4 4 0,0-1 6 0,-2 9-2 15,-1-13 1-15,-2 0 6 0,0 2-3 0,2 1 4 16,-8 1-7-16,2 2 5 0,1 2 0 0,-6 1 2 15,7 2 2-15,-11 2 2 0,1 2-6 0,-4 0 3 16,-1-1-14-16,3 1 9 0,-3 2 4 0,1 0 2 16,1 0 5-16,-4 0 13 0,9 14-12 0,-2 11 13 0,-5 5-11 15,-3 3-6-15,-2 3 3 0,0 4-6 0,-3-3-3 16,-2 3 0-16,-1-3 3 0,-1-6-2 0,1-2 6 16,2-7-4-16,2-3-4 0,1-5 1 0,3-4 2 0,0-1-2 15,0-3 4-15,0-3-4 0,0-2 7 0,1 2 5 16,-1-1-4-16,0 0 4 0,0-1-8 0,0 1-2 15,0-1 2-15,0-1-3 0,-1 0-2 0,0-1 6 16,0-1-4-16,-3-3 6 0,-4-11-7 0,1 0-1 16,1-2-2-16,3 1 1 0,0-1 4 0,1-1-3 15,1-1 1-15,1-1-3 0,3 3-9 0,2-1 1 16,3-2-3-16,3 1 4 0,-9-3-3 0,16-1 5 0,2 1-3 16,3-2 5-16,-1-1 3 0,6 2-3 0,1-1 9 15,-2 0-5-15,1 0 8 0,-2 2 0 0,-1-1-6 16,-5 4 5-16,0 2 1 0,-6 2 3 0,-1 5 5 15,-2-1-3-15,-6 4-3 0,1 2-4 0,-3 1-2 16,-2 0 1-16,0 3-4 0,0 0 7 0,-1 0-9 0,1 0 6 16,1 0-16-16,-1-1 15 0,-1 1-2 0,0 0 5 15,-1-1-16-15,-1 2 11 0,1 0-4 0,0 0 6 16,-1 0 3-16,-1-1-5 0,1 1 8 0,1 0-8 16,0 0 1-16,-1 0-1 0,1 0-3 0,0-1 3 15,0 1 1-15,0 0-5 0,0 0-2 0,-1 0-1 16,1-1 3-16,0 1 4 0,0 0-6 0,0 1 4 15,0 0-14-15,-1 0 8 0,0 0 4 0,0 0 1 0,-1 0 8 16,1 0-7-16,0 0 4 0,-1 0-4 0,1 0 8 16,0 0-2-16,0 0-3 0,1 1 1 0,0-1-6 0,0 0 7 15,0 0-2-15,-1 0 4 0,1 0-5 0,0 0-7 16,1 0 5-16,0 0-5 0,0-1 7 0,1 0 5 16,0 0-2-16,1 0 3 0,-1-2-8 0,-1 2 11 15,7-10-7-15,0 1 8 0,-4 4-10 0,2-2 0 16,-1 1 5-16,-2 1-3 0,2-2 2 0,-2 3-2 15,1-2 0-15,1 1 0 0,1-3-2 0,-1-2 1 16,1-1-4-16,0 0 3 0,1-3 0 0,-2 1-2 0,1 0 9 16,-1 0-6-16,-2 3 10 0,2 1-11 0,-1-2 1 15,-1 4-1-15,1-2 8 0,-1 3-6 0,-1 1 1 16,0 2-3-16,-1 1-2 0,0 1 4 0,2-2-5 16,-1 2 6-16,0 0-3 0,0-1-4 0,-1 1 1 15,0 1-4-15,0 0-3 0,0-1 6 0,0 1 7 16,0 1-1-16,0 0 3 0,0 1 5 0,0 2-12 15,-1 6 10-15,-4 9-9 0,-1 4 3 0,-2 4-1 0,-1 5 2 16,-1-4-3-16,1 3 0 0,-2 2 2 0,2-1-2 16,-2 3-1-16,2-4 0 0,-2 1-1 0,1-1 0 15,-1 1-4-15,2-2 10 0,1-2-3 0,1-3 6 16,2-3-7-16,2-2 0 0,2-4 2 0,1 1-1 16,0-4-2-16,1-2 3 0,1-2-6 0,-1-4 6 0,1 0 4 15,-2-3-2-15,3 1 4 0,9 6-6 0,4-3-2 16,3-5 0-16,1-3-4 0,2-5 2 0,3-3-9 15,-3-2 8-15,0 11 1 0,2-15 1 0,-10-1-3 0,8 1-1 16,6 2 3-16,-9 0-2 0,5 2 7 0,-7 0 2 16,-7 1-2-16,2 3 2 0,-5 2-5 0,-4 1 0 15,2 4 1-15,-2-1 0 0,2 0 2 0,-1 0-5 16,-1 1 2-16,-2 2-2 0,2 0 11 0,-1 0-4 16,-1 1 2-16,0 1-3 0,-1 16 5 0,-1 4-15 15,-5 1 4-15,-1 0-8 0,0 2 7 0,3-4 0 16,2-1 1-16,2-3 0 0,0-4 1 0,4-1 5 0,-1-3-6 15,-1-7 3-15,9-1-12 0,1 6 6 0,1-2 0 16,8-3 2-16,-1-4 4 0,0-5-4 0,-1-1-1 16,-3 7-1-16,3-17 3 0,-3-1-4 0,-2-1-3 15,0 1 0-15,-1-2 1 0,1 0-14 0,1-1 1 16,5-1-7-16,4 0-8 0,-6-3 14 0,6 0 2 0,-3-5 3 16,5-2 9-16,-2 1 6 0,-4-7-2 0,-6 3 3 15,-5 4 5-15,5 3 5 0,-3 5 4 0,-2 4-2 16,-3 1 16-16,3 6 1 0,-4 5 7 0,-1 2-6 15,-3 2 4-15,0 2-32 0,0 0 7 0,-1-1-13 16,0 2 5-16,-1 0 7 0,0 1-3 0,-2 1 4 16,-4 1-7-16,-8 23-1 0,-4 2-5 0,8 1 3 15,-2 2 6-15,0-1-4 0,4 1 3 0,1-1-4 0,4 0 0 16,0 1 3-16,-8-1 0 0,6-1 3 0,3 2 9 16,3 2-13-16,-4 0 5 0,2 4-7 0,0 1-2 0,0 4 12 15,-2 2-9-15,-3-1 9 0,2-1-14 0,-1-3 3 16,0-3 4-16,0-2-1 0,0-2 1 0,-1-5-5 15,0-2-5-15,0-4 1 0,0-3 2 0,1-4 3 16,3-5-3-16,0-3 1 0,2-2-8 0,0-1 5 16,0 1 3-16,-1-2 0 0,-1 0 10 0,1-1-5 15,1 0 0-15,-2-1-2 0,1-1-8 0,-6-12 3 16,2-4 4-16,5 0-2 0,1-1-2 0,3 1-5 16,3 0-3-16,2-1 0 0,2 0 0 0,0 3 9 0,0-1-2 15,-1 3 5-15,-2 1 8 0,6 0-10 0,9 3 7 16,-2-4-7-16,-4 1 14 0,-2 1-5 0,0-4 4 15,2 5-3-15,-1 0 6 0,2-1-7 0,-4 1-3 16,0-2 1-16,4 1-3 0,-2 0 2 0,1 2 3 0,-2 0-2 16,-3 2-2-16,-2 1 0 0,-2 1-1 0,-1 2 2 15,-2 1 3-15,1 1-5 0,-4 1 1 0,0 1-1 16,1-1 2-16,1-2 9 0,-1 2 2 0,0 0 3 16,-1 1 8-16,1 1-14 0,1 8 2 0,1 20-5 15,-4-1 1-15,-3 2-9 0,0 0-1 0,-3 2-5 16,-1-3-7-16,0-3-9 0,0-1 7 0,2-10-6 15,2-1 10-15,0-7-7 0,2-2-1 0,1-3 1 0,0-1 13 16,-1 2-31-16,0-2 4 0,1 0-14 0,0-1 1 16,0-1-27-16,0 0 8 0,3-26-14 0,2 0 14 15,2-4 2-15,0 4 0 0,0-1-2 0,-1-2-33 0,-1 6-41 16,2-5 2-16,-1 5-14 0,1 3-15 0</inkml:trace>
  <inkml:trace contextRef="#ctx0" brushRef="#br0" timeOffset="-188298.15">33223 5938 522 0,'0'0'84'0,"0"1"-14"0,2 0 42 16,-1 0 0-16,0 1-20 0,0 3-31 0,1 3-8 15,0-3 11-15,0 0-14 0,2 1-12 0,0 0-10 0,1-4-6 16,10 8 0-16,-3-4-22 0,6-3 4 0,0-3-4 16,0-3 2-16,0-1-2 0,-8 0 0 0,-7 3 0 15,1-1-1-15,1-9 0 0,3-1 12 0,5 1-6 16,-6 0 10-16,-1-1 2 0,-3 0 16 0,2 2-1 15,2 0 4-15,-1 1-4 0,-3 3-19 0,-2 1 6 0,0 2-11 16,-1 1-7-16,0-1-4 0,-1 1 0 0,-1 1-1 16,-17-6 3-16,-2 4 1 0,-4 4-8 0,7 4 4 15,1 2-6-15,-1 4 9 0,5-9 0 0,1 16 1 16,3-2 0-16,3-2-2 0,4-1 1 0,-7-1-1 16,3 0 4-16,3-2 4 0,2 2 2 0,1-4 1 0,1-1 12 15,1-2 2-15,-2-4 3 0,19 11-4 16,0-5-12-16,3-2-6 0,9-4-2 0,-21-1 0 0,14-2-2 15,-6-2-4-15,-9 1 5 0,12-6-3 0,-4 2-1 0,-2-1-5 16,-3 1-4-16,-2 0 2 0,-6 3-2 0,5-6 6 16,2 0-7-16,-2 1 7 0,2 0-17 0,-2-1-4 15,-8 2-1-15,4-1 0 0,-1-1 9 0,-3 2-12 16,8 0 10-16,3 1-14 0,-6-2-15 0,-1 2-56 16,-3 3-21-16,0-2-18 0,-1 2-152 0</inkml:trace>
  <inkml:trace contextRef="#ctx0" brushRef="#br0" timeOffset="-187380.49">24525 7442 1014 0,'-1'0'62'0,"0"-2"-46"0,0 1 68 0,-1 0-24 0,0 0-11 15,0-1-26-15,-1 0 0 0,0 1-10 0,-1-2-13 16,0-2 8-16,-1 3 1 0,0-2 2 0,-1 1-9 0,-1 1-5 16,-1 1-2-16,-4-7 1 0,-1 1 12 15,-4 1 0-15,-3 4 1 0,-5 2 0 0,-3 4 8 0,-4 7 0 16,-7 3 7-16,0 3-3 0,-1-15 18 0,2 24-4 16,4 0-2-16,3 3-2 0,4-1-9 0,6 3-4 15,3-1-2-15,4-3-2 0,3 0-18 0,6-4 9 16,1-2-5-16,-9 0 7 0,6-2-10 0,5 1 4 15,2-2 7-15,2-2-1 0,3-1 6 0,2 1-13 16,1-2 2-16,-6 0-2 0,16 0 17 0,1-1-9 0,3 1 4 16,4-2-5-16,1 0 6 0,4-2-5 0,0 0-4 15,2-2 0-15,1-1-18 0,-1-4-6 0,0 1 1 16,-3 11-5-16,-3-8-17 0,-1-3 4 0,-1-4-3 16,0-3 4-16,0-1-5 0,-3-3-9 0,1-3 2 15,1-3-1-15,4-2 12 0,1 10-1 0,0-16-10 0,-2-1 1 16,-1-2-41-16,0 1 16 0,-4-5-2 0,4-2 7 15,-6-3 4-15,1-3-43 0,0 0 1 0,-2 0-21 16,2 0-59-16</inkml:trace>
  <inkml:trace contextRef="#ctx0" brushRef="#br0" timeOffset="-186712.23">24979 7322 958 0,'-1'0'68'0,"0"0"-5"15,-1 0 26-15,0 0-5 0,1 0-15 0,-7 3-31 16,1 2 0-16,0 3-2 0,-4 12 1 0,2 4-15 0,-1 3 1 15,0 3 2-15,0 3-1 0,0 2-9 0,-1 1-10 16,-1 3 4-16,-2-1-5 0,1 2 4 0,1-2-3 16,0-6-5-16,-1-4 3 0,-1-3 0 0,2-7-3 15,1 0 0-15,5-7 0 0,2-5 7 0,1-3-5 16,1-2-4-16,0 0-2 0,0-1-25 0,0 3 1 16,0-2 1-16,0 0 1 0,1-1 6 0,0-1 0 15,1-4 2-15,0-19-1 0,2-2 13 0,4-5-3 16,1-1 3-16,2-2-3 0,1-2 3 0,2-1 3 15,1 0 5-15,0 3-2 0,0 2 3 0,1 1-2 0,-1 4-9 16,2-1 7-16,-1 2-1 0,-13 1 0 0,16 1 2 16,-1 1-3-16,0 2-1 0,0 4 7 0,-1 1 4 15,1 6 1-15,-2 4 8 0,-2 0 9 0,-2-1-5 16,1 1 5-16,0 1-6 0,0 4-2 0,-3 1 1 0,-1 3-2 16,2 1-2-16,-4 4 3 0,-1 14 3 0,10 2 0 15,-7 1 4-15,-6 2-9 0,-2 0 1 0,-6 2-1 16,-5 1 5-16,-2-2-9 0,0-2 2 0,13-3-5 15,-14-3 9-15,-1-3-7 0,1-4 6 0,2-4-5 16,1 2 5-16,3-5-13 0,1-2 0 0,-2 0-3 16,3 2 0-16,1-3 9 0,1 1-7 0,1-2 6 0,2-1-18 15,0-1 8-15,1 0-1 0,-1 2 1 0,0-1-19 16,0 0-4-16,1 0 4 0,0-1 0 0,1 0 19 16,0 0 2-16,1 0-4 0,0 0 4 0,1 0-1 0,12-2 3 15,0 2-1-15,1 0 1 0,-1 2-3 0,1 2-2 16,2 2 6-16,-2 1-3 0,1 1 6 0,0 1-6 15,-3-1 0-15,2-5 0 0,-3 10 5 0,0 0 0 16,-4 0-5-16,-3-3 4 0,1 1-1 0,-1-4 7 16,1 1 7-16,-1 0-2 0,-3-1 11 0,1 4-7 15,-3 1-1-15,-3-1-2 0,-1 1 0 0,2 0 5 16,-21-1-7-16,3-1 5 0,-31 14 6 16,24-13-14-16,-2 1 8 0,0-1-10 0,2-1 1 15,-1 0 5-15,3-2-5 0,2 0 2 0,3-2-9 0,1-1 0 16,5-3-3-16,1 1-8 0,3-2 3 0,0 6-4 15,5-4 2-15,-4 1-29 0,6-3-16 0,-1 0-14 16,3-1 0-16,-1 0-41 0,-1 0 0 0,1 0-12 0,1-1 8 16,0-1-7-16,1-3-10 0,4-9 11 0,5 0-17 15,-6 0-27-15,18-3-64 0</inkml:trace>
  <inkml:trace contextRef="#ctx0" brushRef="#br0" timeOffset="-186295.21">26048 7543 870 0,'0'0'9'0,"0"0"-1"0,0 0-8 16,0-1 2-16,0-1-12 0,-1 1-40 0,0 0-46 15,-1 0 3-15,1 0-10 0,-1 1 45 0,-3 0 48 16,-7 2-9-16,-2 3 21 0,0 2 17 0,-1 1 54 16,1 0 2-16,2-1 14 0,1 0 10 0,3-1 8 15,0 0 0-15,4-4-1 0,1 1-33 0,2-3-34 16,-2 2-1-16,1 1-9 0,1-1 12 0,0 0 8 0,1-1 0 16,0 1 2-16,0 0-13 0,1 0-8 0,4 1 0 15,19 4-2-15,3-5-8 0,5-2 1 0,5-2-4 16,-1-3 3-16,3 1-6 0,0 0-6 0,-3-1-3 15,2 3-2-15,-3 1-14 0,-4 1 9 0,-3 0 1 0,-4 2 1 16,0 1 0-16,-3 1 5 0,-2-1-6 0,-4 1 6 16,2 1-5-16,-3-1-7 0,-2 0 6 0,-1 1-6 15,-2-3 3-15,-2 0-16 0,0 1 1 0,-1-2-5 16,-2 0-11-16,2 0-4 0,-2 0-15 0,-1-1 3 16,7 3-68-16,-9-3-80 0,5 0-10 0,0 0-37 15,-4-1-169-15</inkml:trace>
  <inkml:trace contextRef="#ctx0" brushRef="#br0" timeOffset="-185912.65">26363 7415 1461 0,'-1'0'22'0,"0"-2"-1"0,-2 1 16 16,1 0-6-16,-1-1-1 0,0 0-30 0,1 1-10 15,-1 0 4-15,2 0-6 0,0 0 10 0,0 1 9 0,1 0-10 16,0 0 9-16,1 1-7 0,1 0-6 16,9 5 5-16,7 3-5 0,0 0 7 0,0-1-4 0,2-1 4 15,0 0-2-15,1 0 8 0,0 0-5 0,2 0 0 16,0 0-1-16,-3-1 8 0,4 1-3 0,-3 0 8 16,-3-1-6-16,0 0 11 0,1 0-5 0,-1 1-4 15,2 0 1-15,-2 0 2 0,-4-1-6 0,0 1 6 0,-3 0-6 16,1 1 5-16,0-5-11 0,-5 7 3 0,0 4-3 15,-2 2 5-15,-2 0 0 0,9 3 3 0,-5-2-1 16,-4 3-2-16,-5-1 9 0,-2 2-3 0,-5-4 6 16,6 1 1-16,-17-1 3 0,-7 1-7 0,0-1 6 15,0 0-5-15,-9-4-1 0,2-3 1 0,0 0-2 16,3-2-5-16,5-2-8 0,3 0 3 0,6-3-4 0,0 1 1 16,3-1-38-16,0-1-9 0,1 7-12 0,2-3-44 15,2-3-164-15,2-1-13 0</inkml:trace>
  <inkml:trace contextRef="#ctx0" brushRef="#br0" timeOffset="-184209.43">27652 7362 385 0,'0'-2'58'0,"0"1"4"0,-1 0 48 16,0-2-37-16,-2-10 19 0,1-1-45 0,1-2-24 15,1 2 5-15,1-4-14 0,2-2-18 0,0 4 17 16,0 0-8-16,0 4 15 0,-1 4 12 0,0-2 2 15,2 0 13-15,-1 0-8 0,1 0 15 0,-2 1-4 16,-1 3 0-16,1 3-1 0,-2-1-9 0,1 2-26 16,0 0 0-16,-1-1-8 0,0 1 3 0,0 1-3 15,1 0 2-15,0-1-1 0,0 2 15 0,1 2-10 16,-1 2 4-16,1 27-6 0,-2 3-1 0,-1 1-3 16,-4 1 0-16,-1-1-2 0,-1 0-4 0,1 0 6 0,2 2-3 15,-1-2 4-15,0 3-3 0,3-3 1 0,1-1-4 16,1-1 1-16,0-3-7 0,1-3 1 0,1-2 7 15,1-3-3-15,-1-2 3 0,0-4 0 0,1-1-2 0,-1-3 2 16,2-1-3-16,-2-4 6 0,-1-4-6 0,0 1 9 16,1-2 4-16,-1 0 5 0,1 1 4 0,0-1-3 15,2-1 0-15,8 2 12 0,2-4-6 0,5-8 6 16,-3 5-13-16,4-26-9 0,0-4-1 0,2-2-2 16,2-3 6-16,-2-1-7 0,1 1 2 0,0-1-4 15,1 0 6-15,-3 4-3 0,0-1-2 0,0 3-1 16,2 1-5-16,-6 1 3 0,1-1 2 0,-8 5 1 0,-3 1-2 15,5 7 3-15,-6 1 0 0,-1 3-1 0,-2 3-9 16,6 1 2-16,-7 9 1 0,0-1 1 0,-1 2-11 16,1-1-48-16,-1 1-1 0,0 1-17 0,0 0-25 0,0 0-140 15,0 1 8-15</inkml:trace>
  <inkml:trace contextRef="#ctx0" brushRef="#br0" timeOffset="-183810.46">28279 7456 1102 0,'-2'0'153'0,"1"0"44"0,0-1-75 0,0-1-100 0,-1 1 3 15,-1 0-20-15,2 0-19 0,0 1 10 16,0 0-12-16,0 1 25 0,-2 0-16 0,-3 6 4 0,3 12-9 15,-7 2 4-15,-1 2-13 0,0-1 9 0,2-1-10 16,-1-2 13-16,2-3 5 0,2-3 0 0,3-2 3 16,-1-5 1-16,2-3 8 0,-2 2-3 0,2-3 8 15,1 1 8-15,-1-1 13 0,1 0-2 0,1 1 5 16,0-1-11-16,0-1 1 0,1 0-4 0,1 1 1 16,0-2-14-16,14 1-1 0,3-2-1 0,0-4 1 0,1-2 0 15,-3-1-9-15,-1-2 4 0,-2 9-7 0,1-15-1 16,-3-2 7-16,0-1-8 0,-4 0 8 0,0 0-4 15,-1 1 2-15,-2-1 8 0,-2 0-4 0,-1 0 0 16,10 2 3-16,-5-1-6 0,-4 3 6 0,-2-1-2 0,-1 1-2 16,-1 2 0-16,-1 1-3 0,-2 2-12 0,2 4 4 15,0 1-3-15,-1 2 2 0,2-1-20 0,-7 2-25 16,0 1-5-16,-1-1-10 0,2-2-60 0,1 1-126 16,1 2-8-16</inkml:trace>
  <inkml:trace contextRef="#ctx0" brushRef="#br0" timeOffset="-183477.13">28825 7072 1497 0,'0'-1'18'16,"0"0"2"-16,0-1 23 0,0-7-16 0,0-1 8 15,0 0-35-15,2 3 4 0,-2 4-4 0,0-1 3 16,0 2-7-16,1 0-6 0,0-1 2 0,0 1-2 16,0 1 11-16,-1 0 0 0,0-1 6 0,0 2-6 0,0 2 12 15,-1 0 12-15,-6 12-3 0,-8 14 6 0,0 3-2 16,-1 2-3-16,1 2-5 0,-1 1 0 0,-1 1-9 16,1-1-5-16,13 2 5 0,-12 1-6 0,-2 1 1 15,2 0-3-15,6 2 0 0,-1-3-1 0,8 0 1 0,1-4-10 16,0-6 2-16,-12-4-4 0,7-6 3 0,5-7-21 15,2-1 0-15,1-4-9 0,-1-4-15 0,6-1 2 16,11 9-7-16,2-5 4 0,5-5-28 0,-3-5-101 16,5-4-4-16,0-5-38 0,1 4-85 0</inkml:trace>
  <inkml:trace contextRef="#ctx0" brushRef="#br0" timeOffset="-183260.87">29369 6914 642 0,'0'0'113'0,"0"0"-66"0,0 0 122 16,-1-2-40-16,-1 2-50 0,1 0-40 0,0 0-1 16,-1 0-10-16,-2 2 6 0,-4 2 3 0,0 0-10 0,-3 13 6 15,1 6-21-15,-1 2 1 0,0 3 3 0,2 3-2 16,-2 2 0-16,2-1 2 0,0 1 2 0,-3-5-2 16,1 2-2-16,1-1 0 0,-3-1-6 0,2-1 3 15,-1-1-10-15,-1 1 4 0,0-2-2 0,1 2 1 16,-5-1-15-16,8-1-27 0,-7-1-11 0,1-1-6 15,1-2-39-15,0-1-137 0,2-1-9 0</inkml:trace>
  <inkml:trace contextRef="#ctx0" brushRef="#br0" timeOffset="-182159.4">28858 7432 1070 0,'0'0'87'0,"0"0"-95"16,0 0 95-16,0 0-45 0,0 0-5 0,2 0 14 16,0 1-4-16,7 2 4 0,14 0-22 0,5 1-4 15,4-3-6-15,3-1 1 0,3-2-8 0,5-3-10 0,2-1 4 16,-3-2-6-16,0-2-6 0,-4 1 3 16,-1-2-1-16,-2 1 2 0,-2-1 8 0,1 1-2 0,-1-2 2 15,-5 1-4-15,3 0-3 0,-7 1 6 0,-4 1-3 16,1-2 6-16,-5 3 1 0,-1 0 6 0,-2 1 0 15,-5 2 2-15,0 0 3 0,-1 0-12 0,0 1 4 0,-3 1-8 16,2 0-4-16,-4 2 16 0,1 0-3 0,-1-1 6 16,-1 1-3-16,0 0-2 0,0 0 1 0,1 0 0 15,-1 0 1-15,-1-1-12 0,0 2 0 0,-1 0-4 16,-2 0 5-16,-5 2-3 0,-7 0 3 0,-1 1-4 16,4 1-4-16,2-2 9 0,0 2-6 0,-1-1 8 15,5 0-10-15,-3 1-5 0,-2 1 8 0,3 0-5 16,-5 2 8-16,2-1-6 0,3-2 2 0,0 2-4 0,2-1 7 15,0-1 1-15,0 3-4 0,2 0 1 0,0 0-4 16,2-1 3-16,0 1-1 0,-1-3 1 0,-2 2-1 16,3-2-3-16,0 0 3 0,0 0-3 0,1 0 1 0,0-1 6 15,1 1 0-15,0-3 3 0,0 1-4 0,0-1-1 16,1 2 2-16,0-1-3 0,2-1 1 0,6 3 2 16,6-2-1-16,2-2 2 0,1-4-6 0,-3 0 2 15,5-4 0-15,-1-2 2 0,-3 1-1 0,-1 8 3 16,-4-12-4-16,1 3 4 0,-5 1-3 0,-3-1 0 15,2 3-3-15,-3 3 2 0,1-1-2 0,-2 4 5 16,-2 0 2-16,2-2 0 0,0 1-5 0,1 0-4 16,-2 0 0-16,0 1-1 0,0 1-2 0,0 0 11 0,1 1-4 15,-1 2 7-15,1 6-7 0,2 3-6 0,-1-2 4 16,1 0-4-16,-1-2 6 0,1-1 1 0,0 0 0 16,3-2 1-16,10-2 9 0,-2 0-3 0,4-2-1 15,0 11-3-15,2-4-9 0,0-5 6 0,0-3-1 16,2 0 4-16,0-2-6 0,-2-3 5 0,2 0-5 0,-2-1 4 15,1-1-3-15,-3 1 3 0,-1-1 0 16,-7 2 0-16,1 0-5 0,-1 1 6 0,-7 1 2 0,2 1 1 16,-3 1-5-16,-1 0-2 0,0-1-4 0,1 1 1 15,-1 1 4-15,-1 0 0 0,0 0 5 0,1 1-4 16,-1 2-1-16,2 7 1 0,-1 10-3 0,-4 3 3 16,0 0-4-16,-2 1 3 0,1 2-1 0,1-1 1 0,-3-2 0 15,0 0 0-15,2 0 0 0,-1-3-1 0,2 0 1 16,-1-7 3-16,1-1 2 0,1-2-1 0,0-2 2 15,0 1 3-15,-1-4 2 0,1-1-1 0,0-2-9 0,1-1 4 16,-8 2-5-16,1 2 5 0,2-1 4 0,-1 0-7 16,1-2 2-16,1-1-4 0,-1-1-3 0,3 0 5 15,-1 0-7-15,1-1 5 0,1 0-9 0,1-2-5 16,0-11 7-16,3-2-7 0,7-3 8 0,1 0 7 16,-3-1-4-16,12 1 3 0,0-1-13 0,3 3 12 15,2-1-4-15,1 0 6 0,-2 3-1 0,1-1-1 16,-3-1 4-16,-2 1-3 0,1 0 6 0,1 2-4 15,-4 0 1-15,1 3-1 0,-2 0 6 0,-2 0-7 0,-2 3 4 16,-1-2-4-16,-2 1 7 0,0 2-3 16,-2 0-3-16,-1 2 1 0,-3 1 0 0,0 0-3 0,1 1 2 15,-3-1-2-15,2 3 10 0,-2-3 0 0,1 1-1 16,-2 1-1-16,0-1 3 0,0 0 1 0,0-1 1 16,-1 3-2-16,0-1 4 0,0 0-10 0,-1 0 9 0,0 0-11 15,-1 1-2-15,-2-1 2 0,-8 1-4 0,-1 4 3 16,-1 2-7-16,0 5 5 0,1-3 0 0,0 13 5 15,3-1-3-15,0-2-2 0,3 1-5 0,4 0 1 16,-2-3-2-16,-4-1 9 0,1 0-1 0,5-2 3 16,2 0-10-16,1-2 5 0,1 0 2 0,2-2 3 15,2-1 8-15,0-1-8 0,10-1 4 0,4-3-5 16,2 0 0-16,1 11-5 0,7-5-8 0,1-5 1 0,6-4-25 16,-4-3-5-16,0-3-11 0,0-2 3 0,-5-1-34 15,1-2-64-15,-1 1-34 0,-4-2-20 0,-2 10-198 0</inkml:trace>
  <inkml:trace contextRef="#ctx0" brushRef="#br0" timeOffset="-180540.85">31278 7075 1063 0,'0'-1'143'0,"0"-1"42"15,-1-1-72-15,-3-14-90 0,1 9 1 0,1 2-9 16,0 2-11-16,0 1-4 0,1 1-3 0,0-1-10 0,0 3-11 16,-11-3 5-16,-6 3-7 0,-3 6 5 0,-6 6 1 15,0-9-3-15,-3 19 5 0,-3 3 8 0,0 0 19 16,-3 0-2-16,5 3 7 0,1-5 12 0,1 3-8 15,4-2 9-15,4-3-10 0,5-2 6 0,4-3-15 16,4-1 5-16,4 0-8 0,2-3 4 0,-7 0-2 16,4 0 3-16,2-3-2 0,3 0-4 0,0-2 10 15,1-1-10-15,1-3 10 0,-1-1-2 0,11 0-9 16,6 9 0-16,2-5-3 0,6-3-4 0,0-3 5 0,1-4 1 16,4-4 1-16,-5-2-6 0,1 0 3 0,-2-3 3 15,0 0-1-15,-1 12 1 0,-3-14 10 0,-1-2-11 16,-2 1 10-16,-2 0-11 0,-2-1 1 0,-2 3 2 15,0 1-2-15,-3-1 1 0,-2 3-3 0,-1 2 0 0,-1 3 0 16,-2 1 0-16,0 4 6 0,-2-3-2 0,0 2 2 16,0 2-16-16,-1-1 15 0,2-2-3 0,1 2 9 15,-1 0-2-15,-1 0 10 0,0 1-3 0,-1 1 5 16,0 11-11-16,-2 9-7 0,-3 0 0 0,0 0 1 16,-1-1 6-16,0-1-5 0,1-2-6 0,2-3 0 15,0 0-6-15,2-2 8 0,1-2 2 0,0-3 1 0,0-1-7 16,0-2-4-16,0-2 3 0,0-1-3 0,2 1 2 15,5 3 5-15,6 0-2 0,0-3 2 0,4-2 1 16,0-3-6-16,3-4-1 0,2-3-2 0,2-2 4 16,1 1-4-16,-2-2 4 0,2 0-5 0,-1 0 3 0,-4 1-2 15,2-1 0-15,-3 3 0 0,-3-1 3 0,-2 3 1 16,-3 2-1-16,-4 1 2 0,-3 3 2 0,-3 2 1 16,1-1 8-16,0-1-6 0,1 1 3 0,-2 0 10 15,0 0-10-15,0 1 12 0,0 1-3 0,-1 1-13 16,-2 9 6-16,-5 4-7 0,-1 2 11 0,0-3-8 15,1-2 7-15,2-4-7 0,1-2 9 0,2-1-12 16,0-1 4-16,-1 0-5 0,1 0 0 0,2-2 1 16,0-1-4-16,-1 1 4 0,0 1 3 0,1-2 2 0,0 0-4 15,1-1 3-15,1 0-8 0,5-2 6 0,7-6-2 16,-1 1 3-16,1 6 6 0,-3-9-10 0,-1-3 5 16,1 2-8-16,-3 2 6 0,-1 0-6 0,-2 4 4 15,-3 3-3-15,0 1 3 0,-1 1-6 0,0 0-1 0,1-1-1 16,1 0 2-16,-1 0 7 0,0 1-3 0,1 0 4 15,-1 1-4-15,0 0-1 0,1 1 3 0,-1 1-2 16,4 0 9-16,2 2-6 0,3 0 0 0,2-3-3 16,1 0-4-16,3 10 1 0,1-5 1 0,1-3-1 15,2-3-2-15,-1-2 2 0,4-4 4 0,-3-2-1 16,0-4 5-16,-1 1-1 0,-4 0-5 0,0 9 3 16,-3-12 0-16,-5-2 7 0,-1 3 1 0,-2 1 0 0,0-2-3 15,-1 6-7-15,3-4 0 0,0 3-3 0,-2 5 3 16,0 0 1-16,-2 0-2 0,-1 1 0 0,0 2-8 15,-1 0 6-15,1-1 6 0,0 1-1 0,1 0 5 0,-1 1 10 16,-1 1-6-16,3 14 6 0,-3 6-11 0,-3 4-2 16,-2-1-1-16,-3 3 1 0,-2-1 6 0,-3 4-14 15,-1 0 7-15,-1 1-8 0,1 0 10 0,0 0 4 16,-1-3-6-16,3-2 6 0,1 0-5 0,3-7-2 16,2-1 5-16,3-4-5 0,0-4 7 0,1-2 0 15,0-1-5-15,0-2 3 0,0-1-8 0,1 0 4 16,0-2 4-16,-1-1 0 0,1 1 3 0,-2-2 7 15,1 0-4-15,1 0 4 0,-1 1-4 0,1-2-7 16,0 0 2-16,0-2-4 0,0 1 5 0,-1-18-7 0,0-2 0 16,1-2-2-16,1 3-5 0,2-4-2 0,1 1 6 15,1-3-5-15,1 0 3 0,3-2-1 0,4-1-3 16,0 0 3-16,-11 1 1 0,18-2 7 0,-3 1-3 16,5 1 3-16,-2 0-12 0,5 5 2 0,-2 2 6 0,-2 6-3 15,-3 2 1-15,-4 1 6 0,-2 4-5 0,-4 3 6 16,1 2-1-16,-1-2-6 0,-3 1 4 0,2 2-7 15,-2 2 7-15,0 1 4 0,-3 0-5 0,5 10 4 16,4 11-6-16,-8 0 3 0,-3 2 1 0,-3-3 0 16,-4 1-1-16,-4-2-1 0,7-2 5 0,-19-2-1 15,3-2 18-15,0-4-7 0,6-1-1 0,3-5-2 16,4 0-11-16,4-2 7 0,-3-1-7 0,5 0 5 0,-1 1-10 16,-1 0-4-16,1 0-1 0,-1 1-1 0,2-2-9 15,0 0 7-15,1 0-2 0,1 0 4 0,0-1-5 0,8-1 8 16,11-5-6-16,2-3 8 0,0-2 8 0,-2 0-8 15,0 9 7-15,2-15-8 0,-1 0 10 0,2 0 0 16,0-3 0-16,1 0 1 0,2-3-2 0,0 1-6 16,3-1 3-16,-2-6-5 0,4 0 3 0,-5-4-6 15,2 2 4-15,0 1-4 0,-8 3-4 0,6 1 9 16,-5 2-1-16,-4 3 5 0,2 2 4 0,-8 3 1 16,-2 1-2-16,0 1 1 0,-1 1-4 0,-3 2 5 15,0 0-1-15,-2 4 4 0,2 2-7 0,-3 1 10 0,-1 2-8 16,1-1 8-16,0 1-16 0,-1 0 3 15,0 0 2-15,0 1 1 0,1 1 11 0,-2 0-4 0,-2 1 1 16,-3 12-3-16,2 14 3 0,-17 2-3 0,-2 5-3 16,-2 1 1-16,3 0-5 0,6 2 0 0,1-3 1 0,9-5-2 15,-9-3 2-15,8-5 5 0,7-2 3 0,4-5 1 16,4 1 9-16,-2-2-19 0,11-6 0 0,3 1-8 16,2-5 1-16,2-2-21 0,3 15-9 0,-1-9-6 15,-4-5-46-15,-2-2-111 0,-3-2-49 0</inkml:trace>
  <inkml:trace contextRef="#ctx0" brushRef="#br0" timeOffset="-179924.6">28566 6576 861 0,'-2'-1'7'0,"0"0"7"15,-4 0-13-15,-2-2-2 0,1 2-3 0,2 1 2 0,0 0-2 16,4 0-7-16,-1 0-2 0,0 1-1 15,-1 0 2-15,1 1 9 0,1-1 2 0,0 0 1 0,-1 0 9 16,1 1 39-16,0 0 0 0,0 0 15 0,1 0 14 16,0 1-10-16,1-1 1 0,4 0-4 0,12 7 2 0,12-2-7 15,-2-4-7-15,4-3 1 0,9 0-18 0,-1-3-4 16,5-2 2-16,4-2-4 0,1 1-3 16,8 0 3-16,7 0 0 0,6 0 0 0,2-3-14 0,0 0 3 15,-1-2 1-15,1 2 1 0,5-1 2 0,2 1-5 16,1-1-3-16,-3 3 2 0,-6-1 3 0,-1 1-5 15,-1 1 4-15,0 0-4 0,0 0-2 0,-1 1-4 16,-6-1-4-16,-8 1 1 0,-3 1-2 0,-9 1 5 16,-3 1 1-16,-5 0 1 0,-2 2-3 0,-6-1 1 15,-5 0 2-15,-6 0-1 0,2 0 1 0,-5-1-4 0,-4 2-5 16,-1 0 3-16,-5 0-7 0,-1 0-2 0,3 0-8 16,-3 0 1-16,1 0-41 0,1 0-49 0,-1 0-26 15,0 0-24-15,-1 0-244 0</inkml:trace>
  <inkml:trace contextRef="#ctx0" brushRef="#br0" timeOffset="-179370.97">28327 8060 934 0,'0'0'36'0,"0"0"13"0,-1-1-15 0,0 0-30 0,-1 0 4 15,1-1-24-15,0 2 4 0,1 0-3 0,0 0 6 16,1 2 13-16,0-1 14 0,3 0-6 0,18 10 7 15,5-2-8-15,9-1 11 0,5-3 1 0,8-3 3 16,6-1 17-16,4-1 8 0,1 0 1 0,0-4 2 0,2 0 13 16,4-2 2-16,6-1 8 0,4 0-6 0,2 0-3 15,0-1-17-15,-1 1 2 0,4 2-4 0,2 2 7 16,-3 0-12-16,-3 3-1 0,-5 0-3 0,-6 0-9 0,-5 1 0 16,-2 1-5-16,-2 0 1 0,-1 1-17 0,-5 2-6 15,0 0 2-15,-6-2-5 0,-6 1 2 0,-5-1-15 16,-4 1 3-16,-7-2-11 0,-2 2-14 0,-6-3-14 15,-3 0-8-15,-5-1-1 0,-2 0-22 0,-4 0-112 16,1 0 8-16,0 0-56 0,0-1-117 0</inkml:trace>
  <inkml:trace contextRef="#ctx0" brushRef="#br0" timeOffset="-178253.44">25594 5812 1163 0,'-1'-1'6'0,"0"-2"2"0,-9-16 1 16,-1-3-4-16,0 0 2 0,2 4 1 0,-1-1-10 16,1 2 6-16,0 3-7 0,0-2 6 0,0 3-14 15,3 0 9-15,-13 0-10 0,0 0 15 0,0 2-1 16,-1-1-2-16,-4 1 0 0,-2 1 5 0,-2 4 1 16,-7 0 3-16,-3 0 0 0,-5 4 9 0,-7-18-8 15,0 12 4-15,-4 8-4 0,1 2 5 0,-1 5-6 16,-2 5-4-16,-8 3 1 0,-5 5-6 0,-5 1 3 15,-4 0 1-15,4 3 1 0,4-21 5 0,-3 22 5 0,1 2 1 16,-3-2 1-16,-1-3 8 0,9 1-7 0,3-1 4 16,10 1-5-16,2 2 5 0,6 2-2 0,1-1-7 0,4 2 3 15,4 6-14-15,-1 6 2 0,6 5-6 16,2 0 2-16,-2 3-1 0,5 2-7 0,2 0 7 0,5 2-8 16,0-3 11-16,5 4-4 0,-2 2 2 0,3 7-3 15,3 2 8-15,0 2-5 0,0-4-1 0,4-3-3 16,0-4 3-16,4 1 3 0,-1 2-1 0,3 7 1 15,-21 2-1-15,15 7-3 0,9-1 4 0,4-5-5 16,2-1-1-16,6-2 6 0,3 0-4 0,4-1 6 16,-14 4 1-16,25-1-1 0,8-4 0 0,2-7-2 0,3-6-9 15,4-3 3-15,-1-4 1 0,5-2 1 0,2 2 12 16,1-2-6-16,0-4-2 0,9-1-1 0,1-3-7 16,4-7 13-16,1-4-1 0,-5-4 6 0,-2-6 0 0,1 0 7 15,6-5 3-15,1 16-2 0,4-19-2 0,-1-11 4 16,-3-6-5-16,1-5 4 0,0 14-3 0,8-27-11 15,2-6 5-15,2-4-8 0,-1-2 3 0,-5-1 1 16,4-2-1-16,1-2 1 0,-4-2-5 0,1-5-1 16,-7-4-2-16,-9-8 0 0,0-1-1 0,-8-4 1 15,1-2 5-15,-3 0-1 0,-4-10 11 0,-1-11-12 16,-5-9 3-16,-4-11-5 0,0-2 8 0,-8-11-4 16,-4-4 3-16,-9-1-3 0,-9-2 2 0,-10 3 6 15,18 4 1-15,-34 6 4 0,9 6 26 0,-47 15-21 0,-13 6 3 16,-19 7-14-16,-13 8-36 0,-14 16-40 0,-15 15-6 15,-12 21-13-15,-6 9-63 0,-13 12-237 0</inkml:trace>
  <inkml:trace contextRef="#ctx0" brushRef="#br0" timeOffset="22194.34">15362 9683 24 0,'0'0'0'0,"0"0"2"15,0 0 29-15,0 0-9 0,0 0 5 0,0 0-14 16,0 0 0-16,0 0 1 0,0 0-8 0,0 0 7 15,0 0 0-15,0 0-3 0,0 0 5 0,0 0-5 16,0 0 13-16,0 0 4 0,0 0 1 0,0 0-1 16,0 0 3-16,0 0-6 0,0 0-1 0,0 0-2 15,0 0-3-15,0 0-2 0,0 0-5 0,0 0 1 0,0 0-14 16,0 0 7-16,-1 1-4 0,1 0 5 0,0 0-8 16,0 1 5-16,0-1 5 0,0 0-1 0,0 0 10 15,-1-1 24-15,1 0-4 0,0 0 11 0,-1 0 5 0,1 0-3 16,0 0-2-16,0 0-1 0,0 0-9 0,0 0-12 15,0 0 3-15,0 0-7 0,0 0-9 0,0 0-9 16,0 0 1-16,-1 0-2 0,1 0 4 0,0 0 0 16,0 0-2-16,0 0 0 0,0 0-6 0,0 0 13 15,0 0-4-15,-2 0 9 0,2 0 3 0,0 0 4 16,0 0 3-16,0 0-1 0,0 0 3 0,0 0-8 16,0 0-1-16,0 0-2 0,0 0-3 0,0 0-9 15,0 0 1-15,0 0-4 0,0 0 6 0,0 0-7 16,0 0 0-16,0 0-2 0,0 0-5 0,0 0 8 0,0 0 2 15,0 0 2-15,0 0 1 0,0 0 1 0,0 0-7 16,0 0 4-16,0 0-8 0,0 0 12 0,0 0-6 16,0 0 7-16,0 0-12 0,0 0 1 0,0 0 5 0,2 0-3 15,-1 0 5-15,0-1-3 0,0 0-3 0,0 0 1 16,0-1-2-16,1 1 1 0,0 0 9 0,0 0-7 16,2-1-3-16,3-1 7 0,-2 0-6 0,-3-3 8 15,5 0-8-15,-5 1-1 0,1-2 0 0,0 2 1 16,0 2 5-16,1-3 1 0,3 1-5 0,-1-1 3 15,-1-1-5-15,1 2 3 0,0-3 1 0,0 3 1 16,1-2 1-16,-1 1-6 0,-2 0 1 0,3 0-3 0,0 0 7 16,-1 0-3-16,-1-1 4 0,1 1-5 0,1 0 0 15,1-1-3-15,-1 0 3 0,0 0-2 0,1 0 8 16,-2 0-3-16,1-1-4 0,0 1 0 0,-2-1-1 0,0 0 1 16,1 3 3-16,-2-2-2 0,0-1-4 0,1 1 5 15,-2 0 1-15,0 0 3 0,0 0 0 0,1 0-7 16,-1-2-1-16,1-1-3 0,0 2 1 0,0 0 4 15,1-1 2-15,-1 3 0 0,0-4-2 0,-1 3 4 16,1 0-4-16,-2-3 5 0,1 2-4 0,-1-1 0 16,-1-2 0-16,0 4 0 0,2-3 2 0,-2 2 6 15,0 1-8-15,1-5 6 0,0 4-6 0,0-4-2 16,5 1 9-16,-2 3-8 0,-1-1 10 0,0 2-7 16,-2 1-3-16,1-1 0 0,-1-2 0 0,0 1 5 0,1 0-1 15,-1-2 2-15,-1 3-2 0,0-2-4 0,1 0 0 16,-2 0-1-16,1 0 2 0,-1 1 6 0,0-3-4 15,0 2 3-15,1-4-10 0,-1 3 7 0,1 0-3 16,0-1 3-16,0 2-8 0,1-1 11 0,-1 1-3 0,0 1 6 16,0 1-6-16,0 1-4 0,0-1 4 0,1 1-4 15,-1 0 4-15,0 0-1 0,0 0-1 0,0 0 1 16,-1 2-3-16,0-1 5 0,0 0-1 0,0 2 4 16,0-1-5-16,0 1 6 0,0-1-8 0,0 2 7 15,0-2-4-15,0 1-1 0,0 0 3 0,0 0-4 0,0 2 0 16,0-2-3-16,0 2 2 0,0 0-2 15,0-1 2-15,0-1-2 0,0 1 2 0,0 0-1 0,0 0 5 16,0 1-4-16,0 0-3 0,0-1 1 0,0-1 2 16,0 1-6-16,0 0 6 0,0-1-6 0,0 1-1 0,0 0 4 15,0-1-10-15,0 1 6 0,0 0-13 0,0 0-1 16,0 0 6-16,0 1-7 0,0-1-13 0,0 0-12 16,0 0-11-16,0 1-9 0,0 0-139 0,0-1-105 15</inkml:trace>
  <inkml:trace contextRef="#ctx0" brushRef="#br0" timeOffset="22611.01">15482 9175 706 0,'0'0'102'16,"-1"0"16"-16,0 0-46 0,0-1-37 0,0 0-20 16,-1-1-2-16,1 1-12 0,0 0 10 0,0 1-11 15,0 0 12-15,-1-1-8 0,1 1 4 0,0-1-4 16,0 1 8-16,0 0 3 0,0-2 0 0,-1 1 2 16,2 0 8-16,0 0-3 0,0-3 4 0,2-8-2 0,0-1 2 15,1-3 6-15,2 0-4 0,1-2 5 0,0 1 1 16,2-1-3-16,2 0-3 0,-1-2 0 0,-1 3-6 15,0-1-6-15,1 0 6 0,-2 2-8 0,0-2-2 16,0 2-3-16,0 1-4 0,0-1 3 0,0 2 0 0,0 0-1 16,-2 5-4-16,-1-1 2 0,1 3-3 0,-2 4-4 15,1-3 0-15,-3 3-3 0,8 1 0 0,-1 0 6 16,1-1-1-16,2-4 3 0,-1 3 0 0,3 0-7 16,0 4 4-16,1 2-4 0,1 3 8 0,-3 1-1 15,4 1-2-15,0 1 2 0,0 2-1 0,0 0-2 16,-3-9 0-16,0 9-1 0,1 0-3 0,2 1-21 15,2 0 0-15,0 0-12 0,-1 0-33 0</inkml:trace>
  <inkml:trace contextRef="#ctx0" brushRef="#br0" timeOffset="24644.85">16407 8890 3 0,'0'0'6'15,"0"0"-1"-15,-2 0 5 0,1 0-2 0,0 0 0 0,0 0 2 16,-2 0 11-16,1 0 7 0,-5-1 0 0,-2 0 17 15,3 1 10-15,-2-1-5 0,2 1 6 0,2 0-4 0,-1 0-12 16,0 0 0-16,-1 0-5 0,2 0 3 0,1 0-18 16,0 0 10-16,1 0-14 0,1 0 7 0,-2 0-5 15,1 0-5-15,0 0 1 0,-1 0-8 0,1 0 0 16,0 0 4-16,-1 0-2 0,2 0 8 0,0 0 0 16,0-1-4-16,0-1 1 0,-2 1-1 0,1 0 9 15,0 0 1-15,-1 0 0 0,1 0-9 0,-1-1 0 16,1 1 1-16,0 0 0 0,-1 0-3 0,1 0 3 15,1 1-8-15,-3-1 6 0,1-1-10 0,0 2 10 0,0-1-2 16,1 1 3-16,-2 0 0 0,-1-1 0 0,2 1-4 16,-1 0 1-16,1 0-10 0,-2 0 1 0,0 0 7 15,1 0-2-15,-2 0 8 0,1 0-9 0,0 0 4 16,1 0-5-16,-2 0-1 0,1 0 7 0,0 0-8 16,0 1 9-16,0 0-3 0,-1 2-9 0,0-1 4 0,0 0-6 15,1 0 14-15,1-1-3 0,-1 0 1 0,0 1-4 16,-1 1-5-16,2-1 8 0,-2 0 0 0,0 1 3 15,1-2 3-15,1 1-7 0,0-1 3 0,1 1-3 16,-1-1 3-16,0 0-3 0,1 1-3 0,-2 1 2 16,-1 0-6-16,-1 2-3 0,0 0 3 0,1-2-3 15,1 1 13-15,0-1-6 0,0 1 2 0,-4 3-4 0,3-4 2 16,-5 4-4-16,3-2 6 0,3-3-5 0,-4 4 7 16,3-2-3-16,1-2-2 0,-2 2 1 0,4-2-2 15,0-1 0-15,-1 2 2 0,1-2-1 0,0 1 1 0,2 0-2 16,-1 3-2-16,-1 2 0 0,-3 1-5 0,0 1 4 15,0 0-3-15,2 2 5 0,-1-1 7 0,1 2-8 16,1 1 0-16,0-1-4 0,0 2 4 0,1-1-1 16,-1 3 0-16,2-1-1 0,0 2 4 0,1-1 0 15,-1-2-1-15,1 1 0 0,0-2-2 0,1-1-1 16,0-1 2-16,0 0-2 0,0-2 2 0,1 0 5 16,0 2 1-16,-1 0 2 0,0-3-1 0,3 4-4 15,-2-1-1-15,2 1-1 0,-1 0-3 0,0-2 0 16,0 1 0-16,-1-2 1 0,2 3 7 0,-1-1-3 0,1 1-3 15,0-2 0-15,0 1-2 0,1-1 1 0,1 0 4 16,-1-2-3-16,0 1 2 0,0-2 2 0,1 2 1 16,-1-2 0-16,-1 0-3 0,1 0 0 0,-3-1 0 15,8 1 1-15,-2 0-1 0,0 0-3 0,-1-1-1 16,-1 0 0-16,0-2 2 0,2 1 4 0,-1-1-3 0,2 0 2 16,-1 0-7-16,0-1 10 0,0 0-1 0,1-1 6 15,0 0 0-15,2 0 5 0,0 0 0 0,1 6 0 16,0-2-5-16,1-1-7 0,1-2 0 0,0 0-2 15,0-2 0-15,-1-1 2 0,1 0 2 0,0 0-1 16,0 0 5-16,-1-1 0 0,1-2-4 0,-2 1 3 0,-1-2 1 16,1 0 8-16,-2-1-1 0,3-2 2 0,-4 1-2 15,1 5 3-15,-1-9 1 0,1-1-1 0,1 0-10 16,-2 1 2-16,0-1-5 0,-5 0 5 0,1-2 1 0,4 2-12 16,-5-3 9-16,5-1-10 0,-6-1 3 0,0 1 7 15,0-3-10-15,1 2 8 0,-2-2-5 0,0-1-3 16,1 1 6-16,8 0-6 0,-2-4 1 0,-6 4 1 15,-2 0 2-15,-1-3 0 0,0 3 1 0,0-1-2 16,-1 1 0-16,-1 0-1 0,-2 0 1 0,1 3 3 16,-2 1-2-16,0-1 3 0,2 2 0 0,-2-1-3 15,0-1-2-15,0 1-1 0,-3 0 2 0,1 1 4 16,2 0-2-16,-4 2 2 0,7-1-3 0,-9 0 0 16,-3 0 2-16,5 2-1 0,-6-2 5 0,0 3-8 0,3-3 10 15,-4 2-9-15,3 1 11 0,-1 0 1 0,0 0-6 16,2 2 5-16,1 1-5 0,-1 2 2 0,0 0-4 15,0 2 2-15,1 1-16 0,-1-8-4 0,-1 4-2 16,0 2 0-16,-2 3-3 0,-2 5-32 0,0 4-27 0,-3 0-17 16,-4 18-217-16</inkml:trace>
  <inkml:trace contextRef="#ctx0" brushRef="#br0" timeOffset="91534.59">22845 15891 667 0,'0'0'62'15,"0"0"-16"-15,-1-2 25 0,-1 1 10 0,1-1-35 16,-4-7-5-16,1-3-6 0,0-1-3 0,2 1 0 16,0-1 3-16,0 3-6 0,2-1 0 0,0 3-4 15,0-1-7-15,0 1 7 0,0 2 2 0,2 0 0 0,-1 1-1 16,-1 1 15-16,0 2-1 0,0 1 5 0,0-1-4 16,1 0 5-16,0 0-9 0,0-1 7 0,-1 1-7 15,0 1 7-15,0 0 0 0,0-1-1 0,0 1-23 16,0 1-1-16,0 0-6 0,-1 1 4 0,-1 7-4 0,-7 19-4 15,0 4 1-15,0 3-4 0,2 1-9 0,0 3 2 16,1 1 1-16,0 3 1 0,1 3-3 0,0-6 2 16,1-1-2-16,-1-4 3 0,0-1 4 0,2 0-5 15,-1-3 0-15,3 2-2 0,1-2 0 0,-1 3 3 16,0 0 0-16,1 0 2 0,0 0 2 0,0-3-1 16,0-2-1-16,1-4 0 0,1-6-2 0,2-1-1 15,-1-6 2-15,0-4-2 0,1 2-4 0,1-4-7 16,1 0 0-16,12 1-1 0,-7 2 10 0,7-1-3 0,-2-4 4 15,2-6-3-15,3-4 9 0,-1-3-7 0,0 0 3 16,1-20-4-16,1-4 6 0,-1-5-3 0,1-2-2 16,2-1 0-16,-1 4 2 0,3-3-5 0,2 1 4 15,0-2-4-15,2 0 5 0,-3-5 0 0,-2-1-1 16,-3-3 0-16,-1 3 2 0,0 3 0 0,-1 4-4 0,-3 5 2 16,-3 3 4-16,-2 8-3 0,-3 5 10 0,-1 5-7 15,-2 3 14-15,-2 5-2 0,-3 1 3 0,0 4-1 16,-1 1 7-16,0-1 3 0,2 0-1 0,1 0 1 15,-2-1-11-15,0 2-14 0,0 0-5 0,-1 0-3 16,0 1-26-16,-1 1-9 0,0 1-15 0,-9 16 0 0,0 7-74 16,-1 2-37-16,2 3-12 0,1 2-14 0,2 1-102 15</inkml:trace>
  <inkml:trace contextRef="#ctx0" brushRef="#br0" timeOffset="92018.64">23348 16370 763 0,'-1'0'226'0,"0"0"19"0,-1 0-71 16,1 0-53-16,-1 0-59 0,-2 0-22 0,-3-1 2 16,-1 0-5-16,3 0 3 0,-2 0-16 0,4 0-10 0,-2-1 4 15,0 1-6-15,3 1-6 0,-5-1-6 0,4 1-1 16,0 0 0-16,-4 0-5 0,0 1-12 0,-1 4 4 15,-3 7-6-15,2 18 12 0,-4 9 6 0,1 5-3 16,-1-2 4-16,1 1-1 0,1-5 5 0,2-3 4 16,5-3 1-16,-2-1-1 0,5-6 2 0,-13 0-3 0,5-3 3 15,6-2 0-15,2-3 9 0,1-4-1 0,0-1 2 16,1-2-9-16,0-3 1 0,1 0-1 0,1-2 1 16,-1-1 2-16,3-3 1 0,8 8-1 0,-2-3 2 15,-2-5-1-15,6 0 0 0,-1-2-6 0,3-5 3 16,3-3 3-16,-5 0-3 0,2 0 3 0,-1-10-5 15,-1-1-5-15,-2 0 6 0,-1-1-1 0,-3 1 4 0,-2 0 3 16,-1 0-10-16,-1 2 3 0,-3 0-5 0,-1-2 4 16,12-2 3-16,-5 0 1 0,-4 1 0 0,-3-1-4 0,-1 1-2 15,-2 1-3-15,-2 3 2 0,0 0-4 0,-2 4 8 16,-1-1-4-16,-3-1 3 0,3 5-8 0,4 3 0 16,-10 2-3-16,0 4 0 0,-4 0-14 0,3-9-14 15,0 4-3-15,1 5-6 0,-1 1-23 0,1 4-11 16,1 3-1-16,-1-2-6 0,4 15-25 0,4 4 8 15,3-4-18-15,-10 0 8 0,9 0-64 0,3-7-8 16,4-2 16-16,3-5-6 0,20-5 53 0,6 15-31 16</inkml:trace>
  <inkml:trace contextRef="#ctx0" brushRef="#br0" timeOffset="92403.29">24074 16201 1084 0,'-2'0'80'15,"1"0"2"-15,-6 1-19 0,-12 4-16 0,3 0-23 0,3-2-8 16,2 1 1-16,1-1 6 0,2 1-5 0,-1-1-6 15,2 0 2-15,3-2-3 0,0 0 4 0,3-1 0 0,0 0-15 16,-1 0 2-16,1 0-7 0,-1 1 5 0,0 0 10 16,0 1 2-16,1-1 5 0,1-1 20 0,0 0 15 15,1 0-8-15,1 0 7 0,3 0-18 0,13-3-12 16,1 0 6-16,3-1-8 0,1 0-3 0,4-1 4 16,0 1-6-16,2 1 5 0,1-1-7 0,1 2-12 15,0 0 4-15,-1 0-6 0,1 2 3 0,-4-1-3 16,-2 1-6-16,-3 0 3 0,-1 0-9 0,-4 0-15 15,-1 1 5-15,-3 1-9 0,-1 0 4 0,-4-1-13 16,0 0-26-16,-3 0 5 0,0 1-86 0,-4-2 16 0,1 1-7 16,1 0 1-16,-2 1-74 0</inkml:trace>
  <inkml:trace contextRef="#ctx0" brushRef="#br0" timeOffset="92619.03">24004 16487 832 0,'-1'0'102'0,"0"0"189"16,0 0-224-16,-1 1-21 0,1 0-4 0,0 0-6 15,0-1-28-15,0 0 7 0,0 0 1 0,1 0 5 16,0 0 25-16,1 0-15 0,1 0 1 0,20-8-8 0,2-1-15 16,5-2 1-16,0 2-4 0,5-1 2 0,-1 1-8 15,0-2 1-15,4 1-3 0,-5 0 0 0,2 2-24 0,-2 0-13 16,-4 1-1-16,0 0-2 0,-2 0-12 0,-2 0-154 15,0-2-2-15</inkml:trace>
  <inkml:trace contextRef="#ctx0" brushRef="#br0" timeOffset="93068.83">25325 15896 759 0,'-1'0'286'15,"-1"0"32"-15,1 2-115 0,-1-1-83 0,-2-1-71 16,-2 1-44-16,4-1 2 0,1 0-2 0,0 0 2 15,-2 1 2-15,1 0-12 0,0 1 6 0,1 0-8 16,-1 0-1-16,2-1 7 0,-2 4-8 0,0 1 8 0,-1-1-3 16,2-1 2-16,0 1 3 0,1-3-1 0,-1 7 7 15,0-3 0-15,-1 3 2 0,0 2-1 0,1-1 3 16,-1 5 1-16,-1 0-4 0,0 3 1 0,-1 4-8 0,-1-1 2 16,1 3 2-16,-2 5-2 0,-1 0-6 0,-1 3 6 15,-1 2-5-15,0 2 6 0,0 3-12 0,-2 5 8 16,-1 3-5-16,0 4 7 0,-3 1-4 0,1-1 0 15,-4-3 2-15,2-3-2 0,1-2-3 0,-1-4 3 16,3-3 1-16,2-3 1 0,0-2 2 0,2-5-2 16,0-2-3-16,4-1 0 0,0-3-4 0,0-3-8 15,2 0-1-15,0-7-5 0,1 2-32 0,2-6-28 16,0-2-6-16,0-2-7 0,0 0-26 0,0 0-43 0,0-1-7 16,1-1-24-16,0-1-119 0</inkml:trace>
  <inkml:trace contextRef="#ctx0" brushRef="#br0" timeOffset="93719.71">25288 15939 1966 0,'-1'0'34'0,"-1"0"5"15,-6 0-21-15,-3 0-10 0,6 0-10 0,2 0-4 16,0 0-21-16,1 0 0 0,0 0-8 0,0 0-6 16,1 0 15-16,1 0-1 0,0-1 6 0,1-1 0 0,5 0-1 15,14-6 5-15,2-2-3 0,-1 1 17 0,1 0 6 16,-1-1 2-16,0 2 3 0,1 0 3 0,-1 0 2 16,0 1-4-16,-1 1 1 0,1 1-11 0,-1 1 2 15,-1 2 3-15,-3 2 2 0,0 0 13 0,-2 1-11 16,0 3 5-16,-2 2-5 0,-2-5 6 0,-2 20-8 15,-5 2 1-15,-2 1-2 0,13 3 3 0,-8 1-12 16,-6 1-1-16,-4 0-5 0,-4-1 7 0,-2 0 4 16,-3-2 5-16,-2-2-1 0,14-3 3 0,-15-3 1 0,-2-2 1 15,3-3 1-15,1 0 6 0,0-1-12 0,1-3 6 16,0-1-6-16,0-1 13 0,5-2-17 0,-1-1 5 16,2-2-7-16,2 0 4 0,-1 3 1 0,1-2-3 15,1 0 2-15,1-2-9 0,1 0-6 0,0-1 0 16,0 1-1-16,0 1-9 0,0-1-2 0,1 0 0 0,0-1 0 15,1 0 10-15,0 0 11 0,1-1-2 0,0 0 5 16,3-1 2-16,11-5-5 0,3 0-3 0,-2 1 0 16,2 2-2-16,2 0 3 0,1 2 0 0,0 2 1 15,3 1 2-15,-5 1-5 0,-2 2 6 0,1 1-5 16,-7-2 12-16,3 4 2 0,-3-1-2 0,-4-1 2 16,-1-2 0-16,-1 1 12 0,-3-1-3 0,0 4 6 15,5 3 0-15,-4-1-4 0,-2 2 3 0,-1-1-4 0,-3 2-2 16,-3 0-1-16,-1-2 2 0,-8 2-2 0,-7 0 0 15,-3-3 1-15,1 4-5 0,2-3 5 0,-3 0-12 0,1 0 0 16,0-1 1-16,0 2-2 0,-2-5 2 0,2-2-9 16,-1 2 5-16,-1 0-5 0,3 1 5 0,0-2-17 15,-1-2 1-15,5 0-7 0,1 0-1 0,-1 0-11 16,9 1 0-16,-3-3-5 0,3 1-11 0,6 1-15 16,0-1-20-16,2 0 2 0,1-1-58 0,-1 0 6 15,2 0-1-15,2-1-5 0,14-6-85 0</inkml:trace>
  <inkml:trace contextRef="#ctx0" brushRef="#br0" timeOffset="94236.14">25988 16336 1234 0,'-1'0'219'0,"0"0"-259"0,-1 1 240 0,1-1-124 16,-8 3-71-16,3-2-10 0,1 0-1 0,2 0-2 15,0 1 4-15,1-1-10 0,0 0 4 0,-1 0-7 0,1 0 7 16,1 0-8-16,0 1 8 0,-1-1-8 0,1-1 7 16,0 0 11-16,0 0-3 0,1-1 8 0,1-2 17 15,4-9 0-15,4-5 10 0,3-4-6 0,-11-1 10 0,16-1-13 16,0-3-2-16,1 1-1 0,2 0-3 0,0-3-8 15,0 4 0-15,-2-7-3 0,1 3-10 0,-1-1 8 16,-3-2-2-16,2 6 6 0,-4-2-6 0,0 5-6 16,0 3 4-16,0 1-3 0,-2 4 9 0,0 3 0 15,-4 2-5-15,-1 2 3 0,-4 3-4 0,1 1 17 16,-1 1-5-16,0 0 10 0,1-1 7 0,-1 1 2 16,0 1 4-16,0 0-6 0,-1-1-7 0,0 1-16 15,0 0 4-15,0 1-6 0,-1 1 1 0,0 5-2 16,-6 27-3-16,-4 3 0 0,-3 0-1 0,-1 3-3 0,0-2 5 15,-2-2-2-15,2 2 4 0,0-7-2 0,4-4-1 16,1-1 0-16,3-3 1 0,3-3 1 0,2-2-1 16,0-4 2-16,1 0 3 0,0-2-6 0,0 0 0 15,1-1-2-15,2 1 3 0,1-2-6 0,2 1 2 16,0-2-6-16,2-2 4 0,6-3-11 0,0 0 6 0,2-2-8 16,4 11-7-16,4-5-4 0,1-6-4 0,-1-5 1 15,-1-3-11-15,0-4 2 0,1 9-6 0,-4-16 3 16,1-2-23-16,-2-2-50 0,-2 0-3 0,2-1-22 15,-4-1-71-15</inkml:trace>
  <inkml:trace contextRef="#ctx0" brushRef="#br0" timeOffset="94603.79">26452 15545 1570 0,'0'0'80'0,"0"0"5"0,0 0-19 0,-1 0-16 16,0-1-23-16,0 0-17 0,0-1-8 0,0 1 3 15,-1-1-3-15,1-1 10 0,1 1-3 0,0 0-2 16,0-2 0-16,0-2-1 0,0 2 7 0,0-3 5 15,0 1 0-15,0 2 23 0,0 1 6 0,0 2-2 16,1-2 3-16,1 1-2 0,-2-1-24 0,0 1 9 0,0 0-15 16,0-1-1-16,0 2-9 0,1 0-1 0,-1 0-2 15,0 0-6-15,0 0-1 0,0-1-8 0,0 1 4 16,0 0-10-16,0 0-15 0,0 0-3 0,0-1-5 16,1 1-20-16,0 1-50 0,0 0 0 0,0 0-22 15,1 0-33-15,-1 0-43 0,1 0-14 0,-1 0-20 16,9-1-153-16</inkml:trace>
  <inkml:trace contextRef="#ctx0" brushRef="#br0" timeOffset="95821.37">26757 16148 733 0,'0'0'64'0,"-1"0"114"0,0-1-127 0,-1 0-7 16,1 0 2-16,0-1-4 0,0 1 3 0,0-1-12 15,0 0-3-15,-1-1-2 0,2 2-9 0,0-1 4 16,0-1 2-16,0 2 0 0,0-1 0 0,0 1 9 0,0-1 1 15,-1 0 5-15,0 0 12 0,0-1-11 0,0 1 5 16,0 0-7-16,-1-1-1 0,1 2-6 0,0 0-1 16,0 0-1-16,0 0-3 0,0-1-13 0,-1 1-1 15,1 0-3-15,0 0 0 0,0 0-4 0,0 0-1 0,1-1-1 16,0 1-1-16,0 0-5 0,0 1 0 0,0 0-2 16,0 0 5-16,0 0 4 0,0 0-5 0,0 0 3 15,0 0-4-15,0-1 1 0,-2 0 6 0,1 1-4 16,1 0-2-16,0 0 7 0,0 0-5 0,-1 0 6 15,0 0-9-15,0 0 7 0,0 0-5 0,1 0 6 16,0 0-2-16,-2 0-3 0,1 0 6 0,0 0-7 16,0 0-3-16,1 0 3 0,0 0-1 0,0 0 2 0,0 0 0 15,0 0-2-15,0 0-1 0,0 0 1 0,0 0 1 16,0 0 3-16,-1 0-3 0,0 0 1 0,1 0-3 16,0 0 3-16,0 0-2 0,0 0 2 0,0 0-2 0,0 0 0 15,0 0 4-15,0 0-3 0,0 0 1 0,0 0 6 16,0 0-7-16,0 0 6 0,0 0-11 0,0 0 9 15,0 0-6-15,0 0 6 0,0 0-4 0,0 0 5 16,0 0 1-16,0 0-1 0,0 0 4 0,-2 0-2 16,2 0-1-16,0 0-1 0,0 0-4 0,0 0 3 15,0 0 4-15,0 0-2 0,0 0 1 0,0 0-8 16,0 0 5-16,0 0-5 0,0 0 2 0,0 0 12 16,0 0-9-16,0 0 11 0,0 0-4 0,0 0 3 15,0 0-1-15,-1 1 1 0,0 1-9 0,-4 8-7 0,-4 11 3 16,1 2-3-16,-1 2 1 0,-2 3 1 15,1 0-2-15,1 2 1 0,-1 2 4 0,3 1-4 0,1 1 0 16,-1-4-1-16,0 2 5 0,2-4-5 0,-3-3 3 0,3 0-4 16,-1-3 5-16,1-3 1 0,1 0 2 0,2-4 0 15,0-5 8-15,-1 1-7 0,1-2-4 0,1-3-1 16,0-1-5-16,0 2 1 0,1-3 3 0,0-2-1 16,0-1-7-16,0 1 1 0,0 1-1 0,1-1 3 15,0 1 6-15,1-2-2 0,1-1-2 0,10 1 1 16,-2-2 1-16,2-4-7 0,0-2 7 0,0 2-7 15,5-12 7-15,-2-3-3 0,3 2-5 0,0-2 1 0,0 1 2 16,1-1 1-16,-3 0 2 0,1 5-2 0,-2-2 4 16,-2 6-9-16,2 1 8 0,-3 6-7 0,0-6 11 15,-3 4-8-15,2 3-4 0,-1 2 1 0,-2 1 7 16,-1 2-3-16,0 3 4 0,-2 2-4 0,0 15 8 0,-2-1 16 16,-2-2-6-16,11 3 6 0,-5-1-9 0,-4-1 17 15,-3-1-1-15,-1-3 5 0,-1-2-1 0,-2-3-10 16,-1 1 4-16,-1-2-8 0,-2-1 0 0,0-1-6 15,-11 0 4-15,-2 1-3 0,-2-1-2 0,-4-2-5 16,-1 1-4-16,-1-2 3 0,0-2 0 0,-1 1-5 16,1 11-3-16,2-7-2 0,0-3-11 0,4-3-13 15,2-2 2-15,6 0-7 0,0-1-20 0,3 0-34 16,2-1-8-16,2-1-13 0,3 2-71 0,2-1-13 0,-2-5-33 16,2-16 4-16,7-3-172 0</inkml:trace>
  <inkml:trace contextRef="#ctx0" brushRef="#br0" timeOffset="97023.68">27544 15740 1026 0,'0'0'52'0,"-1"0"3"0,-1-1 0 0,1 0-6 15,0 0-10-15,0-1 15 0,0 1-7 0,-1 0 2 16,1 0-3-16,0 0 3 0,0 0-21 0,0-1 7 15,0 1-12-15,-1 0 1 0,1 0-6 0,0 0-5 16,0-1 3-16,0 2-3 0,0 0 3 0,-1 2 0 16,0 1 2-16,-4 22 4 0,-2 3-16 0,-1 6 4 0,-2 4-9 15,-1 5 12-15,2 1-8 0,-2 2 5 0,0 1-5 16,-1-4 11-16,0 1-1 0,-2-4 5 0,1-1-3 16,1-2 10-16,1-4 0 0,2 1-5 0,-2-6 3 15,1-1-12-15,4-2-9 0,0-6 4 0,5-3-6 16,-1 0 7-16,2-6-17 0,-5-3 4 0,4-3-11 15,2-3-5-15,0 0 3 0,0 0-3 0,-1 2 5 16,0-2 2-16,1 0 5 0,0-1 0 0,1-2 1 0,8-22 2 16,2-6-2-16,1-6 7 0,-1 0-5 0,2-4 5 15,0-2 4-15,0-1-4 0,1-5 5 0,0 0-6 0,0-4 0 16,1-1-3-16,-1 5 2 0,1 1 3 0,-1 8-3 16,-1 3 3-16,0 5-4 0,-1 3 2 0,-1 6 5 15,1 4 0-15,-1 1 4 0,-3 5 6 0,-7 0-3 16,5 2 2-16,1 2-1 0,1 1 8 0,-3 2-2 15,3 2 2-15,1-3-2 0,0 0-4 0,-1 3-5 16,0 1-2-16,3 2 2 0,0 2 3 0,-3 1-4 16,1 3 6-16,-3 3-6 0,-1 13 6 0,-2-2-12 15,0 1 0-15,8-1-2 0,-2 1 3 0,-6-1 3 16,-2 1-1-16,-1-2 1 0,-2 1 1 0,-2-1-7 0,0-1 2 16,-3-1-2-16,-2 1 0 0,0-3 2 0,0-1-1 15,7 1 1-15,-12-3 2 0,0-1-1 0,-1-2 3 16,1 2-2-16,-1-1 6 0,-1-3 1 0,3 3-1 15,-2-7 1-15,2 1-3 0,5-1-5 0,1 0 2 16,1-2-3-16,1 1 0 0,1 0 0 0,-1 0-2 0,3 1 0 16,-1 1-1-16,3-3-1 0,0 0 1 0,-1 1-1 15,1 0-4-15,-1 0 8 0,0 0-2 0,-1 1 5 16,-1 2-1-16,1 1-2 0,0 0-1 0,1 1 0 16,1 2 4-16,0 0-7 0,3 0 4 0,1 1-4 15,2 0 1-15,1 1 1 0,-4-2-2 0,11 1 1 16,1-1-4-16,1 1-1 0,2-1 0 0,-6-1-2 0,5-1-10 15,-1 0-4-15,5-2-10 0,0 1 3 0,-2-3-28 16,1 1-7-16,-5-2-13 0,4 1 0 0,-3-1-53 16,1-1-29-16,1 11-14 0,-3-5-10 0,0-2-82 0</inkml:trace>
  <inkml:trace contextRef="#ctx0" brushRef="#br0" timeOffset="97372.37">28150 16152 695 0,'0'0'180'0,"0"0"0"0,-1-2 3 16,0 1-26-16,-1 0-43 0,1 1-32 0,-6-3-1 15,4 1 2-15,0 0-3 0,-1 0-10 0,-3-3-13 0,-2-1-2 16,-4-1-6-16,-1 1-25 0,4 4 4 0,0 0-13 16,0 0 10-16,1 2-13 0,-3 0-3 0,0 2 6 15,1 0-4-15,-4 3 13 0,3 0-9 0,-3 3 6 16,-1 0-7-16,1 1-1 0,2-7-2 0,0 13-2 0,2 0 1 15,2-1-5-15,2-1 0 0,1 1-4 0,2-2 2 16,1 1-2-16,2-1 2 0,-9 0-1 0,4 0 0 16,2 2-9-16,1 0 9 0,3-1 0 0,0 0 5 15,1 0 0-15,3 1 4 0,2 0-6 0,1 1 5 16,2-3-8-16,-4 1 6 0,11 2 1 0,2-1 0 16,1-3 2-16,2-1-1 0,7-1 1 0,1-2-2 15,2-2-9-15,2 0-4 0,-5-4-2 0,5 14 0 0,1-10-10 16,3-7-22-16,-2-7-8 0,0-4-6 0,1-3-36 15,-4 9-89-15,-2-20-34 0,-2-4-66 0,-1-5-575 0</inkml:trace>
  <inkml:trace contextRef="#ctx0" brushRef="#br0" timeOffset="103193.26">25701 15524 13 0,'0'0'0'0,"0"0"30"15,1-1 18-15,0-1 11 0,1 1 7 0,-1-1-14 16,-1 1-8-16,2-4-13 0,2-3 7 0,-1 2-9 15,1-1 23-15,-1-1 10 0,0 2-6 0,-1-1 6 16,0 1-8-16,1-2 1 0,-2 2 5 0,0 1-6 16,0 0-13-16,0-1-3 0,-1 0-4 0,1-1 3 15,-1 0-4-15,0-1-1 0,0 1-4 0,0 2 2 16,0 1 2-16,0-1 8 0,0 0 0 0,-1 1 1 0,0-2-13 16,0 1 3-16,0 1-1 0,-2 1 2 0,1-1-8 0,0 1-11 15,-1-1 3-15,-8 2-5 0,1 0 8 16,1-2-6-16,-3 3 1 0,5 0-1 0,-2 0 6 0,-4-9-4 15,1 4 0-15,-1 2-2 0,0 1-6 0,0 2-1 16,0 1 2-16,-1 0 0 0,-2 1 11 0,1 2-10 16,0-1 2-16,1 1-5 0,-1 2-1 0,-2 1 3 15,2 1 0-15,0 1 0 0,-1 2 1 0,0-1-3 16,0 2 2-16,-1-10-1 0,1 12 4 0,-1 2-9 16,-1-1 4-16,2-1-5 0,-2 1 3 0,2-3-1 15,-1 2 0-15,-3-1 0 0,5 1-4 0,-1 1 2 16,-3 0-1-16,6 3 1 0,-2-1-1 0,-4-2 0 0,2 0 0 15,1-1 1-15,-2 0 0 0,7 0 4 0,-1-2-5 16,-1 4 4-16,1-3-4 0,0 1-2 0,1 0 2 16,1 0-2-16,-2 1-2 0,3-1 4 0,0 3 0 15,0 0 3-15,0 1-2 0,1-1 3 0,-3 2-2 0,2-1 3 16,-1 3 1-16,2 4-3 0,0-2-2 0,1 4 0 16,-1-2-1-16,1 1 7 0,-1 1-6 0,3 2 7 15,0 0-11-15,0-1 4 0,2-2 6 0,-1-2-3 16,1-1-4-16,-10-1 6 0,6-1-8 0,2 0 7 15,3-2-4-15,0 0 2 0,2-1 1 0,0 2-2 0,3-1-3 16,0-1 3-16,1 3-1 0,0 0 2 0,1 1 1 16,1 5 3-16,0-1-5 0,1 1 3 0,0 1-5 15,1-2-3-15,1-2 3 0,-2-1-4 0,1 1 7 16,0-3 3-16,1 0 0 0,1-3 0 0,-1 1 5 0,-8 0-10 16,15-2 6-16,1 1-7 0,1-1 7 0,2 1-4 15,2-2 1-15,1-1-2 0,3 0 4 0,3 1-3 16,-1-1-3-16,5 1 2 0,-5-1 1 0,1 0-2 15,0-1-1-15,-2 0 0 0,1 1 0 0,-1-1 2 16,-1 1 4-16,2-1 1 0,1 1 1 0,-1 0-7 16,4 2 0-16,0-1-1 0,1-6 0 0,4 3 7 15,0-3-7-15,5 2 5 0,1 0-5 0,-2 0 0 16,-1 0 6-16,-2-1-5 0,0-2 0 0,-1 3 4 0,3-3-2 16,1-1 2-16,2 2-5 0,3-2 0 0,-1-3 2 15,1 0-1-15,-3-2 7 0,-1-1 0 0,-1 1-6 16,-2-1 4-16,2 18-7 0,0-11 1 0,0-6 3 15,5-2 0-15,0-1 4 0,3-4-3 0,3-1-4 16,-2-2 1-16,0 0 0 0,-2-3 2 0,-1-2-3 0,-1-1 0 16,5-3-2-16,-1-2-4 0,-1 1 8 0,2-2-5 15,-1 19 4-15,0-21-2 0,0-2-4 0,-4-1 1 16,-2 2 2-16,-1-2 2 0,1 1 1 0,1 0 2 16,1-1-2-16,2 4-2 0,-1-1-1 0,-3 1-2 15,-3-2-2-15,-6 3 5 0,-2 0-1 0,-3 3 2 16,-2-1 1-16,-1 0 1 0,-4 1 1 0,-1-1 0 15,-2 2-1-15,-2-1 10 0,0 2-1 0,-5-3 6 0,3 3 10 16,-2-4 1-16,-1-3-1 0,1 2 1 0,0-4 1 16,-1 2-6-16,1-3 5 0,-4-1-6 0,-2-1 0 0,3 0-11 15,-3-1-1-15,2 0-2 0,-2-1 5 0,-3 0-10 16,-1-1 6-16,12-3-9 0,-7 0 4 16,-6-4 0-16,-3 4-2 0,-1-3 2 0,-3-3 0 0,-3 3 6 15,-2-2-4-15,-3 4 5 0,-1 2-7 0,-2 2-2 16,7-2 7-16,-19 1-5 0,-5 0 8 0,-1-2-4 15,-2 0-5-15,-2-4 2 0,-1 3 0 0,-1-3-11 16,-5-7 4-16,-4-1-8 0,-4-3 0 0,-7 1 1 16,-4 6-3-16,-4 3 4 0,0 3 3 0,-2 1-12 15,-9 3 3-15,-7 3-7 0,-8 2-11 0,-5-1-23 0,-5 7-9 16,-13 1-7-16,-5 7-43 0,-9 8-62 0,-11-23-18 16,-7 35-34-16,-4 17-257 0</inkml:trace>
  <inkml:trace contextRef="#ctx0" brushRef="#br0" timeOffset="135524.82">8657 15483 1976 0,'-1'1'33'0,"-7"3"-19"0,-23 12-21 15,2 6-9-15,9 6-33 0,7-2-4 0,5 0 36 16,4-2-3-16,3-3 5 0,0-4-19 0,0-3-26 15,-6-4-5-15,4-5-10 0,2-2-30 0,1-2-16 16,0 2 4-16,1-1-6 0,2-1 14 0,-1-1-37 0,13-6 4 16,-1-10-19-16,3-27-31 0</inkml:trace>
  <inkml:trace contextRef="#ctx0" brushRef="#br0" timeOffset="135637.34">8739 15196 181 0,'2'-2'71'0,"-1"0"-32"0,4-6 72 16,0-2-19-16,-1 5-34 15,-4 3-2-15,2 0 0 0,1 1-1 0,-1 1-2 0,0 1-34 0,8 23 0 0,-7 19-13 16,-3 10-18-16,-7 13 11 0,-3 6-2 0,-2 1 6 15,-3-8 11-15,-3-11 40 0,2-8-8 0,0-9 15 16,2-4-42-16,2-7-34 0,2-5-36 0,3-6-15 16,1-4-276-16</inkml:trace>
  <inkml:trace contextRef="#ctx0" brushRef="#br0" timeOffset="-212325.71">3425 14609 531 0,'-1'0'63'16,"0"0"-5"-16,0 0 37 0,0-1-8 0,0 0-8 15,-2-1-42-15,1 1-17 0,0-1 5 0,0-1-8 16,-4-5-6-16,3 1-7 0,-2-2-5 0,2 1 1 16,0-1-1-16,0-2 1 0,2 1-1 0,-2 0 2 15,1-1 1-15,0 0 1 0,-1 1-1 0,3 2 1 16,-1-2-3-16,0 0 8 0,0-1 1 0,-2-3 1 0,2 0 3 16,0 1-11-16,0 0 5 0,1 0-7 0,0 2-3 15,-1 2 3-15,0 0 0 0,-1 3 3 0,2 1-3 16,0 1-1-16,0 2-3 0,0 0 4 0,0-1 1 0,0 1-1 15,0 0 2-15,0 1-2 0,0-1 5 0,0 1 5 16,0 0 2-16,0 0 0 0,0 0-3 0,0-1 12 16,0 2-9-16,0 0 10 0,0 2-16 0,0-1 6 15,0 1-2-15,0 6 3 0,0 4-2 0,0 1-9 16,0 0 9-16,0-1-9 0,0 0 4 0,0-2 7 16,0 4-5-16,0 0 7 0,2 4-11 0,0 0 7 15,-1 3-1-15,1 3 5 0,0 1 10 0,-1 2-17 16,0 1 9-16,1 1-11 0,1 1-3 0,-1 4 8 0,0-1-9 15,-1 4 9-15,1 0-12 0,-1 2 2 0,2 3-1 16,2-3 3-16,-1 1-3 0,-1-6-2 0,-2-4 5 16,2-4-3-16,-2-5 10 0,0-5-4 0,0 2 0 15,-1-4-1-15,0 0 11 0,0-1 5 0,0 0 2 16,0 0 1-16,0-2-9 0,-1 0 3 0,0 1-4 0,0-1 4 16,-1 0 1-16,0 1-14 0,0 1 0 0,-1 1-4 15,1-2 7-15,0 1-7 0,-1 0 9 0,0-1-8 16,-1 1 8-16,0-1-6 0,-1 1 1 0,0 0-1 15,1-1 5-15,-1 1-9 0,1-4 0 0,2 0-3 16,1-3 3-16,0-1-8 0,1-1-3 0,0-3-4 16,0 3-20-16,0-2-10 0,0 0-5 0,0 0 0 15,0-1-14-15,1-1 3 0,0 0-14 0,1-1-1 0,2-2-96 16</inkml:trace>
  <inkml:trace contextRef="#ctx0" brushRef="#br0" timeOffset="-211106.68">3552 14883 628 0,'-1'0'24'0,"0"0"40"16,-1 0-23-16,-6 0 12 0,-1 0-4 0,1 0 3 15,1 0-15-15,-1 0-5 0,0 0 5 0,2 0-4 16,-4 0-2-16,3 0-1 0,0 0-1 0,-1 0 3 15,0 0 9-15,-2 0-4 0,2 0-4 0,0 0 1 16,1 0 0-16,1 0 4 0,-2 0 2 0,2 0-1 16,-1 0 0-16,0 1-10 0,-2 0-6 0,4 0-1 0,0 1-10 15,0-1-4-15,3 0 9 0,-1 0-7 0,1 0-2 16,0 0-3-16,-1 1-2 0,2 0 2 0,0 0-4 0,1 1 1 16,0 6 0-16,4-1 0 0,0 1 2 0,3-1-1 15,11 0 3-15,2 3-2 0,0 0 4 0,0 1-5 16,1 1-1-16,0 0 1 0,4 3-1 0,0 0 3 15,2-1-3-15,1 1 3 0,3 1-6 0,3-2 8 16,-3 2 0-16,2-3 5 0,-1 0 4 0,-1-1 11 16,-1-1-5-16,0-1 5 0,-1 2-9 0,-4 0-11 15,1 1 4-15,-5 0-5 0,-1 1 14 0,-1-3-18 16,-2 1 11-16,0-1-13 0,-2 2 7 0,-2 0-1 0,-1 1-5 16,-1-1 4-16,-2-1 2 0,-1-2-5 0,-1 3 0 15,-4-2-2-15,4-1 0 0,-3-1 1 0,0-3 0 16,-2-1 0-16,-1 0-5 0,0-1 0 0,0-3-2 15,2 3 1-15,-2-4-12 0,0-1-16 0,1 2-2 16,1 1-6-16,-1-1-14 0,-1 1-88 0,1-1 2 16,-1-1-43-16,0 0-106 0</inkml:trace>
  <inkml:trace contextRef="#ctx0" brushRef="#br0" timeOffset="-210623">3690 15281 935 0,'0'0'83'0,"0"0"-101"15,-1 0 100-15,0 0-52 0,0 0-9 0,-1 0-14 16,1 0-7-16,0 0 1 0,0 0-9 0,0 0 13 16,1 0 0-16,0 0 3 0,0 0-9 0,0 0 7 15,1 0 2-15,0 0 2 0,0 0-3 0,0 2 1 0,2-1-1 16,3 0 3-16,4 3 13 0,0-2-6 0,-2 0 2 16,4 3-4-16,-3-3-7 0,5 3 6 0,-3-1 1 15,3 0 3-15,-2 0 8 0,-1-1-6 0,3 1 2 16,-3-1-3-16,3 2-1 0,-3-1 12 0,-1-2-7 15,1 1 8-15,-2 0-12 0,1-1-6 0,-1-1 5 0,-1 1-6 16,2-1 1-16,-1-1 5 0,-1 0 4 0,1 0 1 16,0-3 16-16,-2 0-18 0,1-3-3 0,-1 0-3 15,0-12-5-15,-1 0-7 0,0-2 2 0,0-3-4 16,-1 2-1-16,-2-1 0 0,0-2 3 0,-1 1-1 16,-1-1 9-16,0 2-9 0,12 0 1 0,-5 0-3 15,-4 2 2-15,-3 4-2 0,-1 2 6 0,0 4-5 0,0 1-1 16,0 2 4-16,0 2-10 0,0 2 7 0,0 2-16 15,-1-2-18-15,0 1-19 0,0-1-6 0,-1 2-114 0,1 0-63 16,0 0-21-16</inkml:trace>
  <inkml:trace contextRef="#ctx0" brushRef="#br0" timeOffset="-210205.65">4264 15296 652 0,'-1'0'177'0,"0"0"24"0,-4 0-74 0,-10 2-58 0,4-1-38 15,0 0-1-15,4 0-11 0,4-1 2 0,-2 0-8 16,0 0-11-16,1 0 2 0,-3 2 4 0,2-2-2 15,3 0-1-15,-2 0-1 0,3 0 0 0,-1 0 1 16,0 0 12-16,1 0 15 0,0 0-3 0,-1 1 8 16,-1 0 1-16,1 0 0 0,0 0-4 0,0 1 1 15,1-1-18-15,0 0 0 0,0 0-1 0,0 0 2 0,0 0 5 16,-1 2-11-16,1 6 5 0,0 9-9 0,2 4 5 16,3 5 0-16,2 4-5 0,1 3 3 0,1 2-8 15,4 4 3-15,-3-1 8 0,0-1-4 0,2-1 6 0,-2-3-11 16,2-1 2-16,-3-3-4 0,-1-3 3 0,2-2-6 15,-2-5-4-15,0-2 0 0,0-2-6 0,-1-5-4 16,-1 1 4-16,-1-5-6 0,0-1-13 0,-2-1-16 16,-1-3-11-16,-1-1-4 0,2 2-69 0,1-1-169 15,-1-1-80-15</inkml:trace>
  <inkml:trace contextRef="#ctx0" brushRef="#br0" timeOffset="-209271.98">3393 14530 476 0,'0'0'132'0,"0"0"6"0,-2 0-10 0,1 0-24 16,0 0-28-16,-1 0-3 0,-1 0-19 0,1 0 4 15,-2 0-10-15,3 0-17 0,-2 0 0 0,2 0-10 16,-2 0 5-16,1 0-22 0,0 0 0 0,0 0-4 15,1 0 1-15,0 0-1 0,0 0 1 0,0 0 2 0,-1 0 1 16,1 0 7-16,0 0 4 0,0 0 0 0,1 0 2 16,0 0-4-16,0 0 19 0,0 0 1 0,0 0 6 15,1 0 2-15,0 0 0 0,0 0-9 0,2-1 5 16,5-1-22-16,7-3-1 0,-1-1-1 0,4-1 0 16,1-1-6-16,0-3 5 0,2-1-4 0,0 10 3 15,1-19-7-15,2 2-4 0,-1-2 8 0,2 1-7 16,2 1 1-16,-3 0 4 0,2 0-9 0,-3 3 7 0,-2 1 1 15,0 2 0-15,-4 1-3 0,2 1 0 0,-2 3-7 16,0 0 12-16,-2 3-2 0,-1 0 5 0,-3 1-9 16,2 0 5-16,0 2-2 0,-2 0 2 0,1-1 2 0,-2 1-6 15,-1 0 8-15,-2-1-6 0,0 1 8 0,-1-1-1 16,-1 1-3-16,-1 1 3 0,1 0 1 0,1-3-7 16,-1 2 5-16,-1 0-6 0,1 0 4 0,-1 0-6 15,-2 0-2-15,-1 2 2 0,1-3 8 0,1 1-11 16,-1 0 5-16,1-1-6 0,-1 1 9 0,-1 1 6 15,0 0-3-15,0-1 4 0,1 1 0 0,-1 0 2 16,0 0-1-16,0 0 0 0,0-1 1 0,0 1-12 0,1 0 4 16,-1 0-6-16,0 0 5 0,0 1-3 15,-1 0 0-15,0 0-1 0,0 0-4 0,0 0 1 0,0 0 0 16,0 0 1-16,0 0 1 0,0 0 3 0,0 0 2 16,0 0 0-16,0-1 3 0,0-1-4 0,0 1-1 0,0-1 0 15,1-13-6-15,-1-7 5 0,0-3-5 0,0-5 4 16,-2-5-11-16,0-7 6 0,-1-3-5 15,1-7 4-15,0-1-1 0,-2-1 1 0,2 0-1 0,1 2 1 16,-2 3 5-16,1 1-2 0,-2 2 6 0,1 2-6 16,-2 2 13-16,0 0-6 0,2 5 0 0,-1 1-2 15,2 4 2-15,0 4-3 0,-2 3 1 0,2 5-3 16,-2 0-9-16,1 2 5 0,0 3-3 0,1 2 4 0,0 3-3 16,0 3-5-16,1 1 0 0,0 2-3 0,0 1-6 15,1 1-37-15,0 1-20 0,-1-1-13 0,0 0-121 16,-1 0-107-16,1 1-26 0</inkml:trace>
  <inkml:trace contextRef="#ctx0" brushRef="#br0" timeOffset="-208605.9">3387 14662 1065 0,'-2'0'55'0,"1"0"3"0,0 0 1 15,-13 1-7-15,5 0-12 0,3 0 5 0,2-1-18 16,1 1 3-16,-3 2-8 0,0-1 12 0,0 1-5 15,1-1 1-15,2-1-3 0,-1 0-4 0,-4 3 1 16,0-1 4-16,1 0-2 0,-7 1 5 0,3-1-2 16,-2-1 4-16,-5-1-2 0,3-1 14 0,-4 0-2 15,-1-2-2-15,2 0 1 0,-5-2-9 0,0-1-4 16,-1 1-1-16,-3-1-1 0,0 0 1 0,1 0-7 16,-4 0-1-16,-2 0-2 0,0 0-4 0,-7-1-5 0,4 2 3 15,-1-1-4-15,-4 0 0 0,2 0 3 0,-2 1-1 16,2 0 1-16,1 1 1 0,-2-2-4 0,1 2 1 15,-4-2-1-15,-1 0-4 0,0 2 4 0,-2-2 2 16,3 1 0-16,2 1-1 0,0-1-5 0,4 1 0 0,2-1 0 16,2 1 6-16,1-2-7 0,3 0 1 0,2 2-3 15,2-1-5-15,1 2 4 0,1 1-4 0,5 1 4 16,-4 0-2-16,1 0 1 0,4 0-1 0,-3 1 0 16,6 0-1-16,2 1-1 0,1 1 3 0,-1 0-2 15,1 1 3-15,3-2-1 0,-2 2-7 0,5-2 2 16,-2 2-6-16,-1 0 2 0,2-1-1 0,2-1-2 15,0-1-14-15,2 4-14 0,-3 0-4 0,2-2-4 16,1 1-20-16,0-1-31 0,1 1-17 0,1-2-16 0,1 0-157 16,16 7-177-16</inkml:trace>
  <inkml:trace contextRef="#ctx0" brushRef="#br0" timeOffset="-207286.81">2208 14853 428 0,'0'0'42'0,"-1"0"-2"0,0 0 27 15,0 0-2-15,0 0-2 0,0 0 7 0,-2 0-27 0,1 0 4 16,-1 0-13-16,1 0-7 0,0 0-13 0,-1 0-6 16,1 0-2-16,0 0-11 0,1 0 4 0,-1 0 3 15,1 0-2-15,0 0-1 0,0 0 2 0,0-1 1 16,-1 1 3-16,1 0 14 0,0 0 10 0,0 0 2 16,0 0 3-16,0 0 10 0,-1 0-11 0,1 0 2 0,0 0-7 15,0 0-2-15,1 0-6 0,0 0-2 16,0 0-1-16,0 0 2 0,0 0 8 0,1 0-1 0,0 0 1 15,0 0-10-15,2 0-1 0,-1 0 3 0,8 0-2 16,1 1-8-16,2 1 7 0,4-1-7 0,-1 0 8 16,-2-1-1-16,0 0-11 0,-4 0 5 0,2 0-6 15,2 1 4-15,-1-1-3 0,-2 0-1 0,-1 0 0 0,-1 0 1 16,1 0-7-16,-3 0 0 0,2 0-4 0,-4 0-6 16,-1 0-31-16,1 0 0 0,-3 0-16 0,2 0-46 15,-2 0-121-15,3 0-17 0</inkml:trace>
  <inkml:trace contextRef="#ctx0" brushRef="#br0" timeOffset="-207000.4">2382 14689 872 0,'-1'0'131'16,"0"0"264"-16,0 0-352 0,-5 0-7 0,-1 0-9 16,3 0 3-16,0 0-19 0,-1 0-6 0,4 0 2 0,-1 0-3 15,-1 0-2-15,1 1-4 0,-1 1 2 0,-1 7-2 16,-2 5 2-16,1 2 6 0,3 3-1 0,1 0 5 16,1 1-2-16,1 1 15 0,0 2-11 0,1 2 10 15,2 0-15-15,-1-3-4 0,1 1 4 0,2-3-4 16,2 1 1-16,1 1-15 0,1-3-1 0,0 1-6 15,1-3-21-15,-10 1-36 0,16-3-28 0,-2 1-14 16,3-2-212-16</inkml:trace>
  <inkml:trace contextRef="#ctx0" brushRef="#br0" timeOffset="-206536.12">3662 15690 961 0,'-1'0'119'0,"-1"0"259"0,0 0-348 15,0 0-18-15,-1 0-2 0,2 0-7 0,0 0-14 16,0 0 11-16,0 0 0 0,1 0 5 0,0 0-1 0,1 1-10 16,0 0 0-16,1-1-4 0,11 2 6 0,0-1 1 15,3-1-2-15,1 0 0 0,-4 0-5 0,-2 0 2 16,-3 0 1-16,-1 0-1 0,0 0-7 0,0-1-6 16,1 0 0-16,-3 1-1 0,3-1-2 0,1 0-1 15,-5 0-17-15,3-1 0 0,-3 2-124 0,-1 0-124 16</inkml:trace>
  <inkml:trace contextRef="#ctx0" brushRef="#br0" timeOffset="-205552.9">2092 15673 552 0,'0'0'108'16,"-1"0"16"-16,0 0-13 0,-2 0-51 0,1 0-4 15,0 0-27-15,-3 0-14 0,3 0 9 0,-1 0-10 16,0 0-1-16,0 0 7 0,1 0-9 0,0 0 7 15,-1 1-18-15,1 0 9 0,0 1-7 0,0-2 7 16,0 1-6-16,0 2 17 0,-1 6 0 0,0-1 5 16,-1 0 5-16,2 1-2 0,-2 2-4 0,2 2 0 0,0 1-8 15,-1 1 1-15,2 2 6 0,0 0-4 0,-10 0 3 16,4 1-9-16,4-1 1 0,2-3-4 16,1 2-3-16,0-1 2 0,1 0-2 0,2 3 3 0,1-3 3 15,-1-3-9-15,1-3 5 0,-1-2-6 0,1 0 6 0,-1-1-4 16,0-2 1-16,2-2-1 0,3 0 14 0,-1 1-17 15,1-1 13-15,0-1-13 0,1 2 12 0,0 4-9 16,-1-3-1-16,0 0-1 0,1-3 8 0,-1-1-7 16,0 0 1-16,0 0-1 0,2-1 6 0,-3-1 6 15,0-2 3-15,0 1 0 0,0 1 9 0,-1-9 2 16,0-5 2-16,-2 1-1 0,1 1 0 0,1 0-13 16,-4 0-1-16,1-2-2 0,-1 3 5 0,9-3-11 15,-4 0-1-15,-3 0-4 0,0-3-9 0,-3 5 6 0,-1 0 3 16,0 1 2-16,-1 0-3 0,-1 2 1 0,-3-2-5 15,-1 1 3-15,0 1 2 0,0 2-8 0,5-2 4 16,-10 3-5-16,0 0 10 0,0 1 0 0,-1 2 1 0,-1 0-2 16,2 2-4-16,0-1 4 0,0 1 2 0,1-4-1 15,-1 1-3-15,3 2 4 0,0 2-4 0,1 1 5 16,1 0-7-16,0 1 2 0,1 0-3 0,-1 0 2 16,2 0 0-16,0 1 2 0,1 0-3 0,0 0 0 15,2-1-8-15,0 0 6 0,0 7 1 0,-6 3 1 16,1 0-4-16,2 0 1 0,2 0 2 0,2 0-1 15,0-2-2-15,0 1 3 0,1 0-4 0,2 0 5 0,0 2 1 16,1-2-6-16,1 1 3 0,1 1-7 0,1 0 9 16,0-1-12-16,1 1-3 0,-6-2-2 0,8-1-6 15,1 2-10-15,0-3 5 0,0 1-10 0,1-1-19 0,1-1-89 16,1 0-1-16,1-5-34 0,2 4-45 0,2 7-74 16</inkml:trace>
  <inkml:trace contextRef="#ctx0" brushRef="#br0" timeOffset="-205318.84">2498 15708 1591 0,'-2'0'39'0,"1"0"70"16,-9 4-83-16,1-1 0 0,6-1-9 0,2-2 3 15,-2 1-25-15,2-1 7 0,0 0-2 0,-1 2 2 16,2-1-12-16,-1 2-33 0,-1 0 5 0,2-2-14 16,0 1 0-16,0-1-15 0,0 1-5 0,0 0-7 15,2 1-48-15,-1-2-28 0,0 0-14 0,0 0-4 16,1-1-71-16</inkml:trace>
  <inkml:trace contextRef="#ctx0" brushRef="#br0" timeOffset="-204815.83">2618 15391 1611 0,'-2'0'31'0,"1"0"1"0,0 0 2 16,-8 1-8-16,3 0-5 0,2-1-7 0,1 0-10 15,2 0 1-15,-2 1-5 0,1 1-13 0,1-2 3 16,0 1-11-16,-1 0 8 0,1 0-9 0,1 0 0 0,0 0 8 16,1 1-5-16,1-1 15 0,-1-1 3 0,1 0 2 15,5 0 0-15,1 0 7 0,1 0-3 0,0 0 3 16,-1 0-1-16,2 1 10 0,1 0 5 0,-1-1-2 0,0 0 2 16,0 1-6-16,-1 0-5 0,1 1 4 0,-2-1-4 15,1 0 11-15,2 0-13 0,3 2 1 0,-1-1-4 16,-5-1-6-16,3 1 5 0,-7 0-4 0,2-1 4 15,6 2-10-15,-6-2 5 0,1 2-1 0,1 0 2 16,-1 1 3-16,0 1-1 0,-1-2-1 0,0 2 0 16,-4-2-1-16,2 9 2 0,-1-1 0 0,0 3 0 15,0 2-1-15,7 0 1 0,-3 1 1 0,-4 2 0 16,-2-1 4-16,-1 0-5 0,0 1 5 0,-1-1-4 0,1 0 8 16,-1-1 2-16,0 1-5 0,1-2 3 0,0 0-10 15,0-2 3-15,-1-3 2 0,0 1-1 0,1-1-3 16,0-2-2-16,0 1 3 0,0-5-2 0,0 3 5 0,0-1-8 15,0-3-2-15,1 2 0 0,0 0 3 0,0-2-2 16,1 0 1-16,0 0-1 0,-1-1 0 0,1 2-7 16,-1-3 0-16,-1 0-3 0,0-1-9 0,0 0-6 15,0 0-4-15,5 3-1 0,0-1-13 0,-1 0-5 16,1-1-10-16,2 0-5 0,-1-1-93 0,1-1-70 16,1-1-27-16</inkml:trace>
  <inkml:trace contextRef="#ctx0" brushRef="#br0" timeOffset="-204501.34">2781 15680 1229 0,'-1'0'37'15,"0"0"-2"-15,-2 0 11 0,-1 0-4 0,-2 0-7 16,1 0-18-16,3 0 4 0,1 0-4 0,-2 0 3 0,1 0-17 16,-1 0-3-16,2 0-2 0,0 0 0 0,0 0-6 15,1-1 11-15,0 0-3 0,1 0 5 0,0-1-5 16,-1 1 23-16,11-7 3 0,1 1 6 0,1 0 13 0,3 0 3 16,-5 1-1-16,6-1 1 0,0 1-9 0,-4 0-13 15,5 1-1-15,-3 0-3 0,-2-2-9 0,2 3-8 16,1-2-1-16,0 0-2 0,-1 3 0 0,-1-1-18 15,1 1 3-15,-2-1-11 0,2 1-23 0,0-1-128 16,-2-1-90-16</inkml:trace>
  <inkml:trace contextRef="#ctx0" brushRef="#br0" timeOffset="-196879.06">901 14601 256 0,'0'0'-53'0,"0"0"42"15,0 0 11-15,0 0 3 0,-1 0 56 0,-1 0-9 0,1 0-3 16,0 0-5-16,0 0 4 0,0 0-13 0,0 0-4 16,-1 0 3-16,1 0-6 0,0 0-3 0,0 0-5 15,0 0 6-15,-2 0-5 0,1 0 6 0,0 0-1 16,-1 0-4-16,-1 0 3 0,0 0 3 0,0 0 9 15,3 0-4-15,-1 0 4 0,-5-2-12 0,2 1 2 16,-4-1 2-16,3 0-1 0,2 0 3 0,1 1 0 16,-3-1-5-16,0-2 1 0,1 2-9 0,1 0-2 15,-2-2 0-15,2 2-2 0,0-2 4 0,0 0-6 0,3 0 6 16,-5-2-8-16,4-1-5 0,-2 2 4 0,1-3-5 16,1 1 5-16,-1 1-5 0,-1 1 7 0,2 2-5 15,-2-2 4-15,2-1-5 0,1 0-2 0,-4 1 5 16,3 0-5-16,0 1 7 0,0 1-6 0,0-3-2 0,1 1 0 15,1 2-8-15,0 0 6 0,0-1-2 0,0 0 4 16,0-2 1-16,1-2 5 0,0 3-7 0,2-2 3 16,-1 0-2-16,0 1 1 0,1 2 5 0,1-3-5 15,0 1-12-15,2-1 13 0,0 0-6 0,5-2 8 16,-1 0-9-16,0 1 4 0,1-2 2 0,-3 6 0 16,-1-1-1-16,-2 0-3 0,4-1 3 0,-2 0 0 0,0 2 2 15,0 0 3-15,2 2-8 0,-1 0 6 0,-2-2 0 16,2 3-7-16,-4-2 8 0,-2 1-7 0,1 1 3 15,2-1 2-15,-1 0-3 0,2-2 2 0,-3 1-1 0,-2 3-3 16,3-2 5-16,-2 1-2 0,1 0 3 0,-1-1-6 16,-1 1-1-16,1 0-1 0,1 0 3 0,-1 0 3 15,0 1-1-15,0 0 3 0,-1 0-5 0,1 0 2 16,1 0-2-16,-1 0 2 0,0 0-1 0,1 1 1 16,0 0-1-16,-2-1 1 0,0 0 0 0,1 0 2 15,0 1-1-15,-1-1 0 0,3 3-2 0,-1 1 1 16,3 5 0-16,0 0 1 0,-3-1 1 0,1 0-2 15,-2-2 0-15,2 1 0 0,-2-1 1 0,2 3-1 0,-1 0-1 16,1 0 0-16,-1 3 1 0,0-4 0 0,-1-1-2 16,0 2 1-16,1-1 0 0,-1 2 0 0,-1-1 1 15,0-2-1-15,1 1 0 0,-1-1-5 0,0 5 8 0,0-2-6 16,0 0 1-16,1-3 4 0,-1-1-2 0,0 0 4 16,0 1-4-16,0 1 2 0,0 1-4 0,1-1 5 15,-1 2-1-15,0-2-3 0,0 2 5 0,1-1-3 16,0-1 4-16,0 2 2 0,0-2-6 0,0 0 5 15,0 0 0-15,-1-2-5 0,0 1 0 0,0-1-3 16,-1-1 6-16,2-1-4 0,-2 0 4 0,1 0-4 16,-1-2 11-16,0 0-4 0,0-1-4 0,0 2 1 15,0-2-2-15,0 0 6 0,0 0 1 0,1 2-1 0,-1-2-1 16,1 1 1-16,-1-1-5 0,0 1 3 0,0-1-2 16,0 0 1-16,2 1 3 0,1 1-3 0,-1-1-3 15,1 0 3-15,-1 1-1 0,0-2 1 0,1 0 2 16,-2 0-8-16,0 0 3 0,0 1-4 0,0-1 13 0,0 0 3 15,1 0 2-15,-1 0 1 0,0 0 0 0,0 1-5 16,0-2-2-16,0 0 1 0,1 0-1 0,-1-2-9 16,0 1 8-16,0 0-9 0,0-1 5 0,1-1 0 15,-2 0-3-15,1-4 2 0,0 0-5 0,0 0-2 16,-1-2-1-16,0 2 2 0,1-2 0 0,0-2 3 16,1 1-3-16,-1-2 1 0,0 1-11 0,0-1 7 15,1 0-3-15,1 0 5 0,-1-3 2 0,1 1-3 0,-1-1 2 16,1-1-2-16,1 3 1 0,-1-2 1 0,2-3 2 15,0 3 0-15,0 0 2 0,-2 3-1 0,1 4 0 16,-1 1-2-16,0 1-2 0,0 0 4 0,1 0 0 16,-1 0 0-16,1 1-2 0,-1 1 2 0,-2-1-2 0,6 0 2 15,0-1-1-15,3 3-5 0,0-2 7 0,1 0-4 16,-2 1 10-16,-2 0-9 0,-1-1 2 0,-2 1-4 16,6 1 11-16,-1 1-7 0,-2-4 5 0,1 1-6 15,-7 5-5-15,2-1 10 0,0-1-8 0,-1 1 9 16,4-3-7-16,0 1 0 0,0 0 1 0,-4 2 0 15,1 1 0-15,-1-1 9 0,0 0-8 0,0 1 8 0,0-1-13 16,0-1 7-16,1 2 1 0,-1 0 2 0,0 0-2 16,1 0-4-16,-1 0 2 0,0 0-2 0,1 0-1 15,-2 2 4-15,0-1-2 0,0 0 3 0,0 0-9 0,2 2 7 16,-2-1-3-16,1 1 4 0,3 7-2 0,-1-1 4 16,0 1-5-16,1 4 4 0,-1-4-11 0,-1 3 9 15,-1 0 2-15,1 1 1 0,-1-1-4 0,2 1 0 16,-2 0-1-16,0-3 1 0,2 3 1 0,-2-2-1 15,1 2 0-15,-2-1-2 0,1-1 3 0,0-2-6 16,0-3 5-16,1 0-6 0,0-1 3 0,-2-2 10 16,1 1-6-16,2 0 7 0,-3-2-10 0,1 0-4 15,2 2 5-15,-2-1-4 0,2 0 10 0,-3 0-8 0,2-2 3 16,2 0-2-16,-3 1 8 0,-1 0-4 0,3 2-3 16,-1-1-1-16,0-1 4 0,0-1-2 0,0 2 6 15,-1-2-7-15,0 0-1 0,1-1 3 0,-1 0-1 16,2 1 2-16,-2-1-12 0,0 1 14 0,2 0-6 15,-3-2 9-15,1 1-9 0,1 0 2 0,-1 0 1 0,2 1 1 16,-1-2 7-16,0 0-9 0,0 0 1 0,-1 0-3 16,2 0 5-16,-1-2-8 0,1 1 6 0,1-2-6 15,-1 0 8-15,1-10-5 0,-1-1 1 0,2-2-2 16,-2-1 5-16,0-1-7 0,0-1 5 0,-1 1-6 16,0 1 2-16,0 1 3 0,0-1-8 0,0 1 6 15,-1 2-13-15,-1 1 3 0,3 0-4 0,-2 0 2 16,2 3-14-16,-1-3-22 0,1 1 0 0,4 2-7 0,-2-3-11 15,0 1-66-15,2 0-8 0,-2 0-36 0,3 1-170 16</inkml:trace>
  <inkml:trace contextRef="#ctx0" brushRef="#br0" timeOffset="-194908.94">3044 15284 170 0,'0'0'34'0,"0"0"-2"0,-1-1 14 16,0-1-7-16,0 1-6 0,0 0-31 0,-2-1-3 15,1-1 0-15,0 0 0 0,1-2 5 0,-2 0 0 16,0 2-1-16,-3 1 0 0,1-2-4 0,0 3 3 16,2-1 2-16,0 0 2 0,0 1 3 0,-1-1-9 0,0 1 2 15,0 0-1-15,1-1 28 0,-1 1-1 0,1 0 3 16,-2 0-3-16,1 0 2 0,-1-2 4 0,2 2 1 16,-3 0 0-16,2 0-8 0,-1-2-7 0,-3 2-4 0,4-1 0 15,-4 1-9-15,0-2 7 0,3 2-9 0,-3 0 8 16,1 0-12-16,-3-2 1 0,0 2 7 15,3 0-4-15,-4-1 3 0,2 1-1 0,-1-1-7 0,-7 1 5 16,4 0 2-16,-4 0-4 0,3 0 4 0,2 0-6 16,-2-1-1-16,1-7 17 0,-4 1-5 0,1 3 7 15,-1 3-13-15,-1 0 9 0,-1 2-5 0,-1 2 5 16,0 0-11-16,0 0 0 0,-1 2 5 0,1 1-2 16,-2 0 0-16,-2 1 1 0,0 0-7 0,-3 1 8 0,-1 2 10 15,-2-1 2-15,2 0-2 0,-3 0-1 0,3 0-18 16,2 1 6-16,-1 0 0 0,0 2 2 0,0 0 1 0,0 1 3 15,1 1-1-15,2 0 1 0,0 1-11 0,3-10 3 16,-2 13 2-16,1 2-1 0,0 2-4 0,-1-2 6 16,-3 0-7-16,0 1 6 0,1 0-7 0,0 1-2 15,1 0 4-15,0-2-1 0,0 1 7 0,-1-1-9 16,2 1 2-16,2 1-3 0,2-1 6 0,-2 2-3 16,4 1-2-16,1-2 0 0,1 1 2 0,2-2 1 15,0 3 4-15,2-1-2 0,1-1 2 0,1-1 1 16,1 1-6-16,2 3 4 0,2-2-2 0,0 3-6 15,3-1 7-15,-12-2-7 0,5 5 6 0,4-4-3 0,3-2 1 16,1 2-1-16,2-6-5 0,2 1 5 0,1-2-5 16,0-3 6-16,2 1 8 0,3 1-3 0,-7-2-4 15,14-1 0-15,3 1-5 0,2-1 5 0,2 0 3 16,5-1 0-16,0-2-2 0,3 2-1 0,2-3-4 16,0-1 2-16,2 2 1 0,-2-1 1 0,-1 1 5 0,-4-2-4 15,2 1 0-15,0-1 1 0,1-1-1 0,2 1 1 16,2-2-1-16,2 1 0 0,1-2-1 0,1 3 1 15,0-2 5-15,-1 0-1 0,1-1 1 0,-6-2-2 16,-1-1 4-16,-2 14 3 0,-4-8-2 0,2-3 0 16,0-4-6-16,2-2 2 0,1 0 7 0,2-1-3 0,0-1 12 15,-1 1-14-15,-1-3 2 0,-1 0-4 0,0-1 6 16,0 0-4-16,-2 1-2 0,-2-1 2 0,-2 1 10 16,-3-1-11-16,0-1 2 0,-1-2-5 0,1 0 7 0,0-2-8 15,-1 11 6-15,0-17-8 0,1-1 11 0,-2 0-10 16,2-1-1-16,0-1-3 0,-2-1 2 0,0-2 2 15,-2 0 4-15,-3-6-5 0,2 0-2 0,-5 0 4 16,0-3 0-16,-1 2 3 0,2 1 5 0,-1 0-10 16,-3 3 2-16,-1 1-3 0,-2-1 7 0,-2 3-1 15,-1 2-4-15,9 2 1 0,-4 0-3 0,-4 2 8 16,-4 1 6-16,-2 0-1 0,-1 1 11 0,-2-1 5 16,-2-1-1-16,-2 0 2 0,-1 0-3 0,0-2-6 15,-1 0 0-15,1 1-3 0,6-3-11 0,-12 2 5 0,1 1-8 16,-1 1 7-16,1 6-7 0,-1 1 5 0,-1-1 1 15,2 0 0-15,2 3-6 0,-3-2 8 0,2 4 2 16,-1 3 0-16,0 0 0 0,-1 1 0 0,1 0-7 16,-1 1 5-16,-1-2-5 0,3 1 2 0,-2 2 0 0,0-10-1 15,1 4 1-15,-1 2-11 0,-1 3 0 0,1 1-4 16,-3 1 0-16,0 0-9 0,-1 2 1 0,4 1-5 16,1-1-15-16,1 3-8 0,1-1-9 0,-2 2-1 15,1 1-32-15,2-1-65 0,3-1-19 0,4-3-33 16,2 0-214-16</inkml:trace>
  <inkml:trace contextRef="#ctx0" brushRef="#br0" timeOffset="-182883.84">2417 15299 256 0,'0'0'-74'15,"0"0"35"-15,0 0-19 0</inkml:trace>
  <inkml:trace contextRef="#ctx0" brushRef="#br0" timeOffset="-182053.83">2730 15085 12 0</inkml:trace>
  <inkml:trace contextRef="#ctx0" brushRef="#br0" timeOffset="-181713.36">2729 15080 148 0,'0'0'31'15,"0"0"-3"-15,0 0 25 0,0 0-2 0,0 0 0 16,0 0 5-16,0 0-16 0,0 0-1 0,0 2-7 16,0-1-16-16,0 0-1 0,0 0-1 0,0 0 1 15,0 0 1-15,0 1-2 0,-1-1 0 0,1 0 0 16,0 0 6-16,0 0 14 0,-1 1 4 0,0-1 1 15,0 0 0-15,-1 1 5 0,1 1-2 0,0-1 4 0,0 0 3 16,0 1 2-16,0-1-12 0,-1 2 4 0,0 0-32 16,0 0 7-16,-1-1 0 0,1 2 0 0,0 0-11 15,-1-1 2-15,1 1-3 0,1-1 2 0,0-1-7 0,-1-1 3 16,1 1-4-16,0-1 4 0,0 1-4 0,0-1 2 16,0 0 3-16,-1 1-1 0,1-1-2 0,0 0 5 15,0 1-4-15,0-1 3 0,-1-1-10 0,1 0 7 16,0 1-3-16,0-1 5 0,0 0-5 0,0 0-1 15,-1 0 0-15,1 0 0 0,0 1-2 0,0-1 5 16,1 0-2-16,-1 0 1 0,0 0-7 0,1 0-31 16,0 1-5-16,0-1-12 0,0 0-59 0,0 0-20 15,1 0-18-15,0 1-3 0,0-1-96 0</inkml:trace>
  <inkml:trace contextRef="#ctx0" brushRef="#br0" timeOffset="-181099.08">2888 15237 74 0,'0'0'32'0,"-1"1"38"16,0 0-10-16,0 0 2 0,-1 1-2 0,1-1 4 15,0 0 8-15,0 0-20 0,0 0 10 0,-1 0-15 16,1 1 2-16,0-1 3 0,0 0-12 0,0 0 9 16,0 0-19-16,-1 0-19 0,1-1 3 0,0 0-10 15,0 0 4-15,0-1-9 0,0 0 1 0,-1-4-3 0,0-9-1 16,2-1 2-16,0-1-3 0,0-2 2 16,1-1-2-16,2 1-3 0,-1-2 12 0,0 2-8 0,2-2 9 15,-2-4-4-15,-1 4-4 0,0-1 2 16,1-1 6-16,-2 2-3 0,0 1-2 0,0 2 0 0,0 3 1 0,1 6-11 15,0-4 10-15,-1 6-14 0,0 0-8 0,0 4-28 16,0 0-8-16,0-1-5 0,0 2-38 0,1 0-46 16,0 0-9-16</inkml:trace>
  <inkml:trace contextRef="#ctx0" brushRef="#br0" timeOffset="-180827.14">2736 15053 465 0,'0'0'42'16,"0"0"5"-16,-1 0 43 0,0 0-29 0,0 0 17 16,0 0-57-16,-1 0-9 0,1-1-7 0,0 0 2 15,0-1-10-15,1-3 4 0,-1-7-4 0,1 2 3 16,1-2-1-16,2-1 0 0,2 1 6 0,1-1-5 15,1-1 0-15,-2 6 6 0,1-3-4 0,-4 7 8 0,2-1 12 16,-2 1 17-16,0 3-2 0,3 0 6 0,2-5-10 16,-2 4-7-16,1-1-5 0,2 1-1 0,-1 2-20 15,5 2-3-15,2 5-3 0,0-2-7 0,0 13-64 16,2 7-51-16,-1-3-29 0</inkml:trace>
  <inkml:trace contextRef="#ctx0" brushRef="#br0" timeOffset="-180481.68">3099 15739 198 0,'0'0'-1'16,"0"-1"1"-16,0 0 8 0,0-1-8 0,0 1 7 15,0 0-4-15,0-1-9 0,0 1 8 0,0-1-7 16,0 1 22-16,0 0-13 0,0 1 10 0,0 0-10 16,0 1 7-16,0 4 15 0,3 16-5 0,1 4 11 15,-1 3 10-15,0 1 11 0,-1 2-9 0,0 1 9 16,-1 2 4-16,1-1-4 0,-1 0 2 0,-1-4-8 0,0-5-25 15,0-1-18-15,0-2 2 0,0-3-7 0,0 0 1 16,0-4-39-16,0-1-16 0,0-3-13 0,0-2-88 16</inkml:trace>
  <inkml:trace contextRef="#ctx0" brushRef="#br0" timeOffset="-180145.66">3119 15928 470 0,'-2'0'57'0,"1"1"70"0,-1 1-14 0,-2-1-38 16,-5 2 2-16,1 1-16 0,-1 1-13 0,2-1-14 0,0 3 6 15,1 7-11-15,2-1-6 0,0 1-15 0,1 4 1 16,0 3-5-16,2 3-6 0,-13 0 4 0,6 1-1 16,3-1 4-16,3 0 5 0,1 0-6 0,1-2 5 15,0-2-4-15,1-1 13 0,0-4-6 0,0 1 3 16,0-5-4-16,0 0 1 0,1-3 4 0,0-1-4 0,-1-2 4 15,0 0-7-15,1-3 6 0,-2-1-4 0,2 2 6 16,0-1 1-16,1 0 0 0,0-1 3 0,4 2-5 16,0-2-12-16,0-1 6 0,0 0-3 0,-1-1 4 15,1-3-5-15,0-2 5 0,0-3-6 0,3-6 6 16,-2-2 2-16,-2 1-6 0,1 0 2 0,-4 1-6 0,3 1-12 16,-2 3-2-16,2 1 1 0,0 2-1 0,-5 1-6 15,1 2 1-15,2 0-7 0,-3 3 5 0,0-1-22 0,-1 2-96 16,0 0-3-16,2-1-38 0,1-1-78 0</inkml:trace>
  <inkml:trace contextRef="#ctx0" brushRef="#br0" timeOffset="-179113.66">4374 15271 124 0,'0'0'46'0,"0"0"-1"0,0 0 8 15,-1 0-15-15,0-1-6 0,0 0-30 0,0-1-15 16,0 1 7-16,-1 0-11 0,0 0 2 0,0-2-73 16</inkml:trace>
  <inkml:trace contextRef="#ctx0" brushRef="#br0" timeOffset="-176611.23">3529 15029 149 0,'0'0'54'0,"0"0"-5"16,-1 0 65-16,0 0-4 0,-1 0 4 0,1 0-23 0,-1 0-9 15,0-2-7-15,-2 2 0 0,-2-1-29 0,0-1-13 16,2 0-2-16,-1-1-2 0,0 1-18 0,0 0 11 15,1-1-8-15,-1 1 9 0,2-1-9 0,-2 1 6 16,1 0 0-16,1-1 4 0,-1 1 7 0,0-1 0 16,-2-1-2-16,0-1 1 0,0 2-8 0,0-1 4 15,1 2-3-15,3 1 3 0,0 0 1 0,-1-1 1 16,0 0-1-16,-2 0 0 0,3 1 0 0,-1-1-3 16,1 1-2-16,0 0 0 0,-1 0-8 0,1 0 4 0,0-1-6 15,-1 1 2-15,2 0-15 0,0 0 4 0,0 0 2 16,-1 0 0-16,1-1 0 0,0 1 2 0,0 0-2 15,0 0 2-15,0 0-3 0,1 0 9 0,0-1-3 16,0 1 5-16,0 0-3 0,0 0-5 0,0 0 4 16,0-1-5-16,0 1-2 0,0 0 5 0,0 0-4 0,1 0 5 15,0 1-2-15,0 0-3 0,0 0 5 0,0 0-4 16,1 0 3-16,-1 0-2 0,1 0-6 0,1 0 4 16,-1 0-3-16,0 1 5 0,1 0 3 0,-1-1-2 15,3 1-2-15,1 2-1 0,-1-1 1 0,0 0 0 16,1 2 8-16,0-1-9 0,1 2 3 0,0 0-6 15,1 1-2-15,2-5 5 0,0 6-4 0,2 2 7 16,0 1 1-16,-1-2-5 0,2 0 1 0,2 0-3 16,0 3-3-16,4 1-2 0,-1 1 3 0,2-2 1 0,2 1 4 15,0 0-2-15,1-1 0 0,0 2 1 0,0-1-1 16,-1 0-4-16,-3 1-1 0,3 1 1 0,-2-1 7 0,2 0-7 16,-2 2 4-16,0 0-5 0,0 1 4 0,-1 0-2 15,-2 1-1-15,0 1 0 0,1 0 6 0,-3 1-6 16,1-2 2-16,0-3-3 0,-1 0 10 0,-1-2-9 15,-1 1 6-15,1-2-7 0,-1-2 6 0,-1-2 2 16,1 1-4-16,-3-2 4 0,1-2-4 0,1 2 2 16,-5-3 2-16,-2-1-1 0,4-1-3 0,-8 2 3 15,5-2-1-15,-2 2 2 0,-2 1 0 0,2-2 1 0,5 0-5 16,-7 1 5-16,3-2-5 0,-4 1 4 0,4 4-3 16,-4-3 4-16,1 0-2 0,-1-1-2 0,2 1 4 15,-2-1-4-15,-1-1-2 0,1 3 1 0,-1-2-4 16,0-1 2-16,0 2-5 0,0-2-2 0,1 1-6 15,-1 1 1-15,0-1-23 0,0 0-23 0,1 1-7 16,0-1-12-16,-1-1-94 0,0 0-120 0,0 1 1 0</inkml:trace>
  <inkml:trace contextRef="#ctx0" brushRef="#br0" timeOffset="-175978.09">3755 15304 497 0,'-1'0'123'0,"-2"0"248"0,-9 0-305 0,3 0-13 16,2 0-1-16,1 0-6 0,0-1-22 0,2-1 6 15,0 2 0-15,3 0 4 0,-2-1 4 0,1 1 4 16,0 0-4-16,-1 0 3 0,1 0-11 0,0-1-5 16,-1 0 3-16,1 0-2 0,1 0 3 0,0-1 10 0,-1 1-5 15,1 0 6-15,0 0-5 0,0 0 7 0,0 1-9 16,0 0 5-16,-1 0-20 0,1 0 0 0,0 0-3 16,1 0 0-16,0 0-11 0,0 0 7 0,0 0 0 15,1 0 1-15,0 0-3 0,1 0-5 0,-1 0 1 16,12 0 0-16,2 0 10 0,-1 1-8 0,-1 1-1 0,-4-1-4 15,3 2 1-15,1 0 0 0,-3 0 0 0,7 3-1 16,0-2 1-16,-2 1-5 0,1 1 8 0,0 0-7 16,-3 0 7-16,2 2-2 0,-1 0-2 0,-2 0 1 15,1 2-1-15,-2-2-1 0,2 1 3 0,-1 0-2 0,-2-2 4 16,-1-2 4-16,2 1-5 0,-3-1 5 0,1 0-5 16,-2-2 12-16,-1 0-5 0,-1-1 6 0,1 0-11 15,-2 0 7-15,0-1-3 0,-2-1 4 0,1 0 4 16,-1 0-9-16,-1 0 9 0,0 0-10 0,2 0 8 0,-2 0-9 15,1-1 3-15,2-4-5 0,4-10 2 0,-2-2-7 16,-3 2-2-16,-1-2 0 0,-2-1-3 0,-2-4 5 16,0 0-1-16,-1-2 0 0,-2 0-4 0,-1-2 1 15,0-2 4-15,0-2-1 0,0 1 1 0,0-3 1 16,1 3-2-16,-1-2 1 0,1 2-4 0,0 4 5 16,-1-4-2-16,3 6 4 0,-1 3-11 0,0-1 9 15,0 7-5-15,1 1 6 0,-1 0-6 0,2 4 2 16,-1 2 2-16,1 0 0 0,1 3 0 0,0 1-14 0,1 0-5 15,0 2-5-15,0 0-18 0,-2-1-40 16,1-1-13-16,0 2-15 0,0 0-96 0,0 1-60 0,0 1-18 16,1 1-26-16,-2 17-185 0</inkml:trace>
  <inkml:trace contextRef="#ctx0" brushRef="#br0" timeOffset="-175578">3850 15170 1265 0,'-1'0'30'0,"-5"-1"33"0,-2-2-10 15,2 2-22-15,1-1-2 0,4 2-8 0,-1-1-12 0,0 1-15 16,1 0 5-16,-1-3-8 0,1 1 18 0,-2-2-10 15,3 2 5-15,0 0-7 0,0 0 6 0,0 1-1 16,0 0 2-16,2-1-1 0,-1 1 0 0,1-1 13 16,11 1-11-16,-2 1 12 0,3 5-6 0,0 2-2 15,1-2 11-15,-2 15-8 0,0 1 14 0,0 1-9 16,-1 4 5-16,1 2-4 0,1 2 6 0,-1 1-10 16,2 2 2-16,1 0-1 0,1-2 11 0,-1-2-5 0,0-2-5 15,0-3 0-15,1 2-12 0,0-2 8 0,2 0 1 16,-5-3 1-16,-1-2 5 0,0-3-4 0,-4 0 5 15,1-3-4-15,3-1 4 0,-9-1 7 0,0-2-8 16,1-1 7-16,-1-1-13 0,-1-3-7 0,0 2 0 0,-2-3-2 16,1-1 2-16,-2-1-23 0,2 1-9 0,-1 1-12 15,0-1-82-15,0-1-238 0,1 0-85 0</inkml:trace>
  <inkml:trace contextRef="#ctx0" brushRef="#br0" timeOffset="-174510.62">3007 15164 575 0,'0'0'44'0,"-1"0"1"15,-1 0 7-15,1 1-13 0,0 0-7 0,0 0-31 0,0 1 3 16,0 0 2-16,-1 0 0 0,1 3 17 0,0 1-2 15,0 1 7-15,0-1-5 0,0 0 11 0,1-2 9 16,-2 1 0-16,2-1 4 0,0-1 5 0,-1 2 6 16,1-3-5-16,-1 2 8 0,0-1 6 0,1-2-4 15,-1 2 0-15,-1-1-3 0,1 1-7 0,0-1-11 16,0 0-5-16,0-1-2 0,0 1-11 0,-1-1-10 16,1 0 8-16,0-1-9 0,-1 0 3 0,-1-1-5 15,1 0-2-15,0-2 0 0,1-9 5 0,-4-4-6 0,-1-2-2 16,0-3-2-16,-2-1-4 0,0-3 5 0,-3-2 1 15,3 0-1-15,-3-2 1 0,-1-2-2 0,2-1-2 16,-1 5-1-16,0-1-1 0,0 5 5 0,2 4 7 16,-3 2-3-16,2 2 13 0,0 4-3 0,-1 1-2 0,4 3 1 15,2 0-1-15,1 1-11 0,0 2 3 0,-1 1-4 16,0 0-3-16,2 1 3 0,-1 0-4 0,2 2 4 16,0-3-6-16,0 1-12 0,-1 0-1 0,1 0-4 15,0 1-13-15,0 0-5 0,1 0-7 0,0 0 3 16,0 0-4-16,1 1-64 0,0 0-7 0,0 0-28 15,0 1-85-15,1 0-36 0,1 0-29 0</inkml:trace>
  <inkml:trace contextRef="#ctx0" brushRef="#br0" timeOffset="-174141.77">2798 15199 1238 0,'-2'0'39'0,"1"0"-3"0,0 0 27 16,-4 1 1-16,1 1-6 0,-2-1-10 0,2-1-18 15,-1 0-6-15,0 0-2 0,3 0-10 0,0 0-6 0,0 0 3 16,-1-1-4-16,2-2 2 0,-5-9 1 16,-1-8-4-16,3-4 2 0,1-1-12 0,1-4 13 0,-1-3-5 15,1 1 8-15,-1-4 2 0,0 2 1 0,1 5 2 16,0-4-3-16,-2 6 4 0,-1 3-6 0,-1-2 7 15,1 5-6-15,-1 0-1 0,1 2-1 0,1 2 0 0,1 2 0 16,-1-1 0-16,1 3-2 0,-1 0-3 0,2 1 0 16,1 3-4-16,0 2-1 0,1 2 3 0,0 1-1 15,0 1 1-15,0 0-8 0,0 0-5 0,0 0 1 16,1 0 4-16,0 1 8 0,1-1 1 0,9 2 4 16,8 4-1-16,2 4-7 0,-3 2 1 0,-1 0-3 15,4-8 11-15,2 11-17 0,-1 0 1 0,7 0-14 16,-4 0-52-16,2-1-248 0,4 0-102 0</inkml:trace>
  <inkml:trace contextRef="#ctx0" brushRef="#br0" timeOffset="-167753.07">4620 15337 95 0,'0'0'11'0,"0"0"-11"0,0 0-3 0,0 0-11 15,0 0-18-15,0 0-3 0</inkml:trace>
  <inkml:trace contextRef="#ctx0" brushRef="#br0" timeOffset="-167387.39">4604 15346 106 0,'0'0'52'15,"0"0"53"-15,0 0-10 0,0 0 8 0,0 1-10 16,0 1 8-16,0-1-31 0,-1 0 0 0,-1 0-11 0,1 0 6 16,0 0-20-16,0 1-16 0,0-1 6 0,0 1-11 15,-1 0 1-15,1 1-3 0,0 0-1 0,0 1-1 16,0 1-2-16,-1-1-2 0,0 2 2 0,0 0 0 15,-2 3 13-15,2-2-4 0,1-1-5 0,0-1 0 16,1-4-10-16,-2 3 14 0,1-2-1 0,0 0 5 16,0 1 5-16,0-2-3 0,-1 0-1 0,1 0-1 0,0 1-12 15,0-1-7-15,-1-1 3 0,-1 0-5 0,-1-1-6 16,-5-4 1-16,0-2-3 0,-2 1 3 0,0-9 0 16,-4-2 1-16,3 2-4 0,-1 1 4 0,-3-3-5 0,2 1 5 15,1-2-5-15,-1-1 4 0,-1 1-9 0,2-2 4 16,-1-2-1-16,-3 0 1 0,2-3 3 0,-4-2-6 15,3-1 4-15,2-1-6 0,2-1 6 0,0 0-4 16,-2-2 1-16,0 1-2 0,1 4 13 0,0 1-6 16,7 6 1-16,1 5-3 0,-2-1 0 0,2 2 4 15,-5 1 0-15,4 2 1 0,3 2-13 0,0 0 7 16,-1 4-5-16,0 0 6 0,2 1 0 0,1 1-15 16,1 2 7-16,0-2-10 0,0 2-1 0,0-1 0 0,0-1-9 15,0 1 5-15,0 1-31 0,1 0-44 16,0 0-13-16,1 1-14 0,5 0-74 0,12 0-108 0</inkml:trace>
  <inkml:trace contextRef="#ctx0" brushRef="#br0" timeOffset="-166987.75">4342 15178 615 0,'-2'0'134'15,"1"0"-135"-15,0 0 149 0,0 0-68 0,0 0-36 16,-1-1-11-16,1 0-7 0,0-1 1 0,-1 0-4 0,-1-3 13 16,-5-10 0-16,1-3 1 0,1-1-14 0,-1-6 2 15,2 0-5-15,1-4 3 0,-1-3-15 0,0 0 12 16,-1-2 0-16,-2 0 5 0,1 2 0 0,-1 3 9 15,2 2-7-15,-1 1 7 0,-2 2-2 0,-1 4-5 16,-2 0-2-16,3 4-2 0,0 0-4 0,0 3-6 16,1 0 9-16,1 2-9 0,1 2-1 0,0 0 0 15,2 2-8-15,-2 0 6 0,3 4-6 0,1-1-4 16,1 2 3-16,0 2-3 0,-2-4-2 0,2 4 3 0,-1-2-4 16,0 0 3-16,0 1-8 0,1-1 5 0,0 1-1 15,0 1 1-15,1 0 2 0,0 1 5 0,1 1-3 16,1 1 4-16,10 11-5 0,6 0 0 0,2 0 7 0,4-2-5 15,-4 0-3-15,4-3-4 0,1-2-12 0,-1-1 2 16,8-1-58-16,2-4-229 0,1 16-91 0</inkml:trace>
  <inkml:trace contextRef="#ctx0" brushRef="#br0" timeOffset="-159097.91">16655 9418 56 0,'0'-1'0'0,"-2"0"110"0,1 0 15 0,0 0 34 16,0-1 7-16,0 1-97 0,-2 0-7 0,1 0-33 15,0 0 1-15,1 0-6 0,-1-1-16 0,1 1-7 16,0 0-1-16,0 0 0 0,0 1 7 0,-1 0-7 16,1 1 7-16,0 1-8 0,-1 3 4 0,-4 9 13 15,1 3-15-15,3-2 15 0,2 1-9 0,1 2-2 16,1 1 9-16,3 0-8 0,1 1 8 0,1 0 3 16,0 1-5-16,1 0 4 0,1-1-2 0,-1-1 16 0,0 1 0 15,0-1 6-15,2-1 1 0,-1 1 2 0,-1-3 0 16,-1-2-1-16,0-1-15 0,0 0 4 0,0-1-7 15,1-1 6-15,-1 0-17 0,-2-3-1 0,-3-3-2 16,4-1 1-16,-2 1 8 0,1-4-5 0,-2 1 7 0,2 2-5 16,2 1 17-16,-1-3 1 0,0-1 0 0,-2-1-1 15,-2 0-5-15,-1 0-13 0,1-21 1 16,2-1-4-16,-3-4 5 0,13 0-4 0,-4-2 3 0,-6 1-2 16,-1-3 4-16,-3-1-5 0,-3-1 2 0,1 0-4 15,-3 3 0-15,1 0-4 0,-1 5-2 0,-1 1 0 16,1 2 3-16,1 5-2 0,-1-1 3 0,-1 2-4 15,1 3 0-15,1 1-7 0,1 3 4 0,1 4-7 0,1 0-10 16,1 3-22-16,-1-1-4 0,-1-1-5 0,1 2-15 16,1 0-80-16,0 0 1 0,0 0-34 0,1 1-55 0</inkml:trace>
  <inkml:trace contextRef="#ctx0" brushRef="#br0" timeOffset="-158613.61">17101 9441 301 0,'0'0'46'0,"0"0"-3"0,0 1 70 0,0 0-21 15,0 0 18-15,0 2-40 0,-1 7-8 0,0 7-1 16,1 1-5-16,0 4-14 0,0 1-12 0,1 2-2 16,0 2-3-16,2 0-8 0,-1 1-9 0,1 0 3 15,-1-2-5-15,-1-2 5 0,0-7 2 0,0-1 3 16,-1-6-1-16,0-2 3 0,0-4-3 0,0-2 3 0,0 0 3 15,0 0 52-15,0 0-11 0,0-1 6 0,0 1-15 16,0-2-41-16,0 0-8 0,0-2 0 0,0-6-1 16,0-12-4-16,0-1 5 0,0-1-10 0,2 2 10 15,-1 0-6-15,1 2 0 0,0 0 4 0,1 3-2 16,-1 0 0-16,1 2-5 0,-1 0 4 0,0 4-3 16,1-1 10-16,-1 4-7 0,-1 2 1 0,0 1-3 0,2 1-8 15,-1 1 9-15,9-5-4 0,0 3 6 0,2 3 0 16,0 3 2-16,1 3-3 0,-1 1 1 0,4-3-11 15,-3 13 14-15,-2-1-3 0,3 2 5 0,-6-2-7 16,2 1 10-16,-3-1 0 0,-3 0 3 0,0 1-11 0,5 0 11 16,-4-3-6-16,-4-2 8 0,-2-2 2 0,-1-3-2 15,0 3 0-15,-3-1-1 0,1-2 2 0,-2 0-1 16,2-3 5-16,-10 0-4 0,-1-2 0 0,2-1 4 16,0 7-7-16,2-2 6 0,-2-1-19 0,2-2 8 15,1-1-3-15,3-2 6 0,0 0-12 0,1 0-16 16,3 0 1-16,-1-1-6 0,1 1-10 0,0-1-13 15,-1-4-14-15,-4-9-1 0,2-3-69 0,5 0-67 16,0 0 7-16,2-1-32 0,3 0-47 0</inkml:trace>
  <inkml:trace contextRef="#ctx0" brushRef="#br0" timeOffset="-158229.8">17360 9512 92 0,'0'0'55'0,"0"2"-17"0,0-1 54 0,1 0-11 16,1 1-29-16,-1 1 11 0,0-1 3 0,5 5 4 15,-2-1 17-15,-2-3 13 0,1 1-6 0,4 2 8 16,-4-5-13-16,1 1-7 0,0 0-3 0,-2-2-1 16,1 0-8-16,0 0-11 0,2 0-2 0,-2-2-4 15,2 0-10-15,1-4-16 0,-5-9 3 0,3 0-8 0,-3-3-8 16,0 1 1-16,0 1-10 0,10-2 6 0,-4 2-11 16,-3-1 3-16,-1 2 4 0,-2 2-1 0,-1-3 1 15,0 5-6-15,-1-2-1 0,-2 1 0 0,2 5-6 16,-1 0 11-16,2 5-4 0,-2-3 6 0,0 3-15 0,0 0 1 15,-5-3-1-15,-1 1 2 0,-3 1-1 0,4 2 1 16,0 1 3-16,0 2 0 0,1 2 3 0,-2-2-1 16,-2 13-2-16,2 4 0 0,-2 0 8 0,4 0-5 15,2 1 5-15,1-2-5 0,0 1 10 0,-8 1-10 16,4-2-1-16,4 0-3 0,3-1 0 0,4 0 5 16,-1-3 2-16,2-1 0 0,1-3-3 0,0-2 9 15,0 0-7-15,8-4 7 0,0 0-9 0,1-2 11 0,0 9 3 16,3-4 1-16,1-4 3 0,0-3-1 15,-2-2-4-15,3-2 1 0,-2-3-12 0,-2 0-8 0,3-2 5 16,-3-1-7-16,-1 9-4 0,-1-12-48 0,-1-2-20 16,-1 0-17-16,-2-2-161 0</inkml:trace>
  <inkml:trace contextRef="#ctx0" brushRef="#br0" timeOffset="-157744.8">17003 8943 1095 0,'-1'0'6'16,"1"0"1"-16,-2 0-6 0,2 0-4 0,0 0-3 15,2 0-2-15,-1 0 11 0,1 0 2 0,12 0 2 16,1 0-5-16,1-1 6 0,0-1 2 0,0-2 0 16,1-1 3-16,-2 2-10 0,2-2-2 0,-2 1-1 15,-1-1 6-15,-2 1-8 0,-1 1 2 0,-4 0-4 16,0 1-4-16,-4 1-14 0,1 0-10 0,-3 1-8 0,0 0-96 15,1-4-55-15,2-2-13 0</inkml:trace>
  <inkml:trace contextRef="#ctx0" brushRef="#br0" timeOffset="-157545.89">17090 8727 1490 0,'0'0'28'0,"-1"0"1"0,-1 0-6 16,1 1-10-16,0 1-6 0,0 10-2 0,1 12-5 0,3 2 7 15,4 2-7-15,3-1 3 0,0 0-6 0,1-1-5 16,0-2-1-16,0 2-13 0,0-1-50 0,1-3-23 16,-2-2-21-16,0-2-180 0</inkml:trace>
  <inkml:trace contextRef="#ctx0" brushRef="#br0" timeOffset="-157194.96">16062 10080 1467 0,'-1'0'29'0,"0"-1"-3"0,-1 0-4 0,0 0 6 16,1 0-17-16,0-1-10 0,1 0-1 0,1-1-6 0,0-4 3 15,19-1-12-15,0 1-27 0,1 3-34 0,0-2-6 16,1 1-194-16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46:29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2324 6716 526 0,'0'-1'0'0,"-2"0"3"0,1 0 44 0,0-2-5 15,1 2 6-15,-2-3-19 0,2 3-6 0,0 0-3 16,-1 1-6-16,-5-5 5 0,1 2-10 0,1 1 3 15,1-1 5-15,-1 2-1 0,2 0 9 0,-1 0 0 16,-1-1-7-16,0 1 3 0,0 0-6 0,-1-1 6 16,3 1 8-16,-2-2-3 0,3 3 4 0,0 0 2 15,-2-1-8-15,1 0 5 0,0-1-12 0,-2-1 9 0,0 1-1 16,-2 1 3-16,0-4-11 0,0 0 2 0,2 3-6 16,0 0 4-16,-1-1-13 0,0 1 1 0,-1-1 3 15,2 2 0-15,-2-1 6 0,1 1-9 0,0 0 1 16,4 1-3-16,-3-2 8 0,-1 1 8 0,1 0-3 15,-3 0 5-15,3 0-5 0,-1 0 3 0,0-1-2 0,2 1 0 16,1 1-9-16,1 0 4 0,0 0-2 0,0 0 1 16,-1-1-19-16,-1 0 10 0,1 0-2 0,1-1 4 15,-1 1-3-15,1 0 5 0,1 0-3 0,0 0 4 16,1 1-7-16,1 0 8 0,1 0-8 0,16-3 7 16,1 1 0-16,4 0-7 0,-1-1 7 0,4 0-7 0,0 1 11 15,5-2-9-15,-3 0 4 0,2 1-5 0,-2-1 5 16,-2 1 3-16,0 1-1 0,-3-2 1 0,1-1 2 15,-1 1-4-15,1 0 7 0,1 1-6 0,0 0 8 0,-2 1-11 16,1-1-1-16,0 2-1 0,-3 0 4 0,5 1-5 16,-2 0-2-16,0 0-1 0,0 0 5 0,-5 0-5 15,-1 0 5-15,-1 0-5 0,-3 0 4 0,-1 0-5 16,-1 0 6-16,-2 0-6 0,-2 0 0 0,-2 0 8 16,-1 0-7-16,-1 0 8 0,-4 0-8 0,1 0 7 15,0 0 3-15,0 0 3 0,0 0 2 0,-1 0-8 16,1-1 1-16,-1 0-2 0,-1 0 3 0,0-1-3 15,-1 1-7-15,-2 0 3 0,-18-7 2 0,-2 2-7 16,-2 1 5-16,-3 2-6 0,-2 0 5 0,0 1 3 0,-2 1-2 16,-2 1 2-16,-1 2-2 0,2 1-1 0,0-1 2 15,0 0-2-15,1 3 0 0,1-3-1 0,-2 2 2 16,-2-2 0-16,-1-1 3 0,-2-1 1 0,3 0-5 0,1-1 3 16,1-1-3-16,1-2 1 0,4 1 0 0,1-1 2 15,3 2 1-15,2 0-2 0,2-1 2 0,1 2-2 16,3 1 2-16,3 0-9 0,2 0 5 0,2 0-5 15,2 0 5-15,1 0 0 0,2 0-2 0,2 0 1 16,0 0-3-16,-1 0 3 0,2 0 0 0,0 1 1 16,0 0 5-16,1 1 2 0,1-1 1 0,0 0 2 15,4 1 9-15,17 4-9 0,4-1 0 0,5-3-2 0,1-2-4 16,8 1-2-16,0-1-1 0,0 0 1 0,4-1 7 16,-3-1-7-16,1 1 5 0,3-2-7 0,-3 2-4 15,0 1 3-15,2-1 1 0,3 0 2 0,3 0 6 0,0-1-6 16,2 1-4-16,-4 0 1 0,0 0-3 0,-4 0 2 15,-3-2 4-15,0 2-1 0,-2-1 3 0,1-1 1 16,0 1-2-16,-1 0 1 0,1-1-2 0,-5 0-2 16,-2-1 0-16,-6 1 0 0,-1-1 5 0,-6 1-5 15,1-1 1-15,-6 2-2 0,-1 0-1 0,-4-1 7 16,-2 1-5-16,-3 1 6 0,-3 1-1 0,-1 0 4 16,2-1 1-16,-1-1 0 0,-1 1-4 0,0 0-5 15,-1-1 2-15,-1-1-3 0,0 1-4 0,-13-7-2 16,-13-2-4-16,-2 5 2 0,-4 4-4 0,-3 2 5 0,-1 2-1 15,-2 2 2-15,0-1 0 0,1 2 1 0,2 0 5 16,-2 0-2-16,2 0 4 0,-2 0-4 0,-3 1 2 16,0 0-2-16,0-2 6 0,-4 2-3 0,5 0-1 15,-2-1-1-15,2 1-4 0,6-2 6 0,0 1-1 0,3 2 4 16,3 0-1-16,2-1-3 0,1 0-1 0,1 0-1 16,4-2 5-16,1 0-4 0,-2 0 4 0,3-1-5 15,1-1 2-15,6 1-3 0,5-2 3 0,3-1-2 16,1 1 7-16,0 0-5 0,-1 0-2 0,2 1-2 15,0-1 2-15,1 0 3 0,1 0 0 0,2 0 2 16,5 4 6-16,14 3-6 0,-1-3 4 0,2-1-4 0,3-2 5 16,-2-1-8-16,6 1-1 0,1 0-1 0,4 0 6 15,1-1-2-15,0-1 5 0,7 0-6 0,0-1-4 0,0 0 4 16,2-2-1-16,-3 0 4 0,-1-1-2 16,-4 1-2-16,1-1-1 0,-2 1 1 0,0-2 0 0,1 2-3 15,1 0 6-15,-2 0-4 0,-3 0 2 0,-3 1 5 16,-4 0-5-16,-3 0 6 0,2 1-11 0,-6 1 2 15,-2-1 2-15,-8 1 1 0,0 0 11 0,-2 0-7 16,-3 0 0-16,-2 0-1 0,-1 0 1 0,1 0 0 16,1 0-1-16,-2-1 0 0,0 0 6 0,-1 0-11 15,0-1 7-15,-1 1-8 0,-7-1 3 0,-17-2 0 16,-3 2-4-16,-4 2 3 0,-2 0-5 0,-5 2 6 0,3 3-2 16,-5-1 4-16,3 0 1 0,-1 2-2 0,0 0-1 15,0 3 0-15,-3 1 6 0,-3 0-8 0,-2 1 6 16,-1 0-7-16,5-3 7 0,0 0-2 0,5 0-3 15,2 2 2-15,3-1-2 0,5-2 0 0,2 1 0 0,4-1-1 16,-2 0 1-16,6-1 0 0,1-1 0 0,3-1-1 16,5-2-3-16,3-1 3 0,0 0 1 0,5-1 0 15,0 0 2-15,-2 0-7 0,1 0-1 0,-1 1-3 16,2 1-3-16,0-1 15 0,0 0-5 0,1 0 7 16,1 0-10-16,1 1 5 0,11 0 4 0,7 0-2 15,4 1-3-15,-1-2-3 0,6-1 4 0,-1 0-2 16,4 0 4-16,3 1-3 0,1-1-1 0,2 0 0 0,0 0 9 15,-1 0-4-15,-1 0-3 0,1 0 0 0,-3 0-1 16,-2 0-3-16,-3 0 4 0,1 0-2 0,-1 0 2 0,-2 0 4 16,0 0-4-16,-1 0 4 0,-1-1-3 0,-3 0-5 15,2-3 3-15,-3 1-4 0,-2 0 6 0,-2 0 3 16,-6 1 1-16,-2 1-1 0,-3 0 0 0,-3 0 4 16,-1 0-2-16,0 0 2 0,-1-1-3 0,1 1-2 15,-2 0-3-15,0-1 1 0,-2-1 7 0,-2 0-15 16,-19-10 11-16,-5 3-13 0,-1 6 5 0,-4 3 4 15,-2 1-6-15,-2 2 6 0,-2 3 1 0,-3 1-7 16,-3 2 7-16,-3 1-7 0,0 1 9 0,-3-2 1 16,2 1-7-16,0 1 4 0,1-3-1 0,7 2 2 0,3-1-2 15,-2 1 2-15,2 0-3 0,4-1-4 0,-3 0 11 16,7-1-8-16,0 1 6 0,2-1-3 0,5-3-3 16,6 0 2-16,3-1 0 0,3 0-9 0,6-2 4 15,1-1-5-15,2 0 12 0,-1 1-9 0,1 0-1 0,1 0-3 16,0 1 4-16,1-1 7 0,0 0 8 0,1 0-3 15,7 1 4-15,20 4-10 0,1-1-1 0,1-3-2 16,3 0-1-16,1-2 13 0,3 0-8 0,-3 0 9 16,3-2-12-16,2 1 3 0,2-1-5 0,9 0 4 15,-2-1 1-15,1 1 0 0,3-1 6 0,-7 1-5 16,2-1-1-16,-6-1 0 0,-2 1-4 0,-3-1 4 16,1-1-2-16,-3 2 4 0,2-1 1 0,-5 2 1 15,0-2-6-15,0 1 5 0,-4-1-4 0,-3 0 4 0,-7 0-4 16,-3 2 0-16,-2-1 5 0,-4 1-3 0,2 0 7 0,-9 2-3 15,0 0 2-15,0 0-1 0,2-2 2 0,-2 1 0 16,-1-1-7-16,0 0 5 0,0 0-1 0,-14-1-4 16,-11 1 4-16,-4-14-5 0,-7 6-5 0,0 4 2 15,-2 3 2-15,-1 3-1 0,1 2 4 0,-1 0 1 16,-1 1 0-16,-4 2 0 0,2 0-3 0,-1 1 1 16,-2 0-4-16,4-2 3 0,-2 1 1 0,6-1 0 15,1 0 0-15,7 1-1 0,3 0-3 0,5-1 9 16,2 0-3-16,4-1 4 0,2 0-19 0,4-2 9 0,3 0 0 15,2-1 3-15,3 0 2 0,-1 1-6 0,-1 1-4 16,2-1 0-16,0 0-3 0,0 0 12 0,1 0-2 16,1 0 4-16,0 1-3 0,7 1-5 0,15 3 8 15,3-1-7-15,2-3 4 0,5-1-2 0,2 0-3 0,3-1 2 16,0 0 9-16,2 0-3 0,2-1-3 16,-5 0 0-16,2 0 1 0,-5 1-1 0,-3-1 4 0,0 0-5 15,1-1-6-15,-2 1 6 0,-1 1-2 0,0 0 3 16,-3 0-5-16,4 0-21 0,-3 0-3 0,1 0-8 15,-2 0-36-15,-2 0-47 0,1 0-27 0,1-1-15 16,1 0-186-16</inkml:trace>
  <inkml:trace contextRef="#ctx0" brushRef="#br0" timeOffset="1833.8">7391 7814 849 0,'-3'0'-17'0,"-5"-1"23"0,-26-8 7 0,2 1 10 16,3 2 18-16,2 2-9 0,0 3-4 0,1 1-5 15,-5 1 4-15,2 3-10 0,1 0 11 0,-2 3-2 0,2 0 5 16,2-1-3-16,2 1 5 0,0-1-5 0,3 0 6 16,1 0-6-16,1 0 3 0,0-1 5 0,3-1-3 15,-1 1-2-15,3-1-5 0,1-1-3 0,4-1 3 16,-1 0 0-16,8-2-13 0,-1 0-2 0,0 0-4 15,1 1-8-15,-1 0-3 0,2 0 2 0,0 0-1 0,1 1 9 16,0-1-8-16,1 0 2 0,2 0-4 0,12 1 4 16,7 1 4-16,2-1-6 0,4 0 3 0,3 1-9 15,3-1 7-15,5 0 4 0,4 1 0 0,4 0-2 0,4 1-1 16,-1-2-3-16,0 1 2 0,-1-2 1 0,-1-1 7 16,3 0-5-16,5 0 4 0,5 0-6 0,11-3 0 15,-1 1 0-15,0 0 0 0,1-3 1 0,-3 1-1 16,4 0 10-16,6-1-9 0,5 0-1 0,-1 1 2 15,-1-3-6-15,-2 1 6 0,-1 1-2 0,7 0 0 16,1 1 3-16,0-1-3 0,-2 0 10 0,-5 1-10 16,4 1 3-16,3 0-5 0,2-1 8 0,-4 2-4 15,-2-3 3-15,-1 2-2 0,0 0 4 0,5-2-11 16,0 1 7-16,-5-2-5 0,-2 1 8 0,-6-1-7 0,4 2-3 16,0 0 1-16,0-1 4 0,-3 2 0 0,-10-3 4 15,-3 4-3-15,-3-1 4 0,-1 0-6 0,-2-1 2 16,-2 0-2-16,1-1 4 0,-6 2 0 0,-1 1-4 15,-6 0 3-15,-6 1 7 0,-3-1-8 0,-1 1 3 0,-4 0-5 16,-1 1 0-16,-2 0 9 0,-4 0-3 0,-2-1 6 16,-1 1 2-16,-7 0-6 0,3 0 5 0,-4 0-5 15,-1 0 9-15,-1 0 6 0,-2 0 0 0,-1 0 1 16,-3 0-4-16,1 0-10 0,-1 0 1 0,-1 0-7 16,2 0-9-16,-2 0-3 0,1 0-25 0,1 1 4 15,-1-1-122-15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46:40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2643 4161 160 0,'0'0'11'0,"0"0"24"0,0-1 33 0,-1-1 3 16,0 1 2-16,0-1-24 0,0 0-19 0,0-2-4 0,-1 0 1 15,1 0-13-15,-1-2-7 0,0 0 8 0,-1 0-8 16,1 0-4-16,-1 0 5 0,2 2 2 0,-1-2 5 16,0-1 18-16,-1 0-2 0,0-3 1 0,0 4 1 15,1 1 21-15,0-3 0 0,-1 1 1 0,0-1-2 16,-1 1-6-16,1 0-4 0,2 5-2 0,-2-3-1 0,1 1-10 15,1 1-4-15,-6-1 1 0,0-1-3 0,-2-1-3 16,1 1-1-16,0 1-1 0,1 2 1 0,-1 0 5 16,-1-1-6-16,1 2 4 0,0 0-6 0,1 0-8 0,-4 0 3 15,3 1-4-15,1 0 4 0,-1 0-4 0,3 0-6 16,-1 0 5-16,-1 0-5 0,2 0 7 0,3 0-7 16,1 0 1-16,0 0-2 0,0 0 5 0,-1 0-6 15,0 1 2-15,0 0-3 0,-1 0-1 0,2 0 2 16,0 1 3-16,0-1 0 0,1 0 4 0,0 0-1 15,1 0 1-15,1 0-1 0,5 3-5 0,11 3 7 16,0-3-10-16,2-2 9 0,1-1-8 0,0 1-4 16,4 1 9-16,1-2-5 0,1 1 8 0,1 1-9 0,1-1 2 15,1 2-3-15,1-2 3 0,5 0 5 0,0-1-5 16,2-1 5-16,-2 0-4 0,1 0 5 0,-4 0-2 16,2-2 2-16,-1-3-5 0,0 2-3 0,1-3 2 15,2 0-1-15,-6 0 4 0,8 0 2 0,-1 0 0 16,-5 2-1-16,4-1-3 0,-4 1-1 0,-4 2-2 0,-1-1 1 15,-6 1-1-15,-3 0 7 0,-1 1-5 0,-2 1 6 16,-1 0-9-16,-3-1 4 0,-1 0 4 0,-3 1-1 16,-1-2 2-16,-1 2-6 0,-4 0 0 0,1 0-1 15,-2 0 11-15,1 0 1 0,0 0 2 0,1 0-2 16,-2 0-10-16,0 0 8 0,0-1-6 0,-1 0 7 16,0 0-14-16,-1 1 6 0,-1 0-5 0,-9 0 5 15,-8 0-5-15,-1 1 4 0,-1 0 3 0,0 2 0 0,-5-1 3 16,-3 0-8-16,1-1 2 0,-4 1-2 0,1 0 8 0,0 0-5 15,-1 2 2-15,-2-3-3 0,3 1 5 0,2 2-5 16,-3-1 5-16,3 2-4 0,-2 0 3 0,4 0 0 16,-1-1-5-16,1 2 3 0,-2 0-3 0,-1-1 5 15,0-1-1-15,2 0 2 0,0-2-2 0,3 1 0 16,4 0-2-16,-2 1 1 0,5-1-6 0,2 0 7 16,-1-2 0-16,7 0 4 0,0 0-1 0,3-1-7 15,1 1 4-15,4-1-5 0,-1 0 7 0,1 1-13 16,0-1 1-16,-1 0-4 0,2 0 8 0,0 0 6 15,0 2 0-15,1-1 3 0,1 0 0 0,0 0-7 16,5 2 3-16,18 5-3 0,-2-5 0 0,7 2 0 0,1-2 3 16,0-1-3-16,4 0 3 0,-2-1-4 0,0-1 1 15,1 0-1-15,0 0 6 0,0 0-1 0,1 0 1 16,-1 1-1-16,2 1 2 0,-1 0-3 0,0-1-4 16,3 1 1-16,-2 1-2 0,0-2 3 0,-1-1 2 0,-3 0-1 15,-3 0-3-15,-2 0 0 0,-4 1 1 0,-3 0 0 16,-2-1 4-16,-2 0-4 0,-1 0-2 0,-1 0-2 15,1 0-14-15,-3 0-26 0,-1 0-8 0,0 0-5 16,0 0-19-16,2-1-91 0,-1 0-33 0,3 0-28 16,2 1-162-16</inkml:trace>
  <inkml:trace contextRef="#ctx0" brushRef="#br0" timeOffset="867.73">5706 4221 373 0,'-2'0'15'16,"1"0"7"-16,-9-1 43 0,-12-3-31 0,1 2 31 15,1 0-17-15,0 1 4 0,-1 1 2 0,0 0-2 0,0 0-5 16,1 0-1-16,-1 1 6 0,0 2-5 0,-2-1 1 16,1-1-12-16,-2 2-5 0,0-1 1 0,-1 0-2 0,-1 1-10 15,1-2 5-15,2 0-6 0,0 0 2 16,2-1 0-16,1 0 2 0,4 0-1 0,1 0-4 0,3 0 7 16,4 0-11-16,-2 0 10 0,4 0-11 0,3 0-12 15,0 0 8-15,1 0-9 0,0 0 8 0,1 0-5 16,-1 0 5-16,2 1-4 0,0 1 18 0,2-1-12 15,9 2 10-15,13 3-11 0,4 0 5 0,4-1 3 16,-2-2-9-16,6 1 8 0,-1-2-6 0,-1-1 5 16,2 2 1-16,0-1-1 0,0 0-5 0,4 1 1 15,3-1-1-15,-2 1 1 0,0-1-12 0,1 0 2 0,-1 1-2 16,0-2 3-16,2 0 1 0,-8 0 3 0,-2-1 4 16,-2 1-1-16,-1 0 3 0,-4 1-9 0,1-2-3 15,-5 0 0-15,0 0 0 0,-2 0 4 0,-2 0 0 16,0 0 0-16,-3 0-4 0,-4 0 6 0,-3 0-1 15,-1 0 5-15,-3 0-2 0,-3 0-2 0,1 0 5 0,-1-2-4 16,1 1 3-16,-1 0-5 0,-1 0 0 0,0 0-2 16,-1-2-7-16,-11-5-1 0,-10-4-2 0,-4 2 2 15,-1 2 5-15,-3 2 0 0,1 0 7 0,-2 1-3 16,1 2 3-16,-2-1-7 0,-2 1 0 0,-4 0-1 16,-2 1 1-16,1 1 2 0,-1 1 1 0,3 0 1 15,-1 0-2-15,-1 1 2 0,4 0-6 0,1 0 3 0,0 2-4 16,3 0 4-16,2 1 1 0,-1-1 1 0,0 1-3 15,1-1 1-15,-1 0 2 0,3-1-1 0,4 1-2 16,4 0 2-16,2-1-2 0,6 0 2 0,-5 1-4 0,7-2 0 16,4 0-2-16,-1 0 1 0,4 1-3 0,1-1 7 15,0 0 2-15,-1 0 2 0,2 0 4 0,0 0 2 16,2 2-4-16,14 6 4 0,9 2-7 0,8-3 13 16,0-2-7-16,-2-3 10 0,5 1-5 0,-1-1-8 15,4 0 8-15,2-2-9 0,2 1 2 0,6 0-10 16,-4-1 0-16,5 1-4 0,0-1 7 0,-4 0-21 15,-1 1-2-15,-5-2-10 0,-4 0-26 0,-4 0-25 16,0 0-85-16,-6 0-2 0,-2 0-500 0</inkml:trace>
  <inkml:trace contextRef="#ctx0" brushRef="#br0" timeOffset="8679.24">3672 2772 44 0,'-1'0'10'0,"0"0"1"15,-12-1-1-15,-2-2 5 0,-3 1-1 0,3 0 0 0,-2-1 10 16,0 0-6-16,-1-1 4 0,-1 1 3 0,2-1 7 15,-3 1-4-15,1-2 0 0,-3 0-17 0,-3 1 20 16,-1-1-5-16,-3-1 8 0,-3 1-11 0,-1 1 1 16,0-1 1-16,0 1-2 0,1 1-6 0,-1 1 6 15,2-1-5-15,0 2 4 0,3 1-9 0,0 0-5 16,-1 2 6-16,0 2-6 0,-2 1-3 0,-1-1 4 16,-4 3-3-16,0-1 5 0,-1 1 10 0,-5 2-7 15,2-2 9-15,0 1-9 0,2 0 3 0,5 1 0 16,1 2-7-16,1 1 6 0,-1 1 5 0,0 1-9 15,1-13 2-15,-1 18-5 0,-3 2-3 0,-2 1 3 0,0 3-6 16,1 1 5-16,3 1-7 0,3 0-8 0,3 4 2 16,0-1-7-16,6 3 3 0,1 2-1 0,1-2 2 15,3 4-2-15,1-2 9 0,3 3-5 0,2 3 6 0,2 2-5 16,-1 2 14-16,4 2-7 0,-1 0 0 0,4 2-2 16,1-3 2-16,-16-1 11 0,11-3 0 0,6-5 3 15,3-1 3-15,4 1-1 0,4-1-3 0,3 1 0 16,3 3-10-16,-14 1 1 0,22-1 4 0,4 2-3 15,3-2 3-15,6 1-2 0,0-6-1 0,3 0 0 16,5-5-5-16,1-3 0 0,-1 0-1 0,1-3 1 16,-1-1 4-16,2 0 0 0,4-2 1 0,6-1-2 15,0-4-6-15,5 3 1 0,-3-5 0 0,-5-2 0 0,3 0 0 16,-7-4 4-16,5-2 3 0,5-1 1 0,-1 16 8 16,4-17 3-16,-2-5 0 0,-8-6 3 0,-1-2 0 15,-6-2-13-15,1-3-4 0,0-1 1 0,4-5 7 0,0 0-5 16,2 16 8-16,-5-19-9 0,-2-3 0 0,-1-1-1 15,-7-3 2-15,-4-1-1 0,-1-3 5 0,-2-3-4 16,0-1-6-16,-5-2 4 0,3 1 0 0,-4-3 1 16,-4 2 8-16,2 2-4 0,-6-4-2 0,-4 4 4 15,-1 0-9-15,-4-2 8 0,-5 2-8 0,-3-4-2 16,15-1 7-16,-13-5-5 0,-5 0 9 0,-8 0-5 16,-4 1-1-16,-4 2 1 0,12 1 9 0,-16 1-8 0,-3 1 7 15,-1-3-6-15,-1 1 5 0,-2-5 4 0,-2 2-5 16,0 0 6-16,-4 0 8 0,-3 5-5 0,-6 2 10 15,-3 8-8-15,-3 3 9 0,-6 4-11 0,3 4-2 16,-2 2 0-16,3 4 8 0,1 4-22 0,-2 3 7 16,-5 5-13-16,2 1 1 0,-8-19-13 0,1 18-1 0,3 5-6 15,-3 6-9-15,10 3-14 0,0 3-8 0,3 2-4 16,-4 3-37-16,1 0-50 0,2 1-28 0,4-1-27 16,7-18-280-16</inkml:trace>
  <inkml:trace contextRef="#ctx0" brushRef="#br0" timeOffset="9657.59">27242 3915 605 0,'-3'-1'0'0,"-10"-5"8"15,-6-3 84-15,-1 0-27 0,2 3 0 0,-2 3-46 16,4 1-5-16,-7 2-5 0,-1 1-7 0,1 3 6 15,-8 3-4-15,6 2-4 0,1 1 6 0,-1 3-6 0,2-10-1 16,0 13 9-16,1 4-5 0,0 0 9 0,0 0 4 16,-2 5 0-16,-1-1 2 0,1 2-3 0,-1 2 3 15,2-2-2-15,-1-3 3 0,1 0-3 0,2-2 2 0,2 1 1 16,5-4-2-16,0 0 1 0,2 1-5 0,3-2-2 16,3 2 3-16,2-1-2 0,2 0 6 0,-10-1-9 15,5 2 9-15,4 0-8 0,3 1 10 0,2 2-9 16,4-2 4-16,5 0-5 0,0-2 2 0,-1-2-7 15,14-2-3-15,-2-1 1 0,5-1 2 0,-3-4-14 16,1 2-1-16,1-1-6 0,-1-4-2 0,-2-1-19 16,3 11 1-16,-1-8-8 0,1-5-13 0,-1-3-30 0,4-4-26 15,1-3-13-15,3-5-197 0</inkml:trace>
  <inkml:trace contextRef="#ctx0" brushRef="#br0" timeOffset="10024.7">27639 4008 1329 0,'-1'-1'17'0,"-2"0"-1"16,-8-4 15-16,-2-5-2 0,3 3-2 0,0 3-27 15,0-3-11-15,-1 2 1 0,0 5-5 0,-4 2 3 16,-4 8-1-16,-2-3-5 0,-3 17 5 0,0 2-4 0,-2 1 14 16,0 2-4-16,-1-2 5 0,0 0-4 0,2-5 7 15,-3-1 2-15,0-1 1 0,3-2-2 0,-2-1 4 16,6 1 1-16,2-1 1 0,4-2 3 0,2 0-4 16,0 0-3-16,6-1 2 0,0 1 11 0,4-2-14 15,-5-1 12-15,2 0-14 0,4 0 16 0,2 1 9 16,2 0-9-16,3-1 8 0,-4-1-12 0,24 0-4 15,3 2 6-15,0-4-7 0,0 0-1 0,3-1 2 16,-1-5-10-16,7 2 6 0,1-1-7 0,4-2-5 0,6-1 5 16,7 20-8-16,-1-14-13 0,2-7-38 0,-3-3 3 15,-7-4-20-15,2-3-68 0</inkml:trace>
  <inkml:trace contextRef="#ctx0" brushRef="#br0" timeOffset="11125.11">27845 4067 759 0,'0'-1'11'16,"0"-1"-7"-16,0 0 26 0,-1-2 7 0,-2-4-3 15,2 2-9-15,0 2-12 0,1 2-6 0,0-1 0 16,0 2-6-16,0-2 1 0,0 0-1 0,0 2 1 15,0-2-1-15,-1-1 17 0,1 2-3 0,-1-2 7 0,-2-1-1 16,1 0 7-16,-1 1 4 0,0-1-2 0,-1 0-4 16,-5 3-8-16,-3-2-3 0,0 2 0 0,-2 1 4 15,-1-3-4-15,-5-7 1 0,-1 2-3 0,-1 5 2 0,-4 1-8 16,1 4 9-16,-7 3-7 0,2 1 18 16,-2 2-5-16,0 0-3 0,4 1-1 0,1 1-5 0,0 4-13 15,2-11 8-15,2 18-9 0,-2 1 1 0,3-1 4 16,-1 2-4-16,1-1 5 0,-2 0-1 0,2 2 0 15,-1-2-4-15,1-2 1 0,0-1-3 0,4-1 1 16,5-1 0-16,5 1 1 0,2-1 0 0,4 2 2 16,0 0 2-16,-9 0-1 0,6-1-14 0,4 3 7 15,5 0-5-15,3-1 7 0,5 2 6 0,-3-5 0 0,13 0-3 16,5 1 1-16,3-4 4 0,0 2 3 0,1 1 5 16,1-6-3-16,2 0 8 0,3-6-4 0,5 4 2 15,5-4-3-15,2 0 5 0,3-1-10 0,-1 17 4 16,-1-13-7-16,-3-4-8 0,-5-3 3 0,1-2-7 15,-5 1 5-15,0-1-24 0,1 0-17 0,0-2-11 16,-3-2-3-16,-2 0-47 0,4-3-97 0,-8-2-122 0</inkml:trace>
  <inkml:trace contextRef="#ctx0" brushRef="#br0" timeOffset="14294.75">29143 3921 410 0,'-1'0'0'0,"0"0"1"16,-6-2 24-16,-13-4 6 0,5 2 12 0,5 2 7 0,0-1-16 16,3 2 0-16,3 0-2 0,-2 0-4 0,3 0-12 15,1 1 9-15,0 0-9 0,-1 0 0 0,1 0-3 16,1 0 1-16,0 0 2 0,0 0 14 0,-1 0 11 16,1 0-2-16,0 0 6 0,0 0 5 0,0 0-22 15,-1 0 3-15,1 0-12 0,0 0-15 0,0 0 5 16,0 0 1-16,1 1 4 0,0 0 12 0,0 1-17 15,0 5 2-15,-1 6-7 0,1 3-4 0,0-2 9 16,1 0-8-16,3 7 8 0,2-4-9 0,4 3 5 0,2 0 0 16,-10-3 3-16,16 2-3 0,4 1-5 0,-1-1 4 15,1-2-4-15,2 2 4 0,-4-3-1 0,1 0-2 16,-2 0 2-16,-1 1 4 0,-1-2-8 0,-2 2 0 16,1-2-3-16,-3 0 9 0,-3 1-5 0,1-1 3 0,-2-1-5 15,1 1 6-15,-3-3-3 0,0 1 2 0,0-4-2 16,-1 2 3-16,1-3-2 0,-1 0-2 0,-3 1 1 15,2-2-10-15,-3 0 6 0,1-3 2 0,-1 0 1 16,1 1 4-16,-1-3-4 0,-1 0-5 0,-1 0 3 16,0-1-2-16,1 1-3 0,0 0 3 0,0 1-4 0,0-2 3 15,-1 0-45-15,0 0-7 0,0 0-23 0,0-1-97 16,0 0-134-16</inkml:trace>
  <inkml:trace contextRef="#ctx0" brushRef="#br0" timeOffset="14661.61">29585 3887 947 0,'-1'-1'0'15,"0"-1"-21"-15,0 1 50 0,-1 0-31 0,1 0 7 16,0 0-14-16,0 0 8 0,0 1 2 0,1 0-3 0,0 1 2 16,0 1-8-16,-1 5 6 0,-3 8-2 0,-3 1 3 15,1-2 3-15,-1-2 3 0,-2 2 2 0,5-1 0 16,-10-2 10-16,-1-2 23 0,-2-5-3 0,-2 2 10 16,1-1-2-16,0 0-4 0,-2 0-2 0,1 3-3 15,-2 0-14-15,0 4-1 0,-4 5 3 0,-2 2-2 16,-2 4 9-16,-5 2-17 0,-5 0 4 0,-4 3-8 15,-1-1-2-15,0 3-3 0,4 0-2 0,4 2 0 0,4 3-6 16,6 0 4-16,4 1-1 0,5 0 3 0,3-1-3 16,3-4-5-16,0 0 5 0,3-6-6 0,1-1 1 15,2 1-25-15,0-4-35 0,1 0-8 0,-2 3-231 16</inkml:trace>
  <inkml:trace contextRef="#ctx0" brushRef="#br0" timeOffset="15745.38">27425 5925 786 0,'-1'-2'0'0,"0"1"0"16,-2-2 10-16,-3-7-1 0,0 2 6 0,3 2-8 0,-1 0-1 15,1 2-1-15,1 0-5 0,0 1 4 0,-4-1 0 16,-1 2-5-16,-1-1 1 0,-2 2-1 0,-2-1 4 0,-2 1 13 16,-2-1-3-16,1 1 6 0,-2 0 5 0,-2 0 18 15,-2 0 2-15,2 0 5 0,-4-12 3 0,2 4-17 16,1 6-3-16,-6 1-5 0,4 2-14 0,-1 2 4 16,-3 3 1-16,6 1 0 0,-4 3 0 0,2 1-8 15,2 2-3-15,-3-7-1 0,3 14-9 0,2 3 12 16,-2 4-7-16,2 5 9 0,-1 4-12 0,3 0 3 15,-2 3 1-15,3-4 1 0,0-1-3 0,2-1 0 16,1-5 2-16,6 1-2 0,0-1-8 0,5-2 13 16,0 0-10-16,-12-2 12 0,7-1-7 0,6 0 4 0,3 0-1 15,3-4 0-15,3 2-7 0,0 0 12 0,3 0-2 16,-11-2 5-16,14 1-12 0,2-3 15 0,0 1-7 16,0-1 7-16,2 0-16 0,-2-4 1 0,1 0 0 15,1-4 1-15,-1 2 9 0,2-2-8 0,0-2-2 0,4 0 0 16,-2 0 0-16,-1-2-6 0,1-1 6 0,-2 9-10 15,2-7-9-15,0-3-17 0,8-5-10 0,-1-1-5 16,1-5-68-16</inkml:trace>
  <inkml:trace contextRef="#ctx0" brushRef="#br0" timeOffset="16230.34">27880 6033 806 0,'-1'-1'188'0,"0"-1"85"0,-3 0-112 16,-11-10-179-16,5 4 44 0,5 2-7 0,1 4-15 15,3 1 0-15,-1-2-4 0,-1 1-8 0,1 1 0 0,1 0 0 16,-1-1 1-16,1 1 4 0,0 1 5 0,0 0-4 15,0 1 2-15,0 1-11 0,-1-1 8 0,1 1 3 16,1-1 2-16,-3 5 8 0,-2 1 6 0,1-1-2 16,3 2 3-16,-7-1-3 0,-3 5-1 0,2 1 5 15,-3 0-3-15,1 2 0 0,-1 1-1 0,-2 1-4 0,1 6 3 16,-1-1-5-16,0 3-4 0,1 1 0 0,-2-4-1 16,7 1-4-16,4 0 2 0,0-3 1 0,-9 1 0 15,5-2-1-15,3 1 1 0,3-1-2 0,2-2 2 16,2 0 0-16,2-2-1 0,0-1-1 0,3-1-1 15,0-2 0-15,-4-3 0 0,12 1 3 0,-2-2 0 16,4-1 10-16,1 0-3 0,2-2 2 0,3 8-2 16,0-2 9-16,3-4-14 0,1-4 2 0,0-2-6 0,-1 0 3 15,2-1 2-15,-2 0-1 0,-2-2 0 0,3 2-4 16,-8 0-2-16,-4-1-2 0,-1 1 0 0,-9 1 4 16,-2 0 2-16,2-2-1 0,-3 1 2 0,1 0-3 0,-1 0-11 15,-1 0 4-15,0-2-11 0,3-5-29 0,-1-4-16 16,0-1-8-16,-2 0 0 0,-1 1-26 0,-1-1-16 15,-2 0-13-15,-1 1-2 0,-1 0-57 0</inkml:trace>
  <inkml:trace contextRef="#ctx0" brushRef="#br0" timeOffset="16500.84">27646 6360 803 0,'-1'0'53'15,"0"-1"31"-15,-1 1 30 0,-2-2-39 0,0 1-10 0,-2 0-7 16,4 0-34-16,0 0-25 0,1 0 6 16,-1-1-10-16,2 1 14 0,2 0 4 0,0 0-5 0,23-9 5 15,2 2-2-15,0 1-3 0,1 0 5 0,-1 0-4 16,1-1 8-16,2 1-13 0,0 0 4 0,0 2-7 16,-2 0-3-16,-1 2 8 0,-4 0-9 0,0 1 9 15,-5 0-5-15,-3 0-1 0,0 1 0 0,-5 1 0 16,-3 0 8-16,-3 0-7 0,-2 0 5 0,1 0-6 15,-1 0 2-15,-1 0-4 0,2 0 1 0,-1-1-5 0,0 0-5 16,1 0-39-16,-1 0-35 0,-1 1-8 0,3-5-169 16</inkml:trace>
  <inkml:trace contextRef="#ctx0" brushRef="#br0" timeOffset="16781.13">27984 5905 1207 0,'-2'-2'64'0,"1"1"123"0,0 0-130 0,0 0-30 0,0 0 2 16,-1 0-14-16,1-1-15 0,1 1-1 0,1 0 0 16,2 0 1-16,16-1 9 0,8 0-3 0,4 1 0 15,2 0-3-15,0 0-2 0,4-2 6 0,-2 0-4 0,-3-2 4 16,0 1-2-16,-4-2-2 0,-1 0 3 0,-3 0-4 15,-2 0-6-15,-4 0 5 0,-2 0 1 0,-3 0 1 16,-3 2-1-16,-3 0-2 0,-3 2-1 0,-2-2-1 16,5-6-11-16,-3 0-4 0,-2 1-17 0,-2-1 2 15,-1 0-80-15,-3-1-88 0,0 3-37 0</inkml:trace>
  <inkml:trace contextRef="#ctx0" brushRef="#br0" timeOffset="24570.49">17674 8570 365 0,'-1'0'7'0,"0"0"44"0,-2 2-5 0,-2 0 22 16,-6 4-5-16,2-1 0 0,2-1-1 0,-2 1-2 16,2 0-22-16,4-3 1 0,-2 4-5 0,0 0 2 0,2 0-16 15,2-2 2-15,-2 1-5 0,2 2 2 0,-4-1-11 0,1 1 3 16,0 0 4-16,2-1-4 0,-1 3-11 0,2 0 0 15,0 1 0-15,0 6 3 0,1-2 8 0,0 7-4 16,0-1 2-16,0 2-3 0,0-1 9 0,0-2-3 16,0-1 11-16,0-3-6 0,0 0 24 0,0-2 2 15,1-1-11-15,0-3 7 0,0 1-14 0,1-2-1 16,-1-2 0-16,1 1-3 0,1-2-13 0,-1-1-3 16,1 1 4-16,2-3-3 0,7 1 2 0,0 0-3 15,1-1-5-15,-1-1 2 0,-1 6-2 0,2 0 1 16,0-2-1-16,0-3 0 0,2 0 2 0,0-2 0 0,-2 0 3 15,1 0-3-15,1-1 2 0,-5 0-2 0,2-1 3 16,-5 0-1-16,0 0 8 0,-1 0 0 0,0-1 4 16,-3 1-2-16,0 0 4 0,-2-1-6 0,6-7 0 15,-1-2-2-15,-3-1 0 0,0 0-6 0,-2-3-2 0,-1-1 0 16,-2-4 0-16,-2 1 9 0,-3 0-8 0,-1 0 6 16,-2 2-15-16,1 3 9 0,1 2 1 0,-1 0 3 15,6 1 0-15,-9 2-5 0,-1 0 4 0,3 6-5 16,1 0 4-16,-1 1 0 0,0 1-2 0,0-5 2 15,-1 2 2-15,2 2-9 0,-2 3 5 0,1 1-5 16,-1 3 5-16,2 2-3 0,0-5 1 0,2 14-1 0,0 3 11 16,1 0-10-16,1-1-1 0,1 2-1 0,2-3 7 15,0 2-8-15,-9 0 6 0,5-4-8 0,2 1-1 16,3-2 5-16,1 0-2 0,1-1 4 0,2-2-1 0,-1 0-2 16,2-2-1-16,0-1-2 0,1-1 0 0,1-1 8 15,6-2-5-15,1-1 4 0,-1 1-7 0,3 6 7 16,-1-3 4-16,2-2-1 0,2-3-1 0,-1-2 6 15,2-3-1-15,-1-2 2 0,-3-2-9 0,-1-1 10 16,0 5-13-16,-4-10 12 0,-1 0-9 0,-3 0-3 16,-5 1 7-16,9-1-6 0,-4 3 5 0,-2 1 4 15,-1-3-5-15,-3 1 4 0,-3-1-8 0,-1-1-2 16,-2 3 4-16,-4-2-4 0,6 4 3 0,-11-2-12 0,3 0 2 16,1 1-7-16,-3 0-2 0,3-1-102 0,1 0-12 15,0 0-39-15,3-4-116 0</inkml:trace>
  <inkml:trace contextRef="#ctx0" brushRef="#br0" timeOffset="25787.47">15566 10680 683 0,'-1'0'5'0,"-1"0"-2"16,1 0 19-16,-1 0 0 0,0-1 4 0,-1 0-12 15,1 0-6-15,1-1-9 0,-1 1 3 0,1 0-4 0,0 0 3 16,0 0 8-16,0 0-5 0,0-1-4 0,-1 1 10 15,1 0-8-15,0 0 9 0,0 0-5 0,0-1 23 16,0 1-6-16,-1 0 12 0,1 0 5 0,0 0 1 16,0 1 8-16,0 0-8 0,-2 0-14 0,1 0 5 15,-2 0-7-15,-7 0 5 0,1 1-13 0,3 1-7 16,1 1 5-16,0 0-5 0,-2 3 6 0,1-5-2 16,-2 10-4-16,3 2 2 0,2-2-4 0,-3 1-4 0,3 1 1 15,1 1-3-15,2 0-5 0,-8-1 5 0,3 1 1 16,2 1 1-16,3-1-8 0,1 2 8 0,1-2-8 15,0-1 8-15,2-1 0 0,1 1-10 0,4 0 10 16,-6-4-9-16,13 2 10 0,-4-5-5 0,3 0 0 16,-2-2 0-16,-2 0-2 0,3 0 2 0,-2-2-3 0,2 7 4 15,-2-3 4-15,0-3 4 0,0-1-1 0,-1-2 2 16,2 0-13-16,-2-2 2 0,2 0 3 0,-2 0 1 16,-3-2 9-16,0 0-2 0,0-1-2 0,-4 4 2 15,2-9 0-15,-1 1 6 0,-1-2-6 0,-2-3 5 16,2-2-6-16,8-3 4 0,-4 1-1 0,-2-3 0 15,-2 1-4-15,-3 4-6 0,0-3 6 0,-2 2-7 16,0 2 3-16,-2-1-2 0,1 1-2 0,-2 3 1 0,1-1 0 16,0 4 5-16,-2 0 0 0,1 2 1 0,1 0-3 15,1 2 0-15,-4 2-1 0,-1 0 1 0,1-3 4 16,-1 2 2-16,0-1-4 0,0 3 3 0,1 0-5 0,-1 1 3 16,1 1 5-16,-2 1-4 0,1 1-8 0,3-1 1 15,-1 2-3-15,4 0 4 0,-1 4 1 0,1 3-5 16,1 1 5-16,-3 1-4 0,-3-2 1 0,2 2 4 15,2 0-8-15,2-4 5 0,1 5-1 0,0-2-5 16,1-1 6-16,2 2-4 0,0-4 8 0,-1-2-7 16,3 2 3-16,-2-3-4 0,0-2 9 0,1 1-5 15,3 1-1-15,-1-1 0 0,1 1-1 0,-2-1-6 16,0-2 6-16,1 0-4 0,0 1 12 0,-1-2-6 0,2 0 0 16,-1-1-1-16,-1 0 3 0,-1 0-5 0,-1 0 5 15,-1-1-5-15,1 0 3 0,-2-8 7 0,1-3-3 16,8-3 3-16,-2-2-8 0,-3 0 3 0,-2 0-4 15,-2 1 5-15,-1 1-3 0,0 2 1 0,-1 1 0 0,-1 4 1 16,0 1-5-16,-1 2 7 0,1 2-2 0,-1-1 4 16,-4-2-5-16,-1 2 3 0,1 0-3 0,-1 2 2 15,2 2-2-15,-3 0-5 0,-1 2 4 0,2 3-4 16,0 0 8-16,3 15-5 0,0 2 4 0,3 1-4 16,-2 1-1-16,3-4-2 0,0 0 3 0,0-4-1 15,-8-1 4-15,4-3-2 0,2-1-2 0,3-4 1 16,0 0-4-16,0-4 4 0,2 1 0 0,-1-1 3 0,0-1-1 15,8 5 3-15,0-3-7 0,1-1 4 0,1-2-8 16,-2-1 9-16,1 0 3 0,-2-1 1 0,-2-1-2 16,-2-1-3-16,0 1-2 0,-2 1 0 0,1-2-5 15,1-2-29-15,5-10-7 0,-2-7-20 0,0-10-143 0</inkml:trace>
  <inkml:trace contextRef="#ctx0" brushRef="#br0" timeOffset="31077.48">15580 10980 300 0,'0'0'47'0,"0"0"-7"0,0-1 17 0,0 0 5 0,0-1-30 15,0 1-12-15,0 0-8 0,0 0-2 0,0 0-3 16,0 0-5-16,0-1 3 0,0 1-2 0,0 0 3 16,0 0 1-16,0 0 6 0,0-1 2 0,0 0 2 15,0 0 12-15,-1-1 17 0,1 2-1 0,-3-3 5 0,0-2 2 16,-1-1-13-16,1 1 3 0,-1-1-10 0,3 4-20 15,-2-4 8-15,1 3-5 0,0-2 7 0,0-3-1 16,-1 2-19-16,1 0 7 0,1 1-9 0,0 2 14 0,-1-1-10 16,1 0 4-16,0 1-7 0,0-2 7 0,0 2 3 15,0 1-4-15,-1-1 3 0,2 3 4 0,-2-4-2 16,1 3 2-16,1 0-3 0,-1-1 5 0,1 2 1 16,-2-1 5-16,1-1-3 0,0 1 5 0,0 0 2 15,0-1-1-15,0 2 0 0,-1-1-9 0,1-1-2 16,0 2-5-16,0 0 3 0,0 0-12 0,0 0 6 15,-1 0-7-15,1-1 6 0,0 1-6 0,0 0 1 16,1 0 5-16,0 0-5 0,0 0 0 0,0-1 4 16,0 1-4-16,0 0 5 0,0 0 3 0,-1 0-4 0,-1-1 5 15,2 1-5-15,0 1 6 0,0 0-5 0,0 0-2 16,0 0 0-16,0 0-3 0,0-1 10 0,0 1 1 16,0 0 1-16,0 0-4 0,0 0-2 0,0 0-3 15,0 0 2-15,0 0-3 0,0 0 4 0,0 0-5 16,0 0 4-16,0 0 1 0,0 0-6 0,0 0 6 15,0 0-7-15,-1 0-2 0,1 0 6 0,0 0-3 0,0 0 5 16,0 0-8-16,0 0 4 0,0-1-1 0,0 1 3 16,0 0-2-16,0 0 5 0,0 0 0 0,0 0 2 15,0 0-8-15,0 0-1 0,0 0-2 0,-1 0 1 16,0 0-7-16,0 0 3 0,0 0-12 0,-1 0 5 16,1 0-43-16,0 0-73 0,0 0-16 0,1 0-28 0,0 1-136 15</inkml:trace>
  <inkml:trace contextRef="#ctx0" brushRef="#br0" timeOffset="32142.75">19420 11486 393 0,'0'0'36'0,"0"0"-20"0,0-2 35 16,0 1-9-16,0 0-14 0,0 0 10 0,0 0 2 15,0 0 2-15,0-1 1 0,0 1-17 0,0 0-2 0,0 0-5 16,0 0-11-16,0-1 0 0,0 1 0 0,0 0-1 15,0 0-7-15,0 0 8 0,0 1-1 0,0 0 6 16,0 0 0-16,0 0 7 0,0 0-7 0,0 0 7 16,0 0-12-16,0 0 6 0,0 0-5 0,0 0 3 15,0 1-12-15,0 0 3 0,0 1 6 0,0 1-1 16,0 9 6-16,0-1-9 0,-1 1 0 0,0 0-3 0,0-3-2 16,1 0 9-16,0-2-1 0,0-2 5 0,0 0 11 15,1-1 12-15,0-2 0 0,2-1 5 0,13 9 3 16,4-5-19-16,1-3 3 0,4-6-9 0,4-6-9 0,5-6-9 15,3 10-3-15,5-22-3 0,4-1-11 0,5-10 0 16,4 1-13-16,-1-4 3 0,0-4-54 0,-3 4-40 16,-6-2-18-16,-1 5-22 0,1 2-208 0</inkml:trace>
  <inkml:trace contextRef="#ctx0" brushRef="#br0" timeOffset="33378.76">15432 11019 100 0,'0'0'62'16,"0"0"-14"-16,-1-1 60 0,-1-1-9 0,0 1-15 16,0 0-29-16,0 1 0 0,-1-2-13 0,-2-2-28 0,4 4 4 15,-1-2-10-15,-3-4 7 0,0-1-6 0,3 0-6 16,1 0 3-16,1-1-6 0,0-1-5 0,2-1 1 16,2-1 6-16,0 2-1 0,2-2 6 0,0 1-7 15,1-1-3-15,-1 2-1 0,-1 2-7 0,-2 1 17 16,2-1-3-16,-3 3 8 0,2-3-4 0,-3 3 9 15,0 2-1-15,0-1 6 0,3-4 5 0,-2 1-3 0,1-1-3 16,-1 0-1-16,-1 2-13 0,1-3 7 0,1 1-6 16,0-2 5-16,2 2-16 0,0 0 7 0,1-1-7 15,-2 1 7-15,1 0-9 0,-3 0 3 0,5 1 3 16,2 0-1-16,-1 1 2 0,-2-1 5 0,1 3-6 16,-2-1 3-16,-1 2-11 0,0 0 8 0,-3 1 5 15,1-1-2-15,1 0 6 0,-1 0-1 0,0-1-8 0,1 2 6 16,-1 0-1-16,-1 0 16 0,0 0 2 0,1-1 3 15,-1 1 0-15,0 0 6 0,0 0-5 0,0 0 4 16,0 0-17-16,1-1-3 0,-1 1 4 0,0 0-4 16,-1 0 5-16,0 0-12 0,1-1 4 0,-1 1-5 15,0 1 7-15,0 0 5 0,1 0-7 0,-1 0 9 0,2 0 5 16,-1 0 6-16,-1 0 3 0,0 0-1 0,0 0-5 16,0 0 5-16,0 0-1 0,0 0 2 0,0 1 1 15,0 1-14-15,0-1 7 0,0 0-9 0,0 1 8 0,0 0 3 16,0 8-4-16,0 4 4 0,0 0-3 0,-1-1-6 15,-1 1 1-15,2-2-3 0,0 1 2 0,0 1-9 16,0 0 3-16,0 0-5 0,0 1-3 0,0 0 4 16,2-1-2-16,-1 1 2 0,1 2-7 0,0-2 6 15,1 0-1-15,-1-1 3 0,0 2-7 0,1-1 2 16,-1 0 0-16,1 3 1 0,0 0 6 0,-1 0-8 16,1 2 2-16,-1 0-2 0,0 0 5 0,1 1-5 15,-1-1 2-15,2 2-2 0,-1 0 0 0,1-1 2 16,-1 0-6-16,1-1 4 0,-1 0-4 0,1-2 4 15,-2-2 1-15,2 2 1 0,-2 1 2 0,0 2-7 16,0-1 0-16,-1 0-2 0,0-2 3 0,-1-1 0 0,0 0 4 16,0-2-4-16,-1 1 0 0,0-1 0 0,-2-1 4 15,2-1-3-15,-1 0 1 0,1-2 4 0,-1 1-7 0,1-1 5 16,0-1-2-16,0 0-1 0,0-1 1 0,1-1 0 16,0 1 4-16,0-2-9 0,0 0 3 0,0-3-4 15,0 2 8-15,0-2 1 0,0 0-1 0,0-1 0 16,0 0-5-16,0 0 2 0,-1-1-1 0,-1 0 1 15,1 1-2-15,0-1-21 0,1-1-5 0,0 0-7 16,0 1-33-16,0-1-61 0,0 0-2 0,0 0-23 16,0-1-41-16,1 0-115 0</inkml:trace>
  <inkml:trace contextRef="#ctx0" brushRef="#br0" timeOffset="33926.96">15428 11958 645 0,'-1'-1'14'16,"0"0"27"-16,0 0-29 0,-1 0-12 0,1-2 0 15,0-3-3-15,1-4 12 0,0 3-11 0,0-1 8 0,0 2-9 16,0 0 10-16,0 2-7 0,0 1 3 0,0-1-2 16,0 1 21-16,0 0 30 0,0 2 2 0,0 0 11 15,0-1 24-15,-1-1-15 0,0 1 5 0,0 0-8 16,-1 0-7-16,0 1-4 0,0 0-5 0,1 1 3 16,-7-4-7-16,4 2-8 0,0 1-5 0,2 0-1 15,0 0-19-15,-1 1-12 0,1-2 3 0,1 2-6 16,-1 0 1-16,1 0 1 0,0 0-4 0,1 0 3 0,1 0-4 15,0 0 2-15,2 0 2 0,4 2-2 0,5-1 2 16,2 0-2-16,2 0-2 0,-3 0 1 0,5 0-3 16,1-1 7-16,-3 0-1 0,1 0 3 0,3 0-7 15,-2 0 2-15,3 0 0 0,1 2 0 0,-2-1 3 0,0-1 9 16,1 0 1-16,-1 0 2 0,1 0 1 0,0 0-4 16,0 0 1-16,0 0-3 0,1 1 6 0,1 0-6 15,-1 0 5-15,-2 1-4 0,0-2 4 0,0 1-9 16,-2-1-4-16,0 1 1 0,-3-1 6 0,-2 0-13 15,-2 0 7-15,-2-1-8 0,-2 1 11 0,0 0-5 16,0 0-2-16,-6 0 0 0,5 0 1 0,-2 0-2 16,-2 0 1-16,-1 0-2 0,0 0 5 0,2 0-12 0,-1 0-1 15,0 0-7-15,1 0-18 0,-2 0-75 0,0 0 2 16,0 0-32-16,1 0-51 0,-1 0-77 0,0 0-23 16</inkml:trace>
  <inkml:trace contextRef="#ctx0" brushRef="#br0" timeOffset="34394.49">15493 12288 844 0,'-1'0'140'0,"-4"0"16"15,-22 0-61-15,3 0-42 0,8 0-35 0,2 0-16 0,6 0 0 16,4 0 2-16,-1 0-3 0,3 0-4 0,0 0-10 16,0 0-1-16,1 0-2 0,-1 1-5 0,0 0 9 15,0 1-5-15,2-1 7 0,-1 3 4 0,0 0 1 16,1-3 10-16,0 0-5 0,0 1 16 0,-1 1-3 16,1-1 6-16,0 0-3 0,0 1 18 0,0-1 9 15,0 0 2-15,0 0 3 0,0-1 14 0,1 0-22 16,0 0 3-16,0 1-10 0,1 0-4 0,0-1-14 15,12 6 2-15,0-1-5 0,5 0 5 0,0-1-3 0,1 1 1 16,0-2-1-16,0-2-4 0,2-1 1 16,0 1 2-16,3-1-1 0,0 0-4 0,-2 0 8 0,3 0-10 15,0 0 10-15,0-1-11 0,1 2 1 0,1-1 3 16,-3 0-1-16,1 0 4 0,-2-1-12 0,0 0 3 0,-4 0-6 16,-4 0 6-16,-1 0 4 0,-4 1 1 0,1-1 1 15,-2 0-6-15,-3 0 1 0,-3 0-2 0,1 0 3 16,-2 0-2-16,-1 0 3 0,0 0-10 0,0 0 7 15,1 0-5-15,-1 0-14 0,-1 0 4 0,0 0-12 16,1 0-42-16,-1 0-41 0,0 0-8 0,0 0-12 16,-1-1-49-16,0 0-60 0,0 0-23 0</inkml:trace>
  <inkml:trace contextRef="#ctx0" brushRef="#br0" timeOffset="36179.96">15697 12485 1133 0,'-1'0'68'0,"0"0"146"0,-1-1-181 0,-1 0-5 16,1 0 2-16,0-1-4 0,-1 1-9 0,1 0-4 16,1 0-3-16,0 0 0 0,-1 1-10 0,1 0-3 15,0 0 3-15,0 0-4 0,0 0 4 0,0 0-2 16,1 0 3-16,0 0-2 0,0 1 6 0,0 0 3 0,0 0-8 15,0 0 6-15,0 1 1 0,0-1 10 0,0 0 8 16,0 0-1-16,0 1 15 0,0 1-13 0,0 5 2 16,-2 1-7-16,1 3 5 0,-1 1-5 0,-3 1 2 0,0 4-2 15,0 0-4-15,0 0-2 0,-1 2-3 0,0 2 1 16,0 0-7-16,0 0-1 0,2 3 1 0,0 1-1 16,2 0-2-16,1 4-4 0,-1-2 1 0,1 5 0 15,1-1 7-15,0 0-4 0,-1 1-3 0,1 0 0 16,0 0 0-16,0 0-1 0,0 2 1 0,0 0-1 15,1 3 0-15,0 3-1 0,1 2 1 0,-1 4-1 0,0 4 5 16,-1 4 0-16,0 2-2 0,0 2 1 0,-1-1-6 16,-2 1 5-16,1-1 1 0,0 4 2 0,1-1 0 15,-1 2-5-15,1-1 1 0,0-5-3 0,0 1 3 16,0-4 6-16,1-2-4 0,-2-1 5 0,2-1-11 0,2 3 1 16,0-4 3-16,4 5-1 0,-1 1 2 0,0-6 3 15,0 2-4-15,0-8 3 0,0-1-4 0,-1 1 4 16,1-3-3-16,1 1 2 0,-1 1-2 0,-1 2-2 15,1-1 2-15,-1-2-2 0,-1-3 0 0,1-2 7 16,-2-1-3-16,-1-5 4 0,1 0-7 0,0-5 4 16,-1-1 1-16,-1-5 2 0,0-2 4 0,0 1-6 15,0-3 2-15,0-1-3 0,0-1 6 0,0-1-5 16,0-1-1-16,0-3-1 0,-1 1 1 0,1 1-2 16,0 0 5-16,-2 0-6 0,2-1 5 0,-1 2-4 0,0-3 4 15,0 1-4-15,0-2-1 0,0 2 4 0,-2 2-8 16,1-1 8-16,0 2-4 0,-1-2 0 0,2-3 4 15,0 3-3-15,0-3 1 0,-1-1 4 0,1 1-2 0,1-4 2 16,0 1-4-16,-1-2 5 0,0 0-3 0,1 1 4 16,0-1-7-16,0 0-2 0,0 1 2 0,0-2-1 15,0 0 4-15,0 1-6 0,1 1 2 0,0-1-3 16,0 1 5-16,1-1-2 0,-1 0 0 0,0 1 0 16,0-1 2-16,0 0-2 0,2 1 0 0,-1-1 0 15,0-1 1-15,1 0 1 0,-2-1-2 0,2 3 0 16,1-2 1-16,0 1-4 0,-1-1 5 0,2 2-5 15,-2-2 12-15,2 1-7 0,0 1 3 0,-1-2-5 0,1 0-3 16,-1 0 3-16,-1 0 1 0,1 0 2 0,-1 1 1 16,-2-2 6-16,3 1-5 0,-3-1 7 0,1 0-3 15,1 0-1-15,-1 0 2 0,-1 0-2 0,0 0 2 0,2 0-1 16,-1 0 0-16,1 0 0 0,-1 0 5 0,-1 0-1 16,0 0 0-16,0 0-1 0,1 0-4 0,-1 0 0 15,0 0-2-15,-1 0 1 0,0 0-3 0,0 0 2 16,0 0-4-16,-1 0 2 0,0 0-7 0,-1 0 5 15,0 0 2-15,0 0 0 0,-5 2-1 0,-2 2-3 16,2-1 1-16,0 2-1 0,0 0 1 0,3-3-1 16,-2 5 0-16,1-1 0 0,1 0 0 0,2 0 3 15,0-3-4-15,1 2 4 0,-2-3-4 0,1 2 1 0,1-2-2 16,0 1 1-16,-2 0-5 0,2-1 4 0,0 2 2 16,0 1-1-16,-1-2 0 0,1 4 2 0,1-2-2 15,0 1 2-15,0 1-3 0,1 0-1 0,1 1 1 16,0 0 0-16,0-1 2 0,1 0 5 0,0 1-2 15,0-4 2-15,-1 0-5 0,1 0-4 0,-1-1 3 16,1-1-3-16,3 1 9 0,-1 0-7 0,1 1 6 0,-1-1-6 16,3 1 7-16,-1-2-3 0,-2-1-5 0,1 0 3 15,-1-1 0-15,0 0 8 0,-1 0-3 0,0 0 2 16,-2 0-11-16,0 0 10 0,0-1-3 0,0 0 5 16,1-1-8-16,-2-1 3 0,0 1 0 0,1-4 1 15,-1-1-5-15,-1 1 2 0,0 1 2 0,0 0 1 16,0 2-4-16,-1 0 6 0,0 0-7 0,1 2 6 0,0 0-5 15,-2 0 7-15,-5-4-3 0,0 2 2 0,-2-1 0 16,1 2-9-16,0 2 4 0,0 0-5 0,-1 2 10 0,2 2-7 16,0 0 1-16,1 0-4 0,-1 9 0 0,3 0 3 15,-1-2 1-15,3 1 0 0,1-1 9 0,-5-3-12 16,1 0 3-16,1 0-6 0,2-1 11 0,0 1-3 16,1-1 0-16,1-2-2 0,0 1-6 0,0-2 6 15,0 2-4-15,1-2 4 0,-1-1-6 0,1 2 10 16,0-2-3-16,-1-2 6 0,2 3-8 0,1-2-1 15,0 0 4-15,3 2-2 0,0 0 0 0,-1-2 4 16,1-1-4-16,-1 0 3 0,1-1-7 0,0 0 5 16,0 0-3-16,0-1 4 0,0 0-1 0,-1 0 0 0,0-2 0 15,-1 1 0-15,0 0 0 0,-2-4-2 0,-1-5 4 16,6 1-3-16,-1 0 3 0,-1-2-1 0,-2 2-1 16,0-1-1-16,-3 1-7 0,0 0 8 0,-2 2-3 0,1 1 5 15,-1 1-3-15,0 1 3 0,0 3-1 16,1 0 2-16,-8-5 2 0,1 2-6 0,-3 0 1 0,3 3-3 15,-2 1 1-15,2 1-1 0,0 0-2 0,0 2 2 16,-1 2-2-16,2 0 0 0,1 3 2 0,1 5-2 16,1 0 4-16,2 0 0 0,1-1-1 0,-7 0 1 15,1 1 2-15,3-2-2 0,0 2 2 0,2 0-3 16,1-2-1-16,1 1 1 0,0 0-2 0,1-2 3 0,0 2 1 16,1-1-2-16,1-3 4 0,0 1-3 15,0-2 1-15,-1-2 0 0,1 2-1 0,-3-5 1 0,5 2-1 16,2 0 3-16,1-1-5 0,2 5 5 0,-1-2-5 15,1-2 3-15,-1-1 4 0,-1-2-1 0,2 0-3 0,-1-2 1 16,-2 0-1-16,1-3 1 0,1 4-2 0,-1-11 4 16,0-1-6-16,-3-1 4 0,-3 0-3 0,-1-1-2 15,1 0 5-15,7 1-4 0,-3-1-1 0,-4 4 8 16,-2 0-7-16,0 1 6 0,-1 0-5 0,-1 3 2 16,-2 0 1-16,2 2-1 0,-1 2-2 0,-7 0 1 15,-3-6 1-15,1 3 1 0,-1 3 1 0,1 1-8 16,-1 4 0-16,3 0-3 0,-2 4 9 0,2 1-2 15,-2 0 1-15,2 9-2 0,2 2 4 0,1-3-2 0,2 1-1 16,3-3-2-16,1-2 1 0,-7 1 0 0,2-1 2 16,3-3-1-16,2 0 5 0,1-1-4 0,0-2-1 15,0 0 0-15,1-1 1 0,1 0-2 0,-1-2 4 16,2 1-5-16,7 2 1 0,-1 0 8 0,2-1-2 0,-1-2 4 16,2-1-8-16,-1-1 2 0,0-1 1 0,-1-1-1 15,-1-3-3-15,-2 0 2 0,0 4 0 0,-1-10 3 16,-1 1 2-16,-4 1-2 0,1 1-1 0,4 0 0 15,-2 2-4-15,-1 0 7 0,0 1-5 0,-3 0 7 16,0 0-4-16,0 0-1 0,0 3 6 0,0 1-5 16,-3-1 6-16,-1-2-5 0,-7-1-5 0,0 2 2 15,1 2-1-15,2 1-9 0,-2 1 4 0,3 0-9 16,1 1-3-16,2 1-26 0,-1-1-13 0,3-1-11 0,-1 0-101 16,1 1-125-16,0-1-17 0</inkml:trace>
  <inkml:trace contextRef="#ctx0" brushRef="#br0" timeOffset="36998.54">16309 12378 553 0,'0'0'103'0,"-1"-1"12"0,0 0-36 0,-1 0-18 15,1-1-28-15,0 1 16 0,0-1-7 0,0 0-4 16,0-1 1-16,-1 1 5 0,2-1-15 0,-2-4 6 0,1 2-9 15,1 2-1-15,-1 0 3 0,-1 0-3 0,1 1 5 16,0-2 1-16,0 2 2 0,-1-3 1 0,-1 2 1 16,3 2 14-16,-6-3-17 0,-1-2 10 0,-2 0-14 15,-1 2-2-15,1 0 4 0,-2 1-10 0,0 0 8 16,0 3-16-16,-1 0 4 0,2 0 0 0,-1 3-1 16,-2-1-2-16,3 3-13 0,-1 1 0 0,1 1-3 15,0-1 0-15,1 8 8 0,-1 0 0 0,1 2 2 0,-1 1-13 16,0 1 10-16,1 0-5 0,0 1 7 15,2-1-7-15,3 0-2 0,-2 0 1 0,0-2 1 0,0 2 4 0,1 0-3 16,-7-1 4-16,5 1-4 0,3 0 5 0,1-1-4 16,2 0-1-16,1-1 0 0,1 1 5 0,2-2 3 15,0-1 6-15,1 0-3 0,-1-2 7 0,1-3 7 16,2 1-8-16,-2-3 7 0,1-1-5 0,1 1-4 16,2-5 6-16,4 2-6 0,-1-2 1 0,0 6-10 15,1-2-2-15,-1-2 0 0,0-1 0 0,0-2-4 16,0-1 2-16,0 0-3 0,0-2-6 0,-2-2-9 15,1 1-11-15,0-2-1 0,0-1-53 0,0-1-43 16,0 0-9-16,1 4-12 0,0-8-43 0,0 2-73 16,0 0-48-16</inkml:trace>
  <inkml:trace contextRef="#ctx0" brushRef="#br0" timeOffset="37864.07">16218 12985 1212 0,'-1'0'24'0,"0"0"51"0,0 0-65 16,0 0-4-16,-1 0-1 0,1 1 0 0,0 0 0 0,0 0-8 15,1 1 4-15,0 0-5 0,0-1 9 0,0 4-4 16,1 1 1-16,1 0-2 0,0-3 7 0,0 1 6 16,-1-2 0-16,-1-1 4 0,0 0 25 0,4 2 26 15,-3-3 4-15,0 0 3 0,0 0-12 0,2 1 12 16,-2-1-10-16,2 1 10 0,0 0-20 0,0-1-6 16,3 0-6-16,0 0-1 0,1-2-30 0,2-3 2 15,2 3-4-15,2-13 3 0,0-3-10 0,1 0 1 0,-1-1-1 16,0-1 1-16,1 0-4 0,0 2 0 0,-5-4 0 15,-1 2-1-15,0 4 2 0,-2-3 2 16,0 3-1-16,1 0 1 0,1 2-3 0,-5 4-1 0,6-1 1 16,-5 2 0-16,-3 1 6 0,2 0-1 0,0 4 2 15,1-1-3-15,-2 2-2 0,1-1 3 0,-3 3-4 0,1-1 5 16,0-1-6-16,0 1 2 0,0-1 0 0,0 1 2 16,1 1 0-16,-1 0-5 0,0 0-2 0,0-1 0 15,-1 1-2-15,0 0 1 0,0 0 2 0,0 1-1 16,0 0 3-16,0 0 0 0,-1 1-2 0,0 0 2 15,0 2-2-15,-1 1 1 0,-1 6 2 0,-1 0-1 16,1 2 0-16,0 0 4 0,1 2-2 0,1-1 2 16,0-3-9-16,0 6 5 0,-1-2-2 0,2 1 3 0,0 0-6 15,2-2 5-15,0 0-4 0,0 0 4 0,1 1-2 16,0-2 1-16,1 0 4 0,-2-3-2 0,0-1 5 0,1 0-5 16,-1-4-1-16,0 2-1 0,0-2 0 0,-1-2 2 15,0 0 1-15,-1 0 0 0,2 0-3 0,1 0 1 16,-2-2 4-16,6 5-1 0,0-2 1 0,-1 0-2 15,1-2-2-15,-2-1 2 0,1 0 1 0,1-2 1 16,0-2-1-16,1-1 1 0,-1 1-5 0,-1-3 1 16,0-6 1-16,-2-1 1 0,2-4 0 0,0 1 2 15,-1 2-5-15,0-1 2 0,-1-2-2 0,0 0-1 16,-2 1 2-16,0 0-1 0,1 0-1 0,-1 1 2 16,1 0 0-16,-1 3 2 0,-1 0-2 0,5 5 8 0,-1 0-6 15,-2 2 6-15,0 0-11 0,-2 2 1 0,0 2 2 16,-1 1 0-16,1-2 1 0,0 1-4 0,0 0 1 15,1 1-4-15,-1-1 1 0,0 1-7 0,0 0 7 16,0 1-6-16,0 0 10 0,1 1 0 0,-1 2 0 16,2 10 0-16,1 9 0 0,-2 3 1 0,-1-2-1 15,1 2 1-15,-1-3 1 0,0-4 3 0,0 1-6 0,0-3 3 16,2-1 0-16,-1 2-1 0,0-4 3 0,2 0-4 16,-1-2 1-16,0-2 1 0,0 0-4 0,0-2 3 15,0 0 0-15,1 0-5 0,-2-2 1 0,0 0-7 16,0-3-13-16,-1 0-62 0,0 1-5 0,0-3-27 15,3 2-80-15,0 0-60 0,0 0-15 0</inkml:trace>
  <inkml:trace contextRef="#ctx0" brushRef="#br0" timeOffset="38235.37">16663 11834 748 0,'-1'-2'58'0,"-3"-8"73"16,-2-8-6-16,2 4-15 0,-1 1 6 0,1 0-9 16,1 3 13-16,-1-1-18 0,2 4 5 0,0 0-12 15,-1 1-12-15,2 3 4 0,0-2-8 0,1 4 6 16,-1-2-11-16,0 1-27 0,-1 0 0 0,1-1-12 16,0 2-23-16,0 0-1 0,0 0-3 0,-1 1 2 15,1 0-3-15,0 1-8 0,-2 8 4 0,-7 16-6 0,3 2 0 16,-1 4-6-16,0-2-13 0,1 2 2 0,-2 2-49 15,2 1-72-15,-2 1-17 0,1 1-28 0,-2 1-142 0</inkml:trace>
  <inkml:trace contextRef="#ctx0" brushRef="#br0" timeOffset="40866.14">18929 8900 76 0,'0'0'39'0,"0"0"-28"0,0 0 47 15,0 0-17-15,0 0-1 0,0-1-8 0,-1-1 4 16,0 1-4-16,-1 0 2 0,1 0 6 0,0 0-4 16,-1 0 8-16,-1-1 8 0,1 1-15 0,0 0 5 0,0 0-9 15,1 0 6-15,0-1-7 0,0 1 3 0,0 0-5 16,0 0-1-16,-1 0-6 0,1 0-4 0,0-1 2 16,0 1-7-16,0 0 9 0,-1 0 1 0,1 0 1 15,0 1-3-15,0 0-2 0,0-1 5 0,0-1-3 16,-1 1 6-16,1 0-2 0,0 0-1 0,0 0 0 15,0-1-10-15,0 1 6 0,-1 0-6 0,1 0 6 0,0 0-16 16,0 0 3-16,0-1-5 0,1 1 4 0,-2 0-5 16,2 1 5-16,0 0-7 0,0 0 6 0,0 0 1 15,0 0-3-15,0 0 7 0,0 0-7 0,-1 0 3 0,0 0-1 16,0 0 1-16,0 0-1 0,0 1 1 0,-1 0-1 16,0 1-2-16,0-1 2 0,-1 1 3 0,3-1-9 15,-4 5 8-15,-1 1-7 0,3-2 11 0,-1 0-5 16,1-1-4-16,2-1 3 0,0-2 9 0,0 0 10 15,-1 1 8-15,0 1-1 0,-1-1 23 0,1 0-10 16,1 0-1-16,0-1-4 0,0 0-7 0,0-1-21 16,0 0 9-16,1 0-13 0,1 0 4 0,-1-1-8 0,0 0 0 15,0-1 0-15,0 0 6 0,0 0-7 0,1-1-1 16,-1 1 0-16,0 0 8 0,0-1-1 0,0 1-3 16,-1 0-1-16,0-1-7 0,0 1 12 0,0 1-4 15,-1 0 7-15,0-1-12 0,-1 1 2 0,0 1-2 16,-9 0 2-16,-7 3-4 0,6 0-2 0,-2 4 3 0,4-1-2 15,3-1 3-15,2-2 2 0,1 0-3 0,3 2 2 16,-1 0-2-16,-1-1 0 0,2-2 1 0,1-1-1 16,0 0 0-16,-1 2-1 0,0-1 1 0,0 0 0 15,1 1 6-15,0-2 1 0,0 0 1 0,1 0-1 16,0 1-5-16,1-1 4 0,4-1 0 0,4 0 3 16,-3-1-2-16,2-2-1 0,-3 1-3 0,1-1 1 15,1 0-4-15,-3 1 4 0,1-2-1 0,-4 3 3 16,2-1-2-16,-3 2-2 0,1-3 4 0,1 1-2 0,-1-1 11 15,-1 1-7-15,0 0-3 0,1 1 1 0,-1-1 7 16,0 0-3-16,-1 0 3 0,0 1-5 0,0-1-11 0,0 1 4 16,0 0 0-16,0 0 2 0,0 0-7 0,0 0 3 15,0-1-4-15,0 1 5 0,0 0 2 0,0 0-5 16,0 0 2-16,0 1-3 0,0 0 8 0,1 0-7 16,0 0 6-16,0 0-6 0,1 0 1 0,-1 0 3 15,0 0-3-15,0 0 4 0,0 0-1 0,1 0 2 16,-1 0-1-16,1 0 0 0,-1 1 1 0,0 0-3 15,1 0 3-15,-1 0-2 0,0 1 1 0,1-1 5 16,-1 0-6-16,1 0 5 0,-1 0-4 0,0 0-2 16,0 2 6-16,1-1-6 0,1 3-4 0,3 5 7 0,-2 2-7 15,1 1 8-15,-3 0-7 0,1 1 5 0,-1 1-2 16,-2 1 1-16,0 0 2 0,0 1-4 0,0 1 5 16,0 4-5-16,0-1 0 0,0 1-1 0,0 3 2 0,0 2 0 15,0 0 4-15,0 2-5 0,-1 3 1 0,0-3-2 16,-2 2 2-16,2-4 2 0,1 0-1 0,-1-2 2 15,1-3-8-15,-1-1 5 0,-1-1 0 0,0 0 3 16,1 0-3-16,-1-1 1 0,0-1 1 0,-2-1 1 16,-1 1 3-16,2-2-4 0,-2 2 0 0,2-1-2 15,-2 0 1-15,0 1 1 0,0-2-1 0,2-2 3 16,-1 2-3-16,2-3 0 0,0-4 1 0,-1 3-1 16,1-2-1-16,0 0 0 0,-1-1-5 0,1-1 4 0,1-2 1 15,1-1-9-15,0 1-8 0,0-1-5 0,0 0-51 16,0 0-41-16,0-1 6 0,0 0-20 0,0-2-23 0,0 0-12 15,0 0 7-15,0 1-6 0,0-1 1 0,0-1-116 16</inkml:trace>
  <inkml:trace contextRef="#ctx0" brushRef="#br0" timeOffset="41283.49">18527 9969 1199 0,'-1'0'89'0,"-1"-2"10"0,-2 1-19 0,-8-5-31 15,2 2-13-15,6 1-10 0,-3 0-14 0,3 2-1 0,2-1-5 16,-2 1-7-16,3 1-6 0,-2-1 1 0,0 0-5 16,2 0-7-16,0 1 5 0,0 0 0 0,1 0 2 15,0 0 3-15,1 1 7 0,0 0 2 0,1 0 4 16,7 2 16-16,4-1 11 0,1 0 3 0,2 1 4 15,2-2 16-15,2-1 7 0,1-1-8 0,1-2 5 16,4 0-25-16,0-1 2 0,3 0-1 0,3-2 0 0,1-1-7 16,4 0-11-16,-1-2 0 0,-5 4-3 0,3-1-6 15,-5 0-5-15,1 1 1 0,-1 2-2 0,-6 0-1 16,-4 2 2-16,-1-1-1 0,-2 0 0 0,0 1 3 0,-3 0-4 16,0 0 3-16,-2 0-2 0,1 0 2 0,0-1 3 15,-2 2-7-15,1-1 4 0,-2 0-4 0,0 0 0 16,-4 0 3-16,0 1-1 0,-2 0-2 0,0-1 0 15,2-1 0-15,-4 2 0 0,0 0-1 0,1 0-37 16,1 0-5-16,-1 0-14 0,-1 0-48 0,1 0-45 16,-1 0-4-16,0 0-12 0,-1 0-8 0,0 0-38 15,-1 0-2-15,-2 0-22 0,-5 3-90 0</inkml:trace>
  <inkml:trace contextRef="#ctx0" brushRef="#br0" timeOffset="41633.48">18566 10311 1292 0,'-2'-1'58'0,"1"1"114"16,-7-4-143-16,2 1 1 0,4 1-3 0,-1 1 1 15,1 0-18-15,0 0-7 0,-1 0-8 0,2 0 2 0,0-1-7 16,0 2-5-16,1 0 11 0,0 0-10 0,1 0 14 15,0 0-11-15,1 0 10 0,14 0-6 0,0 0 25 16,2 0 2-16,3 2 2 0,-1-2 3 0,4 0 13 16,4 0-1-16,-1-3 1 0,5 0 1 0,0-1 13 0,-2-1-3 15,0 2-3-15,-4-2-3 0,3 1-19 0,-1-2-13 16,0 1 2-16,-2 0-7 0,-4 1-8 0,-3 0 6 16,-1 2-5-16,-4 0 5 0,0 1-7 0,-5 1 3 15,1-1 4-15,-3 1-1 0,-1 0-1 0,-2 0-22 16,0 0-10-16,-3 0-5 0,0 0-34 0,2 0-31 15,-1 0 0-15,0-1-12 0,-1 0-28 0,1 0 6 16,-1-1-12-16,0 1 5 0,-1 0-65 0,0 0-56 16</inkml:trace>
  <inkml:trace contextRef="#ctx0" brushRef="#br0" timeOffset="42001.47">18798 10451 1540 0,'-1'-1'39'16,"0"-1"2"-16,0 1 8 0,-2 0-7 0,2 0-5 15,-1 0-2-15,0 0-7 0,0-1-5 0,1 1-3 16,0 0-25-16,0 0-6 0,0 0 2 0,0-1-2 16,1 2 5-16,0 0 4 0,0 0 1 0,0 0 1 0,1 0 1 15,0 0-6-15,0 0 3 0,0 2-3 0,0-1 12 16,1 0-7-16,0 0 4 0,0 0-5 0,1 2 8 15,1 4 0-15,3 5-4 0,0 2 2 0,-1 1 1 0,0 5-1 16,-2 1 8-16,-2 3-8 0,2 0 0 0,-1 3 4 16,1 3-3-16,-1 0 5 0,0 0-3 0,-1-2 1 15,0 0 2-15,1-1 1 0,0 0 9 0,0-2-8 16,-2-3 1-16,0 1-1 0,-1-7 1 0,1 2-12 16,1-3 4-16,0-2-6 0,0 1 6 0,-1-3 0 15,0-2-6-15,2 0 3 0,-2-3-5 0,0 0 2 16,-1-1 3-16,0-3-2 0,0 2-2 0,0-2-26 15,0-1-6-15,0 1-11 0,1 0-72 0,-1 0-52 16,0 1-15-16,1-1-10 0,0-1-34 0,1 0-134 0</inkml:trace>
  <inkml:trace contextRef="#ctx0" brushRef="#br0" timeOffset="42334.46">18597 11243 1650 0,'-1'0'19'0,"0"0"4"16,0 0-9-16,0 0-7 0,-2-1-4 0,2 0-10 15,0 1-6-15,0 0 0 0,0 0-1 0,1 0 7 0,0 0-12 16,1 1 7-16,1 0-9 0,3 1 8 0,11 3 4 15,2 0 0-15,-1-1 3 0,2-2 10 0,0 0 30 16,1 0-5-16,1-1 13 0,-2-1 10 0,1-1 13 16,-3-1-7-16,-1 1 4 0,2 0-43 0,-3 0-11 15,-1 1-4-15,-3 0 0 0,-1 0-1 0,0 0 0 16,-1 0 5-16,2 0-3 0,-6 0-3 0,0 0-7 16,-1 0-9-16,-3 0 0 0,1 0-31 0,1 0-47 15,-1 0-5-15,0 0-18 0,-1 0-52 0,1 0-64 0,-1 0-15 16</inkml:trace>
  <inkml:trace contextRef="#ctx0" brushRef="#br0" timeOffset="42520.49">18614 11408 869 0,'-1'0'77'0,"-1"0"121"16,1 1-106-16,0 0-27 0,0 1 4 0,0-1-11 15,0 1 6-15,-1 0 10 0,2 0-5 0,0 2 4 16,0 0-20-16,3 1-7 0,-1-3-4 0,18-1-1 15,4 13-9-15,1-7-10 0,1-4 4 0,6-3-9 16,0-5-14-16,2-3-1 0,4-2-7 0,-3-2 2 0,0 0-32 16,-1-3-93-16,-3 1-12 0,-4 8-30 0,-3-18-61 15</inkml:trace>
  <inkml:trace contextRef="#ctx0" brushRef="#br0" timeOffset="42984.72">19651 10321 1477 0,'-1'-1'128'0,"0"-1"-167"0,-9-16 143 15,4 5-79-15,0-2-21 0,4 7-12 0,1 0 3 0,0-2-8 16,1 1-10-16,0-2-31 0,0 4-4 0,0 1-10 16,0 2-22-16,0-1 10 0,0 1 10 0,0 1 2 15,0 2 61-15,0-2 29 0,0 2 7 0,0-1 6 16,0-1 15-16,-1 1 6 0,-1 0 2 0,0-1 1 16,-2 1 0-16,-7-4-1 0,-3 1-6 0,-3 2 3 15,2 2-8-15,1 1-5 0,-2 2-7 0,1 3-1 16,1 1-28-16,2 1-1 0,-1 2-3 0,6-2 1 0,0 11-1 15,3 3-12-15,-2-1 10 0,3-2-12 0,1 2 8 16,-9-4 2-16,4 2-4 0,3-2 4 0,1-1 2 0,3 1-1 16,1 1 3-16,1-3-2 0,0-1 4 0,1-1-7 15,1-1 1-15,1-1-2 0,-1 0 12 0,1-2-4 16,-4 0 1-16,11 0-2 0,0-1 2 0,-2 1-7 16,1-3 5-16,0 1-5 0,0-1 2 0,2-1-1 15,3-1-4-15,-1-1 2 0,-1 1-14 0,0 6-27 16,-1-3-7-16,0-1-11 0,0-3-78 0,-3-1-86 15,1-1-20-15,0 0-29 0,0-1-163 0</inkml:trace>
  <inkml:trace contextRef="#ctx0" brushRef="#br0" timeOffset="43622.64">19690 10785 1469 0,'-1'-1'171'0,"-1"-1"-221"0,0 1 194 0,0 0-105 16,-2 0-26-16,3 1-19 0,-1-1 4 0,-1 0-10 0,2-1 6 16,0 1 1-16,0 0-2 0,1 1-1 0,0 0-14 15,1 0 4-15,1 0 3 0,3 0 0 0,8-1 2 16,-1 0 13-16,-1-1-2 0,-1 0 8 0,4-3 11 0,-6 2 9 15,2-3 6-15,-2 0-2 0,-1 0 8 0,2-8-5 16,-1 0-2-16,-2-2 1 0,0 1 3 0,4 0-16 16,-1-1 2-16,-1 0-7 0,2-1 1 0,-2 0-10 15,-3 2-1-15,4 0-3 0,-3 2-4 0,-3 1 3 16,3 1 2-16,-2 2 1 0,2 3 2 0,-3 1-7 16,0 3 1-16,-2 1-4 0,1-1-2 0,0-1-3 15,0 1 0-15,-1 1-1 0,0 0-4 0,0-1 8 16,0 2-2-16,1 2 6 0,-1 0 4 0,2 8 0 0,2 12 1 15,-3 0-1-15,-2-1-2 0,0-2 1 0,0 0 1 16,0-2 1-16,0-1 3 0,3-1 3 0,-1-3-1 16,2-2 2-16,-2-3-1 0,0-2-1 0,2 1 3 15,-3-4-1-15,2 1 5 0,6 3-2 0,-1-2-3 0,1 0 1 16,0-2-3-16,0-1 1 0,0-1 1 0,2-1 0 16,-2-1 1-16,1-3-5 0,-1-2 0 0,2-1-2 15,-3-8-3-15,0 0 0 0,-1 1 5 0,0-1 0 16,0 1 3-16,-2 1-7 0,1 0 2 0,-4 0-2 15,1 1 2-15,-1 1-2 0,5 2-1 0,-1 0 2 16,-2 3 6-16,-2 0-6 0,-1 2 0 0,0 2-2 16,-1 2 0-16,1-2-7 0,1 1 4 0,-1 0-6 0,0 0 5 15,0 1 5-15,-1 0-3 0,1 1 3 0,-1 1-3 16,0 2 1-16,3 13 2 0,-1 8 0 0,-1 1 9 16,-1 2-8-16,1 1 0 0,2-3-2 0,-1 2-1 15,3-3 1-15,-1-4 1 0,2-1 0 0,0-5 6 0,0-5-8 16,0 0 4-16,-3-7-6 0,8 1 1 0,-5-1-23 15,3-1-9-15,1 5-10 0,-3-4-89 0,2-2-64 16,-1-4 2-16,0-5-25 0,2-25-60 0</inkml:trace>
  <inkml:trace contextRef="#ctx0" brushRef="#br0" timeOffset="43922.32">19990 9772 1345 0,'-2'-1'354'0,"1"0"-484"0,-1-1 414 0,-3-4-234 15,-1 1-53-15,5 5-9 0,-1-1 6 0,-1 0-5 16,2 2 13-16,1 0-10 0,-16 31 2 0,4 5-7 15,0 3-12-15,2-2-13 0,0 2 0 0,0-1-2 0,-2-2 4 16,4-3 2-16,-1-2 1 0,4-7 4 0,0-3 23 16,1-6-2-16,2-8 7 0,1-5-4 0,1-1 15 15,-1 0-14-15,-1 0-12 0,1-1-7 0,0-1-80 16,0-1-34-16,0 0-3 0,-4-12-10 0,2-9-23 0</inkml:trace>
  <inkml:trace contextRef="#ctx0" brushRef="#br0" timeOffset="44105.66">20100 9739 1589 0,'-1'0'189'0,"0"0"31"0,-9 2-82 0,-6-2-73 16,5 1-34-16,3 1-23 0,3 0-3 0,1 3 3 15,0 19-3-15,1 1-1 0,-1 3-7 0,-1 2 0 0,1-2-5 16,-1-1-13-16,3-1-79 0,-2-1-26 15,2-2-26-15,-2 0-174 0</inkml:trace>
  <inkml:trace contextRef="#ctx0" brushRef="#br0" timeOffset="79381.63">26130 10264 185 0,'0'-1'0'16,"0"-1"53"-16,-1-3 34 0,-1-11 28 0,-1 2 9 0,1-1-48 15,0 1-26-15,-1 0-18 0,2 2-13 0,0-1 8 16,0 4-24-16,1-1 6 0,0 2 3 0,0 0 0 15,0-1 7-15,-1 0 3 0,-1 0 2 0,1 0 2 16,0 0 16-16,0 0-12 0,1 2 6 0,0 1-8 16,0 0 7-16,0 0 5 0,0 1-4 0,0 1 2 0,0 1-15 15,0 1 14-15,0-1-10 0,0 2 11 0,0-1-14 16,0 0-4-16,0-1 5 0,0 2-7 0,0 0-12 16,0 0-7-16,0 0-1 0,0 1 0 0,-1 1 8 15,0 3-1-15,-10 25 2 0,-1 5 0 0,0 5 0 16,1 3-8-16,-1 6 2 0,0 1-4 0,-2 2 5 0,0 1-2 15,0-3 0-15,-1-2 1 0,-1 1 14 0,0 1-12 16,-2 2 4-16,1 2-6 0,-1 1 0 0,1 0 9 16,0 1-5-16,-1-4 5 0,1-4-7 0,-2-3 5 15,0-3 4-15,18-2 0 0,-19 1 13 0,0-4-8 16,0-2-1-16,6-1-2 0,-2-1-12 0,5-4 0 16,-1-2 1-16,1-5 0 0,2-1-3 0,-1-3 0 15,5-2-1-15,0-4 1 0,0-6-2 0,4-1-24 16,-1-3 0-16,-2 2-10 0,3-3-27 0,-1 1-27 0,-1 0-4 15,2-1-4-15,0-2-1 0,0-33 5 0,8-5 4 16,8-5-1-16,5-6 1 0,-15 3-78 0,23 0-2 16</inkml:trace>
  <inkml:trace contextRef="#ctx0" brushRef="#br0" timeOffset="79898.58">26075 10053 942 0,'-1'-1'61'16,"0"0"-4"-16,-1-3 41 0,-5-10-10 0,3 3-4 16,1 1-27-16,1 2-27 0,1 0 1 0,1 3-11 0,0-2-14 15,0 2-1-15,2-1 6 0,2 2-5 0,5 0 3 16,10 1-6-16,0 0 2 0,0 1-2 0,-1-2 9 16,4 2 0-16,0-11-1 0,3 5 0 0,0 5-3 0,0 3 0 15,-1 2-3-15,-2 1 1 0,-2 3-6 0,-1 1 3 16,-3 3-2-16,-2-8 2 0,-1 17-3 0,-2 3 4 15,-5 2 1-15,-4 1 3 0,-1 2 8 0,15 2-12 16,-9 1 9-16,-6 1-11 0,-2 4 2 0,-4-2 3 16,-2-2 0-16,-3 2 2 0,1-4-4 0,-2 3 4 15,0-1-5-15,-1-5 6 0,0-2 0 0,-1-2 0 16,10 1-1-16,-17 0-1 0,-3 2-9 0,-4 1 1 16,-1 1 0-16,-6 1 1 0,0 0 3 0,-3 0-6 0,0 1 2 15,2-5-3-15,-1-3 8 0,2 1 4 0,4-5-1 16,1 0 3-16,2-2 5 0,4-3 5 0,-1-3 1 15,4-2 0-15,2-2-7 0,0-3 7 0,5 1-7 0,2 4 6 16,3-3-13-16,2 0-3 0,2-2 5 0,0-1-5 16,2 1-2-16,-1-1-4 0,1 0-1 0,1 0-1 15,0 0 0-15,-1 0 4 0,2 1 2 0,0 0 2 16,2 0-2-16,-1 1 2 0,0 4 0 0,18 2 2 16,0 1 5-16,1-2-3 0,1 1 0 0,1 2-1 15,2-1-3-15,-2 2-1 0,1 0-5 0,0 0 1 16,0-2-4-16,1 2 8 0,-2 0 1 0,3-2 2 15,-2 2-7-15,-1-1-4 0,-2-2 2 0,0 2-3 0,-4-3-2 16,0 1-24-16,1 0-6 0,-4-1-8 0,0-1-51 16,-3 0-95-16,0 1 19 0,-1-1-40 0,-1 1 27 0,-1 3-90 15</inkml:trace>
  <inkml:trace contextRef="#ctx0" brushRef="#br0" timeOffset="80933.17">26607 11259 1354 0,'-2'0'113'0,"1"-2"-113"0,-1 1 126 16,-3-2-56-16,-1 0-12 0,2-4-31 0,0 0 0 15,2 4-13-15,-1-2-11 0,1 2 2 0,1 0 0 16,-2 1 0-16,1-1-2 0,1 2-3 0,0 0 0 0,-3-1-2 15,1-1-10-15,-3 0-6 0,-4-2 2 0,0 3-2 16,-4 1 8-16,-2 1 7 0,-2 3-2 0,-4 4 5 16,0 3 0-16,-1 1 3 0,-2 2 4 0,-1-9-1 15,1 16 4-15,-1-2 1 0,-2 0-4 0,-1 2 4 16,2-1-1-16,4 3-2 0,6 1 0 0,0-4-2 16,4-1-2-16,0 2 1 0,-2-2-1 0,7 2-1 0,0 0-8 15,3 0 3-15,4 1-3 0,-11-1 4 0,6 3 1 16,5-3 6-16,2-3-2 0,0 0 3 0,3-1-10 15,1-1 7-15,0 1-6 0,2-3 8 0,1 0 5 0,-6-6-8 16,14 0 3-16,0-1-6 0,1 1 2 0,1-3-2 16,0 0 0-16,-3-3-4 0,1 8-9 0,2-3-10 15,-4-3 8-15,4-2-9 0,-2-1-4 0,1-3-4 16,-2 0-6-16,0-1 4 0,0 0-8 0,-2-1-7 16,-1-1 2-16,0 1-4 0,-4 2 6 0,0-1-26 15,-2 2 4-15,1 0-12 0,-1-1-4 0,0 2-2 16,1-1-6-16,-2 1 3 0,2-1 3 0,0 2 20 15,-1 0 10-15,1 0 0 0,-1 0 22 0,0 0 4 16,0 0 1-16,-2 0 3 0,0 0 15 0,-2 0 8 0,2 2 1 16,-1 0 2-16,-2-2 7 0,2 2 13 0,-1 1 1 15,-1-1 5-15,0 0 12 0,1 1 17 0,-1-1 3 16,0 0 6-16,0 1 29 0,0-2-3 0,0 0-5 16,1 0 0-16,-1 0-15 0,0 1-20 0,-1-1 9 15,0 0-14-15,0 0-2 0,0 0-3 0,0 1-5 0,0-2 0 16,0 0-17-16,0 0-1 0,0 0-5 0,0-2 4 15,0 1-11-15,0 0-2 0,0 0 2 0,0 0-1 16,0-1 0-16,0 0 0 0,0 0 4 0,0-1-2 16,0 1 7-16,0 0-8 0,0-1 1 0,0 2 0 15,0-2 4-15,0-1 1 0,0 1-2 0,0 1 2 16,0-1 5-16,0 1-9 0,0-2 2 0,0 2-4 0,0 0 7 16,0 0 0-16,0 1 6 0,0-1-3 0,0 0 8 15,0 1-15-15,-1-1 0 0,0 0-4 0,-1-1 3 0,1 2-6 16,0 0 7-16,0 1-7 0,-1 0 3 15,-2 1-6-15,-5 0 1 0,-1 24-1 0,1 0 4 0,1-1 5 16,1 1-8-16,0-4 7 0,1-1-10 0,3-1 1 16,2-3 3-16,-8-1-1 0,3-3 3 0,2 0 1 15,3-1 1-15,1-3 0 0,0 0-5 0,0-3 9 16,1-1-9-16,-1-2 13 0,1 0-2 0,1 1 0 16,1-2 4-16,8 6-4 0,1-1 5 0,0-3-1 15,1-2 2-15,0-1-1 0,1-2-2 0,3-4-1 16,1-2-3-16,-6 1-1 0,5-4-9 0,-5 10 0 15,1-13 4-15,1 2-1 0,0-2 3 0,-2 1 3 0,-4 0-8 16,1 0 7-16,-2-1-5 0,0 1-2 0,2 4 4 16,-6-2-3-16,-1 4 1 0,1 1 6 0,-1 2-3 15,1 0 3-15,-2 2-6 0,1-1 6 0,0 1-1 0,1 0 1 16,-1-1-9-16,0 2 0 0,0 0-8 16,-1 0 6-16,0 0-1 0,0 1-3 0,0 0 10 0,1 1-7 15,-2 1 9-15,0 16-2 0,-2 1-4 0,0 1 2 16,1 1-5-16,0-5 0 0,-1 0 3 0,2-2 0 15,0-1 6-15,2 1-5 0,0-1 1 0,2-4-2 16,0 0-4-16,0-3 4 0,-3-1-3 0,9-1 3 16,3-2 1-16,0 7-5 0,0-3 1 0,1-1-5 0,1-3-15 15,-3-2-11-15,3-1-15 0,-2-1 2 0,-1-4-54 16,1-1-12-16,-2 4-6 0,0-14-4 0,-3-3-35 16,0 0-76-16,-2-1 2 0,-1-2-33 0,-2 0-68 0</inkml:trace>
  <inkml:trace contextRef="#ctx0" brushRef="#br0" timeOffset="81266.34">26884 11334 659 0,'0'0'109'0,"0"-1"18"0,-1 0-43 0,0-5-38 16,-3-7-19-16,2 2-2 0,1 1-15 0,1-3-4 16,0 1-3-16,1-1-9 0,0 2 9 0,2 1-3 0,1-1 3 15,0 1-13-15,0-1 10 0,1 0 1 0,0 2 3 16,-2 1-3-16,2-2 17 0,-3 6 4 0,-1-1 9 16,1 1 41-16,-2 2 32 0,0 1-1 0,0-1 9 15,1-1-14-15,-1 1-38 0,0 0-1 0,0 0-12 16,0 1-15-16,-1 0-10 0,-1 1-4 0,-2 1-2 0,-10 4-1 15,-2 22-5-15,0 3-2 0,2 5-2 0,-2-5-6 16,4 2-2-16,0-2 1 0,1 1-4 0,1-3-10 16,4-1-34-16,2-4-36 0,3-7-5 0,-10 1-167 15,8-8-205-15</inkml:trace>
  <inkml:trace contextRef="#ctx0" brushRef="#br0" timeOffset="82317.09">26844 9385 546 0,'0'-1'118'0,"-1"0"-138"0,0-1 148 0,-2-4-74 0,-1-4 9 16,-1 0-32-16,3 2-4 0,-2-2-8 0,3 4-18 16,0 2 7-16,0-2-5 0,1 5 5 0,-2-3-4 0,2 3 15 15,0-2 2-15,0 2 4 0,0 0 4 0,-1-1 2 16,0-1 0-16,0 1 2 0,-2 1 8 0,1 0-13 15,1 1-3-15,-6-3-3 0,-1 2-6 0,1 1 4 16,-3 0 0-16,1 3 0 0,-3 2 1 0,-1 2 0 16,0-5 1-16,-1 9-1 0,5 2-11 0,-2-1 6 15,4 1-7-15,2 0 7 0,-1 0 0 0,4 0-14 16,-3 0 7-16,2-1-9 0,-2 0 10 0,3-1 0 16,-6 1-2-16,0 0 0 0,4-1-3 0,1 0 3 0,2 0-5 15,1-1 4-15,1-2-4 0,2 2 1 0,-1-3 6 16,2 0-4-16,-1-1 1 0,0-3 3 0,1 1-3 15,3-3 4-15,5 0 10 0,-4 5-12 0,3 0 8 16,1-1-9-16,-1-3 13 0,2-1-1 0,1-1-2 0,-1-2 0 16,1-3-3-16,-1-2 1 0,-1-1-4 0,2 3 3 15,-2-9-7-15,0 0-1 0,-3 0-1 0,1-2-3 16,-3 4-8-16,0-1 7 0,-3-2-1 0,0 3 5 16,-1-3 3-16,-1 2-4 0,7 1-1 0,-3 0-2 15,-1-1 3-15,-3 1-5 0,-2 0 7 0,0 5-6 16,-1-2 10-16,0 3-11 0,-1 1 1 0,-1-2-3 15,1 4-2-15,0 0 1 0,-1 2 0 0,-5 0-1 0,1-4-3 16,-2 1 2-16,1 1-7 0,0 2 6 0,1 1-4 16,1 0-4-16,-1 1 3 0,1 2-5 0,1-1 0 15,1 1-11-15,-1 1 3 0,3 2-6 0,-1 3-6 0,-4 2-72 16,2-4 15-16,2 0-35 0,1 0-3 0,2-2-14 16,0 1-4-16,0-4-2 0,0-1-13 0,2 2 8 15,3 0-2-15</inkml:trace>
  <inkml:trace contextRef="#ctx0" brushRef="#br0" timeOffset="82634.33">27266 9194 737 0,'0'0'60'0,"0"0"-5"0,-1 0 61 16,0-1-13-16,0-1 3 0,-1 1-48 0,1 1-22 0,0 0-4 15,0 0-7-15,0 0-11 0,0 0 2 0,-2 1 4 16,1 1-2-16,-5 8 0 0,-5 8 6 0,-2-1-9 0,0 3 8 15,-4 2-9-15,3-1 10 0,-3 0-1 0,3 0 3 16,-3 1-11-16,0 1 5 0,1-1-4 0,-2-1 4 16,0 0-1-16,2 1-1 0,-1-4 1 0,3 1-1 15,3-1 1-15,0-2-14 0,3-2 7 0,0 2-9 16,3-3-2-16,1 0 3 0,1-3-4 0,3 0 4 16,0-1-2-16,-5-2-5 0,2 1-7 0,1-3 0 15,1 2-9-15,2-2-12 0,0-3 0 0,0 0-6 16,1 1-16-16,1-1-43 0,10 4-3 0,5-2-19 0,0-3-53 15,4-2 8-15,-1-5-2 0,3-1 4 0,1-3-11 16,-7 2 47-16,4-3 3 0,-1 2 22 0,0-2 59 0</inkml:trace>
  <inkml:trace contextRef="#ctx0" brushRef="#br0" timeOffset="82918.2">27418 9468 203 0,'0'0'67'0,"0"0"-4"0,1 0 77 15,0 0-7-15,0 0 5 0,1 0-24 0,-1 0 1 16,0 0-16-16,-1 0 8 0,0 0-34 0,0 0-20 15,0 0 1-15,0 0-8 0,-1 0-10 0,0 0-3 16,-2 1 4-16,0 0-4 0,-10 5-1 0,-1 0-4 0,0 1-2 16,-2 0 0-16,3 0-3 0,0 2-10 0,-1-5-5 15,0 9 1-15,-1 1-1 0,1 2-8 0,0 2 6 16,1 2-7-16,2-1 13 0,1 0-7 0,0 0 2 16,3-2-6-16,4 1-3 0,0-4 5 0,1 0 2 15,-8-1 1-15,6-1-4 0,1-1 9 0,3 1 2 0,4 0 3 16,3 0 4-16,-1-4-2 0,14-1-9 0,1-5 5 15,1 1-17-15,3 0 3 0,2 0 2 0,3-1 0 16,0-1-4-16,-1 14-2 0,3-6-4 0,2-6 1 16,-3-2-18-16,3-1-8 0,-1-2-2 0,-1-2-6 15,-3-1-51-15,-1-1-54 0,-2-3-17 0,-3 1-11 0,0-1-74 16,-3-1-85-16</inkml:trace>
  <inkml:trace contextRef="#ctx0" brushRef="#br0" timeOffset="83386.32">27718 10430 1232 0,'-1'0'67'16,"-1"-2"15"-16,0 1-12 0,-10-7-40 0,8 6 4 0,2 2-16 16,0-1-22-16,0-1-2 0,1 1-7 0,-1 0 1 15,2 0 9-15,0 0 5 0,2 1-2 0,-1 0-1 0,6 0 2 16,10 2-1-16,-1 0 4 0,0 2-4 0,-2-2 1 16,2 2 1-16,-1-2 2 0,1 0 4 0,-2 0 3 15,-1-1-8-15,-1 0 5 0,0 0-7 0,-4-1 2 16,2 0-3-16,-2 0 2 0,-2 0-2 0,-2 0-2 15,1 0 4-15,0-1-4 0,-2 0 0 0,2-2-24 16,-2 1 3-16,1 0-11 0,0-1-11 0,-2 1-92 16,0-1 1-16,-1 0-35 0,2 2-45 0</inkml:trace>
  <inkml:trace contextRef="#ctx0" brushRef="#br0" timeOffset="83670.74">27710 10681 1135 0,'-2'0'34'16,"1"-1"-1"-16,-1 0 23 0,-2 0-10 0,0-2-1 16,2 3-29-16,0-1-15 0,0 0-1 0,-1 0-4 15,2 0-1-15,0 0-2 0,0-1-1 0,0 1 2 16,-1 0 7-16,2 0-1 0,-1 0 3 0,1 1-2 0,0 0 3 15,0 0-1-15,0 0-2 0,1 0 2 0,1 0 2 16,-1 0 21-16,1 0 6 0,1 0 4 0,12 1 28 0,1-1-22 16,2 1 6-16,2-1-13 0,0 0-13 0,5-1-18 15,0-2-7-15,1 1-4 0,3-1-24 0,1-1-26 16,5-1-10-16,3 2-13 0,1-1-116 0,4 1-148 16</inkml:trace>
  <inkml:trace contextRef="#ctx0" brushRef="#br0" timeOffset="86755.38">15153 9984 17 0,'0'0'10'16,"0"0"7"-16,0 0 16 0,0 0 0 0,0-1-11 15,0 0-12-15,0-1-6 0,0 1-9 0,0 0 10 0,0 0 1 16,0 0-11-16,0 1 16 0,0 0-15 0,0 0 9 16,0 0 2-16,0 0 2 0,0 0 3 0,0 0 16 15,0 0 2-15,0-1-3 0,0 1 1 0,0-2-22 0,0 1 0 16,0 1-6-16,0-1 5 0,0 0-14 0,0 0 11 15,0-1-3-15,0 1 6 0,0 0-5 0,0 0 4 16,0 0-7-16,0 0 5 0,0-1-5 0,0 1 3 16,0 0 10-16,0 0-3 0,0 0 13 0,0 0-13 15,0-1 3-15,0 1-2 0,0 0 14 0,0 0-6 16,0 0 8-16,0-1-8 0,0 1 9 0,0 0-4 16,0 0 2-16,0 1 1 0,0-1 6 0,0 1-4 15,0 0-7-15,0-1 4 0,0 1-7 0,0 0-6 0,0-2 8 16,0 1-7-16,0 1-1 0,-1-1 5 0,1 0-7 15,0 0 8-15,0 0 13 0,-1-1-9 0,1 1 7 16,0 0-8-16,-2 0 5 0,2 0 5 0,0-1-2 16,0 1 3-16,-1 0-2 0,0 0 1 0,1 0-3 15,-1 0 3-15,0-1-8 0,0 1 0 0,-1 0 1 16,1 0 0-16,0 0-7 0,1 0-2 0,-1-1 1 0,1 1-1 16,0 0 12-16,0 0-11 0,0 0-3 0,0 0-3 15,-1-1-3-15,0 1 2 0,1 0 5 0,0-1-3 16,0 0 5-16,0 1 4 0,0 0-1 0,0 0 2 15,0 0-2-15,-2 0-6 0,2-1 1 0,-1 1-2 16,1 0 1-16,0 0 10 0,0 0-10 0,0 0 8 16,0-1-16-16,0 1 2 0,0 0 6 0,0 0-4 0,0 0 4 15,0 1-6-15,0 0 0 0,-1-2-1 0,1 2-2 16,0 0-2-16,0 0 2 0,0 0-1 0,0 0 5 16,0 0-5-16,0 0 2 0,0 0-1 0,0 0 6 0,0 0-6 15,0-1 4-15,0 1-4 0,0 0 2 0,0 0 1 16,0 0 0-16,0 0 2 0,0 0-2 0,0 0 1 15,0 0-8-15,0 0 6 0,0 0 3 0,0 0-7 16,0 0 9-16,0 0-8 0,0 0 7 0,0 0-1 16,0 1-1-16,0 1 1 0,0-1-5 0,0 0 2 15,0 0 2-15,0 0-1 0,0 1 7 0,0-1-12 16,0 0 4-16,0 1-4 0,0 1 10 0,0-1-8 16,0 0 1-16,0 1-2 0,0-1-1 0,0 2 0 0,0 1 2 15,0 2-1-15,0 0 3 0,0 1 3 0,1 0-3 16,0 1 2-16,1 1-10 0,-1-1 13 0,0 0-10 15,0 1 11-15,0 2-10 0,-1 1 0 0,1-2 7 16,-1 1-6-16,2 0 10 0,-1 0-14 0,0 0 2 16,0 4-5-16,0-2 11 0,0 5-4 0,1 0 1 0,-1 2-2 15,1 2 4-15,-1 0-2 0,-1 0 0 0,2 1-1 16,-1 1 7-16,0 2-10 0,0-1 5 0,-1-1-6 16,1-1 3-16,0-3 2 0,-1-2-1 0,2-2 1 15,-2-2-2-15,1 1 3 0,0-2-2 0,-1-1 3 16,1 0 0-16,0-1-4 0,0 0 7 0,1 0-7 15,-1 1 5-15,0 0-3 0,-1 0-5 0,0 3 3 0,0 0 7 16,0 1-6-16,0 2 4 0,-1-3-5 0,-2 5-4 16,1-4 5-16,1 0-1 0,0 2 3 0,0-5 1 15,-1 0-4-15,1 0 1 0,0 0-1 0,0 0 1 0,1-1-1 16,0 0 3-16,0-2-3 0,0-1-1 0,0 1 2 16,0-3-1-16,0 4 2 0,0-2-3 15,0 0 1-15,0 0 0 0,0 0 1 0,-1 1 0 0,0 1 6 16,-1 1-7-16,0 0 6 0,0 0-13 0,-1 0 7 15,1 0 6-15,0-1-1 0,-1 1 0 0,1-3-5 16,0 1 0-16,0-3 0 0,0 0 7 0,1-1-7 16,0-1 3-16,-1 0-3 0,2-1 2 0,0-2 3 0,0 1-2 15,0-2 3-15,0 1 0 0,0-1 0 0,0 0-2 16,0-1 1-16,0 1 0 0,0-1-6 0,0 0 3 16,0 0-2-16,0 1 9 0,0 1-1 0,0-1-4 15,0-1 2-15,0 1-3 0,0-1-1 0,0 0 3 16,0 0-4-16,0 0-3 0,0 0 0 0,0 1-1 15,0-1 1-15,0 0 2 0,0 0-11 0,0 0 2 0,0 0-7 16,0-1-13-16,0 0-63 0,0-1-25 0,0 0-17 16,0-13-124-16,3-11-108 0</inkml:trace>
  <inkml:trace contextRef="#ctx0" brushRef="#br0" timeOffset="87524.7">15151 9960 399 0,'0'0'83'16,"-2"-1"13"-16,1 0-25 0,0 0-37 0,0 0-10 15,0 0-22-15,0-1 0 0,-1 1 2 0,0 0-3 16,1 0-13-16,0 0-4 0,0-1-1 0,-1 1 1 16,1 0 3-16,0 0 3 0,0 0-3 0,0 0 3 15,1 1-4-15,0 0 23 0,0 0-3 0,0 0 11 0,0 0 7 16,-2 0 46-16,2-2-9 0,-1 1 19 16,0 1-12-16,0 0-16 0,0 0 9 0,1-1-13 0,-1 1-4 15,1-1-11-15,-2 0-4 0,1 0 0 0,1 1 0 0,0 0-21 16,0 0 7-16,0 0-12 0,0 0 7 0,0 0 0 15,0 0-7-15,0 0 4 0,0 0-12 0,0 0 15 16,0 0-6-16,-1 0 8 0,1-2-17 0,0 2 21 16,0 0-1-16,0 0 8 0,0 0-9 0,0 0 6 15,0 0 0-15,0 0 3 0,0 0 8 0,0 0-4 16,0 0 0-16,0-1-1 0,0 1 3 0,0 0-4 16,0-1 1-16,0 1-2 0,0 0-9 0,-1 0-3 15,0 0-1-15,0 0 1 0,-1 0-5 0,1 0 4 0,-1 0-4 16,-9-1 3-16,1 0-4 0,-2-1 12 0,1 2-4 15,-2 0 5-15,0 0-12 0,1 0 1 0,-5-1-2 16,3 1 4-16,0-1 6 0,-1 1-8 0,-3-1 4 16,3 1-6-16,-5 0 1 0,1 0-2 0,5 0 2 0,-3 0 0 15,5 0 3-15,2 1-6 0,-2 0-3 0,-1 0 1 16,3 1 0-16,-2-1 0 0,2 0 1 0,2 0-1 16,0 0 1-16,2 1-3 0,0-1 8 0,3-1-6 15,-1 0 7-15,2 0-7 0,-1 0-2 0,2 0 0 16,0 0-3-16,0 0-4 0,-1 1-1 0,-1 0-1 15,1 0 4-15,1 0-23 0,0-1 9 0,-1 2-13 16,1-1 11-16,0 0-19 0,0 0-1 0,1 0-16 16,0 0-111-16,0 1-65 0,0-1-57 0</inkml:trace>
  <inkml:trace contextRef="#ctx0" brushRef="#br0" timeOffset="88123.19">15171 11031 1036 0,'-2'0'165'0,"1"0"-192"0,-1 0 191 0,-2 0-96 0,-4-3-28 16,2 2-16-16,2 0 2 0,0 1-5 0,2 0-5 15,-1-1-19-15,1 1 4 0,0 0-7 16,-1 0-1-16,2 0 4 0,0 0-7 0,0 0 7 0,0 0-1 0,-1 1 6 16,1 0 2-16,-1 0 0 0,-4 2-5 0,-6 1 12 15,2 1-11-15,-3 1 12 0,-3 0-13 0,-2 0 16 16,-4-1 8-16,-1 0 4 0,3-1 31 0,-1-1-10 16,1-2 3-16,5 1-5 0,-8-1-3 0,4 0-15 15,1-1 6-15,1 0-10 0,4 0-1 0,-1 0-12 16,1 0 1-16,0 0-3 0,0-1 1 0,1 0-3 15,0-1-6-15,0 1 4 0,-1 0-5 0,1 0 0 16,1 1 4-16,1 0-3 0,-2-1-1 0,-2-1 4 16,-1 2-1-16,1 0 4 0,-2 0-1 0,2 0 1 0,0 0-5 15,-1 0 4-15,1 0-4 0,0 2 6 0,1-1-4 16,3-1 3-16,2 0-7 0,1 1 0 0,3-1 4 16,0 0-4-16,0 0 0 0,2 0 3 0,0 0-4 15,-1 1 2-15,1-1-9 0,-1 0-1 0,2 0-4 16,0 0 0-16,0 0-22 0,0 0 7 0,0 0-5 0,-1 1 2 15,2-1-27-15,0 0-71 0,0 0-12 0,2 0-26 16,-1 0-112-16,0-1-143 0</inkml:trace>
  <inkml:trace contextRef="#ctx0" brushRef="#br0" timeOffset="88556.83">14539 10891 1404 0,'0'0'36'0,"-1"0"-1"0,0 0 11 15,0 0-3-15,-1 0-7 0,0 0-22 0,1 0 4 16,-1 0-9-16,0 0 6 0,0 0-14 0,0 0-1 16,-1 0 0-16,2 0-1 0,0 0 2 0,0 1-6 15,0 0 5-15,-1 0-6 0,1 1 9 0,1 0 2 16,-6 7-1-16,-1 3 2 0,1-3-2 0,-1 2-2 15,5-1 1-15,-12 1-2 0,0 1 3 0,0-2 9 0,3 2-5 16,-1-4 7-16,-1 2 8 0,2-1 3 0,-2-2 3 16,6 1-2-16,0-1-8 0,1-1-9 0,1 0-1 15,-1-1-2-15,1 1 6 0,2-3-8 0,1 1 3 16,-2 1-6-16,2-2-6 0,1 1 4 0,-1 0 0 16,1 0 2-16,0-1 2 0,0 1-6 0,-2-1 1 15,0 2-3-15,1 0 7 0,-1 0 2 0,2-2-5 0,0 2 3 16,0-1-3-16,1 1 6 0,0 1-2 0,0-1 3 15,1 2-6-15,0-2 19 0,1-1 1 0,2 2 5 16,-3-1-1-16,12 2-17 0,-1-1 5 0,3-2-8 16,0 1 5-16,0-1-7 0,0-2-3 0,-5 2 0 15,0-3-1-15,0 2-7 0,-3 3 2 0,4 1-5 0,0-1-10 16,-1-1-18-16,1-2-7 0,-3 0-14 0,4-1-142 16,-2-2-153-16,2-1-73 0</inkml:trace>
  <inkml:trace contextRef="#ctx0" brushRef="#br0" timeOffset="89424.24">14763 9704 301 0,'0'0'66'15,"0"0"151"-15,0 0-217 0,0 0-6 0,0 0 2 16,0 0-3-16,0 0 11 0,0 0-2 0,0 0 3 15,0 0-4-15,0 0 3 0,0 0 19 0,1 0 2 0,0 0 9 16,0 1 18-16,0 0 18 0,0-1-2 0,1 2 9 16,-1-1 14-16,0 0-24 0,0 0 6 0,0 0-15 15,-1 0-4-15,0 1-11 0,0-1 1 0,0 0-3 16,0 0 6-16,0 0-15 0,0 1 3 0,0-1-7 16,0 1-8-16,-1 0-2 0,0 1 1 0,-1 0 1 15,-3 3 6-15,3 1-10 0,-7 3-1 0,1-1-3 0,-2-2-5 16,1 1 5-16,-1-2-8 0,-1 2 6 15,2 1-6-15,-2-3 5 0,2 2 2 0,-1-2-2 0,1-2-2 16,1 1 5-16,-1-1 0 0,1-3 2 0,0 1-2 0,2 0-3 16,-1 0 2-16,2 0-2 0,2-1-2 0,0 2 1 15,0-2-3-15,1 0 2 0,-1 0 4 0,1 0-10 16,-4 4 2-16,4-3-3 0,-1-1 5 0,1 1-2 16,0-1 1-16,0-1-3 0,1 0-2 0,-1 2-3 15,0 1 5-15,-1-1-1 0,2 0 6 0,0 1-7 16,0-1-1-16,1-1-2 0,-4 5 5 0,2 0 1 15,1 0-2-15,-1 0 0 0,2 0 0 0,0-1 4 0,2 4 0 16,-1-2 0-16,1 0-3 0,2 0 9 0,-1-1-1 16,1 0 3-16,-3 1 0 0,11 1-9 15,1-2 0-15,1-2-3 0,-1 2 0 0,3-1-15 0,1 0-3 16,0-1-8-16,4 0-53 0</inkml:trace>
  <inkml:trace contextRef="#ctx0" brushRef="#br0" timeOffset="91274.57">13750 12168 578 0,'-1'0'8'0,"0"0"2"16,0 0 1-16,-2 0 4 0,0 0-3 0,-4 0-4 0,1 0-8 15,0 1 2-15,0 0-4 0,-1 1 5 0,-1 2 0 16,-1-1-3-16,1 1 3 0,-1 2 8 0,-1 0 17 16,-2 1 0-16,1 0 5 0,-1 0 5 0,-1 0-9 15,1 0 5-15,-2 1-7 0,-1 2-3 0,0-1 2 16,-2 0 3-16,1 0-2 0,-1-1-3 0,2 0-1 15,-3 3-13-15,2-3 8 0,0 0-14 0,-1 0 9 16,4-1-3-16,-1 3 4 0,2-2-11 0,1-7-2 16,-2 11 2-16,3 2-2 0,-2 0-1 0,1 5 0 0,-2-2 3 15,0 0 0-15,0 4-4 0,1 2 0 0,-1 0-2 16,0 0 3-16,3 0 8 0,-2 2-8 0,-1-2-1 16,4 0-3-16,-4 0 4 0,1-1 4 0,2 0 2 15,0 1-1-15,-2-1-8 0,4 1 7 0,0 2-3 0,-1-5 6 16,2 1-7-16,0 1 8 0,-3 0-7 0,3 4 8 15,-2-3-6-15,-1 2-3 0,5 1 3 0,-2-3-3 16,0 3 5-16,5-4-7 0,-2 0 2 0,1-1-4 16,1 2-3-16,-2-1 8 0,0-1-2 0,-8 0 3 15,4 1-7-15,4 0-2 0,2-1 6 0,1-1-3 16,2 4 3-16,2-1 1 0,-1 1-4 0,4-1 4 16,-1 1 3-16,-1-1-4 0,2 1-3 0,-2 2 0 0,-1-3 4 15,2 2-5-15,1-3 4 0,0 0-5 0,1 1 12 16,0-1-8-16,0-2 6 0,1 0-7 0,2 0 9 15,-1-1-2-15,2-1-4 0,-1-1 3 0,1 2-4 0,0 3 4 16,0 0 1-16,0 0 1 0,-1-1-5 0,1 0 2 16,1 2-1-16,-1 1 1 0,1 3-1 0,-1-6-2 15,0 4 4-15,1-2-3 0,-1-2 8 0,0 1-6 16,-1-6-1-16,0 1-1 0,-7-2-3 0,11-1 5 16,4 0 1-16,-2-2 4 0,2 0 7 0,1-1-6 15,2-1-2-15,-3 1-2 0,1-1-3 0,4 2 5 16,-3-1-1-16,4-2 1 0,1 2-9 0,0-1 8 15,-2 1-2-15,-2-1 5 0,-1 1-13 0,0 1 6 0,-2-2-3 16,3 0 4-16,0-1-6 0,-1-1 4 0,2-3 4 16,-2 4 0-16,-2-3 5 0,2-1-3 0,0 0-3 15,-1-4 3-15,6 1 6 0,-4-1-1 0,0 2 2 16,0-2-4-16,-2 11-1 0,2-4 9 0,2-4-7 0,0-3 7 16,-1-1-15-16,1-3-2 0,-4 0 4 0,-1-2-3 15,0-1 7-15,-1 0 0 0,0-1-3 0,1 0 2 16,1 0-5-16,-2-1 3 0,1 0-2 0,0-2 2 15,-1 1-1-15,1-2-2 0,-2 2 3 0,2 8-1 16,0-11 6-16,3-1-4 0,-1 0 2 0,-1-2-3 16,-3 0-4-16,-3-2 3 0,0 1-1 0,0-2 2 15,0 0 8-15,4-3-1 0,-2 1-1 0,-5-3 1 0,2-1 1 16,-5-3-4-16,0-5 7 0,1-1-7 0,-2 2 2 16,0-1 0-16,1 1-6 0,-1-2 4 0,1-1-1 15,-2-1 2-15,-1-3 3 0,-1 1-4 0,3-4-5 0,-2-3 0 16,0-1 1-16,2 1 0 0,-3-4 5 0,2 3-2 15,0 1-5-15,-2 2 4 0,1 3 3 0,-1 2-6 16,0 0 8-16,-2 5-8 0,1 2 7 0,13 2 1 16,-6-2-3-16,-5 1 3 0,-4-1 1 0,0 0 1 15,-2-1 8-15,-3 2-4 0,-1-2 14 0,1-3-3 16,-3 4-11-16,0-2 5 0,-1 1-17 0,-2-1 7 16,1 1 1-16,-2-1 0 0,-1 1-6 0,-1 0-2 15,-1-1 0-15,-2 0-1 0,15-3-3 0,-16 1 9 0,-3-3-6 16,-4 2 7-16,3 3-10 0,-5-3 3 0,2 7 2 15,-1 0 0-15,-3-1 3 0,-1 7-8 0,-2 1 3 16,-4 2-5-16,-1 3-8 0,-8 1-15 0,-2 5-9 16,-7 3-2-16,-4 3-47 0,-3-17-87 0,-4 18-48 0</inkml:trace>
  <inkml:trace contextRef="#ctx0" brushRef="#br0" timeOffset="97864.64">29017 10150 91 0,'-1'-1'0'0,"0"-1"7"0,0 1 10 0,1 0 18 16,0-1 5-16,0-1 9 0,0 1-2 0,0-3 14 15,0 1 0-15,0-1 3 0,0-1-11 0,0-1 11 16,1 0-9-16,0-1 8 0,0-2-12 0,0 1 26 15,2-3-8-15,-1 0 11 0,0-1-27 0,1 2-22 16,-2-2 9-16,0 0-14 0,1 1-1 0,0 0-4 16,-1 2 0-16,0 0 2 0,0 1 16 0,0 1-4 0,-1 1 0 15,0-1-1-15,0 1 3 0,0 0-11 0,0 4 6 16,0-1-6-16,0 2 5 0,0 0-18 0,0-1 2 16,0 1-7-16,0 1 3 0,0 0-7 0,0-1 2 15,0 1-3-15,0 0-1 0,0 0 4 0,0 0-8 0,0 0 7 16,0 1-6-16,0 0 5 0,0 1 1 15,0 1 1-15,0 7-5 0,-2 11 3 0,-2 3 1 0,1 3 0 16,-3 2-6-16,-1 4 3 0,-1 2-2 0,0 2 2 16,0 4 2-16,1 4 0 0,0 0 0 0,3 3-1 15,-2-1-11-15,0-1 11 0,1-3-6 0,0-4 8 16,1 0-2-16,-1-3 4 0,2-1-1 0,-2 0 0 16,0-2-9-16,0 1 0 0,1-5 0 0,-1 0 1 0,1 0 2 15,1-5-1-15,1 1 3 0,0-4-2 0,1-4 0 16,0-3-5-16,0-4-5 0,0-2 0 0,1-1-27 15,0-4-113-15,0-1-21 0,0 2-43 0,0-1-176 0</inkml:trace>
  <inkml:trace contextRef="#ctx0" brushRef="#br0" timeOffset="98364.26">28985 10017 896 0,'-1'-1'181'16,"0"0"390"-16,-1-3-535 0,-2-3-7 0,2 2-7 15,1 3-1-15,1 0-25 0,0-2 1 0,1 0 0 16,4 0 3-16,26-2 11 0,3-1-6 0,4 0-1 0,-3-1-2 16,3 0-5-16,0 3-1 0,-1-1 1 0,-2 1-1 15,-2-1 11-15,-3 1-9 0,-1 1 8 0,-2 1-8 16,-2-11 2-16,-2 6 0 0,-4 5-1 0,-3 0 1 15,-1 3 6-15,-1 1-4 0,-5 1 3 0,0 0-2 16,-2 1-2-16,-4 0-2 0,2-1 0 0,-4 9-1 16,7 0 2-16,-2 4 6 0,-4-1-2 0,-2 2 3 15,-3 2-7-15,-4 1-2 0,-5 2 1 0,5-1-1 0,-13 1 5 16,-2-1 2-16,-4 2-5 0,6 1 4 0,-1-1-8 0,1 3 6 16,0-4-2-16,1-1 2 0,0-1 1 0,3-3-3 15,0 2 7-15,2-3-7 0,3 3-1 0,-1-3 1 16,1-1-2-16,1-1 3 0,1-1 8 0,0-1-7 15,1-1 3-15,2-1-4 0,0-2 5 0,5 0-3 16,-3-1 3-16,3-1-3 0,0 0 10 0,-1-2-6 16,-1 2 5-16,2-2-4 0,0 3 12 0,1 0-2 15,0-2 2-15,3 2-3 0,-1-2 3 0,15 0-14 16,2-1 6-16,0 2-8 0,1-1 4 0,-1-1-9 16,1 2-2-16,-3-2-2 0,1 2 4 0,-2 0-7 15,1-1 8-15,-3 1-9 0,0 1 2 0,-1-1-18 0,-2 1-3 16,-1-2-3-16,1 3-12 0,-3-1-61 0,1 3-3 15,-4-2-23-15,0 1-38 0,1 1-47 0,2-1-34 16</inkml:trace>
  <inkml:trace contextRef="#ctx0" brushRef="#br0" timeOffset="98783.37">29747 10540 1430 0,'-1'-1'44'0,"0"0"108"0,0-2-133 15,0 1 1-15,0 0 0 0,-1-1-4 0,1 1-16 0,0 1-13 16,0 0 6-16,0 0-6 0,-1-1 12 0,1 2-7 16,0 0 5-16,0 2-6 0,0 0-3 0,-3 12 10 15,-2 7-10-15,-1 3 12 0,0 0 1 0,-1 3-1 16,-4 0 3-16,-1 2-2 0,-2 1 11 0,0 1-7 15,1-1-1-15,1 0-4 0,-1-2 0 0,1-4 11 16,-1 0-3-16,3-5 6 0,2-2 1 0,-1-1-4 16,3-2 2-16,1 0-5 0,3-2-1 0,-1-1-4 15,2-1 4-15,1 1-5 0,-1-2-1 0,2 1 7 0,2-1-5 16,0-2 6-16,2 0-5 0,0 0 9 0,0-2-3 16,10-1 5-16,2-1-11 0,1-2 7 0,-1 0-1 15,3 11 3-15,1-4-7 0,-1-4 2 0,1-2-2 16,-1-2 2-16,-2 0-4 0,-1 0 4 0,-2-1-1 15,-1 0 1-15,-2-2-12 0,-1 2 7 0,-1 0-4 0,1-1 5 16,-3 0-8-16,-1 1 0 0,-2 0-3 0,0 0 2 16,-1 0-7-16,1 0-19 0,1-2 0 0,-2 1-13 15,1 0-73-15,0-2-83 0,1-1-19 0,-1-3-24 16,1-1-130-16</inkml:trace>
  <inkml:trace contextRef="#ctx0" brushRef="#br0" timeOffset="99084.09">29544 10826 1670 0,'0'-1'36'0,"-1"0"4"0,0-1-13 15,-1 1-5-15,1 0-12 0,0 0-4 0,0 0-8 16,1-1-1-16,1 1-1 0,0 0 3 0,7-2-1 15,14-2 4-15,1 3-1 0,1 2 9 0,0 0-8 16,2 0-3-16,-3-2 1 0,1 1 0 0,-3 0-3 16,-1 0 3-16,-2 0-2 0,-3 1 5 0,-2-1-2 0,-2 1 4 15,-2-2-4-15,0 1-1 0,-4 0 3 0,1 0-3 16,-2 1 4-16,-2 0-5 0,1 0-6 0,-1-1-7 16,-1 1 2-16,1-2-14 0,1-3-34 0,-1-2-16 15,-1-2-11-15,0 1-81 0,7-3-30 0,-1-1-27 16</inkml:trace>
  <inkml:trace contextRef="#ctx0" brushRef="#br0" timeOffset="99283.14">29732 10470 1206 0,'0'-2'55'0,"-1"1"75"16,0 0-44-16,0-1-18 0,-1-1-7 0,1 1-4 0,0 0-34 15,0 0-3-15,1 1 0 0,0 0-1 0,0 0-5 16,1 0 7-16,1 0-9 0,15-8 7 0,3 3-18 15,0 3-1-15,1-1 3 0,0 3-4 0,2 1-14 0,-1 0-8 16,-3 0-6-16,0 0 3 0,-1-1-6 0,0 0-56 16,2 0-15-16,-4 1-20 0,-3-1-97 0,3-2-70 15,1 1-21-15</inkml:trace>
  <inkml:trace contextRef="#ctx0" brushRef="#br0" timeOffset="99632.54">30234 10653 1194 0,'-1'-1'334'0,"0"0"-452"0,0 0 392 0,-3-5-217 16,-3-6-22-16,1 1-20 0,2 2 9 0,0 1-16 15,2 1-4-15,-1 0 0 0,2 1-2 0,1 1 0 16,0 0-12-16,0 3-5 0,0 1-6 0,0 0 3 15,0-2-8-15,0 1 17 0,0-1-4 0,0 2 8 16,0 0 0-16,0 0 0 0,0 0 10 0,0 0-5 16,0-1 10-16,0 2-3 0,0 0-1 0,0 0 0 15,-1 2 5-15,0-1 0 0,1 0-4 0,-7 15 1 0,0 2-1 16,0 3-5-16,-2 5 3 0,2 4-3 16,0 1 6-16,0 5-4 0,0 0 0 0,1-1 0 0,2-1-1 0,-2-3-1 15,1-3 3-15,1-2-2 0,2-1-3 0,0-2-1 16,2-3-4-16,0-2 3 0,0-4 0 0,0-2-9 15,1-2 3-15,0-3-6 0,0-1-5 0,0-1-43 16,-1-2-54-16,0-1-1 0,0-1-218 0</inkml:trace>
  <inkml:trace contextRef="#ctx0" brushRef="#br0" timeOffset="100233.94">30970 9518 648 0,'0'-1'50'0,"0"0"114"0,0-1-153 0,0-3-6 16,0 1 0-16,0 2-3 0,0 0-2 0,0-1-4 0,0 1 3 15,0 0-2-15,0 0 4 0,0 1-1 0,0 0 0 16,0 0 0-16,0 0 13 0,0 1 16 0,-1 0-1 16,0 0 8-16,0 0 8 0,0 0-1 0,-1 0 0 15,1 1-1-15,0 0 2 0,1 0-1 0,-10 17-5 16,-2 4 1-16,1 5-19 0,-2 9-2 0,0 5 4 15,-1 7-5-15,0 6-5 0,-1 4-1 0,0 0-3 0,-3 4 2 16,0-1-7-16,2 3 7 0,-1 5-3 0,2-2 5 16,2 0-7-16,3-6 6 0,1-6-2 0,2-7 4 15,3-2 12-15,0-5-14 0,2 2 8 0,-1-2-10 16,1 0 10-16,0-1-5 0,0 0-6 0,1-4 2 16,1 3-10-16,-1-4 3 0,0 0 0 0,0-3 1 0,-2-4-12 15,1-1 2-15,0-7-2 0,-1-2 3 0,1-2-6 16,0-3-2-16,0-3-9 0,1-3 3 0,0-2-27 15,1-2-87-15,-1 0-27 0,0-1-32 0,0-1-185 16</inkml:trace>
  <inkml:trace contextRef="#ctx0" brushRef="#br0" timeOffset="100616.3">31286 9499 1024 0,'0'-1'489'0,"0"0"-710"0,-2-2 596 16,-2-12-344-16,1 4 15 0,2 4-28 0,1 3 5 15,0 2-17-15,0-1-15 0,0 1 2 0,0 1 2 16,0 0 2-16,0 0 6 0,1 1-7 0,0 0 4 0,1 1-6 16,-1 1 4-16,2 12-2 0,1 11 0 0,-3 2 2 15,-1 5 9-15,-3 4-7 0,-3 3 3 0,-3 6-3 16,0-1 3-16,-4 8 7 0,-1 1-2 0,-1 1 4 15,-3 5 4-15,-1-3-6 0,-3 5 8 0,20 2-5 16,-27 5 24-16,6 0 5 0,2 0-5 0,2-3 2 16,2-6-14-16,0-5-3 0,-2-1 7 0,6-1-5 15,-1-2 6-15,8-3-12 0,2-1 2 0,3-2-5 0,-18-2-4 16,11-4 1-16,5-3-9 0,1-6 6 0,2-2-3 16,2-1 2-16,-1-4 1 0,0-4 0 0,0-1-7 0,-1-6-5 15,0 0 1-15,1-3-3 0,-1-1 6 16,0-2-8-16,0 0-5 0,0-4-3 0,0 1-17 0,0 0-89 15,0 1-18-15,0-2-37 0,0 0-192 0</inkml:trace>
  <inkml:trace contextRef="#ctx0" brushRef="#br0" timeOffset="107622.18">13754 10007 391 0,'0'0'88'0,"0"0"16"0,-2-1-33 15,1 0-34-15,0 0-13 0,0 0 0 0,0 0-15 0,0-1 13 16,1 1-13-16,0 0 11 0,0 0-11 0,0 0-3 16,0 0 2-16,0-1 8 0,0 1 9 0,0 0-5 15,0 0 4-15,0 1-9 0,0 0 16 0,0 0 5 16,0 0 1-16,0 0 15 0,0-1 13 0,0 1-9 0,0-2 9 16,0 1-20-16,0 0-14 0,0 0 4 0,0 0-8 15,0 1 2-15,0-1-9 0,0-1 6 0,0 1-7 16,0 1 0-16,0-1-8 0,0 1-5 0,0 0 0 15,0-1-10-15,0 1 7 0,0 0-2 0,0 0 5 16,0 0-5-16,0 0 7 0,0 0-7 0,0 0 6 16,0 0-9-16,0 0 3 0,0 0 6 0,0 0-3 0,0 0 1 15,0 0 1-15,0 0-4 0,0 0 7 0,0 0 8 16,0 0-1-16,0 0-2 0,0 0 0 0,0 0 6 16,0 0-3-16,0 0 3 0,0 0-7 0,0 0-8 15,0 1 5-15,0 0-2 0,0 0 2 0,0 1-4 16,1 0-7-16,0 0 5 0,0 2-4 0,1 4 2 0,1 0 2 15,0 1-5-15,2 0 3 0,0 0-1 16,-1 0 3-16,1-1-1 0,0-1 1 0,1 1-7 0,-2-1 4 16,-1 1-3-16,6 2 3 0,-2-2 2 0,0 1-3 15,0 1 8-15,-2 0-8 16,3 1 1-16,1 0 1 0,-5-2-6 0,3 0 4 0,-1 0-3 0,1 1 4 16,0 2 0-16,0-3 2 0,2 2 1 0,-2-2-4 15,6 3 2-15,-5-2-3 0,4 1-5 0,-3-4 6 0,-2 0-2 16,6 6 3-16,-6-6 1 0,1 5 3 0,3-2-2 15,-3-2 3-15,3 0-6 0,0-4-4 0,-2 1 2 16,-1 0-2-16,2 0 9 0,-3 1-2 0,3 1-1 16,-1-4 0-16,-2 1 0 0,2-1 3 0,-5-1-2 0,0 0 2 15,3 1 1-15,-4-1-8 0,3-1 5 0,-1 0-5 16,-3 0 8-16,2 1-4 0,-1 1-2 0,1-1 0 16,-1 1 4-16,1-2-3 0,0 0 8 0,-1 0-7 15,1 0 2-15,0 0 0 0,0-1-2 0,-1 0 3 16,2 0-1-16,1-1 1 0,0 0-4 0,0-1 2 15,0-1 1-15,-2 1-4 0,2-2 3 0,0 0-3 16,0 1 5-16,1-5-7 0,-1-1 2 0,2 2-4 16,0-2 7-16,1 0-3 0,-1 0 0 0,1 0-2 0,-2 2 1 15,0 1 5-15,2 2 0 0,-1 0 2 0,2-2-14 16,2 2 8-16,-1-3 0 0,-2 0 4 0,4 1 0 0,-1-3-6 16,2 4-2-16,4 0 0 0,-6 0 10 0,6 3-6 15,-1-1 4-15,-5-2-4 0,8 0 0 0,-1 3 0 16,-1-3 1-16,3 1-1 0,-1 1-1 0,0-3 1 15,0 0 0-15,0 1 1 0,0 1-5 0,0-1 4 16,0-1 0-16,0-1 1 0,0 0 2 0,0-1 4 16,1 2-5-16,2-1 4 0,0-1-3 0,2 0-5 15,1 3 5-15,3-2-4 0,-3-2 1 0,1 1 4 16,0 0-3-16,-1 0 4 0,3-2 4 0,-2 2-11 16,0 0 3-16,-2 1-5 0,0 0 4 0,-2 1 5 0,2-1-5 15,-2 1 6-15,1-1-6 0,-2 1 2 16,-2 0-2-16,0 0 1 0,1 0-3 0,1-1 0 0,0 0 6 15,-1 1-4-15,1 0 3 0,-3 2-2 0,-1-3 1 0,-5 1-1 16,0-1 3-16,2 2-1 0,-2 1-6 0,2 1 3 16,-2 1-4-16,-1-2 4 0,1-1 2 0,-1 1 0 15,1 0 5-15,-3 1-7 0,1 0 0 0,1-5-2 16,-3 2 1-16,0 1-2 0,0 2 4 0,-2-1-1 16,-1 2 1-16,-1 0 4 0,-1 0-5 0,-2 1 4 15,1 0-7-15,-1 0 6 0,-1 1 4 0,0 0 0 16,1 0-4-16,-1 0 8 0,1-1-10 0,0-2 10 0,1 1-12 15,0-4 3-15,1-1 2 0,1-2 0 0,-1-3 1 16,0-1-3-16,-1-1 3 0,0 0-2 0,-2-3 8 16,0 0-6-16,0-2-2 0,-1 0 0 0,0 0-6 15,-1-1 4-15,0 1-1 0,0-2 3 0,-2 2-3 0,0-1 5 16,-2 0 0-16,0 2 3 0,-1-1-7 0,1 1 5 16,-2 1-3-16,-1 0 3 0,0-1-2 0,1 2-4 15,0 0 0-15,-1-2 0 0,2 3 1 0,0-2-1 16,1 3 3-16,0-1-2 0,-1-1 1 0,1 4 2 15,0-3-6-15,-1 1 2 0,3 5-3 0,-3-5 3 16,1 1 2-16,1 3-1 0,-1 0 11 0,1 3-8 16,3 3 4-16,0 1-6 0,-3-3 2 0,3 2-2 15,0 2 4-15,0 0-4 0,0-1-2 0,0 1 0 0,-1 0-4 16,1 0 4-16,0 1 0 0,0 0-10 0,0 0 4 16,0 0-5-16,1 0 16 0,0-1-14 0,0 2 7 15,0 0-10-15,0 0 14 0,0 2-5 0,0-1 2 0,0 0-4 16,0 1 5-16,0 1-16 0,1-1 7 0,-1-1-10 15,0 1 0-15,1 3-71 0,0 0-12 0,1 1-26 16,1 0-86-16,-1 0-116 0,0-1-77 0</inkml:trace>
  <inkml:trace contextRef="#ctx0" brushRef="#br0" timeOffset="108223.35">15469 9435 718 0,'-1'0'163'0,"0"-1"372"0,0-1-535 0,0 1-22 16,-1 0 1-16,1 1-7 0,0 0 17 0,0 0-3 15,0 1 13-15,0 0-11 0,-1 2 10 0,-5 9 0 16,3-1-3-16,0 0 3 0,1-2-1 0,0-2 0 0,1 0-2 16,1-2 4-16,1-3 12 0,0 0 7 0,-1 0 11 15,-1 0-2-15,1 1 30 0,0-2-3 0,0 0 7 16,0 0-6-16,-2-1 3 0,1 0-16 0,1-1-5 16,0 0-3-16,-1-1-12 0,0-3-14 0,-1-6 1 0,-1-1-5 15,3 0-4-15,1-3 2 0,1 1-4 0,3-2 3 16,0 1-6-16,3-2 6 0,0 1-1 0,3-3 3 15,-2-4-4-15,0 2 1 0,0 0-1 0,-1 4 1 16,2-1 4-16,-2 3 0 0,0-1 2 0,0 1-1 16,0 0 1-16,0-1-7 0,0 0 1 0,-2 4-2 15,-1 0 3-15,0 3 10 0,-2 3-4 0,1-1 6 0,-2 4-5 16,0-2 4-16,0 1-1 0,0 2 1 0,-1 1-10 16,2-2-1-16,-1 1-1 0,0 0-1 0,0 1-1 0,0-1-2 15,2 1 2-15,-1 0-1 0,0 1 11 0,3 0-11 16,4 0 7-16,4 4-7 0,-1 0 10 0,0 3-7 15,1 2 4-15,-1-7-5 0,1 11 0 0,-2 0 3 16,2-1-5-16,0 0 5 0,-1-2 5 0,0-2-7 16,1 0 2-16,-2-1-3 0,-1 2 11 0,0-2-4 15,0-1 5-15,-2-2-6 0,3 0-4 0,-3 1 2 16,-1-1 0-16,1-1 2 0,-2 2 4 0,-1-2-11 16,-1 4 2-16,-2-2-6 0,1-3 6 0,-2-2 0 15,3 2 0-15,-2-1-1 0,0 2-9 0,1-1-35 0,-1 1-39 16,-1-1-3-16,1 0-179 0</inkml:trace>
  <inkml:trace contextRef="#ctx0" brushRef="#br0" timeOffset="108972.65">13594 10166 664 0,'-1'0'18'0,"-2"1"50"15,-4 3-68-15,0 1-1 0,1 0-1 0,-2 12-1 16,3 5 0-16,-2-2 10 0,2-2 7 0,2 2 0 16,-1-5 15-16,2 2 2 0,0-2 6 0,1-4-2 15,-3-2 12-15,1-4 2 0,1-3 1 0,0 0 4 16,0 1 32-16,0-1 16 0,1 0 1 0,0 0 1 16,0-1-25-16,0 0-33 0,0 0-2 0,-1-1-10 15,1 0-10-15,0-1-8 0,0-1-2 0,-1-7-1 0,-2-7 6 16,2-2-3-16,-3-3 1 0,4 0-4 0,0 0-8 15,1-3-3-15,1 1 0 0,0-2 0 0,0 2 6 16,1 0-11-16,2 0 4 0,-2-1-5 0,2 2 6 0,-2-2 4 16,2 4-4-16,-1 0 3 0,4-1-12 0,-1 2 10 15,0 0-7-15,0 1 8 0,-1 2-9 0,-1 2 9 16,0 1-1-16,-1 3 3 0,1-1-8 0,-1 1 10 16,0 4-3-16,-2 0 5 0,0 3-7 0,0 1 2 15,1-1 3-15,-2 1-2 0,2 0 2 0,0 0-9 16,1 1 2-16,6-4-3 0,0 1 1 0,2 2 5 15,1 1-5-15,-2 1 4 0,1 0-6 0,2 2 11 16,0 3-4-16,2 1 6 0,-1 1-7 0,1 0 2 0,1 0 1 16,-1 0 0-16,0-1 0 0,1 0-3 0,0 0 2 15,1-1-2-15,-2 1 8 0,1 0-2 0,0-1 0 16,-1 0-2-16,-1-1-6 0,-2 0 4 0,-2-1-5 16,-1 0 3-16,2 0-3 0,-4-2 0 0,7 3 1 15,-5-2-1-15,-3-1 0 0,4 2-8 0,-4-2-6 0,5 1-4 16,2 1-36-16,-2-1-206 0,1 0-46 0</inkml:trace>
  <inkml:trace contextRef="#ctx0" brushRef="#br0" timeOffset="113510.93">31705 9931 824 0,'0'-1'0'0,"-1"0"11"0,0-1 114 0,0 1-42 15,0 0-3-15,-1 0-59 0,1 0-16 0,0 0-6 16,0-1 1-16,0 1-1 0,0 0 2 0,-1 0 10 15,1 1-2-15,0 0 4 0,0 0-13 0,0 1 17 16,0 0-2-16,1 2 7 0,0-1-6 0,0 0 9 0,-2 7-8 16,1 1 6-16,0 3-14 0,0 0 2 0,-2 1 7 15,0 5-4-15,-1 1 7 0,0 3-6 0,-1 4-5 16,-1 3 2-16,-1 2-3 0,-1 1 0 16,0 1 3-16,-2 0-3 0,2-1-8 0,1-3 2 0,1 1 2 15,1-3 1-15,3-2 7 0,0-3 0 0,0-1-5 0,1-2 3 16,1-3-5-16,0 1 6 0,0 1-2 0,1-2 2 15,1 1-6-15,-1 0-2 0,-1-3 2 0,0-2-2 16,0-1-1-16,0-2 4 0,0 0-1 0,0-5 2 16,0 1 0-16,0-3 25 0,0 0-2 0,0 0 11 15,0-2 3-15,0 1 5 0,-1 0-8 0,-1 0 5 16,1-1-21-16,0 0-3 0,0-1-2 0,0 0 0 16,0-1-9-16,-1-2-6 0,-5-7-3 0,0-8-1 0,5-2-3 15,2-2-8-15,2 1 7 0,3-4-8 0,2-2-2 16,2-4 8-16,2 0-3 0,0-6 6 0,-1 1 0 15,1-3-1-15,-2-2-1 0,2 1 2 0,-1 1 5 16,0 5-3-16,2-1 4 0,-1 3-4 0,2 1-1 16,0 2-5-16,0 3 2 0,0 4-2 0,-12-1 6 0,13 3 0 15,0 4 0-15,1 1 0 0,-4 1 4 0,3 2-9 16,-1 1 3-16,-2 3-4 0,5 4 15 0,-4 0-6 16,-1 1 3-16,2-6-5 0,0 3-2 0,0 1-3 15,-1 3 3-15,0 2-1 0,-1 0 0 0,-1 1 1 16,2 3-5-16,0-1 5 0,-10-2-11 0,8 5 2 0,-4-5-3 15,-1 8 1-15,2-1-10 0,-4-2-19 0,2 0-3 16,-4-2-12-16,5 1-79 0,-5-1-111 0,0-2-16 16,0 2-39-16,0-2-167 0</inkml:trace>
  <inkml:trace contextRef="#ctx0" brushRef="#br0" timeOffset="114228.38">31829 10595 1309 0,'0'0'35'0,"0"0"3"0,0-1 20 0,0 0-13 15,0 0 3-15,0 0-24 0,0 0-23 0,0-1-1 16,0 1-4-16,0 0 5 0,0 1-6 0,0 0 5 15,1 0-6-15,0 0 4 0,0 0-2 0,2 0-6 16,5 1 3-16,1 0 1 0,3 1 14 0,2-1-2 0,-1-1 6 16,1 0-12-16,0-1 4 0,-2-1 6 0,2-1-3 15,1-2 5-15,0-1 1 0,2-2 0 0,-6 2 2 16,3-2 5-16,-1 0 0 0,-4 4 2 0,7-8-1 16,-5-2-1-16,-1 0-6 0,1 1-6 0,-2-1 1 15,0 2-17-15,-1-2 11 0,-1 1-5 0,-1 2 7 16,-2-2-7-16,-1 1-2 0,-1-1 5 0,0 4-3 15,-1-1 1-15,5 3-2 0,-1 0 3 0,-3 2-1 0,-1 2 2 16,0-2-1-16,-1 4-3 0,0-1 3 0,0-1 8 16,0 1-6-16,0-1 1 0,0 1-3 0,-1 0 0 15,0-1 0-15,-1 2-1 0,-1 0 1 0,-4-2 6 0,-2 0-1 16,-2 2 2-16,3 0-4 0,-5 1-3 0,2 0 2 16,3 0-2-16,-3 2 2 0,0 1 2 0,0 0-2 15,0 3 1-15,4-1-3 0,-1 1-1 0,-3 1 1 16,-1 6 0-16,-5 1 0 0,1 0 0 0,3 1-5 15,-1 0 4-15,3-1-2 0,4 3 10 0,-1-2-5 16,1 2-2-16,0-1-2 0,-1 1-6 0,2 1 8 16,0 0-1-16,1 2 3 0,3-2-1 0,-2-1 4 15,-7 1-2-15,2-2 2 0,4 2-1 0,1-3 0 0,3 1-3 16,1-2 1-16,2 0 7 0,4 0-6 0,1-1 11 16,-1 1-9-16,14-3 9 0,5-7-6 0,6 3-6 15,5-2 2-15,8-3-10 0,5 18-21 0,-2-14 3 16,3-7-11-16,-3-4-18 0,4-3-33 0,-2-2-55 0,5-6-6 15,5-3-330-15</inkml:trace>
  <inkml:trace contextRef="#ctx0" brushRef="#br0" timeOffset="116363.64">32666 9896 425 0,'0'-1'0'16,"0"-1"3"-16,0 1 31 0,0-1-13 0,0 0 0 15,0-1-13-15,0-2-6 0,-1 0-7 0,1 0 3 0,0-2-6 16,0-1 6-16,0-1-3 0,0 0 1 0,0-3-1 16,0 0 12-16,0-1 1 0,0-2 2 0,0 2-2 15,-1 0 1-15,0-1 40 0,-1 2-3 0,1-2 16 16,0 3 0-16,1-2-22 0,0 1 0 0,0-2-8 15,0 1-6-15,0 0-5 0,0-1 0 0,0 3-3 16,0-1-13-16,-1 1 1 0,0-1 2 0,-1 0 1 16,1 0 5-16,0 1 18 0,-1-1-11 0,-2 0 12 15,0 0-29-15,-1 2 13 0,0 0-5 0,0 1 8 0,1 1-1 16,-3-2-13-16,1 1 5 0,-7-2-9 0,-2 1-2 0,0 0 1 16,0 0 0-16,0 2 2 0,0-1 7 0,-2 1-1 15,-4-1-3-15,1-2 1 0,-1-1-9 0,-3 2 1 16,0 3 7-16,5-2-3 0,-2 4 7 0,1-2-4 15,2-1-4-15,-2 4 3 0,2-2 1 0,3 2 7 16,0 0-7-16,2-1 6 0,0 1-7 0,0 3-6 16,-2 0 8-16,-2-9-7 0,1 2 3 0,-4 4-4 15,-3 0-1-15,1 4 0 0,-4 0 7 0,3 1-3 16,6 2 6-16,-4 0-4 0,0 1 12 0,0 1-9 16,-4-1-5-16,6 1 1 0,-2 0-1 0,6-1 4 0,-2 2 2 15,6-1-2-15,1 0-4 0,2-2 0 0,1 1 3 16,-1-1-2-16,-2 3 3 0,1 0-9 0,-1-3-2 15,1 10-1-15,0 0 11 0,-2 1-7 0,2 3 3 16,-3 1-4-16,1 2 11 0,-1 3-8 0,-3 1 3 0,2 3-4 16,-4 2-4-16,-1 2 4 0,3 2 1 0,-4 2 0 15,0 0-2-15,3 0 2 0,-2 2-3 0,4-2 3 16,0 0 1-16,-2-2 0 0,1-2 2 0,3-3-1 16,-1-1-1-16,-1 0 6 0,3 0-3 0,0 1 5 15,4 2-7-15,-1-1 1 0,1 2-4 0,0 2 2 16,-2 2-2-16,2 1 9 0,1 1-6 0,2 1 7 0,-2-3-15 15,0 1 9-15,1 0-6 0,2-3 6 0,0 1 1 16,1-1-4-16,0-2 7 0,1 5-7 0,-17-1-3 16,10 2 7-16,3 3-5 0,3 0 6 0,-1-2-5 15,1 1 2-15,0-4 1 0,-1-1-1 0,2-1-4 0,0-6 16 16,1-1-7-16,0-2 10 0,1-2-8 0,1 1 0 16,1 0-3-16,1 2 2 0,1-2-7 0,2 1 3 15,0-1 9-15,0-1-3 0,3 2 12 0,-1-2-7 16,4 4-2-16,-12-1 0 0,17-2-5 0,3 0 3 15,1 1 3-15,3-1-2 0,-4-3-2 0,2 1-1 16,-2-6-4-16,3 0 2 0,2 0-1 0,3-2 1 16,-1-2-3-16,-1 1 3 0,-1-3-1 0,1 1 4 15,1-3 1-15,1-1-1 0,1-3-10 0,0 0 3 0,2 0 3 16,-3 12 0-16,1-5 2 0,6-4-6 0,1-4 0 16,0-2-1-16,3-1 0 0,-8 0 4 0,-1-2-5 15,-1 0 4-15,1-2-9 0,-3 0 1 0,-1 0 1 16,3-4 1-16,-5 1 5 0,2-4 9 0,2-2-6 15,1 12 6-15,1-20-2 0,-4-4-5 0,0-3 5 0,-6-8-6 16,0-3-4-16,4-2 7 0,-3-3-3 0,1 0 4 16,0-1 0-16,-1-4-5 0,2-2 1 0,-2-8-3 15,1 0-6-15,-3-9 12 0,6-3-7 0,-3 0 9 16,4-2-9-16,2 2 0 0,-6-2 0 0,11-2-1 16,-2-6 0-16,-11 0 7 0,1 6-2 0,-12 4 5 15,-9 9-1-15,5 0 3 0,12 3-6 0,-18-3 2 0,-10-1-20 16,6 4-8-16,-36 2 3 0,-13 5-7 0,-1 6-27 15,-19 4-23-15,-9 6-15 0,-27 9-5 0,-17 4-90 0,-12 12-210 16</inkml:trace>
  <inkml:trace contextRef="#ctx0" brushRef="#br0" timeOffset="117413.66">27318 13013 1033 0,'-1'-1'17'16,"-2"-1"30"-16,-7-3-30 0,2-9-15 0,3 1 2 0,1-1-5 16,2-4-4-16,0 0 5 0,-10 1 1 0,5-1 2 15,2-1 8-15,2 2 5 0,0-1 0 0,2 3 2 16,1 3-1-16,0 1 21 0,0 2-1 0,0 3 8 15,0 0 1-15,0 2-5 0,0 1-7 0,0 2 2 16,0-1-14-16,0-1-2 0,0 1-4 0,0 1 0 16,1 0-11-16,0-1 8 0,1 2 3 0,-1 2 1 0,3 4 1 15,11 21-7-15,-5 4 3 0,-2 8-3 16,-2 0 9-16,-2 3-13 0,-2 1 4 0,-1-6-7 0,1 1-3 16,-1-3 5-16,-1 2 0 0,0 0 2 0,0 1 0 0,-3-2 4 15,1 0-1-15,0-5 3 0,-1 1-3 0,0-5 7 16,0-2-2-16,1-8 5 0,0-1 4 0,-1-4-12 15,1-3 0-15,1-3-4 0,1-3 4 0,0 0-1 16,-1-1 2-16,-1 0-1 0,1 1 2 0,0-2-11 16,0 0 6-16,1 0-8 0,0 0 2 0,0-1 3 15,0-1-8-15,0-1 5 0,-2-27-9 0,0-7 9 16,2-1 2-16,3-2 2 0,-1-2-8 0,3-1 1 0,1 3 0 16,1 0 3-16,1 2 6 0,1 4-11 0,2-1 0 15,2-1-4-15,0 2 5 0,0 0 2 0,1 5 0 16,0 2 2-16,0 0 0 0,-10 5-6 0,13 2 1 15,0 3-3-15,3 3 9 0,-1 2-3 0,-1 2 5 16,4 4-6-16,-2 3 1 0,-2 1-5 0,0-11-6 0,-2 6 1 16,2 2-6-16,-1 4-3 0,-2 3-6 0,0 0-3 15,0 4-42-15,-2 0-42 0,1 3-12 0,-2-6-15 16,-2 11-92-16,-2 2-93 0</inkml:trace>
  <inkml:trace contextRef="#ctx0" brushRef="#br0" timeOffset="117896.8">27627 13552 1638 0,'-1'0'57'0,"0"0"1"0,0 0-29 16,-2 0-6-16,1-1-26 0,1-1-26 0,0 1 3 15,-1 0 4-15,2 0 0 0,2 0 16 0,-1-1 0 16,20-12-11-16,2-1 5 0,5-1-20 0,-5-4 12 16,2 2 5-16,-6-1 1 0,-2 0 5 0,-3 2 7 15,-3-2 5-15,-3 0 2 0,-2 3 10 0,-1-1 4 0,-3 2-6 16,-1 0 6-16,10-1-1 0,-5 2 6 0,-3 0 2 16,-2 2 2-16,-1-1 4 0,-1 3-15 0,-1 0-2 15,-2 2-4-15,1 1-1 0,-1 1-4 0,3 2 3 16,-8 1-4-16,-4 1-1 0,1-6-2 0,-2 1-1 15,-1 3-1-15,3 3 3 0,-3 1-11 0,0 3 2 0,1 2-6 16,-2 3 7-16,-1 2 5 0,1-4 0 0,1 12 2 16,-1 4-3-16,5 0 1 0,0 3 6 0,0 0-2 15,-1 0-4-15,3 1 7 0,0 1-6 0,5-2 8 16,1-2 1-16,0-3-7 0,-8-2 3 0,4 0-3 16,4 0 8-16,3-2-14 0,4-1 7 0,2-1-8 0,0-1 8 15,2-1-3-15,-3 0 1 0,18-3-1 16,1 0-4-16,3 0 2 0,-2-2-9 0,3-3 7 0,-3 0-13 15,-1 10-16-15,2-6 4 0,-3-4-8 0,2-4 9 16,1-1-13-16,-1-4 6 0,-1-2-10 0,2-3-5 0,4-1-48 16,-1-2-30-16,5-4-11 0,-3 2-142 0</inkml:trace>
  <inkml:trace contextRef="#ctx0" brushRef="#br0" timeOffset="118099.42">28444 13028 1829 0,'-1'0'18'0,"0"0"3"0,0 0 5 0,-1-1-17 16,0 1 4-16,1 0-40 0,0 0 8 0,1 0-10 0,0 0 9 15,1 0-15-15,10 0-37 0,15 0-26 0,1 0-25 16,6 0-275-16</inkml:trace>
  <inkml:trace contextRef="#ctx0" brushRef="#br0" timeOffset="118247.65">28452 13222 1380 0,'0'0'80'0,"0"0"10"0,0 0-50 16,-2 0-21-16,2 0-29 0,0 2-20 0,0-1-25 15,2 0 0-15,0-1-12 0,19 6-45 0,5-3-132 16,4-3-32-16</inkml:trace>
  <inkml:trace contextRef="#ctx0" brushRef="#br0" timeOffset="118664.85">29338 12416 1420 0,'0'0'84'0,"-1"0"6"0,0 0-33 0,0 1-18 15,-1 0-25-15,1 1-1 0,-5 11-7 0,-1 10 6 0,3 4-7 16,1 2 3-16,2-1-5 0,1 2 1 0,0 2-2 16,0 0-2-16,0 4 0 0,0 1-6 0,0 3 5 15,0 0 1-15,0-1-3 0,-1-4 7 0,0-2-5 16,0-6 14-16,-1-4-5 0,1-6 4 0,0-3-5 15,0-4 7-15,1-3 9 0,0-1-5 0,0-3 6 16,0 1-16-16,0-3 6 0,0 1-4 0,0 1 6 16,0-1 9-16,0 0-16 0,-1 0 6 0,0-1-11 0,-1-1-4 15,1-1-8-15,0-1 4 0,-3-14-3 0,2-12 8 16,2-4 3-16,1-6-1 0,4 0 2 0,3-4 1 0,2-2 0 16,1 3-6-16,2-3 3 0,1 2 0 0,2 1-4 15,0-1 7-15,1 2-7 0,0 0 6 0,-16 3 1 16,17 2 5-16,-3 4-2 0,2 3 4 0,-4 3 11 15,2 5-12-15,3 4 11 0,-3 3-19 0,-2 2-1 16,-2 1-2-16,-3 5-1 0,1 2-13 0,4-5-12 16,-1 4-1-16,-3 2-4 0,1 2-16 0,-1 3-29 15,1 3-13-15,-1 11-13 0,-1 13-109 0,-3 5-121 16,-4 1-45-16</inkml:trace>
  <inkml:trace contextRef="#ctx0" brushRef="#br0" timeOffset="119066.56">29616 12838 1757 0,'-1'0'49'16,"-1"0"1"-16,1 0-21 0,0 0-6 0,0 0-20 15,0 0-10-15,-1 0 6 0,1 0-6 0,0 1 7 16,0 1 0-16,0 7-6 0,1 7 5 0,0 5-8 15,-1-1-2-15,-2 3 2 0,0-1-3 0,2-3 2 0,-1 1-3 16,2-7 12-16,0-4-10 0,0-3 10 0,0-2-9 0,0-1 7 16,0-1 3-16,0 1 0 0,0-1 4 0,0-1 8 15,0 0-6-15,0 1 4 0,0-1-15 0,0-1 1 16,0-1 2-16,2-2-2 0,0-4-10 0,7-10 9 16,4-5-6-16,-7 0 6 0,15-1-15 0,-3 1 12 15,-2 4-4-15,1 2 7 0,-3-1-1 0,-1 4 10 16,-1 2-4-16,-4 3 5 0,-1 4 4 0,-2 1 10 15,-1-1 1-15,0 3 1 0,-1 0 7 0,-1 1 11 16,0 0-3-16,-1 0 3 0,9 13-12 0,0 12-2 0,-4-3-1 16,-4 4-3-16,-2 0-15 0,0-3 3 0,-2 2 1 15,0-4 0-15,-1-3-4 0,1-3-6 0,0-2-9 16,-1-2 2-16,2-3-32 0,0-4-58 0,1 0-1 16,0-2-23-16,0 0-33 0,-1 0 7 0,0 0-19 15,-1-1 2-15,1 1-142 0</inkml:trace>
  <inkml:trace contextRef="#ctx0" brushRef="#br0" timeOffset="119249.88">29682 12643 619 0,'0'0'146'0,"-2"-1"277"16,1-1-317-16,0 1-13 0,0 0-6 0,0 0-6 16,-1 0-47-16,1 1-11 0,0 0-2 0,0 0 0 0,1 0 11 15,1 0 6-15,0 0 6 0,0 0-3 0,19 4-2 16,3 1-22-16,3 0 0 0,1-2-8 0,0 0-13 15,0-2-40-15,1-1-4 0,4 0-10 0,0-1-7 0,-3-2-29 16,-3 1-47-16,-4 0-1 0,-1-1-205 0</inkml:trace>
  <inkml:trace contextRef="#ctx0" brushRef="#br0" timeOffset="119680.87">29036 13506 1503 0,'-2'0'75'0,"-11"-3"176"15,-7-1-260-15,7 1-18 0,8 2-6 0,0 0-6 16,4 1-42-16,-1 0 2 0,-1 0 4 0,2 0 1 15,0 0 17-15,1 0-3 0,0 0-13 0,1 0 9 16,2 0 5-16,11-2 44 0,5 2 8 0,-3 0 8 16,-1 0 21-16,-1 1 13 0,-1 0 12 0,1 0 1 0,1 0 43 15,0-1-2-15,-1 0-5 0,6 0 0 0,1 0-24 16,5-1 1-16,2-2-6 0,3-3 5 0,4-1-2 16,4-1-13-16,6-1 0 0,5 2-7 0,4 0-10 15,6 0-6-15,-1-2 4 0,1-1-5 0,-2 1-5 0,-2 2-1 16,0 1-8-16,0 1 4 0,0 2-10 0,2-1-1 15,-3 3 3-15,-2 0-3 0,-7 0-6 0,-5 0 6 16,-8 1-6-16,-4 0 5 0,-2 0-12 0,-4 1 9 16,-4 1-3-16,-4 0 4 0,-3 1-3 0,-2-2-15 15,-2 0 0-15,-4-1-8 0,-3 0-22 0,0 0-43 16,2 1 2-16,-1 0-19 0,-1 1-38 0,-1-2-172 16</inkml:trace>
  <inkml:trace contextRef="#ctx0" brushRef="#br0" timeOffset="119998.43">29020 13977 1844 0,'-2'-1'41'0,"0"0"91"15,-2-1-140-15,1-1-24 0,2 3-4 0,-2-2-5 16,2 0 3-16,0-1 15 0,1 1 1 0,1 0 3 0,0-1-13 16,6-1 2-16,10-2 1 0,-5 6 2 0,4 4 15 15,-4 3 8-15,-2 5-2 0,-2 16 5 0,-5 2 6 0,14 5 11 16,-12 0 5-16,-6 2 0 0,-5 2 9 0,-4 1-14 16,-3 3 4-16,2 3-7 0,1-3 9 0,0 1-2 15,2-4-2-15,1-8-1 0,0-1-8 0,2-7-10 16,2-5 2-16,0-3-6 0,1-3-4 0,1-2-22 15,1-4-7-15,0-2-10 0,0-3-75 0,0 0-99 16,1 1 6-16,1-1-50 0,7 1-141 0</inkml:trace>
  <inkml:trace contextRef="#ctx0" brushRef="#br0" timeOffset="120199.98">29503 14123 1734 0,'0'0'151'0,"0"0"-198"0,0 0 170 0,0 0-94 16,0 0-29-16,1 0 1 0,13 3 0 0,18 1 3 15,1 0 5-15,7-1-15 0,-1-2 0 0,-1 1-10 16,0-2-26-16,-5 0-14 0,1-2-1 0,-3 0-9 16,-3 0-60-16,-1 1-99 0,-5-1-23 0,-2 1-30 15,-1-1-156-15</inkml:trace>
  <inkml:trace contextRef="#ctx0" brushRef="#br0" timeOffset="120465.32">29671 13932 1005 0,'-1'0'547'0,"0"0"-724"16,-9 0 637-16,-6 2-353 0,2 0-88 0,2 2-1 15,6-2-5-15,0 2 3 0,3-2-14 0,1 18-2 16,-2 3 3-16,1 2-2 0,2 1-1 0,-13 2 0 0,7 2-3 16,3 0 3-16,3 3-5 0,1 1 1 0,0 3-8 15,0 4 7-15,1-1-17 0,1 5 2 0,0-2-2 16,0-4 1-16,2 1-5 0,-2-6 8 0,2-7-11 0,0-2 3 16,1-6-60-16,-1-4-58 0,0 0 11 0,2-1-22 15,1-2 23-15,-5-3-47 0,12-3-21 0,1-5-15 16,1 10-123-16</inkml:trace>
  <inkml:trace contextRef="#ctx0" brushRef="#br0" timeOffset="120732.33">30274 13899 718 0,'0'-2'494'15,"0"1"-653"-15,-1 0 594 0,0 0-325 0,0-1-30 16,0-1-29-16,-1 2 0 0,1 0-10 0,0 0-7 0,0-1-11 15,0 2-3-15,-1 2-2 0,1 0-13 0,-6 19 11 16,0 14-12-16,2 4 11 0,2 5-7 0,-1-2 1 16,1 4 10-16,-2 1-7 0,-1 2 5 0,-2 7-6 15,-3 2 1-15,-1 5-1 0,-4 3-3 0,1-5 1 16,-4-1-3-16,0-5 3 0,-1-2 0 0,0-4 0 16,2-2-4-16,3-5 2 0,3-4-6 0,2-4-11 15,2-5 9-15,2-2-12 0,1-8-9 0,3-5-20 16,0 0-16-16,2-6 1 0,0-3-54 0,0-1-31 0,1-1-12 15,0-2-8-15,1-1-58 0,11-6-189 0</inkml:trace>
  <inkml:trace contextRef="#ctx0" brushRef="#br0" timeOffset="121200.24">30261 13957 1392 0,'0'0'43'16,"-1"0"-1"-16,0-1 2 0,0 0-2 0,0 0-14 16,-1 0-12-16,1 0-18 0,0-1 2 0,1 1-6 0,0-1 12 15,0-2-6-15,4-3 3 0,1-1-3 0,3 1 12 16,10 0-10-16,1-3 7 0,1 7-6 0,4-1 19 0,-3 0 6 16,5 3 0-16,-4-1 0 0,-2 1-10 0,2-11-9 15,-4 9-1-15,-4 3-2 0,0 5 4 0,-7-1 17 16,-1 6-3-16,-3 13 8 0,-1 5 1 0,12 2-15 15,-9 0 10-15,-6-1-11 0,-7-3 14 0,-2-4 14 16,4-1 1-16,-14-3 4 0,-4-2-2 0,-1-3-13 16,5-1-12-16,0-4 2 0,2-1-21 0,5-2 8 15,2-3-8-15,4-1 6 0,0 5-14 0,4-3-19 16,0-2 7-16,2-1-14 0,-1 1-9 0,0 0 9 16,0 0-3-16,1 0 7 0,0-1 9 0,1 0 9 0,1-1-1 15,0 0 5-15,2 0 8 0,9-5-5 0,3-1 5 16,-2 2-6-16,-1 2 5 0,-3 0 7 0,2 2-5 15,-2 1 5-15,1 0-4 0,-2 1 9 0,-1 2 2 16,0 0 4-16,-4 0 12 0,0 1-5 0,6 10 8 0,-4 1-9 16,-4 0 5-16,-2 0 1 0,-5 0-6 0,-4 1 7 15,6 4 3-15,-15-3-1 0,-5 1-2 0,-2 2-1 16,-2-7-5-16,-1 3-19 0,-3 0 2 0,2-6-11 16,-1 2-18-16,3-7-66 0,1-2-14 0,3 11-25 15,-2-7-125-15,2-5-211 0</inkml:trace>
  <inkml:trace contextRef="#ctx0" brushRef="#br0" timeOffset="124652.34">16173 13312 96 0,'0'0'0'0,"0"0"30"0,0 0 17 0,-2-1 21 15,1-1 11-15,0 1-11 0,0 0-4 0,0 1-19 16,-1 0 2-16,1 0-7 0,0 0 5 0,0-1-8 16,0 0 11-16,0 0-10 0,-1 1 14 0,1 0 9 15,0 0-6-15,0 0 7 0,0 0-8 0,0 0-18 16,-1 0 1-16,1 0-8 0,0 0-5 0,0 0-10 16,0 0 1-16,-1 0-5 0,1 0-6 0,0 0-1 0,0 0 1 15,0 0-1-15,0 0 5 0,-1 1-3 0,1 0-1 16,1 0 1-16,0 0 6 0,0 2-10 15,0 4 5-15,1 3-6 0,2 1 14 0,0-1-14 0,1 0 11 16,1-1-12-16,-2-1 7 0,1-2-1 0,0 1-4 16,-1-3 3-16,1 2-6 0,6 0 8 0,-3-4-6 15,0 3 9-15,0 2-4 0,0-2 0 0,1 0 1 0,-1 1-1 16,1-2-1-16,0 1-7 0,0-2 8 0,-1-1-6 16,1 2 2-16,0-3 5 0,2 4-5 0,-1-3 6 15,-1 4-7-15,1-1 7 0,0-2-7 0,0 1 7 16,0 2-4-16,-1 0-2 0,-3-4 3 0,3 3-4 15,0-2 1-15,1 1-4 0,3-1 0 0,0 1-1 16,2-2 12-16,-2-1-6 0,0-1 0 0,-1-1-2 0,0-1-1 16,4-2 0-16,-1 1 4 0,0-2-2 0,2-2 0 15,-3 0-8-15,1-3 6 0,1 7-6 0,2-9 11 0,0-1-7 16,2 0-5-16,-1 0 1 0,-1 2 1 0,3-1 2 16,-1-1 0-16,0 2 1 0,0-2 6 0,1 2-7 15,0-2 3-15,2 2-6 0,-2 1 7 0,1-1 0 16,-1 2 1-16,-6-1-1 0,6 1-8 0,-4-1 9 15,2 1-2-15,-4-1 6 0,-2 1 1 0,2 1-6 16,-3-2 1-16,2 1-2 0,-4 0 1 0,1-3 4 16,-1 1-4-16,-1 1 3 0,1-1-1 0,-2 1-1 15,-3 1 8-15,1 0-8 0,1 1-1 0,-3-1 2 0,2 1-6 16,-1 1 7-16,-2-1 7 0,0-1-10 0,2 0 8 16,-3 1-8-16,3-3 10 0,-2 0-10 0,1-2 3 15,0-3-3-15,-1 4 9 0,2-3-12 0,-2-2 3 16,-1-2-5-16,0-2 7 0,1-4 4 0,-1 4-5 15,0-4 5-15,0-3-6 0,0 0 0 0,0 0 0 16,15-2-2-16,-8 2-6 0,-3 2 10 0,-3-2-3 0,-1 3 3 16,0 0-8-16,1 2 8 0,-2 2-2 0,0 0 6 15,0-1-5-15,0 2-6 0,0 0 7 0,0 2-5 16,0 0 12-16,1-1-8 0,0-2 1 0,0 2-2 16,0-4-1-16,2-1 0 0,-2 2 0 0,1-2 0 15,2 2-4-15,-1-2 7 0,1 1-3 0,-1 1 4 0,0-1-8 16,-1 2 4-16,0 0-1 0,-1 1 2 15,1 0 8-15,-1 0-6 0,0-2 2 0,0 0-4 0,0 0-4 16,1 0 8-16,-1 1-4 0,-1-1 5 0,1 1-12 0,-1-1 13 16,0 1-9-16,0 1 10 0,0-1-12 0,0 3 4 15,0 2 3-15,0 1-2 0,0 1 5 0,0-1-5 16,0 2 1-16,0 0-3 0,0 0 2 0,-1 1-3 16,0 1 4-16,-1-2-2 0,0 0 5 0,0 0 2 15,-1 0-4-15,1 0 4 0,-2-1-7 0,1 0 1 16,-1 0-2-16,1 0 2 0,-1 1 1 0,1 0 3 15,-2-1-3-15,0-1 1 0,1 3 1 0,-1-1-4 16,-1-2 3-16,0 5-3 0,-1-3 10 0,0 1-2 0,2 4 7 16,-2-3-5-16,1 3 4 0,5 1-9 0,-13-5-3 15,1 5 0-15,0-1 5 0,-2-3 3 0,-4 4-6 16,-1-3 4-16,1 5-5 0,-1 0-5 0,6 2 8 16,-6-1-6-16,0 0 14 0,3-1-6 0,-3 0 0 15,4 3-3-15,2 1-4 0,0 0 4 0,2-1 1 0,1-6 1 16,-1 2-7-16,1 2 1 0,0 1 1 0,-1 2 1 15,0 1-4-15,3 0 2 0,-2 0-3 0,2 0 4 16,-1 1 0-16,0 2-2 0,-1-1 2 0,0 0-2 16,1 1 1-16,-2 0 3 0,2 1-4 0,-1-1 3 15,-2 3-2-15,0 1-3 0,-3 4 5 0,2-8-3 16,-3 11 1-16,-2 0-5 0,2 2 0 0,-8 1-1 0,4 2 13 16,-2 0-8-16,5 0 7 0,-2 1-6 15,-3-1 4-15,0 2-6 0,-1 1 2 0,3 0-1 0,0 2 2 16,2-2 1-16,0 1-1 0,3-2 3 0,-1 0 6 0,2 3-4 15,0-1-2-15,-1 1 1 0,2-1 0 0,1 2-7 16,-2 1 7-16,1 3-6 0,-1-1 3 0,-2-1 9 16,4-2-10-16,-3-4 9 0,1-2-8 0,2-4-2 15,-4-1 1-15,7 1-1 0,0-1-1 0,4 0 4 16,2 0 3-16,0 0 1 0,2 1-4 0,-2 2-3 16,-8 0 0-16,4 5 0 0,4-1 7 0,2 6-7 15,2 2 0-15,3 2-3 0,1 3 3 0,2 2 3 16,0 2-5-16,-1 4 3 0,0 1-4 0,-2-1-1 15,-2 0 6-15,2 1-2 0,-2 1 0 0,1 4 5 0,-1-1-5 16,-1 2 4-16,0 0-7 0,0-3 3 0,0 1 1 16,0-6 1-16,0-3-4 0,0-4 7 0,0-6-5 15,0 0 6-15,0-1 1 0,3 0 1 0,3-1-4 16,-1-2 1-16,2-1-9 0,2 2 6 0,0 0 2 0,1-2 2 16,-1 0-4-16,3 0 4 0,-3-4-6 0,1 0 6 15,0 0-7-15,-1-5 2 0,-7 1 3 0,11-1-1 16,1-1 1-16,0 1-2 0,2-2 1 0,1 1-2 15,0-3 5-15,0 1-6 0,0-3 7 0,2-2-6 16,1-1 3-16,-2-1-7 0,4 0 4 0,1-3-3 16,-1 12 3-16,3-5 0 0,-5-4 0 0,0-4 1 15,0 0 0-15,0-2 3 0,0-3-4 0,0-2 4 16,0-3-7-16,-2 0 2 0,4 5-1 0,0-10 1 0,-1-5-1 16,0-1-5-16,0-3 1 0,1-2-2 0,-2 2 3 15,1-5 0-15,0 5 0 0,1-5 0 0,-1 2 0 0,4 1 7 16,2-3-1-16,-3 0 2 0,2-2-9 0,-2-3 0 15,-1-1 1-15,2-8 1 0,1-4 1 0,-3-10-5 16,-3-6-3-16,-3-5 0 0,-4-2-23 0,1-3 7 16,-1-1-11-16,-1-9 9 0,-1-7-20 0,-3-5-13 15,-1 4-4-15,-1 11-18 0,-2 7-153 0</inkml:trace>
  <inkml:trace contextRef="#ctx0" brushRef="#br0" timeOffset="134177.31">30613 12368 17 0,'-1'0'86'0,"0"-2"-35"0,-12-6 53 0,-5 5 2 16,0-15-45-16,2 2-1 0,3 1-33 0,0-1 11 15,1-1-17-15,-1-1-13 0,3 1 2 0,-1-2-6 16,1 1 5-16,1-1-10 0,0-1 1 0,-1 1-2 15,3 0 2-15,-1-1 5 0,0 1-3 0,-1-2 15 16,-3 0-7-16,-1 1 41 0,-1-4-6 0,-2 2 5 0,0 1-4 16,0 0 12-16,-4-2-10 0,0 6-1 0,-4 0-2 15,-1-1-11-15,-1 3-8 0,-4 1-1 0,2 4-3 16,-3 2-10-16,-1-2-3 0,4 2-1 0,-4 0 0 16,4 3 0-16,-1 0 2 0,-2 3 2 0,2 1 1 15,-1-2 7-15,2 1-12 0,0 0 5 0,0-14-6 16,-4 7 10-16,-1 4-7 0,-1 4 7 0,-6 0-7 0,1 2 8 15,0 1-5-15,-2 2-9 0,5 1 5 0,-1 1-10 16,2 2 9-16,2-1-3 0,5 1 4 0,-2 3-8 0,3-1-1 16,4 2 2-16,-4 2-2 0,3 0 0 0,-2-11 1 15,-2 13 1-15,4 2-2 0,-1 0-3 0,-5 2 4 16,5 2-7-16,-1 1 6 0,-2 1-14 0,4 2 6 16,-1 1 6-16,3 2-2 0,-2 4 3 0,2 2-1 15,2 6-6-15,-1 3 5 0,0 1-5 0,1 0 6 16,-1 1 2-16,-2 0 0 0,-3 1 2 0,-2-2-2 15,-5 0 2-15,-2-1-1 0,1 1 0 0,-3 3 8 16,2 1-4-16,0 4 7 0,3 0-12 0,2 0 7 16,4-2-2-16,3-4 3 0,3-2-10 0,3-1 8 0,1 1-8 15,3 1 9-15,2 4-5 0,1 2 4 0,3 2-1 16,0 0 1-16,2-2-5 0,1 1 5 0,0-5 2 16,0 2 0-16,1-2-1 0,2 3-6 0,-20 6 2 15,14 3-2-15,6 3 3 0,2 2-4 0,2-4 3 0,2-4-2 16,2-3 9-16,1-4 4 0,3 0-5 0,-1-2 5 15,5 2-7-15,1 3 5 0,3 1 0 0,1-1 2 16,-19-1-4-16,23-6 2 0,1-4-3 0,7-2 4 16,1-1 4-16,1 1 1 0,0-2 6 0,2-4-5 15,1 3-2-15,1-2 4 0,3 0-10 0,-1-1 8 16,0-1-8-16,1-1-10 0,3-4 6 0,5-1-7 16,3-5 4-16,1-2 7 0,-2-2-10 0,-1-2 9 15,-3-2-11-15,-1 2 9 0,0-5 0 0,1 1 2 0,3 0-6 16,3-3 0-16,4 0 2 0,-2-5-2 0,1 0 7 15,1-3-10-15,-3 20 9 0,1-15-10 0,3-6 13 0,2-5-13 16,2-3-2-16,4-2-2 0,2-2 4 0,-1-3-5 16,-1-2 5-16,-4-1-6 0,1 0-3 0,0 16 0 15,4-25-3-15,2-4 4 0,-2-5 4 0,-3-2-4 16,-3-1 4-16,-7-1-5 0,0 0-1 0,2 0-1 16,-3 2 1-16,2 2 1 0,0-3 3 0,-4 4 3 15,-6-3-1-15,-6-2 2 0,-6-2-7 0,-5-2 12 16,-2-2-5-16,-2-4 7 0,-3 0-8 0,-1-3 13 15,-2 2-2-15,-3 4 7 0,-1-2 0 0,-1-1 2 0,0-4-1 16,-4-4 1-16,-2-4-5 0,0-3 0 0,-5 1-2 16,3 0 1-16,-2 4 0 0,-2 2-2 0,1 0 4 15,17-4-3-15,-15-1-2 0,-8-3 12 0,-4 3-7 16,-1 3 9-16,-2 2-2 0,-2 0 0 0,-1 4 5 16,0 0-3-16,-2-5 0 0,0-3 4 0,-2-3-5 15,0 2 4-15,-2 2-11 0,0 3-2 0,18 4-4 0,-23 2 1 16,-1-1-12-16,-5-3 1 0,-1 0 3 0,-1-3-1 15,-3 3 3-15,2 4-1 0,-3 3-6 0,0 8 4 16,-2 2-5-16,0 4 4 0,0 5 4 0,-2 0-2 16,-1 3-3-16,-5 4-11 0,-5 0-8 0,-4 7 2 15,-4 4-10-15,-3 3-16 0,0 7 4 0,-2-16-13 16,0 18-36-16,-3 14-60 0,-3 8-21 0,-1-15-19 0,-2 24-155 16</inkml:trace>
  <inkml:trace contextRef="#ctx0" brushRef="#br0" timeOffset="135478.18">30754 9026 613 0,'-1'-2'48'0,"0"1"-68"0,-1-1 60 0,0-6-34 0,-10-5 19 16,-2 1 10-16,0 1-4 0,-4 3 4 0,1-2-13 16,-3 0-2-16,-1 2-6 0,-4-2 3 0,-3 2 0 0,-2 0-3 15,-3 0 0-15,3 1-4 0,-4 0-6 0,0-2 7 16,-2 1 1-16,-1 1 1 0,0 1-6 0,-1 3-5 16,-4-1 0-16,-2 2-2 0,-7-3-3 0,-4 3 3 15,0 1 5-15,0-1-1 0,6-18 3 0,1 13 3 16,2 7-9-16,0 3 6 0,0 4-7 0,-4 1 16 15,0 1-8-15,-3 3 11 0,-3 1-14 0,2 2 7 16,1 3 1-16,4 2-1 0,2-15-12 0,-4 24 3 16,2 1 1-16,-4 4 1 0,2 1-2 0,-2 4 4 15,4 2-11-15,4 1 8 0,2 2-8 0,3-1 9 0,2 0 0 16,0-2 2-16,-2-2-7 0,0-2-6 0,-3 0 4 16,-2-1-5-16,1 1 19 0,2 1-4 0,7 1 10 15,6 5-11-15,3 0-3 0,2 3 5 0,3 0-7 16,2 0 7-16,4 1-3 0,4 0 2 0,3 2 1 15,5 6-1-15,0 4-6 0,-18 3-1 0,16 3 0 0,8 0 1 16,5-2 3-16,4-4-5 0,4-3 0 0,3-3 0 16,-15 1 17-16,24 3-9 0,5-2 9 0,2 1-8 15,4-2 18-15,4-3-4 0,2-4 4 0,1-6-4 16,1-2 7-16,1-1 4 0,3 0 2 0,12 2-1 16,2-1-12-16,3 1 1 0,9 1-6 0,-5-2 4 15,4 2-14-15,2-4 9 0,2-1-3 0,7-3 4 0,2-2-6 16,-3-2-4-16,-2-1-3 0,0-1 1 0,4 0 0 15,4 0-2-15,0-1 2 0,-3 0-3 0,-2-1-1 16,0-1 6-16,4 1-5 0,2-4 4 0,-1-2-8 16,-4-3 4-16,0-3 6 0,1-4-2 0,1 2 1 0,2-5-8 15,-7-3-4-15,-5-1 0 0,1 21 4 0,-1-17-2 16,1-7-1-16,-7-6-2 0,-5-2 3 0,-3-5 12 16,-1-4-4-16,5-4 5 0,4 19-16 0,-1-27 5 15,-2-1 3-15,-5-1 1 0,-6 1 0 0,2-3 1 16,3 1-5-16,-8-1 4 0,1-1-3 0,2-1 8 15,-10-3-4-15,3-5 3 0,-1-1-7 0,-11-5 6 16,0-2 1-16,-2 2-2 0,-7-4-5 0,1 2 3 0,-6 2-3 16,4-4 3-16,-7-2-2 0,0-4 5 0,-3-8 7 15,-8-5-3-15,3 0 4 0,-4-1 10 0,-1 4-3 16,-1 3 7-16,-5-3-3 0,1-4 0 0,2-3-4 0,-7-3 3 16,7 2-7-16,-5 8-5 0,17 2 1 0,-11-1-2 15,-4-1-2-15,-3-2 3 0,-1 0-2 0,-3 5 2 16,-8 4-1-16,-1 8-6 0,-1 2 1 0,-1 2-3 15,-1 1 0-15,-1-2 2 0,-4-1-5 0,18 3 4 16,-19-3-7-16,-17 6-2 0,2 0 3 0,-4 5-4 16,-9 3-3-16,3 1-1 0,-7 3-4 0,-16 1 1 15,-2 1-13-15,-10-2 7 0,-4 2-2 0,-1 3 3 16,-9-3-8-16,-15 6 11 0,-8 0-10 0,-13 1 10 0,-7 7-6 16,-10 2 9-16,-10 7 4 0,-13 7-1 0,-5-27-2 15,-4 33-3-15,-3 10-13 0,9 11 4 0,7-21-39 0,8 38-37 16,13 5-14-16,14 5-16 0,5 3-118 0</inkml:trace>
  <inkml:trace contextRef="#ctx0" brushRef="#br0" timeOffset="136912.23">24097 15329 739 0,'-1'0'0'0,"0"-2"9"16,0 1 95-16,-1-1-18 0,0-1 6 0,-2-2-38 15,0-4-8-15,-1 1-6 0,0-1 0 0,1-1 2 16,0 2 6-16,-1 1 5 0,2 1-4 0,-1 1 3 16,1 1-13-16,1 0-13 0,-7 1 5 0,1-1-9 0,-4 2-5 15,2 1 3-15,-3-1-4 0,-1-7 3 0,0 2-3 16,-2 2-12-16,1 4 1 0,-1 1-4 0,-4 2-1 16,-4 3 6-16,-2 3-5 0,-3 4 5 0,1 1-7 15,-5 4 4-15,-3-14 4 0,3 22 0 0,-4 2 6 0,3 1 4 16,3-1-3-16,0 0 3 0,4 0 0 0,4 1-8 15,1 2 5-15,2-3-8 0,1-1-11 0,1-3 5 16,3 0 0-16,1 1 4 0,1 1-1 0,1 2 0 16,3 0-6-16,3 0 3 0,2 3-5 0,3 0 2 15,0-1-2-15,-13 0 2 0,9-1-1 0,5-2 3 16,4 1 5-16,1-4-1 0,3 0 11 0,0-6-2 16,-1-1 0-16,1-1 1 0,0-3 8 0,-5 1 1 15,10-3-1-15,1 0-1 0,1-1-5 0,0 0 0 0,3 0 4 16,1-2-2-16,2-1-1 0,1-2-14 0,-1 1 3 15,3-1-4-15,1-3 9 0,0 2-17 0,0 11 2 16,2-5-7-16,-3-6 2 0,0-2-30 0,3-1 7 16,-2-2-17-16,0-2-10 0,-3-1-24 0,-1-3 2 15,-1 0-10-15,-1-1-25 0,0-2-59 0,-1 1-10 0,0 6-19 16,0-12-75-16</inkml:trace>
  <inkml:trace contextRef="#ctx0" brushRef="#br0" timeOffset="137630.64">23965 16394 1298 0,'-1'0'15'0,"0"0"6"0,0 0-9 16,0 1-10-16,-1 0-1 0,1 0-11 0,0 1-15 15,0-1 2-15,0 0-3 0,0 0 21 0,1 0 6 16,0 0 2-16,0 1 2 0,0-1-1 0,1 0 2 16,0 0 5-16,0 0-2 0,0 1 6 0,2-1 23 0,-2-1-10 15,6-1 16-15,1-3 8 0,2-2-22 0,-1-1 12 16,0-9-16-16,1-3 8 0,0 2-17 0,3-1 4 15,-2-2-8-15,1-2 6 0,-1 2-13 0,1-2 3 16,1 1-6-16,-1 1 5 0,0-1-8 0,-4 1 0 0,1-1-2 16,-1 1 2-16,-2 2 7 0,3 4-7 0,-6 3 6 15,1 2-6-15,-3 4 0 0,1 2 0 0,-1 0-2 16,2 1 6-16,-1 0-4 0,0-1 5 0,0 2-5 16,-1 0-1-16,0 0-5 0,0 1 2 0,0 1-3 15,-1 6-2-15,-3 23 8 0,-4 5-6 0,-2-1 7 0,-2 1 5 16,-2 0 1-16,0-1 3 0,0 0-2 0,1-2 6 15,3-4-12-15,-1-2 13 0,4-3-12 0,3-5 14 16,2-1-4-16,0-4-6 0,1-4 5 0,0-2-5 0,0-1-4 16,1-1 0-16,1 0-2 0,0-1 0 0,-2-3 6 15,12 8 4-15,3-2-1 0,1-3-1 0,-1-2 2 16,-4-2-3-16,4-5 4 0,-2-1-1 0,6 4-5 16,-2-16 0-16,0-3-1 0,2-1 8 0,-1 2-12 15,0-2 2-15,-1 2-4 0,-3 2 1 0,-4-1 6 16,0-1 2-16,-1 2 1 0,-2-1 0 0,-1 1-9 15,1 0 1-15,-3 1-3 0,0 2 13 0,-1 3-5 16,-1 3 1-16,-1 3-2 0,1 3 10 0,-2 1-2 16,0 1 7-16,3-1-5 0,-1-1 6 0,-1 1-10 15,1 1-5-15,-1 0-1 0,0 0-7 0,0-1 0 0,0 2 2 16,0 2 0-16,-1 0 1 0,3 24 2 0,-3 1 0 16,0 1 1-16,0 0-4 0,-1 2 4 0,-1-2-3 15,1 1 5-15,0 1-4 0,0-1-1 0,1 2 2 0,0-5-3 16,2-3 0-16,1-6-3 0,-1-6-7 0,0 1 2 15,2-1-23-15,-2-4-21 0,1 0-5 0,-1-1-8 16,-1-4-31-16,0 0-50 0,0-2-22 0,8 5-18 16,0-3-149-16</inkml:trace>
  <inkml:trace contextRef="#ctx0" brushRef="#br0" timeOffset="137931.19">24462 14944 1816 0,'-2'0'16'0,"0"-1"1"0,-10-4 14 16,-2-1-8-16,7 3 3 0,4 2-14 0,1 1-3 0,1 0-2 15,-1-2-2-15,0 1-20 0,-1 0-3 0,2 0 1 16,0 0 1-16,0 1 6 0,0 0 12 0,-1 1-8 16,2 0 9-16,-1 26-16 0,1 4-3 0,-2 4 6 15,-2 3-5-15,0-2 1 0,-2 0-9 0,-1 2-5 16,-2-1-2-16,0 1-27 0,1 2-38 0,0 1-17 0,0 2-7 16,5-1-66-16,1-3-131 0</inkml:trace>
  <inkml:trace contextRef="#ctx0" brushRef="#br0" timeOffset="138766.22">25128 15080 1459 0,'-1'-1'23'0,"0"0"2"0,-1 0-12 15,-2 0-6-15,1 0-5 0,-2-2 8 0,3 2-22 16,-1 0 7-16,1 0-13 0,1-1 14 0,-1 2 8 16,1 2-2-16,0 0 4 0,-9 20-11 0,-1 5 10 0,2 2 4 15,0 0 3-15,0 0 4 0,0 4 0 0,-1 1 3 16,0 6 0-16,-2 6 9 0,0 2-5 0,-2 5-6 15,0-1 3-15,0-4-3 0,-2-2 17 0,1-3 1 16,1-6 4-16,0-4-9 0,1-5 1 0,1-1-9 0,0-3 5 16,2-1-25-16,2-3 0 0,-1-2-2 0,3-3 0 15,3-4-13-15,1-2-23 0,0 1 2 0,1-2-9 16,1 0-4-16,0-3-31 0,0-4-1 0,0 1-8 16,0 1 13-16,1-2 6 0,1 0 1 0,-1-1 0 15,1-1-5-15,2-5-7 0,6-21 11 0,2-4-8 16,-1 0 17-16,-2-1 37 0,-1-1-3 0,0 0 15 15,0-2 12-15,-1-4 6 0,-2-4 9 0,4-3-2 16,-1-6 19-16,3-3-6 0,-1-1-1 0,1 0-1 0,2 5-4 16,1 5-10-16,1 1-4 0,4 1 0 0,-2 1-4 0,5 0 3 15,-4 2 9-15,1 6-1 0,-1 4 45 0,-8 10 22 16,0 8 1-16,-9 6 3 0,4 1-16 0,-4 4-15 16,0 0 1-16,5-3-4 0,-2 2 4 0,6 0-12 15,4 3 0-15,-4 2-4 0,3 5-3 0,-4 2-17 16,-2 13 5-16,0 4-10 0,0 2 6 0,-1-1-12 15,-2 1 4-15,-3-1-8 0,13-2-5 0,-7-3 0 16,-2 1-1-16,-3-3 1 0,0-3 5 0,-2 2-3 16,0-2 2-16,-2 0-2 0,-3 1 2 0,-1-2-3 15,-2 3-1-15,-2-1-1 0,-2-1 1 0,9 0 0 16,-11-1 4-16,-1-3-3 0,-3 1-3 0,3-1 0 0,0 0-5 16,0-1 4-16,3-1-5 0,-2 0 7 0,-2-2-8 15,5-1 8-15,-2 0 2 0,3 2-9 0,2-2 11 16,1 0-11-16,0-1 11 0,-1-5-1 0,2 2-3 15,1-1 1-15,0 2-2 0,2 0-1 0,1-2 6 16,-1 0-3-16,2-2 12 0,0 1-10 0,-2 2 4 0,0 0-5 16,1 1-1-16,-1 1 6 0,2-1-6 0,0 1 7 15,1 0-3-15,1 1 4 0,1 0-2 0,2 1 1 16,1 0-3-16,1 0 0 0,-1 2-1 0,8-1 1 16,-1-1 0-16,3 3-1 0,-3 1 2 0,2-1-3 15,3 1-3-15,-3 1-3 0,2 0 2 0,-3 1 0 0,-2 0 5 16,2 2 2-16,-1 0-5 0,2-1 4 0,-1 1-6 15,2-1-13-15,0 0 5 0,0-2-7 0,0 1-4 16,0-3-22-16,0-3-8 0,-1 0-6 0,2 1-47 16,-1-1-81-16,1-4-21 0,2 0-39 0,0 3-255 0</inkml:trace>
  <inkml:trace contextRef="#ctx0" brushRef="#br0" timeOffset="139181.31">25619 15931 1290 0,'-1'0'160'15,"-2"0"357"-15,-6-2-494 0,-4 0-18 0,6 0 4 0,1-1-8 16,2 2-3-16,2 0-14 0,-1-1 3 0,1 2-4 15,0-3 6-15,1 1-3 0,0 0-8 0,-1-1 4 16,1 1-8-16,0 0 9 0,1 0 1 0,0 1 3 16,-1-1 5-16,0-1 14 0,0 1-1 0,-2 0 8 15,1 1 6-15,1 1-8 0,-8-4 5 0,-1 2-5 16,-2 2 14-16,-2 2-1 0,-1 3 0 0,-2 3-3 0,3 1-13 16,0 1 7-16,-1 11-11 0,-2 4 9 0,3 2-16 15,-1 4 5-15,1 5 6 0,1-6-2 0,-1 1 6 16,3-5-8-16,3-3 4 0,4 0-4 0,2-2 13 15,-10-2-10-15,5-2 7 0,4 1-7 0,3-2 6 16,0-2-11-16,3 3-1 0,3-3-2 0,1 1 1 0,3-1-11 16,-7 1 5-16,15-5-6 0,-1 0-2 0,1-2-1 15,1-5-7-15,0 0 3 0,-1 8-27 0,4-2-36 16,-1-6-1-16,0-3-12 0,1-2-16 0,1-4-92 16,0-3 2-16,3-3-42 0,2-1-94 0</inkml:trace>
  <inkml:trace contextRef="#ctx0" brushRef="#br0" timeOffset="139781.01">25725 16429 1007 0,'-2'1'428'0,"0"1"-551"0,-11 3 489 0,-3 2-265 15,3-1-89-15,6-3-4 0,1-1 1 0,3-1-3 16,1 0-5-16,1-1-18 0,-1 2 1 0,-1-1-8 16,1 0 6-16,1 0 9 0,-1 0-2 0,2 0 5 0,0 1 1 15,2-1-5-15,0 0 10 0,4 1-5 0,10 3 17 16,1-4-2-16,-7-1 0 0,7 0 1 0,-5-2 12 16,1-3-2-16,-2-1 6 0,-2 3-4 0,-4-1 6 0,2 3 2 15,1-7 4-15,-3-2-2 0,4 2-1 0,-3-1-6 16,1-1-10-16,0-1 3 0,1-1-16 0,0-2 2 15,1 0-1-15,2-2 1 0,-2 0-5 0,1 2-3 16,-1 0-1-16,0 2-2 0,-1 0 3 0,-2 4-9 16,-2 2 7-16,-1 3-6 0,-2 0 16 0,1 1-8 15,1-1-3-15,-1 1-1 0,0 1-5 0,-1 0-3 16,1 0 6-16,-1 1-6 0,0 0 9 0,-1 1 3 16,0 12-1-16,-4 16 2 0,-1 2 3 0,-4 0 1 15,1 0 2-15,1-2-1 0,0-3 7 0,2-5 3 0,2-5 6 16,-1-5-4-16,2-1 3 0,1-3-2 0,0 0-3 15,1-3 2-15,0-1-11 0,0 1-2 0,0-1-1 16,0 1 1-16,0-2 2 0,1 0 2 0,1 1-4 16,0-2 3-16,5 1 0 0,5-1 6 0,0-2-2 0,1-2 2 15,1-4-3-15,-1 4-9 0,0-16 1 0,-1 1-4 16,2 0 0-16,-2 0 8 0,-3 5-2 0,-1 2 6 16,-4-2-5-16,-1 6 0 0,2 0-3 0,-4 1 2 15,0 3 3-15,0 1-3 0,-1 1 4 0,3-1-5 16,-1-1-2-16,1 1-7 0,-1 1 5 0,-1-1-4 15,0 1 4-15,2 0-4 0,-2 1-4 0,1 1 2 16,-1 2-5-16,5 10-21 0,0 4-5 0,-1 1-7 0,-3-3-31 16,0-1-22-16,0-4-12 0,-2-7-9 0,1 2-82 15,0-3-30-15,0 1-18 0</inkml:trace>
  <inkml:trace contextRef="#ctx0" brushRef="#br0" timeOffset="140034.1">25864 15701 1680 0,'-1'0'50'0,"0"0"1"0,-2 0 16 0,-9-2-11 15,1 0-5-15,3 0-26 0,3 2-14 0,1 0 3 16,1 0-7-16,-3 2 1 0,-1 1-6 0,-3 2-3 15,3 17 0-15,1 5 6 0,5 3-9 0,-4 3 6 16,0-1-8-16,2 4-2 0,-2-3-29 0,-11 1 1 0,6 0-13 16,5-2-24-16,3-1-37 0,1-5-20 0,0-3-8 15,0-5-92-15,-1-5-147 0</inkml:trace>
  <inkml:trace contextRef="#ctx0" brushRef="#br0" timeOffset="140782.24">25642 14411 1008 0,'0'-1'52'0,"0"0"-2"0,-1 0 46 15,0-2-11-15,-1 0 4 0,-6-3-19 0,4 0-22 16,-1 1 3-16,0 3-9 0,1-1-4 0,-1 0-3 16,3 1-2-16,-1 1-1 0,1-1-12 0,-3-1-10 15,-1 1-5-15,-3-2 0 0,2 3-5 0,-1 1 3 16,-1 1 3-16,1 1 0 0,0 4-6 0,1 7 10 16,-3 11-6-16,3 4 9 0,-1-2-5 0,0 0 1 15,1 1-1-15,1-3 2 0,1-1-2 0,3-1 0 0,0-1-2 16,-10-1 1-16,4 1-1 0,4-2-3 15,3 0 4-15,1-2-4 0,2-3 1 0,1-3 6 0,-1-1-4 16,2-3 3-16,-1 0-8 0,1-1-8 0,-2 0 5 16,8-3-5-16,3 0 17 0,0 6-10 0,-1-4 5 0,2-2-5 15,3-2 8-15,0-1-8 0,2-2 4 0,-4-3-4 16,0-2 2-16,-3-2 6 0,1 2-8 0,2-12 6 16,-6 0-11-16,2 0 7 0,-2 1-2 0,-4 0 3 15,-1 1-4-15,-2 3 9 0,7 0 1 0,-3 3 2 16,-1-2-9-16,-3 0 0 0,-2-1 0 0,-1 4 0 15,-3 0-5-15,2 4 1 0,1 3-6 0,-2-1 5 16,2 1-14-16,-4 0-10 0,-4-3 1 0,1 2-6 16,-4 3-19-16,-3 2-14 0,-3 5-8 0,2 2-6 0,4-3-77 15,0 15-118-15,5 0-73 0</inkml:trace>
  <inkml:trace contextRef="#ctx0" brushRef="#br0" timeOffset="141050.04">26029 14435 1601 0,'0'0'48'0,"-1"0"0"0,0-1 1 0,-2-1-5 16,1 1-12-16,0 0 3 0,-1 0-25 0,1 0 5 15,0 0-13-15,-1 1 2 0,2 0-3 0,-9 7 1 16,-2 11-2-16,-3 15-6 0,-1 0 3 0,0 1 0 15,-3 1 1-15,0-1 2 0,-2 0-5 0,1 1 1 16,0-2-2-16,-1 2 3 0,6-2-26 0,-4-1 7 0,3 1-13 16,3-6 7-16,-1-4-15 0,4-1 1 0,3-6-6 15,-4-1-13-15,6-1-36 0,0-3-6 0,1 1-17 16,3-4-96-16,-3-3-141 0</inkml:trace>
  <inkml:trace contextRef="#ctx0" brushRef="#br0" timeOffset="141333.2">26131 14666 1593 0,'-1'0'72'0,"-1"0"-1"0,-18-3-29 15,-1 1 2-15,2 0-34 0,4 2 4 0,1 2-10 16,1 1 1-16,-2 4-4 0,-2 5-6 0,-1-4 10 15,-1 16-7-15,1 2 8 0,0 3-7 0,3-1 1 16,-1 2 0-16,3-1 0 0,0-1-2 0,3-1 2 16,0 0 10-16,3-3-4 0,0-2 7 0,3-1 15 0,-5-5-6 15,7-2 11-15,0-1 2 0,-4-5-9 0,1 1 7 16,3-2-8-16,1 2 1 0,1-2-22 0,1 0 3 16,1-1-9-16,2-1-13 0,17-1-14 0,2-2-14 15,7 14 2-15,3-8-42 0,2-6-60 0,5-4-12 0,2-5-29 16,2-3-160-16</inkml:trace>
  <inkml:trace contextRef="#ctx0" brushRef="#br0" timeOffset="142267.29">26929 14976 690 0,'0'-1'99'0,"0"-5"-98"16,-5-24 108-16,0-3-49 0,2 2-34 0,-1 2 12 0,3 2-5 15,0 3 8-15,1 1 0 0,0 3-3 0,0 3 0 16,0 1-2-16,0 5-5 0,0 2-15 0,0 1 8 15,0 3-9-15,0 0 18 0,0 1-16 0,0 2 7 16,0-1-9-16,0 1 15 0,0 0-3 0,0-1-4 0,0 2 1 16,0 0-3-16,0 0-13 0,0 0 4 0,0-1-9 15,-1 2-3-15,0 0 8 0,-1 2 0 0,1 0 4 16,-1 5 1-16,-2 11 2 0,1 2 4 0,-1 2-3 16,3 0-9-16,-1 4 1 0,1 0-7 0,1 7 7 15,0 2 5-15,0-1-10 0,1 5 7 0,0 0-8 16,1 2 6-16,-1 3-6 0,1-1 2 0,-1 2-2 15,0 2 3-15,-1 7-4 0,0 4-1 0,0 2 0 0,-1 1 5 16,0-6-5-16,-1-2 3 0,1-5-3 0,-1-3 11 16,1-6 3-16,-2-2-4 0,1 0 4 0,0-2 2 15,-1-1 2-15,1-1 4 0,-2-4-2 0,1 0 2 16,1-6-1-16,-2-1 0 0,2-4-2 0,-1 0-12 0,1-3 4 16,0-1 1-16,0-2 1 0,0 0-5 0,1-3-4 15,0 0-5-15,0 0 2 0,-1-3-6 0,2-1 7 16,0 0-4-16,0-1 5 0,0-2-5 0,0-1-3 15,0 0 5-15,0 1-3 0,0-1 6 0,-1 1-20 16,0 0 2-16,0 1-11 0,0-1-15 0,1-1-32 16,0 1-15-16,0-1-10 0,0 0-86 0,0 0-137 15,0 0-73-15</inkml:trace>
  <inkml:trace contextRef="#ctx0" brushRef="#br0" timeOffset="142785.01">26516 16091 1328 0,'-1'0'47'0,"0"0"2"16,-1-2-21-16,1 1-12 0,0 0-16 0,-1 0-13 15,1-2-7-15,-1 1 3 0,1-3-5 0,-1-4 3 16,2 0 8-16,0-3 0 0,2 1 4 0,2 3 10 0,0 0-6 16,1 2 4-16,2 2-5 0,0 0 8 0,1 1 12 15,2 2 1-15,-8-1 5 0,1 1 26 0,-2 1-15 16,1-3 9-16,0 2-11 0,1 0 6 0,-2 1-3 16,4 0-3-16,2 0 1 0,0 2-6 0,-1 2-1 15,-2 3-4-15,1 10 3 0,2 3-17 0,3 2-1 16,-2-2-1-16,0 1 1 0,1 0 4 0,3-1-12 15,0 0 4-15,2-1-6 0,0 1 12 0,-1-3 3 16,0 1 1-16,-1-1 0 0,-2-2-4 0,1 0-2 16,0 0 7-16,-2-1-4 0,0-1 8 0,1 3 3 0,-1-2-10 15,-1 0 9-15,1 1-6 0,-2-1-4 0,0 2 3 16,-1-3-2-16,0-2 6 0,-2-1-9 0,2-2 7 16,-1-1-7-16,0-2 14 0,-1-2 5 0,1 1-4 15,-2-2 5-15,2 2 3 0,-1-2 11 0,-2-1-3 0,2 2 6 16,0-1-1-16,1-1-1 0,1 0 2 0,0-1-4 15,2-2-18-15,1-4-9 0,2-5-9 0,4-12 3 16,2-5-9-16,-3-3-22 0,2 2 8 0,4-2-15 16,-3 2-16-16,-1-2-9 0,-3-1-17 0,-2 2 6 15,0-2-37-15,5-2-55 0,5-1-2 0,-3-5-29 16,0-3-97-16</inkml:trace>
  <inkml:trace contextRef="#ctx0" brushRef="#br0" timeOffset="143435.95">26542 15044 1110 0,'-1'0'62'0,"-1"0"-1"0,1-1 40 16,-1 0-15-16,0-1 2 0,-2 0-16 0,2 1-16 16,-2-1 1-16,2-2-9 0,-5-5-22 0,2 2-13 15,0-2 1-15,2 1-5 0,0-2-5 0,3-6-5 16,2 1-2-16,5-5 1 0,3-2 7 0,-9-2-4 16,17-1 0-16,2 0-1 0,1 2 2 0,0 0-2 0,1 1 2 15,1 2-3-15,-3 2-2 0,-3 2 5 0,-3 5 1 16,-5 2 2-16,1 4-3 0,-5 0 12 0,-1 4 2 15,-2-1 4-15,1 1 6 0,-1 0-1 0,0 0-4 0,3-1 4 16,0 0 1-16,3 2-16 0,0 2 9 16,0 1-11-16,1-1 3 0,0 21-2 0,2 0-2 0,-2 3 1 15,3 6-7-15,-2 0-6 0,2 2-8 0,2 1-2 16,2-1-43-16,1 4-29 0,1-1-13 0,3 3-9 16,1-2-90-16,3-5-257 0</inkml:trace>
  <inkml:trace contextRef="#ctx0" brushRef="#br0" timeOffset="144020.76">27710 15571 1103 0,'0'-1'32'16,"0"-1"-1"-16,0 0 14 0,-5-18-5 0,0-2-4 0,2-1-22 16,0 0 3-16,3 2 3 0,0 4 1 0,0 0 15 15,0 4-5-15,0 3-2 0,0 2 0 0,0 2-7 16,0 3 0-16,0 0 0 0,0 1 2 0,0 0 11 0,0-1 4 15,0 1 0-15,0 0 0 0,0 0 0 16,0 1-6-16,0 0-1 0,0 0-2 0,0 1-10 0,0 0-8 16,0 1 4-16,0 14-6 0,0 17 2 0,-1 6-9 15,-1 0 2-15,-1 6-4 0,-1-2 4 0,-2 2 5 16,-1 3-4-16,-3 0 4 0,2 3-7 0,1 3-4 16,-1 0 4-16,2-6-3 0,2-2 12 0,1-9-12 15,2-3 3-15,1-2-4 0,1-5-4 0,1-4-10 16,2-3-2-16,-1-1-4 0,1-3-25 0,-1-2-13 0,1-3-9 15,1 0 2-15,-1-3-11 0,1-1 5 0,0-3-10 16,5 0 2-16,0 4-45 0,3-1-10 0,-2-4-11 16,2-2 0-16,1-4-41 0,1-1-20 0</inkml:trace>
  <inkml:trace contextRef="#ctx0" brushRef="#br0" timeOffset="144936.04">27953 15875 235 0,'1'-1'42'0,"1"-5"58"16,7-10-1-16,-1-1-22 0,-1 3 13 0,-1 2-15 15,-1 2 34-15,-2 2-10 0,-1 2 5 0,0 1-7 16,-1 2 11-16,-1 0-16 0,0 2-1 0,1-1-8 0,0-1-21 16,-1 1-4-16,0 1-5 0,-1 0 1 0,0-1-20 15,-2 2-5-15,-4 0 5 0,-4 5-6 0,-2 2-4 16,0-1 10-16,0 14-7 0,1 0 7 0,1 2-19 16,6-3-3-16,-2 0-5 0,1 1 2 0,2-2-4 0,1 3 2 15,1-4 4-15,-9 2-2 0,4-2 5 0,3-2-10 16,2 3 8-16,2-5-8 0,0 1 7 15,1-1-1-15,1-2-2 0,2 1 2 0,1 0 1 0,-1-3-5 16,1-2 1-16,0 0-1 0,8-1-3 0,1-1 12 16,0-3-8-16,1 2 10 0,2-2-10 0,1 10-6 15,5-4 6-15,-2-4-5 0,-2-3 8 0,1-1-4 16,-5-1-6-16,0-2 2 0,-1 0-1 0,-3-1-3 16,0 0 7-16,-4-1-6 0,1 4 0 0,-4-10 1 15,0-3-1-15,8-4 1 0,-5-2-5 0,-4-1 0 0,-3-3 5 16,-1-1 0-16,-4 0 0 0,-4-1 0 0,0 4-1 15,-2 3 1-15,-1 2 11 0,10 1-8 0,-12 2 5 16,1 1-6-16,-4 1 2 0,5 3 0 0,0 2-4 16,2 2 3-16,2 1-1 0,3 0-2 0,-3 1 1 0,2 0-1 15,-1 2 3-15,1-1-6 0,3 0 0 0,1 0-2 16,-1 0-7-16,1-1 7 0,1 1-9 0,-1 1 8 16,1 0-3-16,1-2 9 0,1 1 1 0,1 0 2 15,8-5-4-15,9-4-2 0,1 3 3 0,4 0 0 16,-2 1 9-16,4-1-14 0,-2 3 5 0,-2-1-6 15,-4 1 13-15,0 1-5 0,0 1-2 0,-3 1 0 0,0-1 0 16,-2 2-2-16,-2 0 2 0,-1 0-2 0,1 1 11 16,-2 0-9-16,0 0 3 0,-2 0-6 0,0 0 2 15,0 1 7-15,-3 0-6 0,2 0 7 0,0 2-4 16,-3-2 5-16,0 1-1 0,-2-2 0 0,0 11-10 0,9 2 1 16,-2 3 4-16,-3 3-2 0,-3 2 12 0,-2 1-12 15,0 1 5-15,-2 3-5 0,-2-1 12 0,1 1-9 16,-1-2-3-16,1-2-1 0,-1-3 1 0,2 0 0 15,-1-3 6-15,2-2-6 0,0-2 7 0,1-6-6 16,0 1 3-16,0-3-4 0,0-1 6 0,0 0 2 16,0-2-1-16,1 1 2 0,0 0 2 0,1 0-6 15,-1-1-2-15,1 0-1 0,-1-1-2 0,9 0 3 16,2-4 0-16,-1-3 1 0,3 4-9 0,0-17-1 16,2 3 1-16,-2 4-1 0,-4-2 1 0,0 3-3 0,0 2 0 15,-1 4 1-15,-3 2 15 0,-3 2-9 0,-1 0 4 16,1-1-7-16,-1 1-5 0,1 1 3 0,1 0-6 15,2 1 6-15,0 1-2 0,1 4 4 0,-1 2 4 0,0 11 0 16,1-1-1-16,1-1 4 0,0 0-4 0,1-3 5 16,-1-3-5-16,4 1 3 0,0-3 1 0,3-1 1 15,0-1 0-15,1-3 0 0,2 0-1 0,1 9 1 16,0-5 7-16,-3-4-5 0,-1-3 3 0,1-1-4 16,-1-1-1-16,0-4 5 0,0-1 3 0,-2 0 0 15,0 4 0-15,-1-10 1 0,-2 0-1 0,-2-1 1 16,-4 1-3-16,2 0 11 0,-3 2 4 0,0-3 2 15,0-2 12-15,6 1-10 0,-2-3 3 0,-3 2-4 0,-3-3-7 16,-1 0-7-16,-3 4-4 0,0-3 2 0,-2-1-2 16,0 4-14-16,0-2 1 0,-1 1-7 0,1 2-3 0,-1 0-26 15,1 1-8-15,1 3-7 0,-1-1-34 0,1 3-44 16,1 1 1-16,-1 0-22 0,1 1-53 0,1 2-141 16,-7 2-81-16</inkml:trace>
  <inkml:trace contextRef="#ctx0" brushRef="#br0" timeOffset="145303.13">27644 16436 1789 0,'-2'0'12'15,"1"0"3"-15,-8-1-13 0,-2 0-3 0,1 0-6 16,3 0-4-16,3 1-15 0,-1-2-4 0,3 1-1 0,0 0 2 16,1 0 19-16,-1 0 1 0,2-1 6 0,0 1 18 15,3 0 4-15,13-6 8 0,11-2-5 0,3-1 13 16,4 1 2-16,-1 1 7 0,3-2-2 0,2 2 17 15,3-3-14-15,6 1 5 0,4 0-7 0,3 0 2 0,3-1-15 16,2-1-6-16,2 2-1 0,2-1-19 16,-4 2 4-16,4 0-7 0,1-1 6 0,1 2-12 0,3 1 1 15,-1 1 0-15,-4 2-2 0,-4 1-26 0,-7 1-42 16,-1 0-5-16,-3 2-16 0,-2 2-56 0,0-1-110 16,-6 1-42-16</inkml:trace>
  <inkml:trace contextRef="#ctx0" brushRef="#br0" timeOffset="145586.98">27379 16769 2155 0,'-1'0'182'0,"-1"0"-243"0,-11 0 200 0,-1-1-113 16,5 1-49-16,5 0-1 0,1 0 4 0,1 0-4 16,1 0-2-16,1-1 20 0,1 0-2 0,20-7 8 15,27-4 1-15,13-3 9 0,11 1-7 0,10-2 7 16,4-2-10-16,5-2 0 0,5-1 3 0,8-2 0 16,4-3 4-16,2 1-15 0,-1-1-2 0,4 1-6 0,2 2-17 15,-2 1-19-15,1-3-4 0,-4 4-8 0,1-3-42 0,-1 3-144 16,1 1-60-16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5:54:35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2977 3216 25 0,'0'0'0'0,"0"0"23"0,0 0 8 15,0 0 17-15,0 0 1 0,0 0-13 0,0 0-4 0,0-1-9 16,0 0 6-16,2 0-4 0,-1 0 18 0,0 0-3 16,0-1 7-16,-1 1-4 0,0 0 16 0,0 0-7 15,0-1 1-15,0-1-5 0,0 1-3 0,0-1-1 16,0 1-1-16,0 0 0 0,0-1-6 0,-1 0-9 16,0-1 1-16,0 2-5 0,-2-3-13 0,1 1 9 15,0-1-8-15,-1 1 8 0,3 3-17 0,-2-1 8 16,0 0-3-16,-4-3 4 0,-4-2-7 0,2 2 6 0,-3 0-7 15,2 2 6-15,2 2-5 0,-4 1 2 0,0 0-3 16,0 1 2-16,-3 1-9 0,-1 2 10 0,5-1 1 16,-9 7 4-16,4-3 2 0,-3 3-4 0,0 2-2 15,1-10-1-15,-2 15-7 0,2-2 7 0,3 3-2 0,0 3 5 16,1-1-4-16,0 2-3 0,-1 2-3 0,2-2 0 16,1 2-3-16,3-1-1 0,1 0 6 0,2 0-4 15,1-4 2-15,2-2 2 0,1-1-3 0,-9-1 2 16,3 0 0-16,3 1-3 0,3 0 4 0,1-4-3 15,0 4 5-15,2 0-4 0,2-2 0 0,0 1 0 16,2-2 1-16,0-1-2 0,1-2 0 0,0 0-2 0,0 0 0 16,7 1 4-16,3-1 0 0,1 0 1 0,3-1-1 15,0-1-1-15,2 1 3 0,0-2-2 0,-3-1 7 16,3-2-8-16,-2-1 0 0,2-2-2 0,1 0 9 0,-2 12-6 16,0-6 6-16,0-3-7 0,-3-3 6 0,0-1-2 15,-1-3 0-15,0 0 0 0,0-1 0 0,0 0 4 16,-1-1-10-16,-1 0 6 0,0-1-2 0,-2 2-4 15,-1-1 4-15,1-1-6 0,-1 0-4 0,0 0-24 16,0-1-7-16,2-2-10 0,1-1-65 0,-2 1-159 16</inkml:trace>
  <inkml:trace contextRef="#ctx0" brushRef="#br0" timeOffset="3052.77">3968 3149 52 0,'0'0'8'15,"0"0"-2"-15,0 0 5 0,0 0 2 0,0 0-2 16,0 0 4-16,0 0 1 0,1 0 5 0,0 0-1 15,0 0 13-15,-1 0 6 0,1-1-4 0,0 0 4 16,1 0-8-16,-1 0 2 0,0 0 4 0,0-1-1 16,0 1 9-16,1-1-4 0,-1 0-3 0,0-3 0 15,-1 1-10-15,1-2 2 0,0-1 2 0,0 3-1 0,1-3 6 16,-2 2-8-16,1-1-3 0,0-5-1 0,0 4-1 16,-1 1-10-16,1-1 12 0,-1 5-11 0,0-6 5 0,0 0 1 15,0 1-7-15,0-4 7 0,0 4 3 0,0-1-2 16,-1-2 1-16,1 4-2 0,-1-1-7 0,-1 0-5 15,0 4 3-15,1-2-4 0,1 4-2 0,-1-1 0 16,0-1-2-16,-1 0 2 0,-6 1 0 0,0-3 5 16,1 1 1-16,-3 1 2 0,-1 0 11 0,-1 2-14 15,-1 1 0-15,-1 2-5 0,1 3 1 0,-2 2 3 16,-4 3-4-16,6-3 1 0,-3-6-6 0,-1 11 5 16,2 0 0-16,-4-1 1 0,4 2-5 0,-2 0 6 15,5 0-7-15,-1-3 5 0,0 0-12 0,3 0 10 0,0 2 0 16,1 1 3-16,1-2-9 0,-1-3 1 0,1 3 0 15,-1-3 2-15,2 1 5 0,1 1-7 0,1-1 3 16,0 0-3-16,0 0 4 0,2 0-3 0,1 0-1 16,1-2 0-16,-5 2 2 0,2-1-3 0,0-2 4 0,2 0-2 15,-1 0 0-15,2-1 0 0,0 0-2 0,1 1 2 16,0 0 1-16,0 0 3 0,0-1-1 0,2 0 1 16,2 1-2-16,1 0-5 0,1 0 4 0,8 0-3 15,1-1 3-15,1-1-1 0,0 2-3 0,1 0 2 16,2 1 3-16,-2 1-1 0,0-1-1 0,-1 0 0 0,-2 4 0 15,3-2 1-15,-3 3 4 0,3-1-3 0,-1-2 5 16,0 3-8-16,0 0 1 0,-3 2-3 0,0-2 3 16,-1 1-2-16,-2-1 4 0,0 1-2 0,-2 0 3 0,0-2 3 15,-2-3-6-15,0 4 6 0,-1 0-4 0,-2-2 6 16,-1 1-2-16,0-2 3 0,5 1 0 0,-3-1 17 16,1 2-3-16,-3-3 6 0,-2-1-10 0,0 1-8 15,-1-1 3-15,-1 0-3 0,-3 2 4 0,1-4-5 16,-4 1 0-16,-7 0 0 0,0 0-2 0,0 0 23 15,-4-4-7-15,-1 1 12 0,0 8-1 0,0-2 7 16,3-5-4-16,0-1 3 0,-3-2-12 0,-1-1-10 16,-1-1 2-16,1-1-6 0,1 0 0 0,1 0-15 15,2-2 6-15,1 2-7 0,1-2 1 0,1 1-1 0,2-1 2 16,-1 1-1-16,2-1-9 0,-1 1-55 0,-1 0-25 16,0 1-21-16,-2 0-197 0</inkml:trace>
  <inkml:trace contextRef="#ctx0" brushRef="#br0" timeOffset="4687.83">3246 4666 256 0,'0'0'115'0,"-2"-1"-40"0,1 0 54 0,0 0 9 15,0 0-85-15,0 0-11 0,-1-1-35 0,0 1 2 16,0 0-5-16,-1-1 6 0,1 0 2 0,-4-2-2 0,-2-2 3 16,0 1-3-16,0 2 23 0,-1-1-4 0,1 2 10 15,-4-2-8-15,2 2 15 0,-2 0-9 0,1 0 10 16,0 1-20-16,-2 1-5 0,0 0 0 0,0 0-2 16,0 1-1-16,1 1-13 0,0 0 0 0,-1 3-3 15,0 0-2-15,2 1 5 0,-3 3-1 0,-1 0 3 16,-2-8-10-16,2 12 2 0,-7 0 2 0,5 0 2 15,-2 0 7-15,4 0-9 0,1 1 0 0,-2-1-2 16,7 1 4-16,-5 1 1 0,6 1-4 0,-4-1 2 0,-2 0-3 16,2 0-1-16,0 2 1 0,5 1 0 0,2-1 0 15,2-2 4-15,0 3-1 0,2 0 2 0,-10-1-9 16,3 1 2-16,5 0-2 0,2-1 4 0,1 1 4 0,3 2-4 16,3 0 6-16,1-1-6 0,0 0-1 0,2-2 1 15,-1 1 0-15,0-1 2 0,1 0 4 0,-7-2-7 16,13 2 0-16,1-6-1 0,2 2 7 0,0-2-1 15,3-2 0-15,-2 0 1 0,-1-1 6 0,0-2-7 16,0-2 2-16,1 1-4 0,-2-1 3 0,2-3 5 16,1 0 2-16,0 11-1 0,0-4-10 0,0-2 6 15,-1-4-7-15,2-1 8 0,0-1-9 0,0-1-5 0,2-2 5 16,-1-2-4-16,-2-1 2 0,0-1-24 0,0-2-10 16,1-3-6-16,5 11-62 0,1-18-235 0</inkml:trace>
  <inkml:trace contextRef="#ctx0" brushRef="#br0" timeOffset="6204.44">3941 4646 163 0,'0'0'28'0,"0"-1"36"0,0 0-20 0,0 0-19 15,0 0 9-15,0 0-13 0,0-1 5 0,0 1-2 16,0-1-8-16,0-1 8 0,0 2 5 0,0-1-3 16,0 0 8-16,0 0-7 0,0-1 13 0,-2-2-4 15,1 0 7-15,0 1-6 0,0-1 0 0,1 3 7 16,0-1-11-16,-3-4 11 0,3 5-17 0,-2-5-1 15,1 2-4-15,0 3 0 0,1 1-15 0,-1-3 9 0,1 1-6 16,0 1 8-16,0 1 4 0,-2-1-9 0,1 0 7 16,0-1-9-16,0 2 5 0,1 0-11 0,0 0 5 15,0 0-6-15,0 1-1 0,0 0 8 0,0 0 1 16,0 1 5-16,0 0 9 0,0 4-9 0,-1 10-1 0,0 5-2 16,-1 0 2-16,2 2 2 0,0 3-4 0,0 0 1 15,0 0-9-15,0 2 9 0,0 2 0 0,0 0 2 16,0 1-11-16,0 0 3 0,0 2 1 0,-1-3 1 15,0 1 8-15,0-5-6 0,-2-1 1 0,2-2-4 16,0 1-3-16,-1-2-5 0,1-1 3 0,-1-1-2 16,1-2 8-16,0-3-11 0,0-3 1 0,-1 0-3 0,0-6 4 15,0 3-2-15,0-3-1 0,0 0-1 0,1-1-1 16,0-2-1-16,0 0-5 0,0 1 0 0,0-1-25 16,-1-1-38-16,1 0 2 0,0 1-19 0,0-1-37 15,0-1-114-15,0-1-49 0</inkml:trace>
  <inkml:trace contextRef="#ctx0" brushRef="#br0" timeOffset="6755.42">3932 4482 336 0,'0'-1'120'0,"-1"-1"34"0,0 1-43 0,0 0-75 16,0 0 6-16,-1 0-25 0,1 0-10 0,0-1-1 16,0 1-1-16,0 0 2 0,0 0 1 0,1 1-2 0,0 0 1 15,0 0-5-15,0 0 8 0,0 0-10 0,0 1 9 16,0 0-8-16,1 0 29 0,0 1 2 0,0-1 8 16,0 0 1-16,2 0-7 0,-1 0 3 0,3 0-3 15,5 3 7-15,1-2-11 0,-1 1 2 0,3-1-6 16,0 0-7-16,1 2 1 0,0-1-7 0,3 2 4 15,-2 1-16-15,2 2 3 0,-1 0 2 0,1 3-1 0,0 1 5 16,0-3-4-16,2 3-1 0,-2-1 0 0,0-10-1 16,-2 12 4-16,-3-2-7 0,1 2 7 0,0-2-4 15,1 1-6-15,0-1 7 0,-4-1-7 0,3 2 8 16,-2-3-3-16,1 2 3 0,-4-2-3 0,-2 0 12 0,-2 1 12 16,1 0 2-16,1 1 3 0,-1 0 6 0,-2 0-11 15,4 0-5-15,0 1-1 0,-2 1 0 0,-3-2-11 16,0 2 8-16,-2 0-10 0,0-1 6 0,-3 1-3 15,0-1-2-15,-2-2-1 0,-1 3-1 0,-1 0 2 16,6-2 0-16,-11 1 0 0,-5-4 2 0,1 0-4 16,0 3 1-16,-3-2-3 0,1 0-1 0,-4 1 5 15,0-2-5-15,-1-1 4 0,0 2-3 0,-1 0 2 16,2-1 2-16,-2 0-2 0,2-1-3 0,0-2 2 0,2 2 2 16,1-2 1-16,0-1-1 0,0 1 4 0,2-3 0 15,1 2 1-15,-2 8 2 0,2-5-4 0,1-3-4 16,0 0 1-16,4-2-7 0,1 0-5 0,0-2 6 15,3 0-5-15,-2 0 6 0,4 0-15 0,-2 0-3 0,3 0-6 16,2 0-20-16,-2 0-47 0,3 0-14 0,-1-2-19 16,-2 1-124-16</inkml:trace>
  <inkml:trace contextRef="#ctx0" brushRef="#br0" timeOffset="7742.05">3463 6089 505 0,'-1'0'41'0,"0"0"-9"16,0-1 62-16,-2 0 1 0,1 0 1 0,-8-4-34 15,5 3-12-15,-1-1-4 0,1 1-2 0,3 1-9 16,-2 0 9-16,-1-2 0 0,2 2 5 0,-4-2 6 16,-1-1-4-16,-2 1-2 0,0-2-2 0,3 2-10 0,1 1-7 15,-3 0 1-15,1-1-2 0,-2 0-1 0,-1-2-6 16,2 2-1-16,2-1-2 0,-4-1-5 0,0 2-2 16,1-1-3-16,-2 1 2 0,-2-1-4 0,0 2-3 15,-1 0 6-15,-2 0-6 0,2 1 0 0,1 1 1 16,1 0-3-16,2 1 4 0,1 2-4 0,-2 1 0 15,1 1 0-15,1 2-1 0,-2-6-1 0,3 16-4 0,-1 2 2 16,2 1-1-16,2 4 0 0,0 1 5 0,1 3-4 16,3 4 4-16,-1-1-5 0,1 2 2 0,0-3-1 15,0 2 1-15,-15 0 1 0,9-2 0 0,4 1 0 16,4-3-1-16,0-2-5 0,3-1 11 0,1-1-5 16,4-1 8-16,1 2-8 0,3-2 0 0,-11-3 3 0,17-6-3 15,3-2 0-15,1-5 7 0,6 1-6 0,6-2 6 16,2-4-7-16,-1 1 1 0,0 13-1 0,0-10-2 15,2-6-11-15,1-5-4 0,-4-3-4 0,0-5-2 16,-1 12-22-16,3-25-203 0,3-1-27 0</inkml:trace>
  <inkml:trace contextRef="#ctx0" brushRef="#br0" timeOffset="11659.4">4358 6162 150 0,'0'0'48'15,"0"-1"-12"-15,0 0 39 0,-1 0 15 0,0-2-17 0,1 1-15 16,-3-11-5-16,2 2-1 0,1 2 1 16,0-2-5-16,0 2-8 0,0 1-6 0,0 0 2 0,0-1-5 15,0-1 10-15,-1-2-2 0,0 0 4 0,-2-1 1 0,1 2-10 16,-1-1 8-16,-1 0-9 0,0 1 2 0,1 0-3 15,-1 1-2-15,0 1 1 0,-1-1-1 0,-1 1-8 16,-1-2 3-16,1 3-4 0,4-1 5 0,-8 1-1 16,1 1-7-16,-3-1 2 0,3 1-13 0,-5 2 2 15,0 0 4-15,0 1-3 0,-1 2-4 0,2 0 0 16,2-7-4-16,-3 2 5 0,2 3 2 0,-1 1-6 16,0 2 0-16,-1 1-1 0,1 1-2 0,0 2 0 15,0 1 2-15,1 3-2 0,-2 3 2 0,2-4 0 0,-1 9-2 16,2 1 0-16,-1 2-2 0,1 1 4 0,1 2-2 15,0 3 1-15,2-2-3 0,-1 1 6 0,3 6 0 16,0-3 2-16,-2 1-7 0,3-3-3 0,-1-1 2 0,4 0-1 16,-1-1 1-16,-11 2 0 0,8-4 2 0,3 0 0 15,3-1 10-15,2-2-13 0,2 1 3 0,2 0-5 16,0-2 11-16,1-1-8 0,0 1 3 0,0-2-4 16,0-1 5-16,1 0 1 0,-7 0-3 0,11-3 1 15,0 2-2-15,1-3 1 0,1 0 5 0,0 0-3 16,0-1 2-16,0 0-1 0,0 0-4 0,-1-4 1 15,0 1 3-15,2 0-3 0,0-1 3 0,-1 1-3 16,0-3 0-16,-3 0 6 0,1 6-2 0,1-2 4 0,-2-3 9 16,3 0-1-16,0-3 0 0,-1-2-1 0,3-1-6 15,-2-2 1-15,-1-1 0 0,2-1 0 0,-4 0-5 16,-1 1-3-16,-1 4 0 0,1-7-1 0,-6-1 4 0,1 0 2 16,1-1-1-16,-3 0 1 0,0 1-7 0,-1-1 2 15,-1 1 1-15,6-1 0 0,0 0 1 0,-2 1-9 16,-1-1 5-16,-2 2-5 0,-1-2 6 0,-1 1 0 15,0 2-2-15,-1-2 1 0,0 2 7 0,-2 0-5 16,0-1 0-16,-2 1-3 0,2 2-3 0,-2 0 3 16,1 2 4-16,2 0-3 0,-1-1-3 0,-2 3 2 15,0-1 1-15,-2-1 1 0,4 3-1 0,0 0 0 0,0 0-2 16,-1-2 4-16,1 1 2 0,-1-1-7 16,2 2 2-16,1 1-3 0,-1 0 9 0,0-1-9 0,0 0 6 15,-1 0-6-15,2 0 4 0,0-1-2 0,0 1 1 16,0 0 1-16,-1 0 1 0,1 0-3 0,0 0 0 15,0-1-1-15,0 1 12 0,1 0-12 0,0 1 4 0,0 0-6 16,0 0 6-16,0 0 3 0,0 0-7 0,0 0 4 16,0 0-4-16,0 0 5 0,1 0 1 0,0 0 1 15,0 0-9-15,0 0 4 0,-1 0 1 0,2 0 0 16,-2 0 6-16,0 0-6 0,1 0 1 0,-1 0-2 16,0 0 0-16,0 0 4 0,0 0-2 0,0 0 3 15,0 0-4-15,0 0 0 0,0 0-2 0,0 0 1 0,0-1 1 16,0 1-2-16,0 0 4 0,0 0-2 0,0 0 1 15,0 0 3-15,0 0-6 0,0 0 4 0,0 0-3 16,0 0-1-16,0 0 2 0,0 0-1 0,0 0-2 16,0 0 7-16,0 0-6 0,0 0 5 0,0 0-2 15,0 0 0-15,0 0 1 0,0 0-2 0,0 0-4 0,0 0 3 16,0 0 0-16,0 0 1 0,0-1 0 0,0-1 4 16,0 2-1-16,0 0 0 0,0 0-6 0,0 0 3 15,0 0 0-15,0 0 3 0,0 0-8 0,0 0 4 16,0 0-2-16,0 0 3 0,0 0 2 0,0 0-2 15,0 0 1-15,0 0 0 0,0 0 7 0,0 0-12 16,0 0 4-16,0 0-4 0,0 0 4 0,0 0 2 16,0 0-5-16,0 0 4 0,0 0-1 0,0 0-2 0,0 0 2 15,0 0-4-15,0 0 4 0,0 0 2 0,0-1-2 16,0 1 2-16,-1-1-5 0,-1 0 6 0,1 1-2 16,0 0 4-16,0 0-4 0,0-1-1 0,0 1-1 15,-1-1-1-15,1-1 3 0,0 2-1 0,0-1 0 0,0 0-2 16,-1 1-4-16,2 0 7 0,0 0-1 0,0 0 3 15,0 0-1-15,0 0-2 0,0 0 0 0,0 0-2 16,0 0 2-16,0 0 0 0,0 0 3 0,-1 0-3 16,0 0 0-16,1 0-3 0,-1 0 5 0,1 0-3 15,-1 0 0-15,0 0 0 0,1 0-4 0,-2 0 4 16,2 0 2-16,0 0-1 0,-1 0-1 0,1 0 0 0,0 0 2 16,0 0 3-16,0 0-5 0,0 0 2 0,0 0-4 15,0 0 1-15,0 0 2 0,0 0 0 0,0 0 5 16,0 0-5-16,0 0 0 0,0 0-4 0,0 0 3 0,0 0 4 15,0 0 0-15,0 0 2 0,0 0-3 0,0 0-2 16,0 0-1-16,0 0-2 0,0 0-4 0,0 0 11 16,0 0-5-16,0 0 5 0,0 0-4 0,0 0-4 15,0 0 6-15,0 0-4 0,0 0 5 0,0 0-4 16,0 0 0-16,0 0-2 0,0 0 9 0,0 0-9 16,0 0 4-16,0 0-5 0,0 0 4 0,0 0 4 15,0 0-3-15,0 0 3 0,0 0-3 0,0 0-4 16,0 0 3-16,0 0-3 0,0 0 7 0,0 0-2 0,0 0-2 15,0 0 1-15,0 0-7 0,0 0 6 0,0 0-4 16,0 0 4-16,0 0-8 0,0 0-3 0,0 0 1 16,0 0-4-16,0 0-29 0,0 0-85 0,0 0-2 15,0 0-30-15,0 0-37 0,0 0-147 0</inkml:trace>
  <inkml:trace contextRef="#ctx0" brushRef="#br0" timeOffset="12211.79">4164 6261 473 0,'0'0'24'16,"0"-1"-5"-16,-1 0 6 0,0-1 14 0,-1 1-17 15,1 0 0-15,0 0-7 0,0 0-7 0,0 0 4 16,0-1 5-16,-1 1 8 0,1 0 0 0,0 0 1 16,0 0-3-16,0-2 3 0,-2 2 3 0,1 0 0 15,-2-1 6-15,1-1-6 0,-2 1 4 0,3 1-4 16,0 0 4-16,-1-1-3 0,1 1-4 0,1 0 1 15,-1-1-13-15,1-1 15 0,0 1-5 0,0 0 8 0,1 0-7 16,0 0-1-16,1 0 5 0,1-1-3 0,15-6 3 16,5-2 0-16,-1 4-9 0,1 3 5 0,-1 0-12 15,1 2 2-15,3 1-5 0,-2 1 2 0,0 0-6 0,-5 1 4 16,0 0 4-16,-4-1-3 0,3 1 6 0,-3 0-10 16,0 0 2-16,-1 1-6 0,1-2-8 0,-1 0 5 15,0 0-7-15,0-2 4 0,1 1-26 0,-1-2-163 16,2-3-71-16</inkml:trace>
  <inkml:trace contextRef="#ctx0" brushRef="#br0" timeOffset="13961.4">4657 3342 127 0,'0'0'3'16,"0"0"18"-16,-2 0 30 0,1 0 10 0,0 0-1 0,0 0-13 15,0 0-28-15,0 0-10 0,-1 0 6 0,1 0-6 16,0 0 5-16,0 1 6 0,0 1-2 0,0-1 4 15,-1 0 11-15,1 0-1 0,1 0 6 0,0 1 15 0,0-1-10 16,0 0 0-16,0 0-6 0,0 0-4 0,0-1 0 16,0 1-1-16,0 1-2 0,0-1-11 0,0 0-5 15,0 0 2-15,0 0-3 0,1 0 4 0,1 1 4 16,0-2-6-16,0 0 5 0,10 1-10 0,6 1-4 16,-4-1 9-16,3 1-7 0,0-2 10 0,3 0-11 15,2 0 0-15,1 0-2 0,-2 0 9 0,0 0-8 16,0 0 2-16,1 0-5 0,1 0 4 0,1 0 4 15,2 0-3-15,1 0 1 0,2 0-12 0,1 1 7 16,3 0-3-16,4 0 5 0,-2-1-2 0,4 1-1 0,-2-1 1 16,1 1-2-16,-1-1 2 0,-1 0-4 0,-1 0 6 15,-2 0-5-15,1 0 18 0,3-1-4 0,-1 0-1 16,3-1-1-16,1 1 6 0,2-1-13 0,2 1 8 16,-2-1-10-16,1 1 8 0,-3-1-5 0,-3 2-2 0,-2 0-2 15,-3 0-7-15,-2 0 7 0,1 0 4 0,-2 0 1 16,-1 0 0-16,-1 0-10 0,0 2 4 0,0-1-2 15,-1 1 18-15,-4-1-14 0,-1 1 5 0,-1-1-6 16,-4-1 13-16,4 0-12 0,-2 1 2 0,-4 0-6 16,0 0 5-16,-3-1 4 0,2 1-3 0,-5-1 2 15,0 0-9-15,-2 0 2 0,-2 0 3 0,-1 0-1 16,-2 0-2-16,1 0 2 0,0 0-7 0,0 0 4 0,1 0-9 16,-2-1 6-16,0 0-2 0,0 0-2 0,0 0-44 15,-1 0-107-15,0-1 2 0,0 0-42 0,-1 0-54 0</inkml:trace>
  <inkml:trace contextRef="#ctx0" brushRef="#br0" timeOffset="14779.26">6068 3020 422 0,'-1'0'15'0,"-1"-1"38"15,1 0-49-15,0 1 7 0,0 0-5 0,0 0 4 16,-2 0-10-16,2 1 4 0,-1 0 9 0,-1 0-2 16,1 0 24-16,0 1 8 0,-1 0-10 0,1 0 8 15,0 1-9-15,-1-1 31 0,1-1 0 0,1 0 9 16,-2 2-7-16,2-2 0 0,0 0 0 0,0 0-1 15,0 0-13-15,0 1-13 0,-1-1-8 0,1 0 1 16,0 0-16-16,0 0-15 0,0 1 4 0,0-1-7 0,-1 0 9 16,1 0-2-16,0-1-1 0,0 0 0 0,0 0-6 15,1 0-1-15,0 0 3 0,0 0-1 0,0 0 2 0,1 0 2 16,0 0-2-16,0 0 2 0,0 0-4 0,2 0 7 16,-1 0-5-16,0 0 5 0,1 0-10 0,1 0 7 15,2 0-1-15,-3 0 3 0,4 0-3 0,-3 0 0 16,2 0-3-16,3 1 2 0,-5 0 0 0,3 1 0 15,-1-1 3-15,-1 0-3 0,1 1 0 0,2 1 1 16,-3-2-1-16,3 1 2 0,1 2-10 0,-2-2 8 16,3 2-3-16,-3-2 4 0,1 1 3 0,-1 1-1 15,-1-2-1-15,0 2-1 0,0-1-6 0,2 1 6 16,0 1-2-16,5 2 4 0,-5-3 1 0,5 3-5 16,0-1 1-16,-3-1-3 0,4 2 7 0,-1-1-4 0,0 1 3 15,-2-1-5-15,1 0 2 0,0 0-1 0,-1-2 3 16,-1 2-2-16,1 0 0 0,-1 0 4 0,1 0-4 15,-2 0 3-15,1 0-3 0,-2-2 0 0,3 3 1 0,-2-1 0 16,2 1 2-16,-1 0 1 0,0-1 1 0,-1 0-1 16,2 1 5-16,-3-1-4 0,1 0 0 0,-1 0-2 15,1-1-1-15,-1 0 0 0,-1 0 4 0,-1-1-2 16,2 2-3-16,-1-2 5 0,0 1-2 0,0 0 4 16,-3-3 0-16,-1 0 4 0,1 1-5 0,-3-3 5 15,1 1 0-15,1 0 3 0,-1 1 5 0,0 1-3 16,1-1 2-16,-1 0-8 0,-1 0 1 0,0-1-2 0,1 0 3 15,-1 1-3-15,0-1 3 0,0 2-4 0,-1-1 0 16,0 1-1-16,0-1-3 0,-1 0 2 0,0 1-5 16,-3 1-4-16,2 2 3 0,-11 1-3 0,0 3 2 0,-1 0 2 15,-1-2-1-15,-2 2 3 0,1 0-6 0,-1 2 6 16,1 1-4-16,-1 2 4 0,2-2-4 0,1 0 2 16,0 1 3-16,1-2 0 0,-4 0-1 0,4-3 4 15,-2 2-6-15,1-2 6 0,-1 1-5 0,-3-2 9 16,3 0 0-16,1 2 3 0,3-1-7 0,1-2-2 15,3 1 1-15,-4-2 1 0,4 0 5 0,2 2-7 16,-2-3 0-16,6-3-2 0,-3 1-3 0,2-1-3 0,1 0 1 16,0 1-2-16,0-1 3 0,1-1-36 0,-4 2-33 15,-5-1-19-15,-1 4-264 0</inkml:trace>
  <inkml:trace contextRef="#ctx0" brushRef="#br0" timeOffset="19800.23">26063 7299 220 0,'0'0'0'0,"0"-1"9"0,-1 0 14 0,0 0 19 16,0 0 6-16,0-2-5 0,-1 1-11 0,-1-6-25 16,0 3-3-16,-1-4-2 0,0 0-2 0,1 1-5 0,-1-2 4 15,2 1-3-15,-2 0 7 0,2 1 2 0,0 2 0 16,0 1 0-16,0-1-5 0,0 0 27 0,-1 2-5 15,-3-7 14-15,3 3-1 0,-2-3 10 0,-1-1-3 16,3 5 3-16,-2-3-17 0,2 3-6 0,-1-1-7 16,1-3 3-16,-1 3-4 0,-1-5-14 0,2 2 7 0,-1 1-9 15,2 0 12-15,0 1-4 0,-1 2 4 0,2 1-3 16,-1 0 17-16,-1-1 1 0,1 1 5 0,1 1-4 16,0 2 2-16,-2-2-1 0,2 3-7 0,0-2 6 15,1 3-4-15,0 0-7 0,-1-1 3 0,0-1-6 16,-1 1 0-16,1-1-6 0,0 2 6 0,0 0-6 15,0 0 1-15,0 0-4 0,-1 0-3 0,1-1 1 0,0 1 5 16,0 0-2-16,1 1 7 0,0 0-5 0,0 0 6 16,0 1-5-16,0 0-4 0,0 2 3 0,1 1 3 0,3 12-10 15,-1 0 7-15,2 4-8 0,-1-1 11 0,1 3-9 16,0 1-3-16,0 1 0 0,-1 3 11 0,0-1-11 16,-1 1 7-16,1 0-8 0,-1-3 7 0,1-1-2 15,-2 2 2-15,1-3-1 0,-1 3 3 0,0 1-7 16,2 1 1-16,-2 1-3 0,2 2 7 0,-2 0-3 15,-1 4 0-15,-1-2 0 0,0 0 8 0,0-4-7 16,0-6 3-16,0 1-4 0,0-4-2 0,0-2 1 16,0 3 3-16,0-4-1 0,0 0 5 0,1-4-6 15,1-1-2-15,-1-2-2 0,0-1 0 0,0-2-2 16,1 0-10-16,1-2 2 0,-2-1-34 0,1-2-66 0,9 6-43 16</inkml:trace>
  <inkml:trace contextRef="#ctx0" brushRef="#br0" timeOffset="20750.33">26303 6981 771 0,'-1'-2'16'0,"0"1"28"0,1-1-23 0,-3-6-9 15,1-1 2-15,1 4-5 0,0-2-7 0,0-2 1 16,1 1 0-16,0-1 0 0,0 0-2 0,0 1 1 16,0 0 4-16,0 0-1 0,0 1-3 0,0 0 0 15,0 1-4-15,0 0 5 0,0 0 12 0,0 1 16 16,0-1 1-16,0 2 5 0,-2-1 0 0,2 1-10 16,-1 0 1-16,1 1-6 0,-1 0-6 0,0-1 3 0,1 2 0 15,-1 0 0-15,1 0 0 0,-2 0-3 0,1 0-7 16,0-1 4-16,0 1 1 0,0 1-5 0,0 0 9 15,1 0-9-15,-2-1 0 0,2 1-8 0,0 0 4 16,0 0-5-16,0 0 3 0,0 1-2 0,0 0-1 16,0 0 0-16,0 1 3 0,0 1 0 0,0 2 4 15,2 10-3-15,-2 1-4 0,0 2 5 0,0-1-6 0,0 3 6 16,0 2-5-16,0 3 1 0,0-1 1 0,0 4 1 16,0 2-4-16,0 1 3 0,0 3-2 0,1 1 4 15,-1 0-6-15,0 1-1 0,0 2 2 0,1-3-1 16,1 1 7-16,1-2-2 0,0-2-2 0,2 0 0 15,-2 1 2-15,1 1-3 0,-1 0-1 0,1 0-1 0,0 0-2 16,-1 3 5-16,1 1 0 0,-2-1 2 0,0 4-3 16,-1-5 3-16,1 2-1 0,-2-4 0 0,0-4-10 15,0 2 6-15,0-5 2 0,0-2 1 0,0 1 8 0,0-3-8 16,1 0-2-16,0-5-1 0,0 0 1 0,0-4 2 16,1-4 3-16,-1 0 1 0,0-3 8 0,0 0-8 15,0-2 5-15,0 0-7 0,1 0 1 0,-2-2-8 16,1 2 4-16,-1-3-4 0,0 0 11 0,1 2-12 15,0-1 6-15,0 0-7 0,0-1 8 0,1 1-57 16,-1-1-26-16,0-1-19 0,0 0-156 0</inkml:trace>
  <inkml:trace contextRef="#ctx0" brushRef="#br0" timeOffset="21117.7">26333 7767 1136 0,'0'0'7'0,"-2"0"3"16,2 0-5-16,0 0-3 0,0 0 0 0,0 0 2 15,0 0 6-15,2 0-11 0,-1 1 5 0,0 1-7 16,1-1 3-16,6 4 1 0,5 3-2 0,1 0 1 0,1-1 0 15,0 0-2-15,3-1 3 0,0-1-1 0,6-1 1 16,4-1 34-16,-1-2-15 0,6-1 22 0,-1 0-5 0,2-1-11 16,1-2 3-16,-2 1-8 0,2 0-2 0,-2-1-9 15,0 1 2-15,0 0-5 0,-1-2-5 0,0 2 3 16,1 1-2-16,1-1 2 0,3 1-3 0,0 1-3 16,2 0 2-16,-6 0-3 0,-1 0-1 0,-2 1 2 15,-3 2-1-15,0-1 2 0,-4 0 8 0,-1 1-11 16,-2-2 5-16,-3 0-8 0,0 0 2 0,-3 1-2 15,-1-1-12-15,-1 0 3 0,-2-1-48 0,-3 0-75 16,1 0-17-16,-2 0-33 0,1 0-185 0</inkml:trace>
  <inkml:trace contextRef="#ctx0" brushRef="#br0" timeOffset="21618.45">26788 7597 805 0,'0'0'6'0,"-2"0"-3"16,1 0 2-16,0 0 1 0,0 0-4 0,0 0 1 0,0 0-3 15,1 1 4-15,0 0-2 0,0 0 11 0,0 2-4 16,0-1 7-16,0 7-6 0,0-1 10 0,1-3 12 16,0 1-2-16,1 1 6 0,1-2-1 0,0 1 9 15,-2 0-4-15,12 2 5 0,0-2-19 0,0 2-8 16,2 2 0-16,1-3-2 0,1 4-7 0,0-2-3 16,-1-1-4-16,2 1 2 0,1 2 2 0,1 1-9 15,-1-2 8-15,0 2-7 0,-3-4 5 0,-1 2 2 16,-1-2-6-16,-3 0 3 0,4-1-5 0,-3-1 2 0,-5 0 3 15,2-1 0-15,-5 0-4 0,-3-1 8 0,4 1-3 16,-2-1 5-16,-2-1-6 0,2 0 0 0,-2 0-1 16,-1 0 2-16,0 3 8 0,-1-1-6 0,-4 1 0 15,-9-1-2-15,-11 0-8 0,3 0 7 0,0-2-2 0,2 2 5 16,0 0-5-16,4-1 9 0,1 1-3 16,1-1 5-16,0 0-11 0,0 0 3 0,2-1-6 0,1 1 5 15,1 1-2-15,0-1-2 0,2 1 2 0,0 0-1 16,1 1-4-16,1 1-11 0,0 0-4 0,3-1-2 15,-1-2-26-15,3 2-45 0,0-1-7 0,-1 0-15 16,-1-1-44-16,1 1-64 0</inkml:trace>
  <inkml:trace contextRef="#ctx0" brushRef="#br0" timeOffset="22085.37">27437 7743 666 0,'0'0'14'0,"0"0"0"0,0 0 8 0,0 0-6 15,0 0 0-15,0 0-16 0,0 0 5 0,0 0 0 16,0 0 2-16,0 1 1 0,0 0 4 0,0 0 0 15,0 0 2-15,0 1-2 0,0-1 19 0,0 1 2 16,1 0 7-16,-1 1 13 0,0-1 0 0,1 0 5 0,-1 0-2 16,0-1 0-16,1 0-10 0,-1 0-7 0,0 1 0 15,0 1-18-15,0-2 0 0,1 6 0 0,1-2 1 16,-1 3-6-16,1 0-2 0,0 4-5 0,1 3 2 16,-1 2-6-16,2 0 5 0,-2 2-4 0,0 4 3 15,1 1-9-15,0 6 2 0,1 0 6 0,-2 4-5 16,2 4 3-16,-1 3-8 0,1 4-1 0,-1 7-1 15,1 0 4-15,-3 0 0 0,0 2 0 0,-1-2 0 16,1-1 9-16,-1 4-4 0,0 0 2 0,0 2-2 0,2-1 5 16,-1-4 19-16,1-4-1 0,-1-6 7 0,0-4 1 15,2-6-19-15,0-3 4 0,1-3-9 0,-1-1-2 16,1-4-2-16,-1-1-4 0,0-5 2 0,-1-2-6 0,2 0-2 16,-2-5-2-16,-1-3-2 0,0-2-30 0,0 0-69 15,1-1-29-15,-2-1-23 0,0 0-174 0</inkml:trace>
  <inkml:trace contextRef="#ctx0" brushRef="#br0" timeOffset="22768.46">26247 7066 684 0,'0'0'33'0,"0"0"-7"0,0 0 29 0,-2 0-2 15,2 0-6-15,0-1-41 0,0 1 3 0,0 0-3 16,0 0 5-16,0 0 1 0,0 0-8 0,2 0 3 16,-1 0-4-16,0 0 14 0,1 0-6 0,1 0 7 15,3 0-8-15,2 0 10 0,1 0 14 0,2 0-4 0,-3 0 9 16,4 0 21-16,1 0-2 0,2 0 4 0,2 0-7 15,0-1-18-15,3 0-8 0,1-1-3 0,2-2 0 16,4 1 4-16,4-1-5 0,2 0-2 0,5 1-3 16,1-1-13-16,-3 0 3 0,4 0-1 0,-6-1 1 15,0 1-2-15,-1 0 0 0,-2 1-1 0,1 0-1 0,-2 2-3 16,0 0-2-16,-1 0 11 0,-1 0-8 0,1-1 8 16,-1 2-1-16,-2 0-3 0,-2 0 3 0,1 0 1 15,-1 0-12-15,-2 0 3 0,-5 2-4 0,-1-1 7 16,-4 0 1-16,-1 1-5 0,0 0 3 0,-3-1-6 0,0 0 1 15,-2-1 1-15,1 1 1 0,0 0-5 0,-1-1-9 16,0 0-11-16,-4 0-1 0,1 0-58 0,0 0-116 16,-2 0-12-16,2-1-49 0,0-6-169 0</inkml:trace>
  <inkml:trace contextRef="#ctx0" brushRef="#br0" timeOffset="33176.76">27432 9023 63 0,'0'0'20'0,"0"0"0"0,0 0 9 0,0 0-6 0,0 0 1 15,0 0 2-15,0 0 31 0,0 0-1 0,0 0 8 16,0 0-19-16,0 0 17 0,0 0-11 0,0 0 13 16,0 0-18-16,0-1-12 0,0 0 2 0,0 0-6 15,0 0 4-15,0-1-10 0,0 1 10 0,-1 0-9 16,1 1 18-16,0-1-10 0,0 1 1 0,0 0-3 15,0 0 11-15,0 0-18 0,0 0 9 0,0 0-11 16,0 0 8-16,0 0-8 0,0 0-1 0,0 0-2 16,0 0-2-16,0 0 5 0,0 0 3 0,0 0 0 0,0 0 1 15,0 0-3-15,0 0-4 0,0 0 2 0,0 0-7 16,0 0 9-16,0 0 2 0,0 0 3 0,0 1 4 16,0 0-1-16,1 0 0 0,0 2 0 0,0 6-15 0,2 6-1 15,-1 3-6-15,0 4 5 0,1 4 0 0,-1 6-13 16,0 1 2-16,1 3-5 0,0 4 1 0,1 0 4 15,1 1 1-15,-2-2 0 0,2-1-10 0,1-2 5 16,0 0 1-16,-2-2 1 0,1 2 0 0,0 1 3 16,-1 1-5-16,1 5 5 0,0-2-2 0,-2 5-3 15,0-3-1-15,-2-3-2 0,0 0-4 0,0-4 8 0,-1-4 2 16,1 0 2-16,1-1-4 0,-2 1-1 0,0-3-1 16,0-2 1-16,0-1 4 0,-2-3-2 0,1 2 3 15,0-1-4-15,0-1 0 0,-2 2 3 0,2-6-2 16,0-1 3-16,0 2-6 0,0-2 2 0,0 2-2 15,1-3 2-15,0-5 8 0,0 3-9 0,0-4 2 0,0 0-5 16,0-3 3-16,0 0 3 0,0-2-2 0,0-1 3 16,0 0-3-16,0-3-2 0,0 0 0 0,0 0-4 15,0-1-11-15,0 1-29 0,0-1-2 0,-2 2-9 16,1-1-4-16,0 0-75 0,0 1-27 0,0-2-31 16,0 0-217-16</inkml:trace>
  <inkml:trace contextRef="#ctx0" brushRef="#br0" timeOffset="44269.96">7374 2930 193 0,'0'0'0'16,"-1"-2"5"-16,0 1 65 0,0 0-11 0,0 0 5 0,-1 0-27 15,1 0-13-15,0-2-12 0,0 1 0 0,0 1 0 16,-1-1 3-16,1 1-5 0,0-1-1 0,0 0-1 15,0-1-2-15,0 1 1 0,-1 0 1 0,1-1-1 16,0 1 4-16,0-1-7 0,0 1 7 0,0 0-7 16,-1-1 10-16,1 1 1 0,0 1-1 0,0 0 2 15,1 0 0-15,-1-1-8 0,1 1-3 0,0 0 0 16,0 0 2-16,0 0 5 0,-2-1 3 0,2 1 0 16,0 0 8-16,0 0 10 0,0 1-2 0,0 0 2 0,0 1-11 15,0 1 1-15,2 13 0 0,0 8-1 0,0 5 0 16,2 1-6-16,-2-5-1 0,2 4-2 0,-1-2-13 0,1-2 6 15,-1-2-5-15,2-2 5 0,1-2-4 0,-1-3 3 16,1 0 1-16,-2-3 0 0,2 0 5 0,-1-3 1 16,0 1 1-16,-1-2 0 0,1-1 14 0,0-1 1 15,-1-1-1-15,5-1-2 0,-1 0-6 0,-1-2-4 16,1-1 7-16,1 6-6 0,3 0-1 0,0-2-2 16,1-2-4-16,0-3 4 0,-1 0-3 0,3-4-1 15,0-1 4-15,0-2-3 0,2-1 0 0,-5 0-1 16,2 4-3-16,-1-12 4 0,-1-2-4 0,-2-2 3 0,-4 0-7 15,0 0 5-15,0-1-10 0,1 1 3 0,1-1 2 16,1 2 1-16,-6-2 4 0,1 3-7 0,0 2 0 16,-2 4-1-16,0 3-3 0,3 0 8 0,-2 5 1 15,-1-1 4-15,-1 3 2 0,0-1 1 0,1 1-2 0,-1 1 1 16,0 0-3-16,-1 1-8 0,0 1 1 0,0 1-3 16,-5 24 4-16,1 1 3 0,0 0 0 0,-1 4-1 15,2-3-4-15,0 2 1 0,-1 0-1 0,-1-2 1 16,0 3-1-16,3 0-2 0,0 1 2 0,2 2-2 15,0 0 10-15,-1 0-8 0,-1 1 0 0,-1-4-4 16,-1 1 0-16,1-3 4 0,-1 4 3 0,0-2 1 0,-2-1-4 16,-1-1 1-16,0-5 0 0,-2-2 3 0,1-5 4 15,1-3-2-15,0-1-2 0,1-2 0 0,-1-1-6 16,2-3 5-16,3 2 0 0,-6-3 3 0,-1-2 0 0,0 1 11 16,0-1 3-16,-2-2 3 0,1-1-3 0,-1 0-7 15,-1 7-6-15,0-2 1 0,1-1-11 0,0-3 5 16,2-2-2-16,0 0 4 0,1-1-8 0,0 0-5 15,1-1 0-15,-1-2 0 0,1-1 1 0,1 2-24 16,1 2 4-16,3-6-13 0,1 0-17 0,-5-2-68 16,1 2 15-16,1-2-37 0,2-2-48 0</inkml:trace>
  <inkml:trace contextRef="#ctx0" brushRef="#br0" timeOffset="44820.18">7950 3271 852 0,'0'0'20'0,"0"0"-12"0,-1 0 19 0,0 0-6 16,1 0-9-16,0 0-4 0,0 0 2 0,1 0-3 16,0 0-2-16,1 0 3 0,0 1 0 0,0 0 1 15,5 0 7-15,2 0 14 0,1 2 3 0,0-2 4 16,-1 0 7-16,2-1-5 0,-1-1-4 0,3-2 2 0,-1 0-5 15,-2-2-1-15,0-1-1 0,-3 5-3 0,2-12-16 16,1 3-2-16,-4-3-3 0,-1 0 3 0,0 2 1 16,5-2-4-16,-3 0-2 0,-3-2-2 0,-1 2-7 0,-2-2 8 15,-1 2-3-15,0 1 4 0,-1-1-4 0,-2 1 3 16,2 4 0-16,-1 1 0 0,-1 1-5 0,1 0 17 16,1 4-4-16,-1-1 8 0,-1-1-15 0,1 2-8 15,0-1 3-15,-2 1-7 0,-1 0 1 0,1-1 2 16,1 3 0-16,-4 0 3 0,-2 0 8 0,-1 3-5 15,0 2 3-15,0-2-4 0,3 11 4 0,1 4-6 16,1-3 5-16,0 0-3 0,-1 3 7 0,1-3-9 16,2 2 1-16,2-2-2 0,-2 0 10 0,-6-1-7 15,2 1 0-15,2 1-2 0,3-2-1 0,1-1 4 0,1-1-1 16,1-1 3-16,1 0-1 0,2-2 0 0,0 1 0 16,1-1 0-16,2 1-5 0,-6-3 3 0,11 1-2 15,-1 0 2-15,-3 0 0 0,8 1 1 0,-4-2-3 16,4 1 1-16,-1-1-5 0,-6 0 6 0,2-2-1 0,0-1 1 15,-2 0 0-15,1-2-5 0,2-1 5 0,-4 5-6 16,5 1 1-16,0-2-5 0,0-3-7 0,3-2 0 16,1-2-28-16,1-5-34 0,3-4-4 0,-2 0-9 15,-1 6-7-15,1-14 20 0,0 0-5 0,-1 0 7 16,0-1-19-16,0 1 10 0,1-3 0 0,0 1 5 0,2 0 16 16,0 0 7-16,0-2-10 0,4 1 3 0,-3 0-50 15</inkml:trace>
  <inkml:trace contextRef="#ctx0" brushRef="#br0" timeOffset="45204.56">8728 2914 157 0,'1'-1'45'0,"0"-1"45"0,0-2 4 0,3-5 3 16,-2-1-9-16,-1 5 6 0,-1 0-8 0,0 1-8 16,0 1 9-16,0 0-9 0,0 1 7 0,0 1-35 15,0 0-2-15,-1-2-12 0,0 1-21 0,-1 1 15 16,-4-2-11-16,-6 1 11 0,-2 2-12 0,-4 4-4 16,5 2 3-16,-4 5-6 0,1-7-5 0,3 13 0 15,-1 0 2-15,4 1-3 0,-2 0-4 0,3-1 2 16,3-1-3-16,-1-3 3 0,1 1-1 0,3 0-1 15,-2 1 0-15,3-1-1 0,-7 0 0 0,2 0 3 16,2-1 0-16,3 0-1 0,2 0-5 0,1 2 4 0,3-1-1 16,1 1 3-16,2 1 4 0,3-1-8 0,-4 0 3 15,11 1-5-15,1-1 3 0,0 0-2 0,-4 0 0 16,6 0-1-16,-3-3 4 0,0 0-1 0,-1 0 1 16,1-1-1-16,-2-2 4 0,-1-2-3 0,1 0-1 0,-5 0 0 15,0-2 6-15,-1 1-6 0,-1-2 6 0,-2 0-5 16,0-1 6-16,-3 1-2 0,0-3 0 0,-1 2 0 15,-1-1-1-15,1 0 21 0,1 1-3 0,-2-1 8 16,0 0-14-16,0 1-2 0,-1-1-5 0,-1 0 5 16,1 0 5-16,-2-1 11 0,-15 9 1 0,2-3 2 15,-5-2 3-15,0-3-7 0,0-2 2 0,1 0-4 0,2 0 4 16,0-1-17-16,3 0 0 0,-4 0-6 0,1 0-2 16,1 1-7-16,2 0 3 0,5 0-4 0,1 0-1 15,-1 0-5-15,0 0-1 0,1 0-1 0,-3 1-12 0,1 1-192 16,-4 3-33-16</inkml:trace>
  <inkml:trace contextRef="#ctx0" brushRef="#br0" timeOffset="49340.59">5133 4775 256 0,'0'0'28'16,"0"0"10"-16,-1 0 35 0,0 0 8 0,-1 0-7 15,1 0-14-15,0 0-10 0,-1 0-7 0,-1 0 3 16,2 0-15-16,-4 0 4 0,0 0 2 0,-1 0-2 16,0 0-10-16,1 0-11 0,0 0 0 0,1 0-2 15,-1 0-4-15,1 0-5 0,2 0 0 0,-1 0 1 16,-1 1 10-16,2-1 2 0,-3 1 0 0,3-1 1 0,-2 1 15 15,2 0-8-15,-1 0 1 0,1 1-5 0,0-1-10 16,-1 0-9-16,2 0 6 0,0-1-7 0,0 1 0 0,0-1 1 16,-1 2-2-16,1-2 4 0,0 1 6 0,0-1-5 15,0 0 3-15,1 1-6 0,0 0-2 0,0 0 4 16,0 0-4-16,0 1 4 0,1-1-6 0,0-1 4 16,0 1 2-16,2-1 1 0,-1 0-5 0,7 1 2 15,3 0-2-15,-1 0 5 0,2 1 9 0,2-2-4 16,0 0 4-16,1 0-5 0,-1 0 1 0,4 0-5 15,-1 0 6-15,4 0-4 0,0-2 8 0,2 1-11 16,-1 0 3-16,-1 0-5 0,2-1 9 0,1 0-10 16,-3 1 1-16,1-1-3 0,1 1 3 0,-2 0 1 0,3-1-1 15,0 2 0-15,-1-1-2 0,3 1 4 0,0 0-3 16,2 0 4-16,0 0-1 0,3-1 4 0,0 0-1 16,-2 0 1-16,1-2-1 0,0 1-2 0,-1-2 1 15,-3 1-2-15,0-1-3 0,-2 1 4 0,-2-1 4 16,2 0 0-16,-3 0 8 0,1 1-8 0,-1-1 2 0,-2 0-3 15,2 1 0-15,-2 1 0 0,0-1 0 0,4 2 1 16,-3 0 4-16,0 1-5 0,-2 0 0 0,-6 0-1 16,2 0 0-16,-2 0-6 0,-1 0 5 0,2 0-5 15,-5 0 5-15,0 0 0 0,-2 1-4 0,-5-1 3 16,0 0 3-16,1 0-3 0,-1 0 4 0,0 0-3 16,1 0 13-16,-2 0 0 0,0 0-1 0,0 0-2 0,0 0-11 15,1 0-7-15,-1 0-3 0,-1 0-2 0,0 0-19 16,0 0-64-16,-1 0-15 0,-1 0-23 0,0 0-113 15</inkml:trace>
  <inkml:trace contextRef="#ctx0" brushRef="#br0" timeOffset="49874.89">6030 4419 962 0,'-1'0'12'0,"0"-1"-6"0,0 0 25 16,-2 0 9-16,1 0-4 0,0 1-4 0,-2-1-17 0,3 1-4 15,-1 0-2-15,-1 0 0 0,2 0-6 0,0 0 11 0,0 0-11 16,-2 2 0-16,3-1 4 0,-6 9-6 0,3-2 7 16,-1 2 3-16,3-3-3 0,1-1 6 0,0-2-5 15,0 0 7-15,1 1 8 0,1-2-1 0,-1-1 3 16,1 0-6-16,0 1 0 0,2-1-6 0,5 5 5 15,2-1-5-15,-2-3-8 0,4 2 1 0,1 0-4 16,0-2-6-16,1 1 1 0,0-1-1 0,3 2 1 16,-3-1 5-16,4 2-3 0,2 2 1 0,0 0-2 15,-2 0-1-15,3 2 7 0,-5-3-3 0,-3-1 4 0,2 1-11 16,-1-2 10-16,1 1-7 0,-2 1 8 0,-1-1-8 16,0 0-1-16,-2 1 4 0,0-1-1 0,0 0 5 15,-1 1-2-15,0-1 1 0,-1 0-3 0,-2-1-4 0,-1-2 2 16,-1 1 1-16,-2-2 3 0,1 0 18 0,-2 2 3 15,-1-2-2-15,2 2 3 0,-1-1 2 0,-1 0-3 16,0 0-1-16,2 3-1 0,-2 1-2 0,-1 0-3 16,-1 1 3-16,-3 1-4 0,-2 0 4 0,3 2-9 15,-13-1 5-15,0 2-8 0,-3 1 0 0,-1 0 8 16,1-1-5-16,-3 0 7 0,1-1-6 0,1 1-1 16,-2 0 5-16,4-1-2 0,-2 0 6 0,0-1-7 15,2 1-3-15,-2 0-1 0,7-3-5 0,-3 0 1 0,2 2-3 16,1-3 3-16,0 0-3 0,5 0-3 0,-1-1-1 15,5-1-2-15,1-1 0 0,0-3-12 0,2 0-8 16,-1-1-4-16,1 0-44 0,-1 3-135 0,0-1-36 0</inkml:trace>
  <inkml:trace contextRef="#ctx0" brushRef="#br0" timeOffset="64470.27">27724 10056 297 0,'-2'0'23'16,"1"0"-1"-16,0 0 11 0,0 0-11 0,0 0 1 16,0 0-14-16,-1 1-15 0,1 0 6 0,0 0-10 15,0 0 6-15,0 1-27 0,0-1 0 0,-1 0-11 16,1 1-25-16,0-1 12 0,0 2 0 0</inkml:trace>
  <inkml:trace contextRef="#ctx0" brushRef="#br0" timeOffset="94862.48">24749 9335 410 0,'-2'0'52'0,"1"-1"-78"0,0-1 64 16,0 1-38-16,0 0 4 0,-1-1 0 0,1-1-3 15,0-1 4-15,-1-6 8 0,1 3 17 0,-2-3 4 16,2 3 6-16,1 3 48 0,-1-2 12 0,0 2 1 15,0 0-1-15,-1-1-24 0,1 2-11 0,0 0-8 0,0 1-1 16,-7 0-20-16,-3 1-18 0,5-4 7 0,-1 0-12 16,4 4 9-16,-8-3-13 0,0 2 3 0,0 1-4 15,-3 1-1-15,3 2 1 0,-2 3-1 0,1 2 0 16,-1 0-3-16,2 12 2 0,-1 6 0 0,2-4 1 16,1 1 3-16,2-1-3 0,0-3-1 0,2 1 0 15,3-3 1-15,-1 2-6 0,2-2 0 0,-9 0-1 0,3 0 2 16,3 0-2-16,3 1 1 0,1-2-1 0,0 0 5 15,2 0 0-15,2-1 1 0,1 0-1 0,0 0 7 16,2 1-8-16,2 1 3 0,-2-4-4 0,3 4 5 0,-1-5-2 16,-4 4 0-16,10-2-1 0,0-2-3 0,-1 0 4 15,1-1-1-15,-1 1 0 0,4-2 1 0,1 0-1 16,-2-3-2-16,1-2 0 0,-4 0 0 0,4-2-3 16,-2 3 2-16,2-4-4 0,0 1-6 0,-1 10-3 15,0-5-6-15,-1-3 2 0,2-2-10 0,-3-2-6 16,2-1-1-16,0-3-3 0,1-2-12 0,-1-1-58 15,2 0-13-15,-1-1-22 0,0 0-107 0,2-1 12 16</inkml:trace>
  <inkml:trace contextRef="#ctx0" brushRef="#br0" timeOffset="95665.7">25213 9673 808 0,'-1'0'37'16,"0"0"7"-16,-4 0 58 0,-4-1-36 0,-4-2 29 16,4-1-46-16,0 1-11 0,-2-2-7 0,2 0 1 15,3 3-16-15,-2-3-8 0,4 3-2 0,2 0-1 0,1 2-3 16,1-2-5-16,-3-1 2 0,-2-3-5 0,1 1 5 16,-1 2 1-16,2-1 0 0,2 2 0 0,-3 0-8 15,3 0 6-15,-4 0-2 0,-3 1 3 0,2-4 3 0,-2 0-6 16,1 2 4-16,1 1-6 0,-3 0 11 15,-1 2 2-15,1 2-3 0,-3 2 1 0,0 3 0 16,3-1-5-16,-2 12 5 0,3 2-5 0,1 2 8 0,1 2-5 16,0-3 2-16,3-1-2 0,-1-3 0 0,1-1-1 15,1 0 1-15,-7-3-1 0,3-1 1 0,3-2-3 16,0 0 2-16,2 0-2 0,1-1 4 0,0-2 0 16,1 0-5-16,-1-4 4 0,3 3-1 0,-2-3 0 15,0-1 2-15,0 0-2 0,0-1-2 0,8 5 10 16,-2-1-4-16,0-1 6 0,2-2-6 0,-3-2 0 0,2 0 5 15,0-1-4-15,1-2 5 0,0-1-8 0,0-2 5 16,2-1-4-16,0 3 4 0,-4-9-5 0,1 2-2 16,0-4 0-16,-2 1-2 0,1 1 1 0,2 0 0 15,-1 5 1-15,-5 0-2 0,1 0 7 0,0 1-8 0,1 0 8 16,0 0-2-16,-3 2-1 0,0 0 5 0,0 2-5 16,-2 1 7-16,0 1 22 0,1-1-7 0,0 0 8 15,0-1-18-15,0 1-10 0,0 1 4 0,1 0-6 16,-1-1 7-16,0 1-9 0,0 0 0 0,-1 0-2 15,0 0 2-15,0 1 4 0,0 0 1 0,0 0-1 16,0 1-9-16,0 0 8 0,0 1-5 0,0 3 7 16,0 6-4-16,0-2-2 0,0 3 5 0,0 0-4 0,0-1 6 15,1 2-10-15,2 5 4 0,-1-2-4 0,2 1 9 16,-1 0-5-16,2 1-3 0,1 1 0 0,1 0-5 16,-1 0 6-16,-2-3 3 0,2 2 1 0,0-1 2 0,-1 2-4 15,0-1-1-15,-3-1-1 0,0 1 1 0,-1-2-5 16,1 2 4-16,-2 1-2 0,-2-1 6 0,0-1-1 15,-1 3 1-15,-3-2-1 0,0-3 1 0,-2 2 3 16,0-6-1-16,1 0 3 0,-7 1-4 0,0-3 4 16,0 3 1-16,3-4 2 0,-3 0 4 0,-2-3 6 15,1-1-5-15,-1-2 6 0,1-1-1 0,2 1-10 16,-1 8 5-16,1-4-7 0,2-4 2 0,1-1-3 16,-1-1-1-16,1 0 2 0,-1 0-4 0,2-1-1 0,-2-1-3 15,3-1 1-15,0 1 0 0,1 0 2 16,0-2-2-16,0 1 1 0,-1-1-2 0,3 2-1 0,-1-1-1 15,1 1-1-15,0 0-4 0,3 1 7 0,0-1-1 16,-1 1 1-16,1 0-16 0,0 0 3 0,-1 0-7 0,1-1 3 16,-1 1-24-16,2 0 3 0,0 0-1 15,0 0 1-15,1 0-10 0,0-2-59 0,1-1-28 0,4-6-13 16,3-3-116-16,-2 0-49 0</inkml:trace>
  <inkml:trace contextRef="#ctx0" brushRef="#br0" timeOffset="96880.51">25553 9889 125 0,'0'0'25'16,"0"-1"33"-16,0-1-44 0,0 1-6 0,0 0-7 15,0 0 4-15,0 0-8 0,0-2 3 0,0 1 0 16,0 0 0-16,0-1-8 0,0 1 8 0,1 0-5 0,0-1 6 16,0 1 3-16,1-1-3 0,-1 1 1 15,0 0-2-15,0-1 0 0,0 1 44 0,0 0-2 0,-1 1 18 16,0-1 23-16,2 1-24 0,-1-1 9 0,-1-1-15 15,0 1-11-15,0 1-9 0,0 0-2 0,1 0-3 16,0-1-5-16,0 0-12 0,1 0 1 0,-1-1-5 0,0 1-7 16,0 0 10-16,-1 0-2 0,1-1 7 0,0-2-4 15,1 1 15-15,-2 1-2 0,1 0 8 0,1-3 1 16,0-1 1-16,2-3-6 0,-2 2 4 0,1 0-8 16,-2 2-4-16,0-1 2 0,-1 0-3 0,0 1 4 0,0 2-3 15,0 1 2-15,0 1-4 0,0-2-8 0,0-1 6 16,0 3-7-16,0 1 6 0,0-2-10 0,0 2 3 15,-1-1 3-15,0 0-2 0,-1-1-1 0,1 2 6 16,-1 0-4-16,0 0 4 0,-1 0-10 0,-1-1 5 16,-3 0-7-16,-2 1 5 0,2 1-3 0,1 0-1 15,-1 0 10-15,0 1-7 0,-1 0 7 0,0 0-10 16,1 2 1-16,-2-1-4 0,1 2 5 0,0-1 3 16,0 1-4-16,0-1 4 0,-1 2-1 0,2-2 0 15,0 2-3-15,0 0 1 0,-1 0 0 0,0 0 0 0,-2 2 2 16,2-1-1-16,0 0 0 0,0-3-5 0,1 4 4 15,2 1-5-15,0 1 9 0,2 1-5 0,0 0 2 16,2-2-3-16,0 2-3 0,-5-3 0 0,2-1-1 16,0 2 1-16,0 0 2 0,2-2-1 0,0 2 1 0,0-1-1 15,1 1-1-15,1 0-2 0,0-2 2 0,1 1-1 16,1 0 4-16,0-1 3 0,1 1-9 0,1-1 4 16,2 1-2-16,-3 0-1 0,7 0 6 0,-1-1-4 15,2 1 2-15,2-1 0 0,0-2 2 0,0 1-1 16,0 1-1-16,-2-1 6 0,2 0-6 0,1 1 6 15,0-1-7-15,-1 1 6 0,-1 1-5 0,-1-1 5 0,2 2-6 16,-2-1 0-16,1 0 7 0,-2-1-5 0,-5 1 7 16,1-1-3-16,-3 1-2 0,1 0 1 0,0-2 7 15,-1-1 6-15,0 0 8 0,-1 1-3 0,0 1 12 16,-2-1 3-16,0 3-4 0,-1-3 3 0,-1 1-11 0,-4 1-12 16,-5 0 5-16,-5 2-7 0,-2 1 4 0,1-2 2 15,-2-1-5-15,2 2 2 0,2-5-18 0,2 3 2 16,3-3-4-16,-1-2 3 0,4 1-5 0,0 3-12 15,-1-2-7-15,0 0-3 0,0-2-33 0,1-2-117 16,2 0 4-16,1-1-59 0,3 1-160 0</inkml:trace>
  <inkml:trace contextRef="#ctx0" brushRef="#br0" timeOffset="103485.72">31456 6430 880 0,'-1'-1'-25'0,"0"0"25"0,-1 0 20 16,1-2 3-16,0-1 21 0,-1-1-11 0,1 1-32 15,1 2 5-15,-2-1-4 0,2 1 6 0,-1 0-6 0,1 0-2 16,-1-2 0-16,0 1 9 0,0 0-2 0,0 1 3 15,-1 0-1-15,2 0 20 0,-4 0-2 0,-7 0 4 16,2 1-5-16,-2-2-8 0,-2-6 1 0,0 3-1 16,-2 0 3-16,0 3 8 0,-2 1-8 0,1 2-3 15,-3 2-3-15,-1 1-15 0,1 2 13 0,0 1-10 0,-1 2 11 16,-1 1-15-16,-1 3 5 0,1 0-3 0,1-11 3 16,1 15-4-16,0 0 0 0,3 1 2 0,1 1-2 15,3 1 3-15,1 1-2 0,-1-1 0 0,3 1-1 16,-1 1 0-16,2 1-4 0,1 2 3 0,-1 1-2 15,0 1 4-15,-1-1-4 0,3 1 0 0,3-3-1 16,-1 2 9-16,3-3-6 0,-12 0 4 0,5-1-5 16,5-2 2-16,1-1 5 0,4 0-6 0,2-1 3 0,4-1-8 15,2-1 11-15,-1-1 2 0,-5 1 3 0,12-4 1 16,4 0-8-16,6-1 7 0,-5-3-6 0,5 1 12 16,2-3-12-16,-2-1 0 0,-1 2-4 0,1-3-3 0,-4 1-6 15,2-2-6-15,-1 12 1 0,-2-7-16 0,1-2-4 16,-2-4-1-16,1-1-4 0,2-1-32 0,-3-2-87 15,1-2-16-15,1-1-33 0,2-2-148 0</inkml:trace>
  <inkml:trace contextRef="#ctx0" brushRef="#br0" timeOffset="104389.01">31985 6608 95 0,'0'0'38'0,"0"0"35"16,0 0 0-16,0 0-15 0,-1 0-3 0,0 0-2 0,0 0 7 16,1 0-1-16,0-1 2 0,0 0-4 0,0-1-12 15,0 1-2-15,0 0-1 0,0 0 0 0,0 0-3 16,0-1-13-16,0 0 8 0,0 0-7 0,0-1 13 0,0 2-12 15,0-3 2-15,0 0-4 0,0 0 6 0,0 2-17 16,0-3 6-16,0 2-9 0,-2-1 18 0,1 0-13 16,1 2 4-16,-1 0-8 0,-7 1-9 0,-5 0 8 15,-2-2-2-15,2-6 5 0,0 2 2 0,-4 1 2 16,1 3-1-16,1 0 2 0,-2 3-1 0,2 1 0 16,0 3-5-16,-2 1 2 0,1 0-15 0,0 3 12 15,0 1-6-15,-2-7 6 0,3 14-10 0,1-2 2 16,0 2-1-16,1 2 0 0,-2-3-7 0,2 5 8 0,-2-3-3 15,3-2 5-15,1 2-12 0,0-2 4 0,2 0 1 16,4-1 0-16,-3-2 11 0,3-2-10 0,2 2 5 16,-2-3-6-16,-2 2 2 0,2 0 9 0,2-1-4 15,3 0 5-15,0-2-8 0,2 1 2 0,2 1 2 0,0-1 0 16,-1 2-2-16,14-2 6 0,2 0-6 0,2 0 8 16,1 0 5-16,0-3-2 0,1 1 6 0,4-1-5 15,2 0 11-15,1-3-11 0,3 2 3 0,4-3-6 16,3 1-5-16,-6-2-6 0,0 0-3 0,-1 0 0 15,-6 15-2-15,3-8-2 0,-3-3 0 0,-7-4-1 16,-2-1-5-16,-5 0-21 0,-4 0-3 0,0-1-8 16,-4-1-19-16,-1 1-103 0,-2 0-20 0,1 0-47 15,-1 0-227-15</inkml:trace>
  <inkml:trace contextRef="#ctx0" brushRef="#br0" timeOffset="113545.89">32461 6223 114 0,'0'-1'0'0,"-3"-7"18"16,-8-12 195-16,2 6-40 0,0-3 10 0,-2 2-90 15,6 4-28-15,-4 1-44 0,3-2 2 0,-3 4-6 16,-3 0 2-16,2-3-10 0,1 6-2 0,0-3-2 0,0 0 3 15,1 0-3-15,-1-1 3 0,-2 0-3 0,1 0 9 16,-2 2 19-16,-1-4-5 0,0 0 8 0,1-2 4 0,0 1-7 16,-1-3 0-16,-1 1-5 0,0 1-6 0,-2-2 4 15,-2 1 1-15,0 1-1 0,1 0-5 0,-2 1-9 16,-1 1 5-16,0 1-7 0,-3 0-4 0,4 1-4 16,3 1-2-16,-4 1 2 0,2 1-1 0,-8 0-5 15,-4 2 4-15,4 0-3 0,1 1 3 0,0 1 2 16,1 1-6-16,-1-13 4 0,-4 6 0 0,2 4 0 15,-1 3 6-15,-3 1-5 0,1 3 6 0,-2 0 3 0,-2 2-7 16,1 1 5-16,-2 1-13 0,1-1 14 0,1 1-4 16,-1 0 8-16,1 0-12 0,2 0 0 0,1 0 4 15,0 1-3-15,1 2 5 0,1-1-1 0,-2 1-1 16,1 1 1-16,-3 0-5 0,0-1 8 0,3 0-8 16,-2 0 7-16,5 1-8 0,1 1-4 0,1-1 6 0,2 1-5 15,1 0 6-15,1 0-3 0,-2-11 0 0,5 16 0 16,-2 0 8-16,2 3-7 0,0 1 0 0,0 3-1 15,0 1 0-15,-1 2-4 0,2 2 3 0,-3 1-5 16,1 0 5-16,1-1 1 0,-2 2 0 0,1 0 1 16,0 4-1-16,3 1-2 0,2 2 0 0,0 2-1 15,3 3 6-15,0-2-3 0,3 2-1 0,5-2-3 16,0-5-1-16,-15 2 1 0,9-3 4 0,6-2-3 0,2-1 1 16,1 0-1-16,1-2-1 0,3 4 1 0,-1 0 2 15,5 3-8-15,1 0 3 0,2 2-2 0,1 0 15 16,1-3-11-16,1 1 3 0,-13-7-8 0,18 2 5 0,2-1 4 15,0-3 0-15,3-1 0 0,1-1-1 0,0-1-1 16,2-2 0-16,2 1-1 0,3-1-9 0,1 0 9 16,2-2-1-16,3-2 4 0,-2-2 2 0,3 0-2 15,1-3 3-15,-2-1-1 0,0 0 7 0,-5-8-1 16,0 5 1-16,1-4-2 0,0 1-8 0,3-1 4 16,2-3 0-16,3 2 4 0,1 14-6 0,2-10-1 15,-2-8 0-15,-2-3 0 0,-3-4 4 0,-3-2 1 16,2 0-7-16,-3-3 4 0,2 0 1 0,-6 1 0 15,5-4 5-15,-3-2-5 0,-3 1 0 0,2 0 6 0,-4 0 2 16,-2 12 2-16,1-14 18 0,-2-5-9 0,-3 1-1 16,3 0-4-16,-5-2-6 0,1 0-3 0,-1 0-2 15,-1-2 0-15,0-3-5 0,-1-2-1 0,-1 0 0 16,-1 0 0-16,-3-4 12 0,-2-2-9 0,1-2 2 0,-2-2-4 16,1 3 11-16,-2 0-5 0,-3 0 7 0,0 1-6 15,-3 0 6-15,2-1 0 0,2 1 3 0,-4-4-3 16,-1-1-2-16,17 0-2 0,-11-5 2 0,-7 5 1 15,-2 1 5-15,-3 0-5 0,2 6 2 0,-3 2-2 16,-1 1 0-16,-2 4 10 0,-4 0-7 0,-2 0 7 16,11 1-6-16,-21 0-12 0,0 2 6 0,-7 1-8 0,-1-1-3 15,-5 2-10-15,-12 1-9 0,0 0-1 0,-9 2-33 16,1 4-30-16,6 2-11 0,-4 6-11 0,4 6-85 0,0-18-161 16</inkml:trace>
  <inkml:trace contextRef="#ctx0" brushRef="#br0" timeOffset="117197.45">29509 12002 1084 0,'-1'0'73'0,"-1"-1"-60"0,-1-1 84 0,-14-6-34 0,0 0-11 15,3 1-1-15,1 1-4 0,-3-1 2 16,3 2-10-16,-3-1-13 0,1 1 5 0,-2 0-5 0,0 0 18 16,-1 2-11-16,-2 0 2 0,0 2-5 0,-2 1-3 15,-2 0 3-15,-2 1-7 0,-1 3 5 0,0 3-13 0,0 2-3 16,0 2 5-16,-5 4-5 0,1-14 10 0,-5 19-9 16,1 5 5-16,6 1-7 0,-2 2-1 0,3 6 1 15,0 1-3-15,2 5 3 0,1 0-6 0,4 2-3 16,1-1 0-16,5-2-1 0,3-1 1 0,4-5-2 15,3-2 0-15,-10-3-2 0,8-2-14 0,5-1 12 16,6-1-9-16,2-1 10 0,3 0-7 0,3-2 0 16,-10-1 3-16,17 0-3 0,2 0 2 0,-1-2-2 15,3-4-2-15,0-1-1 0,4 0-15 0,1-4-1 16,2 0-2-16,0-5 1 0,-3 12-2 0,4-8-14 0,0-6-6 16,-6-3-2-16,6-5-8 0,-3-3-29 0,0-5-1 15,3 11-28-15,-4-19-175 0</inkml:trace>
  <inkml:trace contextRef="#ctx0" brushRef="#br0" timeOffset="117814.12">29615 12129 1370 0,'-2'1'195'15,"1"0"-257"-15,-1 0 227 0,-12 9-126 0,1-3-32 16,6 13-6-16,-2 2-1 0,5 5-1 0,0 0 5 0,0 3-7 16,-11-2 3-16,8 1-3 0,5 1 6 0,2-4-14 15,2 1 8-15,1-6-12 0,0-1 8 0,1-4-4 16,-2-3 4-16,0-2-1 0,0-3 7 0,-1-2 4 16,-1-4-3-16,0 1 5 0,0-2-3 0,0 1 5 15,0 0-1-15,0 1 2 0,0-2-6 0,-1 0 11 16,-1 0-5-16,-6-1 8 0,-2-1-9 0,-2-2 5 15,-1-3-7-15,5 1 4 0,-5 0-9 0,3-8 0 0,2-1 3 16,5-2-1-16,0-1 5 0,2 1-5 0,-11-4-2 16,5-2-1-16,6-1-1 0,2-6-6 0,4 1 8 15,3 1-8-15,3-2 5 0,-1 6 6 0,2 0-6 16,0 5 5-16,-11 4-4 0,14 2-3 0,0 4 7 16,1 0-5-16,-2 4 8 0,-1 0-7 0,2 3 0 0,-1-8-3 15,1 2 13-15,3 2-7 0,1 4 3 0,-2 2-3 16,-1 2 3-16,2 4 5 0,-1 3-6 0,2 2 4 15,-1-6-8-15,-2 11 2 0,1 3 6 0,-2 0-3 16,-1 2-2-16,-1 2 3 0,-1 2-2 0,-2 1 3 16,1 1-4-16,-4 3 1 0,-1-1-1 0,9 0 1 15,-5 3 0-15,-9-6 4 0,-1 1-2 0,-4-2 3 16,-3-2 2-16,-2 1 2 0,-3 0 2 0,11 0-1 0,-16-1 10 16,-1 0-1-16,-2-1-1 0,-3-2 0 0,2-1-9 15,1-2-2-15,0 0 0 0,-1-3-1 0,1 1-5 16,0-1 3-16,4-3-3 0,0 1 4 0,4 2 0 0,0-6-1 15,1 0-1-15,0-3-2 0,2-2-8 0,4 0 0 16,2 0 0-16,0-2-1 0,3 0-14 0,-2 0-11 16,0 0-1-16,0 1-2 0,1-1-6 0,0-1 1 15,0 0-8-15,1 0 5 0,0 1-12 0,0-2-1 16,1-2-7-16,0 1-3 0,3-5-56 0,1-8-38 16,6-6-13-16,6 0-8 0,-2-1-62 0</inkml:trace>
  <inkml:trace contextRef="#ctx0" brushRef="#br0" timeOffset="118249.33">30318 12515 1096 0,'-1'0'35'0,"-1"0"-38"0,1 1 38 0,0 0-20 0,-1 0-17 16,0 0-3-16,0 0-8 0,1 1 5 0,0-1-11 15,0 0-3-15,-1 0 11 0,1 0-7 0,0 0 24 16,0 1 13-16,0-1-4 0,0-1 7 0,-1 0-1 16,1-1 2-16,0-1 1 0,1 0 2 0,-2-13 11 0,-1 0 1 15,2 2 2-15,1-3-2 0,0 2-11 0,0 2 1 16,0 4-3-16,1 0 1 0,1 2-17 0,-1 1 2 15,1-2-2-15,-2 6 1 0,0 0-11 0,0 0 3 16,0 0-2-16,7-2 5 0,2-4-4 0,3 3 2 16,1 1 1-16,2 4 0 0,4 4 1 0,-1 3 3 15,2 4-3-15,-1-11 4 0,-2 12-1 0,1-2-5 16,2-1 2-16,-1-1-3 0,0-2 6 0,3-3-2 16,-2 0 1-16,-1-3-1 0,0 11 2 0,-1-6-6 0,0-4-1 15,-3-2-1-15,-1-4-2 0,1-1-4 0,-3-2 1 16,1 3-4-16,-2-14-3 0,0 1-7 0,-3-2 5 15,1-2-7-15,-1 2 0 0,-2-1-5 0,0 3-6 16,-3 0-3-16,0 0-64 0,7 3-137 0,-3 0-24 0</inkml:trace>
  <inkml:trace contextRef="#ctx0" brushRef="#br0" timeOffset="118498.2">30346 12711 1141 0,'0'0'14'0,"0"0"36"0,0-1-55 0,0 0-3 16,0-2 7-16,2-4-4 0,8-8 12 0,-2 0-5 15,18-1-3-15,0 2-1 0,3 1-8 0,3 3 8 16,-3 1-4-16,5 2 4 0,-5 3-6 0,-1-1-9 15,-2 0 3-15,-5 4-4 0,0 0 10 0,-1 0-15 16,-2-11-5-16,-1 4-10 0,-1 2-80 0</inkml:trace>
  <inkml:trace contextRef="#ctx0" brushRef="#br0" timeOffset="131008.13">7645 4396 76 0,'0'0'0'0,"-1"-1"6"16,-1 0 93-16,1-1-16 0,0 1 2 0,0-1-27 15,0 0-28-15,-1-1-30 0,1 1 9 0,0-1-15 16,0 2 2-16,1 0 3 0,0 0 1 0,0 0 2 0,0 0 13 16,0-1 17-16,0 1 5 0,0 0 4 0,0 0 9 15,0 0-14-15,0 0-2 0,0-1-1 0,0 1 10 0,0 0-6 16,0 0 3-16,0 1-5 0,0 0-2 0,0 0-7 15,0 0-5-15,0 1-1 0,-1 0-5 0,1 2-6 16,-1 2 0-16,-4 12-1 0,1-1 4 0,1 6-3 16,-1 0-1-16,2 1-3 0,0 6-3 0,-1-2 7 15,0 2-2-15,-1 3 2 0,3-2-7 0,-1-1 5 16,-1-4 0-16,1-3 0 0,0-2-1 0,-1-3 5 16,2 0-4-16,1-4 3 0,0 0 4 0,-1-4-3 15,0 2 12-15,0-2-10 0,-1-1 3 0,1-1 5 16,0-1-7-16,0-1 9 0,1-2-2 0,-1 1-5 0,-1-1 4 15,2-1-5-15,0-1 4 0,-1 1-1 0,0 0-2 16,0 1 0-16,0-1-1 0,0-1-7 0,-1 1 2 16,1-1-4-16,1 0-5 0,0-1 4 0,0-1-5 15,0 0 5-15,0-2-10 0,0-14 6 0,0-1-1 0,3-2 4 16,-1-4-3-16,0-1-1 0,2 0-2 0,-2-7 0 16,2 3 2-16,-2-1 3 0,0-1-1 0,2 5 1 15,-2 0 2-15,2 1-6 0,-2 0 1 0,2 2-4 16,-1 2 6-16,0 3 0 0,-1 3-1 0,0 1 0 15,2 2 0-15,-2 3-1 0,1 1-2 0,-1 3 0 16,-1 1-4-16,0 2 5 0,-1 1 1 0,3-2 0 16,-1 1-2-16,0 1-3 0,5-3 6 0,5 1-2 0,-6 1 7 15,-1 2-3-15,2 2 3 0,-3 0-1 16,4 3 9-16,-1 4-1 0,-2 6-4 0,1-1 3 0,0 4-6 16,0 0 4-16,2-2-3 0,2 4 3 0,-3-6-6 0,2 2 0 15,3 0-1-15,-1 1 0 0,3 1 2 0,-1-1-6 16,-2-1 2-16,0 1-4 0,1-2 11 0,-1 1-7 15,1 1-1-15,1-3-1 0,0 1 1 0,-1-1-2 16,1 1 7-16,0-3-6 0,0 3 6 0,0-4-6 16,1 1-1-16,1-2-1 0,1-1 8 0,1-2-6 15,-1-1 8-15,0 0-7 0,-1-2 10 0,-1-1-4 16,1-1-5-16,-1 8 3 0,-2-5-2 0,-1-1 3 16,3 0 0-16,-5-3-1 0,1-1-4 0,1 0 1 0,2-1 5 15,-3-1-2-15,2-1-6 0,-5 0 6 0,-3 1-5 16,7-5 6-16,-3 4-5 0,0-10 5 0,-1-3-5 15,-3 0 4-15,-1-4-1 0,1-1 1 0,0-2 1 16,-3-5-3-16,1 2-7 0,15-7 9 0,-9 0 1 16,-4-3 4-16,-4 2-8 0,2-1 1 0,-1-2-2 0,-1 3 1 15,1-1-3-15,-1 2 7 0,0 3-6 0,-1 6 6 16,0 0-10-16,-1 4 11 0,1 3-1 0,0 1 4 16,-1 1-6-16,-1 3-3 0,1 0-2 0,0 2 0 15,-1 0 3-15,2 5-3 0,0-2 4 0,1 4-4 16,-1 1 4-16,0-1-2 0,-1 1-2 0,1 1-1 15,0 0-4-15,0 0-20 0,0-1 1 0,0 1-9 0,-1 0-14 16,1 0-19-16,0 0-6 0,0 1-13 0,0 0-109 16,0 0-88-16</inkml:trace>
  <inkml:trace contextRef="#ctx0" brushRef="#br0" timeOffset="131709.69">8725 4512 128 0,'0'0'59'15,"0"0"-9"-15,0 0 56 0,0 0 2 0,0 0-7 16,0 0-25-16,0 0-2 0,0 0 3 0,0-1-4 0,0 0-18 16,-1 0-16-16,0 0-3 0,0-1-2 0,0 1-3 15,-1 0-8-15,1 0-2 0,0 0 0 0,0 0-6 16,0-1 2-16,0 1-5 0,-1 0 4 0,1 0-8 15,0 0 0-15,0 0 1 0,0-1-2 0,0 2-5 0,-1 0 0 16,1 0 8-16,0 0-4 0,0 0 5 0,0 2-5 16,0-1-2-16,-1 0 2 0,2 0 0 0,-2 13-6 15,1-3-1-15,1-1 1 0,0 1 10 0,0-2-6 16,1 3 4-16,1 1-6 0,1-4 5 0,-1 1 4 16,2 0-3-16,-2-3 4 0,0 2-6 0,2 0 0 15,-1-2 3-15,2 3-3 0,0-1-2 0,-1 0-1 16,1 0 0-16,0-1 1 0,0-1 7 0,-1-1-1 15,1 1-3-15,-2-1 2 0,1-2-8 0,-2 0 11 16,0-1-5-16,2 1 7 0,1-2-2 0,1 1-9 0,0-2 4 16,1 5-5-16,0-2 5 0,0 0 4 0,1 0-1 15,0-2 1-15,1-1-5 0,-2-1-3 0,0 0 2 16,0-1-1-16,1-1 2 0,-1-1 2 0,0 1-5 0,1-3 5 16,-2 2-5-16,0 1 10 0,-1-7-7 0,1 1 7 15,-3-2-14-15,1 1 10 0,-2-4-3 0,-1-1 5 16,0 0-11-16,10-3 5 0,-4 3 3 0,-2 0 2 15,-3 0-2-15,-1 0-6 0,-1-1 2 0,0 1-2 16,-1 1 12-16,0 2-7 0,-1-1 1 0,-2 0-3 16,1 3 6-16,-1 1-1 0,2 2 2 0,-2 0-2 15,1-1 1-15,-2 0-2 0,0 0 0 0,0 1 0 16,2 1-5-16,-6-2 0 0,-1 1-4 0,-2 1 3 0,1 0-1 16,-1 1 1-16,0 1 3 0,0 2-2 0,-2-9-8 15,-1 3-29-15,0 4-11 0,-4 1-9 0,-4 4-71 0,-5 6-224 16</inkml:trace>
  <inkml:trace contextRef="#ctx0" brushRef="#br0" timeOffset="145673.29">5390 6214 76 0,'0'0'9'0,"0"0"13"15,0 0 18-15,0 0 11 0,0 0 8 0,0 0-7 0,0 0 8 16,0 0-8-16,0 0 4 0,0 0-38 0,0 0-5 16,0 0-3-16,0 0-1 0,0 0-12 0,0 0 12 15,0 0-4-15,0-1 10 0,0 0 3 0,0-1-3 16,0 1 5-16,0 0-1 0,0 0 18 0,-1 0-12 15,0 0 7-15,0-2-7 0,0 1 14 0,0-1-1 16,-1 1 1-16,0 1-2 0,0 0 4 0,-1 0-7 16,1-1 1-16,-2 1-2 0,2 0 4 0,-1 0-2 15,0 1 1-15,1 0-2 0,0 0-14 0,-3-1-1 0,1 1-7 16,1 0 3-16,0 0-11 0,2 0 3 0,0 0 1 16,-1 0 0-16,1 0 1 0,-1 0-6 0,0 0 5 15,0 0-4-15,-1 0 5 0,2 0 1 0,-1 0-7 16,1 0 4-16,-1 0-7 0,1 0 5 0,0 0 4 0,0 0 0 15,0 0 3-15,0 0-13 0,-1 0 6 0,1 0-7 16,0 0 9-16,0 0 1 0,1 0-8 0,0 0 4 16,0 0-5-16,0 1 1 0,1 0 2 0,0-1-2 15,0 0 4-15,1 1-1 0,-1 0 0 0,1 1 0 16,0-2 5-16,4 0-8 0,7 1 2 0,1-1-4 16,-1 0 6-16,1 0-2 0,2 0 3 0,1-3-3 0,0 1-6 15,-1-1 9-15,3 0-6 0,1 1 7 16,0-1-3-16,2 1-3 0,2-1 1 0,1 0-2 0,4 1-3 15,-1 0 2-15,-2-1 0 0,3 0 1 0,-3 0 6 16,0 1-2-16,4 1 3 0,-5 0-3 0,3 1-1 16,-1 0-2-16,-3 0 2 0,-1 0-1 0,1-2 1 0,-1 1 0 15,-1 0-4-15,0 1 3 0,0 0-5 0,-1 1 7 16,1 2-3-16,-3 0 4 0,2 2-2 0,-3-2-2 16,-3 1 1-16,1-1-2 0,-1 0-1 0,-1-1 2 15,0 0 3-15,-5 0 0 0,1-1 4 0,-2 0-7 16,-1 0 2-16,3 2-2 0,-4-2 1 0,3 1 2 15,-4-1-3-15,-3-1 2 0,1 0 1 0,-2 0-6 16,0 0 3-16,4 1-4 0,-4-1 16 0,1 0-12 0,0 2 6 16,0-2-8-16,-1 0 8 0,1 0-5 0,-1 0-4 15,0 0 0-15,0 0-15 0,0 0-15 0,-1-2-3 16,0 1-10-16,0 0-67 0,0 0-53 0,0-1 3 16,0-2-17-16,0-5-6 0</inkml:trace>
  <inkml:trace contextRef="#ctx0" brushRef="#br0" timeOffset="146321.47">6201 5882 526 0,'-2'0'99'0,"1"0"38"0,0-1-54 16,-1 0-83-16,-1 0 13 0,1 0-22 0,0-1-11 15,-1 1 1-15,1 1-1 0,0 0 13 0,-1 0 2 16,1 0 0-16,0 0 0 0,-1 1 8 0,1 1 9 16,0-1 3-16,-1 0 0 0,1 0 12 0,0 0 19 15,-2 0 6-15,3-1 4 0,-4 2 21 0,0-1-20 0,2-1 7 16,-1 0-13-16,-2 1-9 0,1-1 2 0,0 0-10 15,-1 0 6-15,4 0-21 0,-2 0-4 0,2 0-3 16,-1 0 1-16,2 0-2 0,0 0-8 0,-1 0 4 16,-1 1-6-16,1 0-4 0,0 1 3 0,0-1-2 15,1 0 3-15,0 0 3 0,0 1-5 0,1 1 4 0,0 4-3 16,0 0 4-16,1 0-3 0,3 2-4 0,0-2 3 16,1 0 0-16,-1 2 1 0,9-2 1 0,-2 2 1 15,5 1-3-15,-3-2 5 0,-4 0-5 0,6-1 5 16,-1-1-4-16,4 0 6 0,2 2 2 0,-2 0 0 15,-2 1-8-15,2-1 7 0,-1 0-6 0,0-2 7 16,-1 1-9-16,-2 1 3 0,2-1 0 0,-2 3 0 0,0-1 1 16,-2-1 3-16,1 2-3 0,-2-1 3 0,1-3 4 15,0 2-11-15,0-1 7 0,-3 0-7 0,0 3 11 0,-2-4-10 16,-2 1 8-16,2 0-9 0,-2-3 8 0,-3 1-2 16,3-1 1-16,-3-2 2 0,1 0 16 0,-1 1 11 15,0-1-5-15,0 0 6 0,-1 1-12 0,0-1-17 16,-1 0 4-16,0 1-9 0,-1 0 9 0,-3 3 0 15,-3 0-6-15,-12 3 3 0,-1 3-9 0,-1 1 8 16,-1 0 3-16,0 1-2 0,-3 0-11 0,2 2 9 16,-2-2-3-16,-1 1 6 0,2 1-8 0,-2 0-1 15,3 1 0-15,-2-1-1 0,2 0 0 0,1 1 5 16,1-4-5-16,4 1 4 0,-1 0-8 0,4-2 5 0,2 0-1 16,0-2 1-16,3-2-10 0,-2 2-37 0,2-1-12 15,-3 2-22-15,0-4-185 0</inkml:trace>
  <inkml:trace contextRef="#ctx0" brushRef="#br0" timeOffset="171777.44">25893 7337 256 0,'0'0'-2'0,"0"0"19"0,0 0 28 0,0 0 7 16,0 0 19-16,0 0-9 0,0 0-28 0,0 0 5 0,0 0-11 16,0 0 7-16,0 0-13 0,0 0 5 0,0 0-8 15,0 0 7-15,0 0-4 0,0 0 5 0,-1 0-4 16,-1 0 9-16,1 0 5 0,0-1-3 0,0 0 3 16,0 1-5-16,-1 0 4 0,1-2-9 0,0 2 5 15,0-1-10-15,0 0-7 0,0 1 5 0,-1 0-7 16,1 0-3-16,0 0 0 0,0 0-1 0,0 0 1 0,0-1-3 15,-1 1 3-15,1 0 0 0,0 0 0 0,0 0-2 16,0 0-2-16,-1 0 3 0,0 0 0 0,1 0 7 0,-8 0-5 16,-1 0 5-16,1 0-3 0,-3 1 9 0,3 0-13 15,-2 0 2-15,0 1-4 0,3-1 3 0,-4 0-4 16,1 1 0-16,-2-1-2 0,0 1-3 0,1-1 1 16,-2 0 1-16,3-1 0 0,-2 1 5 0,-7 0 2 15,3-1-6-15,-4 0 5 0,-3 0-3 0,5 0 3 16,-1 0 8-16,0 0-5 0,-1 0 1 0,0 0-10 15,-1-1 1-15,0 1-3 0,1-1 6 0,-1 0 5 16,0 0-11-16,-3-1 7 0,0 2-15 0,-1-1 7 16,0-1 6-16,3 1-1 0,-3-2 3 0,0 0-4 15,-1-1-5-15,0 0 1 0,0 0-3 0,1 1 3 0,3-2 2 16,-3 1 1-16,1 1 2 0,2-2-7 0,-2 0 2 16,1 2-4-16,-1 1 11 0,-3-2-6 0,3 2 0 15,-1-2-3-15,-5 1-2 0,1 0 3 0,0 1 4 16,3 0-2-16,4 0 1 0,-1 2-1 0,2 0 1 0,-1-1 0 15,1 1-3-15,2 0 5 0,0-1-6 0,0 0 7 16,4 0-5-16,0-1 3 0,1 1 1 0,1 1 0 16,1 0-1-16,1 0 0 0,0 0 2 0,1-1-1 15,0 1-6-15,2 0 6 0,1 0-4 0,0 0 5 16,0 0-4-16,2 0 3 0,-1 0 1 0,1 0 0 16,2 0-5-16,-2 0-1 0,2 0 1 0,-2 0 1 15,2 0 7-15,-1 0-5 0,1 0-4 0,1 0 1 0,-2 0 5 16,1 0-11-16,-1 0 12 0,-1 0-11 0,2 0 11 15,0 0-6-15,1 0 0 0,-1 0-1 0,-1 0 1 0,3 0 9 16,-1 0-9-16,1 0 8 0,0 0-10 0,-1 0-2 16,1 0 3-16,1 0-3 0,0 0 0 0,-1 0 7 15,1 0-3-15,0 0 3 0,0 0-6 0,0 0 0 16,-1 0 8-16,1 0-4 0,0 0 0 0,0 0 6 16,0 0-4-16,0 0 5 0,-1 0-10 0,1 0 2 15,0 0 0-15,0 0 1 0,1 0 1 0,0 0 3 16,0 0-6-16,0 0 3 0,0 0-2 0,0 0 2 15,0 0-1-15,0 0 2 0,0 0-3 0,0 0-3 16,0 0 7-16,0 0-6 0,0 0 12 0,0 0-5 16,0 0-3-16,0 0 1 0,0 0-3 0,0 0-2 0,0 0 5 15,0 0-3-15,0 0 6 0,0 0-4 0,0 0-3 16,0 0 1-16,0 0 6 0,0 0-4 0,0 0-1 16,0 0-2-16,0 0-6 0,0 0 9 0,0 0 0 15,0 0 3-15,0 0-6 0,0 0 1 0,0 0-2 0,0 0 2 16,0 0 2-16,0 0-2 0,0 0 0 0,0 0-1 15,0 0-2-15,0 0 2 0,0 0 1 0,0 0 0 16,0 0 1-16,0 0 2 0,0 0-2 0,0 0-1 16,0 0-4-16,0 0 0 0,0 0 4 0,0 0 0 15,0 0 8-15,0 0-9 0,-1 0 3 0,0 0-4 16,-1 0 8-16,2 0-3 0,0 0-3 0,0 0 0 16,0 0-2-16,0 0 0 0,0 0 2 0,0 0 0 0,0 0 6 15,0 0-4-15,0 0 1 0,0 0-3 0,0 0 4 16,0 0-3-16,0 0 5 0,0 0-5 0,0 0-1 0,0 0 1 15,0 0-3-15,0 0 2 0,0 0-2 0,0 0 2 16,-1 0 0-16,0 0-1 0,0 0 0 0,0 0 3 16,-1 0-2-16,1 0 1 0,0 0-5 0,0 0 7 15,0 0-1-15,0-1 5 0,-1 1-5 0,1 0-5 16,0 0 3-16,0 0-5 0,-1-1 5 0,-1 0 6 16,1-1-5-16,1 2 3 0,-1 0-9 0,1 0 4 15,0 0-2-15,0 0 3 0,0 0-4 0,0 0 8 16,-1 0-4-16,1 0 5 0,0 0-9 0,0 0 1 0,0 0 0 15,-2 0 2-15,2 0 8 0,0 0-10 0,0 0 5 16,0 0-7-16,-1 0 3 0,1 0 2 0,0 0-7 16,0 0 5-16,0 0-14 0,0 0-20 0,-1 0-11 15,2 2-8-15,0-1-81 0,0 0-200 0,0 0 18 16</inkml:trace>
  <inkml:trace contextRef="#ctx0" brushRef="#br0" timeOffset="173477.15">24576 7348 221 0,'0'0'33'0,"0"0"37"0,0-2-25 0,0 1-4 16,0 0-7-16,1 0 6 0,0 0 12 0,0-2-12 16,0 1 12-16,-1 0-14 0,2-2 9 0,-1 1-2 0,0-1-6 15,0 2 4-15,0-1 5 0,0 1-3 0,1 0-1 16,-1 0-2-16,0 1-15 0,0 0-4 0,0 0 3 15,0 0-4-15,1 0-5 0,-1-1 8 0,0 1-8 0,-1 0 8 16,0 0-4-16,0 0 2 0,0-1-3 0,0 2 2 16,0 0-6-16,0 0-4 0,0 0-3 0,0 0-1 15,0 2-9-15,0-1 4 0,0 1 3 0,0 2 1 16,1 5 3-16,2 2-8 0,1 0 5 0,2 2-6 16,0 0 6-16,1 3-2 0,-1-1-2 0,0 0 2 15,1 0 6-15,1 2-6 0,2-1 3 0,1 3-5 16,0-1 1-16,-6 2 2 0,12-1-3 0,-2 1 1 15,3 2-4-15,0 2 4 0,-1-1-3 0,1 1 3 0,-3 1-4 16,1-1-1-16,-2-2 5 0,0-1-4 0,1 1 1 16,0-2 2-16,1 0-4 0,-1 0 4 0,0-2-1 15,1 2-2-15,-1-1-1 0,1 0 0 0,0 0 6 0,0-2-5 16,2 2 3-16,-3-1-3 0,1 1 1 0,0-2-2 16,0 0 1-16,4-1-1 0,-3 2 4 0,-2 0 1 15,-2-2-1-15,-1 1-1 0,-1-1-2 0,2-3 4 16,1 3 0-16,-4-3 3 0,2 0-6 0,-3 3 6 15,-1-5-6-15,-2 0 6 0,2-2-2 0,1-2 1 16,-2 0-1-16,1 2 0 0,-1-3 0 0,-1-2-2 16,-1 1 5-16,2-2-4 0,-2 2 3 0,1 0-4 15,-1-2 0-15,0 2 0 0,-2-3 5 0,1 1-3 0,-2-2-1 16,0 0-2-16,1 0-9 0,-1 0 7 0,1 1-7 16,-1 0 6-16,0 0-19 0,1 0-13 0,-1-1 3 15,0 0-8-15,1 0-3 0,-1 0-15 0,0 0-7 16,1-1-5-16,-1 0-57 0,2 0-19 0,0-2-7 0,3-3-3 15,0 1-26-15</inkml:trace>
  <inkml:trace contextRef="#ctx0" brushRef="#br0" timeOffset="173844.08">25723 8024 466 0,'0'0'158'15,"0"-2"-155"-15,0 1 190 0,0 0-83 0,0-1 4 16,0-1-41-16,0 1-3 0,0-1-13 0,0 0-23 0,0 1-11 16,0 1-2-16,0 0-2 0,2-2-9 0,-1 1-4 15,-1-1-5-15,0 2 0 0,0 0-7 0,0 0 7 16,0 0 1-16,0 0 2 0,0-1-5 0,0 2 11 16,-1 0 2-16,-1 2 6 0,1-2 4 0,-11 16-5 15,-4 8-1-15,3 1-1 0,-7 2-9 0,-2 1 6 16,2 4-7-16,-4 5 7 0,0-1-3 0,-2 3 0 15,0-2-1-15,-1-1-1 0,-3 2-8 0,0 0 5 0,-1 1 0 16,-1-1 3-16,3 0 1 0,-2-3-3 0,3-2 3 16,5-1-4-16,3-4 3 0,3-6 4 0,4-4-8 15,3-4 6-15,-2 0-9 0,4 0 0 0,2-2 3 16,1-2-3-16,3-1-1 0,-2-3 1 0,2-2-2 16,1 1 0-16,-2-3-18 0,2 1-5 0,-1-1-8 0,0 0 3 15,0 1-6-15,1-1-15 0,0 0 2 0,1 0-7 16,0-1 6-16,0 0-67 0,1-1-7 0,10-1-28 15,19-9-75-15</inkml:trace>
  <inkml:trace contextRef="#ctx0" brushRef="#br0" timeOffset="174144.59">26002 8264 1137 0,'0'0'46'0,"0"-2"63"0,-1 1-42 0,0 0-35 16,0 1 4-16,-1 0-16 0,1 0-5 0,0 0 3 16,0 0 0-16,0 1 3 0,-1 0 1 0,0 3-13 15,-7 14 3-15,-4 2-7 0,-1 1-1 0,-2 0 0 16,0 4-3-16,-1-2 4 0,-3 2 2 0,0 1-2 16,-1 1 0-16,-2 1-1 0,-2-1 0 0,-1 2-3 15,2 1 2-15,0-3-3 0,1 2 9 0,1-1-12 0,0-1 5 16,1 2-7-16,2-5 8 0,3-1 1 15,0-3-4-15,2-3 2 0,4-4-3 0,0-1-3 0,2 0 1 16,2-3-3-16,0 1-16 0,3-2-13 0,-1-1-24 16,2-1 1-16,1 1-107 0,-1-1-8 0,-1-2-15 15,1 1 2-15,0-1-74 0</inkml:trace>
  <inkml:trace contextRef="#ctx0" brushRef="#br0" timeOffset="174610.97">25841 8653 1043 0,'0'0'32'0,"-1"0"51"0,0 0-36 16,-1 0-9-16,1 0-6 0,0 0-1 0,0 1-23 0,0 0 9 16,0 0-3-16,-1 0 3 0,2 1-10 0,-1 6-1 15,1-2 3-15,0-2-1 0,0 2 6 0,1 1-10 16,2-1 2-16,0 1-4 0,1-1 17 0,-1-1-11 15,3 4 9-15,6-4-10 0,1 0 3 0,1 1 6 16,2-2-6-16,2 2 6 0,0 2-12 0,4 1 5 16,0-2-2-16,3 4 3 0,6 1 0 0,-3 1-8 15,5-1 0-15,2 1-2 0,2 0 0 0,0 1 9 16,3 0-4-16,-3-1 5 0,0 1-8 0,1 0 4 0,2 1 0 16,2 2 1-16,5-2-2 0,1 1 0 0,3-2 2 15,3 1 0-15,-3 0 1 0,-1 2 8 0,-2-1-7 16,-2 1 7-16,-1 0-11 0,1 0 6 0,1-2 1 0,1-1 0 15,0 1-2-15,-1 1 0 0,0-2 5 0,-4 1-3 16,-2-1 11-16,-6-1-6 0,-2-1-5 0,-3-2 2 16,-2 1-5-16,-4-3 0 0,0 1 3 0,-2-4-3 15,-2 0-2-15,-1-1-2 0,1 0 0 0,-1 0 1 16,-3-1-2-16,-2-1 0 0,-3 5 1 0,-3-3-2 16,3 1-4-16,-5-4 3 0,1 0 0 0,-6-1 4 15,0 0 2-15,3 0-3 0,-2 0-3 0,-1 0 0 16,2 0-5-16,-1-1-22 0,0 0-2 0,-1-1-12 0,1-2-68 15,4-11-100-15,-4 1-32 0</inkml:trace>
  <inkml:trace contextRef="#ctx0" brushRef="#br0" timeOffset="175613.09">24712 7357 714 0,'-1'0'20'0,"0"-1"-4"0,0 0 32 0,-1-1-1 15,1 1 0-15,0 0-39 0,0 0-27 0,0 0 0 16,0 0-6-16,-1-1 20 0,1 1 1 0,1 1-4 16,0 0 1-16,0 0-18 0,0 0-16 0,0 0 4 15,0 0-6-15,0 0 24 0,0 0 12 0,0 0 6 0,0 0-1 16,-1 0 4-16,0 0 23 0,-2 0 6 0,1 0 7 16,-7 0 23-16,-2 0 7 0,-2-1-5 0,1-1 6 15,3 0-6-15,3 1-27 0,0 0-2 0,-2-1-8 16,2 1-7-16,0-1-12 0,2 1-4 0,1 1-2 15,1 0-2-15,-2-1 3 0,3 1-2 0,0 0 3 16,-1 0-3-16,0 0 6 0,1 0 13 0,-1 0-2 0,0 0 32 16,0 0-10-16,0-1 3 0,0 0-6 15,-1 0-11-15,1-1-11 0,0 0-1 0,-1 0-3 0,2-1 0 16,-1-1 6-16,-2-5-6 0,1-1 6 0,0-2 0 16,2-1-6-16,0-2 4 0,1 1-6 0,1-3 6 0,3 0-6 15,0 0-1-15,5-4-3 0,0 1-7 0,4-4 7 16,0 0 0-16,1-2 4 0,-12-1 5 0,16-1-7 15,1 1 2-15,4 1-5 0,-1 0 3 0,1 1-1 16,-1 0-2-16,0 2-1 0,1 1-2 0,-1-3-2 16,0 3 3-16,-1 0-1 0,-1 0 3 0,0 0-2 15,-1-1-1-15,-1 3-1 0,2 0 1 0,1 0 1 16,-1 2 3-16,0 0-3 0,4-1-5 0,0-1 5 0,1 2-1 16,2-3 4-16,-1 2-8 0,4 2 5 0,-1-1-5 15,0 1 6-15,3-1-2 0,-2 1-2 0,-1 2 5 16,-1 1-4-16,-2 0-1 0,1 1 1 0,0 1-2 15,0 2 3-15,0-1 8 0,5 2-10 0,-5-1 4 0,0 1-5 16,0 2 11-16,-6 1-9 0,2 4 2 0,-4-1-3 16,-5 2 5-16,0 0-3 0,-6-1 4 0,-1-4-4 15,0 1 1-15,-1 1 8 0,-1 2-9 0,-1 0 8 16,-1 2-5-16,-2 0-6 0,1 0 8 0,-1 0-8 16,2 0 5-16,-1-1 2 0,0-1-4 0,1 1 3 15,-2 0-4-15,0 0-1 0,0 1-4 0,1 0 3 16,-1 0-1-16,0 0-10 0,0 0 0 0,0 0-7 15,0 0-30-15,1 0-110 0,-1-1 1 0,0-1-44 0,0 1-63 16</inkml:trace>
  <inkml:trace contextRef="#ctx0" brushRef="#br0" timeOffset="176329.11">25555 5909 981 0,'-1'-1'31'0,"0"-1"41"0,-3-9-17 0,1 3-17 0,0 2-7 15,3 4-4-15,0 1-26 0,-1-2-18 0,0 1 10 16,0 0-13-16,0 0 15 0,0 1-1 0,1 0 3 16,-2 1-1-16,2 0 4 0,0 1 0 0,0 0 1 0,0 2 1 15,0 3 9-15,-1 5 5 0,1 1 0 16,1 2 2-16,3 3 2 0,1 0 8 0,1 2-3 0,1 0 2 16,1 2-13-16,4 1 4 0,-1 0-4 0,-10 2 4 15,17 0-13-15,0 1 8 0,1-2-3 0,-1 1 5 16,1-2-7-16,2-2-2 0,-1 0-3 0,2-2 2 15,-4-2 0-15,-1 0-4 0,-1 1 5 0,-3-3-5 0,-1 1 3 16,-1 1-2-16,-2-3 0 0,0 1 0 0,1-1-1 16,-3-2-6-16,0 1 5 0,-2-2-6 0,-2 0 8 15,1-3-13-15,-2 0 3 0,-1-2-7 0,2 0 0 16,-2-3-18-16,0 0 6 0,1 1-9 0,1-1 15 16,-1-1-15-16,0 0-12 0,-1 1-2 0,1-2-44 0,-1 0-17 15,1-2 4-15,-1 0-7 0,5-19-7 0,4-1-79 16</inkml:trace>
  <inkml:trace contextRef="#ctx0" brushRef="#br0" timeOffset="176646.53">26014 5821 448 0,'0'0'52'0,"-1"0"9"0,-1-1 46 0,1 0-36 15,0 0 22-15,0-1-31 0,0 1-26 0,0 0-1 16,-1 0-8-16,1 0-14 0,0 0-11 0,0-1 4 15,0 1-5-15,0 0 16 0,-1 0 7 0,1 0-3 0,0 1 4 16,1 0-11-16,0 0 8 0,0 1-4 0,0 0 4 16,1 1-6-16,0 3 8 0,4 12-6 0,1 0 5 15,1 3-13-15,2 4 5 0,1-1-6 0,-1 5 4 16,1 1-13-16,-3 1 4 0,2 3 0 0,3 1 0 16,1 2-2-16,0-6 4 0,0 1-2 0,-4-8 2 15,0 0-6-15,1-3 11 0,-1-2-4 0,0-2 6 16,1-1 0-16,0-2-14 0,-8 0 7 0,8-3-9 0,-1 1 2 15,0-2 7-15,1-2-10 0,-3-1 7 0,0 0-19 16,-2-3-5-16,-1-1-3 0,-3-1-3 0,3 1-31 16,-3-2-22-16,2 3-22 0,1-2-5 0,-2-1-113 15</inkml:trace>
  <inkml:trace contextRef="#ctx0" brushRef="#br0" timeOffset="176996.69">26129 6056 418 0,'0'0'94'0,"0"0"-1"0,0 0 44 0,0-1-21 15,0 0-7-15,0 0-48 0,0 0-12 0,1-1 10 16,0 0-10-16,12-3 10 0,10-4-11 0,3 0-9 16,4-2 3-16,-3-1-11 0,3 0-13 0,-1 1 2 15,4 0-7-15,-3 1-7 0,2-1 7 0,-1 0 2 0,6 2 2 16,2-2 3-16,2 0-10 0,1-2-1 0,-1 1-4 15,0 0-1-15,-1 2-1 0,2-1 5 0,-5 0-3 16,-4 0 1-16,-5 1 0 0,-1 1-6 0,-4 3 3 16,0 0 1-16,-3 3-4 0,-4-1 3 0,-1-1-3 15,-2 4 7-15,-3-2-8 0,0 1 5 0,1 1-6 16,2 0 3-16,-1-7-2 0,1 2-1 0,-3 2 0 0,-2 2 6 16,1 1-1-16,-1 0-1 0,1 0 0 0,3-2-2 15,1 2 5-15,-1 1-2 0,-1 0 4 0,-1 0-8 16,-2 0-5-16,0 0 2 0,2 0-1 0,2 0 5 15,-3 0-12-15,-1 0-4 0,-1 0-6 0,-3 0-37 0,0 0-151 16,1 1-44-16</inkml:trace>
  <inkml:trace contextRef="#ctx0" brushRef="#br0" timeOffset="191142.42">27133 6990 161 0,'0'0'0'0,"0"0"47"0,0 0 15 0,0 0 27 16,0 0-3-16,0 0-42 0,0 0-14 0,0 0-30 15,0 0 9-15,0 0-8 0,0 0 11 0,0 0-8 16,0 0 13-16,-1 0-7 0,0 0 39 0,0 0-2 0,0 0 2 15,-1 0 0-15,1 0 6 0,0 0 8 0,0 0-2 16,0 0 2-16,0 0-12 0,-1 0-28 0,1 0-8 16,0 0-6-16,0 0-11 0,0 0-6 0,1 0 8 15,0 0-7-15,0 0 5 0,1 0 1 0,0 0-3 0,0 0 3 16,0 0 2-16,1 0 2 0,-1 0 4 0,0 0-4 16,0 0 3-16,0 0 0 0,0 0-2 0,1 0 2 15,-1 0 4-15,0 0-4 0,0 0 4 0,0 0-5 16,0 0 0-16,1 0 0 0,-1 0-2 0,0 0 1 15,1 0 0-15,1 0-6 0,-1 0 2 0,0 0-3 16,1 0 4-16,-1 0 2 0,0 0-3 0,3 0 1 16,-1 0-12-16,0 0 11 0,-1 0-5 0,1 0 7 15,1 0-9-15,0 0-2 0,1 0-1 0,-5 0-1 16,4 0 1-16,1 0 5 0,-4 0 1 0,7-1 1 0,-4 1-1 16,-3 0 4-16,3 0-8 0,-4 0 5 0,2 0-16 15,0 0 6-15,1 0-1 0,0-1-1 0,3-2-31 0,0 1-27 16,0 0-3-16,2-1-4 0,-1 1 10 0,0 0 28 15,0-2 4-15,-1 2 8 0,-1-1 21 0,-1 2 5 16,0 0 2-16,-3 0 1 0,2 0 6 0,-2-1 28 16,2 1-5-16,-2 1 11 0,0-1-7 0,-1 1-2 15,1 0 5-15,-1 0-4 0,1 0 15 0,-1 0-10 16,0 0 0-16,1 0-4 0,0 0-10 0,0 0 12 16,1 0-8-16,-1 0 9 0,-1 0-8 0,0 0 2 15,1 0 3-15,-1 1-2 0,0 0 0 0,0 1-6 0,-1-1 3 16,0 0-4-16,0 0 4 0,0 0 2 0,0 1-6 15,0-1 3-15,0 0-15 0,0 0 0 0,0 0 3 16,0 0 0-16,0 1 9 0,0-2-8 0,0 0 3 16,0 0-5-16,0 0-4 0,0 0 10 0,0 0-4 0,0-2 6 15,0 1-6-15,0 0-2 0,0-1-2 0,0-3 2 16,-1-7 1-16,0 0-5 0,0 0 1 0,1-4-3 16,0 1-1-16,0-4 2 0,1-1 1 0,2-2-1 15,1-3-12-15,-1-1 8 0,2-1-5 0,0 0 7 16,-1-2-4-16,1-3-5 0,0-1 1 0,-2 0-2 15,1 0 5-15,-2 4 1 0,1 2 1 0,-2 0-1 16,-1 0-3-16,0 2 6 0,0 0-4 0,-1 3 6 0,-2 0 6 16,0 0-6-16,-1 1 3 0,1 0-4 0,-1 0 1 15,1 0-7-15,-1-2 1 0,1 0-2 0,0-2 2 16,1-2-1-16,0-2 0 0,0 1 0 0,2-1-4 0,0 2 10 16,2 3-6-16,0-2 7 0,0 2-13 0,1 0 5 15,-1 1 0-15,-1 2 1 0,0 1 4 0,-1 1 2 16,0 3 2-16,0-1-1 0,0 0 5 0,0 0-10 15,-2 0 2-15,1 2-4 0,-2 0 5 0,1 0-1 16,0 0-4-16,-1-3 0 0,2 1 0 0,0 1-4 16,0 0 4-16,1 0-3 0,-1-3 3 0,1-2-1 15,0 1 3-15,0-1-2 0,1 1 2 0,0-1 0 16,0 1-2-16,0-1 3 0,1 0 1 0,-2-1-4 16,0 2 1-16,0 2-1 0,0 2 3 0,-2 0 0 15,1-1-6-15,-1 3 3 0,-1-2-1 0,1 3-4 0,0-1 5 16,-1 2-5-16,1-2 8 0,0 0 0 0,1 1 0 15,-2-5-3-15,2 4-5 0,0-2 6 0,0-3 0 0,1 2 3 16,-2-4-7-16,1 1 2 0,0 0-3 16,0 1 4-16,0 2 8 0,0-1-11 0,-1 2 3 0,1-1-5 15,0 2 10-15,0 2 0 0,-1-1-3 0,0 1 0 16,1 0-7-16,0 0 5 0,0 1-2 0,0 2 2 16,-1-1-2-16,1 1 1 0,0 0 3 0,1-2 0 15,0 3 1-15,0-3-4 0,0 3-3 0,0-1 2 16,0 1 5-16,0 1-1 0,0 0 2 0,0 1-2 0,0-2 0 15,0 2-4-15,0 0-1 0,0 1-2 0,0 0 3 16,0 3 7-16,0-1-2 0,0 1 3 0,0 0-13 16,-1-1 7-16,0 0-2 0,0 1 4 0,-1-2-1 15,2 3-4-15,-1-3 4 0,0 1-3 0,0 1 2 0,1-1 3 16,0 1-3-16,-1-2 3 0,0 0-9 0,1 1 11 16,-2-2-7-16,1-1 9 0,1 3-13 0,0 1 3 15,0-2 0-15,0 3 2 0,0-1 1 0,0 1 3 16,0 0-1-16,0-2 1 0,0 1-4 0,0 0-2 15,0-1 1-15,0 1 0 0,0 2 4 0,0-1-2 16,0-1 1-16,0 1-1 0,0 0 4 0,0-1-6 16,0 1 1-16,0 0-3 0,0-1 0 0,0 1 5 15,0-1-1-15,0 1 4 0,0 0-4 0,0-1 0 0,0 1 0 16,0 0 0-16,0-1 2 0,0 1 1 0,0 1-3 16,0 0 0-16,0-1-1 0,0 1-1 0,0 0 2 15,0 0-1-15,0 0-1 0,0 0-2 0,0-1 1 0,0 1 1 16,0 0 7-16,0 0-7 0,0 0 2 0,0 0-6 15,0-1 4-15,0 1 0 0,0 0-2 0,0 0 1 16,0 0-8-16,0 0-27 0,0 1-2 0,0 0-11 16,1 0-21-16,1 0-236 0,-1 0 15 0</inkml:trace>
  <inkml:trace contextRef="#ctx0" brushRef="#br0" timeOffset="192092.18">24333 7312 662 0,'-1'-1'69'0,"-1"0"112"0,-4-3-122 16,-5-3-8-16,3 3-3 0,0-1-2 0,-3-1-14 15,1 1-19-15,-3-1 8 0,-2 2-9 0,0-1 6 0,-1 0-6 16,-3 2-8-16,0 0 4 0,-2 2-8 0,1 1 7 16,-2 0 4-16,1 0 1 0,-2-1 5 0,1 0 8 15,2 0-6-15,-2 0 7 0,1-3 6 0,-1 1-2 16,1 0 0-16,0 0-3 0,0 0-5 0,0 0-8 15,1-1 7-15,0 1-9 0,1-1-3 0,-2 1 3 16,0 1-7-16,-1 0 5 0,2 1-1 0,2 0-3 16,-2 0 4-16,2 1-4 0,-1 0-3 0,2 0-4 15,4 1 1-15,0 0-3 0,1 1 8 0,2-1-5 0,1 2 1 16,2-1-2-16,0 1 1 0,0-1 0 0,2-1 0 16,0 0-1-16,2 0 0 0,1 1-2 0,-1-1-5 15,2-1-3-15,0 0-39 0,-1 1-18 0,-1 0-33 0,1 0 4 16,1 0-117-16,0 1-70 0,-1-1 10 0</inkml:trace>
  <inkml:trace contextRef="#ctx0" brushRef="#br0" timeOffset="192710.72">23771 6249 387 0,'-1'-1'109'0,"0"0"-72"0,0-2 124 15,-6-13-42-15,-1-2-5 0,0 0-45 0,3 1 0 16,-4-1-16-16,5 1-14 0,-2-1-5 0,0 3-1 0,4 2-2 16,-2 4-7-16,0 3 7 0,0 0-5 0,0 1 4 15,1 0-20-15,2 3 1 0,-2 0-1 0,1-1 0 16,0 1-8-16,-1 1-5 0,1 0-1 0,1-1 1 15,-1 1 13-15,1 1 0 0,0 0 5 0,0 1-5 16,0 1 1-16,-2 1 5 0,-5 17-4 0,2 3 4 16,2 4-10-16,0 0 10 0,2 3-9 0,-2 0 8 0,2-2-12 15,1 2 4-15,-1 0-1 0,1 0 2 0,0 3 2 16,-1 4-7-16,-1 3 2 0,1 7-3 0,1 2 6 16,0 9-7-16,0 4 4 0,-2-1-5 0,-2 2 3 15,2 2 1-15,-3 2-3 0,1 9 2 0,1 1-3 0,-2 3-6 16,1-1 5-16,0-6-3 0,2-2 14 0,-1-4-9 15,1-2 2-15,0-3-4 0,1-6 3 0,1-4 0 16,1-9-1-16,0-4 0 0,1-4 4 0,0-5-2 16,2-4 1-16,-1-5-2 0,0-1 2 0,1-1-7 15,-2-4 5-15,0-2-6 0,0-3 5 0,-1-1 5 16,0-4-7-16,0 0 4 0,0-1-7 0,0-2 4 16,0-1 0-16,0 2 0 0,0-1-18 0,0 0-49 15,0-1-18-15,0 1-12 0,-1-1-74 0,0-1-63 0,0-1-37 16</inkml:trace>
  <inkml:trace contextRef="#ctx0" brushRef="#br0" timeOffset="193044.11">23094 7042 924 0,'-1'-1'130'0,"-2"-2"274"0,0-3-385 0,-2 2-15 16,4 1-14-16,-1 1 1 0,-1 0-40 0,2 0 36 16,0 1-5-16,0 1 16 0,0 0 6 0,1 1-13 15,0 12 12-15,0 18-11 0,0 2 10 0,0 3-5 16,0 3-4-16,0-5 3 0,-2 2 15 0,1-7-2 15,-1-3 1-15,0-3-4 0,0-3 2 0,0-2 17 16,0-3 0-16,-1-2 3 0,2-2-9 0,0-3-5 16,0-2 1-16,0-1 0 0,1-2-3 0,0-1-11 15,0 0 3-15,0-1-4 0,-2 1-4 0,1 0-30 16,0 1-7-16,0-1-10 0,0-1-67 0,1 1-78 0,-1-1-34 16</inkml:trace>
  <inkml:trace contextRef="#ctx0" brushRef="#br0" timeOffset="193260.17">22822 7262 983 0,'-1'0'320'0,"0"0"-443"0,-5 0 382 0,-7 1-216 15,1 2-18-15,5 2 1 0,-1 4-4 0,3 14 1 0,2-1-6 16,-1 4-6-16,-10 0 0 0,6 1-2 0,3 1-7 15,3-1-2-15,2 0 1 0,0 0-3 0,0-1-11 16,2-3-40-16,1-2-4 0,0-5-14 0,1-1-39 0,0-3-151 16,0-2-16-16</inkml:trace>
  <inkml:trace contextRef="#ctx0" brushRef="#br0" timeOffset="203652.72">28160 10078 256 0,'0'0'376'0,"0"0"-182"0,0-1 106 15,0 0-3-15,0-1-279 0,0 1-7 0,0 1 2 16,0 0 0-16,0 0 5 0,0 1 21 0,1 5-3 16,1 24 4-16,1 6-7 0,-6 5-12 0,0 6-1 15,-2 0-7-15,0 2 3 0,2-2-14 0,-2-6 3 0,1-1-2 16,0-6 1-16,-1-2-6 0,3-4 5 0,1-3-3 15,0-7 5-15,1-1-1 0,0-7-11 0,0-4 4 16,0-2-8-16,0-2-2 0,0 1-24 0,0-1-8 16,0-1-7-16,0 0-40 0,0-1-93 0,1-1-8 0,5-18-39 15,5-12-131-15</inkml:trace>
  <inkml:trace contextRef="#ctx0" brushRef="#br0" timeOffset="203788.88">28373 9736 840 0,'0'-1'173'0,"0"-1"-149"0,0 0 192 16,-1 0-78-16,-1-1-39 0,1 1-51 0,0 1-4 0,0 0-16 0,0 0-27 16,1-1-5-16,0 2 3 0,0 0-7 0,0 2-13 15,1 0-73-15,1 8-16 0,3 9-21 0,1 1-93 16,-1 0-57-16,-1 0-5 0</inkml:trace>
  <inkml:trace contextRef="#ctx0" brushRef="#br0" timeOffset="205387.07">28394 10009 110 0,'0'0'28'0,"0"0"-38"16,0 0 32-16,0 0-18 0,0 0-2 0,1 1-10 16,0 0 6-16,0 0-7 0,2 2 16 0,4 7-4 15,3 8 10-15,-1-1-4 0,-2 5 45 0,-3 3 57 16,-1 1 2-16,-3 8 20 0,-1 0 19 0,-4 2-3 0,-2 1-8 16,1-3 1-16,-1-2-27 0,1-6-20 0,-1-2-1 15,1-8-6-15,0 1-8 0,0-5-12 0,2-2 0 16,-1-1-5-16,3-3-7 0,-1-2-10 0,2-2 2 15,1-1-5-15,-2 2 3 0,-1-1-13 0,1-1-4 16,0 0-4-16,-1 0-22 0,1-1-14 0,1-1 0 0,0-1-6 16,-3-11 0-16,3-9-7 0,3-3 3 15,4-3-4-15,2 2 9 0,3 0 5 0,1 1 0 0,1-1 0 16,1-1-1-16,0 3 4 0,-9 3 4 0,13 3-1 16,1 5 3-16,-1 4 1 0,-1 3-3 0,-5 5 4 15,5-9 1-15,-6 7-1 0,2 1 7 0,1 5-3 16,-2 4 22-16,1 7-15 0,0 16 7 0,-1 3-9 0,-2 0-2 15,2-1 0-15,-1-3-6 0,-1 0 5 0,2-3-1 16,-4-5-5-16,1-4 2 0,-4-4-3 0,1-2-2 16,0-3 0-16,0-1-4 0,0-2 1 0,0-2-15 0,1 0-17 15,-1 1-4-15,0 0-5 0,1 0-9 0,0-3-1 16,1-1-3-16,0-1-1 0,0-4-9 0,2-1 13 16,-1-16 13-16,1 0-2 0,-2-2 35 0,0 1 3 15,-1 1 2-15,0-1 0 0,0-2 2 0,-1 0 4 16,0 0-2-16,0 1 3 0,2 3-2 0,-2-1 7 15,0 4-3-15,0 4 6 0,-4 1-5 0,1 3 1 16,0 4 5-16,1 2-3 0,0 1 5 0,-1 2 6 16,0-1 2-16,1-1 3 0,-3 3 23 0,1 0-12 15,1 0 5-15,-1 0-6 0,1 2 0 0,13 26-7 0,-7 3-3 16,-5 6-1-16,-4-1-6 0,-3 4 2 0,0 2-3 16,-2-1 1-16,-1-1-12 0,2-4 7 0,-1-1-2 15,1-2 3-15,2-1-6 0,1-3 1 0,0-1-4 0,-1-5 2 16,2-2-9-16,0-3 8 0,0-2-4 0,0-4 4 15,0 0-9-15,0-5 4 0,0-2-5 0,0-2 3 16,0-1-27-16,0 1-13 0,0-1-17 0,0-1 3 16,0 1-39-16,0-1 18 0,0-1 1 0,-1 0 2 15,0-1 2-15,-1-10-10 0,-3-11 12 0,0-3-8 16,2 0 37-16,-1 1 33 0,2-2-4 0,0 0 13 16,-1-1 18-16,1 1 17 0,2-2 2 0,0-3 4 0,1-2 3 15,4-2-6-15,2-2-2 0,2 0-2 0,3 0-11 16,2 4-7-16,-12 2 4 0,22 5-4 0,-1 5 6 15,0 4-4-15,-2 3 0 0,-1 5-2 0,3 2 3 16,-3 1-2-16,-1 3 6 0,0-8-3 0,-5 5 15 0,4 1 1 16,-5 4-4-16,1 1 3 0,-2 2 0 0,-4 1-5 15,-1 0 8-15,-4-1-8 0,-1 7-3 0,7 5-4 16,-2 1-5-16,-5-1 2 0,-3 4-13 0,-5 1 1 16,-3-3-2-16,-3 5 2 0,-14-2-1 0,-1-6-1 15,1 1-2-15,1-7-1 0,3 0-6 0,0-2 4 16,2 0-9-16,5-1 7 0,-4 0-16 0,7-2 1 15,2 1 3-15,3-2-4 0,0 3-7 0,4-2-4 16,1-1 2-16,-1 0-3 0,1 0-8 0,1 0 10 0,0 0 0 16,0 1 6-16,1-1 17 0,0 0 0 0,1-1 5 15,1 0-1-15,19-1 6 0,3-2-6 0,-3-1 0 16,2-2-2-16,3-1 5 0,-1 1-1 0,1-1-1 0,-3-1-1 16,-1 1 2-16,-4-3-2 0,2 1 3 0,0-2-2 15,-2 1 10-15,0-1-9 0,-2 9 2 0,1-11-3 16,-3 0 13-16,-1-1-11 0,-3 1 8 0,1 2-10 15,-1 1 0-15,-1 1 4 0,-1 2-6 0,-3 3 4 16,-3 1-2-16,-1 1 11 0,0 2 0 0,2-2 5 16,-1-1 1-16,0 1-8 0,0 1 2 0,-1 0-5 15,0-1 4-15,-1 2 4 0,0 2-2 0,-2 9 2 0,-7 14-10 16,0 0 5-16,-1 1-4 0,1-3 3 0,1-2-9 16,2-4-2-16,1-2 4 0,2 0-3 0,0-4 6 15,1 1-4-15,1-5 1 0,1-3-2 0,0 0 5 16,0-3 3-16,0 0-2 0,0 0 1 0,0 2-7 0,0-1 5 15,1-1-2-15,0 0 3 0,0-1-6 0,2-1 1 16,6-3-1-16,5-2 1 0,4-14-11 0,2 0 6 16,1 2-1-16,-2-2 3 0,-3 0 2 0,0 2-1 15,-5 2 1-15,1 3-2 0,-1 1 2 0,-2 3 0 16,1 3 0-16,-3 3 0 0,-2 0-2 0,1-2 2 16,0 2 0-16,0 2 3 0,0 1 6 0,0 1-3 15,-3 1 1-15,2 11-4 0,-1 8-1 0,3 5-4 0,0-3-1 16,3-1 0-16,0-4 4 0,0-4 0 0,2-4 2 15,-1 0-3-15,2-3 0 0,-1-3 0 0,3-2-4 16,0 6 2-16,0-3-11 0,4-5 6 0,-3-2-3 16,1-4 2-16,-1-2-3 0,1 6 5 0,-2-20 1 0,2 0 1 15,0-1-5-15,-1-3 7 0,-2 0-3 0,-1-2 4 16,-2-3 6-16,2-2-6 0,0 0 5 0,2-2-6 16,3-2 8-16,-6 0-4 0,2-2 1 0,-5-1-2 15,-3-2 0-15,3-3 4 0,0 3-5 0,0 1 4 16,2 2 3-16,-3 5-7 0,-2 1 8 0,0 5-7 15,1 3 9-15,-2 5-1 0,-1 5 3 0,-1 5-2 16,3 3 1-16,-4 4 13 0,-1 0-9 0,0 1 9 0,0 0-20 16,1-1 3-16,-1 2 2 0,0 1 1 0,0 0 12 15,-1 3-3-15,-1 21-4 0,-1 12 0 0,-4 5-8 16,-2 3-6-16,2 6 5 0,-3 2-5 0,1-3 3 0,0 0-5 16,0-3 3-16,1-2-2 0,2-3-1 0,0-2 4 15,3-5-8-15,1-3 8 0,-2-3-3 0,2-6-5 16,0-2 1-16,1-7-2 0,0-3-4 0,0-4-20 15,0-1-1-15,0-3-8 0,0 1-18 0,0-1-39 16,0-1-1-16,0 0-18 0,0-2-50 0,0-1-1 16,0-22-22-16,0-5 11 0,0-3-59 0,-2 3 33 15,-3-3 23-15,-2 5 12 0,-1 1 141 0,-3 1 122 16,-1 1 17-16,-1-1 36 0,2 3 50 0,0 1-16 16,3 3-17-16,1 4 4 0,1 3-49 0,4 5-45 0,-1 2-6 15,2 1-15-15,0 1-42 0,0 0 6 0,1 0-1 16,0 1 4-16,1 0-5 0,12 1-3 0,11 2-3 15,9 5 0-15,2 2-9 0,3 0-1 0,5-1 2 16,-2-2-1-16,1-2 1 0,-1-2-5 0,-1-1-7 0,0-2-2 16,1-2-45-16,-4-6-156 0,-1-4-33 0</inkml:trace>
  <inkml:trace contextRef="#ctx0" brushRef="#br0" timeOffset="208172.17">28178 4089 365 0,'-2'1'11'0,"1"0"11"0,-1 2 38 0,-6 14 15 16,-5 2 1-16,0-1-6 0,0 4-25 0,0-2-12 0,3 0 8 15,3 2-16-15,-1-2-4 0,2 0 8 16,2 0-7-16,-2-2 13 0,-5-1 2 0,4-2 3 0,4-3-1 16,1-2 4-16,2-3-2 0,0 0-2 0,0-2 2 15,2 1 1-15,0-1-7 0,-1-3-3 0,1 0-1 16,9 5-8-16,4-1-2 0,1-3 2 0,1-3-4 15,1-3-9-15,-3 0-1 0,3-4-6 0,-2-2 4 16,0 1-4-16,-1-2 1 0,-2 4 1 0,-1-12-1 16,-1-1 3-16,-1-1-4 0,-3 0 1 0,0-2-2 15,-3 0 0-15,-2-2 5 0,-1 1-1 0,13-4 2 0,-7 1 0 16,-5 0-7-16,-2 0 3 0,-2 6-4 0,-4-4 9 0,-2 3-1 16,-2 1 3-16,1 3-3 0,8 4-2 0,-16 6-3 15,-3 2 0-15,-1-8-1 0,-1 5-2 0,1 4 6 16,2 4-6-16,-3 3 4 0,3 2-9 0,-6 7 4 15,6-8-5-15,2 16 4 0,0 1-1 0,7-2-1 16,-2-3 6-16,6-2-4 0,5 0 0 0,-7-2 0 16,3-4-1-16,3-2 2 0,2-1 1 0,0 0 7 15,0-3-1-15,1 0 2 0,8 5-7 0,16 4 4 16,2-7-6-16,3-4 4 0,3-3-4 0,0-5 2 0,1-3 1 16,-3-2-1-16,2-2 1 0,-3 0-2 15,-1 0 0-15,-1 13-2 0,-2-14-8 0,-2 3 8 0,1 0-1 16,-1 2 3-16,-4 2 3 0,-5-2 3 0,-1 1-7 15,-1 3 3-15,-2 2-2 0,-1 3-3 0,-3-1 6 16,-4 2-4-16,-2 0 1 0,0 0 0 0,1-1 3 0,1-1-2 16,-1 2 8-16,0 0-3 0,1 0-6 0,-1 1 1 15,-1 0-1-15,0 1 6 0,1 7-2 0,-2 18 3 16,0 1 0-16,-5-1-9 0,-2 0 9 0,0 0-8 16,-3-2 2-16,3 0 2 0,4-4-3 0,-1-3 2 15,1-2-1-15,0-2 2 0,1-4-3 0,0-1 2 16,0-2-2-16,1-1 3 0,1-1 3 0,0-1 0 15,0 0 1-15,0-2-7 0,0 2 2 0,0-1-2 0,1 1 3 16,1-1 4-16,0-1-5 0,0 0 4 0,8 2-6 16,4-2 0-16,1-2 4 0,6-4-2 0,-8 0 9 0,3-4-13 15,-1 5 2-15,-3-13-6 0,6 0 7 0,-5-5-1 16,0-1 6-16,-1 3-5 0,-1-2 8 0,-4 6-9 16,1-2 0-16,-3 0-2 0,-1 2 5 0,-1 4-1 15,-1 3-2-15,4 2 0 0,-4 3-8 0,-2 3 0 16,1-1 4-16,1 0-4 0,-1 1 2 0,0 1 8 15,0 1-3-15,0 2 4 0,8 20-6 0,-5 4 2 16,0 2-2-16,-2-4 2 0,2 1 3 0,-1-6-4 16,2-3 4-16,0-5-4 0,-1-2 0 0,1-3 4 15,0-1 1-15,-3-4 1 0,10 7 4 0,0-3-4 16,2-2-1-16,2-3-1 0,1-1-2 0,1-4-2 0,2-6 3 16,3 6-2-16,1-16 1 0,5-9-3 0,-2 2-7 15,1-4 4-15,-1-7 2 0,-2 0-6 0,-1-2 9 16,1 0-9-16,0 2 5 0,-2 1 3 0,-2 2 0 15,-4 2 2-15,-3 2 4 0,-5 3-4 0,0 2 6 0,-3 0-4 16,-3 1 5-16,-1 3 7 0,10 2-7 0,-5 5 7 16,-3 4-3-16,-3 3 6 0,-1 5-6 0,0 0 5 15,0 1-18-15,0 1 0 0,0 1 4 0,0 0-1 16,-1 2 15-16,-6 17-11 0,-5 13 2 0,-1 1-3 16,1 1 1-16,2 0-1 0,-1 2-5 0,0 3 1 15,0 5-12-15,1-1-10 0,1 2-1 0,1 1-3 16,-3-5-11-16,1-5 0 0,-2-3 1 0,2-10 1 15,2-8 6-15,5-9 22 0,0-3-8 0,-1 1 13 0,-4-2-6 16,1-2 2-16,3-1 1 0,-3 0-1 0,2-25-4 0,1-5 1 16,2 0-5-16,-1-3 2 0,-14 2-21 0,8 2-17 15,4 2 3-15,4 7-8 0,1 0-10 0,0 6 9 16,0 0-6-16,0 6 7 0,1 0-1 0,0 3 23 16,0 2 2-16,1 1 7 0,-1 0 18 0,13 1 9 15,2-2 0-15,4 2 5 0,-3 0 11 0,0-2 31 16,2 1-1-16,1-1 12 0,2-1 9 0,1 1-7 15,-1-2-5-15,3 0-1 0,0-1-11 0,-1 0-14 16,2-1 4-16,2 1-9 0,-2 1-12 0,-2 1-11 0,-3 1 7 16,-5 2-7-16,-2 1 7 0,-3-6-5 0,-2 2-4 15,-4 3 2-15,0 1-2 0,-4 1 11 0,1 0-4 16,0 0 6-16,0 0 2 0,0 1 4 0,-1 1 3 16,5 13 0-16,-2 9-5 0,-4 4-8 0,-2 4 1 0,-6 6-2 15,-1 6 3-15,-3 1-13 0,-1 4 5 16,2 0-6-16,0-6 0 0,2-1 1 0,2-4 1 15,1-9 3-15,1-2 2 0,1-4-6 0,3-4-1 0,0-4-1 16,1-3 3-16,0-3 0 0,0-2 0 0,0-3-1 16,0-1 2-16,0-2-1 0,0 2 1 0,1-1 0 15,0 0 6-15,1 0-13 0,-1-1 0 0,0-1-6 16,0-1-6-16,-1-1 11 0,11-18-1 0,-3-1 4 0,0-2-1 16,-1-2 3-16,0-2 2 0,0-5 0 0,2-1 4 15,0-4-1-15,0-2-5 0,2-2 1 0,1 1-6 16,2-1 6-16,1 1-3 0,2 4 3 0,-15 2-3 0,18 6-8 15,-2 3 6-15,0 5-4 0,0 5 16 0,-4 4-6 16,1 4 3-16,-2 4-5 0,-2 2 1 0,-2-6-4 16,-2 3 2-16,-2 3-3 0,0 1 8 0,-4 0 12 15,1 1-7-15,4 9 7 0,-1 12-5 0,-7 1-5 16,-9 4 3-16,7 3-4 0,-24-2 3 0,-7 1 2 16,0 1-5-16,-2-2 4 0,0-3-4 0,10-3-1 15,2-9 3-15,10-2-3 0,4-3 3 0,4-7-9 16,3 4 3-16,3-5-6 0,-1 2-1 0,0 0-6 15,0 1-2-15,1-2 0 0,1 0 7 0,0 0-7 16,1-1 5-16,13-4-5 0,11-7 11 0,5-4 0 0,-2 14-1 16,1-16 1-16,2 1 0 0,-5-4 4 0,1 1 2 15,-1 0 0-15,-2-1 1 0,1 2-5 0,-2 1 1 16,-1 0-2-16,-1 0 4 0,-4 1 0 0,1 1 3 0,-5 1-2 16,-1 1 6-16,-3 2-6 0,1 2-2 0,-3 3 0 15,-3-1 2-15,0 4 6 0,-2 0 0 0,-1 1 1 16,2 0 0-16,-1-1-7 0,0 1 3 0,0 1-3 15,-1-1 15-15,0 1 2 0,0 1 2 0,-1 1-3 16,-1 2-7-16,-4 9-6 0,-5 11 0 0,-1 2 0 16,1 1 0-16,0 1-5 0,1 1 0 0,2-1-2 0,1-2 2 15,1-3 0-15,2-2 2 0,0-1-1 0,3-3 1 16,0-3 0-16,1-1 2 0,1-4-1 0,-1-2 2 16,0-4-5-16,1 1 0 0,4 0-1 0,8 4 6 0,3-3-1 15,2-3-3-15,2-2 1 0,0-5-3 0,4-5 1 16,0-1 0-16,2 9 1 0,1-17-4 0,-1 1 3 15,-5-2 0-15,-1 2 0 0,-2 3-12 0,-4 2 11 16,-2 1-4-16,-2 3 5 0,-2 2-1 0,-2 5 1 16,-1-1-2-16,-4 3 2 0,2-1 0 0,-1-1-3 15,1 2 3-15,2 1-3 0,-3 0 8 0,2 1-6 16,-1 2 1-16,1 1-4 0,3 10 0 0,0-2 2 16,2-2 2-16,1-1-2 0,1-4 2 0,1-2 0 15,0-2-1-15,3 10 1 0,-1-5 6 0,3-3-5 0,1-3 3 16,1-5-4-16,2-5 2 0,-1 8-2 0,-1-19-1 15,4-1-2-15,-3 0 2 0,-3-1 1 0,2-2-1 16,-3-1 1-16,1-3 0 0,1-2 0 0,-1-4-1 16,-2-4 0-16,-1-5-3 0,-2-5 1 0,-2-4 3 0,-2 0-1 15,0 2 6-15,0 3-4 0,-1 5 2 0,-2 4-2 16,1 3 3-16,-4 3-4 0,1 1 0 0,-3 6-2 16,13 0 2-16,-7 6 5 0,-3 7 2 0,-3 0 1 15,-1 8 4-15,0 1-5 0,0 3-1 0,0-2-3 16,-1 2-4-16,0 1 12 0,-2 1-4 0,-5 17 6 15,-10 15-11-15,2 4 5 0,-5-1-3 0,4 4 4 0,-2 3-4 16,2 10-9-16,3 6 6 0,0 3-7 0,2 2 8 16,2-8 1-16,0-5-6 0,3-9 4 0,0-8-1 15,3-7 1-15,-9-4 4 0,6-6-2 0,4-1-6 0,0-6-2 16,2-1 1-16,1-7 0 0,0 0-6 0,0 1-11 16,0-1-12-16,0-1 2 0,0 0-34 0,0-1-13 15,0-1 4-15,0-1-6 0,-2-24 15 0,2-1 25 16,0-3 8-16,2-2 5 0,0 1 26 0,1-3-3 15,-2 1 1-15,1 5 1 0,1-3 19 0,-2 11 6 16,2 5 1-16,1 4 0 0,-2 4-4 0,1 3-11 16,-2 1 2-16,5 1-5 0,13-10 3 0,0 6 0 15,6 5-2-15,1 3-1 0,2 4-13 0,5 5 7 16,1 1-5-16,4 2 3 0,0 1-39 0,0-1-158 0,0-3-52 16</inkml:trace>
  <inkml:trace contextRef="#ctx0" brushRef="#br0" timeOffset="212044.35">7622 5891 925 0,'-1'0'-14'0,"0"0"7"0,0 0 8 15,0 0 4-15,-1 0 10 0,1 0-1 16,0 0-12-16,0 0 0 0,0 0 2 0,0 1 9 0,-1 0-1 16,1 1 1-16,0 6 0 0,0 11-1 0,0-1-3 0,-2 7-4 15,2 2 2-15,-1 1 3 0,-1 7 1 0,0 0 1 16,-2 3-1-16,2 1 2 0,-2-4 12 0,-1-2 3 16,-1-1 1-16,-1-3-1 0,-2 1-1 0,1 0-8 15,0-2 6-15,-2-1-5 0,0-1-10 0,2-3 6 0,1-3-7 16,1-3 13-16,2-4-9 0,2-2 1 0,1-6-5 15,1-2-5-15,1-1 5 0,-1 1 0 0,0-1 2 16,0 0 3-16,-1 0-4 0,2-1 1 0,0-1 0 16,0-1 6-16,2-9-12 0,5-17 1 0,0-2-5 15,0-2 2-15,1-2 2 0,-1-2 0 0,0-1 0 16,0-3-1-16,-1-4-3 0,1 0 4 0,-2-1-4 16,1-1 2-16,-3 3 3 0,1 2-1 0,-2 5 2 0,1 5-4 15,-1 6-1-15,-1 1 1 0,1 3-2 0,0 3-4 16,-1 3 8-16,0 3-5 0,-1 5 7 0,0 2-5 0,0 1-5 15,1 1 3-15,-1 0-4 0,1 1-2 16,0-1 6-16,1 1 3 0,-1 1 2 0,0 1 8 0,0 2-3 16,9 18-1-16,-2 0 1 0,1 1-3 0,3 2-4 15,-1 1 2-15,-1-1-1 0,-2 1 7 0,2 0-9 16,-1-3-1-16,5 5-1 0,-13-2 0 0,18-3 4 16,-1 2-4-16,0-2 3 0,2 0-3 0,1 2 0 15,1-1 1-15,-2-4-1 0,1 2-6 0,0-2 6 16,2 1 0-16,-1 0 2 0,0-1-2 0,0 0 1 15,0 0-1-15,-1-4 1 0,-2-1-1 0,1-3 5 0,-4-4-3 16,2-3 4-16,2 1-6 0,0-1-2 0,0-3 2 16,0 11-1-16,0-7 4 0,1-2-2 0,0-4 3 15,0-4-1-15,-2-2 7 0,0 6-5 0,0-22 2 0,-4-3-3 16,-1-1 4-16,-1-4 4 0,-2-3-4 0,-1-5 4 16,0-6-11-16,-1-7-1 0,1-4 1 0,-3-1 0 15,-1 1 7-15,-1 4-7 0,0 4 5 0,-3 2-5 16,1 1 8-16,16 4 5 0,-11-1 3 0,-6 2 2 15,-3 4 15-15,-2 3 5 0,-2 8-11 0,-1 3 8 16,-1 0-19-16,1 6-5 0,0 3 6 0,3 6-7 16,-2 0-9-16,5 6-10 0,-2 0-6 0,-4-3-2 15,-1 0-20-15,0 3-9 0,-3 4 1 0,0 4-5 0,0 8-17 16,2 16-109-16,-3-1-15 0,4 1-34 0,-2-3-76 16</inkml:trace>
  <inkml:trace contextRef="#ctx0" brushRef="#br0" timeOffset="212477.53">9029 5942 1618 0,'-1'-1'5'15,"-1"0"8"-15,1 0-5 0,0 0-10 0,0-1-1 16,0 2-3-16,0 0 2 0,-1 2-4 0,-4 15 7 0,-1 16-6 16,2 7 12-16,-3 4-6 0,1 1-3 0,4 0-2 15,1-4-10-15,0-5 7 0,2-5-2 0,0-4 4 16,3-2 0-16,0-5 11 0,1-3-1 0,-1-5 5 16,1-2-2-16,-1-2 18 0,1-2 0 0,-2-2 6 15,12-1-6-15,-1-2 3 0,3 10-6 0,0-4 5 16,-2-4-5-16,6-1-4 0,0-2 3 0,2-4-4 15,3-1-1-15,0-3-9 0,1-1-1 0,-3-1-2 0,0 0-2 16,-2-1 7-16,-2 1 1 0,-2 8 0 0,0-14-4 16,-3 2 8-16,-1-5-6 0,0 1 7 0,-3-3-11 15,-2-6 11-15,1 0-6 0,-6-6 7 0,-2-2-5 16,16 0-2-16,-11-2 2 0,-7 1-2 0,-4 2 12 0,-3 3 5 16,-4 3 1-16,-2 4 0 0,8 4-4 0,-19 3-2 15,-2 3-3-15,-1 2 0 0,-3 4-19 0,-3 3-14 16,0-12-12-16,-7 9 0 0,-1 7-41 0,2 6-32 15,0 3-36-15,9 4-10 0,1 3-225 0</inkml:trace>
  <inkml:trace contextRef="#ctx0" brushRef="#br0" timeOffset="214646.38">28040 5735 8 0,'0'0'0'0,"0"0"2"0,0 0 8 0,0 0 4 0,0 0 6 15,0 0 0-15,0 0-5 0,0 0 3 0,0 0-2 16,0 0 9-16,0 0 0 0,0 0 1 0,0 0 1 16,0 0 8-16,0 0 4 0,1 0-3 0,-1 0 2 15,1 0-8-15,-1 0-10 0,1 0-9 0,1 0 2 16,-1 0-8-16,-1 0 0 0,0 0 12 0,0 0-7 15,1 0 41-15,0 0 0 0,-1 0 1 0,0 0-3 16,0 0-2-16,0 0 11 0,0 0-2 0,0 0 3 16,0 0-17-16,0 0-9 0,0 0-1 0,0 0-4 0,0-1-11 15,-1 0-3-15,0 0-5 0,0 0 1 0,-1-1-15 16,1 1 10-16,0 0-2 0,-1 0 5 0,-1 0-9 0,1 0 3 16,0-1-6-16,-7-2 4 0,-2-1 1 0,3 3 8 15,-1 0-1-15,0 1 2 0,-2 1-7 0,1 1 3 16,-2 2 2-16,0 2-3 0,2 0-8 0,0 1 7 15,3-1 3-15,2-2 3 0,3-1-2 0,1 0-1 16,0-1 1-16,1 0 1 0,0 1 5 0,0-1-5 16,-1 1-2-16,1-1 2 0,0 0 8 0,0 1-4 15,0 0 6-15,0 0-5 0,1-1-1 0,0 1-8 16,1-1 3-16,5-1-2 0,3 0 11 0,-3-1-11 16,-1-1 0-16,-3 2-3 0,1-1 5 0,-2 1 22 0,-1 0-6 15,2-1 10-15,-1 0-15 0,0 0-10 0,-1 0-2 16,1 1-3-16,-1 0-5 0,0 0 2 0,0 1 4 15,0 0-2-15,-1 1-5 0,0 4-1 0,2 5-1 16,1 1 0-16,1-2-11 0,0 1-20 0,1-1-12 0,1 0-4 16,-4-1-71-16,15-3-132 0,3 1 1 0</inkml:trace>
  <inkml:trace contextRef="#ctx0" brushRef="#br0" timeOffset="-214451.27">28374 8625 1332 0,'-2'-2'21'0,"-8"-1"11"16,-4-2 30-16,7 3-38 0,3 1 7 0,2 1-20 15,1 0-14-15,-1-2-6 0,-1 1-7 0,2 0 5 16,0 0 0-16,0 1 11 0,0 0-1 0,1 0 2 16,0 0 2-16,0 0-5 0,0 0 0 0,1 0-3 15,0 0 10-15,0 1-5 0,0-1 3 0,0 1-4 16,1 0 1-16,-1 1-15 0,0-2-20 0,0 0-3 16,0 0-111-16</inkml:trace>
  <inkml:trace contextRef="#ctx0" brushRef="#br0" timeOffset="-204309.52">4474 9113 5 0,'0'0'0'0,"0"0"9"15,0 0 99-15,0 0-20 0,0 0 8 0,0-2-41 16,0 1-6-16,2 0-12 0,-1 0-2 0,0 0-2 16,0 0-21-16,0-1 10 0,0 1-3 0,1 0 8 15,-1 0 15-15,0 0 3 0,-1-1 0 0,0 1 0 0,0 0 8 16,0 0-14-16,0 0 8 0,0 0-10 0,0-1 11 16,0 1-7-16,-1 0-3 0,0-1-2 0,-1-1-20 0,1 1-1 15,0 0-2-15,0-1 2 0,-1 1 4 0,-1 0-7 16,1-1 6-16,1 3-6 0,-3-2-1 0,-2-2-2 15,0 1-6-15,3 0 5 0,-4 0 0 0,1 1 3 16,-1-2 4-16,-3 1-2 0,5 1-3 0,-4 1 6 16,0 0-13-16,4 1 11 0,-4-1-13 0,-1 1 11 15,3 0-2-15,-4 0 4 0,0 1-14 0,-1 1 0 16,-1 1 2-16,2 0-1 0,-2 2 6 0,-1 0-3 16,2-1 0-16,4 1-1 0,-7 3 1 0,3 1-1 15,-4 1 2-15,-3 2-2 0,6-11 3 0,-2 12 6 0,1 2-7 16,3 2 7-16,-1-1-8 0,0 2-1 0,0-2 4 15,-1 1-3-15,1 0 6 0,1 3-8 0,0 3 3 16,2-2-4-16,0 0 8 0,2-2-6 0,0 0 1 16,1 2-4-16,2-1-5 0,-2 0 9 0,2 0-7 0,1-1 7 15,0-1-7-15,2 2 1 0,0 0 5 0,-11 0-3 16,4 2 4-16,3 0-3 0,3 0-3 0,2 3 2 16,0-3 6-16,0 2-7 0,2-1 4 0,1 0-5 15,0 0 6-15,0-4 3 0,0-2 0 0,1-5-1 16,0 1-6-16,1-2 6 0,1 0 1 0,0-3 1 15,-5 0-3-15,8 1 6 0,3-3-7 0,2 1 6 0,0-2-14 16,-1-3 13-16,0 3-8 0,4-4 11 0,-1 2-5 16,4-2-4-16,2 11 3 0,-2-5-6 0,0-4-5 15,0-3 5-15,-1 0-6 0,1-2 5 0,1-3-20 0,-2-1 2 16,1-2-6-16,-2 0 1 0,0-3-22 0,-2 9-12 16,-1-15 2-16,-1 0-14 0,0-1-105 0,2-1-104 15</inkml:trace>
  <inkml:trace contextRef="#ctx0" brushRef="#br0" timeOffset="-202857.76">5138 9257 70 0,'0'0'2'0,"0"0"-2"0,0 0 5 0,0 0 1 0,0 0 0 15,0 0-8-15,0 1 9 0,0 1 3 0,1-1 4 16,0 0 20-16,0 0 5 0,0 0 11 0,-1 0-2 16,2 1 33-16,-1-1-5 0,0 0 6 0,0 0-5 15,0 0 3-15,-1 1-13 0,0-1 0 0,0-1-5 16,0 0-17-16,0 0 0 0,1 1-11 0,1 0 8 0,-1-1-9 15,0 0-10-15,0 0 10 0,0 0-9 0,0 0 15 16,1 0-12-16,0 0-1 0,0-1-4 0,1 0-1 16,-1 0-1-16,0-1-1 0,2 1 0 0,3-4 11 15,-5 4-5-15,1 0 14 0,-1-1-10 0,0-1 18 16,0 1-21-16,1-4-1 0,-2 1-4 0,-1 3 14 0,1-3-15 16,-1 3 8-16,2-4-11 0,-2-1 10 0,0 1-10 15,0 3-1-15,-2-1-4 0,0-1-1 0,1 3-2 16,-10 0-1-16,-6-10-1 0,6 7 0 0,-3 1-1 15,-1 0 0-15,1 3-1 0,-4 1-6 0,0 0 4 16,1 2 2-16,-2 4 1 0,-1 4 4 0,1 0-7 16,0-6 0-16,-1 10-2 0,1 1 5 0,-1 4-3 15,3-1 1-15,0 1-1 0,0-1-3 0,0 0-3 16,1-2 3-16,0 0-1 0,2 0 8 0,3-2-11 0,-1 0 2 16,4-1-5-16,1-1 7 0,1 0 3 0,2-1-3 15,-2 0 1-15,2 0 0 0,2 0-1 0,-3-1 3 16,-3-1-3-16,4 1-7 0,0-1 5 0,3 0-4 15,1-2 5-15,1 3 0 0,2-3-1 0,0 0 2 0,4 2-1 16,-4 0 1-16,8-1 1 0,2 1-2 0,2 1 2 16,-2 0 3-16,4 3-3 0,-2 1 1 0,0 0-2 15,2 2-4-15,-3-2 2 0,1 0 3 0,-2 0-1 16,4 4 3-16,-2-2-3 0,1 1 1 0,-1-2-1 16,-1 0 0-16,-1-1 1 0,0-1-3 0,-2-1 2 15,0-1 2-15,-2 1 0 0,-2-3-2 0,0 0 1 0,-1-3 4 16,-1 1-9-16,-1-2 8 0,-2-2-7 0,0 1 7 15,1-1 9-15,-1 2-10 0,-1-1 8 0,0 1-11 16,-1 1 3-16,-1 0 0 0,-2 0 1 0,-4 1-4 16,-10-1 1-16,-3-1 3 0,1-1-1 0,-2 0-3 0,1-1 5 15,0-1-4-15,0-1 5 0,0 11-8 0,3-5 7 16,-5-3-5-16,2-2 6 0,0-2-1 0,0 0-5 16,4 0 4-16,2-2-5 0,2 1-1 0,-3-2 3 15,2 0-3-15,0 0 3 0,1-1 3 0,5 2-4 16,0 0 2-16,2 0-3 0,2 1-5 0,-1 0 4 15,2 0-3-15,0 0 2 0,-1-1-10 0,2 1-25 16,0-1 1-16,0 0-8 0,-1-1-3 0,2 2 4 16,2-7-14-16,1-2-5 0,5-1-144 0,1-3-113 0,13-2-58 15</inkml:trace>
  <inkml:trace contextRef="#ctx0" brushRef="#br0" timeOffset="-202291.33">5629 9512 447 0,'-1'0'133'0,"-1"0"-136"0,-8-1 157 15,-3 0-70-15,3 0-1 0,1 1-41 0,4 0-6 16,0 0-13-16,3 0-26 0,-1 0 2 0,2 0-1 16,-1 0 1-16,-1 0-1 0,1 1 2 0,1 0-3 15,0 0 2-15,-1 1-10 0,1-1 12 0,1 1 5 0,0 0 2 16,0 1 18-16,1-1 1 0,1 1 9 0,-2-2-5 16,3 1 18-16,7 0-2 0,0 1 0 0,1-2-2 15,-3 0-7-15,3 0 0 0,1 0-2 0,1 9 1 16,3-3-4-16,0-1-6 0,1-2-2 0,-2 0 0 15,-1-2 1-15,4 0-12 0,-4-1 7 0,5 0-9 16,-4-1 2-16,-1 0 2 0,-1 0-9 0,-1 0 6 0,1 0-13 16,-3 0-1-16,0 0 4 0,0 0-3 0,0 0 11 15,-2 0-11-15,0 0 1 0,-2 0-2 0,0 0 7 16,0 0-9-16,-3 0 5 0,2 0-8 0,-2 0-6 0,1 0-15 16,-1 0-3-16,1 0-6 15,1 0-37-15,-2 0-69 0,2-1-34 0,2-3-16 0,2-2-158 0</inkml:trace>
  <inkml:trace contextRef="#ctx0" brushRef="#br0" timeOffset="-201591.5">6773 9432 224 0,'0'0'64'0,"0"0"65"0,0 0-5 16,0 0-6-16,0-1-8 0,0 0 1 0,0 0-33 16,-1 0-10-16,0 0-8 0,0-2 1 0,0 1-22 15,1 1-9-15,-3-4 4 0,0-1-5 0,0 1-3 0,0-2-19 16,2 4 6-16,-3-4-7 0,2 1 7 0,1 2-1 16,-1 0-9-16,0-1 7 0,1 1-4 0,-1-1 7 15,-1 0 8-15,1 0-2 0,0-1 16 0,0 3-12 16,-2-6 4-16,0 4-6 0,-1-1-2 0,3 1 0 15,-5 3-2-15,0-2 2 0,0 3 0 0,-3-6-5 16,0 1 2-16,-2 0-4 0,0 1-4 0,-2 1-2 16,1 0 0-16,-2 2 1 0,0 2 0 0,2 0 3 15,1 1 1-15,-3 3 0 0,2-1 3 0,-1 2-4 0,1 1-2 16,0 1-1-16,1 0-7 0,2 0-1 0,-1 0 2 16,0-5-1-16,2 9 4 0,-2-2-1 0,1 2-3 15,-1-1 3-15,2 3-2 0,-1 0-1 0,2 3 0 16,-1-2-1-16,-2 0 1 0,2 1 2 0,-2 2-2 0,3 0 2 15,2 2-5-15,0 1 3 0,-2 0 0 0,2 1 1 16,-1 0-5-16,1 3 4 0,5-1-4 0,0-1 4 16,-12-1 6-16,6-3-9 0,3 1 3 0,2-3-5 15,2 1 8-15,1-4 1 0,1 2-4 0,3 0 1 16,-1-6-1-16,2 3 1 0,-2-4 3 0,-3 0-1 16,12-1 3-16,-2-2-1 0,1 1 3 0,3-1-3 0,0-1-5 15,1 1 6-15,0 6-1 0,-1-4 3 0,1-3-2 16,0-1-6-16,1-1 2 0,-1-1-2 0,0-1 3 15,1 0-7-15,-4-1 0 0,3-1-3 0,0-1 1 16,0 0-14-16,-2-1 5 0,-2 1-9 0,1-2-5 0,-1-1-18 16,4-3-3-16,-2 8-7 0,3-15-38 0,3-1-185 15,-3-3 15-15</inkml:trace>
  <inkml:trace contextRef="#ctx0" brushRef="#br0" timeOffset="-201206.76">7184 9225 932 0,'-1'-1'505'0,"-2"0"-753"0,-7-4 621 0,-1 0-366 15,5 2 12-15,4 2-20 0,-1 0 2 0,1 0-8 16,1-1 6-16,0 2-5 0,0 2 6 0,1-1-6 16,0 1 6-16,1 11 0 0,1 4-3 0,0-1 2 0,1 1-2 15,-1-2 7-15,-1-1-3 0,1 0 3 0,-1 0-4 16,-1-1 11-16,0 2 3 0,0-1 2 0,-3 2 8 16,1 0 0-16,0 2-2 0,0 1 1 0,0-1 2 15,0 4-10-15,-2 0 8 0,0 2-10 0,-1 3 9 16,-1 1-13-16,-1-1 5 0,0 3-7 0,0-1 5 0,0-2-14 15,1-1 2-15,1-3-4 0,2-2 8 0,-1-1-4 16,2 0 0-16,1-6-2 0,-2-1-6 0,2-2-11 16,0-1-3-16,1-1-3 0,0-2-21 0,0-4-16 15,0 0-10-15,0-1-4 0,0-1-56 0,1 1-96 16,0 0-20-16</inkml:trace>
  <inkml:trace contextRef="#ctx0" brushRef="#br0" timeOffset="-200607.19">7127 9171 1461 0,'-1'0'29'15,"0"-1"-5"-15,-1 0 20 0,0 1 3 0,-1-1-9 16,1 0-16-16,0 1-16 0,0-2 2 0,0 1-7 15,0 0 7-15,1 0-7 0,0 0 6 0,1 0-7 0,0-1 5 16,1 1 2-16,0 1-7 0,1 0 3 0,12 0-3 16,1 0 0-16,0 0 5 0,-3 1-5 0,5 2 3 15,0-1 0-15,2 0-1 0,2 2 0 0,-6 0-7 0,0-2 5 16,-1 3 0-16,-3-2 5 0,0 1 8 0,-2-1-11 16,-2 1 8-16,-2-2-8 0,1 3 16 0,-1-4-2 15,-2 5-1-15,-2 4 0 0,1-5-4 0,5 5 4 16,-3 0-8-16,0 2 7 0,-3 4-3 0,-2 1-4 15,-4 2 5-15,-3-1-6 0,7 2-2 0,-20 2-2 16,-4-1 0-16,0 0 0 0,3 0 1 0,1-1 4 16,3-1-2-16,5-3 2 0,1 0-12 0,-2-3 5 15,1 0 0-15,-1-5 5 0,1 0 4 0,6-1-6 16,0-2-1-16,3-1-1 0,0 0 10 0,-1-3-1 0,3 1 0 16,0 1 0-16,-1-1-10 0,2 1-2 15,0-2 1-15,0 0 0 0,0 0 4 0,1 0 1 0,0 0-4 16,1 1 1-16,0-1-4 0,5 1 4 0,13 3-1 15,1-2 2-15,1 1-3 0,2-2 0 0,-2-1 1 0,1 2 0 16,-1 0-4-16,-1 1 5 0,0 2-1 0,-1 0 3 16,1 1-4-16,-3 0 8 0,1 1-4 0,-2 0 5 15,-2 0-11-15,-1 2 9 0,1-7-1 0,-1 10 4 16,-1 1-5-16,-4-2 7 0,-1-1 1 0,-2-3 1 16,-1 1 9-16,-3 4 6 0,0-2 6 0,7 1 0 15,-3 1 16-15,-4-3-4 0,-1 2-3 0,-2-3 0 0,-4 1-6 16,2 1 2-16,-12 1-1 0,-2-1 0 0,-1 1-5 15,-2-3-12-15,0 0 0 0,-2 0-4 0,-3 0-11 16,-1 0-6-16,0 0 0 0,1-2-1 0,1-1-1 0,-2-1-36 16,-1-1-12-16,-6 0-19 0,-2 0-138 0,-2 1-277 15</inkml:trace>
  <inkml:trace contextRef="#ctx0" brushRef="#br0" timeOffset="-197454.68">4164 10634 32 0,'0'0'0'0,"0"0"47"16,-1 0 13-16,0-1 23 0,-1 0 7 0,1 0-41 0,0 0-8 16,0-1-14-16,0 1-3 0,0-1 2 15,-1-1 0-15,1 1-3 0,-1-4 8 0,-1 0-5 0,2 3 22 16,0-2-12-16,1 2 6 0,0 0-6 0,-1 0 20 16,1 2-8-16,0-1-1 0,-1 0-5 0,1 0-20 15,0-1-6-15,0 1 0 0,0 1-1 0,0 0-2 0,0-1 14 16,0 1-6-16,0 0 7 0,1 0-12 0,0 0 6 15,0 0 2-15,2-1 1 0,6-4-3 0,5 1 3 16,5-1-4-16,0 1 5 0,-2 0 9 0,5 1-11 16,0-1 7-16,1 0-9 0,7-1 9 0,-3 2-8 15,0-2 3-15,2 0-4 0,0 0-1 0,0-1 3 16,3-2-4-16,1 0 5 0,2 0-5 0,3-2 9 16,-3 1-7-16,0-1 7 0,0 1-8 0,1-1-1 15,-3 0 6-15,0 0-5 0,-4-1 1 0,-3 1-15 0,0 1 3 16,-3-1-5-16,0 2 9 0,-3 0-13 0,-3 2 6 15,0 2-7-15,-3 0 6 0,-3 1-3 0,1 1-3 16,-4 0 0-16,0 2 0 0,-3 0 5 0,-2 1-2 0,-1 0 2 16,0-1-3-16,1 0 1 0,-1 0-1 0,1 1-1 15,-2 0-9-15,0 0-24 0,0 0-4 0,0 0-10 16,0 0-50-16,1 0-158 0,-1 0-6 0</inkml:trace>
  <inkml:trace contextRef="#ctx0" brushRef="#br0" timeOffset="-196770.13">6706 10465 1222 0,'-1'0'19'0,"-1"0"-2"0,-19-4 26 15,2 3-5-15,6 0 3 0,-4 1-25 0,7 0-6 16,0 0-2-16,3 0-1 0,1 0-3 0,3 0-5 16,1 0 1-16,0 0-3 0,0 0-1 0,0 1 3 15,-1 0 1-15,2 1 1 0,0-1 7 0,0 0 0 16,0 0 3-16,1 0 0 0,1 0 20 0,0-1-1 15,4 0 3-15,14 0-2 0,2-2 11 0,6-4-11 16,2-2-5-16,3-3-1 0,4 0-12 0,-2-2 1 16,-1-1 0-16,4-3-1 0,-2-1 1 0,4 1-8 0,3-1 6 15,2 3-8-15,3 0 7 0,0-1-5 0,-2 2-1 16,-2-2 0-16,-1 0 4 0,0 4-8 0,-1 0 1 0,-5 1-3 16,1 2-1-16,-4-1 3 0,-2 1 2 0,1 1 1 15,0 1-10-15,0 1 2 0,-3 0-14 0,1 0 8 16,2 0-38-16,1 0-56 0,0-1-71 0,1-1-10 15,0-1-372-15</inkml:trace>
  <inkml:trace contextRef="#ctx0" brushRef="#br0" timeOffset="-192467.12">8338 9398 256 0,'0'0'68'0,"-1"0"-10"0,0 0 46 0,0 0 5 0,-1 0-45 16,-1 0-19-16,1 0-20 0,-4 0-9 0,0 0 5 16,0 0-13-16,-1 0 0 0,1 2 6 0,0-1-3 15,1 0 8-15,2-1-1 0,1 1 2 0,0 0-1 16,0 0 17-16,1 2-1 0,0-1 3 0,0 0-4 16,1 1-5-16,0-1 5 0,1 0-2 0,1 1 3 15,7 3-8-15,11 4-4 0,2 0-2 0,1-3-2 16,6-1-7-16,2-2 5 0,5 1-8 0,2 0 7 0,5-1-6 15,0 1 6-15,1 0 5 0,1 0-3 0,2-1 7 16,1 1 10-16,-1-1-6 0,3-1 7 0,-1-1-3 16,6 1-9-16,4-2 2 0,3-1-6 0,0 0-2 0,-2 0 2 15,-2 0-3-15,-3-1 2 0,2 0-6 0,3-1-13 16,2 1 5-16,-2 0-8 0,1 0 7 0,-5 0 3 16,-5-2-2-16,-2 1 0 0,-4 0-11 0,-7-1 12 15,-2 1-7-15,-3 1 8 0,-6 0-12 0,-1-2 7 16,-2 1-2-16,-7 1 5 0,0 0 2 0,-4-1-7 15,-5 2 4-15,-1-1-4 0,0 0 7 0,-6 1-7 16,1 0 2-16,1 0-5 0,-2 0-8 0,0 0-25 16,0 0-10-16,1-1-5 0,-1 0-46 0,0-1-147 0,0 1 13 15,0 0-70-15,0 0-118 0</inkml:trace>
  <inkml:trace contextRef="#ctx0" brushRef="#br0" timeOffset="-191997.7">9899 9080 856 0,'-1'0'99'0,"-2"-2"230"15,-2 0-305-15,-4-1 1 0,5 0 2 0,0 2-4 0,3 1-14 16,-1-1-9-16,-1 0 1 0,1 0-3 0,1-1-2 15,-1 1-7-15,1 1 5 0,0 0-4 0,0 0 13 0,1 1-3 16,0 1-4-16,0 0 1 0,0 0 3 0,6 9 0 16,-1-3 5-16,0 0-4 0,0 4 3 0,7-1-2 15,0-1-1-15,2 1 0 0,3-2 7 0,1 1-3 16,1-2 1-16,3 4-2 0,-2-2 0 0,3 0-1 16,1 1-1-16,0 0 0 0,-1 1 5 0,4-1-4 15,-3 0 5-15,-1-2-6 0,2 0-1 0,-4 0 9 16,2-1-4-16,-2 1 5 0,-2-1-11 0,1 0 0 15,-3 1 0-15,0-2 1 0,-2 2-6 0,-2-2 5 16,-1 0 0-16,-1 1 5 0,-1-2-5 0,-2 0 1 0,-3-1 0 16,-2-1 4-16,0 1 6 0,-1-2 4 0,-1 0 4 15,1 0 0-15,0 0 22 0,-1 1-1 0,-1 3-5 16,-3 3 1-16,-2 0-9 0,-2 3 0 0,-16 0 8 16,1 3-6-16,-2-1 7 0,1 1-6 0,-2 1-3 0,2-2 0 15,-1 2-3-15,-1-3 7 0,2 1-4 0,-2 1 5 16,3 0-9-16,2-1-5 0,2 0-1 0,3-1-3 15,-2 0-13-15,6-1-5 0,2 4-5 0,1-2 0 16,4-2-16-16,-1 7-69 0,-1-1-13 0,2 4-35 16,1 3-193-16</inkml:trace>
  <inkml:trace contextRef="#ctx0" brushRef="#br0" timeOffset="-173033.96">12681 9019 256 0,'0'0'-65'0,"0"0"41"16,0 0-2-16,0 0 10 0,0 0 59 0,0 0 2 0,0 0-11 16,0-2 1-16,0 1-4 0,0 0-2 0,0 0 6 15,0 0-4-15,0-1 6 0,0 1 0 0,0-1 2 16,0 0-5-16,0-1 2 0,0 1-13 0,0-2 2 16,0 1 2-16,0-1-2 0,-1 1 5 0,0-1-7 15,1 2 9-15,-1-2-8 0,1 3 12 0,-2-2-2 16,1 0 1-16,0 1-3 0,-1-2-11 0,-1 1 6 15,1-2-1-15,-3 2 5 0,-1 0-4 0,1 0-2 0,0 0 0 16,-5 0 1-16,0-2-4 0,-1 2-8 0,0 0-1 16,4 1 1-16,-3 0 7 0,0-5-12 0,0 1 0 15,-4 0-4-15,-1 1-7 0,2 3 6 0,-4 1-1 16,2-1 3-16,1 2 2 0,-4 0-1 0,-1 2 0 0,3 0 0 16,-3 1 8-16,2 1-5 0,0 1 5 0,-1-1-5 15,3 1-2-15,1 0 6 0,-1-1-8 0,-2 2 7 16,2 0-13-16,0 1 0 0,-1 0 4 0,2 2 0 15,-1 1 7-15,-1-7-12 0,-3 9 6 0,2 5-8 16,-3-1 7-16,0 1-2 0,2 4-2 0,-1-1 3 16,1 1 3-16,2 3-3 0,1 0 4 0,1 1-3 15,3 2 2-15,0-3-9 0,4 2 2 0,1-5-3 16,5 1 1-16,-12-1 6 0,6-2-4 0,3 0 5 0,3 0-4 16,1-1 0-16,3 0-2 0,1 0 0 0,1-2 0 15,1 1 0-15,1-1 6 0,0-1-4 0,4 2 6 0,-9-2-4 16,17 0 0-16,-2-2-1 0,-1 0-2 0,2 1 1 15,1-1 0-15,0 4 1 0,2-3 1 0,-2-2 0 16,-2-1-3-16,3 0 1 0,-2 1 2 0,1-3-2 16,1 2 4-16,0-5-4 0,-1-3 0 0,2 0 1 15,1 9-1-15,4-2 3 0,3-4 3 0,0-3-5 16,2-2 2-16,-1-1-2 0,1-1-1 0,-2-3-2 16,0-1-1-16,0 0 2 0,-1-2 1 0,-1 0-15 0,0-1-3 15,-3-2-5-15,-2 1-16 0,0-2-22 0,-1 1-4 16,3-1-19-16,-3 0-140 0</inkml:trace>
  <inkml:trace contextRef="#ctx0" brushRef="#br0" timeOffset="-172550.81">13120 8902 895 0,'-3'-1'56'0,"-7"-3"119"0,-3 1-158 0,8 2-12 16,3 1-2-16,0 0-3 0,0 0 0 0,-1 0 0 15,0 1-2-15,1 0 1 0,0 1-5 0,-2 4 3 16,3 7 1-16,-1 1-1 0,-2 0 2 0,3-1 2 15,-8 1-3-15,3-1 3 0,0 0 4 0,0 3-7 16,1-2 9-16,1 2-9 0,0-1 6 0,-2 2 12 16,0-2-6-16,0 1 8 0,-1 1-5 0,0 1 7 15,1 1 0-15,-1-2 2 0,1 1-9 0,1 1-3 0,-1 0 3 16,1-2-3-16,1 2 1 0,2-4-2 0,0 2-4 16,1-1 4-16,1 2-5 0,1 1-2 0,1-1-2 15,3 0 0-15,-2-3 5 0,4 1-7 0,0-2 5 16,3 0-5-16,-2-1 9 0,6-1-3 0,3-2-4 15,0 0 0-15,1-2 0 0,4-1-1 0,-1-1 1 16,1-3-1-16,-4 0-4 0,0 8 7 0,1-4-1 0,-1-2 4 16,0-3 1-16,-1 0 4 0,-2-2-1 0,0 0 2 15,0-2 1-15,-3 1-12 0,0-1 8 0,0 0-10 16,0-1-1-16,-3 1-3 0,2-2-11 0,-4 2 5 16,0 0-23-16,2-3-21 0,-1 1-3 0,1 0-15 0,0-1-94 15,-4 3-148-15</inkml:trace>
  <inkml:trace contextRef="#ctx0" brushRef="#br0" timeOffset="-172266.8">13119 9235 1378 0,'-2'-1'7'0,"0"-2"7"0,0 1 3 0,-1 0-20 0,2-1 6 16,0 2-10-16,0 0 6 0,1 0 1 0,1 0-2 15,1-1 2-15,10 0 0 0,7 1-1 0,2 1 0 16,0 1-1-16,0 1-5 0,2 2-10 0,-1-1 1 16,-1 0-5-16,-1-2-12 0,-1 1 1 0,0 0-2 0,-3-2 5 15,0 0 12-15,-6 0 2 0,-1 0 0 0,-2-2-3 16,-2 0-34-16,-2 1-45 0,0-4-1 0,-1-9-15 15,9-4-22-15,-3 1-31 0</inkml:trace>
  <inkml:trace contextRef="#ctx0" brushRef="#br0" timeOffset="-172032.52">13197 8796 1319 0,'-1'-1'115'0,"0"0"-149"16,0-1 135-16,-5-8-72 0,1 3-7 0,4 5-25 15,1 1 8-15,-1-2-12 0,1 1 10 0,1 0 1 16,1 0-2-16,20-6 1 0,5 3 1 0,2 5-9 16,2 2-5-16,3 2-3 0,-1 2-21 0,6 1-20 15,-1 1-2-15,3-1-14 0,-3 1-89 0,-3-1-119 0,-5-3 9 16</inkml:trace>
  <inkml:trace contextRef="#ctx0" brushRef="#br0" timeOffset="-171682.85">13790 9195 627 0,'-1'-1'188'0,"0"0"57"16,-2-2-112-16,-4-2-125 0,-1 0 0 0,5 2-16 0,1 3-27 15,0-1 17-15,0 0-18 0,1 0 28 0,-1 0 8 16,2 1-6-16,2 0 6 0,-1 0-4 0,1 0 7 15,17 3 0-15,4 2 4 0,1-3 2 0,5 0 2 16,1 0 1-16,-1-2 1 0,5 0-1 0,-1-3 2 16,-3 0 0-16,1-1 0 0,-3 0-10 0,-3 0 0 15,-1 2 1-15,-4-2 0 0,-1 1 1 0,-1-1-17 16,-1 1-5-16,-1-1-5 0,1 1-27 0,-1-3-47 0,-1 1-16 16,2-1-11-16,-2-1-54 0,3-1-33 0</inkml:trace>
  <inkml:trace contextRef="#ctx0" brushRef="#br0" timeOffset="-171282.54">15157 8833 1220 0,'-3'-1'18'0,"-6"-7"9"0,-8 3 26 15,3-2-12-15,1-1-8 0,-1 5-1 0,2 1-30 16,-5 0-4-16,-2-9-1 0,-2 4-3 0,0 5-11 0,2 5-5 16,-5 5-2-16,4 3-1 0,-7-10-7 0,4 14-4 15,0 2 11-15,0-5-5 0,2 1 31 0,-2-1 5 16,1-1 0-16,0 1 2 0,-1-2 15 0,3-1 10 16,-1 1-5-16,-1-1 3 0,2 1-15 0,-1-2 11 15,-1 1-5-15,5 2 6 0,-1-2-20 0,4 1 5 16,5-1-5-16,0 3 3 0,2 0-15 0,4 1 10 15,1 4-4-15,-10 2 6 0,5 2-10 0,4 2 3 16,5-2 0-16,3 1 3 0,4-1 5 0,0-3-14 16,-5 3 7-16,13-4-9 0,2-1 7 0,2-2 1 0,3-1 1 15,-1-2 1-15,1-3 9 0,-1-2-1 0,3-3-1 16,1 1 2-16,1-3 7 0,4 1-8 0,3 16 1 16,3-10-5-16,0-5-10 0,3-5-3 0,-4 0-2 15,1-2-2-15,1 1-23 0,-7-3-23 0,1-2-2 0,-2-3-7 16,0 1-25-16,-5 0-182 0,1-1-5 0</inkml:trace>
  <inkml:trace contextRef="#ctx0" brushRef="#br0" timeOffset="-170964.72">15590 8842 894 0,'-1'0'137'0,"0"0"36"0,-1 0-43 16,-7 0-86-16,1 0 6 0,5 0-28 0,-2 1 2 16,2 0-3-16,-1 2 3 0,0 5-5 0,2 9-8 15,-10 3-1-15,3-2-3 0,1 6-1 0,3-1 5 16,3 1-7-16,2 1 4 0,0-1-14 0,0-3 6 16,0 2 1-16,0-2 2 0,0-1 1 0,0 0-6 15,1-1 4-15,-1-3-2 0,0-1 3 0,1-3-2 16,0-1-1-16,0-4 0 0,1 2-5 0,-1-2-28 0,-1-3 0 15,0-2-11-15,0-1-20 0,0 2-37 0,0-1 6 16,1 0-15-16,0 1 5 0,0-2-3 0,0-1-7 16,2-1 4-16,3-7-5 0,8-25 6 0,0 0 16 15,-2-1-8-15,1 1 7 0</inkml:trace>
  <inkml:trace contextRef="#ctx0" brushRef="#br0" timeOffset="-170482.62">15727 8670 283 0,'0'-1'80'16,"0"0"-6"-16,-1 0 43 0,-1-1 4 0,1-1-16 15,-1 1-10-15,0-1-24 0,-1 1-4 0,1 0-7 16,1-1-28-16,0 1-13 0,-1 1-1 0,1 0-1 16,0 0 2-16,0-1 7 0,0 1-3 0,-1 0 7 0,2 0 11 15,0 0 1-15,0 0 5 0,2-2-4 0,-1 1 3 16,1-1-20-16,10-5 5 0,4 0-10 0,1 2-2 16,1 3-5-16,0 1-4 0,1 4 2 0,3 2-8 0,0 5 1 15,-1 2-2-15,-4-7 1 0,-2 16-7 0,-1-1 9 16,-4 3-5-16,0 1 8 0,-6 0-4 15,9-1 0-15,-4-2-1 0,-6-1-1 0,-3-1-7 0,-2-2 4 16,-4-2 7-16,-4 0-2 0,5 0 13 0,-17-2-9 16,2-2 4-16,2-1-5 0,-2-2 4 0,2-1-5 15,-1-1 0-15,6-2-1 0,1 1 1 0,3-2-6 16,3-1-1-16,1 2-2 0,2-1-4 0,1-1 8 16,-1 0-5-16,2-1 6 0,-1 1-5 0,-1 2-5 0,1-1 4 15,0-1-6-15,0 0-10 0,1 1 7 0,0-1-1 16,0 0 5-16,1 0 5 0,0 0 3 0,1 1-1 15,0-1 2-15,6 0 1 0,15 2-4 0,1 0 1 16,3-1-3-16,0 0 12 0,-2 1-8 0,4 0 5 16,-3 2-5-16,1 1-1 0,1 1-4 0,-4 0 4 0,-2 2-3 15,0 2 10-15,-5 0-6 0,1-6 2 0,-4 15-3 16,-1 3 0-16,-4-3 4 0,-2 5-1 0,-2-1 4 16,0-1-6-16,-3-2 5 0,10-6-5 0,-5-2 7 15,-3 0 6-15,-2-4 13 0,0 3-1 0,-1-5 4 16,-2 4-4-16,-3-2 1 0,0 0 1 0,-5 4 0 15,-10-2-1-15,-5 0-12 0,-4-1-2 0,-2-2-3 0,2 2-9 16,-2-1-9-16,2 1-4 0,-1-3-3 0,-6 0-27 16,2 0-34-16,1-1-46 0,1-3 1 0,3 1-179 0</inkml:trace>
  <inkml:trace contextRef="#ctx0" brushRef="#br0" timeOffset="-169480.84">12568 9871 893 0,'-1'0'30'0,"-5"-1"12"0,-7-4 70 15,3 2-32-15,3 0-1 0,1 1-16 0,1 1-47 0,3 1-16 16,1 0 0-16,-2 0-5 0,1 0 0 0,0 1 8 16,-3 6-3-16,-5 15 4 0,3 3-2 0,5 2-3 15,1-1-2-15,1 1-2 0,2 0 1 0,2-1 0 16,2 2 3-16,1-3-1 0,1 1 3 0,0-3-1 16,-1 0 2-16,1-3-1 0,1-2 8 0,0 0 4 15,-2-5-5-15,0-1 3 0,-1-4-8 0,-1-1 13 16,1-1-4-16,-1-1 6 0,4-2-5 0,1-1 12 15,1 6-5-15,4-1 6 0,-3-4-10 0,2-2 7 0,2-2-1 16,3-4-1-16,1-3-23 0,3 7 5 0,1-21-7 16,7-4 7-16,3 1-6 0,1-1 1 0,4 2 1 15,2 0 0-15,2-2-4 0,0 3 1 0,-1-2 3 16,-3 1-1-16,-2 2 5 0,-1 2-3 0,-1 0-4 16,0 4 2-16,1 0-2 0,-2 1 3 0,1 3 0 15,2 3 0-15,-3-1-2 0,0 5-2 0,1 3 5 0,-3 0-1 16,-1-13 7-16,-1 9-9 0,-4 5 3 0,-1 3-5 15,-1 3 11-15,2 3-6 0,-1 1-2 0,0 2-2 16,-2 2 4-16,0-12-4 0,-1 16 1 0,1 1-2 16,0 1 8-16,-1 1 3 0,-1 1-5 0,-4-2 4 15,-2-1-7-15,-2-3 3 0,-4-2 1 0,1-2 0 16,-2 0 0-16,0 0 3 0,-1-2 2 0,-2 1-2 0,0-3-8 16,-2 0 6-16,1 0-4 0,2-4 5 0,-5 0-4 0,0-3 9 15,-1 1-7-15,0 0 9 0,1 2-3 0,0-3 1 16,3 2 3-16,-2-1-3 0,2 0-5 0,2 0 1 15,1-1-1-15,2-2-1 0,3-5-5 0,-2 5 3 16,5-16 1-16,-4 2 1 0,5-3-6 0,0-1 3 16,4 0 0-16,2 0 1 0,1 1 0 0,4 0-5 15,0 0 0-15,1-1-2 0,6 1 9 0,1 2-5 16,2 0 2-16,4 2-4 0,-3-1 7 0,0 0-6 16,1 5 4-16,-3 1-4 0,1 4 7 0,-4-10-4 15,-1 8-5-15,0 5 0 0,-4 3-2 0,2 5 6 16,2 3 4-16,1 3-2 0,-1 2-4 0,1 1 8 0,-4-1-5 15,2 2 8-15,-1 0-8 0,2-1-4 0,-3-1 2 16,0-1-3-16,-1 0 6 0,1-2 4 0,2 1 0 16,4 0 2-16,0-3-3 0,5-2 8 0,4 0-4 15,2-3 5-15,3 0-6 0,1-2 15 0,-2-1 0 0,1-3 4 16,-4 0 7-16,-2-3 9 0,1-1 0 0,-2-1 3 16,3-2 1-16,2 1-12 0,1-2-2 0,0 2-4 15,-1-1-9-15,-4 3-7 0,-4 0-7 0,-4 0 2 16,-3 1-6-16,-5 2-1 0,-3-1 4 0,-5 1-4 15,-4 2 6-15,-3 1-4 0,-5 0 0 0,-2 1-2 16,-4 0-17-16,1 0-2 0,1 0-14 0,-2 0-1 0,0 0-92 16,-1 0-82-16,-1 0-25 0,-6 0-21 0,-28 7-134 15</inkml:trace>
  <inkml:trace contextRef="#ctx0" brushRef="#br0" timeOffset="-168629.42">13314 10927 1681 0,'-1'0'36'0,"-18"-8"13"0,-16-10-4 0,3 3-30 16,11 4 10-16,4 3-13 0,4 2-15 0,4 1-3 15,2 2-6-15,2 1-21 0,3 0-7 0,-1 1-2 16,1 0-2-16,1 0-18 0,0 0 14 0,0 1 3 0,-1 0 7 16,1 0 25-16,0 1 8 0,0 0 0 0,-2 1 4 15,-2 1 5-15,-8 4 13 0,0 3-1 0,-1 0 6 16,2 2 13-16,-2-2-1 0,0 2 0 0,-5-3-2 16,5 2-12-16,1 1-5 0,-1-1-4 0,7 4 0 15,-2 1-11-15,5 3 0 0,1 0 3 0,-11 4-1 16,6-1 4-16,4 3-11 0,3 1 4 0,4 1-6 0,5 1 10 15,1 1-9-15,3-2-5 0,0-2-1 0,1 0-1 16,-9-2-9-16,16-1 1 0,4 0-5 0,-3-4-3 16,0-1 0-16,0-1 2 0,1-6-1 0,-2 2-7 0,-2-6 6 15,1-2-3-15,0 7 4 0,0-4 6 0,1-2 5 16,1-4-2-16,1-2 2 0,1-4 1 0,3-4 4 16,1-4 3-16,0 9-2 0,0-20 3 0,0-2 7 15,-3 1-1-15,2-3 3 0,0 2-3 0,-2-2 8 16,-1 0-7-16,-3 2 7 0,0-1-6 0,-2 3 0 15,-3 2 5-15,0 1-4 0,-1 2-6 0,-2 2 8 16,-1 3-4-16,-3 4 6 0,-1 3 5 0,-3 1-7 16,-1 2 8-16,-2 3-6 0,-1 0 26 0,3-1 0 0,-1-1 8 15,0 1-7-15,1 1 9 0,-2 0-12 0,0-1-3 16,0 2-2-16,-1 0 3 0,0 2-12 0,0 0 7 16,-6 17-8-16,-1-1 0 0,0 2-5 0,0 0 1 15,-1 2-2-15,1-2 2 0,1-2-4 0,0 2 1 16,1 2-2-16,3-2-4 0,0 0 1 0,1-2-5 0,1-1 3 15,0 2 3-15,1-4-5 0,1 1 4 0,2 0-5 16,-1-5 1-16,0-1 2 0,0-2-2 0,-1-2 2 16,1-1 3-16,1 1 7 0,-1-4-2 0,6-1 3 15,3 1-7-15,1 7 3 0,1-3 3 0,3-3-2 16,0-2 0-16,3-1-3 0,0-2 0 0,1-4 0 16,-2 0 3-16,2-2-8 0,-1 0 3 0,-1-2-3 15,-4 1 6-15,-2 1-5 0,-3 1 5 0,-2 1-6 0,0 3 7 16,-3-7 3-16,1-4-4 0,-3-2 5 0,0 2 6 15,0-2 2-15,8-1 1 0,-4-1-3 0,-2-1-11 0,-4 0 7 16,-1 1-5-16,-1-1 6 0,-3 1-7 0,-1 1-6 16,1 1 3-16,-2 2-4 0,0-1 2 0,1 5 4 15,-1-1-1-15,2 4 1 0,-2 0-3 0,0 3-2 16,-5-1-2-16,-1 2-2 0,-1 1-15 0,2-6 3 16,-3 1-1-16,0 2 2 0,-1 3 0 0,0 2-8 15,1 1 5-15,1 2-5 0,-1 2 5 0,2 1-14 16,0 1-5-16,3-1-5 0,1 0-42 0,2-1-39 15,1-4-11-15,2 6-8 0,2 0-31 0,-5 1-30 16,1 0-3-16</inkml:trace>
  <inkml:trace contextRef="#ctx0" brushRef="#br0" timeOffset="-167512.5">13966 11138 260 0,'0'0'43'0,"0"0"-2"0,0-2 31 16,0 1-4-16,0 0-1 0,-1 0 2 0,0 0-13 15,0-1-3-15,0 1-2 0,0 0-8 0,-1 0 3 16,2 0 2-16,0 0-4 0,0-1-18 0,0 1-16 15,0 0 1-15,-1 0-5 0,1 0-2 0,0 1 2 0,0 0 4 16,0 0-1-16,0 0-2 0,0 1 11 0,0 0-13 16,0 1 12-16,0 0-12 0,4 7 9 0,-1 2 3 15,0-3 0-15,-1-1-3 0,2 1 10 0,-1-1-12 16,2 1 11-16,1 1-13 0,-2-4 5 0,8 3 0 16,1-4-1-16,-2 2-10 0,2-2-4 0,4 2-4 0,-2-1 0 15,2 0-3-15,-2 1-7 0,-3 2-2 0,2 0-4 16,-2-2-18-16,1-1-2 0,1 0-8 0,0-2 0 15,0 0-63-15,-1-2-57 0,2 0-20 0</inkml:trace>
  <inkml:trace contextRef="#ctx0" brushRef="#br0" timeOffset="-166957.23">14796 10918 684 0,'0'-2'69'0,"-2"1"-76"16,2 0 89-16,-6-13-42 0,3 5 15 0,1 0-44 15,-1 2 4-15,2 4-15 0,0-2 13 0,1 3-14 0,0 1 4 16,-1-2-6-16,0 1 8 0,-1-1-14 0,1 2 6 15,0 0-8-15,0 0 19 0,-2 0 1 0,-8-2 6 16,-5 3-1-16,-1 3 50 0,-3 3 2 0,0 2 5 16,-5 2-6-16,0 1-15 0,0-2-8 0,-4 3-4 15,6 0-1-15,0-1-20 0,2-1-5 0,7-2-5 0,1-1 3 16,1 0-1-16,3-1-11 0,-2 0 4 16,6-2-7-16,-2 0 1 0,4-2-4 0,1 0 4 0,1 5-5 15,-5 1-7-15,1 1-4 0,3 0-4 0,1 0 3 16,1 2 5-16,3 1 7 0,3-1 3 0,3 2 1 15,-3 0-7-15,11 1 7 0,-2-1-6 0,4 0 8 16,-3 0 6-16,1-1-4 0,-3 0 5 0,-4-3-4 0,3 2 11 16,-3-3-8-16,0-1 4 0,-4 0-6 0,0-3 5 15,-1 1 4-15,-2 1-1 0,1 0 3 0,-2 2-4 16,-1-2 1-16,4 0 4 0,-1 0-1 0,-2-1 16 0,-1 0-12 16,-1 2 0-16,-1 0-3 0,-3 1 7 0,-3 2 5 15,-7-2-1-15,-12 0 3 0,-2-4 15 0,0 3-4 16,0 2 6-16,3 0-7 0,2-2-15 0,0-3-14 15,7-1 1-15,3 0-4 0,3 0-3 0,3 1 4 16,0 2-10-16,3-4 6 0,-1 0-6 0,3-1-21 16,0-1-3-16,1 0-11 0,-1 2-44 0,-1-1-18 15,2 0 3-15,0 0-6 0,1 0 12 0,0 0-51 16,1 1 2-16,6-2-28 0,22-2-88 0</inkml:trace>
  <inkml:trace contextRef="#ctx0" brushRef="#br0" timeOffset="-165394.04">15346 10906 898 0,'0'0'131'15,"-1"-1"35"-15,-3-2-15 0,-16-8-83 0,4 1 16 0,3 2-34 16,0 1-16-16,1 0-12 0,-2 0 3 0,1 2-23 15,1 3-1-15,-2-1 0 0,1 3-1 0,-2 4-6 16,-2 2 6-16,1 3-1 0,-4-6 4 0,1 14-1 16,-3 0-8-16,2-1 6 0,1-2-5 0,-2 1 14 0,2 1-10 15,-1-2 1-15,1 0-5 0,5 0 8 0,-1 0 2 16,2-1 0-16,1 0 0 0,-1 1-4 0,5-1 5 16,1 0-6-16,1 0 3 0,0 1-9 0,1 0 6 15,2 0 2-15,1 0 0 0,-8-1 2 0,4 0-5 16,2 1-2-16,2-1-2 0,2 1-3 0,3-2-6 15,1 1-3-15,2-2-2 0,1 1-19 0,18-3 5 16,0-2-2-16,3 0 4 0,-3-2-8 0,2-3 0 0,2 13-4 16,-2-8 4-16,3-5 2 0,-2-5 13 0,0-1 5 15,0-6 2-15,3-2 10 0,-3-2-10 0,3 0-1 16,-2-1-1-16,4-2 6 0,1 16 15 0,-1-18-4 16,1 1 5-16,-5-1-3 0,0 2 0 0,-2 0 2 15,-6 3 0-15,0-1 7 0,-7 3-5 0,-2 0 9 16,-1 2-7-16,-3 1 13 0,0 3-3 0,-2-1-1 15,-1 4 0-15,-2-1 1 0,-2 2 3 0,0 0 6 0,1 1-3 16,0-1 9-16,0 0 6 0,1-1-6 0,-1 2 5 16,-1 0-11-16,0 0 5 0,1 0-2 0,-1-1 2 15,0 1-18-15,-1 0 5 0,0 1-8 0,0 0 7 16,-1 1-12-16,0 0 2 0,-1 2 2 0,-2 4 0 16,-3 3 4-16,0 1-9 0,1-2-3 0,0 2 0 0,1-2-2 15,2 1 4-15,0-2 2 0,2 0-1 0,0 0-1 16,0-1-3-16,1-1 6 0,0 0-5 0,1 1 10 15,0-2-4-15,0 0-4 0,2-2 1 0,-1 1-4 0,1-2 13 16,9-1-6-16,-1 6 8 0,1 0-11 0,-2-3-2 16,0-2 2-16,-2-1-3 0,0-1 0 0,-2 0-4 15,0-1 4-15,-1 0-4 0,-2 0 2 0,-1 0 2 16,2-3-4-16,-2-8 4 0,2 0-7 0,-2-4 0 16,2 0 1-16,-2-1-1 0,0 0 3 0,2 0-8 15,1 1 5-15,0-1-5 0,1 1 5 0,1-1-7 16,2 2 1-16,0 1-3 0,2 0 4 0,2 2-6 15,0-1 7-15,-1 0-6 0,1 3 9 0,4 0-1 0,2 3-2 16,1 1 2-16,0 0 1 0,2 1-7 0,-2 1 4 16,5 2-4-16,1-1 14 0,-3-11 0 0,-1 7 1 15,1 5-1-15,0 1-3 0,-2 1 1 0,1 0 1 16,0 1 0-16,0 1 0 0,-1-1 5 0,1 0-3 0,2 1 6 16,-3-2-2-16,1 0-3 0,-2 0 0 0,-6 0-2 15,5 0-2-15,-4 0 1 0,-2 0 1 0,-1 0 0 16,-8 0 4-16,2 0 7 0,-1 0-3 0,-4 0 4 15,3 0-9-15,-2 0 22 0,0 0-1 0,1 0 10 16,-1 0 2-16,-1 0-22 0,0-2 8 0,0 1-11 16,1 0 10-16,-1 0-11 0,-1 0 1 0,0 0-4 15,-1 1 1-15,-2 0-1 0,-3 0-2 0,-8 1 1 16,-1 1-4-16,-1 4 3 0,-1 1-2 0,-3 4 1 0,4-1-5 16,-1-6 1-16,2 12 1 0,1 3 0 0,1-4 7 15,5 1-6-15,-1-2 2 0,5 0-4 0,-1 0-1 0,1 0 0 16,2 0-2-16,1-1 1 0,-6-2-4 0,2-3 2 15,2 1 4-15,0 1-2 0,3-2 7 0,0-1-4 16,1 0 1-16,1-2-2 0,0-2-3 0,0 1-9 16,8-1 5-16,4 0-4 0,1 7 12 0,0-3-6 15,2-3 6-15,-1-4-6 0,4-1 4 0,3-4-4 16,-1-1-4-16,0-2 3 0,-2 0 8 0,-1-3-9 16,-1 0 5-16,-1 8-7 0,0-12 13 0,-3-2 0 15,-1-2 2-15,-1-1-1 0,1-1 8 0,0-5-7 16,-2-3 1-16,0-5-6 0,0 1-7 0,-3-6 3 0,2-1-1 15,-1 0 3-15,0-3 0 0,-1 4 3 0,-1 0 0 16,1 4 2-16,-2-1-11 0,0 4 8 0,-1 1-4 16,-2-1 6-16,1 4 2 0,-2 1-3 0,0 1-1 15,-1 4-1-15,0 2-2 0,8 6 6 0,-3 3 5 0,-3 4-1 16,-3 5 3-16,0 0 2 0,0 1-7 0,1-1 3 16,0 0-21-16,0-1 12 0,0 2 0 0,0 1 6 15,-1 1 13-15,0 15-14 0,0 18 3 0,-3 1-7 16,-3-1 0-16,-1 4-1 0,0-1 1 0,0 3-1 15,0 1 1-15,1 1 0 0,0 0 3 0,1-4 1 16,2-1 5-16,2-2-7 0,-1 1-1 0,4-3-1 16,0-3 1-16,3-3-1 0,1-3 0 0,1-3 0 15,2 2 0-15,-1-3 0 0,3 0-3 0,-1-2 1 0,1 0-4 16,-7-3 7-16,11-1-1 0,4-3 1 0,-1-2-8 16,4-3 5-16,1-1-1 0,3-4 2 0,-2 0-1 0,5 14-8 15,-1-9 10-15,0-6-7 0,5-4 16 0,-3-4-11 16,-1-1 6-16,-2-2-6 0,-1-3 16 0,-4 12-6 15,-1-18-1-15,-1-1-1 0,2 0-5 0,-2-3 1 16,-4-2 2-16,2 0 0 0,-3-2 1 0,-1-2-2 16,-2-2-2-16,-2 2 2 0,-1 2 0 0,-6 1 1 15,-2 4 5-15,14-2-3 0,-8 5 6 0,-5 2 0 16,-2 5-1-16,-1 2 2 0,-2 0 2 0,1 3 5 16,-1 1-5-16,-1 2 4 0,-1 3-13 0,-9 1 1 0,-2-10-1 15,-3 5 1-15,-1 5-5 0,1 4 4 0,-2 6-3 16,0-6 4-16,0 25-7 0,-2 3 0 0,1 3 0 15,2 3 0-15,1 3 0 0,6-3-2 0,1 3 2 16,8-5-4-16,-1-3-3 0,-9-5 8 0,9-3-5 16,5-4 6-16,6 0-3 0,3-1 1 0,-5-2 4 15,22 2-1-15,1-3-1 0,2 0-2 0,5 0-2 0,1-3 1 16,1-1-1-16,3-4 3 0,0-1-1 0,3-1 2 16,0-1-7-16,5-2 0 0,-2 0-3 0,1 15 1 15,-1-10-8-15,-4-8-10 0,-1-4-3 0,-2-4-2 16,-1-3-12-16,-3-1-19 0,-2-2-39 0,0 13-7 15,-2-22-253-15</inkml:trace>
  <inkml:trace contextRef="#ctx0" brushRef="#br0" timeOffset="-164243.74">4037 10452 486 0,'0'0'37'0,"-1"-1"-4"0,0 0 102 0,-2-1-25 15,1 0 33-15,0 1-52 0,-4-4-34 0,1 0 5 16,0 1-17-16,3 3-15 0,1 1-9 0,0 0-6 15,-2-3-1-15,1 1-24 0,0 1 10 0,0 0 0 0,1 1 5 16,0 0 7-16,0 1 3 0,-2 8-6 16,2 12 4-16,1 3-7 0,3 1-1 0,0 0 8 0,3 0-5 15,1 0 8-15,0-2-1 0,1-2-1 0,1-1 0 16,1 0-8-16,1 2 6 0,-1-5-8 0,2 1 9 16,-1-3-2-16,-7-1 0 0,14 0 0 0,2-2-2 15,4 1-8-15,-4-1 5 0,-2-3-6 0,4 1 4 0,-1-2-4 16,6-3 4-16,-1-3 1 0,-1-1-1 0,3 14-7 15,-4-9 4-15,1-3-3 0,1-6 3 0,-2-1-9 16,2-6 6-16,4-3 3 0,0 12 0 0,3-21 3 0,5-4-8 16,2 0-2-16,3-1-2 0,4 0 0 0,-2-1 7 15,-3-2 2-15,-2 2 2 0,-1 0-5 0,-1 2 6 16,2 2-6-16,1 2 7 0,1 3-5 0,3 2-6 16,0 4 6-16,3 3-6 0,-1 3 6 0,-2 6-1 15,-4 0 0-15,-2-16 1 0,-3 13 0 0,0 6 4 16,2 6-4-16,0 4 5 0,1 3-6 0,-2 2-3 15,2 0 4-15,-4 0-2 0,-2-2 7 0,-1 1-3 0,-4-2-4 16,-3-13 2-16,0 14 6 0,-5-1-6 0,0 0 5 16,-4-1-6-16,0-1 5 0,1-1-1 0,-1-3-2 15,1-1 0-15,0 1-7 0,0-3 11 0,-2 0-5 16,1-3 6-16,-1 8-5 0,0-4-4 0,3-2 4 16,-1-3-5-16,5-2 5 0,-2-3 4 0,0-2-3 15,1-3 2-15,2-4-10 0,5 11-1 0,2-16 1 0,-2-1-2 16,-1 0-2-16,-1 1-8 0,-3-2 2 0,2 2-3 15,-1-1 12-15,-1 3 8 0,1-2 1 0,2 4 2 16,-1 0-14-16,4 1 8 0,0 4-4 0,2 1 6 16,4 5-4-16,3-15 4 0,2 11 2 0,1 6 1 15,-2 3-3-15,-1 3 0 0,-2 1-2 0,-3 0 1 16,1 0 1-16,-1-2 20 0,1 1-5 0,1 0 9 0,-1-2 4 16,4 1-4-16,-8-3 8 0,2-1-7 0,2 1 8 15,-5-1-9-15,6 0 0 0,-5 0-4 0,-3 0-14 16,1 0-4-16,-3 0-1 0,-3 0 1 0,0-1 5 15,-5 1-12-15,1 0 3 0,-4 0-8 0,0 0-2 0,-4 0-22 16,-3 0-3-16,-3 0-7 0,-3 0-29 0,2 0-126 16,-1 0 3-16</inkml:trace>
  <inkml:trace contextRef="#ctx0" brushRef="#br0" timeOffset="-163841.16">4922 11249 989 0,'-2'-1'413'0,"-14"-5"-625"0,-22-8 518 0,4 1-309 16,3 1 11-16,7 4 2 0,6 2-7 0,2 0 7 15,4 2-9-15,1 0-16 0,1 1 1 0,4 1-8 16,1 1 4-16,0 0-25 0,4 1 3 0,-6 0-10 16,-4 1 9-16,1 3 24 0,-8 5-2 0,4-6 10 0,1 18 5 15,-3 0 13-15,0 2 6 0,-4 3 2 0,0-3 24 16,0 5-3-16,0 0 2 0,1 0-3 0,-3 3-7 0,5-5 2 16,-2 1-5-16,4-1 3 0,2 1-12 0,1 1-4 15,3-1-2-15,3 2 0 0,2 1-3 0,-11 0-9 16,8 1 4-16,6 1-5 0,2-3 6 0,5-2-7 15,2 0 1-15,4-1-4 0,1-1 5 0,-12-3-14 16,18-1 0-16,1-4-7 0,2-2-16 0,3-1-20 16,2-3 2-16,2-4-9 0,3-1-6 0,4-5-76 15,8 18-11-15,-1-15-34 0,5-5-153 0</inkml:trace>
  <inkml:trace contextRef="#ctx0" brushRef="#br0" timeOffset="-163009.55">5542 11503 1152 0,'-1'0'27'16,"0"0"-9"-16,-9-1 56 0,-5-1-6 0,1-1 7 15,-1 1-44-15,1 0-5 0,-2 0 1 0,1 1-4 16,0 1-1-16,-2 0-13 0,2 0 3 0,-1 1-8 0,-1 2-4 15,1 0 3-15,-1 2-2 0,1 1 4 0,-6 2-1 16,4 2-6-16,-5 0 1 0,-1 3-2 0,2 0 6 16,1-7 0-16,2 15-1 0,3 0-2 0,-2 3-8 15,3 0 9-15,1 2-6 0,2 3 6 0,2-1-1 0,1-2 5 16,1-2 3-16,3-1-1 0,2-2-7 0,-9-2 0 16,4 2 0-16,3-4 0 0,4 0 5 0,1-3-2 15,1-1 1-15,2-2-2 0,-1-3 0 0,1-1 5 16,0-2-5-16,-1-1 4 0,10 0-8 0,2 5 6 15,1-2-4-15,5-1 3 0,-2-5-5 0,2-2-1 16,1-4 1-16,0-2-2 0,0-3 5 0,5 5-1 16,-1-18 0-16,-6-6-1 0,7 0-6 0,-7-2 6 15,-2-2-3-15,1 2 4 0,-4-1-6 0,0 3 6 0,-1-1-3 16,-1 2 4-16,-3 1 1 0,-2 1 0 0,-1 2 0 16,-1 6-1-16,-2-1 0 0,-2 5 2 0,1 3-1 15,4 4 2-15,-4 4 4 0,-2 1 9 0,0 1-5 16,1-1 4-16,0 0-19 0,0 0 3 0,1 1-3 0,-1 1 3 15,0 1-6-15,0 8 9 0,1 16 1 0,1 4 2 16,-2-1-4-16,1 0 0 0,1 0-2 0,0-1 0 16,2-4-10-16,1 1 7 0,0-4-4 0,1-2 7 15,1 1 9-15,-3-10-15 0,1 1 7 0,-3-6-12 16,2 0-4-16,4 3-3 0,1-1 0 0,1-3-1 16,2-3-6-16,1-3-3 0,3-7-5 0,2 0 4 15,1-20-3-15,1-1 2 0,0-3 1 0,-2 0-2 0,-3-1-15 16,3 0-21-16,0 2 4 0,-5-3-6 0,1-1 21 15,-2-3 9-15,-1-2 6 0,-1 1 1 0,-1 1 26 0,-4 2 5 16,-2 6 1-16,-2 4 2 0,11 7 12 0,-7 6 7 16,-4 3 8-16,-2 7 1 0,0 3 32 0,0 0-28 15,-1 0 9-15,0 1-15 0,-3 1 6 0,-11 4-13 16,0 5-5-16,-2 8 0 0,3 16-1 0,2 1-1 16,3 0-4-16,2 1 1 0,0-4-5 0,3-3 0 15,-11-1 4-15,9-2-4 0,6-2-3 0,2-2-1 16,3-1 0-16,2-1 0 0,3-1 3 0,-1-4 3 15,-3 0 3-15,9-5 0 0,0 2 9 0,1-4 5 16,0 1-5-16,-2-2 3 0,0 0-14 0,-1-1 9 0,0 1-6 16,-2 1 6-16,-2-1-7 0,0-1-10 0,-1 1 9 15,-1 0-9-15,-1 0 8 0,-2 1-5 0,-1 0 1 16,3 1-1-16,-3-2 13 0,1 4-8 0,-3-2 3 16,-1 4-4-16,-4 3-2 0,-4 1-3 0,-2 2 2 15,5-3-2-15,-14 2 3 0,3-3-9 0,-3 1 0 0,1-2-3 16,3-1-7-16,-2-6-13 0,4 1-3 0,4-4-6 15,-2 0-43-15,8-2-61 0,-3 4-3 0,4-3-18 16,-1-1-22-16,2 0-46 0</inkml:trace>
  <inkml:trace contextRef="#ctx0" brushRef="#br0" timeOffset="-161641.35">6155 11409 796 0,'0'0'100'0,"0"0"-8"0,0-1 42 15,0 0 2-15,0 0-25 0,-1-1-42 0,-1 1-8 16,1 0-14-16,0 0 6 0,0 0-26 0,0 0-2 16,0-1-2-16,-1 1 0 0,0 1-5 0,-5 0 1 15,-2 1 3-15,-6 5-3 0,5 1-3 0,-2-1-1 16,-1 12-5-16,3-2 2 0,-1 2-10 0,2 0 6 16,0-2-5-16,5 1 4 0,-1 0-17 0,3 1 7 15,0 1-1-15,1-1 4 0,0 1 9 0,-11 0-10 16,5-1 5-16,4-1-7 0,2 2 0 0,1-2 0 15,2-1-2-15,1-1 3 0,2 1 1 0,1 0 1 16,0-2 1-16,1-1 1 0,-1-3-5 0,-1-3 0 0,11 3 0 16,-1-5 2-16,1 0-5 0,4-3 1 0,1 11-5 15,1-6 4-15,3-2-1 0,4-5 3 0,-1-4 1 16,3-3-1-16,-2-4-2 0,-3-1 6 0,0 10-4 0,-1-20 4 16,0 2-6-16,-2 0 4 0,1-1-2 0,-2 0 3 15,0 0 1-15,-3-1 0 0,-1 1 4 0,2 0-4 16,-4 2-2-16,3 2 5 0,-1 0-1 0,-7 2 4 15,-2 2-5-15,0 0 3 0,-2 2-2 0,-2 4 2 16,1 1-7-16,-5 2 14 0,0 1-4 0,-1 2 8 16,0 0-5-16,2-1-7 0,1-1 2 0,-2 1-5 15,0 1-7-15,0 0 6 0,0 1 0 0,-1 1 3 0,0 1 6 16,-3 12-8-16,-5 11 3 0,-2-3-4 0,2 1 1 16,1-2 3-16,1-4-3 0,0 1 4 0,1-1-8 0,3-4 4 15,1 1-3-15,1-5 3 0,0 2 2 0,0-2 2 16,1-2 0-16,0-1 0 0,0-3-8 0,-1-1 8 15,0-1-6-15,4 0 6 0,10 8-4 0,-3-4 1 16,3-1 2-16,-5-3-1 0,2-1-2 0,1-1 9 16,3-3-7-16,-2-1 6 0,-1 0-15 0,0-3 7 15,-3 4-1-15,-1 3 3 0,-3-10 3 0,-2-1-4 16,0-1 5-16,6 0-6 0,-2-1 0 0,-3 1-5 16,-2-1 3-16,-1-1-5 0,-1 1 7 0,0 0 5 15,-1 0-5-15,-1 2 4 0,-1-1-4 0,0 1-2 0,0 2-1 16,1-1 0-16,1 3-2 0,0 1 0 0,-1 0-1 15,2 1 0-15,0 0 1 0,0 0-3 0,0 4 4 16,0-2-3-16,2 1 1 0,-2 1-2 0,1 0 4 16,0 0-3-16,1-1 2 0,3 0 6 0,7-4-2 0,0 1 3 15,-1 1-5-15,2 1 0 0,0 0 1 0,1-2 1 16,0 1 2-16,2 0 4 0,-1-1-4 0,0 0 4 16,1-1-6-16,-1-2 1 0,1 0 0 0,1 1 1 15,0 0-1-15,0 1 2 0,0-2-3 0,-1 2 2 16,0 0-1-16,-3 1-2 0,-1 2 2 0,-2-1-2 15,3-1 1-15,-3 1 2 0,-2 2 1 0,-2 0 1 16,-5 3-4-16,3-2 1 0,-3 2-1 0,2-2 2 0,0 1 8 16,-1-1-11-16,-1 2 4 0,2-1-6 0,-1 0 6 15,0 0 4-15,1 0-3 0,-2 0 4 0,0-1-6 16,0 1 0-16,0 0 3 0,1 0-1 0,-1 0-3 0,0 1 1 16,0 0 0-16,-1 1 1 0,0 0 0 0,-1 7-2 15,-5 10-1-15,-1 4 1 0,-2-1 8 0,-3 3-5 16,2 2 1-16,1-3-2 0,-2 1-2 0,1-2 1 15,0-2 2-15,2-2 0 0,1-1 3 0,1 0-6 16,3-2 0-16,0-2-2 0,2-2 2 0,1-2-2 16,0-2 0-16,0-1-1 0,1 0 3 0,1-3 4 15,-1 0-3-15,7 3 3 0,4 1-7 0,3-3 3 16,-1-1 2-16,1-3 1 0,3-4 1 0,0-2 0 0,2-3-5 16,1-3 2-16,-1 9-3 0,-1-16 4 0,-2 0 1 15,-1-1 1-15,-4-1-8 0,1-3 6 0,-4-2-2 16,-1-3 4-16,-1-4-3 0,-1 0 1 0,-2-4 2 15,0-2-1-15,1 2-2 0,-3-3-1 0,0 4 0 0,16 1 0 16,-10 1 3-16,-4 3-4 0,-3 3 0 0,-1 3-3 16,0 3 4-16,-1 3 0 0,-2 2 0 0,1 4 2 15,0 2 5-15,-1 4-3 0,1 1 2 0,2 3-2 16,-1 1-4-16,0 0-4 0,0-1 2 0,-1 2-4 16,1 0 0-16,0 1 6 0,0 1-4 0,0 4 4 15,-6 22-1-15,2 5-1 0,3-1 2 0,-1 6 0 16,2 2 0-16,1 2-1 0,1 5 2 0,2-2-2 0,0 0 0 15,1-3 6-15,-1-8-9 0,3-4 7 0,0-3-7 16,0-6 4-16,2 0 3 0,-1-6-1 0,1-1-4 16,-5-2 1-16,11-1 1 0,1-2 1 0,4-3 1 0,1-1-2 15,3-3-1-15,2 13 1 0,-1-7 8 0,5-4-9 16,2-5 4-16,3-3-6 0,2-5 6 0,-4 0-2 16,-2-2 0-16,-7-1-1 0,-1 7 6 0,-1-14-8 15,-2-2 0-15,-2 1-3 0,-5-4 5 0,0-2 1 16,-4 1 4-16,-2-2-2 0,0-3 1 0,-3 2-3 15,13-3-3-15,-8 0 1 0,-5 4 0 0,-3 1 4 16,-4 1 2-16,-2 4 0 0,-1 2-1 0,0 3-2 16,1 6 0-16,0 1-2 0,5 3-4 0,-11 5 7 0,-2-8-4 15,4 6 4-15,-4 2-2 0,1 5-5 0,-3 5 4 16,0 8-4-16,-1 21 4 0,9 5-3 0,0 3 1 16,4 2-3-16,-16 5 9 0,12-1-5 0,7 4 2 15,5-4-3-15,4-5 3 0,5-7-10 0,3-6 2 16,-6-7-5-16,21-4 8 0,6-4-41 0,5-7 0 0,8-3-16 15,6-7-19-15,13 18-197 0,13-22-34 0</inkml:trace>
  <inkml:trace contextRef="#ctx0" brushRef="#br0" timeOffset="-160740.99">14130 8149 1118 0,'-4'-2'-8'0,"-19"-12"0"0,-18-22 25 15,-3 3 4-15,5 6 12 0,6 2 12 0,-2 4-21 16,3 3-2-16,2 2-6 0,-1 2-14 0,0 2-6 15,-4 2-9-15,-1 4 2 0,-4 2-5 0,-6 1 2 16,-4-17 2-16,-4 13-1 0,-3 6 3 0,2 2 8 0,2 4-4 16,1 1 4-16,-2 1-5 0,-2 1 7 0,-2 0 1 15,-7 1 4-15,2-1 7 0,-2 1 8 0,2 1 3 16,1-1 0-16,4 2 4 0,-5 1 5 0,0 2-7 16,-3 3 3-16,-1 3-22 0,5-15 7 0,-1 27-7 15,5 4 6-15,-1 2-16 0,2 4 9 0,-2-2-4 0,3-2 6 16,5 2-8-16,3-6-3 0,8 1 3 0,4 2-3 15,3 3 0-15,4 7-19 0,1 4 3 0,4 9-8 16,-1 4-4-16,4-2-5 0,3-4 3 0,4-8-4 16,2-3-8-16,5-2 5 0,-13 3 2 0,12 3 4 15,8 3 21-15,6 4-2 0,3 1 1 0,7 0 0 16,-2-3 7-16,3-2 3 0,3-4 1 0,-15 1 1 0,26-1 3 16,3 7 2-16,6-1 1 0,12 3 2 0,4 1-1 15,6-5 1-15,5-4-1 0,0-4 1 0,3-4 10 16,9 0-1-16,8-3-3 0,5-4 2 0,4-2 1 15,-3 0 15-15,1-1 1 0,8-6 5 0,5-1 6 0,4-5-3 16,-1-5 1-16,3-2-4 0,2-5-5 0,3-1 3 16,1-3 0-16,6-4 1 0,1 25-10 0,5-22-3 15,-1-7 0-15,3-5 0 0,2-3-5 0,2-5 2 16,4-2-6-16,-2 0 5 0,1-4-5 0,3-1-8 16,-2-1 2-16,-4-1-4 0,-2-3 2 0,0 1-1 15,-1 26 2-15,-6-31-2 0,-1 1-3 0,-3-2-1 16,-4-1-2-16,-5-4 1 0,-2-3-7 0,-10-4 5 15,-6-4-2-15,-2-3 3 0,-5 2 1 0,-8-1-6 0,-7 3 6 16,-13 1-4-16,-2 1 7 0,-7 0 6 0,-5-2-4 16,-8-5 6-16,-8-4 3 0,-10 0 22 0,-4-1-1 15,-11 5 9-15,-6 0 13 0,16 3-15 0,-18 2 6 16,-14-2-9-16,14 0 7 0,-38-3-1 0,-4-3-5 0,-11 0 0 16,-8 2-21-16,-11 1 0 0,-11 5-2 0,-15 4 2 15,-9 2 2-15,-9 2-3 0,-9 3 1 0,-9 1-2 16,-7 1-2-16,-3-2-13 0,-5 4 3 0,-3 4-8 15,-2 3-20-15,-9 5-40 0,0 4-13 0,-6 9-10 16,-8 4-56-16,-3-25-70 0,-11 29-24 0,-6 10-37 16,-11 9-291-16</inkml:trace>
  <inkml:trace contextRef="#ctx0" brushRef="#br0" timeOffset="-160023.7">6218 8503 884 0,'-6'-3'-8'0,"-15"-10"-7"0,-21-1 16 0,1-14 10 0,5 2 2 16,1-1 13-16,0 2-5 0,-2 0 7 0,-4-1-5 15,-1 4 13-15,-7 1-6 0,-7 1 1 0,-6 1-2 16,-3 3 1-16,1 3-7 0,-2 3 6 0,-5 9-7 16,-3 0 10-16,-11-21 5 0,-3 19-5 0,0 6 5 15,3 5 1-15,1 6-6 0,-8 4 8 0,-1 5-7 16,-3-20 7-16,3 28-10 0,1 3-4 0,-1 4-1 15,0 2-5-15,2 6-4 0,6 4 0 0,11 13-3 0,0 3-7 16,3 11-3-16,1 2-2 0,-2 0 1 0,8 4-2 16,10 2 2-16,8 5-2 0,14 5 0 0,2 0-10 15,9-5-1-15,5-3 0 0,7 2-1 0,7 0-3 0,-22-1 3 16,23-3 0-16,8-8 2 0,6-4 8 0,7-2-4 16,-15-1 8-16,33-4-5 0,6-1 0 0,11-3 7 15,10-8-6-15,7-2 6 0,2-5-7 0,5-1 2 16,1-5 1-16,13 0 0 0,9-2 0 0,4-1 1 15,4-1 5-15,6-4 0 0,3-3 7 0,5-6-6 16,3-6-3-16,6-4 2 0,-1-6 4 0,4-3-3 16,9 22 2-16,-1-29-3 0,0-9-2 0,6-5 4 15,2-5-3-15,-5-4 2 0,1-3-8 0,8 24-6 0,-9-26 3 16,0-3-3-16,2 0 9 0,-6-3-6 0,-4 1 7 16,-2-2-6-16,0-2 5 0,-11-6 4 0,-4-3-7 15,-9-7 5-15,-6-2 5 0,-7-2-1 0,-5 2 6 16,-10-1-4-16,-10 2 11 0,-13 2 0 0,-5-2 2 0,-11 2 0 15,-8 2 7-15,-8-3 14 0,-14-1-5 0,-12-1 7 16,-2-2-7-16,13 4-8 0,-17-1-4 0,-13-3-3 16,7 0-8-16,-34-7-5 0,-8-1 3 0,-11 0-4 15,-10 3-2-15,-14 6 4 0,-9 2 0 0,-11 6 1 16,-9 2-6-16,-15 4-10 0,-9 7-1 0,-14 9-2 16,-13 8 10-16,-9 14-11 0,-12-19 8 0,-18 39-10 15,-8 15 7-15,-12-11-9 0,-10 40-11 0,-8 15 2 0,-6 16-29 16,-7 23-33-16,-8 10-13 0,-3 18-13 0,-3 14-97 15,3 9-236-15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12:13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9266 14955 1295 0,'-1'0'86'0,"-1"1"-123"16,-9 1 103-16,-3 2-61 0,5-2-18 0,3-1-32 15,5-1-23-15,-1 0-7 0,1 0-125 0,-1 3-160 16</inkml:trace>
  <inkml:trace contextRef="#ctx0" brushRef="#br0" timeOffset="518.65">9999 14198 1006 0,'0'0'63'0,"-1"0"3"0,0 0-21 16,-2 0-8-16,1 0-20 0,-2 0 4 0,0 0-3 16,-2 0 0-16,2 0-2 0,0 0-10 0,-1 2 9 15,0 0-7-15,-1 6 8 0,0 15-3 0,0 2-3 16,2 5 12-16,-2 4-9 0,0 1 7 0,0 3 4 0,-1 4-5 16,1 2 5-16,-2-2-7 0,1 2 2 0,-3-1-5 15,1 2 5-15,0 2-3 0,-2 4 3 0,0 5-2 16,2 3 1-16,-4 1-2 0,1 0-4 0,1-4 8 15,-2-5-5-15,-1-4 5 0,2-5 0 0,-3-2-3 0,4 2 2 16,-2-1-8-16,0 2-5 0,4-1 3 0,-4-6-2 16,2 1-4-16,2-5-4 0,-2-3-3 0,6-3 0 15,2-3-11-15,-2-4-19 0,-4-5-11 0,3-3-4 16,2-4-47-16,1 0-80 0,2-3-17 0,1-3-28 16,-1 1-110-16</inkml:trace>
  <inkml:trace contextRef="#ctx0" brushRef="#br0" timeOffset="1284.14">9848 14248 925 0,'-1'0'194'0,"0"0"34"0,0 0-101 16,-2 0-77-16,-6-1-37 0,4 1-11 0,3 0-2 15,0 0 1-15,1 0-2 0,-1 0 1 0,0 0-4 0,0 0 4 16,-1 0-4-16,2 0 2 0,0 0-1 0,0 0-2 16,0 0 1-16,-1 0-3 0,1 0 7 0,0 0 1 15,0 0 3-15,0 0 2 0,0 0 1 0,1 0 0 0,0 0 1 16,0-2 7-16,0 1-2 0,1 0 3 0,0 0-3 15,1 0 6-15,3-2-8 0,8-5-4 0,4-1 0 16,0 1-3-16,1-1-5 0,-1 2 5 0,2 0-5 16,1 1 0-16,2 0 6 0,3 2-5 0,0 1 6 15,-3 2-8-15,0 0 0 0,-3 1 3 0,-3 1 0 16,4 2 1-16,-3 0 1 0,-2 2-5 0,0 1 4 16,-2 0-2-16,-2 1 1 0,1 1 5 0,-4-5-5 0,-2 12 1 15,-3 0 3-15,7 0-2 0,-2 4 4 0,-3 2 5 16,-5-2-8-16,-1 3 3 0,-5-1-4 0,-2 1 12 15,-4 0-6-15,10-3-2 0,-20 0 0 0,5 1-3 0,-3 0 1 16,-5-2 0-16,2 1-2 0,-4-2-1 0,2-3 0 16,5 0 3-16,2-1-2 0,-1-3 10 0,3-1-11 15,2 0 3-15,-1-2-5 0,3-1-2 0,1 0 5 16,2-2-3-16,1 0 4 0,3-2-3 0,0 1-3 16,3-2 2-16,1-1-4 0,-1 0 3 0,0 2-10 15,0 1 2-15,1-1-4 0,-1-1 3 0,1 0 6 16,1 0 2-16,0 1 1 0,1-1 2 0,1 0-1 15,1 0 0-15,11 4-1 0,3-2 1 0,0 0-1 16,2-2-1-16,0 0-1 0,2 0 2 0,0-1-3 0,-3 1 4 16,3 1-3-16,-4-1 6 0,1 1-4 0,0 1 2 15,-2-2-2-15,1 1 6 0,-4 0-3 0,-1 1 0 16,-4-1 0-16,0 2 2 0,-3-2-4 0,2 2 5 16,-2-2-4-16,-2 0 11 0,-2-2 3 0,0 3 3 15,3 2-1-15,0 3 2 0,-2-1-8 0,-2 2 3 0,-1-1-5 16,-3 2-4-16,3 0 6 0,-18 1-5 0,-4 1 6 15,-1-1 3-15,-2 3 1 0,0-2 1 0,-2 1 0 16,-1-2 0-16,2 0 0 0,-1 0 0 0,3 0-2 16,1-1-8-16,1 0 2 0,-1-2-3 0,3-1 3 15,3 1-13-15,2-3 4 0,0 0 0 0,1-4 1 0,0 1-7 16,5-1-10-16,0 0-9 0,4 2 2 0,3-1-24 16,-1 0-16-16,1 1-5 0,0-2-10 0,-3 1-61 15,4 0-90-15,1-1-25 0</inkml:trace>
  <inkml:trace contextRef="#ctx0" brushRef="#br0" timeOffset="1735.57">10762 14310 763 0,'0'0'194'0,"-1"0"-218"0,0 0 217 0,-2 0-107 16,1 0-34-16,0 0-2 0,-4 0 3 0,3 0-3 0,2 0-8 16,-1 0-6-16,0 0-11 0,-1 0 2 0,2 0-32 15,0 0 15-15,0 0-9 0,1 0 11 0,0-1-11 0,1 0 11 16,0 0 3-16,3-1 1 0,10-2-2 0,3-2 1 16,0 1-7-16,0 0 5 0,1 2-8 0,0-1 8 15,0 2-1-15,1 0 2 0,-1-1-1 0,1 1-11 16,-3 1 5-16,2 0-7 0,0-1 4 15,-1 1-4-15,1 1-2 0,-3 0-1 0,-3 0-1 0,-2 0-4 16,1 0-3-16,-4 0-3 0,1 0-22 0,1 1-6 16,-4-1-6-16,1 2-5 0,0-1-68 0,-2-1-90 15,0 0-21-15,0 0-30 0,-2 0-153 0</inkml:trace>
  <inkml:trace contextRef="#ctx0" brushRef="#br0" timeOffset="2002">10696 14610 1406 0,'0'0'41'0,"-1"0"82"16,0 0-100-16,0 0-7 0,0 0-4 0,-1 0-2 15,2 0-22-15,0 0 15 0,0 0-2 0,2 0 8 16,0-1 2-16,11-1-5 0,3-2-2 0,3-1 0 0,2 1-2 15,0 0-4-15,3 1 1 0,-1-1-4 0,1 0 1 16,-1 1-22-16,6-1 1 0,-2 1-9 0,3-2-14 16,-1 0-8-16,-6 1-2 0,5-1-9 0,-3 2-72 0,4-2-42 15,1-1-20-15,-1-1-12 0,1-1-146 0</inkml:trace>
  <inkml:trace contextRef="#ctx0" brushRef="#br0" timeOffset="2502.9">11891 14008 1362 0,'0'0'11'15,"0"0"5"-15,0-1-24 0,0 0-3 0,0-2-9 16,0-12 5-16,2-4 12 0,3-4-4 0,1 0 7 16,3-4 0-16,2 0-2 0,-1 3 0 0,1-1 1 15,0 2 1-15,-1 1 0 0,1 2 2 0,-1 0 1 16,-1 0 9-16,-2 1 9 0,0 2 3 0,-1-1 0 0,-2 4 4 16,0 0 24-16,-2 1-5 0,-1 2 12 0,1 1-4 15,-2 2-8-15,1-1-2 0,-1 2-2 0,0 0-5 16,0 2-14-16,0 1 3 0,0 3-8 0,0-1-5 0,0 0-8 15,0 0-4-15,-1-1-2 0,1 2-12 0,-2 0 6 16,1 1 0-16,0 0 2 0,-1 1 0 0,-8 13 4 16,-4 15-5-16,1 2 4 0,0 3-3 0,2 3-1 15,-1 0 4-15,-1 2-3 0,2 4 2 0,1-2 5 16,1-5 0-16,1 3 3 0,1-8 5 0,1-3 2 16,0 1 0-16,2-5 1 0,-1 0-2 0,1-4 2 15,2 0-2-15,0-1 1 0,-1-1-7 0,2-1 0 16,1-1-2-16,0-2 1 0,0 0-3 0,0-2-2 15,0-2-2-15,1-3-1 0,1-1-6 0,-1 0-10 0,0-2 4 16,0-1-7-16,0 0-8 0,-1-2-12 0,3 1-2 16,4 3-2-16,4-1-1 0,4-4-11 0,1-2 4 15,3-7-10-15,2 2-24 0,5-23-54 0,0-3-21 0,4-7-15 16,1-2-121-16</inkml:trace>
  <inkml:trace contextRef="#ctx0" brushRef="#br0" timeOffset="2722.84">12192 13227 1793 0,'-1'0'27'0,"0"0"3"0,-2-1 4 15,1 0-3-15,0 0-6 0,-1-1-9 0,1 1-5 16,0 0-10-16,-1 0 3 0,2 0-23 0,0 0 1 15,0-1-9-15,-1 1 4 0,2 0-19 0,2 1-36 16,-1 0-19-16,1 0-14 0,-1 0-120 0,11 0-184 16</inkml:trace>
  <inkml:trace contextRef="#ctx0" brushRef="#br0" timeOffset="3152.75">12459 13983 1746 0,'-1'0'49'16,"0"-1"6"-16,-1 0-13 0,-1 0-18 0,-4-3-7 15,0 1 0-15,2 0-6 0,2 1 2 0,-1 0-5 16,2 0-11-16,-2 0 3 0,3 2-13 0,-1-1 8 0,0 1-22 15,1 0-5-15,0 0-3 0,0 0-1 0,-1-1 2 16,0 1 10-16,-1-3 5 0,-1 1 0 0,0-1 11 16,-3-2 10-16,-2 1 8 0,1 2-1 0,0 1 10 0,-2 0 0 15,0 1-3-15,0 1 2 0,0 2-1 0,-1 2-5 16,1 1-1-16,-2 1-2 0,1-5-1 0,2 12 3 16,0-1 3-16,0 1-2 0,2-1 0 0,0 0-3 15,1-1-1-15,2 1-1 0,0-1-7 0,3-2 7 16,-7 2-7-16,2 0 7 0,1 0-8 0,3-2-2 15,1 2 3-15,1-1-4 0,0-1-2 0,2 1 6 16,1-1-3-16,1 0 5 0,1-1 3 0,1-1-9 16,-3-1 5-16,9 0-6 0,-2-1 13 0,1-2-14 0,1-2 3 15,-2-1-7-15,1 1 1 0,1 6-25 0,2-1 0 16,0-2-12-16,1-3-29 0,-1-2-22 0,2 0-21 16,1-4-4-16,2-2-115 0,2-2-193 0</inkml:trace>
  <inkml:trace contextRef="#ctx0" brushRef="#br0" timeOffset="3589.11">11815 14582 1435 0,'-2'0'28'0,"1"0"4"0,0 0-14 16,-1 0-11-16,-1 0-6 0,2 0-2 0,0 0-30 15,0 0-3-15,-2 0-9 0,1 0-16 0,0 0 9 16,1 1-2-16,-1 0 4 0,1 0 1 0,0 1 26 16,1-1 0-16,0 0 10 0,0 0 10 0,1 0 6 15,0 0 13-15,1 1-4 0,-1-2 27 0,1 0-2 16,3 0 3-16,4 0-1 0,1 0 4 0,1-2-4 15,2 1-2-15,3-1 1 0,0 0 1 0,4-1-17 16,5 0 3-16,4-2-7 0,1 0-2 0,2 1-11 0,3 0 5 16,-1 0-7-16,2 0 6 0,-1-1-9 0,-1 2-2 15,-3-1-1-15,1 0 3 0,-3 1 5 0,1 1-1 16,0-1 2-16,0 1-2 0,-1 0 3 0,2 0-1 16,-2 1 3-16,-1-1 4 0,-2 1-6 0,-6-2 4 0,1 1-5 15,-1 0-7-15,-3-1 3 0,0 2-4 0,-5 0 1 16,-4 1-7-16,-1 0 5 0,-2 0-9 0,-4 0 4 15,2 0-33-15,-1 0-31 0,0 0-4 0,1 0-15 16,-1 0-75-16,-1 0-198 0</inkml:trace>
  <inkml:trace contextRef="#ctx0" brushRef="#br0" timeOffset="4069.67">11826 15210 1464 0,'0'0'10'0,"0"0"7"0,0 0-14 0,0 0-6 16,0 0-2-16,1 0 9 0,1-1 5 0,0-1-1 15,2 0 1-15,8-6-2 0,3-2-10 0,1 0 0 16,0-1-4-16,2-1 8 0,1 1-6 0,-3 1 4 16,-1 1-5-16,-3 1 10 0,-1 1 0 0,-2 1 2 15,1 0-1-15,-4 2 3 0,0 1 18 0,-3 0-6 0,-2 3 10 16,2-1-5-16,-1 0 13 0,0 0-6 0,1 0 7 16,-1 0-8-16,-1-1-9 0,0 1 0 0,1 0-5 15,-1 0-8-15,0 1-10 0,0 0 1 0,0 1-5 16,-1 1 5-16,0 7-7 0,-2 11 5 0,-4 0-7 15,-1 2 2-15,-2 0 7 0,-1 1-4 0,1-1 4 16,-1 2 3-16,1-1-7 0,3 2 3 0,0-1-5 0,0 2 11 16,3 0-7-16,-1-1 3 0,2-2-3 0,1-3 13 15,1-4 0-15,0-1-1 0,0-3 0 0,0-2 0 16,2 1-3-16,0-3-4 0,1 0 1 0,-1-2-9 0,-1-2-10 16,2-1 5-16,-3-2-8 0,10 2-3 0,2-2-2 15,5 10-3-15,-7-7 1 0,3 0-8 0,0-3 0 16,-1-1-11-16,4-4 5 0,2-3-37 0,-1-3-77 15,0-1-19-15,3-17-32 0,0-3-172 0</inkml:trace>
  <inkml:trace contextRef="#ctx0" brushRef="#br0" timeOffset="4254.29">12331 14637 1624 0,'-1'0'61'0,"-1"0"125"16,1 0-163-16,-1 0-5 0,0 0-3 0,-1 0 0 16,1 0-9-16,1 0-13 0,-1 0-4 0,1 0-5 15,0 1-25-15,0 0-24 0,0 1-20 0,1 0-5 16,0 4-101-16,2 6-127 0,2-2-57 0</inkml:trace>
  <inkml:trace contextRef="#ctx0" brushRef="#br0" timeOffset="4738.68">12420 15306 1396 0,'0'0'96'0,"-1"1"0"0,0 1-32 16,-6 1-11-16,-6 4-36 0,2-6-15 0,2 13 6 15,2 1-5-15,0 1 4 0,1 2-5 0,1-1-3 16,2 3 1-16,-1-2-3 0,3-2-6 0,0 0-9 0,-8-5-2 16,4 1-3-16,1-2-10 0,3-5 9 0,0 1 0 15,1-2 4-15,0-3 4 0,0 0 19 0,0 0-6 16,0 2 10-16,0-1 5 0,0 0-1 0,0 0 8 16,0-1-8-16,0 0 7 0,1 0-6 0,0-1-4 15,0 0 0-15,0 0 0 0,2-1-3 0,-1 0-2 0,4-4-2 16,5 2-8-16,-1-8 5 0,1 5 6 0,0-2-2 15,4 2 1-15,-2 2-2 0,1-1-1 0,0-5 0 16,0 3-2-16,-1 4 2 0,2 0-1 0,-2 3 1 16,0 1 3-16,-1 3 2 0,-1 1-5 0,0 1 3 15,2 3-6-15,0-2 3 0,0 9 10 0,-5 2-2 16,-3-1 14-16,0-3 0 0,-3-1-9 0,1 1 7 16,1-1-4-16,5 0-7 0,-3 0 5 0,-3-1-7 0,-2 3-7 15,-2 0 6-15,-3-1-5 0,-2 0 6 0,-1-2-10 16,0-2 7-16,2 0-3 0,-6-2 6 0,0-2-8 15,-2 0 3-15,1-3-2 0,1 0 3 0,-4-2-4 0,3 0-11 16,3 5-7-16,-2 1-2 0,0-2-34 0,2-3-12 16,-6 0-8-16,5-2-5 0,-1-1-54 0,3 0-85 15,-1-3-10-15</inkml:trace>
  <inkml:trace contextRef="#ctx0" brushRef="#br0" timeOffset="5287.77">13162 14417 592 0,'0'0'176'0,"-1"0"3"0,0 0-31 15,0 0-22-15,-2 0-56 0,1 0-26 0,1 0-3 0,0 0-7 16,-2 0 1-16,1 0-21 0,0 0-9 0,-1 0 5 15,2 0-8-15,0 0-5 0,0 0 8 0,-1 0-4 16,2 0 9-16,0 0 2 0,2 0 0 0,-1 0 4 0,1 0-3 16,4 0-3-16,5 1 2 0,2-1-2 0,-2 0 2 15,2 0-9-15,0 0 1 0,0 0-4 0,0 0 1 16,0 0-1-16,-1 0 3 0,1 0-3 0,-3 0 1 16,2 0-17-16,-3 0-35 0,2 0-3 0,0 0-12 15,-1 0-31-15,2 0-90 0,-3 0-21 0</inkml:trace>
  <inkml:trace contextRef="#ctx0" brushRef="#br0" timeOffset="5507.27">13152 14599 1614 0,'0'0'131'0,"0"0"-165"15,0 0 141-15,0 0-77 0,0 0-45 0,0 0 16 16,0 0-1-16,1 0 6 0,0 0 3 0,2 0-6 16,14 3 0-16,-1-2-3 0,3 1-11 0,0 1-31 15,1-2-1-15,0 0-13 0,0 0-18 0,2-1-127 0,1 0-24 16</inkml:trace>
  <inkml:trace contextRef="#ctx0" brushRef="#br0" timeOffset="10608.63">13239 14505 253 0,'0'0'73'16,"0"0"133"-16,0 0-161 0,0 0-11 0,0 0-3 0,0 0-1 15,0 0-3-15,0 0-10 0,0-1 4 0,0 0-6 16,0 0 2-16,0 0-7 0,0-1-1 0,0 1 0 16,0 0 17-16,0-1-6 0,0-1 10 0,-2-11-10 15,2-2 3-15,0-3-8 0,0-4-4 0,2 1 0 16,0-2-3-16,-1 1-1 0,1 0 3 0,1 0-2 16,-1 1 0-16,2 1-2 0,-2-1 1 0,0 0 0 0,1 1 10 15,-2 0 0-15,0-1 0 0,0 1 0 16,-1 2 6-16,0-2 19 0,0-1-4 0,-1 1 8 0,-1-1-9 15,-2 1-12-15,1 0-4 0,-1-1-2 0,-1 2-8 0,1 0 3 16,-2-1 1-16,0 2-1 0,0-1-3 0,0 3 2 16,-1-3-2-16,0 0 1 0,-1 0-3 0,0 0-8 15,-1 1 1-15,0 0-2 0,-2-1 10 0,10 0 0 16,-12-2 2-16,0 2-2 0,-1 0-2 0,-1 0 5 16,0 0 3-16,-1-1 0 0,1 0 4 0,0-1-5 15,-3 1 1-15,1 1-3 0,-2 3-1 0,-1-3-4 16,3 2-5-16,-2-1 3 0,2 0 3 0,0 2-4 15,-1-1-3-15,-1 2 0 0,0 0-2 0,0 1-2 16,0 2 2-16,0 1-1 0,1-1 1 0,-1 3 4 0,-1-2 3 16,0 2 1-16,-4-1-1 0,1-1-4 0,-2 2-1 15,2 0-2-15,0 0-1 0,-1 0 3 0,-1 2-3 16,-1 0 5-16,0 0 0 0,1-1-1 0,0 1 3 0,-1 0-3 16,2 0 8-16,2-2-3 0,0 2 1 0,-1-1-3 15,-2-2-7-15,2 2 1 0,-2-3 2 0,1 2 1 16,-2 1-1-16,-4-4 12 0,-1 4-7 0,-2-3 8 15,-3-1-10-15,2 1 1 0,0 2 3 0,0 0-1 16,0 3-2-16,1 2 4 0,0 0-4 0,-1 3 4 16,2-1-6-16,-2-1 0 0,-1 2 0 0,-3 0 1 15,1-1 0-15,-2 2-3 0,0 0-5 0,-1 0 2 0,0-17 0 16,2 9 2-16,2 6 3 0,-1 3-1 0,2 2-1 16,1 0-1-16,-2 1 2 0,-1 4-3 0,-4 1-2 15,-1 1-4-15,-1 3 6 0,-1-1-3 0,1 1 6 0,2 0-6 16,0 1 0-16,3 0-2 0,0 2 0 0,1 0 1 15,-2 3-10-15,-2 0 7 0,-1-1-11 0,-3-15 3 16,2 19 10-16,-1 1-5 0,-1 0 7 0,2 1 0 16,-1 0-4-16,4 1 3 0,3 2 2 0,2 2 6 15,-3-1-1-15,0 2 3 0,0 1-7 0,-4 0 1 16,1 2-1-16,1 0 1 0,-1-2-2 0,2 0 1 16,4-2 2-16,1 1 1 0,1 2 4 0,1-1-6 15,3 2 0-15,1 2-1 0,-1 2-1 0,0 1 2 0,-3 2 0 16,2 2 2-16,-1 0 1 0,2 1 0 0,0-1-1 15,1-4-1-15,1 0-8 0,4-4 8 0,0-2-2 16,3-1 4-16,1-1-8 0,2-1 5 0,3 1-2 16,0 1 3-16,1 0-1 0,2 4 1 0,-1 0 0 15,3-1 1-15,0 2-6 0,0-1 7 0,2 0-3 16,0 2 3-16,-1-2-4 0,2 2-1 0,0 1 2 0,0 0 0 16,2 3-2-16,-1 4 2 0,3 3-4 0,-2 4 4 15,3 4 1-15,-20 1-2 0,12-1 1 0,8-4 0 16,2-1 7-16,3-3-10 0,2-1 5 0,2 0-7 15,3 1 3-15,2 7-1 0,1 0-5 0,2 0 3 16,2-1-6-16,1-4 9 0,-16-6 2 0,24-2 0 0,3-1-2 16,4-1 2-16,-1-1-1 0,5 2 3 0,4-2 2 15,2 6-5-15,3-3 2 0,-1-1-2 0,-1-3 0 16,1-3 9-16,3-3-7 0,8-2 8 0,3-1-12 16,5-2 10-16,4-3-4 0,-4 1 6 0,1-2-14 0,-2 0 3 15,3-2-3-15,3 0 3 0,6-1-1 0,1-1-2 16,-3 1 2-16,0-2-2 0,-1 1 5 0,1-3 4 15,3 1-4-15,2-6 5 0,-2-4-10 0,-4 0 15 16,0 17-1-16,0-18 6 0,5-7-14 0,2-9 4 16,0-1-4-16,-4-3 4 0,-2-1 2 0,-1-1-6 15,1-2 3-15,5-1-4 0,-2 0 0 0,-3 0-2 16,-3-1 4-16,-5-1-3 0,-1 20 1 0,-1-23-1 16,2-1-4-16,-1-2 3 0,-3 0 3 0,-7-7 4 0,-3 3 6 15,-5-6-3-15,-1 1 13 0,-4 0-2 0,3-2-1 16,-5 1-1-16,0 1-7 0,-4-1-1 0,-1 0 3 15,-1 0-2-15,-4-2 2 0,-2-4-7 0,-3 0 1 16,-5-7 0-16,-2-1 13 0,-2-1-1 0,-3-3 1 0,-3 2-1 16,-2 0 4-16,-2 2-1 0,-3 0 1 0,1-2-2 15,-3-2-1-15,20-4 0 0,-14-3-3 0,-7 1 2 16,-2 0-13-16,-2 3 5 0,0 2-4 0,-1 3 2 16,-2-2-13-16,-3-2 7 0,0-2-2 0,-3-2 3 15,0 2-2-15,-2 1 1 0,-2 5 0 0,-2 4 0 16,-1 3 7-16,12-1-3 0,-20 3 7 0,-3-1-5 15,0-1 7-15,-1 1-4 0,-2 0-4 0,0 3 0 0,-4 1-17 16,3 1-2-16,-2 5-4 0,1 0 0 0,-1 4-34 16,-4 0-36-16,0 2-7 0,-2 2-9 0,0 1-41 15,-7-3-494-15</inkml:trace>
  <inkml:trace contextRef="#ctx0" brushRef="#br0" timeOffset="20767.96">9227 16018 147 0,'0'0'24'0,"0"0"5"16,-1 0 24-16,0 0 5 0,0 0-6 0,0 0-10 0,0 0-13 16,-1 0 0-16,1 0-4 0,0 0 3 0,-1 0-12 15,-1 0 10-15,1 0-11 0,0 0 1 0,-2 0-3 16,2 0-1-16,-1 0 1 0,0 0 5 0,-2 0 1 16,-1 0 4-16,2 0-2 0,-2 0 9 0,1 0-1 15,2 0 0-15,-5 0 0 0,5 0-7 0,-3 0 6 16,0 0-7-16,4 0 6 0,-5 0-13 0,3 0-6 0,1 0 0 15,-3 0-3-15,3 0 0 0,0 0-1 16,1 0-3-16,-1 0 1 0,1 0 3 0,-2 1-3 0,2 0-1 16,0 0-1-16,-1 0-2 0,1 0 17 0,0-1-1 15,0 2 6-15,1-1-7 0,0 0-2 0,0 0 4 0,0 0-3 16,0-1-3-16,-1 0 0 0,1 0-5 0,0 0 5 16,0 0-7-16,0 0 6 0,-1 0-6 0,1 0 5 15,0 0-4-15,0 0-2 0,1 0 7 0,0 0-6 16,0 2 10-16,0-2 2 0,0 0 0 0,0 0 0 15,0 0 3-15,0 0-12 0,0 0 5 0,0 0-7 16,1 0 1-16,0 0 3 0,0 0-1 0,1-2 3 16,-1 1 3-16,1 0-11 0,1 0 0 0,4-2-2 15,3 0 1-15,0-1 5 0,0 1-3 0,-3 1 4 0,5-3-4 16,1 0 0-16,1 0-1 0,1 0 0 0,1-1-4 16,-1 1 7-16,-1 0-4 0,0-1 2 0,0 1-4 15,3-4 0-15,0 1 3 0,1 1-1 0,1-1 6 0,-2 0-7 16,3-1 0-16,0 2-3 0,2-1 4 0,1 0 0 15,2 0 2-15,-2 1-1 0,3-1 5 0,1 1-8 16,-1 2 2-16,0-3-4 0,0 1 4 0,0 0 1 16,0 1 1-16,-1-1-1 0,0 2-1 0,-3-1-1 15,0-1 0-15,-2 0 0 0,2-2 9 0,-1 1-5 16,1 1 3-16,0-1-4 0,-1 0-1 0,-1-1 5 16,1 1-2-16,0 1 3 0,0 0 0 0,2 0-1 15,-1 1-3-15,-3 0 1 0,0 1-4 0,-4 2 7 0,-1-1 3 16,2 1 0-16,2-1-8 0,-3 2 4 0,-3 0-9 15,-2 0 8-15,-3 1-6 0,1 0 4 0,-1 0 4 16,2 0-1-16,-2 1-2 0,-1 0 1 0,-1 0-1 16,-1 0 1-16,-2 0-3 0,0 0-2 0,2 0-2 0,-3 0 0 15,1 0-2-15,-1 0 8 0,1 0-6 0,-1 0 5 16,1 0-12-16,1 0-7 0,-1 0-6 0,0 0-8 16,1 0-87-16,-1 0-105 0,0 0-22 0</inkml:trace>
  <inkml:trace contextRef="#ctx0" brushRef="#br0" timeOffset="21568.37">9176 16248 576 0,'0'0'95'0,"-1"0"-109"0,-1 0 112 0,1 0-56 16,-1 0-5-16,0 0-6 0,-1 0-4 0,1 0 1 16,-1 0-21-16,2 0 4 0,-2 0-6 0,0 0 4 15,1 1-12-15,0 0 3 0,-1 1 2 0,1-1 1 0,0-1 4 16,-1 0-6-16,1 0 4 0,1 0-2 0,0 0 33 15,-2 0-3-15,1 0 4 0,0 0-3 0,-1 0 10 16,1 0-17-16,-1 0 7 0,1 0-12 0,0 0-4 0,-1 0 6 16,1 0-8-16,0 0 5 0,-1 0-17 0,1 0-3 15,0 0 1-15,0 0-2 0,1 0 0 0,0 0 0 16,0 0 2-16,0 0-2 0,1 0 0 0,0 0 6 16,1 0-5-16,0 0 7 0,1 0-9 0,3 0 0 15,9 0-1-15,2-1 1 0,1-2-2 0,2 1 7 16,2-2-2-16,-2 1 3 0,0-1-11 0,1 1 8 15,-3-1 1-15,3 0 4 0,0-2-7 0,0 0 1 16,0 0-1-16,2 1 2 0,-1-1 0 0,-1 0 1 0,3 1-2 16,2-1 3-16,1 0-2 0,0 0-4 0,0-1 4 15,-2 0-3-15,1 0 7 0,2 0-1 0,-2 0-1 16,-1 0 1-16,1-2-4 0,-4 2 4 0,2 0-1 16,-3 0 2-16,0-1 0 0,0-1-5 0,0-1 0 15,1 1 1-15,0 1 10 0,-2 0-11 0,1 0 6 0,-1 0-6 16,-1 1 6-16,1-1 1 0,0 1-6 0,0 0 4 15,0 0-5-15,1 0 5 0,0-1 0 0,-4 3 1 16,-2 0-10-16,-1 0 4 0,0-1 0 0,1 2 3 16,0-2-2-16,-2 2-4 0,-4 2 0 0,-3 1-1 15,0-1 7-15,-3 2-1 0,0-1-1 0,1 1-1 16,-2 0 0-16,1-1 3 0,1 0 3 0,-1 0 0 0,0 0 11 16,-1-1-8-16,1 1 1 0,-1 1-4 0,0 0-2 15,0 0-4-15,0 0-1 0,-1 0-2 0,0 0-5 16,0 0-44-16,0 1-2 0,-1 1-23 0,0-1-89 0,0 0-277 15</inkml:trace>
  <inkml:trace contextRef="#ctx0" brushRef="#br0" timeOffset="31642.98">15937 14287 503 0,'0'0'0'0,"0"0"14"0,0 0 130 15,0 0-56-15,0 0 2 0,0 0-76 0,0 0-2 0,0 0-3 16,0 0 2-16,0 0 1 0,0 1 7 0,0 0 4 16,0 0-3-16,2 0 4 0,-1 1-3 0,0-1 17 15,0 1-1-15,1 0 5 0,0-2-10 0,3 4-1 16,2 1-4-16,1-1 2 0,0 1-12 0,-1-1 1 15,0-1-1-15,1 1 0 0,0-2-4 0,3 2-4 16,0-2-2-16,-1 0 0 0,2 1 1 0,-2-1-9 16,0 0 5-16,2 1-7 0,1-1 3 0,-2 0 1 15,3 1 0-15,-1-1 3 0,1 2-7 0,3 0 7 0,-2 0-4 16,3 0 8-16,-1 1-7 0,1-2 6 0,4-1-3 16,0 0 4-16,5 2-4 0,2-1 1 0,0 0-5 15,2-1 3-15,1 0-6 0,0 1-2 0,2-1 8 16,-1-1-4-16,2 3 5 0,-1-2-2 0,0 2-6 0,1-2 4 15,1 2-1-15,2-2-2 0,4-1 2 0,3 1-3 16,2 0 0-16,3-1 3 0,-1-1 2 0,-3 0 0 16,0 0 0-16,-3 0 4 0,0 1-5 0,3 0 3 15,1 1-3-15,3 2 1 0,4 0-1 0,0-1 2 16,2 4 2-16,-5-2-4 0,-1 1 4 0,0 1-4 16,-1 0-3-16,5 2 1 0,1 1 1 0,5-1 0 0,2-2 1 15,-1-1-2-15,1 0 0 0,-5-1-1 0,2 2 3 16,2 0 2-16,1-1-3 0,8-1 2 0,0 0-2 15,1-1 1-15,-3-2-2 0,-2-1 2 0,0 0-3 0,2 1 2 16,3 0-2-16,4 0 1 0,-3-2-4 0,-2 0-1 16,-3 0 6-16,0 0-4 0,3 1 11 0,4 1-9 15,2 0 2-15,-3-1-6 0,-2 1 7 0,-3 1-1 16,0 0-2-16,6 2-1 0,3 0-6 0,1-1 8 16,-2 1-6-16,-8-1 7 0,0 0-5 0,1 1 8 15,3 0-1-15,3-1 2 0,-2 1-5 0,-3-1 6 16,-6-1-1-16,-3 1 3 0,2-1-9 0,1 2 7 15,0 0 3-15,-3-2 2 0,-1 2-1 0,-7 0 11 16,0-1-1-16,-7 0 5 0,-2 1-8 0,4-1 2 0,-5 0-8 16,1-1 6-16,-2 1-15 0,-2-1 2 0,-3 0-2 15,-1-1 1-15,-4-1 1 0,-4 0-2 0,-5-1-5 16,-3 0-1-16,-1 0-29 0,-2 0-40 0,-2 0-36 16,-3 0-10-16,-2 0-211 0</inkml:trace>
  <inkml:trace contextRef="#ctx0" brushRef="#br0" timeOffset="33077.56">15893 14464 516 0,'-2'-1'51'0,"1"0"117"0,0 0-156 0,-1 0 18 16,-1-1 6-16,1 1 3 0,0 0 7 0,-1 0-21 15,1 0-4-15,1-1-4 0,0 1-2 0,-1 0 0 16,1 0 5-16,0 0-4 0,0 0-1 0,0-1 12 16,0 1 0-16,-1 0 5 0,1 0 9 0,0 1-2 15,0 0-4-15,0 0 1 0,1 0-14 0,0 0-4 0,0 1-1 16,0 0-1-16,0 2-5 0,0 1-4 0,1 10 2 16,1 3-2-16,1-4 3 0,-1 1 3 0,0 0-1 15,2 1 2-15,-1 1 2 0,1-2-6 0,1 1 0 16,-2-1-2-16,1 4 4 0,0 1-1 0,1 2 4 15,1 5-3-15,-1 2 4 0,-1 7-5 0,1 5 1 16,-1 5-2-16,-1 4 3 0,-1 4-6 0,-2 0 0 0,0 0-2 16,0-5-3-16,0-1 3 0,-1-1-2 0,-1 1 2 15,-2-1-5-15,1 3-2 0,-2 2 2 0,2-4-2 16,-1 0 9-16,2-4-2 0,1-4-5 0,-1-1 2 16,1-4 2-16,-2 0-4 0,-2-3 4 0,1-1-5 0,2 1 4 15,1-3-2-15,0-1 5 0,1-1-6 0,0-3-4 16,0 1 10-16,0-4-6 0,1-1 7 0,-1 1-7 15,0-5-2-15,1 3 2 0,-1-7-1 0,0 4 8 16,0 1-5-16,0-2-1 0,0 0-1 0,1-2-5 0,-1 0 5 16,1-2 0-16,-1 0 2 0,0 0-5 0,0-3 3 15,0 2 0-15,0-2 4 0,0 0 7 0,0 0-8 16,0-1 0-16,0 0-3 0,0-1 0 0,0 1 4 16,0-1-2-16,0 0 2 0,0-1 1 0,0 1-4 15,2 0 6-15,-2-2-4 0,1 2 8 0,0-3-11 16,0 2 4-16,-1-2-5 0,0 1 4 0,1 0-1 15,-1 0 1-15,0-1 0 0,0 0-3 0,2 1 1 16,-1-1-2-16,-1-1 2 0,0 1-1 0,0 0-4 16,1 0 4-16,0 0-2 0,0 1-2 0,0-1 2 0,1 0-2 15,-1 1 3-15,0-1 5 0,0-1-7 0,0 0 0 16,0 1-3-16,1-1 0 0,-1 0 6 0,0 0-5 16,1 2 5-16,1-2-10 0,0 1 5 0,4 2 1 15,3 0 1-15,3 2-3 0,1-1 7 0,-1-2-4 0,3 2 3 16,-1-1-3-16,3-1-2 0,2 1 6 0,-1-2-4 15,2 0 8-15,3 1-9 0,0-2 1 0,3 0-4 16,0-1 5-16,5 0-2 0,1 0-3 0,6 0 1 16,3 0-1-16,-1-1 1 0,5-1 5 0,-1-2-3 15,1 0 11-15,1 1-10 0,-1 1 3 0,-1-1-6 16,2 0 6-16,4 0-2 0,3 1 0 0,3-1 0 16,3 0 2-16,-3 1-3 0,0-1-1 0,0 2 0 15,-4-1 3-15,6 1-6 0,2 0 6 0,4-1-6 0,3 1 9 16,-2 1-2-16,-1-1 0 0,-2 1-2 0,-1-1 0 15,5 0 4-15,5 0-2 0,1-1 2 0,0 0-1 0,-1 0-2 16,-5 0 2-16,0 1-2 0,2 0 1 0,5-1 0 16,3 1 0-16,-2-1 2 0,-3 0 1 0,-3 1-2 15,0 0 1-15,1 0-1 0,3 1 1 0,3-2 7 16,-3 2-3-16,-4 0 5 0,-2 0-3 0,-2 0-2 16,3 2 0-16,-1-1-1 0,4 1-4 0,-4-1 9 15,-4 0-8-15,0 1 8 0,-2-1-1 0,4 0-4 16,-2 0 4-16,4 0-5 0,1-1 1 0,-4 1-2 15,-3-1 2-15,-2 0-1 0,-2 0 0 0,3 2-3 16,1-2 3-16,3 1-2 0,-3-1 5 0,-4 1-3 0,-2 0-2 16,-5-1 0-16,-1 1-2 0,-4 1 2 0,4-1 2 15,-1 0 0-15,2 0-2 0,-3-1 3 0,-3 1-1 16,-3 0 1-16,-6 1-6 0,0-1 1 0,-7 1 2 16,-1 0 2-16,-3 0 2 0,-1-1-7 0,-2 1-2 0,-2-1 0 15,1 2 3-15,-3-2-10 0,1 0 2 0,-1 0-5 16,-1 0 2-16,0-1-25 0,0 0-3 0,-2 0-12 15,-2-1-44-15,1-1-121 0,-2 0-20 0</inkml:trace>
  <inkml:trace contextRef="#ctx0" brushRef="#br0" timeOffset="33763.37">21549 14734 717 0,'0'-2'52'0,"-1"1"104"16,-1 0-124-16,1-1 20 0,0-1-7 0,-2-3 9 16,-2-2-19-16,1 1-14 0,1 0 7 0,0 1-9 15,1 1 2-15,0 1-6 0,-1-1-4 0,1 2 3 16,0-1 5-16,1 2 1 0,-1-1 6 0,2 2-3 15,-2 0 24-15,-3 0-9 0,2 0 1 0,0-1-4 16,-1 1 6-16,1 0-8 0,0-1 4 0,-1-1-6 0,1 1-2 16,-1 0 2-16,2 0-5 0,-2 0 2 0,2 1-21 15,1 1 2-15,-1 0-2 0,-1 0 2 0,1 0-6 16,-1 0 1-16,1 0-4 0,0 0 3 0,-2 1-2 16,2 0 5-16,-2 6 0 0,2 7 1 0,0 3-5 15,-1 1 3-15,2 0-2 0,0 2 2 0,-12 3-1 0,5 0 0 16,3 4-1-16,4 5 1 0,1 1-2 0,2 2-1 15,1 4 0-15,0-2-1 0,2-1 2 0,0 3-2 16,-1-3 0-16,1 1-2 0,0-1 3 0,-2 3-3 16,1 0 4-16,-2 0-3 0,0 2-2 0,0 1 5 15,-1 0-1-15,-1 1 5 0,0-4-1 0,0-4 0 16,0-1-1-16,0-6 1 0,0 2 7 0,0-3-2 16,0-2 2-16,0 2-2 0,0-1-2 0,0 0 6 0,0 1-4 15,0 1 4-15,0 0-7 0,0 0 1 0,0 0 2 16,-1-3 0-16,-1 4 6 0,1-3 0 0,-1 1-9 15,-2 0 4-15,2-2-14 0,-2 1 7 0,1-4-2 16,-1-3 4-16,1 0-5 0,1-5 0 0,-1-1-1 0,2-4 0 16,0-1-4-16,1-1-11 0,0-2-4 0,0-3-5 15,0 1-36-15,0-1-35 0,0 0-8 0,1 1-15 16,0-2-74-16,0 0-254 0</inkml:trace>
  <inkml:trace contextRef="#ctx0" brushRef="#br0" timeOffset="34883.81">17303 14542 61 0,'0'0'21'0,"0"0"32"15,0 0-50-15,0 0 3 0,0 0-8 0,0 0 7 0,0-1 6 16,0-1 11-16,1 1-1 0,-1 0 2 0,0 0-6 16,0 1-1-16,0-1 0 0,0 0-2 0,0-1-14 15,0 1 29-15,0 0-10 0,0 0 18 0,0 0 4 0,0 0 16 16,0-1-2-16,0 1 4 0,0 0-6 0,-1 0-14 15,1 0 1-15,0-2-8 0,0 1-11 0,-2 0 5 16,2 0 6-16,0-1 0 0,-1-2 8 0,1 4-5 16,0-1-3-16,0 0 1 0,0 0-7 0,0 0-10 15,0-1 5-15,0 2-5 0,-1-1 7 0,0 0-6 16,0-1 2-16,0 1-3 0,-1 1-12 0,1 0 7 16,1-1-11-16,0 1 9 0,0 0-12 0,0 0 9 0,0 0-5 15,0-1 8-15,0 1-6 0,0 0 1 0,0 0 1 16,0 0 0-16,0 0 8 0,0-1-3 0,0 1 9 15,0 0-8-15,0 0 8 0,0 0 0 0,0 1-1 16,0 0 1-16,0 0-3 0,0 0 5 0,0 0-2 0,0 0 3 16,0 0 0-16,0 0-12 0,0 0 4 0,0 0-6 15,0 0 5-15,0 0-5 0,0 0 6 0,0 0-6 16,0 0 3-16,0 0 1 0,0 0-5 0,0 0 5 16,0 0-6-16,0 0 9 0,0 0-2 0,1 0 4 15,1 0-3-15,-1 0-3 0,0 0-2 0,-1 0 1 16,0 0 5-16,0 0-14 0,0 0 6 0,1 0-8 15,-1 0 5-15,0 1-9 0,1 0 4 0,0 0-7 16,1 0-5-16,-1 1-23 0,0-1-16 0,0 0-2 0,0 0-61 16,0 0-8-16,1 0 7 0,-1 1-5 0,1-1 14 15,1 0-2-15,-1 0-3 0,0-1 4 0,1 1 15 0,-1 1-13 16,0-1 1-16</inkml:trace>
  <inkml:trace contextRef="#ctx0" brushRef="#br0" timeOffset="35996.94">17998 14543 244 0,'0'0'32'0,"-2"0"40"16,1-1-13-16,0 0-6 0,0-1-1 0,0 1-3 15,-1 0-16-15,1 0 15 0,0 0 3 0,0 0 5 0,0-1 12 16,0 1-22-16,-1 0 6 0,1 0-9 0,0 0 17 16,0 0-5-16,0-1 6 0,-2 1-3 0,2 0 5 0,-1 0-3 15,-1 0-5-15,1-1 3 0,0 1-2 0,-1 0-10 16,1 0 1-16,0 0-6 0,-1 0-10 0,1-1-1 15,0 1-6-15,1 0 2 0,-2 0-15 0,2 0 0 16,-1 0 3-16,-1-1-2 0,2 1-2 0,0 0-1 16,0 0-4-16,0 1 3 0,-1 0-6 0,1 0 2 15,0 0-2-15,0 0 3 0,0 0-5 0,0 0-1 16,-1 1 1-16,1 0-1 0,0 2 1 0,0-1 2 16,-4 10-2-16,0-1 2 0,1 5-5 0,0-3 3 15,2 1 0-15,-1 2 1 0,2 1-1 0,0 0 3 0,0 2-1 16,-1 0 1-16,0 2-5 0,1 0 6 0,0 2-4 15,1 0 4-15,0 1-6 0,0 3-2 0,0-1 3 16,1 1-1-16,3 0 6 0,-2 0-5 0,0 0 1 0,2 3-5 16,-2-3 5-16,2 3 4 0,-1-2-4 0,-1-1 2 15,0 2-7-15,-1 0 6 0,-1-1-1 0,1 2 1 16,-1 0-1-16,0 0 0 0,0 3 2 0,0 0 0 16,0 0-5-16,0-1 2 0,0-4-2 0,0-3 3 15,0 1 6-15,1-4-4 0,1-2 2 0,-2 1-3 16,1-1 3-16,1 0-3 0,1 0-1 0,-1 0-1 15,0-1 1-15,1 1-1 0,-1 0 4 0,0-1-3 16,1 0 7-16,0-1-7 0,0 2-2 0,-1 0-2 0,1 3 2 16,0 1 2-16,-2 1 5 0,-1 1-5 0,0 0 0 15,0 1 5-15,0 2-6 0,0-2 6 0,-1 3-8 0,0-4 7 16,-1 0-2-16,0-2 4 0,0-4-6 0,-1 0 7 16,2-4-1-16,0-1 2 0,-1-1-9 0,0-2 4 15,1 1-5-15,0-3 4 0,0 1-2 0,1-2 1 16,0-1-3-16,0 1 1 0,0-2-5 0,0 0 7 15,0-1 3-15,0-2-1 0,1 2-6 0,0 0-1 16,0-1-3-16,1-1 3 0,-1 0-10 0,0 0-4 16,0 0-4-16,0 0 0 0,1-2-18 0,0 3-7 15,-1-3-18-15,0 1 1 0,3-1-76 0,4-1-104 16,3 6-30-16</inkml:trace>
  <inkml:trace contextRef="#ctx0" brushRef="#br0" timeOffset="37213.79">19024 14750 331 0,'0'0'97'16,"0"0"2"-16,-1 0-26 0,0-1-13 0,0 0-32 16,-1-1-1-16,1 1-4 0,-1 0-1 0,0 0-2 15,-1-1-6-15,1-1 2 0,1 3 5 0,-4-1-4 16,0-2-4-16,2-1 8 0,-1 0 1 0,2 0 5 0,-2 0 16 16,1 0-4-16,-1 0-1 0,2-1 1 0,0 2 4 15,-2-1-5-15,1 1 11 0,0-1-8 0,1 1 7 16,1-2-13-16,-1 1-4 0,0 2 0 0,-1-1-2 0,-1 1 0 15,4 1-3-15,-6-1 2 0,4-1-5 0,-1 1-9 16,1 0 5-16,1-1-7 0,0 2 1 0,0 0-2 16,-1 0-3-16,1 0 1 0,0 0-5 0,0-1 3 15,0 1-1-15,0 0 2 0,-1 0-7 0,1 0 0 16,1-1 1-16,0 1-2 0,0 0-4 0,0 0 7 16,-1 0-6-16,1 1 7 0,0 0-2 0,0 0 2 15,0 0 5-15,0-1-4 0,0 1 2 0,0-2-6 16,0 1 4-16,0 0-4 0,0 0 4 0,0 0-2 0,0 0 0 15,0-1 1-15,0 2 1 0,0 0-2 0,0-1-1 16,0 1 2-16,0 0 11 0,0 0-10 0,0-1 5 16,0 1-6-16,0 0 9 0,0 0-10 0,0 0-1 0,0 0-1 15,0-1 3-15,0 1 1 0,0 0-2 0,0-1 1 16,0 1-10-16,0 0 9 0,0 0-2 0,0 0 6 16,0-2-2-16,0 1-6 0,0 0 2 0,0 0-4 15,0 0 1-15,0 0 4 0,1-1-2 0,0 1 4 16,-1-1 0-16,0 0 2 0,0-1-4 0,0 1 2 15,0 0-5-15,0-1 6 0,0 1 2 0,0-1 1 16,0 1-2-16,0 0 1 0,0 1 0 0,0-1 0 16,0 1 0-16,0 0-1 0,0 0 0 0,0 0-1 15,0 0-9-15,0-1 5 0,0 1-4 0,0 1 4 0,0 0-1 16,0 0-1-16,0 1 5 0,0 1-3 0,0 0-1 16,0 0 5-16,-1 10-7 0,0 0 6 0,0 2-5 0,0 2 3 15,1 1 0-15,0 3 2 0,1-1 0 0,0 3-3 16,3 1 4-16,-1 4-4 0,2 2 3 0,-2 0-4 15,1 3 3-15,-1 1-3 0,2 1-3 0,0 1 2 16,-2-2-3-16,2-1 3 0,0-3 1 0,-1-2 7 16,0 0-5-16,-1 0 3 0,1 2-10 0,-2-2 5 15,1 2 0-15,-2 0 3 0,0 1-2 0,-1 2 5 16,0 2-5-16,0 2 7 0,0-1 1 0,0 3-5 16,0-4 3-16,0 0-5 0,0 0-6 0,0-3 7 0,0-2-2 15,0 1 5-15,1-1-5 0,0-1 0 0,2 1-1 16,-1-4 1-16,3 4 1 0,-2-1-1 0,1-1 3 15,-1 0-3-15,1-1 4 0,-1 1-6 0,1 1 0 16,-2-2-2-16,1 2 4 0,-1-1 0 0,-1 0 1 16,0-1-2-16,1-2 4 0,-2-1 2 0,0-2-4 0,0-1 3 15,1-2-4-15,-1-3 1 0,1-2 0 0,-1-1 1 16,0-3 2-16,0 2-1 0,0-4-1 0,1 0 1 16,0-1-5-16,0 0-3 0,1 0 4 0,-2-3-3 15,1 2 8-15,0 0-5 0,-1-3 0 0,1 2-2 16,0-1 5-16,-1-2-3 0,1 3 3 0,1-2-4 15,-1 0-4-15,0 1-10 0,0-1-8 0,0 1 0 16,1-1-35-16,-1-1-46 0,0 0-9 0,0 0-24 0,0 1-145 16</inkml:trace>
  <inkml:trace contextRef="#ctx0" brushRef="#br0" timeOffset="37998.69">18128 16661 823 0,'0'0'21'15,"0"0"1"-15,0 0-1 0,0 0 1 0,0 0-8 16,0 0-2-16,0 0 2 0,0 0-2 0,0 0 4 16,0 0 8-16,0 0 2 0,0 0-5 0,0 0 3 15,0 0-2-15,0 0 10 0,1 1-1 0,0 0 3 16,1 0 6-16,-1 1 11 0,0 0-2 0,-1-1 3 0,6 8-10 16,0 2 2-16,1 3-2 0,0 3 2 0,0 1 0 15,0 6-13-15,-1-1 7 0,-3 3-10 0,1 1-1 0,-2 3-5 16,1 0-7-16,-2 2 4 0,0 0-7 0,0-3-12 15,-1-2 8-15,0-2-9 0,0-4 4 0,0-1-7 16,0-3-6-16,0-4 1 0,0-2-11 0,0-4-35 16,0-1-1-16,0-2-16 0,0-2-53 0,1 1-25 15,0-1-6-15,1-1-4 0,-1 0-4 0,0-1-13 16,0-1-38-16</inkml:trace>
  <inkml:trace contextRef="#ctx0" brushRef="#br0" timeOffset="38666.54">18217 16673 750 0,'-1'0'52'0,"0"0"91"16,0 0-68-16,-1 0-9 0,-1 0 1 0,1 0-7 16,-5-2-8-16,2 2-19 0,2 0 1 0,-1 0-8 15,3 0-3-15,0 0-12 0,-2 0 2 0,1 0-7 16,0 0-5-16,0 0-1 0,1 0 5 0,0 0-3 15,0 0 6-15,1-1 4 0,0 0-1 0,1 0 2 16,0 0-5-16,0 1 7 0,14-4-8 0,0 2 8 0,1-1-8 16,3 2 3-16,-4 1 2 0,4 0-2 0,-1 0-9 15,-2 0 2-15,3 3 1 0,-2 0 1 0,-2 1-2 16,3 2 1-16,-3-1-6 0,-1 1 3 0,-2 0-2 0,-4-1-4 16,1 1 8-16,-3-1-5 0,0-1 4 0,-2 4-3 15,2 1-2-15,-1 0 2 0,-1-2 12 0,-2 1-10 16,-1 1 4-16,-1-2-5 0,-1 1 0 0,-1 0 7 15,-2 0 0-15,0-1 1 0,3 2-10 0,-14-2 9 16,4 0-3-16,-1-1 7 0,2 0 2 0,2-2-10 16,0 1 7-16,1-2-8 0,2 0 2 0,-3-1-1 15,3-1-3-15,-1 2 1 0,-3-2-4 0,6 1 6 16,-1 1-3-16,2-1 5 0,-1 0-1 0,1 1-6 0,1-2 1 16,0 0-4-16,-1 0-3 0,1 0 0 0,0 1-1 15,0-1 2-15,1 0 9 0,0 0 1 0,0 0 1 16,0 0-1-16,1 1-3 0,0-1-3 0,2 0 1 15,6 1-2-15,5 1 9 0,1 0-1 0,3 1-1 0,-3-1 0 16,1 1-3-16,-2-1-4 0,-3 1 4 0,4 2-3 16,-4-2 6-16,0 2 2 0,1 0-1 0,-3-1 1 15,2 2-4-15,-3-2 3 0,-1-1 0 0,0 1 3 16,-2-1 6-16,-3-3-13 0,2 0 8 0,-3 1-8 16,1 2 15-16,0-1 11 0,0 0 4 0,1 3 2 15,-2-2 5-15,1 3-6 0,-2 2-8 0,-2-4 4 16,-1 4-4-16,-2-2-4 0,-1 0 4 0,-13 0-4 15,1-1 11-15,-2 1 0 0,1 0 3 0,0-3-3 16,1 4-4-16,1-3-6 0,1 0-2 0,2 0 0 0,-2 0-10 16,3-1-3-16,-4 1 2 0,6 1-1 0,-2-3 8 15,0 2-15-15,2-1 1 0,1-1-7 0,0 1 0 0,2-2 3 16,1 0-9-16,0 1 5 0,2-1-29 0,2 0-40 16,-2 0 6-16,3-1-20 0,-3 0-31 0,1 1-60 15,2-1-23-15,-3 2-20 0,3-2-169 0</inkml:trace>
  <inkml:trace contextRef="#ctx0" brushRef="#br0" timeOffset="40568.26">16302 16701 357 0,'0'0'64'0,"-1"0"134"0,0 0-163 0,-1 0 17 15,1 0-1-15,0 0 4 0,0 0-12 0,0 0 2 0,-1 0-4 16,1 0 4-16,-1 0-3 0,0-1 3 0,-1-1 1 15,1 1 0-15,0 0-9 0,-1 0-8 0,1 0 0 16,-1 0 0-16,1 1 18 0,0-2-9 0,-1 1 6 16,1 0-8-16,0 0-6 0,-1 0-7 0,2 1-4 15,0 0 2-15,0 0-3 0,0 0 1 0,-1 0 1 0,1 0-2 16,0 0 0-16,0 0-5 0,0 0-5 0,0 0 2 16,-1 0-8-16,1 0 6 0,0 0 1 0,0 0-1 15,0 1-5-15,0 0-3 0,-1 0 0 0,1 0 0 16,0 1 4-16,0-1 1 0,0 0-1 0,-1 0 1 15,1 1-3-15,1 1-3 0,0-1 3 0,0 1-3 16,0-2 6-16,0 3-2 0,0 1-4 0,-1 1 2 16,0 0 3-16,0 1 0 0,0 0 0 0,-1 1 0 0,1 0 0 15,-1 2 0-15,0-2 6 0,-1 1-5 0,1 0 0 16,-1-1 2-16,1 1-5 0,0 1 4 0,-1-1-6 16,1 1 4-16,0-1-2 0,-1 0 1 0,2 1-9 0,0-2 3 15,0-1-2-15,1-1 4 0,0 2 2 0,0-2 1 16,0 1 1-16,0 0-2 0,0-1-5 0,0 2 4 15,0-2-2-15,0 0 2 0,1 1 4 0,0-1-4 16,0 0 3-16,1-1-3 0,0 2 4 0,-1-1-5 16,0-2 1-16,2 2-2 0,-1-1 4 0,-1-2-2 15,3 3 2-15,-2-1-2 0,0 0 1 0,2 1-2 16,-3-4-2-16,1 3 1 0,2 0 6 0,-1 1-5 0,2 1 1 16,-1-1-3-16,-2-2 2 0,3 2-1 0,-3-3 2 15,-1 0-2-15,2 0 3 0,-2-1-3 0,5 4 2 16,0-1-2-16,1-3 6 0,1 1-7 0,-1-1 4 15,-1-1-3-15,2 2 9 0,0-2-6 0,1 5-2 16,5 2 0-16,-5-5 0 0,2 1 0 0,2-1 4 0,-3 0-3 16,3-1 5-16,1-1-3 0,-1-1-1 0,0 0-1 15,0 0-3-15,0-1-3 0,-4 0-1 0,2 0 2 16,-1 0 4-16,-1-1-10 0,0 1 1 0,1 0-5 16,-5 0-7-16,2 0-7 0,1 0 1 0,-6 1-3 15,5-3-2-15,-2 1-23 0,-2 0-18 0,2-1-3 16,-3 0-71-16,3-9-26 0,-2 0-11 0,1-2-13 15,1-1-108-15</inkml:trace>
  <inkml:trace contextRef="#ctx0" brushRef="#br0" timeOffset="40868.8">16235 16905 1118 0,'-1'0'194'16,"-1"0"-228"-16,1 0 211 0,0 2-108 0,0-1-57 0,0 0-14 15,0 0 3-15,-1 0-7 0,1 0 5 0,0 1 7 0,1-1-1 16,0 0 4-16,1 0-5 0,0 0-3 0,2 1 4 16,10 3-4-16,2 0 5 0,1-1 8 0,1-1 3 15,3 1 4-15,0-2 16 0,0-1-9 0,1 0-5 16,-3 1-1-16,-2-1-15 0,1 0 3 0,-1-1-4 0,-3 0 3 15,0 0-12-15,1 0-1 0,-5 0 3 0,2 0-2 16,-3 0 4-16,-2 0-15 0,0 0-3 0,-2 0-6 16,-1 0-18-16,-1 0-14 0,0 0-11 0,-1 0-4 15,1-1-46-15,1-2-30 0,-1 1-11 0,0-4-15 16,2-4-124-16</inkml:trace>
  <inkml:trace contextRef="#ctx0" brushRef="#br0" timeOffset="41084.43">16153 16716 1242 0,'-2'0'86'0,"1"0"156"0,0 0-191 0,0 0-25 16,-2 0 0-16,2 0-9 0,0 0-17 0,0 0 10 16,0 0-9-16,1 0 11 0,0 0 8 0,1 1-13 15,2-1 5-15,17 4-7 0,3-2 4 0,0 1-12 16,3-3-2-16,4 0-5 0,0-2-14 0,5 0-14 15,0-2 1-15,2 0-7 0,3-1-9 0,1-1-175 16,3 0-21-16</inkml:trace>
  <inkml:trace contextRef="#ctx0" brushRef="#br0" timeOffset="41701.74">20202 16875 1162 0,'-1'0'45'16,"0"0"92"-16,-1 0-123 0,-4 0 6 0,-2 0-8 16,1 0 7-16,-2 0-6 0,2 0-2 0,0 0-2 15,0 0-1-15,0 0-1 0,1 0-6 0,0 0 5 0,-1 1-6 16,-1 0 3-16,1-1 22 0,0 1-1 0,-1 1 9 16,-1-1 1-16,0 1 7 0,-2 0-9 0,0 1 8 15,-1 0-6-15,0 1-8 0,2 1 7 0,-3 0-10 16,1 1-6-16,-1 3-9 0,2-2-1 0,2-5-1 15,1 13 2-15,1-2-6 0,1 1 0 0,1-1-2 0,2-2-1 16,1-1 2-16,-7 3 1 0,3-1 2 16,1 1-2-16,4 2-2 0,1 1 0 0,3-2-2 0,2 2-1 15,1-3 9-15,1 0-1 0,3 1 4 0,-4-2-7 16,10 0 2-16,1-2-2 0,1 0 3 0,0-1 5 0,1-1 1 16,-1 1 1-16,2-2 1 0,0 0 6 0,0-3-8 15,1 0 2-15,0-1-6 0,-1-1-8 0,2-1-9 16,-1 12-3-16,-1-6-2 0,0-4-24 0,-2-3-26 15,-3-1-18-15,4-4-6 0,-5 0-109 0</inkml:trace>
  <inkml:trace contextRef="#ctx0" brushRef="#br0" timeOffset="43221.16">18025 14631 110 0,'0'0'38'0,"0"0"-29"0,0 0 44 16,0 0-14-16,0 0 13 0,1 0-22 0,0 0 4 0,0 0-12 15,0-1-10-15,0 0-7 0,1 0-2 0,-1-1-1 16,0 1 5-16,0 0-6 0,0 0 9 0,1 0-8 15,-1-2 3-15,0 1 36 0,0 1-11 0,0 0 21 16,0 0 3-16,-1-1-16 0,0 1 6 0,0 0-12 16,0 0-10-16,0 0-13 0,0 0-2 0,0-1-4 15,0 1 0-15,0 0-5 0,0 0-3 0,0 0-3 16,0-1-23-16,0 1 12 0,0 0-3 0,0 0 8 0,0 0 3 16,0 0 11-16,0-1-3 0,0 1 6 0,0 0 1 15,0 0 6-15,0 0 1 0,0 0 1 0,0-1 11 16,0 1 4-16,0 0 7 0,0 0-5 0,0 0-3 0,0-1-12 15,0 1-5-15,0 0 0 0,0 0-9 16,0 0 1-16,0 0-2 0,0-1 1 0,0 1 0 0,0 0 7 16,0 0-2-16,0 0 4 0,0 0-5 0,0-1 7 15,0 1 5-15,0 0 1 0,0 0 19 0,0 0 18 16,0-1-8-16,0 1 10 0,0 0-17 0,0 0-11 16,0 0 3-16,0 0-6 0,0-1 0 0,0 1-17 15,0 0 0-15,0 0-4 0,0 0 4 0,0 0-13 16,0-1 5-16,0 1-7 0,0 0 12 0,0 0-5 15,0 0-2-15,0-1-2 0,0 1 7 0,0 0-2 0,-1 0 1 16,0 0-2-16,0 0 0 0,0-1 3 0,1 1-3 16,0 0 2-16,0 0-7 0,0 1 7 0,0 0-1 15,0 0 4-15,-1 0 0 0,1 0-6 0,-2 0 1 16,2 0-3-16,0 0 2 0,0 0-3 0,0-1 3 0,0 0-3 16,-1-1 2-16,1 2-4 0,0 0 1 0,0 0-2 15,0 0 2-15,0-1-23 0,0 1-3 0,0 0-7 16,0 0-18-16,0 0-7 0,0 0-2 0,0 0-2 15,0 0-1-15,0 0 3 0,0-1 1 0,1 0 0 16,-1 1 6-16,2-1-4 0,-2-1-6 0,1 1-2 16,0 0-53-16</inkml:trace>
  <inkml:trace contextRef="#ctx0" brushRef="#br0" timeOffset="44887.8">18136 14518 420 0,'0'0'35'0,"0"0"-5"15,0 0 21-15,0 0 6 0,0 0-11 0,0 0-10 16,0 0-10-16,0 0-5 0,0 0 0 0,-1 0-21 16,0 0 4-16,0-1-4 0,0 0 5 0,-1 0 0 15,1 0-5-15,0-1 6 0,0 1-6 0,0 0 11 0,0 0 16 16,-1 0-4-16,1 0 8 0,0-1-13 0,0 1 15 16,0 0-4-16,-1 0 10 0,1 0 5 0,-1-1-8 15,0 1 0-15,-1 0-5 0,1 0-10 0,0 0 4 16,0 0-4-16,1-1 2 0,0 1-12 0,0 0-8 15,0 0 4-15,0 0-4 0,-1 0 5 0,1-1 2 16,0 1 1-16,0 0 0 0,0 0 7 0,-1 0-9 16,1 1 3-16,0 0-6 0,0 0 0 0,0 0 8 15,0 0-5-15,-1 0 5 0,2 0-13 0,0-1 16 0,0 1-7 16,-1 0 10-16,1 0-5 0,0 0-1 0,0 0 6 16,0 0-3-16,0 0 7 0,0 0-12 0,0 0 4 15,0 0-6-15,0 0 4 0,0 0-1 0,0 0-4 16,0 0 4-16,0 0-13 0,0 0 8 0,0 1-5 15,0 0 6-15,0 0-5 0,0 0-4 0,0 0 5 0,0 2-5 16,0-1 6-16,0-1-6 0,-1 5 2 0,1 0-1 16,0 1 7-16,0 2-7 0,0-1-1 0,0 0 0 15,0 0 3-15,0 0 1 0,0 0-1 0,0 1-1 16,0-1 2-16,0 0-1 0,0 2 1 0,0-1-2 16,0 0-5-16,0 2 12 0,0 1-4 0,0-2 7 15,0 1-5-15,0-1-8 0,0 0 1 0,0 0-5 0,0 0 1 16,0-1 7-16,0 0-2 0,0-2 4 0,0-2 0 15,0 1 0-15,0-1 3 0,0-1-4 0,0 0-4 16,0-1 7-16,0-1-1 0,0 0 5 0,0-1-7 0,0 1-2 16,0-1-2-16,1 1 2 0,0 1 4 0,1-1-2 15,-1 0 7-15,0-1-4 0,-1 1 9 0,0-1 0 16,0 0-4-16,0 0 2 0,0 0-12 0,0 0-5 16,0-1 0-16,1 0-2 0,0-1-2 0,0 0-8 15,1-1 4-15,-1-3-4 0,2-8 6 0,0 1-2 16,-1-1 2-16,0 2 0 0,1-1 13 0,-2 1-3 15,0 0-2-15,0 1 0 0,-1 1 1 0,0 1 1 16,0 0 1-16,0 1-1 0,0 0 2 0,0 0 1 0,0 0 2 16,0 3-2-16,0-1-3 0,0 3 0 0,0-1 0 15,0 1 0-15,0-1-1 0,0 1 1 0,0 0-2 16,0-1 2-16,0 1 2 0,0 1-3 0,0 0 6 16,0 0-6-16,0-1 10 0,0 1-5 0,0 0 2 15,0 0-1-15,0 0 8 0,0-1-5 0,0 1 1 0,0 0-3 16,0 1 4-16,0 0-4 0,0 0-1 0,0 0 0 15,0 0 1-15,0 1-5 0,0 0 4 0,0 1-6 16,0 0 0-16,0 0 4 0,0 3-1 0,-1 4 3 16,1 1-8-16,0 0 5 0,0 1-4 0,0 2 5 15,0 1-1-15,0 0-3 0,0 3 4 0,0-1-4 16,0 2 0-16,0-1-1 0,0 2-3 0,0 1 3 16,1 1 6-16,0-1-5 0,2-1 5 0,-1 1-5 0,-1-1 3 15,2 0-3-15,-2-4-2 0,0-1 1 0,1-1 4 16,1 0-3-16,-1 0-1 0,0-1-1 0,1 1 2 0,-1-2 0 15,0 0 0-15,1 0-1 0,-1-1 1 0,-1 1-4 16,1-1 5-16,-1 1-5 0,0-2 4 0,0 1 1 16,0-1-1-16,0-1 1 0,1-1 3 0,-1 1-5 15,-1 0 2-15,1-1-3 0,0 1 6 0,0 0-5 16,2-1 3-16,-1 2-4 0,2 0 2 0,-2 0-1 16,1 2-6-16,0 0 5 0,-1 0 1 0,0 1-5 15,0 0 5-15,-1 0-7 0,0-1 1 0,-1 1 3 16,0 1-2-16,0-2 3 0,0 0 3 0,0 1 0 15,0-2 1-15,0-1 0 0,0-1 2 0,-1-1-6 16,0 0 6-16,-1-1-5 0,2-1 11 0,-1 4-9 0,0-1 0 16,1 1-2-16,-1 2 2 0,1-5-2 0,-1 4 1 15,1-1-3-15,0-2-2 0,0 4 9 0,0 1-1 16,0-1 4-16,0 1-5 0,0 2-1 0,0-3 0 0,0-1 0 16,0 0-9-16,0-1 13 0,1 1-4 0,-1-1 6 15,0-1-7-15,1 0 1 0,0 1 2 0,0-2 0 16,1 1-2-16,-2 0 0 0,0 0-1 0,0 0 1 15,1 0 3-15,-1 0-4 0,0 0 2 0,1 2-3 16,-1-1 2-16,0 0 0 0,0 1 0 0,0-1 0 16,0 2 0-16,0-1 0 0,0 0-2 0,0-1 2 15,0 2 1-15,0-3-1 0,0 1 3 0,0 0-2 16,0-1 5-16,0-1-6 0,0 1 4 0,0-1-4 0,1 1 3 16,-1 0-3-16,0-3-2 0,1 2 0 0,1 1 2 15,-2-1 4-15,0 1-2 0,1 1 2 0,-1-2-9 0,0 3 6 16,1 0 0-16,-1-2 3 0,1 5-6 0,0-1-1 15,-1-1 2-15,0 1 0 0,0-3 5 0,0 0-3 16,0-2 0-16,0 0 0 0,0-1 0 0,0 3-1 16,0-2 0-16,0 0-1 0,0-1 1 0,0-2 0 15,0 1 1-15,0 2 1 0,0-1 1 0,0 1-3 16,0-2-2-16,0 2 2 0,0-3 0 0,0 2 2 16,0 3 0-16,0-2-1 0,0 1 4 0,0-3-6 15,0-1 5-15,0 0-4 0,0-1 7 0,0 2-7 16,0-3 0-16,0 1-1 0,0 0 8 0,0-2-6 0,0 2 3 15,0-1-5-15,0 0 1 0,0 0 0 0,0 0 0 16,0 0 0-16,0 1-1 0,0-1-1 0,0-1 1 16,0 0 0-16,0 1-2 0,0-1-3 0,0 0-6 15,0 0 1-15,0 0-11 0,0 0-21 0,0 1-2 0,0-1-10 16,0 0-43-16,0 0-28 0,0 0-27 0,0 0-3 16,0-1-125-16</inkml:trace>
  <inkml:trace contextRef="#ctx0" brushRef="#br0" timeOffset="47039.48">17638 14567 122 0,'0'0'44'0,"0"0"-1"0,0 0 43 15,0-2-16-15,0 1 7 0,0 0-23 0,0 0-4 0,0 0 5 16,0-1-5-16,0 1 1 0,0 0-1 0,0 0-2 16,-1 0-1-16,-1 0-16 0,2-1-16 0,0 1 3 15,0 0-6-15,-1 0 6 0,1 0-3 0,0 0 3 0,0-1-1 16,0 1 11-16,0 0 7 0,0 0-5 0,-1 0 6 15,0-1-7-15,1 0 5 0,-1 0-1 0,-1-1 2 16,2 1-9-16,-1 0-8 0,0-1 0 0,0 1-4 16,1 0-8-16,0-1-1 0,0 1 1 0,0 0-1 15,0 0 0-15,0 0-2 0,0 1-3 0,0-1 0 16,0-1 4-16,0 2-9 0,0 0 9 0,0 0-8 0,0-1 6 16,0 1 3-16,0 0-2 0,0 0 5 0,0 0 0 15,0 0-6-15,0-1 4 0,0 1-4 0,0 0 4 16,0 0 5-16,0 0-7 0,0 0 6 0,0-1-13 0,0 1 4 15,0 0 2-15,0 1 2 0,0 0 0 16,0-1-2-16,0 0 1 0,0 0-2 0,0-1-1 0,0 1-2 16,0 0 0-16,0 0 1 0,0 0 6 0,0-1-6 15,0 1 4-15,0 0-5 0,0 0 1 0,0 0 4 16,0 0-4-16,0-1 3 0,0 1 3 0,0 0 5 16,0 0-1-16,0 0 1 0,0 0-4 0,0-1 8 15,0 1-2-15,0 0 3 0,0 0-2 0,0 0-1 16,0-1-6-16,0 1 3 0,0 0-4 0,0 0 4 15,0 0 7-15,0 0-5 0,0-1-1 0,0 1 10 0,0 0-8 16,0 0 10-16,0 0-5 0,0 0 1 0,0-1-2 16,0 1 0-16,0 0-10 0,0 0 3 0,0 0-3 15,0-1 2-15,0 2 1 0,0 0-1 0,0 0 1 16,0 0-2-16,0 0-6 0,0 0 9 0,0 0-6 16,0 0 7-16,0 0-10 0,0 0 4 0,0 0 2 0,0 0 0 15,0 0 3-15,0 0-7 0,0 0-1 0,0 0-2 16,0 0-3-16,0 2 2 0,0-1 2 0,0 0 0 15,0 3 6-15,2 11-7 0,-1 0-1 0,1 6 0 16,-1-2 8-16,0 2-9 0,0 2 3 0,0 0-5 16,-1 3 8-16,0 0-5 0,0 0 3 0,0 2-4 15,0-1 1-15,-1 1 0 0,0 0-4 0,-1-2 1 16,-1 0 1-16,1-2 4 0,0-3-1 0,-1-2 3 0,2-3-3 16,0-3 5-16,0-4 2 0,0-1 0 0,-1-1 3 15,1 0-11-15,0-3 1 0,1 1-3 0,0-4 0 0,0 2 5 16,-1-1-3-16,0 0 3 0,1 1-2 0,0-1-1 15,0 0 3-15,0 0-3 0,0-1 4 0,-2 0-4 16,2 0 2-16,-1 0-2 0,0 0-3 0,0 1 3 16,0-1 2-16,0 0 1 0,-1-1-1 0,1 0-6 15,0 0 2-15,1 0-2 0,-1-1 1 0,1 0-1 16,0-2-3-16,-1-3 3 0,0-8 0 0,-1 0-3 16,1-4-1-16,1 4-1 0,0-2-3 0,1-2 6 15,2 1-1-15,-2 0 2 0,1 0-3 0,-1 0 6 16,1 1-4-16,-1-1 3 0,0 1-5 0,0 0 2 0,0 2 0 15,0 1 0-15,2 2 2 0,-2 0 2 0,0 2 5 16,0-1-3-16,1 3 4 0,-1 0-9 16,0 0 5-16,0 0-5 0,0 1 12 0,0 0-5 0,1 0-5 15,-1 2 2-15,0-1 0 0,0-1-4 0,1-1 9 0,0 1-7 16,-1 1 5-16,0 1-1 0,0 0-2 0,0 1 1 16,1-1 2-16,-2 3-3 0,0-1 2 0,1-1-1 15,0 1 2-15,0 0 4 0,0-1-1 0,0 2 1 16,1 0-2-16,-2 0 5 0,0-1-5 0,0 1 5 15,0 0-8-15,0 0-1 0,0 0 2 0,0 0-2 16,0-1-3-16,0 1 3 0,0 0-1 0,0 0 1 16,0 0-1-16,0 0 0 0,0-1-2 0,0 2 3 0,0 0 7 15,0 0-4-15,0 0-1 0,0 0-2 0,0 0 4 16,0 0-4-16,0 0 6 0,0 0-6 0,0 0 2 16,0 0-1-16,0 0 1 0,0 0-2 0,0 0 2 0,0 0 9 15,0 0-6-15,0 0 6 0,0 0-6 0,0 0 6 16,0 0-1-16,1 0 1 0,0 0-8 0,0 0 4 15,0 2 1-15,0-1 0 0,-1 0 1 0,3 12-3 16,-1 3 2-16,1 1-2 0,-2-1-2 0,1 3 1 16,-1 0-5-16,0 1 3 0,1 0-3 0,-1 1 4 15,0 0-2-15,0-1 3 0,0 0-5 0,0 0-2 16,1 2 2-16,-1 4-1 0,1-1 6 0,-1 1-5 16,1-1 1-16,-1-2-3 0,0 3 5 0,0 0 5 15,1 0 0-15,0 1 0 0,-1-4-5 0,1 1 7 0,-1-3-3 16,2-1 4-16,-1 0-11 0,0 0 4 0,1 0-5 15,-1 0 5-15,0 1-4 0,0 0 0 0,-1 2 4 16,0 0-3-16,-1 1 2 0,0-1-1 0,0 0 3 0,-1-4-2 16,0 1-4-16,-1-1 5 0,1-2-4 0,0 0 6 15,1-4-8-15,0 1 6 0,0 2-2 0,0-5 3 16,0 1-4-16,0 1 0 0,0 0-1 0,0 0 0 16,0 1 0-16,0-1 1 0,0 1 1 0,0 0 0 15,0 0 0-15,0 1 1 0,0-1 0 0,0 0-1 16,1 1-1-16,0 2-3 0,-1-3 3 0,0 1-3 15,0 0 2-15,0-1 1 0,0 0-2 0,0 1 2 16,0-3 1-16,0 3-1 0,0-1 1 0,0-1-1 0,-1 2 3 16,0-3-1-16,0 1-1 0,0-3 1 0,0 0 0 15,-2 0-2-15,2 0 0 0,0-1-1 0,-2 2 7 0,2-6-3 16,0 4-2-16,0-1-1 0,0 0-3 0,-2 3-2 16,2-1 5-16,0 1-2 0,-1 3 4 0,1-2-3 15,-1-2 2-15,1 0-1 0,0-1-2 0,1 2 1 16,0-1-2-16,0 0 3 0,0-3 5 0,0-1-9 15,0 0 4-15,0-2-5 0,0 1 8 0,0 0-4 16,0-1 0-16,0 0-1 0,0 1-1 0,0-1 3 16,0 2 1-16,0-1 0 0,0 1-5 0,0 0 4 15,0 0-2-15,0-1 1 0,0 0-4 0,0 1 5 16,0-1-1-16,0-1 3 0,0 1-6 0,0-1 4 0,0-1-1 16,0 1 3-16,0-1-2 0,0 0-1 0,0-1 0 15,0 0 0-15,0 1 1 0,0-2-4 0,0 0 4 16,0 1-3-16,0 0 2 0,0 0 4 0,0 0-4 15,1 2 6-15,-1-3-6 0,0 1-6 0,0 1 2 16,0-1-2-16,0 0 6 0,0 1 0 0,0-1 3 0,0 0-2 16,1 1-1-16,-1-1 0 0,0-1 0 0,0 0 0 15,0 1 1-15,2 0 1 0,-2-1-3 0,1 1 2 16,0 1-1-16,0-1-16 0,0 1 2 0,0-2-9 16,1 0-8-16,-1 0-52 0,0 0-5 0,-1 0-24 15,0 1-96-15,1-2-248 0</inkml:trace>
  <inkml:trace contextRef="#ctx0" brushRef="#br0" timeOffset="47673.15">17698 14715 360 0,'0'0'172'0,"0"0"6"0,-1 0-35 16,-1 0-24-16,1-1-52 0,0-1-15 0,0 1-14 16,0 0 0-16,-1 1-8 0,1 0-22 0,0-1-11 15,0 0-8-15,0 1 0 0,0 0-4 0,-1 0 15 16,2 0 4-16,0 0 3 0,0-2 12 0,2 1 15 0,-1 0-6 15,1 0 9-15,2-1 3 0,7-5-3 0,1-1 3 16,1 0-5-16,0 1-5 0,5-2-4 0,-3 1-8 16,1-1 1-16,0 2-19 0,-1 0-1 0,-1 0 4 15,-1 1-4-15,-1 0-10 0,-3 1 1 0,1 0-6 16,-1 0 4-16,-1 2-11 0,-1 0-9 0,-1 1-15 16,-1 0 2-16,-3 0-59 0,2 1 24 0,-3 1-8 0,0 0 12 15,5-2-13-15,-5 2 4 0,3-1-4 0,-2-1 0 16,-1 2-35-16</inkml:trace>
  <inkml:trace contextRef="#ctx0" brushRef="#br0" timeOffset="47990.25">17754 15116 1072 0,'0'0'51'0,"-1"0"106"0,0 0-140 0,0 0-11 15,-1 0 1-15,1 0-4 0,1 0-7 0,0 0 14 16,0 0-4-16,1 0 9 0,1 0-7 0,0 0-7 16,6-1 1-16,9-2-2 0,-1-2 0 0,3 1 8 15,-1-3-2-15,0 0 4 0,1-3-1 0,1 1-8 0,0-2 7 16,-2 1-7-16,-1-1 1 0,0 0-2 0,-4 8-1 15,0-5 1-15,-3-2-7 0,0 3 8 0,-3 3-6 16,-2-2 5-16,-1 1-9 0,0 1-2 0,-2 1-1 0,0 2-2 16,1 0-16-16,-1-1-62 0,1 0-9 0,-1 0-22 15,0-1-77-15</inkml:trace>
  <inkml:trace contextRef="#ctx0" brushRef="#br0" timeOffset="48256.93">17694 15354 1088 0,'0'0'76'0,"-1"0"5"15,0 0-12-15,-2 0-9 0,1 0-22 0,0 0-9 0,1 0-24 16,-1 0-1-16,1 0-5 0,0 0-5 0,0 0 6 16,1 0-3-16,0 0 4 0,1 0 6 0,1-1-5 15,9-2-1-15,7-4-1 0,-2 0-4 0,4-2 5 16,0 1-1-16,2 0 1 0,-3 1 2 0,1 0-6 15,1 0 6-15,-3 1-7 0,6-1 3 0,-6 1 4 16,0 1-7-16,1 0 5 0,-5 2-6 0,2-1-2 16,0 1-2-16,-2 1-2 0,-1-1-7 0,-3 2-4 15,1 0-1-15,-2 0-3 0,0 0-9 0,-1-1-86 0,-1 1 8 16,-2 1-41-16,-1 0-49 0</inkml:trace>
  <inkml:trace contextRef="#ctx0" brushRef="#br0" timeOffset="48507.16">17756 15613 913 0,'0'0'117'16,"0"0"2"-16,-1 0-22 0,0 0-14 0,0 0-37 0,0 0-14 15,0 0-28-15,-1 0 6 0,2 0-11 0,0 0 14 16,2 0-4-16,-1 0-1 0,0 0-1 0,18-1-3 15,1-3-4-15,3 0 1 0,1-1-1 0,-1 0-7 16,0-1 5-16,-2 1-8 0,-1-1 5 0,1-1-23 0,-2 1-3 16,-2-1-3-16,-1 1-1 0,-5 0-20 0,-1 1-34 15,-2 2-6-15,-3 0-11 0,0 1-30 0,-3 2-40 16,-1 0-22-16</inkml:trace>
  <inkml:trace contextRef="#ctx0" brushRef="#br0" timeOffset="48691.73">17735 15878 701 0,'0'0'74'0,"-1"0"-8"0,0 0 44 0,0 1-4 15,0 0-13-15,-1 0-47 0,1 0-20 0,1 1 2 16,0 0-7-16,0 0 10 0,0 1-4 0,1 0 1 16,1-1-3-16,5 1-4 0,13-1-2 0,1 11-4 15,0-5 3-15,3-3-6 0,-1-4-3 0,3-1 2 0,0-1-5 16,1-2-16-16,0-2-22 0,0-3-10 0,1-2-5 15,0-3-51-15,-1-2-131 0,2 11-35 0</inkml:trace>
  <inkml:trace contextRef="#ctx0" brushRef="#br0" timeOffset="52977.09">18528 14585 97 0,'0'0'25'0,"0"0"-3"0,0 0 21 15,0 0 4-15,0 0-5 0,0 0-3 0,0 0-24 16,0 0 5-16,0 0-11 0,0 0-8 0,0 0 4 16,0 0-7-16,0 0 7 0,0 0 6 0,0 0 8 15,0 0 0-15,0 0 2 0,0 0 0 0,0 0 5 16,0 0-3-16,0 0 4 0,0 0 0 0,0 0-6 0,0 0 5 16,0 0-4-16,0 0 14 0,0 0-13 0,0 0 1 15,0 0-6-15,0 0 2 0,0 0-19 0,0 0 11 16,0 0-14-16,0 0 1 0,0 0 3 0,0 0-2 15,0 0 3-15,0 0-1 0,0-1 15 0,0 0 0 16,0 1 6-16,0-1 9 0,0 1-1 0,0 0 2 0,0 0-2 16,0 0-6-16,0-1-6 0,0-1-4 0,0 1 2 15,0 0-4-15,-1 0 10 0,1 0-1 0,0 0 4 16,0-1 7-16,0 1-12 0,0 0 7 0,-1 1-9 16,-1 0 5-16,2 0-6 0,0-1 3 0,0 0-3 15,0 1 2-15,0-1-5 0,0-1-3 0,0 1 0 16,0 1-11-16,-1 0 14 0,0 0-7 0,1 0 8 15,-1 0-8-15,1-1 10 0,0 1 2 0,0 0 1 16,0 0 0-16,0 0 2 0,0 0-3 0,0 0 2 0,-1 0-14 16,-1 0 5-16,2-1-1 0,0 0 4 0,0 1-4 15,0 0-6-15,0 0-1 0,0 0 0 0,-1 0 6 0,1 0-6 16,0 0 9-16,0 0-8 0,0 0 10 0,0 0-7 16,0 0-3-16,0 0 0 0,0 0 0 0,0 0 3 15,0 0 0-15,0 0 1 0,0 0 0 0,0 0 1 16,-1 0-2-16,1 0 1 0,-1 0-3 0,1 1-5 15,-1 0 0-15,0 0-1 0,-1 0 2 0,1 2 2 16,0-1-1-16,1-1 1 0,-1 5-4 0,0 0-1 16,0 0 4-16,-2 0-2 0,2 0 3 0,-1 0-3 15,-1 1 1-15,1 0-1 0,0 1 7 0,0 0-6 0,1-1 1 16,0 1-3-16,0 2-1 0,0-2 3 0,0 1-3 16,-1 1 2-16,2-1-2 0,0 1-4 0,0-1 6 15,0 2-4-15,0-1 9 0,0 0-7 0,0 0 0 16,0 1-1-16,0-1 6 0,0 2-6 0,0-2 3 15,0 0-4-15,2 2 3 0,-1-2-1 0,0 2-2 0,0 1 2 16,0-1 7-16,-1 2-10 0,0 1 8 0,0-3-10 16,0 1 6-16,0 0 5 0,0-1-6 0,0 2 5 15,0-1-8-15,0 2 3 0,0-4-2 0,0-1 2 16,0 2-4-16,0-1 2 0,0 0 2 0,0-1-1 16,1-1 6-16,1 2-7 0,-1-2 2 0,-1 1-3 0,1-1 8 15,0 0-5-15,0 0 1 0,0-1-2 0,1 0-1 16,-1 0 1-16,0 0 4 0,0 2-1 0,0-1 2 15,1 1-2-15,-1-1-2 0,0 2 1 0,0-1-1 16,0 1-3-16,0 1 3 0,1-2-3 0,-2 1 3 16,1-1 0-16,0 1 0 0,-1 0 0 0,0-3-1 0,1 0 4 15,-1 0-5-15,1 2 5 0,0 1-4 0,1-1 1 16,0 0 3-16,-1-1-1 0,2 0 0 0,-1 3-2 16,0 0-2-16,1-1 0 0,-2 1 4 0,0 1-4 15,0-1 5-15,0-2-3 0,0 4 2 0,1 1 0 16,-2-2-4-16,0-2 2 0,0 0-1 0,0-1-3 15,0 2 8-15,0 0-5 0,0-1 1 0,0-3 0 16,0 1-1-16,0-2 1 0,0 1 2 0,0 2 1 16,0-2-2-16,0 0 2 0,0 1-3 0,1-1-1 0,0 0 3 15,0 1-2-15,-1 1 0 0,0-2 0 0,1 1-1 16,1 2 0-16,-1-2 1 0,-1 2 2 0,0 0-2 16,0-1 2-16,0 1-3 0,0 1 1 0,0-1 1 15,0 0-1-15,0 1 0 0,0-1 0 0,0 1-2 0,0 0 2 16,1 0 1-16,-1-2 2 0,1 0-2 0,-1-2 0 15,1 0-4-15,0 0 3 0,1-2 0 0,-1 1 2 16,0 0-4-16,-1-1 4 0,1 4-1 0,0-2 2 16,0-1-3-16,-1 1-1 0,0 0 0 0,0 1 0 15,2 1 1-15,-2 1-3 0,0-4 3 0,0 1-2 16,0 0 7-16,0-2-4 0,0 1-1 0,0-2-1 0,0 0 0 16,0-2 1-16,0 1 1 0,0 0 1 0,0 0 5 15,0-1-8-15,0 2 3 0,0-2-4 0,0 0 6 16,0 2-6-16,0-3 2 0,0 3-3 0,0 0 10 15,0-1-7-15,1 3 3 0,0 0-5 0,-1-1-4 0,0 0 6 16,0-1 0-16,0 1 1 0,0 0 0 0,0-1-1 16,0 1 2-16,0-1-1 0,0 1 0 0,0-3-1 15,0 1 2-15,0-1-1 0,0 1-1 0,0-2 2 16,0 1-1-16,0-2 4 0,0 1-4 0,0 1 0 16,0-1-2-16,0 0 1 0,0 1-1 0,0-1 1 15,0-1 0-15,0 2 0 0,0-1 0 0,0 0 1 16,0 1-1-16,0-2 0 0,0 1-4 0,0 0 0 0,0 1 0 15,0-2-1-15,0 0-5 0,0 0-16 0,0 1-1 16,0-1-6-16,0 0-16 0,1 1-3 0,0 1-2 16,1-1-4-16,0-1-47 0,0 0-118 0,4 0-3 15</inkml:trace>
  <inkml:trace contextRef="#ctx0" brushRef="#br0" timeOffset="54345.13">19422 14678 129 0,'0'0'25'0,"0"0"42"0,0 0-53 0,0 0 3 16,0 0-11-16,0 0 9 0,0 0 5 0,0 0 9 16,0 0 6-16,0 0-4 0,0-1 10 0,0 0 18 15,0 0 1-15,0 0 5 0,0-1 9 0,0 1-3 16,0 0 3-16,0 0-5 0,-2 0-4 0,1-1-14 15,0 1 1-15,0 0-6 0,0 0-7 0,0 0-14 16,-1 0-4-16,1-1-3 0,0 1-7 0,0 0-3 16,0 0 0-16,-1 0-2 0,1 0-4 0,0-1-4 0,1 0 7 15,0 0-5-15,0-1 5 0,0 1-5 0,0-4 0 16,0 1 0-16,0 2 11 0,0-2-9 0,0 3 2 16,0-1-4-16,0 1 4 0,0 1 12 0,0-1 0 15,0-1 4-15,1-1 5 0,-1 0 2 0,0 0-6 0,0 2 4 16,0-1-15-16,0-1 2 0,0 1-3 0,0 0 2 15,0 2 0-15,0-1-3 0,0-1 1 0,0 1-3 16,0 0-2-16,0-1 5 0,0 1 2 0,0 1-1 16,0 0-6-16,0-1 9 0,0 1-7 0,0 0 8 15,0 0-10-15,0 0-4 0,0-1 6 0,0 1-4 16,0 0 8-16,0 0-8 0,0 0 0 0,0 0-2 16,0-1-5-16,0 1 12 0,0 1-7 0,0 0 9 0,0-1-5 15,0 1-2-15,0-1 6 0,0 1-5 0,0 0 10 16,0 0-1-16,0 0 7 0,0 0-3 0,0 0 8 15,0 0-3-15,0 0-4 0,0 0 2 0,0 0 0 16,0 0-9-16,0 0 3 0,0 0-4 0,0 0 5 0,0 0-3 16,0 0-5-16,0 0 2 0,0 0-4 0,0 0 7 15,-1 0 0-15,1 0 0 0,-1 0-2 0,0 1-3 16,0 0 4-16,-1 0-4 0,1 1-1 0,1 0 3 16,-1 4-4-16,-1 4 4 0,-1 3-10 0,2-1 5 15,0 0-3-15,0 2 5 0,1-1-5 0,0 0-1 16,0 1 1-16,0-1 0 0,0 1 2 0,0-1 0 15,0 1 0-15,1 0 0 0,0 1 1 0,0 2-2 16,1 1-2-16,0 2 0 0,-1 0-5 0,0 4 7 0,-1-3 3 16,0 6 0-16,0-1-5 0,0 4 1 0,0 3-5 15,1-4 5-15,2 3 3 0,-2-4-6 0,-1-1 3 16,0-1-4-16,0-1 7 0,0-2-5 0,0 1 2 0,0-2-5 16,0 0 3-16,1 2 4 0,-1-3-2 0,0 1 4 15,0-2 0-15,0 3-3 0,0 0 0 0,1-2-1 16,2 4 0-16,-1-5 1 0,-1 0 2 0,2-1-2 15,-2 0-4-15,0-4 1 0,2 1 2 0,0 0 0 16,-1-5 0-16,2 2 0 0,-1-1 0 0,1-1 0 16,-1 1 0-16,2 0 0 0,-2 0 1 0,1 0 1 15,0 0-4-15,-1 1 0 0,1 0 2 0,-2 0 0 0,0 1 1 16,1 1 1-16,-1 1-2 0,0 1 2 0,1-1-6 16,-2 1 4-16,0-3-1 0,-1 0 3 0,1-1 0 15,0 0 0-15,1-1-6 0,-1-2 4 0,0-2-5 16,0-2 0-16,0 3 2 0,2 0-2 0,-1 2-4 15,0 0 4-15,1 3 2 0,-2-5 0 0,0 0 3 0,0 0-6 16,0-3 4-16,1 4-3 0,-1-3 5 0,0 3 3 16,0 2-6-16,0 1 5 0,0-2-5 0,1-3 2 15,-2-1 1-15,0-1-1 0,1 2 1 0,0-2 0 16,0 1 2-16,0-3-2 0,0 0-2 0,1 2-2 16,-1-2 1-16,0-1-2 0,0 1 3 0,-1-3-7 15,1 1-1-15,-1-1-2 0,2 2-1 0,-2-2-1 16,0 0 4-16,0 0-2 0,1 2 5 0,0-1-5 15,0 0-4-15,0 1 1 0,0-2-5 0,1 0-20 0,-1 0-1 16,0 0-9-16,0 1-23 0,0-1-136 0,0 0-10 16</inkml:trace>
  <inkml:trace contextRef="#ctx0" brushRef="#br0" timeOffset="54963.32">18490 14788 415 0,'0'0'43'15,"0"0"-2"-15,0 0 27 0,0 0-2 0,-1 0-5 16,0 0-9-16,1 0-7 0,0 0-2 0,0-2 1 16,0 1 4-16,0 0-6 0,0 0 2 0,0 0-3 15,1 0-6-15,0-1-3 0,2 0 0 0,1-2 1 16,9-4 12-16,1-1-4 0,3-2 3 0,3 1-1 15,1-2 14-15,1-1-19 0,2 0 2 0,2-1-9 0,1 0-6 16,2 0-3-16,5 0-1 0,-1-1 0 0,0 1-3 16,-1 0-3-16,-4 0-5 0,3 1 2 0,-2 0-13 0,-2 2 1 15,-1-1 4-15,-5 2-1 0,-3 1-6 0,-4 2 8 16,-1 0-5-16,-3 1 6 0,1 1-9 0,-4 4 2 16,0-1-4-16,-1 1 5 0,-1-2 0 0,-1 0 0 15,0 2 3-15,-1-2-3 0,1 1-1 0,-2 1-4 16,1-1-4-16,-2 2 1 0,0 0-10 0,1-3-3 15,0 1-6-15,0-1-2 0,0 1-50 0,1 0-32 16,-2-1-14-16,0 1-5 0,0 1-50 0,0-1-81 16</inkml:trace>
  <inkml:trace contextRef="#ctx0" brushRef="#br0" timeOffset="55313.61">18636 15010 1197 0,'0'0'22'0,"0"0"4"16,-1 0 0-16,0 0-14 0,0 0 2 0,-1 0-14 15,1 0-11-15,1 0 5 0,0 0-8 0,0 0 14 16,0 0-1-16,1 0 2 0,1 0-1 0,-1 0 9 0,13-1 2 15,2-3 1-15,5-2 1 0,1-2 9 0,2-5 6 16,3 12 2-16,0-20 1 0,4 0 2 0,0-3-14 16,1 2 5-16,1-1-8 0,0 2-2 0,-1 2 5 15,-4-1-10-15,-2 3 7 0,0-1-13 0,-4 2-1 16,0 3 0-16,-1 0 0 0,-1 2 2 0,-3 3-15 16,0 0 4-16,-3 3-11 0,-2 2-4 0,-5 0-4 15,1 1-1-15,-6 1-3 0,1-1-24 0,0 0-36 16,0 1-8-16,-1 0-8 0,0 0-36 0,-1-1-56 15,1 2-59-15</inkml:trace>
  <inkml:trace contextRef="#ctx0" brushRef="#br0" timeOffset="55614.35">18614 15249 1293 0,'-1'0'18'15,"-1"0"2"-15,1 0 5 0,0 0 1 0,0 0-5 16,0 1-4-16,0-1-20 0,-1 0-4 0,1 0-3 16,0 0 7-16,1 0 4 0,0 0-2 0,1 0 2 15,3 0 4-15,16-4-6 0,3-3 2 0,5-3-3 0,3-2 10 16,3-2-6-16,-1 0 5 0,3-2-7 0,1 1-2 16,-1 0 10-16,2-1-1 0,-4 4 5 15,-2-1-6-15,-4 1-4 0,-3 1 2 0,-2 2-2 0,0-1 7 16,-2 2-9-16,-2 1-2 0,-1-1-2 0,0 1 4 0,0 1-8 15,-3 2-2-15,-2 2-3 0,-1 0-1 0,-6 1-4 16,1-1 0-16,-3 2-5 0,-1 0-25 0,-1 0-9 16,0 0-14-16,1 0 1 0,-1 0-62 0,-1 2-55 15,0-1-47-15</inkml:trace>
  <inkml:trace contextRef="#ctx0" brushRef="#br0" timeOffset="55883.07">18710 15541 1401 0,'0'0'36'0,"0"0"84"16,0 0-130-16,0 0 10 0,0 0 0 0,1 0 7 15,2-1 13-15,19-5-4 0,9-1-4 0,0-1 0 16,6-3-11-16,3-1-9 0,1-5 3 0,2-2-6 15,-1 18-2-15,-6-21-2 0,1 2 5 0,-3-1-4 16,-1 2 1-16,-1 2-3 0,0 2-7 0,-2 1 5 0,-3 1-2 16,-6 2 1-16,-1 2 4 0,-5 2-2 0,0 2 13 15,0 2-1-15,-6 0-2 0,0 2-4 0,-7 0-51 0,-1 1-61 16,0 0-22-16,1-2-13 0,1-1-93 0</inkml:trace>
  <inkml:trace contextRef="#ctx0" brushRef="#br0" timeOffset="56165.96">18560 15875 1259 0,'-2'0'42'0,"1"0"5"0,0 0-20 0,0 0-17 16,0 0-9-16,0 0-2 0,1 0 1 0,1 0 9 15,1 0-3-15,12-3 8 0,11-4-9 0,2-1-2 0,7-3-1 16,3 0-2-16,6-3 3 0,1 1 1 0,5-1 0 16,4-1-4-16,-4 1-2 0,1 0-1 0,-7 0 1 15,-2 1 2-15,-2-1-7 0,0 1 6 0,-1 1-8 16,0 1-6-16,0 2 3 0,-6 1-11 0,-2 1 10 16,-6 1-10-16,-3 1 3 0,-2 0 0 0,-4 2-1 15,-1 0-9-15,-3 2-110 0,-3 1 6 0,-1 0-47 0,-5 0-46 16</inkml:trace>
  <inkml:trace contextRef="#ctx0" brushRef="#br0" timeOffset="56430.46">18691 16081 738 0,'-1'0'158'0,"0"0"8"0,0 0-44 15,-2 0-20-15,0 0-52 0,-1 0-6 0,2 0-32 16,0 0 1-16,1 0-9 0,-1 0 10 0,2 0 2 16,2 0 2-16,0 0-2 0,17 1-13 0,11-2 5 0,7-4-8 15,4-5 6-15,5-2-6 0,3-2 0 0,-1 0 0 16,-2 2 1-16,-2-2 0 0,-4 0 2 0,1-3-1 16,0 1 1-16,1-2-6 0,2 2-12 0,-1-1-4 0,-3 2-4 15,-1 1-27-15,-4 1-64 0,-4 0-41 0,-4 3-18 16,-2-1-223-16</inkml:trace>
  <inkml:trace contextRef="#ctx0" brushRef="#br0" timeOffset="58965.64">18197 14440 40 0,'0'0'31'16,"0"0"-10"-16,0 0 35 0,0 0-7 0,0 0 7 15,0 0-1-15,0 0-2 0,0 0-2 0,0 0-22 0,0 0-7 16,0 0 3-16,0 0-2 0,0 0 13 0,0 0 6 16,0 0-1-16,0 0 4 0,0 0 11 0,0 0-7 15,0 0-3-15,0-2-3 0,2 1-24 0,-1 0 2 16,0 0-6-16,0 0 3 0,0-1-7 0,1 1-8 16,-1 0 9-16,0-1-10 0,0-1-2 0,0 1 19 15,-1 1-2-15,0 0 10 0,0 0 8 0,0-1-4 16,0 1-1-16,0 0-1 0,0 0-2 0,0 0 0 15,0-1-1-15,0 1 1 0,0 0-9 0,0 0 7 0,0 0-6 16,0 0 5-16,0-1-8 0,0 2 0 0,0 0 3 16,0 0-2-16,0 0 3 0,0 0-7 0,0 0-2 15,0 0-1-15,0 0 4 0,0 0 2 0,0 0 2 16,0-1-1-16,0 0-1 0,0 0 1 0,0 0 2 16,0 0 1-16,0-1 1 0,0 0-3 0,-1-4-4 0,0-2 3 15,-1-6 13-15,-1-4-20 0,2 2 13 0,0-4-16 16,0-1 12-16,-1-2-16 0,1 0 2 0,1-2-5 15,0 0-1-15,0-1 4 0,0 3-3 0,0-3 5 16,0 1-3-16,0 2 0 0,0-4 4 0,0 3-3 16,0 0 0-16,0-3-1 0,0 2-5 0,0-2 3 15,0 1 4-15,0 0-11 0,0 1 8 0,0 2-7 0,1 2 6 16,1-1-3-16,-2 5 0 0,0 2-1 0,0 0 8 16,0 4-1-16,0 0 5 0,0 2-3 0,0 0 6 15,0 2-1-15,0 2-4 0,0 1 4 0,0 0 1 0,0 2 3 16,0 0 1-16,0-1 0 0,-2 1-5 0,2 0-3 15,-1-1 2-15,1 2-2 0,0 0 3 0,0 0-3 16,0 0-4-16,0-1 2 0,0 1-5 0,0 0 5 16,0 0-5-16,0 0 3 0,0 0-4 0,0-1 1 15,0 1 1-15,0 0-1 0,0 0 3 0,0 0-3 16,0 0 5-16,0-1-5 0,0 1 0 0,0 0 5 16,0 1-3-16,0 0 4 0,0 0-4 0,0 0 8 15,0 0-4-15,0 0 4 0,0 0-10 0,0 0-3 16,0 0 5-16,-1 0-3 0,0 0-2 0,0 0 4 0,0 1-3 15,-1 0 3-15,1 1-1 0,0 0 2 0,0 0 0 16,0 1 2-16,0-1 2 0,-1 0-10 0,1-1 7 16,0 1-6-16,0-1 7 0,0 0 5 0,-1 0-7 15,2 0 6-15,0 1-1 0,0-1-1 0,0-1-2 16,0 0 1-16,0 0-5 0,-1-1 3 0,0-1-1 0,1 1 1 16,-2-7-5-16,-1 0 6 0,1 1-2 0,0 1 3 15,-1 0 0-15,1 1 1 0,0 2 2 0,-1-1-1 16,2 2-3-16,-5-3 6 0,-1 0-4 0,-1 2 4 15,0 1-7-15,1 0-7 0,-2 2 1 0,0 2-4 16,0 2 9-16,0 2-4 0,1 3 2 0,3 6-3 0,2-1 3 16,2-5 3-16,-5-1 0 0,2-2 1 0,3-2 0 15,0-1 1-15,1 0-1 0,0-1 2 0,0 0 6 16,1 1-4-16,0-1 4 0,2-1-4 0,-1 0-3 16,9 2 5-16,0-3-4 0,-1-1 4 0,2-3-3 0,-3 1-7 15,2-3 0-15,-3 1-3 0,0-1 6 0,-3 3-3 16,-2 0 1-16,0 2-2 0,-2 1 4 0,0-2-8 15,-1 0-4-15,1 0-4 0,0 0-25 0,0-1-89 16,-1 1-4-16,0 1-38 0,0-1-107 0</inkml:trace>
  <inkml:trace contextRef="#ctx0" brushRef="#br0" timeOffset="60049.68">15815 15038 520 0,'0'0'98'15,"0"0"-3"-15,-1 0 42 0,0 0-11 0,0 0-13 16,-1 0-19-16,1 0-24 0,0 0 1 0,0 0-11 15,0 0-17-15,-1 0-11 0,1 0-13 0,0 0 3 16,0 0-21-16,0 0-4 0,0 0 3 0,-1 0-5 16,1 0 10-16,0 0-5 0,0 0 9 0,0 0-7 15,0 0 19-15,-1 0-1 0,1 0 6 0,0 0-1 16,1 0 26-16,0 0-4 0,0 0-8 0,-1 0 1 0,0 0-23 16,-1 0-4-16,1 0 3 0,0 0-5 0,0 0-5 15,-1 0 0-15,-7 0-1 0,-2 1 0 0,-2-1-3 16,-1 0 8-16,-2 0-5 0,-1 0 5 0,-1-1-8 15,-2 0 12-15,-1-1-1 0,-4-2 5 0,2-1 0 0,-4 1-3 16,-3-2 0-16,3 0-1 0,-5-1 3 0,-2-1-10 16,4 2 2-16,-2 0-4 0,0 0 5 0,4 1 2 15,-1 1 2-15,-1 1-1 0,3 2 5 0,0 1-3 16,2 0 1-16,2 0-3 0,-1 0-2 0,3 1-3 16,-2 2-4-16,1-1 2 0,3 0-6 0,1 2 3 15,3-2 4-15,2 0-3 0,2 1-5 0,2-1 2 16,0 1-1-16,4-2 4 0,-3 1 0 0,1-1-2 0,3 0-4 15,-2 1 2-15,1-2 0 0,3 1-2 0,-1 0 3 16,1 0-2-16,0 0-1 0,-1 0-3 0,1 1-4 16,0-1 1-16,1 0 1 0,-1 0 2 0,1 0-1 15,0 0 0-15,0 1-6 0,1-1 3 0,0 0-1 16,0 0 0-16,1 0-5 0,0 1 8 0,0-1-4 16,2 0 5-16,3 0-11 0,3 0 14 0,2 0-2 0,-1-1 5 15,-4 0-1-15,2-1 0 0,-1 0 2 0,-3 0-1 16,5-1 1-16,-5 0 3 0,-2 1-2 0,2 0 3 15,-3 1-4-15,0 0 3 0,0 0 1 0,0 0 1 16,2-1 4-16,-1 0-2 0,-1-1 0 0,0 1 0 16,1 0 5-16,-2 0-10 0,0 0 6 0,-2 0-7 15,1 1 3-15,0 0 4 0,0 0-8 0,-5 1 5 0,-1 2-12 16,1 1 3-16,1-2 3 0,1 8 0 0,2 0 3 16,-5 0-2-16,3-3-1 0,1-3 0 0,2 0 0 15,1-2 0-15,-1 2 3 0,1-2-1 0,0 0 6 0,0 0-6 16,0-1-2-16,1 1 0 0,0 1 4 0,1-1 0 15,-1-1 3-15,1 0-2 0,0 0-1 0,0-1 0 16,-1 0-5-16,0 0 1 0,1 0-5 0,1 0 5 16,-1 0 2-16,0 0 1 0,1-1 4 0,-2 0-3 15,0 0 1-15,0 0-1 0,0 0 3 0,-1-1-4 16,0 1 0-16,0 0-2 0,-1 0 0 0,0 0-2 16,-1 1-2-16,-1 0 0 0,1 0-5 0,1 0-11 15,-4 1-5-15,4-1-5 0,-1 1-52 0,2 0-122 16,-5 13-13-16,5 0-49 0,3 2-177 0</inkml:trace>
  <inkml:trace contextRef="#ctx0" brushRef="#br0" timeOffset="61869.28">16698 15281 1008 0,'0'0'49'0,"-1"0"1"0,0 0-5 0,-2 0-2 0,1 0-15 15,-1 0 18-15,-2 0-21 0,0 0-2 0,0 0-8 16,1 0-12-16,0 0-7 0,1 0 7 0,-1 0-6 16,1 0 8-16,0 0-5 0,2 0-1 0,-1 0-2 15,1 0 2-15,-1 0 8 0,0 0 2 0,0 2 4 16,-1-1 10-16,0 0-7 0,-1 1-3 0,1 1-1 16,-1 0 0-16,1 11-4 0,-2 3 6 0,1 2-7 15,0 3-5-15,0 3 6 0,2-2-6 0,1 2 5 0,0-3-11 16,-12 1 13-16,4-3-3 0,4-2 7 0,1 0-13 15,2-5 10-15,0 0-1 0,1-1 5 0,1-3-7 0,0-2 6 16,0-1-5-16,0-1 5 0,0-2-3 0,0 0-5 16,0-2 3-16,0 0-4 0,0 0-3 0,0 0 10 15,1 2-6-15,1-1 8 0,-1 0 3 0,0 0-3 16,0-1 6-16,0 0-6 0,1-1-1 0,-1 0-12 16,0-1 4-16,0 0-4 0,-1-1 1 0,5-15 3 15,-2 1-2-15,0 0 3 0,-2-2 5 0,0 2-11 16,0-2 1-16,0-2-4 0,0 0 2 0,1-1 5 15,-2 0-4-15,1 2 3 0,0 1-6 0,0 2 4 16,0 1 0-16,2 2 2 0,-1 0-2 0,0 2-4 0,1 2 1 16,0-1-2-16,1 2 5 0,-2 3 0 0,1 1-5 15,-2 1 3-15,0 1 1 0,-1 1-4 0,5-3 6 16,0 1-5-16,3-1 4 0,-1 2 2 0,0 1-2 16,1 1 3-16,1 2 2 0,0 2-2 0,0 2 4 0,-2-2-4 15,0 3-1-15,0 4 11 0,1 3-4 0,1 0 6 16,-4-1-5-16,1 1-1 0,-3-2-1 0,0-3 1 15,5 5-2-15,-2-1 0 0,1 0-2 0,-3-1 0 16,-1 0-6-16,0-2 1 0,0 2 0 0,1 2 2 16,-2-1 0-16,1-2-17 0,0-1-3 0,-2-1-8 15,3 1-29-15,0 0-68 0,1 0-3 0,5-2-30 0,-2 2-83 16</inkml:trace>
  <inkml:trace contextRef="#ctx0" brushRef="#br0" timeOffset="62885.71">18700 16570 519 0,'0'0'75'0,"-2"0"148"16,1 0-191-16,0 0 21 0,0 0-4 0,-1 0 11 16,-1 0-5-16,1 0-10 0,-1 0 3 0,1 0-5 15,0 0-11-15,1 0-17 0,-1 0 1 0,1 0-5 0,0 0 9 16,0 0-2-16,0 1 4 0,0 1-3 0,-1-1 9 15,1 0 4-15,0 0-8 0,0 2 5 0,-2 1-28 16,-1 10 8-16,0 4-4 0,1 6 5 0,0-2-2 0,1 1 6 16,0 2-5-16,-1-1 5 0,2 0-7 0,0-1-5 15,-1 0 5-15,0-2-5 0,1-1 6 0,0-1-8 16,1-2 0-16,-1-3-3 0,0-3 1 0,1-2 0 16,0-3-1-16,0-3-1 0,0-2-22 0,0 2-21 15,0-1-4-15,0 0-4 0,0-1-7 0,0 1 10 16,0-2-2-16,0-2 3 0,-1-8 0 0,-2-15 12 15,2-1 6-15,1 4 3 0,0-2 22 0,0 4 13 16,-1-1-3-16,0 1 7 0,-1 0-3 0,1 2 16 16,0-2-4-16,1 0 7 0,0 0 0 0,0-3-15 0,0 2 6 15,0 3-9-15,1 1 7 0,0 3-3 0,2 2 9 16,-2 2-7-16,1 1 14 0,1 2 1 0,-3 5-5 16,0 0 6-16,1 0-4 0,0 0-6 0,1 1 6 15,1-1-5-15,0 2 5 0,4 0 2 0,-2 2-2 16,1 1 3-16,-3 5-5 0,0 9 3 0,-1-2-2 0,8-1 3 15,-3 0-4-15,-4 0-8 0,0 1 1 0,-3-2-4 16,0-1-12-16,-2 0 9 0,0-1-9 0,0-2 9 16,-1-1-19-16,0 1 3 0,0-3 3 0,1-1-2 15,0 0-16-15,-1-1-16 0,2-2-12 0,0 0 1 16,1 0-31-16,-1 0-81 0,0 0 8 0,-1 1-35 16,1-1-16-16</inkml:trace>
  <inkml:trace contextRef="#ctx0" brushRef="#br0" timeOffset="63319.67">20588 16687 426 0,'0'0'242'15,"0"0"11"-15,-1 0-79 0,0 0-44 0,0 1-78 16,-2 0-43-16,2-1 8 0,-5 5 2 0,1 1 2 16,1 7 8-16,-1 0-7 0,2-1-5 0,0 1 1 0,1-1-5 15,-5-2 16-15,2-2-1 0,3-2 5 0,-1-2-9 16,3-2-11-16,-1 0 5 0,0 0-5 0,0 1 14 0,0-1 3 16,-1 0-5-16,1-1 4 0,0 1-10 0,0-1-10 15,0 0 2-15,1 0-6 0,0 0-13 0,0 1-9 16,0-1-6-16,1 0-1 0,0-1-32 0,1 0-46 15,6-1-35-15,7-3-13 0,0-3-225 0</inkml:trace>
  <inkml:trace contextRef="#ctx0" brushRef="#br0" timeOffset="64588.04">17193 15738 400 0,'0'0'28'0,"0"0"-2"15,0 0 23-15,-1 0 8 0,0 0-7 0,0 0 0 16,0 0-23-16,-1 0-2 0,1 0-5 0,0 0-8 15,0 0-8-15,0-1-4 0,-1 1 0 0,1 0 0 16,0 0 10-16,0-2-1 0,0 2 2 0,0 0 1 0,-1 0 17 16,1 0 6-16,1 0 2 0,-1-1 8 0,1 1 1 15,-1 0 0-15,1 0 3 0,-1 0 5 0,1-1-15 16,-1 1 3-16,1 0-6 0,0 0-8 0,0 0-10 16,0 0-1-16,0 0-1 0,0 0-1 0,0-1-8 15,-2 1-1-15,2 0-1 0,0 0 6 0,0 0 1 16,0 0-2-16,0 0 0 0,0 0-6 0,0 0 10 15,0 0-2-15,0 0 3 0,0 0-7 0,0 0 0 16,0 0 0-16,0 0 1 0,0 0 1 0,0 0-10 0,0 0 6 16,0 0-6-16,0 0 9 0,0 0-9 0,0 0-1 15,0 0-2-15,0 0 9 0,0 0-4 0,0 0 3 16,0 0-3-16,0 0 7 0,2 0-6 0,-1 0-2 16,0 0-1-16,0-1 0 0,0 1-2 0,0 0 4 0,1 0-2 15,0 0-3-15,0 0 3 0,1 0-2 0,-1 0 3 16,4 0-1-16,1 0 3 0,1 0-3 0,3 0 3 15,0 1-9-15,4 0 6 0,0 1-1 16,4 1 2-16,-2-1 5 0,1 0-7 0,1 0 4 0,0 0-5 16,2-1 7-16,2 2-7 0,2-1-1 0,-1-1-2 15,-2-1 6-15,0 0 1 0,-1 0 3 0,2 0-2 16,0 0 1-16,-2 0 0 0,2 0-4 0,1 0 4 0,0 0 0 16,-1-1-1-16,0 0-3 0,1 0 1 0,1-1-1 15,2 1 3-15,3 1 2 0,-3-1-2 0,2 1-8 16,-2 0 7-16,-1 0-2 0,0 0 6 0,-1 0-4 0,-2 0-3 15,1 0 3-15,-2 0-2 0,-1 0 13 0,-2 0-9 16,1 0-2-16,1 0-1 0,-2 0 1 0,-1 0 5 16,-1 0 2-16,1 0 0 0,3 0-3 0,-3 0-4 15,3 0 2-15,-2 0-1 0,-4 0 1 0,1 0 0 16,0-1 0-16,-5 1 0 0,5 0-5 0,-6 0 2 16,2 0-1-16,1 0 2 0,-2 0 1 0,0 0-2 15,-2 0 1-15,-2 0 0 0,1 0 0 0,-3 0 3 16,-1 0-6-16,0 0 4 0,-2 0-5 0,0 0 6 15,0 0 3-15,-1 0-1 0,0 0-10 0,1 0 7 0,1 0-2 16,-1 0 5-16,0 0-5 0,1 0 3 0,-1 0 2 16,-1 0-1-16,0 0 0 0,1 0 2 0,-1 0-4 15,0 0 3-15,0 0-9 0,0 0 3 0,2 0 2 16,-1 1 1-16,0-1 3 0,1 1-8 0,-1-1 1 0,0 0-3 16,1 1 13-16,-2-1-7 0,0 0 1 0,0 0-3 15,0 0-2-15,1 0 5 0,-1 0 1 0,0 0 1 16,0 0-6-16,0 0 2 0,1 0-1 0,-1 0 2 15,0 0-4-15,0 0-25 0,0 0-11 0,0 0-8 16,1 0-67-16,-1 0-65 0,-1 0-18 0,0 0-20 16,0 0-113-16</inkml:trace>
  <inkml:trace contextRef="#ctx0" brushRef="#br0" timeOffset="65158.17">18310 15630 748 0,'0'0'232'0,"-1"0"-283"16,0 0 267-16,0 0-138 0,-6 0-24 0,1 0-12 16,1 0 4-16,2 0-8 0,-2 0-3 0,4 0-4 0,0 0-5 15,-1 0-1-15,0 0-28 0,0 0 3 0,-1 0-1 16,2 0 2-16,0 0-3 0,0 0 9 0,0 0-3 15,-1 0 6-15,1 0-2 0,0 0 20 0,1 0 1 16,0 0 6-16,0 0 3 0,0 0-5 0,0 0-2 16,1 1 0-16,0 0-5 0,1 0-3 0,-1 0-2 0,0 0-1 15,1 1-12-15,1-1-3 0,0 1 2 0,4 3-3 16,2 0-4-16,0 0 3 0,3 1-3 16,-1 0 4-16,-1-1 1 0,0 0-4 0,1-1 1 0,-2 1-2 15,3 0 1-15,0-1-2 0,1 1 0 0,-5-1-1 16,0-1 5-16,1 1-1 0,-6-3-1 0,4 2-1 15,0 2 3-15,-1-1-4 0,2 0 4 0,-3-1-4 16,0 0 8-16,-2 0-8 0,0-2 2 0,0 2-3 0,-1 1 8 16,1 1-5-16,-2-2 1 0,0 2-2 0,2-2 9 15,-2 0-7-15,1 0 4 0,-1-1-6 0,0 2 7 16,1 0 2-16,-1 0 3 0,-1 0-2 0,0 0-4 0,0 0 1 16,0-2-3-16,-1 2 3 0,-1-1-3 0,0 1 10 15,0-2-3-15,-7 3 4 0,-1-1-5 0,4-1 1 16,-2-1-4-16,1 0 2 0,2 0-6 0,-2-1 2 15,1 3 1-15,3-1-1 0,-2 1-6 0,0 0 5 16,3 1-4-16,-3 0 5 0,3-3-8 0,-2 2 4 16,1-2 1-16,0 2 1 0,1-1-4 0,1-1 1 15,1 0-2-15,-1 1 2 0,-1 0 0 0,1-1-5 0,-1 1 5 16,2-1-6-16,0-1-3 0,-1 1-25 16,0 0-9-16,-1 1-6 0,1-1-33 0,1-1-73 0,0 0-14 15,1 1-33-15,2-2-174 0</inkml:trace>
  <inkml:trace contextRef="#ctx0" brushRef="#br0" timeOffset="66839.73">18478 15621 215 0,'0'0'27'16,"-1"0"39"-16,0 0-33 0,1 0-36 0,-1 0 5 0,1 0-14 15,-1 0 7-15,1 0-2 0,0 0-1 0,-1 0 1 16,1 0 3-16,0 0 22 0,0 0-1 0,0 0 12 16,0 0 20-16,0 0-1 0,0 0-1 0,0 0-3 15,0 0-11-15,0 0 0 0,0 0-4 0,0 0 1 16,-2 0-18-16,1 0-6 0,1 0-3 0,-1 0-1 16,1 0-4-16,-1 0-1 0,1 0 1 0,0 0-1 0,0 0-8 15,0 0-1-15,0 0 4 0,0 0-1 0,0 0 10 16,-1 0-1-16,0 0 1 0,-1 0 0 0,2 0 11 15,-1 0 16-15,1 0-10 0,0 0 12 0,0 0-4 0,0 0-4 16,0 0 9-16,-1 0-9 0,1 0-4 0,0 0-13 16,0 0-1-16,0 0-3 0,0 0 2 0,0 0 2 15,0 0-6-15,0 0 3 0,0 0 0 0,0 0-6 16,0 0 8-16,0 0-9 0,-1 0 8 0,0 0 0 16,0 0 2-16,-1 0-1 0,1 0 6 0,0 0-1 15,0 0 1-15,0 0 0 0,-1 0 5 0,1 0-10 16,-1 0 0-16,0 0-2 0,0 0 10 0,1 0 3 15,0 0 3-15,0 0-1 0,0 0-9 0,0 0-2 16,-1 0-5-16,1 0 3 0,0 0-6 0,0 0-5 0,0 0 5 16,-1 0-4-16,1 0 8 0,0 0 2 0,0-1-6 15,0 1 4-15,0 0 2 0,-1 0-4 0,1-1 6 16,0 0-5-16,0 0 10 0,0-1 3 0,0 1 1 16,-1 1-1-16,1 0-1 0,0 0 1 0,0 0 1 0,0 0-4 15,-1 0-12-15,1 0 4 0,0 0-4 0,0-1 5 16,0 1-1-16,0 0-3 0,-1 0-1 0,2 0-3 15,0 0-6-15,0 0-1 0,0 0 0 0,0-1 1 16,0 0 5-16,0 0-3 0,0-1 2 0,0 1-3 16,0 0 3-16,0 0 3 0,0 0 5 0,0 0-2 15,0-1 8-15,0 1-5 0,0 0-2 0,0 0 1 16,0 0 1-16,0 1 4 0,0-2-6 0,0 2 4 16,0-1-3-16,0 0 2 0,0 1 5 0,0 0-4 0,0 0-4 15,0 0-4-15,0 0-3 0,-1 0 1 0,1 0 4 16,0 0 0-16,0 0 2 0,0 0-1 0,0 0 6 0,0 0-8 15,0 0 1-15,0 0-3 0,0 0 4 0,0 0 5 16,0 0-2-16,0 0 3 0,0 0 2 0,0 0 5 16,0 0-3-16,0 0 3 0,0 0-13 0,0 0 0 15,0 0-1-15,0 0 0 0,0 0 3 0,0 0-2 16,0 0-2-16,0 0 0 0,0 0-4 0,0 0 4 16,0 0 1-16,0 0 1 0,0 0 4 0,0 0-2 15,0 0 0-15,0 0-1 0,0 0-1 0,0 0-6 16,0 0 5-16,0 0-5 0,0 0 9 0,0 0-17 0,0 0-11 15,-1 0-4-15,0 0-42 0,0 0-58 0,0 0 4 16,1 0-28-16,0 0-45 0</inkml:trace>
  <inkml:trace contextRef="#ctx0" brushRef="#br0" timeOffset="73644.8">18642 15725 108 0,'0'0'18'0,"0"0"28"16,0 0-24-16,0 0-14 0,0 0 1 0,0 0-6 15,0 0-8-15,0 0 5 0,0 0-6 0,0 0 6 16,0 0 1-16,0 0-12 0,0 0 9 0,0 0-12 16,0 0 6-16,0 0-1 0,0 0-1 0,0 0 2 0,0 0 9 15,0 0-8-15,0 0 6 0,0 0-7 0,0 0 4 0,0 0 4 16,0 0-2-16,0 0 2 0,0 0 1 15,0 0-1-15,0 0 4 0,0 0-1 0,0 0 7 16,0 0-8-16,0 0 2 0,0 0-1 0,0 0 17 0,0 0-8 16,0 0 5-16,0 0-4 0,0 0 13 0,0 0-3 15,0 0-1-15,0 0-1 0,0 0 2 0,0 0-5 16,0 0 4-16,0 0-4 0,0 0 3 0,0 0-18 16,0 0 3-16,0 0-6 0,0 0 13 0,0 0-8 15,0 0 3-15,0 0-6 0,0 0-2 0,0 0 17 16,0 0-6-16,0 0 8 0,0 0-13 0,0 0 16 15,0 0-8-15,0 0 8 0,0 0-18 0,0 0 4 0,0 0-2 16,0 0 3-16,0 0 0 0,0 0-11 0,0 0 7 16,0 0-8-16,0 0 6 0,0 0 0 0,0 0-1 15,0 0 2-15,0 0 10 0,0 0 4 0,0 0 6 16,0 0-3-16,0 0 5 0,0 0-11 0,0 0-1 0,0 0-3 16,0 0 1-16,0 0 1 0,0 0 1 0,0 0 2 15,0 0 21-15,0 0-4 0,0 0 5 0,0 0-8 16,0 0-19-16,0 0 2 0,0 0-4 0,0 0 6 15,0 0 8-15,0 0-1 0,0 0 2 0,0 0-2 16,0 0 3-16,0 0-6 0,0 0 1 0,0 0-3 16,0 0-3-16,0 0-6 0,0 0-4 0,1 0 0 15,0 0-3-15,0 0 6 0,1 0-2 0,-1 0 1 0,0 0-8 16,0 0 6-16,0 0-5 0,1 0 4 0,-1 0-10 16,0 1 5-16,0-1 4 0,0 0 0 0,0 0 1 15,1 0 0-15,-1 0-5 0,-1 1 2 0,1-1 1 0,-1 0-4 16,0 0 7-16,1 0-5 0,-1 0 9 0,0 0-11 15,1 0 3-15,0 1-3 0,-1-1 10 0,2 2-7 16,-1-2-3-16,0 0 0 0,0 1 3 0,0-1-4 16,1 0 5-16,-1 1-5 0,0-1 11 0,0 1-7 15,0 0 0-15,0-1-3 0,1 1 5 0,-1-1 1 16,1 0-3-16,0 2 0 0,1-2-3 0,-1 0 0 16,2 0 6-16,0 0-3 0,2 1-3 0,0-1 7 15,0 0-4-15,-2 0 5 0,1 0-7 0,1 1-1 0,0-1-1 16,1 1 2-16,-2-1 4 0,2 1 2 0,2 0-4 15,0-1 2-15,0 2-2 0,-1-2 0 0,-3 0 5 16,3 0-4-16,0 0-1 0,0 0 0 0,1 0 2 16,0 0 2-16,-2 0 1 0,4 0-5 0,-5 0-1 15,4 0-1-15,2 0 5 0,-4 0-4 0,4-2 0 0,-6 2-2 16,1 0 0-16,0 0 1 0,0-1 0 0,1 1 2 16,0 0 5-16,-3 0-7 0,0 0 4 0,2 0-4 15,-1 0 12-15,0 0-10 0,1 0 0 0,-1 0-2 16,1 0-4-16,-2 0 8 0,-1 0-2 0,1 0 4 15,-1 0-1-15,1 0-3 0,1 0-1 0,1 0-2 16,0 0-2-16,0 0 4 0,1 0 0 0,-1 0 1 0,0 0 4 16,0 0-5-16,0 0 3 0,1 0-4 0,-1 0 10 15,0 0-13-15,0 0 11 0,-1 0-11 0,-1 0 10 16,1 0-7-16,-1 0-2 0,4 0 1 0,-2 0 6 0,0 0-5 16,0 0 3-16,0 0-3 0,1 0 7 0,2 0-6 15,1-1 0-15,-2 1-3 0,1 0 4 0,-2 0 0 16,-2 0 0-16,6-1 0 0,-4 1 0 0,3 0 3 15,-2 0 0-15,-2 0 1 0,0 0-4 0,0 0-1 16,4-1-1-16,-3 1 0 0,3 0 0 0,-2 0 6 16,-1 0-4-16,2 0 6 0,-2 0-3 0,2 0-6 15,-1 0 3-15,-2 0-4 0,1 0 6 0,2 0 1 16,-2 0 0-16,1 0 0 0,2 0-3 0,-3 0-1 16,1 0 1-16,0 0 0 0,0 0-2 0,-2 0 3 0,0 0-1 15,-1 0 2-15,1 0 2 0,-2 0-7 0,1 0 3 16,1 0-3-16,0 0 3 0,2 0 2 0,1 0 0 15,-1 0 2-15,0 0-3 0,0 0-1 0,0 0-3 16,1 0 1-16,-1 0 2 0,-1 0-1 0,0 0 4 0,1 0-3 16,-2 0-2-16,1 0 8 0,-1 0-8 0,2 0 7 15,0 0-14-15,0 0 8 0,0 1 3 0,1 0 1 16,-3-1-2-16,1 0 3 0,2 1-6 0,0-1 5 16,1 0-9-16,0 1 7 0,4 1-1 0,-7-2 4 15,1 0-5-15,-1 0 5 0,-1 0-4 0,4 0 3 16,0 0-8-16,-2 0 6 0,0 0 2 0,1 0 0 15,-3 0-4-15,4 0 0 0,-2 0 2 0,-2 0 0 0,1 0 7 16,-2 0-9-16,2 0 1 0,-1 0-2 0,2 0 5 16,-4 0-3-16,1 0-2 0,1 0 0 0,-2 0-2 15,2 0 8-15,1 0-1 0,-2 0 4 0,1 0-11 16,-1 0 8-16,-1 0-4 0,0 0 7 0,-1 0-4 0,0 0 0 16,-1 0-2-16,1 0 1 0,-2 0-2 0,3 0 0 15,0 0 1-15,-1 0 0 0,1 0 8 0,-1 0-3 16,0 0-2-16,0 0 0 0,-1 0 0 0,1 0-2 15,1 0 3-15,-2 0-4 0,2 0 0 0,-2 0 0 16,1 0 2-16,-1 0-1 0,1 0-1 0,1 0 0 16,-2 0-1-16,2 0 0 0,-2 0-2 0,0 0 2 15,0 0 1-15,0 0 0 0,0 0-1 0,0 0 1 16,-2 0-1-16,0 0 2 0,0 0 4 0,1 0-6 16,1 0 5-16,-1 0-5 0,0 0 1 0,1 0 4 0,-2 0-5 15,0 0 6-15,0 0-6 0,1 0 0 0,-1 0 2 16,0 0-1-16,0 0 0 0,0 0 3 0,0 0-4 15,1 0 2-15,-1 0-3 0,0 0 1 0,0 0 0 0,0 0 1 16,0 0 3-16,1 0-3 0,-1 0-1 0,0 0 0 16,0 0 6-16,0 0-7 0,-1 0 1 0,0 0-5 15,0 0-1-15,0 0-8 0,0 0-10 0,0 0-2 16,0 0-56-16,0 0-60 0,0 0-5 0,0 0-21 16,0 0-62-16</inkml:trace>
  <inkml:trace contextRef="#ctx0" brushRef="#br0" timeOffset="74330.58">19858 15651 350 0,'0'0'72'15,"-1"0"0"-15,0 0 15 0,-1 0-2 0,1 0-18 16,0 0-7-16,-1 0-16 0,-1 0-1 0,1 0-2 15,0 0-8-15,-1 0-8 0,0 0-1 0,0 0 0 16,1 0 5-16,-3 0 4 0,1 0 4 0,0 0 2 16,-1 0 11-16,3 0 0 0,1 0-2 0,-3 0 1 15,3 0-6-15,-2 0-4 0,-1 0-6 0,2 0 1 16,1 0-9-16,-2 0-5 0,1 0-2 0,1 0-4 0,-1 0-14 16,1 0 3-16,0 0 2 0,0 0 0 0,0 0-3 15,0 0 4-15,-1 1-5 0,2 0 5 0,0 0-10 16,0 0 3-16,0 1 2 0,0-1 0 0,0 0 0 15,2 0 6-15,-1 0-5 0,0 0 4 0,0 2-11 0,0-1 5 16,2 1-2-16,-2-1 4 0,1 0 4 0,1 1-6 16,-1-1 4-16,3 1-4 0,0 2 10 0,1 0-10 15,1 0 6-15,-2-2-6 0,2 2 0 0,1 0 3 16,1-1-3-16,1 1 2 0,0-2-2 0,-2 1 4 16,-1-2 0-16,0 1 3 0,-2-2-3 0,2 1-5 15,0 1 0-15,-1-1-2 0,1 0 3 0,-3-1 7 16,1 1-5-16,-3-1 5 0,0-1-13 0,-1 0 7 0,0 0-4 15,0 0 5-15,2 1 1 0,-1 0-1 0,0 0 3 16,1 1-3-16,-2-1 7 0,0 0 8 0,0 0 3 16,0 0 0-16,0 0-4 0,1 1-5 0,-1-1-3 15,-1 0 1-15,0 0-7 0,0 0-2 0,0 0 0 16,-1 1-1-16,-1-1 5 0,1 0-3 0,-1 0 4 0,0 0-5 16,-5 2 5-16,-2 0 2 0,-2 2-1 0,-2 0 1 15,2-2-11-15,-3 3 8 0,2-1-2 0,4-2 6 16,-1 2 1-16,0 0-9 0,0-1-1 0,-1 1-4 15,2-1-4-15,2-1-23 0,-1 1-9 0,0-1-9 16,4-2-59-16,-2 2-142 0,0-1-62 0</inkml:trace>
  <inkml:trace contextRef="#ctx0" brushRef="#br0" timeOffset="100337.07">17247 14003 32 0,'0'0'15'16,"0"0"3"-16,0 0 14 0,0 0 5 0,0 0-7 16,-1 0-5-16,0 0-9 0,0 0 0 0,0 0-4 15,-1 0-10-15,1 0 8 0,0 0-7 0,0 0 7 16,0 0-6-16,0 0 19 0,1 0 2 0,0 0 5 16,0 0 5-16,-2 0-9 0,2 0-2 0,-1 0 0 0,0 0 1 15,1 0 7-15,-1 0 1 0,1 0 1 0,0 0 0 16,-1 0 1-16,1 0-1 0,-2 0-1 0,1 0-8 0,1 0 0 15,-1 0 1-15,0 0 0 0,1 0 3 0,0 0 0 16,0 0-4-16,0 0 2 0,-1 0-5 0,1 0 9 16,0 0-1-16,-1 0 3 0,1 0-3 0,-2 0-4 15,1 0 2-15,1 0-5 0,0 0-8 0,0 0 1 16,0 0-4-16,0 0 4 0,0 0-2 0,0 0-10 16,0 0 2-16,0 0-6 0,0 0-1 0,0 0 1 15,0 0-1-15,0 0 1 0,0 0 3 0,0 0 0 16,0 0 5-16,0 0-3 0,0 0 7 0,0 0-3 15,0 0 0-15,0 0-2 0,0 0 1 0,0 0 0 0,1 0 0 16,1 0 0-16,-1 0 2 0,0 0-1 0,0 1 0 16,1 1-2-16,1-1-5 0,0-1 6 0,4 1 2 15,4 1 1-15,4 2 0 0,-3-2-9 0,1 1 1 16,-1-2-2-16,-3 0 10 0,5 1-11 0,2 2 6 16,-4-2-5-16,4 2 7 0,-3-2-3 0,3 0-3 15,1 0 0-15,0 0-1 0,2 0 2 0,-2 1 2 0,0-1-1 16,0-1-3-16,-2 0 6 0,1 0-2 0,0 1 4 15,0-1-9-15,2 0 5 0,-1-1-6 0,2 0 7 16,1 0 1-16,-1 0-6 0,1 0 1 0,0 0-2 16,2 0 9-16,2 0-10 0,2 0 5 0,-2 0-7 15,2 0 8-15,3 0-6 0,-4 0 5 0,2 0-4 16,1 0 7-16,-3 0-2 0,1 0 1 0,0 1-2 0,-1 0-5 16,-2 1 0-16,2-1-1 0,1 0 2 0,-1 0 11 15,0 1-8-15,4 1-2 0,0-1-1 0,-1-1 2 16,4 0 0-16,-3 1 2 0,6-2-3 0,0 1-5 0,-1-1 6 15,1 1-2-15,-5-1 3 0,1 0 4 0,0 0-7 16,-2-1 3-16,1 1-4 0,-1 0 1 0,-2 0-1 16,5 0 1-16,-1 0-1 0,0 0 1 0,6-1 4 15,-3 1-1-15,1 0 0 0,-1 1-5 0,-2 0 1 16,-1 0 2-16,-3 0 0 0,0 1 1 0,-3-1-3 16,1 0-1-16,-3 0 1 0,2 0 9 0,-2 0-8 15,1 1 2-15,0-1-3 0,2 0 6 0,0-1 2 16,5 1-3-16,-8 0 1 0,-2 0-5 0,3 1 5 0,-6-2 1 15,2 1 2-15,1 0 2 0,-5-1-8 0,2 1 4 16,-3 0-6-16,-1 1 5 0,-2-1-5 0,0 0 5 16,-2 0-5-16,0 0 7 0,-3 0-4 0,0 1-3 15,-1-1 2-15,-2-1 4 0,1 0-3 0,-1 0 5 0,-2 0-5 16,0 0 2-16,1 0-1 0,-2 0-3 0,0 0 2 16,1 1-3-16,1 0 1 0,-1 0 0 0,1 0 2 15,-2 1 1-15,0-1-4 0,0 0-5 0,0-1-1 16,0 0-20-16,1 0-6 0,-1 0-7 0,0 0-2 15,0 0-41-15,0 0-30 0,0 0-4 0,1 0-11 16,-2 0-28-16,0 0 17 0,0-1 4 0,0 0 4 0,0-1 3 16</inkml:trace>
  <inkml:trace contextRef="#ctx0" brushRef="#br0" timeOffset="100766.82">19592 13964 436 0,'0'0'76'0,"0"0"96"0,0 0-39 0,-1 0-35 16,0 0 3-16,0 0-16 0,-1 0-20 0,1 0-15 15,0 0 1-15,0 0-5 0,-1 0-3 0,-1-1-14 16,1 0-1-16,-1 0-2 0,1 0 6 0,0 0-10 0,1-1 2 16,-1 2-6-16,1 0-1 0,0 0-9 15,0 0 4-15,0 0-6 0,0 0 0 0,-1 0-3 0,1 0-3 16,0 0 2-16,0 0-2 0,0 0 7 0,-1 0-2 15,2 0 4-15,0 0-5 0,0 0-1 0,0 2 1 16,2-1-1-16,-1 0 13 0,0 0-14 0,0 1 4 0,2 1-6 16,0 0 1-16,5 4 7 0,1 0 0 0,1 3 2 15,0-3 1-15,0 0 2 0,0 0-2 0,0-2 2 16,-1 1-6-16,3 2 2 0,-1-1 1 0,-1-1 1 16,3 1 2-16,-3-1-12 0,-1 0 3 0,1-2-4 15,0 1 8-15,1 0-6 0,2-1 4 0,-6 1-4 16,0 0 1-16,-4-2 7 0,0 1-5 0,-2-2 6 0,1 2-4 15,-1-3 8-15,1 1-3 0,-1 1 5 0,0-1-5 16,1 1-2-16,1 1 3 0,-2 0-2 0,-1 0 4 16,0 0-10-16,-3 2-2 0,0-2-3 0,-8 1-4 15,-4 0-14-15,-3-2-3 0,0 1-6 0,-1-1-35 0,-4-1-52 16,0-1-34-16,-5 0-17 0,-2 14-209 0</inkml:trace>
  <inkml:trace contextRef="#ctx0" brushRef="#br0" timeOffset="101433.74">17662 13774 1195 0,'-1'0'43'0,"0"0"-4"0,0 0 1 15,-1 0 8-15,-1-1-19 0,1 0 6 0,-1-1-14 16,1 2-2-16,0 0-5 0,-1 0-12 0,1 0-4 16,0 0-3-16,-1 0 0 0,1 0-5 0,0 0 5 15,-1 0-4-15,-1 0 4 0,-5 3 1 0,0 0 5 16,-3 3 4-16,-2 1 0 0,-2 1 6 0,-2 2 13 0,-2-1 3 15,-1 2 2-15,2-2 5 0,-5 3 3 16,3-3-4-16,-1 1 4 0,-2 0-4 0,4-1-3 0,0-1-2 16,3 0 0-16,0-1-9 0,3-1-6 0,1 0 1 15,4-3-3-15,1 1-7 0,2-2-4 0,1 1 0 16,3-2 0-16,-1 0 5 0,1 0-8 0,0 0 3 0,1-1-4 16,-1 0 3-16,0 3 0 0,0-1-1 0,-1 0 1 15,2 1 0-15,0-1 5 0,0 1-3 0,1-2 4 16,-3 5-6-16,1-2 7 0,0 3-1 0,1-3 5 15,-1 3-7-15,1 0 6 0,0 0-1 0,1 1 4 16,0-2 2-16,0 1-2 0,0-1-1 0,0 0-1 16,0 1-4-16,1 0 9 0,0 0-5 0,2 0 6 15,-1 0-11-15,2 1 2 0,0 0 2 0,2 0-1 0,0 0 3 16,-4-1 5-16,7 0-4 0,0 0 4 0,0-1-8 16,1 1-3-16,0-1 3 0,2 0-4 0,-5 0 3 15,-1-2-4-15,1 2-4 0,-1-2 0 0,0 1-18 0,1-3-35 16,-2 0-12-16,-3-1-12 0,2 2-87 15,1 1-293-15</inkml:trace>
  <inkml:trace contextRef="#ctx0" brushRef="#br0" timeOffset="104403.34">20916 13447 256 0,'0'0'7'0,"0"0"15"0,0-1 25 0,0 0 11 16,-1 0 13-16,0-1-9 0,0 0-9 0,1 1 4 15,-3-5-5-15,1 0-2 0,0-2-6 0,-1 0-9 16,1-4 1-16,0 0-23 0,0-1 3 0,2-2 4 15,0 1 1-15,0 0 16 0,0 1 2 0,0-1-1 0,0 3 2 16,2-1 5-16,-2-1-12 0,0 2 3 0,0-1-6 16,0 2-1-16,0 1-7 0,0 0-3 0,-2 0-1 15,1 0-3-15,0 1 8 0,0 1 2 0,0 2 2 16,0 0-1-16,1 2-1 0,0 0-1 0,0 1-2 16,0 1-17-16,0 0 2 0,0-1-1 0,-2 0 3 15,1 0 12-15,0-1-8 0,1 2 2 0,0 0-4 0,-1 0 4 16,1 0 3-16,0 0-1 0,0-1 1 0,0 1-10 15,0 0 3-15,0 0-3 0,0 0 5 0,0-1-2 16,0 1 1-16,0 1-3 0,0 0 3 0,0 0 0 0,0 1-5 16,0 1 1-16,0-1-4 0,-3 12 4 0,2 1-3 15,0 1 2-15,0 3-3 0,0-1 0 0,0 5-4 16,1-1 1-16,0 3-3 0,0 2 7 0,0-1-2 16,-2 2 2-16,1 0-3 0,0 3 1 0,-2-2-3 15,0-4 1-15,0 1-1 0,-2 0 1 0,0-4-1 16,1 1 5-16,-1-2-3 0,-1 0 11 0,0-2-10 15,0 0 4-15,1-3-5 0,2 0 8 0,-1-1-6 16,2-1-2-16,0-1-1 0,-1-3-1 0,2 0 0 16,0-2-2-16,1-1 2 0,0-1-8 0,0-1 6 0,0 1-4 15,0-4 3-15,0 0-14 0,0 1-8 0,0 1 0 16,0-1-5-16,0 0-17 0,0 0-8 0,0-1-9 16,0 0 1-16,0 0-25 0,0-1-96 0,0-1 2 15,0 0-44-15,8-23-77 0</inkml:trace>
  <inkml:trace contextRef="#ctx0" brushRef="#br0" timeOffset="104736.9">20301 13099 770 0,'-1'0'230'0,"0"0"54"0,0-1-122 16,-2 0-118-16,1-1-23 0,-2 1-17 0,2 1-25 15,0-1 7-15,-1 0-13 0,2 0 16 0,1 1 4 16,1 0-2-16,2 0 4 0,6-1 10 0,15-2-9 16,2 1 4-16,4 0-6 0,1-1 9 0,-1 0 23 15,3-2-3-15,-2-1 10 0,-1 0 11 0,2 0-3 16,0 2 2-16,4-2-5 0,3 0-10 0,1 0-4 15,-1 1-3-15,0 1 1 0,-3-1-11 0,-2 0-13 0,-1 2 5 16,-3-1-8-16,-5 2 6 0,0 1-4 0,-3 1-9 16,-2 0 0-16,-1 0-38 0,-2 1-36 0,-3 1-13 15,-1 2-15-15,1 0-118 0</inkml:trace>
  <inkml:trace contextRef="#ctx0" brushRef="#br0" timeOffset="105204.57">21189 13541 1491 0,'0'0'57'0,"0"0"-2"0,-1 0-4 15,0-1-2-15,-1 0-22 0,1 0-10 0,0-1-14 16,1 1 1-16,0 0-4 0,0 0-4 0,0-1 1 15,0-1 3-15,0-2 0 0,0 2 3 0,0-2-2 16,0 2 0-16,0 0 0 0,0 1 5 0,0 1 13 16,0-2 3-16,0 1 5 0,0 0 21 0,1 1-3 15,-1-1 1-15,0 1-3 0,0 0-3 0,0 0-17 16,0 0-1-16,0 0-7 0,0-1-15 0,0 2 2 16,0 2 1-16,-1-1 1 0,-1 3 3 0,-8 15-9 15,0 2 2-15,2-1-2 0,-2 3 5 0,1 0-1 16,1 0-4-16,0-2 1 0,4 0-1 0,0-3 0 0,1-1 1 15,0 0-1-15,1 0 6 0,1 0-8 0,1 0 5 16,0 0-6-16,1-2 10 0,1 2-1 0,1-4 1 16,1 0-2-16,2 1 1 0,0-3 0 0,1 2 1 0,-1-4 0 15,0-1-2-15,-2-2 1 0,6-2 1 0,2 1 0 16,1-1-2-16,0 0-2 0,0-3-2 0,-3 1 1 16,-3 4-9-16,2-2-4 0,-2 0 0 0,-3-2-1 15,5 2-1-15,-4-3-9 0,2 0-6 0,-1-1-2 16,0 0-25-16,0-1-15 0,-4 1 0 0,5-4-5 15,2-2-10-15,-2-1-93 0,0-11-5 0,-1-2-37 16,-5 0-96-16</inkml:trace>
  <inkml:trace contextRef="#ctx0" brushRef="#br0" timeOffset="105471.2">20971 13707 1426 0,'-1'0'45'0,"-1"0"88"0,-5-1-99 0,1 0 4 15,0-1-4-15,5 2 1 0,0 0-27 0,0 0-5 0,-2 0-5 16,1 0 1-16,1 0-23 0,0-1 19 0,1 0-3 16,0 0 9-16,1 0 8 0,1 0-6 0,15-5 1 15,3-1-1-15,0 1 9 0,3 0 3 0,-2 1 4 16,3 0-3-16,-2 1 5 0,2-1-5 0,0 1-2 0,1 2-2 15,2-1-13-15,-6 0 1 0,2 2-7 0,-5-1 3 16,0-1-33-16,3 1-34 0,-1 0-14 0,2-1-12 16,0 0-90-16,-2-1-275 0</inkml:trace>
  <inkml:trace contextRef="#ctx0" brushRef="#br0" timeOffset="106188.78">21544 13047 767 0,'0'-1'3'0,"0"-1"2"0,-1-11-5 15,-1-13 0-15,0 0-1 0,1-1 0 0,0-1 6 16,0 4-5-16,0-2 6 0,-2 2-10 0,1 0 15 16,-2-1 3-16,0 3 8 0,-1 1 38 0,-1-1 9 0,-1 0-1 15,0 4 3-15,-2-1 4 0,-2 0 9 0,8 1-9 16,-19 1 5-16,1 0-34 0,-3 2-7 0,-3 0 5 16,-3 2-7-16,0-1-5 0,-3-2 4 0,-3 3-6 15,1 2 6-15,-1 0-19 0,-1 3-1 0,1 3-2 0,-1 4 2 16,0-17-7-16,-3 10-7 0,0 6-1 0,-2 2-1 15,0 3-3-15,-1 5-3 0,-2 2 1 0,5 2-1 16,1-1 3-16,6 1 2 0,5 0-2 0,0 1 2 16,1 0 5-16,2 0-7 0,0-11 2 0,1 16-6 15,1 1 1-15,1 2 4 0,-2 2 0 0,2 4 0 16,1 2 0-16,0 6 1 0,2 1-3 0,5 7 3 0,-3 0-1 16,2 1-6-16,2 0 9 0,-1-1-6 0,3-1 11 15,4-3-8-15,4 1-4 0,-16 1 0 0,11 4-3 16,6 3-1-16,3 1 3 0,3 3-2 0,6-2 11 0,2 0-2 15,-1-4 0-15,2-5-1 0,1 0-1 0,3-3 7 16,-11 0-1-16,20 2 2 0,2 2-7 0,0 1 1 16,3 2 0-16,0-3 0 0,3 3 1 0,2-3 2 15,0-4-3-15,5-4 3 0,6-4-1 0,4-2 5 16,-1-6-5-16,2-2 5 0,-2-1-7 0,-3-3 4 16,1-2 6-16,-2-2-1 0,-2-3 4 0,3 0-3 15,3-3-8-15,3-3 5 0,0-2 4 0,2 19-7 16,-4-15 7-16,-4-7-7 0,-2-4 6 0,-3-3-7 0,-1-1 5 15,2-4-4-15,1-2 7 0,2-1-1 0,-5 16-4 16,0-24 3-16,-6-2-3 0,-2-4 0 0,1-3 5 16,-7-3-4-16,-1-2-2 0,-6-7 6 0,-2 1 0 15,-3-4 6-15,-2-1 19 0,-2 0-18 0,-3-4 2 16,-1-3-8-16,-1-4-1 0,-3 0 1 0,0-1 2 0,18 2-1 16,-15 5-3-16,-8 0 3 0,-3 6-6 0,-6 3 4 15,-3 3-11-15,-4 2-13 0,11 2-3 0,-25 0-7 16,-6 0-32-16,-3-1-48 0,-5 1-21 0,-5 3-17 15,-2 2-154-15</inkml:trace>
  <inkml:trace contextRef="#ctx0" brushRef="#br0" timeOffset="107723.4">8422 5298 304 0,'0'0'-7'16,"0"0"16"-16,0 0 17 0,0 0 6 0,1 0 9 15,0-1-9-15,1 0-4 0,-1-1-9 0,1 1 9 16,0 0-11-16,1 0 6 0,-1 0-6 0,0-1 6 15,1 0 3-15,-2 0 2 0,6-8 3 0,-1 0-4 0,0-4-10 16,-2 1 15-16,-1-1-7 0,-2-2 9 0,-1 1-5 16,0 0 2-16,-2-3 0 0,-2 5 0 0,-1 1-4 15,0 1 9-15,-1 1-3 0,0 1 3 0,3-1-15 0,-8 2-1 16,-1 5 2-16,-2-2-3 0,0 1-7 16,0 2 3-16,-3-8-7 0,-1 1 6 0,0 5-12 0,-2 1 3 15,1 3 1-15,-3 1 1 0,-2 3 2 0,-3-1 4 16,-1 2-3-16,-2 1 5 0,1-1-2 0,1-1 2 15,0 1-1-15,3 0 1 0,1 0 2 0,0 2 7 16,0 1-3-16,2 1 2 0,-1 2-13 0,5-1-3 16,0 1-1-16,0 0-1 0,-2-9-5 0,3 12 6 15,-4 1-6-15,2 1 4 0,-1 0-6 0,-4 1 1 0,-1 0 5 16,2 2-2-16,-1 1 3 0,0 1-3 0,3 2-2 16,-4 2 0-16,1 5-1 0,3 0 8 0,0 2-3 15,2 1 5-15,2 0-9 0,1 0-1 0,3-1-1 16,0-1 0-16,4 1 8 0,2-2-9 0,0-1 4 15,3-2-7-15,0 0 6 0,3-2 3 0,-1-2-3 0,-12 1 2 16,7 0-1-16,5 2-2 0,2 0-3 0,1 2 1 16,3 1 2-16,0 0 1 0,2 6 5 0,0-2-3 15,1 3 0-15,1 1-6 0,0-3 4 0,1-2-4 16,0 2 2-16,-1-6 3 0,2-1-2 0,-1-1 3 16,2-2 6-16,1-2-1 0,-1-2 1 0,-8-2-1 15,19-1-3-15,-2-1 9 0,1-1-5 0,3 0 6 0,-4-1-4 16,3 0-4-16,2 1-1 0,0-3 0 0,-1 3 2 15,0-2-7-15,-2-2 7 0,0 3-6 0,2-2 11 16,-2-2-11-16,4-1 3 0,1-3-4 0,1 0 4 0,2 1 0 16,0 0-1-16,5-1-1 0,-1-3-1 0,1 1 3 15,-1-3-2-15,0 14 2 0,1-9-4 0,-2-6 4 16,0-2 0-16,-1-5 1 0,-4-3 0 0,2 0 3 16,0-4 1-16,0 0-1 0,3-2-8 0,-1 0 3 15,5-2 5-15,-3 16-1 0,-1-18 0 0,0-1-2 16,-4-1-3-16,4 0 3 0,-1 0-3 0,-5-3 6 15,-2-1-6-15,-2-2 6 0,0-3-8 0,-1-3 3 16,0-3 0-16,-2-2 0 0,1-3-3 0,-4-4 2 16,-2 2 1-16,-1-2 2 0,-1 0-4 0,0 4 6 0,0-1-2 15,-1 0 3-15,-3 0 0 0,-3-3-3 0,-1-4-2 16,-3-1 0-16,18-2 2 0,-14-4-3 0,-6 3 9 16,-7 0-7-16,-2 2 8 0,-4 7-1 0,-4 2-6 15,-1 2 4-15,15 1 2 0,-24-1-8 0,-4 2 10 0,-2 4-8 16,-2 2 15-16,-7 1-14 0,-4 4 2 0,-7 3-6 15,-1 5-4-15,-7 6-26 0,-2 6-6 0,-2 4-7 16,-5-16-24-16,-9 20-69 0,-8 12-18 0,-11-9-36 16,-3 34-229-16</inkml:trace>
  <inkml:trace contextRef="#ctx0" brushRef="#br0" timeOffset="115095.65">26463 7479 269 0,'0'0'12'16,"0"0"12"-16,0 0 24 0,-1-1 0 0,0 0-6 16,0 0-18-16,-1 0-10 0,1 1-9 0,0 0 8 15,0-2-13-15,0 2 6 0,-1 0 5 0,1 0-3 16,0 0-6-16,0 0 10 0,0 0-4 0,0 0 9 16,-1 0 17-16,0 0 9 0,0 0 4 0,-7 0 0 0,0 0-4 15,1 0-4-15,0 0 3 0,-2 0-2 0,0 0 4 16,0 0-12-16,1 0-4 0,-1 0-1 0,2 0 0 15,0 0-10-15,0 0 7 0,2 0-10 0,-2 0 3 0,2 0-2 16,-1 0-6-16,0 0 3 0,0 2-7 0,-1-2 1 16,5 0 3-16,-1 0-3 0,1 0 7 0,1 0-11 15,-1 0 8-15,2 0-7 0,-1 0 12 0,0 0-7 16,0 1-3-16,0 0-1 0,-1 0-5 0,1 0 3 16,0 0 4-16,1 1 0 0,-1 0 11 0,1 0 3 15,1 1-3-15,0-1 4 0,1 0 2 0,2 1 0 16,3 1 3-16,12 7-4 0,2-4-13 0,3-1 9 0,1-3-6 15,3 0 8-15,2-3-6 0,1 0 5 0,2 0-5 16,2 0 4-16,6-1-11 0,0-2-4 0,2 2 1 16,-2 0-2-16,-4 0 3 0,-3 1-5 0,-4-1 2 15,-2 1-2-15,-1-2 6 0,-5 2-3 0,0-1 3 16,-2 0-3-16,0 1 5 0,-4 0 4 0,0 0-1 0,0 0 1 16,-1-1 4-16,-3 1 3 0,1 0-2 0,-2 0 2 15,-3 0-8-15,1 0-11 0,-3 0 3 0,2 0-3 16,-3 0 5-16,0 0-1 0,1 0-2 0,-3 0 1 15,0 0 1-15,-1 0-21 0,1 0-1 0,-1 0-10 16,0 0-9-16,0 0-36 0,-1 1 0 0,0 0-18 16,-1 0-64-16,-1 1-115 0,-18 5-25 0</inkml:trace>
  <inkml:trace contextRef="#ctx0" brushRef="#br0" timeOffset="115513.55">26194 7749 1479 0,'-1'-2'19'0,"-1"1"-6"0,2 0 16 0,-5-7 8 15,2 3-10-15,1 2-19 0,1 0-21 0,-1 1-5 16,1-1-4-16,0 2 2 0,0 0-1 0,1 1 1 15,0 0-4-15,1 1-8 0,1 0 0 0,4 2 3 16,6 4 0-16,1 0 25 0,0-1 1 0,3 1 5 0,1-1 0 16,1-2 22-16,-2 0 10 0,3-2 4 0,1-2 0 15,2 0 5-15,3-2-10 0,2-2 5 0,3-1-4 16,3-1 8-16,4-1-16 0,2 0-1 0,4 1-3 16,2 0-6-16,2 0-6 0,1 1 2 0,-3 2-4 15,-1-1 0-15,-2 2-3 0,-1 1 3 0,0 1-3 16,0 2-1-16,-1 0-6 0,0 3 0 0,-6-1-1 15,0-2 4-15,-6 1 2 0,0 1-2 0,-5-2 2 0,-2 2-1 16,-3-2 1-16,-6 1-2 0,-2-2 2 0,-4 0-3 16,-2-1 1-16,-1 0 1 0,-1 1 1 0,1-1 1 0,-1 0 0 15,1 0-4-15,-2 1 0 0,0 0-22 0,0 1-37 16,0-2-11-16,0 1-19 0,1-1-146 0,-1 0-243 16</inkml:trace>
  <inkml:trace contextRef="#ctx0" brushRef="#br0" timeOffset="148624">9168 13850 127 0,'0'-1'26'0,"0"0"-5"0,0 0 30 0,0-1 8 15,3-9 1-15,-1 4 3 0,2-1-8 0,-2-1-4 16,1 1-2-16,-1 0-13 0,0-1 1 0,1 0 11 0,0 0-6 16,1-1 16-16,-1 1-8 0,0 2 1 15,-2 1-1-15,0 1 14 0,0 2-12 0,-1 1 7 0,0-1-8 16,0 2 12-16,0 0-20 0,0 0 6 0,1-2-11 15,-1 1-7-15,0 0-9 0,0-1-7 0,0 2 2 16,0 0-6-16,2 0 6 0,-2 0 1 0,1-1 0 16,-1 1-1-16,0 0 2 0,0 0-2 0,0 0 2 15,0 0-7-15,0-1 8 0,0 1-3 0,0 0 5 16,0 0 7-16,0 0-5 0,0-1 1 0,0 1-4 0,0 1-8 16,0 0 3-16,0 0-2 0,0 1 3 0,0 1-7 15,0 0-8-15,0 0 3 0,0 16-5 0,0 2 1 0,0 6-1 16,0 6-2-16,0 8 0 0,-3 2-4 0,1 5 6 15,-3 4-4-15,-1-2 4 0,1 4-1 0,-3 0 1 16,1 3 3-16,0 5-1 0,-1 4-3 0,1 6-1 16,-1-2 2-16,-3-4 0 0,2-5 6 0,-1-9 2 15,1-2-6-15,2-2 5 0,0 0-1 0,0-2 9 16,-1 0 0-16,1-1 2 0,0-1-3 0,-1-2 3 16,3-4 2-16,-2-3 0 0,1-5 6 0,0-2-6 15,1-3-2-15,0-3-1 0,2-2-4 0,-1 0-9 16,1-4 4-16,2-3-7 0,-1-2-3 0,1-3-2 0,1 0-9 15,0-3 3-15,0-1-24 0,0 0-11 0,0-2 0 16,0 1-5-16,0 1-13 0,0-1-8 0,0-1 0 16,0 0-2-16,0 1 8 0,0-1-17 0,0-1-6 15,0 0-8-15,0-1-61 0,0-2-40 0,0 0-15 0</inkml:trace>
  <inkml:trace contextRef="#ctx0" brushRef="#br0" timeOffset="149157.35">8854 15103 1038 0,'-2'0'90'0,"1"0"7"0,0 0-38 15,0 0-16-15,-2-1-30 0,1-1 4 0,0 1-11 16,-1 0 2-16,1-1-6 0,1-1-2 0,-1-1 0 15,-3-7 0-15,1 2-1 0,2-2-1 0,1 0 2 16,0 2 0-16,1 0 1 0,0-1-7 0,0 4 13 16,0 2-4-16,0 0 10 0,0 3 12 0,0-1 35 15,0-1-1-15,0 1 11 0,0 1-8 0,0 0-5 0,0-1-3 16,0 1-2-16,0 0-20 0,0 0-11 16,0 0-1-16,0 0-2 0,0 1 3 0,0 0-14 0,0 0 3 15,0 1-7-15,0 0 6 0,0 0-10 0,0 1 7 16,1 5-9-16,2 5 11 0,1 0-5 0,1 1-3 15,-1 0 0-15,1 1 3 0,0-1-5 0,1 0 7 16,1 3-5-16,-2 0 6 0,3 1 5 0,-1 2-6 0,-2 0 5 16,3 1 2-16,-3 2-5 0,1 2 6 0,-1 0-5 15,1 2 6-15,-1 1 0 0,-1 2 3 0,1-2-2 16,-1 0 1-16,-1-5-6 0,1-1-4 0,-2-4 1 16,0 0 2-16,1-1 1 0,-1-4 3 0,0 0-3 15,0-1-6-15,-1-5 5 0,0 0-6 0,0-2 5 16,-1-1-6-16,0-1 8 0,0-1 0 0,0 0 1 15,1 2-2-15,0-1 3 0,1 0 0 0,-1 0 2 0,0-1 5 16,1-1-1-16,1 0-1 0,-2 0-1 0,7-12-5 16,5-16-6-16,3-4-1 0,1-8-2 0,1-6-7 15,0-3-3-15,0-2-1 0,4-2-1 0,4 0-8 0,0-3-11 16,2-4 1-16,2-2-5 0,-4-4-12 0,2 2-32 16,-1 2-9-16,-1 2-19 0,2 5-144 0</inkml:trace>
  <inkml:trace contextRef="#ctx0" brushRef="#br0" timeOffset="152110.41">2868 13886 429 0,'0'-2'0'0,"-1"1"43"0,0-1 17 0,0 0 28 0,-2-8 9 15,2-2-38-15,0 0-9 0,1-1-17 0,0 1-3 16,0 0 5-16,1 1 10 0,0 2 3 0,0 1-4 15,1 1 2-15,-1-1-1 0,-1 2 16 0,0 0-3 0,0 2 4 16,0 0-19-16,0 1-9 0,0 1 1 0,0-2-4 16,0 2-4-16,0 1-10 0,0-2 0 0,0 2-5 15,-1-1-5-15,1 0 2 0,0 0-5 0,0 1 4 16,0 0-4-16,0 0 2 0,0 0 3 0,0 0-4 16,0-2-5-16,-2 1 4 0,1-1-2 0,0 1 4 15,0 0-2-15,0 1 3 0,0-1 3 0,1 1 0 16,0 0 6-16,0 0-5 0,0 1 0 0,0 1 0 15,0 0 8-15,0 2-11 0,-2 18-1 0,1 1-3 0,0 4-3 16,-1 3 2-16,0 2-1 0,2-2 0 0,-1 8-7 16,1-2 4-16,1 2 0 0,2 4 2 0,-3-5-4 0,0 4 3 15,0 2-4-15,-1 5 5 0,-1 5-1 0,1 7-4 16,0 6 1-16,-1 5-1 0,1 0 11 0,1-5-6 16,-2-1 2-16,1-4-4 0,1 2-1 0,0 3-7 15,0 2 4-15,0 1-4 0,0-4 4 0,0-3 5 16,0-2-1-16,0-5 2 0,0 1-1 0,0 4 5 15,0 0-4-15,-1-2 3 0,0 2-4 0,0-4 4 16,1-4-6-16,-1-3 3 0,-1-3 0 0,2-2-1 16,-1-4 6-16,1-1-5 0,-1 0-2 0,0 1 10 0,1-2-5 15,0-4 6-15,0-4-12 0,0 0 2 0,-3-3-1 16,1 1 2-16,0-2 6 0,1-3 0 0,-1-2-2 16,0 0 2-16,0 0-6 0,-2-1 0 0,2 1 0 15,-2-2-1-15,1-1 0 0,-1 1 0 0,1-3 2 16,-1 1-2-16,1-1 0 0,-1-1 1 0,1 0-3 0,0-1 2 15,1-2-3-15,0-1-11 0,-1 0-3 0,1-1-4 16,1-1-20-16,-1-2-42 0,1-2 1 0,1-2-18 16,-1 0-34-16,1 1-21 0,0-1-5 0,0-1-4 15,0 0-15-15</inkml:trace>
  <inkml:trace contextRef="#ctx0" brushRef="#br0" timeOffset="152762.51">2760 16293 647 0,'0'0'48'0,"-1"0"3"0,0 0-10 0,-1 0-3 0,1 0-14 15,0 0 25-15,0 0-12 0,0 0-3 0,-1 0-4 16,1 0-13-16,0 0 4 0,0 0-1 0,0 0 0 15,0 0-12-15,-1 1 14 0,1-1-7 0,0 0 10 16,0 1-2-16,0-1 22 0,0 0 1 0,-2 0 7 16,1 0 2-16,-1 1-9 0,1-1 5 0,1 0-6 15,0 1-11-15,0-1-10 0,-1 2-8 0,1-2 3 0,0 0-8 16,0 1-3-16,0 0 4 0,0 0-4 0,1 0-4 16,0 1 1-16,1-1 1 0,0 0 1 0,1 0 3 15,12 7 1-15,5 1-1 0,1-2 2 0,0 0 1 0,6-1-3 16,-1-2 0-16,3 1-1 0,-1 0-3 0,2 1-2 15,0-2 1-15,1 0-1 0,3 0-4 0,1 1 6 16,4 1-7-16,1 1 5 0,4 0-1 0,5 3 4 16,1-1 0-16,2-1-1 0,0 0-11 0,1 1 11 15,1-1-3-15,3 2 6 0,4 1-9 0,6 1-4 16,3-4 2-16,2-1-3 0,-1-2 5 0,1 0 1 16,-2-2 3-16,5 2 0 0,7 1-1 0,2-2-3 0,-1 1-1 15,-3-1 0-15,-1 0 8 0,4 1-8 0,4 1 1 16,1-1-2-16,-1-2 2 0,-5 1 4 0,-1-3-2 15,4 0 2-15,3 0-2 0,3 0-1 0,-4 3 2 16,-5 1-3-16,0 0-1 0,0 1 5 0,2 0-2 16,1 1 6-16,-4-1-2 0,-6 1-3 0,-2 1-3 15,-2 1 1-15,0-1-2 0,0 0-2 0,-5 0-5 0,-9-1-3 16,-2-2-48-16,-9 0-67 0,-3-2-80 0,-4 0-22 16,-5-3-497-16</inkml:trace>
  <inkml:trace contextRef="#ctx0" brushRef="#br0" timeOffset="154745.92">2928 14283 123 0,'0'0'34'0,"0"0"46"15,0 0-10-15,0 0-9 0,-1 0-7 0,0 0-2 16,0 0-25-16,-1 0-10 0,1 0 8 0,0 0-9 16,0-1 1-16,0 0 6 0,-1 0-6 0,1-1 6 15,0 1-4-15,0 0 5 0,0 0 0 0,0 0 3 16,-1 0 15-16,1-1 6 0,0 1 0 0,0 1 1 15,0-1-1-15,0 1-9 0,-2 0 1 0,1 0-7 16,-1 0-15-16,1 0 3 0,0 0-3 0,-1 0 4 0,1 0 0 16,0 0-2-16,-1 0 0 0,1 0-1 0,0 0 1 15,0 0-8-15,0 0 2 0,0 0-5 0,-1 0-5 16,1 0 8-16,0 0-4 0,-1 0 5 0,2 0 0 0,0 0-6 16,0 0 2-16,0 1-2 0,0-1 11 0,-1 0-4 15,1 0-3-15,0 1 0 0,0-1-4 0,0 0 13 16,-1 2-4-16,1-2 4 0,0 0-13 0,0 0 8 15,0 0-3-15,0 1 3 0,-1-1-10 0,1 0 5 16,0 0-1-16,0 0 1 0,0 0-4 0,0 1 5 16,-1-1 1-16,1 0 2 0,1 0-1 0,0 0-6 15,0 0 0-15,-1 0-2 0,0 1 0 0,0-1 4 16,1 0 2-16,0 1 1 0,0-1-1 0,0 0 0 0,0 0-5 16,0 0 3-16,0 0-5 0,0 0 0 0,0 0-5 15,0 0 2-15,0 1 0 0,0-1 2 0,0 2 2 16,0-2-1-16,0 1-2 0,0 0 1 0,0 0 1 15,0 0-3-15,0 0-2 0,0 1 10 0,1-1-6 0,0 0 9 16,0 0-12-16,0 0 4 0,1 1-4 0,-1-1 5 16,0 0-3-16,0 0-1 0,1 0 6 0,1 0-6 15,-1 1-2-15,3-1 1 0,-2 0-1 0,1 0 2 16,-1 0 2-16,0 0-2 0,3 2-2 0,-3-2 0 16,2 1 0-16,-2 1 4 0,3 0 0 0,-1 0 1 15,2 1-11-15,-3-1 7 0,0 0 1 0,2 1 3 16,0-1-6-16,0 1 4 0,1-1-4 0,-1 0 4 0,1-1-3 15,1 2 5-15,0-1-4 0,-1-1 4 0,2 1-9 16,-2-1 3-16,0 0 5 0,0 0-2 0,1-1 5 0,1 0-6 16,1-1-2-16,-1 0-1 0,1 1 5 0,-2-1 0 15,-1 0 2-15,1 0-3 0,-1 0-1 0,0 0-3 16,2 0 2-16,-2 0-3 0,1 0 9 0,0-1-5 16,0 0 4-16,2 0-5 0,0-1-1 0,1 1 5 15,-3 0-5-15,0 0 5 0,-2 0-3 0,0 0-2 16,2-2 0-16,2 2 0 0,-3 0 3 0,-1 1 0 15,3-1 3-15,-3 0-4 0,2-1-2 0,0 2 4 16,-4 0-4-16,1 0 3 0,0 0-9 0,4 0 8 16,-1 0 2-16,1 0 2 0,-3 0-1 0,1 0-4 0,0 0 0 15,2 0-1-15,-2 0 2 0,1 0 0 0,-1 0 2 16,-1 0 0-16,2 0-2 0,-3 0 0 0,1 0 1 16,2 0 1-16,-1 0-2 0,1 0 0 0,-1 0-1 15,1 2 1-15,-2-2-1 0,1 1 1 0,0 0-1 16,-1 0 1-16,1 0 0 0,2 0 0 0,-2 2 1 0,1-1 1 15,0 0-4-15,0 1 2 0,2-1-3 0,-1 0 3 16,2 0 1-16,-2-1 3 0,1 0-6 0,-1-1 4 16,0 0-1-16,2 0-1 0,0 0 2 0,-2 0-2 15,3 0-6-15,-2 0 6 0,1 0-1 0,3 0 2 16,-3 0 6-16,1 0-7 0,1 0 2 0,2 0-4 16,-3 0-2-16,0 0 7 0,4 0-2 0,-4 0 4 0,3 0-5 15,1 0-5-15,-3 0 6 0,1 0-5 0,3 0 2 16,-1 0 7-16,2 0-7 0,0-1 7 0,0 0-11 0,-1 1 5 15,0 0 1-15,-2 0 1 0,2 0-1 0,-2-2-2 16,3 1 0-16,-2 0 0 0,2 0 10 0,1 0-8 16,0 1 1-16,-1 0-4 0,0 0 0 0,2 0 4 15,-2-1-1-15,3-1 1 0,1 1-2 0,2-1 3 16,-2 1 2-16,3 0 0 0,-3-1-4 0,3 1-2 16,-1 0-2-16,-2 0 1 0,0 0 1 0,-1 0 4 15,-1-1-2-15,0 2 3 0,-1 0-2 0,-1 0 1 16,0 0-2-16,0 0 1 0,0 0-7 0,-1 0 4 15,0-1 3-15,0 0 1 0,0 1 0 0,-1 0 1 0,0 0-5 16,0 0 4-16,1 0-1 0,-2 0-1 0,2-1 1 16,-4 1-1-16,3 0 0 0,-2 0-1 0,-2 0-1 15,-2 0-1-15,1-1 4 0,-2-1 0 0,-1 2 0 16,4 0 0-16,-2 0 3 0,-1 0-6 0,-1 0 2 0,-2 0-2 16,1 0 10-16,-2 0-8 0,0 0 2 0,-1 0-5 15,1 0 1-15,-2 0 4 0,1 0-1 0,-2 0 3 16,1 0 0-16,-1 0-4 0,0 0 0 0,1 0 0 15,-1 0-1-15,-1 0 1 0,2 0-3 0,-2 0 3 16,0 0 2-16,1 2-2 0,1-1 5 0,-1 0-5 16,0 0-1-16,0 0 1 0,-1 1-3 0,0-1 0 15,0-1-33-15,0 0-144 0,0 0-29 0,1 0-57 0,-1 0-277 16</inkml:trace>
  <inkml:trace contextRef="#ctx0" brushRef="#br0" timeOffset="156314.23">4912 14270 245 0,'0'0'30'0,"0"0"-2"0,0 0 29 0,0 0 0 15,0 0-1-15,0 0 1 0,0 0 3 0,0 0-3 16,0 0 1-16,0 0-10 0,0 0-4 0,-1 0-2 15,-1 0 0-15,1 0 2 0,0 0-7 0,0 0 11 0,0 0-11 16,0 1-2-16,-1 1-5 0,1-1-3 0,0 0 2 16,0 0 9-16,0 1-10 0,-2 1 1 0,2-1-4 15,-5 5 0-15,0 1 4 0,2 1 2 0,-1-2-1 16,2 0-4-16,-1 0-7 0,2-1-1 0,-1 0-1 16,1-1-7-16,0 1-6 0,0 1 0 0,1-1-1 15,0 1 1-15,1-2 1 0,0 2-2 0,0-1 2 16,1 0 3-16,0 0-2 0,-1-4 5 0,2 0-4 15,-1 2 10-15,0-2-3 0,1 1-3 0,1-1 1 0,-2-2-1 16,4 4 2-16,2 0 1 0,-2-1-1 0,0-2-2 16,-1 0 0-16,0 0-2 0,0-1 1 0,-3 0-6 0,1 0 6 15,0 0 2-15,-1 0 1 0,1-1 6 0,0 0-6 16,1 0-2-16,-2-2-1 0,-1 2 1 0,2-6-8 16,0 0 5-16,-2 0-7 0,0 0 2 0,-2-1 5 15,0-1-6-15,-2 2 5 0,1 0-12 0,1 4 9 16,-2-2-2-16,2 2 5 0,-1-1-7 0,-1 0 1 15,-2 0 0-15,0 0 1 0,1 2-2 0,2 1 0 16,0 1-1-16,0 0 1 0,-1 0 1 0,1 0-1 16,-2 0 0-16,3 0-1 0,-1 1-4 0,1 0 3 0,0 0 0 15,0 0 0-15,1 2-2 0,0-1-5 0,1-1 0 16,0 6-1-16,0-3 0 0,0 1-4 0,0-3 2 16,1 1-3-16,0 1 0 0,-1-3-15 0,2 1-5 15,0 1-7-15,0-1-54 0,2 1-105 0,2-1-23 16,2-1-37-16,1-1-179 0</inkml:trace>
  <inkml:trace contextRef="#ctx0" brushRef="#br0" timeOffset="158198.09">4887 14277 165 0,'0'0'77'16,"0"0"-4"-16,0 0 49 0,0 0-10 0,-1 0-5 0,0 0-21 16,0 0-6-16,-1 0-6 0,1 0 0 0,0 0-16 15,0 0-25-15,0 0 9 0,0 0-16 0,-1 0-2 16,1 0-11-16,0-1-6 0,0 0-1 0,1 0-11 0,0 0 9 16,0-1-1-16,0 1 4 0,0 0-11 0,0 0 3 15,0 0 0-15,0-1 1 0,0 1 7 0,0 0-3 16,0 0-1-16,0 0 1 0,0 0 0 0,0-1 16 15,0 1 1-15,0 0 7 0,0 0 9 0,0 0-12 16,0 0 8-16,0-1-9 0,0 1 2 0,0 0-9 16,0 0-4-16,0 0 0 0,0-1-2 0,0 1-6 15,0 0 1-15,0 1-4 0,0-1-4 0,0 1 10 16,0-1-4-16,0 0 8 0,0 1-9 0,0-2-3 16,-1 2 0-16,1 0 0 0,0 0 0 0,0 0 2 15,0 0-2-15,-1 0 1 0,-1-1 1 0,1 1 2 0,0 0 4 16,0 0-2-16,0 0 5 0,-1 0 3 0,1 0-2 15,1 0 2-15,0 0-4 0,0 0-1 0,0 0-3 16,-1 0 0-16,1 0-6 0,0 0 3 0,0 0 3 16,0 0-2-16,0 0-4 0,0 0 2 0,0 0-2 0,0 0 2 15,0 0 3-15,0 0-4 0,0 0 0 0,0 0-1 16,0 0 2-16,0 0 6 0,0 0 2 0,-1 0-1 16,0 0-5-16,0 0 4 0,-1 0-2 0,1 0 2 15,0 0-11-15,0 0 6 0,0 0-3 0,0 0 6 16,-1 0 3-16,2 0-7 0,0 0-2 0,0 1 0 15,0-1 1-15,0 2-2 0,0-1 5 0,0 0-4 16,0 0-1-16,0 0 1 0,0 0 0 0,0 1 0 0,0-1 4 16,0 0-6-16,0 0 2 0,0 0-3 0,0 1 6 15,0-1 3-15,0 0-7 0,0 0 3 0,0 0-4 16,0 2 1-16,0-1 4 0,0 0-3 0,0 1 1 0,0-1-2 16,0 0 1-16,0 1-1 0,0-1 2 0,0 0 3 15,0 1-4-15,2-1 2 0,-1 0-1 0,0 1 1 16,0-1 2-16,0 1-3 0,0-1 1 0,1 0-2 15,-1 1 0-15,0-2-2 0,0 1 2 0,0-1 0 16,0 2 2-16,1-1 0 0,-1 0 4 0,0 1-7 16,0-1 1-16,0 0-4 0,1 1 1 0,-1-1 1 0,0 0 4 15,0 1 0-15,0 0 4 0,0 1-3 0,2 3-5 16,-1-1 2-16,-1-3-3 0,2 3 3 0,-2-1-1 16,0 0 1-16,1 0-3 0,1 0 8 0,-2-2-5 15,1 2 6-15,1 1-15 0,-1 0 10 0,1 1-1 16,0-2 2-16,-1 1-5 0,2 1 5 0,-2-1-2 0,2 3 2 15,-1-1-3-15,1 1 1 0,-2-3 2 0,0-1-1 16,1 1 2-16,-1 0-1 0,0 1-4 0,2 0 1 16,-2-2-3-16,1 1 3 0,-2-3 4 0,1 2-3 15,2 1 6-15,-1 0-8 0,0-1 2 0,0 0-3 16,2 2-1-16,-2-1 8 0,2 1-7 0,0 0 8 16,-2-1-5-16,2 1 0 0,0 2 3 0,-1-2-3 0,0-1-7 15,1 1 10-15,-1 0-5 0,1-1 6 0,0 1-4 16,-2-3-1-16,2 2 5 0,-3-2-4 0,2 0 4 15,-1 1-4-15,-2 0 0 0,4 0-2 0,-1-1-2 16,0 2 6-16,0-1-2 0,2 0 3 0,0 0-2 0,-2 1-2 16,2 0 2-16,1 0-2 0,-1 0 3 0,1 0-2 15,-2 0-1-15,0 2-2 0,1-2 3 0,-1 2 2 16,1 0-3-16,1 0 1 0,0 3-5 0,1-2 5 16,0 2 2-16,0 1-1 0,0 0-4 0,-1-2 3 15,-1 2 1-15,-1 1 1 0,0-1 0 0,-1 1-2 16,1-1 0-16,1-2 0 0,-1 0 5 0,-1-1-7 15,1-1 4-15,0-1-5 0,3 1 4 0,-1 0-5 16,2 1 2-16,0 1-2 0,-2 2 13 0,1-3-7 0,-2 2-1 16,2-2-3-16,-1-2-2 0,-2 3 3 0,1-2 3 15,-1 2-1-15,-1-1 3 0,4 3-4 0,-1-3 0 16,0 2-1-16,2-1-2 0,-2 0 4 0,-1-1 1 16,-1 2 0-16,2-1-4 0,2 2 3 0,-1 2-1 0,0 1 2 15,2 2-5-15,-1-2 4 0,2 3-3 0,-1-1 3 16,0 2-2-16,-2 2 1 0,1-3 1 0,1 3 1 15,-1-1 2-15,2 1-5 0,-1 4-1 0,0-4 0 16,-3 2-2-16,2-1 7 0,-2-6-3 0,2 6 4 16,0-2-7-16,0-2 4 0,2 4-2 0,-1-4 2 15,1 0-1-15,-2-2 0 0,2 1 2 0,-1-4 0 16,2 1 6-16,0-1-10 0,0-3 6 0,-3 2-6 0,-2 0 9 16,3 1-11-16,-2 0 4 0,1 1-6 0,3 0 8 15,-1 0-1-15,-1 0 3 0,1-1-3 0,-1 1 5 16,-1 2-5-16,2 0 2 0,0 2-3 0,-2-1 1 0,1 0 1 15,-2-3-2-15,0 0 1 0,-1 0-1 16,3 0 0-16,-1 4-3 0,-1-2 2 0,2 1 1 0,-1-1 0 16,-1 0 4-16,1-3-4 0,-1 2 0 0,1-1 1 15,2 1-1-15,-1 2 1 0,2 0-4 0,-1-1 2 16,-2-1 1-16,1-1 0 0,-1-1 6 0,0 1-7 16,1 1 3-16,0 1-5 0,2 0 3 0,0-2 2 15,0-1-4-15,1-1 3 0,-4 0-1 0,2 1-5 16,-1 1 5-16,-2-1-4 0,4 2 11 0,0-1-8 0,0 0 3 15,-2-1-6-15,2-1 5 0,-6 1-1 0,1-1 0 16,2 2 0-16,-4 1 2 0,7 3-1 0,-3-3 0 16,-1-3-1-16,2-2-1 0,-1 0 5 0,3-1-3 15,-4 2 4-15,2-1-9 0,-3 0 3 0,0 0 1 16,2 3 0-16,2 1 2 0,0 2-4 0,-1-2 3 0,-1-1-2 16,1 0 1-16,-2-1 3 0,1 3-6 0,1-3 5 15,-2 3 0-15,1-2-1 0,0-2 5 0,-2 0-5 16,0-1 1-16,1 0-2 0,0-1-2 0,-1 2 1 15,1 1 0-15,1-1 0 0,-1 0 1 0,0-3 0 16,0 2-2-16,1-2 2 0,-1 0-4 0,0 0 4 16,2 3-7-16,-1-1 5 0,-1 0 1 0,0 0 0 0,1 0 8 15,-1-1-7-15,2 1 0 0,-3-3-5 0,3 1 4 16,-3-1 3-16,-1 2-1 0,2 6 1 0,1-3-3 16,1 5-1-16,-1-3 2 0,2 0-2 0,-4-1 4 0,1 0-9 15,-1-2-4-15,-2 2-3 0,2-1-4 0,-3-1-3 16,-1-2 3-16,3 0-7 0,-4-3-23 0,-1 1-124 15,3-3-18-15,-2-1-54 0,1-1-231 0</inkml:trace>
  <inkml:trace contextRef="#ctx0" brushRef="#br0" timeOffset="165119.92">5724 14731 236 0,'-1'0'0'0,"0"0"0"0,0 0 0 0,0 0 2 16,0 0-4-16,-1 0 1 0,1 0 0 0,0 0-2 15,0 0 4-15,0 0-3 0,-1 0-2 0,1 0 8 16,0 0 9-16,-1 0 2 0,-1 0 38 0,-1 0-2 16,-2-1-1-16,0 0 1 0,2 0 7 0,1-2-4 15,1 2-6-15,0 0 0 0,0-6-14 0,0 0 4 16,-1 1 0-16,2 1-1 0,-1 1-13 0,1-1-7 0,-1 1 5 16,1 2-6-16,-1-2-5 0,2 3-3 0,0 0-4 15,0 0 4-15,-1-1 5 0,1 0-3 0,0 1 6 16,0 0-5-16,0 0 13 0,0 0 5 0,0-2-4 15,0 1 4-15,1 0-2 0,1-1 2 0,1 2 5 0,8-5-4 16,0 3 1-16,3 1-10 0,-1 2 1 0,2 3-4 16,2 2-5-16,-1 2-2 0,-3 1-4 0,0-3 3 15,-1 15-3-15,-3 1-7 0,1 0 4 0,-3 4-5 16,-1-1 7-16,-3 2-7 0,-2 5 3 0,16 0-3 16,-11 1 5-16,-5 3-7 0,-5-3 2 0,-2 0-4 15,-3 0 10-15,-2-5 5 0,0-4 1 0,8-4 2 16,-12-1 3-16,-1-4 12 0,0-1-1 0,5-3 6 0,-2-1 11 15,0-2-24-15,1-1 9 0,-2-3-14 0,1-1 5 16,3 5-8-16,1-1-1 0,2-2-2 0,1-2-7 0,-1-1 1 16,2-1-3-16,1 0 3 0,-3 0-2 0,4 0-4 15,0 0-2-15,2 0 0 0,-2-1 4 0,1-1 1 16,-2-4 2-16,1-5-1 0,2 2 3 0,1 0 0 16,0-1-3-16,1 3 1 0,1 0-5 0,2 0 11 15,-1 2-3-15,5 3 5 0,7 0-14 0,0-9 5 16,1 4 2-16,-2 2 2 0,4 2 1 0,1 2-6 15,-2 1 0-15,0 0-2 0,-3 1-8 0,0 0 0 16,-2 1 1-16,-2 1-1 0,2-1 0 0,-2 0-21 16,-3 1-5-16,2-1-5 0,-1 0-16 0,1 0-10 15,-2-1-10-15,-1-1 0 0,1 0-36 0,0-1 16 0,0-2 5 16,0 0 3-16,1-3 24 0,-2 0 13 0,0-13 4 16,0 1 5-16,-1 3 27 0,1-2 13 0,-2 1 4 15,1 4 1-15,-3-2 1 0,1 1 6 0,1 4-1 16,-2-2 5-16,1 3 13 0,-2 0 5 0,0 0-2 0,0 1 5 15,3 2 11-15,-1 0 2 0,1-1 0 0,-3 3 1 16,1-2 0-16,0 2-11 0,-1-2 10 0,0 1-8 16,-1 2 36-16,0 1-24 0,1-1 2 0,0-1-10 15,-1 1-5-15,0 1-6 0,0-1 0 0,0 1-3 16,0 0-8-16,-1 1 2 0,0 0-4 0,0 1 3 16,0 2-13-16,-7 8 3 0,-1 8-3 0,2 4 3 15,1-3-6-15,0 2-5 0,2-1 8 0,1-3-6 0,1-2 4 16,1-2 1-16,1 0-9 0,0-1 5 0,1-1-7 0,0-4 5 15,0-1 1-15,2-1 1 0,-1-1-8 0,0-1 5 16,-2-3-1-16,7 0 3 0,3 6 4 0,-2-2-4 16,1-2 4-16,-2-1-4 0,3 0-1 0,-1-2 1 15,1 0 0-15,-1-2 1 0,-2 0 9 0,2-1-6 16,0-1 5-16,-1-1-5 0,-1 1 6 0,-2 0-6 16,-2-5-4-16,1 1 1 0,-1-4 2 0,-2-1-2 15,8 1 8-15,-2-2-8 0,-3 1 6 0,-1 0-4 16,-3-2-4-16,-1 1 2 0,-2-3 3 0,-1 0-4 15,-2 1-1-15,-1 1-2 0,1 4-6 0,-1 1 2 16,6-1 1-16,-9 2-1 0,2-1-8 0,0 6-2 0,-1 0-5 16,2 2 1-16,1 0-24 0,2 0-15 0,0 0-29 15,3 2 3-15,0 0-134 0,-1-2-59 0,-1 0-23 16</inkml:trace>
  <inkml:trace contextRef="#ctx0" brushRef="#br0" timeOffset="165737.98">6511 14695 672 0,'0'0'325'15,"-1"0"-429"-15,0 0 385 0,-2 0-210 0,1 0-29 0,0 0-18 16,-2-1 1-16,-1-1-8 0,2 1-8 0,-2-1-10 15,2 1 2-15,-1-1-3 0,1 0-1 0,-2 0 0 16,3 1-4-16,-3-2 3 0,0 1-4 0,0 1-3 16,0-2-2-16,-1 2 1 0,-3 1 0 0,1 0 2 15,-1 3 7-15,-3 1-3 0,2 2 14 0,-3-4-3 16,-3 15 4-16,3 1-3 0,-2 2 6 0,3 1-9 16,3 1 3-16,-1 0-3 0,1 3 2 0,1 0-2 15,1-1-6-15,3-2 3 0,-7-4 0 0,3-2-1 0,5-2-1 16,2-2-2-16,1-1-4 0,1-1-2 0,1-3 3 15,2 0-1-15,-2-4 9 0,6 3-8 0,5 1-4 16,0-3-2-16,1-3 1 0,-1-2 2 0,0-4 6 16,0-2-4-16,1 4 8 0,-2-17-5 0,1 0 5 15,0-3-3-15,-2 0 14 0,0 2-8 0,1-3 6 0,1-1-7 16,-1 1 1-16,-1-2 1 0,0 0-5 0,-2-1 4 16,2 0 1-16,0 1-5 0,-2 0 1 0,-1 1-3 15,-2 1 4-15,0-1 0 0,-2 0-1 0,-3-1-1 16,12 4 3-16,-5 0-4 0,-3 1 7 0,-4 5-6 15,0 0 13-15,-1 3-3 0,0-2 3 0,0 4-2 16,-1 2 11-16,0 2 1 0,1 3-3 0,0 3 1 0,0 0 1 16,0 0 8-16,-2-2 0 0,1 1 2 0,0 1-9 15,0-1-12-15,0 2 0 0,0 0-3 0,-1 2 1 16,-1 4 0-16,-7 17-2 0,5 5 2 0,1 4 3 16,2 0-10-16,2 1 6 0,0-3-8 0,2 1 2 0,2-1-1 15,-1 0 1-15,2-1-1 0,-2-1 7 0,2-2-9 16,0-1 0-16,1 0-2 0,-1-2 9 0,1-2-12 15,0 2-2-15,-1-3-6 0,0-1-10 0,-2-2-9 16,1-2 3-16,-2-2-6 0,-1-4-10 0,2-1-72 16,-2-2-4-16,0-2-25 0,1 1-37 0,-2-4 11 15,3 2-34-15</inkml:trace>
  <inkml:trace contextRef="#ctx0" brushRef="#br0" timeOffset="166421.18">6792 14468 240 0,'0'0'96'0,"-1"-1"112"16,0-1-53-16,0 1-40 0,-1 0-8 0,0 0-9 15,0 0-28-15,-1 0-24 0,0 1 1 0,2 0-9 16,-3 0-10-16,2 1-3 0,-2 1-1 0,0 4-2 16,0 10-10-16,1 4 7 0,1 3-3 0,-1-3 6 15,0 0-1-15,2-1-2 0,-1-1-3 0,1 1 2 16,-2 0 2-16,2 1-3 0,-2-1 9 0,-9 1-7 15,5-1 5-15,1-2 1 0,2 1-3 0,1-2 2 0,1-2-14 16,0 1 6-16,1-3-11 0,1 1 9 0,0-2-5 16,0-2-8-16,0-2 7 0,0-1-8 0,0-1 9 0,0-1-11 15,0-1 5-15,0-1-5 0,0 1 8 0,0-1-6 16,0 0-4-16,0 1-2 0,0-1-1 0,0-1-7 16,0 1 2-16,0-1-4 0,0-1 5 0,0 0-5 15,0-1 6-15,0-2-4 0,0-6 11 0,0-8-5 16,-2 2 4-16,0-1-4 0,-1 0 12 0,0 1-4 15,-1 0 3-15,2-1-3 0,-2 1 2 0,1-1-3 16,-1 0-1-16,1 1 0 0,0 0 9 0,1 0-4 16,1-1-2-16,0 0-1 0,1 0-6 0,0 0 10 15,2 1-4-15,2-1 4 0,-2 1-7 0,1 1 4 0,1 2 3 16,-1 3 0-16,1 1 0 0,-2 3 2 0,1 1 1 16,-3 3 0-16,9-6 8 0,2 2 2 0,-2 4-1 15,3 1 1-15,0 4-6 0,-4 1-4 0,1 2 5 16,-2 14-6-16,-1-1 0 0,0-1 4 0,0-1-6 0,-5-1 5 15,1-2-7-15,1-1 2 0,6-1-4 0,-3-2 2 16,-1-2-2-16,-3-3 4 0,0 0-2 0,0-3 3 16,-1 1-5-16,-1-3-5 0,0 0 3 0,2 2-3 15,1-1 3-15,-1 0 2 0,0 0 2 0,3 0 0 16,1 0-3-16,0-1 2 0,0 1-3 0,-3-1 4 16,3 0-2-16,0 1-2 0,1 2 4 0,0-1-3 0,-1 1 2 15,-3-2 3-15,1 7-7 0,-2 1 5 0,4-2 1 16,-1 1 0-16,0 0 5 0,-3-1-3 0,-1 2 5 15,-1 1-3-15,-1-2-1 0,-3 0 0 0,-1 0-4 16,2 0 1-16,-10 4 3 0,-2-2-1 0,-4 2 8 0,1-2-12 16,-3-3 1-16,0 0-2 0,4 1 3 0,-2-1-1 15,5 0-3-15,3-1-1 0,-1-3-4 0,6-2-6 16,3 0 1-16,-2 2-6 0,3-2-30 0,-1 1-14 16,1-1-9-16,0-1 0 0,1 0-15 0,-1 0 3 15,2-1-2-15,2-1-4 0,-1-2-52 0,2-24-129 16,17-2-6-16</inkml:trace>
  <inkml:trace contextRef="#ctx0" brushRef="#br0" timeOffset="166671.54">7134 14234 328 0,'2'-1'66'16,"0"-1"78"-16,4-1-12 0,3-4-25 0,-1 1-6 0,-1 1-8 16,1 1-33-16,-4 1-1 0,-1 2 2 0,-1 0-1 15,-1 1 17-15,1-1-5 0,1-1 7 0,-1 1-8 16,-1 1-13-16,0 0-16 0,1 1 1 0,-2 1-5 15,-2 2-4-15,-5 14 10 0,-2 3-9 0,-2 3 11 16,-1 3-1-16,-4 2-9 0,2 1 1 0,-1 1-5 16,0 2-10-16,2-1-4 0,-3 3 0 0,3 0-3 15,0 0-7-15,1-2-2 0,0-1 2 0,-1 1-1 0,0 0-3 16,1 1-5-16,-1-1 2 0,1 0-1 0,1 0 3 16,0 0-19-16,1-1-6 0,1-2-5 0,1 0-18 15,1 0-70-15,1 0-10 0,1-1-27 0,2 2-83 16,-1-4-57-16,3-1-26 0</inkml:trace>
  <inkml:trace contextRef="#ctx0" brushRef="#br0" timeOffset="167271.76">7159 15179 1135 0,'-1'0'36'16,"-9"0"50"-16,-6 0-22 0,5 0-8 0,1 0-3 16,2 0-5-16,-1 0-26 0,2-1-5 0,1 1 3 15,1-1-4-15,0 1-6 0,-1-1-10 0,-1-1 0 0,0 1-2 16,0 0-2-16,0 0-2 0,0 1-1 0,-2 0 1 16,2 0-1-16,-1 0-4 0,-1 2 3 0,-1 2-2 15,0 2 6-15,0 0 4 0,0 1-1 0,-1 10 1 16,2 2 3-16,1 1 3 0,-1 0 0 0,2-1 2 15,1-1-6-15,2-2 0 0,0 0-1 0,3 1 1 16,-10-2-3-16,6-3-6 0,1 1 6 0,3-3-5 16,1 0 6-16,0-1-1 0,0-3-7 0,1-2 3 0,0 0-7 15,0-1-6-15,2-1 4 0,-2-2-3 0,7 4 15 16,2-2-6-16,-1-1 4 0,2-1-4 0,-2-2 8 16,1-3 0-16,0-2 0 0,-1-2 0 0,1-10 8 0,-1-1 11 15,-1 0-5-15,-1 0 6 0,2-2-10 0,-3-2-2 16,-2 0 0-16,2-1 0 0,-1 0 8 0,1-2-7 15,0 0 1-15,-3-4-4 0,-1-2-1 0,15-1 2 16,-9 0 4-16,-3-1-3 0,-3 2-4 0,-2 4 4 16,0 1-5-16,0 6 4 0,0 4-4 0,0 3 6 15,0 3 0-15,0 4 2 0,-1 0 2 0,1 6 16 16,0-2-2-16,0 3 6 0,-1-1-9 0,0-1-4 16,-1 1-8-16,1 1 2 0,0 0-14 0,0 1 7 15,0 1-4-15,0 1 3 0,-5 22-1 0,2 10-5 0,1-1 7 16,0 3-7-16,2 2 3 0,0-5 1 0,1 0-2 15,0-4 0-15,0-2-2 0,1-4-2 0,0 1 1 16,2-4-1-16,0-1-1 0,2-2 3 0,0-1-3 0,-1-3 2 16,1-2-1-16,0-1-5 0,1-1-4 0,-1 1-2 15,0-3-16-15,0 0-13 0,3-3 5 0,2 0-10 16,4 0-13-16,-3-3-69 0,4 8 7 0,-1-2-27 16,-3-3-9-16,8-3-46 0,-6-2-18 0</inkml:trace>
  <inkml:trace contextRef="#ctx0" brushRef="#br0" timeOffset="167674.82">7388 15112 148 0,'0'-1'68'16,"0"0"-27"-16,0-2 72 0,0 0-16 0,0-8-12 16,0 3 2-16,0 0-2 0,0 1 3 0,0-1 3 0,0 2 3 15,0 2 5-15,0 2-3 0,0 1-6 0,0-2-12 16,-1 1-2-16,0 0-3 0,0-1-18 0,0 2-8 16,-2 0-4-16,2 1 2 0,-5 0-11 0,-1 1-16 15,1 1 4-15,0 2-6 0,1-3 5 0,1 12-11 16,-2 0-1-16,-1-1-2 0,2 1-9 0,2 0 6 15,-1 0-3-15,3-1 5 0,0 0-8 0,0-1 6 16,0-2-4-16,-5-1 4 0,1 1-5 0,3-3 2 16,1-1-1-16,1 0 0 0,0-1-5 0,0-1 4 15,0 0 2-15,0-1 0 0,0-1 1 0,0 0 3 0,1 0-5 16,7 5 4-16,0-1-7 0,2 0 7 0,0-2-5 16,1-2 4-16,0-1-10 0,0 0 2 0,0-1 3 15,-2-1-1-15,0-2 3 0,2 0-3 0,0-2 2 16,-1-1-3-16,0 4 4 0,-2-7 3 0,-1-1 1 15,0-1 0-15,-4 2 0 0,0 0 1 0,-1 0-4 0,-1 3 2 16,4 1-5-16,-1 0 3 0,-2 3 3 0,-1-1 1 16,0 1 4-16,0 0 3 0,1 1-6 0,-1-1 4 15,0 1-9-15,0 1 2 0,-1 0-2 0,0 0 2 16,0-1-3-16,0 2-3 0,0 2 3 0,0-1-6 16,0 1-2-16,0 0-8 0,1 9-3 0,2 0-2 15,-1-2-26-15,0-3-36 0,2 1-30 0,-1-2-3 0,2-3-114 16,9 7-143-16</inkml:trace>
  <inkml:trace contextRef="#ctx0" brushRef="#br0" timeOffset="169374.27">6556 16610 108 0,'0'0'49'0,"0"-1"-6"0,0 0 49 0,0 0-1 16,0 0-1-16,0-2-10 0,0 2-9 0,0-5 1 0,0 3-3 15,0-4-3-15,0 1-6 0,0 0-1 0,0 0-2 16,0 1-9-16,0 2 3 0,0 2-1 0,0-1 2 16,0 0-4-16,-1 0 1 0,-1-1-3 0,1 1 2 15,0 0-5-15,0-1-11 0,0 2 2 0,0 0-5 16,-2 0-2-16,1 0 1 0,-2-1-4 0,-2 1 2 15,1 1 1-15,-2 0-5 0,1 0 4 0,-1 0-5 16,0 0-1-16,1 1-3 0,-1 1 2 0,1-1-2 0,-3 2-2 16,2 1-7-16,-1-1 1 0,0 2-2 0,0 0 1 15,-1 1 1-15,2-4-4 0,-1 5 4 0,-1 0-5 0,1 0 0 16,-3 0 0-16,-2-1 0 0,2 3-1 0,2-3 6 16,0 1-6-16,3 2 5 0,-1-3-7 0,-2-1-1 15,2 2 5-15,-1-1-4 0,0 0 3 0,2-1 5 16,0 0-6-16,3-1 6 0,1 0-8 0,-1 1-1 15,-1-1 1-15,2 1-1 0,0 0 2 0,1-1-2 16,-1 2 1-16,2-1-1 0,0 1-7 0,2-1 8 16,0-1-5-16,0 0 5 0,3-1-3 0,4-2 2 15,3 1 1-15,-1 5 1 0,0 0-4 0,1-3 2 16,-2-1 0-16,-1-2 2 0,0-1 0 0,1 0 3 16,0 0-3-16,1-2 3 0,0-1 1 0,-2 1-5 0,0-2 5 15,0 1-4-15,-1-2 1 0,0-1-1 0,-1 2-1 16,-1 2 0-16,-1-5-5 0,-2 0 4 0,1 3 1 15,-3-3 2-15,0 2-2 0,0 1 4 0,4-2-5 0,-3 2 6 16,2-2-2-16,-2-1-4 0,-1 0 0 0,1-2-1 16,-2 1-2-16,0-1 3 0,-2-1-3 0,1 3 3 15,-1-1 0-15,-2 0 0 0,1 1 0 0,-1 1 0 16,1 0 0-16,0 3-4 0,3 1 0 0,-5 0-3 16,-2-3 7-16,1 1-1 0,0 0 4 0,0 1-4 15,0 0-6-15,0 2 5 0,1 1-5 0,1 0 6 16,-1 0-3-16,0 1 4 0,1 2-1 0,-1-1 1 15,-1 0 0-15,3 9 0 0,-2 1 4 0,0-1 0 0,3 2-1 16,-2-2-3-16,3 0-2 0,-6-2 2 0,1 0 2 16,1 1-3-16,2-1 4 0,1-1-4 0,0 1 0 0,2-2 1 15,0 0-3-15,2-1 3 0,-1-1-1 0,0 0 6 16,1 0-5-16,1-2 5 0,-1 1-10 0,-1-2 4 16,0 1 3-16,0-2 0 0,4 0-2 0,2 5-2 15,1-1 3-15,1-2 0 0,-1 1 4 0,-1-3 0 16,0 0-10-16,1-1 5 0,-1 0-8 0,-1-1 8 15,0 0-1-15,0-2 1 0,0 0-1 0,-1 0 0 16,-2 1-1-16,-1-1 0 0,0-6-1 0,3 1 3 16,1-1 3-16,-1-2-1 0,-3 2-2 0,1-3 3 15,-3 0-3-15,0 0 2 0,-1 1-4 0,-2-2 0 16,0 2 2-16,-1 2-1 0,-1-3 8 0,3 6-6 0,0 1 4 16,-1 2-5-16,2 0 1 0,-6 0 2 0,0 2-3 15,-1 0 0-15,0-1-3 0,1-2 3 0,-2-1 2 16,2 3 1-16,-1 2 1 0,1 0-3 0,0 2-1 0,1 0-1 15,1 2 1-15,2 1 0 0,-1 8 1 0,1-2-1 16,-1 0-1-16,-2-2-1 0,3 0 2 0,1 0 0 16,0-2 7-16,-4 1-6 0,2-1-1 0,0-1 0 15,1 2-3-15,0-1 3 0,1 0-3 0,1 1 2 16,1-1 1-16,0 0 0 0,0 1 4 0,1-1-3 16,1 0 2-16,0-1-5 0,0 0 0 0,0-2-2 0,-1 0 1 15,2 0 2-15,-1-1 1 0,4-1 1 0,1 0-1 16,-1 2 4-16,1 1-3 0,-1-2 5 0,1 0-4 15,0-1 2-15,0-1-5 0,0-1 3 0,0 0-1 0,0 0 1 16,-1-1-2-16,0-1 0 0,0-1-8 0,-1 0 5 16,-1-1 3-16,0-6-1 0,-1-1-6 0,0 0 8 15,5-1-3-15,-2 0 3 0,-2 0-4 0,0-1 6 16,-3 2-1-16,0-1 4 0,-1-1-6 0,0 3 0 16,-1-1 2-16,0 2 0 0,-1 1 6 0,-1 0-3 15,2 3-3-15,-1-1 0 0,1 3 3 0,-2 1 1 16,1-1 2-16,1 3-1 0,-6-5 1 0,1 3-8 15,-1 0 2-15,1 2-2 0,-1 0 10 0,1 1-7 16,0 2 1-16,0 1-4 0,3 9-2 0,-2 1 1 0,1-1 4 16,1-1-1-16,1-1 1 0,0-1-3 0,-4-3 0 15,2 0 0-15,1-1 3 0,2-1 1 0,0-1-3 16,1 1 2-16,0-1-8 0,0-2 10 0,0 0-3 16,0-1 5-16,1 2-10 0,2-1 3 0,-1-1 2 0,5 3 1 15,2-2 2-15,0-1 0 0,-1-1-3 0,-1 0 2 16,0-1 4-16,-2-1-1 0,2-2 0 0,-3 2-1 15,1-2-4-15,-3 3 2 0,1-2 1 0,0-2 0 16,0 1-5-16,-1 0 7 0,-1 0-7 0,-1 0 5 16,0-1-14-16,0 1-16 0,-1 1-3 0,-1-1-7 15,-2 3-43-15,-11 0-155 0,-2-10-22 0</inkml:trace>
  <inkml:trace contextRef="#ctx0" brushRef="#br0" timeOffset="170775.4">2024 13745 256 0,'-1'0'168'0,"-1"0"-74"0,1 0 70 0,-1 0 7 16,0 1-117-16,-3 0-4 0,0 0-23 0,-2 3-1 0,0-1 0 15,2-1 1-15,-1 3-13 0,2 2 0 0,-1 10-4 16,2 0 0-16,1 6 0 0,0 0-2 0,-12 5 2 16,6 2 10-16,3 0-8 0,3 3 8 0,-1 1-8 15,2 1 13-15,-1 1 0 0,1 0 4 0,-2 3-1 16,2 1 18-16,-3 4-4 0,-1 3 10 0,-4 1-8 15,-1 1 15-15,-2-2-13 0,-1-3-5 0,1-5-3 16,1-4-22-16,1-7-8 0,1-1 1 0,1-2-4 0,-1-2-7 16,1-3 2-16,1-1 0 0,-1-2 1 0,2-4-6 15,1-4-7-15,2-3-10 0,0-1 1 0,3-4-30 16,-1 1-62-16,0 1 1 0,0-2-25 0,0 0-22 0,-1-1-37 16,2-1-12-16</inkml:trace>
  <inkml:trace contextRef="#ctx0" brushRef="#br0" timeOffset="171392.23">2057 13796 278 0,'0'-1'74'0,"0"0"96"0,0 0-30 0,2-9-25 0,2 0-3 16,-1-1-11-16,1 3-40 0,-1 1 0 0,1 0-6 15,-1 1 4-15,0 1-16 0,0 1-5 0,-2 1-1 16,2 0 0-16,3 0-2 0,-2 0-16 0,3 0 6 15,1 2-9-15,1 0-2 0,-1-5 1 0,1 0 0 16,3 2 3-16,0 0 6 0,0 3-9 0,2 1 2 0,-2 1-4 16,2 3-1-16,0 0 3 0,-1 1-5 0,-2 1 5 15,-1 0-2-15,-1 1-4 0,-1-1 1 0,0 7-3 16,-3 0-4-16,0 3 13 0,-1-1-6 0,-3 5 8 16,9-1-8-16,-4 0-4 0,-5 1 1 0,-2-2-2 15,-2 2 2-15,-4 0-1 0,-2-2-1 0,-1 1-1 16,-1-2 0-16,8-3 5 0,-13 1 0 0,5-3 2 0,-2 0-1 15,0-3-4-15,1-2 2 0,2-1-3 0,-2 1 4 16,4-3-7-16,-1 0-2 0,1-1 0 0,1 0 0 16,1-1 0-16,1 2 0 0,1-3-1 0,0 2 5 0,1-2-5 15,1 0 2-15,1 0-4 0,-1 1-1 0,0 1 3 16,-1-1-4-16,2 0 4 0,0 0-3 0,0-1 2 16,0 0 2-16,1 0 0 0,0 0 5 0,0 1-2 15,1-1-1-15,1 0 0 0,3-1-3 0,9 0 2 16,2 0-1-16,-2 0 3 0,4 0-5 0,1-1 4 15,0 0-3-15,2-1 2 0,0 1-1 0,-3 0 2 16,-1 1 0-16,-1 0 0 0,-1 0-8 0,-1 2 7 16,-1 1-2-16,-5-1 3 0,-1 0 6 0,-1 1-8 0,-1-1 5 15,0 0-7-15,-1 2 3 0,-4-3 1 0,6 7 3 16,-1 1-1-16,-2-1 11 0,0 0-12 0,-3-1 3 16,0 1-6-16,-1-2 4 0,-3 1 4 0,2-2 3 15,-9 0-1-15,-7-1 1 0,0 0 0 0,-4-1-3 16,5 1 3-16,-3 0 1 0,-3-2 7 0,2 1 0 0,0 1 2 15,0 1 0-15,0 1-3 0,0-1 3 0,-1 1-4 16,2 0-11-16,4 0-1 0,0 0-5 0,1 0 4 16,3-2 4-16,1 1-8 0,0 1-1 0,2-2-2 15,2 1-9-15,1 0-5 0,0-1-2 0,1-1-4 16,2-2-38-16,1 2-124 0,-1-1-15 0,2 0-49 16,0 0-171-16</inkml:trace>
  <inkml:trace contextRef="#ctx0" brushRef="#br0" timeOffset="172762.57">13467 14376 804 0,'-1'0'60'15,"-2"0"108"-15,-4-1-122 0,-2-2-7 0,2 1 3 16,2 1-4-16,-1 0-1 0,1 0-20 0,1-1-1 0,1 1-5 15,0 0-1-15,2 1 10 0,-2-1 2 0,1 0 1 16,1 1-3-16,-2-1 4 0,1-1-4 0,0 1 5 16,1 0 0-16,-1 0 8 0,1 0 1 0,0 0 2 15,0-1-4-15,0 1-20 0,-1 0 6 0,1 0-10 16,0 0 2-16,1-1 3 0,0 1-4 0,0 0 6 16,1 0 3-16,0 0 6 0,2 0 2 0,11-3 1 15,2 1-1-15,3-1-3 0,2 0-8 0,-1 2 4 0,4 0-13 16,3-2 9-16,-1 2-1 0,0 0 4 0,0-1 5 15,-4 1-18-15,3-1 7 0,-2 1-12 0,1 1 1 0,-2 1-3 16,-2-1 0-16,-1 1-1 0,-2 0-2 0,0 0 0 16,-3 0-2-16,-1 0 2 0,0 0-7 0,-3 0-6 15,-1 0-5-15,-2 0 2 0,-3 0-12 0,0 0-35 16,-1 0-33-16,-1 0-4 0,-1 0-127 0,1 0-55 16,1 0-41-16</inkml:trace>
  <inkml:trace contextRef="#ctx0" brushRef="#br0" timeOffset="173059.6">13169 14601 1081 0,'-1'0'172'0,"-1"0"23"0,-24 0-61 0,2 0-59 0,10 0-34 16,4 0-14-16,3 0-8 0,5 0 1 0,1 0-7 15,0 0-19-15,-1 0-4 0,0 0 2 0,1 0 0 16,1 0 10-16,1 0 5 0,2 0-3 0,20 3 4 16,1 0-9-16,1-2 4 0,0-1-7 0,2 0 6 15,2 0-11-15,-1 0-2 0,1 0-1 0,2-3-1 16,-2 1-11-16,5 0 5 0,-2-2-5 0,1-1 4 0,-2 1-6 16,-1-2-2-16,1 0 0 0,-2 0-3 0,1-1-13 15,-3-1-26-15,0-2-3 0,-3 1-12 0,2-2-52 16,-2 1-49-16,0-2-6 0,-1 0-17 0,1 1-62 0</inkml:trace>
  <inkml:trace contextRef="#ctx0" brushRef="#br0" timeOffset="173361.25">14304 13996 1232 0,'-1'-1'69'15,"0"0"141"-15,-2-2-168 0,0-4 4 0,-4-4-2 16,1 1 2-16,1 2-7 0,2 2-23 0,-1-1 9 16,2 4-13-16,-1-1 3 0,2 3-2 0,0 0-5 0,0-4 3 15,-2 3-9-15,1-1 10 0,0 1-3 0,1 1 6 16,-1 0-5-16,1-1 5 0,0 1 0 0,0 0 2 16,0 1 5-16,0 1 8 0,-1 4-3 0,-5 23 3 15,3 3 0-15,2-1-3 0,1 3 6 0,0 0-7 16,-1 2 4-16,-1 4-4 0,1 2-1 0,-2 2 2 15,0 1 11-15,-2 1-26 0,1-3 6 0,0 2-13 16,1-5 3-16,0-4-11 0,3-1-5 0,0-7-6 0,1-2-45 16,0-4-83-16,0-3-10 0,0-4-30 0,0-1-90 15</inkml:trace>
  <inkml:trace contextRef="#ctx0" brushRef="#br0" timeOffset="174578.2">12575 13248 264 0,'0'0'67'0,"-1"-1"-8"0,0 0 40 16,-1-4 11-16,-7-8-17 0,0-1 5 0,2 1-22 0,0 0 0 16,0 2-9-16,0 0-17 0,0 2-6 0,2 0-3 15,-1 3 2-15,-3 1-4 0,1-2-4 0,2 3-3 16,-3 2 1-16,0-3 4 0,-2 3-17 0,1 0 6 16,0 0-10-16,1-5-3 0,0 1 4 0,-2 1-4 0,0 2 4 15,1 2-9-15,-1 1-3 0,1 0 1 0,-2 0-1 16,1 1 7-16,0 1-3 0,-4 1-3 0,1 0-1 15,-1 1-4-15,-1 0 3 0,-1 1 0 0,0 1 0 16,-2 0-2-16,-1 1-1 0,0 0 8 0,-1 1-7 16,-3 2 0-16,3-2 4 0,-3 1-2 0,3 2 3 15,2-1-2-15,-3 2-3 0,6-11-3 0,-6 15 0 16,5-1 3-16,-2 4-5 0,-1-3 5 0,2 4-5 16,2-1 3-16,1 2-2 0,-2 1-3 0,2 0 1 0,-2-1-8 15,3 1 8-15,-1 3-2 0,-2 0 5 0,1 0 4 16,1-2-3-16,-3-1 1 0,3 0-1 0,-2 0 3 15,1 1-1-15,-1-1-1 0,0 3 0 0,-1 1 0 16,0 0-1-16,3 4 0 0,1 6 0 0,0 1-2 0,2 8 5 16,-2 1 1-16,0 2 1 0,1 0-4 0,0 2-4 15,1 2 3-15,2 2-5 0,-1 4 9 0,1 8-4 16,-1 5 2-16,2 5-3 0,0-2-1 0,2-4 5 16,1-3-8-16,2-4 7 0,0 2-2 0,2 2-6 15,-20 0 12-15,13-1-9 0,8-4 10 0,2-7-6 16,2-4-1-16,3-5-1 0,1 2 0 0,3 1 0 15,3 2 0-15,2 3 1 0,1 0 1 0,1 3 0 0,1-4 0 16,1-4-1-16,1-2-7 0,-19-2 4 0,21-2 2 16,-1-1 1-16,5 1 6 0,-1 4-7 0,0-2 1 15,-2-1-2-15,0-1 0 0,-2-6 2 0,0-3 0 16,1-4 2-16,2-3 4 0,2-3-1 0,1-1-5 16,1-4 2-16,2-1-3 0,5 1 1 0,0-5 3 0,3 0 0 15,0-1 7-15,-1-2-9 0,0-2 8 0,-3-2-7 16,1-2 24-16,-2-1-17 0,1-3 2 0,0 15-8 15,0-9-8-15,2-4 4 0,3-4-3 0,1-4 4 16,-1-2-3-16,3-4-1 0,-4-1 2 0,-1-3-2 16,1 13 2-16,-4-22 5 0,0-2-6 0,-1-5 6 15,-1 1-4-15,0-4 3 0,-1-5 1 0,2 1 1 0,-2-7 5 16,-3-1 4-16,-1 1 0 0,-2 2 0 0,1 0 0 16,1 2 3-16,-4 1 0 0,1-2 0 0,-3 0-2 15,-2-4 12-15,1-1-3 0,-5-4 5 0,2-2-8 0,-3 0-7 16,1-1 2-16,-1 5-4 0,0-2-1 0,-2 3-3 15,0-2 2-15,-3-7-2 0,-1 1-2 0,-3-7 5 16,-3 2-3-16,1 1 4 0,-2-1 2 0,0 2-7 16,19-2 5-16,-14-1-5 0,-7-4 11 0,-4-3-6 15,-2-1 4-15,-2 3-5 0,-2 4-5 0,-1 4 5 16,1 4-5-16,-4 2 7 0,0-1-2 0,-2 2-6 16,-2 0 7-16,16 3-6 0,-25 2 9 0,-4 2-7 15,2 6-2-15,-3 4 0 0,-1 3-8 0,-4 2-8 16,-3 1 2-16,0 3-5 0,-1 3-7 0,2-2-37 15,0 6 4-15,-2 2-15 0,1 4-12 0,2 2-68 0,1 3-37 16,1 6-40-16,0-16-413 0</inkml:trace>
  <inkml:trace contextRef="#ctx0" brushRef="#br0" timeOffset="187122.19">5835 16723 256 0,'0'0'37'0,"0"0"-5"0,0 0 39 0,0 0 6 0,0 0-11 16,0 0-5-16,0 0-9 0,-1 0-1 0,1-1 0 15,-1 0-10-15,-1 0 5 0,2-1 3 0,-1 1-1 16,0 0-1-16,0 0-7 0,0 0-1 0,0 0-1 15,-1-2 1-15,1 1-1 0,0 0-3 0,1 0 0 16,-1-1-8-16,0-1 3 0,-1 2 3 0,1 0-2 0,1 0 0 16,0 1-11-16,-1-1 4 0,-1 0-4 0,-1 0 6 15,-2-1-10-15,-3-1 4 0,1 1-5 0,0 0 8 16,-1 1 3-16,0 1-8 0,2 1 5 0,-1 0-7 16,0 0-4-16,0 0 9 0,0 1-6 0,1 0 5 0,-1 2-10 15,0 0 1-15,-1 2-1 0,1 0 9 0,-3 0-14 16,4 0 4-16,-1 1-6 0,4 3 1 0,-2 2 0 15,3 1-2-15,0 0 1 0,0-1-3 0,0 3 9 16,-2-1-4-16,3 0 4 0,-1 0-13 0,1 0 9 16,-8-1-5-16,2 1 5 0,3 0-8 0,0 1 2 15,2-2 1-15,-1 2 0 0,3 0 0 0,0 0 0 16,0 4 1-16,1-3 1 0,1-2 4 0,-1 2-7 16,0-3 4-16,0 0-4 0,2 1 1 0,-1-1 0 0,-1 3-3 15,0-4 2-15,0 1 9 0,-1-4-3 0,0 2 0 16,0-2-1-16,0 1 2 0,0 2 0 0,0-2-2 15,0 2 1-15,-1 0-3 0,0-2 1 0,-1 0 3 16,-2 1-1-16,1-3 8 0,-2 1-8 0,0 0 3 0,-1 1-4 16,0 0 6-16,5-1 2 0,-9 0-1 0,-1 2 1 15,1-2 0-15,-3 1 0 0,1 0 0 0,-1-1-1 16,1 0-5-16,3-1 2 0,-2 0 0 0,2-1 1 16,-2-1-3-16,3 1-6 0,-3-3 0 0,2 2-2 15,1-2-2-15,-1 0 8 0,4 0-2 0,-2 1 3 16,1-2-8-16,0 2-2 0,0-2 0 0,2-1-1 0,0 2-9 15,0-1 3-15,2-1-11 0,-2 2 7 0,2-1-17 16,0 0-8-16,-1-1-3 0,1 1-5 0,0-1-43 16,0 0-24-16,1 0-7 0,0 0-8 0,0-1-37 15,1 0-56-15,0-1-24 0</inkml:trace>
  <inkml:trace contextRef="#ctx0" brushRef="#br0" timeOffset="187522">5373 16985 520 0,'-1'0'126'0,"-1"2"-121"0,1-1 141 0,-1 0-61 15,-5 1-22-15,0 1-6 0,1-1-7 0,1-1-2 16,2 0-26-16,-1 1-11 0,-2 0 0 0,5-2-3 16,-2 1 0-16,0 0-9 0,1 0 1 0,1 1-5 15,0-1 1-15,-1 0 8 0,2 0-3 0,0 0 6 16,0 0 4-16,2 1 4 0,-1-1 4 0,1 0-2 16,0 0 5-16,5 0 13 0,4-1-2 0,0 0 4 0,0 0-11 15,1 0 11-15,1-1-5 0,1 0 8 0,0-1-4 16,-1-1-14-16,3 0-2 0,0 0-5 0,2 0-10 15,-2 1 1-15,2-1 2 0,-2 2-1 0,-1 1-1 0,2-1-1 16,-3 0-2-16,0 1 0 0,4 0-3 0,-5 0 4 16,3 0-4-16,-3 1 3 0,-2-1-2 0,0 1-5 15,-1-1-3-15,-2 0-4 0,-1 0-14 0,-1 0-6 16,0 0-2-16,1 0-4 0,1 1-23 0,-2-1-121 16,0 0 8-16,-2 0-51 0,1 0-32 0</inkml:trace>
  <inkml:trace contextRef="#ctx0" brushRef="#br0" timeOffset="188042.34">5962 17249 551 0,'0'0'104'0,"0"0"-109"0,-1 0 113 0,0 0-53 16,-1 0-16-16,1 0-10 0,0-1-4 0,0-1-3 15,0 1-8-15,1 0 1 0,0 0 6 0,0-1-5 0,0-1-11 16,0 0 3-16,0-3-8 0,0-1 5 0,1 0-8 16,0 1 11-16,0-1-3 0,0 1 6 0,1 1-11 0,-1-1 28 15,-1 4 4-15,0 1 9 0,0-2 20 0,1 1 3 16,0 0-6-16,-1-1 4 0,0 1-15 0,0 0-10 15,0 0 2-15,0 1-6 0,0 0-4 0,0 0-6 16,0 0-2-16,0 0 0 0,0-1-11 0,0 1-3 16,-1 0-2-16,0 1 1 0,0 0 0 0,-1 0-1 15,1 1-1-15,0 0 1 0,0 2-2 0,0 3-5 16,-2 5 2-16,1 4-2 0,0-1 8 0,-1 0-2 16,1 1-4-16,-2-1 1 0,1 0 3 0,-1-1-1 15,1 1 7-15,0-2-7 0,1 1 5 0,0-2-1 16,-1-2 2-16,1 2-1 0,0-3 13 0,-1 1-7 0,1-1-4 15,0 1 1-15,-1-2-1 0,1-1-9 0,1-2 9 16,0 0-10-16,-1-1 4 0,2 0-6 0,0-1-1 16,-1 2-1-16,1-3 2 0,0 1-1 0,0-1-1 0,0 3-1 15,0-2-16-15,0-1 5 0,0 2-3 0,0-1 5 16,0 2-2-16,0-1-3 0,0 1 0 0,0-1-1 16,0 0 1-16,0 0-47 0,0-1-5 0,0 1-18 15,0-2-51-15,0 0-45 0,1 1 6 0,1 1-21 16,-1-1-14-16</inkml:trace>
  <inkml:trace contextRef="#ctx0" brushRef="#br0" timeOffset="189089.82">5868 17118 550 0,'-1'0'72'15,"0"0"132"-15,-2 0-113 0,1 0-21 0,-1 0 6 0,1 0-13 16,0 0-8-16,-1 0-17 0,1 0 2 0,1 0-6 16,0 0-4-16,0 0-9 0,-2 0-2 0,1 0-3 15,-1 0-9-15,1 0 2 0,1 0-5 0,0 0 4 16,0 0-5-16,-1 0 5 0,1 0 1 0,0 0 1 16,0 0 4-16,0 0-1 0,0 0 0 0,-1 0 0 15,1 0 3-15,1 0-4 0,0 0 0 0,0 1-2 16,0 1-2-16,0-1 0 0,0-1 4 0,0 1-2 0,1 0 2 15,1 0-2-15,-1-1 2 0,0 0-1 0,1 2 5 16,1-2-5-16,5 1 4 0,0 0-4 0,-1-1 1 0,3 0 0 16,-2 0-8-16,2 0 6 0,1 0-1 0,-2 0-4 15,2-1 6-15,-1 0-7 0,1-1 2 0,-3 2 5 16,3-1-6-16,-1 0 5 0,0 0-12 0,-2 0 10 16,2-2 0-16,-3 2 3 0,-2 0-7 0,3 0 4 15,-4 1-7-15,2 0 6 0,-2 0-9 0,-2 0 8 16,0 0-5-16,1 0 6 0,0 0-10 0,-2 0 6 15,2 0 3-15,-1 0 1 0,0 0 3 0,1 0-8 16,-1 0 5-16,-1 0-5 0,0 0 5 0,1 0-1 16,-1 0-6-16,0 0 4 0,0 0-4 0,-1 1 2 0,0 0-1 15,0-1 1-15,0 0-9 0,-1 1 6 0,0-1 1 16,0 1 0-16,-2 1-1 0,1-1-4 0,-2-1 0 16,-5 1 0-16,0 0-1 0,-1 0-2 0,0 1 3 0,0-1-1 15,1 0 6-15,-1 0-2 0,1 0-3 0,0 0 2 16,-1 1 4-16,1-1 2 0,-1 0-3 0,2 0 0 15,0 0-9-15,-1 0 7 0,-2-1-1 0,0 0 3 16,1 0 1-16,0 0-1 0,2 0 0 0,0 0-1 16,0 0 4-16,-3-1-6 0,0 0 1 0,4 1-4 15,-2-1 7-15,2 1 1 0,1 0 1 0,0 0-2 16,3 0-3-16,-2-1 8 0,1 1-7 0,2 0 7 16,0 0-11-16,-2 0 8 0,2-1 0 0,0-1 2 0,-1 1-9 15,1 0 4-15,-1 1-5 0,1 0 5 0,1 0-3 16,0 0 0-16,0-1 3 0,1 0-1 0,0 0 1 0,0-1 4 15,0 1-4-15,1 0 4 0,0 0 0 0,1 0 2 16,4-2-2-16,5-1-1 0,-2 0-3 0,2 1 5 16,0-2 3-16,1 1-1 0,0 1-3 0,-1-1-4 15,-2 2 1-15,0 0-1 0,2-1 4 0,0 1 1 16,0-1-5-16,1 1 5 0,1 0-2 0,-1-1-1 16,0 1 1-16,0 0-2 0,0-1-2 0,1 1 6 15,-1 1-6-15,-1 0 5 0,-1-2-3 0,1 1-1 16,-2 0 7-16,2-1-6 0,-1 1 5 0,0 1-3 15,0-2 2-15,0 1-2 0,-1 1 10 0,-1 0-11 0,-3-1 8 16,2 1-7-16,-1 0 6 0,3-1-2 0,-3 1 0 16,-1-1-1-16,1 1-4 0,-4 1 6 0,5-2-4 15,-2 1 4-15,-3 0-9 0,1 1 9 0,-1 0-4 16,4-2 6-16,-1 1-6 0,-3 0 2 0,0 0-5 0,1 0 4 16,-1 1-2-16,0 0-1 0,1 0 2 0,-1 0-2 15,0 0-2-15,1 0 0 0,-2 0 0 0,1 0 0 16,-1 0 0-16,2 0-5 0,-1 0 5 0,0 0-5 15,0 0-9-15,-1 0-13 0,0 0-12 0,0 0 2 16,2 0-35-16,-1 0-242 0,1 0-13 0</inkml:trace>
  <inkml:trace contextRef="#ctx0" brushRef="#br0" timeOffset="190891.38">5947 16187 615 0,'-2'0'0'0,"1"0"45"0,-1 0 24 0,-2 0 37 16,-5 1 13-16,0 0-30 0,2-1-13 0,0 0-36 16,-2 0-6-16,2 0-4 0,0 0-16 0,-1 0 1 15,2 0 0-15,-2 1-1 0,2-1 2 0,0 0-7 16,-1 2 6-16,-1-2-5 0,-2 1 22 0,0-1-9 16,-1 0 6-16,2 0-8 0,-2 1 12 0,1-1-4 15,-2 1-1-15,0-1-2 0,-2 0-9 0,-1 0-6 16,1 0 1-16,-1 0-3 0,0 1-5 0,2 1 3 0,0-1-7 15,-1 0 6-15,1 1-3 0,-2 1-4 0,2-1 6 16,0 1-6-16,-1 2 3 0,1 0-2 0,0 0 0 16,1 0 0-16,1 1 7 0,-1 1-6 0,1 0 1 15,0-3-2-15,-1 8 1 0,0 1 1 0,0 1-1 0,2 1 1 16,-1 2 2-16,0 1-5 0,-1 0 1 0,2 3-2 16,1 0 7-16,-2-1-5 0,3 1 4 0,-1-1-5 15,0-2 6-15,3 2-5 0,-2-2 1 0,0-2-1 16,2 2 0-16,-1-4 1 0,2 1-5 0,2-2 2 15,-3 2-3-15,2 1 4 0,3 0 1 0,0 2 0 16,0-1-1-16,0 2 0 0,-2 1 1 0,-8 0 0 16,2 1 2-16,3 1-1 0,3 0-1 0,2 1 0 0,1 1 0 15,1 1-3-15,-1-1 1 0,2 2-3 0,1 1 5 16,-1-3-1-16,1-2 4 0,1-1-3 0,-2-1 2 0,2-1-1 16,1 1-1-16,-1-5 0 0,2 2 2 0,-1-3-2 15,1 1 1-15,1 1 0 0,-1-4 6 0,2 5-3 16,0-3 2-16,0 0-3 0,3 1 7 0,0 1-8 15,-9 0 0-15,10 2-2 0,2 1-4 0,-1-2 5 16,1 2-1-16,-1-1 3 0,0 1-3 0,1 1 1 16,0-3 3-16,4 2-3 0,-3-1-2 0,1-1 1 15,0-1 1-15,-2-6 2 0,5 4 3 0,-3-3-2 16,2-2 2-16,-1 0-1 0,0-5-2 0,-1 1 12 0,2 2-8 16,-3-1 9-16,4-1-9 0,1-1 6 0,-1-3 0 15,1 4 2-15,0-4-5 0,-3 11 2 0,2-4-5 16,0-3 3-16,-3-3-2 0,3 1-6 0,-1-3 7 15,1-3-6-15,2-1 2 0,-1-1-3 0,0-1-2 16,-1-1 0-16,0-2-3 0,2-3 4 0,1-1-2 0,2 12 2 16,-3-17-8-16,-1-2 8 0,0 1-2 0,-1-1 3 15,-4 3-2-15,2-1-2 0,-4-2 3 0,0 1-2 16,3-2 3-16,-6 0 8 0,4 0-6 0,-3-2 7 16,-1 0 1-16,0-2 9 0,-2-2 5 0,0-1-1 15,-2-3-5-15,-2 0-4 0,-2-2 0 0,16-4 0 16,-10 5 5-16,-6 0-8 0,-2-1-1 0,-1 3-1 0,-4-2 3 15,-2 4-1-15,-2 0 3 0,-2 1-3 16,-3-1 1-16,13 0-4 0,-18 0 1 0,-5 1-1 0,2 2 2 16,-5-4-3-16,3 2-1 0,-3 1 1 0,-3 2 1 0,2 3-10 15,-3-1 2-15,0 4-5 0,-1-1-7 0,-3 0-28 16,-2 5-13-16,-3-1-11 0,-3 2-116 0,-7 1-202 16,1 2-57-16</inkml:trace>
  <inkml:trace contextRef="#ctx0" brushRef="#br0" timeOffset="205874.36">6609 16105 388 0,'0'0'0'0,"0"0"22"15,0 0 214-15,0 0-73 0,0 0 2 0,0-2-122 16,0 1-15-16,0 0-21 0,0 0 1 0,0 0 3 16,0 0 3-16,0-2-9 0,0-3 0 0,0-1-1 15,0-3 15-15,0 3-20 0,0 2 9 0,0 0-11 0,0 2 15 16,0 0 10-16,0-1-4 0,-1-1 6 0,-1 1 0 16,0 0 11-16,1 1-5 0,1 2 7 0,-4-4-15 0,-4 4 6 15,0-1-1-15,2 1 1 0,-1-5-14 0,0 1 7 16,0 2 1-16,-3-2 3 0,2 3-5 0,-1-1 1 15,-1 2-5-15,1 0 5 0,1 0-3 0,-2 1-4 16,2 0 1-16,-1 0-3 0,-2 0-7 0,2 1 12 16,-1 0-10-16,1 1 11 0,1 1-7 0,-2 0-4 15,1 2 7-15,-1 0-7 0,-1 1 2 0,-1 1 3 16,-1 0 0-16,1 1 1 0,0-6 1 0,-2 10-6 16,0 0-6-16,0 1 2 0,1 2 6 0,1 0-14 15,-1 1 12-15,2 0-12 0,-5 1 8 0,1 1 0 0,0 2-4 16,0 0 3-16,-1 3 1 0,1-1 1 0,2 0-3 15,0 2 2-15,0-2-1 0,3 1 0 0,-1-1 4 16,3 0-4-16,2-1-2 0,1 3 13 0,2-1-1 16,1-1 7-16,0 1-1 0,-11-2 0 0,6-2-6 0,2 1 5 15,4-2 1-15,1-1-3 0,3 0 3 0,1 1-4 16,3-1-1-16,4 2-2 0,1 0 1 0,-6-2-1 16,12 2 7-16,4-1-10 0,2 1 6 0,-3-1-8 15,-1 1 3-15,5 0 3 0,-5-1-2 0,5-1 2 16,-1 1-12-16,-1 0 7 0,-2-3-2 0,-1 0 4 15,0-1 2-15,0 0 0 0,2 1-2 0,1-4 1 0,0 1 2 16,1-4-5-16,-2-1 4 0,0-2-5 0,2 0-2 16,-2 1 0-16,2-3-4 0,-3-2 2 0,0 1-7 15,-3 9 9-15,-2-5-6 0,-1-3 5 0,0-3-7 16,2-5 3-16,-1-2 0 0,0-3 0 0,0 1 0 16,-3-18-1-16,2-5 2 0,-3-1-1 0,0-1 4 0,-1-2-6 15,-2-1 2-15,-2-2-4 0,1 2 4 0,-3-2 1 16,-1-1-1-16,-2-1 0 0,17-4 0 0,-11 0 1 15,-7 0-2-15,-2 2 1 0,-2 2 0 0,-4 5 0 16,-3 3-1-16,-2 3-3 0,-2 1-1 0,10 4-7 16,-22 2 3-16,-6 2-7 0,-1 3-9 0,-6 3-33 15,-3 2 2-15,-2 4-15 0,-4 4-33 0,-1-15-126 16,1 16-45-16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7:32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 48 664 0 0,'0'0'498'0'0,"-22"-11"2181"0"0,10 4-2542 0 0,0 0-1 0 0,-1 1 1 0 0,0 0 0 0 0,-15-4 0 0 0,25 10-349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15:50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10289 6205 118 0,'0'0'0'0,"-1"0"73"15,0-2 11-15,-1 1 24 0,-2 1 3 0,-5-1-62 16,-1 0-6-16,2 1-27 0,0 0 6 0,-2 2-10 15,1 2 7-15,-3 0 10 0,-2 3-2 0,1 1 2 16,1-1-20-16,0 1 5 0,1-1-5 0,-1 1 7 16,0-7 15-16,2 9-16 0,-1 0 13 0,-1 1-14 15,1-1 9-15,-1 2-9 0,-2 0-2 0,6 1 0 16,-5 2 0-16,2 3-4 0,2-1 0 0,-3 2-1 0,3 0-7 16,-1 1 10-16,2-1-8 0,0 1 8 0,2 2-12 0,0 3 3 15,2-2 1-15,3 4 2 0,-1-4 2 0,1 1-4 16,-15 4-2-16,9-5 0 0,3 2-3 0,1-2 2 15,3 0-1-15,1 0 2 0,2-1 3 0,2 2-2 16,-1-3-1-16,3 2 0 0,0-1-2 0,3 1-1 16,0 2 3-16,2 1-3 0,1 1-3 0,0-1-2 15,-12 1 4-15,14 0-2 0,-3-4 6 0,7 2 7 16,-6-5-1-16,3 1 2 0,2-3-7 0,2 0 2 16,0-3-3-16,2-3 4 0,2 1 3 0,-4-5-2 0,3 2 0 15,-3-4-1-15,2 1-4 0,-1-2 0 0,0-3 0 16,1 0 0-16,-1-1 0 0,2 1 1 0,-1 11 1 15,2-5 1-15,-1-3 3 0,-1-4-6 0,4-1 2 16,-7-1-2-16,2-4 6 0,0-1 2 0,-2 0-1 0,2-2 1 16,-3-1 1-16,-1 8-2 0,-2-17 3 0,-2-5-1 15,1-1 9-15,-1-4-11 0,-1-3 0 0,-1-2-4 16,0-1-3-16,-2 0 4 0,0 0-3 0,-1 1 4 16,-1 2 4-16,-1 0-6 0,0-1 4 0,-3-2-4 15,1 0 3-15,-3-4 9 0,16 1 3 0,-8-3 1 16,-6-4 3-16,-3 2 0 0,-1-2 1 0,0 3 1 15,-3 1 7-15,1 4-8 0,-2 0-2 0,-1 5-1 0,0 0 0 16,-1 4 4-16,-1 0 1 0,-3 2 0 0,-1-1-14 16,10 4 7-16,-20 0-7 0,2 2 7 0,-3 1-8 15,-2 2-2-15,2 3-2 0,-1 1-1 0,-2 0-5 0,-1 4-7 16,-1 2 0-16,-2 3-3 0,2-11-14 0,1 8 3 16,2 6-4-16,1 4 2 0,1 6-14 0,2 2-15 15,0-6-12-15,2 14-3 0,1 6-57 0,6 2-13 16,-1 1-5-16,4 1-4 0,3-3-17 0</inkml:trace>
  <inkml:trace contextRef="#ctx0" brushRef="#br0" timeOffset="832.29">13143 6010 1142 0,'-1'-1'2'0,"0"-1"-2"0,-1-10 4 16,-14-2 4-16,2 4-3 0,1 0-4 0,2 2-2 16,1 1-11-16,0 0 5 0,1 2-17 0,-4 0 4 15,2 2-5-15,-2 0 3 0,-4 1-4 0,1-8 12 16,-4 1 11-16,1 6-3 0,-3 0 14 0,0 3-4 15,0 0 4-15,0 3-2 0,2-1 12 0,0 0 5 0,-1 2-6 16,-1 0 7-16,0 0 3 0,0 1-5 0,-3 1 1 16,3 1-4-16,-4 1-4 0,1 2 0 0,-1 0-3 15,2 2 1-15,-2-11-11 0,0 18 5 0,5 1-6 16,1 6 4-16,2-2-4 0,3 2 0 0,2 1-1 0,0 2-3 16,5-1-9-16,1 1 6 0,0-1 0 0,1-1 2 15,1-1-3-15,0 0 4 0,2 1 1 0,-1-1 1 16,2 2 7-16,1 2-6 0,-15 0 0 0,7 2-5 15,5 1 3-15,3-1-1 0,1 1 6 0,1 1-4 16,3-1-3-16,1 0 1 0,1-2 0 0,2-1 2 16,1-4 5-16,1-1-3 0,1 0-7 0,2 0 4 15,0-2 3-15,-7 1-7 0,16-1 4 0,2 0-8 16,1-1-1-16,2-1 8 0,-1-1 9 0,1-1-4 0,0-2 8 16,-3-2-7-16,2 1-3 0,0-3 0 0,-1-1 6 15,1-1-3-15,1-2-3 0,1-3 0 0,4-1 0 0,-2-2-5 16,3 14 9-16,-1-8-9 0,0-4 6 0,2-4 4 15,-1-2-4-15,-3-4 5 0,1-2 5 0,-4-1 2 16,-2-3 2-16,0-1-1 0,-2 11 2 0,-1-18 3 16,1-2-6-16,-2-2 6 0,0 0-4 0,-1-3-2 15,1-1 4-15,1 3-5 0,3-3 3 0,-1 0-15 16,0-3 4-16,-5 2-4 0,1-3 7 0,-2-2-5 16,-2 1-1-16,-2-4 0 0,-2-1 9 0,-1-1-5 15,-2 3 3-15,-2-1-3 0,0 2 6 0,-1 3 4 0,-2-3 7 16,-2-1-3-16,-1 2-1 0,16-1-3 0,-10 0-2 15,-5-1 1-15,-4-1 1 0,-3 0-2 0,-1 2-5 16,-3 1 3-16,-2 4-5 0,-2-1 13 0,-1 3 0 16,12 5 3-16,-20 1-6 0,-1 4-3 0,-1 2-4 15,2 5 0-15,0-1-8 0,-2 3-16 0,1 2 2 0,-1 2-11 16,1 2-31-16,0-11-63 0,1 6-11 0,2 3-25 16,1 3-114-16</inkml:trace>
  <inkml:trace contextRef="#ctx0" brushRef="#br0" timeOffset="1699.11">14644 2433 568 0,'-1'-1'-11'0,"-1"1"-9"0,-12-8-30 15,-2 0-3-15,-1 3 0 0,-1 1 0 0,-4 4 9 16,1 2 31-16,-3 1-5 0,-2 2 15 0,-1 0-2 15,-2-1 30-15,2 0 4 0,3-2 11 0,-2 0 30 16,0 0-3-16,-1-2 1 0,0 0-2 0,-1 0 0 0,-1 0-4 16,-1 1-5-16,-3 1-1 0,-2 2-17 0,-3 2-6 15,0 1 6-15,3 1-7 0,-3 1-2 0,3 3-15 16,3 0 0-16,2 3-4 0,2-10 3 0,3 16-6 16,-1 2-3-16,3 0-1 0,-2 3-4 0,3 2-3 15,-1-1-4-15,-2 2 0 0,6 2 1 0,-5 2-1 16,4 2-1-16,-1 3-1 0,1 2 1 0,5 1-1 15,-2 0 8-15,7-1-6 0,0-1 12 0,1-3 1 16,3 0 4-16,2-8-3 0,-11 2 6 0,8-3-10 16,7 0 5-16,2 2-7 0,4-1-3 0,4 1 9 0,0 2-7 15,7 2 10-15,-14-1-2 0,23 3 4 0,2-1 3 16,0 0-3-16,1 0-10 0,1-4 5 0,1-2-5 16,3-5 6-16,0 1-11 0,2-3 3 0,4-1 6 15,6-1-1-15,3-2 4 0,0 0 0 0,0-4-7 0,-3-1 8 16,0-3 2-16,-4-3-5 0,3-1 3 0,0-4-5 15,-1 18 2-15,6-11-7 0,-1-8 2 0,1-5-2 16,4-3 15-16,-6-3-6 0,-2-2 4 0,-3-1-5 16,-3 0 0-16,-3-1-8 0,-1-2 7 0,-1 14-6 15,0-17 9-15,1-5 7 0,-2-2-10 0,-1-1 10 16,-2-3-5-16,-2-2 3 0,-3 0-1 0,-4-2 0 16,-2-1-3-16,-3 2-3 0,-1 0 6 0,-3-1-6 0,-1 4 0 15,-3-2-5-15,-2 1 0 0,-2-1 1 0,-1-2 1 16,-3-5 1-16,18-1-1 0,-12-4 1 0,-7 3 7 0,-4 0 3 15,-4 3-1-15,-5 3 2 0,-2 3-6 0,12 4-2 16,-21 2 5-16,-6 3-5 0,0 2-9 0,-12 3-16 16,-1 3-8-16,-3 3 0 0,-3 2-31 0,4 3 5 15,0 3-25-15,-1-14 9 0,1 14-86 0,-7 7-71 16,-3 9-72-16</inkml:trace>
  <inkml:trace contextRef="#ctx0" brushRef="#br0" timeOffset="3150.51">15466 4823 308 0,'0'0'14'0,"-1"-1"5"0,-1-1 37 15,1 1-22-15,1 0 21 0,-3-7-31 0,-2-2-15 16,0 0 3-16,2-1-6 0,-1 2 8 0,0-3-12 15,0 2 2-15,1-1-2 0,-2 0 21 0,-1 1-11 16,-1-2-1-16,-1 0-3 0,5 1 2 0,-6-2 3 16,-3-2 5-16,2 3-1 0,-2-4 18 0,1 2 6 0,1-1 3 15,-1 0 0-15,-1 0 10 0,1 0-19 0,-2 3-2 16,0 2-8-16,-1-1-18 0,-1 3 6 0,1-1-2 16,-1-1 2-16,1 2-8 0,-1 1-3 0,-1 1 1 15,0 1-2-15,-3 2-4 0,0-1-1 0,-1 1 3 0,-3 2-2 16,-2-2-7-16,-2-12 10 0,-2 7-6 0,0 5 7 15,2 3-2-15,3 3 5 0,-1 0-5 0,4 1 5 16,1 0-4-16,1 2 0 0,1 1 2 0,1 3-1 16,0-1 0-16,3-8-1 0,0 15 1 0,0-2 0 15,1 0 7-15,1 5-4 0,2 2 2 0,-1 2-4 16,2 4 0-16,-2-1 0 0,0 0-2 0,2-3 0 0,-2 2-8 16,2-2 8-16,2 1-3 0,-1 1 4 0,1-1-4 15,3 0 5-15,-1 1 1 0,4-1 0 0,0-1-6 16,-13 2-2-16,6-1 0 0,3 2 1 0,3 0 3 15,2 0-3-15,1 1-2 0,4 0 1 0,2 0 1 0,1-1 2 16,1-1-4-16,0-5 1 0,1 0-2 0,1-3 0 16,-10 0 2-16,15-2-5 0,2 2-11 0,-2-4 12 15,3 1-4-15,1 0 6 0,0-2-7 0,0-1 1 16,1 1 3-16,2-3-1 0,1 0 3 0,2-2 11 16,-1-1-7-16,1-2 8 0,-1-1-5 0,0-2 1 15,-1 0 12-15,2 13-7 0,0-6 11 0,-2-5-1 16,0-3-5-16,-3-1 4 0,-1-2 1 0,1-2-7 15,-1 0 0-15,1-2-2 0,1-1 2 0,-4 1 3 0,2-1 3 16,-2-1-1-16,1-2 7 0,-2 1-1 0,0 5 0 16,-1-12-1-16,1 0 0 0,-3-2 2 0,2-1-4 15,-5-5 2-15,-3-1-12 0,0-1 9 0,-3-2-3 16,1 0 4-16,-2-2-5 0,-3-2 12 0,2 0-1 0,14 1 5 16,-10 0-11-16,-5 1 4 0,-2 0-6 0,0 2 5 15,-1 1-10-15,-3 3-4 0,-1 2-4 0,-2 1 1 16,-1 2-7-16,-1 2-13 0,-2-2-1 0,9 0-7 15,-16 1-30-15,0 1-60 0,-1 5-20 0,-2 7-22 16,-2 3-159-16</inkml:trace>
  <inkml:trace contextRef="#ctx0" brushRef="#br0" timeOffset="11641.42">17371 7024 2 0,'1'-1'0'0,"5"-7"3"0,-1-12 52 15,7-4-6-15,1 1 1 0,-2-2-14 0,1-2-17 0,-2 0-8 16,1-5 2-16,1-3-4 0,-2-5-2 16,-2-5-9-16,1-3 1 0,-3 0-3 0,-3 2 7 0,-1 4-2 15,16 2 4-15,-10 3-4 0,-4 2-1 0,-4 2 8 16,0 0-4-16,-4 0 8 0,-3 1 1 0,-2 1 7 16,-3-3-2-16,-4-1 3 0,13 4-1 0,-21 0-2 15,-2 3 5-15,0 4-4 0,-4 1-3 0,1 5 2 16,-4 3-8-16,5 4 4 0,-3 5-24 0,2 3-9 15,1-12-11-15,-2 8-4 0,1 5-88 0</inkml:trace>
  <inkml:trace contextRef="#ctx0" brushRef="#br0" timeOffset="12942.48">20438 4630 27 0,'0'0'19'0,"0"0"-3"0,0 0-1 0,0 0-3 16,0 0-9-16,0 0-29 0</inkml:trace>
  <inkml:trace contextRef="#ctx0" brushRef="#br0" timeOffset="16496.14">27035 2831 353 0,'-2'-1'0'0,"1"-1"8"15,0 1 90-15,-1 0-24 0,-4-2 8 0,1 0-45 16,-1 0-12-16,1 0-22 0,0 1 2 0,0 1-2 0,-2-2 9 16,1 2-9-16,0 0-1 0,0 0 0 0,-1 0 15 15,0 0 7-15,0-1 5 0,-1 1-2 0,0 1-3 16,-1 0 4-16,2 0 0 0,-1 0 3 0,0 0 8 16,1 0-3-16,0 0-2 0,-4 1 0 0,3 2-8 15,-1 1-9-15,-1 2-1 0,1 4-1 0,-2 12 2 0,2 7-7 16,-2 3-1-16,3 5-2 0,-3 3 0 0,1 3-4 15,-2-1 3-15,1 4-4 0,-3-2-4 0,1 1 3 16,-2 3-1-16,-1 2 3 0,3 6-3 0,-1 1 3 16,3 0-3-16,-2 0 4 0,2-3 0 0,-6-5-2 15,2-1 3-15,-1-4-2 0,-1-2 1 0,5 1 2 16,-1-2-1-16,0-2 3 0,1-4-1 0,3-4 2 16,1-4-6-16,2-6 5 0,1-1-9 0,-2-5 1 0,1 0 1 15,0-5-1-15,0-2-6 0,2-4-11 0,-1 1-9 16,-1-4-1-16,0 3-55 0,-1 0-149 0,0-3-19 15</inkml:trace>
  <inkml:trace contextRef="#ctx0" brushRef="#br0" timeOffset="17162.31">26732 2571 666 0,'0'-1'305'0,"0"0"-461"16,0-3 372-16,5-7-222 0,-1 6 4 0,5 2 1 16,11-9 1-16,2 5 0 0,1 5 0 0,0 2-5 15,3 5 9-15,-1 2-6 0,2 3-2 0,0 3 0 16,-1 0-8-16,1-12 7 0,-3 17 1 0,0-1 4 15,-5 0 0-15,-4 2 3 0,-3-1-1 0,-3-1 12 16,2 2-3-16,-6 0 6 0,0 1-3 0,-2 0 7 16,8 0-4-16,-3 0 5 0,-7 1 2 0,-5-1-8 0,-4 0 7 15,-4 0-8-15,5 0 8 0,-15-2-12 0,-1 0 7 16,-5-3-7-16,4 0 6 0,-2-3-5 0,0-4-7 16,5 2 3-16,1-1-7 0,3-2 4 0,2 0 0 15,1-3 0-15,2 4-4 0,1-3-2 0,3 1-1 16,1-3-2-16,1-1-5 0,3-1 2 0,-1 2-2 0,2-2 2 15,0 0 5-15,0-1-6 0,0 1 1 0,0 0-3 16,0 0 2-16,1 1 8 0,1-2 2 0,0 0 2 16,1 0 8-16,1 0-5 0,1 0-4 0,12-3 2 15,2 1-2-15,1 2 10 0,3 1-3 0,0 4 3 16,4 2-13-16,-2 1 3 0,4 1 0 0,3 2 3 16,-2 0 5-16,4 3-9 0,-4-1 2 0,-2 0-4 0,-2-2 0 15,-3 0 1-15,-1 0 0 0,-4-2 0 0,-4-1-6 16,-7-3 3-16,0-4 1 0,-1 7 1 0,-3-2 12 15,0 0-1-15,3 0 0 0,-2-1 1 0,-1-2 1 0,-1 2-4 16,0-2 2-16,-2 2-4 0,-2 0-1 0,-13-2 3 16,-2 2-5-16,-7-3 2 0,3 2-8 0,-2-1 4 15,-5-1 0-15,3 0 2 0,0-1-2 0,0 0-3 16,2 0 4-16,2 14-4 0,-2-7 0 0,3-3 3 16,-2-2-5-16,4-1 5 0,-2 0-3 0,3-1 0 15,2 0 4-15,1-1-2 0,2 0 4 0,2 0-8 16,4-1 2-16,2 0-5 0,4 1 6 0,1 0-18 15,-2 0 3-15,1-2-10 0,0 1-10 0,0 0-11 0,1-1-7 16,1 1-1-16,1-9-42 0,3 1-294 0</inkml:trace>
  <inkml:trace contextRef="#ctx0" brushRef="#br0" timeOffset="17578.97">27713 2800 210 0,'0'0'0'0,"-1"0"0"0,0 0 1 16,0 0 1-16,-2 1 0 0,1-1-9 0,-4 3 45 16,-1-1 4-16,1 0 17 0,1 1 22 0,2-2-9 15,-3 1-6-15,4-1 0 0,-1 1-21 0,1-1-9 16,1 0 9-16,-1 0-7 0,1 0 21 0,0 1 2 16,1-1-8-16,0 0 6 0,1 0-10 0,2 0-12 15,7 2 3-15,8-2-8 0,3 0-5 0,0-1-6 0,0 0-3 16,1 0-1-16,-1 0-17 0,-2 1 1 0,-1 0-1 15,1 0 1-15,-1 1 4 0,-3-1-2 0,0 0-2 16,-4 0-1-16,0 0-4 0,-2-1-2 0,3 2 0 16,-6-2 0-16,-2 0-1 0,-1 0-11 0,-1 0 3 0,0 0-8 15,1 0-13-15,-1 0-44 0,-1-2-56 0,0 1 9 16,-1 0-126-16,0 0 53 0</inkml:trace>
  <inkml:trace contextRef="#ctx0" brushRef="#br0" timeOffset="17812.96">27439 3102 745 0,'0'-1'157'0,"0"0"55"0,0 0-98 15,0-1-115-15,0-1 8 0,1 1-2 0,2-1-4 16,19-6 5-16,3 7-5 0,4 2 12 0,-1 4-10 15,2 2 3-15,0 1-5 0,2 0-3 0,0 2-5 16,-5-2 1-16,0 1-3 0,-2-1-15 0,-4-2-5 16,-1-2-11-16,0 0 5 0,-3-1-19 0,2-2-13 0,-1-1-1 15,-1-3-8-15,1-3-36 0</inkml:trace>
  <inkml:trace contextRef="#ctx0" brushRef="#br0" timeOffset="18279.63">28551 2605 1583 0,'0'-1'11'0,"-1"-2"-1"16,-2-14 7-16,0-1-1 0,3 5-3 0,2 0-11 15,0 4-16-15,1 2 0 0,1 0-5 0,0 2 7 16,3-1 3-16,2 0-4 0,-1 0 2 0,-1 2-17 0,-2-4 13 16,-1-2 3-16,0 1 4 0,1-3 7 0,-3 1 1 15,4 1 3-15,-2-4 0 0,5 1 11 0,-3 1 4 16,-2 1-7-16,-3 3 6 0,0 0-2 0,0 1-1 16,0 0 3-16,0 2-4 0,-1 2-5 0,0 1-12 15,0 0-3-15,0 0-3 0,0 1 7 0,0-1-3 16,-1 2 6-16,-1 3-6 0,-4 17 5 0,-9 14-3 15,1 0 1-15,-4 2-2 0,-1 3-1 0,4-2 5 16,-2-1-3-16,7-5 4 0,0-4 2 0,5-4-2 0,-8-2 4 16,4-2-3-16,5 0 2 0,0-1-5 0,1-1 2 15,1 1-4-15,2-3 3 0,0-1 1 0,3 0 0 16,-1-3 3-16,0 0 6 0,1-4-11 0,0 0 6 16,1-1-7-16,-1-2 6 0,2-1-3 0,2-1-2 0,0 4-1 15,5 1 3-15,-3-5-2 0,3-1-5 0,3-2 1 16,-2-3-10-16,4-5-15 0,-2 0 5 0,-1 3-10 15,0-13-8-15,2-1-55 0,-3-2-45 0,-1-3-5 16,3-1-153-16</inkml:trace>
  <inkml:trace contextRef="#ctx0" brushRef="#br0" timeOffset="18513.86">28882 1997 1273 0,'0'-1'17'0,"0"0"-4"16,-1 0 19-16,0-1-5 0,-1 1-22 0,2 0-12 16,0 0-5-16,0 1 1 0,2 1 7 0,-1 0-12 15,1 2 11-15,2 6-12 0,4 5 6 0,-1-5-1 16,-2 3-2-16,-1-2 4 0,2-1-1 0,-1 4-9 16,-2-2 5-16,1 0-5 0,-3 0 5 0,0-2 6 15,2 1-7-15,0 0 8 0,-2 0-8 0,2 0-7 16,-1 1 5-16,0 1-5 0,1 2 0 0,1 1-187 0,7 1 23 15,-3 3-72-15,-2 1 71 0</inkml:trace>
  <inkml:trace contextRef="#ctx0" brushRef="#br0" timeOffset="18882.31">29056 2678 115 0,'0'0'106'16,"0"0"-10"-16,0 0 67 0,1 0-7 0,0 0-15 15,0 0-40-15,1 0-15 0,-1 0-2 0,0 0-6 16,1 0-18-16,1 0-21 0,-1 0 4 0,-1-1-10 15,0 0 9-15,1-1-22 0,-1 1 7 0,0 0-11 16,0-1 4-16,-1-1 1 0,1-3-2 0,-1 1 0 0,0-1-13 16,0 1-1-16,-1 0-3 0,0 2 2 0,0 0-4 15,1 2 4-15,-12-7-1 0,-3 1 2 0,-2 3-5 16,-2 3-1-16,-1 2-3 0,2 4 2 0,-1 2 7 16,0 3-6-16,3 0 6 0,-2-4-5 0,3 13 6 0,2 1-9 15,0 1 3-15,2 0-4 0,3 0 3 0,3 1-1 16,1-2 1-16,1-3 0 0,-9 2 6 0,7-3 2 15,2 0-4-15,3-1 2 0,3-1-5 0,1-1 7 16,2-1-1-16,2 0 3 0,1-2-2 0,9-2 1 16,2 1-2-16,2-4 1 0,2 0-7 0,3-2 4 15,-1 0-1-15,0-2 4 0,-2 13-7 0,-3-7-4 16,-1-3-1-16,-1-3-1 0,-3-1-2 0,-1-1-1 0,1-1-3 16,-6-2-1-16,3-1-9 0,-5 2 6 0,-1-2-1 15,-1 3 3-15,-3-10-3 0,-1 4-1 0,5-2-2 16,-1-1-1-16,-4 2-4 0,-1 1-60 0,-1 5-20 15,0 1-18-15,-1 0-107 0</inkml:trace>
  <inkml:trace contextRef="#ctx0" brushRef="#br0" timeOffset="19214.15">28323 3233 1001 0,'-1'-1'6'0,"0"0"5"0,0-1-2 0,0 1-15 15,-1 0-4-15,1 0-4 0,0 1 0 0,1 0-3 16,0 0 9-16,1 1-8 0,0 0 5 0,2 2-1 16,4-2 4-16,9 6-1 0,1 0 11 0,2 0 24 15,2-2-3-15,3 1 11 0,6-2 4 0,0 0 0 16,6-1 1-16,3 1 1 0,-1-2 4 0,5-1-12 15,-5 1 0-15,0 15-4 0,-1-9 7 0,-5-4-14 16,1-2 2-16,-1-2-9 0,0 0-10 0,0 0 0 16,-2 0-3-16,0-1 1 0,-2 0-5 0,-5 0-7 0,-3 0 3 15,0-2-6-15,-1 1-9 0,-5 0-7 0,0-1-4 16,-4 2 1-16,-3 0-13 0,-1 0-15 0,-4 1-28 16,0-2-3-16,1 1-159 0,-2 0 56 0</inkml:trace>
  <inkml:trace contextRef="#ctx0" brushRef="#br0" timeOffset="19670.03">28437 4071 610 0,'-1'-1'105'0,"0"0"252"0,0 0-366 0,0 1-17 16,0 0 7-16,-1 0-11 0,2 0 1 0,0 1 5 15,0 0-5-15,0 2 6 0,0-2 4 0,2 3-10 16,-1-1 15-16,0-1-11 0,0-1 29 0,0 0 13 16,-1-1-2-16,1 0 7 0,-1-1 14 0,2-6 5 15,1-12 0-15,-1 1 2 0,1-2 5 0,-2-2-7 16,1 5 1-16,0-2-4 0,-2 3-4 0,1 3-3 0,0 1-3 15,-1 6 0-15,0-1-13 0,0 3-9 0,0 1 5 16,0 1-6-16,0-1-1 0,0 1-12 0,0-1 2 16,0 2-5-16,0 0 5 0,-1 1 0 0,0 0-4 15,-1 1 5-15,-5 10 7 0,-6 14-3 0,3 2 3 0,-1 1-3 16,1-1 4-16,-1 5 2 0,3-4-5 0,1-1 5 16,0 2 0-16,2-5-1 0,0-1 3 0,2 0-4 15,0-2-6-15,2-1 5 0,0-1 0 0,1-3 4 16,1-1 0-16,2 0 2 0,-1-3 1 0,1-1 1 15,2-2-1-15,-1-2-3 0,-1-1-6 0,0-2 1 16,7-1-8-16,3-1-2 0,2 8-2 0,3-4-2 16,2-5-25-16,4-3-18 0,0-5-8 0,2-6-16 0,0 9-170 15</inkml:trace>
  <inkml:trace contextRef="#ctx0" brushRef="#br0" timeOffset="19898.48">28755 3433 1501 0,'-1'-1'-3'0,"0"0"-10"0,1-1 10 16,-5-2 6-16,4 2-3 0,-2 0-22 0,1 1 9 0,1 0-2 15,0 1 3-15,-1 1-2 0,1 0-2 0,0 5-1 16,-1 8-2-16,2 1-16 0,0-1-29 0,0-1-41 15,1 2 2-15,0-3-140 0,0-1 9 0</inkml:trace>
  <inkml:trace contextRef="#ctx0" brushRef="#br0" timeOffset="20347.4">28868 4085 656 0,'0'2'25'16,"-1"0"10"-16,-3 10 28 0,-1 9 2 0,0 2 31 16,0 2-42-16,0 0 5 0,2-2-20 0,-1 1-17 15,2-4-9-15,1 0 3 0,1-4-5 0,0 0 1 0,0-5-2 16,0-2-2-16,0-4 1 0,0-1-1 0,0-2 11 16,0 0 3-16,0 0 4 0,0 0 21 0,0-1-3 15,0 1-5-15,0-1 0 0,0-1-25 0,0-1-3 16,-2-1 1-16,1 0-3 0,-2-9-1 0,0-1 2 15,1-3-1-15,0 3 0 0,0-1-9 0,1 1 4 16,1 1-2-16,0 1 3 0,0 3-4 0,1-2-9 16,1 3 5-16,-1 3-7 0,0-1 3 0,1 2 4 15,1 0-8-15,-1 1 9 0,6-3 2 0,-1 2-6 0,2 2 6 16,-1 0-6-16,0 2 0 0,1 3 3 0,-2-1-2 16,2 0 5-16,0 9 7 0,-3 0-5 0,1 0-1 15,-1 0 0-15,-3-2 8 0,1 1 2 0,3-1-4 16,-1-2 3-16,-3-1 2 0,0-1 2 0,-1 1 4 15,-1-1-5-15,-1 0 6 0,-1 1-2 0,-4 1-1 0,-2 2-1 16,-3-2-1-16,-9 1-4 0,-1-3 6 0,1 0-6 16,0-2 5-16,4-2-7 0,0-1-7 0,2 1 2 15,2-1-8-15,3 4 2 0,1-1-3 0,1-2 0 16,1-2-12-16,1 1-14 0,-1-2-5 0,0 0-6 16,2-2-44-16,2 2-49 0,-5-7 15 0,-4-11-31 0,7 0-37 15,3-3-57-15</inkml:trace>
  <inkml:trace contextRef="#ctx0" brushRef="#br0" timeOffset="20867.74">30206 2460 658 0,'0'-1'43'0,"0"0"20"15,-5-12 35-15,3 4-38 0,0 2-10 0,0 2-6 16,1 1-15-16,1 2-10 0,0 0 5 0,-1-1-8 16,0 1-8-16,0 0-3 0,0-1-1 0,1 2-1 15,0 0-6-15,0 0 5 0,0 1-1 0,0 0 5 0,0 1 9 16,0 5-1-16,-3 20 0 0,1 4-2 0,-2 2-4 16,0 3-6-16,-1 3 1 0,0-2-3 0,-1 2 2 15,2 1 2-15,-2 1-4 0,-1 7 2 0,0 3-1 16,-2 9-3-16,-2 2 4 0,-1 3-3 0,-1 0 6 0,0-5-3 15,-2 1-2-15,2 0-1 0,1 3-4 0,-2 6 5 16,1 6 5-16,-1-3-2 0,-3-2-2 0,3-6 8 16,1-5-7-16,0 2 9 0,2 2-6 0,0 4-1 15,1-1-1-15,0-3-1 0,1-6-5 0,-1-6 11 16,2-6-4-16,1-7 7 0,-1-1-11 0,0-3-3 16,-1-4 3-16,1-1-1 0,1-6 4 0,0 0-9 15,0-5-2-15,2-4-3 0,0 1-17 0,1-3-19 16,0 0-10-16,1 0-9 0,2-4-92 0,-1 2-140 0</inkml:trace>
  <inkml:trace contextRef="#ctx0" brushRef="#br0" timeOffset="21315.4">30307 4274 1172 0,'0'-2'-7'16,"0"1"40"-16,0-1-22 0,0 0 21 0,0-2-26 15,0 3-14-15,0-1 1 0,0-1-6 0,1 2 7 16,0 0-4-16,1 0 5 0,0 1-5 0,0 1-5 0,1 0 1 16,-3 0 2-16,9 22 1 0,-4 0 17 0,-5 6 1 15,-4 3 0-15,-3 2 0 0,-2 3-5 0,-2 3 6 16,2-3-1-16,-1 0 2 0,1 0-3 0,1-4 6 15,1 0-3-15,2-4 2 0,2-5-10 0,0-3 5 16,2-2 3-16,1-4 1 0,0 0 4 0,0-5 4 16,0-2-3-16,1-1 5 0,0-2 9 0,1-1-1 15,-1-2-1-15,1 0-1 0,-1-2-8 0,9 6-2 16,3-2 2-16,2-4-2 0,-1-3-1 0,2-2-9 0,3-6 1 16,1 7-5-16,5-16-10 0,-3-1 1 0,2 0 2 15,-1-1 1-15,0 1 7 0,-2-3-3 0,-1 2-2 16,-4-2 0-16,1-3 2 0,0 5-2 0,1-3 1 15,-2 4-1-15,-1 6 3 0,-2 1-15 0,-3 3-2 0,-2 3-6 16,-2 2-19-16,-1 4 14 0,0-2-10 0,-3 3 10 16,2-2-19-16,-2 2 5 0,0 0 1 0,1 1-1 15,-1 1-13-15,-1 2-145 0,4 6-10 0</inkml:trace>
  <inkml:trace contextRef="#ctx0" brushRef="#br0" timeOffset="21649.49">30743 4735 48 0,'0'0'39'15,"0"0"-7"-15,0 1 39 0,2 0-5 0,-1 0-5 16,0 0 10-16,0 0-2 0,0 1 3 0,0-1-9 0,1 0-5 16,-1 0-4-16,0 0-1 0,0 1-12 0,0-1 9 15,1 0-2-15,-1 0 6 0,0 0 7 0,0 0-5 16,0 1 1-16,-1-1-5 0,0 0-5 0,0 0-24 16,0 1 6-16,-1 1-13 0,-1 2 3 0,-1 5-10 15,-10 4 1-15,-2 2-5 0,-3 1-7 0,0 2 2 16,-1 1 0-16,0 0 1 0,3 0 1 0,0 0 3 15,5 0-6-15,0 0 4 0,3-2-6 0,3-2 5 16,-2-1 2-16,2-3-1 0,3 0 1 0,1-4-3 0,-5 0 1 16,2-1-2-16,2 0 5 0,1 0 2 0,1 1 7 15,0 0-4-15,1-2 4 0,4 2-13 0,1-1 0 16,3 0-3-16,6 1-7 0,2-1 8 0,-1-1-7 16,1-2 7-16,0 0-16 0,1-1 3 0,0-2-7 15,2 1 3-15,-2 10-17 0,-1-5-18 0,-1-3 11 0,0-2-14 16,-2-1 3-16,-4-1-6 0,3 0-51 0,-2-1 18 15,1-3-136-15,-1-1 146 0,1-4-6 0,1 6 53 16,0-14 11-16</inkml:trace>
  <inkml:trace contextRef="#ctx0" brushRef="#br0" timeOffset="21833.4">31000 4980 529 0,'0'0'-10'0,"0"0"8"16,-1 0-27-16,-1 0 6 0,1 0-79 0</inkml:trace>
  <inkml:trace contextRef="#ctx0" brushRef="#br0" timeOffset="22283.47">30926 4999 703 0,'0'-1'23'15,"-1"0"14"-15,1 0 1 0,0-1-36 0,0 1-2 0,0 0-8 16,0 0-9-16,0 1 9 0,0 0 1 0,1 0 2 16,0 0 1-16,0 1 4 0,1 0-10 0,2-1 8 15,3 3-10-15,2-1 8 0,-2 0 2 0,5 2 1 16,0-1 11-16,-4-1 2 0,4-1 5 0,-5-1-4 15,4 0 8-15,-2 0 0 0,-1-1 0 0,-1-2-2 16,-1 1-7-16,2-3 3 0,-3 4 2 0,1-10 0 0,-1 0-3 16,-2-2-12-16,2 1 1 0,-4 0-3 0,0 2 1 15,6-1 3-15,-1 0-2 0,-2 3 2 0,-3 0 0 16,-1 2-5-16,0 0 4 0,0 0-4 0,0 2 9 0,-1-1-4 16,0 1 1-16,-1 2 1 0,1 0 13 0,-7 1-12 15,1-5-2-15,-3 0-4 0,1 1-2 0,-1 2 2 16,-5 0 8-16,2 3-5 0,-1 0-1 0,0 1 9 15,0 2-8-15,-1 0 9 0,3 1-1 0,-1 0 1 16,0 2 1-16,3 0-1 0,-1 1-2 0,2 0-8 16,0-1 8-16,2 8-8 0,1 2 3 0,4 1 0 15,-1 1-3-15,1-2 3 0,1 4-2 0,-11-2-7 16,5 1 4-16,5-3-3 0,1-3 10 0,1 0-10 16,1 0 2-16,3-1-4 0,0 1 11 0,3 0 6 0,2-2 0 15,-8 1 1-15,12-1-11 0,1-4 3 0,2 0-5 16,3-1 6-16,2-1 3 0,5-1-12 0,0-1 3 15,0 11-6-15,2-5-5 0,-1-5-3 0,0-3-7 0,-1-2 2 16,-1-3-32-16,-3-2-16 0,0-1-21 0</inkml:trace>
  <inkml:trace contextRef="#ctx0" brushRef="#br0" timeOffset="22750.7">31612 4897 541 0,'0'0'28'16,"0"0"-7"-16,0 0 14 0,0 0-3 0,0 0-8 15,0 0-40-15,0 0 7 0,0 0-6 0,0 0 7 16,0 0 4-16,2 0 0 0,-1 0 5 0,0 0-3 16,0 0 0-16,0 1 2 0,2 0 6 0,-2-1-1 15,5 1 11-15,0 1-9 0,1 0-2 0,1 0-1 16,-1-1 9-16,2 1-8 0,-2-1 3 0,2 0-5 0,-2 0-2 16,-1 0-1-16,-1-1 0 0,0 0-1 0,1 0 1 15,-1 0-14-15,1 0 0 0,-2 0-7 0,1 0-16 16,0 0-31-16,-1 0-44 0</inkml:trace>
  <inkml:trace contextRef="#ctx0" brushRef="#br0" timeOffset="23050.45">31438 5040 1102 0,'-1'0'14'15,"0"0"23"-15,0-1-27 0,0 0-16 0,0 1 2 0,-1 0-7 16,2 0-6-16,2 1 0 0,-1 0-3 0,3 3 3 16,13-3-5-16,2 6 3 0,2 0-1 0,1-1 4 15,4 0 10-15,-1-5-4 0,-1 1 0 0,0 11-2 16,-2-7 2-16,1-3 6 0,-2-3-3 0,1-4 3 15,-2-1-7-15,0-2-1 0,-2-1-2 0,2-2 1 16,-4-1 8-16,3 10 4 0,3-15 3 0,2 4-2 16,3-3-1-16,-2 1-3 0,3 1-4 0,-3 0 2 0,-1 1-14 15,2 0-89-15,0-1-56 0</inkml:trace>
  <inkml:trace contextRef="#ctx0" brushRef="#br0" timeOffset="23433.66">32212 4859 435 0,'0'0'71'0,"0"0"-5"0,0 0 32 15,0 0-3-15,-1 0-15 0,0 1-31 0,0 1-3 16,-1-1-7-16,0 0 4 0,-6 4-14 0,1-2 7 16,-4 4-10-16,3-1 7 0,0 0-19 0,-2-1-8 15,0 5 3-15,-2 0-6 0,3 0-3 0,-1 2 3 16,3-1 5-16,-2 0-3 0,2 1 3 0,0-1 0 0,1 0-4 16,-1-1 3-16,2 0-6 0,1-2 9 0,-1-3-5 15,3 2 6-15,-1-1-11 0,1-1 5 0,-3 2 0 16,1-1 5-16,1 3 0 0,0 2-7 0,2-2 1 15,1 2-3-15,3-3 5 0,0 4-7 0,3 0 4 0,0-3-4 16,0-1 2-16,-4-4-1 0,6 2-2 0,4 0 2 16,1 0 2-16,1 1 3 0,-1-4 4 0,1-1 0 15,0 0 10-15,0 7-1 0,2-3-5 0,-2-3 2 16,0-1-2-16,0-2 4 0,0-2-3 0,-1 0 2 16,0-1-4-16,-1-2 3 0,-4 0 3 0,1-2-3 15,0 4-7-15,-2-9 4 0,0 0-5 0,-4-2 6 16,8-1 2-16,-4-1-11 0,0-1 5 0,-2-2-9 0,-3 1 11 15,-2-1-4-15,-1-2 4 0,-2 1-5 0,-1-1 3 16,-2 1-9-16,-1-1-4 0,-1 1-1 0,-3-1-1 16,-2 0-18-16,7 3 0 0,-14 2-11 0,0 0-38 0,-2 6-76 15,-2 1-29-15,-5 8-28 0,-4-15-205 0</inkml:trace>
  <inkml:trace contextRef="#ctx0" brushRef="#br0" timeOffset="24434.74">31060 4076 352 0,'-3'-1'85'0,"-8"-5"33"0,-25 3-34 0,2-12-71 16,1 1 16-16,2 4-23 0,2 5-1 0,0 3-9 15,1-12 5-15,0 8-7 0,-1 6 0 0,2 2 0 16,-5 4-1-16,2 1-8 0,-4 1 15 0,0 0-3 0,4 2 5 16,-4-1-3-16,2-1 1 0,3 0 1 0,1-1 1 15,1 0 2-15,2 1-4 0,0 0 3 0,3-1-1 16,-1 1 25-16,0-1-6 0,1 2 5 0,0 0-6 15,-1 3-4-15,0-10-4 0,-2 16-5 0,0 4 0 16,-2 3-10-16,-1 4 2 0,-4 5 1 0,0 5 0 16,2 5-3-16,1 7 3 0,0 6-3 0,6 3 2 0,-2 2-8 15,2-5 4-15,3-3 3 0,1-5-1 0,2-2 3 16,6-2-2-16,0 1-3 0,5-2 3 0,3 1 11 16,1 2-9-16,-16-1 3 0,12-3-6 0,6 1 2 0,3-5 5 15,4-3-2-15,1-2 4 0,3 3-6 0,2-1-2 16,2 3 2-16,3 2-1 0,-16 3 2 0,23 3-18 15,3 1 3-15,4 2-8 0,1 1 3 0,1-4-3 16,4-2-1-16,-3-5 2 0,6-1 11 0,-2-2 10 16,2 0 1-16,0-2 4 0,2-1 7 0,4 1 0 15,5-3 3-15,6-3-2 0,4 2 2 0,1-5 3 16,-3 0-2-16,-3-5 2 0,0-1-3 0,-1-4-4 0,4 0 0 16,5-2 1-16,3-2 10 0,1-1 0 0,-2-1-4 15,-4-2 2-15,-4-1 1 0,4-1-10 0,3 0 10 16,6-4-9-16,2 0 8 0,-5 0-11 0,1 19 1 15,-6-15-4-15,4-7 1 0,3-4-10 0,2-2-1 16,-3-1-3-16,-4-3 7 0,-6-2-10 0,-4-2 0 16,1-4-4-16,-3 18 2 0,3-33 7 0,4-8 3 15,-4-8-1-15,5-3 3 0,-11-1 4 0,-6 1 3 0,-6 0 0 16,-7 0 8-16,2-6 5 0,-6-3 3 0,0-11 2 16,-4-4 14-16,4-3 8 0,-13 1 2 0,7 6 3 15,6-4-3-15,-13-4-25 0,0-7-3 0,-10-2-6 16,15 1-9-16,-18 7 0 0,-4-1-4 0,-12-3 3 15,-2-4 5-15,14 2 4 0,-31 7 7 0,-3 7-3 0,-5 6 9 16,-9-1-21-16,-10 2 0 0,-17 0-7 0,-13 3-10 16,-7 6-15-16,-7 9-8 0,-10 11-6 0,-8 10-48 15,-8 10-18-15,-12 9-39 0,-11-17 2 0,-2 30-187 0</inkml:trace>
  <inkml:trace contextRef="#ctx0" brushRef="#br0" timeOffset="33342.1">20521 4685 9 0,'0'0'0'0,"0"0"3"0,0 0 33 0,1 0-16 0,0 0-1 16,1 0-20-16,-1-1-5 0,1 0 4 16,0 1 1-16,1-1 1 0,0 1 6 0,2-1-4 0,-1 1 0 15,0 0 2-15,-1 0 26 0,-2 0 32 0,0 0 11 16,0 0 3-16,2-2 9 0,-1 1-25 0,0 0-7 15,1 0-3-15,-1 1-16 0,-1-1 9 0,0-1-9 16,0 1 5-16,1 0-28 0,-1 0-3 0,1 0 3 0,1 0-2 16,-1-1-1-16,0 1 0 0,1 1-6 0,1-1 3 15,1 0-6-15,-1 0 4 0,-1 0 7 0,1-1-2 16,-1 1 13-16,-1 1 4 0,0 0 3 0,-1 0-1 16,2-1 5-16,0 1-1 0,-1 0-3 0,2-1 1 15,-3 1-9-15,0 0-12 0,0 0 4 0,1 0-4 0,1 0 10 16,-1 0-2-16,-1 0-1 0,1 0 1 0,-1 0 0 15,0 1-6-15,0 0 4 0,-1 2-5 0,0 1-1 16,0 6 6-16,-1 0-8 0,0-2 6 0,-2 3-13 16,2-3 6-16,0-1 2 0,0 0 1 0,1-2 0 0,0 1-8 15,0 0 4-15,0-1-4 0,0-1 11 0,0 0-5 16,1 2-1-16,0-3 0 0,0 2 1 0,1-2-4 16,0 1 5-16,-1-2-5 0,0 1 5 0,4-1 1 15,2 0-1-15,1 4 1 0,0-1-3 0,1 0 1 16,0-2-1-16,0 0 0 0,3-1-4 0,1-2 3 15,-2 0-2-15,1-1 3 0,-3-2 0 0,1 0-4 16,0-2 6-16,-1 0-5 0,2-2 7 0,-3 1-5 16,3-1-2-16,-4 2 0 0,-1 2 0 0,-3-4 3 0,0-1 2 15,0 1 0-15,-1 0-3 0,4 0 1 0,-1 0 1 16,-3 2 1-16,1-1 2 0,-2 1-1 0,0 2-2 16,-1 2 1-16,0 0-3 0,0-1 2 0,0 1-1 15,0-1 1-15,0-1-4 0,0 1 5 0,-1 0-4 0,0 1 4 16,-2-1-6-16,0 1 3 0,-10-3-3 0,5 1 3 15,-3 1 1-15,0 2 0 0,6 0 5 0,-5 0-4 16,1 0-1-16,-2 1 0 0,1 1-1 0,3 0 0 16,0 0 0-16,1 0-3 0,-1 2 3 0,0-1-3 15,1 1 5-15,0-1-2 0,2 0-2 0,0 6 1 16,1 0-8-16,2 1 10 0,-1-2-9 0,0 0 9 16,-3-1-5-16,0 0-3 0,1-1 6 0,3-1-5 0,0 0 5 15,1-3 3-15,0 2-1 0,0-2 1 0,0-1 2 16,0 2 0-16,1-1 0 0,0 0-1 0,2-1 2 15,0 1-9-15,7 1 3 0,-2-2-5 0,2-1 0 0,-2 0 6 16,-1-1-5-16,1 0 6 0,-6 1-5 0,1-1 4 16,0-2-3-16,-2 3 2 0,5-7-4 0,-1 0-1 15,-2-1 4-15,0 1-2 0,-2 0 3 0,-1 1-2 16,0-1 1-16,0 2-2 0,0-1 1 0,-3-1 4 16,1 3-2-16,0-1 3 0,-1 1-4 0,1 3 0 15,-1-1-2-15,-6 1 1 0,5-3-5 0,-2 1 4 16,0-1-1-16,4 3 1 0,-3-1 0 0,0-1-2 15,2 2 4-15,1 1-2 0,0 0 3 0,0 0-1 0,-1 0-2 16,1 0 1-16,0 0-1 0,0 0-1 0,1 1 1 16,0 0 0-16,0 1 1 0,1-1 0 0,0 0-1 15,0 0 0-15,0 0-4 0,0 1 5 0,1-1-1 16,0 0 4-16,0 0 2 0,1 0-5 0,-1 0 1 0,1 1-2 16,1-1-2-16,-1 0 2 0,1 0 1 0,4 1 1 15,-1 0 2-15,1-1-3 0,-1 0 1 0,-3-1-2 16,1 0-7-16,1 0 7 0,-1 0-4 0,3 0 4 15,-3 0-1-15,2 0 4 0,2 0-3 0,-1 0 4 16,-1 0-7-16,-1 0 2 0,0 0 2 0,-2 0-1 16,3 0-1-16,-2 0 1 0,4-1-3 0,0 0 3 15,-2-1-1-15,3 1 2 0,-3 0-1 0,-2 1 2 0,3-1-1 16,1-1 1-16,3-1-2 0,-1 1 1 0,1 1-1 16,-1-2 0-16,1 1 0 0,0 1-1 0,-2 0-7 0,2-1 8 15,0 1 0-15,1-1 2 0,1 1 0 0,-2 1-2 16,0 0 0-16,2 0-1 0,-2 0 1 0,1 0 2 15,-1 0-3-15,1 1 2 0,1 0-4 0,-1 0 6 16,0-1 0-16,3 1 1 0,0 1-12 0,3-1 8 16,1-1-2-16,-2 0 4 0,1 0 4 0,1 0-8 15,1-1 3-15,0-1-4 0,2 1 3 0,0-1 0 16,0-2-2-16,0 1 2 0,-2 1 0 0,0-1 4 16,-1 1 0-16,-3-1 0 0,1 1-4 0,-3 1-3 0,2 0 2 15,-2 0-1-15,2-1 5 0,-2 2-1 0,-1 0-2 16,-2 0 2-16,2 0-1 0,-1 0-1 0,1 0 0 15,2 0-1-15,0 0-6 0,0 2 6 0,-1-2 1 16,1 1 0-16,-1-1 7 0,-1 0-7 0,1 0-1 16,-1 0-1-16,-1 0-1 0,5 0 1 0,-3 0 4 0,1 1-1 15,-1 0 3-15,-2 0-4 0,0-1-1 0,-3 0 0 16,3 1 2-16,-1-1-3 0,0 0 3 0,0 0-2 16,-2 2 0-16,-1-1 3 0,-1-1-4 0,0 1 4 15,0 0 3-15,-1-1-8 0,3 1 7 0,-5-1-8 16,3 0 6-16,-1 0 2 0,0 0-2 0,0 0 3 15,0 0 1-15,1 0-6 0,0 0-1 0,1 0-2 16,2 0 2-16,-1 0 1 0,0 0 6 0,1 0-4 0,0 0-4 16,3-1 2-16,-1 0-1 0,1 1 3 0,-1-1-2 15,-2 1 0-15,1-1 0 0,0 1 1 0,-1 0 3 16,1-2-4-16,-3 2 0 0,0 0-1 0,0 0 2 0,2 0 0 16,0 0 1-16,4 0-1 0,-3 0 0 0,1 0 2 15,-3 0-3-15,-1 0 1 0,3 0-4 0,1 0 1 16,-2 0 0-16,2 2 0 0,-1-2 2 0,3 0 1 15,1 0 4-15,2 0-2 0,0 0 1 0,-1 0-4 16,-1 0-2-16,-2-2 1 0,0 1-6 0,-2 0 12 16,1 0-4-16,0 1 7 0,-1 0-9 0,-2-1 2 15,0 1-1-15,1-1 3 0,-1 1-1 0,-1 0-5 16,2 0 5-16,-3-2-4 0,1 1 6 0,2 0-4 0,-2 0-2 16,-1 1 0-16,0-1 0 0,-1 1 5 0,0 0-3 15,1-1 4-15,0-1-4 0,-1 1-2 0,-2 0 5 16,5-1-3-16,-2 0 3 0,0 1-3 0,1 0 0 0,-1 0 0 15,-2 0 1-15,1 0-5 0,-1-1 1 0,1 2-3 16,0 0 4-16,0 0 4 0,-2 0-1 0,0 0 3 16,3 0 0-16,-5 0-4 0,2 0 0 0,-1 0-3 15,-1 0 4-15,0 0 1 0,1 0-2 0,-1 0 0 16,0 2-6-16,1-2 5 0,1 1 1 0,1 0 1 16,-3-1 8-16,5 2-7 0,-3-1 0 0,2 1-2 15,4 0-2-15,-5-1-1 0,2 2 4 0,0-1-2 0,-1 0 2 16,-1-1 0-16,1 1-1 0,0-1 1 0,-3 0 2 15,2 0-5-15,1 1 0 0,-3 0-2 0,1-1 5 16,-2 0 3-16,2 0 0 0,-3-1 0 0,2 3-6 16,1-1-1-16,-2-1 1 0,2 1 0 0,0 1 9 0,-1-2-7 15,2 1-1-15,-2-1-2 0,-1 1 6 0,3 0-5 16,-3-1 4-16,2 0-5 0,-3-1 10 0,2 2-7 16,-1-1 2-16,0 0-3 0,1 1 2 0,-1 1 0 15,0-1 4-15,-1 0-4 0,1 1 8 0,-1-2-5 16,0 1 0-16,0 0-2 0,0 1 1 0,1-1-1 15,-1 1 4-15,0-1-3 0,0 0-1 0,0 1 3 16,-1-2-1-16,0 2 2 0,0 1-5 0,0-1-1 16,0 1-2-16,0-1 1 0,0 2 2 0,0 0 1 0,0-2-2 15,0 1 2-15,1 2 2 0,-1-2-2 0,0 1 0 16,0 1-2-16,0 1 0 0,0-1-4 0,0 1 4 16,0-1-5-16,0 0 6 0,0 1 1 0,0 1 1 0,0 0-2 15,0 1-1-15,0 0 1 0,0 0-1 0,0 1 0 16,0-1-3-16,0-1 3 0,0 2 0 0,0-2 2 15,0 0 2-15,-1 2-2 0,0-1 0 0,0 1-1 16,0-2-4-16,0 0 5 0,-1 3-3 0,0-2 3 16,0 2-10-16,-1-1 9 0,1 2-1 0,2-2 4 15,0-2-4-15,-1 1 2 0,1-1-5 0,0 0 4 16,0 9-4-16,0-5 1 0,0-1 2 0,0 2-1 0,0-4 3 16,0 1 0-16,0 0 2 0,0 0-2 0,0 4-5 15,0-1 7-15,0 1-8 0,-1-2 7 0,-1-3-8 16,1 2 5-16,1-2 2 0,0 1 0 0,-1 0-2 0,0 0-1 15,0-1 1-15,1-1 0 0,0 0 0 0,0-1 0 16,0 0-2-16,0 0 2 0,0 0 2 0,0 0 0 16,0 0-2-16,0 0 0 0,0 2 1 0,0 1-2 15,0-1 4-15,0 2-4 0,-1 0 3 0,-1 4-3 16,2 1 0-16,0 1-1 0,-1 0 2 0,1-2-2 16,0 2-1-16,-1 2-1 0,0 1 4 0,0 1 2 15,-1-1-1-15,1-4 2 0,1 1-1 0,0-2-5 16,0 3 5-16,1-1-3 0,1-3 5 0,0 2-3 15,-1-4-5-15,2 0 3 0,-1 4-5 0,0-2 5 0,2 2 1 16,-1 0 0-16,0-1-2 0,-1-1 7 0,0 1-6 16,1 2 6-16,0 2-5 0,0 1 0 0,-1-3 0 15,-1 1-2-15,0-1-6 0,0 3 9 0,2 2-1 16,-1-1 2-16,2 0-2 0,-2-5-2 0,2 4 2 16,-1-2-2-16,-1-1 5 0,2 1-1 0,0-1 1 0,0 4-2 15,1 2-1-15,-2 0 0 0,1-3 0 0,-2-3 0 16,1-1-3-16,-1 3 4 0,-1-2-4 0,0 3 4 15,1-1 0-15,-2 1-5 0,0-2 7 0,0-1-7 16,0 3 4-16,-2-1 5 0,1 1-6 0,0-1 5 16,0-1-4-16,1-3-4 0,0 1 4 0,0 1-2 15,-1 0 7-15,1 6-5 0,0-3 4 0,1 0-6 0,0-1 2 16,0-2 2-16,0-2-6 0,1 3 5 0,0 2 0 16,-1 1-1-16,0 3 4 0,0-3-4 0,-1 1-3 0,0 1 4 15,-1-2-1-15,-1 0 3 0,-2 1-3 0,1 1-1 16,-2-1 1-16,-1 3-3 0,2-2 2 0,-2 1 0 15,1-2 1-15,0 0 0 0,2 0 0 0,-1 0 1 16,3-3 3-16,-1-2-2 0,1 2-3 0,1-2 6 16,-2 0-6-16,2 0 7 0,0 3-9 0,0 1 2 15,0-1-3-15,0-1 3 0,0-3 0 0,0-1 1 16,0 0 1-16,-1-1 0 0,0 0 2 0,0 3-1 16,0 1-2-16,-2-1 0 0,1 0 0 0,-2-2 2 0,2 0-2 15,0-3 0-15,-2 3-4 0,2-2 4 0,-1 1 0 16,2 1 0-16,0 0 1 0,0 0 2 0,0 0-3 15,0-2 0-15,1-1 0 0,0-1-5 0,0-3 7 16,0 3-5-16,0-2 5 0,1 5 3 0,1 2-4 16,-1-3 4-16,2 0-10 0,-1 2 4 0,0 1 1 0,1 4 1 15,-2 0-1-15,0-1 2 0,0-1-4 0,-1-4 4 16,0 1 0-16,0 0-2 0,0 1 0 0,0 0-1 16,0-2 1-16,0 2-1 0,0-5 3 0,0-2-2 15,0 0 0-15,0-2 6 0,0 1-5 0,0-1 5 16,1 0-11-16,1 0 8 0,-1 0-3 0,0-1 5 15,0 1-9-15,0-1 4 0,0 1 0 0,1 3 0 0,-1-1 1 16,0 1 2-16,0-2-2 0,-1-1 2 0,0-2-3 16,1 2 0-16,-1-2-1 0,2 3 0 0,-2-3-1 15,0 0 5-15,1 1 0 0,-1-2 1 0,1 3-9 16,-1-2 7-16,0 1-1 0,0-1 3 0,1 2-9 0,0 0 8 16,-1 1-3-16,1 1 5 0,-1-2-5 0,2 0 1 15,-2-3 1-15,0 4 0 0,1-1-7 0,-1-3 6 16,0 2-2-16,0-4 3 0,0 1-2 0,0-2 9 15,0 3-8-15,0-2 7 0,0-1-7 0,0 0 1 16,0 2 4-16,0 0-3 0,0-1 4 0,1 3-7 16,-1-2 1-16,1 1-2 0,-1-3 6 0,0 3-5 15,0-2 5-15,0-1-6 0,0 2 0 0,0-2 1 16,0 3 1-16,0-2 1 0,0 0 2 0,0 1 5 0,1-1-9 16,-1 0 7-16,0 1-6 0,0-1 2 0,0-1 5 15,0 0-4-15,0 1 0 0,0-1 3 0,0 0-7 16,0 0 6-16,0 0-9 0,0 0 4 0,0 1 3 15,0-1 1-15,0 0-1 0,0 0 0 0,0 0-1 16,0 0 1-16,0 1-5 0,0-1 2 0,0 0-3 0,0 0 5 16,-1 0-3-16,0 1 1 0,0-1 1 0,0 0 0 15,-1 0 2-15,0 0 0 0,0 0-2 0,-3 1 0 16,-1-1-2-16,0 1 0 0,2-1 7 0,-1 0-4 16,0 1 3-16,-3 0-5 0,-2 0 2 0,-1 1-2 15,0-2 2-15,3 0-2 0,-2 0 0 0,3 0 1 16,-3 1 3-16,-3 0-5 0,4-1 0 0,-4 1 0 0,1 1 2 15,-3-1-1-15,-1 0-1 0,2 1 0 16,-1-1 4-16,2 1-3 0,-2-1 3 0,2-1-4 0,-1 0-1 16,1 0 3-16,-1 1-3 0,-1-1 4 0,1 0-5 0,1-1 7 15,-1 1-1-15,0-1 4 0,0 0-6 0,0 0-2 16,-1 0 2-16,-1 0-2 0,1 0 0 0,-4 0 5 16,0 0-4-16,2 0 5 0,-3 0-5 0,0 0 1 15,0 0-2-15,1 1 0 0,-2-1 0 0,4 0-1 16,-1 0 5-16,-2 0-4 0,0 0-2 0,-2 0 4 15,4 0-4-15,-1 0 4 0,1-1-2 0,-1 0 0 16,1 0 3-16,0 0-1 0,-1-1 1 0,1 1-2 16,0 0-1-16,-2-1 1 0,1-1 2 0,-1 1-3 0,-1 0 0 15,-1 0 0-15,0 0 0 0,0 1-1 0,-1 0 0 16,2 1 0-16,1 0 2 0,-2 0-4 0,0 0 2 16,-2 0-3-16,1 0 10 0,0 0-3 0,0 0-3 15,3-1 0-15,0-1-9 0,-1 1 10 0,3 0 0 0,-2 0 3 16,1-1-6-16,1 0 2 0,0 1 3 0,-1 0 1 15,-1 0-1-15,0 0 1 0,-1 0-7 0,-2-1 4 16,0 0-6-16,1 1 4 0,-2 1 2 0,2 0 1 16,2 0-1-16,-2 0 1 0,1 0-3 0,3 0 2 15,-6 0 3-15,3 0-7 0,2-1 4 0,-1-1-5 16,2 1 7-16,2 1 0 0,-1 0 0 0,0-2-1 16,-1 0-6-16,1-1 6 0,-2 1-4 0,1 0 5 15,-1-1-3-15,0 1 3 0,1 1 0 0,-2-2-1 0,1 2-9 16,-1 0 11-16,1 0-3 0,1 1 6 0,0-1-8 15,-1-1 6-15,-1 1-5 0,2 0 7 0,0 0-9 16,1 0 1-16,3 1 3 0,-3 0-2 0,3 0 7 0,-1 0-6 16,2 0-1-16,0 0-1 0,1 1 1 0,0 0 4 15,1 0 0-15,-1-1-1 0,3 0 0 0,-1 0-3 16,2 0 1-16,1 0-1 0,-1 0 7 0,2 0-4 16,0 0 3-16,0 0-3 0,1 0 5 0,2 0-5 15,-1 0 0-15,1 0-1 0,0 0 0 0,1 0 5 16,0 0-2-16,0 0 2 0,1 0-7 0,0 0 6 15,0 0-6-15,-1 1 3 0,-1-1-10 0,1 0 8 0,1 2 2 16,0-1 2-16,-1 0-5 0,1 0-1 0,0-1 3 16,0 0 0-16,0 0 6 0,-1 0-4 0,1 0-5 15,0 1 2-15,0 0 4 0,0 1-8 0,1-1 6 16,0 0-7-16,0 0 1 0,0 0-11 0,0 1-3 0,0-2-4 16,0 0-23-16,-1 0-246 0,-1 0-45 0</inkml:trace>
  <inkml:trace contextRef="#ctx0" brushRef="#br0" timeOffset="37129.01">27828 4865 256 0,'0'-1'-31'15,"0"0"19"-15,1 0 1 0,1-1-3 0,-1 0 26 16,0 0-4-16,0-1 3 0,0 1 1 0,1 0 1 16,-1 0-1-16,0 1 5 0,0 0-5 0,0 0 7 15,-1 0 34-15,0 0-29 0,0-1 23 0,-1 1-26 16,0 0 39-16,0 0-3 0,-2 0-1 0,1 0-2 16,-2-1 4-16,-4-2-14 0,0 0 4 0,0 1-10 0,1 0-5 15,1 1-15-15,-4-2 5 0,2 2-9 0,1 0 1 0,-1-1 1 16,3 2-4-16,1 0 2 0,-2 0-13 0,2 1-1 15,-1-1 0-15,0-1 0 0,0 2 6 0,-2 0-4 16,3 0-3-16,3 0 0 0,-4 0-15 0,3 0 6 16,0 0 9-16,-1 0-2 0,2 0 24 0,0 0 1 15,0 2 0-15,1-1 1 0,1 0 15 0,1 0-13 16,11 4 6-16,10 1-8 0,1-2-5 0,2 0-4 16,2 0-5-16,3-2 2 0,3 0-6 0,1 1 5 15,3 0-3-15,2 1 3 0,1-2 3 0,3 1 0 0,-3 0-1 16,2-1 0-16,0 2-7 0,-3-2-1 0,1 0 3 15,-5 1-2-15,4-1-4 0,-1 0 2 0,0 1-2 16,0-2 3-16,2 0 3 0,1 0-7 0,-1 1 4 16,0-1-5-16,-4 0 0 0,-4-1 5 0,-3 0-4 15,-1 1 6-15,-2 0-4 0,-3 0 2 0,-1 1-2 0,-3-1 2 16,-2 0-2-16,-1 0-1 0,-3 1-5 0,0 1 1 16,-1-1-14-16,-2 1 2 0,-4-2-5 0,-4 0 4 15,-2-1-11-15,2 1 6 0,-1 0-6 0,0 0-2 16,0 1-56-16,-1-2-14 0,0 0-10 0,-1 0 1 15,0 0-28-15,-1 0-58 0</inkml:trace>
  <inkml:trace contextRef="#ctx0" brushRef="#br0" timeOffset="37547.33">27788 5053 1053 0,'-1'-1'1'0,"0"-1"0"0,-1-1 16 0,0 3-25 0,-2-3 5 16,0 2-13-16,-2-2-5 0,-1 3 9 0,-1 2 2 16,1 0 2-16,1 1 3 0,0 4 2 0,2 5-5 15,0-2 4-15,0-2-12 0,3-3 2 0,-3 0 3 16,0 1 0-16,3-3 8 0,0 0 24 0,0 0 1 15,-1-1 12-15,1 0 22 0,1-1-20 0,0 1 0 16,1-1-8-16,2 0-8 0,6 0-12 0,11-1 4 0,4-2-6 16,-1-3 11-16,4 0-9 0,4-2 2 0,2 3-4 15,2-1-5-15,6 0 5 0,4 3-2 0,4 1 3 16,3 0-4-16,0 1-3 0,-5 0-2 0,-4 1 2 16,0 0 5-16,-5 2-5 0,2 2 2 0,0 0-3 15,0 1 5-15,-1-2-1 0,5 0 2 0,-4-2-2 16,-2-1-4-16,2 1 4 0,-6-2-3 0,-4 0 3 0,-2 1-3 15,-6-1 0-15,-2 1 2 0,-2 0 0 0,-3-1 4 16,-4 0-12-16,-2 0 5 0,-4 0-8 0,0 0-1 0,-2 0-11 16,-2 0-18-16,2 0-9 0,-1 0-194 0</inkml:trace>
  <inkml:trace contextRef="#ctx0" brushRef="#br0" timeOffset="47720.49">10305 5440 256 0,'0'0'-33'0,"0"0"29"0,0 0 11 0,0 0 8 0,0 0 33 16,0 0-6-16,0 0-27 0,0 0-1 0,0 0-5 15,0 0-9-15,0 0 6 0,0 0-1 0,0 0 4 16,0 0 6-16,0 0 5 0,0 0 0 0,0 0 1 16,0 0-2-16,0 0 0 0,0 0 4 0,0 0-2 15,0 0 9-15,0 0-14 0,0 0 6 0,0 0-7 16,0 0 9-16,0 0-8 0,0 1-5 0,0 1 1 16,1-1-7-16,0 0 1 0,0 0-4 0,0-1 3 0,1 1-2 15,-1 0 3-15,0 1 1 0,1-1 1 16,1-1-5-16,2 1-7 0,4 0 5 0,0-1-4 0,2 0 12 15,0 0-6-15,2 0-5 0,1 0 1 0,1-1-4 16,-1-1 5-16,0-1 9 0,2 1-3 0,-4 1 10 16,3-2-14-16,-1 1 7 0,1 0-6 0,3-1 12 0,0 2-10 15,0 0-2-15,0 0 0 0,1 0 1 0,-1-1 0 16,3 1 0-16,-1 0 0 0,-1 0 2 0,1 0-2 16,-1 0-2-16,-2-2 0 0,3 1-2 0,-1-1-3 15,1 0 5-15,0 1-3 0,-1-2 0 0,0 2 9 16,1-1-7-16,1 1 9 0,0 0-11 0,0 0-4 15,0 0 2-15,3 0-2 0,-1-1 6 0,3 2 5 0,-3 0-4 16,-2 0 3-16,4 0-9 0,-1-2 2 0,2 2 5 16,-4 0-1-16,1 0 3 0,-4 0 0 0,-1-1-5 15,2 1 2-15,0 0-6 0,0 0 0 0,-1 0 4 16,1 0-2-16,-2-1 5 0,2 1 0 0,1-1-3 0,2 0 2 16,5 0 1-16,-3 1-7 0,-3 0 8 0,0 0-7 15,-4 0 11-15,2-1-4 0,2 0-2 0,-1 1-1 16,3-1-2-16,-1 0 0 0,-1 1 1 0,0 0 2 15,-2 0 9-15,-3 0-13 0,2 0 8 0,-1-1-7 16,-2 1 6-16,3 0-6 0,-1 0-1 0,0 0-1 16,1 0 7-16,-2-1-3 0,3 0 4 0,-2 1-4 15,1-2 1-15,2 2 5 0,-1 0-5 0,2-1 5 0,-2-1-8 16,1 1-1-16,-2 1-3 0,3-1 4 0,0 0 6 16,-1 0-1-16,2 0-2 0,-4 0-1 0,-1 0 2 0,0 1-1 15,0-1 4-15,1 0-4 0,-1 1 4 0,1 0-1 16,-2 0-2-16,0 0-1 0,2-2-1 0,1 2 5 15,0 0 2-15,0 0-1 0,5 0-4 0,-4-1 9 16,2 1-6-16,4 1 6 0,-3-1-12 0,2 0-1 16,-3 0-1-16,2 1 0 0,0 0 0 0,-3 0 7 15,0-1-6-15,-3 1 5 0,-1-2-10 0,0 2 5 16,-1-1 4-16,-2 1-2 0,2 0 0 0,-3 0 3 16,1-1-1-16,2 1 1 0,-1 0 2 0,2-1-7 15,0 1 2-15,-1-1-2 0,2 0 4 0,2 1-2 16,-1 0 2-16,5-2-2 0,-8 2 6 0,3-1-8 0,-1 1 6 15,-6 0-5-15,10-1 1 0,-3 0 4 0,0 0-3 16,3-1 5-16,-8 2 1 0,1 0-6 0,-3 0 1 16,0 0-2-16,1 0 3 0,-1 0 0 0,-1 0-2 0,0 0 1 15,1-1-3-15,-1 1 0 0,-1 0 3 0,0-1-1 16,1 1 1-16,-3 0 6 0,2 0-1 16,-3 0 3-16,0 0 1 0,2-1-7 0,-3 1 6 0,1 0-4 15,2-1 6-15,-3 1-5 0,0 0-3 0,0 0 0 16,-3 0-5-16,1 0 6 0,1 0-3 0,-1 0 3 15,-2 0-6-15,2 1 6 0,-1 0-6 0,0 0 4 16,0 0-5-16,0 2 5 0,-1-2-1 0,-2-1 2 16,3 2 5-16,-3-2-12 0,0 0 9 0,1 3-10 0,1-1 10 15,-1 0-2-15,0 1-2 0,-2-2 0 0,4 4-4 16,-1-1 3-16,1 1 0 0,-1 1 2 0,1 1 4 16,-1 0-3-16,2 2-3 0,0 1 0 0,-2 0 4 0,0 1-10 15,-2 2 9-15,0 0-9 0,0 0 7 0,0 1 0 16,1 0-3-16,-2 1 1 0,0 2-2 0,0-1 5 15,0 1-3-15,1 0 5 0,-1 1-4 0,1-2 2 16,0 2-1-16,1-3 0 0,1 2-2 0,-1-1-3 16,-1 1 2-16,1 2-2 0,1-1 11 0,-1 1-8 15,1 2 2-15,0 1-3 0,0-2 1 0,0 1 4 16,1 0-3-16,-1 1 2 0,2 2-9 0,-2-1 5 16,2 1 1-16,0-1 3 0,-3 2-5 0,3 0-1 0,1 1 0 15,0 1 0-15,0 0-2 0,-2-1 4 0,1-2 1 16,0 4 3-16,-3-2 2 0,2 3-7 0,-2-1 3 15,-1-1-5-15,0-1 4 0,-1 0 4 0,0-1-3 16,0 1 3-16,-1-1-2 0,1 0-3 0,-1-1 0 0,1 0-1 16,0-1 0-16,1 0 3 0,0 0-1 0,0 1 1 15,2 2-5-15,-2 0 6 0,2-2-1 0,0 1 4 16,-1-2-6-16,2 3-2 0,-2 0 1 0,0-1 0 16,2 1 1-16,-3-5 5 0,0 0-1 0,0-1 2 15,1-2-9-15,-2 1-1 0,0-2 1 0,0 0 2 16,0-1 8-16,0 3-4 0,0-4 1 0,0 2-2 15,-2-1-2-15,1 1 1 0,0 1 1 0,-1 0 0 0,-1 1-4 16,1 0 5-16,-1-1 1 0,-2 2 1 0,1-3-5 16,1-1 6-16,-1 0-6 0,2-2 7 0,0 1-5 0,-1 3-3 15,2-2 3-15,-1 1-2 0,-1-3 3 16,1 0-3-16,1-4-3 0,0 1 2 0,1 0 8 0,0-2-8 16,0-1 2-16,0-1-4 0,0-1 3 0,0-1 2 15,0 1 5-15,0-2-4 0,0 1 3 0,0 0 1 16,0-2 0-16,0 0 3 0,0 0 8 0,0 0-7 15,0 0-2-15,0 0 0 0,0 0-3 0,0-1-6 16,0 1 6-16,0-1-6 0,0 0 5 0,0 1 6 16,-2-1-7-16,1 1 5 0,0-1-9 0,0 0 0 15,0 1 1-15,-3-1-1 0,0-1 11 0,0 1-8 0,-4 0 5 16,1-1-7-16,-2 5-1 0,-1 1 3 0,2-3-4 16,-3 1 5-16,0-1 1 0,2-2-1 0,-5 2 1 15,0-2-2-15,0 0-2 0,-3-1 5 0,3 1-5 16,1-1 5-16,-2 0-7 0,-2 0 6 0,0 0 4 0,-4 2 0 15,1-2 2-15,1 1-4 0,-1 1 0 0,-2-1-1 16,-2 0-1-16,-2 2 0 0,-3-1-1 0,3 0 0 16,-2 0-5-16,2 0 1 0,0 0 1 0,-2 1 2 15,-2-1 0-15,0-1-1 0,1 1-2 0,1-2 1 16,-1 1-1-16,2 0 3 0,-3-1-3 0,2-1 3 16,-4 1-6-16,1-1 6 0,-5 1-1 0,-1-1 4 15,-1 1-6-15,-2-1-1 0,1 1-2 0,2 1 1 16,-1-1 0-16,2 0 7 0,2-1-3 0,-2 2 4 0,2-1-9 15,-1 2 2-15,-2-1-3 0,1 2 3 0,-4-2 1 16,0 2-2-16,-2-2 2 0,-1 0-2 0,3-1 6 16,2 1-4-16,0-1 3 0,3-1-3 0,-1 0-1 0,3 0 0 15,-1 0 1-15,-3-1 1 0,-1-1 1 0,-3 0 0 16,3 0-4-16,0 1 2 0,-2-1 2 0,1 0-1 16,-1 1-1-16,3 1 0 0,3 0 0 0,0 0 0 15,1 0 0-15,-1 0-3 0,-1 1 0 0,-2 0 4 16,-1 2-2-16,-2-1 2 0,-2-1-2 0,5 1 0 15,0 1 2-15,2-2-1 0,2 0-1 0,-1 1 0 16,1 0 2-16,2 0 0 0,0-1 0 0,0-1-1 0,-1 1-2 16,1 1 2-16,-2-1 5 0,0 1 0 0,0-1-1 15,0 0-2-15,1 1-9 0,0-1 8 0,0 0-2 16,3 0 3-16,1 0-1 0,3 0-3 0,2 1-1 16,1-2-1-16,0 1 5 0,1 0 4 0,1 0-1 15,-1 0 0-15,3-1-12 0,0 0 8 0,0 0 0 0,3 0 4 16,-4 2-2-16,1-2 1 0,4 0-3 0,-1 0 1 15,4 0-3-15,3 0 2 0,-1 0 0 0,2 0 2 16,-1 0 0-16,1 0-3 0,2 0 1 0,1 0-3 16,0 0 3-16,1 0 0 0,2 0 1 0,-2 0-1 15,1 0 0-15,0 0-1 0,-1 0 0 0,1 0 0 16,1 0-1-16,0 0-6 0,0 0 2 0,-1 0-3 0,1 0 9 16,0 0-3-16,0 0 5 0,0 0-3 0,-1 0 0 15,1 0 2-15,0 0-1 0,0 0 3 0,0 0-3 16,0 0 5-16,1-2-4 0,0 1 5 0,0 0 4 0,0 0-7 15,-2-2-1-15,1-1-1 0,0-8-4 0,0-1 6 16,0-1 6-16,0-2-1 0,-2-2 6 0,0-3-5 16,0-3-5-16,1-3 2 0,1-3-2 0,1-9-2 15,2-6 1-15,4-4-3 0,2-5 1 0,2-3 2 16,0 1-4-16,3-2 1 0,1 4-6 0,0 1 9 16,2 0-3-16,0-2 4 0,-2 0-3 0,-2-3-1 15,-1 2 5-15,-3 3-4 0,0 2 0 0,-1 5 0 16,0 4 1-16,-1 3-1 0,0-1 2 0,1-1-2 15,0-1-1-15,0-3-1 0,0-4 1 0,-1-1 0 0,0 3 2 16,1 1-2-16,0 7 1 0,-1 2-1 0,0 4 0 16,-2 5 0-16,1-1 0 0,0 4 0 0,-2 0 0 15,0 3 0-15,-1 0 7 0,0-2-7 0,1-1 0 16,-1 1-2-16,2-3 1 0,-2 6 4 0,-1-1-1 0,0 1 3 16,-1 1 0-16,0 2-7 0,0 0 5 0,0 3-4 15,0-1 7-15,0-1 2 0,0 4-7 0,0 0 3 16,0 3-12-16,0-1 10 0,0 2 3 0,0-1 1 15,0 2-2-15,0 1-6 0,0 1-2 0,0 0-1 16,0 0 9-16,0 1-9 0,0-1 8 0,0 1-8 16,2 0 8-16,-1 1-2 0,0 0 2 0,0-1-1 15,0 1 5-15,0-1-9 0,1 1 0 0,-2 3-3 0,0-1 6 16,1 0-6-16,-1 0 3 0,0 1-7 0,0 0-1 16,1-1-36-16,0-1-12 0,0 1-19 0,0 1-160 15</inkml:trace>
  <inkml:trace contextRef="#ctx0" brushRef="#br0" timeOffset="50257.89">10281 7204 196 0,'0'0'0'0,"0"0"21"15,0 0 34-15,-1 0 8 0,0 0 12 0,0 0-13 0,-1 0-50 16,2-1 5-16,0 1-13 0,-1 0-3 0,1 0-2 16,0 0 5-16,0 0-2 0,0 0 28 0,0 0 7 15,0 0-3-15,0 0 4 0,1-1 3 0,1 0-6 16,-1-1-2-16,1 1-3 0,0 0-9 0,3-3 10 16,5-3 4-16,-1 6-1 0,2-9-8 0,-1-1 0 15,2 0-12-15,1 0 8 0,2 0-11 0,0 2-1 16,3 1 3-16,2-3-4 0,0 2 2 0,0-3-3 15,4 1-1-15,0 2 0 0,1-2-6 0,2 2 2 16,-2-1 0-16,2 2-1 0,-1 0 5 0,-4 1-4 0,-1 1-3 16,-2 0 0-16,-3 1-3 0,-1 2 6 0,-1-1 2 15,-3 1 0-15,0-1-9 0,-3 2 8 0,-2 0-4 16,-1 0 4-16,1 1-4 0,-4 0-5 0,0 0 3 16,0 1-3-16,0-2 8 0,0-1-8 0,1 1 3 0,-1 1-8 15,-1-1-10-15,0 1-42 0,0 0-11 0,1 0-11 16,-1 0-34-16,0 0-4 0,-1-2 2 0,0 1-5 15,0 0 0-15</inkml:trace>
  <inkml:trace contextRef="#ctx0" brushRef="#br0" timeOffset="50557.66">10380 7177 391 0,'-1'0'81'0,"0"0"99"0,-2 0-63 0,0 0-52 16,-3 0-9-16,1 0-12 0,0 0-32 0,3 0-3 16,1 0 2-16,-2 0-4 0,1 0-11 0,0 0-6 15,1 0-1-15,-1 0 1 0,1 1 12 0,0 0-5 16,0 1 3-16,0-1-6 0,1 0 6 0,0 1 3 16,0 1-1-16,1-1 4 0,0 0 17 0,0-1 5 15,0-1 0-15,12 6-2 0,1-2-16 0,4-3 12 16,1-1-5-16,3-1 6 0,3-3-12 0,0 0-7 15,4-2 4-15,-7-1-5 0,4 0 2 0,1 0 0 0,-2 0-7 16,3 1 3-16,-3 0-5 0,-5 1-1 0,-1 0-5 16,0-1 2-16,-2 2-14 0,0-1-10 0,-1 0 3 15,3 1-11-15,0-2-33 0,1-1-106 0,1 0 5 0</inkml:trace>
  <inkml:trace contextRef="#ctx0" brushRef="#br0" timeOffset="51207.95">12941 6932 557 0,'0'0'51'0,"0"0"-7"16,-1 0 24-16,0-1-3 0,0 0-12 0,-1 0-26 16,1 1-26-16,0 0 9 0,0 0-13 0,1 0 9 0,0 0-7 15,0 0 4-15,0 0-5 0,1 0 2 0,0 0 8 16,2 0-11-16,1 0 10 0,12 0-1 0,-1 0 7 16,0-2 5-16,3-2-2 0,1-1 6 0,2-1-1 15,1-1-2-15,-1 0 1 0,-3 0 4 0,0 0-7 16,-2 0 1-16,-1 0-3 0,-2 1-6 0,0 0 0 15,-1 0-3-15,-2 2 1 0,-1 0-7 0,-3 1-1 16,-1 0 0-16,0 1 0 0,-1 1-2 0,-2 0 0 16,0-1 1-16,1 1-1 0,-1 0-6 0,0 0-17 0,0 0-14 15,-1 0-5-15,0-1-86 0,0 1 15 0,0 1-21 16,1 0 19-16,-1 0-30 0</inkml:trace>
  <inkml:trace contextRef="#ctx0" brushRef="#br0" timeOffset="51474.86">13021 7002 89 0,'0'1'25'16,"-1"0"-1"-16,0 0 36 0,0 2 7 0,-1-1 1 15,-2 5 19-15,-3 0 12 0,2 0-8 0,0-3 9 16,4-1-13-16,-1 0-12 0,-1-2 2 0,2-1-8 16,-1 1-24-16,1-1-23 0,-2 2-2 0,1 1-5 0,1-1-5 15,0-1 17-15,1 0-6 0,0 1 9 0,1-2-14 16,1 0 3-16,10-3-9 0,9-5 5 0,2-1-15 15,1-2 6-15,2-1-1 0,-4 3 3 0,-1-2-8 0,1 2 6 16,-2 1-4-16,-2-1 4 0,0 2-6 0,-3 1 0 16,-2 2 4-16,-1 0-4 0,-1 2-1 0,-2-1 2 15,-1 2-1-15,-2 0 1 0,-1 0-7 0,-2 1 1 16,0 0 0-16,-1 0 0 0,2 0-10 0,-2 0-13 16,-1 0-13-16,3 0-6 0,-2 0-114 0,0 0-105 15</inkml:trace>
  <inkml:trace contextRef="#ctx0" brushRef="#br0" timeOffset="56046.55">12912 7442 197 0,'0'0'0'0,"0"-2"3"0,0 1 39 0,-2 0-3 16,1 0 3-16,1 0-9 0,-1 0-5 0,1-1-14 15,0 1 6-15,0 0-7 0,-1-1 3 0,0-1 20 16,0 1-1-16,-1 0 10 0,1-1 26 0,0 1-25 0,0 0 7 16,0-1-14-16,0 2 0 0,-1 0-19 15,1 0 0-15,0-1-10 0,0 1-15 0,0 0 2 0,-1 0-4 16,1 0 5-16,0 0 4 0,1-1 10 0,0 2-4 15,0 0 6-15,0 0-3 0,0 2-7 0,0-1 10 16,0 1-9-16,0 0 10 0,6 11-7 0,0 0 0 16,1 3-2-16,1-1-1 0,0 1 3 0,2 1-6 0,-1-2 4 15,2 3-1-15,-10 1-5 0,13-1 3 0,0 5-4 16,2 0 6-16,1 1-3 0,1 0 2 0,-1 4-4 16,0-4 0-16,-1 3 2 0,-2 1-4 0,-1-2 4 15,-1 3-3-15,-1-2-2 0,-3 1 3 0,-2 0-1 16,-3 3 0-16,0 3 2 0,14 1 3 0,-10 3 0 15,-4 2 7-15,-6 1-11 0,-2 1 5 0,-5 3-5 0,-2-3 15 16,-1-3-14-16,2-4 2 0,-1-7-3 0,0-2 11 16,-1-1 0-16,-1-1-2 0,1-2-1 0,1-2-5 15,1 1 11-15,0-1 5 0,2-4 1 0,6 1 10 0,-8-1 5 16,-2 0-8-16,1-3 7 0,4 1-12 0,-4-2-8 16,0-1 2-16,3 3-5 0,-3-3-3 0,4-2-5 15,-2 0-1-15,3-4-2 0,1-1 3 0,0 2-3 16,3-3 5-16,-1 0-6 0,1-1-1 0,-1 0-9 15,1 1-7-15,-1-2 0 0,1 0-32 0,-1 0-14 16,2-1-3-16,-2 0-2 0,2 0-4 0,0 0 2 16,-1-1 4-16,1-2-2 0,1-9 3 0,-2-1 14 15,2 2 0-15,-1 0 7 0,-2-1 19 0,1 5 3 16,1-3-3-16,-2 2 3 0,2 1-5 0,0-2 12 0,0 2-4 16,0 1 5-16,1-1-8 0,-3 2 9 0,2 1-1 15,1 2 4-15,-1 0 1 0,1-1 15 0,1 2-1 16,-1-1 9-16,1 1 24 0,0 0 19 0,-2-2 13 15,0 1-2-15,1-1 35 0,0 2-9 0,0 0-5 16,0 0-4-16,0 0-33 0,-1 0-2 0,1-1-1 0,0 1-3 16,0 0-16-16,0 0 6 0,0 0-4 0,-1 1 5 15,1 0-10-15,0 0 1 0,0 0-6 0,0 1 4 16,-1 0-3-16,1 1-12 0,0 1 10 0,-6 12-13 16,1-1 5-16,2 3-3 0,-1 1-6 0,2-3 4 15,0 1-3-15,1 0-1 0,-1-3-1 0,1 5 0 16,0 0 5-16,0-7-8 0,1 4 4 0,0-7-4 15,0 0 6-15,1 0-3 0,0-1-2 0,0 0 0 0,0-1 0 16,0-2 3-16,0-2 2 0,0-1-1 0,0 3 3 16,0-3-1-16,0 3-4 0,0-3 3 0,0 1-5 15,0 0 8-15,0 1 8 0,1-2-1 0,0 0 10 0,0 0-7 16,2 0-7-16,8 1 2 0,6-4-9 0,2-2-2 16,1-4 4-16,1-3-4 0,-1-1-6 0,1-1 5 15,-3 3-3-15,-1-1 4 0,0 2-3 0,-3-1 0 16,0 2 1-16,-5 2 1 0,1 0 0 0,-3 2-2 15,-2 1 2-15,-3 2-2 0,-1 1-7 0,1-1-2 16,1 0-4-16,-1 0 2 0,1-1-9 0,-1 1-43 16,-1 0-9-16,0 0-16 0,0 0-76 0,-1-1-76 0,0 0-45 15</inkml:trace>
  <inkml:trace contextRef="#ctx0" brushRef="#br0" timeOffset="56814.41">11491 9215 581 0,'-1'0'40'0,"0"-1"7"0,0 1-21 16,-12-5-14-16,2 1-8 0,4 3 4 0,1 0-6 16,1 0-2-16,2 0-1 0,2 1-5 0,0 0 0 15,-1 0 5-15,0-1-3 0,0-1 3 0,-1 1 0 16,1 0-2-16,1 0 3 0,0 0 19 0,-1 0 33 16,2-1-4-16,0 1 15 0,0 0 3 0,0 0-11 15,2 0 4-15,-1-2-9 0,1 1-9 0,1 0-11 16,4-3 1-16,2-1-4 0,3-1-2 0,2 0-9 0,0 2-1 15,2 1-2-15,-1 1-2 0,2 1-11 16,0 1 6-16,-1 1-6 0,2 0 1 0,-1 2-1 0,3 2-1 16,-1-1 0-16,0 3 1 0,-1 0 6 0,-3-2-3 15,-1 1 2-15,0 2-11 0,0 1 7 0,-1 1-2 16,-1-1 5-16,-3-1 1 0,0-5 3 0,-1 10-5 16,-2-2 5-16,0-1 9 0,-3-2-5 0,-1 2 7 0,1 2-7 15,-1-2 9-15,5 2-6 0,-2-3 6 0,-2 0-6 16,0 2 7-16,-2 3-6 0,-1 0-2 0,-1 2 0 15,-3 1 0-15,0 0-8 0,-3 0 8 0,-2 1-7 16,-1 0 5-16,-2 1-2 0,8 1-6 0,-10 0 4 16,-3-1-8-16,0 2-2 0,0 0 3 0,-1 3-2 0,-2-3 11 15,-1 3-9-15,0-2 4 0,-4 4-5 0,3 0 0 16,-2-3 5-16,3 0-4 0,1 3 4 0,-2-1-5 16,-1 3 4-16,1-4-4 0,0-5 4 0,3 1 0 0,2-5-6 15,2 0 6-15,3-1-5 0,0-1 11 0,4-2-8 16,1-2 1-16,2-3-3 0,1 0 4 0,1 0-8 15,2-3 5-15,0-1-7 0,0 1-1 0,1 0-2 16,-1 0-1-16,1-1 1 0,-1 1-7 0,1 0 7 16,0 0-4-16,0-1 6 0,0 2 8 0,0-2-6 15,0 0 4-15,8 5-6 0,5 1 7 0,0-1 0 16,1-2 1-16,3 0-1 0,2-2 1 0,-2-1 3 16,1 1-2-16,0-2 2 0,1 0-4 0,3 0 0 0,-3 0 0 15,3-2 1-15,-3 1 1 0,0 0-2 16,1-1 1-16,-2-1 1 0,-2 1 7 0,1 0-9 0,0-2-1 15,-6 3-2-15,2-1 2 0,-4 0-2 0,-1 1 1 16,2-1-1-16,-5 1-3 0,-2 0 0 0,-1 1 1 16,0 0 0-16,-1 0-4 0,1-2-17 0,0 1-8 0,1-1-7 15,-2 0-84-15,0-1-43 0,2-5-7 0,-1-1-9 16,-2-2-27-16</inkml:trace>
  <inkml:trace contextRef="#ctx0" brushRef="#br0" timeOffset="57144.4">11344 9657 787 0,'-1'0'107'0,"0"-1"210"0,-2 0-264 0,0 0-10 16,-1-1-10-16,3 2 0 0,0 0-26 0,-1-1-26 15,-1 0 0-15,1 0-11 0,1 0 3 0,0-1 13 16,-1 2 4-16,2 0 0 0,0 0-3 0,0 0 7 16,2 0-4-16,-1 0 6 0,1 0 9 0,11 2 0 15,1-1 8-15,1 0-5 0,2-1 14 0,2 0-5 16,0-1 1-16,-1-2-3 0,5 1 2 0,-1 0-3 0,-1-2 3 16,0 2-3-16,-1 0-7 0,2-2-6 0,-1 0 0 15,0 1 0-15,-1 1 3 0,-5-1-10 0,3 1 4 16,-3 0-7-16,-1-1-1 0,0 1-20 0,-1-1-2 15,1 1-5-15,-1 0-5 0,0-1-149 0,-1 1 26 0,0 0-70 16,1-1-9-16</inkml:trace>
  <inkml:trace contextRef="#ctx0" brushRef="#br0" timeOffset="57829.03">11851 9955 1030 0,'0'0'57'0,"-1"0"3"0,0-2 7 15,-1 1-18-15,1 0-5 0,0 0-22 0,0 0-12 16,0-1-5-16,0 1-2 0,-1 0-14 0,1 0-3 16,0 0-2-16,0 0 0 0,0-1-2 0,1 1 7 15,0-1-1-15,0 1 2 0,1-3 2 0,1-2 5 16,-1 3 2-16,-1 2 0 0,0-1 4 0,3 0 5 15,-1 0 5-15,-1-1-2 0,0 2 14 0,1 0-8 16,-1 0 5-16,0 0-5 0,0 0 8 0,0 1-4 16,1 0-4-16,-1 0 1 0,0 1-14 0,0 1 4 0,1 9-4 15,1 6 3-15,-3 2-2 0,0 0-4 0,-1 0 6 16,-2-2-6-16,1 0 4 0,-2-2 0 0,2-1-3 16,0-2 2-16,-1-1-3 0,2-3 5 0,-1 1 2 0,1-2-1 15,-2 0 3-15,2-1-9 0,0-1-1 0,0-2-1 16,0 2-3-16,1-3 7 0,0 1-2 0,0-1 4 15,0-1-5-15,-2 3 1 0,2-3 0 0,-1 1 0 16,0 1-4-16,0-1-4 0,0-1-3 0,-1 0-1 16,1 1-19-16,0-1 12 0,1 0-8 0,0-1 9 15,0 0-16-15,0-1 2 0,0 0 1 0,0-2 2 16,-1-11 13-16,1 0 5 0,0-1-3 0,0-1 3 16,0 0 0-16,1 0 8 0,0 0-1 0,0 0 2 0,2-1 1 15,0 1-7-15,2-1 3 0,0 2-6 0,1 1 2 16,1-1-2-16,-1 2 3 0,1 2-3 0,0 2-2 0,-6 4 0 15,8 2 3-15,-2-1 0 0,0 2 10 0,2-4 10 16,-1 1-2-16,-1 2 5 0,-5 3 2 0,1 0 4 16,-2 0-1-16,0 0 4 0,1 0 8 0,-1 0-1 15,1 0-1-15,0 0-2 0,0 1-10 0,1 0-1 16,-2 1 1-16,-1-1-2 0,3 10-6 0,1 2 5 16,-2 2-3-16,-1-1 3 0,-1 0-13 0,0 1 2 15,0 0 1-15,-1-1 0 0,0-1-2 0,-1 1 3 16,1-2-7-16,-1 0 5 0,1-1-3 0,1-1-2 15,0-1 3-15,0 1-3 0,0-1 5 0,0-1 1 0,0 2-1 16,0-2-1-16,0-3-8 0,0-1 5 0,0-1 0 16,0-1 2-16,0 1-9 0,0 0-14 0,0-1-7 15,0 1 0-15,0-2-21 0,1 0-104 0,1 0 8 16,-1-1-51-16,1 0-91 0</inkml:trace>
  <inkml:trace contextRef="#ctx0" brushRef="#br0" timeOffset="58263.86">11800 9666 438 0,'0'0'80'0,"-1"0"-2"0,0-1 48 0,0 0-14 16,0 0-4-16,0 0-30 0,-1 0-22 0,1-1-9 15,0 1-5-15,0 0-34 0,0 0-8 0,-1 0 1 16,1 1-2-16,0 0 6 0,0 0 0 0,1 0 6 16,0 0-2-16,0 0 14 0,1 0-5 0,0 0 13 0,2 0-8 15,1 0 23-15,8 0-4 0,2 0-9 0,-1 0 6 16,2 0-1-16,0 1 0 0,1 0 0 0,0 0-2 16,1 0-11-16,1 2-6 0,-3-1-1 0,3 2-1 15,-2-3-9-15,-2 1-2 0,0-1 1 0,-3 0-2 16,-1 1-11-16,2-1 1 0,-1 0-9 0,-2 0 6 15,-2-1-20-15,-1 0-60 0,-1 0-106 0</inkml:trace>
  <inkml:trace contextRef="#ctx0" brushRef="#br0" timeOffset="62999.84">5984 12666 72 0,'0'0'0'0,"0"0"40"0,0 0 16 0,0 0 18 15,0 0 4-15,-1 0-29 0,0 0-11 0,0 0-5 16,0 0 4-16,-1 0-4 0,1 0-6 0,0 0-7 16,0 0-8-16,0 0 5 0,0 0-6 0,-1 0-8 15,1 0 9-15,1 0-10 0,-1 0-1 0,1 0 7 0,0 0-1 16,0 0 5-16,0 0 12 0,0 0 10 0,-1 0-5 15,0 0 7-15,-1 0 2 0,1 0 0 0,0 0 8 16,0 0-6-16,0-1 9 0,0 1-13 0,-1 0-5 0,1 0-1 16,0 0-12-16,0 0-9 0,0 0 3 0,0 0-6 15,-1 0 2-15,1 0-3 0,0 0-2 0,0 0 0 16,0 0-3-16,-1 0 2 0,0 0 4 0,0 0-3 16,-1 0-6-16,1 0 9 0,0 0-6 0,-1 0 8 15,1 0-9-15,0 0 8 0,-1 0 5 0,2 0 1 16,-2 0-4-16,-1 0 9 0,1 0-5 0,-1 0 7 15,2 0-2-15,-2 0-9 0,3 0 2 0,-1 0-4 0,-2 1 1 16,1 0 6-16,-2 1-10 0,0-1 10 0,3-1-2 16,-2 1 1-16,1 0 4 0,0-1-6 0,0 1-10 15,2-1 11-15,-2 0-8 0,1 0 9 0,-2 1-7 16,2 1-6-16,0-1 5 0,-1 0-5 0,1 0 7 0,0 0-2 16,-1 1 2-16,2-1-1 0,0 0 2 0,0 0 3 15,0 0-5-15,-1 0 4 0,1 1-3 0,0-1 0 16,0 0-2-16,0 0 0 0,0 0-3 0,-1-1 0 15,1 0 6-15,0 1-5 0,0-1-6 0,0 0 10 16,1 0-6-16,0 0 9 0,0 2-6 0,0-2-4 16,0 1 1-16,0 0-1 0,0 0 1 0,0 0 6 15,0 1-4-15,0-1 4 0,0 0-3 0,1 0-3 16,0 0 4-16,0 0-4 0,0 1 7 0,1-1-1 0,-1 0 0 16,1 0 1-16,0 0 6 0,1 0-10 0,0 1 6 15,4 0-7-15,2 0 7 0,-1 1-4 0,0-1-4 16,3 2 1-16,-1-1-1 0,1-1-3 0,1 2 5 15,1-2-5-15,-1 1 7 0,1 0-4 0,2 0 2 16,-1-1-2-16,1 0-1 0,1 1 10 0,2-2-6 0,2 0 9 16,2-1 1-16,2 0-7 0,-2 0 7 0,1 0-7 15,-3 0 7-15,2-1-11 0,-1 0 4 0,0 1-5 16,0-2 0-16,2 2-2 0,-1 0-1 0,-2-1 1 16,-1 1 0-16,-3 0 6 0,1 0-4 0,-3 0 4 15,1 0-7-15,-1 0 4 0,-1 0-2 0,0 0 3 0,-1 0-5 16,-1 0 0-16,-1 1 6 0,-3-1-4 0,0 0 3 15,-1 0 6-15,-1 0-8 0,0 0 7 0,-2 0-1 16,-1 0 2-16,1 0 0 0,-1 0-1 0,-1 0-5 0,2 0-2 16,-1 2 2-16,0-1-2 0,1 0 5 0,-1 0-3 15,-1 0 1-15,0-1-3 0,1 0-2 0,-1 0 5 16,0 0-4-16,0 0 2 0,0 0-13 0,0 0-12 16,-1 0 0-16,0 0-4 0,0 0-7 0,0 0-44 15,0 0-8-15,0 0-14 0,-1 0-36 0,0 0-21 16,0 0 0-16,0 0-14 0,0 0-58 0</inkml:trace>
  <inkml:trace contextRef="#ctx0" brushRef="#br0" timeOffset="63517.99">5873 12926 483 0,'-2'0'58'0,"1"0"105"0,-1 0-94 16,1 0 2-16,-4 0 1 0,1 0-4 0,1 0-22 0,-1 0-9 15,3 0-1-15,0 0-2 0,0 0-10 0,-1 0-5 16,-1 0-3-16,1 0 1 0,1 0-7 0,-1 0 6 16,1 0-3-16,0 0 4 0,0 0-3 0,0 0 4 15,0 0-1-15,-1 0 2 0,1 0-9 0,0-1 6 16,1 0 2-16,0 0 2 0,0-1 2 0,1 1-8 16,0 0 3-16,2 0-5 0,3-1-7 0,5-3 5 15,4 0-8-15,1 0 8 0,2 2-1 0,0-1-8 16,4 1 6-16,-1-1-7 0,0 1 4 0,2 0 1 0,0 2 0 15,1-1 1-15,5 0-6 0,-3-1 5 0,4 0-5 16,-3 0 6-16,-1 1-4 0,2 0 7 0,-2 0-5 16,1 1 5-16,1 0-5 0,-4 0-3 0,-1 0 6 15,-4 1-5-15,1 0 6 0,-2 0 5 0,0-1-3 0,0-1 4 16,0 1 6-16,-2 1 8 0,-3-1-6 0,2 1 6 16,-4 0-7-16,1 0-6 0,-1 0 4 0,-2 0-6 15,2 0-4-15,-3 0-5 0,1 0 2 0,-1 0-3 16,0 0 2-16,-4 0-14 0,1 0 1 0,1 0-10 15,-3 0-30-15,2-1-110 0,-3 1-79 0</inkml:trace>
  <inkml:trace contextRef="#ctx0" brushRef="#br0" timeOffset="71229.72">15478 2393 76 0,'0'0'0'0,"0"0"31"0,0-1 20 16,0 0 28-16,0 0 10 0,0 0-23 0,0-1-11 0,0 1-16 16,0 0-5-16,0 0 2 0,0 0-11 0,0 0 3 15,0-1 2-15,-2 1 0 0,1 0 3 0,0 0-15 16,0 0 4-16,0 0-6 0,-1-1 0 0,1 1 1 15,-1 0-6-15,0 0 5 0,-1 0-3 0,-1-2 2 16,-5 0-2-16,-1-2 1 0,-2-1 5 0,3 1-12 16,-2 1 12-16,2-1-11 0,-1 0 10 0,-3-1-11 15,1 1-7-15,0-1 3 0,-3-1 0 0,1 0 0 16,-1 0 5-16,-1-2-4 0,-3 1 12 0,0 0-7 16,-1 0 0-16,1 1-3 0,-1 0-6 0,1 1 5 0,2 0-2 15,-4 1 2-15,-2 0 4 0,0 1-8 0,-6-1 4 16,2 1-5-16,3 2 7 0,-2 0-7 0,1-1 5 15,3 2-6-15,-4-1 4 0,4 1-2 0,3-1 1 16,-1 1-1-16,3 0 7 0,2 0-10 0,0 0 0 0,1 1-3 16,-2-1 9-16,2 1-2 0,1-2 2 0,2 1-4 15,-4 0 0-15,2 0 0 0,-1 1-2 0,0-1 2 16,0 1 2-16,1 0 0 0,-2-1 1 0,-2 1-3 16,0-2-3-16,-4 1 3 0,1 1-1 0,0-1 1 15,-1 1-1-15,-2 0-6 0,2 0 3 0,0 0-7 16,-2 1-16-16,0 2 23 0,2-1-11 0,0 0 15 15,1 2-7-15,1-1 6 0,-1 2 1 0,0 0 1 0,1-1 2 16,0 1-5-16,2 0 3 0,-1 1-3 0,1-2 6 16,2 1-4-16,-5 0-1 0,0 0-1 0,1-2 4 0,-3 2 0 15,1-1-3-15,-1 0 0 0,-1 1-3 0,0-1 4 16,2 1 0-16,-1 0-1 0,2 0-18 0,2-1 12 16,-4 2-2-16,4 0 7 0,0 1 5 0,0 1-3 15,2 0-3-15,1 1 0 0,-2 0-3 0,2 1 6 16,-2-1-1-16,3 0 1 0,0-7-3 0,0 8 2 15,-1 4 3-15,-1 0-1 0,0 2-1 0,-2-2-1 16,0 2-2-16,-5 2 1 0,2-3 3 0,-1 2 2 16,-2-3-1-16,3-1 2 0,1 0 12 0,-1 1-14 0,1 0 10 15,2 0-12-15,-2-1 1 0,1 1 7 0,3 0-8 16,-1 3 8-16,2-1 0 0,1 0-11 0,1 2 5 16,0-1-5-16,1 1 10 0,1 0-5 0,1 2-1 15,3-2-1-15,0 0 4 0,2 4-5 0,1-1 1 16,-1 3-3-16,2 4 5 0,-2 0-5 0,0 3 7 0,0 2-6 15,1 0 6-15,-2 3-1 0,0-5-2 0,-2-1 0 16,-2-3-1-16,0 1 0 0,-1-1 1 0,1 0 0 16,0 0-3-16,0 0 4 0,1-1 2 0,0 1 3 15,1-1 1-15,2 3-2 0,1 0-1 0,3 0 1 16,-3-2 0-16,-10 4-4 0,7-2 0 0,4-1-1 16,4 4 3-16,2-6-9 0,3 0 2 0,1-2-4 0,1 0 15 15,2 1-9-15,1-1 4 0,0 1-7 0,1 1 8 16,0 0-7-16,-1 2 3 0,1 3-5 0,-1 0 4 15,0 2 2-15,-2 0 2 0,-1 1 0 0,0 0-5 0,-1 0 3 16,0-1-1-16,0-4 4 0,0-3-7 0,-2-3 10 16,2-1-7-16,1 0 9 0,1-1-9 0,1 0-2 15,0-1 0-15,-1-2-1 0,3 0 3 0,1 0-8 16,-8 0 3-16,15 2-4 0,0-2 11 0,1 1-2 16,0 2 0-16,1-1-2 0,-1 2 5 0,1 1-7 15,-1-1 4-15,-2-2-6 0,1 4 5 0,-2 1 2 16,2 0 0-16,-2 1 3 0,-1-2 7 0,1-3-12 15,-3-2 7-15,0 1-8 0,1-1 8 0,0 1-4 0,3-3-2 16,0 2 0-16,-1-2-3 0,2-1 2 0,-1 0 1 16,2-1-1-16,2 1 2 0,0-1-1 0,2 1 0 15,5 1 0-15,-2-1 5 0,2 0-4 0,-2 3 1 16,0-4-2-16,1 3-1 0,0-3 0 0,2-2-2 16,-6 1 2-16,1-1 1 0,1 2 0 0,0 2-1 0,1-2-1 15,1 2-1-15,-1-3 0 0,2-3 4 0,2 2-2 16,3-1-1-16,0-2 4 0,1-1-5 0,-2-1 3 15,-2 0-5-15,2 1 2 0,-5-2 7 0,0-1-4 16,-1-1 0-16,-1 0 7 0,1 0-9 0,1-3 10 16,1 2-4-16,1-1-1 0,4 0 1 0,4-1-2 15,1 0-2-15,-2 2-3 0,2-2-1 0,-2 3 0 0,0 0 3 16,0 0 0-16,-5 3 2 0,-2-4-1 16,0 2 2-16,-1-1 4 0,0 0-1 0,3-2-1 0,-1 2-10 15,-1-2 6-15,3 2-3 0,2-3 5 0,-4 1 2 16,5-2-4-16,-1 15 6 0,-3-7-5 0,7-6-3 0,-6-3 8 15,0 0-6-15,0-2 8 0,0-3-9 0,0 0-6 16,2-2 7-16,3 0-5 0,2 0 5 0,1-1-1 16,2 1 0-16,-3 1-1 0,-1-1-1 0,-1-1 4 15,-4-1-3-15,0 0 5 0,-1 0 3 0,-2 0-7 16,2 0 0-16,-2 0-3 0,2-2 3 0,5-1-1 16,2 0 2-16,1-2 0 0,2-1 3 0,0-3 1 15,-2 16-5-15,-2-21 1 0,-2-1-4 0,0-1 4 16,-2 1-2-16,2-3 2 0,-2 2-1 0,4-1-2 0,3 0 3 15,-2-1-3-15,3-2 6 0,-1-1-4 0,-5 1 3 16,0 0-4-16,-6-2 4 0,-2 0-1 0,-3 1 0 16,-6-7 1-16,-2 2 5 0,1-1-1 0,-4-6-1 15,1 6 1-15,-1-2 7 0,-2 0-12 0,2 5 10 0,-2-1-11 16,2 1 6-16,0 2 0 0,-4-1-2 0,2 1 2 16,0-1-8-16,1-3 2 0,-3-4-2 0,2-4 3 15,-4-1 6-15,-2-4-2 0,3 2 0 0,-6 2-2 16,1 3 4-16,-3 3 3 0,16 3 3 0,-10 1 0 15,-4 2 4-15,-3 0-9 0,-1 1-1 0,0-1-3 16,-1-2-5-16,-3-1 3 0,0-3 5 0,-5 2-1 16,0 0 1-16,-2 1 10 0,0 3-13 0,-1 0 12 0,-2 4-4 15,0 0 0-15,0 2 3 0,12 1-5 0,-11 2-8 16,-2-1 5-16,1 0-2 0,-2-1 3 0,0 0-2 16,0-1-6-16,-1 2 5 0,1-1-5 0,-1-1-1 0,0 3 3 15,-1-1-1-15,-3 1 4 0,-4 0 3 0,2 0 9 16,-4 3-6-16,0 3 5 0,0 1-14 0,-2 2 10 15,1 0-1-15,2 0 3 0,0 2-5 0,1-1 0 16,1 2-2-16,1 1 2 0,0-2-1 0,1 0-5 16,1 0 4-16,-3 2-3 0,3-2 2 0,-1 1-5 15,-2 1-1-15,1-2-1 0,-2 2 1 0,-2-2 6 16,-2 0-5-16,1 1 5 0,-2 2-7 0,1-2 8 16,-1 2 1-16,1-2 3 0,0 2 1 0,0 1-2 0,2 0 1 15,1 2-1-15,3-1-9 0,-1-2 6 0,1 2-7 16,-2 1 7-16,0 1-4 0,1-2-4 0,-2-2 4 15,-4 1-4-15,-1 0 4 0,2 3 1 0,-1-2-3 16,0 2 3-16,1 0-2 0,-4-4-2 0,1 1 0 0,3 0 0 16,1 0 2-16,2-2-1 0,0 3 2 0,1-1-2 15,-1 1 0-15,2-1 0 0,-5-2-1 0,4 2 1 16,-3-3-2-16,0 3 3 0,-1 1-3 0,-2 1 2 16,-3 2-1-16,2 1-1 0,0 1 3 0,1-1-1 15,3 1 1-15,2 1 2 0,-1-1-7 0,1-13 3 16,-1 6-5-16,2 3 8 0,-1 3 1 0,2 0 0 15,-2 1-5-15,-1 1 1 0,2 1 2 0,-2 0 0 0,0 0 4 16,2 0-5-16,-1 1-1 0,3 1 0 0,-1-1-6 16,2 2 8-16,1 0-2 0,1 1 4 0,2 1 0 15,2-1-5-15,0 1 0 0,2 0-4 0,1-1-5 0,4 0-1 16,-2-1-4-16,3 1 0 0,0 0-25 0,2-1-68 16,0 1-3-16,1-2-30 0,2 0-92 0,2-1-135 15</inkml:trace>
  <inkml:trace contextRef="#ctx0" brushRef="#br0" timeOffset="72190.74">17023 1882 1049 0,'-1'-1'4'0,"-1"-1"1"0,-1-2-2 16,-4-9 3-16,1 7-4 0,5 2-3 0,0 3-35 16,-1 1 1-16,0-2-11 0,0 0 6 0,0 0 25 15,1 1 5-15,0 0 6 0,0 0 4 0,0 1 5 16,0 0-8-16,-1 0 7 0,1 0-4 0,0 0 16 0,1 0 1 15,0 0 4-15,0 0-1 0,0 0 5 0,0 0 0 16,0 0 3-16,0 0 1 0,0 0 1 0,1 1 0 16,0 0-1-16,1-1-5 0,2 0 0 0,15 3-6 15,2-3 3-15,0 0-15 0,-1 0 2 0,3 1-4 0,-2 0 3 16,0 0-3-16,0 0-5 0,0 2 6 0,-1-1-5 16,2 1 7-16,-4 2-5 0,2 0 1 0,-1 0-2 15,-3-1 7-15,-2 2-4 0,-4-1-1 0,0 0 0 16,-3-1-5-16,-3 0 9 0,2-2-5 0,0 5 8 15,-2-1-8-15,0 1 13 0,-2-1 3 0,-1 0 2 16,1-1 8-16,-1-3 1 0,4 5-3 0,-3-2 1 16,2 2-10-16,1 3 1 0,-3 0-3 0,0 2 1 0,-1 0-10 15,-1 1-1-15,-2 3-2 0,-3 0 1 0,-2 1 1 16,-2 1-2-16,-2 0 1 0,10 1-2 0,-14 0-2 0,-3 1 2 16,2 1 3-16,-1 0-1 0,0 1 1 0,-1 0 0 15,0 2-4-15,0-1 2 0,-1 1-3 0,2 1 8 16,0-2-3-16,1 5 4 0,0-5-12 0,3 2 3 15,-1-4 3-15,2-2 2 0,3 1-4 0,-2-4 2 16,4 3-5-16,-1-5 3 0,0-1-1 0,1-2-1 16,1 0 2-16,1 0 0 0,3-3 3 0,-2 2-5 15,2-1 1-15,-1-2-3 0,1 0-1 0,-4 0 4 16,1 0-1-16,2-1 2 0,1 0 5 0,-1 0-9 16,2-1 1-16,0-1-5 0,1 0 7 0,0-1 0 0,0 1 0 15,1-1-1-15,0 0 3 0,2 0-2 0,7-2 1 16,4 1-1-16,3-1 0 0,0 11 0 0,2-5 0 15,1-3 0-15,0-1-7 0,1-2 8 0,-1-1-4 16,0 0 4-16,0-1-4 0,-1-1 6 0,0 1-3 16,0-1 4-16,1 1-3 0,-3 0-1 0,2-1 5 0,-1 1-5 15,-1 0 5-15,1 0-1 0,1 0-1 0,-3 0 0 16,-2-1-3-16,2 1 0 0,-6 1 0 0,2-1 0 16,-3 1 0-16,0 0-2 0,-2 0 4 0,-3 0-3 15,0 0 8-15,-2 0-1 0,1 0 1 0,-1 0 0 16,0 0 7-16,0 0-7 0,-1-1-5 0,0 0 1 15,0-1-10-15,-1 1-6 0,0 0 4 0,-1 0-6 0,0 0-6 16,-2-2-1-16,-7-4-10 0,-5-2 4 0,-2 1-28 16,-1 0-21-16,2-1 3 0,0 1-9 0,-2-1-4 15,4 0-19-15,0 0-4 0,1 5-8 0,0-8-24 16,1-4-77-16</inkml:trace>
  <inkml:trace contextRef="#ctx0" brushRef="#br0" timeOffset="72507.53">16779 2449 1231 0,'0'-2'0'0,"0"1"0"0,0-1-22 0,0 0 8 16,0-1-10-16,1 2 15 0,2 0 9 0,6-3-5 0,12 0 7 15,2 2-3-15,3 4 0 0,2 2 1 0,-1 3 1 16,1 0-3-16,-1 2 8 0,1-1-7 0,1-2 7 16,-2-2-5-16,-3-1 10 0,1-1-2 0,0 1 4 15,-1-1 1-15,-2-1-8 0,-1 0 0 0,-4-1-3 16,1 0 4-16,-3 0-4 0,-1 0 4 0,1 0-5 16,-6 0 3-16,-1 0 8 0,-2 0 0 0,-2 0 3 15,1-1-3-15,-1 1-15 0,0-1 6 0,-1 0-7 0,3-2 4 16,-3 2-27-16,-1 1-11 0,2-2-5 0,-1 1-37 15,3-3-152-15,2 1 1 0</inkml:trace>
  <inkml:trace contextRef="#ctx0" brushRef="#br0" timeOffset="73408.95">17539 2731 205 0,'0'0'3'0,"0"0"-10"0,0 0 14 0,0 1-7 16,0 0 26-16,0 0-11 0,0 2-4 0,0-1 2 15,1 7 17-15,0 1 13 0,-1 0 4 0,0-1 1 16,0-2 17-16,0 0-12 0,0-2-1 0,0 0-6 16,0 0-9-16,0-3 20 0,0 1-1 0,0-1 7 0,0-1-5 15,0 0 6-15,1 2 1 0,1-1 0 0,-1 1 0 16,0-2-22-16,0 0-3 0,0 0-6 0,2 0-11 0,-1-1 2 16,3 0-4-16,3-1 3 0,0-1-12 15,0-2-3-15,0-1 4 0,0 3-4 0,0-10-1 0,-1-1-2 16,1 2-6-16,0-3 4 0,0-2-4 0,0 1 0 15,0-1 0-15,1-1 0 0,1 2 2 0,-3-4 3 16,1 0-4-16,-1 0 3 0,1 2-4 0,-1 3 3 16,-1-2 1-16,0 5 0 0,-2 1 0 0,-3 3 3 15,1 4 0-15,2 1 1 0,-2 0-2 0,-1 1-9 16,2 0 4-16,-1-2-5 0,0 1 6 0,1 1-1 16,-1 0-1-16,0-1 0 0,1 2-5 0,-1 0 11 15,-1 2-4-15,0-1 7 0,1 2-9 0,1 14 7 0,0 0-2 16,-3 2 4-16,0-2-9 0,0-1 6 0,-2 1-4 15,0-3 5-15,1 1 2 0,0-1-10 0,-1-2 3 16,1 1-5-16,0-1 6 0,1-2 0 0,0 1 3 16,0-2-2-16,0-1-2 0,0-1 4 0,1 1-6 15,0-3 5-15,1 1-2 0,-1-1-7 0,0 0 5 0,0-2-4 16,0 0 3-16,1-1 4 0,-2-1-4 0,1-1 4 16,7 1 7-16,-1 5-11 0,0-2 3 0,4-1-5 15,-2-2 12-15,2-1-6 0,-1-1 2 0,0-1-5 16,3-4-7-16,-1-1 6 0,1-1 0 0,-2 5 3 15,3-10 3-15,-2 0 0 0,-2 1-2 0,0 0 1 16,-3-2-14-16,-1 2 11 0,2 0-4 0,-2 0 6 16,0 2-4-16,-2-1-1 0,0-1 3 0,2 3-2 0,-3 0 0 15,0-1 5-15,0 3-7 0,-2-1 4 0,4 2-8 16,-2 3 6-16,-2 0 0 0,-1 2 1 0,0 0-9 0,0 0 11 16,1-2-7-16,1 1 7 0,1 0-4 0,-1 0 1 15,0 1 6-15,1 0-4 0,-1 0-6 0,0 1 4 16,1 1-3-16,-1 0 3 0,-1 2-1 0,4 5 1 15,1 4 0-15,0 3 0 0,-2 0 6 0,0 0-4 16,1 2 2-16,-2-1-3 0,2 1 3 0,0 0-8 16,-1 1 5-16,1-3-4 0,1 2 10 0,0-2 2 15,1-1-6-15,1 0 4 0,0-1-7 0,-7 0 6 16,15 0 1-16,1 0 1 0,1-1-3 0,2-2-3 0,2-1 3 16,3-3-2-16,1-1 9 0,3-2-7 0,2-2 1 15,1 15-3-15,1-7-3 0,-1-8 4 0,0-1-4 16,-1-5 5-16,1-2 1 0,-3-2-8 0,0-3-2 15,0-1-5-15,-4-1-13 0,-1 8-3 0,-1-13-3 0,0-2-1 16,-2 0-22-16,1-3-69 0,2 1-45 0,-3-3-21 16,3 1-273-16</inkml:trace>
  <inkml:trace contextRef="#ctx0" brushRef="#br0" timeOffset="77712.12">5911 15367 95 0,'0'0'0'0,"0"0"41"16,-1-1 14-16,0 0 27 0,0 0 6 0,0 0-34 15,0-1-9-15,-1 1-4 0,1 0-6 0,-1 0 8 16,-1 0-12-16,1 0 4 0,0-1 2 0,-3 0 1 16,0 0 9-16,1-1-7 0,-1 1 2 0,1 1-4 15,1 0 6-15,-1-1-2 0,3 2 4 0,-1-1-5 0,-1 0-2 16,1 0-14-16,0 0 1 0,1 0-5 0,-1-1-7 15,1 1-6-15,0 0-3 0,0 0 1 0,0 0 7 16,0 0-5-16,-1 1 6 0,1 0-7 0,1 0 1 0,0 0 1 16,0 0-3-16,0 0 4 0,1 1 1 0,1 0-7 15,-1 0 2-15,0 1-3 0,2 3-5 0,6 7 3 16,-1 1 0-16,1 1 4 0,0 0 7 0,-1 0-10 16,0-1 1-16,0 1-5 0,-1-3 0 0,-1-2 2 15,2 3 1-15,-2-3 2 0,2 3 5 0,0-1-1 16,-3-2-1-16,0-2-1 0,0 0 0 0,-2-2-2 15,-1 1-2-15,3 0 0 0,1 0 3 0,-1-2-8 16,0-1 5-16,-2 0-6 0,1-1 14 0,-1 2-7 16,1 0 2-16,-1-1-4 0,1-1 3 0,-2 1-1 0,1-2-1 15,0 1 1-15,1 1-2 0,-1-1 7 0,2 0 4 16,-2 0 1-16,3 0-3 0,-2-2 2 0,0 0-7 16,2 0 6-16,-2 0-6 0,2-1 1 0,1-2 0 0,0 0-1 15,0-2-4-15,2 0 0 0,0-5 5 0,-2 0-4 16,3 2 8-16,-3 2-6 0,0-2-2 0,2 3-1 15,-4 2-9-15,0-4 13 0,-1 4-8 0,0 0 9 16,1 1-4-16,2-4 0 0,-2 3 3 0,2 0-3 16,-1 0-2-16,2 0 1 0,3-1-1 0,-2 3 1 15,-1 1-3-15,2 0 7 0,-2 0-1 0,0 0 3 16,2 1 1-16,-1 2-8 0,-2-1 3 0,1 2-3 0,-1-1 8 16,0 2-5-16,0 0 3 0,-1-3-5 0,-1 7 0 15,0 0 6-15,-1-1 0 0,0-1 2 0,-2 1-7 16,1 1 11-16,-2 0-7 0,5-1 8 0,-2 0-4 0,0-1 0 15,-1 0 2-15,0 2-1 0,-1-2 0 16,-1 0 0-16,0-3-3 0,1 2 2 0,-2-1-7 0,0-3-1 16,0 1 0-16,0-2 0 0,0 1 6 0,0-1-8 15,1 2 1-15,0-1-3 0,0 0 11 0,0 1-8 16,1-2 0-16,-1 0-4 0,1 0-2 0,0-1 7 16,3 0-4-16,3-2 3 0,2-2-9 0,-2 0 9 15,0-2-1-15,-1 0 2 0,1-8-3 0,2 2-1 16,-3 0 1-16,2 2-1 0,0-1 2 0,-1-1 4 15,0 3-4-15,-1 0 3 0,-1 3 1 0,0 2-3 16,1 2 3-16,0-1-4 0,1 2 1 0,0-2-3 0,2 0 0 16,-1 2-1-16,1 0 4 0,-1-5 0 0,-1 3 0 15,2-1 0-15,3 2 0 0,-4 2 6 0,4 0-4 16,-4 1 4-16,-2 1-7 0,2 2 1 0,-2-1 3 0,1 3 1 16,-1-1 5-16,0-4-8 0,-1 6 4 0,2 0-5 15,-2 1 6-15,3-2 1 0,1 1-1 0,-3 0 1 16,4-1 3-16,-3 0 7 0,0-2 2 0,3 2 1 15,-2-2 5-15,0 0-7 0,3-1-2 0,0 1-1 16,0-2-2-16,-1 1-9 0,2-2 5 0,-2 6-6 16,1 0 1-16,-1-2 0 0,0-2-4 0,1-1 3 0,0 0-2 15,-2-2-9-15,2 0-2 0,0-2-7 0,-2 0-22 16,2-1-21-16,1-2-41 0,2-3-9 0,1 6-299 16</inkml:trace>
  <inkml:trace contextRef="#ctx0" brushRef="#br0" timeOffset="82833.1">8556 13546 95 0,'-1'1'0'0,"-7"1"20"16,-9 4 192-16,1 1-75 0,0 0 2 0,2 0-102 16,1 0-16-16,0-5-11 0,2 11-1 0,-1 2-3 15,-1 0-11-15,1-1 7 0,-1 0-2 0,2 0 4 16,0 2-2-16,-1-1 0 0,2 0 3 0,-2 1 0 16,0-2 15-16,0 2 5 0,-1-1 3 0,0 3-1 15,2 2-5-15,-5 0-11 0,-1 1-4 0,0 0 0 0,1 2 0 16,3 3-4-16,1 1 1 0,-1 2-4 0,-3-2-6 15,-2-1 9-15,3 1-3 0,2-2 5 0,0 2-15 16,2-1 6-16,0 1-1 0,1 2 4 0,3 1-13 0,0 1-1 16,2 5-6-16,1 0 3 0,-1 2-7 0,1 3-25 15,2-1 5-15,1 1-11 0,-17-1 19 0,9-2 23 16,3-2-8-16,4-3 11 0,0-1-10 0,0-2 20 16,1 2 0-16,0-3 5 0,0 2-2 0,-1 4-2 15,1 3 1-15,1 2-1 0,0 2 4 0,0 2 2 16,0-2-3-16,1-3 2 0,2-2 2 0,-1-4 5 15,0 0 3-15,3-2-2 0,1-1-7 0,1 1-2 16,1-2-3-16,3 3 2 0,1 1 4 0,1 4-7 0,0-1 0 16,1-1-2-16,1 1 8 0,3-1-3 0,-3-3-1 15,-12-2-1-15,15 2-1 0,3-2-6 0,4 1 5 16,-4 0-4-16,0-2 7 0,-2 4-3 0,1 0 2 16,-2 1-1-16,-1 0 1 0,0-3 4 0,0-4 11 0,1-4-2 15,-1-3 28-15,0-1-15 0,2-4 3 0,1-3-5 16,0-1 5-16,1-2-7 0,5-3 1 0,-2-4-2 15,1 1 11-15,0 11-18 0,-1-7 3 0,0-4-8 16,2-3 9-16,0-1-19 0,-1-2 3 0,1-3-6 16,-5-2 8-16,1-4 11 0,-1 11 2 0,-1-22 1 15,1-1-12-15,1-5 5 0,0 1-8 0,0-2 7 16,1-1-11-16,-1-1-1 0,3-1-4 0,1 2 0 16,-2-2 1-16,2-1 0 0,0-3 5 0,-1-1-3 0,2-2-2 15,-1-2-1-15,-5-5 1 0,0-2-1 0,-1 2-2 16,-2 1 7-16,-1 6-7 0,-2 3 7 0,1 3 1 0,-3 1-1 15,-2 2 10-15,0-4-8 0,-4 0 4 0,0-1 6 16,-2-3-3-16,0-5 8 0,-1 3 20 0,-1-5-2 16,-1 2 4-16,-1 0-5 0,18-2-1 0,-11 3 0 15,-5-1-6-15,-3-2 2 0,0-2-12 0,-2-1-10 16,0-6 3-16,0-4-5 0,-1 4 8 0,2 0 4 16,-1 10 6-16,-1 6-1 0,1 0 18 0,-1 5-15 15,-2 1 4-15,-1 0-8 0,-1 0 1 0,-3-3-14 16,1-1 4-16,-3 0-6 0,-1-3 4 0,-1 0-12 15,-2 1 3-15,13 2-3 0,-20 3 6 0,-4 2-5 0,2 2 1 16,-5 3-1-16,-2 2 6 0,-1 2 4 0,-1 4-3 16,6 1 3-16,1 3-7 0,2 2 9 0,1 2-7 15,1 3 6-15,1 2-17 0,3 3-23 0,-1-9 4 16,3 6-12-16,0 4-19 0,0 3-105 0,2 5-10 0,-3 6-44 16,3 2-140-16</inkml:trace>
  <inkml:trace contextRef="#ctx0" brushRef="#br0" timeOffset="84100.76">10017 15547 115 0,'0'0'19'0,"0"0"25"0,-2 0 12 0,1 0 8 15,0-1 3-15,0 0 2 0,0 0 16 0,-1 0-15 16,1-1 8-16,0 1-12 0,-1 0 0 0,-1 0-9 16,1 0-1-16,0-1-3 0,-1 1-14 0,1 0 0 15,0 0-8-15,-1 0 6 0,1 0-10 0,0-2 2 0,-1 1-1 16,1 0 2-16,0-1-1 0,-1 1-8 0,1-1 5 16,0 1-6-16,-1 0-2 0,1-1 5 0,-1 1-10 15,1 0 7-15,0-1-11 0,1 1-1 0,-1 0-1 16,1 1-2-16,0-1-6 0,0 1 2 0,0 0 1 0,0 0-1 15,-1 0 4-15,1-1-5 0,0 1 3 0,0 0-4 16,0 0 1-16,1-1 5 0,0-1-5 0,0 1 5 16,0 0-2-16,0-1-1 0,1 1 2 0,0-1-2 15,0 1 8-15,3-5-7 0,-2 4 7 0,3-3-8 16,4 1-2-16,4 1 5 0,-1 1-4 0,2-2 6 16,0 0-7-16,0 0 6 0,3 0-5 0,-2 3 5 15,4-2 2-15,1 3-9 0,-4-2 4 0,1-7-5 0,-2 3 6 16,-1 3-2-16,1 3 1 0,-2 1-2 0,1 2 9 15,-2 2-6-15,0 0 7 0,0 0-7 0,-1 2 6 0,0 1-12 16,0-6 3-16,-1 13-4 0,0-4 6 0,-1 2 7 16,-1-4-7-16,0 0 6 0,0 5-2 0,-1-1 4 15,-2 3 2-15,2-2 0 0,-1-4-2 0,0 2-4 16,1-4 1-16,-2 2-1 0,0 1 11 0,-2-1-14 16,2 1 6-16,0-2-8 0,-1 0 10 0,1 0-3 15,0-1-3-15,-1 1 0 0,-1-3-6 0,0 0 2 16,1 0 4-16,-2-2-2 0,1 2-1 0,-1-3-2 15,0 1-2-15,-1-2 1 0,3 0 0 0,-3-1 4 16,-1 1 0-16,3 0 2 0,-2-1-2 0,0 0 6 0,1 2-7 16,1-1 6-16,-2-1-9 0,2 1-1 0,1-1-1 15,-1 0 1-15,0 0-8 0,0-2 5 0,1-4 1 16,-1-10 1-16,3 4 3 0,-1-4-3 0,2 2 1 16,0 0-4-16,-4 0-3 0,7 1 8 0,-2-1-4 0,-1 2 4 15,4 0-2-15,-5 3 5 0,1-2-1 0,1 2 2 16,-1-2-7-16,4 4 3 0,-2-1-2 0,-1 3 2 15,4 2-3-15,-1-2 0 0,-2 2 4 0,2-1-1 16,-2 3 1-16,2-6 2 0,0 1-2 0,1 1 3 16,-1 3-6-16,-1 1 4 0,1 0-3 0,-1 1 3 15,1 0-6-15,0 1 10 0,-1 1-6 0,1 2 7 16,0 0-4-16,0 1-4 0,1 1 4 0,0 1-5 16,-1 0 0-16,2 0 2 0,0 0 1 0,1 1 1 0,2 1 0 15,-1-2 3-15,1 1-7 0,3-1 5 0,-2 0-2 16,3 0-1-16,0 1 1 0,1-1-2 0,-1-1-4 0,0-1 4 15,-4-2 1-15,2 1 1 0,0-2-1 0,3 1 1 16,-1-1-1-16,0 0 1 0,-2 0 7 0,-2-2-3 16,-3 0 2-16,1 0-3 0,0 0-3 0,-2 0 5 15,1 0-6-15,-2 0 4 0,0 0 0 0,0 0-6 16,-1 0 6-16,0 0-7 0,-1 0 1 0,-1 0-2 16,0 0-4-16,1-2 0 0,0 0-30 0,2-3-115 15,2-2-92-15</inkml:trace>
  <inkml:trace contextRef="#ctx0" brushRef="#br0" timeOffset="90172.47">14224 2718 256 0,'0'0'92'0,"0"0"-42"16,0 0 32-16,1 0 5 0,0 0-59 0,1 0 2 0,-1 0-8 15,1 0 3-15,3 0-5 0,4 0 1 0,1 0-3 16,0 0-3-16,-3 1-1 0,0 0-9 0,0 0 14 15,0 2-2-15,0-1 7 0,2 2 3 0,-2-1-11 16,1 2 6-16,0 0-7 0,2 2 11 0,-3-1-6 16,-1-3 5-16,-2 6-5 0,2 2 5 0,0 0-11 15,1-1 2-15,0 1-3 0,-1-2 4 0,0 1 3 0,0-2-3 16,-2-1 2-16,-2-2-6 0,1-1 9 0,-2-3 3 16,3 1 3-16,3 4 16 0,-2-4 11 0,0 0-7 15,5 1 4-15,4-3-26 0,10-7-26 0,3-8 4 0,7 2-11 16,2-18-6-16,3-5-12 0,3-1-1 0,3-6-4 15,3-1-7-15,6-10 13 0,4-4-5 0,2-1 9 16,-1-1-5-16,-4 4 6 0,-2 4-12 0,0 3 0 16,-4 4-96-16,3 2-159 0</inkml:trace>
  <inkml:trace contextRef="#ctx0" brushRef="#br0" timeOffset="97647.11">25362 7952 196 0,'0'0'210'0,"0"-1"-97"0,0 0 64 0,0-1 1 16,0 0-152-16,0 0-5 0,0-3-19 0,2-3-7 0,0 0-2 15,0-1-9-15,1 2 43 0,0 0-1 0,-1 1 13 16,0 3-21-16,0-2 0 0,0 2-4 0,1-1 4 16,-2 2 6-16,-1 1 2 0,0-1 1 0,1 0-1 15,0 0-4-15,0-1 3 0,1 2 5 0,-1 0-4 16,0 0-4-16,0 0-2 0,0-1-6 0,0 1 5 16,-1 1 1-16,0 1-10 0,-1 1 0 0,0 2-5 0,-8 16 1 15,-3 4-3-15,0-1 4 0,-1 4-6 16,-1 3 0-16,0 1 2 0,0 0-3 0,1 3 2 0,1-2 2 15,2 1-3-15,1 0-1 0,4-6 0 0,-1 1-2 16,2-3 4-16,2-2 4 0,-1-3-1 0,2 0 3 0,1-4-3 16,0-2 4-16,1-3-4 0,2 1 8 0,-1-1 6 15,0-3-3-15,1-1 3 0,0 0-13 0,1-1 4 16,-1-3-2-16,10-1 3 0,0 7-5 0,1-2-3 16,1-3 1-16,2-3-2 0,1-4-3 0,-3-1-12 15,4-6 4-15,-3 1-5 0,0 3 1 0,0-13-18 16,-1-2-9-16,-2-5-6 0,0-3-73 0,-2-3-77 15,2-2 5-15,-1-1-31 0,-1-1-50 0</inkml:trace>
  <inkml:trace contextRef="#ctx0" brushRef="#br0" timeOffset="97845.92">25654 7284 1588 0,'-1'-1'30'16,"0"0"1"-16,-3-6 7 0,-3-5-10 0,2 5-3 16,4 4-22-16,0 1-9 0,0 0-3 0,0 1-1 15,1-1 5-15,0 2-3 0,1 0 0 0,0 2-2 0,0-1-13 16,2 1-10-16,-1 2 1 0,5 9-5 0,2 2-8 16,2-1-60-16,-3 2-21 0,0 0-15 0,2 3-82 15,-4 1-117-15</inkml:trace>
  <inkml:trace contextRef="#ctx0" brushRef="#br0" timeOffset="98363.29">25937 8087 826 0,'-1'0'172'15,"-1"0"367"-15,1 0-501 0,-5-1-20 0,2 1-5 16,2 0-4-16,0 0-8 0,-1 0 2 0,0 1-2 16,-2 10 0-16,-1 15-5 0,-1 4 2 0,-2 3 1 15,-1 0 1-15,-2 1 1 0,1-2-7 0,-1-2 8 0,-1-2-7 16,1-5 13-16,1-3-10 0,2-4 2 0,1-4-2 16,3-4 3-16,2-2 10 0,-3-2-9 0,1-3 10 15,2 0-6-15,-3 4 7 0,5-5 4 0,-1 0-1 16,0 1 6-16,0 0 2 0,-1 0-4 0,1 1 3 15,1-2-12-15,0 0-8 0,1-2 4 0,0 1-6 16,1-1 2-16,4-7-5 0,2-2 1 0,1-1-2 16,11 0 0-16,0 3 1 0,1-2-4 0,-1 3 4 0,0-1-2 15,0 2 3-15,1 0 1 0,-1 2 0 0,1-7 0 16,0 4-1-16,1 4-6 0,1 4 4 0,0 0 3 16,1 5-3-16,-2 1 6 0,-3 1-6 15,1 4 0-15,0 0 9 0,-8-9-8 0,1 11 8 0,-1 1-9 0,-2 0 7 16,-2-1 1-16,-1 0 2 0,-2-2-4 0,-3 1-1 15,-1 0 3-15,0-1 0 0,-3-1 7 0,-1 0-4 16,-2-1 1-16,-2-3-2 0,-15 1 2 0,1-2 5 16,-2-2-5-16,0 1 5 0,0-3-10 0,-1 0-2 15,1 13 3-15,-1-6-3 0,2-3 6 0,3-4-8 16,0-1 0-16,3 0-5 0,3 0-5 0,2-1-6 16,2-1-5-16,1-1-2 0,3 1-33 0,3 0-138 0,1-2 4 15,-8-10-58-15,4-2-88 0</inkml:trace>
  <inkml:trace contextRef="#ctx0" brushRef="#br0" timeOffset="99012.99">26350 7237 1570 0,'-6'-11'2'0,"-22"-16"12"0,2 3-21 0,1 7-20 16,0 3-1-16,-1 3-8 0,-2 4-16 0,-5 4-10 16,-2 1-5-16,-2-16-1 0,-3 9-16 0,-1 4 29 15,-2 5 9-15,-1 3 8 0,-3 4 39 0,-4 5 8 16,-2 1 4-16,-4-1 2 0,-1 0 14 0,4-1 8 15,2 2-7-15,5 1 7 0,2 4-3 0,-2 1-7 16,0 1 5-16,-6-19-8 0,4 19-6 0,-2 2-5 16,4 1-6-16,5 3 1 0,1 1-14 0,4 7 1 15,3 2-1-15,1 9 1 0,2 5-6 0,2 9-1 0,-1 2 4 16,5 1-4-16,2-3-3 0,3-4 8 0,6-1-4 16,2-3 8-16,5 4 4 0,1 3 4 0,2 2-1 15,-18 1 1-15,16 2-1 0,6-3-4 0,5-5-1 0,4 0-2 16,2-2 1-16,3 1 4 0,1 0 0 0,4 2 0 15,0-3-2-15,2 2 2 0,-1-3 2 0,-16-7 1 16,20-1 5-16,3-5 6 0,3-3-3 0,4-3 3 16,5-1-3-16,3-2-6 0,4-3 10 0,1-1-8 15,1-3 7-15,-3-7 1 0,1-1-10 0,-2-5 8 16,2-3-6-16,5 0-1 0,0 13 1 0,8-14-3 16,1-7-6-16,-1-9 0 0,0-2 0 0,-5-2 1 0,-4 0 0 15,-1-1 1-15,-1-3 0 0,0 0 1 0,3 16-5 16,2-21 6-16,-3-1-3 0,0-2 6 0,-3-2 0 15,-5-4 0-15,0-3 3 0,1-7-2 0,-2-4 2 0,0-6-1 16,0-3-2-16,1-1 1 0,-2-4-4 0,-1 2-3 16,-4 0 3-16,-8-3-2 0,-1-1 4 0,-7-6 6 15,-4-5-8-15,-2 2 8 0,-4 2-2 0,-5 2 11 16,-3 2 5-16,21 2 0 0,-20-2 11 0,-8 0-6 16,-6 4 5-16,-6 1-6 0,15 7-3 0,-26 5-14 15,-9 3-5-15,-7 7-1 0,-3 2-14 0,-5 2-5 16,0 5-7-16,-4 1-1 0,-4 3-41 0,-9 5-49 15,-5 1-25-15,-5 4-25 0,-1 2-261 0</inkml:trace>
  <inkml:trace contextRef="#ctx0" brushRef="#br0" timeOffset="100464.78">7827 4207 60 0,'0'0'9'15,"0"0"6"-15,0 0 7 0,0 0 0 0,1 0 3 16,0-2-6-16,0 2 4 0,1 0 6 0,-1 0-4 0,0 0 19 16,-1 0 26-16,0 0-12 0,0 0 10 0,0 0-40 15,0 0-1-15,0 0 2 0,0 0-3 0,0 0 1 16,-1 0-2-16,0-1-2 0,-1 1 0 0,1 0-7 15,0 0-2-15,0 0 3 0,-1-1-1 0,-1 0 2 0,2 1 2 16,-2-1-6-16,-1 0 5 0,3 1-5 0,-1-2 5 16,-2 1 2-16,-1-1-1 0,-1 0-12 0,-1-1 9 15,1 1-13-15,-1-1 12 0,-1 2-16 0,1 0 6 16,-1 1 6-16,3 0-3 0,-2 0-7 0,2 0 4 16,1 0-3-16,-3 1 3 0,3-1 1 0,2 0-3 15,1 0-5-15,-3 1 1 0,1 1-2 0,1-2 3 16,0 1 1-16,0 0-1 0,0 0-5 0,1 0 7 0,0 1-3 15,1-1 6-15,0 1-4 0,1 0 0 0,0 1 5 16,2-2-1-16,7 5 18 0,9 1-8 0,2-2 3 16,-1-3-5-16,4-1 4 0,1-1-6 0,0 0 1 15,4-2-2-15,0-2 5 0,3 1-15 0,2-2 7 16,4 0-10-16,2 2 3 0,-2-1 13 0,0 1-11 0,-3-1 11 16,-1 2-11-16,-1-1-1 0,0 2 4 0,-3 0-5 15,-2 1 2-15,-1 0 5 0,1 0-1 0,-1 0 1 16,1 0-5-16,-1 1 1 0,2 0 6 0,0 1-3 15,-3-1 3-15,0 0-2 0,-3 0-1 0,-4-1 1 16,2 0 9-16,-2 1-3 0,0-1 0 0,-3 0-2 16,0 0-3-16,-2 0 3 0,-2 0-3 0,-2 0 1 15,-2 0-10-15,-2 0-1 0,-2 0 5 0,0 0-2 0,0 0-1 16,-3 0-3-16,2 0-5 0,-1 0 1 0,0 0-13 16,1 0-82-16,-1-1-68 0,-1 0-15 0,0 0-311 0</inkml:trace>
  <inkml:trace contextRef="#ctx0" brushRef="#br0" timeOffset="103968.08">15153 2252 1067 0,'-1'0'6'15,"0"-1"-1"-15,-1 0-2 0,1 0-3 0,0 0-2 16,0 1-17-16,-1 0 7 0,-1 1-4 0,2-1 4 16,-6 9-15-16,-1 11-30 0,0 0-48 0,-5 1 5 15,1-1-142-15</inkml:trace>
  <inkml:trace contextRef="#ctx0" brushRef="#br0" timeOffset="104334.84">14158 5625 811 0,'-1'0'270'0,"0"-1"-401"0,-5-2 341 0,-9-4-201 0,2 1 9 16,3 3-18-16,4 2-11 0,1-1-5 0,1 2-60 16</inkml:trace>
  <inkml:trace contextRef="#ctx0" brushRef="#br0" timeOffset="104619.43">11566 6426 1143 0,'-2'0'-12'16,"-9"-2"-20"-16,-10 0 16 0,10 1 34 0,8 1-23 16,1 0-59-16,1 0 28 0,-1 0-17 0,2 0 24 15,2 1-7-15,6 0 2 0,15 2-3 0,6-3 1 16,2-2-13-16</inkml:trace>
  <inkml:trace contextRef="#ctx0" brushRef="#br0" timeOffset="104874.91">15086 4579 1476 0,'-1'-1'26'0,"0"0"-10"0,-1 0 21 16,0-1-5-16,0-1-40 0,1 2-29 0,-1 0-4 15,1 1-7-15,1 1-11 0,1 8-208 0,5 17 25 0</inkml:trace>
  <inkml:trace contextRef="#ctx0" brushRef="#br0" timeOffset="105169.05">11303 6675 1361 0,'-1'-1'4'0,"-2"0"-9"0,-1-1-20 0,0 1 18 15,2 0-25-15,1 1-10 0,1 0 11 0,1 0-3 16,1 0 5-16,24 4-10 0,8-2-13 0,5-2-16 16,9-5-36-16,2-4-413 0</inkml:trace>
  <inkml:trace contextRef="#ctx0" brushRef="#br0" timeOffset="105419.22">15588 4604 1526 0,'-1'-1'-24'0,"0"0"58"16,1 0-44-16,-4-4 27 0,4 4-59 0,-1-1-23 16,1 1-14-16,0 1-12 0,1 1-153 0</inkml:trace>
  <inkml:trace contextRef="#ctx0" brushRef="#br0" timeOffset="105719.19">11232 6475 1063 0,'-22'-2'106'0,"-18"-3"193"0,6-1-267 0,15 4-27 15,10 1-16-15,6 1 0 0,1 0-51 0,1 0 23 16,1 1-6-16,1 0 14 0,1 0 2 0,20 10-55 16,8-3-93-16,2-3 5 0,2-5-363 0</inkml:trace>
  <inkml:trace contextRef="#ctx0" brushRef="#br0" timeOffset="105969.86">15104 4501 1684 0,'-2'-2'-15'15,"1"1"30"-15,-2-2-8 0,-7-9-74 0,7 10 58 16,2 2-38-16,-2-2-13 0,2 1-3 0,0 1-17 0,0 1-151 16,-3 15-180-16</inkml:trace>
  <inkml:trace contextRef="#ctx0" brushRef="#br0" timeOffset="110422.37">28573 7199 558 0,'0'-1'0'0,"0"0"12"0,-2 0 118 0,1 0-44 0,0-1 4 15,0 1-70-15,1 0-7 0,0 0-4 0,0 0-8 16,0 0 9-16,0-1-3 0,0 1-7 0,0 0 9 0,0 0-8 16,0 1 11-16,0 0 8 0,0 0-10 0,0 0 9 15,0 0-6-15,0 0 4 0,0 0 1 0,0 0 1 16,0 0 8-16,0 0-13 0,0 1 3 0,0 0-7 15,0 0 8-15,0 2-8 0,0 0 9 0,0 13-9 16,0 2 4-16,0 5-2 0,-1 0-7 0,0 2 3 16,-2 1-8-16,0 1 1 0,-2 2 4 0,-2 2-3 0,0-1-1 15,0 1 1-15,0 0-1 0,1-2 0 0,2-2-4 16,0 1 9-16,0-2-3 0,1-1 6 0,0-1-11 16,1-2 2-16,0-2 0 0,0-2 1 0,1 0 4 15,1-3-5-15,0-1 4 0,0-2-4 0,0-4 1 16,0 0 8-16,1-3-4 0,1-1 7 0,-1-1 0 0,0 0 6 15,1-1 2-15,5 3 1 0,11 2 3 0,-3-5-9 16,5-2 2-16,5-6-4 0,-3-3-1 0,5-5 0 16,-2 7-8-16,0-17 6 0,-1 0-5 0,-1-7 5 15,0 0 1-15,1-4 0 0,-2-1-9 0,0-1 0 16,1 0 0-16,-1-3 1 0,2 1 6 0,-1 1-6 16,3 1 2-16,-4 0-3 0,0 1-5 0,-4 0 5 0,-5 7 0 15,-1 1 3-15,-1 4 5 0,-2 7-3 0,-4 0 0 16,-1 7-1-16,0 4 0 0,-3 2-5 0,0 2 0 15,-1 1-1-15,2-2-10 0,0 1-3 0,0 0-4 16,1 0 3-16,-2 1-2 0,0 1-14 0,0 1 7 16,-1 1-11-16,-1 11-15 0,-5 10-141 0,-1 2-40 15</inkml:trace>
  <inkml:trace contextRef="#ctx0" brushRef="#br0" timeOffset="110956.36">29075 7543 1429 0,'-1'0'5'0,"-1"0"0"0,1 0-5 15,0 0 5-15,0 0-6 0,0 1 1 0,0 1 3 16,-9 22-8-16,1 4 5 0,0 1-5 0,1 3 0 15,1-1 5-15,-2 0-4 0,-1 0-3 0,2-6 9 16,-1-3-4-16,2-3 6 0,1-5-2 0,0-1-3 16,1-4 1-16,2-2 0 0,0-1 6 0,2-3-3 15,0-1 2-15,-1 0-2 0,-1 1 7 0,1-1 10 0,0-1-3 16,-1 0 4-16,1 1-9 0,0-1 7 0,-1-1-2 16,1 0 1-16,-1 0-11 0,2-1 1 0,0-1-4 15,0 0 2-15,1-1-5 0,0-7-1 0,2 1-2 16,3-1-1-16,-4 1 0 0,16 1-3 0,-2-2 3 15,4 4-2-15,-5 2 5 0,0-1-7 0,-1 3 5 0,-1 0-5 16,1-7 9-16,-2 4 0 0,2 3-1 0,-2 2 0 16,-1 0-7-16,-1 2 6 0,-3 2 0 0,2 2 3 15,-1 2 4-15,0 7-8 0,-2-1 5 0,-1 0-4 16,-2 2 4-16,-1-3-1 0,0 1 0 0,7-2 1 16,-3-1 2-16,-3 0-3 0,-2-2-1 0,-1 1 0 15,-1-3 7-15,-2 1 0 0,1-1 2 0,-2-1-1 0,-7 0 0 16,-3-1-3-16,-2-1-3 0,1 0 1 0,1-1 0 15,-4-2 5-15,1 1 2 0,3-1-1 0,-3 11-5 16,4-7-6-16,0 0 2 0,2-3-2 0,4-2 5 16,4 0-7-16,3 0-1 0,0 0-3 0,0 0-4 0,-1 0-14 15,-1 0 3-15,2-1-8 0,0 0-5 0,0 0-56 16,1-1-18-16,2-7-14 0,5-5-80 0,-1 0-39 16,12 0-13-16</inkml:trace>
  <inkml:trace contextRef="#ctx0" brushRef="#br0" timeOffset="111423.72">29422 7891 413 0,'0'0'322'0,"0"0"-424"0,0 0 379 16,0 0-206-16,1 0-23 0,0 0 14 0,0 0-3 0,0 0 6 15,1 0-2-15,0 0-13 0,4 0 2 0,3-1-8 16,1-2-21-16,0 1-1 0,4-2-10 0,-4 1 6 15,5-3-11-15,-2-1-3 0,-5 1 1 0,10 0-3 16,-10-9-8-16,4 0 6 0,-2-1 1 0,-3-3 1 16,3 2 2-16,-7-4 0 0,4 3-4 0,-2 0 3 15,7 1-1-15,-4 0 4 0,-2 0 1 0,-4 1 1 16,0 2 5-16,-2 3-8 0,0 2 1 0,0 1-3 16,-2 1 6-16,1 1-4 0,0 3 6 0,1 1-7 0,0 1 0 15,0 0-3-15,-6-4-2 0,-7-1 1 0,-1 3 0 16,0 3 0-16,-3 1 4 0,0 5-4 0,-2 3 0 0,-2 4 6 15,1-6-7-15,1 15 5 0,-1-2-7 0,5 3 3 16,-2 1 4-16,6-1-2 0,-1 4-5 0,1-6 3 16,3 2-5-16,0-3 6 0,2-2 5 0,1 1-6 15,2-1 2-15,0-2-4 0,1 2-1 0,1-3 1 16,-9-1 2-16,3 1 0 0,4-1 6 0,2-1-6 16,1 0 3-16,2-1-2 0,1-1 15 0,2 0-6 15,1-3 7-15,1-1-7 0,11-1 6 0,3-4-7 16,4 2-1-16,3 11-2 0,0-6-10 0,3-3 4 15,-7-3-5-15,2-1 5 0,-2-1-10 0,0 0-2 0,1-1 2 16,-4 0-3-16,2 0-6 0,-8 0-19 0,-1-1 0 16,-2-1-21-16,-3-1-134 0,1 1-94 0,-5 0-26 15</inkml:trace>
  <inkml:trace contextRef="#ctx0" brushRef="#br0" timeOffset="111657.21">28608 8302 518 0,'-1'0'217'0,"0"0"-323"15,-2-1 266-15,-1 0-159 0,-7-3-13 0,0 2-57 16,1 2-17-16,-2 0-21 0,1 2-142 0</inkml:trace>
  <inkml:trace contextRef="#ctx0" brushRef="#br0" timeOffset="111957.41">28437 8354 147 0,'0'0'103'0,"-1"0"0"16,0 0 99-16,0 0-8 0,0 0-48 0,-2 0-47 16,1-1 1-16,1 1-18 0,-3-1-19 0,2 1-25 0,0-1-3 15,0 1-7-15,0-2-1 0,0 1-13 0,-1 0 3 16,2 0-7-16,0 0-2 0,0 0-3 0,0-1-2 15,1 1 0-15,0 0 0 0,1 0 4 0,0 0-2 16,4-1 2-16,14-3-3 0,1 0 1 0,2 1-1 0,3 2 0 16,2 0-4-16,3 0 0 0,1 1 4 0,5 0-2 15,-2 0 0-15,2 0 4 0,-1 0-4 0,0 1 4 16,2 0 5-16,0 0-5 0,4 0 1 0,3 0-1 16,2 0 4-16,3 0-6 0,-2 0 5 0,0 0-5 15,-3 0 9-15,-4 0-8 0,-1 0 3 0,-7 0-5 16,1 0 1-16,-3 2-2 0,-3 0-2 0,0 2 1 15,-5-1 1-15,2 0 3 0,-2 0-1 0,-7-2 0 0,2 2-10 16,-7-2 7-16,-1 0-1 0,-1 0 3 0,-2 0-7 16,1 1 2-16,-1-1-3 0,-3-1 3 0,2 0-1 15,-3 1-2-15,1 0 4 0,-1-1-3 0,0 0-6 0,1 0-5 16,-2 0-9-16,0 0 2 0,0 0-36 0,0 0-104 16,1 0-35-16</inkml:trace>
  <inkml:trace contextRef="#ctx0" brushRef="#br0" timeOffset="112608.71">28731 8622 1165 0,'-1'0'10'16,"0"0"1"-16,-1-1 7 0,-1 1-7 0,0-1 2 15,-1 0-19-15,3 1-11 0,-1 0 5 0,-1 0-4 16,2 0 15-16,0 0-8 0,0 0 8 0,0 1-7 16,1 0 13-16,0 0-4 0,0 0-2 0,1 1 1 0,0-1 4 15,0-1 21-15,12 4-3 0,0 0 9 0,0-2 4 16,1 1-6-16,0-2 5 0,2 0-7 0,-2-1-1 15,0 0-5-15,0 1-2 0,-1 0 0 0,-1 2-5 16,-1 0-10-16,0 2 6 0,-2 0-7 0,1 1 6 0,-3-2 0 16,2 1-9-16,-3 8 5 0,-1-1-10 0,-2 1 3 15,7 1 2-15,-3 1 0 0,-4 1 5 0,-3 0-7 16,-1-1 4-16,-4 0-4 0,-2 1 12 0,-1 0-10 16,7 1 1-16,-17-2-3 0,1 1 4 0,-3 1 3 15,-1-2-2-15,-1 1 1 0,1 2-5 0,-1 0 7 16,-3-2-1-16,-1 2 3 0,-2-2-9 0,1 1 1 15,1-1 2-15,0 0 2 0,2-4 7 0,0 3-8 16,2-1 3-16,1-3-5 0,1 1 2 0,2 0 0 0,0-3 2 16,4 1-1-16,1-1 1 0,4-3-1 0,2 1 2 15,1-2 0-15,0-2 7 0,4 2-13 0,-1-1 3 16,2-3-4-16,-1 1 4 0,-1 0 5 0,1 1 0 16,2-2 0-16,-2 4-5 0,1-2 8 0,1 0-6 0,0-1 7 15,1 0-1-15,-1-1-2 0,2 3 1 0,13-3-2 16,2 10 5-16,5-2-6 0,1-3 1 0,1-2-3 15,3-2-3-15,-2-1 9 0,1-1-7 0,1 0 5 16,-2 0-12-16,0 0 4 0,-2 0-1 0,-6 0 4 16,2 0-1-16,-2 0-2 0,-2 0 3 0,0 0-3 15,-1 1-2-15,-3-1 2 0,0 1-1 0,-3 1 2 0,-1-1-5 16,-2-1 0-16,-2 0-1 0,-1 0 2 0,1 0 0 16,-2 0 2-16,1 0-6 0,1 0 3 0,-1 0-20 15,-1 0-17-15,0 0-34 0,1-1-2 0,-1-1-170 16,0 1-95-16</inkml:trace>
  <inkml:trace contextRef="#ctx0" brushRef="#br0" timeOffset="112875.46">28348 9004 1503 0,'0'-1'41'0,"-1"0"-44"0,0 0 43 16,1 0-22-16,0 0-18 0,1-1 5 0,0 1-2 0,10-1 4 15,15-1 3-15,5 3-7 0,5 3 0 0,2 0-3 16,2 1-4-16,1-1-12 0,1 1 2 0,-2-1-7 16,-4 1-20-16,-3-2-3 0,-4 1-41 0,-4-2 15 15,1 1-125-15,-4-1 9 0,2-1 1 0,1 0-4 16,-3 0-38-16</inkml:trace>
  <inkml:trace contextRef="#ctx0" brushRef="#br0" timeOffset="113375.93">29261 9222 1621 0,'-2'-1'31'0,"0"0"45"0,-9-5-41 0,4 2-20 16,-1-1-2-16,6 4-6 0,1 1-7 0,-1 0 0 15,0 0-1-15,-1 1 1 0,-2 2 1 0,0 0 0 16,-1 17 1-16,0 2-3 0,-2-1-9 0,0 0 1 0,-3-1 5 16,5-3-3-16,-1 1 8 0,-1-4 2 0,4-2-8 15,-5-1 5-15,1-2-4 0,5-1 5 0,-5-1 2 16,4-2 0-16,-2-2-3 0,2 0 2 0,3-1-2 15,0-1 0-15,-1 2-3 0,-1-1-11 0,2 0 4 16,0 1-7-16,0-2 7 0,1 0-4 0,1 0-2 0,1-1-2 16,17-1-8-16,3-5-8 0,4-6-6 0,1-3-3 15,-1 11-40-15,-1-19 27 0,1 1-5 0,-2-3 15 16,0-1 18-16,0-1 15 0,-2 0 3 0,-1 1 3 16,3 4 5-16,-4 2 6 0,0 3-4 0,-5 6 7 15,-3 0 2-15,-1 3 4 0,-2 3 7 0,-4 3-3 16,1 1 11-16,-1-3-4 0,-3 3 2 0,1 0-1 0,-1 0 7 15,0-1-12-15,1 2 1 0,-2 2-6 0,0 0-4 16,0 22 0-16,-3 3 1 0,-5 3-1 0,-4 3-1 16,-2-1-1-16,-1 0-1 0,0-2 2 0,1-4 7 15,3-5 3-15,0-2-7 0,3-3 6 0,0-1-11 0,2-4-3 16,2-1 4-16,-1-3-3 0,2-1 0 0,1-3 0 16,1-2-6-16,-1 2 5 0,0-1-3 0,-1 0-8 15,1 0 4-15,0-1-9 0,0 0-14 0,1-1-27 16,0-1-28-16,0-6-3 0,5-19-131 0,2-4-128 15</inkml:trace>
  <inkml:trace contextRef="#ctx0" brushRef="#br0" timeOffset="113608.85">29371 8879 1091 0,'0'0'174'15,"0"0"45"-15,-1-2-68 0,0 1-103 0,0 0 0 16,-1 0-34-16,2 0 3 0,0 0-4 0,2 1 5 16,0 0 3-16,17 0-1 0,7 1 3 0,2 2-3 15,0 1-4-15,6 2-8 0,-2-2-2 0,2 1 1 16,1 0-1-16,-4-2-3 0,-1 1-4 0,-3-1-2 16,-3 0-19-16,0-2-16 0,-4 0 4 0,-4-1-8 0,0 0-9 15,-3-1-184-15,0-2-7 0</inkml:trace>
  <inkml:trace contextRef="#ctx0" brushRef="#br0" timeOffset="115143.28">10545 4850 256 0,'0'0'3'0,"0"0"6"0,0 0 5 15,0 0 0-15,0 0 1 0,0 0-6 0,1 0-1 16,0 0-1-16,0 1-2 0,0 0-4 0,0 0 7 16,1 1 4-16,-1-1 2 0,0 0 20 0,0 0 12 0,0 1-3 15,2 1 6-15,-1-1-2 0,0 0 2 0,1 1 4 16,-2-3-2-16,5 5 6 0,1-1-18 0,0 1 2 16,1 0-8-16,-1-2 2 0,1 1-12 0,1-1 2 15,-1 1-6-15,1 0-2 0,3 4-4 0,-3-3-1 16,1 2-1-16,0-3-5 0,-1 8 4 0,-1 1 1 0,-1-2 0 15,-1 5-3-15,-1-2 2 0,-2-1-3 0,1 2 1 16,-1-1-4-16,-1 0 8 0,1 0 0 0,-2-1 3 16,0 0 5-16,9 0-4 0,-5 0-1 0,0 0-3 15,-3-1-3-15,-2 2 6 0,0-1-4 0,-1-1 4 16,-1-1-4-16,-2 2-5 0,1-2 5 0,-2 1-7 16,1-3-7-16,-2 0 1 0,1 0 0 0,0-2 1 0,1 0 1 15,0-1-8-15,2-2 1 0,0-1-3 0,1-1-7 16,1-1-3-16,0 0-4 0,-1-1 0 0,0 0-25 0,0 0-108 15,-4 3-18-15</inkml:trace>
  <inkml:trace contextRef="#ctx0" brushRef="#br0" timeOffset="115710.67">10494 5143 934 0,'0'0'3'0,"0"0"-1"0,0 0-4 0,0 0-1 0,0 0-2 15,1 0 5-15,0 0-3 0,0 1-2 0,2 0-2 16,0 1-7-16,6 1 5 0,-4 8 3 0,0 0 0 15,-1-2 9-15,-2-1-6 0,2-1 8 0,-2-4-6 16,0 1 10-16,-1-2 0 0,-1-1-1 0,2 0 3 16,-1-1 13-16,1 3-2 0,1-1 4 0,-1 0-4 15,0 1 0-15,1-2 6 0,-1 0-5 0,0 0 4 0,-1 0-14 16,1 1 4-16,-1-1-9 0,0 1 8 0,1 0-8 0,1 1-6 16,-2-1 2-16,5 4-4 0,0 0 4 0,0 2-1 15,1 0 3-15,-3 1-3 0,4 0 4 0,0-2-8 16,-1 3 3-16,0-2-4 0,-1 0 9 0,2 0-4 15,-5 0-2-15,3 0 0 0,0 0 6 0,0-1 0 16,-3 1 3-16,-1-1-3 0,0-1 3 0,-1 0 1 16,0 0 2-16,3-2-1 0,-2 0 0 0,-1-1 5 15,3 0-5-15,-4-2 4 0,1 1-3 0,-1 0-9 16,2 0 7-16,1 0-7 0,-1 1 6 0,1-1-4 0,-1-1 3 16,0 0-3-16,1 0 4 0,-1 1-1 15,0-1-4-15,1-1 3 0,-2 0-6 0,4 0 10 0,-2-1-7 16,3-2 7-16,-1 1-4 0,1 1 1 0,-1-9 0 15,0 1-1-15,2-2-9 0,0 1 7 0,1-1 4 16,2-1 0-16,-2 0-4 0,-1-4 9 0,3 1-10 0,-2 0 11 16,0-2-6-16,0-2-5 0,0 3-2 0,2-5-1 15,-2 1 1-15,-1 2-7 0,-1-3 4 0,0 3-8 16,-1 1-7-16,-2 0-14 0,1 2-4 0,-1 0-13 16,2 3-108-16</inkml:trace>
  <inkml:trace contextRef="#ctx0" brushRef="#br0" timeOffset="117930">29178 10145 256 0,'0'0'245'0,"0"-1"-118"0,0 0 79 0,0 0 8 15,0-2-178-15,0 0 2 0,1-6-23 0,3 1 0 0,-1 1-3 16,2-1-2-16,0 1 3 0,0 0-6 0,-3 2 4 16,0 2-4-16,-1 0 3 0,-1 2 7 0,3-1-4 15,-1-1 6-15,1 1 7 0,-1 1 3 0,0 0 1 16,1-1 1-16,-2 1-9 0,0 1-7 0,0 0 2 0,0 1-12 16,0 2 1-16,2 13 2 0,-3 10-2 0,-3 5-6 15,-2 2 4-15,-2 3-3 0,-2-3 5 0,0 3 5 16,1-1-5-16,-2-3 3 0,1 0-5 0,2-6 0 0,1-4-1 15,2-2 0-15,2-2 1 0,0-1 2 0,2-2 0 16,0-1-2-16,0 0 0 0,1-1-8 0,1 0 5 16,2-3-2-16,0 1 2 0,0-3-4 0,-1-1 6 15,1-1 0-15,0-1 2 0,-1-2-3 0,5 0 14 16,2-2-1-16,-1 6 6 0,2-2 17 0,2-3-5 16,1-2 2-16,6-7-6 0,1-6-6 0,4 0-14 15,0-16 5-15,6-5-8 0,0-3-2 0,6-3-3 0,3-4 1 16,0-5 0-16,-2 0-1 0,-2 0 3 15,0 2-4-15,-5 4 2 0,0 7-5 0,-6 6 0 0,-4 4 3 16,-4 6 0-16,-2 4 3 0,-3 5-9 0,-3 3-4 16,-3 5-3-16,-1 0-21 0,-1 2-90 0,-1-1-13 15,0 1-29-15,-2 1-78 0</inkml:trace>
  <inkml:trace contextRef="#ctx0" brushRef="#br0" timeOffset="118713.26">29680 10461 1459 0,'-1'0'15'0,"0"2"0"0,-1-1-7 15,-5 0 0-15,-5 20-8 0,0 4-4 0,0-1-1 16,3 2 2-16,0-3 0 0,-1-3 11 0,2-4-6 15,3-3-1-15,0-2-2 0,-2-2-4 0,3-2 2 16,1-2 3-16,1 0 0 0,2-3-1 0,0-1 17 16,-1 1 3-16,0 1 6 0,1-2 7 0,0-1-5 15,0 0-5-15,1-1 1 0,0-2-12 0,1-7 2 16,11-5 1-16,0 0 0 0,4 2 2 0,-1 2-8 0,3 1 0 16,-3 3-1-16,1 3 0 0,-1 0-4 0,0 3 0 15,1-11 1-15,1 5 5 0,1 5-9 0,0 3 4 16,-2 2-4-16,1 4 6 0,-1 3-3 0,0 0 1 15,-2-5-2-15,-1 12 0 0,-2 1-4 0,-2-1 3 16,-5 1-2-16,-2-2 10 0,-2-2-9 0,9 3 1 0,-5-2-3 16,-5-2 3-16,-3 1 1 0,-4-1 3 0,-7 0-1 15,-12 0 3-15,-3-2-2 0,-1-2-5 0,-1-3 2 16,0 2-3-16,1-2 0 0,3 0 6 0,4-3-3 16,3-2 1-16,3 10-3 0,4-5-2 0,5-3 1 15,0 0-4-15,4-3-5 0,2 0-1 0,-3 0-1 16,3 0-5-16,-1 0-5 0,2 0 1 0,0 0 1 15,1-2 16-15,1 1-2 0,9-3 3 0,12-8-4 0,2 1 2 16,0 2 6-16,1 1-2 0,0-2 3 0,2 2-4 16,-1-1 3-16,1-1 4 0,0 1 0 0,0-1 2 15,6 1 2-15,-1-1-6 0,3 2 6 0,0-1-2 0,-1-1-9 16,-2 1 8-16,1-2-8 0,-3 1 3 0,-4-1 0 16,-2 2-4-16,-6-1 3 0,-2 2 0 0,-5 1 4 15,-2 1-3-15,-2 2 4 0,-3-6 4 0,0 0-1 16,-3-1 3-16,6 0-4 0,-1 1-1 0,-2-1-3 15,-2 1 2-15,-2 0-1 0,0 1 8 0,-2 1-5 16,-2-1-3-16,-1 2 0 0,1 1-4 0,-3 2 1 16,-6 1 6-16,-3-7-5 0,-1 2-2 0,0 4 4 15,-4 3-5-15,1 2 5 0,-5 4-6 0,1 3 2 0,4 0 0 16,-5 5 1-16,4-9-2 0,-1 16 3 0,-1-2-1 16,8 0 3-16,3 0-7 0,5-1 1 0,4 0 1 15,-8-1 1-15,4 0 5 0,2 0 1 0,4-1-4 16,1 1 2-16,5 1-4 0,1-3 7 0,2 1 0 15,-6-1 3-15,14-3-4 0,5 2-3 0,1-1 2 16,0-1-3-16,2-3 0 0,-3 1 0 0,0-2-1 0,-1-2 0 16,1 0-4-16,-1-4-7 0,-1 0-2 0,-2 10 0 15,-3-5 2-15,-2-3-16 0,-2-1-1 0,0 0-12 16,-2-2-60-16,-2 0-83 0,-3 0-2 0,0 0-29 16,-2 0-47-16</inkml:trace>
  <inkml:trace contextRef="#ctx0" brushRef="#br0" timeOffset="119013.34">29252 11107 1569 0,'-1'0'53'0,"0"0"0"0,0 0-25 16,-7-1 1-16,5 1-26 0,1 0-7 0,1 0-12 15,-2-1-1-15,2 1-1 0,1 0 9 0,0 0 9 16,1 0-3-16,11 0 3 0,13 0-8 0,4 0 8 16,3 0-3-16,7 0 4 0,2 0-3 0,4 0 10 15,3 0-4-15,0 0 8 0,1 0-4 0,1 0 12 0,-3 1 1 16,0 0 2-16,0 1-7 0,2 1 7 0,0-1-4 16,2 0 5-16,0 1-14 0,-3-1-3 0,-2 0-6 15,-5 2 4-15,-3-1-5 0,-7 0-5 0,-5-1 3 0,-5 2-5 16,-3-2 6-16,-3 0-19 0,-3 1-3 0,-5-2-14 15,0 0-84-15,-4-1-148 0,-2 0-26 0</inkml:trace>
  <inkml:trace contextRef="#ctx0" brushRef="#br0" timeOffset="119413.8">29398 11397 834 0,'-1'0'279'0,"0"0"44"0,-2 0-135 16,1 0-101-16,0 0-59 0,-2 0-18 0,3 0-6 16,-1 0-4-16,1 0 0 0,-1 0 0 0,2 2 11 15,2-1 3-15,0 0 1 0,8 4-2 0,14 4-7 16,1 0 0-16,1 0-1 0,1 0-3 0,-3-1-4 16,-1-1 2-16,-2 2-2 0,-4-1 4 0,-2 0-4 15,-3 1-1-15,-1-3-1 0,-3 8 12 0,-2 3-10 16,-3 1 2-16,8 2-5 0,-4 1 5 0,-5 3 4 0,-5 0-3 15,-4 3 4-15,-2-3-3 0,-4 0 0 0,9 0 6 16,-12-2-4-16,-2 0 6 0,3 3 3 0,3-1-7 16,-2-1 5-16,2 1-12 0,3-4 2 0,1 1 7 15,3-2-2-15,-6-3 2 0,3 1 0 0,5-5-5 0,0 1 5 16,2-1-7-16,1 0 4 0,1-1-4 0,2-3 5 16,0 0 3-16,2 0-6 0,-2-1 8 0,13-1-7 15,4-1 4-15,-3-2 5 0,3 0-7 0,4 11 7 16,-5-7-5-16,4-2-11 0,1-3 3 0,-3-2-6 15,1-1-3-15,-3-3-12 0,-1 0-4 0,-2-4-2 16,-1 1-13-16,-2-1-53 0,-1 6 2 0,-1-13-24 16,-3-2-54-16,-1-1-60 0,-2 1-39 0</inkml:trace>
  <inkml:trace contextRef="#ctx0" brushRef="#br0" timeOffset="119964.01">29399 11829 1501 0,'0'0'31'0,"0"0"63"0,2 0-88 0,-1 0 6 16,13-4 0-16,18-4 3 0,-1 1-3 0,8-1-8 0,0 1-2 16,2-1 0-16,-1 1-4 0,-2-2-13 0,-2 2 2 15,-3 1-6-15,-2 1 0 0,-6-1 11 16,0 1 0-16,-1 0 4 0,-3 3 4 0,-3 1-1 0,-1 1 1 15,-4 0 0-15,-6 0 0 0,1 0 13 0,-2 0-4 16,-1 0 8-16,0 1 2 0,-1 1-2 0,-2-2 2 0,1 3-3 16,4 7-6-16,0 4-2 0,0 3 1 0,-2 0 0 15,-2 3 6-15,0-1-7 0,-1 0 0 0,-1-1-3 16,-1-3-2-16,2-1 0 0,-1-1-3 0,0-2 1 16,0-2-1-16,1 0 7 0,0-4-4 0,0 1 6 15,0-1-7-15,-1-2 6 0,2 2 2 0,-2-3-2 16,0 2 0-16,4-1 9 0,0 1 6 0,-1-2 0 0,0-1 11 15,-1 1-4-15,3 0-7 0,1 0 3 0,0-1-14 16,0-1 1-16,2 0-1 0,-5-1 1 0,6-2-12 16,1-3 5-16,-1-1-7 0,4 0 5 0,-1-9-8 15,0-2 4-15,0 1 2 0,-1 1 1 0,-2-2 0 16,1 2-3-16,-2-2 0 0,1 4-1 0,-2 1 1 0,-1 2 1 16,-1 4-1-16,-2 1 1 0,-1 2 1 0,0 0-2 15,0 3 2-15,-1-1-2 0,0-1 0 0,1 2 0 16,-1 0 3-16,-1 0-2 0,0 0 7 0,1 1-5 15,-1 1 5-15,0 1-4 0,6 16 2 0,-1 4-2 16,-3 0-2-16,1-2 1 0,-2-2-6 0,1-1 4 16,-1-5-3-16,2 1 4 0,-1-2-2 0,1-3 0 15,0-1 0-15,2-4-2 0,11-1-17 0,-1 7-13 0,4-3-16 16,5-7-1-16,1-8-81 0,5-2-222 0,5-25-78 16</inkml:trace>
  <inkml:trace contextRef="#ctx0" brushRef="#br0" timeOffset="121764.95">12458 3226 256 0,'0'0'-48'0,"0"0"35"0,0 0 20 16,0 0 13-16,0 0 50 0,0 0 0 0,0 0-28 16,0 0 1-16,0 0-3 0,0 0 4 0,0 0-18 0,0 0 3 15,0 0-8-15,0 0 1 0,0 0-13 0,0 0 1 16,0 0-4-16,0 0-4 0,-1 0-3 0,-1 0 3 16,2 1-2-16,0 0 14 0,0 0-10 0,-1 1 7 15,1-1-6-15,-1 0 15 0,0 0 6 0,0 0-9 16,0 0 9-16,-1 1-3 0,1-1 10 0,-1 0-1 0,-1 0 1 15,1-1-3-15,-4 3-8 0,0-1 4 0,0 0-7 16,-2 2-11-16,0-1 1 0,1 1-5 0,1-2 4 16,1 1-4-16,1-1 2 0,0-1 0 0,-1 1 1 15,1 1 8-15,-1-1-15 0,0 0 9 0,2 1-9 16,0-2 14-16,1 0-7 0,1-1 3 0,0 0-3 16,0 0 1-16,-1 0 5 0,1 0-7 0,-1 1 6 0,0 1-11 15,-1-1 5-15,1 0 0 0,1 0 3 0,-1 0-8 16,1 0 8-16,0 1-5 0,0-1 6 0,0 0-8 0,1 0 9 15,0 0-2-15,0 0 4 0,1 1-5 0,0-1 9 16,0 0-7-16,3 0 8 0,9 3-8 0,6-2 5 16,-1-1 1-16,5-1-1 0,0 0-5 0,0-1 1 15,-1-1-2-15,0-1 1 0,-1 1-9 0,3 0 7 16,2-1-1-16,-1 1 4 0,-1 0-1 0,-1 0-2 16,-2 0-1-16,-2 0-1 0,1 1-7 0,-4-1 8 15,2 1-5-15,-1 0 8 0,1 0-10 0,-2 0 3 16,0-1 1-16,-3 1 1 0,0 0 0 0,1 1 2 15,-1-1-3-15,-2 1 2 0,0 0-6 0,-3 0 4 0,-2 0 0 16,-1 0 0-16,-2 0-4 0,-2 0 4 0,2 0 2 16,-1 0 2-16,0 0-4 0,1 0-3 0,-1 0 3 15,-1 0-3-15,1 0-1 0,-1 0-7 0,0 0-3 16,0-1 1-16,0 0 0 0,0-1-11 0,1 1 0 0,-2 0-4 16,0-1-3-16,0-1-6 0,0-3 1 0,-2-3-5 15,1-2-8-15,0 0-47 0,0-1 13 0,0 0-21 16,0-1 32-16,-1 2-20 0,1-1-2 0,0-1-5 15,0-1-10-15,1 2-45 0,0-3 4 0</inkml:trace>
  <inkml:trace contextRef="#ctx0" brushRef="#br0" timeOffset="122216.77">12902 3038 205 0,'0'0'65'0,"-1"0"2"16,0 0 64-16,0 1-6 0,-2 0-36 15,-5 3-18-15,-2 0-2 0,0 1-4 0,1 0-10 0,2-2-18 16,0 1-3-16,1-1-5 0,1 0-14 0,2-1 5 15,0-1-7-15,1 0 6 0,-1 1-8 0,2-2 1 16,0 1 4-16,0 1-3 0,0-1 1 0,0 2-3 16,-1-1-1-16,2-1 2 0,0 0 2 0,-1 2-7 15,-1 0-1-15,1 1-1 0,1-2 14 0,0 2-4 16,0-1-1-16,0 1-2 0,0-2 3 0,0 0-5 16,1 1 7-16,0-1-8 0,11 2 4 0,2-1-3 0,1 2-7 15,2-2 4-15,-3 1-10 0,3-1 5 0,1 0 4 16,-1-2 1-16,1 0 6 0,-2 0-8 0,-1 0-1 15,-1 1-2-15,4 9 7 0,0-2-6 0,-3-5 3 16,0 0-4-16,-5-2 7 0,0-1-4 0,-1 1 0 16,0-1-2-16,-2 0-2 0,-3-1 1 0,0 0 4 15,-2 0-2-15,1 0 5 0,-1 1 8 0,0 0-2 0,1 0 5 16,-2 1 4-16,0-1-10 0,-1 0 2 0,0 0-5 16,-1 0-7-16,-2 0 5 0,-7 5-8 0,-8 4 6 15,-2-2-4-15,1 0-3 0,2-1 3 0,-4 2-2 16,2-2 5-16,1 0-5 0,0 0 5 0,4-1-6 15,0-1 8-15,-1 1-8 0,0-1 1 0,3 0-1 16,0-2 8-16,2 1-7 0,1-2 6 0,1 1-6 0,0 0 9 16,2-1-11-16,1 0 4 0,1 0-5 0,1-1 2 15,1 0 0-15,1-1-3 0,-2 1 3 0,1 1-2 16,0-1 0-16,-1 0 1 0,2 0-2 0,0 0-10 0,0 0-27 16,0 1-8-16,-1-1-19 0,1 0-161 0</inkml:trace>
  <inkml:trace contextRef="#ctx0" brushRef="#br0" timeOffset="123786.33">9139 3463 561 0,'-1'-1'44'0,"0"1"-53"15,-20-13 51-15,2 3-28 0,5 3-8 0,-1 0 6 16,-1 1-8-16,0 0 7 0,1 2-9 0,0 1 8 0,0-1-2 16,1 2 3-16,-1 0 4 0,-3-2 0 0,0 1 7 15,1-2-6-15,-2 0 1 0,0 0 4 0,-1 0-8 16,-3 0 7-16,0 0-8 0,-3 2 5 0,-4-1 3 15,0 2-1-15,0 1 8 0,-3 1-4 0,1 0 2 0,0 2-3 16,-2 3-6-16,4 0 3 0,-1 3-9 0,1 2 7 16,-1 3-8-16,1 2-4 0,-1-10 4 0,-2 20-4 15,-1 4 3-15,-3 3-3 0,0 1-5 0,-1 0 2 16,-1 0-7-16,3-4 7 0,2 0 1 0,4 1 1 16,6-2-4-16,3 0-5 0,1 2 2 0,3-1-2 15,2 3 5-15,3-2 2 0,2 2-4 0,0 1 2 0,3-1-16 16,4-4-2-16,-1-3-1 0,-10 1 1 0,6-2 1 15,4 2-1-15,4-1 6 0,1-4-4 0,3-1 3 16,3 1 5-16,1-2 1 0,3 0 4 0,-8 0 8 16,16-2-2-16,3 1-1 0,2-2-1 0,4 1-1 0,5 1 0 15,0-4 0-15,8-1 0 0,0-1 1 0,-1-1 1 16,1 0 8-16,-3-2-5 0,0-3 6 0,2 1-1 16,2-3-6-16,4 14 5 0,6-8 6 0,-1-8-1 15,3-4 1-15,1-4-4 0,-6-4-5 0,0 0 10 16,-3-3-4-16,-2-1 5 0,0-1-10 0,0-1 9 15,2 0-5-15,-3 1 5 0,2-2-15 0,-3 2 6 16,-2-2-1-16,-4 2 3 0,-2 0 4 0,-9 12-3 16,0-17 1-16,-4-2-3 0,1-4 7 0,-5 0 12 0,0 0 1 15,-2-4 3-15,-2-1 10 0,-3-3 1 0,-1-3-1 16,-1 0-2-16,-2-3-19 0,-3-1-1 0,2-1-1 16,14-1-1-16,-11-3-5 0,-7-2-2 0,-3 1-4 15,-4-1 3-15,-5 1 3 0,-2 3 0 0,-3 1 1 0,12 5-1 16,-24 5 6-16,-6 6-13 0,-7 3 6 0,-10 2-8 15,-6 5 5-15,-10 4-17 0,-4 6-2 0,-2 4-6 16,-2-20-8-16,-7 19-20 0,-6 9-24 0,-10 9-10 16,-3 9-192-16</inkml:trace>
  <inkml:trace contextRef="#ctx0" brushRef="#br0" timeOffset="128755.24">10982 4701 157 0,'0'0'0'0,"0"-2"44"15,0 1 8-15,0 0 8 0,0 0 5 0,1-2-44 16,0 1-3-16,1 0-6 0,1-5-1 0,-1 2 2 15,0 3 5-15,2-1-6 0,1 2 10 0,-3 0-6 0,1 0 22 16,-1 0 22-16,0-1-5 0,0 2 11 0,0-2-9 16,0 0-8-16,1-1-6 0,-1 2 0 0,-1 0-7 0,1 0-4 15,1 0 1-15,-2 1-2 0,0 0-2 0,0 0-1 16,1 1-1-16,-1 0 0 0,0 1 0 0,0 1-13 16,3 6 5-16,-1 2-10 0,-1-1 0 0,1 1-4 15,-2-2 2-15,0-1-2 0,0 1 5 0,1-2-1 16,0 0-5-16,0-1 4 0,1 0 0 0,-2-3-3 15,0 1 7-15,1-1-6 0,1 1 6 0,-2-2 4 16,5 0-4-16,4 0 4 0,0-1-4 0,-1 6-7 16,-1-2 0-16,2-1 0 0,-1 0 12 0,3-1-15 15,-3-2 10-15,2 1-12 0,-3-2 11 0,2 0-7 0,-1-2 0 16,0 0-1-16,1-1 6 0,-2-1-8 0,0-1 4 16,-1 1-4-16,-1-2 8 0,-1-4-5 0,0-1 1 15,-2 0-3-15,-1-2-7 0,1 0 7 0,-2 3 2 16,8-5 2-16,-3 3-6 0,-1 0 0 0,-2 0-3 0,-1 3 4 15,-2 0 9-15,0 1-5 0,0 1 3 0,0 2-4 16,0 1-3-16,-2-1 1 0,2 3-2 0,-1-1 1 16,0 1 2-16,1 1-3 0,-2 0 4 0,-6-5-3 15,0 2 3-15,0 2 3 0,-1 1-2 0,-1 1 1 16,0 0-6-16,-2 1 1 0,0 2 3 0,-1 2-1 16,-2 2 8-16,0 0-1 0,3 1 1 0,1-4 0 0,1 10-4 15,0 1-4-15,1-1-1 0,-3-1 0 0,6 0-4 16,2-1 2-16,-4 0 0 0,-2 1 1 0,3-3-1 15,2 1 7-15,2-1-7 0,-1 0 4 0,3-2-11 0,0 2 10 16,1-2 0-16,0-1 4 0,0 0-5 0,0-2 0 16,0-1-1-16,0-1 3 0,0-1 11 0,0-1-8 15,0 0 7-15,1 2-10 0,0-1 2 0,0 0-4 16,2 1 1-16,-1-2 0 0,1 0 5 0,-1-1-9 16,3 0 4-16,0 0-5 0,3-2 5 0,-3-2 3 15,2 2-5-15,1-13 5 0,-3-2-7 0,-1 2 7 16,-2 0-2-16,1 0 4 0,0 0-2 0,8 0 4 0,-4 0-1 15,-5-1 1-15,-2 2 6 0,-1 1-7 0,-1 0 9 16,-1 4-9-16,1 1 3 0,0 2 4 0,0 1-8 16,1 2 7-16,0 0-19 0,-1 1 3 0,-2-1-4 15,-3-1 5-15,-1 0 0 0,0 2 0 0,-1 2 0 16,0 0-1-16,0 2-3 0,-1 3 4 0,2 0 0 0,0-2 1 16,3 9 1-16,3-1 1 0,-2 0-1 0,-3 0 0 15,1-2-7-15,3 0 5 0,0-1 0 0,3 0 1 16,0-1 3-16,0-1-6 0,1 0 3 0,2-2-4 15,-1 1 7-15,2-4-1 0,7 1 0 0,4 7-1 16,1-2-1-16,3-3 2 0,0-4 1 0,-2-3 1 16,2-2 1-16,1-2-6 0,0-1 0 0,-1-1-1 0,-3-1 2 15,-3 2-1-15,-2 1 3 0,-3 4-2 0,0-8 6 16,-2-1-3-16,-2 6-2 0,-2-1 1 0,2 3 4 16,-3 1-3-16,2-3 2 0,0 2-2 0,-2-1-2 15,0 1-7-15,-1 2 5 0,0 1-6 0,0 0-1 0,0-3-19 16,-1 1-3-16,0 0-8 0,1 2-61 0,-5-1-204 15,-2-4-67-15</inkml:trace>
  <inkml:trace contextRef="#ctx0" brushRef="#br0" timeOffset="130976.03">10423 13090 199 0,'0'0'0'16,"0"0"68"-16,0-2 16 0,0 1 17 0,0 0 5 16,0 0-65-16,0-1-11 0,0-3-25 0,2-5 6 15,0 0-7-15,1-2 7 0,0 1 9 0,-1 0-6 16,1-1 8-16,-2 4 5 0,0-4 21 0,0 3 6 0,-1 0 4 16,0 0 19-16,0 1-15 0,0-3 1 0,-1 2-6 15,0-1-6-15,0 4-5 0,-2-1-2 0,2 1 0 16,0 2-11-16,-2-3-7 0,1 1-2 0,0 0 0 15,1 2-5-15,1 3-2 0,-2-1 3 0,1 0-2 16,0-1-2-16,0 1-2 0,0 1-10 0,0-1 7 16,-1 1-8-16,1 0-6 0,1 0 4 0,0 0-6 15,0 1 9-15,0 0-7 0,0 1 6 0,0 1-5 0,1 8 11 16,3 10-4-16,1-1 0 0,0 3-2 0,1-1 4 0,0 0-2 16,0 2-3-16,-1-2 1 0,1 0-1 0,0-1 4 15,1 1 1-15,0-1-1 0,0 2-6 0,0 0 3 16,1-1 1-16,0-1 0 0,0 0 0 0,2 0 0 15,0 0-2-15,2 0 1 0,-1-3 4 0,-8 3-7 16,13-1 3-16,-1 0-5 0,4 0-2 0,-3-5 6 16,1 0-2-16,-2 1 3 0,-1-1-3 0,1-1 2 15,1-1-2-15,-3-4 2 0,2 1-1 0,-2 0-1 16,1-2 2-16,2 1-2 0,0-2 6 0,0-2-6 16,3-2 0-16,-1 10-2 0,3-4 1 0,0-3-2 15,1-4 2-15,3-2-3 0,0-3 3 0,1-2 0 0,-1-1-4 16,2-2 3-16,3-2 0 0,0-2-4 0,0-1 6 15,-1 0-3-15,-3 0 0 0,0 1 4 0,-3 11-3 16,1-16 4-16,1 4-2 0,-2-3 0 0,2 3 0 16,1 0 0-16,2-1 0 0,1 1 0 0,4 1 0 0,-2 1 0 15,-1 2 6-15,1-2-9 0,-2 4 3 0,1-1-4 16,0 1 9-16,0 2-3 0,-4 1 0 0,1 2-2 16,-4-1-4-16,0 3 3 0,0 0 1 0,1-13 0 15,-1 6 3-15,-1 3-2 0,2 3 4 0,-2 2-4 16,1 0 1-16,3 1-1 0,-3 1 1 0,1 2 0 15,0 2 0-15,-4 0 3 0,0 1-5 0,1 3 4 0,-3 0-5 16,0-9 4-16,-3 15-2 0,-2 2 3 0,0 3-7 16,-3 0 5-16,1 0 2 0,-2 0 2 0,1 1 0 15,-2-1-6-15,0 2 2 0,-1 0-2 0,2-1 2 0,-1-3 4 16,-1-2-4-16,-1-1 4 0,0-2-4 0,-2-2 0 16,2 1 3-16,-1-3-2 0,0 0-5 0,-1-2 5 15,1 0-3-15,0-2 3 0,-1 1-6 0,1-1 4 16,0-3 1-16,-2 1 2 0,1-1-4 0,-2 0 4 15,1-2-4-15,-2 0 4 0,1 0-4 0,0 0 6 16,1 1-4-16,0 0 5 0,1 0 0 0,1 1-6 16,0-2 0-16,3 0-1 0,-1-1-1 0,1-1-2 15,1-3 3-15,2-2-2 0,2-2 7 0,2 4-8 0,3-12 3 16,-1 0-6-16,3-2 3 0,-2-2-1 0,0 0 4 16,3 0-1-16,-2-1 8 0,3 3-10 0,-1 1 1 15,0 1-4-15,-2 5 6 0,1-1 0 0,0-2 1 16,-1 2 0-16,1-1 3 0,0 1-5 0,1 4 0 0,1 1-2 15,1 2 3-15,1 1-3 0,1-1 2 0,0 3-1 16,3-1 2-16,1 0 0 0,-2-13 0 0,4 7 0 16,-3 3-1-16,4 3 2 0,0 1-1 0,-1 2 2 15,-1 0 1-15,-2 0 5 0,-1 2-4 0,1 0 4 16,-1 2-8-16,-1 0 6 0,0 1-5 0,5 2 7 16,-1 0-5-16,4 2 5 0,-2 1 3 0,0 0-1 15,-2 2-6-15,1-1-2 0,3 1 0 0,-2-2 1 16,0 2 5-16,-2 0-6 0,-2-2 2 0,2 2-3 0,0-1 5 15,0-2 3-15,0-1-2 0,3-1 2 0,5-1-13 16,0-2 5-16,2-2-2 0,1-2 4 0,-1 0-1 16,1-4-3-16,-4-1 2 0,0-2-1 0,-1 0 7 0,1-1-7 15,-1 1 1-15,2 2-2 0,1-1 4 0,0 0-3 16,3-1 0-16,0 2-2 0,1 1 7 0,-1 2-7 16,-2 0 1-16,-3-2-4 0,1 1 5 0,-3 2 3 15,1-1 0-15,-2 2-1 0,2-1-5 0,1 1 5 16,4 0-1-16,-2 0 3 0,-1 1-9 0,2 1 5 15,-4-1 0-15,1 0 2 0,-1 0-5 0,-2-1 3 16,-3 1-1-16,1 0 3 0,-1 1 4 0,-2-1-7 16,2-1 1-16,-1 0-2 0,1 0 3 0,1 0 1 0,-4 0 3 15,0 0-3-15,0 0-2 0,-1 0 1 0,-1 0-1 16,-1 0 3-16,-2 0-1 0,0 0-2 0,-2 0-1 16,-3 0-1-16,-2 0-14 0,-1 0-18 0,-1 0 1 15,1 0-13-15,-2 0-72 0,-1 0-340 0</inkml:trace>
  <inkml:trace contextRef="#ctx0" brushRef="#br0" timeOffset="135060.38">20165 13003 104 0,'0'0'0'15,"-1"0"3"-15,-1-2 37 0,1 1-6 0,0 0 4 0,0 0-15 16,0-2 1-16,0 1 4 0,-1-1-5 0,0-4 7 16,0-2 7-16,-1 1 8 0,2 2 4 0,0 0-1 15,-1 0 1-15,0 2 1 0,0-2 4 0,1 1-1 16,0 2 9-16,-2-2-14 0,2 3 8 0,0-2-10 16,-1 1 2-16,-1-1-7 0,3 3-7 0,0 0 5 0,-2-3 7 15,1 2-9-15,0-1 8 0,-1 1-9 16,1 0-3-16,0-1-16 0,0 2 2 0,0 0-8 0,0 0-10 15,-1 0-3-15,1-1-4 0,0 1 2 0,0 0 6 16,0 0 4-16,0 0 0 0,1 0 0 0,0 1-6 0,0 0 2 16,0 0-2-16,1 0 2 0,0 1 1 0,0 0 0 15,0 0 7-15,0 1-4 0,2 3 1 0,1 3-1 16,4 5-4-16,-3-1 4 0,1 0 9 0,0 0-9 16,1-1 7-16,0 0-9 0,1 2-4 0,-6-3 2 15,8 1-2-15,3-2 3 0,1 0 6 0,2-2-5 16,-1-1 6-16,0 1-6 0,-1-3 1 0,3 2 5 15,-1-1-9-15,-1-1 9 0,3-1-5 0,-1-1-1 16,-1 0 10-16,2 0-7 0,-1-1 11 0,0 0-11 0,2 0 3 16,-3 1-5-16,-1 8 5 0,4-2-2 0,-2-2 2 15,1-1 0-15,2-3 2 0,-2 1-8 0,0-2 0 16,2-1-1-16,1 0 1 0,2 0 0 0,1-1-2 16,2-2 1-16,1-1-1 0,1-2 8 0,3-1-1 15,-6 0 3-15,3-2-7 0,-3 1-2 0,-1 0-1 0,2-1 0 16,-3-1-2-16,0 2 0 0,-2 0 1 0,-2-1-1 15,-2 1 2-15,-1 2 3 0,-1 0-1 0,-1 3 1 16,-1 1-5-16,-3-1 3 0,3 2-4 0,-3 1 2 16,0 0-2-16,2 0 2 0,-1 1 4 0,-1 2 0 15,3 1 12-15,-1 1-11 0,-3 0 4 0,4 2-8 16,-2 0-4-16,-2 0 4 0,1-5 4 0,-1 8 1 16,-3-2 2-16,0 0-6 0,-1 2-3 0,-3-3 2 0,0 0 2 15,0 0 0-15,-1 0 3 0,1 0-2 0,2 1 11 16,1 0-4-16,0 2 0 0,0-1-1 0,-3 0 0 15,-1 1-4-15,1-1 2 0,-2 0-3 0,0-2 0 0,0-2-3 16,0 3-3-16,0-4 1 0,0 1-3 0,0 0 0 16,0-3 3-16,0 0-1 0,0 1 0 0,0-2 0 15,1 1 0-15,0 1-1 0,0-3 2 0,12 8-1 16,1-2 1-16,4-2-2 0,1-2-1 0,1-2-1 16,-2-3-1-16,4 0 2 0,-1-3-2 0,-1 0 4 15,2-1 0-15,0 0 0 0,2-1 1 0,-1 1-2 16,1-1 1-16,3 1-3 0,1 0-5 0,4-1 8 15,1 1-3-15,-1 1 4 0,1 1-5 0,-1 2 4 0,1-1-3 16,2 2 3-16,-4 1-5 0,-4 1 7 0,0 1 0 16,-3 1 2-16,-3 2-9 0,1 1 8 0,1 1-3 15,-2 1 6-15,0 1-11 0,-1 0 4 0,0 0 2 16,-1 2 2-16,1-1 4 0,-1 1 0 0,-2-1-3 16,1 0 2-16,1 2 1 0,-4-3 2 0,3 3 3 0,-4-4 0 15,0 1 8-15,1 0-6 0,-2-1 7 0,5 3-5 16,-3-3 3-16,-2-1 5 0,1 0-7 0,-4-3 6 15,0 2-11-15,1-1 3 0,-3 1-6 0,3 1 6 16,-3-1-9-16,0-1-6 0,0 1 2 0,-1-1-4 16,1-1-2-16,-2 0-27 0,1-1-2 0,2 0-14 15,0 1-49-15,3-1-236 0,3-1-93 0</inkml:trace>
  <inkml:trace contextRef="#ctx0" brushRef="#br0" timeOffset="137478.69">24289 13104 78 0,'0'0'24'0,"0"0"-10"15,0 0 19-15,0 0-3 0,-1 0-15 0,-1 0 5 16,1 0 5-16,0 0-3 0,0 0 2 0,0-2 3 16,0 1 1-16,-1 0 2 0,1 0 0 0,0 0 9 15,0 0-9-15,0-1 9 0,-1 1-14 0,1 0 2 16,0 0 8-16,0 0-3 0,0 0 19 0,0-1-9 15,-1 1-2-15,1 0-1 0,0 0-8 0,0 0 5 16,0 0-4-16,0-1 5 0,-1 1-4 0,1 0-7 16,0 0 6-16,0 0-5 0,0-1 0 0,-1 1 0 0,1 0-6 15,-1 0 5-15,0 0-12 0,-1 0-7 0,1-2 3 16,0 1-4-16,0 0 3 0,0-1 9 0,0 1-4 16,-1-1 6-16,1 1-5 0,1 0 12 0,0-1-3 15,-1 2 7-15,1-1 9 0,0 1-10 0,0 0 10 0,0-1-12 16,0 1 3-16,-1 0-19 0,1 0 4 0,0 0-9 15,0-1 3-15,0 1-13 0,-1 0 2 0,1 0-5 16,0 0 6-16,0 1 0 0,0 0 3 0,0 1-1 16,-1 0 2-16,1 1 2 0,1 0-6 0,-2 6 5 15,0-1-5-15,-1 1 3 0,2 0 2 0,0-1-1 16,0 2-2-16,1-1-2 0,0 1 3 0,0 1-1 16,0 0 8-16,0-1 0 0,1 0-7 0,0-1 5 15,3 2-7-15,0-1 4 0,1-1 2 0,1 2-1 16,-1-3-6-16,-1 0 9 0,-1 0-5 0,4-1 6 0,3 1-9 15,0-4 5-15,-1 3-3 0,4-2 3 0,-2-1 1 0,2 1-1 16,1-3-2-16,-3 0 1 0,3 0-3 0,2 10-1 16,0-4 6-16,2-2-6 0,0-3 5 0,-1-2-7 15,1 0 2-15,2-1-2 0,-1-3-1 0,-1 1 2 16,2-1-2-16,0-1 3 0,2 1 0 0,-1-1 0 16,1 0 2-16,-2 1-1 0,-2 0 5 0,2-1-3 15,-3 1-2-15,7-1 1 0,-1 0-3 0,2-1-4 16,0 2 4-16,1-1-2 0,-1 0 6 0,1 1-1 15,-1-1-5-15,-1 1 2 0,0 1-6 0,-1-1 6 16,0 2 1-16,2 1 1 0,3 0-3 0,-2 1 1 0,2 0 1 16,0 0 1-16,-4 2-1 0,-2 0-2 0,-2 2 1 15,0 1 0-15,-4-1 2 0,3 2 0 0,0 1-1 16,-2 0 2-16,2 3 1 0,-4-2-6 0,-1 0 1 16,0 2-3-16,-1-8 11 0,0 12 0 0,0 0-1 0,-3 0-1 15,2 0 2-15,-2 0-2 0,-1 2 6 0,2-3-5 16,-2 2 4-16,0-4-4 0,1 0 3 0,-2 0-3 15,-1-1 1-15,0 1-1 0,0 1-6 0,1-2 3 16,0 0-3-16,-1-1 5 0,1-2-5 0,-1 0 5 16,0-3-9-16,-1-1 3 0,-1 1 4 0,-1-2-1 15,2 1 0-15,-2-1 1 0,-2-1 2 0,3 3 0 0,-2-2 1 16,2 0 5-16,1 1-6 0,0-2 5 0,1 0-5 16,1-1-2-16,1 0 0 0,-2-1-1 0,2-1-9 15,-1-3 7-15,2-2-4 0,2-1 4 0,6 6-8 0,2-8 8 16,-1-2-8-16,3 1 7 0,-3 2-11 0,2 0 6 15,1 0 4-15,1-1-1 0,0 2 4 0,1-2-1 16,0 1-2-16,1 2 0 0,0 1-7 0,1 0 13 16,-2 1-6-16,5 1 7 0,0 0-9 0,0 2 1 15,0 1 0-15,-1-15 1 0,-1 9 3 0,1 4 1 16,2 3-2-16,-3 0 1 0,2 0 4 0,-2 1-4 16,-3 1 0-16,1 1-2 0,0-1-6 0,1 0 7 15,1 1 1-15,-1-1 1 0,1-1 2 0,0 0 2 0,-1-1-4 16,3 1 3-16,-2 1-5 0,2-1 4 0,-4-1 3 15,-3 0 0-15,-2 1 6 0,-2 0-4 0,0 2-5 16,-3-1 2-16,-1 0-4 0,-3-1-2 0,-2 2 4 16,-3-2-3-16,0 0 6 0,-1 0-2 0,-3-1-1 0,-1 0 1 15,1 0 5-15,0 1-1 0,0 1-4 0,1-1 1 16,-1 0 0-16,0 0-1 0,-1 0 5 0,1 0-6 16,-1 1-9-16,0-2-16 0,0 0-18 0,0 0 0 15,1 0-65-15,-1 0-129 0,-1 0-63 0</inkml:trace>
  <inkml:trace contextRef="#ctx0" brushRef="#br0" timeOffset="138447.21">11929 14896 942 0,'-2'1'43'0,"1"0"0"0,0 1 17 0,-2 3 1 0,0 3-29 16,1 2-20-16,-1-4 0 0,2 3-4 0,-6 1 2 16,3-3-3-16,-1 4 19 0,2-2-2 0,2-1 7 15,0-1-3-15,1 0-3 0,0-1-2 0,0-2 0 16,1 0 2-16,0-2 2 0,1 1 6 0,-2-2-4 15,6 4 3-15,5 2 3 0,1-3 0 0,6-1 1 0,-3-3-6 16,6-4-15-16,2-3-3 0,-4-5-1 16,9 4 1-16,0-19-17 0,0-3-1 0,4-5-9 0,-3-3-13 15,2-2-25-15,-1-3 5 0,1-3-15 0,1 1-25 16,-2-5-281-16</inkml:trace>
  <inkml:trace contextRef="#ctx0" brushRef="#br0" timeOffset="139031.1">9259 11430 590 0,'0'-1'25'0,"0"0"44"0,-1 0-46 0,0-2 36 15,0 1-14-15,0-5 19 0,-1 0-30 0,1 0 8 16,1 1 5-16,0 4-2 0,0 1-2 0,0-1-8 0,0 1-2 16,0 0-2-16,0-1 2 0,0-1-17 0,0 1 1 15,0 1-5-15,0 0 7 0,0-1-6 0,0 1 11 16,0 1-9-16,0 0 9 0,0 1-5 0,0 1-6 16,0 0 3-16,1 0-6 0,1 1 20 0,-2-2-8 0,1 1 9 15,1 1-11-15,3 0 11 0,10 3-2 0,4-5 3 16,2-4-3-16,7-12-10 0,4 4 0 0,8-27-5 15,8-2-18-15,3-8-9 0,4-4-10 0,3-2 0 16,-2 0-46-16,5-1-75 0,-1-4-72 0</inkml:trace>
  <inkml:trace contextRef="#ctx0" brushRef="#br0" timeOffset="143466.85">23617 5925 5 0,'0'0'4'0,"0"0"4"0,0 0 16 15,0-2 2-15,0 1 8 0,0 0-2 0,0 0-3 16,0 0 4-16,0 0-4 0,0-1 2 0,-1 1 9 15,0-1-2-15,0 0 6 0,1 0 16 0,-5-4-7 16,-1-1 1-16,5 0-3 0,-6 0 3 0,0 1-11 0,0-1 7 16,0 1-12-16,0 1-14 0,-2-1-7 0,2 1-5 15,-1-1 3-15,0 1 7 0,0 3-19 0,0 0 10 16,-1 1-13-16,0-1 8 0,-2 1-9 0,1-6 1 0,-3 0-2 16,-1 2 11-16,-2 3 4 0,0 2 3 0,-1 0-1 15,0 1 2-15,-2 2-12 0,-2 1 3 0,0 1-5 16,-1 1 9-16,3 0-5 0,0 1 1 0,0 1-3 15,0 1-4-15,-1 2 2 0,0 0-4 0,2-1 4 16,2-9 1-16,0 13 1 0,1 2 2 0,1-1-1 16,1-1 5-16,2 0-2 0,-2 4 5 0,2-2-3 15,0 6-5-15,2-4 4 0,0 1-9 0,0 0 8 0,1 1-6 16,1 3 1-16,1 0-2 0,0 0 1 0,1 0-6 16,1-3 6-16,2-1 0 0,-1 0 1 0,1 0-5 15,1 1 2-15,0 0 0 0,-11 0 1 0,4 3-5 0,2-1 4 16,3 1 0-16,3 2 3 0,0 1-2 0,2 1 4 15,0-1-6-15,1 2 4 0,2 2-3 0,0-2 10 16,1-1-1-16,0-1 4 0,-1 0-4 0,1-1 5 16,1-1-2-16,2-2 3 0,-1-2-6 0,2 1 0 15,1-2-7-15,-10 0 5 0,16 0-8 0,1-1 7 16,1 0-2-16,5 0 2 0,-2-2-2 0,2 1-7 16,0-2 3-16,2 1-5 0,2 0 2 0,0-2 4 15,-1 1 0-15,-2 1 2 0,-1-3-6 0,-2-3 2 0,1 0 0 16,-5-5 3-16,2 1 4 0,-1-2-2 0,1-3 5 15,1 12-3-15,-1-6 18 0,3-3-15 0,1-3 3 16,5-1-7-16,-1-5 0 0,2-1 0 0,0-1 0 16,-1 0 0-16,-1-1-4 0,-2 0 1 0,-2-2-3 15,-5 2 1-15,1-3-1 0,-3 1 6 0,0-1 0 16,-3 8 3-16,-1-13-2 0,-1 0 9 0,-1-1 3 0,-1-3 1 16,-1 0 5-16,-2-1-4 0,-1-5-3 0,0-1 0 15,-1-1-8-15,-2-5 7 0,1 2-2 0,-1-4 4 16,0-2 5-16,-1-2 3 0,0-2-2 0,-1 1 2 15,2 1-6-15,-1 4-3 0,16-1 4 0,-10 1-5 16,-4 2-7-16,-4 0-3 0,0 2 3 0,-4-1-2 16,-2-3 9-16,-2 0 6 0,-3-1-8 0,0 2 4 0,-5 1-19 15,15 2 2-15,-20 1-1 0,-4 2-1 0,-2 3-14 16,-2 0-20-16,-5 2-9 0,-5 0-11 0,-3 0-108 16,-5 0-79-16,-3 2-56 0</inkml:trace>
  <inkml:trace contextRef="#ctx0" brushRef="#br0" timeOffset="145102.15">21509 5985 36 0,'0'0'21'16,"0"0"1"-16,0-2 15 0,-1 1 1 16,0 0-2-16,-1 0 7 0,1-1-6 0,0-1-10 0,-1 1 5 15,-3-2-8-15,-4-2-7 0,-4 1 10 0,-2 0-9 16,-3 0 1-16,-2 3 19 0,-5 1-8 0,-1 1 13 16,-1 1 0-16,-2 1-13 0,0 2 5 0,5-1-7 15,-1 1 16-15,2 0-12 0,3 0 1 0,-2 1-6 0,2-1-16 16,3 2-3-16,0 0-1 0,2 0-1 0,0 1-6 15,1 1 0-15,-1 2 6 0,1-1-5 0,1-7 1 16,2 10 4-16,-2 1-7 0,3 0 5 0,-1 1-3 16,0 3 0-16,0 0 4 0,0 1-1 0,-1 2 2 0,0 5-11 15,0-1 3-15,-1 1-5 0,4 2 12 0,-2-1-2 16,0 1-1-16,1 1-2 0,-1 3-12 0,3 2 12 16,6 0-8-16,-16 4 10 0,11 1-2 0,5 3-3 15,2 3 5-15,2 0-5 0,3 1 0 0,2-3 5 16,1-3-4-16,4-2 4 0,0-3-8 0,2 0 11 15,-1-4-5-15,1 1 8 0,1-1-8 0,1-2-3 16,-14-1 6-16,14-3-4 0,2-1 9 0,1 0-4 0,-1-8 5 16,2 3-2-16,0-6 7 0,0-3-5 0,1 2 0 15,2-5-1-15,2-2 2 0,1-2-6 0,3 13-4 16,2-10 0-16,4-4-2 0,1-5 4 0,0-4 2 16,1-5 1-16,-2 11 2 0,-1-24-1 0,-1-1 3 0,-1 1-3 15,0-1-1-15,-1 0 1 0,-2 0 0 0,1 1 1 16,-2 1 0-16,-2-1 2 0,-2 0 7 0,-7-1-2 15,-2-2 15-15,-2-4-2 0,-4-1 0 0,1-5 1 16,-5-7 1-16,13-3-4 0,-11-3 5 0,-7 0-3 16,-2 4 2-16,-4 1 8 0,-1 0-12 0,-3-1 9 15,-3-1-23-15,-6-3 2 0,15-1-3 0,-24 1 2 16,0 4 0-16,-4 6-12 0,-1 5 5 0,-3 7-9 0,-4 4-20 16,-7 5-85-16,-10 5-30 0,-10 8-32 0,-9 7-239 15</inkml:trace>
  <inkml:trace contextRef="#ctx0" brushRef="#br0" timeOffset="147437.25">19102 4488 224 0,'0'0'0'16,"0"0"44"-16,-1 0 22 0,-1 0 14 0,1 0 7 0,0 0-42 16,1 0-16-16,0 0-12 0,0 0-2 0,0 0 2 15,0 0 5-15,0 0-12 0,0 1 1 0,0 0-6 16,0 0-5-16,0 0 13 0,1 1-1 0,0-1 5 15,1 0-4-15,-1 0 11 0,1 0-2 0,3 2 4 16,3 0-4-16,3 1 4 0,0-2-2 0,1-1 5 0,3-1 8 16,3 0-7-16,0 0 4 0,4 0-7 0,-1 0-11 15,3 0 6-15,2-1-1 0,-1-1 2 0,4 0-6 16,-1 0 1-16,1 0-4 0,-2-1 3 0,-1 1-5 0,0 1 1 16,0-1-3-16,0-1 1 0,0 1 2 0,0 1-4 15,-2-1 2-15,0 2-4 0,-2-1-7 0,-1 0 2 16,0 1-2-16,-1 0 4 0,-1 0-3 0,-2 0 0 15,-4 0-3-15,-4 0 1 0,-1 0 4 0,-1 0-3 16,-2 0 4-16,-3 0-6 0,1 0-4 0,-1 0 0 16,0 0-7-16,0 0 1 0,-1-1-32 0,0 0-71 15,0 0 3-15,-1-2-27 0,0-3-19 0,-2-4-44 16</inkml:trace>
  <inkml:trace contextRef="#ctx0" brushRef="#br0" timeOffset="147939.47">19433 4274 1210 0,'-1'-2'22'0,"0"1"-4"15,0 0 14-15,0 0-4 0,-1 0-5 0,1 0-39 16,0-1-5-16,0 1 6 0,1 0-1 0,0 0 18 15,0 0-11-15,0 1-1 0,1 0-3 0,0 0 1 16,0 1-5-16,1 0 3 0,-1 0-2 0,0 2 5 16,-1-1 12-16,0 0 6 0,0 1 3 0,0-1 20 0,0-1 0 15,0 0 3-15,-1 1-3 0,0-1-6 0,-1 0 3 16,0 0-9-16,0-1 7 0,-11 2-13 0,2 0-12 16,2-1 5-16,-3 0-7 0,-1 1 7 0,-2 1-5 15,1 0 3-15,-3 2-4 0,0 1-2 0,-1 0 3 16,-1 1-2-16,5-1 2 0,0 1 3 0,0 0-3 15,1 0 3-15,0 0-4 0,1 1 3 0,3-1-2 16,-1-5-1-16,2 9-1 0,0-2-2 0,1 0 9 16,1 0 0-16,0-2 2 0,3 0-9 0,-1 3 6 0,2-3-4 15,1 0 5-15,-2 1-5 0,1-5 2 0,-2 2 3 16,2-1-2-16,0 0 9 0,-2 3-10 0,2-1 6 16,-1 3-8-16,2-2 5 0,0 0 1 0,1 0-6 15,0-1 3-15,0 1-3 0,1 0 0 0,3 1 3 16,-2-3-2-16,3 2 6 0,-2-1 0 0,9-2-2 0,0 1 0 15,1-1-11-15,-1-2 6 0,-1-1-4 0,3 1 4 16,-2 1-8-16,-1-2-6 0,-1 0 1 0,0 6-2 16,3 0 8-16,-2-3-12 0,1-2 4 0,3-1-9 15,-4-1-9-15,3-2-19 0,1-2-30 0,1-2 0 16,0-2-140-16</inkml:trace>
  <inkml:trace contextRef="#ctx0" brushRef="#br0" timeOffset="148554.78">19300 3877 465 0,'0'0'29'0,"0"0"-19"0,0 0 31 0,0 0-8 16,0 0 13-16,0 0 0 0,0 0 8 0,2 0-8 16,-1 0-10-16,0 0-10 0,1 0-6 0,1 0 2 15,1 0-3-15,5 0 26 0,-2-2-3 0,2-3 10 16,-2 1-7-16,0-9-5 0,-1-6 5 0,-1-1-4 15,1 0 4-15,1-1-24 0,-1 2 0 0,-2-1-9 16,2 1-3-16,-2-2-4 0,2 0 5 0,-2-2-3 16,1 3 11-16,0-1-14 0,-1 4 3 0,2 2-6 15,-3-1 6-15,-1 4-1 0,0 1-1 0,5 1 0 0,-3 4 1 16,-3 4-1-16,1-2 0 0,0 2-3 0,-1 0-10 0,0-1 3 16,0 1-1-16,0 1 4 0,1 0 2 0,-1-1 0 15,-1 2 0-15,0 0 2 0,0 2 0 0,-1 0-2 16,-4 10 1-16,-2 7-1 0,0 1 8 0,2-2-5 15,0 5 1-15,2-3-4 0,-2 0 0 0,2 0 7 16,-1 0-2-16,0 1 2 0,2 0-7 0,1 0 0 16,0 0-4-16,0-1 2 0,1 0-6 0,1-2 8 15,1-2 0-15,2-2 2 0,0 1 0 0,0-4 2 16,-1 0 2-16,2-2-1 0,0 0-3 0,-2-4 4 16,1 1-3-16,-3-1 4 0,7-1-5 0,-1-2-5 15,0 1 3-15,0 2-4 0,3 0 0 0,-2-3-1 0,3-1 3 16,-1-1 0-16,2-2 2 0,0-4-2 0,2-3-7 15,0 3 6-15,0-12-3 0,0 1-5 0,0-1-1 16,-1 1-4-16,3 0-7 0,-5 0-11 0,2 1-7 0,-1-2-7 16,0 2-75-16,-2-2-39 0,1 1-8 0,-2-1-12 15,0-3-66-15</inkml:trace>
  <inkml:trace contextRef="#ctx0" brushRef="#br0" timeOffset="148793.79">19565 3166 1108 0,'0'-1'40'0,"0"0"7"15,0-2 16-15,-1-6-22 0,1-2 7 0,0 3-20 0,0 3-17 16,1 2 2-16,-1 2-7 0,2-2-6 0,10-5 0 16,1 2-3-16,-1 4 2 0,1 2-10 0,-3 1-14 15,-1 1-5-15,-1 2-2 0,0 1-14 0,-1-1-17 16,0 1-22-16,-1-3-3 0,0 5-103 0,0-2 44 15,0 1-6-15,0 0 23 0,-1-1 21 0,0 2 42 16,1 0 8-16,2 1 14 0,-2-1 36 0,4 1-32 16</inkml:trace>
  <inkml:trace contextRef="#ctx0" brushRef="#br0" timeOffset="149205.91">20315 3616 1465 0,'0'-1'12'0,"-1"-11"12"15,-1-6 14-15,1 3-17 0,1 4 0 0,0 5-9 16,0 2-19-16,0 3-4 0,0-2-5 0,1 0 2 16,0 1-6-16,0 0-12 0,0-1 7 0,0 2-8 0,-1 0 19 15,0 0 9-15,-1-1-5 0,0 2 6 0,0 0 4 16,-14 0 12-16,-3 2 4 0,3-2 0 0,-2 0 4 15,2 0 8-15,1 0-7 0,1 0 7 0,-8 1-6 16,11 0-12-16,1 1-10 0,0 1 3 0,-1 0 1 16,2 2-4-16,-1 0 3 0,0 9 1 0,1 2-7 15,1 1 5-15,0-1-5 0,1 2 3 0,1-2 1 16,2 1-2-16,-1-2 1 0,2 0-2 0,1 1 5 16,0-2-3-16,-9 0 3 0,4 0-5 0,3-1 0 15,2 0 5-15,1 0-2 0,1 0 6 0,2-2 2 16,2 0-2-16,1 0 2 0,1-2-11 0,-1-2 11 15,9 1-2-15,2-3 8 0,0-2 2 0,2-1-5 16,2 11 2-16,4-5-4 0,1-5-8 0,0-1 6 0,-1-2-6 16,0-3 5-16,0 0-7 0,1-1 0 15,-3-1-2-15,-2 1 2 0,-1-1-15 0,-4 1-14 0,-5 0-9 16,0-1-1-16,-3 2-19 0,-2-1-83 0,-2 2-26 16,-3 2-32-16,4-6-202 0</inkml:trace>
  <inkml:trace contextRef="#ctx0" brushRef="#br0" timeOffset="151073.79">18022 4691 305 0,'0'0'73'0,"0"0"-12"0,-1-1 40 0,0 0 3 16,0-2-19-16,0 1-36 0,-2-4-4 0,1-1-1 16,-1 0-1-16,2 0-5 0,1 5-20 0,-1-3 1 15,1 3-8-15,0-1 1 0,0 1-10 0,0 0 6 16,0-1-8-16,0 1 3 0,0 1 3 0,0-1 6 0,0 1-2 15,0 0 4-15,0 0 6 0,0 0-5 0,0 0 8 16,-1-1 8-16,0 2-16 0,0 0 7 0,-1 2-11 16,1-1 6-16,0 1-13 0,-5 9-1 0,-1 3-3 15,2-1 2-15,2 1-2 0,1-2 3 0,0-1-3 16,2 0 4-16,0-3 13 0,0-1-7 0,2 0 8 16,-1-2-6-16,1 1 2 0,0-1 9 0,1-2-5 0,-1 1 1 15,2-3-3-15,6 1-3 0,1 1 2 0,-2-1-6 16,1-1-1-16,-1 6 1 0,0-1-2 0,2-1-5 15,-2-2 2-15,1 0-2 0,-2-1 3 0,0-1 5 0,-1 0-7 16,-1-1 2-16,-1 0-3 0,0 0 8 0,-1 0 5 16,-1 0-4-16,-1 0 3 0,-1 0 3 0,2-1-9 15,-3 0 3-15,5-8-6 0,0 0 0 0,0-1 3 16,-3-1-3-16,-1 1 2 0,-1-2-7 0,0 4 5 16,0-2-3-16,-1 2 4 0,0 2-1 0,-1-1 4 15,1 2 1-15,-1 3-1 0,0-3-5 0,2 4-7 16,-2 0 3-16,-4-1-3 0,0 0 9 0,-1-4-5 15,0 2 2-15,0 0-4 0,0 2-1 0,1 1 3 0,-1 1-2 16,1 0 2-16,-1 0-3 0,0 1 2 0,1 1 1 16,0 1 0-16,1 0-2 0,3 1-1 0,-2 6 1 15,2 1 1-15,0-1 0 0,1 1-2 0,-2 0 1 16,1 0-1-16,1 0 2 0,-6-1-3 0,1 1 3 16,2-2-4-16,2 1 10 0,1-3-6 0,1 0 4 0,0 0-3 15,0-2 10-15,1-1 0 0,0 0-4 0,0-2 2 16,0 1-9-16,3-2 4 0,5 0-3 0,1 6 4 15,0-1-5-15,1-3 5 0,-1 0 3 0,2-2 0 16,-1-1 2-16,-2-1-7 0,2-2 2 0,-1 0-1 16,1-2 8-16,-3 1-8 0,0 2 2 0,-2-11-3 15,0 2 3-15,-2-2 2 0,-2 0-2 0,0 1 2 0,8-1-3 16,-4 0 0-16,-2 0 0 0,-1 0 0 0,-1 2 8 16,-2-1-2-16,0 2 1 0,0 2-2 0,-1 0 7 0,0 3-15 15,0 1 7-15,-1 0-9 0,2 3 6 0,-1-2-8 16,-1 1 2-16,0 1-4 0,-4-3 4 0,-1 1 0 15,1 2-5-15,-1 0 3 0,0 1-4 0,1 1 6 16,-1 2 2-16,0 2-1 0,1 0-5 0,0 1 2 16,0 5-3-16,2 0 3 0,0 1 5 0,0-2-5 15,2 0 4-15,1 0-5 0,0-2 4 0,-5-1-1 16,1 2-3-16,1-3 2 0,1 1-5 0,2-3 5 16,0 2-1-16,1-1 2 0,0 0 2 0,0-2 3 15,0 1-4-15,0-2 2 0,1 0-2 0,1 1-3 16,0-1 3-16,4 2-2 0,4 0 11 0,-1 0-10 0,0-3 6 15,1 0-7-15,-2-1 3 0,0 0 4 0,-2-1-5 16,0 0 5-16,-2 0 3 0,-1 0-6 0,0-1 0 16,-2-2-2-16,1-7 0 0,-1-2-1 0,7 1 4 15,-2 1-3-15,-1-4 4 0,-3 3-2 0,0-3-3 0,-2-1 2 16,0 1-2-16,-3 1 3 0,1-1 2 0,-2 3 1 16,0 0-6-16,-1 1 1 0,0 1-3 0,3 5 2 15,0 0-4-15,-2 0 6 0,4 4-4 0,-6-1 3 16,0-3-4-16,2 3 3 0,-4-2-1 0,4 2 1 15,-3 1-5-15,1 1-6 0,-1 2 7 0,-1 3-6 0,-1 1 12 16,2 13-2-16,0-1 1 0,3 2-2 0,-1-1-3 16,1-3 2-16,2-1-3 0,-5-5 4 0,1 2 2 15,2-4-2-15,3 1 2 0,0-1-3 0,1 0 5 16,0-2-3-16,1 1 0 0,0-2-1 0,2 1 8 16,-1-2-7-16,1 0 5 0,-2-2-5 0,3-1 0 0,3 1 3 15,2 3-2-15,-3-1 4 0,-1-1 1 0,0-1 1 16,0-1 2-16,-2-1-2 0,1 0-3 0,-2 0 7 15,-1 0-5-15,1 0 6 0,-1 0 4 0,1-3-8 16,-1 1 3-16,5-8-5 0,-1-2 1 0,-2 0 2 16,-1 0-1-16,-2 0 0 0,-2 1-5 0,1 1 0 15,-1 0-2-15,-2 0 1 0,1 2-2 0,-2 0 7 16,0 0-5-16,3 4 5 0,-5-1-12 0,-1 2 6 16,0 2 0-16,-1 0 2 0,0-7-6 0,0 4-1 0,-3-1 1 15,0 3 0-15,3 2 6 0,0 0-9 0,1 1 5 16,2 0-7-16,2 1 2 0,-4 2 6 0,7-4-5 15,-1 7 5-15,1 1-7 0,-6 3 5 0,3-4-4 0,2 0 4 16,1 0-2-16,1-1 4 0,0-1 0 16,1-1 0-16,1 1 0 0,1-2 0 0,2 0 5 0,8-2-3 15,-1 0 5-15,1 9-7 0,0-5 3 0,2-1-3 16,-1-3 6-16,1-1-4 0,-1-1 1 0,0-1-2 16,0-3 0-16,-2 0 2 0,1-2-2 0,-4 1 2 15,-1 4 1-15,-3-9 1 0,0 0-1 0,-2 0 1 0,-1-2-4 16,0 5 2-16,4 0 0 0,-2-1 2 0,-1 4 3 15,-2-3 0-15,-1 4-3 0,0-2 1 0,0 4-4 16,0-1-2-16,0 2-1 0,-1-1-1 0,-2 0-8 16,-7-2 7-16,-2 1-2 0,0 2 2 0,0 2-14 0,2 3-19 15,-1 3-6-15,2-1-8 0,-2 14-51 0,2-1-123 16,-2 2-26-16,3 1-41 0,-1 1-161 0</inkml:trace>
  <inkml:trace contextRef="#ctx0" brushRef="#br0" timeOffset="153608.98">18648 6060 435 0,'0'0'48'0,"0"0"7"15,-1 0 42-15,-1-1-41 0,1 0 23 0,0-1-47 16,0 1-18-16,0 0-3 0,0 0-6 0,-1 1-11 0,2 0 21 16,0 0 5-16,0 0 4 0,0 0 9 15,0 0-8-15,0 0 3 0,0 0-4 0,0 0 6 0,0 0 6 16,0 0-5-16,2 1 5 0,-1 0-13 0,0 0-10 15,0 1 3-15,0-1-4 0,0 0 3 0,1 0-4 16,-1 0 5-16,0 0-5 0,0 1 3 0,0 0 3 16,1 0-6-16,-1-1 5 0,0 1-1 0,0 0-4 15,0 0 4-15,0 1-4 0,1-1-1 0,-1 2-3 16,1 3 4-16,2 3-4 0,-2 3-2 0,0 2 2 16,1 2-7-16,-1 1 8 0,0-1-2 0,0 1-2 0,-1-1 3 15,-1 0-3-15,0-1 2 0,0 1 6 0,0-2-2 16,0-2 5-16,0 0 13 0,0-2 1 0,0-2 3 15,0 0-4-15,0-2-8 0,0 1 3 0,0-4-2 16,0 1 2-16,0-2-12 0,0 0-4 0,0-1-2 0,0 0 1 16,1 1 8-16,0-1 16 0,1-1-1 15,10 3 4-15,13-4-7 0,5-7-6 0,6-11-1 0,6 4-1 16,3-24-12-16,5-7-7 0,1-4-2 0,1-8-2 16,1-3-4-16,2 1-26 0,2-1 2 0,6 4-13 15,0-1-23-15,0-4-124 0,-3-3-38 0</inkml:trace>
  <inkml:trace contextRef="#ctx0" brushRef="#br0" timeOffset="156228.76">15970 3447 48 0,'0'0'0'0,"0"0"28"0,0-1 12 0,0 0 15 0,0-1 10 16,0 1-6-16,0 0 1 0,-1 0-17 0,0 0 15 16,0-2-17-16,0 2 20 0,-1 0-31 0,1 0 4 15,-1 0-13-15,-1-2 7 0,1 2-7 0,0 0 7 16,1 1-8-16,-4-2-1 0,0-1 12 0,-1 0-17 16,4 2 14-16,1 1-14 0,-3-2-3 0,2 1 9 0,-3-1-8 15,2 1 3-15,-2-2-1 0,1 2 0 0,0-1 1 16,3 2 3-16,-3-1-11 0,3 1 1 15,-1-2-4-15,-1 1-1 0,1 0 1 0,-1 0 1 0,1 0-1 16,1 1 1-16,0 0 5 0,0 0-7 0,-1 0 7 16,2 0-1-16,0 0 1 0,2 0-2 0,-1 0-1 15,1 0-6-15,11 1 4 0,0 0 4 0,3 0-2 16,6 2 1-16,-4-2-2 0,6 1-3 0,-1 1 1 16,1-3-5-16,1 1 2 0,-1-1-1 0,0 0 3 0,1 0 1 15,0 1 2-15,1-1 2 0,0 2-1 0,1-1-3 0,0 1-2 16,0-1 3-16,2 0-1 0,-4-1 6 0,4 1-6 15,-2-1 5-15,-3 0-5 0,2-1 5 0,-3-1-7 16,-1-1-1-16,-2 1 1 0,-2 0 9 0,-2 0-7 16,-2 1-3-16,-2 0 0 0,0 0 3 0,-4 0-8 15,0-1 11-15,-2 2-10 0,-4 0 8 0,1 0 6 16,-1 0-7-16,0 0 6 0,1 0-16 0,-1-1-10 16,-1 0-8-16,0 0 0 0,1 0-30 0,-1 0-73 15,-1-1 19-15,0 1-37 0,-1 0 6 0,-1 0-57 16</inkml:trace>
  <inkml:trace contextRef="#ctx0" brushRef="#br0" timeOffset="156627.31">16107 3258 788 0,'-2'-2'41'16,"1"1"7"-16,0 0-6 0,0-2-19 0,-1-6-2 16,0 3-13-16,2 3-3 0,0 1-3 0,0-1 0 0,0 1-12 15,0 1 8-15,0 0-4 0,0-1 5 0,0 1 1 16,0 1-6-16,0 0 7 0,0 1-6 0,0 2 8 0,-1 0 2 16,-5 11-5-16,-2 0 3 0,-1 2-3 0,6-2 10 15,-11 0 3-15,-1 0 3 0,-4 0 8 0,-2 0 19 16,0 0-6-16,-2 2 10 0,-4-3-10 0,3 1-7 15,-2-2 4-15,4-3-6 0,5 2-10 0,2-2-4 16,3 1-9-16,1 0 6 0,3-2-9 0,2-1 0 16,2-2 1-16,0 1-3 0,2-3-9 0,1 2 9 15,-4 1-7-15,3-3 8 0,-1 1-2 0,1 2-2 16,1-3 3-16,1 2-3 0,0 1-1 0,0-4 4 0,0 1 3 16,1 1 0-16,0 0 0 0,1 1-3 0,0 2 0 15,9-1-2-15,2-1-3 0,0 4 5 0,1-2-4 16,2 3 2-16,2 2-24 0,5 3-34 0,-3 2-14 15,4 0-27-15,-1 5-254 0</inkml:trace>
  <inkml:trace contextRef="#ctx0" brushRef="#br0" timeOffset="163870.32">12738 3295 36 0,'-2'0'0'0,"1"0"4"0,0 0 42 0,-1 0-22 0,-1-1 1 15,1 0-26-15,0 0-4 0,-1 0 3 0,0-1 3 16,-2 1 0-16,0-1 1 0,2 1 13 0,-1 0-2 16,-2-3 8-16,-2 0 16 0,2 2-1 0,-4-3 6 15,3 3-2-15,0 0 20 0,-5-2 1 0,0 2-1 0,2-1 1 16,-3 1 7-16,2 1-18 0,2 0 0 0,-2-2-8 15,4 2-19-15,1 0 6 0,-1 0-7 0,1 0 6 16,-1 0-20-16,1-1 6 0,3 1-3 0,-1 0 4 16,2 0-2-16,1 1-7 0,-4-1 2 0,4 1-4 15,-4-2 3-15,3 2 7 0,-1 0 3 0,1 0 0 16,-4-1 1-16,1 0-3 0,4 1 2 0,-3 0-3 0,1 0 1 16,1 0 0-16,0 0-5 0,-1 0 4 0,0 0-5 15,0 0-1-15,2 0 4 0,0 0-2 0,0 0 4 16,0 0-2-16,-2-1-8 0,1 1 5 0,0 0-3 15,0 0 1-15,1 0 3 0,0-1-3 0,0 1-1 0,0 0-3 16,-1 0 2-16,1 0-2 0,0 0-2 0,0 0-3 16,0 0 1-16,1 0-2 0,0 0 7 0,0 0-7 15,0 0 3-15,1 0-3 0,0 0 11 0,1 0-8 16,0 0 1-16,7 1-3 0,0 0 0 0,2 0 2 16,0 0 5-16,2 2-1 0,-1-2 9 0,4 1-7 15,0 0 0-15,0-1-1 0,2 0 5 0,-1-1-8 16,0 0 6-16,1 0-6 0,-1 0 11 0,0 0-8 15,1-1 1-15,1 0-2 0,-1-1 6 0,1 1-3 0,1 0-5 16,1 0 1-16,3-2-6 0,-3 2 8 0,1 0 1 16,0 0 2-16,1 0-5 0,1 0-2 0,-2-1-1 15,5 1 1-15,-1-1 8 0,-1 1-7 0,2-2 5 16,-3 1-7-16,-1 0-3 0,-1-2 5 0,0 1 1 16,-3-1 3-16,-1 1 0 0,-1-1-3 0,-1 0 1 0,-2 1-1 15,0-1 1-15,-3 2 4 0,0 0-7 0,0 1 6 16,-2-1 0-16,1 1-4 0,-2 0 6 0,0 0-7 15,0 0-6-15,-1 0 8 0,1 1-4 0,-4 0 6 16,-3 0-10-16,2 0 10 0,-1 0-5 0,0 0 9 16,1 0 2-16,-1 0 8 0,-1 0 6 0,1 0-2 15,-1 0-3-15,0 0-11 0,0 0-2 0,0 0-2 16,-1 0-6-16,0 0 0 0,0 0-5 0,-1 0 2 0,0 0-18 16,0 0-12-16,-2 0-8 0,-11 0-1 0,0 0-18 15,-2-2-38-15,-1 1-10 0,2-1-12 0,-2-2-44 0,2 1-16 16,1-3-3-16</inkml:trace>
  <inkml:trace contextRef="#ctx0" brushRef="#br0" timeOffset="164386.34">12892 2801 1264 0,'-2'-1'15'0,"1"0"-3"0,0-1 18 0,-4-5 11 16,1 0-7-16,0 2 1 0,3 3-20 0,1 0-2 16,-2 0-5-16,-1 0-11 0,2-1 1 0,0 2-6 0,0 0 7 15,0 0 2-15,-1 0-5 0,1 1 3 0,0 0-4 16,0 1 8-16,0 0-3 0,0 0 3 0,-1 0-3 16,1 2-1-16,1-2 6 0,0 5-4 0,0-2 6 15,0 1-7-15,0 1 6 0,1-1-3 0,2-1 5 16,-1 1-2-16,3 2-3 0,-3 0 3 0,10 0-3 15,3 3 1-15,2-1 0 0,4 0 0 0,-1 3 1 16,1 4-6-16,1-2 1 0,0 1-1 0,-1-1 2 0,1 1 6 16,0-2-5-16,-2 0 2 0,2 2-4 0,-5-5 4 15,1 4-3-15,-2-5 3 0,1-2-3 0,-1 4 2 0,-1-5 0 16,3 5 0-16,-3-3-1 0,2 0-6 16,-3-2 8-16,0 1-4 0,-1 0 7 0,-1-1-2 0,-3 2-4 15,1-3 0-15,-2-1-1 0,-2 1 5 0,-3-2-1 16,-2-1 7-16,-1-1-4 0,2 1 13 0,-1 1 0 15,0-1-2-15,1 3 1 0,-1-2 4 0,-1 2-2 16,0-1-1-16,-1 0-2 0,-2 2-6 0,-7 1-2 16,-6 0-1-16,-2 0 0 0,1 0-5 0,0 2 4 15,1-1-1-15,0 0 1 0,2 0-9 0,1 1 6 16,2-2-4-16,-4-2 6 0,5 3-7 0,2-3-2 0,-1 1-1 16,5 0 0-16,3-2 5 0,-1-1-6 0,0 1 3 15,0-3-6-15,2 0 3 0,-3 1-10 0,1 1-3 16,0-1-5-16,0 1-28 0,1-2-5 0,0 0-8 15,0 0-6-15,0 0-105 0,0 0-84 0,-1 1-25 16</inkml:trace>
  <inkml:trace contextRef="#ctx0" brushRef="#br0" timeOffset="167303.54">16345 14831 255 0,'0'0'0'0,"-1"0"87"0,0 0 19 16,0 0 33-16,0-1 13 0,-1 1-79 0,1-1-10 0,-1 0-40 15,0-1-2-15,-1 1-3 0,2 0-2 0,0 1-1 16,0 0-3-16,0 0 3 0,-1 0 6 0,1 0 11 16,0 0 0-16,0 0 3 0,0 0-6 0,0 0 4 15,-1 0-1-15,1 0 2 0,0 0-3 0,0 0-9 16,0 0 0-16,-1 0-2 0,1 0 2 0,0 0 1 16,1 0-6-16,-1 0 3 0,0 0-9 0,0 0-1 15,1 0 3-15,-2 0-4 0,1 1-5 0,0 0-2 0,0 5 3 16,-1 14-1-16,0 1 0 0,2 1 1 0,0 1-3 15,2-1 3-15,-1-2-6 0,1 0 2 0,0-2 0 16,2-1 3-16,-1-2-3 0,1-1 4 0,0 1 1 16,-1-3 2-16,-1-1 9 0,2-1-7 0,-1-2 3 15,1 1-4-15,1-1 9 0,-2-1-2 0,1-1-1 0,-2-2 0 16,2 1 1-16,-2-1-10 0,-1-1 5 0,6 0-6 16,-2-1 3-16,1 0 1 0,0-1-1 0,-2 3 1 15,5 2 0-15,-1-1-7 0,1-2 5 0,1-1-5 16,3 0 5-16,1-2-3 0,-1-2 0 0,4-1-1 15,0-3-2-15,-1-1-1 0,1-1 0 0,-3 0 1 16,2 5-2-16,1-12 2 0,0 1-1 0,0 0 3 16,0 0-3-16,-1 2 0 0,-1 0-2 0,0-1 1 0,1 3 4 15,-2 1-7-15,1 0 5 0,1 5-4 0,2 0 14 16,2 1-8-16,-2 2-1 0,2-1-1 0,-3 1 8 16,2-11-4-16,3 4 2 0,-2 3-5 0,3 3-3 0,-4 0-2 15,1 2 3-15,-2 2-1 0,0 0 1 0,1 1 0 16,-5 1 0-16,-1 0 1 0,-1 0 6 0,-1 2-8 15,0 0 2-15,-2 0-1 0,0-5 8 0,-2 7-4 16,0 3-4-16,0-4 1 0,-1 2-1 0,0 1 0 16,-2-2 4-16,1 0-4 0,0 2 4 0,-1-5-5 15,1 1 1-15,0 0-3 0,-2-2 1 0,1-1 2 16,-1 1 0-16,2-3 1 0,0 1 6 0,0 2-7 16,0-1 0-16,1 1-3 0,0-2 1 0,0 1 1 0,2-2 1 15,0-1 0-15,1 0-3 0,1-3-2 0,0 0-4 16,0-2 2-16,4-3-3 0,-2 0 10 0,2 4-1 15,0-9 2-15,-3-3-3 0,3 1-2 0,-2-1-1 16,1 1 1-16,3 3 1 0,1 0 3 0,-1 1 0 0,1-2 0 16,-1-3-3-16,2 1 1 0,-2 1 2 0,3 2 0 15,-1 4 4-15,-3 0-6 0,1 2-3 0,0 0 0 16,-2 1 1-16,1 3 6 0,0 1-2 0,-1-9 2 16,2 3-2-16,-3 5 0 0,1 1 1 0,-1 1-1 15,-1 1 5-15,-1 3-7 0,0-1 4 0,-1 2-6 16,3 2 4-16,-2 0 4 0,-2-6-1 0,2 12 4 0,-4-5-2 15,2 4 3-15,2 2-5 0,-2-2 4 0,3 1-9 16,-1 0 12-16,-1-3-8 0,3 2 10 0,0 1-12 16,2-1 5-16,0-4 0 0,0 3 2 0,-2-3-4 0,2-1 5 15,2 1-2-15,-1-2 2 0,2 0-6 0,-1-1 4 16,2-1 5-16,0-1-3 0,1-2 0 0,-1 11 4 16,0-4-8-16,1-2 7 0,0-4-8 0,-3-2 5 15,1 0 3-15,-1 0-1 0,0-1 4 0,1 0 2 16,-3 0-3-16,0-1 2 0,-3 1-10 0,-2 1 2 15,1 0 1-15,-5 0 0 0,1 0 7 0,-1 0-9 16,-1 0 5-16,-1 0-6 0,-1 0 1 0,-1 0-6 16,0 0 0-16,1 0-4 0,-1 0-18 0,0 0-144 15,0 0-71-15</inkml:trace>
  <inkml:trace contextRef="#ctx0" brushRef="#br0" timeOffset="169289.01">19637 15253 796 0,'0'0'40'16,"-1"0"2"-16,-1 0 1 0,1 0-1 0,-1 0-11 0,0 0 4 16,-1 0 0-16,1 0-9 0,0 0 6 15,0 0-22-15,0 0 9 0,0 0-2 0,0 0 3 0,0 0-8 16,0 0-12-16,-1 0 4 0,2 0-4 0,0 0 7 16,0 0-5-16,0 0 3 0,0 0-2 0,-1 0 15 15,1 0 5-15,0 0 3 0,0 1-2 0,1 1-2 0,0-1-3 16,0 1 4-16,0 4-2 0,2 8 0 0,1 1-1 15,0 2-4-15,1 1 4 0,-1-3 7 0,1 4-8 16,-1-3 2-16,1-1-4 0,-2-2 7 0,0-3-2 16,1-2 1-16,-2-3-3 0,1 2-8 0,-1-3 7 15,2 2-7-15,-2-2 5 0,0-2-16 0,-1-1 9 16,0 1-5-16,1 0 5 0,-1-1-7 0,1 1 5 16,2 0-7-16,4 2 5 0,0 1-9 0,1-1 3 15,3-1-1-15,-2-2 0 0,2-1 1 0,1-2-2 16,-1-2 6-16,5-2-4 0,0-2 3 0,-2 0 0 0,-1 7-4 15,1-11 2-15,0 0 0 0,3-1 0 0,0 3 1 16,0-1-2-16,1 2 4 0,-2 1 1 0,2 1-1 16,-1 2 0-16,-1-1-9 0,0 1 3 0,-1 3 5 0,2 0-1 15,-3-1 1-15,1-7 2 0,0 3-7 0,0 3 5 16,0 3 3-16,0 1-7 0,-1 2 6 0,3 3-7 16,-3 1 7-16,-1 1-1 0,0 1 0 0,0-4 0 15,-2 9 0-15,0-2 19 0,0-1-10 0,-3-2 11 16,2 1-14-16,-1-4 2 0,-1 2 2 0,-1-1-3 15,-1-1-12-15,1-2 4 0,5 3-3 0,-3-2 5 0,2-2-9 16,-1 1 7-16,-4 2-5 0,5 2 6 0,-3-3-8 16,4-1 5-16,-2-2-1 0,-2-1 3 0,4 0-8 15,0-1 5-15,2-2-3 0,-1-2 3 0,-1 0-4 16,1-1 3-16,-3 2-2 0,1-1 2 0,-1 0 0 0,2 1 0 16,-1-1 1-16,1 0 0 0,-2 2 0 0,-1 0 3 15,2 1-1-15,-3 1 2 0,1 0-5 0,-1 1 14 16,-1 0-3-16,0 0 8 0,0 0-3 0,-1 0-12 15,0 0 4-15,0 0-7 0,-1 0 2 0,0 0-1 16,0 1-5-16,0-1 0 0,-1 0-34 0,1 0-48 16,0 0-50-16,1 0-10 0,1-1-280 0</inkml:trace>
  <inkml:trace contextRef="#ctx0" brushRef="#br0" timeOffset="181915.24">10911 14097 256 0,'0'0'113'16,"0"0"-44"-16,-1-1 62 0,0 0 10 0,0 0-78 15,-1-2-5-15,-1 1-35 0,1-1-2 0,1-3-1 16,-4-3-9-16,0 2 8 0,2 2-6 0,-2 0 6 16,0-1-9-16,1 1 10 0,-2-2 3 0,0 1 2 15,-1-2-1-15,-1 0 14 0,1 3-5 0,-3-1 6 0,1 3-10 16,-1-3-10-16,0-1 3 0,0 4-4 0,-1 1-2 15,-1-6-7-15,-2 1 1 0,-2 2-2 0,0 2 7 16,-2 1-7-16,-1 2-6 0,-1 0 2 0,2 2-2 16,-1 0-2-16,0 1 2 0,0 2-3 0,2 2 1 0,-5 1-7 15,4 1 7-15,1-1-5 0,-4 2 9 0,3 1-5 16,-2-10-4-16,0 12 1 0,0 2 4 0,3 0 0 16,0-1 0-16,-3 1 0 0,3 1 2 0,-3 0-6 15,-2-1 9-15,2 3-7 0,-1-2 11 0,-3 2-4 16,-3 1 3-16,2 1-2 0,-1 1 13 0,4 2-10 15,0 3 9-15,0 1-8 0,1 1 10 0,-1 3-10 16,3-3 1-16,1 0-2 0,4 3 8 0,1-3-12 0,3 2 3 16,0-2-6-16,1-1 4 0,3 1-3 0,0 0-1 15,1 3 1-15,1 1 3 0,1 1-1 0,2 3-5 16,-17 2 1-16,10 3-4 0,6 1 1 0,2 0 2 0,2 1 0 16,3-3 6-16,2-5-3 0,1-1-2 0,2-3 0 15,3 0-2-15,1-1 2 0,-12-1 1 0,23 1-1 16,-3 0-4-16,4 1 3 0,1 1-1 0,3-2 1 15,2 3 3-15,1-1 3 0,-1-2 2 0,-1-3-4 16,0-1-7-16,0-2 0 0,3-3 0 0,1-1 1 16,2-2 5-16,3-2-1 0,1-2 3 0,1-2-2 15,-1-1 7-15,4 0-4 0,-4 0-3 0,0-4 1 16,0 0-4-16,-3-1 2 0,1-3 2 0,0 1 1 0,2-3 3 16,0 1-3-16,3 17-2 0,0-13 0 0,0-6-3 15,2-3 10-15,-3-6-2 0,-3-1 5 0,0-4-9 16,-5-2-4-16,2 13 4 0,-1-23-4 0,2-5 0 15,-1-5 2-15,5-3-4 0,-5-4 4 0,2-4-6 0,0 2 7 16,-4-2-1-16,-1 3 4 0,-2 4-6 0,-6-1-2 16,-4 2 4-16,-2 1-2 0,-3-3 4 0,-3-1 2 15,-2-1-4-15,-2-3 5 0,-2-1 2 0,-1 1 7 16,-2 1 1-16,-3 0 2 0,17 1-4 0,-12 1 4 16,-5-2-3-16,-6-1 4 0,-3-2 8 0,-5-3-8 15,-2-3 6-15,-2 1-9 0,-4 1-11 0,15 2 11 16,-22 4-13-16,-6 4 13 0,-2 4-11 0,-4 2 2 0,-3 0 1 15,-4 5-1-15,-3-4 6 0,-3 4-19 0,-4 4-1 16,-1 1-13-16,-6 5-41 0,-8 5-47 0,-9 8-21 16,-6-14-21-16,-5 22-201 0</inkml:trace>
  <inkml:trace contextRef="#ctx0" brushRef="#br0" timeOffset="184601.78">22071 14802 396 0,'0'0'0'16,"-1"-1"16"-16,0-1 155 0,-1 1-57 0,1-1 11 0,0-1-85 16,0 1-2-16,0 0 4 0,0-1-9 0,-1 1 12 15,2 1 1-15,0 0-7 0,-1-2 9 0,0 1-9 16,0 0 0-16,0 0-2 0,-1 1-7 0,1 0 7 16,0 0 3-16,0 0-13 0,0 0 4 0,0-1-9 15,1 1-9-15,0 0 9 0,0 0-2 0,0 0 4 16,0 0-14-16,0 1-3 0,0 0-1 0,0 1 1 0,0 0 0 15,0 0 1-15,-2 18-3 0,2 1 2 0,2 2-3 16,0 4 3-16,0-2 0 0,3 0 1 0,1 1-6 16,0-4 9-16,2 4-4 0,-1-5 6 0,2-1-1 15,2-1-5-15,-10-1 4 0,16-2-5 0,-1 1 3 0,3-6-1 16,1 1-1-16,1-2 2 0,4-2-1 0,-2-1-3 16,3 0-3-16,1-3 1 0,0 1-1 0,-1-2-1 15,0-1 2-15,-2 1-3 0,0 12-4 0,-1-6 5 16,0-3-3-16,2-3 3 0,1-2-1 0,1-1 0 15,1-3 0-15,4 0-2 0,1-1-9 0,0-2 10 16,1-1-3-16,2-3 5 0,2-1-4 0,3-1-2 16,-2-1 3-16,0-2-1 0,-3-1 4 0,0 15-6 0,1-18 0 15,0-2-1-15,2 3 5 0,2 2-3 0,-1-1 1 16,-1 6-1-16,-2-1 3 0,-1 3 3 0,-3 5 0 16,-4-1 2-16,-1 3-5 0,-6 1 8 0,0-11-3 15,-2 6 7-15,-1 2-7 0,1 4 2 0,-2 2-2 0,-1 3 3 16,0 2 2-16,-1 2-7 0,1 0 1 0,-2-7-2 15,-1 15 8-15,1 0-7 0,-3-1 11 0,5 3-10 16,-2 0 12-16,-5-3-1 0,6 4-2 0,-9-4 2 16,2 0 7-16,4 3-5 0,-3-4 1 0,4 1-3 15,-3 0-2-15,0-3 6 0,0 1-5 0,-3-1 4 16,-1 0-15-16,0 0 8 0,0-2-5 0,-1 1 4 16,0-2-7-16,0-1-5 0,-2 1 6 0,0-1-6 0,-1-2 4 15,0-1 1-15,-1-1-2 0,0-1 2 0,0-2 0 16,-1-1 3-16,0 0-5 0,0 1 3 0,1 0-6 15,0-1 3-15,1 2 4 0,1 1-1 0,2 0 1 0,-1 0-5 16,3-1 0-16,-1-2-3 0,2 0 6 0,2-1-3 16,2-3 1-16,1-2-2 0,-1 1-6 0,1-2 10 15,0-2-5-15,1 0 8 0,0-1-4 0,2 1-3 16,-2 1 2-16,4-3-1 0,0 2 4 0,4-2-3 16,3 1 0-16,0 0-1 0,3 0 2 0,2 0 1 15,3 1-2-15,3-1 2 0,-2 1 1 0,0-2-3 16,-1 2 3-16,0 0-4 0,2 0-4 0,-2 2 3 15,1 1-1-15,3-1 2 0,-1 3 0 0,3-1 0 16,0 1 0-16,0 2 1 0,0 0 5 0,1 2-6 0,-3 0 2 16,0 3-2-16,-2 3 1 0,-2 0 3 0,0 1-5 15,3 0 2-15,0 1-1 0,2 2 1 0,1 0 4 16,-1 2-3-16,1 0 3 0,-3 0-3 0,1-1 2 16,0 1-3-16,-5 0-6 0,-2 0 4 0,2 1 0 0,-3-2 2 15,0 1 2-15,3 1 3 0,-1-1-3 0,2-2 2 16,-3 0-10-16,0-1 8 0,0-1-5 0,-3 0 6 15,3-1-2-15,-4-3-3 0,-1 0 2 0,-3-2-5 16,-2-1 1-16,1 1-3 0,-2-2 2 0,-2 0-3 16,1-3 4-16,0 0 4 0,0-2 1 0,0-1 1 15,-1-1-2-15,1-1-4 0,1-2 1 0,3 0-2 16,-1-1 5-16,0 1-2 0,2-1 2 0,-2 0-1 16,4 0 0-16,-1 0-1 0,-3 2 1 0,0-1 0 0,0 1 0 15,0-1 4-15,-1 1-3 0,-1 2 4 0,-1 0-4 16,-1 0 1-16,-1 0-3 0,0 1 2 0,-1 0-4 15,-2 1 11-15,1 1 2 0,-3 0 3 0,1 1 5 0,-1 0-4 16,0 1-1-16,-1 1 0 0,2 0 5 0,-1-1-2 16,-1 2 4-16,-2 0-3 0,4 0 3 0,-5 0-3 15,5 0 1-15,-5 0-1 0,-2 0-1 0,6 3-11 16,-7-2 7-16,4 1-9 0,2 2 1 0,-3-2-4 16,-1 1-8-16,5 1-1 0,-3 0-35 0,2-1-144 15,2 1-45-15</inkml:trace>
  <inkml:trace contextRef="#ctx0" brushRef="#br0" timeOffset="188807.29">14844 13686 622 0,'-1'0'81'0,"-1"0"-6"16,0-1 39-16,-6-3 8 0,-2 1-54 0,1-1-30 16,1 0-12-16,-2 0-5 0,1-1 3 0,1 2-7 0,-1-1-6 15,2 0-1-15,0 0-1 0,-1-1-11 0,2 2 5 16,-1-2-2-16,-2-1 3 0,-1 0-11 0,2 1 10 15,-2-1-3-15,-1 1 5 0,0 0-6 0,0 0 1 16,-2 1 4-16,-1-1 1 0,-1 2 4 0,0 1-1 16,0 1-4-16,-3 1 3 0,1 1-7 0,-2 1 8 15,-1 3-5-15,2 1 5 0,-3 2-8 0,1 3 3 16,0 1-3-16,0-9 2 0,1 15-3 0,4 2-4 16,-2 1 4-16,5 4-4 0,-3 0 5 0,1 6 0 0,1 0 1 15,2 3 1-15,0 1 2 0,3-1 1 0,2 0-5 16,2-1 3-16,2 0-11 0,1-1 9 0,0 0-1 15,-15-3 3-15,8 0-4 0,6 2 0 0,2 0 5 16,1 1-4-16,4 3 0 0,2 2 1 0,1 2-4 0,1-1 3 16,2 0 1-16,1-1-1 0,-1-4 1 0,1-3-1 15,1-3 7-15,-12-2-3 0,19-4 7 0,3-4-6 16,0-1 10-16,0 1 8 0,1-4-8 0,0-2 7 16,0-1-12-16,4-1-4 0,-3-1 9 0,0-1-7 15,2 1 5-15,-1-4-3 0,0 0-7 0,1-3 4 16,-2 0-2-16,0 13 7 0,1-7 1 0,3-4 1 0,-1-3 0 15,1-4 5-15,4-2-1 0,-5-2 3 0,1-1 10 16,-4-2-7-16,-2-1 2 0,-1 0-5 0,0 0-4 16,-3 0 0-16,1 11-3 0,-3-14 3 0,-4 0 2 15,0-1 1-15,-3-1 4 0,-2 1-1 0,1-5 9 16,-5 3 8-16,1-3-4 0,-3 0 5 0,0 3-12 0,11-3 3 16,-5-1-5-16,-4-4 3 0,-1 1-11 0,-3-2-2 15,-3 0-3-15,0 0 0 0,-1-1-3 0,-1-2-2 16,-3 1 0-16,0-1 0 0,-2-1-3 0,-2-2-1 15,-1 1 0-15,0 0-2 0,-1 4-6 0,10-3 7 16,-16 2-10-16,-1 2 8 0,-2 0-14 0,0 6-18 16,0 2-4-16,-3 1-11 0,4 2-51 0,-4-1-86 15,2 3-37-15,2 4-40 0,-2 0-348 0</inkml:trace>
  <inkml:trace contextRef="#ctx0" brushRef="#br0" timeOffset="-212418.26">17424 11123 83 0,'-1'0'187'16,"-3"0"-67"-16,-24-7 56 0,1 0 8 0,6 3-119 15,1-1-15-15,5 1 5 0,1 1-7 0,5 0-1 16,0 1-18-16,1 0-13 0,3-1 12 0,1 2-13 16,3 1 7-16,0 0-14 0,-2-2-2 0,1 0-2 15,2 0 1-15,-2-4-11 0,-1-2 5 0,3-2-6 0,3-1 10 16,4-2-4-16,-3-1 5 0,22-1-5 0,3-2 8 16,2-2-6-16,3-1 1 0,-1-3-2 0,1-3 0 15,2 1 0-15,-1 0-1 0,4 1 3 0,1 1 6 0,2-1-11 16,2 0 2-16,4 1-5 0,7 2 12 0,4 2-6 15,2 3 4-15,-3 1-5 0,-5 2 5 0,-2 3-2 16,0 2-4-16,3 2 0 0,1 1-2 0,3 4 4 16,-3-20 1-16,0 16 1 0,-3 6 2 0,-4 5-1 15,-1 3 0-15,-4 3-1 0,-1 4-5 0,-2 0 7 16,6-12-5-16,-3 21 6 0,2 4-5 0,1-2 0 16,-6-1 9-16,0 1-7 0,-2-5 8 0,-6-2-5 15,-1-1 4-15,0-4-3 0,-1 0 6 0,0-2-2 16,2-2 0-16,1-3 0 0,3-2-4 0,-1-3 3 15,-1 0-7-15,1 14 5 0,-3-10-6 0,0-4 3 0,-2-3 0 16,-1-3 0-16,-2-1-5 0,0-3-2 0,-1-3 4 16,1-1-1-16,0-2-1 0,0-1 2 0,-1 10-6 15,4-18 5-15,4-1-3 0,2-3 2 0,0 4 0 0,2-3 0 16,-2 2-10-16,3-3 5 0,1 0 1 0,-2 3 2 16,-2-2-2-16,-1 1 2 0,2 1-2 0,3 1 4 15,1 0 1-15,5 2 0 0,1 2-1 0,2 0 0 16,2-1 4-16,-3 3 1 0,-1-2-6 0,-4 5 2 15,2 3-2-15,2 1 1 0,0 3 5 0,5 5-4 16,-1-1 0-16,5-19 6 0,0 14-7 0,-3 5 6 16,4 5-6-16,-8 2 1 0,-1 2 2 0,3 2-1 0,3 2 2 15,4 0 4-15,0 0 8 0,2-2-3 0,-2 1 16 16,-2-2-3-16,0 0-1 0,-2 0 0 0,2-1-2 16,8 2-6-16,-1-1-2 0,3-1-1 0,-1 0 1 0,-3 0-5 15,0 1-2-15,2 1 0 0,3 0 0 0,4 0-9 16,1 1 7-16,-1-1-8 0,-3-1 6 0,-2-1 1 15,2 1-3-15,4-3 1 0,4 0-7 0,6-1 4 16,-2-2-1-16,-2-2 2 0,-1 0 6 0,6-2-5 16,3-2 5-16,3-2-5 0,2 0-4 0,-3-2 8 15,2 0-5-15,5 1 7 0,2-1-11 0,2-1-2 16,-5 2 1-16,-1 1 1 0,1 2 10 0,5 1-6 16,0 1 2-16,-6 1-3 0,-2 1-2 0,3 0 3 15,2 0 0-15,-1 2 0 0,-2 1 0 0,-5 0 0 0,-1 1 1 16,4 0 1-16,-2 2 3 0,-5-1-2 0,-8 1 0 15,-3 1-1-15,0 0-3 0,1 0 7 0,-2 1-4 16,-5 0 7-16,-6-1 2 0,-7 1-6 0,-5 0 8 16,-4-1-7-16,0 1 2 0,-2-1-8 0,-4 0-2 0,1 1-1 15,-2-1 1-15,-2-1-21 0,-1 0 2 0,-1-1-12 16,-2 1-26-16,-5-3-223 0,3 1-14 0</inkml:trace>
  <inkml:trace contextRef="#ctx0" brushRef="#br0" timeOffset="-196188.05">22691 10832 256 0,'0'0'340'0,"-2"-1"-167"0,0-1 89 16,-5-2 6-16,-2-3-258 0,3 3 0 0,0 1-8 0,0-1-3 15,3 2 1-15,-3-2-8 0,0 1-2 0,-1-1-2 16,-2 1 1-16,1 1-10 0,-5 0-10 0,0 2 5 15,-3 0-4-15,1 1 20 0,-1 2-1 0,1-1 3 16,-1 2-1-16,0 0 10 0,0 2 14 0,-2 0-5 16,1 0 7-16,-2 0-2 0,0 0 4 0,1-1 3 0,1 1-4 15,-1 1-18-15,-2 3 4 0,4 0-8 0,-4-1 7 16,1 13-9-16,-4 3 6 0,0 3-5 0,-1 4 4 16,0 3-18-16,0 5-6 0,-2 3 0 0,2 4-3 15,-2 4-2-15,1 5-12 0,0 4 1 0,-1 2-2 16,-1-2 23-16,-1-5 7 0,-1-2 10 0,-4-2-5 15,1 5 13-15,0 3 1 0,3 4-6 0,1 5 4 16,0 0 1-16,0-2-7 0,4-2 4 0,1 0-4 0,3 4 11 16,3 6-5-16,2 2 7 0,2-1-7 0,1-4 6 15,5-8 10-15,2-4-10 0,4-5 11 0,-19 0-12 0,14 5 7 16,6 2-2-16,6 3 2 0,2-2-14 0,2-5 0 16,0-3-3-16,2-7 2 0,3 0-1 0,4 0-1 15,-12-4-4-15,22 4 1 0,4-1-1 0,4-1-1 16,0-4 4-16,1-6-4 0,1-4 8 0,-3-5-1 15,0-5-3-15,-3-6-1 0,-1-1-4 0,4-3 8 16,0-4-2-16,7-4 3 0,0 16-1 0,3-12 14 16,1-8 7-16,2-8-3 0,2-8-7 0,-1 13 5 15,-1-34-8-15,-2-9 7 0,0-6-10 0,3-5-3 16,2 0 5-16,1-6-5 0,-1 3 1 0,-2-7 0 16,-4-6-4-16,-7-12 2 0,-3-6-2 0,-7-3-4 0,-5 1 2 15,-3 1-3-15,-2-7 9 0,-3-6-6 0,-3-1 1 16,-2 4-4-16,-1 3 7 0,-3 2-3 0,-1-2 6 15,19 2-5-15,-19 4 3 0,-6 12 10 0,-4 4-6 16,-6 3 8-16,-3 0-7 0,-4 2 0 0,-4 7-4 0,13 7 1 16,-23 8-17-16,-8 4-83 0,-2 4-3 0,-9 6-36 15,-3 4-93-15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9:53.1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 48 664 0 0,'0'0'498'0'0,"-22"-11"2181"0"0,10 4-2542 0 0,0 0-1 0 0,-1 1 1 0 0,0 0 0 0 0,-15-4 0 0 0,25 10-349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9:53.1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100 184 120 0 0,'0'0'1998'0'0,"-30"-3"3554"0"0,28 1-5378 0 0,1 0 0 0 0,-1 0 0 0 0,1 1 1 0 0,-1-1-1 0 0,0 0 0 0 0,0 1 0 0 0,0-1 1 0 0,0 1-1 0 0,0 0 0 0 0,0 0 0 0 0,0-1 1 0 0,-1 1-1 0 0,1 1 0 0 0,0-1 0 0 0,-1 0 0 0 0,1 1 1 0 0,0-1-1 0 0,-1 1 0 0 0,1-1 0 0 0,-1 1 1 0 0,1 0-1 0 0,-4 1 0 0 0,5-2-143 0 0,1 1-1 0 0,-1 0 1 0 0,0 0-1 0 0,1 0 1 0 0,-1 0-1 0 0,0 0 1 0 0,1 0-1 0 0,-1 0 1 0 0,0 1 0 0 0,1-1-1 0 0,-1 0 1 0 0,1 0-1 0 0,-1 0 1 0 0,0 1-1 0 0,1-1 1 0 0,-1 0-1 0 0,1 1 1 0 0,-1-1-1 0 0,1 0 1 0 0,-1 1-1 0 0,1-1 1 0 0,-1 1-1 0 0,-1 15 189 0 0,2-5-96 0 0,1-9-101 0 0,0 0-1 0 0,-1 0 0 0 0,1 1 0 0 0,0-1 0 0 0,0 0 0 0 0,0 0 0 0 0,1 0 1 0 0,-1 0-1 0 0,0-1 0 0 0,1 1 0 0 0,-1 0 0 0 0,1-1 0 0 0,0 1 1 0 0,-1 0-1 0 0,4 1 0 0 0,-1 0 121 0 0,0 0 0 0 0,0 0 0 0 0,1 0 0 0 0,-1-1 0 0 0,0 0 0 0 0,8 3 0 0 0,-10-5-124 0 0,-1 0 0 0 0,1 0 0 0 0,0 0 0 0 0,0-1 0 0 0,-1 1 0 0 0,1 0 1 0 0,0-1-1 0 0,-1 1 0 0 0,1-1 0 0 0,-1 0 0 0 0,1 1 0 0 0,-1-1 0 0 0,1 0 0 0 0,-1 0 1 0 0,1 0-1 0 0,-1 0 0 0 0,0 0 0 0 0,1 0 0 0 0,-1-1 0 0 0,0 1 0 0 0,0 0 0 0 0,0-1 0 0 0,0 1 1 0 0,0-1-1 0 0,0 1 0 0 0,0-1 0 0 0,0-2 0 0 0,4-4-10 0 0,-1-1 0 0 0,0 0 1 0 0,3-14-1 0 0,-1-1 22 0 0,-2 0 1 0 0,0 0 0 0 0,-2 0-1 0 0,0-33 1 0 0,-2 57-34 0 0,-1-1 1 0 0,1 0-1 0 0,0 1 0 0 0,0-1 1 0 0,-1 0-1 0 0,1 1 0 0 0,0-1 0 0 0,-1 0 1 0 0,1 1-1 0 0,0-1 0 0 0,-1 1 1 0 0,1-1-1 0 0,-1 1 0 0 0,1-1 0 0 0,-1 1 1 0 0,1-1-1 0 0,-1 1 0 0 0,0 0 1 0 0,1-1-1 0 0,-1 1 0 0 0,1 0 0 0 0,-1-1 1 0 0,0 1-1 0 0,1 0 0 0 0,-1 0 1 0 0,0-1-1 0 0,0 1 0 0 0,1 0 0 0 0,-1 0 1 0 0,0 0-1 0 0,1 0 0 0 0,-1 0 1 0 0,0 0-1 0 0,1 0 0 0 0,-1 0 0 0 0,0 1 1 0 0,0-1-1 0 0,1 0 0 0 0,-1 0 1 0 0,0 1-1 0 0,-33 8-36 0 0,31-8 48 0 0,1-1-13 0 0,0 1 1 0 0,0-1-1 0 0,-1 1 1 0 0,1 0 0 0 0,0-1-1 0 0,0 1 1 0 0,0 0-1 0 0,0 0 1 0 0,0 1-1 0 0,1-1 1 0 0,-1 0-1 0 0,0 1 1 0 0,0-1 0 0 0,1 1-1 0 0,-1-1 1 0 0,1 1-1 0 0,-1 0 1 0 0,1 0-1 0 0,0 0 1 0 0,0 0 0 0 0,0 0-1 0 0,0 0 1 0 0,0 0-1 0 0,0 0 1 0 0,0 0-1 0 0,1 0 1 0 0,-1 0-1 0 0,1 0 1 0 0,0 1 0 0 0,-1 2-1 0 0,0 2-40 0 0,-1 0 1 0 0,0-1-1 0 0,0 1 0 0 0,-1 0 0 0 0,-4 7 1 0 0,4-9-374 0 0,1 0 1 0 0,0 1-1 0 0,0-1 0 0 0,0 0 1 0 0,0 1-1 0 0,1-1 1 0 0,0 1-1 0 0,-1 11 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19:07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22176 2367 325 0,'0'0'0'0,"0"0"22"0,-2-1 4 16,1 0 12-16,0 0 1 0,0 0-22 0,0 0-3 0,-2-1-2 16,1 1-2-16,1 1 6 0,-6-1 19 0,1 1 5 15,-3 0 4-15,0 0-4 0,1 0-5 0,-1 0-1 16,-1-1-9-16,1 0 4 0,-1 0-14 0,2 1 13 16,0 0 4-16,0-2 0 0,1 1-4 0,1 0-5 15,-2-1 0-15,-1-1-1 0,0 1-4 0,1 0-5 16,-2-1-1-16,1 1 0 0,-3 0 2 0,0 0-1 15,-2 2 3-15,-1 0-1 0,-2 2 3 0,2 1-8 0,-2 2 3 16,-1 2-4-16,-2 3-2 0,-2 3 0 0,-2-2-6 16,2 14 5-16,1 2 5 0,-1 2-11 0,2 2 8 15,0-1-8-15,3-2 9 0,4-4-9 0,2-4-1 0,5-4-1 16,3-1 16-16,1-4-1 0,0-1 8 0,-2-3-6 16,-1 0 12-16,3-2-3 0,0-2 0 0,2 1 0 15,0-2 3-15,0 0-8 0,0 1 3 0,0-2-4 16,3 1-5-16,5 3 1 0,10 2-4 0,4-5 2 15,0-2-13-15,4-4-1 0,-1-5 0 0,2-1 1 16,1-3 11-16,0 0-8 0,-1 12 3 0,-1-18-5 16,-2-1 0-16,-2-1 8 0,-1 1-7 0,-1 0 6 0,0 1-10 15,-3 4 4-15,-1 1 3 0,-1 3 0 0,-2 3-5 16,-3-1 7-16,-3 2-6 0,-2 4 6 0,-1-1-3 16,-1 3-1-16,-1 0 6 0,-1 1-5 0,0 0 4 0,2-1 1 15,-1 1 1-15,0 0-1 0,1 1-4 0,-1 1 0 16,4 11-2-16,0 11 2 0,-4 2-4 0,-1 0 0 15,-1-2 0-15,0 0 0 0,0 0 9 0,0 0-8 16,0 0 4-16,2 1-5 0,-1 2 4 0,0 3 0 16,-1 3-4-16,0 2 1 0,-2 3-1 0,-3 3 6 15,-1 1-1-15,-1 2 3 0,-1-6-3 0,-3-1 0 16,-1-3 4-16,1-5-4 0,-2 1 5 0,0-4-6 16,0-3 5-16,10 0-6 0,-13-3 2 0,0-3 1 15,0-3-1-15,2-2 2 0,1-3 5 0,0-3-3 0,1-2-3 16,1-3 2-16,3 5 4 0,-1-1 13 0,5-3 1 15,-2-1 2-15,1-1-15 0,0 0-6 0,3-1 1 16,0-1-2-16,-5-9-2 0,1-8-6 0,4 0 2 0,4-2-2 16,4-3 5-16,3-4-5 0,4-1 0 0,2-1-1 15,-12 0 5-15,12 1 4 0,2 1 2 0,1 2-1 16,-1 2-3-16,0 4-1 0,1 2 4 0,1 4-2 16,-1 1 1-16,0 2-7 0,1 2 1 0,-1 2-1 15,-3 4 0-15,-1 2-5 0,-3-6-5 0,-1 1 2 16,0 2-13-16,-3 2-16 0,-2 1-2 0,0 1-6 15,2 0-9-15,-2 0-21 0,1 1-3 0,-5-1-10 0,1 1-27 16,1 1 15-16,-1 1-4 0,-1-1 9 16,0-1-3-16,2 2 6 0,-1-2 1 0,0 0-7 0,5 3-83 15</inkml:trace>
  <inkml:trace contextRef="#ctx0" brushRef="#br0" timeOffset="584.54">22444 3047 1145 0,'-1'0'54'0,"-1"-1"-1"0,1 0-3 0,0 0-5 16,0-1-19-16,0 1-34 0,-1 1 4 0,1 0-4 16,0 1 6-16,-4 11 6 0,-3 15-4 0,0 1 0 15,0 2-3-15,-2 0-2 0,0 1 7 0,-1-4 1 16,1-1 2-16,0-1-11 0,3-5 6 0,1-4-4 15,2-3 5-15,0-4 3 0,0-2 10 0,2-1-1 0,1-2 4 16,0-2 12-16,0 1 8 0,-1-1 2 0,1 0 1 16,0-1 1-16,0 1-15 0,0-2 1 0,0 0-7 15,-1-2-16-15,2 0 0 0,0-12-4 0,2-4 4 16,1 1 3-16,3 0-5 0,2 0-1 0,0-1-1 16,1 2 1-16,0-1-4 0,2-1 6 0,-2 2-6 0,0 1 4 15,1-1-3-15,-1 2-2 0,0 3 0 0,-2 1 5 16,-2 2 3-16,0 2-3 0,-4 4 1 0,2-2-4 15,1 1-5-15,1 0 9 0,-1 2-4 0,0 1 14 0,0 1-7 16,-3-1-1-16,10 17-2 0,-3 3-4 0,-3-3 7 16,-3 2-3-16,-2-4 5 0,0 1-6 0,0-5 2 15,-1-1 0-15,0-4 2 0,1-2 7 0,0 0-11 16,0-3 6-16,0 0-7 0,0 2 5 0,0-1 3 16,0 0-2-16,0 0 3 0,0-1-6 0,0 0-6 15,1-1-4-15,0-1 1 0,1-2 5 0,8-8 1 16,4-7-3-16,-1-1 1 0,1-2-4 0,0 0 7 15,0 0-1-15,0-2 3 0,0 2-2 0,-1 4-2 16,-2 0 1-16,-1 9-2 0,-1 1 2 0,-5 4-1 16,3-2-2-16,0 1 1 0,2 2 10 0,-3 2 2 0,2 3 5 15,-5 5-6-15,0 22-1 0,2 5-8 0,12-1 2 16,-6 2-4-16,-6-2 5 0,-3 1-1 0,-2 0 3 16,0 0-1-16,0 0 0 0,1-5 5 0,0-2-4 0,1-4 5 15,1-3-6-15,-1-2 1 0,0-4-5 0,1-2 3 16,0-2-13-16,2-2-52 0,0-2-10 0,-4-5-19 15,8 6-83-15,3-4-323 0</inkml:trace>
  <inkml:trace contextRef="#ctx0" brushRef="#br0" timeOffset="10041.82">20526 2523 192 0,'0'-1'0'15,"0"-9"9"-15,0-6 93 0,0 0-19 0,0 1 11 0,0 1-50 16,0-1-10-16,1 1-19 0,0 2-7 0,0-1 7 16,0 2 2-16,-1 3 14 0,2 1-8 0,-2 1 9 15,0 1-4-15,0 1 15 0,0 0 3 0,0 3 2 16,0 0 1-16,0-2-13 0,0 1-9 0,0 0-2 15,0-1-32-15,0 2 9 0,0 0-1 0,0 0 4 16,0 0 4-16,1 0 4 0,0 1 8 0,0 0-4 0,0 1 16 16,1 1 1-16,1 15-6 0,1 10 4 0,-2 4-13 15,-2 5-8-15,-1 2 3 0,-3 0-5 0,0 1 3 16,-2 0-6-16,0-3-3 0,0 2 0 0,0-1 1 0,-1 2-2 16,1 1 2-16,-1 0-3 0,1 1-1 0,0-1 5 15,0-2-3-15,2-5 2 0,0 0-5 0,2-7 1 16,-2 1 4-16,3-6-2 0,0-5 2 0,1-3 3 15,0-1-1-15,0-3 0 0,0 1-9 0,0-3 7 16,1-1-5-16,-1-3 6 0,0 0-2 0,0-2-5 16,1 1 7-16,0 1-5 0,1-2 26 0,-1 0 0 15,0 0-2-15,1-1 0 0,1-1-13 0,4-6-5 16,6-19-3-16,1-7 0 0,1-3 0 0,-1-4-4 0,4-6 4 16,1 0-3-16,-1-1 1 0,4 0 0 0,0 2-3 15,0 2 1-15,2-1 2 0,-3 2-2 0,-3-3 3 16,-2-3-3-16,-4 2 11 0,-4 2-4 0,0 6-1 15,-3 6-2-15,1 3 8 0,-3 7-1 0,0 6 9 0,4 5-7 16,-1 2 0-16,-4 4-8 0,-1 2-3 0,-1 0-1 16,0 2-5-16,0 0-12 0,1-1 3 0,1 0-5 15,-2 1 11-15,0 1-9 0,-2 1 4 0,-2 8-7 16,-9 17-9-16,-3 4-66 0,4 0-21 0,0-2-17 16,-1 2-82-16,2-1-43 0</inkml:trace>
  <inkml:trace contextRef="#ctx0" brushRef="#br0" timeOffset="10976.65">20833 2777 1240 0,'0'0'-2'0,"0"0"2"0,0-1-39 16,0 1 14-16,0 0-18 0,0 1 34 0,0 1-4 0,1 16-1 15,0 15 1-15,0 1 8 0,-2 8-6 0,-2 5 4 16,-5 1-5-16,-2 3 10 0,0-8-2 0,0-3-2 16,0-7 1-16,3-6-1 0,0-6 8 0,1-3 9 15,2-6-1-15,-1-3 19 0,4-5 14 0,0-2-3 0,0 1 7 16,-2-1-6-16,1 0-3 0,0-1-4 0,-2 1 2 15,0-1-2-15,2-1-25 0,0 0 3 0,-1-1-12 16,2-1-7-16,0 0-10 0,-2-6 6 0,1-6-6 16,4 0 12-16,2-2-1 0,3 1-2 0,3-3 1 15,-1 1 7-15,2-2-6 0,-1 0 1 0,1-2-2 16,-1 2 9-16,2 0-5 0,-9 1 4 0,11 5-4 0,0 0 8 16,-2 2-6-16,-3 3 1 0,0 1-3 0,2 4 3 15,-3-2-1-15,4-1 0 0,-4 3-2 0,0 3-3 16,1 1 7-16,-5 1 5 0,2-1 0 0,0 19 12 15,-2 2-9-15,-1 2-3 0,-1 0-1 0,1-2-5 0,9-2 9 16,-5-2-3-16,-3-1 4 0,-1-1-8 0,-2-4 11 16,-1 0-1-16,-1-2 5 0,-2 1 3 0,1-2-6 15,-3 2-1-15,-1 0-2 0,-1-2-5 0,3 0-2 16,-10 0 0-16,1-2 1 0,-2-1 4 0,1-3-2 16,1-1 1-16,2 0-2 0,-3 7 4 0,3-4-4 15,-1-2 5-15,0-2-5 0,2-1 4 0,0-1-3 16,3 0-6-16,-1-1 3 0,2-1-4 0,0 0-2 15,3 0 0-15,1 2-4 0,-1 0-8 0,0-4 3 0,0 1-1 16,2 0 1-16,1 1-6 0,0-1 4 0,0-1-1 16,0 2 4-16,1-2 10 0,2 0-7 0,-1 2 2 15,4-1-6-15,7 1 1 0,3 1 5 0,-2-2 5 16,2 0-2-16,-3 1-1 0,1-1-1 0,0 2-2 0,0-3 3 16,0 3 6-16,-1-2 1 0,0 0-3 0,0 0 1 15,0-2 0-15,0 0-2 0,1 1 2 0,0-2-2 16,0 0 3-16,-1-2-3 0,1 1 3 0,0 1-2 15,-1 1-1-15,-1 0-5 0,-1-1 1 0,-2 0-1 16,-1 0 11-16,-2-1-1 0,-1 0 3 0,-3-2-3 16,-1 1 10-16,2-1-12 0,4 0 3 0,-1-1-4 15,-1-2 12-15,-1 2-12 0,-2-1 6 0,0 2-8 0,-2 0 13 16,0-1-9-16,0 3 4 0,0 0-6 0,0 2-1 16,0 2 7-16,0 2-9 0,0 1 8 0,-2-3-2 15,1 2 1-15,0-2 0 0,1 3-1 0,-2-1-5 0,-1-1 4 16,1 2-2-16,-3-1 2 0,-3 0-9 0,-1 0 8 15,-2 2-1-15,-1 4 4 0,-1 3-9 0,0-6 2 16,0 17 3-16,2-1 0 0,-1 2-1 0,1-1-1 16,3-2-4-16,3 3 1 0,2-2 3 0,1-1 2 15,-9 1 0-15,5-4 2 0,3 1-4 0,1-3-2 16,2 0 0-16,2-4-1 0,1 1-2 0,2-1 4 16,-3-1-4-16,13 0 5 0,2-1 2 0,0-2-4 15,1 1 3-15,2-2-5 0,0-1-3 0,1 1 5 0,-2 9-2 16,2-4 4-16,3-2-4 0,-5-4-11 0,2-1-3 15,0 0-2-15,-5-1-9 0,3-2-11 0,-1-1-19 16,-3-2-23-16,3-2-325 0</inkml:trace>
  <inkml:trace contextRef="#ctx0" brushRef="#br0" timeOffset="11592.84">21939 1890 963 0,'-1'-1'78'0,"0"0"-96"0,-1-2 90 0,-4-4-46 16,-1 1-6-16,1 3-23 0,2 1-2 0,-2-2-8 15,0 2 5-15,-1 2-8 0,-4 2 8 0,-3 6-8 16,-4 4 11-16,-6 13 2 0,3 1-5 0,1 1 5 16,-2-3 6-16,1 1-3 0,-3-4 12 0,1-1-10 15,1 0 13-15,4-1 1 0,1 2-4 0,1-2 5 16,0 1 8-16,1 2-7 0,0 2-2 0,2 2-1 16,-1 3-1-16,2 3-5 0,0 3 1 0,2 5-3 0,-1 4 0 15,3 5-4-15,0 2 0 0,-1-3-1 0,4 0 7 16,0-5-12-16,-1 2 7 0,5 1-8 0,0 1 4 15,-21 6 0-15,15 1 0 0,6 0 0 0,1 3 2 0,1-7 2 16,4-2-1-16,0-5 0 0,1-6-4 0,2-4 4 16,0-3-4-16,3-3 5 0,2-1 5 0,1-1-2 15,-11-2 7-15,16-1-7 0,1-2 2 0,0-2-1 16,2-1-2-16,2-2 2 0,4 0 5 0,-2-5-13 16,2 2 1-16,-2-4-4 0,-5 1-6 0,6-1 2 15,-5-5-1-15,1 0 2 0,-1-2-7 0,-3 11-7 16,1-5-1-16,-3-4-2 0,-1-2-10 0,-2-1 15 0,2-2-11 15,-1-4 11-15,1-2-16 0,1-1-148 0,-1 5-34 16</inkml:trace>
  <inkml:trace contextRef="#ctx0" brushRef="#br0" timeOffset="11960.36">23199 2679 966 0,'-2'0'12'0,"0"-1"-17"15,-4-1 11-15,-2-1-8 0,1 2-21 0,1 1 12 16,-1 0-6-16,2 1 8 0,1 2 1 0,-2 0-4 15,1 10 2-15,-2-2-4 0,1-1 0 0,4 0 14 16,1-2-4-16,1-1 7 0,0-2 2 0,0-3 23 16,1 0 8-16,1 1 5 0,9 4 25 0,4 0 16 15,-2-4-10-15,0 0 8 0,4-2-28 0,0-1-11 16,4-1-5-16,1-2-3 0,-2 1-23 0,4 0-8 0,-4 0 4 16,-1 1-5-16,-2 0 3 0,-4 1-4 0,-1 0-4 15,-1 0 2-15,-2 0 0 0,2 0-12 0,0 0 2 16,0 0-8-16,0-1-14 0,-1 0-31 0,1-2-8 15,-1 1-26-15,1-2-206 0</inkml:trace>
  <inkml:trace contextRef="#ctx0" brushRef="#br0" timeOffset="12493.9">24311 2371 1136 0,'0'-1'4'0,"0"0"-3"0,-1-2 2 16,0-3 1-16,1 2-6 0,-1 1-51 0,-1 1 5 15,2 0-5-15,-1 0 10 0,0 1 28 0,0 1-1 16,-1 0 5-16,-10 6-3 0,-12-3 5 0,-6 15 10 15,3 2 2-15,-2-3 5 0,1-2 18 0,2-1-3 16,-1-2 7-16,3 4-4 0,0-3 18 0,1 3 9 16,-1 0-5-16,0-3 4 0,3 2-17 0,3-4-14 15,1-1-1-15,2 2-5 0,3-1-13 0,3 2-1 0,0-4 2 16,3 2-1-16,3-1-2 0,-2 0-3 0,-3 2 1 16,3-2 0-16,3 1-1 0,2 0-2 0,1-1-4 15,3 0 3-15,3 1 0 0,-3 1 6 0,14 1 1 16,1 0 2-16,1 0 2 0,0 1-7 0,2 1 3 0,2 1-3 15,-2 3 2-15,2 1 4 0,-1-1-6 0,-1 2 4 16,3 4 1-16,-4-3-6 0,0 5 3 0,-3-1-3 16,-3-3 7-16,0-2-1 0,-6-5 2 0,-6-2-2 15,0-3 1-15,-2 1 13 0,6-3-2 0,-2-1 7 16,-3-1-1-16,-2-1 9 0,-1 1-8 0,-4 0 7 0,-7 4-12 16,-15-3 2-16,-3-2 1 0,2 1-3 0,1-3-12 15,-1 0 5-15,4-1-6 0,1-1 6 0,3-1-8 16,3 11 3-16,-1-5 1 0,4-4-1 0,-1 0-4 15,3-3-7-15,3 0 0 0,-1 0-2 0,1-1 0 16,3-1-9-16,1 0 1 0,3 1-4 0,1 1-9 0,-2-2-37 16,-1-4-34-16,-1-4-4 0,1-1-147 0</inkml:trace>
  <inkml:trace contextRef="#ctx0" brushRef="#br0" timeOffset="12927.33">24941 2360 1310 0,'0'-2'-2'0,"-3"-12"-2"16,1 3 14-16,0 7-17 0,2 1-4 0,-1 1-8 15,0 0-24-15,0 0 27 0,0 1-1 0,-1 1 9 16,0 0 2-16,-8 5-2 0,-10-4 5 0,-3 20-4 16,0-1 6-16,-2 1 5 0,-4-3 2 0,0 1 3 15,1-3 8-15,0 0 7 0,3 0-4 0,-1-2 5 0,0 4-9 16,3-2 7-16,-1 0-8 0,7-2 8 0,-1 1-9 16,1-2-5-16,1 3 4 0,1 3-5 0,1-2 2 15,3 2-1-15,1-1-3 0,0 1 0 0,3 1-6 0,4 1 3 16,0-1-3-16,-8 1 1 0,5-1-3 0,5 0 2 15,1 0 3-15,3-1-1 0,3 1-2 0,2-2 2 16,0-3 0-16,-5-2 2 0,12-1 9 0,3 0-14 16,0-3 2-16,5 0-4 0,-1-2 6 0,3-4-8 15,0-1 4-15,-1 12-7 0,2-5 6 0,0-5-6 16,1 0-3-16,-2-4 0 0,1 0-8 0,-2-3-8 16,-1 0 4-16,0-4-7 0,-2-1-16 0,-1-1-62 15,-1 0-62-15,-1 1-8 0,-2-1-270 0</inkml:trace>
  <inkml:trace contextRef="#ctx0" brushRef="#br0" timeOffset="13612.17">24927 3055 1177 0,'-1'-1'35'0,"0"0"74"0,0 0-123 15,0 0-1-15,-1 0-5 0,1 1 5 0,0 0-2 0,1 1-10 16,0 1-1-16,1 10-3 0,3 0-3 0,-1-1-4 16,0-1 4-16,-1-4-1 0,0 1 22 0,0-5 14 15,-2-1 4-15,2 2 4 0,0-2 25 0,1 0 16 16,-1 0 2-16,0-1 3 0,3-1-4 0,1-3-4 15,0-5-8-15,0-8 2 0,-2 1-12 0,3 0-17 16,0 0 7-16,0 2-12 0,1 0-7 0,-1 1 6 16,1 1-11-16,-2 2 10 0,1 0-7 0,-1 2 2 15,-2 2 2-15,0 0-2 0,-3 2-8 0,0 1 6 0,2 0 2 16,-2 0 0-16,1 1 5 0,0 0-7 0,0-1-5 16,-1 2 1-16,0 0-2 0,0 0 1 0,0 0 2 15,1 0 0-15,-1 1 7 0,0 1 9 0,0 1-6 16,3 10 5-16,-1 9-11 0,-2 1 0 0,-2 2 6 15,-1-1-5-15,-1 1 3 0,0-3 2 0,1-2-2 0,0-3 2 16,1 0-5-16,1-6 3 0,0 0-3 0,0-3 3 16,1-1 0-16,1-1 5 0,-1-1-2 0,-1-2 3 15,0-1-6-15,1 2 11 0,1-1-3 0,4 2 4 16,3 0-5-16,6 0-1 0,-5-3-2 0,2-1-1 16,2-2-7-16,-3-2 11 0,3-3-8 0,0-1 10 15,0 4-11-15,0-10 0 0,-1-2 4 0,-2-2-3 0,-3 3-2 16,0-2-1-16,1 2 3 0,0 3-2 0,-2-3 13 15,0 0-13-15,-6 1 3 0,0 2-5 0,2 1 7 0,-2 2-7 16,2 3 5-16,-2 1-5 0,1 3 8 0,-1 2-5 16,0-2-6-16,-1 0 2 0,2 0-6 0,1 0 6 15,-1 1 3-15,0-1 0 0,1 2 1 0,-1 0 3 16,0 2-1-16,0 0 1 0,-1 19 2 0,1 5-7 16,0-1 3-16,1-1-3 0,-1 1 2 0,4-3-1 15,-1 0-4-15,1-5 2 0,1-1 6 0,1-4-4 16,0 0 2-16,2-1-3 0,-1-3 1 0,-2-2-4 15,1-1 1-15,0-3-1 0,2-1 5 0,3 7-14 16,0-2 1-16,1-3-9 0,0-3-15 0,-1-2-27 16,1-2-47-16,1-5 3 0,2 8-193 0</inkml:trace>
  <inkml:trace contextRef="#ctx0" brushRef="#br0" timeOffset="14146.54">25825 2035 466 0,'-2'0'20'0,"1"0"51"0,0 0-79 0,0 0-1 15,0 1 6-15,-1 0-2 0,1 1 10 0,0 1 4 16,0 3 10-16,1 1 3 0,0-1 72 0,0-3 8 16,0-1-5-16,0 0 2 0,1 0-29 0,0 0-2 15,0 1-4-15,1-1-1 0,-1 0-21 0,0 1-10 0,0-2 1 16,0 0-5-16,1 0-3 0,-1 0-16 0,0 1 2 15,1 0-6-15,1 0-5 0,1 5 7 0,6 3-1 16,0 0 2-16,1 3-11 0,2 3 5 0,1 0 0 16,1 4 4-16,-1 2-4 0,2 5 0 0,-3 5 1 15,-1 8 0-15,0 1-2 0,-1 8 7 0,-4 0-9 0,-4 3 8 16,0 3-6-16,16-1-2 0,-16 1 4 0,-5-2-3 16,-5 0 8-16,0-2-2 0,-2-2 0 0,1-1 0 15,0-5 10-15,0-3 23 0,-1-5 2 0,2-5 5 16,-1 3-3-16,0-3-14 0,-1-1-6 0,-1-3-1 15,1-1-12-15,-1-1-6 0,1 0 3 0,1-2-5 16,-1-1 2-16,0-1-5 0,0-1 3 0,-1-3-2 0,7-2 6 16,-13-1-7-16,-4-3-7 0,-1 3-1 0,-1-1-6 15,-3-6 2-15,3 1-2 0,-2 7-2 0,1-6-35 16,-4-4-89-16,-3-3-25 0,0-1-38 0,2-1-231 0</inkml:trace>
  <inkml:trace contextRef="#ctx0" brushRef="#br0" timeOffset="15046.32">20122 3716 1159 0,'-1'-1'7'0,"0"0"0"0,0 1 3 0,-10-6-6 0,4 2 1 16,1 2-18-16,2 1 0 0,-1 1-4 0,-1 0 4 15,1 1-1-15,2 0 5 0,-2 3 1 0,3-1 0 16,1 6 5-16,-1-2-1 0,-3 0 7 0,0 0-3 15,3-3 2-15,-1 1 4 0,2-1-6 0,1-2 7 16,-1 2 6-16,1-3 13 0,0 1-1 0,0 0 5 16,0 0 5-16,1 0-2 0,1 0 2 0,5 3-3 0,12 3-13 15,2-2-1-15,5-3-1 0,4-2-2 16,5-1-11-16,6 0 5 0,-1-1-6 0,6-1 7 0,1 1-3 0,-2-1-7 16,3 1 0-16,-1-1-2 0,1 1 5 15,5 0 0-15,3 0-2 0,7 0-1 0,6 0-2 0,-2-1 0 16,4 0-1-16,-4 1-1 0,0-1-6 0,8-2 5 15,4 2 1-15,4-3 0 0,0 1 4 0,-3 0 2 16,-3-1-2-16,6 0 1 0,4 1 2 0,4-2-8 16,1 1 4-16,-1-1-7 0,1 0 7 0,4-1-7 15,4 0 5-15,-3-1-4 0,-1 1 8 0,5 0-1 16,2 1-3-16,5-1 1 0,1-1-1 0,0 1-2 0,-1-2 5 16,4 1-4-16,-3 1 3 0,-3 0 0 0,-1 2-1 15,-1 1 0-15,2-2-2 0,-2 3 4 0,-7-1 1 16,2-1 2-16,-1 3 1 0,0-3 1 0,0 0-5 15,-9 3 3-15,4-1-9 0,2 3 7 0,-3 0 0 16,-4 0 3-16,-6-1 1 0,-6-1-7 0,5 2 4 16,-2 1-5-16,1 3 4 0,-6-2 0 0,-9-1-1 0,-8 0 0 15,-3 2 0-15,-2 0 6 0,-1 0-4 0,-2 1 5 16,-4 0-8-16,-5-1 0 0,-3 3-2 0,-7-1 2 16,-3-3 1-16,-5 1-10 0,-3-1 10 0,-3-1-12 15,0 2-5-15,-3-2-203 0</inkml:trace>
  <inkml:trace contextRef="#ctx0" brushRef="#br0" timeOffset="23053.28">20331 4391 527 0,'0'-1'0'15,"-2"0"6"-15,1-1 54 0,0-1-17 0,-2-5 0 16,0 0-26-16,2-2-2 0,1 2-6 0,0-1-1 16,0 3-2-16,1-1 3 0,0 1-2 0,1 1 6 15,-1 2-6-15,0-2 8 0,-1 3 13 0,0-1-5 16,0 2 7-16,0-1 0 0,0-1 5 0,0 2-4 0,0 0 4 15,1-1 1-15,-1-1-12 0,0 1 5 0,1 1-9 16,-1 0-3-16,0-1-6 0,0 1-3 0,0 1 0 16,0 1-6-16,0 1 9 0,-1 8-1 0,-4 16 1 15,1 2-12-15,-2 2 7 0,0 4-7 0,-1 3 7 0,2 2-8 16,-1 2 3-16,3 1 1 0,-2-4 1 0,-2 0 2 16,2-5-6-16,2-3 3 0,0-5-3 0,3-4 6 0,0-3 0 15,0-3-3-15,-1-2 2 0,1-1-2 0,0-3-6 16,0 0 10-16,0-2-9 0,0 0 10 0,0-1-7 15,0-2-2-15,0 1-2 0,1 0-2 0,-1-3 9 16,2 0-1-16,0 1 7 0,0-1 1 0,2 0 3 16,2 1-3-16,2-2 3 0,1-1 4 0,2-4 4 15,2-3-1-15,-1-1 1 0,-1-14-8 0,2-3 5 16,-3-1 0-16,3-4 0 0,0-4-9 0,1-6-5 16,1-5 4-16,-3-2-4 0,2-1 0 0,1 2-2 15,2 2-6-15,0 5 4 0,-2 3-4 0,0 7 4 0,-4 4 5 16,-1 5-2-16,-3 5 6 0,-1 4-4 15,0 2 2-15,-2 5-3 0,0 2-6 0,-1-1 5 0,0 2-4 16,0-1 3-16,1 1-13 0,-2 1 0 0,-1 0-3 16,2 1 2-16,-1 1-8 0,7 16-18 0,-3 4 2 15,-2 2-9-15,-3-1-13 0,-1 1-26 0,-1-1-26 0,-2 2 4 16,0-3-63-16,1-2 71 0,-1-2-10 0,1-4 25 16,1-3-15-16,1-2-11 0,0-2 16 0,0-2-8 15,0 1 57-15</inkml:trace>
  <inkml:trace contextRef="#ctx0" brushRef="#br0" timeOffset="23819.61">20712 4652 157 0,'0'0'64'16,"0"1"8"-16,-2 1 55 0,1-1 0 0,0 1-38 0,0 1-21 16,-3 9-2-16,-4 3-8 0,2 1-21 0,-1 3-5 15,0 1-8-15,1 2 2 0,0 2-20 0,0 3 5 16,2 1 0-16,-1 0 0 0,0 2 0 0,1-1-11 15,-1-3 7-15,0-1-6 0,3-3 16 0,-2-7-9 16,2-1 7-16,1-4-6 0,-1-6 19 0,0-1-13 16,1-2 5-16,0 1-4 0,1-1 25 0,-1-1-6 15,0 0 1-15,-2 2-5 0,2-2-13 0,-1 0-1 16,-1-2-4-16,1 0 1 0,-1-5-13 0,-2-11 6 0,2 0-2 16,5-1 2-16,1-4-13 0,3 5 6 0,2-1-2 15,3 1 4-15,-8 2 4 0,14 2-6 0,-1 1-1 16,-2 4-1-16,3 2 0 0,-1 4-1 0,0-8 0 15,-2 5-1-15,-4 4-2 0,1 2 7 0,2 1-1 16,-4 3 4-16,1 2-4 0,-4 1 1 0,-3 11-2 0,-1 4 2 16,11 0-1-16,-6 2 2 0,-4-2 0 0,-3 3 2 15,-3-4 5-15,-1-1 0 0,-2-1-1 0,-1-5-1 16,3 1-6-16,-15-2 11 0,-3-1-4 0,1-7 4 16,1 0-10-16,2-1 15 0,3 6-4 0,3-4 7 15,2-1-6-15,0-3-6 0,3-1 5 0,1-1-6 16,0 0 1-16,4 0-5 0,0 0-2 0,1 0 0 0,-1 0-8 15,0 0 3-15,0 0-1 0,-1 0 3 0,2 0 3 16,0 0 0-16,0 0-2 0,0 0 0 0,1 0-3 16,0 2 0-16,1-1 4 0,0 0-3 0,0 0 3 0,2 0 0 15,1 0 0-15,9 3 0 0,2-2-1 0,3-2 3 16,3-1 1-16,2-2 1 0,1-3-3 0,4-2 2 16,0-3-5-16,1-1 2 0,0-1-5 0,-3-1 4 15,-2 1 5-15,-2 11-3 0,-2-12-1 0,-2 1 5 16,-1-2-4-16,0 3 5 0,-3 0-10 0,-2 0 7 15,-2 3-5-15,0-3 7 0,-1 0-2 0,-1 2-1 16,1-1 4-16,-1 1-2 0,-1-1 1 0,-2 0 2 16,-1 2-7-16,0 1 6 0,-2 0-5 0,0 2 8 0,1-1-3 15,0 2 4-15,1-1-4 0,-3 2 3 0,0 1 2 16,-1 1-1-16,0-1-4 0,0 2 3 0,0-1-1 16,-1-1 1-16,0 2-5 0,-1 0-10 0,-6-1 1 15,-3 2-4-15,-3 2 11 0,-1 4 0 0,-1 4 1 16,0-2-2-16,0 10-1 0,5 2-1 0,-2 0-2 0,4 0 0 15,2-1 8-15,1-2-7 0,2 1 4 0,0-1-6 16,3-1 2-16,-10 1 5 0,6-3-3 0,2-3 3 16,2 0-6-16,1-2 1 0,1 0 2 0,2-2-2 15,0 1 0-15,2-2 1 0,3-2 1 0,8-1 0 16,2 1 0-16,1-3 2 0,2 0-5 0,1 12 3 16,0-8-4-16,1-4-11 0,1-4 4 0,2-1-8 0,3-3-17 15,-2-2-23-15,0-1-69 0,-2-1 21 0,-4 1-171 16,0-2-66-16</inkml:trace>
  <inkml:trace contextRef="#ctx0" brushRef="#br0" timeOffset="24293.83">22013 3974 1140 0,'-1'-1'5'0,"-2"-5"18"16,-2-4-16-16,4 8-14 0,1 1 2 0,-1-2-10 16,-1 2-7-16,1 0 4 0,0 1-5 0,0 1 5 15,0 2-4-15,-4 8 8 0,-3 11 5 0,-2 0-1 16,2-3 8-16,0 0 2 0,-2-3 0 0,1-1 2 15,-2 1 14-15,8-6 2 0,-12 1 2 0,-1 0-2 16,0 0 2-16,-1 3-3 0,1 0 2 0,-2 0-2 16,3 2 6-16,-1 2-6 0,1 2-4 0,-2 4 1 15,-1 3-10-15,4 2-2 0,-2 6 7 0,4 2-6 0,1 6 5 16,1 4-8-16,0 2-1 0,1 4-1 0,2-3 3 16,0 0-3-16,0-3 2 0,1-5-1 0,1 3 9 0,3-3-8 15,1-2 0-15,-17-2-1 0,10-1 5 0,5 0-7 16,3-3 3-16,5 1-4 0,2-1-3 0,3-2 12 15,1 0-5-15,1-5 6 0,0-2-12 0,-11-1 15 16,14-3-2-16,5 1 7 0,-1-4-6 0,-1-1 7 16,5-1-5-16,-3-2 6 0,3 1-10 0,-1-4 3 15,-3 0-5-15,1-4 2 0,-1 0-6 0,-1-2-1 16,0 1 1-16,-2 0-1 0,1-3-4 0,-3 6-17 16,1-1 1-16,1-5-11 0,-2-3-43 0,2-2-308 15</inkml:trace>
  <inkml:trace contextRef="#ctx0" brushRef="#br0" timeOffset="27873.08">22688 4330 599 0,'0'-1'0'0,"-1"0"16"16,1 0 6-16,0-2 13 0,0 1 5 0,-1-3-16 16,0 0-2-16,0 3-8 0,-1 0-3 0,1-1 5 15,1 2 9-15,-3-1-14 0,-8-5 4 0,-2 1-9 0,-4 2-2 16,-2 3 1-16,-2 2-4 0,-3 4 4 0,-2 3-5 15,0 3 5-15,-1 2 3 0,0-12 3 0,-3 18 8 16,-2 0-9-16,-1-1 1 0,1 1-4 0,4 2 2 16,6-1-2-16,2-1-2 0,0 0-2 0,2-1-8 0,3-2 5 15,2-1 0-15,3 0 1 0,1-2-1 16,1-2 6-16,1 2-2 0,4 0 2 0,2 0-14 0,-8 1 11 16,3-1-6-16,2 2 7 0,3-2-8 0,2 0 5 15,3 1 3-15,2-1 0 0,3 1-1 0,-8 1 1 16,13-3-2-16,2 3 3 0,-6-2 0 0,7 3 8 15,-3-1-3-15,-1 3 3 0,5 1-9 0,-8-2 2 16,1 2 4-16,-4-1-1 0,3-2 11 0,-1 0 0 16,-4-2-2-16,-1-1 2 0,-1 1 5 0,-3-4 9 0,0 2-4 15,-2-1 4-15,-1-2-9 0,-4 3-7 0,1-4 1 16,-12 0-4-16,-3 2 0 0,-3-2 4 0,-2-1 4 16,-1-1-3-16,-1-1 9 0,0-2 0 0,0 3-2 0,2 0-1 15,1 0-19-15,4 0 2 0,1-2-5 0,2 0 3 16,4-2-1-16,0 8-10 0,4-6 4 0,1-1-5 15,1-1 5-15,6-2-14 0,-1 0-2 0,2 0-4 16,-1 0-11-16,1-1 2 0,0 0-5 0,-1-8 3 16,5-8-2-16,4-2-67 0,3-3-9 0,-8-2-32 15,15 2-128-15</inkml:trace>
  <inkml:trace contextRef="#ctx0" brushRef="#br0" timeOffset="28306.7">22861 4532 1074 0,'-1'-1'65'0,"0"-1"-74"16,-6-16 75-16,3 3-36 0,2 3-4 0,2 4-21 15,0 1 6-15,0 1-11 0,0 1 6 0,0 2-8 16,0 0-4-16,0 2-2 0,0 0-10 0,0-1-4 0,-1-1 6 15,0 1-4-15,-1 1 11 0,-5-2 7 0,-9 1 1 16,-3 1 1-16,-1 2 4 0,1 0 7 0,-1 2-3 16,-2 0 7-16,2 1 12 0,-2 2-8 0,-1 1 2 0,1 2-7 15,-2 4 0-15,3-11-4 0,-1 17 4 0,1 5-6 16,3-2-4-16,3 4 1 0,1 0-5 0,2-3 4 16,2 4-9-16,3-6 7 0,0 3-2 0,1-3 3 15,3-2-8-15,-9 0 8 0,5-2-4 0,5 0 4 16,1-2-4-16,1 0 0 0,0 0 3 0,2-4-2 15,1 2 7-15,1-3 13 0,0-2-5 0,0 0 7 0,-3-2-8 16,12-1 1-16,1-2 1 0,4 0-3 0,2-2-10 16,0 11-1-16,1-5-2 0,0-4 1 0,4-2-9 15,-3-1-5-15,3-2-2 0,-2-3 1 0,-6-1-4 16,7-2-14-16,-6 1 3 0,4-2-6 0,-2-1 8 0,-2 1-7 16,4-1-10-16,-7 3-4 0,0-1-70 0,-3 2-4 15,-4 2-13-15,-1-1 3 0,0 0-55 0</inkml:trace>
  <inkml:trace contextRef="#ctx0" brushRef="#br0" timeOffset="28874.01">22913 4990 748 0,'-1'0'59'0,"0"0"-5"0,-1 0 34 0,1 0-6 16,-1 0-10-16,0 0-44 0,0 0-12 0,1 0 1 15,-1 0-4-15,-1 1-5 0,2 0-1 0,0 0-4 16,0 0 3-16,0 1 1 0,1-1-2 0,0 0-1 0,0-1-2 16,1 0-3-16,0 0 3 0,1-1 9 0,2-2-3 15,8-2 9-15,0-10-9 0,-2-2 6 0,2-2-6 16,-2-1 12-16,2-1-3 0,0 0-2 0,0 2 2 16,-1-1-6-16,1 2-3 0,-2 1 2 0,-1-1 0 15,0 3 2-15,0 3-7 0,-1 0 0 0,1 4-2 0,0 0-4 16,-4 2 4-16,1 3-4 0,-3 2 5 0,-2 1-4 15,0 0-3-15,0 0 5 0,2-1-2 0,-1 0 5 16,-1 1-4-16,0 1 3 0,-1 0-2 0,1 19 3 0,-2 1 0 16,-3 3-6-16,-2 0 3 0,-1-1-1 15,0 1-1-15,1-3 4 0,1-1-4 0,1-3 7 0,2-1-2 16,1-2 0-16,1-2 1 0,0-2 1 0,1-2-8 16,0-1 3-16,0-3-2 0,1 1 8 0,-2-4 0 15,0 0 5-15,8 5-3 0,5 0 3 0,0-4 1 16,0-2-6-16,3-1 5 0,-2-4-12 0,3-3 9 15,2-3-8-15,-3 10 7 0,0-13-12 0,3 1 5 16,-3-1-1-16,-2 1 4 0,0 0-5 0,-2 0 0 0,-2 0 3 16,1 2-3-16,-2-1 7 0,-1 2-1 0,-2 1-8 15,-3 3 4-15,-2 1-5 0,1 2 2 0,-1 1 3 16,2-1-2-16,-1 1 0 0,0 1 4 0,-1-1-4 16,1 1 1-16,-1 1-4 0,0 1 6 0,-1 12-3 15,-2 14 3-15,-2 2-4 0,1 2 0 0,-1 0 1 0,3 0 0 16,1-3 3-16,2-4-3 0,4-1 1 0,0-7-2 15,2-2 6-15,-7-2-3 0,17-5 0 0,3 0-2 16,3-2-2-16,2 8 6 0,2-5-3 0,6-8 4 16,5-5-10-16,8-4-14 0,0-6-2 0,7-5-9 15,1 12-49-15</inkml:trace>
  <inkml:trace contextRef="#ctx0" brushRef="#br0" timeOffset="33629.08">24088 4623 256 0,'-2'0'75'0,"1"0"-10"0,0-1 40 15,0 0 10-15,-1-1-52 0,-5 0-21 0,-2 0-16 16,2 0-11-16,-1 1 7 0,0 0-13 0,1 0-2 16,0-1 3-16,0 0-2 0,1 2 8 0,-1 0-1 15,1 0 5-15,-2 0-3 0,1 0 6 0,1 2 2 0,-3-1 6 16,2 0-2-16,0 0 8 0,1 0-2 0,2 0-2 15,-1 1 1-15,3-1-10 0,-1 0-3 0,1 0-9 16,1 0 6-16,0 1 2 0,-1 0 1 0,2 0 6 0,0 1-5 16,2-1 0-16,0 0 1 0,9 5-2 0,7 0 1 15,4-2-3-15,2-3-1 0,0 0 3 0,4-2-3 16,1 0-6-16,1 0 5 0,0-2-7 0,-1 1 6 16,-1 0-10-16,-1 0 2 0,-1-1-6 0,-5 0 5 15,-1 1-7-15,-4 0 0 0,-2 1 0 0,-4 0-1 16,-2 0-3-16,-2 0 6 0,-4 0 0 0,-1 0 1 15,2-1-10-15,-1 0-6 0,-1 0-4 0,1-1 0 16,-1 1-24-16,-1 0-36 0,-1 0-7 0,-1-2-8 0,0 1-16 16,-5-4 3-16,-5-2-2 0,-1-3 0 0,1 0-8 0,2-2-13 15,-1-4-4-15</inkml:trace>
  <inkml:trace contextRef="#ctx0" brushRef="#br0" timeOffset="33912.28">24095 4338 1011 0,'0'-1'29'0,"-1"0"-4"0,-1 0 30 0,1-2-4 16,0 1-1-16,0 0-34 0,0-1-9 0,-1 2-1 16,1 0-3-16,1 0-4 0,0 1 7 0,0 1-7 15,0 0 6-15,-1 9-12 0,-2 11 9 0,-2 3-2 16,-1 5 5-16,-2 2-8 0,1 4 8 0,-4 0 0 0,1 1 5 15,-1 1 1-15,-1-1-4 0,0 2 2 0,3-4-3 16,0-1 7-16,0-5-5 0,2-2 3 0,1-4-2 16,1 1 7-16,-1-1-13 0,1 0 8 0,2-1-11 15,-1-2 1-15,2-3-1 0,0-2-6 0,1 0 4 16,1-2-10-16,0-2-37 0,0-4-9 0,1 0-32 16,1-3-262-16</inkml:trace>
  <inkml:trace contextRef="#ctx0" brushRef="#br0" timeOffset="39467.18">24676 4347 128 0,'0'0'0'0,"0"0"9"16,0-2 82-16,0 1-38 0,0 0 1 0,1 0-52 16,0 1 1-16,1-1-4 0,2 1 1 0,5-3-1 15,4 1 9-15,-3 0-8 0,1-2 6 0,-2 2-6 16,-2-1 13-16,2-1 12 0,-3 0 0 0,3-2 7 15,-2 0 20-15,0 4 18 0,-1-7 5 0,-2 2 2 0,-2-2-7 16,1 1-7-16,-1 1-3 0,4-1 1 0,-3 2-8 16,0 1-14-16,-1 2 0 0,-1 0-4 0,0 1-6 15,2 0-12-15,-2-1-5 0,0 1 0 0,0 0-3 0,0 0 3 16,1 1 5-16,-1 0-3 0,0 0 0 0,0 0-2 16,-1 0 4-16,0 1-3 0,-1 0-4 0,0 0 12 15,-6 2-11-15,-13 6 12 0,-1 3-11 0,-3 0 0 16,-2 2 5-16,-1 2-4 0,-2 0 4 0,-2-14-1 15,2 17-1-15,5-3 1 0,3-1-3 0,5 0-4 16,4 0-5-16,4 2 3 0,2-2-4 0,3 1-4 16,-6-2 1-16,3 0-2 0,3 0 6 0,3-2-3 15,1 1-2-15,2 0-1 0,3 1 3 0,1-1-4 0,-1-1 4 16,12 4-5-16,2-5 9 0,0 3-3 0,1 2 5 16,-1-3-5-16,0 6-5 0,2-1 7 0,-3 0-3 15,2 1 7-15,-4 0-2 0,-4 0-2 0,0 1-2 16,-6-2 0-16,1 1-2 0,-2 0 4 0,-2-2 3 0,-2-2 1 15,8 2 4-15,-4-3-3 0,-4-2 0 0,-2 1-1 16,-2-1 4-16,-4-2-5 0,-4 0 3 0,-15 1-2 16,-1-1 5-16,-5-2 0 0,-1 2-4 0,-1-6 1 15,-3 1-3-15,5-1-2 0,0-1 3 0,5 2-3 16,3 0-2-16,4-3 2 0,1 0 0 0,3 9 0 16,2-4-3-16,5-3-1 0,1-2-2 0,3-1 0 0,2 0-12 15,1 0-2-15,-2 0-11 0,1 0 5 0,1 0-25 16,0-1-4-16,1 0-24 0,0-2 2 0,0 1-110 15,5-11-84-15,2 0-23 0</inkml:trace>
  <inkml:trace contextRef="#ctx0" brushRef="#br0" timeOffset="40239.92">25313 4327 894 0,'-1'-2'118'0,"0"1"34"0,-3-6-51 0,-3-7-73 15,4 5 2-15,0 3-8 0,2 2-8 0,1 3-7 16,-1-1 1-16,0-1-17 0,-1 1 4 0,1 1-2 0,-1 0 3 16,-7 1-2-16,-10 4 2 0,-4 6-2 0,0 3 1 15,-3-11-3-15,-6 16 10 0,0 0 2 0,3 2 3 16,-4 3 0-16,5-1 0 0,0 1 2 0,-1 0 0 15,2 3 8-15,4 1-5 0,2 0 0 0,1-2-1 16,3-2 2-16,3 0-5 0,2-2 3 0,4 0-3 16,1-2-1-16,6-3-2 0,-10 1-6 0,7-3 2 15,3 1-4-15,2-3 2 0,2 0 5 0,2-4-3 0,1 0 5 16,1-2-9-16,9 0 1 0,1-3-3 0,2 1 8 16,-2-2-2-16,2 10-1 0,-1-5 0 0,-1-2-4 15,1-3-9-15,-2-2 2 0,3 0-5 0,0-2-1 0,2-2-11 16,-2-1 1-16,2-3-5 0,2-1-16 0,0-3-30 15,2 0 6-15,-5 1-8 0,0 6 39 0,-1-10 20 16,-3-3 9-16,-2 0 1 0,-1 2 21 0,-1 2-15 16,-2 1 5-16,1 1-8 0,-4 3 9 0,0 0 3 15,0 0-6-15,-1 2 2 0,2 1-4 0,-2 1 7 16,1 4 3-16,-1-4-1 0,-1 3-13 0,-1 0 10 16,1 1-2-16,-1 1 6 0,-2 0-5 0,0 0 7 15,0 0 1-15,0 2 2 0,4 6 7 0,1 10-1 16,-4 3-1-16,-1-1 1 0,-4 1 8 0,-1-1 7 0,-2 1-5 15,-1-1 4-15,-2 1-3 0,0 1-10 0,-2-1 9 16,2 0-11-16,0-1 0 0,0-2 4 0,1-1-8 16,2-4 7-16,0-1-6 0,3-4-7 0,1-3 2 15,0-2-5-15,1-1 9 0,0 0-7 0,0 0 4 0,0-1-6 16,0 1-1-16,0-2-2 0,1 0 0 0,1-2-2 16,3-8-1-16,8-11 7 0,0-1-2 0,-2 2 4 15,1 1-2-15,1 0-4 0,-2 1 0 0,-1 0-1 16,2 2 5-16,-1-1-7 0,2 1 7 0,-3 3-7 15,2 1 1-15,-4 2 4 0,2 4-5 0,-2 2 5 16,0 2-4-16,-2-3-3 0,0 3 5 0,0 1-2 16,0 1 0-16,-1 0 5 0,0 1-1 0,-1 0 5 0,-1 1 0 15,-2 13-2-15,10 0 2 0,-3 2-2 0,-3 0 5 16,-3 1-11-16,-1-1 3 0,-1-1-4 0,-1-1 4 16,-1-2 2-16,0-1 0 0,0-3 1 0,1-1 1 0,0-1-4 15,0-1-2-15,1-2 0 0,0-2 1 0,0 0-3 16,0 1 2-16,0-1-3 0,-1-1-8 0,-1 0-9 15,1-1-3-15,0 0-1 0,1-1-12 0,0-1-4 16,0-11-1-16,1-6-3 0,0 0-23 0,3-1-24 16,0 1-16-16,0-1-2 0,1-2-56 0,1 0-94 15</inkml:trace>
  <inkml:trace contextRef="#ctx0" brushRef="#br0" timeOffset="40451.36">25458 4427 454 0,'-2'0'52'0,"1"-2"41"0,0 1 46 16,0 0 11-16,-1 0-35 0,-1 0-43 0,1-1-11 0,0 1-10 16,-1 0-42-16,2 0 6 0,0 1 0 0,0 0 2 15,1 0 1-15,0 1-4 0,1 0 4 0,2 0-5 16,17 8 0-16,1-2 2 0,3 0-6 0,0-1 3 16,-1-2-14-16,2 1-2 0,-2-3-3 0,-4 0 2 15,-2-2-15-15,-2 0 1 0,0-2-8 0,2 0 4 16,-1-1-14-16,-2-2-87 0,-2-1-18 0,2-3-28 15,0 7-91-15</inkml:trace>
  <inkml:trace contextRef="#ctx0" brushRef="#br0" timeOffset="40785.08">26076 4339 1000 0,'-1'-1'28'0,"0"0"-39"0,0 0 32 16,-1 0-19-16,1 0-6 0,0 1-6 0,0 0-7 15,1 1 2-15,0 1-12 0,1 2 10 0,7 7-4 0,-3 0 4 16,10-2-5-16,1-2 8 0,5 1 4 0,-2-4 1 15,1 0 18-15,1-2 7 0,1 11 0 0,-1-5 2 16,-1-4 16-16,-1-3-13 0,0-1 9 0,-3-1-10 16,0-2 17-16,-5 1-18 0,1 0 10 0,-1-1-13 15,-3 1 4-15,0 0-18 0,0-2-1 0,-1 1-2 16,1-1 6-16,-3 1-19 0,0 0 3 0,-3 2-14 16,1 0-23-16,-1-6-160 0,-1-1 4 0</inkml:trace>
  <inkml:trace contextRef="#ctx0" brushRef="#br0" timeOffset="41051.64">26372 4185 913 0,'0'-1'32'0,"-1"0"28"0,0 0-10 0,0 1-32 16,0 0 3-16,0 0-11 0,-1 1 20 0,1 0-13 15,-1 6 1-15,-5 16-6 0,1 1-2 0,1 3-3 0,-1 3 3 16,1 2-3-16,-3 0-3 0,0 5-4 0,-1-2 0 16,1 0 0-16,1-2 1 0,-1-3-8 0,4-7 7 15,-1-3-6-15,2-1 7 0,0-8 4 0,1-1-8 0,1-6 7 16,-1-2-8-16,1 1 5 0,0-1-1 0,1 0 0 16,0-1-23-16,0 1-58 0,0-2-50 0,1-2-7 15,0 1-195-15</inkml:trace>
  <inkml:trace contextRef="#ctx0" brushRef="#br0" timeOffset="41635.31">26950 3966 932 0,'0'-2'7'0,"0"0"-1"0,0-12 7 16,1 0-2-16,1 2-2 0,1 3-8 0,-1 3-8 15,2-1 2-15,-3 4-5 0,1 0 1 0,-1 0 4 16,-1 2-1-16,3-1 2 0,-2 2-2 0,1-2 1 16,1-1 4-16,-1 2-1 0,-1 0 18 0,0 0 8 0,0 0-2 15,1-1 3-15,-1 1 2 0,-1 1 0 0,0 0-2 16,0 0 1-16,0 1-7 0,0 1 4 0,-1 1 0 15,-8 18 0-15,1 3-11 0,-1 4-4 0,1-2-2 16,-1 4 1-16,1-1 7 0,0-1-14 0,1 2 5 0,0-3-7 16,1-1 8-16,1-2 1 0,2-4-4 0,-2-1 4 15,1-3-5-15,2-3-5 0,0-1 4 0,0-4-4 16,1 0 4-16,0-2 0 0,0-1 1 0,1-3 2 16,0 1 2-16,0-2 2 0,0 0-6 0,-1 1 3 15,0 1-11-15,-1-1 6 0,0 0 3 0,0 0 0 16,1-2 5-16,-3 1-8 0,-1 1 1 0,2-1-1 15,-1 0 2-15,2-1 4 0,0 0-4 0,-1 0 5 0,2 0 2 16,0 0-4-16,-1 0 2 0,-1 0-3 0,1 0 3 16,-1 0-3-16,2 0-4 0,0 0 0 0,0 0-4 15,0 0 2-15,1 0 2 0,0 0 0 0,0 0 8 0,1 0-2 16,1 0-1-16,5 0-2 0,9 0 0 0,0-1 4 16,1 1 0-16,0-1 0 0,2 1-3 0,0 0 8 15,3 0-4-15,1 0 3 0,0 0-6 0,-2 0-4 16,-1 0 3-16,0 1-4 0,-5 0 6 0,1 1-6 15,-4-1-1-15,-1 0-4 0,-1-1-3 0,-3 0 8 16,0 0-6-16,-1 0 4 0,-4 0-14 0,0 0-3 16,1 0-6-16,-1 0 0 0,0-1-28 0,1 0-114 15,-1-1 11-15,-1 1-53 0,0 0-62 0</inkml:trace>
  <inkml:trace contextRef="#ctx0" brushRef="#br0" timeOffset="41952.58">26567 4581 1223 0,'-2'-2'14'0,"2"0"13"15,-1-9-15-15,1 6-1 0,0 2-11 0,0 2 7 0,15-8-10 16,10 0 3-16,1 7 5 0,2 2-3 0,0 2-3 15,3 2 1-15,-2 2-3 0,2-1 4 0,0-2 1 0,0 2-2 16,2-2 1-16,3 1-1 0,2-1 8 0,7 1 0 16,1-2 4-16,0-1-2 0,1 1 11 0,-4-2-4 15,0-2 1-15,-5 0-2 0,-3 0-14 0,-6-2 1 16,-4 2-2-16,-2-1 2 0,-5 2 4 0,-5 1-1 16,-2-1-5-16,-3 1 3 0,-4 0-5 0,1 0 2 15,-3-1 0-15,1 1 1 0,-1-1-1 0,-1 0-16 16,0 1-4-16,1-2-9 0,-1 2-42 0,-1 0-95 15,0 0-34-15</inkml:trace>
  <inkml:trace contextRef="#ctx0" brushRef="#br0" timeOffset="42371.31">26799 4880 893 0,'-1'0'30'0,"0"0"17"0,0-1 21 0,0 1 6 16,-1 0-46-16,1 0-9 0,0 1-7 0,0 2 2 16,-8 16-6-16,-1 6 6 0,2 5-4 0,-2 3 4 15,2 0-7-15,-2 6-9 0,-1 0 7 0,2-1-8 0,-2-3 3 16,4-8 7-16,0-3-7 0,1-4 7 0,1-2 0 16,2-4 14-16,1-3 3 0,-1-1 5 0,2-3 19 15,0-1-7-15,0-3 3 0,1 0-5 0,-2-1-3 0,2-1-4 16,-1 2 3-16,0-1-4 0,0 0 4 15,0-1-19-15,0 1-4 0,-2-1-2 0,1-1 2 0,0 0-9 16,-1-1 4-16,1-1-7 0,-1 1 1 0,1-3 2 16,-4-9-4-16,3-1 2 0,3-2 0 0,1-1-1 15,4-3 5-15,3-2-4 0,2-2 6 0,2 0-5 16,-9-2-4-16,14-2 0 0,3 3-9 0,3-2 14 16,-1 2-1-16,1 1 4 0,2-1-6 0,1 4 0 15,1 4-4-15,0 0 2 0,1 3 2 0,-2 3-6 0,0 2 5 16,-4 3-5-16,1 1 7 0,-5 4-11 0,-1 0 4 15,-4-8-9-15,-4 4-7 0,-3 4-15 0,-1 1-8 16,1 0-8-16,-4 0-100 0,2 0-45 0,-3 0-26 16,1 2-3-16,2 4-113 0</inkml:trace>
  <inkml:trace contextRef="#ctx0" brushRef="#br0" timeOffset="42819.32">27036 5306 1106 0,'0'-1'72'0,"-1"0"17"16,-1 0-7-16,1-1-47 0,0 1 7 0,0 0-36 0,0 0-3 16,-1 1 2-16,1 0-1 0,1 1 3 0,0 1-8 15,-2 8-2-15,-3 10-2 0,-1 1 5 0,-1 2-9 16,1-3 3-16,1-1-5 0,-1-5 15 0,2-4-3 15,1-2 0-15,1-4-1 0,0 0 7 0,1 0-5 16,0-2 4-16,0 1-4 0,-1-2 12 0,1 0-3 16,0 0 0-16,0-1-3 0,1 0-3 0,0-1 5 15,0-1 0-15,1-2 0 0,5-9-8 0,1 1-2 0,-3 1-1 16,10-1-1-16,1 2 4 0,1 2 2 0,-2 1 1 16,-1 2-1-16,-1 3-4 0,-2-5-4 0,-2 2 3 15,-3 3-2-15,2 0 3 0,-4 2 1 16,1 0 3-16,-2 0-2 0,-1 0 6 0,2 2 1 0,5 11-4 15,0 4 3-15,-2 1-6 0,-3 0 0 0,-1-2 2 0,-1 1-2 16,-1-3-5-16,0-2 4 0,0-4-1 0,0 0 4 16,0-2-3-16,0-3 1 0,0 3-2 0,0-3 0 15,1-1-10-15,0 0 6 0,0 1-4 0,0-2 4 16,1-1-18-16,-1 0-10 0,0-1-3 0,-1-3-1 16,3-16-5-16,-1-1-52 0,-2 0 15 0,0 2-27 15,-2 0 13-15,0 0-31 0,0 3 3 0,-3 2-14 0,-1 0-15 16</inkml:trace>
  <inkml:trace contextRef="#ctx0" brushRef="#br0" timeOffset="42970.14">27007 5213 59 0,'0'0'39'0,"0"0"-4"16,-1-1 17-16,0 0 6 0,0 0-11 0,0 0 9 0,0-1 15 15,1 1-5-15,0 0 8 0,0 0 0 0,0 0 4 16,0-1 6-16,0 2-1 0,0 0 29 0,1 0-21 16,0 0 6-16,0 0-15 0,3 2-19 0,14 4-17 15,0-1-4-15,3 2-2 0,8 0-14 0,-4-1-12 16,7-1 1-16,-2-1-4 0,-2-2-8 0,-1-1-15 15,-1-1-9-15,-4 0-3 0,-1-1-31 0,0-4-192 16,2-2 1-16</inkml:trace>
  <inkml:trace contextRef="#ctx0" brushRef="#br0" timeOffset="43454.98">27788 3879 265 0,'-1'-2'50'0,"-1"1"117"0,1 1-172 0,-8-2-3 16,1 1-4-16,3 1 2 0,0 0-10 0,-1 1 20 16,0 1-7-16,-2 2 11 0,2-1-3 0,-1 1 12 15,1-1 16-15,-1 1 3 0,-2-1 103 0,8-3-1 16,-6 2 16-16,3-2-17 0,1 0-20 0,-4 0-38 16,4 0-5-16,0 0-11 0,1 0-30 0,1 0-19 15,0 0 1-15,-1 1-6 0,2 0-4 0,2 0 6 16,-2 0-4-16,10 16 6 0,12 4-1 0,2 6-8 0,1 0 5 15,-2 7-5-15,2-1 6 0,1 1-1 0,0 4 0 16,1-3-2-16,-3 4-4 0,3 2 1 0,-1 1 1 16,4 8 2-16,-2 0 1 0,-6 4 4 0,-1 5-8 15,-2 1 6-15,-2 0-6 0,-2 0 4 0,-2-2 4 16,-7-1 0-16,-1 3-8 0,-3 5 13 0,19 0-6 0,-17-1 8 16,-9-1-11-16,-9-8 15 0,-4-2-9 0,13-5 10 15,-28-1-11-15,-5 0 2 0,-6-1 4 0,-2 1-4 16,3-5-13-16,-1-1-6 0,1-6-9 0,-1-4 1 15,-5 1-47-15,-4-5-200 0,-6-1-117 0</inkml:trace>
  <inkml:trace contextRef="#ctx0" brushRef="#br0" timeOffset="44221.17">25066 3600 798 0,'0'0'10'0,"0"0"-1"0,0-1 11 16,-1-1-3-16,0 1 0 0,1 0-19 0,0 1 6 0,0 0-4 16,1 1 4-16,0 0-6 0,1 2 0 0,8 2 2 15,10 3-1-15,-4-1 0 0,7 1 5 0,0-2 6 16,2 0-1-16,4-4 8 0,2-1 21 0,-2 15 1 0,3-8 9 16,3-5 19-16,4-3-4 0,2-1-4 0,7-3 0 15,5-1-17-15,7-1-12 0,0-3-6 0,1 1 0 16,-2-1-6-16,0 2-4 0,0-1 3 0,3 1-5 15,3 1 4-15,4 0-9 0,2 1 3 0,-4-1-5 16,-1 3 1-16,-5-3 5 0,5 0-6 0,2 0 4 16,1 0-9-16,6 0 10 0,0 2-6 0,-4-3 7 15,1 0-12-15,0 0 1 0,3 0 4 0,-1-1-1 0,4-1 5 16,-4 0-4-16,-5-2 4 0,-1 3-6 0,-1-3-6 16,5-1 8-16,-1 2-3 0,-1-2 6 0,-3 2-7 15,-8 1-4-15,-4 1 0 0,-5 0-1 0,-2 1 5 16,-2 0-2-16,-4 1-7 0,-5 1 1 0,-1 0-12 0,-4 3-17 15,-5 0-1-15,-1-1-25 0,-4 2-198 0</inkml:trace>
  <inkml:trace contextRef="#ctx0" brushRef="#br0" timeOffset="46989.44">18898 3728 397 0,'0'0'0'0,"-1"-1"5"0,0 0 67 0,0-1 0 15,0 1 4-15,-1 0-27 0,1 0-18 0,0 0-22 16,0 0-2-16,0-1 0 0,0 1-7 0,-1 0 8 16,1 0-4-16,0 0 5 0,0 0-9 0,0-1 5 15,-1 1-3-15,1 0 5 0,0 0-3 0,0 0-3 0,0-1 8 16,1 1-4-16,0 0 23 0,0 0 4 0,0 0-6 15,1 0 4-15,0-1-3 0,1 1-4 0,13-3 2 16,3-2-5-16,5 0-1 0,-1 0 2 0,2 0 1 16,-1 0-2-16,1 1-5 0,-1 0 0 0,1-1-5 0,2 1 3 15,-2 1-2-15,2 2-4 0,0-1 3 0,-1 0-5 16,1 1-5-16,-3 0 2 0,1 2 0 0,-3 0 0 16,-5 0-2-16,2 1-6 0,-6 0 4 0,-2 0-5 15,1 0 7-15,-6-1-18 0,-2 1 6 0,-1 1-9 16,1-1 15-16,-2-1-8 0,0 0-4 0,0 0 0 15,-1 0 0-15,-1 0-7 0,0 0 5 0,-4 0-9 0,-14 2-9 16,-1 0-26-16,-1 2-34 0,1 0 1 0,-1 0-120 16</inkml:trace>
  <inkml:trace contextRef="#ctx0" brushRef="#br0" timeOffset="47158.67">18879 3867 187 0,'0'0'62'0,"0"1"-8"0,0 0 51 16,-1 0 5-16,0 0-12 0,0 1-42 0,0-1 2 15,0 0 0-15,1 0 5 0,0 0 14 0,1-1-30 16,1 0-2-16,9 0-7 0,10 0-3 0,4-2 2 16,0-2 0-16,6 0 0 0,-3-2-4 0,0 1-4 15,2-1-4-15,-1 0-1 0,7 1-14 0,1 0-11 16,4 1 2-16,3 2-6 0,2 0-4 0,1 0-21 0,-3 2-14 16,-1 2-14-16,-4-1-170 0</inkml:trace>
  <inkml:trace contextRef="#ctx0" brushRef="#br0" timeOffset="48023.84">21176 2228 820 0,'0'-2'-8'0,"-1"1"-4"0,-1-6 1 16,-6-8 12-16,5 5-5 0,-1 2 1 0,3 5-3 15,0 0-12-15,1 2 5 0,-2-1-16 0,-1-1 20 16,1 2 3-16,-5-2 3 0,0 0-6 0,2 2 26 16,1 1-11-16,1 0 17 0,1 0-14 0,-1 0 9 0,1 0 0 15,1 0 5-15,0 0 12 0,0 0-6 0,-1 0 1 16,1 0-4-16,0 0-3 0,0 1 0 0,1 1 1 16,0-1 0-16,0 1 1 0,1 10-10 0,1 5 3 0,2 6-6 15,-1 3 3-15,1 7-3 0,0 8 4 0,-3 9-4 16,-2 8 2-16,-4 5-3 0,-3 2-6 0,-3 0 4 15,-2 4 2-15,-2 9-14 0,-4 9 11 0,-1 8-12 16,-1 2 5-16,-2-2 4 0,1 2-7 0,-3 7 5 16,1 3-7-16,-1 2 3 0,-1-2 1 0,25-1 0 15,-26 6 2-15,-2 3 3 0,-2-1-4 0,3-5 4 16,-4-6-2-16,6 3 0 0,1-3 8 0,3-8-4 16,3-10 9-16,3-13 39 0,3-9-11 0,2-3 19 0,3-3-26 15,-1-3-4-15,2-1-6 0,1-6 3 0,0-1-10 0,0-6-2 16,-1-4 0-16,2-4 0 0,0-3-4 0,2-3-4 15,-2-5 5-15,3-2-3 0,0-4 11 0,-1-3-11 16,1-3 6-16,-1-4-5 0,2-1 4 0,0 0-5 16,0-2 1-16,0-2-1 0,-3 2 2 0,0 0-20 15,-1 1-8-15,-2-1-4 0,-1-1-30 0,-1-1-182 16,0-2-34-16</inkml:trace>
  <inkml:trace contextRef="#ctx0" brushRef="#br0" timeOffset="49358.28">16332 4626 168 0,'0'0'0'0,"-1"-1"23"16,0 0 32-16,0 0 48 0,0 0 10 0,-2 0-8 0,1-1-22 15,0 0-40-15,-1 0-4 0,1-1-2 0,0 1-13 16,-1 0 6-16,2-1-7 0,0 2 4 0,0 0-25 0,0 0-8 16,-1 0 0-16,1-1-3 0,0 1 9 0,0 0 0 15,1 0-2-15,0 1 0 0,0 0-4 0,1 0 13 16,0 0-6-16,2 0 7 0,-2 0-15 0,7 3 22 15,-1 1 0-15,-1 1 9 0,0 3 8 0,-3 5 13 16,0 2-5-16,3-3 7 0,-1 1-9 0,-1 0-8 16,3-2 3-16,-2 0-5 0,-2 2-3 0,2-1-6 15,0-1-6-15,1 0 3 0,-2-3-5 0,4 2-2 0,-4-3 6 16,0 1-4-16,3-1-1 0,2 0-8 0,4-1 4 16,0-2-3-16,-1-3 20 0,2 8 30 0,3-3-10 15,6-5 14-15,1-4-25 0,6-9-13 0,3 7 4 16,4-27-8-16,6-5-7 0,5-7-8 0,7-4-2 15,7-8-1-15,6-1-9 0,-1 1-14 0,-3-1-2 0,0 8-4 16,-2 2-23-16,4 3-176 0,2 2-65 0</inkml:trace>
  <inkml:trace contextRef="#ctx0" brushRef="#br0" timeOffset="53345.02">16847 5936 93 0,'0'0'-8'0,"0"0"36"16,0-1 39-16,0 0 8 0,0 0 19 0,-1 0-24 0,1 0-43 15,0-1 1-15,0 1-8 0,0 0-11 0,0 1 2 16,0 0 1-16,0 0 1 0,0 0 12 0,0 0 16 15,1 0-7-15,1 1 8 0,-1 0-20 0,0 1 1 16,0 0 0-16,2 4 0 0,2 6-2 0,1 0-3 16,0 0 4-16,0 2-2 0,0-1 12 0,1 0 6 15,1 1-5-15,-1-2 5 0,2 1-9 0,-8 0-7 16,9 1-1-16,2-1-3 0,-1 0 0 0,-4 1-17 16,2-2 8-16,2 3-10 0,-4-3 6 0,1 0-2 15,-3-2 0-15,-1 0-1 0,1-1-6 0,-3 0 1 0,2 0 0 16,-3-3 1-16,0-1 2 0,0-2-16 0,1-1 0 15,-1 0-8-15,-1 0-22 0,0-1-59 0,0 0-11 16,2 1-18-16,1 1-67 0</inkml:trace>
  <inkml:trace contextRef="#ctx0" brushRef="#br0" timeOffset="53630.15">17049 5869 873 0,'-2'0'8'0,"1"0"-1"16,-1-1 37-16,-2 0-5 0,-4 0 11 0,1 0-27 0,0 1-3 15,-2 1-3-15,-3 4 5 0,0 2 30 16,-1 0-21-16,-1 16 10 0,1 3-17 0,1 5-18 0,-2-1 5 16,0 5-9-16,2 1 8 0,-3-3-12 0,6 1 3 15,-2-5-1-15,4-2 1 0,1-2-1 0,-2-4-1 16,1-3 1-16,0-2 0 0,1-1 1 0,-1 0-9 15,1-4 2-15,-1 0-4 0,0-3 5 0,2-2-13 16,0-1-1-16,4-2-8 0,0-2-46 0,1 1-34 16,-2 0 6-16,1 0-10 0,-1 0 19 0,2-1-42 15,2-1-20-15</inkml:trace>
  <inkml:trace contextRef="#ctx0" brushRef="#br0" timeOffset="54062.58">17470 5828 918 0,'-2'0'19'16,"1"0"-9"-16,-1-1 26 0,1 0 3 0,-1 0-6 16,1 1-34-16,0 0 1 0,0 0 0 0,0 1 2 15,0 1 6-15,-8 18-5 0,4 3 0 0,0 1-3 16,1 3 0-16,3 3 0 0,0 0 4 0,1 3-1 0,0 0 0 15,1 0-4-15,1-1 3 0,0-4-2 0,-2-2 0 0,0-4 2 16,0-3-2-16,0-4 1 0,0-2 7 0,0-5-3 16,0 0 3-16,0-5-3 0,0 1 11 0,0-2 39 15,0 0-7-15,0 1 14 0,0-2-35 0,-2 0-9 16,1 0-6-16,0 0 1 0,-1-1-14 0,-1-1 4 16,-1-2-2-16,0-8 4 0,-4-12-11 0,7-1 6 15,-3-2-5-15,-10 0 6 0,6-2 6 0,4 0-12 16,4-3 0-16,4 0-6 0,3 2 3 0,2 1 5 15,0 1 0-15,2 1 1 0,2 0 0 0,-1 4 2 16,-11 0 2-16,10 3-1 0,-1 0-4 0,2 3 6 16,0-1-1-16,0 3 4 0,-1-1-5 0,-2 5 6 0,0 1-2 15,-1 4 3-15,2 0-9 0,-2 3 4 0,-1 0-8 16,2-5 7-16,0 3-7 0,0 2 2 0,0 2-5 16,1 1 1-16,-1 3-16 0,-1 1-22 0,1 7 8 15,-2 5-21-15,-1-1-94 0,-2 2-70 0,1-2-14 0</inkml:trace>
  <inkml:trace contextRef="#ctx0" brushRef="#br0" timeOffset="54495.42">17713 6185 1160 0,'0'0'24'0,"0"0"-4"0,-1-2 2 16,0 1 1-16,-1 0-11 0,1 1-13 0,0 0 4 16,0 1-1-16,0 0 4 0,-2 8-2 0,-1 8-2 15,0 2-1-15,2-3 1 0,1 0 1 0,1-3-7 16,0-4 2-16,0 1-4 0,0-5 6 0,0 0-10 16,0-1 5-16,0-3-8 0,1 1-5 0,0 1 24 15,0-2-12-15,0 0 16 0,1-1-17 0,-1-1 6 16,1 0 1-16,0-9 0 0,8-9-3 0,-2-1 6 0,0 1-3 15,0 2 5-15,0-2 2 0,-3 4-4 0,1 1 1 16,-1 3-1-16,1 3 1 0,-1 5-5 0,-4-1-2 16,1 3-1-16,0-1 4 0,0 2-2 0,2-2 7 15,0 1-5-15,-1 1 3 0,0 0 5 0,-1 1-3 0,5 8 4 16,4 11-6-16,-5 0 3 0,-4-1-6 0,-1 0 3 16,-1-2-6-16,0-3 12 0,0-3-4 0,0 0 6 15,0-2-6-15,1 1-6 0,1-3 5 0,-1-2-5 16,-1-2 8-16,0-2-7 0,0 0 0 0,0 1-1 15,0 0 2-15,0 0 10 0,0 1-6 0,0-2 4 16,0 0-28-16,0 0-44 0,-1 0-18 0,-1-1-11 16,1 0-74-16,-1 0-24 0,-1-1 5 0,-2-2-11 0,-4 2 18 15</inkml:trace>
  <inkml:trace contextRef="#ctx0" brushRef="#br0" timeOffset="54713.1">17590 5972 303 0,'0'0'109'0,"-2"0"-15"0,1 0 49 16,-1 0 12-16,-1 1-34 0,1 0-30 0,0-1-57 15,1 1 1-15,-1-1-21 0,1 0-6 0,0 0 19 16,0 0-3-16,1 0 9 0,0 0-6 0,1 0-11 0,0-1 2 16,9-4-5-16,8-2 0 0,5-1-8 0,-1 0-2 15,3 0-1-15,1 1-2 0,2-1-4 0,-2 3-1 16,2 0-3-16,0 0-28 0,-2 0-22 0,2 1-19 15,-3 1-13-15,0 0-205 0</inkml:trace>
  <inkml:trace contextRef="#ctx0" brushRef="#br0" timeOffset="55262.49">16325 5554 698 0,'-1'-1'29'0,"0"0"8"0,-1-1 80 0,-16-13-45 16,6 5 43-16,3 0-73 0,1 2-12 0,3 3-12 15,0 2 4-15,3 1-16 0,0-1-7 0,-1 1 3 0,1 0-9 16,-1-1-18-16,2 2 19 0,0 0-7 0,0 0 13 15,0-1 1-15,1 1-7 0,0 0 3 0,0 1-4 16,1 0 10-16,0 0 2 0,0 0-1 0,2 1 0 16,3 3-3-16,4 3 4 0,1-5 6 0,3 14-2 15,-2-2 5-15,4 6 2 0,4 0-6 0,0 4 6 16,2 3-2-16,4 0-9 0,-3 4 5 0,2-3-8 0,1 4 9 16,0 1-8-16,-2 0 1 0,-3 4-3 0,-1 2-1 15,-1 5 5-15,-2 4-1 0,-1 6 3 0,-5 5-7 16,0 2 1-16,-3 1 4 0,0-1 1 0,-3-1 12 15,0 0 2-15,-2 2-6 0,0 1 4 0,-1 2-10 0,20-3-6 16,-15-3 6-16,-5-6-7 0,-4-7 1 0,-1-2 3 16,-3-3-2-16,-2-1 4 0,-3-1 7 0,-2 1-14 15,-3 3-4-15,15-3-5 0,-23 3-26 0,-2-3-189 16,-3-3-23-16</inkml:trace>
  <inkml:trace contextRef="#ctx0" brushRef="#br0" timeOffset="55946.3">10897 5775 442 0,'-1'-1'32'0,"0"0"23"0,-1 0 46 0,-15-9-51 16,5-4 45-16,1 1-11 0,1 4-26 0,2 0-10 0,1 1-3 15,1 3-20-15,1 0-8 0,2 4-2 0,-1 0-3 16,2-1-10-16,-2 0-2 0,1 0 0 0,-1 0 0 16,-2 2-5-16,-1 2 1 0,-2 5 2 0,-3 12 0 15,-1 11 5-15,-2 4-3 0,-6 4-4 0,1 4 1 16,-2 3 5-16,-1 7 7 0,4 4-5 0,-4 4 4 15,1 2-9-15,-2-2 7 0,0-2 1 0,4-5 2 0,4-4 4 16,4-1-8-16,4-1 9 0,5-2-9 0,1-1 1 16,-14-6 8-16,12 2-10 0,7-5 9 0,5-1-16 15,4-1 12-15,-1-4-1 0,5-1 6 0,-13-2-7 0,21-1-4 16,-1-2-3-16,1-2 1 0,0 1-1 0,2-2 2 16,0-3-2-16,-1 0 0 0,-2-2-8 0,1-1-8 15,1-2-2-15,-1-4-4 0,3 0-9 0,-1-4-14 16,1-2-2-16,4 13-7 0,2-6-26 0,6-7-190 15</inkml:trace>
  <inkml:trace contextRef="#ctx0" brushRef="#br0" timeOffset="56497.97">11825 4298 274 0,'-1'0'26'0,"-1"0"23"16,-4 0 3-16,-4 0-10 0,2 0-5 0,1 3 0 15,0 0-7-15,2 1 18 0,-2 6-2 0,-1 14 6 16,-1 3-18-16,2 8 4 0,-2 9-2 0,1 4 3 16,-4 5 8-16,1 2-18 0,1-3 11 0,0-3-13 15,-1 1-3-15,0-2 4 0,0 0-5 0,5 1 6 16,5 0 3-16,-17-5-12 0,14 0 0 0,8-2-3 0,3-3-10 15,2-5-3-15,3-3-2 0,0-8-1 0,-11-1-2 16,18-3-7-16,1-2-4 0,5-3 0 0,0-4-17 16,4-2-13-16,4-5-3 0,7 15-5 0,7-11-24 0,9-7-76 15,5-6-35-15</inkml:trace>
  <inkml:trace contextRef="#ctx0" brushRef="#br0" timeOffset="56947.2">15079 3897 273 0,'0'0'41'0,"0"-1"-8"15,0 0 56-15,0 0 6 0,0-2-3 0,0-1-17 0,1-2-27 16,1 0 5-16,1 0-10 0,-2 4 10 0,0-1-21 15,11 2-3-15,0-7-5 0,2 1-6 0,1 3-5 16,3 4 3-16,3 4-4 0,2 5 2 0,3-4 1 16,2 24-10-16,3 9 7 0,3 2-9 0,3 7 0 15,-3 0 3-15,3 0-4 0,-1 0-2 0,-2-2 0 16,0 2 0-16,-6 0 0 0,-1 1 7 0,-5 3 12 16,1-2-2-16,-4 2 5 0,-3-2 2 0,-4-1-6 15,-3-2-5-15,-3-3 0 0,-4-1-13 0,15 1 3 0,-12 4-1 16,-9 9-1-16,-8 7-14 0,-6 15-203 0,16 5-28 15</inkml:trace>
  <inkml:trace contextRef="#ctx0" brushRef="#br0" timeOffset="57648.26">16225 3947 168 0,'-1'-1'-5'16,"0"-1"-10"-16,0 1 16 0,-1 0 0 0,-1 0 1 0,-2-1-1 16,0-2 8-16,0 2 33 0,0-1 12 0,1 2 6 15,0 0 30-15,2 1-9 0,-2-1-6 0,3 1 2 16,0 0-16-16,0 0-12 0,-2 0-7 0,1 0-1 16,0 0-16-16,0 0 10 0,1 0-1 0,0 0 3 15,0 1-7-15,0 1-6 0,-1 5 6 0,2 13-6 0,3 6 12 16,2 2-15-16,0 4-4 0,1 3-2 0,0 1-13 15,-1-1 7-15,-2-2-3 0,0-3 4 0,-1-1 7 16,-1-5-10-16,0-2 9 0,-1-6-10 0,0 1 3 16,0-7 6-16,0-2-5 0,0-2 5 0,0-2 4 0,0-2 18 15,0-1 0-15,-1 2 5 0,0-1-6 0,0-1-9 16,0 0-1-16,0 0-2 0,-1-1-6 0,1-1 1 16,0 0-9-16,-2-6 6 0,-5-11-13 0,5-2-5 15,3-1 8-15,1-1-6 0,4-3 5 0,4-1-5 16,3-2 0-16,1-1 0 0,2-3 5 0,2-1-9 15,-16 0 2-15,18 1-5 0,-1 4 10 0,2 2-3 16,0 4 0-16,0 2 0 0,0 4 1 0,-1 1-1 0,0 4-3 16,-1-1 1-16,-1 4-4 0,1 2 3 0,-2 2-6 15,0-6 1-15,-1 3-27 0,-1 3-17 0,-3 3 8 16,0 1-16-16,1 1-44 0,-2 1-159 0,-1 3 0 16</inkml:trace>
  <inkml:trace contextRef="#ctx0" brushRef="#br0" timeOffset="58198.41">16698 4229 1225 0,'0'0'28'0,"0"0"-5"0,-1-1 8 16,0 0 0-16,0-1-10 0,-1 2-16 0,1 0 2 15,0 0 2-15,0 2-2 0,1-1-6 0,-1 6 6 16,0 8-7-16,-1 2 5 0,2-2-12 0,0-2 7 16,0 0-3-16,2-4 3 0,-1-1-16 0,-1-3-4 15,0-3 7-15,1 1-3 0,0-1 19 0,0-1-1 16,0 0 0-16,1-1-2 0,-1 0-6 0,0-1 10 16,2-7-1-16,5-10 6 0,-1 1-2 0,-2 3-7 15,1 0 5-15,-1 2-5 0,-1 1 5 0,-1 4-5 16,-1 1-3-16,0 3 1 0,-1 0 5 0,0 1-6 15,0 0 3-15,0 1-5 0,1-1 4 0,-1 2 6 0,1 0-5 16,0 2 6-16,1 0-10 0,1 5 2 0,5 7-1 16,-1 1 3-16,-1 2 8 0,-2-3-8 0,-1-1 3 15,0-1-5-15,-1-3 6 0,0-2-16 0,-2-3 6 16,-1-2-11-16,0-1-4 0,1 1-11 0,0 1-35 16,-1-2 11-16,0 0-98 0,-1-1 88 0,0 0-5 0,-1-1 35 15,0 1 28-15,-7-18 14 0,0 1 1 0,0-1 1 16,-1-3-14-16,2-1 6 0,-1 2-1 0,2 0 2 15,1 1-6-15,1 1 2 0,-1 3-2 0,0-5 3 16,1 6 10-16,3 0-8 0,-2 2 0 0,2 5-4 16,-3 1-3-16,4 4 5 0,1 0 6 0,-1 0 0 0,0 0 11 15,-1-1 18-15,1 1-9 0,0 0 12 0,1-1 4 16,0 1 4-16,0 0 8 0,1-1-4 0,3-1 6 16,6-6-6-16,9 1 1 0,4-1-3 0,4 1-15 0,3-3-10 15,2 2-6-15,8-3 1 0,0 0-12 0,1 3-22 16,4 0-3-16,-9 0-10 0,-1 2-33 0,-4 1-107 15,-2-2-82-15</inkml:trace>
  <inkml:trace contextRef="#ctx0" brushRef="#br0" timeOffset="61668.64">10831 7506 110 0,'0'0'28'16,"0"0"-16"-16,0 0 28 0,0-1 9 0,0 0-11 16,2 0 13-16,-1 0 2 0,0-1-9 0,0 1 9 0,0 0-14 15,1 0-10-15,0 0 2 0,0 0-7 0,1-1 0 16,-1 1-13-16,0 0 11 0,1 0-11 0,-2 1 7 16,2-3-17-16,0 2 5 0,-1 0-6 0,0 0 4 0,1-1 5 15,-1-1-1-15,0 1 3 0,-2 1 0 0,3-5 1 16,-2 1-2-16,0-2 4 0,0 0 10 0,-1 0 26 15,0 1-6-15,-2-1 10 0,0 1-21 0,-2 0-1 16,-1-1-4-16,2 2 2 0,-3-2-6 0,-3 3-15 16,-2-1 3-16,-1 1-7 0,0 1-2 0,2-1 1 15,-2 3-1-15,-1-1 1 0,-1 0-8 0,-1 0 2 16,-4 0-1-16,-3 1 3 0,-1 0 0 0,-3 0-1 16,-1-15 1-16,0 8-2 0,-2 2 5 0,-3 3-4 0,-1 0 1 15,2 1-1-15,-2 1 12 0,3 1-4 0,3 0 0 16,1 0-1-16,-1 0-2 0,1 0-3 0,-2 1 5 15,-1 0-2-15,-2 1 8 0,-3 1-13 0,1-1 4 16,-1 2-6-16,1-1 3 0,0 2 5 0,0 0-5 16,1 0 3-16,1 3-10 0,3-1 5 0,-2 1-1 0,3 1 3 15,0 2 8-15,0-1-8 0,0 2 3 0,-4 1-4 16,-5 1 2-16,-1 0-1 0,2 0 0 0,-2 1 0 16,1 1 14-16,0 0-14 0,1 2 3 0,3-17-6 15,2 18 8-15,5 2-5 0,-1-2 6 0,1 2-6 16,4-2 2-16,0-1 4 0,1-1-3 0,0 0 4 15,0-1 3-15,0 0-7 0,3 2 3 0,2-1-3 16,0 0 1-16,3 0-6 0,0-2 2 0,6 2-4 0,2-1 4 16,-1-1-1-16,2 1 3 0,2-1-2 15,-1 0 0-15,-7 1 2 0,3-1-4 0,2-1 4 0,4 1 0 0,0-1-2 16,1 0-1-16,2 1-1 0,0-3 2 0,2 1 0 16,1 0 1-16,2 3-1 0,-1-5-6 0,2 4 6 15,-1-5 1-15,-1 1 3 0,-5 4-2 0,10-2 2 16,2 1-4-16,0-1 3 0,-1-1-6 0,1-1 1 15,1 1 4-15,2 0 0 0,0-1-1 0,1 0 5 16,2-1-7-16,2 0 5 0,3 0-11 0,1-1 7 16,1 3-1-16,5-2 1 0,1 0 0 0,0 0 3 15,3 0-1-15,-1-1 2 0,-1 2-4 0,0-3 0 0,-2 0 0 16,-4 2 0-16,2-2 3 0,-2 0-2 0,1-1 0 16,2 0-1-16,0-1 0 0,0 1 1 0,5-1 1 15,0 0 0-15,3 0-6 0,0 1 7 0,-3-1 0 16,-1-1 2-16,0 0-10 0,-4 1 7 0,0 0-5 15,-3 0 7-15,3-1-4 0,-1-1 2 0,4 1-1 0,0-2 0 16,3 0-4-16,2-2 3 0,-1 2 2 0,6 15 1 16,-1-9-2-16,-3-6 0 0,-1-2-2 0,-6-1 2 15,0 0 6-15,0-2-7 0,1 0 2 0,0-2-4 16,2-1-3-16,4 0 3 0,-2-1-1 0,2 0 3 16,3-1 0-16,-5 0 6 0,1-2-4 0,-3 0 4 15,-4 0-6-15,-1-1 0 0,0-2-3 0,-2 1 3 0,2-3-1 16,-1-1 1-16,1 0 0 0,2-1 0 0,-3 13-4 15,4-14 8-15,-3-4-4 0,-4-2 4 0,4 4-8 16,-11-4 6-16,1 1-2 0,-4 0 5 0,-4 0-3 0,-1 1-1 16,-3 0 5-16,0-2-4 0,-3 0 8 0,-3 0 0 15,1-1-4-15,-2-1 2 0,1-2-4 0,-1 0 6 16,13 0 1-16,-7-1 0 0,-5-1 0 0,-3-1-2 16,0-2-1-16,-4-3 0 0,-2-3 2 0,-2 1-7 15,-2-1 5-15,0 2-5 0,-2 1 9 0,0 1-1 16,-1 3 2-16,12 1 0 0,-18 2 1 0,-4 2 11 15,2 1-4-15,-4 3 6 0,-4 0-12 0,-2 1-2 16,-4-1-3-16,2 1 2 0,0 2-6 0,-1 1 0 0,-3 1-1 16,-3-1 1-16,-5 2 3 0,-7 1-1 0,-7 3 0 15,-2 5-1-15,-1 0-4 0,-1 6-7 0,2 0-1 16,0-18-7-16,-6 18-40 0,-7 9-97 0,-6 9-38 16,-4-13-31-16,4 31-234 0</inkml:trace>
  <inkml:trace contextRef="#ctx0" brushRef="#br0" timeOffset="63954.23">14118 7378 526 0,'-1'0'-4'16,"0"-1"17"-16,0 0 63 0,-1 0 18 0,1-1 25 0,-1 1 1 16,0 0-64-16,-1 0-8 0,1 0-7 0,0 0-33 15,0-1-1-15,1 1-3 0,0 0 1 0,0 0 2 0,1 1 4 16,0 0 1-16,0 0 0 0,0 0-1 0,1 1-5 16,0 0 3-16,0 0-5 0,1 1 1 0,-1 0 7 15,1 0-4-15,-2-1 4 0,4 5-8 0,-2-2 10 16,0 0-6-16,-1 0 6 0,1 0-12 0,-1-1 9 15,0-1-1-15,0 1 3 0,0-1-3 0,1 0-5 16,-1 1 3-16,0-1-4 0,0 1 4 0,0-1-6 16,0 0-2-16,1 1 0 0,-2-2 6 0,8 1 0 15,1 5 1-15,4 0-2 0,1-2-5 0,3-3 6 16,3-2 1-16,1-2 2 0,2-4 3 0,6-3-5 0,0-3 2 16,9-5-4-16,4-1-4 0,3 15 0 0,2-21-2 15,-4-6 1-15,1-4-4 0,-3-2-1 0,1-1 2 16,2-2-3-16,-1 2-8 0,4-1-22 0,5 0-1 15,1 6-9-15,3 1-35 0</inkml:trace>
  <inkml:trace contextRef="#ctx0" brushRef="#br0" timeOffset="67724.08">18056 7365 91 0,'-1'0'0'0,"0"-1"3"15,0 0 44-15,0 0-6 0,-1-1 2 0,1 1-16 16,-1 0-8-16,0 0 4 0,-1-1-8 0,1-1 8 16,0 1-11-16,-1 0 11 0,1-1-8 0,-1 1 7 15,1 1-9-15,0-2 3 0,-1 1 10 0,1 0-7 16,0-1 11-16,-1 1 2 0,1 0 0 0,0-1 1 0,-1 1-9 15,1-1 8-15,1 1-11 0,-4-1 10 0,0 0-15 16,-1-1-4-16,3 1 6 0,-4-2-6 0,1 2 1 16,-5-2 4-16,1 2-6 0,-1-1 5 0,0 1-4 0,1 1-6 15,-2 0 5-15,2 1-4 0,-3 1 5 0,-2 0-11 16,-1 0 3-16,2 0-4 0,-1 0 17 0,0 0-7 16,0 0 0-16,-3 1-4 0,4 0-5 0,-3 2 17 15,-1 0-3-15,1 0 6 0,-3 0-16 0,0 1-2 16,-1-1-6-16,-2 2 3 0,0 1-1 0,-2-2-3 15,-2 3 5-15,-1-1-3 0,-4 0 8 0,1-1-3 16,2 0 4-16,-3-2-5 0,1 1-6 0,1-1 4 16,-2 0-2-16,8-1 4 0,-2 0 12 0,2 1-4 0,1-1-4 15,-2 2 0-15,3-1-8 0,1 1-1 0,-2 0 6 16,0 2-3-16,-5 1 6 0,-2 1-9 0,-2 1 2 16,2 0-4-16,2 0 8 0,-2 2 1 0,2-2-1 15,-1 3 0-15,-2 0-8 0,3-1 13 0,1-1-8 0,2 1 10 16,3-1-13-16,-1 2 8 0,1 0 0 0,0 0 2 15,-1 1-5-15,2-11 8 0,0 16-3 0,-1-1 3 16,-1-2-10-16,1 1 3 0,0-3 0 0,3 0 3 16,0 3-1-16,0-2-5 0,2 1 1 0,0 1-1 15,-1-3 6-15,2 1-10 0,2 0 2 0,-1 1-5 16,3 2 11-16,-1-2-5 0,0 1 3 0,1 0-4 16,0-1 5-16,2 3-2 0,-2-1 2 0,2 1-3 15,-2 2-8-15,-1-1 11 0,0 2-7 0,1 1 8 0,0-1-6 16,2 3 5-16,-1-1-3 0,1 1 3 0,0 3-10 15,1 1 8-15,-2 2-1 0,2-1 3 0,-1 3-2 0,1-4 2 16,0-1 1-16,-1-1-1 0,1-3-11 0,-2 2 6 16,3 0 2-16,-1-1 1 0,-2 2 9 0,2 1-6 15,-4 2-7-15,3 1 3 0,2 1-6 0,0 2 6 16,2 1 4-16,1-1-2 0,4 2-4 0,-1-3 2 16,-15 0-4-16,10-2 4 0,5-5-3 0,2-1 5 15,0 0 1-15,2-4 1 0,2 0-9 0,-1 0 6 16,2-1-5-16,0 1 5 0,-1-1 0 0,2 1-6 15,0-2 4-15,1 0-6 0,1 2 7 0,1-1-2 0,0 1-1 16,2 0 0-16,-2 0 3 0,2-1-6 0,-1 1 7 16,0 0-8-16,0 0 8 0,1 0-4 0,-2-2-1 15,1 0-1-15,1 1-5 0,0 0 8 0,2 2-1 16,-3-5 3-16,2 4 5 0,-11-2-8 0,11-3-4 0,2 3 0 16,0-2 7-16,-1 2-6 0,1-2 9 0,0 1-9 15,3-1 7-15,-1 2 0 0,4 0-6 0,0 0 5 16,-1 1-6-16,1 1 10 0,1 1 1 0,1 2 1 15,1 1-9-15,1-1-2 0,-1 0 0 0,-1 0 1 16,1-1 12-16,-2 2-4 0,0-6 2 0,3 0-5 16,-2-2 4-16,3 1-5 0,-1-2 5 0,1 0-4 15,1 0 11-15,2-1-12 0,5-1 2 0,-1-2-5 16,2 1 5-16,5 0-6 0,-4 0 4 0,3-1-5 16,2 1 8-16,-7-2-4 0,-1 0-2 0,-1 1-2 0,0 2-8 15,0 1 13-15,0-1 0 0,3-2 3 0,1-1-3 0,4 0 6 16,2-1-7-16,0-1 6 0,-3 0-14 0,1-1 9 15,-2 1 2-15,-2 1 3 0,1-1 0 0,-2-1 3 16,1 0-11-16,1-1 7 0,0 0-1 0,3-1-2 16,3 2 9-16,2-2-9 0,-3 1 1 0,1 0 4 15,-4 2-3-15,-3 1 4 0,2-1 0 0,-4 2-2 16,-2-1-2-16,2-1 2 0,-1 0 4 0,3 0-7 16,2-2 3-16,2 1-5 0,-1-1 0 0,4-1 3 15,-3 1 0-15,0-3 1 0,0 1 2 0,-1 13 0 0,-2-8 1 16,-1-7 0-16,2-1 5 0,-2-1-1 0,3-2-2 15,3-2 0-15,-2 1 4 0,3-2-12 0,2 0 8 16,-3 1-10-16,2-1 6 0,-4 2 0 0,-4-1-2 16,-3 3 0-16,-1 0-7 0,-1-1 7 0,1 0-4 15,-1 1 3-15,5-1-7 0,0-2 4 0,1 2 3 0,4-1-1 16,-1 0-4-16,2-1 3 0,-1-2-5 0,-1-1 5 16,1-2 1-16,-2 0-1 0,0-2-1 0,2 2-1 15,3 0-4-15,1 0 7 0,2-2-1 0,0 1 1 16,0 0-15-16,0 1 17 0,-4 1-3 0,-3 1 7 15,-3 0-8-15,-3 1 1 0,-1 0-2 0,1 0 2 16,1 1-4-16,3-1 4 0,-1 0-3 0,2 2 3 0,0-2 4 16,0 0-4-16,0-1 1 0,1 0-3 0,-7 0-2 15,4-1 6-15,-4-1-2 0,-1 2 2 0,1-1-6 16,0 0 5-16,-2 1 1 0,6-3 2 0,0 1-4 16,3 0 0-16,2-1 3 0,-1 2-2 0,-1 1 2 0,-4-1-5 15,-3 1-1-15,-4-2-1 0,0 1 4 0,-1 0 5 16,-1-1-5-16,0-2 4 0,-1 0-7 0,1 1 3 15,-2-1 1-15,3-1 1 0,3-1 3 0,-3 1-6 16,3-4 4-16,-3 2-5 0,0-1-1 0,4 0 2 16,-2 13-2-16,0-16 3 0,-2-4 8 0,-1 2-12 15,-2 2 4-15,1 0-8 0,-1 0 11 0,-1 1-1 16,-1-1 3-16,1 2-3 0,0-2-2 0,-2 0 0 16,2 2 1-16,-2-1 0 0,0 0 0 0,0 0 5 0,-1-2-6 15,0 1 5-15,1-1-5 0,-1-5 1 0,0 3 0 16,2-6 1-16,-1-1 6 0,0-2-5 0,-1-4 1 15,-2 0-3-15,-3-2 3 0,2 1-4 0,-2-1 1 16,-1 2-2-16,-1-1 5 0,-3 3 3 0,0 0 0 0,-1 3 0 16,0 0-2-16,0-1 28 0,-5-3 0 0,0-2 9 15,-2-1-10-15,3-3-17 0,-4-1 0 0,1-3-5 16,0-1-2-16,16-2-8 0,-8 2-2 0,-5 3 1 16,-2 0 4-16,-1 0-3 0,0 0 4 0,-1-3-4 15,-1 0 8-15,-3-8-10 0,-2 1 2 0,-3 3-3 16,-2 1 11-16,-1 5 7 0,-2 0 3 0,-1 1-1 15,-3 3-2-15,13-4 3 0,-19 4-2 0,-4-2 3 0,-3-3-5 16,-3 0 0-16,-2-4-1 0,-2 2 0 0,-1 3-5 16,-1 1-1-16,2 5-2 0,1 2 1 0,1 1 4 15,2 1-1-15,-1 1-2 0,-5 0-1 0,0 1-4 0,-4-2 9 16,-2-1-5-16,-5-1 5 0,-1-3-8 0,-1 2 0 16,1 1 2-16,2 3-1 0,1 2 3 0,-4 1 1 15,-6 3-4-15,-4 3 2 0,-5 1-5 0,-5 2-4 16,1 2 3-16,0 3-5 0,-4 1-3 0,-4 3 0 15,-9 1-8-15,-10 5 1 0,-2 0-39 0,-6-22-36 16,-5 22-15-16,-10 7-14 0,-9 7-131 0</inkml:trace>
  <inkml:trace contextRef="#ctx0" brushRef="#br0" timeOffset="71893.75">16498 10082 611 0,'0'0'0'0,"-1"0"0"0,0-2 18 0,0 1 15 16,1 0 7-16,0 0 2 0,0-2-14 0,0 1-23 15,0 0 1-15,0-1-4 0,0 1-7 0,0 1 9 16,1-3-10-16,0 1 10 0,0 0-8 0,2 1 4 15,5 0 2-15,-1 1 1 0,-1-1 6 0,-2-1-1 0,0 1-1 16,0-1 2-16,-3 3 17 0,0 0 31 16,1-1 5-16,1 0 7 0,-1 0 5 0,0 0-27 0,-1-1-4 15,1 1-9-15,-1 0-21 0,0 0-9 0,0 1 3 16,0 0-5-16,1 1 4 0,-1 1-6 0,1 7 4 16,2 8-4-16,-2 3 1 0,0 4 5 0,-1-1-6 15,-1 5 5-15,3-2-6 0,-1 1 3 0,1-1 4 0,-1-1-2 16,1 3-5-16,0-3 5 0,-1 0-7 0,0-2 8 15,1-5-6-15,-1-1-1 0,0 1 3 0,1-4-2 16,-1 0 9-16,1-1-4 0,-2-2 5 0,1-2-4 16,0-1 10-16,1-1-8 0,-1-1 1 0,0 0-2 15,1-1 11-15,-1-2-2 0,-1 1 3 0,9-1-4 0,0 0-7 16,1-1-4-16,2 8 1 0,0-5-1 0,2 1-1 16,2-1-5-16,-1-3-2 0,4 0-1 0,0-2 0 15,1 0 3-15,0-3-3 0,3 0 4 0,-3-2 2 0,0 0-6 16,3 1 6-16,-4-1-6 0,1-1 6 0,2-1 1 15,0 0-2-15,-1 0 1 0,0-1-3 0,-2-2 4 16,2 0 0-16,-1-2 3 0,0-1-2 0,1 11-7 16,1-13 6-16,0 0-5 0,-1 0 6 0,4 1 2 15,-1 1-5-15,4 1 3 0,2 0-9 0,-2-1 7 16,2 3-2-16,-3-2 3 0,5 4-7 0,-1 0 10 16,-2-2-3-16,1 1 5 0,-2-3-13 0,2 3 6 15,2-1 1-15,-3 0 2 0,3 1 2 0,0-1-4 0,-2 0 0 16,4 2 0-16,-1 0 0 0,2 2 1 0,0-1-1 15,-2 1 0-15,-2 3-5 0,-4-1 5 0,-2 2-3 16,-4-11 3-16,-1 6 0 0,2 4 1 0,-3 3-1 16,0 3 1-16,-3 0-1 0,1 3 0 0,0 2 2 15,1 2-3-15,-2 0 4 0,2-7-5 0,0 11 2 0,-2 1-5 16,5 0 5-16,-4-1 5 0,-3 1-5 0,2 0 5 16,-2 0-8-16,1 3 5 0,1-2-1 0,-5 1 2 15,1 0-2-15,-2-3 0 0,-2 3-1 0,3-3 1 16,-4-1-2-16,-1-2-1 0,0-2 5 0,-3-1-3 15,0 0 6-15,0 1-4 0,-1-3-2 0,0-1 0 16,0 1-5-16,-2 0 6 0,1-1-2 0,1 0 5 0,0-2 3 16,-1 1 2-16,-1-1 5 0,0 0-3 0,0 0 1 15,-1 1 0-15,0-2-5 0,0-1 5 0,0 0-7 16,0 0-5-16,0 2 9 0,0-1-7 0,0 1 8 0,0-1-4 16,0-1-5-16,-1 0 4 0,0 0 3 0,1 1-3 15,0-1 3-15,0 0-4 0,0 0-3 0,0-1-4 16,0 0-4-16,0 0 0 0,0 0 1 0,1-1 1 15,0 0 4-15,1-2-3 0,0 0 1 0,5-8-2 16,7 1 0-16,0-1 0 0,2 1 8 0,-1-1-5 16,1 2-1-16,2-1-2 0,1 0 4 0,0 0 1 15,3 0 5-15,0 0-2 0,2 2 1 0,6-1-4 16,2-1-2-16,0-2 1 0,5-2-3 0,3 2-4 16,-1 0 2-16,0 0-3 0,-3 2 9 0,-4 2-1 0,0-1 1 15,0 2-1-15,1 0-3 0,0 0 2 0,1 2 2 16,1 1 0-16,1-2 0 0,1 5 2 0,-1 0-7 15,-2 0 5-15,2-16 2 0,-1 9-5 0,-2 5 5 16,-1 3-6-16,-1 0 4 0,0 1-6 0,2 2 8 0,-1 2-6 16,2 1 11-16,3 2-7 0,2 0-4 0,1 1 0 15,1 1 0-15,-2 0 2 0,0-1 4 0,-4 0-2 16,-1 0 4-16,-3-1 0 0,1 1-1 0,-3 1 1 16,2 0-2-16,2 2-1 0,-2-2 3 0,3 0 0 15,1 1 4-15,-1-3 9 0,0 1-3 0,2 0 5 16,2-1-9-16,-1-1 1 0,1-1-4 0,-4-2 5 0,0 1 0 15,0-1-3-15,-1-1-2 0,0 1-1 0,1-2-5 16,4 0-1-16,0 1 9 0,2-2-7 0,0-1 3 16,0 0 5-16,0-1-9 0,-5-2 8 0,0 1-10 0,-3-1 4 15,-2-2 8-15,1 0-2 0,0 0 11 0,-2 0-9 16,-1 0 1-16,4 0-3 0,-4 0-4 0,-1 1 4 16,-1 0-9-16,-5 1 8 0,0-1-3 0,-2 2-2 15,-2 1 1-15,-2-2-3 0,-2 2-1 0,-4 1 8 16,2 0-5-16,-4 0 5 0,-1 0-9 0,0 0 5 15,-2 0 5-15,-1 0 0 0,-2 0 1 0,1 0 3 16,1 0-5-16,-1 0 5 0,0 0-8 0,0 0-3 16,-1 0 5-16,0 0-4 0,0 0 5 0,0 0-6 15,0 0-4-15,1 0 0 0,-1 0-9 0,0 0-17 0,0 0-3 16,0 0-17-16,0 0-130 0,1 0-225 0</inkml:trace>
  <inkml:trace contextRef="#ctx0" brushRef="#br0" timeOffset="84339.29">27065 9062 4 0,'0'0'3'0,"0"0"0"0,0 0 12 16,0 0 5-16,0 0 8 0,1 0 5 0,0-1 11 16,1 0-6-16,-1-1 7 0,0 1-5 0,0 0 16 15,0 0-2-15,1 0 5 0,-1 0-6 0,0-2 4 16,0 1-1-16,0 0 0 0,0-1-16 0,1 1-15 15,-1-1 4-15,-1 2-7 0,0-2 2 0,0 0 8 0,0 1-6 16,0 0 7-16,0-1-8 0,0 1 8 0,0 0-2 16,0 1 3-16,0-1-9 0,0 1 2 0,1-1-5 15,-1-1 3-15,0 1-7 0,0 0-2 0,0 1-3 16,0-1 0-16,0 1-4 0,0 0 1 0,0 0-1 0,0 0 0 16,0 0-2-16,0 1 4 0,0 0 4 0,0 0-1 15,-1 1 1-15,0 0-4 0,-1 1 1 0,0 2-2 16,-5 8-2-16,0 0 1 0,0 3-5 0,0 0 5 15,-1 2-7-15,-1 3-2 0,0 4 4 0,0 2-3 16,-1 2 5-16,0 1-5 0,0 2 6 0,2 0-5 16,-1-1 7-16,0 1-7 0,1-2-2 0,1-2 0 0,1-1 3 15,1-2-2-15,2-2 1 0,-1-2-1 0,2-2 0 16,1-2 6-16,0-2-3 0,1-3 4 0,0-2-2 16,0-2 5-16,0-1-3 0,0-1 4 0,0-1 0 15,0-1 0-15,0-2 5 0,1 1-2 0,0 1 16 0,0-1-10 16,2-1 4-16,-1 0-7 0,6 1 2 0,6-2-9 15,2-5-1-15,2-5-2 0,3 7-4 0,1-17-2 16,-1 0 1-16,1 0-2 0,-1-1 0 0,5-2 3 16,-2 2-6-16,-3-1 4 0,0 0-1 0,-3-1-2 15,-1 0 6-15,-1 3-5 0,-2 2 4 0,-4 4-6 16,0 0 2-16,-4 5-4 0,-1-1 6 0,-1 4 5 16,-2 5-2-16,0 1 3 0,0-2 2 0,0-1-9 15,1 1 1-15,-1 0-3 0,-1 0 3 0,0 1-3 16,0 1 8-16,1 1-7 0,-1 2 13 0,2 7-10 0,2 16-5 15,-3-1 1-15,-2-4-3 0,0 0 2 0,0-2 6 16,0-1-4-16,0-2 0 0,0-1 3 0,2 0-6 16,-1-2 5-16,0-1-7 0,0-1 6 0,1 0 3 15,1-2 0-15,-1-1 0 0,1-1-2 0,-1 0-1 0,0-2 1 16,1 0 0-16,-1-2-3 0,-1 0 1 0,-1-2-2 16,5 0 8-16,1 4-4 0,0-2 2 0,1 0-1 15,0-2 9-15,2-1 0 0,0-3-2 0,3-4 0 16,1 0-7-16,0-15 11 0,2 0 2 0,0-5 3 15,-4-5-3-15,5-5 3 0,1 1-6 0,0-3 4 16,0-1-16-16,-1-1 5 0,-5-1-4 0,-1 2 5 0,2 3 0 16,-2 7-5-16,0 1 3 0,-5 6-4 0,0 2 5 15,-4 3 7-15,10 3 4 0,-5 2 1 0,-3 2 6 16,-2 4-1-16,1 0-4 0,-2 4 1 0,0-2-17 16,0 3 3-16,0 0-6 0,0 1 2 0,0 0-12 0,-2-1-1 15,1-1-4-15,0 2 1 0,0 0-16 0,-1 0-2 16,-1 1-8-16,1 0 3 0,-4 3-31 0,0 2-68 15,0 6 8-15,3 6-33 0,0 0-41 0,1 0-9 16,1 0-23-16</inkml:trace>
  <inkml:trace contextRef="#ctx0" brushRef="#br0" timeOffset="84903.91">27781 9328 117 0,'0'0'34'0,"0"0"48"0,0 0-28 16,0 0 13-16,0 0-4 0,0 0 6 0,0 0-11 16,0 0 20-16,0 0-2 0,0 0 10 0,0 0 13 0,0 0-14 15,0 0 2-15,0 0-9 0,0 0-24 0,0 0-9 16,0 0-2-16,0 0-2 0,0 0-7 0,0 0-3 16,0 0-6-16,0 0 2 0,0 1-12 0,0 0 1 15,0 0 4-15,0 0-2 0,0 1-4 0,0 0 1 16,-1 4 2-16,0 8-1 0,0 1 3 0,-2 5-12 15,1 3-1-15,0 2-3 0,-3 4 0 0,-1 2-5 16,-1 6 1-16,-4 3-3 0,0 7 5 0,-3 5-1 16,-3 2 4-16,-1 1-2 0,0-1 6 0,16-2-3 15,-19-5 0-15,4-2-2 0,-2-5-4 0,2-4 15 0,0-2-5 16,0-4 10-16,6-2-2 0,0-2 2 0,3-2-4 16,2-3 3-16,0-3-8 0,1-4 2 0,2-3-3 15,0-2 0-15,1-3-6 0,1-1-7 0,0-3 0 16,0 1-7-16,1-2-23 0,-3 1-5 0,1 0 2 0,-1 1-1 15,2-2 8-15,0 0-20 0,0 0-2 0,0-1-6 16,0-1-14-16,-2-8 13 0,1-17 1 0,2-4 5 16,2 1 14-16,1 1 11 0,1 0-5 0,0 1 8 15,1-1 0-15,-1 3-6 0,2-4 7 0,0 4-6 16,1-3 8-16,2-1-7 0,2 0-17 0,0-5 0 0,0 2-87 16,3-5-93-16</inkml:trace>
  <inkml:trace contextRef="#ctx0" brushRef="#br0" timeOffset="85616.28">27771 9412 656 0,'0'0'95'0,"-2"-1"-8"0,1 0 38 15,0 0-8-15,-1 0-21 0,-1-2-51 0,1 1-18 16,0 1 3-16,-3-1-9 0,-1-3-12 0,4-1 1 16,1 2-7-16,-1 0 5 0,1 1 1 0,-1 1-8 15,2 1 5-15,0 0-7 0,0-1 1 0,-1 0-2 16,0 0 2-16,-1-1 0 0,1 1 4 0,0 0 8 0,0-1-1 15,1 2 3-15,0-4 3 0,0 1-3 0,2-3 4 16,2 0-3-16,-1 2 6 0,1-2 8 0,8 2-7 16,0 2 7-16,1-2-13 0,0 4-3 0,0-6-1 15,-1 4 0-15,2 1-1 0,-2 0-9 0,1-7 0 16,-3 5-2-16,1 1 1 0,-3 3-1 0,-1 0 0 16,0 0-1-16,0 3 1 0,0-1 0 0,-2 0 6 15,-1 0-3-15,2 6 4 0,-2 0 4 0,2 3-9 0,-1-1 7 16,-2 2-7-16,0-3 3 0,-2 4 3 0,-1-1-2 15,0 0-1-15,-2 2 3 0,-3-1 3 0,-1 0-1 16,-1 1 4-16,-1-1-3 0,-1-1-4 0,7-2 3 16,-7 0-9-16,0-3 8 0,5 0-6 0,0-4 6 15,2 2-4-15,0-3-1 0,0 0 1 0,2-1-2 0,-2 1-1 16,0 0 0-16,-1 1 4 0,2-1-3 0,0-1 1 16,0 0-1-16,0 1-1 0,-1-1 0 0,1 0-1 15,0 0-3-15,0 0-1 0,0 1 1 0,0-1 5 0,1 0 0 16,0 0-2-16,0-1 0 0,0 0 0 0,0 0-3 15,1 0 6-15,0 0-5 0,0 0 4 0,1 0-4 16,6 0-1-16,1 0 0 0,1 0 9 0,1 0-11 16,0 0 7-16,0 1-8 0,1 2 8 0,1-1-2 15,1 1-1-15,2 1 0 0,-1-1 0 0,-2 1-4 16,0 1 7-16,-6-3-4 0,2 3 6 0,-2-2-8 16,-2 0-1-16,1 1 0 0,-4-2 12 0,0 2-8 15,0 3 5-15,4 0-6 0,-2 0 1 0,1 2 1 0,-3-3-1 16,-1 1 2-16,-1 0 9 0,0-1-4 0,-1 2-2 15,-1-1-1-15,-2-1 2 0,3 0-3 0,-13-1 4 16,2 1-4-16,1 0 7 0,-1-2-3 0,0-2-1 16,-1 0 0-16,1 1 1 0,2-2-6 0,-2 1 3 0,0 1-4 15,1-1 4-15,0 2-1 0,-1-2 0 0,2 5-2 16,-1 0-5-16,0-1 5 0,1-1-2 0,-1-1 3 16,1 0-3-16,-2-1 4 0,0 2 0 0,3-3 2 15,1 1-5-15,-1-1 2 0,1 0-1 0,1 1 2 16,-1-1-7-16,3-1 5 0,2-1-3 0,-1 2 3 15,3-2-4-15,0 0-10 0,-2 1-2 0,1 0-6 16,0-1-32-16,-1 0-37 0,2 0 3 0,0 0-21 0,1-1-76 16,0-2-221-16</inkml:trace>
  <inkml:trace contextRef="#ctx0" brushRef="#br0" timeOffset="86105.24">28285 9116 465 0,'-2'0'91'0,"1"-1"135"16,0 0-112-16,-1 0-34 0,-1-1-5 0,0 0-11 15,-2-1-29-15,3 1-9 0,1 2-2 0,-2-1-2 0,3 0-10 16,-1-1-5-16,1 0-1 0,-2 0-1 0,-1 0-7 15,2-1 1-15,0 2 1 0,0 0-1 0,1 0 3 16,0 0 1-16,1 0 2 0,0-1 1 0,3 1 14 0,10-5 20 16,2 2-6-16,2-1 11 0,0 1-7 0,-2 2-15 15,2 0 4-15,-2 0-9 0,-1 1-6 0,1 0-6 16,1 1-2-16,-3 0-1 0,-1 0-3 0,-3 0 0 16,-1 0 2-16,2 0-1 0,-5 0 2 0,1 0 0 15,-3 0-3-15,-1 0 1 0,-1 0-11 0,-1 0 3 16,2 0 0-16,-1 0 0 0,0 0-6 0,0 0-2 15,-1 0-4-15,0 0-2 0,0 0-45 0,0 0-63 16,-1 0-3-16,0 0-19 0,0 1-15 0,-1 0-56 0</inkml:trace>
  <inkml:trace contextRef="#ctx0" brushRef="#br0" timeOffset="86372.49">28259 9309 1259 0,'-1'0'49'15,"-1"0"-1"-15,1-1 13 0,0 0-13 0,0-1-8 16,0 1-43-16,-1 0-8 0,1 0 1 0,1 1-2 0,0 0 13 16,1 0-1-16,2 0-1 0,9 1 0 0,4 0-8 15,4 0 6-15,0-1-1 0,1 0 1 0,-1-1-2 0,0-1 3 16,1 1 5-16,-2-3-2 0,-1 1 5 0,-4-1-6 15,-2 1-5-15,-3 0 2 0,0 1 3 0,1 0-4 16,-5 0 4-16,-2 2-7 0,1-1-4 0,-2 0-33 16,0 0-18-16,1 0-20 0,-1 0-211 0</inkml:trace>
  <inkml:trace contextRef="#ctx0" brushRef="#br0" timeOffset="92143.54">29726 8501 61 0,'0'0'34'0,"0"0"5"0,0 0 51 16,0 0 15-16,0 0-14 0,0 0-10 0,0 0-38 16,0 0-1-16,0 0-3 0,0 0-15 0,0 0-12 15,0 0-4-15,0 0 1 0,0 0 2 0,0 0 2 0,0 0 4 16,0 0 0-16,0 0 19 0,0 0 14 0,0 0 4 16,0 0 4-16,0 0 4 0,0 0-10 0,0 0-4 15,0 0-2-15,0 0-15 0,0 0 1 0,0 0-1 0,0 0 0 16,0 0-10-16,0-1-5 0,0 0-4 0,0 0 1 15,0-1-3-15,1 0-2 0,2-5-5 0,1-4 1 16,1 1-7-16,1-1 3 0,-1 1 3 0,-1 0 0 16,1 0 1-16,0-1 0 0,-2 0 2 0,1 2-1 15,-1 0-3-15,0 3 9 0,-2 1-6 0,0 2 7 16,0-2-1-16,1 1 10 0,-2 2-4 0,0 0 3 0,0-1-14 16,0 2-3-16,0 0 3 0,0 0-2 0,1-2-1 15,0 1 1-15,0 0-3 0,0 1 3 0,-1-1 5 16,0 1-8-16,0 0 6 0,0 0-7 0,0 0 6 15,0-1 2-15,0 1-5 0,0 1 6 0,0 0 2 0,0 0-7 16,0 1 4-16,0 1-6 0,0-1-2 0,0 12 7 16,0-1-4-16,0 3 5 0,0 0-10 0,0 2 6 15,0 1-1-15,-1 1 4 0,0 2-7 0,-1 3 2 16,-1 1-2-16,1-1 3 0,-1 2-1 0,0-1 4 16,-1 2-4-16,0-1 3 0,-2 0-1 0,0 2-4 15,0-3 6-15,-1 0-6 0,0 1 5 0,0-3-3 16,0-2 2-16,1-4-2 0,0 1 4 0,0-4 6 15,1-1-7-15,2-1 4 0,1-4-10 0,-1 0 7 16,1-1 1-16,1-1 1 0,0-1-9 0,-1 0 7 0,2-3-4 16,0 0 5-16,0 1-7 0,-1-1-1 0,0 0 5 15,0 1-2-15,0-1 9 0,-1 0-5 0,1 0-4 16,-1-1 2-16,0 0-1 0,0-1 2 0,-5 2 1 0,3 0-1 16,-2-1-6-16,-1 0 5 0,-1 0-3 0,-1 0 6 15,1-1-3-15,0 0-7 0,4 0 7 0,-2 0-6 16,1 0 7-16,-4 0-3 0,-1 0-1 0,3 0 1 15,0 0-2-15,1 0 5 0,1 0-3 0,-1 0 3 16,1 0-5-16,1 0 1 0,1 0-1 0,1 0 2 16,0 0 10-16,1 0-3 0,-1 0 2 0,1 0-4 15,-1 0-6-15,-1 0 5 0,2 0-2 0,0 0 2 16,0 1-6-16,1 1 5 0,0-1 2 0,0 0 1 0,1 0-3 16,1 0 2-16,8 2 3 0,7 0 0 0,1 0 6 15,3-2-8-15,2 0-1 0,1-1-1 0,2 0-6 0,-1 0 6 16,0 0-6-16,-1 0 8 0,0-1-8 0,-1 0-3 15,1 1 3-15,-2 0 0 0,1-2 2 0,-1 2-2 16,-1 0-8-16,-3 0 3 0,-2 0-11 0,-2 0-2 16,-3 0 0-16,-2 0-3 0,-3 0-14 0,-1 0-11 15,-4 0 2-15,1 0-13 0,1 0-78 0,-1 0-40 16,0-1-40-16,1 0 0 0,-2 0-184 0</inkml:trace>
  <inkml:trace contextRef="#ctx0" brushRef="#br0" timeOffset="92643.54">29206 9240 940 0,'-1'-2'159'15,"0"1"42"-15,-7-2-82 0,-5-3-96 0,5 2-5 0,1 1-21 16,4 2-14-16,2 1-4 0,-1 0-4 0,-1 0-6 16,1 0 20-16,0 1-3 0,-1 0 6 0,1 1-14 15,0 3 1-15,-3 6-2 0,3-2 5 0,0 0 15 0,2-3 3 16,0 0 2-16,0-1 0 0,0-3 4 0,0 2 29 16,0-2 5-16,2 0 6 0,0 1 9 0,0-2-1 15,12 6-4-15,1-2 2 0,1-3-5 0,4-2-6 16,2 0-4-16,5-2 0 0,4-3-14 0,4 0-3 15,4-1-3-15,5 2-1 0,3-1-14 0,7 2 4 16,3-1-3-16,2 0 3 0,1 2-6 0,-6 0-4 16,-1 1 1-16,5-1-3 0,-2 1 5 0,5 0 2 15,-1 0-2-15,-1 0 2 0,-2-2-3 0,-6 1 7 16,0-2 3-16,-4 0 2 0,1 1 0 0,1 1 15 0,-2 0-1 16,2 1 7-16,-1 1 1 0,-1 0-10 0,0 0 3 15,-7 0-5-15,-2 0 5 0,-3 1-13 0,0 1-1 16,0 3-6-16,-3-2-4 0,-2 1 3 0,-1-1 0 15,-5 1 0-15,-3 1-4 0,-6-2-6 0,-3 1 0 0,-4-1-2 16,-1 0 0-16,0-1-8 0,-6-2-2 0,3 1-3 16,-3-1-16-16,1 1-52 0,-1 0-11 0,1 1-17 15,-2-1-72-15,-2 0-44 0,-18 6-1 0,-14 4-29 16,-3-1-168-16</inkml:trace>
  <inkml:trace contextRef="#ctx0" brushRef="#br0" timeOffset="93178.14">29282 9877 1295 0,'-1'-1'47'0,"-1"-2"102"0,-5-7-135 0,0-3-26 16,3 1 2-16,1 2-12 0,3-1-16 0,0 2 11 0,4-3 1 16,-1 4 6-16,3-3 11 0,-3 7-5 0,1 1-3 15,4-3 1-15,1 3 1 0,-3 0 12 0,-2 3-2 16,0 0 6-16,-1 0 16 0,-2 0 8 0,1 0 7 16,0 3-3-16,2 2 4 0,5 17 0 0,-4 0-4 15,-5 3 2-15,-2 2-7 0,-1-1-10 0,-3 2 1 0,-1 1-3 16,-1 3 0-16,0 0-7 0,-2 2 4 0,0 1-6 15,-1 0 3-15,0-1 2 0,1 4-6 0,2-4 5 16,1-2 2-16,1-3-6 0,1-5 9 0,1-3-8 16,2-1 6-16,1-2-7 0,0-4-3 0,1 0 0 15,0-4-1-15,0 0 1 0,0-2 7 0,0-4-3 16,0-1 9-16,0-2-4 0,0 2 9 0,0-1-4 0,0 0 24 16,0 1 0-16,0-2-7 0,0 0 4 0,0 0-12 15,0-1-8-15,0-1-2 0,1-8-1 0,5-20-10 16,1-1 7-16,1-4-1 0,5-5 2 0,2-2-14 0,3-5 3 15,-15 1-5-15,23 1 5 0,0 1-8 0,2 6 6 16,3 1-3-16,1 6 3 0,-3 0-1 0,2 6 1 16,-2-1 5-16,-4 4-2 0,1 2 0 0,-3 0 4 15,-2 3-6-15,2 5 4 0,-2 2-15 0,-7 5-4 16,0 3-7-16,-5-6 1 0,0 2-20 0,-2 3 8 16,-1 1-19-16,-2 1 4 0,0 1-104 0,-2 0-46 15,-1 13-13-15,12 8-17 0,-6 2-123 0</inkml:trace>
  <inkml:trace contextRef="#ctx0" brushRef="#br0" timeOffset="93695.35">29453 10426 1375 0,'-1'-1'160'0,"0"0"-226"0,0 0 197 0,0-1-114 0,0 1-5 15,-1 0-31-15,1 0-6 0,0 0-6 0,0 0 0 16,0-1 15-16,-1 2 5 0,1 0 0 0,1 2 2 0,0-1-2 16,0 1-1-16,-1 4 0 0,-1 9-4 0,-1 2 17 15,1-1-6-15,-3 2 9 0,1 1-2 0,-2-3 14 16,0 1 5-16,1-2 3 0,1-2 20 0,-1-2-11 15,1-1 5-15,2-3-8 0,0-1-2 0,0-1-16 16,2-3-2-16,0 0-4 0,0-1-3 0,0 2-14 16,0-2 2-16,-1 1-7 0,1 1-7 0,0-1-5 15,0-1 5-15,1 0-4 0,1-1 9 0,0 0-7 16,14-6 4-16,1-2-4 0,-1-1 15 0,3 5 8 16,-4-11-3-16,0 2 4 0,0 0-1 0,-1 3-3 0,-2 0 2 15,-1 2-2-15,-1 1 9 0,-3 2 1 0,0 2 3 16,-4 0-3-16,-1 3 6 0,0-1 7 0,0 0-2 15,0 1 4-15,0-1 0 0,0 0 0 0,1 1 4 16,-1 1-4-16,-1 0-2 0,0 2-2 0,5 14-4 16,-2 1 2-16,-3-1-2 0,-1 0-2 0,-2-2 0 0,-2-1-1 15,0-1-13-15,1-1 4 0,-1-2-2 0,2 0 2 16,0-1-8-16,1-3-2 0,-1-1-9 0,2-3 4 16,-1 0-26-16,1 1-35 0,0-2 0 0,0 0-12 15,-1 0-18-15,0 0-32 0,1-1-4 0,0-1-14 16,0 0-54-16</inkml:trace>
  <inkml:trace contextRef="#ctx0" brushRef="#br0" timeOffset="93963.46">29346 10367 1392 0,'-1'-1'40'0,"0"0"-2"0,0 0 13 16,0-2-2-16,0 1-10 0,-1 0-30 0,1-1-19 16,0 1 2-16,1 0-6 0,0 0 13 0,1-1-1 15,6-1-3-15,16 1 1 0,1-1-3 0,4 3 8 16,4-2-2-16,-1 1 2 0,1 1-5 0,-3 0 7 0,-1-14 0 16,2 7 2-16,-3 4-6 0,-3 2-12 0,0 1-4 15,-5-1-1-15,-3 2-11 0,-1 0 10 0,1 0-7 16,-5 0 7-16,1-1-18 0,0 0-73 0,-1 0 3 0,0 0-34 15,1 0-42-15,0-2-106 0</inkml:trace>
  <inkml:trace contextRef="#ctx0" brushRef="#br0" timeOffset="94396.02">30397 9691 1115 0,'-2'-1'196'0,"1"0"54"0,0-2-115 16,-3-1-111-16,2-3-13 0,-1 2-5 0,0 3-19 16,3 0-12-16,-2 0 1 0,0 0-15 0,-1-1-20 15,1 2 11-15,-1 0-15 0,1 0 1 0,-3 1 31 16,-4 0-5-16,-4 3 17 0,0 3 21 0,-2 2 28 15,-3-6 1-15,1 12 10 0,-1-2 13 0,-1 2 2 16,-1-1-4-16,-2 2 2 0,-3 1-16 0,0 6-3 0,0-1 3 16,1 2-4-16,0 2-8 0,1 1-9 0,3 2-2 15,0 0-2-15,2 3-12 0,3 1 5 0,0-1-6 16,5 3 6-16,3-1-6 0,1 0-1 0,4 1 1 16,-14-2-2-16,9 2-2 0,4-3 3 0,3-2 0 0,4-2 1 15,0 0 0-15,2-3 2 0,0-4-1 0,1-1 2 16,0-4-1-16,2 0 3 0,-6-2-1 0,10-1 1 15,-2-2-3-15,0 0-2 0,0-2 0 0,1-1 0 16,-3 0-8-16,4 0-7 0,-2-2 4 0,0 0-5 16,3-2-6-16,-3 1-16 0,2-3-1 0,0 0-5 15,1 8-10-15,1-1-83 0,-1-5-12 0,4-3-37 16,2-2-174-16</inkml:trace>
  <inkml:trace contextRef="#ctx0" brushRef="#br0" timeOffset="94829.14">30860 9869 1103 0,'-1'-1'464'0,"-1"-1"-680"0,-1-6 565 15,-4-5-331-15,2 5-5 0,4 6-23 0,-1-2-3 16,0 1-9-16,1 0-28 0,0 1 4 0,0-1-9 16,0 1 3-16,0 1-37 0,-1 0 18 0,1 0-3 0,0-1 11 15,0 1 19-15,-1 0 44 0,-3 1 3 0,-8 0 17 16,-1 0 41-16,-3 0 10 0,1 1 6 0,-2 2-1 16,-1 0-1-16,-1 2-23 0,0 1-4 0,0 1-7 15,-1 1-11-15,2 1-13 0,-2 3 2 0,1 0-6 16,5-9-3-16,3 14-9 0,3 1 2 0,3 0-4 15,-2 1-1-15,-2 1 4 0,4 1 0 0,-2-1 1 16,5 0-3-16,-9 0-5 0,6-2 5 0,5 2-6 16,1-1 1-16,2-2 11 0,2 1-6 0,-1-3 8 0,2 1-8 15,1-1 4-15,1 0-1 0,0-1 2 0,2 2-5 16,-5-5 4-16,11 0-4 0,-2 0 4 0,0-2-9 0,1-3-13 16,0 2 1-16,-1-3-6 0,1 1-8 0,-2-2-11 15,-2-3 0-15,0 7-6 0,1-3-28 0,2 0-82 16,1-3-1-16,1 0-34 0,1-4-78 0</inkml:trace>
  <inkml:trace contextRef="#ctx0" brushRef="#br0" timeOffset="95298.57">30923 10210 1541 0,'-1'0'60'0,"0"0"3"0,0 0-12 0,-2 0-19 0,1 0-12 16,-5 0-25-16,4 0 9 0,-2 1-5 0,1 1 5 15,1 9-7-15,0 6-1 0,1 1 3 0,0 2-4 16,-1 1-10-16,1 0 1 0,1 2 0 0,-2-1 1 16,0-1 0-16,-1-2 11 0,1-1 1 0,-2-2 2 15,2-1 2-15,-2-2 1 0,1 0 1 0,1-3 1 16,1-1 1-16,-1-3-6 0,2 0 1 0,-1-3-1 0,0 0 11 15,2-2-9-15,0 0-3 0,0 0-1 0,-2 2-12 16,1-1-10-16,0 0 5 0,1 0-6 0,0-1 4 16,1-1-14-16,1 0-2 0,15-7-2 0,6-5 8 0,1 8-3 15,-2-14 2-15,2-1-4 0,-7 0-8 0,2-1 19 16,-1 2 4-16,-3 1 7 0,2 0 16 0,-5 3-1 16,-1 1 4-16,-4 4-2 0,-1 2 4 0,-3 3 8 15,0 1-5-15,-2 1 7 0,-1 1 1 0,2-1 4 16,1 0 5-16,-1 0-2 0,-1 1 8 0,0 1-9 15,1 1-1-15,-2 1-3 0,0 23-5 0,-5 0-6 16,-1 0 0-16,-1-3-2 0,-2 1-2 0,0-3 1 16,2-2-1-16,0 0 2 0,1-2-2 0,2-1-7 15,-1-2 1-15,3-3-3 0,-1-1 11 0,2-3-11 0,1-1 1 16,0-3-8-16,0 1-5 0,0-1-12 0,0 0-8 16,-1 0-2-16,1-1-27 0,0 0-17 0,0-1-5 15,1-1-8-15,0-2-53 0,5-12-121 0</inkml:trace>
  <inkml:trace contextRef="#ctx0" brushRef="#br0" timeOffset="95549.39">30835 10171 1486 0,'-1'-1'52'0,"-1"0"83"0,-1-1-82 16,1 1-22-16,0 0-12 0,-1 0-1 0,2 0-29 15,0 0 4-15,0-1 2 0,-1 1 0 0,2 0 5 0,2 0 4 16,-1 0 1-16,2 1-1 0,15-4-8 0,3 2 3 16,2 1-7-16,-1-1 3 0,1 1-25 0,0 1-13 15,-2 0-3-15,2-1-1 0,2 0-4 0,-1-1-53 16,-2-1 7-16,-2 1-24 0,-2-2-1 0,-1 1 12 16,1-1 2-16,-2 1 3 0,2-2 6 0,0-1-8 15,-1 0 0-15,-1 0-7 0,0-1-44 0</inkml:trace>
  <inkml:trace contextRef="#ctx0" brushRef="#br0" timeOffset="95865.55">31410 10110 1751 0,'0'0'16'16,"-1"0"1"-16,0-1-1 0,0-1-11 0,-1 1 0 16,1 1-29-16,1 0 10 0,0 0 0 0,0 0 4 0,1 1 10 15,1 1-6-15,0 0-3 0,11 5 0 0,1 4-4 16,2-3 5-16,-1 0 0 0,3-2 1 0,-1-1 3 16,4-3 7-16,-6-1 2 0,4 3 2 0,2-3 0 0,-5 9-5 15,1-1 1-15,-7-8-2 0,-2-1 4 0,-1 0-5 16,-2 0 1-16,1-1-3 0,-1-2-6 0,1 1-9 15,0-2 0-15,-1 2-4 0,-2 0-10 0,1-4-54 16,-2-4 0-16,1 2-21 0,-1-1-38 0,0 1-113 16</inkml:trace>
  <inkml:trace contextRef="#ctx0" brushRef="#br0" timeOffset="96130.3">31649 9920 1253 0,'0'0'67'0,"-1"-1"4"0,0 0 28 0,-1 0-26 0,0 0 3 16,0 0-48-16,0-1-17 0,1 1-6 0,0 0-2 15,0 0-8-15,0 0 4 0,0 0 2 0,-1-1 0 16,0 2-8-16,0 2 5 0,-3 0-8 0,0 1 10 16,-9 17 7-16,4 2-7 0,-1 1 4 0,-3 3-6 15,2 1 4-15,0 2-3 0,1 1 2 0,0 0-2 16,4 3 2-16,-4-2 0 0,6 1-1 0,1-3 1 15,-1-3 3-15,-9-1-4 0,6-4-2 0,2 0 0 0,3-1 4 16,0-5-18-16,2 0 7 0,0-3-15 0,1-2-15 16,0-2-65-16,0 0-18 0,1-3-18 0,0-1-101 0</inkml:trace>
  <inkml:trace contextRef="#ctx0" brushRef="#br0" timeOffset="96513.35">32193 9713 1448 0,'-1'-1'51'15,"0"0"88"-15,0-1-99 0,0-1-18 0,-1 1-6 16,1 0-4-16,0-1-23 0,0 1-13 0,0 1 1 0,-2 0-4 15,-4-1-4-15,-6 2 11 0,-4 5 4 0,-3 3 2 16,-3 3 9-16,0 3 8 0,-5-13-1 0,3 15 5 16,-1 1 5-16,-1 0 12 0,1 0-4 0,-1 0 7 15,-1-1-2-15,4 1 0 0,2 2-4 0,2-3 2 16,2 0-8-16,3 1-7 0,2-1 4 0,1 2-5 0,4-3 3 16,2 2-5-16,2 0 2 0,-8 1-3 0,5 0-2 15,2-1-2-15,4-1-1 0,1 0 0 0,1-1 1 16,1 1-1-16,2-2 1 0,1-1-1 0,1 0 1 0,-1-3-4 15,1 0-10-15,-3-3 4 0,8-1-12 0,1-3-3 16,2 2 5-16,-1-1-5 0,3 7 0 0,0-3-8 16,0-3-3-16,3-3-2 0,-1 0-19 0,1-4-86 15,1 0-4-15,-3-3-33 0,12-2-63 0</inkml:trace>
  <inkml:trace contextRef="#ctx0" brushRef="#br0" timeOffset="97164.46">31983 10465 1613 0,'0'0'24'15,"-1"0"0"-15,-1 0-3 0,1 0 2 0,0 0-13 16,0 0-12-16,0 0-33 0,0 0 1 0,-1 0-7 15,1 0 24-15,0 0-7 0,1 0 8 0,0-1-8 16,1 0 3-16,2-1 8 0,-1 1 4 0,7-5 2 16,-2 3 7-16,3-9 17 0,-2 1-7 0,-1-1 13 15,1-5 11-15,-2-1 1 0,-1 0 2 0,1-5-2 0,6 3-11 16,-2-2-9-16,2-4 2 0,1 1-5 0,-3-2-10 16,2 3 1-16,-1 0-3 0,-2 4 4 0,2 2 0 15,-3 4-6-15,-2 0 0 0,0 4-1 0,-2 0 8 0,-1 3-10 16,0 2 4-16,-1 3-7 0,-1 0 8 0,1-1-3 15,0 1-1-15,1 0-1 0,-2 1-3 0,0-1 8 16,0 1 2-16,0 1 2 0,-1 1 6 0,0 2-2 16,-1 7-3-16,-3 9 2 0,-3 3-6 0,-3 2 1 15,1 1 1-15,-2-1-1 0,1 1 1 0,0-3-2 16,3 0 1-16,2-7 1 0,2 1 5 0,0-2 3 16,2-3-1-16,1 0 1 0,0-6-5 0,0-1-5 15,1 2 8-15,-1-3-6 0,3 2 11 0,-1 0-14 0,1-2 0 16,5 0-4-16,5-2 4 0,0 7 3 0,0-3-3 15,1-3 2-15,-1-2-7 0,1 0 3 0,0-2 3 16,1-3-1-16,-1-2 2 0,-1 0 0 0,1-2 1 0,-3 5-1 16,-2-11-2-16,2-1 6 0,-2-2-5 0,1 0 6 15,-2 2-7-15,-1-2 4 0,-4 0 0 0,2 4 2 16,-1-2-2-16,-1 4 2 0,4 0-4 0,-4 3 4 16,-1 2 0-16,0 2-3 0,1 2 0 0,-1 0-2 15,0 1 4-15,1-1-4 0,-1 1 1 0,-1 1-2 16,0 0-4-16,1 0 5 0,-1 1 3 0,0 0 1 15,0 1 10-15,-1 1-8 0,3 19 2 0,-3 2-5 16,-2 1-1-16,1 0-3 0,1 1 1 0,0 2-1 0,1-5 0 16,3 1 2-16,1 0 1 0,0-3-1 0,4-3-8 15,-2-2 1-15,-1-4-3 0,-2-1 2 0,0-2-21 0,-2-2-17 16,2 0-3-16,-2-3-5 0,12-2-31 0,-1 9-122 16,6-3-3-16,1-5-55 0,-6-2-166 0</inkml:trace>
  <inkml:trace contextRef="#ctx0" brushRef="#br0" timeOffset="97680.92">32687 9360 729 0,'0'-2'159'0,"-2"-7"359"16,-3-4-501-16,3 4-3 0,-1 2-6 0,3 5-1 15,0 0-35-15,0 0-1 0,-1-1-4 0,0 1 3 16,0 0 7-16,1 0 17 0,0 1 1 0,0 0 5 0,-1 0 6 16,0 1 15-16,-1 0-1 0,1 0 8 0,0 0 16 15,0 0 1-15,0 1 10 0,0 0-6 0,-1 0 10 16,1 1-11-16,0-1-3 0,0 0-1 0,0 0-2 15,-1 0-13-15,1 2 1 0,-1 3-5 0,0 4 2 0,-1 3-5 16,2 2 3-16,1 1-5 0,1 2 3 0,2 2-7 16,1 3 0-16,1 1-2 0,1 1 0 0,1 2-2 15,1 3 1-15,0 0-1 0,3 2-2 0,-2 0-1 16,2 2-1-16,0 1 1 0,-4 0 6 0,0 2-10 16,-3 0 3-16,1 1-5 0,0-3-2 0,-2 2 3 15,1-1-4-15,-2 1 3 0,-1 2-3 0,-1 3 2 16,-3 4 4-16,-3 1-1 0,0 1-1 0,-5 1 1 0,-1 0-3 15,-5 0 2-15,-2-1-1 0,18-1 5 16,-24-1 0-16,-4 0 3 0,-7 2 14 0,3-4-7 0,-3-2 10 16,8 1-10-16,5-5 7 0,-3-3-5 0,1 1-9 15,0-8 5-15,3 0-9 0,6-2-2 0,1-3 0 16,0-4-3-16,1-1-7 0,3-3-2 0,0 1-4 0,4-5-2 16,0 0-35-16,1-4-36 0,1-4-33 0,3-1-10 15,0-2-195-15</inkml:trace>
  <inkml:trace contextRef="#ctx0" brushRef="#br0" timeOffset="99050.08">14808 14104 452 0,'0'0'0'0,"-1"0"60"16,0 0 5-16,0 0 13 0,-1-1-1 0,-1 0-52 15,1 0-5-15,1 1-14 0,-2-1 5 0,1 0-7 16,0-1-2-16,-1 1 11 0,1 0 0 0,0 0 5 16,-2-2 4-16,2 2 27 0,-2-1-4 0,1 0 14 15,-2-1 9-15,1 2 9 0,0-1-1 0,-1-1 3 16,0 1-10-16,2 1-24 0,-4-2 4 0,1 2-11 0,-1 0 1 15,1 0-4-15,-1 1-9 0,0 0 4 0,-3 0-13 16,3 1 0-16,-3 3 0 0,0-1-2 0,1 2-14 16,-2 2 3-16,0-6-4 0,-2 12 4 0,1 3-4 0,-1 2-1 15,-2 3 5-15,3 4-3 0,-3 2 4 0,3 1-5 16,2 3 0-16,-1 2 0 0,2 0-1 0,1 1 1 16,4 1-3-16,-2-1 4 0,4 0-1 0,-14-2 1 15,5-3-1-15,7 0 0 0,1-3 1 0,2-2-5 16,2 2 4-16,2-1-6 0,-1-2 0 0,2 0 4 15,0-1 1-15,2-1 1 0,2 1 2 0,2 0-6 16,2 0-2-16,-2-2-1 0,3 2 5 0,-1-2 1 16,0 0 2-16,-11 0-1 0,12-1-5 0,1 0 3 0,-1 0-7 15,-1-2 6-15,2-1-7 0,0-2 7 0,0-5 1 16,1 1 0-16,0-2-4 0,1-1 4 0,0-2 1 16,2-3 1-16,-2-1 7 0,2 11-3 0,0-5 0 15,2-5-1-15,2-2 1 0,1-2-6 0,-1-5 4 0,-1-1-2 16,-2-4 7-16,1 7 3 0,1-10-4 0,-1-2 3 15,0 3-7-15,-3-1 4 0,-1-1-3 0,0 0 3 16,-2-3-1-16,0 1-2 0,-1 1-4 0,-1 2 1 16,1-2-5-16,-1 5 4 0,-1-4 8 0,-1 2-3 15,0-1 4-15,-1 1-5 0,0-2 0 0,-1 0 0 16,1-1 8-16,-2 0 7 0,0-2-3 0,0 0 6 0,-1-2-2 16,1 0-12-16,-1 0 2 0,1-4-5 15,0 2 7-15,-1-2-11 0,1-1 4 0,-3 0-6 0,2 0 5 16,-1 5-2-16,-2-2 4 0,0 4-4 0,-1 0-1 15,10 0 8-15,-5 3-4 0,-4-1 7 0,0 1-2 0,-3 0 20 16,0-1-6-16,-1 0 10 0,-3 1-10 0,-1-1-5 16,0 1-5-16,-3-1 1 0,1 2-8 0,-1 0-2 15,-1 0 6-15,8 2-6 0,-14-1 3 0,3 2-5 16,-1 0-2-16,-3 1 0 0,2 0-6 0,1 0-16 16,-1 2 0-16,1-3-10 0,0 1-31 0,3 0-112 15,0-4-3-15,3-5-53 0,4-1-171 0</inkml:trace>
  <inkml:trace contextRef="#ctx0" brushRef="#br0" timeOffset="100299.89">14952 11850 318 0,'0'0'162'0,"-1"0"-153"16,0-1 180-16,-1 0-79 0,0 0-37 0,1 1-24 16,0 0-1-16,-3-4-10 0,1-1-23 0,-4-4-9 15,2 2-3-15,3 1-1 0,-1 0-9 0,2 1 10 16,0 2-1-16,0-1 5 0,1 2-5 0,0 0 7 15,0-1 1-15,0 2 5 0,0 0 20 0,0 0 3 16,-2-2-2-16,1 1 2 0,0 1 0 0,0 0-10 16,0 0 8-16,0-1-8 0,-1 1 0 0,1 0-1 15,0 0-2-15,0 0 2 0,0 0-9 0,0 1-2 0,-1 0-5 16,1-2 4-16,0 2-6 0,0 0-7 0,0 0 4 16,-1 0-4-16,1 0 11 0,0 2-5 0,0-1 3 15,0 1-3-15,0 2 1 0,-3 7-6 0,2-1 4 16,-1 2-5-16,2-3-1 0,1-2 4 0,0 0-4 15,0-1 4-15,0 0-6 0,0 0 6 0,0-2-2 0,0 0 5 16,0-3 11-16,0 1 1 0,1 1 3 0,1-1-3 16,-1 0 0-16,0 0 7 0,0-1 0 0,0 0 3 15,0 0 3-15,1 0-13 0,-1-1 2 0,0 0-7 16,0-1-4-16,0 0-7 0,0 0 0 0,1 0-1 16,-1-2 4-16,-1 1-4 0,0-3 3 0,1-1-4 15,-1 3 0-15,0-1 9 0,0 0-4 0,0 2 6 0,-1 0-6 16,0 0-7-16,-1-1 5 0,1 2-5 0,0 0 10 15,-1 0-6-15,-1 1-4 0,1 0 0 0,-1 0-4 16,-1 1 6-16,2 0 2 0,-1 0 0 0,-1 5-3 0,1-2 1 16,2-1 1-16,-1 3-1 0,2-2-3 0,0-1 5 15,0-2-6-15,0 2 6 0,1-1-7 0,0 0 4 16,0 0 4-16,0-1 1 0,2 0 11 0,0 0-9 16,6 0 2-16,-1-1-4 0,-7 0-4 0,1 0 2 15,2 0-1-15,3-1 1 0,-5 1-3 0,1 0 0 16,-2 0-2-16,1-1 1 0,-1 0 7 0,0 0-3 15,1-1 7-15,-1 1-6 0,0 1 3 0,0 0-4 16,0 0-1-16,1 0-1 0,-1 0 1 0,0 0 10 0,0 0-8 16,0 0 6-16,0 0-14 0,1 0 6 0,-2 0-3 15,0 0 3-15,0 0 0 0,0 0-5 0,0 0 8 16,0 0-6-16,0 0 8 0,0 0-4 0,0 0-3 16,0 0 1-16,0 0 3 0,0 0 1 0,0 0-2 15,0 0 1-15,0 0-4 0,0 0 5 0,0 0-5 0,0 0 3 16,0 0-9-16,0 0 5 0,0 0 4 0,0 0-2 15,0 0 0-15,0 0 1 0,0 0-3 0,0 0 4 16,0 0-6-16,0 0 2 0,0 0 1 0,0 0 1 16,0 0-2-16,0 0 3 0,0 0-5 0,0 0 4 15,0 0 0-15,0 0-8 0,0 0 3 0,0 0-7 16,0 0 0-16,0 0-24 0,0 0-7 0,0 0-10 0,0 0-52 16,0 1-124-16,0-1-32 0,1 0-52 0,0 0-296 15</inkml:trace>
  <inkml:trace contextRef="#ctx0" brushRef="#br0" timeOffset="101736.91">14937 11842 87 0,'0'0'36'0,"0"0"-44"16,0 0 33-16,0 0-16 0,0 0-7 0,0 0-7 15,0 0 7-15,0 0-7 0,0 0 13 0,0 0 6 0,0 0 4 16,0 0 0-16,0 0 4 0,0 0-12 0,0 0-1 15,-2 0 0-15,2 0 36 0,-1 0 5 0,0 0 13 16,0 0-8-16,0 0 19 0,0 0-14 0,-1 0-6 16,1 0-2-16,0 0-33 0,0 0-1 0,0 0-2 0,0 0 2 15,-1 0-2-15,1-1-13 0,0 0 6 0,0-1-8 16,0 1 4-16,-1 1-2 0,1-1-4 0,0 0 1 16,0 0-1-16,0-1-5 0,0 1-4 0,-1 0 0 15,2 0-9-15,0 0 11 0,0 0 4 0,0-1 0 16,0 1 3-16,0 0 3 0,0 0-4 0,0 0 4 15,0 0-2-15,2-1 5 0,-1 1-5 0,0 0 2 0,0-1-4 16,0-1 2-16,0 1 0 0,1 0 0 0,-1-1 3 16,0 1-3-16,0 0 6 0,0-1-6 0,1 1-1 15,-1 0 2-15,0 0-1 0,0 1 1 0,0 0-8 0,0 0 10 16,1 0-5-16,-1-1 6 0,0 1-5 0,0 0 4 16,0 0 1-16,0 0 2 0,1 0-2 0,-1-1-4 15,0 1 2-15,-1 0-2 0,0 0 2 0,0 0 6 16,0 0-7-16,0-1 6 0,0 2-12 0,0 0-6 15,0 0-6-15,0 0-1 0,0 0-36 0,0-1-29 16,0 0 0-16,0 0-10 0,0 0 8 0,0 1-4 16</inkml:trace>
  <inkml:trace contextRef="#ctx0" brushRef="#br0" timeOffset="107188.92">14977 12034 25 0,'0'0'13'0,"0"0"6"0,0 0 17 16,-2 0-1-16,1 0 4 0,0 0-3 0,0 0 0 0,0 0 0 16,0 0-3-16,-1 0-5 0,0 0 2 0,0-2-2 15,-1 1-14-15,1 0-8 0,1 0-7 0,0 0 3 16,-1 0-2-16,1-1-1 0,0 0-11 0,0 0 6 15,0-1-11-15,0 1-7 0,-1 0 16 0,1-1-14 16,1 2 20-16,-1-1-6 0,0-1 3 0,0 1-2 0,-1-2 7 16,2 3 5-16,0 0-5 0,-1-1 3 0,-1-1-9 15,2 2 4-15,-1-1-2 0,-2-2 3 0,0 0 4 0,1 0 0 16,-1 1 5-16,1-1-5 0,1 1-2 0,0-1 6 16,-1 0-4-16,0 0 6 0,0 0 19 0,-1 1 11 15,0-3-2-15,2 4 3 0,-2-3-10 0,2 2 22 16,1 2-4-16,-2-1 7 0,2 1-12 0,-1-2-7 15,-1 1-1-15,0-1-2 0,2 1-2 0,-1 0-6 16,0 0 2-16,-2-1-3 0,1 1 9 0,1 0-2 16,0-1-1-16,-1 1-1 0,1 0 3 0,0-1-7 15,0 1 6-15,0-1-7 0,0 1 3 0,-1 0-7 0,1 1 0 16,0-2-5-16,0 2-16 0,0-1 8 0,-1 1-7 16,2-1 8-16,0 1-6 0,0 0 5 0,0-1 2 15,0-1 0-15,0 1-3 0,0 0 1 0,0-1 1 16,0 1 0-16,2 0-1 0,-2-1 10 0,0 1 0 15,0 1 5-15,0-1 16 0,0 1-11 0,0 0 3 0,0 0-6 16,0 0-2-16,0 0-15 0,0-1 5 0,0 1-8 16,0 0 14-16,0 0-12 0,1 0 12 0,0 0-12 15,0-1 7-15,-1 1 1 0,0 0-3 0,0 0 5 16,0 0 1-16,0-1-5 0,0 1-5 0,0 0 2 16,0 0-9-16,0 0 6 0,0 0-5 0,0 1 5 15,0 0-6-15,0 0-2 0,0-2 5 0,0 1-3 16,0 0 7-16,0 0-6 0,0 1-1 0,0 0 0 15,0 0 2-15,0 0 0 0,0 0 3 0,-1 0-4 0,0 0-6 16,0 0 5-16,-1 0-4 0,1-1 6 0,0 0-2 16,0-1 0-16,0 1 3 0,0 0-3 0,-1 0-1 0,1 1 2 15,0 0-3-15,1 0 3 0,-1 0-6 0,0 0 5 16,0-1-3-16,-1 0 3 0,1-1-9 0,0 1-2 16,0 0 3-16,0 0-5 0,-1 0-1 0,1-1 1 15,0 1 0-15,0 0 0 0,0 0-6 0,0 0-17 16,-1 0-1-16,1-1-7 0,0 1-20 0,0 0 1 15,0 0 4-15,0 0 0 0,-1 0 12 0,2-1 26 16,-1 1-4-16,0 0 13 0,0 0 16 0,0 0-5 0,-1-1 5 16,1 1-7-16,1 0-1 0,-1 0 1 0,0 0-8 15,0 0 5-15,1-1-15 0,0 1-2 0,0 0 2 16,0 0-4-16,0 0-12 0,-1 0 13 0,1-1-5 16,0 1 9-16,0 0 9 0,0 0 21 0,0 1-1 15,0 0 9-15,0 0 1 0,-2 0 17 0,2 0-2 0,0 0 6 16,0 0-10-16,-1 0 6 0,0 0-6 0,1 0 7 15,0 0-5-15,0 0-18 0,0 0 10 0,0 0-12 16,0 0 10-16,0 0-12 0,0 0-4 0,0 0-3 16,0 0-8-16,0 0 2 0,0 0-1 0,0 0 3 15,0 0 7-15,0 1-8 0,0-1 2 0,0 0-5 16,0 0 2-16,0 0 3 0,0 0 2 0,1 0 1 16,-1 0 4-16,0 0-6 0,0 0-1 0,0 0-1 15,0 0 11-15,0 0-10 0,0 0 9 0,0 0-11 0,1 0 3 16,-1 0 3-16,0 0-4 0,0 0 3 0,2 0-1 15,-1 0-7-15,0 0 3 0,0 0-5 0,0 0 5 0,0 0-1 16,1 0-1-16,-1 0 1 0,0 0 2 0,0 0 1 16,0 0 0-16,1 0 1 0,-1 0 9 0,0 0-9 15,0 0 10-15,0 0-10 0,0 0 6 0,1 0 12 16,-1 0-7-16,0 0 10 0,0 0-8 0,0 0-3 16,0 0-5-16,-1 0 1 0,0 0-6 0,2 0 6 15,-2 0-3-15,0 0 3 0,0 0-2 0,0 0 2 16,0 0 1-16,0 0-1 0,0 0-7 0,1 0 4 15,-1 0 5-15,0 0-2 0,0 0 3 0,0 0-7 0,0 0-6 16,0 0 3-16,0 0 2 0,0 0-2 0,0 0 2 16,0 0-3-16,0 0 1 0,0 0-5 0,0 0 4 15,0 0-3-15,0 0 9 0,0 0-4 0,0 0-1 16,0 0 0-16,0 0 2 0,0 0-1 0,0 0 1 16,0 0-2-16,0 0 0 0,0 0 2 0,0 0-1 15,0 0 0-15,1 0-7 0,-1 0 9 0,1 0-1 0,-1 0 4 16,0 1-6-16,0-1 1 0,0 1-2 0,0-1 2 15,0 0-2-15,0 0 0 0,0 0-1 0,0 0 2 16,0 0 2-16,0 0 1 0,0 0 5 0,0 0-4 16,0 0 10-16,0 0 2 0,0 0 1 0,0 0 0 15,0 0-10-15,0 0-4 0,0 0 2 0,0 0-2 0,0 0 0 16,0 0 0-16,0 0-2 0,0 0 2 0,0 0-5 16,0 0 2-16,0 0-2 0,0 0 3 0,0 0 1 15,0 0 1-15,0 0 0 0,0 0 0 0,0 0 0 16,0 0 1-16,0 0-1 0,0 0 0 0,0 0 6 0,0 2 0 15,0-1 2-15,0 0-3 0,0 0-6 0,0 0-1 16,1 0 2-16,1 1-1 0,-2-1 2 0,0 0-2 16,0 0-4-16,0 0 2 0,1 2 3 0,0-2 0 15,0 0 7-15,0 0-5 0,-1 0 9 0,0 1-4 16,0-1-3-16,0 0 2 0,0 0-3 0,0 0 3 16,1 0-2-16,-1 1 1 0,2 0-13 0,-1 0 5 15,0 1-1-15,0-2 3 0,0 1 4 0,0 1-2 16,1-1 0-16,-1 0-1 0,0 1-8 0,0-1 3 0,0 0 0 15,1 1 2-15,-1-1 2 0,0 0 3 0,0 1-6 16,0-1 4-16,0 0 2 0,1 1-6 0,-1-1 3 16,0 0-4-16,0 1 5 0,0 0-4 0,0 0 1 15,1-1-2-15,-2-1 8 0,1 3-6 0,0-2 4 0,1 3-5 16,1-2 2-16,-3-2-3 0,0 1 4 0,1 0-3 16,0 0 9-16,1 2-6 0,1-1-2 0,-2 1-2 15,0-2-1-15,0 1 3 0,2 0 0 0,-3-2 2 16,1 2-2-16,0-1 0 0,1 2 0 0,0-2 0 15,-2-1 0-15,2 3 1 0,-2-3 1 0,0 0 0 16,1 1 0-16,1 1-4 0,1-1 2 0,-1 0-1 16,-1 1 2-16,0-1-1 0,1 0 0 0,-1 1-1 0,0-1 3 15,0 1 1-15,0-1-4 0,0 0 2 0,1 1-4 16,-1-1 3-16,0-1 3 0,0 1-1 0,0 0-2 0,1 0 1 16,-1-1-2-16,0 0 2 0,0 0 4 0,0 1-1 15,0-1-2-15,1 0 0 0,-1 0 1 0,0 0 6 16,0 1 5-16,0-1-2 0,0 0 0 0,1 0 0 15,-1 0-3-15,0 0 2 0,-1 1-4 0,0-2-1 16,0 0-2-16,0 0 2 0,0 0 1 0,0 0-7 16,0 0 8-16,0 0-8 0,0 0 4 0,0 0-2 15,0 0-1-15,-1 0 0 0,0 0-3 0,-1-2 2 16,1 1 3-16,0 0 0 0,0 0 3 0,0 0-8 0,0 0 4 16,-1-1-4-16,1 1 9 0,0 0-8 15,0-1 1-15,0-1-3 0,1 2 1 0,-1-1 2 0,-1-1-3 16,0 0 3-16,1 1-3 0,1 0 3 0,0 1 3 15,-3-1 0-15,2 0 5 0,0-1-8 0,0 1-1 16,-1-1-1-16,-1 1 0 0,2 1 1 0,-1 0 2 16,1 0 1-16,-1-1 2 0,1 1-4 0,0-1-1 0,0 0 0 15,0-1 1-15,0 1 4 0,-1-1-4 0,1 2 5 16,0 0-1-16,0 0-8 0,0-1 4 0,-1-1-6 16,1 1 12-16,0 0-5 0,0-1-1 0,1 1 0 15,0-1 0-15,0 2 0 0,-1 0 4 0,0 0-3 16,-1 0 5-16,1 0-8 0,1-1 3 0,0 1-4 15,0 0 3-15,-1 0 2 0,1 0-3 0,0 0 1 0,0-1-2 16,0 1 6-16,0 0-3 0,0 0 3 0,0 0-10 16,0-1 6-16,0 1 0 0,0 0 1 0,0 0-4 0,0 0 4 15,0 0-1-15,0-1 4 0,0 1-2 0,0 0 1 16,0 0-5-16,0 0 3 0,0 0-3 0,-1-1-2 16,1 1 6-16,0 1-2 0,0 0 7 0,0 0-4 15,0-1-5-15,0 0 1 0,0 0-8 0,0 1 7 16,0 0 2-16,0 0 1 0,0 0 7 0,0 0-8 15,0 0 2-15,0 0-3 0,0 0-3 0,0 0 3 16,0 0 0-16,0 0 1 0,0 0-1 0,0 0 4 16,0 0-1-16,0 0 2 0,0 0-8 0,0 0 5 15,0 0-1-15,0 0 4 0,0 0-4 0,0 0-1 0,0 0 1 16,0 0 0-16,0 0 3 0,0 0-3 0,0 0 0 16,0 0 0-16,0 0 0 0,0 0 0 0,0 0-2 15,0 0 2-15,0 0-1 0,0 0 0 0,0 0 4 16,0 0-1-16,0 0 8 0,0 0-11 0,0 0 1 0,0 0-4 15,0 0 1-15,0 0 5 0,0 0-2 0,0 0 3 16,0 0-3-16,0 0 0 0,0 0 0 0,0 0 0 16,0-2 0-16,0 2-1 0,0 0 3 15,0 0-1-15,0 0 6 0,0 0-2 0,0 0-5 0,0 0 0 16,0 0-5-16,0-1 6 0,0 1-1 0,0 0 1 16,0-1 0-16,0 1-4 0,0-1 4 0,0 0-4 15,0 1 10-15,0-1-5 0,0 1 2 0,-1 0-4 0,1 0 0 16,-1 0-1-16,-1 0 1 0,2 0-2 0,-1 0-4 15,1 0 5-15,0 0 1 0,-1 0 3 0,1-2 5 16,0 2-8-16,0 0 0 0,0 0-2 0,0 0 0 0,0 0 1 16,0 0-2-16,0 0 3 0,0 0 0 0,0 0-2 15,0 0 3-15,0 0-2 0,0 0 5 0,0 0-4 16,0 0 4-16,0 0-4 0,0 0 1 0,0 0 0 16,0 0-2-16,0 0 1 0,0 0-4 0,0 0 2 15,0 0 1-15,0 0 0 0,0 0 1 0,0 0 0 16,0 0-3-16,0 0 2 0,0 0 0 0,0 0-1 15,0 0 2-15,0 0-1 0,0 0 0 0,0 0 1 16,0 0 1-16,0 0 0 0,0 0 0 0,0 0-1 16,0 0 0-16,0 0 0 0,0 0-1 0,0 0 4 0,0 0-3 15,0 0 4-15,0 0-9 0,0 0 5 0,0 0 1 16,0 0 2-16,0 0-3 0,0 0 5 0,0 0-5 16,0 0 6-16,0 0-6 0,0 0 0 0,0 0 0 15,0 0 0-15,0 0-4 0,0 0 4 0,0 0-4 0,0 0 4 16,0 2-3-16,0-1 3 0,0 0-2 0,0 0 3 15,0 0 2-15,0 0-3 0,1 1-1 0,0 0-2 16,1 0 1-16,-1 1 2 0,-1-2 4 0,2 7-2 16,0-2 2-16,1 0-6 0,-1-1 2 0,0-1-2 15,1 1 1-15,-2-1 4 0,1 1-6 0,1 0 6 16,-2-1-8-16,0-1 5 0,0 0 2 0,0-1 1 0,1 1-3 16,0 1-1-16,0 1-2 0,-1-3 1 0,1 0 5 15,-2 0-3-15,0-1 3 0,1 1-3 0,-1-1 4 16,2 3-4-16,0-1 1 0,0 1-2 0,1 2-1 15,-2-3 3-15,2 2-5 0,-1 0 5 0,0-1-6 0,1 1 4 16,-1 1 1-16,0-1 0 0,1 0 2 0,-1 0 0 16,1 1 1-16,-1 0 0 0,0-1-2 0,1 1-4 15,-1-2-1-15,0 1-1 0,2 1 5 0,-2-3 2 16,2 2-2-16,-2-1 3 0,0-1 2 0,0 2-5 16,3-2 1-16,-1 2-3 0,1-1-4 0,-1-1 9 15,0 2-3-15,1-2 3 0,-3 0-5 0,3 1 0 16,-1 0 3-16,0-1-1 0,2 2-1 0,-3-1 5 15,2 2-4-15,-1-2 3 0,-1 2-3 0,1 0-2 16,-1 1 2-16,2 0-2 0,-2-1 5 0,2 0-5 0,-1 0 2 16,-1-2-5-16,3 4 9 0,-2-3-4 0,0 1 1 15,1 1-2-15,-2-1-3 0,1 1 6 0,2-1 2 0,-3 0 1 16,2 0-8-16,0 1 2 0,-2 0 0 0,2-1 1 16,1 2-4-16,-1-2 4 0,-1 1 0 0,2 1 3 15,-1 1-5-15,1-1 2 0,0-1-2 0,-2 1 2 16,2 1-4-16,0 0 6 0,-1-1-2 0,1 0 5 15,-2-3-1-15,1 3-8 0,1-2 4 0,-1 1-6 16,-1 2 6-16,2 0 3 0,-1 0 0 0,0 0 2 16,-1 0-6-16,0-2 0 0,1 1 0 0,-2-3 1 0,3 4 6 15,0-4-7-15,-3 1 2 0,3 1-2 0,-1-5 0 16,1 3-2-16,-3-2-1 0,1 1 0 0,0 1 5 16,-1-4 1-16,1 2 1 0,-2 1 0 0,0-2 1 15,1 3-6-15,0 0 2 0,1-2-5 0,-2 2 2 0,2-2 5 16,-3 1-2-16,1 1 4 0,5-1-6 0,-3 0 0 15,0 0-1-15,-1 0 2 0,0 1 9 0,1-1-8 16,-1 0 3-16,3 2-5 0,-1-1 2 0,2-1 0 16,-2 1 3-16,-2 0 0 0,-2-2-1 0,2 2-2 15,1-2-1-15,-1 2 1 0,0-1-4 0,2 0 4 16,-3 1-4-16,4 0 3 0,-1 1 1 0,0-1 1 16,2 0 1-16,-3 1 0 0,2 0 0 0,-1 0-2 15,-3 0 0-15,4 0 0 0,-1 1-3 0,-2-1 3 0,4 1 0 16,-3 0 0-16,2-1-1 0,0-1-3 0,-4 0 5 15,2 1-3-15,-1 0 4 0,2 0-2 0,1 0 0 16,1 2 0-16,-2-1-3 0,0 0 4 0,1 2-3 16,-1 1 3-16,1-2 0 0,-3 0-3 0,1 0 5 0,-2 1-4 15,3 2 4-15,0 1-2 0,-1 0-3 0,1 0 1 16,0-1 1-16,-1 4 4 0,1-2-5 0,-1 1 3 16,-1-3-7-16,2 2 4 0,0-1 2 0,-1-1 0 15,2-1 2-15,-1 1-1 0,1-2-3 0,-1 1 1 16,0 0-3-16,2 0 0 0,-1-1 4 0,-1-1-2 15,0-1 6-15,-2 2-4 0,2-4 1 0,1 3-1 16,-1-3-1-16,0 1 2 0,0 0 0 0,1 0 2 0,0 0-8 16,1 0 6-16,-1 0-5 0,-1 0 6 0,-1-1-8 15,1 2 4-15,0 1-3 0,-1-1 3 0,3 0 1 0,-1 1 1 16,0-1 3-16,-1 1-4 0,0 2 0 0,-1-1-3 16,1 0 2-16,0 2-1 0,-2-2 5 0,2 2-1 15,1 0-2-15,1 4 0 0,-1-1-5 0,1 1 5 16,-1-1-1-16,-2-4 2 0,2 0 2 0,0 0-2 15,1 0 3-15,-2 0-3 0,4 0 4 0,-4 0-6 16,1-1 2-16,1 1-3 0,-2-2-1 0,2 1 2 16,0 1 1-16,-3-1 0 0,2 2 1 0,1 0-1 15,-2 0-1-15,2 0 1 0,-3-4-3 0,-1 0 7 16,2 2-4-16,1 0 5 0,2 1-13 0,-4-3 8 0,1 0-1 16,-2-2 3-16,1 2-2 0,2-1 0 0,0-1 1 15,-2 1-1-15,-2-1 1 0,2 0-1 0,-2-1 2 16,5 2-2-16,-1 1 0 0,-1-1 1 0,2 1-3 15,-6 0 3-15,5 0 1 0,1 1-1 0,-5-1 2 16,5-2-3-16,-2 1-4 0,0 3 5 0,3-4-4 0,-2 2 4 16,1 1-2-16,0-3 2 0,-1 0-1 0,0 1 0 15,-1-1 1-15,1-1-1 0,0 1 3 0,0 0-3 16,1 1-2-16,-1 0 2 0,0 1-1 0,0-1 1 16,0 2-2-16,0 2 5 0,1 2-3 0,-1 0 3 15,1 1-8-15,-2-3 5 0,0 2 0 0,0-1 1 16,0 0 4-16,-2 0-8 0,2-3 5 0,-2 5-5 0,2-3 5 15,0 0 2-15,-1 2-3 0,1-3 2 16,0 2-11-16,0 2 7 0,0 0-4 0,2 1 6 0,-1-1 0 16,0-3-2-16,0 0 4 0,-1-2-3 0,1 2 5 15,-2-1-6-15,5-1-1 0,-5 2-1 0,2-5 11 0,0 2-7 16,-2 1 3-16,2-3-5 0,-1 1 1 0,0 0-4 16,-1 0 1-16,-2-1-3 0,2-1-5 0,0 0-23 15,3 0-3-15,1-1-9 0,0-1-42 0,0 0-229 16</inkml:trace>
  <inkml:trace contextRef="#ctx0" brushRef="#br0" timeOffset="112278.74">15813 12497 74 0,'0'0'46'16,"0"0"-34"-16,0 0 51 0,0 0-17 0,0 0 0 0,0 0-1 15,0 0-2-15,0 0 0 0,0 0-7 0,0 0 7 16,0-1 0-16,0 0 2 0,0 1-7 0,0 0-9 16,0-2 1-16,0 1-3 0,0 0 5 0,0 1-4 15,0-1 3-15,-1 0-3 0,1 1 4 0,0-2-1 16,-2 2-4-16,2 0 3 0,0 0 0 0,0 0 2 15,0 0-4-15,0 0 1 0,0 0-22 0,0-1 1 16,0 1 4-16,0 0-2 0,0 0 15 0,0 0 18 16,0-1-4-16,2 0 8 0,-1 0-17 0,1 0-3 0,9-3-5 15,4-2 1-15,3-1-11 0,-1-1-6 0,0 0 5 16,1-3-5-16,0 2 6 0,4-3 3 0,-4 1-9 16,1 1 7-16,-1-1-8 0,-3 2 11 0,2 8 3 15,-1-11 0-15,0 0 0 0,1 1-1 0,-3 2 0 0,0-1-1 16,-2-1-11-16,-1 2 4 0,-1 0-5 0,-1 3 5 15,-1 1-11-15,-2 0 1 0,-2 1-3 0,-2 2 3 16,1 1 5-16,-1-2-8 0,0 1 3 0,1 0-6 16,-1 1-1-16,-1-1-23 0,0 1-15 0,1 0-5 15,-1 0-64-15,-1 0-29 0,0-1 3 0,0 1-12 16,-1 0 9-16,-2 0-11 0,-7 0-3 0</inkml:trace>
  <inkml:trace contextRef="#ctx0" brushRef="#br0" timeOffset="112660.11">15755 12253 733 0,'0'0'140'0,"-1"0"11"0,0-1 0 16,0 0-39-16,-1 0-20 0,0 0-40 0,0 0-20 15,0-2-3-15,1 2-5 0,0 0-7 0,0 0-16 16,0 0 4-16,0-1-8 0,-1 1-6 0,1 0 2 15,0 0 2-15,0 0 1 0,0 1 6 0,0 0-1 16,-1 1-2-16,2 1 1 0,-2 10 0 0,-3 11-1 0,1 2 1 16,-2 2-1-16,0 0 3 0,0-2-2 0,-1-2 2 15,0 0-2-15,0-3 13 0,0 0 2 0,1-4-4 16,1-3 3-16,0-1 1 0,2-4 0 0,-1-1-5 16,2-1 2-16,1-1-15 0,1-3 2 0,-1 2 1 0,0-1 0 15,1 0-1-15,0 0 8 0,0 1-3 0,0-1 5 16,0 0-9-16,0-1 2 0,1 0 2 0,1 2 1 15,0-2 0-15,8-1-2 0,0 0-2 0,3 1 0 16,-1 6-1-16,0-1 0 0,-2-2 3 0,2-2-1 16,-1-1-1-16,-1 0-9 0,1-1-3 0,0-1-3 15,-2 0-15-15,2 0-2 0,-1 0-8 0,2-1 4 16,1-1-14-16,-1 0-45 0,0 0-15 0,1-3-16 0,-1 0-66 16,5-3-158-16</inkml:trace>
  <inkml:trace contextRef="#ctx0" brushRef="#br0" timeOffset="113129.88">16510 11889 1227 0,'-1'0'121'0,"0"0"-131"0,-1 0 132 15,0 0-64-15,-3-2-37 0,3 0-25 0,0 1-7 16,-1 0-6-16,2 0-19 0,0 0 11 0,1 0 9 16,0 1-2-16,1 0 13 0,0-2 2 0,2 1-7 15,7-2 7-15,3-1 2 0,1 1 1 0,-1 0 0 0,-1 1 0 16,2 0 2-16,-3 0 6 0,2 1-1 0,-2 1 0 16,0 0-2-16,-2 1-5 0,-2 1 3 0,1 0-3 15,-4 0 8-15,1 3 0 0,-3 14-1 0,-1-2 0 16,11 3-7-16,-5 3 0 0,-4-1 3 0,-5 3-1 15,-2-1 4-15,-4 0 13 0,-3-2-5 0,-1-2 8 16,9-1-4-16,-13-1 1 0,2-2 2 0,1 0-3 16,2-2-6-16,-1-4-7 0,1 0 3 0,7-3-3 0,-1-1-1 15,1-2-4-15,3-1-5 0,-1 0 3 0,2-2-2 0,-1 2 3 16,-1 0-1-16,1 0 1 0,0-1 1 0,1-1 3 16,-1 1 5-16,1 1-1 0,0-1 10 0,0-1-7 15,1 0 7-15,0 1-6 0,2-1 2 0,1 0 1 16,7-1-4-16,-1 0 3 0,2-1-8 0,1-2 3 15,2-1-5-15,0-1 5 0,1-2-2 0,-1 0-13 16,2-1 2-16,0-2-7 0,5-1-12 0,-2 0-18 16,2-2-3-16,1 0-5 0,1-1 0 0,4 0-62 15,-2 0-11-15,0 0-22 0,2 0-60 0,-1 2-119 16</inkml:trace>
  <inkml:trace contextRef="#ctx0" brushRef="#br0" timeOffset="113546.07">17167 11849 201 0,'0'0'59'0,"0"0"-8"0,0 0 97 0,0 0-2 0,0 0 10 16,0 0-30-16,0 0-29 0,0 0-14 0,0 1-3 15,0 0-39-15,-1 0 3 0,0 2-4 0,-1 2 4 16,-5 6-2-16,-3 3-5 0,8 4 3 0,-11 0-5 16,0 1 0-16,-1-1 4 0,-1-1-1 0,-2-1 1 15,-2 1-10-15,5-3-2 0,2-1-8 0,3-1 3 16,3-3-11-16,0-1-3 0,0-1 5 0,2-1-5 15,0-1 7-15,2-2-7 0,1 0 5 0,1-2-5 0,-2 1 5 16,1 2 2-16,1-3-3 0,0 1 3 0,0 1 3 16,0-2-5-16,1 1 1 0,1 0-2 0,0 1 1 15,5 0 5-15,2 1-1 0,3-2 2 0,0-1-7 0,-1-1-1 16,-1-1 0-16,-3 0-1 0,-1-1 4 0,-1-1-7 16,-1 1 1-16,0 0-3 0,0-3 5 0,-2-7-2 15,-1-2-1-15,0-1-1 0,0-3-1 0,11-2 2 16,-4-1 0-16,-3-3-1 0,-3 0-3 0,-2 0 1 15,0-2-1-15,-1 4 0 0,0 1-7 0,-1 1 3 16,-1 3-1-16,1 3 2 0,0 4 9 0,0 2-7 16,2 5 2-16,-1 0-4 0,1 0-10 0,0 1-6 15,0 0-1-15,-1-1-3 0,0 1-11 0,0 1-9 0,0 0-2 16,-1-1-2-16,1 2-12 0,0 2-54 0,1-1-6 16,-6 15-20-16,2 3-64 0,1 1-16 0,2 0-1 15,1-2-4-15,1-4-10 0</inkml:trace>
  <inkml:trace contextRef="#ctx0" brushRef="#br0" timeOffset="113981.17">17247 11571 752 0,'-1'-1'61'15,"0"0"117"-15,0-1-142 0,1 1-27 0,-3-5 6 16,1 0-12-16,0 0 7 0,-1 1-10 0,2 2-7 16,0-1 0-16,0 1-9 0,0 0 0 0,1 2 3 15,0 0-2-15,-2-1 1 0,1-1 13 0,-1 1 0 0,0 0 5 16,-1-1 17-16,1 2-6 0,0 0-3 0,-1 0-1 15,1-1-9-15,-1 1-4 0,1 0-10 0,0 0-2 16,-1 0-53-16,2 0-73 0,0-1-18 0,0 1-22 16,0 0-84-16</inkml:trace>
  <inkml:trace contextRef="#ctx0" brushRef="#br0" timeOffset="114295.4">17114 11510 358 0,'0'0'76'0,"-1"0"76"0,0 0-16 0,0 0-21 16,0 0-9-16,0 0-2 0,-1 0-26 0,1 0-11 16,0 0-6-16,-1 0 0 0,-1 0-10 0,1 0-4 15,0 0 3-15,-1 0-5 0,-1 0-6 0,0 0-6 16,2 0-1-16,-1 0 0 0,2 0-1 0,0 0-15 16,-1-1 2-16,-1 0-6 0,1 1-1 0,0 0-8 15,-1 0-1-15,2 0-1 0,0 0 2 0,0 1 9 0,0 1-1 16,-2 8 3-16,2 10-3 0,2 5-2 0,4 0-5 15,3 5 2-15,2-1-2 0,0 1-4 0,2 1 2 16,0-2-4-16,-1-1 5 0,0-2-7 0,0-3 9 16,-1 2-8-16,1-3 6 0,-3-4 1 0,1 1-7 15,-2-4 3-15,-1-3-7 0,0 1-12 0,-1-3-5 0,0 0-5 16,-2-2-43-16,1-1 8 0,0 0-25 0,-1-2 11 16,-2-3-100-16,-1-1 9 0,1-1-38 0,5 5 22 15,1 0-78-15</inkml:trace>
  <inkml:trace contextRef="#ctx0" brushRef="#br0" timeOffset="115146.17">17477 11523 346 0,'0'0'220'16,"0"-1"-169"-16,-2 0 229 0,1 0-85 0,0-2-76 16,0 1-27-16,-1 0-1 0,0 2-11 0,0-2-41 0,0 1-16 15,0 1-4-15,-1-1-1 0,-1 0-1 0,-1 0-11 16,-2 1 5-16,2 1-6 0,-3 4 9 0,-1-3-6 15,8 14 3-15,-2 1-4 0,0 1-4 0,2-1 4 16,-4 1-5-16,3-2 5 0,-10 3-3 0,6-2 2 16,3 0-2-16,2-3 2 0,1 0 9 0,0-3-4 15,0-2 6-15,1 2-7 0,1 0-3 0,1-3 6 16,0 4-7-16,-2-7 5 0,2 3-12 0,-1 1 3 16,-1-4-3-16,4 4 2 0,-3-4-10 0,1-1 2 0,0 1 3 15,-3-4-2-15,0 1-7 0,5 0-5 0,-2 0-8 16,1 1 4-16,1 0-8 0,-4-3 4 0,0 0 11 15,1 1-4-15,1 0 16 0,-1 1 3 0,0-2-5 16,1 0 5-16,-2-2-12 0,0 0 14 0,4-12-6 0,-2-1 7 16,0-4-18-16,-2 0 13 0,-2 0-5 0,-2 0 8 15,0 2-4-15,-2-1 5 0,2 2-2 0,-2-2 3 16,1 3-1-16,1 2-1 0,0 0-2 0,1 2 1 16,0 2 2-16,-1 1 1 0,2 2 1 0,0 1-2 15,0 0-5-15,0 2 7 0,-1 1-2 0,2 0 5 16,0 1-10-16,0 0 4 0,-1-1-1 0,0-1 3 0,0 1-4 15,0 0 1-15,0 0-4 0,-1 1 4 0,1 0 0 16,0 0 0-16,0 0 2 0,0 0-1 0,0-2-11 16,-1 1 6-16,1-1-3 0,0 1 3 0,0 0-5 15,0-1 2-15,-1 1-1 0,1 0 4 0,0-1 4 0,0 1 5 16,-1 0 0-16,-1-1 1 0,3 2 3 0,-6-4 0 16,0 2 1-16,1 1 0 0,-1-1-3 0,-1 2-5 15,1 0-1-15,-2-5 0 0,2 2 1 0,0 2 3 16,-2 0 0-16,-2 1 1 0,-2 1-2 0,-2 2 4 15,0 3 3-15,-2 3 2 0,-1 1 14 0,-2-6 0 16,1 12 1-16,-1 1-1 0,1 2-2 0,2 0-14 16,0 0 3-16,1 1-7 0,1 1 5 0,0-1-8 15,2 3 3-15,2 2-4 0,-1-3-2 0,3 1 5 0,1 1-4 16,1-6 4-16,3 3 0 0,-8-1-3 0,4-2 3 16,3-1-2-16,3 1 6 0,1-4-5 0,2 1-1 15,3 1 0-15,1-2 0 0,2 0 6 0,-7-3-3 16,13 0 3-16,1-3-3 0,0 0 2 0,1-2 0 0,2-1-1 15,0-1 1-15,0-1 9 0,2 10-1 0,0-5 2 16,-1-4-6-16,3-1 3 0,2-2 1 0,0-3 0 16,-1-2 7-16,1-2 4 0,-3-1-2 0,0-2 3 15,1-3-5-15,-2 9-4 0,-2-16-2 0,0 0-1 16,-4-5-8-16,-5 0-2 0,0-2 1 0,-2 0-1 16,-2-2 5-16,-1 2-6 0,-1 3 3 0,11 0-4 15,-7 1 0-15,-3 3-3 0,-4 0-1 0,-2 1-1 16,-3 2 2-16,-2 1-5 0,-1 2 3 0,4 2-3 0,-12 1 5 15,-6 2 1-15,1 3-6 0,1 1 3 0,-2 3-12 16,-2-11 0-16,3 7 4 0,-2 5-4 0,0 2-11 0,5 5-7 16,1 2-7-16,2-3 0 0,1 19-28 0,0 4-50 15,1 3-21-15,2 4-14 0,3 0-115 0,3 2-88 16</inkml:trace>
  <inkml:trace contextRef="#ctx0" brushRef="#br0" timeOffset="115680.94">17901 11459 1221 0,'0'0'211'0,"0"0"-248"0,0-2 228 0,0 1-116 15,0 0-61-15,0 0-5 0,0 0 6 0,0-1-8 16,0 1 2-16,0 0-9 0,0 0-1 0,-1 0-3 15,0 0-1-15,0 1-7 0,-2 0 6 0,-7 3-6 16,-4 5 8-16,-4-3 4 0,4 12 1 0,2-1 2 16,0-1-1-16,3-1-5 0,1 1 3 0,3-3-2 15,0 1 3-15,3-1 6 0,0 0-8 0,-6-3 6 16,3 1-2-16,2-4 7 0,2-1-1 0,0 0 2 0,1 0-8 16,0 0 2-16,0-2 1 0,0-1-1 0,1 1 3 15,1-1-10-15,3 2 3 0,9 3-3 0,3-3 6 16,-2-2-7-16,4-4-2 0,0-2-3 0,-2-3 1 15,3-4 6-15,-2 9-6 0,-2-15 5 0,1-2-3 0,-4 1 5 16,-3-2 2-16,1 0 1 0,-5-3-2 0,0-1 11 16,-2-2-3-16,-1-2 4 0,0-5-6 0,14 0-2 15,-9-1 3-15,-5-2-3 0,-3 6 5 0,-1-1 3 16,-2 4 3-16,-1 4 1 0,0 1 2 0,-1 5 9 16,0 2-6-16,0 4 6 0,1 2-11 0,1 3 2 15,1 1-8-15,1 1 6 0,-2 1-4 0,3 2-5 16,-1-2 1-16,0 1-5 0,0 0-10 0,0 0 0 15,0 1 3-15,-1 1-1 0,0 1 3 0,0 1 5 0,-5 8-4 16,-3 13 4-16,3 4-7 0,3 4-3 0,4 2 1 16,0 1 0-16,1 2 7 0,1-3-7 0,0 1 6 15,2-1-6-15,-2-5 6 0,2-3-11 0,-1-5-3 16,3-3-3-16,-1-3-6 0,0-1-20 0,-1-2 3 0,1-2-13 16,-1-2-40-16,-2-2-46 0,0-1-10 0,-1-2-9 15,5 3-30-15,0-2-37 0,0-1-30 0</inkml:trace>
  <inkml:trace contextRef="#ctx0" brushRef="#br0" timeOffset="116246.13">18155 11150 957 0,'0'0'61'0,"0"0"-2"16,0 0 11-16,-1 0-7 0,0 0-15 0,0 0-26 15,-1 2 11-15,1-1-8 0,0 1 9 0,-1 4-14 0,-5 11 0 16,0 4-3-16,2 1-1 0,0 2-16 0,3 3 7 15,1-2-5-15,-1 0 6 0,2 2-8 0,0-3 9 16,0-2 0-16,0-2 2 0,0-2-1 0,2-4 13 16,-1-2-5-16,0-3 6 0,-1-1-19 0,0-2 1 15,1 0-1-15,-1-3 0 0,0 0-2 0,0-2 2 16,0 0-2-16,0 0 2 0,1 2-1 0,1-1 0 16,-2 0 4-16,0 0-4 0,0-1-6 0,0 0 0 15,0 0-3-15,0-1 4 0,0 0 1 0,0-1 1 0,0 0 0 16,-2-2 1-16,1-4 2 0,-1-6 0 0,-1-1 1 15,2 3-1-15,0-1-2 0,1-1 3 0,0 0-4 16,0-4 3-16,0 1-9 0,1 0-1 0,2-1 2 16,0 2 1-16,1-3 3 0,-1 2 0 0,2-2-3 15,0 3 1-15,-1 3-3 0,1 1 6 0,-1 3 3 0,-2 2 2 16,0 2 3-16,-1 0-8 0,1 2 2 0,-1-1-3 16,1 1 7-16,1 1-1 0,-1 0-2 0,0 1-1 15,1 1-5-15,-1 0 3 0,4 8 2 0,3 14 0 16,-2 4-2-16,-6 1 2 0,-1 0-1 0,-2-1 1 15,0-4-4-15,1-9 1 0,-1-1-3 0,2-5 3 16,0-1 4-16,0-1 0 0,0 0-3 0,0-3 2 0,0 1-1 16,0-3-1-16,0 0 4 0,3 1-5 0,-1 1-3 15,8 3 3-15,2 0-5 0,1-1 5 0,-2-1-2 16,1 0 6-16,-2-1-5 0,-1 1 2 0,-1-1-9 0,-2 1 11 16,-2-1-3-16,-1 4 6 0,6 6-1 0,-3 0 5 15,-4 2 1-15,-2 1 0 0,-3-1-1 0,-3-2-5 16,-1-1 4-16,1-4-4 0,1 0 6 0,-3-3-7 15,0 0-1-15,1-4-3 0,1 0-14 0,2 1-23 16,2-1-5-16,0 1-9 0,0-2-37 0,0 1-45 16,0 0-25-16,1-1-10 0,1-1-107 0</inkml:trace>
  <inkml:trace contextRef="#ctx0" brushRef="#br0" timeOffset="116513.28">18665 10901 1311 0,'-1'0'42'0,"0"0"77"16,0 1-77-16,-1 2-5 0,-5 6 2 0,-5 11-4 15,1 1 0-15,2 2-3 0,-1 0-5 0,2 3 0 16,1 0-23-16,0 1 1 0,0 2-1 0,0 1 2 16,0 0 3-16,0 1-6 0,0 2 2 0,-1 2-3 15,0 0 2-15,0 1 7 0,-1 0-3 0,-1 1 3 0,-1-3-9 16,-2 1 10-16,-1-1-6 0,12 2 5 0,-15 4-8 15,-1-1-3-15,2 1 0 0,6 0-2 0,1-1-2 16,-1-4-16-16,3 2 1 0,0-7-9 0,3-1-32 16,2-4 2-16,-2-5-10 0,-7-3 6 0,5-4-26 0,4-6-160 15,2-2 18-15,0-3-74 0,1 0-67 0</inkml:trace>
  <inkml:trace contextRef="#ctx0" brushRef="#br0" timeOffset="117313.97">18765 11598 640 0,'0'0'417'0,"0"0"-510"0,-1-1 476 15,0 0-249-15,0 0-83 0,0 0-6 0,0 0-5 16,-1-1 0-16,1 1-22 0,0 0-8 0,0 0 0 16,0 0-3-16,-1 0-13 0,1-1-8 0,-1 1-3 15,-2 1 2-15,-7 0 5 0,-2 3 11 0,-1 2-1 0,-2 4 6 16,2 0 2-16,0-8 0 0,0 12 1 0,2 1-2 15,-1-1-7-15,3 3 3 0,-2-1-2 0,3-1 1 16,0 2-3-16,3-2 9 0,2-2-5 0,1 0 6 16,2-3-10-16,-5-2 4 0,2 2-2 0,0-3 2 15,2-1-9-15,2-2-4 0,0-1 5 0,0-1-5 16,0 2 12-16,0-1-5 0,1 0 4 0,0 1-3 16,1-2 3-16,6 1 8 0,4-1-7 0,1-2 7 0,2-3-6 15,-1-3 2-15,0 2 3 0,1-15 0 0,0-1 6 16,-1-4-4-16,-1-2-3 0,1-2 0 0,-1-2-9 15,-1 2 2-15,0-2 1 0,-2 0 1 0,-1 1 8 0,0-2-12 16,-2 0 2-16,-1-2-5 0,-1 0 6 0,11 0 7 16,-6 2-1-16,-7 4 4 0,-2 5 17 0,-1 6-10 15,-1 1 12-15,0 5-12 0,0 3 2 0,-2 1-4 16,3 3-3-16,0 2 2 0,0 1 2 0,-1-2-17 16,0 1 2-16,0 1-7 0,0 0-6 0,0 1 11 15,-2 1-3-15,-1 5 5 0,2 28-9 0,-5 1 6 16,-1 0 1-16,3 3 1 0,-1-2-4 0,3 2 1 15,-1-2-5-15,2-3 7 0,-14-1-2 0,9-6-1 0,5-4 3 16,2-3-1-16,2-2 5 0,0-3 0 0,1-2 0 16,1-2-1-16,1 0-6 0,-1-3 8 0,1 0-5 15,0-1 6-15,1-2-6 0,1 1 3 0,4-2-1 16,1 1 2-16,-1-3-5 0,5 10 1 0,0-5 0 16,4-3 1-16,-3-3 1 0,2-1-3 0,-3-3 3 0,3-3-4 15,-1-1 1-15,-3-1 7 0,0 8-3 0,-4-12 6 16,0-1-8-16,-4 1 1 0,0-2 5 0,-3 3-2 15,1-1 4-15,-2 0 4 0,-2-1-6 0,8 1 4 16,-3 0-10-16,-1-1 11 0,-3 2-12 0,-1 2 11 16,-1 1-6-16,0 2 2 0,0 1 6 0,0 4-5 15,0-2 0-15,0 2-10 0,0-1 4 0,-1 1-6 0,0 1-1 16,1 0-3-16,-1 0-4 0,0 1 2 0,-1 0 4 16,1 1-1-16,1 0 6 0,-7 15-5 0,1 2 7 15,3 0-3-15,0-2 1 0,2 1-2 0,0-2 3 16,1-1-5-16,0-2 3 0,1 0-2 0,2-3 5 0,-1-1-4 15,1-1 2-15,1-1-4 0,1 0 2 0,-4-1-2 16,9-1 1-16,2 1-1 0,-1 0 4 0,2-2-4 16,0 1-5-16,1-3 3 0,1 10 1 0,-1-5 3 15,1-3-2-15,4-1 2 0,0-2 5 0,1-2 3 16,1-3-1-16,-3-1 1 0,-1-2 2 0,1-1-2 16,0-2 3-16,1-1-5 0,-4 2 3 0,3 8-10 15,-4-11 1-15,-1 2-8 0,-1 2-27 0,-2 0-27 16,-2 1-48-16,-3 1 5 0,1 1-174 0</inkml:trace>
  <inkml:trace contextRef="#ctx0" brushRef="#br0" timeOffset="121336.59">16296 13869 534 0,'0'0'17'0,"-1"0"1"0,0 0 19 16,-1 0 0-16,1 0 1 0,-1 0-8 0,0 0-24 0,-1 1-3 16,1 1-3-16,0-1 1 0,0-1 2 0,0 1-1 15,0 0 2-15,-1 0 0 0,2-1 9 0,-1 3-6 16,-1-2 8-16,1 0 9 0,1 0 11 0,0 0 8 16,0 0-3-16,-1 1 8 0,1-1-12 0,0 0 6 15,0 0-7-15,0 0 9 0,-1 1-3 0,1-1-3 16,0 0 1-16,0 0-11 0,0 0-8 0,1 0 2 0,0-1-3 15,0 0 2-15,0 0-3 0,0 0-4 0,0 0 2 16,0 0-9-16,0 0 19 0,0 0-3 0,0 0 9 16,0 0 0-16,0 0-10 0,0 0-3 0,0 0-3 15,0 0-11-15,0 0 3 0,-1 0 2 0,-1 0 0 16,1 0-5-16,0 0-1 0,0 0 0 0,0 0 1 0,0-1 3 16,-1 0 4-16,1 1 1 0,0-1 1 0,0 1-3 15,0 0 2-15,-1 0-4 0,0 0 3 0,0 0-12 16,-1 0 5-16,1 0-6 0,0 0 6 0,-1 0-4 0,1 0-5 15,0 1 4-15,0 0-5 0,1 0 3 0,0 1 2 16,0-1 1-16,0 0 0 0,0 0-5 0,-1 1 4 16,1 1 1-16,0-1 2 0,0 4 0 0,1 1-1 15,0 4-4-15,1 0 2 0,0 0-5 0,2 1 9 16,-2-4-1-16,1 4 5 0,2 0-8 0,-1-1 4 16,1 1-4-16,-2-4 3 0,0 1-2 0,1-4 5 15,-2 0 1-15,0-1 1 0,0-1-3 0,-1-2 7 16,0 1 1-16,4 0 3 0,2 3 12 0,-2-3-11 15,3 1 6-15,2 0-8 0,-2-2 6 0,0-1-10 0,0-1-5 16,-4 0 0-16,2-2-10 0,-1 1 6 0,-2 1-1 16,0-6 3-16,2-3-10 0,3 1 10 0,0-4-4 15,-2 2 7-15,-2 1-5 0,0-3 3 0,-2 2 0 16,-1 1 0-16,0-2-9 0,-1 1 10 0,-2-2-9 0,0 2 9 16,-2-1-2-16,-1-1-4 0,1 2 10 0,0 1-8 15,-1-1 2-15,1 3 7 0,0 1-10 0,2 1 9 16,-1 1-10-16,3 3 9 0,-4 0 1 0,-1 0 3 15,1-2-2-15,-1 0-2 0,-1 1-3 0,2 2 1 16,-2-1-1-16,1 2-2 0,0 0-1 0,0 0-2 16,0 2-5-16,0 0 8 0,2 1-2 0,-1 1 4 15,-1 11-6-15,4-3-4 0,-1 3 2 0,2-2-1 16,-6-3 6-16,1 1-7 0,3-2 4 0,0 1-5 0,2 2 5 16,1 0-4-16,0-2 4 0,1 1-4 0,1-3 11 15,0 0-5-15,0-1-4 0,1 0 0 0,0 2-4 0,1-2 6 16,0 0-1-16,-1-3 1 0,0 1 5 0,1 0-5 15,-3-2 6-15,4 1-6 0,2-1 3 0,-3 0 1 16,2-2-4-16,0 4 2 0,0-2-7 0,-1 0 1 16,0-1 4-16,0 0-1 0,0-1 2 0,0-1-1 15,1 0-4-15,-2 0 3 0,2 0 6 0,-2 0 2 16,-1-1-2-16,0 0 1 0,-3 0-1 0,7-11-4 16,-3 0 1-16,1-2-2 0,-2-1 7 0,-3 1 1 0,0 1 4 15,-3 1-4-15,1 4-2 0,-2-3 0 0,0 1 0 16,0 2 0-16,-2-3 0 0,-1 0 4 0,2 4-4 15,4-1 5-15,-8 3-11 0,-1 1 13 0,2 0-7 16,0 3 10-16,0-3-9 0,1-1-3 0,0 0 5 16,-2 1-5-16,2 2 9 0,1 1-8 0,-1 1 3 15,2 0-5-15,-3 1 1 0,1 1-5 0,0 2-1 0,0 1-1 16,3-2 1-16,0 12 3 0,1 2-3 0,0-4 3 16,1 2 2-16,1 0-8 0,-10 2 8 0,4-1-8 15,2-2 11-15,3-1-9 0,2-2-1 0,0 0-2 16,0-2 5-16,1 0 1 0,1 0 1 0,1-4 1 15,0 1 3-15,1 0-4 0,-1-1 3 0,0 0-4 0,5-2 0 16,0 0 2-16,0-1 2 0,2-1-1 0,-2 0-4 16,-1 0 2-16,1 5-2 0,-1-1 4 0,1-2 1 15,-3 0-3-15,1-1-1 0,-2-1 0 0,0 1 2 16,0-2 2-16,0 0-2 0,-2 0 1 0,1 0-4 0,0 0 4 16,-1 0-2-16,0 0 4 0,0 0-1 0,-1 0-5 15,1 0 1-15,-1 0-1 0,2-2 2 0,-1 1 3 16,4-7-2-16,1-5 2 0,-1-1 1 0,-1-1-6 15,-3 1 5-15,-1-2-5 0,-1 2 4 0,0 0-5 16,-1 1 2-16,0 1-1 0,-2 2-2 0,1-1 8 16,0 3-5-16,-1 1 6 0,2 2-4 0,0 2-2 15,-3-3 3-15,2 1-1 0,-1 0 10 0,3 4-10 16,-3-1 6-16,-1 1-6 0,-2-4 10 0,1 3-10 0,-1-2 6 16,-1 2-8-16,0 1 2 0,0 1 3 0,0 0-7 15,1 2 4-15,0 1-3 0,0-1-3 0,2 12 5 16,-1-4-2-16,1 3 6 0,2-2-3 0,0 3-5 15,0-2 1-15,1-2-6 0,-6 1 9 0,1-1-1 16,3 0 0-16,2-1-6 0,1-1 5 0,0 1 2 0,0-1 1 16,1 0 2-16,1 0-7 0,0-1 1 0,1 1-4 15,0-1 9-15,0-3-3 0,0 2 1 0,0-2-2 16,-2-1 2-16,6 1 3 0,-2-2-5 0,0-1 3 16,1 0-1-16,-1 3-5 0,1-1 5 0,-1 0-5 15,-1-1 5-15,2-1-1 0,0-1 3 0,1 0-3 16,0-2 1-16,-1-2 2 0,0-7-3 0,-1-12 2 15,-2-1-3-15,-1-1 3 0,13 0-3 0,-8 3 3 0,-3-2-4 16,-2 3 5-16,-2 0 0 0,-3 1 2 0,0 1-5 16,-1 3-3-16,-1-2 5 0,0 3-2 0,-3 0 10 0,1 3-8 15,2 2 0-15,3 3-2 0,-8 0 8 0,-1 4-1 16,1-1 1-16,-1 3-3 0,0-6-4 0,2 2 2 16,-2 2-3-16,0 2 3 0,0 1-3 0,-1 1 0 15,2 1 3-15,0 2-3 0,0 0 2 0,2 1 3 16,-4 3-4-16,5-6 3 0,-1 8-8 0,0 2 0 15,5 3 1-15,-3 2 1 0,3-1 3 0,-9 2-2 16,5-3 1-16,2-1-3 0,0 5 6 0,3-3-3 16,0 1 0-16,2-1-2 0,0 0 2 0,1-3-5 0,1-1 7 15,0-1-5-15,2 0 2 0,1-1 2 0,-1-2-3 16,1 0 2-16,-1-3 3 0,4 0-5 0,0 0 2 16,2-3-2-16,-1 1 4 0,1-2-3 0,0 0 1 15,-1 6-2-15,1-1 0 0,-2-3 3 0,0 0-2 16,0-2 1-16,2-1-4 0,-3 0 0 0,2-1 0 0,-2-2 0 15,2 0 8-15,-1-3-11 0,-1 0 5 0,0-10-7 16,-1 0 8-16,-2-3-5 0,0-1 5 0,-3 0-5 16,0 2 6-16,11 0 3 0,-5 3-3 0,-3-3 5 15,-3 3-11-15,-1-2 7 0,-1 1-1 0,0 5 2 16,-3 0-2-16,0 1 0 0,1 3 1 0,-3-2 0 16,4 4 2-16,-2 0 2 0,2 3 0 0,-5-4 0 15,0 1-2-15,0 2-3 0,1 0 3 0,-1 2-2 0,1 1 8 16,0 0-8-16,-1 1 2 0,0 2-3 0,1 0-3 15,1-1-1-15,1 9 3 0,1 0-2 0,2 2 3 16,0-4-2-16,-6 2-3 0,1-1 3 0,1 1 4 0,3 0-5 16,0 0 3-16,2 1-4 0,0 0 7 0,1 0-2 15,0-2 0-15,1 1-1 0,1-2-2 0,0-1 1 16,1 1 0-16,-1-4 1 0,1 3-2 0,-2-4 3 16,-1-1 1-16,3 0 1 0,2-2-3 0,0 0-1 15,-1 1 1-15,1 2 0 0,1 1-3 0,-1-3 2 16,0 1-10-16,1-2 9 0,-1-1 1 0,0 0-5 15,0-1 1-15,1-2-4 0,-1 0 0 0,-2-3-3 0,1-13 5 16,-1 3-6-16,-1-3 3 0,1 2 1 0,-2 2 0 16,-1-5 0-16,12-1 5 0,-6 2 1 0,-3 2 0 15,-3 1 0-15,-1 2 3 0,0 1-3 0,-1 0 3 16,0 2-3-16,-2 1 4 0,1 2-1 0,0 2 0 16,-1 1 0-16,1 1 1 0,1 1 5 0,-1 1-2 15,0 1 2-15,-4-4-2 0,3 3-2 0,-2-1 0 0,0 2 0 16,1 0-2-16,-1 1 0 0,-1 1 0 0,0 1 1 15,0 0 0-15,0 15-3 0,3 1 2 0,-1 0-3 16,1-2 9-16,2 4-6 0,-11-1 0 0,5-3-2 16,2 2 3-16,4-6 1 0,1 1 1 0,0 0-2 15,0-2-1-15,1 0 0 0,0-2-2 0,2 1 1 16,-1-3 6-16,2 0-11 0,-1 1 9 0,-1-3-9 16,3 2 15-16,-3-2-7 0,1-2 2 0,-1-1-4 0,4 0 5 15,1 0-4-15,0 4 2 0,0-1-2 0,0-2-3 16,1-1 4-16,0 0-2 0,2-1 2 0,0-1-12 0,-1-1 8 15,-1-3-4-15,-1-1 6 0,1 2-3 0,-3-14-3 16,1 0 1-16,-1-2-1 0,-4-1 6 0,0 2-1 16,11-1 4-16,-5 1-4 0,-4-1 1 0,-1 1 4 15,-2 3-4-15,-2 2 5 0,0-1-5 0,-3 1-4 16,1 1 1-16,-1 2-1 0,0 1 8 0,1 3-1 16,0 1 1-16,-7 1-2 0,1 2-2 0,0 1 4 15,1-7-1-15,-2 3 3 0,1 1-9 0,-1 3 7 16,1 1-3-16,-1 2 5 0,1 3-9 0,-1 1 2 0,-1-3 0 15,3 14 1-15,-1-1 6 0,3 1-6 0,1 2-1 16,2-3-2-16,0 3 1 0,2-2 1 0,-10 2 1 16,5-3-1-16,1 1 2 0,4-1-3 0,1-1 0 15,1-1-3-15,0-5-1 0,0 3 9 0,1-3-2 0,1 1 4 16,1-2-10-16,-1-2 3 0,1 0-4 0,0-3 4 16,-1 1-4-16,4-3-5 0,5 6 8 0,0-1-7 15,1-1 12-15,0-3-10 0,1-2-2 0,0 0-1 16,-2-1 10-16,1-1-6 0,1-2 5 0,-1-1-5 15,1-1 6-15,-1 1-3 0,-3 0 2 0,-2 0-2 16,0 0-1-16,0 1 2 0,-2-7-3 0,2-1 2 16,-2 1 1-16,-1-3 3 0,-2-2-1 0,8 1 1 0,-3-1 5 15,-3-3-5-15,-3 2 3 0,-1-2-5 0,-1 3 1 16,-2 1 7-16,0 1-6 0,0 1 6 0,-2 0-9 16,0 2 5-16,-1 2 5 0,1 2-1 0,3 1 5 0,-6 1-10 15,-2 2 4-15,1 1-5 0,0 1 6 0,-2-6-1 16,2 1-3-16,-2 3 2 0,0 0 3 0,2 2 1 15,-2 1-2-15,2 1 1 0,-2 2-1 0,2 0-3 16,0 2 0-16,0 1-1 0,2 0-1 0,0 9 1 16,1-1-2-16,3 3 0 0,-2 0-7 0,4 0 8 15,-11 1-1-15,5 0 3 0,2-4-7 0,2 4 3 16,2-4 2-16,1 1 0 0,1-1-3 0,1-3 0 0,2 1-2 16,-1-4 3-16,2 1 1 0,0-2 3 15,-1 0-4-15,0-2 2 0,7-1 0 0,-1-2-1 0,1-1 1 16,0 7-1-16,1-2-4 0,0-1 7 0,1-1-2 15,-1-3 3-15,1-1-7 0,-2-1 1 0,0-2 1 16,-3 1 0-16,0-2 4 0,-1 0 4 0,1-1-5 16,0 1 4-16,-6-9-9 0,3-2 4 0,-4-5 1 0,13-3 1 15,-6-3-2-15,-5-1-1 0,-3 1 0 0,-2 4-1 16,0 0 1-16,-1 5 6 0,-1 1-3 0,-2 2 6 16,0 3-2-16,0 0 8 0,1 4-1 0,0 1 3 15,-5 3 5-15,0 0-10 0,-1 2 1 0,1-6-7 16,1 2-17-16,1 3-28 0,0 2-16 0,0 1-17 15,0 3-176-15</inkml:trace>
  <inkml:trace contextRef="#ctx0" brushRef="#br0" timeOffset="123086.22">15792 15083 256 0,'-2'0'197'0,"1"-1"-87"0,0 1 65 0,-14-7 6 0,2 2-144 16,0 0-6-16,0 0-9 0,1 2-7 0,-1-1 6 16,0 2 2-16,-1-2 6 0,0 1 5 0,-1-1-1 15,-3 0 17-15,5 1-16 0,-3 0 5 0,-1-2-10 16,1 0 0-16,-5-2-4 0,1 1-4 0,0 1 1 15,1 0 6-15,-1 1 1 0,2 2 3 0,-5 0-4 16,0 1-10-16,1 1-1 0,-2 3 2 0,4 3-1 0,0 1 5 16,2 2-5-16,-2 3-1 0,0-10-2 0,1 15-4 15,0 1-6-15,0 0 5 0,3 0-4 0,1 2 4 16,2-1-5-16,-2 1 1 0,4 0-1 0,0 0-2 0,3 1-3 16,2 1 1-16,4 2-1 0,0 1 5 0,-12 0-5 15,7 4 1-15,6-1-2 0,2 4 5 0,4 1-4 16,2 2 0-16,2 0-1 0,1-1 4 0,0-2-7 15,1-1 3-15,1-2-5 0,0-1 8 0,1-1 4 16,-1-2-3-16,-10 0 3 0,15-2-4 0,0-1-2 16,0 1 2-16,2-2-2 0,0-1 5 0,1-2 4 15,3-1-1-15,0-3 1 0,3 2-5 0,4-3-3 16,-4-2 1-16,4-2 0 0,-5-4 8 0,1 0-3 0,-1-3 1 16,-1 0-3-16,1 12-8 0,-1-6 4 0,-1-6-2 15,1-2 2-15,-3-2 4 0,1-4 5 0,2-1-1 16,-1-4 2-16,1 1-3 0,-3-2 7 0,-1 10 1 15,2-17 1-15,0-1 0 0,-1-1 1 0,0-2-2 16,-2 1 1-16,0-3-9 0,-2 1 4 0,-3-3-4 0,-1 0 4 16,-2-3-5-16,-2-2 0 0,0-2-1 0,-2-2 1 15,-3-2 0-15,-1-3-7 0,14 1 8 0,-10-1-7 16,-7 0 8-16,-3 2-3 0,-3 0 2 0,-2 4-2 16,-4 0 2-16,-2 1 1 0,-1 2-6 0,7 0 4 15,-17 2-3-15,-5-1-1 0,-2 0 3 0,-2 7-4 16,-2-1-5-16,-3 6-14 0,-2 5-16 0,-7 5-7 0,-4 5-120 15,-8-11-308-15</inkml:trace>
  <inkml:trace contextRef="#ctx0" brushRef="#br0" timeOffset="136113.62">16339 13469 52 0,'-2'0'0'0,"-17"-1"2"0,-3 0 24 0,3 1-18 0,-1 1 4 16,3 4-18-16,-1 2-3 0,0 2 10 0,2 2-5 15,-1-5 5-15,2 10 5 0,0 1 14 0,-2 0-2 16,3 2 4-16,0 0-22 0,0 1 6 0,1 1-8 0,1-1 7 16,-1 0-14-16,4 0 9 0,1 0-1 0,-3 1 4 15,2 2 3-15,-2-1-10 0,4 3 1 0,4 2-3 16,-3 2 18-16,2-1-5 0,-1-1 4 0,3-1-5 15,1-2 11-15,0 0 5 0,0-2 1 0,-1-1-2 16,-9-2-16-16,5-2 19 0,5 0-17 0,1-2 17 16,2 0-16-16,3 2-1 0,-1-2 0 0,6 3-1 15,0 1 0-15,1-1 4 0,-10 4-4 0,11-1 2 0,3 0-3 16,2 1-4-16,-2-2 6 0,0 4-6 0,2-4 5 16,-1-3-11-16,1 0 9 0,-1-7-8 0,2 0 14 15,-3-3 0-15,1-6-1 0,1 8 2 0,-2-4 2 16,2-5-3-16,-1-1 4 0,2-4-4 0,1-3 9 0,1-3 0 15,2 7-4-15,-1-15 4 0,-1 0 5 0,-1-3 5 16,-4 1-5-16,4-4 2 0,1 1-13 0,-2 0-10 16,-1-1 1-16,-4 0-4 0,1-1 0 0,-3 1 4 15,-4 0 2-15,-2-2 0 0,-2 1 0 0,-2-1 1 16,15-1 6-16,-8-2-2 0,-5-1 12 0,-3 0-1 16,-2-2-1-16,-3 5 1 0,-1 1 6 0,-3-1 8 15,1 3-5-15,-3 0 4 0,-2-1-21 0,0 3 6 0,11-1-5 16,-16 3 6-16,3 1 2 0,-3 4 5 0,-2-1 4 15,2 4-3-15,-4 0 3 0,2 3-12 0,0 0 0 16,2 1-4-16,-4 1-5 0,2 2 5 0,2 1 0 16,-1 2 3-16,1-9 10 0,1 5-21 0,-1 2 4 15,0 3-9-15,1 2 1 0,-1 1-4 0,-1 2 2 0,2 3-2 16,-2 1-1-16,1 2-1 0,-2 1 2 0,1 1-2 16,0-10-5-16,2 14 7 0,0 2-4 0,2 1 5 15,1 2 2-15,2 2-3 0,0 1 2 0,1 2-2 16,0 1-7-16,3 4 6 0,2 0-4 0,5 0 5 15,-2 0-1-15,-12-1-2 0,7 2 3 0,4-1-4 16,4 0-4-16,2-2 4 0,1-1-2 0,2-2 5 0,0-1 4 16,2-1-2-16,2-1-1 0,-1-1 0 0,3-1-2 15,-2-1-5-15,2 0 8 0,-9-2-5 0,10 0 5 16,4 2-1-16,-3-3-1 0,0 1-1 0,4 0 1 0,-2-2-8 16,0 1 9-16,2 0-6 0,-2-6 11 0,-2 0-2 15,0-2-3-15,0-3 0 0,1-1-7 0,1 6 13 16,-1-3-9-16,3-3 11 0,-2-3-14 0,2-2 13 15,-1-4 0-15,2-4 4 0,-2 4-11 0,2-14 1 16,-1-2 2-16,1-1-1 0,1-2-4 0,-1 1 2 16,-2-2 0-16,-1 1 1 0,-2 1 6 0,-3 1 1 15,-3-3-1-15,-1 1 2 0,-2 0 10 0,-1-6-3 0,12 3-4 16,-7-8 2-16,-4-1-1 0,-4-1-6 0,0-3 9 16,-2 4-10-16,-1 0 1 0,1 5-5 15,-2 0-1-15,-1 3 1 0,1 2 6 0,-3 1-8 0,0 3 5 16,-3 2-5-16,0 2 11 0,5 4-7 0,-12-1-1 15,1 3-1-15,-2 2 2 0,1 2-6 0,-2 4-3 0,1 3-4 16,-1-11-26-16,1 6-53 0,-2 6-19 0,0 3-18 16,0 6-134-16</inkml:trace>
  <inkml:trace contextRef="#ctx0" brushRef="#br0" timeOffset="137331.5">23534 11947 654 0,'0'0'49'0,"0"-2"11"16,-1 1 14-16,-1-1-35 0,1-2 14 0,-2-4-12 0,0 2-4 15,0-1 2-15,1 2-3 0,-1 0-2 0,1-1 9 16,-2-1-7-16,3 3 7 0,-1-1-15 0,1 3 5 16,1 1-4-16,-3-1 2 0,-3-3-20 0,0 1 3 15,-1 1-3-15,-1-1 3 0,-1 2-6 0,-2 2 6 16,-1 2-3-16,-3 4 5 0,-1 4 4 0,-2-2-2 16,-1 13-1-16,2-2-2 0,0 2 1 0,2-2-9 15,0 1 4-15,-2 0-5 0,2 0 3 0,3 1-7 16,-1-1 4-16,5 3-4 0,0 1 3 0,1 2-2 0,2 1-1 15,3 2 1-15,-1-1 0 0,-13 7-4 0,9-5 0 16,3 1-3-16,4-1 4 0,1-3 3 0,3-1 1 16,-2 0 1-16,3-2-1 0,-2-4 4 0,2-2-4 15,0-2 4-15,1-3 5 0,1-2 0 0,1 1 5 0,-4-1-5 16,8-2 1-16,5-1 1 0,-3-1-3 0,2-1 2 16,2-2-8-16,1-3 11 0,1 11-7 0,-1-5 7 15,2-4-1-15,0-3-2 0,4-4 5 0,1-6-5 16,0-3-5-16,1 11 1 0,1-22-3 0,0-3 2 15,4-1-5-15,-2-4-2 0,0-1 1 0,1-2-2 16,-6-4-2-16,0 2 2 0,0-1-1 0,-8 4 3 16,2 3-2-16,-5 7 2 0,-4 4 1 0,-2 6 0 15,-4 1 0-15,-1 6 16 0,-1 1-1 0,1 2 7 0,-2 2 7 16,-1 1-5-16,2-2-4 0,0 1 1 0,0 0-11 16,-1 0-6-16,0 1-3 0,0 0-2 0,-1 1-4 0,0 0-3 15,-1 1 6-15,-7 12-3 0,4 13 3 0,-8 0 0 16,2-3-1-16,3 1 1 0,-4-2-7 0,4 0 4 15,0-5-3-15,4 2 4 0,1 0 0 0,-1-6 0 16,-8 2 0-16,7-4 0 0,0-3 1 0,2 1 0 16,1-1 2-16,-1 2-1 0,2 0-8 0,2 0 8 15,-1-4-8-15,0 0 9 0,1 0-2 0,-1-3-7 16,2 2 3-16,-2-3-8 0,5-1 5 0,3 6-1 16,1-1 5-16,-2-2-4 0,1-2 3 0,-1-1 3 15,1-1-4-15,-1 0 4 0,0-2-3 0,2-2 6 0,-1-2 4 16,0-3 0-16,1-11 1 0,-2-6-4 0,3-2 1 15,-2-3 0-15,0-1 9 0,1-5-16 0,-1 1 3 16,-1-1-6-16,0 3 8 0,-4 2 1 0,0 3-1 16,-3 3 2-16,13-1-1 0,-7 2 0 0,-5 2 2 15,-2 0-1-15,-1 6 11 0,-1 1 1 0,0 4 0 0,-2 1 0 16,2 3-11-16,1 4 5 0,-2 0-7 0,2 1 4 16,0 1-17-16,0-1-4 0,-1 1-7 0,1 0 2 15,0 1-32-15,0-1-17 0,0 2-6 0,0 2-5 16,-1 0-41-16,-6 21-80 0,2 6-17 0,3 2-24 15,2 0-91-15</inkml:trace>
  <inkml:trace contextRef="#ctx0" brushRef="#br0" timeOffset="137731.85">24319 12537 670 0,'-1'0'291'0,"0"-1"55"0,0 0-143 15,-2-1-122-15,1 1-48 0,0-1-22 0,-1-1-9 0,1 2-8 16,1 0 2-16,0 0-14 0,0 0-7 0,-1 0 4 16,1-1-6-16,0 1-5 0,0 0 14 0,0 0-2 15,-1 1 7-15,2 0 6 0,0 1 10 0,0 0 7 16,-1 3 0-16,-6 15 10 0,-2 2 7 0,-3 2-4 0,1 2 7 15,0-2-1-15,-1 2 8 0,0 1-3 0,2 1 7 16,0-1 10-16,3-3-1 0,0 1 6 0,1-2-7 16,2-2-8-16,-2-2-6 0,0-2-7 0,0-4 4 15,-1 2-7-15,2-3-15 0,0-1 1 0,1 0-8 16,1-3-10-16,0 2 5 0,0-2-3 0,2-1 3 16,0-1-4-16,1-1-10 0,0-2 1 0,0-1-5 15,-1 1-12-15,0 1-2 0,0-1-6 0,1-1 2 0,0 0-14 16,0 1-26-16,-2-1 5 0,1-1-13 0,1-1 5 15,0-4 2-15,-1-17 6 0,1-3-1 0,0-2 16 16,1 1-26-16,2-1 3 0,0-2-12 0,1 1-15 0,0 3-42 16,1 0 0-16</inkml:trace>
  <inkml:trace contextRef="#ctx0" brushRef="#br0" timeOffset="138030.91">24112 12500 474 0,'0'0'116'0,"0"0"-3"0,-1 0 48 15,0-1-15-15,-1 0-15 0,-1 0-36 0,0 0 2 16,-2 0-10-16,-2-2 4 0,2 2-31 0,3 1-14 0,0 0-11 16,0 0 1-16,0-1-19 0,0 0-17 0,-1-1 9 15,1 1-13-15,1 0-5 0,0 0 7 0,-1 0-2 16,1 1 5-16,1 0 16 0,0-1 7 0,1-1 1 16,2 1 2-16,5-1 7 0,12-4 0 0,5 0 0 0,-2 0-2 15,1 0-8-15,2-1-10 0,0 0-3 16,2-1-2-16,-2 2-6 0,-2 0-6 0,-1 2 2 0,-5-1-5 15,0 0 8-15,-3 2-2 0,-2 0 0 0,-1 2-2 16,-1 0-5-16,-3 0 2 0,-1 0 3 0,-1 1-3 16,0 0-4-16,-2 0-14 0,0 0-2 0,0 0-3 15,-1 0-11-15,1 0-12 0,0 0-13 0,1 0-7 16,-2 0-111-16,2-2-8 0,1 0-37 0,2-1 5 16,1-1-235-16</inkml:trace>
  <inkml:trace contextRef="#ctx0" brushRef="#br0" timeOffset="138465.15">24813 12166 483 0,'0'0'80'0,"-1"0"124"16,0 0-91-16,0 0 0 0,0 0-6 0,-1 0-2 15,1 0-50-15,0 0-22 0,0 0-7 0,0 0-1 16,-1 0-14-16,1 0 23 0,0 0-2 0,1 0 8 15,0 0-2-15,1 0 4 0,0 0-6 0,2 0 4 16,12-1-13-16,2-1-1 0,0-2-2 0,3 0 0 0,-2-1-13 16,-1 0-3-16,2 1-3 0,-2 0 1 0,0 1-1 15,-1 0-5-15,-3 2 4 0,0 0-4 0,-2 0 4 16,0-1-9-16,-3 2 5 0,-3 0-6 0,1 0 8 0,-2 0-1 16,2 0-4-16,-2 0 2 0,-2 0-3 0,-1 0 1 15,1 0-4-15,0 0 2 0,0 0-16 0,1 0-5 16,-2 0 0-16,1 0-3 0,-1 0-10 0,0 0-89 15,2 0 5-15,-1 0-39 0,-1 2-43 0,0-1-158 16</inkml:trace>
  <inkml:trace contextRef="#ctx0" brushRef="#br0" timeOffset="138799.46">24649 12459 1139 0,'-2'0'71'16,"1"0"0"-16,0 0-26 0,0 0 1 0,-1 0-35 16,-1-1-10-16,1 1-9 0,-1 0-7 0,2 0-1 15,0 0-21-15,0 0 16 0,0 0-5 0,0 0 9 16,1 0 8-16,0 0 5 0,1 0 5 0,0 0 0 0,1 0 11 15,1 0 10-15,7-2 8 0,2-2 0 0,0 1 14 16,5-3 9-16,0 1-1 0,0-1 5 0,2 0 6 16,0-1-14-16,1 0-1 0,1 0-4 0,2 1-9 0,-2 0-10 15,-1 1-8-15,0 0 0 0,-1 0-17 0,-1 2-6 16,1-1 5-16,0 2-8 0,-3 1-13 0,1 1-5 16,1 0-9-16,-2 0 3 0,-1 0-27 0,7 0-227 15,-5 0-28-15</inkml:trace>
  <inkml:trace contextRef="#ctx0" brushRef="#br0" timeOffset="140567.64">26110 11892 617 0,'-1'-1'56'0,"-1"-1"55"0,2 1-22 0,-4-13-23 16,0 4-7-16,0-2-3 0,2 2-17 0,0 0-3 16,-5 0-6-16,3 2 1 0,0 1-19 0,-1-3 4 15,4 6-2-15,-1-1 2 0,1 1-13 0,0 1 9 16,1 0 2-16,0 1 3 0,-2 0 8 0,1-1 16 15,0 1-9-15,1 1 13 0,0 0-2 0,0-1-16 16,0 1 3-16,0 0-11 0,0 0-10 0,0 0-6 16,0 0 2-16,-1 1-3 0,0 1-5 0,0 1 4 15,-7 17-1-15,-2 16 3 0,2-1 0 0,-2 4 3 16,2 1-2-16,-1-2 1 0,-1 3-13 0,0 0 6 0,-1 4-1 16,-2 3 4-16,-1 1 11 0,0 6-6 0,1-3 1 15,0-1-3-15,0 0 0 0,2-7 11 0,1-2-4 16,-1-4 6-16,1-3-4 0,-1-2 6 0,-2-2 4 15,0-2 0-15,0 0 6 0,0-3-3 0,0 0 3 0,2-5-4 16,10-1-4-16,-10-3-9 0,2-3-7 0,4 0 2 16,2-3-10-16,0-6 6 0,-1 0-3 0,2-3 5 15,-1 1-6-15,0 1-13 0,1-1-3 0,0 0-5 16,0 0-15-16,1-1-18 0,0-1 0 0,0-1-7 16,1-1-1-16,0-23-8 0,5-5 8 0,3-3-11 15,2 4-21-15,2-3-25 0,1 0-9 0,2-1-4 0,3-3-41 16,0 0-46-16</inkml:trace>
  <inkml:trace contextRef="#ctx0" brushRef="#br0" timeOffset="141183.96">26010 11725 861 0,'-1'-1'173'0,"-1"0"344"0,-3-2-422 0,-4-1-39 15,2-2-1-15,2 3-16 0,3-1-33 0,0 3-15 0,1-1 1 16,-1-1-7-16,0 1-7 0,0 0 7 0,1-1-4 16,1 2 7-16,1-2 12 0,2-2 3 0,7 0-3 15,10-1 2-15,5 0-3 0,0 2 1 0,-2-2 7 16,4 1-3-16,-3 2 5 0,3-2 7 0,-3 2-6 0,1 2 5 16,-1-13-13-16,-6 8 3 0,1 3 3 0,-6 3-1 15,0 1-1-15,-2 1-1 0,-3 2 0 0,-1-1 2 16,-2 1-2-16,-2 5 14 0,0 4-9 0,-2-1 10 15,8 2-10-15,-3 1 5 0,-4 1-3 0,-3 1 2 16,-3 2-4-16,-6 2-3 0,-3 0 2 0,6-1-3 16,-14 2-5-16,1-4 5 0,0 1-1 0,0-3 2 15,0-4-1-15,0-2 2 0,4-3-2 0,4-1 3 16,0 1-2-16,4-2-8 0,1 0 7 0,1 0-6 0,0-2 14 16,1 0-6-16,-1 1-5 0,2-2 1 0,1-1-2 15,1 0-2-15,0 0 1 0,-1 1-1 0,2-1 3 16,0 0-10-16,0 0-1 0,0 0-5 0,-1 0 6 0,1 1-7 15,0-1 13-15,1 0-11 0,0 0 13 0,1 0 0 16,0 1-1-16,3 0 1 0,11 6 0 0,-2-2 2 16,2 1-2-16,1 0 2 0,3 0-3 0,-1 0-1 15,2 0 2-15,-2 0-2 0,-2 0-1 0,-1 0 1 16,-4 1-1-16,0-1 2 0,-3-2 2 0,-2-2 3 16,-1 6 0-16,-3 1 2 0,-1 0-1 0,6 0 0 15,-1 0 2-15,-2 1 1 0,-3-2 4 0,-1 2 6 16,-2-1-2-16,-2 0 4 0,-2-2 9 0,-1-1 0 0,-12 0-6 15,3 0 2-15,-3-1-7 0,0-1-2 0,0-3 4 16,1 0-5-16,2 0-13 0,1 8 1 0,4-4-4 16,4-2 3-16,-3-1-2 0,5-2 0 0,2 0-2 15,-2 1 0-15,2-2-6 0,1 0-12 0,0 1 1 16,-1 0-7-16,1 0-24 0,1 0 2 0,0 1-6 0,0-1 5 16,-1 0-11-16,2 0-7 0,2 0-16 0,-1 0-1 15,0 1-105-15,4 0-70 0,6 1-34 0</inkml:trace>
  <inkml:trace contextRef="#ctx0" brushRef="#br0" timeOffset="141785.32">26731 12342 489 0,'0'0'38'0,"0"0"4"0,-1 0-1 15,0 0-4-15,0-2-7 0,-1 1 10 0,1 0 7 0,0 0-8 16,-1 0 10-16,-1 0 1 0,1-1 19 0,0 1 5 15,-1 0 4-15,0 0 16 0,-3-1-23 0,2 0 3 16,1 1-11-16,-1 0 4 0,0-1-8 0,-1-1-2 0,-1 0-2 16,5 3-12-16,-3-3-8 0,2 2 4 0,0 0-6 15,-1 0-9-15,1 0-12 0,0 0-3 0,-1-1-3 16,1 2-17-16,0 0 10 0,-1 0-5 0,2 0 6 16,-1 2 3-16,-3 3-3 0,-3 12 4 0,3-3-4 15,3 2 1-15,-1 1 3 0,3-2-3 0,0-1 5 16,0-2 3-16,1 1-4 0,1-1 1 0,0 1-2 0,2 0 0 15,-1-3 6-15,-1-2-5 0,2 1 6 0,-1-1-5 16,0-2-6-16,2 1 4 0,-1-1-5 0,-3 0 0 16,8-2 6-16,-3 0-5 0,1-2 6 0,-2 1-6 0,1-2 9 15,4 0 7-15,-3 5 0 0,1-1 15 0,0-2-8 16,-1-1 1-16,3 1-2 0,0-3-1 0,0 0 3 16,1-1-8-16,-1-2 6 0,2 0-8 0,-2-2-7 15,0-1 4-15,-1 5-5 0,-2-10 0 0,-1 2 5 16,-1 0 0-16,-2-1 0 0,0 2-1 0,-1 0 7 15,5-3-2-15,-1 2 4 0,-1-3-5 0,-3 0 0 16,-1-1 1-16,-1 1-1 0,-1 2-7 0,-3-2 7 16,0 0-7-16,-3-1 7 0,-3-1-10 0,4 3-3 15,-10 1 0-15,-3 2-3 0,-1 3-14 0,-1-1-18 0,-3 4-4 16,2-11-7-16,-1 5-47 0,-2 4-52 0,-1 3-27 16,2 2-14-16,2 3-159 0</inkml:trace>
  <inkml:trace contextRef="#ctx0" brushRef="#br0" timeOffset="142769.35">27337 11563 485 0,'0'0'43'16,"0"0"-1"-16,0-1 15 0,0 0-4 0,0 0-6 15,0-2-6-15,0 2 11 0,0-6 2 0,0 5 4 16,0-2 15-16,0 2-2 0,0 1-1 0,0-2-2 16,0 1-11-16,0 0-5 0,0-1 4 0,0 2-4 15,0 0-1-15,0 0-18 0,0 0 0 0,0-1-6 0,0 1-11 16,0 1 1-16,0 0-4 0,-1 1 3 0,-1 2-10 16,-3 11 12-16,-4 5-8 0,1 2 8 0,-1 0-8 15,0 0-6-15,1 0 8 0,0 1-8 0,-1-1 5 0,-2 3 7 16,0 3-9-16,2-1 7 0,0 0-14 0,0 0 15 15,0 0-5-15,-2 0 8 0,0 2-11 0,1-2 9 16,2-1-1-16,0-2 3 0,1-2-6 0,0-2-4 16,0-1 2-16,2-2-3 0,0-1 0 0,2-2 3 15,0-2-3-15,2-2 3 0,0-2-6 0,1-1 12 16,0-1-11-16,0-1 12 0,0-2-6 0,0 0-2 16,0-1 12-16,1 2-9 0,0-1 25 0,0 0-3 15,1 0-2-15,-1-1-1 0,1-1-10 0,0 0-10 16,11-5 1-16,0-2-6 0,3 1-6 0,-1-13 4 0,0 1-6 15,1 0 4-15,-1 0-3 0,-2 4 1 0,0-2 0 16,-3 0 0-16,1 1 0 0,-3 0-1 0,1 2 3 16,-1 4-2-16,-1-2 0 0,-3 5-3 0,0 4-1 15,-2 1-1-15,-1 1 6 0,2-3-6 0,-1 1 4 0,0 1-7 16,1-1-2-16,-1 1 11 0,0 1-6 0,0 1 7 16,-1 2-9-16,4 7 5 0,-1 13 2 0,-1-2 0 15,-3-3 0-15,0-1 4 0,0 0-3 0,0-4 3 16,0 0-7-16,1-2 4 0,0-1-4 0,1-1 4 15,1-1-4-15,-1-1 1 0,2 0 3 0,-1-1-1 16,1-1 7-16,-2 0-7 0,7-3 2 0,2-1-3 16,1 7 8-16,-1-2-6 0,2-2 3 0,3-3-4 0,-1-2 5 15,4-4-2-15,3-3 2 0,0-3-2 0,0 0-2 16,0 7 5-16,-3-14-7 0,3-3 5 0,-2-1-11 0,-1-2 9 16,-1-1 1-16,-6-3 2 0,1-1-5 0,-1 0 7 15,0 0 0-15,-4 0 4 0,0 2 4 0,-2 1-8 16,-3 3 1-16,-1 1-2 0,-1 2 1 0,10 4-4 15,-4 1 2-15,-4 2-2 0,0 1 6 0,-3 3-4 16,0-1 0-16,0 2-2 0,-2 1-1 0,1 2-2 16,0 1-6-16,0 1 0 0,0 1-19 0,0-1-23 15,-1 1-8-15,1 0-10 0,-1 1-68 0,0-1-31 16,-1 1-11-16,1 1-8 0,0 0-57 0,-3 1-181 16</inkml:trace>
  <inkml:trace contextRef="#ctx0" brushRef="#br0" timeOffset="143254.79">27834 12110 921 0,'-1'0'37'0,"0"-1"82"0,0 0-108 0,-1-1-10 16,1 1 5-16,0 0-6 0,0 0 6 0,0 0-4 16,0 0 6-16,-1-1-4 0,1 1 11 0,0 0 11 15,0 0-2-15,0 0 8 0,0 0 26 0,-1 1-3 16,1 0 3-16,0 0-5 0,0 1-2 0,-2 1-11 15,0 6 4-15,-5 11-7 0,-2 3-5 0,2 4 4 16,-3 4-7-16,-1 0 5 0,1 6-20 0,-1 1 0 16,-1 3-4-16,4 1 3 0,-6-2 0 0,0-1-3 15,7-4 5-15,-4-1-5 0,5 0-2 0,3-2-1 0,-2 0-1 16,3-2 2-16,0 0 5 0,-3-3-7 0,-1-3 3 16,2-1-4-16,-1-2 0 0,-5-2-1 0,4-4-2 15,1 0 0-15,2-2-7 0,2-4-2 0,0 2-4 16,2-7 0-16,0 0-20 0,0-1-5 0,-2 0 1 0,2 1-2 15,0-1 0-15,0-1-5 0,0-1-5 0,0-1 1 16,0-7-14-16,7-24-11 0,2-2 0 0,-1 0-6 16,4-2-20-16,1 1-42 0,2-1-6 0,1 0-16 15,1 0-73-15</inkml:trace>
  <inkml:trace contextRef="#ctx0" brushRef="#br0" timeOffset="143770.17">27766 12110 234 0,'-1'0'92'0,"0"-1"122"0,-1 0-82 15,0-1-13-15,0 1-4 0,-4-1-2 0,0 0-13 0,0-1-6 16,1 1-3-16,3 1-2 0,-1 0-21 0,1 1-21 16,0-2-8-16,0 1-4 0,-1 0-28 0,2 0 3 15,0 0-2-15,0-1 2 0,0 1-3 0,1 0 7 16,0-1 0-16,0 1 2 0,3-4-2 0,3-1 3 16,8 0-3-16,1 1 3 0,1 1-1 0,-1 0 3 15,1 2 1-15,0 0-3 0,-1-9-15 0,0 4 1 16,-1 3-1-16,-1 3 2 0,0 1 5 0,-2 1-6 15,-2 3 4-15,-2-1-3 0,-2 0 6 0,-1-1-4 16,-2 10 6-16,-1 0-5 0,0 1 15 0,7-2-4 0,-2 2 2 16,-2 1-2-16,-3 0 8 0,-2 1-8 0,-3-1 2 15,0 0-4-15,-2-1 6 0,0-4-11 0,4 2 0 16,-10-2-4-16,2-2-5 0,2 0 6 0,2-1-2 16,2-1 1-16,0-2-6 0,3-3 0 0,0 0-1 15,-2 3 0-15,1-1 1 0,0 0-14 0,0 1 2 0,1-2-8 16,0 0 4-16,0 0 4 0,0 0 4 0,1 1-1 15,0-1 14-15,0 0-6 0,1 0 2 0,0 0-4 16,1 1-8-16,7-1 12 0,0 1-6 0,0 0 7 16,1 1-7-16,-1 0 2 0,1 1 2 0,-1 1 1 15,-2-2 8-15,1 2-7 0,-2-1 1 0,-2-1-3 16,2 3 0-16,-5 0 2 0,1-3 5 0,1 1-1 0,-1 0 14 16,0 5-7-16,-1-4 4 0,-1 1-4 15,-1 1 3-15,-2-1-9 0,-3 4 4 0,-13-1-5 0,-3 2 6 16,-2-4 4-16,1 1 1 0,-2-2 2 0,1 0 8 0,3 1-16 15,-1-3 1-15,2 2-6 0,2-1 4 0,1-4-6 16,0 0 1-16,4 9-3 0,0-3-9 0,5-4 0 16,1 0-5-16,0-1 2 0,1 0-30 0,1 0-81 15,1-1-3-15,1 0-30 0,1-1-61 0,0 0-163 16</inkml:trace>
  <inkml:trace contextRef="#ctx0" brushRef="#br0" timeOffset="144403.13">24368 13962 1390 0,'-2'0'40'0,"-6"0"65"16,-8-2-55-16,6 1-20 0,1-1 3 0,4 1-10 15,2 1-14-15,-1-1-6 0,2 0-1 0,-1 0-1 16,1 1-15-16,1 0-16 0,0 0 5 0,0 0-4 16,-1 0 33-16,2 0 12 0,0 0-2 0,2 0 5 15,0 0-5-15,6 0 16 0,11-1-3 0,0-1 7 0,1 0-1 16,2 1-7-16,2-2 10 0,0 2-8 0,2-1 2 15,1 1-17-15,3 0-3 0,-2 1-3 0,-2 0-9 16,-2 0 3-16,-1 0-1 0,-1 0 3 0,0 1-7 0,2 0 4 16,-4 0-10-16,0 1 7 0,-2 1-26 0,-4-1-3 15,0 1-7-15,-4-2 4 0,2 0-10 0,-4 0-85 16,-2 0-11-16,-3-1-32 0,-1 0-67 0,0 1-4 16,1 2-45-16</inkml:trace>
  <inkml:trace contextRef="#ctx0" brushRef="#br0" timeOffset="144604.59">24176 14384 1443 0,'-1'0'60'0,"0"0"-1"0,-1 0 0 0,1 0-13 16,-1 0-15-16,-1 0-45 0,2 0-6 0,0 0 2 16,0 0 1-16,1-1 32 0,1 0 5 0,5-1-1 15,19-9 1-15,2 0 5 0,3 0-21 0,2 0 11 0,-1-1-15 16,0 1 6-16,-2-1-19 0,-1 1 3 0,0-1-7 15,0 2 7-15,3-1-4 0,-2 2-3 0,7-1-1 16,-5 3-22-16,6-1-2 0,2 1-18 0,-3-1-9 16,6-2-220-16</inkml:trace>
  <inkml:trace contextRef="#ctx0" brushRef="#br0" timeOffset="145237.9">26502 13378 769 0,'0'-2'32'15,"0"1"-2"-15,0-1 28 0,-1-5-7 0,-1-6 0 0,1 1-33 16,1 2 6-16,0-1-9 0,0 0 7 0,0 4-4 16,1 0 3-16,-1 1-2 0,0 3 0 0,2-2-9 15,-2 4 10-15,0-1 12 0,1-1-3 0,0 1 33 16,0 0 3-16,0 0-7 0,1 1 4 0,-1 0-19 0,0 0-18 15,-1 0 0-15,0 1-8 0,0 0-6 0,0 1 9 16,0 1-3-16,-2 21 4 0,-3 6-12 0,-1-1 5 16,-1 8 1-16,-1 1 0 0,-1 2-7 0,0 4 6 15,-2 1-1-15,-1 2 2 0,-1-1-1 0,-2 0 6 16,0 4 2-16,1-4 2 0,0 1 1 0,0-2 3 0,2-4-5 16,-1-1 4-16,1-5-13 0,3-4 0 15,0-4-4-15,2-6 2 0,-1 0-5 0,4-5-10 16,-1 0 3-16,2-4-4 0,0-2 4 0,2-4-16 0,1 0-9 15,0-3-2-15,0 0-34 0,0 0-5 0,0 0-2 0,0 1-1 16,0-2-14-16,0 0-23 0,1-1-30 0,0-1-6 16,3-5-179-16</inkml:trace>
  <inkml:trace contextRef="#ctx0" brushRef="#br0" timeOffset="145821.79">26535 13184 987 0,'-1'0'279'0,"-1"0"40"0,1-2-116 15,-1 1-97-15,0 0-57 0,-1 0-24 0,2 0-25 16,0 0 2-16,0 1-9 0,-1 0 3 0,1 0 5 16,1 0 2-16,1 0 1 0,3 0-4 0,20-3 4 15,-1 1-3-15,5 1 5 0,-1 1-5 0,0-1-1 16,2 1 2-16,-4 0-2 0,0 0-4 0,-5 0 4 15,-3 1-4-15,-4 1 4 0,-1 0-2 0,-2 1 1 16,-1 1 3-16,0 1 1 0,-2 0 4 0,-4-3 3 16,1 4-3-16,-3 2 4 0,1 3 6 0,-1-2-5 15,6 2 3-15,-1 1-3 0,-3 1 5 0,-3 1-10 0,-4 3-2 16,-4 3-2-16,-3-3-2 0,3 4 2 0,-12-6 3 16,0-1-1-16,1-1-4 0,-2-3 2 0,3 1-2 15,3-3 2-15,-1 0-6 0,3-2 3 0,2-2 1 0,1 0 2 16,4-2 3-16,0-1-7 0,1 1 2 0,-1 2-2 15,3-1 8-15,0-1-9 0,1-1 2 0,0 0-5 16,0 1-1-16,1-1-10 0,0 0 1 0,0 0-3 16,0 0 7-16,0 0 0 0,1 1 7 0,0-1-3 15,1 0 9-15,0 0 0 0,1 1-4 0,8 4 2 16,3 1-5-16,-2 0 2 0,1 0 0 0,-2-1 1 16,-1 1-2-16,-2-1 8 0,1-3-4 0,-2 4 6 15,-2 0-7-15,-1-1 1 0,1 1 0 0,-1-3 1 16,1 1 6-16,-2 0 1 0,1-2 0 0,-1 2-1 0,-1 0 2 15,0 1 7-15,-1 0-3 0,-1 1 2 0,-2 1-19 16,-2 0 8-16,-1 1 2 0,-12-2 4 0,1 2 7 0,-1-3-7 16,2-1-1-16,-4-1 0 0,-2 0 5 0,4-1-8 15,-2-1 5-15,5 0-6 0,3 0-4 0,0-1-3 16,1 0 1-16,2 0-2 0,1 5 3 0,-1-1-10 16,2-1-2-16,3-2-2 0,-1-1-7 0,1 0-23 15,1 0-8-15,0-1-8 0,2 0-43 0,-1 2-31 16,0-1-17-16,-1-1-11 0,1 0-113 0,1 0-92 15</inkml:trace>
  <inkml:trace contextRef="#ctx0" brushRef="#br0" timeOffset="146254.96">26978 13579 1618 0,'-1'0'114'0,"0"0"-128"0,0 0 127 0,-1 0-63 16,1 0-30-16,0 0-9 0,0 0-2 0,0 0-3 15,0 0-11-15,-1 0-7 0,1 0-1 0,0 0-1 16,0 0-3-16,0 1 4 0,-1 0 5 0,1 1-1 0,-2 7 12 16,-3 4 2-16,-1 1-3 0,0 1 3 0,0-1 4 15,0 0 1-15,0-1 1 0,1-1-1 0,0 0 4 0,1-1 4 16,2-1 4-16,-1 0-2 0,2-1 2 0,-1-1-2 15,2-1 1-15,0 0-1 0,0 0-4 0,1-2-11 16,0-1-1-16,0 1-1 0,0-2-2 0,0 0 1 16,1 2-3-16,1-1 2 0,1 0 6 0,4-2 0 15,2 0 5-15,5 7-4 0,-1-3 4 0,1-3 11 16,2-1-2-16,-2-4 3 0,3 0-6 0,-1-3-7 16,-2 1 2-16,1-3-4 0,-4 1 3 0,-3 1-1 15,1-2 2-15,-4 3-1 0,-1 0 3 0,-1-5 4 16,-1 1-5-16,4 0 5 0,-1 0 4 0,-1-1-15 0,-1 0 7 15,-2-1-9-15,-1-2 4 0,-1 0-10 0,-5-1 0 16,-1 0-4-16,2 1-13 0,-10 1-5 0,5 0-9 16,-5 2 1-16,-2-1-34 0,0 3-55 0,0 2 5 15,0 1-24-15,1 1-19 0,-1 2-76 0,1-9-28 0</inkml:trace>
  <inkml:trace contextRef="#ctx0" brushRef="#br0" timeOffset="146905.57">25549 14257 1180 0,'-1'0'215'0,"-1"0"-262"0,-15 0 251 0,0 0-130 16,0-1-28-16,3 0-32 0,5 0-2 0,2 1-9 16,2 0-5-16,1 0-8 0,2 0-2 0,1 0-4 15,-1 0-15-15,-1 0-2 0,1 0-4 0,1 0 4 16,0 0 7-16,-1 0 30 0,1 0 1 0,0 0 9 16,0 0-2-16,1 0 18 0,0 0-3 0,0 0 9 15,0 0 7-15,1 0-10 0,0 0 5 0,2 0-6 0,7 1 14 16,7 1-3-16,3 1 0 0,2-1-2 0,8 0-14 15,3 1-5-15,6-1-3 0,7-1 1 0,0-1-12 16,4 0 4-16,2-1-3 0,1-3 3 0,5 1-3 16,4-3-9-16,3-2 6 0,5-2-7 0,3 1 1 15,-2-2 7-15,1 0-4 0,-1-1 7 0,3 0-1 0,4-1-3 16,1 1 4-16,-2 1-3 0,-3-1 10 0,-3 1 7 16,1 2-2-16,-2 0 4 0,1 0 1 0,1 2-4 15,-5 1 2-15,-4 1-4 0,-2-1-7 0,-3 2 3 16,2 3-3-16,-4 0 4 0,0 1-1 0,-2 1-5 15,-5 1-1-15,-2 3-2 0,-3-1-5 0,-7 0 0 16,-2 2 1-16,-2-1-1 0,-1 1-4 0,-2 0-8 16,-2-2-1-16,-4 1-3 0,-2 0 2 0,-5-1-11 0,-4 0 6 15,-5-2-8-15,-2-1-5 0,-5-1-29 0,1 0-26 16,0 2 0-16,0-1-80 0,0 0-118 0,-2 0-50 16</inkml:trace>
  <inkml:trace contextRef="#ctx0" brushRef="#br0" timeOffset="147473.51">25543 14641 557 0,'0'0'68'0,"0"0"108"0,0 0-91 0,0 0 4 15,0 1-8-15,0 0 4 0,2 1-25 0,-1 3-13 16,4 10-2-16,-1 4-4 0,3 2-9 0,-1 2-24 15,0 2 11-15,0 6-15 0,-3 1 10 0,0 3-6 0,-1 4-1 16,-1 1 0-16,0-1 4 0,-1-1 20 0,-2-1-4 16,-1-2 7-16,0 2-9 0,0-3 18 0,-1 0 3 15,0-2 6-15,-4-2 14 0,1-2-16 0,-1 1-2 0,0-3-3 16,1-1 7-16,0 0-18 0,1-3 5 0,1-3-11 16,1-5-10-16,0-2-8 0,2-4 3 0,0-3-4 15,1 1 9-15,0-4 13 0,0 1-1 0,0-1 5 16,0 0-4-16,-1 0-7 0,1-1-6 0,0 0 0 15,0 0-18-15,-1-1 1 0,-1 0 1 0,1-1 1 16,-1-1 5-16,-7-14-10 0,-1-11 4 0,5-2-5 16,4 1 6-16,2-2-7 0,1 1 0 0,4-2-2 0,2 1 9 15,0 0-7-15,1 1 5 0,2 1-6 0,0 1 8 16,3 1-2-16,1-3-1 0,-11 4-1 0,17-1-9 16,-1-1 8-16,0 3-4 0,4 2 5 0,-3 1 1 15,5 4-8-15,-2 2 0 0,-4 3-5 0,2 2-4 0,-6 2-9 16,-1 4 3-16,-1-6-6 0,-1 5-5 0,-2 1-15 15,-2 3-11-15,0 0-6 0,-2 1-92 0,1 1-67 16,0 1-25-16,-1 2-17 0,-1 3-143 0</inkml:trace>
  <inkml:trace contextRef="#ctx0" brushRef="#br0" timeOffset="147973.29">25810 15353 1693 0,'-1'0'36'0,"0"0"1"0,-1 0-5 0,-1 0-11 0,1 0-9 16,0 0-23-16,-1 0-7 0,2 0-4 0,0 0 0 15,0 0-9-15,0 0 19 0,1 0 1 0,0 0 5 16,0 0-2-16,0 1 5 0,1 1-5 0,0-1 4 15,0 3-4-15,4 14 16 0,0 6 1 0,-4-1 7 16,-1 2-1-16,-3 2 3 0,0-2 1 0,-2-1 0 0,-2 0-5 16,0-4 2-16,1-3-2 0,1-4 2 0,2-2 4 15,1-3-11-15,0-3 0 0,1-2-5 0,1-1-7 16,0-1-25-16,-1 1 5 0,1 0-12 0,0 1 4 0,0-1 3 16,0-1 1-16,1 0 2 0,0-1 17 0,2 0 1 15,4-2 2-15,3-4-1 0,1 5 5 0,0-14 1 16,-2-2 5-16,0 3-1 0,0-2 9 0,-2 5-1 15,0 2 3-15,0 2-2 0,-1 4 5 0,-3 1-3 16,1 0-1-16,-3 2 0 0,0 0 14 0,0 0-1 16,0 0 3-16,2-2-3 0,-1 2-7 0,0 0 7 15,0 0-1-15,-1 0 4 0,1 4-2 0,8 11-12 16,-3 2 5-16,-4-2-8 0,-1-1-4 0,-2-1 4 0,0 0-9 16,0-1 6-16,0-3-15 0,0-1 3 0,0-1 0 15,0-2 0-15,0 0-7 0,0-3-20 0,0-1-2 16,0 1-7-16,0 0-16 0,0 0-13 0,0 1-3 15,-1-2-5-15,0 0-31 0,0 0-35 0,0 0-17 16,0-1-6-16,-1 0-69 0,1-1-74 0</inkml:trace>
  <inkml:trace contextRef="#ctx0" brushRef="#br0" timeOffset="148173.04">25714 15305 445 0,'0'0'263'0,"-1"0"-282"0,0-1 297 0,-1 0-138 16,0-1-27-16,-1 1-16 0,-3-2 0 0,1 0-7 0,3 2-11 15,0 1-23-15,1 0-4 0,-1-1-9 0,0 0-23 16,0 0-6-16,1 0 6 0,0-1-6 0,1 1 13 16,1 0 7-16,2 0-6 0,13-3 4 0,8 2-21 15,3 2-4-15,-2 0-4 0,3 0-1 0,-1 0-17 16,-2 0-12-16,2-1-1 0,1-2-4 0,-1 1-10 0,0-1-115 16,1-3-1-16,4-1-52 0,3-3-132 0</inkml:trace>
  <inkml:trace contextRef="#ctx0" brushRef="#br0" timeOffset="148589.51">26762 14668 1045 0,'-1'0'403'0,"-1"0"-545"0,-8-3 476 0,-7-1-267 16,4 0-51-16,4 2-17 0,1-1 1 0,1 1-7 16,1 0 7-16,-1-2-7 0,2 2-5 0,2 1-2 15,-2-2-14-15,1 2 2 0,-2-1-1 0,-3-2 1 16,0 2 8-16,-7-1 19 0,3 2 9 0,-3 1 2 0,-3 4 14 16,-1 2 19-16,-1 2-12 0,-1 4 13 0,-2-11-13 15,1 20 7-15,-2 5-6 0,-2 2 3 0,2 4-20 16,2 2 5-16,-1 2-4 0,2 3 4 0,1-2-6 15,3-2-6-15,6-1-3 0,3-7-1 0,4 0-9 0,2-4 3 16,-1-3 2-16,-8 0 1 0,4 0-8 0,6-3-2 16,2 2 4-16,2-1-1 0,3-1 9 0,2 2-5 15,1 0-6-15,1 0 1 0,2-1 0 0,0 1 5 16,-1 0 0-16,-7 2 0 0,11 0-6 0,0 1 4 16,0 0 0-16,0-1 0 0,0-1-10 0,0-3-2 15,1-1-3-15,0-3 1 0,-1-1-20 0,-1-2-9 16,2-1 3-16,-1-2-4 0,3 0-5 0,-2 0-33 15,1-4-1-15,3-2-10 0,0 10-15 0,2-6-99 16,1-5-38-16</inkml:trace>
  <inkml:trace contextRef="#ctx0" brushRef="#br0" timeOffset="149025.23">27066 14857 1286 0,'0'0'38'0,"-1"-1"77"0,0 0-114 16,0-2-1-16,1 2-3 0,-4-8 3 0,2-2 9 16,1 2-12-16,1 0 3 0,0 0-6 0,0 1 2 15,0 2-4-15,1 0 8 0,-1 3-4 0,0-1 7 0,0 0 17 16,0 1-9-16,0-1 14 0,0 2-3 0,-1 0 26 15,1 1-7-15,-4-1 13 0,-12-8-4 0,-1 3 4 16,-3 3-2-16,1 4-1 0,-1 3-19 0,-1 1-4 16,1 4-6-16,-1 4 2 0,1-8-10 0,1 16-11 15,2 1 5-15,-1 4-7 0,3 3 5 0,2-3-3 16,2-1-3-16,3-1 1 0,1-6-6 0,3 2 2 16,2-1 1-16,-10 0 1 0,5 0 2 0,3-1 3 15,1-1-6-15,3-1 3 0,0-1-4 0,1 1 3 0,1-4 6 16,0 1-2-16,1-1 1 0,1-1 1 0,1 0-3 15,1-1 4-15,-1-1-1 0,0 1-2 0,7-2 2 16,1 0-1-16,1-1 1 0,1-2-13 0,2 1 2 16,0 0-7-16,1-3-17 0,0-1-11 0,0 11-5 15,1-5 1-15,-1-2-5 0,1-4-40 0,-2-1-1 0,2-1-19 16,5-2-46-16,-3 1-89 0,-1-2-29 0</inkml:trace>
  <inkml:trace contextRef="#ctx0" brushRef="#br0" timeOffset="149474.1">27321 15077 1088 0,'-1'0'187'0,"0"0"381"0,-1 0-529 0,-8 2-23 15,3 1-6-15,3-1-2 0,-1 1-4 0,0 0-4 16,0 11-2-16,0 2 0 0,-2 3-2 0,-1 0 3 15,0 1 1-15,1 1 0 0,1 0 0 0,0-1 2 16,-2 0-5-16,2 0 4 0,2-3-1 0,1-2 4 16,1-1-3-16,0-3 3 0,-1 1-10 0,-4-3 4 15,2-1 2-15,4-3-1 0,0-2 1 0,1-1-8 0,-1 0 2 16,0 0-5-16,1 1-6 0,0-1 12 0,0 0-6 16,0-1 8-16,0 1-12 0,1-1 14 0,0-1-10 15,1 0 11-15,7-3-8 0,4-4 5 0,2-3-4 16,-2 3 3-16,2-11 0 0,2 1-3 0,-2-1 4 15,1 3-4-15,0-1 7 0,0 3 5 0,-1 3-1 16,0 2 3-16,-4 1-3 0,-1 3 2 0,-2 0 4 0,-2 3-4 16,0-3 1-16,0 0 1 0,-3 3 0 0,2-1 1 15,-2 0 11-15,-2 2 8 0,2 0 3 0,-2 0 0 16,1 2-4-16,1 0 3 0,3 7-11 0,-1 7 9 16,-2-1-16-16,-3 0 1 0,-1 2 2 0,-2-3-5 15,0 1-10-15,0-3-8 0,0-2-6 0,1-1-3 16,0-4-24-16,1 0-54 0,1-4-5 0,-1 2-17 0,0-1-31 15,0-1-23-15,-1 0-20 0,1-1-16 0,0 0-188 16</inkml:trace>
  <inkml:trace contextRef="#ctx0" brushRef="#br0" timeOffset="149677.2">27185 14968 1199 0,'-1'0'93'0,"0"-2"150"0,0 1-161 0,-1 0-23 15,0 0-13-15,1 0 0 0,-2-1-30 0,2 0-6 16,0 1 6-16,1-1-6 0,0-1 9 0,1 1-1 16,3 0 0-16,16-9 2 0,1 3 0 0,1 2-12 15,2 2 2-15,-2 1-6 0,-1 0-6 0,1 1-15 0,-2 0-4 16,0-2-4-16,-2 1-12 0,0-1 0 0,3 1-15 16,0-1-4-16,2 1-125 0,1-3-44 0,5 0-30 15</inkml:trace>
  <inkml:trace contextRef="#ctx0" brushRef="#br0" timeOffset="149941.53">27802 15052 2047 0,'-1'0'27'0,"0"0"2"0,0 0-4 15,-1 0-10-15,-1 0-6 0,1 0-15 0,-1 0-25 16,2 0 10-16,0 0-12 0,1 1 24 0,0 1-3 16,1-1 5-16,10 0-5 0,14 1 2 0,2-2 1 15,3 0 1-15,1-2 1 0,3-2 12 0,-2 0-8 16,2-1-9-16,-4 0-1 0,0-1-28 0,-2 0 6 16,-5 2 1-16,-1-2 1 0,-6 1 2 0,-2 0-5 15,-3 2-32-15,-3 1 10 0,-1-2-91 0,-1 1-60 16,-1 0-18-16</inkml:trace>
  <inkml:trace contextRef="#ctx0" brushRef="#br0" timeOffset="150191.26">28073 14672 1513 0,'-1'0'75'0,"0"0"124"16,-3 0-124-16,-7 0-27 0,4 2-2 0,0-1-8 15,3 0-11-15,-2 1-15 0,1 2 5 0,-2 5-9 16,0 10-8-16,1 0 4 0,-1 4-5 0,2 3 5 16,1 1 2-16,-1 4-7 0,0-1 1 0,0 1-4 15,1 2 1-15,-1 1 0 0,0 1 1 0,2-1-1 0,-2-1 1 16,0-2-4-16,0-3-7 0,0-1 2 0,1-2-21 16,1 0-26-16,2-2-7 0,-1-1-13 0,-9-2-79 15,5-2-12-15,3-3-15 0,3-2 8 0,2-3-6 0,-1-8-166 16</inkml:trace>
  <inkml:trace contextRef="#ctx0" brushRef="#br0" timeOffset="150575.14">28615 14705 1895 0,'-1'0'53'0,"0"0"1"0,-1-1-23 0,1 0-5 16,-1 0-23-16,0 0-3 0,-1-1-8 0,1 1-1 0,0 0-3 16,-1 0 0-16,1 0-21 0,-1 0 0 15,1-1-9-15,0 1-13 0,1 1 24 0,-9-3-4 0,-3 0 13 16,-1 2 21-16,-1 1 13 0,-3 2 2 0,1 3 3 16,-3 1 4-16,2 1 10 0,0 1 5 0,2 2 0 15,-1-8 4-15,0 13-2 0,0 3-8 0,1 0 3 16,1 3-16-16,2 4-9 0,0-1 3 0,0 6-5 15,2-2 0-15,2 2-1 0,-1-1 1 0,4 0-1 0,2 0 5 16,1-3-2-16,-12 1-2 0,8-5 1 0,4-1-3 16,3-3-3-16,2 0 9 0,3-1-7 0,0-3 2 15,3-1 0-15,0 0-3 0,-6-3 3 0,15 2-8 0,-1-3 7 16,2 1-8-16,0-3 7 0,1-1-12 0,-1-3-1 16,1 2-1-16,0-3-2 0,1-1-23 0,0 11-6 15,2-4-6-15,-1-3 0 0,-1-4-25 0,2-1-64 16,3-3-12-16,2-4-27 0,6-4-150 0</inkml:trace>
  <inkml:trace contextRef="#ctx0" brushRef="#br0" timeOffset="151361.91">28702 15293 961 0,'0'0'97'15,"-1"0"9"-15,0 0-66 0,-1 0-20 0,1 0-39 16,0 0-20-16,0 0 3 0,0 0-3 0,0 0 4 16,1 0 16-16,0 0 9 0,0 0 9 0,0 0-3 15,0 0 7-15,0 0 48 0,0 0 2 0,0 0 19 0,0 0 30 16,0 0-2-16,0 0-4 0,0 0-2 0,0 0-43 15,0 1-25-15,0 1-4 0,0-1-3 0,0 0 3 16,0 0-9-16,0 0 1 0,1 0-4 0,0 1 7 16,0-1-2-16,0 0 2 0,2 0-4 0,-1 0-3 0,0-1 13 15,8 0 3-15,-1-1 3 0,2-1 3 0,2-3 1 16,-2-1-6-16,2-2 4 0,1 4-14 0,2-8-3 16,-1-3-3-16,0 0-1 0,1 0-11 0,-2 1 5 15,0-2-1-15,0 5 3 0,-2-2-13 0,-2 2 9 16,1 2-2-16,-4 1 4 0,2 2-2 0,-5 1 1 15,-2 1-3-15,3 1 2 0,-5 2-2 0,1-2 10 16,1 1-1-16,1 0 4 0,-2-1-2 0,0 1-4 0,0 1 1 16,1 0-2-16,-1-1 3 0,0 1-2 0,0 0-2 15,0 0 1-15,0 0-3 0,1 0 0 0,-1-1 0 16,0 1 0-16,0 0-3 0,-1 0 0 0,0 0 0 16,0 0 0-16,0-1 0 0,0 0 0 0,0 1 0 15,0 0 1-15,0-1 9 0,0 1 2 0,0 0 1 0,0 0-2 16,0 0-11-16,0 1 0 0,0 0 0 0,-1 1 2 15,0 1 4-15,-5 12-2 0,-2 5 0 0,-1 1-1 16,2-1-4-16,0 0 6 0,1-2-1 0,2 0 4 16,0-2-12-16,1-1 5 0,0 0-1 0,2-2 3 15,0-1 1-15,1-3 0 0,0-1 1 0,0-1-1 16,0-1-2-16,0 1-1 0,0-3-3 0,1 2 2 0,0-2-4 16,-1-2 0-16,1 2 2 0,5 2-1 0,1-1 3 15,5 1-1-15,0-2-1 0,-1-1 0 0,1-2-1 16,-1-2 3-16,0 0 1 0,-3 0 1 0,-2-1 5 15,2-1-2-15,-2-1-2 0,4 0 1 0,1-6-4 0,1-2 2 16,-4 0 1-16,0 0 1 0,3 0 5 0,-3 0-8 16,4 0-1-16,-2 1 0 0,1 0-2 0,-2 3-2 15,1 1 4-15,-3 3-1 0,-2 2 7 0,-2 1-2 16,-1 1-2-16,1 0 0 0,-1 0-1 0,0 0 6 16,2-1 4-16,1 1 1 0,1 1 14 0,-1 0-9 15,1 3 5-15,-1 0-7 0,0 9-13 0,-2 7 6 16,2-2-7-16,1 2 5 0,-1 1-14 0,3-2 3 15,0-1-5-15,0-1 4 0,4-1-17 0,0-3-25 0,1-2 1 16,0-4-10-16,1-3-24 0,1 6-81 0,0-4-5 16,4-5-27-16,-1-5-33 0,5-7-156 0</inkml:trace>
  <inkml:trace contextRef="#ctx0" brushRef="#br0" timeOffset="151725.43">29449 14268 1639 0,'-1'0'173'0,"-1"-1"11"16,1-1-55-16,-1 1-33 0,-6-3-52 0,2 0-29 0,3 3-15 15,2 1-7-15,-1-2-2 0,-1 0-18 0,2 1 10 16,0 0 1-16,1 0 3 0,0 0 7 0,1-1 3 15,8 2 3-15,12 2 0 0,-1 1 2 0,4 5-2 16,1 3 1-16,-1 2 1 0,0-8 20 0,0 18-2 16,-1 5 1-16,2-1-1 0,3 4 2 0,-3 4 4 15,1 2-3-15,-3 6 3 0,1 1-2 0,-4 2-4 16,0 1 3-16,-5 3-4 0,-1 3 6 0,-2 7-4 16,-3 4-2-16,-3 1 0 0,-3 0-5 0,18-3 7 15,-18-2-7-15,-9 2 5 0,-5-1-15 0,-5 2 7 0,-2 1-3 16,-4-4 2-16,18-3-15 0,-23-7-22 0,-2-6-8 15,1-5-10-15,-1-4-80 0,2-3-92 0,-1-5-17 16,-5-6-38-16,0-1-209 0</inkml:trace>
  <inkml:trace contextRef="#ctx0" brushRef="#br0" timeOffset="152912.29">22713 13835 1147 0,'-1'0'49'0,"0"0"-1"0,-1-1 9 16,0 0-3-16,-1 0-13 0,-2-1-7 0,-1 1-22 15,0 0 3-15,3 1-10 0,-3 0 1 0,-1 0-13 16,-2 0 7-16,1 1-9 0,-1 2 9 0,-1 1 6 0,2 1-5 16,-5-4 8-16,0 14 4 0,-1 2 0 0,-1 2 10 15,-2-2-5-15,1 6 21 0,1-3-11 0,-3 2 4 16,2 4-5-16,-3-3 11 0,0 3-15 0,0 1 2 15,-1 0-6-15,1 2 5 0,4 0-10 0,-3 2-3 16,7 0-1-16,-3 0-9 0,2 1 3 0,5 2 5 16,0-2-3-16,5 2-2 0,-13-5 7 0,7-2-7 0,4-2 6 15,3-4-12-15,1 0 10 0,0-4 1 0,3-2 5 16,-1-2 0-16,0-4-3 0,3 2-2 0,-1-4 1 16,0 0 7-16,1-1-7 0,-2-2 3 0,6 1-5 15,1-1-1-15,3-1 8 0,-2-2 2 0,3 9 0 16,0-3 3-16,0-4 5 0,3-1-6 0,-1-2 4 15,2-4-16-15,-1-2 2 0,1-2-4 0,3-4 4 0,0 7-4 16,2-13-6-16,-1-6 1 0,-1-2-5 0,2 2-5 16,-2-2 0-16,-2 1 0 0,-1 3 2 0,-2-1 9 0,-5 6-2 15,-1 3 4-15,-3 3-4 0,-4 4 8 0,1 5-3 16,-2-1 1-16,-2 2 0 0,1 1 9 0,-1-1-1 16,0 0-2-16,3-2 0 0,-1 1-10 0,-1 1-3 15,0 1-1-15,1 1-2 0,-2 5-1 0,-2 27 7 16,-3 2-1-16,-2 2 5 0,-1-5 0 0,3 0-7 15,0-4 3-15,4-5-3 0,0-3 2 0,1-3 0 16,0-1-3-16,2-2 2 0,0-1 1 0,3-3 3 16,0-1 0-16,-2-4-1 0,1 0-2 0,4-3 0 15,4 1 0-15,-4 3 0 0,5 1-6 0,0-3 6 0,0-1 2 16,2-3 3-16,-3 0-2 0,0-4 4 0,3-3-5 16,-3 0 5-16,-1 0-2 0,0-13 0 0,0-3 6 15,-2-4-4-15,3-3 1 0,-2-4 2 0,1-2-6 16,-2-4 6-16,1-2-16 0,-2 1 6 0,0-1 0 0,-2 3 3 15,0 3 0-15,-1 3 0 0,-3 3-6 0,-1 6 3 16,13 0 5-16,-7 4 2 0,-4 4 5 0,-3 2-3 16,0 2-5-16,-2-1-4 0,1 6 1 0,-1 1-2 15,-2-1 2-15,4 6-14 0,-2-3-7 0,-4 0-6 16,-2-1-40-16,1 1-59 0,0 3 4 0,0 1-28 16,0 2-62-16,2 1-88 0,-1 22-65 0</inkml:trace>
  <inkml:trace contextRef="#ctx0" brushRef="#br0" timeOffset="153243.89">23209 14671 1295 0,'0'0'92'0,"-1"0"-2"0,0 0-31 16,0 0-1-16,0 0-42 0,-1 0-5 0,1 0-11 0,0 0 7 16,0 0-7-16,0 0 3 0,-1 0-1 0,1 0-4 15,1 1 2-15,0 1 5 0,0 0 4 0,-1 11 6 16,-1 7-3-16,-2 3 15 0,-2 3 2 0,1 2 1 0,-3 5 1 16,0 0 18-16,0 0 7 0,0 1-1 0,0-3 2 15,-1-2-8-15,1-3-17 0,0-2 3 0,1-4-10 16,1-2-14-16,0-2-7 0,1-1 2 0,1-3-2 15,0-3 4-15,1-1-16 0,0-2-4 0,2-2-7 16,0-1-34-16,1-1-46 0,-1 0-3 0,-1 0-16 16,1 1-26-16,0-2-30 0,0 0-18 0,1-1-10 15,0 0-136-15</inkml:trace>
  <inkml:trace contextRef="#ctx0" brushRef="#br0" timeOffset="153518.07">23008 14717 1275 0,'-1'0'174'0,"0"0"-166"16,-7 0 187-16,-7 0-82 0,6 0-60 0,4 0-30 16,4 0 0-16,0 0-11 0,-1 0-12 0,-1 0-13 15,2 0 5-15,0 0-6 0,0 0 17 0,1 0 15 0,1 0-8 16,4 0 10-16,16-5-1 0,4 1 4 0,2-2 10 15,2 0-5-15,2-1 14 0,1 0-24 0,1 1 1 16,-1 0-10-16,1 0-9 0,-4 0-8 0,-3 2-2 16,-2-1-2-16,-3 1 1 0,-1 2-3 0,-1 0-7 15,-3-1 1-15,-2 1-21 0,-1 0-51 0,1-2-43 0,2-1-14 16,0-1-233-16</inkml:trace>
  <inkml:trace contextRef="#ctx0" brushRef="#br0" timeOffset="155863.18">1767 12757 4 0,'-2'0'0'16,"-11"-1"53"-16,-3-1 475 0,3 1-197 0,3 0 8 0,3 0-270 15,1 0-17-15,3 0-35 0,1 1 2 0,-1-2-6 16,1 1 0-16,-1 0-10 0,1 0 1 0,1 0-3 15,0-1 3-15,0 0 1 0,1-1 0 0,0-6 0 16,2 1-5-16,3-1 10 0,-2 1 0 0,12-1 5 16,4 3 0-16,1-1-3 0,-2 3 4 0,0 0-3 0,-2 2-4 15,3-10 1-15,0 5-4 0,3 3 4 0,-2 4-9 16,-1 2 7-16,0 2-5 0,-4 5 6 0,0-5 0 16,-3 21-12-16,-1 7 6 0,-6 6-7 0,1 2-2 15,14 7 5-15,-13 2-8 0,-7-1 7 0,-3 0-1 0,-5-4 6 16,-5-1 3-16,-1-3 1 0,-3-1 5 0,11-1-2 15,-15-3-1-15,-4-1 0 0,-1 0 2 0,4-3 5 16,-1-4-4-16,1 0 4 0,2-5-1 0,0-2-6 16,3-3 3-16,1-8-5 0,2-1 2 0,4-3-2 15,0-3 2-15,1 5-3 0,2-2 0 0,0-2 4 16,0 0-3-16,1-2 2 0,0-1-8 0,3 0-3 16,-1-1 1-16,3 0-2 0,-11-17 0 0,5-1 0 15,2-2-3-15,4-1 1 0,1-2-3 0,4 1 10 0,3-1-1 16,0 3 3-16,1 1-4 0,1 2-2 0,2 2 4 15,-5 1-2-15,13 0 1 0,3 4 1 0,0-1-6 16,4 4 5-16,1 0 1 0,2 3-2 0,-4 1 4 16,2 3-4-16,0-14-1 0,-2 9 0 0,0 5-3 0,-3 2 4 15,-1 4 10-15,-2 2-6 0,0 2-1 0,-4 2-2 16,1-7 0-16,-3 13 5 0,-1-1 3 0,-1 2-1 16,-3 1-8-16,0 0 2 0,0-2-4 0,-4-1 4 15,3 0-7-15,-2-4 5 0,0-1-7 0,1-1 5 16,-3-3-16-16,3 1-10 0,-1-2 3 0,2-1-8 15,0-2-23-15,2 4 1 0,1-2-18 0,1-3 9 0,3-2-58 16,1-4-29-16,1-6-2 0,-1 1-11 0,-2-15-34 16</inkml:trace>
  <inkml:trace contextRef="#ctx0" brushRef="#br0" timeOffset="156379.92">2499 12803 1031 0,'-1'0'83'0,"-1"-2"131"0,0 1-129 0,-5-1-5 16,0 0-10-16,-4-2 4 0,4 3-29 0,3 1-25 15,-2 0 6-15,5 0-13 0,-4 1 3 0,0 1-12 0,1 1 2 16,-4 16-5-16,5 3 7 0,1 5-8 0,-1 5 1 16,-13 1-1-16,6-2-2 0,4 0 6 0,3-2-2 15,-1 0 5-15,2 1-5 0,0 0 0 0,-1-1 2 16,1 0 0-16,1 2 1 0,0-3-2 0,-1 0-3 0,2-3 2 15,0 0 3-15,0-4-4 0,0-3 0 16,-1-3-2-16,1-6-3 0,0-2 4 0,0-1 1 0,0-1-1 16,0-3-9-16,1 1-28 0,2-1 3 0,-1-1-9 15,3 1 14-15,5 1-2 0,1-4 3 0,-2-4-4 16,2-2-3-16,0-21 2 0,0-1-6 0,0 1 4 16,1-1-8-16,-2 1 2 0,0-1 7 0,-1 2-2 0,1 0 17 15,-1 1 8-15,-2 1 4 0,0-2 1 0,-1-2 6 16,-1 2 2-16,-2-1 2 0,1 0 2 0,0 3 8 15,-1 3 8-15,-1 3-2 0,2 5 4 0,-2 2 1 16,-1 4 5-16,0 4-5 0,1 3 5 0,-1 0-8 0,0 1 7 16,0 0 6-16,0 0 0 0,0 0 15 0,1 0-15 15,0 0-4-15,0 2-2 0,11 22-12 0,-5 8 3 16,-4 2-3-16,-3 2 2 0,-1-2-11 0,-2 0-3 16,-2 2 1-16,1-1-1 0,-1 1 11 0,1 0-9 15,0-5 5-15,1-1-6 0,1-6-1 0,1-2-1 16,0-2-2-16,0-6 1 0,0-1-1 0,0-5-5 15,0-5-5-15,1 2 0 0,0-3-7 0,0 1-11 16,1-1 1-16,-1-1-4 0,0 1-6 0,0-1-13 16,0-1-5-16,-1-1-5 0,0-2-35 0,3-19-86 15,-2-3-2-15,-1-2-38 0,0-1-101 0</inkml:trace>
  <inkml:trace contextRef="#ctx0" brushRef="#br0" timeOffset="156599.04">2292 12634 1542 0,'-1'0'42'15,"-2"0"0"-15,-5 0 5 0,0 0-2 0,4 0-12 16,3 0-18-16,-1 0-11 0,1 0-4 0,-1 2 0 0,2-1 0 16,0 0 8-16,2 0-1 0,5 0 3 0,14 3-12 15,5-2 3-15,1-2-5 0,3 0 4 0,1-3-13 16,0-4-19-16,-1-2 9 0,-2 0-14 0,-1-2-13 0,2 1-3 15,-2-1-15-15,-1 2-5 0,2-2-163 0,-2 2-8 16,3-2-52-16</inkml:trace>
  <inkml:trace contextRef="#ctx0" brushRef="#br0" timeOffset="156963.82">3160 12242 151 0,'0'0'73'0,"0"0"-4"0,1 0 86 0,0 0-1 15,0 0 8-15,0 0 25 0,1 1-68 0,-2 0 0 16,0 0-25-16,0 2-25 0,0-2-10 0,-7 12-1 16,4 0-4-16,-10 2-7 0,-3-1-6 0,1 3 3 15,-2 0-5-15,1 2-11 0,1 0-5 0,3 0-8 0,1-1 4 16,0 2-15-16,3-1-5 0,0 0 0 0,2 1-2 16,0-1 7-16,3 1-4 0,0 1 0 0,-10 1-1 15,5 2 1-15,3 2-1 0,3 0 2 0,2 1-1 16,0 1 1-16,2 0-1 0,2 4-2 0,1 3-1 15,2 2-3-15,-1 0 8 0,1 1 2 0,-2-3 3 16,1 0-1-16,0-1-6 0,0 2-4 0,-1-1 1 16,0 0 3-16,-2 2 0 0,1 0 8 0,-2-1-7 0,-1-2 5 15,-1-5-4-15,0 1 0 0,0-6 1 0,-2 1 6 16,-1-2 17-16,0-3-3 0,-1-3 6 0,1-2-13 0,-1-3-7 16,0-1-2-16,-2-2 1 0,0-1-1 0,0-1-18 15,1-1 5-15,-5-5-12 0,0 0-16 0,-1 8-15 16,-1-3-7-16,1-4-4 0,-3-2-44 0,5-1-26 15,-1-3-15-15,3 0-6 0,1-8-83 0</inkml:trace>
  <inkml:trace contextRef="#ctx0" brushRef="#br0" timeOffset="157164.45">2761 13071 1249 0,'0'0'86'0,"-1"0"-1"0,0 0 6 0,0 0-14 16,-1 0-20-16,1 0-19 0,1 0 2 0,1 0 2 0,1-1-2 16,0-1-5-16,12 0-24 0,8-1 2 0,2 0-10 15,1 1-3-15,0-2-36 0,-1 1 1 0,-2-1-13 16,-1 0-14-16,-2 0-156 0,-1-1-11 0,-2 2-71 16,2-1-249-16</inkml:trace>
  <inkml:trace contextRef="#ctx0" brushRef="#br0" timeOffset="157480.82">3381 13248 1425 0,'-1'0'63'0,"-8"1"108"0,-5 3-131 0,6-3 6 15,2 0-10-15,4-1 6 0,-1 0-30 0,1 2-9 16,0-1-2-16,-1 0-1 0,2 0 0 0,0 1-5 16,-1 5 3-16,-1 5-3 0,3 1 10 0,0 0-7 0,2 2 1 15,1 5-3-15,3 3 9 0,0 0-5 0,1 4 3 16,-1 4-3-16,-3-2 1 0,0 3 4 0,-3 2-1 16,-2-3 0-16,-1 3-4 0,-3-1 6 0,1 0-4 15,-1-2 7-15,2 0 2 0,-1-3-8 0,0-3 1 16,2-3-4-16,-1-3-4 0,2-1 3 0,1-5-2 0,0-2 0 15,1-1-18-15,0-8-22 0,0 2-6 0,0-2-9 16,0 0-49-16,0 0-75 0,0-1-8 0,0-1-32 16,0-1-128-16</inkml:trace>
  <inkml:trace contextRef="#ctx0" brushRef="#br0" timeOffset="157764.18">3276 13237 1344 0,'-1'0'67'0,"-1"0"-6"0,-10 2 30 15,-5 1-3-15,9 0-15 0,0-1-35 0,3-1-23 16,3-1 3-16,0 1-11 0,-1 1-6 0,2-1-1 16,0 0-3-16,0 0 2 0,1 0 2 0,1 1 1 15,0-1 2-15,7-1-1 0,11 0 11 0,5-1-5 16,-1-3 9-16,-1-1-6 0,2 1 23 0,1-3 3 15,-2-1-1-15,2 1 2 0,0-1 4 0,-2 1-13 0,2-1-4 16,-2 0-4-16,1-1-13 0,-1 0-5 0,1 1 2 16,2 0-6-16,0 1-17 0,-4 1-5 0,0 0-5 15,-5 2 1-15,-4 2-19 0,2 0-30 0,-6 0-17 16,1 1-20-16,0-1-214 0</inkml:trace>
  <inkml:trace contextRef="#ctx0" brushRef="#br0" timeOffset="158666.6">22400 15379 256 0,'-1'0'286'16,"0"0"-134"-16,0-1 84 0,-2 0 11 0,2 1-214 15,-4-3-3-15,2 1-8 0,2 2-7 0,-2-1 6 16,2-4-7-16,0 0 17 0,-1 0-4 0,-1 1 9 16,2-2 1-16,-1 3-1 0,1 0 3 0,-2 0-3 15,2-1 3-15,0 1-17 0,1-3-1 0,1 0-5 16,3 0 4-16,9-2-6 0,15-2 4 0,5 1-7 0,2 0 3 15,4-2-7-15,3 0-2 0,4 1 0 0,7-1 9 16,0 1-9-16,2 0 5 0,-1 2-8 0,-3-1 1 0,-3-1-3 16,-5 2-1-16,-3-1-1 0,-1 0-4 0,-2 0-16 15,-2 2 7-15,-4 1-11 0,-7-1 1 0,0 5-3 16,-7-2-9-16,-2 3-5 0,-1 0-102 0,-10-2-80 16,-4 2-30-16</inkml:trace>
  <inkml:trace contextRef="#ctx0" brushRef="#br0" timeOffset="158865.01">22527 15414 1101 0,'-1'0'146'0,"0"0"-118"0,-4 0 151 15,-7 3-59-15,4-2-65 0,3-1-14 0,3 0-1 16,1 0-6-16,-1 1-35 0,-1-1-1 0,2 0-1 0,1 0 4 16,1 0 33-16,0 0 9 0,29-3 4 0,4-1 0 15,6-3-1-15,3-2-15 0,4-1 2 0,3 0-6 16,0-1-2-16,2-1-20 0,0 2 6 0,0-2-10 15,-4 1 3-15,0 0-19 0,1-2-2 0,1 0-7 16,0-1-27-16,3-1-33 0,-2 3-41 0,-5-1-9 16,-4 0-240-16</inkml:trace>
  <inkml:trace contextRef="#ctx0" brushRef="#br0" timeOffset="159870.17">4012 12583 256 0,'-1'0'223'0,"0"0"-84"0,0 0 91 16,0 0 11-16,-2-1-161 0,1-1-18 0,1 1-41 0,0 0-4 16,-1 0-2-16,1 0-8 0,0 0 9 0,0-1 3 15,0 2 2-15,1 0 10 0,0 0-4 0,0 0 5 16,1 0-3-16,0 0 14 0,0 0-3 0,2 0 2 0,11-2-2 16,0 1 7-16,3-2-13 0,1 2 7 0,1-1-10 15,2 0-9-15,1-1-14 0,1 0-4 0,0-1 0 16,-2 1 9-16,2-1-14 0,-2 1 7 0,-1 0-10 15,-3 1 0-15,0 1-2 0,-4 0-5 0,-3-1 3 16,-1 1-15-16,-1 0-15 0,-2 0-8 0,-4 1-7 16,3 0-83-16,-3 0-47 0,1 0-16 0,-1 0-7 15,-1 0-56-15</inkml:trace>
  <inkml:trace contextRef="#ctx0" brushRef="#br0" timeOffset="160050.95">4170 12639 121 0,'-1'1'43'0,"-1"1"61"0,1-2-27 0,-6 4 7 16,3 0-2-16,-1 0 4 0,1 4 6 0,2 0-12 15,1-2-2-15,-4 1-6 0,2-1-27 0,1-3-4 16,1 2 3-16,1 0-4 0,0-1 5 0,0 0 2 16,1-1-1-16,2 0 3 0,3 0 1 0,7 4 9 15,1-2-4-15,1-3 4 0,0-1-7 0,1-1-14 16,-1-1 0-16,2-1-8 0,0-2-15 0,2 0-15 16,1-2-5-16,0 0-4 0,1-1-24 0,-3 0-15 15,-1-1 0-15,-3 1-9 0,0-1-38 0,-2 1-217 0</inkml:trace>
  <inkml:trace contextRef="#ctx0" brushRef="#br0" timeOffset="160617.15">3007 12984 62 0,'0'1'31'0,"-1"0"-3"0,-1 0 28 0,1 0-7 16,0 1 2-16,0-1-13 0,-1 0 16 0,-1 0 4 0,1 0 4 15,0 0 13-15,-1 1-18 0,1-1 6 0,1-1-10 16,-4 0-2-16,0 0 7 0,1 0 3 0,-2 0 4 16,0 0 22-16,1 0-15 0,0 0-2 0,2 0-5 15,-1-1-5-15,1-1-14 0,2 2-4 0,-2-1-4 16,1 0-24-16,0 0 3 0,0 0-1 0,1 1 2 16,0-1 9-16,1-1 1 0,1 1 6 0,0 0-6 15,5-1-4-15,13-8 1 0,3 0-10 0,4-2 8 16,0 1-16-16,2 0 2 0,4 0-6 0,0 2 3 0,-2-1-12 15,5 1-2-15,-7 1 3 0,1-1-4 0,3 2-8 16,-6 1-10-16,3 1-5 0,-4-1 0 0,-3 0-7 0,-2 0-173 16,0 0-14-16</inkml:trace>
  <inkml:trace contextRef="#ctx0" brushRef="#br0" timeOffset="161603.38">5838 10993 366 0,'0'0'64'0,"0"0"8"16,0-1 54-16,-1 0 0 0,1-1-48 0,-3-7-27 16,-1-3 1-16,2 2-12 0,0-3-20 0,0 1 0 15,1 0-8-15,-1-1 5 0,1 1-6 0,-1 1-10 16,1 1 9-16,0 1-8 0,0 1 23 0,1 3 0 0,0 0-3 16,0 3 3-16,-1 0-6 0,0-1-2 0,-1 1 4 15,2-1-2-15,-1 1 15 0,1 1-14 0,0 0 7 16,0 0-11-16,-1 1 0 0,0 0 3 0,0 1-7 15,0 3 6-15,-5 18-16 0,1 0 6 0,1 0-1 16,1 0 2-16,1 0-5 0,0 0-1 0,2 2 2 0,2-1-1 16,1 4-2-16,3 3 2 0,0 3-6 0,1 2 4 15,-1 5 2-15,0 3 10 0,0 3 1 0,-3 0 3 16,2 1 14-16,-3-1-6 0,-1-1 4 0,0-1-8 16,2-1-5-16,-2-3-12 0,-1 1 5 0,-1-2-7 15,-2-3 3-15,1-2-5 0,-1-2 0 0,0-4 0 16,1-3 1-16,0-4 0 0,-1-3-3 0,1-4 1 0,-1 1-10 15,2-6-23-15,0-3-5 0,0-2-8 0,1-2-31 16,-1 1-37-16,0-1-2 0,-1-1-13 0,1-1-21 16,1-1-97-16</inkml:trace>
  <inkml:trace contextRef="#ctx0" brushRef="#br0" timeOffset="162168.44">5851 10860 1383 0,'-1'-1'45'0,"0"0"-5"0,-1-1 13 0,-1 0 0 16,1 0-14-16,0-2-23 0,-3-3-16 0,1 1-2 16,2 0-5-16,1-3-2 0,2 0 8 0,3-3-5 15,1 1 5-15,-1 3-6 0,12-1 7 0,1 0 2 0,-1 2 1 16,1 1-3-16,-1 2 1 0,1 0 1 0,-1 3-1 15,1-8-3-15,-3 3 9 0,-1 3-4 0,-1 3 6 16,-2 0-9-16,-1 3 4 0,0 0 4 0,-3 1-1 16,-2-1 1-16,0 13 5 0,5-2-7 0,-2 1 8 15,-2 0-8-15,-3 3 6 0,-2 2-1 0,-1-2 2 16,-2 0-3-16,-2-2-8 0,0-2 1 0,-1 0-3 16,2-3 1-16,-1-1 3 0,0 1-1 0,2-3 1 15,-1 0-5-15,1-1 0 0,0-1-1 0,2-1 1 0,0-1 2 16,0 0-3-16,0 0 0 0,1-1-3 0,0-1 3 15,0 1 1-15,0-1 4 0,0 0-2 0,0 1 6 16,0-1-9-16,0 1 2 0,0-1-4 0,1 0 6 0,0 1-3 16,11 0 0-16,1 2-1 0,-2 0 9 0,2-1-7 15,1 0 1-15,-3 0-3 0,4 1-1 0,-3-1 5 16,1 0-2-16,-4 0 1 0,-4-1-4 0,-1 1 5 16,-2-1 0-16,-1 1 2 0,0-2 2 0,2 2 2 15,0 2-3-15,-2 1 3 0,-1 2 2 0,-2 2-4 16,-4-1 2-16,3 5-5 0,-18-3-4 0,-1 1 12 15,2-1-3-15,0 0 8 0,2-3 3 0,1 2-9 16,2-4 0-16,0 1-4 0,2 2-3 0,2-5-3 0,0 5 4 16,3-4-3-16,2 0-1 0,0-2-2 0,3 0-7 15,1-2 2-15,-2 1-11 0,2-1-25 0,-1 0 1 16,1 1-10-16,1-1-12 0,0 0-70 0,-1 1-15 16,2-1-23-16,0-1-83 0</inkml:trace>
  <inkml:trace contextRef="#ctx0" brushRef="#br0" timeOffset="162535.87">6505 11033 1286 0,'0'0'40'0,"0"0"-2"15,0 0 5-15,0 0 1 0,-1 1-11 0,0 0 8 0,0 0-13 16,0 2 4-16,-4 7-6 0,-2 7 6 0,0 3-19 15,1 0 3-15,0 0-9 0,1 0-5 0,2-3-2 16,0 1 0-16,2-2 0 0,1 1 0 0,0-2 3 16,0-2-4-16,1-2 4 0,1-2-1 0,-1-3 8 15,0-1-6-15,0-2 4 0,1 1-4 0,0-2 4 16,0-1 9-16,6 2-3 0,0 3 18 0,1-2-3 16,0 1 1-16,2-1-1 0,-1-3 6 0,3 0-9 15,-1-1 8-15,0-2-7 0,3-2 5 0,-1-1-14 0,-2-1-3 16,2-2-2-16,-2 1 2 0,-4 6-5 0,4-11 1 15,-4 0-3-15,-3-1 1 0,-1 3-2 0,-2-2 3 16,6-1-4-16,-2-1 4 0,-3 0 4 0,-1 0-1 16,-2 0 2-16,-1 0-4 0,-2 1-8 0,-3 0 0 15,-1 2-3-15,1 1-3 0,-10 1-5 0,-1 1-2 16,1 3-3-16,-3 0-22 0,2 3-38 0,0-9-19 0,-4 4-13 16,1 4-113-16,-2 4-38 0,-1 4-29 0</inkml:trace>
  <inkml:trace contextRef="#ctx0" brushRef="#br0" timeOffset="163136.01">5258 12245 776 0,'-2'1'93'15,"0"-1"121"-15,-18 5-91 0,4-1-30 0,4-1-9 0,0 0-5 16,9-2-36-16,-2 0-10 0,1 0-3 0,2 0-1 16,0 0-19-16,-1 1-12 0,1-1-7 0,1 0 1 15,0 0 1-15,-1 0 6 0,2 0 2 0,0 1-1 16,2-1 7-16,-1 0 0 0,0-1 6 0,17 2-4 16,-2 0 6-16,6-2-1 0,4-3-2 0,4-2 3 15,1-2 3-15,1-2-3 0,2 0 4 0,3-4-5 16,3-1 5-16,4-2-9 0,5 0-5 0,7-3 1 0,6 1-2 15,-1 1 12-15,1-1-2 0,-2 0 3 0,-4 2-7 16,4-2 5-16,6 0 1 0,1 0-1 0,5-1-5 0,-1-1 6 16,-1-2-5-16,1 21 5 0,-4-29-15 0,6 3 13 15,1 1-10-15,4-2 9 0,-1 2-14 0,-6-2 7 16,-1 1 0-16,-2 1 3 0,4 1 1 0,-2 4 8 16,1 0 1-16,-8 2 2 0,-3 2 5 0,-2 1-4 15,-4 1-1-15,-1 3 0 0,-3 2 1 0,2 1-6 16,-3 2 4-16,-4 1-6 0,0 2-5 0,-6 1-4 15,-5 1 2-15,-5-13-3 0,-2 7 2 0,-3 3-6 16,-2 4-1-16,-2 1-2 0,-2 0-8 0,-5 1 1 16,-3 0-9-16,-3 0 5 0,-2-1-19 0,-4 0-21 0,1 1 1 15,1 1-17-15,-2-1-85 0,0 0-100 0,-1 1-26 16</inkml:trace>
  <inkml:trace contextRef="#ctx0" brushRef="#br0" timeOffset="163786.04">5256 13014 1214 0,'-1'0'11'0,"0"0"2"0,-6-2 35 0,-5-2-18 16,10 4 16-16,0 0-36 0,0 0-20 0,0-1-3 15,0 0-5-15,-1 0 7 0,2 1 1 0,1 0 10 16,0 0-4-16,1 1 14 0,0-1-11 0,15 11 0 0,-1-5-4 16,-1 10 2-16,-1 3 3 0,-1 3-2 0,-2 3 2 15,2 1 0-15,-4 3 3 0,-2 3 3 0,0 3 0 16,-3 3 11-16,-2 3 5 0,0-2-2 0,17-2 5 15,-11-3 15-15,-5-2 15 0,-2-2 1 0,-1-5 3 16,-3-2-1-16,1-6-23 0,-2 0 3 0,1-4-10 16,1-1-12-16,1-4-12 0,0-1 4 0,2-4-5 0,-1 1 3 15,1-2-11-15,0-1 3 0,-1 2-5 0,0-1 7 16,1 1 7-16,0-2-4 0,0 0 5 0,0 0-3 16,0-1-4-16,0-1 1 0,0-5-2 0,3-22 0 0,2-4 2 15,1-3 1-15,0-4 1 0,1-3 3 0,0-7-6 16,1-1 3-16,2 2-2 0,1 2 8 0,2 3-1 15,3 3 3-15,0 2-2 0,2 0 10 0,-16 4-9 16,18 1-1-16,0-1-3 0,0 5-2 0,-1 4-12 16,1 1-6-16,-3 5-3 0,5 7-11 0,-4 1-14 15,-2 3 9-15,1 7-10 0,-7-2 12 0,2 2-52 16,0-6-16-16,-2 6-18 0,-1 1-111 0,3 4-3 16,-3 4-42-16</inkml:trace>
  <inkml:trace contextRef="#ctx0" brushRef="#br0" timeOffset="164304.84">5829 13533 1189 0,'0'0'23'15,"0"0"-2"-15,-1 0 14 0,0 0-1 0,0 0-4 0,-1-1-12 16,2 0-17-16,0 1 3 0,0 0-4 0,0 0 18 16,0 0-11-16,0 1-1 0,0 1-3 0,0 3-2 15,4 10-2-15,-1 0 8 0,1 2-6 0,-1-1 6 0,0 2 12 16,-2 0-4-16,-1-2 9 0,0 0 19 0,0-1-2 16,-1-1 5-16,0-1-6 0,-1-2-12 0,1-2-3 15,0-2-7-15,0-1 2 0,0-3-13 0,0 1 3 16,1-2-3-16,-2 0 1 0,1 1-12 0,0-1-19 15,0-1 2-15,0 0-9 0,1 1-14 0,0-2 3 16,0-2 4-16,0 0 1 0,3-13 28 0,3-8-9 16,1 1 1-16,1 0-3 0,2 1 3 0,-2 1 8 15,1-2-4-15,0 2 4 0,-1 2-2 0,0 0 0 0,0 1 8 16,-2 6-5-16,0-1 7 0,-1 4 8 0,-2 2-8 16,-1 3 10-16,0 1 1 0,0 1 1 0,1 0 6 15,-1 0-4-15,-1 1 13 0,4 0-8 0,0 0 6 16,-1 1-6-16,1 1 2 0,-2 3 6 0,2 9-9 15,-1 0 9-15,-1 1-10 0,0-1 5 0,-1 1 3 0,0-1-1 16,-1 0-2-16,1-1-2 0,7 1-4 0,-3-2 1 16,-1 1-4-16,-3-3-9 0,-2 0 6 0,0-1-7 15,0 0 3-15,0 1-8 0,-1-2 2 0,0-1-5 16,-1-2 3-16,1-2-14 0,0 1-1 0,1-3-6 16,-1 1-32-16,0 1-53 0,-2-2-11 0,1 0-18 15,0 0-91-15</inkml:trace>
  <inkml:trace contextRef="#ctx0" brushRef="#br0" timeOffset="164571.15">5662 13451 1574 0,'-1'0'41'0,"0"0"-4"0,-4 0 18 15,-8 0 1-15,7 0-12 0,3 0-30 0,2 0-20 16,-2 0 5-16,2 0-8 0,0 0 10 0,1 0 1 0,0 0-2 16,1 0 2-16,12 1 8 0,14-1-7 0,1-5 3 15,2-1-6-15,3-3-3 0,-2-2-3 0,-1-1-5 16,-3 2 3-16,-3-1-6 0,-1 2-4 0,-2 1 0 16,-2-1-2-16,-3 1-5 0,-2 2 4 0,-2 2 2 15,0-1 0-15,-2 1 2 0,0 2-20 0,-1 0-9 0,1-2-12 16,-1 1-121-16,2-3-53 0,2-1-74 0</inkml:trace>
  <inkml:trace contextRef="#ctx0" brushRef="#br0" timeOffset="164970.97">6623 12423 1142 0,'-1'-1'118'0,"-1"-1"35"0,0 0-57 15,-4 0-75-15,-1-6 0 0,4 3-20 0,1 0-2 16,1 5-11-16,1-1 5 0,-1 1-11 0,-1-2-12 16,-1-1 1-16,1 2-8 0,1 0-17 0,0 1 5 15,-2 0 10-15,1 1 0 0,-2 1 37 0,-4 14 13 16,-4 5 4-16,0 0 5 0,-3 3 23 0,0-1 18 0,-2 2 1 15,-2 3 7-15,1-1 11 0,3 5-17 0,-2 0-6 16,2 3-4-16,2 2-19 0,0 5-9 0,1-1 0 16,2 5-4-16,2-2-15 0,2 1 4 0,5-2-3 15,-17-3 3-15,10-2-8 0,5-3-3 0,4-2 2 0,5-1-2 16,3-1 4-16,0-4 2 0,3 1-4 0,2 0 2 16,0 0-7-16,-13-3 4 0,16-1 5 0,1-7 0 15,1 1-5-15,0-2-1 0,2 0-6 0,-1-3 5 16,-1-4-13-16,3-1-24 0,-2-3-5 0,6-2-6 15,-2-1-7-15,-2 11-152 0,5-6 3 0,-2-6-75 16,3-2-177-16</inkml:trace>
  <inkml:trace contextRef="#ctx0" brushRef="#br0" timeOffset="165370.85">7166 12580 1495 0,'-1'0'24'0,"-3"0"-3"0,-20-4 11 16,1 0-2-16,9 2-6 0,2-1-24 0,3 2-3 0,1 0-1 15,2 0 0-15,-1 0-2 0,2 0-12 0,-1-1-5 16,2 2-3-16,-1 0-34 0,0 0 32 0,-1 2-5 15,-1 0 17-15,-1 3 18 0,0-1 6 0,-2 13 0 16,0 2 3-16,-1 1 9 0,1 2 26 0,-1 4-4 0,3 2 10 16,-2 3-4-16,2-1-12 0,0 0 0 0,3-1-5 15,1 0-9-15,1 2-12 0,-12-2 5 0,7 1-8 16,4-3 3-16,4-4 2 0,0 0-7 0,3-3 5 16,0-2-5-16,2-1-4 0,-1-3 4 0,4 0-5 15,-1-1 0-15,0-1 0 0,-6 0 2 0,13-4-1 16,0 0-3-16,1-1-6 0,2-2-3 0,-1-2 0 0,2 1-6 15,0-2-2-15,-2 9-1 0,2-3-1 0,0-3-20 16,0-3 10-16,0-2-8 0,-3 0 9 0,-3-1-20 16,1-3-53-16,0 0-9 0,2-2-18 0,0-1-61 15,0-1-83-15</inkml:trace>
  <inkml:trace contextRef="#ctx0" brushRef="#br0" timeOffset="165787.54">7370 12953 1066 0,'-2'0'104'0,"1"1"-1"0,0 1-6 0,-1-1-7 15,-2 1-33-15,-2 7-17 0,2 7-12 0,-2 1-6 16,1 0-2-16,0 2-10 0,-1-2-1 0,4 3-1 16,0 1-1-16,-2-1-7 0,-8-1 3 0,4-1-2 15,3-3 1-15,3-2-12 0,1-3 1 0,1-3 4 0,0-3-2 16,0 0-5-16,0-2-5 0,0 1-6 0,0-1 4 15,0 0 11-15,0-1 5 0,0 1 1 0,1-2 0 16,0 0-2-16,0-2-1 0,-1 1 4 0,6-20-5 16,5 1-9-16,1 0 5 0,-1 0-5 0,2 0 7 15,1 1 4-15,-1 3-4 0,0-4 6 0,0 5-5 16,0 0 6-16,1 2 0 0,-1 6-3 0,-1 3 3 16,-1 0 2-16,-2-3 8 0,0 1-2 0,0 3 4 15,-2 2 8-15,2 1 11 0,-2 1 0 0,0 2 2 0,1 3-10 16,-3 4 7-16,1 6-6 0,-1 0 6 0,-1 1-14 15,-1-1 9-15,-1 2-2 0,1-2 4 0,-2 0-3 16,9-1-8-16,-4-3-3 0,-2-2-2 0,-2 0-12 0,-1-3 0 16,0 0 2-16,-1-2-2 0,0-3-2 0,0 0-6 15,0 0-9-15,0 0 1 0,0 0-33 0,-1 1-54 16,0-2 7-16,-1 0-25 0,-2-1-12 0,-6 0-70 16,0-1-23-16</inkml:trace>
  <inkml:trace contextRef="#ctx0" brushRef="#br0" timeOffset="166022.03">7308 12710 1333 0,'-1'0'79'0,"-2"0"113"0,-7 0-93 0,6 0-29 0,-1 0-10 0,3 0-6 15,0 0-45-15,0 0 1 0,1 1-6 0,0 0 5 16,1 0 2-16,0 0-5 0,1 2 6 0,5 0-8 15,13 7 2-15,2-3-17 0,1-3-4 0,-1-2-6 16,2-2-25-16,-2-2-8 0,1-1-1 0,-1-3-2 16,0-1-7-16,1-1-80 0,0-2 2 0,1 1-27 15,1 0 6-15,-2-1 10 0,-3 1-5 0,0-1-3 0,-1 1-85 16</inkml:trace>
  <inkml:trace contextRef="#ctx0" brushRef="#br0" timeOffset="166272.82">7899 12749 1051 0,'-1'0'159'0,"-1"0"313"0,0 0-401 0,0 0-25 16,-1 0-7-16,1 0-5 0,0 0-30 0,0 0-2 15,1 0 0-15,0 0 0 0,1 0 3 0,0-2 2 0,1 1-9 16,0 1 6-16,17-1-5 0,2-11-5 0,-1 0 5 15,3 1-4-15,-1-2 7 0,1 1 0 0,1-1-6 16,-1-1 1-16,3 1-17 0,-1 0-6 0,-3 0 3 16,-1 0-5-16,-3 3 6 0,2-1-4 0,-5 2 5 0,-3-1-5 15,-2 2 9-15,-4 1-13 0,-1 0-8 0,0 1-11 16,0 1-111-16,-2 1-33 0,0-1-53 0</inkml:trace>
  <inkml:trace contextRef="#ctx0" brushRef="#br0" timeOffset="166537.94">8084 12345 1384 0,'-1'0'49'0,"0"0"-4"0,0 0 24 16,-1 0-2-16,0 0-8 0,-1 0-15 0,2 0-27 15,-2 1 2-15,2-1-9 0,-1 16 0 0,0 4 3 16,-11 2-6-16,4 3 5 0,3 1-5 0,4 1-1 15,2 0 4-15,0 0-4 0,1 2-2 0,0 0-3 16,1 2 1-16,-1 2-1 0,0-1-5 0,1 2 5 16,1 1-6-16,-3-2 5 0,1 4-11 0,0-6-6 15,0-3-8-15,2 1 0 0,-2-8-20 0,0-1 14 16,0-5-5-16,0-7 3 0,0-3-40 0,1-3-6 0,-1 1-16 16,1-2 3-16,5 0-55 0,14-4-86 0</inkml:trace>
  <inkml:trace contextRef="#ctx0" brushRef="#br0" timeOffset="166872.28">8609 12025 1510 0,'-1'0'32'15,"0"0"-3"-15,-2 0 11 0,-5 0 0 0,4 0-9 0,-1 0-23 16,-1 0-14-16,-1 0 4 0,-3 3-7 0,2 0 3 15,-4 4 6-15,3-4-9 0,-3 13 8 0,2 1-8 16,-1-1-1-16,0 2 3 0,1 2-2 0,-2 0 9 0,3 0 4 16,-1 3-2-16,2 2 3 0,0-2-3 0,1 6 0 15,0-4 4-15,1 1-3 0,1 4 4 0,0-4-3 16,3 2 3-16,-2-1-1 0,3 0 3 0,-13-4-3 16,7 1-2-16,5-4 0 0,2-2 0 0,2-1 4 15,2 0-2-15,0-3 2 0,3 1-8 0,0-3 0 16,1-2 0-16,-1 0 0 0,7-2 4 0,0-1 1 15,0-2-4-15,2 1 4 0,0-3-3 0,1 0-15 16,1-2-2-16,0 9-8 0,-1-4-16 0,2-3-16 0,-1-3 2 16,0-3-18-16,5-3-110 0</inkml:trace>
  <inkml:trace contextRef="#ctx0" brushRef="#br0" timeOffset="167523.26">8902 12756 1318 0,'-1'1'152'16,"-1"0"-168"-16,1 0 162 0,-1 0-80 0,0 0-53 15,-1 1-13-15,2-1 4 0,0 0-7 0,0 0-4 16,-1 0-6-16,1 1-5 0,0-1 0 0,1 0-17 0,0 0 2 15,0 0 7-15,1 0-1 0,0-1 25 0,2 0 0 16,2-2-4-16,4-5 4 0,-1-1 9 0,-1-6 13 16,0 0 1-16,-1-2 3 0,-1 1 5 0,1 0 11 15,-2-2-3-15,2 1 4 0,0-1-10 0,-1 1-9 16,0-3 5-16,-2 3-6 0,-1-3-1 0,3 0-18 16,-1 0 4-16,0 3-7 0,1-1 8 0,5 4-9 15,-5 1-2-15,-1 4-1 0,-2 1 8 0,-1 3 2 16,1 0 4-16,-2 3-2 0,1-2 6 0,0 1-3 0,0 0-5 15,-1 1 1-15,0-1-2 0,0 2-4 0,0 0 10 16,0 2-9-16,0-1 11 0,-2 20-6 0,-2 0 2 16,0 1-3-16,0-2 5 0,1 0-6 0,0 0-1 15,2-3 0-15,0-1-3 0,0-3 3 0,1-2-3 0,0-2 3 16,0-2-4-16,0-1 2 0,1-1 0 0,0-2 0 16,0 1-1-16,-1-3 6 0,0 0-3 0,6 0 5 15,1 5-8-15,3 0 0 0,0-1 3 0,0-4-2 16,0-1 2-16,2 0-4 0,-4-1 1 0,4-4-2 15,-2-1 8-15,6-3-8 0,-5 8 2 0,2-13-4 16,2 0 7-16,-4 1-7 0,2 0 2 0,-2 0-4 16,-5 1 7-16,0-1-1 0,-2 4 1 0,-1-1-2 15,0 3 1-15,-2 2 3 0,3 1-5 0,-3 1 4 0,-1 2-6 16,2-1 11-16,1 0-3 0,-2-1 5 0,0 2-12 16,0 0 9-16,2 0-1 0,-1 1 4 0,0 0-4 15,1 1 6-15,-1 0-1 0,-1 1 1 0,4 14-5 16,1-1-2-16,0 1-3 0,2 1 2 0,-3-2-6 0,2 0 3 15,0 0 2-15,0-3 1 0,2 0 1 0,1-4-7 16,-1 2-5-16,0-4 0 0,1-2-8 0,-2-1-27 16,0 3 1-16,3 0-13 0,-2-4-10 0,2-1-122 15,1-1 39-15,-2-2-62 0,1-4 64 0,1 5-107 16,0-20-52-16</inkml:trace>
  <inkml:trace contextRef="#ctx0" brushRef="#br0" timeOffset="167889.55">9354 11523 1242 0,'-1'0'341'0,"-1"-1"-467"0,-12-4 404 0,-1 1-226 0,5 1-22 15,5 2-23-15,3 1-1 0,0-1-9 0,-1 1-26 16,2 0 18-16,0 0-2 0,1 1 9 0,0 0 3 16,1 2 2-16,2 3 1 0,6 9 0 0,-4 0-2 15,11-1 3-15,2 3 0 0,1-1 3 0,1-1 1 0,0 2 21 16,3 1-2-16,1 0 9 0,0 2 8 0,2 0-11 16,1 5 7-16,0 1-9 0,0 0 8 0,3 4-1 15,-2 3-4-15,1 4 2 0,0 4-4 0,-2 1-11 16,-6 1-2-16,0 2-3 0,-1 6 1 0,-4 7-9 15,-1 4 8-15,-7 7-9 0,-2-3 2 0,-5 0-2 16,19 1 3-16,-20-6 0 0,-10 5 6 0,-5-1-10 16,-5 1-2-16,18-1-3 0,-28 0-11 0,-4-3-62 15,0-5-40-15,1-4-14 0,1-3-194 0</inkml:trace>
  <inkml:trace contextRef="#ctx0" brushRef="#br0" timeOffset="169557.51">4294 13441 471 0,'-1'0'366'0,"0"0"-509"16,-1-1 439-16,1 1-247 0,-4-2-6 0,3 0-22 15,-1 1 3-15,1 0-12 0,-1-1-10 0,2-1 7 16,1 1 2-16,0-3 0 0,0-1-2 0,1-2 10 15,3 1 3-15,2-1 3 0,2 0 9 0,11 1-6 0,-4 2 2 16,2 3-1-16,-2 0-1 0,-1-7 1 0,0 2-4 16,0 5 3-16,-1 2-5 0,0 3-14 0,1 5 1 15,-1-1-4-15,1 16-1 0,-3 4 1 0,-2 1 0 16,-2 0 0-16,-1 2 9 0,-5-1-7 0,15 0 3 0,-9 2-4 16,-6 1-3-16,-3 1 9 0,-7 1 1 0,-2 3 4 15,-3-1 19-15,1-2-7 0,-2-1-2 0,4-7-3 16,-2-1-8-16,2-3-5 0,-1-1 5 0,2-4-4 15,0-4 8-15,8-1 0 0,-6-7-2 0,2 0 1 16,-5-4-6-16,6 0-5 0,-5 6 0 0,2-2-2 16,6-4-1-16,-2 0-2 0,0 0 4 0,2 0-5 15,0-1 1-15,-1 0-6 0,1 0-3 0,1 0-1 0,-1 0-8 16,-1-1 12-16,1 0-4 0,1-1 5 16,-1-2-2-16,1-6 4 0,1-1 2 0,1-2-1 0,2 1 1 15,0 3-1-15,3-2 3 0,1 1-2 0,-3-1 1 0,11-1-4 16,0 1-3-16,1 2 0 0,-1 1 3 0,3 2 0 15,0 2-1-15,1 0-1 0,1 3 1 0,0-11-4 16,0 6 10-16,0 5-7 0,-1 1 2 0,-3 1 7 16,3 3-11-16,-1 2 8 0,-2 0-9 0,2 2 5 15,-6-2-2-15,1 1 1 0,0 0-14 0,-4-1 3 16,2 1 0-16,-5-4-2 0,1 2-18 0,0 0-20 16,-3-3-4-16,3 3-10 0,-2-3-64 0,3 2-51 15,1-2-3-15,1-1-14 0,2-1-13 0</inkml:trace>
  <inkml:trace contextRef="#ctx0" brushRef="#br0" timeOffset="170111.36">5001 13421 1417 0,'-1'0'55'16,"0"0"-5"-16,-4 0 26 0,-9 3 3 0,5-1-14 15,0 1-14-15,4 0-27 0,1-2-3 0,2 0-6 16,-1 0-5-16,2 4-10 0,0 4 5 0,-8 4-7 0,1 3 3 16,4-1 0-16,1 4 0 0,3 1-1 0,0-1-2 15,2 3 9-15,1 1-8 0,1 2 8 0,-1 0-8 16,1-1 2-16,-2 0 0 0,0 1 1 0,0-3-7 0,-1 0 5 16,0-2 2-16,-1-3 1 0,0-2 3 0,0-4-3 15,0-3 1-15,0-1-1 0,0-1-4 0,0-3 1 16,0 1-9-16,0-2 4 0,0 1-31 0,0-1-17 15,0-1 10-15,1 0-9 0,0 0 22 0,0-1-13 16,1-1-4-16,7-13-5 0,4-12-30 0,-1-3-33 16,-3 1 1-16,-1-1-9 0,-1 2 13 0,2 2 7 15,-2-1 16-15,0 2-1 0,-1 2 70 0,-2 0 22 16,0 2 3-16,-1-2 7 0,0 2 19 0,-1-1 15 16,0 4 5-16,0 1 3 0,-1-1 17 0,-1 6 2 0,0 0-2 15,0 6 0-15,0-1-5 0,0 2-6 0,0 1-5 16,0-1-1-16,0 3-19 0,0-1-14 0,1-1-2 15,0 1-3-15,0 1 1 0,1 0 10 0,-1-1 1 16,0 2 2-16,0 0 0 0,1 2 1 0,1 0-5 0,5 11 2 16,3 9-7-16,-4 1-1 0,-1 2-1 0,-3-2-1 15,1 0-5-15,-2 0 2 0,-1-1 3 0,-1-2-2 16,0 0 1-16,0-1-9 0,0-3 3 0,0-2-4 16,0-1-6-16,0-1 1 0,0-1 0 0,0-2 0 15,0-3-2-15,0 0 0 0,0-3-9 0,0 1 6 16,0-2-17-16,0 0-11 0,0 1-2 0,0-1-2 15,0 1-9-15,0-2-26 0,0 0-5 0,0-1-13 0,0 0-51 16,-1-1-38-16,0-2-1 0,-5-14-18 0,0-3-81 16</inkml:trace>
  <inkml:trace contextRef="#ctx0" brushRef="#br0" timeOffset="170276.15">4870 13352 952 0,'-2'0'99'0,"0"-1"139"0,0-1-101 0,-1 1-49 15,1 0-7-15,0 0-16 0,0 0-43 0,1 0 21 16,0-1 2-16,1 1 7 0,0-2 9 0,7-13-7 16,-5 0-5-16,18-1 0 0,3 1-16 0,1-4-17 15,2 1-5-15,1-2-6 0,-1 0-32 0,2 1-19 0,2-1-6 16,-3 2-4-16,0 0-26 0,-5 0-133 0,-6 2-18 16</inkml:trace>
  <inkml:trace contextRef="#ctx0" brushRef="#br0" timeOffset="171177.17">2576 12524 893 0,'-1'-2'81'0,"-5"-17"114"0,-1 0-66 0,1 5-8 0,-1 0-11 16,3 6-1-16,1 4-52 0,2-1-18 0,-7-1-6 15,1 3-4-15,-1 1-16 0,-2 3-4 0,0 6-2 16,-2 15-2-16,-2 22-14 0,-3 6 9 0,-1 9-1 0,0 10 3 16,-2 5-1-16,0 9 5 0,2-1-1 0,-6-4 1 15,2-5-8-15,-1-8 15 0,-1-3-5 0,3-6 10 16,1-5 5-16,3-9-3 0,0-7 7 0,7-8-6 15,0-2 6-15,4-9-13 0,3-1 0 0,2-8-5 16,-3-3-11-16,0 1 2 0,3-3-4 0,0 1 4 16,1-2-7-16,0 0 10 0,1-1-5 0,5-2 7 15,20-5 1-15,2-30-8 0,2-6 3 0,3-7-6 0,2 0 1 16,4-6 3-16,-2 4 0 0,0-4 1 0,-3-1 1 16,-5-3-1-16,3-1-4 0,-4 1 1 0,-1 2-2 15,-2 9-6-15,-2 5 9 0,-4 8-7 0,-1 5 10 0,-5 7 0 16,-3 6-1-16,-2 5 2 0,-3 4 0 0,-2 7 4 15,-2 0 0-15,1-1 3 0,-1 1 10 0,1 1-20 16,-2 1 7-16,0 1-10 0,-10 21 9 0,8 25-2 16,-23 12-5-16,-1 12 1 0,-2 4 1 0,0 5-5 15,-3 1 10-15,1 0-7 0,-2 4 11 0,-1-2-5 16,1-5 4-16,-1-12-3 0,5-11 11 0,7-12-10 16,6-9 2-16,8-10-4 0,1-3-4 0,3-4-1 15,2-5 1-15,-5-4-1 0,3-2-4 0,3-4 2 0,0-1-4 16,0 2 6-16,1-1-1 0,0-1 3 0,2-1 3 15,8-4 1-15,9-6 7 0,5-31-9 0,1-8 2 16,-3-9-4-16,1-7 0 0,-2-2 0 0,1 0-1 16,-1 4 0-16,-1 6-6 0,-3 7 6 0,-1 3-3 15,-3 1 4-15,-1 3-7 0,-6 5 6 0,-2 5 0 0,-2 5 2 16,11 3 0-16,-9 8 5 0,-2 3-8 0,-3 10 6 16,0 1-5-16,-1 1 0 0,-3 1 2 0,-12 1-2 15,-3 9-1-15,-3 13 0 0,-3 27 1 0,-2 7 0 16,-4 6 0-16,-2 7 0 0,-3 7 0 0,-1 8 0 15,0 0-2-15,0-9 11 0,6-12 2 0,3-21 4 16,8-14 1-16,5-10-8 0,6-7 4 0,3-7-5 16,2 0 9-16,3-3-16 0,-1 1-2 0,1 0-5 0,0-2-12 15,1-3 6-15,4-38-8 0,13-23 8 0,5-10-6 16,-21-7-14-16,24 0 6 0,-2 0-11 0,1-2-15 0,-4-1 2 16,-7-2-6-16,-7 10-3 0,16 10-85 0,-20 19-128 15,-5 16-93-15</inkml:trace>
  <inkml:trace contextRef="#ctx0" brushRef="#br0" timeOffset="171859.35">2371 12903 256 0,'-3'0'313'0,"-3"0"-144"0,-22-4 103 0,8 3 7 16,0 1-231-16,5 1-8 0,0 3-44 0,-1 3 5 0,0-3-10 15,-2 22 9-15,-1 9-24 0,-2 9 1 0,-2 10-8 16,-1 10 9-16,1 12 13 0,-2 6 5 0,-2 4 4 16,2-3 33-16,3-18 24 0,1-12 6 0,7-19 6 15,3-12 22-15,6-13-31 0,2-6-6 0,1 0-10 16,-1-1-32-16,2-1 6 0,0-1 0 0,1-1 2 16,1-5 5-16,10-33-16 0,4-9 5 0,4-6-9 15,1-6-4-15,-2 0 3 0,1 1-1 0,1 3 2 0,-1 4-2 16,-1 8-6-16,-2 1-3 0,-3 8 1 0,-2 6 3 15,-4 7-10-15,-4 7 5 0,-2 8-9 0,-1 5-23 0,-1 1-119 16,-1 1-38-16,-15 8-41 0,-12 25-244 0</inkml:trace>
  <inkml:trace contextRef="#ctx0" brushRef="#br0" timeOffset="174749.44">4346 15681 256 0,'-1'0'157'0,"0"0"-51"0,-1 0 81 15,-3 0 15-15,-3 1-101 0,-2 1-15 0,4-2-30 16,3 0-11-16,2 0 5 0,-2 0-24 0,1 1-21 16,1-1 10-16,0 0-11 0,-1 1 28 0,2 0 0 15,0-1 6-15,0 0-4 0,2 0-2 0,5 1 3 16,14 1-6-16,3-2 5 0,-4-2 0 0,0-1-5 0,3-1 4 16,0-2-6-16,1-1-13 0,2 0-2 0,-3 0-5 15,2-1 4-15,2 0-7 0,-1 0 0 16,0 1 0-16,0-1-1 0,1 1-5 0,-4 0 4 0,3 1-6 15,-2 2 4-15,-5-1-9 0,3 0-1 0,-5 2-1 0,-1 0-2 16,0 1-17-16,-4 0-15 0,-2-1 4 0,0 2-8 16,-3 1-14-16,-2 0-177 0,-3 0 6 0</inkml:trace>
  <inkml:trace contextRef="#ctx0" brushRef="#br0" timeOffset="174965.03">4449 16203 1219 0,'-2'0'46'0,"1"0"-6"16,0 2 7-16,0-1 3 0,0-1-20 0,-1 0-38 0,1 0 11 15,0 0-3-15,1 0 11 0,0 0 13 0,1-1 14 16,0-1 3-16,1 2 3 0,14-10 10 0,3-1-15 16,1-3-1-16,1 0-7 0,3-1-16 0,3 1-7 15,-3-3 0-15,3 3-3 0,-1 0-8 0,-1 1-3 16,0 2-1-16,-5 1 0 0,0 2-12 0,-2-4-21 15,2 2 0-15,-2 1-8 0,2-4-28 0,-3 4-264 16</inkml:trace>
  <inkml:trace contextRef="#ctx0" brushRef="#br0" timeOffset="178248.08">2980 5903 620 0,'0'-1'26'0,"-1"0"24"0,-1-1 10 16,0-5-27-16,0-2 3 0,1 2-13 0,-1 0-14 0,2 3-9 16,0-1 2-16,0 0-2 0,0 1 4 0,2-1-3 15,-1 0-1-15,1-1-1 0,0 2 0 0,1 0 12 16,-1 1 2-16,-1 0 4 0,0 1 6 0,1-1-9 15,-1 2 5-15,1-1-5 0,1 0 15 0,-1 0-3 16,0 1 0-16,1 0 0 0,-1 1 5 0,0 0-3 16,3 2 5-16,1 24-5 0,-1 5-3 0,-1 5-14 15,2 9 0-15,-2 9-4 0,-1 4 0 0,0 8-2 0,19-1-2 16,-15-1 3-16,-6 1 10 0,-2-1-11 0,-3 1 6 16,0 2-7-16,-2 0 10 0,0-5-3 0,0-3 6 15,1-8-5-15,0-5 3 0,0-5-1 0,-1-3-5 16,0-1 3-16,1-2-10 0,2-3-2 0,-1-4 0 15,2-4 0-15,0-4 1 0,0-9-3 0,2 0 2 0,0-6-5 16,0-3-1-16,0 3-22 0,0-3-5 0,0 1-10 16,-1-1-61-16,0-1-67 0,1-1-34 0</inkml:trace>
  <inkml:trace contextRef="#ctx0" brushRef="#br0" timeOffset="178815.31">2922 5929 1310 0,'-1'-1'20'0,"0"0"0"0,-2-4 12 16,-1-10-8-16,1 3 1 0,2 0-16 0,1 4-11 15,4-1 8-15,2 1-8 0,1 2 4 0,10 0 4 16,2 1-9-16,0 3 6 0,2 1-9 0,0-11 6 15,2 6 3-15,-1 5-1 0,2 3 2 0,-2 3-1 16,1 2-2-16,2 4 3 0,-3-1 6 0,1 2-6 0,-3 0 2 16,-4-3-3-16,-2-8 7 0,-2 12-5 15,-1 0 6-15,-4 0-5 0,0 2 9 0,-6 1 0 0,11 1-6 16,-4 4 4-16,-6 2-6 0,-3-1 8 0,-4 4 3 16,-4-3 0-16,-4 0-4 0,7 0 0 0,-17-2 2 0,-2-1-1 15,4 2-2-15,1-4-10 0,3-1-3 0,2-2 0 16,2-1-4-16,4-3 1 0,0 1 5 0,5-4-2 15,0-1 9-15,3-2-13 0,0-2 3 0,1-2-7 16,-1 2-2-16,1-2 12 0,0 0-4 0,-1 1 8 16,-1 1-6-16,1-1 0 0,1 0-3 0,0 0 3 15,1-1 0-15,1 0-4 0,-1 0 4 0,1 0-5 16,9 3 5-16,4 1-1 0,3-1 2 0,2 2-1 0,0 0 4 16,-2 0-3-16,1 0 0 0,-2 1 0 0,-2 0-5 15,-1 0 4-15,-5-2 0 0,1 1 2 0,-1-1 5 0,-4-2-5 16,-1-1 0-16,-3-2-1 0,1 4 8 0,0-1-4 15,1 2 1-15,-1 1-2 0,-1-2 1 0,-1 4-2 16,-1-3 5-16,0 0-4 0,-3 1 6 0,-4 0-2 16,-6 0-4-16,-5-2 3 0,3 1 2 0,-1 0-7 15,2 1 6-15,6 0-7 0,-3-1 2 0,2-2-3 16,2 0-4-16,1 0 1 0,5 1-6 0,1 2 0 16,-1-3 3-16,-1 1-3 0,3-2-14 0,-2 1-25 15,0-1-2-15,1 2-6 0,1-2-5 0,0-1-56 0,0 2-22 16,0-2-15-16,8 5-94 0,9 2-49 0</inkml:trace>
  <inkml:trace contextRef="#ctx0" brushRef="#br0" timeOffset="179165.77">3748 6366 380 0,'0'0'254'0,"0"0"-299"0,0 0 304 0,0 0-151 15,0 0 5-15,0 0-34 0,-1 1-7 0,-1 0-9 0,1 1-26 16,-1 1 2-16,-8 13 0 0,-3 2-2 0,6 1-20 16,0 3-9-16,0 1-2 0,4 3-1 15,-1-2 3-15,-11 3-4 0,7-2 2 0,4-4-4 0,4 0-6 16,0-7 2-16,1-5-1 0,1-3 3 0,-1-2 4 0,-1-3 7 16,0 0-4-16,2 2 4 0,0-2 0 0,4 1-8 15,5 0 6-15,3-2-5 0,-6-2 16 0,3-4 10 16,-3 4-3-16,-1-18 5 0,1-1-11 0,-1-2 10 15,-1 1-5-15,0-2 5 0,0 4-14 0,-1 2 1 16,-2 1 0-16,-2 2 1 0,8 2-3 0,-5 0 2 16,-1 2-7-16,-3 2 5 0,0 0-12 0,-1 0 4 15,-2 2-3-15,-2 0 1 0,3 0-16 0,-13 3-8 16,0 0-5-16,-2 2 0 0,-1 0-21 0,-2-9-34 16,-2 4-8-16,-4 6-15 0,-1 3-84 0,-1 6-88 0,-1 4-29 15</inkml:trace>
  <inkml:trace contextRef="#ctx0" brushRef="#br0" timeOffset="179517.08">2638 7420 1424 0,'-2'-1'14'16,"1"0"6"-16,-2 0 14 0,-2-1-2 0,3 0-26 0,-1 1-15 16,2-1 0-16,1-1-2 0,1 1 17 0,12-7-13 15,20-7 3-15,8 5-6 0,4 2 8 0,2 0-11 16,0 0 5-16,1-2-4 0,-1-1 13 0,0-3-3 16,3-3 1-16,4-3-2 0,5 20 6 0,1-25 5 15,1 0-3-15,-2-4 3 0,-5 0 12 0,-5 0 5 16,-2 0 6-16,-1 3-2 0,-1 1 11 0,1 1-1 15,-2 1 1-15,0 2-2 0,2 1-10 0,-1 3-11 16,-5 0-3-16,-4 4-2 0,-6 1-12 0,-5 3 2 16,0 0-2-16,-4 4 0 0,0 3-17 0,-5 0-29 15,0-7 2-15,-5 5-16 0,0 3-58 0,-5 2-195 0,-1 0-27 16</inkml:trace>
  <inkml:trace contextRef="#ctx0" brushRef="#br0" timeOffset="179952.62">3523 7465 1185 0,'-1'0'22'0,"0"0"0"16,0 1 6-16,-2 0 3 0,2 7-8 0,-1 15-6 15,-16 12-5-15,9 6-11 0,5 5 8 0,4 5-5 0,1-1-5 16,2 1 3-16,0 1-4 0,1-3 12 0,-1-2-12 16,1-6 6-16,-2-3-9 0,0-4 10 0,2-7 1 15,-2 0-1-15,1-4 1 0,-2-5-2 0,0-1 2 16,-1-7 0-16,0 2 2 0,0-5 10 0,0-2 21 16,0-2 4-16,-1 0 5 0,0-1 4 0,-1-1-15 15,0 0-5-15,0 1-3 0,-3-2-17 0,0-2-5 16,1-1-1-16,0-15-2 0,3-6-4 0,-14-3-2 15,6-6 0-15,7-3-1 0,3-2-3 0,3-4 1 0,3 0 3 16,1-4-2-16,3-2 0 0,2-5 0 0,1-1-7 16,1-1 6-16,0 3 2 0,3 4-4 0,-2 5 9 15,-13 5-7-15,19 5 6 0,2 4-1 0,-3 2 0 16,3 5 3-16,1 0 13 0,2 1-9 0,1 2 4 0,-4 2-7 16,-2 4-8-16,-2 5 3 0,-1 3-7 0,-5-4 5 15,-3 4-18-15,-1 3-17 0,-5 2 2 0,2 2-8 16,-1 2-19-16,-4 5-179 0,2 15 4 0</inkml:trace>
  <inkml:trace contextRef="#ctx0" brushRef="#br0" timeOffset="180399.89">4009 7932 1367 0,'0'0'19'0,"-1"0"-3"0,-1 0-1 15,1 0 3-15,0 1-9 0,0 0 3 0,0 3-11 16,-3 18 4-16,2 6-5 0,2 2 4 0,0 0-2 16,0 1-2-16,0-2 0 0,0-2-3 0,0-4-10 15,0-4 7-15,1-7-6 0,0-1 9 0,0-5-3 0,-1-4-4 16,0-1 0-16,0 1-3 0,2 0 10 0,-1-1 1 15,0 0 2-15,0-1 10 0,0-1-7 0,0-1-3 16,3-16 0-16,-1-4 3 0,0 1 0 0,-1-2 5 0,0 3-6 16,1-1-7-16,-1 1 7 0,1 0-4 0,0 3 5 15,2-1-7-15,-2 4-4 0,2 1 0 0,-1 3-1 16,-2 3 5-16,0 3 4 0,-1 1-1 0,1 1 1 16,-1 0-8-16,0 0 10 0,0 1-1 0,1 1 4 15,1 1 4-15,-1 2-5 0,1 12 4 0,0 7-6 16,1 2-1-16,0 1 14 0,-1-2-5 0,1 1 9 15,0-1 3-15,-3-3-1 0,0 1 4 0,10-5-5 0,-4-2-13 16,-4-2 3-16,0-1-10 0,-2-2 6 0,0-4-10 16,-1 0 2-16,0-3-6 0,0 1 0 0,0-1-36 15,0-1-53-15,-1 1-5 0,0-2-20 0,0-2-49 0,-6-14-22 16,-3-14-12-16</inkml:trace>
  <inkml:trace contextRef="#ctx0" brushRef="#br0" timeOffset="180601.85">3957 7883 1221 0,'-1'0'22'0,"0"0"32"0,-1 0 8 16,1 0 14-16,0 0-41 0,1 0 1 0,0 0-5 15,1-2 4-15,0 1-4 0,2 0-11 0,10-4 9 16,7-3-11-16,1 0-6 0,2-2-12 0,2 0-12 0,1-2 3 15,0 0-27-15,0 2-28 0,-3-1 3 0,-2 1-23 16,-3-1-101-16,-4 2-251 0</inkml:trace>
  <inkml:trace contextRef="#ctx0" brushRef="#br0" timeOffset="181017.96">1971 7814 1437 0,'-1'-1'16'0,"0"0"16"15,-1 0-20-15,1 0-12 0,0-1 3 0,1 1-4 16,1-1 3-16,0 2 0 0,23-13-4 0,1 5 2 16,2 1-3-16,0 1 0 0,2 2-8 0,3 2 2 15,0 0-48-15,-1 0-51 0,-4 2-72 0,-1 0 2 0,-7 2-274 16</inkml:trace>
  <inkml:trace contextRef="#ctx0" brushRef="#br0" timeOffset="181217.96">2036 7927 191 0,'0'0'33'0,"0"1"-2"0,-2 1 16 16,1-1 2-16,0 1-5 0,0 6 29 0,1 2-23 15,0-2 3-15,2 0-12 0,2-1-19 0,0-1 12 16,6 1-2-16,7-4 7 0,2-1 9 0,1 10 31 16,3-5-10-16,-1-5 16 0,0-2-12 0,-1-2-32 15,4-3 1-15,-5-1-14 0,1-2-19 0,-2 1-12 16,-5 0-4-16,0 0-4 0,-4 1-16 0,-3 1-44 0,-2 2-30 15,2-8-13-15,-3 2-168 0</inkml:trace>
  <inkml:trace contextRef="#ctx0" brushRef="#br0" timeOffset="182002.03">1566 7786 1408 0,'-1'-1'46'0,"-1"-1"4"0,-9-18-7 16,-3-9-15-16,4 7-9 0,4 3-12 0,3 5-13 16,-4 5-3-16,4 3-5 0,0 1-11 0,3 3-20 15,-1-1-1-15,0 2-14 0,1 0-74 0,0 1-56 16,0 1 5-16,0 5-11 0,-6 24 67 0,-1 4 80 15,-1-3 2-15,-3 2 28 0,-3-2 33 0,8-2 91 16,-21 1-12-16,-2 0 39 0,-1 1-3 0,2 4-30 16,1 3 6-16,1 2-15 0,2 2-15 0,2-1-18 15,5-2-2-15,4-3-5 0,5-6-20 0,4-7-11 0,3-1 1 16,-8-6-2-16,3 0 4 0,4-3-13 0,2-3-5 16,2-1 0-16,0-3 4 0,2-1-7 0,6-2 8 15,8 9-8-15,2-5 7 0,1-2-7 0,0-5 5 16,0-4-5-16,0-2 0 0,3-4-1 0,-1-3-1 0,1 9 2 15,-2-17 9-15,-4-2-8 0,-4-6 8 0,1 2-7 16,-3 0 16-16,-1 2-1 0,0 2 3 0,-1-2-1 16,-2 3 8-16,0 1-11 0,-1 0 1 0,0 1-4 15,0 1-8-15,-1 1-2 0,-1 2-3 0,-1 2 2 16,-1 2-4-16,-1 3 5 0,1 0-2 0,-2 4 4 16,0 0-5-16,0 2 5 0,2 1-1 0,-1 0 2 15,0-1 1-15,0 2-12 0,-1 0 4 0,0 0-5 0,0 0 8 16,0 1 1-16,0 1-5 0,1 0 2 0,-1 1 0 15,4 13-1-15,-1 2 6 0,0 3-6 0,-1 0-1 16,2 5 1-16,1 1-1 0,0 3 1 0,1 4 2 0,-1 0 3 16,1 3-4-16,0 6 2 0,0-1-8 0,-1 3 5 15,-2 0 3-15,0 1 0 0,1 2 1 0,-3 3-5 16,-1 3 4-16,0 1-3 0,-1 1 5 0,-2-3-1 16,-3-1-4-16,1-5 6 0,-2-5 5 0,0-5-4 15,1-4-3-15,-1-3 0 0,0 0-1 0,2-6 3 16,-2 1-1-16,0-3-1 0,0-4 1 0,0 1 2 15,1-5 0-15,0-1 0 0,0-4-5 0,1-3 12 16,2-3 4-16,-9 5 2 0,2-2 19 0,-2-2-15 0,2-1 5 16,-2-2-11-16,2-3-12 0,-2-3 2 0,1 5-7 15,-2-18 5-15,4-3-9 0,0-3-3 0,1-4 4 16,2-2-3-16,0-2 3 0,-12-2-5 0,9 0 2 16,7-3-2-16,2-2 3 0,3 5 5 0,2-6-5 0,0 2 6 15,3 3 0-15,2-1-6 0,-1 5 5 0,1 5-5 16,-1 3 7-16,0 6-6 0,-2 3 1 0,-2 4-3 15,0 3 3-15,-3 3-2 0,2 2 0 0,3 1-1 16,1 1-12-16,-1-5-6 0,1 1-6 0,1 1 2 16,-1 2-10-16,0 0-19 0,1 2-4 0,-2 0-12 15,3 2-82-15,-1-1-112 0,2 2-7 0</inkml:trace>
  <inkml:trace contextRef="#ctx0" brushRef="#br0" timeOffset="182653.14">2076 8735 1061 0,'-2'0'88'0,"1"0"27"0,-1-1-5 15,-3 0-61-15,-2-2 17 0,2 1-12 0,2 1-39 0,0 0 5 16,1 0-16-16,0-1-4 0,-1 2-5 0,1 0-1 15,1 2-1-15,0 0 5 0,-6 13 5 0,-2 15-3 16,5-3 5-16,1 2-5 0,1-1-3 0,0-2-1 16,0 3-1-16,0 0 4 0,0-2 5 0,-2 0-1 0,1-5 2 15,-1-2 4-15,1-2 5 0,0-4 5 0,1-5-1 16,0 0 15-16,0-5 2 0,2 0-1 0,-1 0 1 16,1 0-11-16,0-2-9 0,-1 1-2 0,0-1-2 15,0 0-5-15,0 0-10 0,-1-1 7 0,2 0-7 16,0 0 8-16,0 0-3 0,0 0-1 0,0-1 0 15,0-1 0-15,2 0-2 0,-1-4 2 0,6-12-3 0,1-3 2 16,-1 1 2-16,1-2-2 0,1 0 1 0,-1 1-6 16,0 1 5-16,-1 1-1 0,0 2 2 0,-1 0 4 15,-1 5 1-15,-1 0-3 0,0 3 1 0,-2 2-1 16,-1 2 0-16,1 2 2 0,-1 0-2 0,0-1-2 0,0 2 0 16,2 1 1-16,-1 0-1 0,0 1 6 0,5 12-6 15,2 13 5-15,-5 1-5 0,-1 0 3 0,-3-2 5 16,-2-1-7-16,1-6 8 0,-1-1 2 0,0-5-7 15,0-4 7-15,1-2-7 0,1-3 8 0,0-2-10 16,0 1 2-16,0 0-4 0,0 0 4 0,0 1 5 16,0-2-4-16,0 0 4 0,0 0-2 0,0-1-8 15,0-1 5-15,0-3-7 0,0-19 3 0,4-1-3 16,0 0 2-16,3-1-1 0,2-1-2 0,-1 1 4 0,0 3-3 16,2 0 3-16,-1 3-1 0,-2 4 1 0,1 1-1 15,-1 4 3-15,-1 3 0 0,-5 5-9 0,4-2 5 16,1 1-5-16,0 0 13 0,3 2-2 0,1 2-1 15,1 4 0-15,0-4-1 0,-2 24 0 0,1-2 1 16,-1 2 0-16,1 0 3 0,-1-1-3 0,2 0 4 0,-6-2-2 16,7 0 15-16,-2-3-13 0,-2-1 1 0,2 0-6 15,-1-1 0-15,-1-2-5 0,0-1 4 0,-3-5-3 16,2-1 2-16,1-2-17 0,2 0-10 0,-1-2-7 16,0-2-60-16,1 5-285 0</inkml:trace>
  <inkml:trace contextRef="#ctx0" brushRef="#br0" timeOffset="184319.57">7053 14101 565 0,'-1'0'0'0,"0"-1"80"16,-1 0 34-16,0-2 31 0,-6-11 12 0,1 0-71 0,0-1-25 16,1-3-38-16,0-1-1 0,2 2-4 0,-2-1 0 0,0 7 4 15,0 3 1-15,0 1 1 0,-1 0-6 0,0-1 5 16,0 1 1-16,-3 1 1 0,1 5-1 0,-2-6-8 16,0 1-2-16,-3 0 0 0,-2 2 2 0,1 4-1 15,-3 4-6-15,0 5 3 0,-1-5-9 0,-5 15 3 16,0 5 4-16,-5 0-2 0,-4-1 4 0,5 3 8 15,-1 0 0-15,1 1 2 0,4 0 1 0,2-1 2 16,0 0-3-16,6 2 3 0,2-1-10 0,1 1-11 16,4-1 4-16,3-1-6 0,1-1 6 0,4-5-8 15,-11-1-1-15,6-3-2 0,4-4-1 0,2 0 5 0,0-4-4 16,2 1 4-16,2 0-2 0,-2-5 7 0,3 2-5 16,-1-2 5-16,6 2-5 0,3 0-1 0,0-2 2 15,2-3-2-15,1-1 1 0,0-3 8 0,3-4 1 16,-1-3 2-16,1 9 0 0,0-20-10 0,-2 1 4 0,0 0-3 15,0-2 11-15,4 2-14 0,-2-4 2 0,-2 3-5 16,2 1 5-16,-4 1 0 0,2 2-2 0,-2-1 2 16,-2 2 2-16,0-1-5 0,-2 2 6 0,0 2-6 15,-1 0 2-15,-2 3 2 0,0 1-1 0,-2 3 2 16,0 3-2-16,-3 0-2 0,0 1 0 0,-2 2 0 16,1-1 2-16,1 0-2 0,-1-1 1 0,3 1-1 15,-2 1 4-15,2 0 3 0,0 1-6 0,-1 3 2 0,1 12-6 16,1 7 2-16,-1 1 4 0,1 4-3 0,-1 0 4 15,1 2-1-15,0 2-4 0,-1 3 1 0,-2 2-3 16,1 0 4-16,-2 5 0 0,-1-1 1 0,1 1-5 0,15 0 5 16,-12 0 3-16,-5-1 0 0,-4 1 0 0,-1 0-2 15,-4 0 1-15,0-1-1 0,-2-4 3 0,1-4 15 16,-1-1-3-16,1-5 7 0,-1-2-9 0,2-4-8 16,0-3-2-16,2-3 0 0,1-5-3 0,1-1 10 15,3-1-5-15,-9-5 7 0,-1 0-11 0,-1-2 2 16,0 8 1-16,0-3-1 0,2-3 2 0,2-3-1 15,2 0 0-15,-1-2-1 0,0-1-15 0,2-2 2 16,1-15-4-16,-9-6 5 0,7-5 0 0,7-5 2 0,5 1 0 16,3-5 1-16,5 1 1 0,2 4-4 0,1 2 5 15,0 4-3-15,-12 0 7 0,16 4 0 0,2 1 1 16,0 2-1-16,0 0-11 0,2 4 3 0,0 1-11 16,0 4 9-16,1 3-10 0,-4 4 1 0,2 1-2 15,-3 3-1-15,2-2-14 0,-1-9-15 0,-2 5-6 0,2 1-16 16,1 2-145-16,-2 3-219 0</inkml:trace>
  <inkml:trace contextRef="#ctx0" brushRef="#br0" timeOffset="185036.89">7426 14539 1279 0,'-1'0'203'0,"0"0"-238"15,-3 2 225-15,-8 1-117 0,5 0-61 0,4-2-12 16,2-1 1-16,-2 2-2 0,2 0 0 0,-5 9-3 16,1 4 5-16,3 3-2 0,2 0 2 0,1 3-3 15,2 0 1-15,0 0-1 0,1 1 7 0,-2 1 0 16,0 1-3-16,0 1 1 0,-2-1-2 0,-2 0 19 0,0-1-1 15,0-4 8-15,-2 2 17 0,2-6-10 0,-1-2 6 16,1 0-9-16,1-5-11 0,-1 0 0 0,0-2-4 16,1 0 2-16,1-5-8 0,-1 2 0 0,0-1 0 15,0 0 1-15,0 1 3 0,-1-2-14 0,1 0-1 0,1 0-5 16,-1 0-1-16,0 1 0 0,1-1-1 0,-1-1 0 16,-1-1-6-16,2-2 4 0,-1-10-3 0,0-7 2 15,1-6-3-15,2 2 8 0,2-2 2 0,1-2 0 16,1 2 4-16,1 0-4 0,0 1 3 0,1 0-3 15,0 1 3-15,-1 4-4 0,0 0 3 0,0 3-3 16,0 3 2-16,-1 4 3 0,-1 0 0 0,-3 6 0 0,1-1-3 16,-3 4 2-16,1 1 0 0,4-4 1 0,-1 2 3 15,3-1-1-15,0 3 3 0,0 2-2 0,-1 0 11 0,0 3-3 16,-2 6-4-16,-1 8 2 0,0 1-5 16,8 0 7-16,-2-1 2 0,-5-1 1 0,0-2 7 0,-2-2-7 15,-1 0 1-15,-1-1-4 0,0-1 2 0,0-3-7 16,0 0 0-16,0-2-2 0,0-4-2 0,0 2 2 15,0 0-2-15,0-3 1 0,0-1 4 0,0 2 3 16,0-1 3-16,0 0-3 0,0 1-5 0,0-2-2 16,0 0 0-16,0 0-1 0,2-1 3 0,-1-1-12 15,0-1 2-15,6-11-7 0,4-9 7 0,-2-1-2 16,0-1 4-16,3 0-4 0,1-1 5 0,0 2-1 16,0-1 0-16,-3 3 1 0,1 1 4 0,-2 2-1 15,-1 3 4-15,-3 3-4 0,1 2 3 0,-1 3 1 0,-1 5-5 16,8-7 5-16,4 2-7 0,-5 5 3 0,4 0-1 15,-4 2 3-15,2 4 1 0,1 3 3 0,-1 0 1 16,0-2 1-16,-1 9 4 0,-3 0 9 0,1 1-5 0,-2 1 4 16,-1-1-15-16,-1 1 2 0,0 1-5 0,0-2 4 15,-2 0-5-15,2-2-9 0,0 0 3 0,0-2-9 16,1-2-16-16,-1-3-55 0,0-1-19 0,0-2-21 16,0-2-167-16,0 4-158 0</inkml:trace>
  <inkml:trace contextRef="#ctx0" brushRef="#br0" timeOffset="185604.06">6036 16022 691 0,'-1'0'24'0,"0"0"-1"0,-4 0 40 0,-10 3-13 15,4-1 12-15,2-1-15 0,3 0 0 0,0 1 0 16,4-2-2-16,-1 0-5 0,2 0-8 0,-1 1-4 0,-1 0-1 15,1 0-13-15,1-1 17 0,0 0 3 0,-1 0 3 16,2-1-2-16,0 0 12 0,2-2-9 0,0 1 8 16,5-7-10-16,11-5-10 0,2-3 2 0,3 1-5 15,3 0 0-15,6 0-10 0,1 2-1 0,0-4-3 16,9 2 0-16,0-1 0 0,2 1 1 0,4-1-1 16,-3-2-7-16,1 1 14 0,5-1-1 0,7-2 4 0,1-2-1 15,5 0 2-15,0-2-1 0,-2-3 1 0,1 1-6 16,-1-5 9-16,5 0-1 0,4 1 4 0,-2-5-6 15,4 3 4-15,-4-1 1 0,-3 2 3 0,0 3 1 0,-3 0-7 16,4 2 4-16,2 2-4 0,-5 1 7 0,1 3-8 16,-7 2 0-16,-3 2-2 0,-1 0-4 0,-2 2-3 15,-1 2-2-15,-1 1-1 0,-3 3-2 0,-2-2 0 16,-3 5 1-16,-5 2 0 0,0-1 4 0,-6 3-8 16,-3-14 3-16,-4 9-5 0,-1 4-4 0,-3 3 5 15,-4 0-2-15,0 1 5 0,-4 0 1 0,-1 2-8 16,-2-1 1-16,-3 0-4 0,1 2-2 0,-4-3-3 15,-1 0-5-15,0 0 0 0,-2 1-28 0,4 2-95 16,-2 0-17-16,-1 0-36 0,1 3-145 0</inkml:trace>
  <inkml:trace contextRef="#ctx0" brushRef="#br0" timeOffset="186288.95">6023 16506 713 0,'-1'0'232'0,"0"0"-255"15,0-2 258-15,-2 1-124 0,1 0-39 0,0 0-33 16,-1 0 5-16,2-2-16 0,0 1-3 0,-3-6-10 16,3 2 6-16,1-3-6 0,0-1 12 0,2-3-6 15,3 0 4-15,2 0-5 0,1 2 0 0,-1 0 6 16,12 0-6-16,1 2 6 0,4 0-16 0,-2 2 8 0,1-1-2 15,-1 4 4-15,1 0 2 0,1 1-12 0,2-11 2 16,-2 5-6-16,-1 7-6 0,-2 2 6 0,-3 4-5 16,-4 0 6-16,2 4 0 0,-1-3-6 0,-3 18 2 15,-1 4-2-15,-3 2 3 0,-1 6-3 0,-3 3-2 0,-3-1 0 16,18 5 1-16,-14-4-2 0,-5 2 6 0,-3-1-5 16,-5 1 4-16,-4 0-1 0,-2 1 0 0,-1 1 0 15,-3 0 3-15,14 0 1 0,-19 1 4 0,-4-3-2 16,-4-5 3-16,3-1 4 0,3-5-3 0,2-4 5 15,4-2 15-15,-2-4-10 0,3-3 4 0,3-7-6 16,0-1 7-16,5-2-20 0,0-4 10 0,4 0-12 16,0 2 10-16,1 0-20 0,2-3-4 0,-1 0-6 0,2 0-9 15,-1-1 14-15,1-1-2 0,1 0 5 0,-3-10-3 16,3-11 5-16,4-3 1 0,4 0 2 0,2 0 0 0,3 1-7 16,0 1 3-16,-2 3-4 0,2 0 4 0,-9 5 9 15,15 0-5-15,-4 5 6 0,-3-1-13 0,-2 3 7 16,3 2-1-16,0 0 3 0,2 5 8 0,1 0-8 15,-3-7 5-15,1 1-5 0,1 2 17 0,-1 4-8 16,0 1 2-16,0 0-5 0,-2 1 1 0,0 1 2 16,-2 2-4-16,2 2 2 0,-2 0-5 0,0-2-3 15,0 9 2-15,-2-5-3 0,1 2-7 0,-2-1-9 16,1-2-4-16,-1 0-2 0,0 0-23 0,-1-3-42 0,-2 1-15 16,1-3-11-16,0 0-68 0,0 1-65 0,1 0-43 15</inkml:trace>
  <inkml:trace contextRef="#ctx0" brushRef="#br0" timeOffset="186723.46">6739 16513 1438 0,'-1'1'51'15,"0"0"-2"-15,0 0 32 0,0 5-13 0,-8 11 0 16,3-1-20-16,2 0-14 0,0 2-4 0,2 0-4 0,1-1-13 15,-1 2-12-15,-9 0 7 0,4-1-8 0,2-2 5 16,3-1-6-16,0 1 3 0,2-3-3 0,0-2 4 0,0-1-4 16,0-2-5-16,0-1-1 0,0-1-8 0,0-1-15 15,0-3 3-15,0 0-8 0,0 1 1 0,0-1-3 16,0 0 5-16,0 1-3 0,2-2 9 0,-1 0 6 16,0-1-1-16,0 0 4 0,0-1 8 0,0-1 6 15,4-7-5-15,5-7 4 0,-1-2-1 0,0-1-7 16,1 2 8-16,0-1-7 0,-8-1 6 0,8 4 5 15,3-1 0-15,-1 4 1 0,-2 1-5 0,0 3 8 16,-1 2-5-16,-2 3 7 0,0 1-1 0,0-3 3 16,0 1 4-16,-1 2-1 0,3 1 7 0,-2 1 1 15,0 1 1-15,0 2 0 0,-3 0 6 0,1-1 6 0,-1 10-4 16,-2-1 4-16,0 2-5 0,0 1-2 0,-1 1 4 16,9 0-6-16,-3-1-8 0,-2-1-6 0,-3-1-3 15,0-3-1-15,-1-1-10 0,-1-2 2 0,0-2-4 16,0-1 3-16,0 1-13 0,0-1-10 0,0 0-11 0,0-1-4 15,0-1-72-15,0 2-19 0,-1-1-28 0,-1 0 1 16,1-1-136-16</inkml:trace>
  <inkml:trace contextRef="#ctx0" brushRef="#br0" timeOffset="186924.7">6575 16321 1360 0,'-2'0'78'0,"1"0"-2"0,0 0 8 16,0 0-11-16,0 0-21 0,0 0-35 0,-1 0-9 16,1 0 0-16,1 0-1 0,0 0 12 0,1 0 10 15,2 0-4-15,20-6 4 0,0 0-21 0,4-1-8 16,2-1 0-16,-2 0-3 0,4-2-11 0,2-1-20 16,-4-1-5-16,0 0-4 0,0-2-14 0,-2 0-52 15,1 13-45-15,0-16-7 0,3-2-171 0</inkml:trace>
  <inkml:trace contextRef="#ctx0" brushRef="#br0" timeOffset="187305.13">7608 15641 1381 0,'-2'0'66'0,"-18"1"105"16,1-1-114-16,3 0-27 0,2 0-3 0,-1 0-8 16,4 0-14-16,-1 0 1 0,1 0-5 0,1 2 2 15,-1 0-3-15,3 0-7 0,-3 3 0 0,2 1-3 0,-3-1-6 16,0 13 8-16,-1 5-4 0,-1 5 5 0,1 1-1 16,-2 9 9-16,-1 3 3 0,-1 7 0 0,0 2 6 15,-2 3 5-15,1 1-2 0,-3-1 2 0,4 1-2 0,3-4 10 16,3 1 1-16,4 1 2 0,2-3 9 0,0 0-7 15,4 0-3-15,-18-5-2 0,12-1-17 0,7-4 9 16,2-4-3-16,3-7 4 0,0-1-1 0,2-5-7 16,2 1 3-16,3-4-6 0,-6-2-5 0,10-3 0 15,3-2-1-15,-1-4 0 0,1-1 0 0,-2-1-11 16,1-2 2-16,0-3-7 0,-1 11-9 0,0-6-15 16,-2-4-7-16,3-2-2 0,-2-2-7 0,2-3-90 15,-1-2-20-15,1-3-37 0,0 9-188 0</inkml:trace>
  <inkml:trace contextRef="#ctx0" brushRef="#br0" timeOffset="187690.06">7850 15934 1337 0,'-1'0'57'15,"0"0"-7"-15,-7 0 28 0,-7-1 0 0,2 0-15 0,1 1-41 16,-1 0-11-16,2 0 0 0,0 0-3 0,0 0-2 16,0 0-10-16,3 0 1 0,-1 0-4 0,1 0 3 15,1 1 1-15,-3 1 1 0,3 1 1 0,-3 1 1 0,-3 3 5 16,1 2-3-16,-1 0 3 0,1 12-7 0,-1 5 16 16,1 0-2-16,-1 3 10 0,1 0 7 0,-3 1-4 15,5 2 6-15,0 0-5 0,3-1-2 0,2 0-6 16,1 0-3-16,3-4 1 0,-14 1-5 0,7-2-2 15,6-3-8-15,2 2 4 0,1-5-6 0,4 1 2 16,1-4 5-16,1-3-3 0,1 0 5 0,-7-5 0 16,18 5-3-16,0-3 1 0,-1-1-6 0,2-1 2 15,-5-3 4-15,-1-3-4 0,5-1-2 0,1 1 0 16,0-2-3-16,0 1 2 0,-4-1-17 0,1 10-3 0,-2-5-9 16,-1-4 3-16,1-2-19 0,-2 0-4 0,3-3-2 15,-2-4-4-15,0-3-39 0,1-1-128 0,2-12-18 16</inkml:trace>
  <inkml:trace contextRef="#ctx0" brushRef="#br0" timeOffset="188123.03">8103 16175 1127 0,'-1'0'111'15,"0"0"-2"-15,-1 1 2 0,-5 2-9 0,-3 0-32 0,2 1-16 16,2-2-32-16,0 2 7 0,4-3-15 0,-2 7-1 15,2 5-6-15,1 3 2 0,0 3-2 0,-11 1 2 16,4 1-9-16,2 3 1 0,2 1-3 0,2-1 6 0,-1 3 2 16,2-1 1-16,-1-2-1 0,1-3-4 0,-2-3 6 15,2-3-6-15,0-3 6 0,0-2-9 0,1-3 1 16,0 0 0-16,0-3 2 0,0-3-3 0,0 0-7 16,0 0 4-16,0 2-3 0,0-1 1 0,0 0-11 15,0 1-1-15,0-2-2 0,0 0-1 0,1 0 3 16,0-1-1-16,0-1 1 0,1-1 1 0,5-10 7 15,3-7 2-15,1-2 1 0,-2 2 3 0,1-1-3 16,-2 0 4-16,0 1-3 0,0 3 6 0,-1 2 3 0,0 1-3 16,-1 4 5-16,0 0-5 0,-1 3 5 0,-3 3 0 15,-1 1 3-15,4 0 10 0,0-1 9 0,-4 3-2 16,7-5 1-16,-2 3-9 0,0 2 5 0,5 0-1 16,-2 3 0-16,-2 2-15 0,0 4 11 0,-2 11-4 15,8 4 7-15,-6-2-2 0,-1 4 0 0,-4-1-3 0,0-2 1 16,0 1-10-16,-2-7-3 0,0-1-1 0,0-3 1 15,0-4 4-15,-2-2-12 0,2-2-4 0,0-3-5 16,0 2-15-16,0-2-12 0,0 0-2 0,0 1-8 16,0-2-43-16,-1 0-29 0,0 0-13 0,0-1-8 15,0-1-80-15,-2-1-169 0</inkml:trace>
  <inkml:trace contextRef="#ctx0" brushRef="#br0" timeOffset="188339.98">7987 16155 1064 0,'-1'0'93'0,"0"0"-38"16,-1 0 87-16,1-1-20 0,0 0-50 0,0 0-26 15,0-1-4-15,-1 1-9 0,1 0-11 0,1 1 9 16,0-1 2-16,0 0 0 0,1 0-4 0,2-1 3 16,4-1-5-16,12-6 4 0,1 0-22 0,1 1-1 15,0 1-5-15,1 0 2 0,-4 0-7 0,2-3-23 16,-1 2 0-16,-2-1-10 0,6-2-14 0,-2 3-5 0,-2 2-20 15,-2 0-5-15,0 2-160 0,-4 0-100 0</inkml:trace>
  <inkml:trace contextRef="#ctx0" brushRef="#br0" timeOffset="188639.64">8476 16154 1184 0,'-1'1'103'16,"-1"0"-1"-16,-15 9 10 0,-2 2-8 0,5-11-28 0,1 8-24 15,5-3-15-15,1 0-8 0,2-3-2 0,2-1-20 16,3-1-19-16,-1 0 2 0,-2 1-9 0,2 1-1 16,0-1 15-16,0-1 1 0,1 0 4 0,0 1 2 15,1-2 8-15,1 0-3 0,5-2 5 0,9-4-3 0,0-2 3 16,2-1-2-16,-1-1 4 0,3 0 7 0,-1-2-8 15,1 0 3-15,4 11-5 0,-3-11-9 0,0 1-5 16,-3-5-3-16,-3 3-1 0,0-3-10 0,3 3-25 16,-2 0 4-16,-2 0-10 0,-2 1 5 0,-2-1-79 15,-1 1-33-15,0-3-27 0,1 2-230 0</inkml:trace>
  <inkml:trace contextRef="#ctx0" brushRef="#br0" timeOffset="188891.08">8665 15799 1010 0,'-1'0'77'15,"0"0"-4"-15,-1 0 35 0,-1 0-9 0,0 1-11 16,-1 0-29-16,0 2-28 0,2-3-1 0,0 5-8 16,-7 10-5-16,0 7-13 0,4 0 9 0,3 8-11 15,2 1 8-15,2 1-5 0,0 2-3 0,0-1 0 16,1-1 1-16,-2 1 2 0,-1 0-5 0,-1 0 3 0,-1-2-9 15,1 1 3-15,1-4 7 0,1-2-3 0,1-3 3 16,-1-5-12-16,0-1-6 0,2-3-1 0,1-3-12 16,-2-4-32-16,2-1-4 0,-3-4-16 0,4 1-71 15,10 5-159-15</inkml:trace>
  <inkml:trace contextRef="#ctx0" brushRef="#br0" timeOffset="189241.45">9129 15540 1362 0,'-1'0'70'0,"-2"0"-1"0,-11-1 10 0,1 1-11 16,-1 0-14-16,-1 0-24 0,4 0-19 0,1 0 2 15,0 0-7-15,3 0-4 0,-2 1-9 0,2 2 3 16,0-1-4-16,0 1 8 0,3 0-2 0,-2 0-4 0,0 8 2 15,-1 1 4-15,0-2 0 0,1 2 4 0,-1 0-3 16,3 0-1-16,-2 0 7 0,2 3-2 0,2 0 4 16,-1 0 1-16,-8 3-3 0,4-1 4 0,2 2-4 15,3 1-3-15,0 3 8 0,2-1-5 0,3 3 7 16,1 2-4-16,2 0-8 0,1 0 5 0,0-1-6 16,0-2 8-16,2 0-9 0,-1-3 4 0,2 0-3 15,0-4 2-15,-8-4 6 0,14-2-8 0,0-2 7 0,2-1-11 16,-2-4-4-16,1 0 2 0,0 8-2 0,0-5-6 15,0-4-13-15,1-1-8 0,0-4 0 0,-2 0-19 0,1-3-1 16,-1-2 0-16,-1-1-11 0,-1-1-93 0,0 2-149 16</inkml:trace>
  <inkml:trace contextRef="#ctx0" brushRef="#br0" timeOffset="189892.42">9320 16258 1557 0,'-1'1'57'16,"-1"0"112"-16,-8 2-138 0,6 0-14 0,0-2 0 16,3-1-5-16,-1 1-6 0,-1 0-21 0,1 0 6 0,1 1-10 15,0-1 7-15,-1 0 1 0,1-1-1 0,1 0 1 16,0 0 1-16,1-1 9 0,1 0-3 0,0-4 6 15,7-12 7-15,2 0 15 0,0-1 1 0,-2-1 4 16,0 1 2-16,0-1-1 0,0-2 0 0,0-4-2 16,1 0-13-16,-2-1-3 0,-1 0-3 0,0 1 1 15,0-1-4-15,0-1-6 0,-1 1 2 0,1 3-2 0,-1 3 2 16,-1 4-6-16,-2 1 0 0,0 3-3 0,-1 4 3 16,-1 3-3-16,0 1 4 0,-1 3-4 0,0 0 7 15,2-1 3-15,-1-1 3 0,0 1 1 0,-1 1 6 0,0 0-10 16,0 0 6-16,0 1-6 0,0 0 3 0,0 1 1 15,0 1-2-15,1 17 3 0,-1 3 2 0,0 4 0 16,0 1-6-16,0 0 4 0,0 1-3 0,0-4-3 16,0-2 3-16,1-3-4 0,0-2-2 0,2-5 1 15,0 0 0-15,1-2 0 0,-1-4-3 0,1-1 7 16,-1-1-4-16,7-2 7 0,-2-1-8 0,0 5 3 16,1-1-2-16,0-1 1 0,4-2 0 0,-1-1 0 15,-2-1-1-15,0-2 0 0,-4-1-5 0,4-4 8 16,2-1 0-16,-4 3 2 0,3-8-8 0,-3-1 6 0,0 0-3 15,-1-1 4-15,3-2-7 0,-5 1 3 0,-1-3-1 16,2 4 2-16,-4-3 3 0,2 3-1 0,-1 1 1 16,0-3-1-16,6 3-3 0,-3 3 0 0,-1 0 0 15,-3 5 3-15,-1 1-3 0,-1 3 8 0,0 1-2 0,0 0 6 16,1-2-2-16,1 1 7 0,-1 0-4 0,0 0 4 16,-1 1-11-16,0 0-4 0,0 1 3 0,0 1-3 15,1 0 5-15,-1 3 6 0,5 14-5 0,-1 2 3 16,1-4-17-16,2 3 7 0,1-3-3 0,1 0 5 15,-1-1 1-15,0-1-8 0,2 0 4 0,-9-4-6 16,10 0 7-16,1-3 2 0,1 1-2 0,1-2 0 16,0-3-7-16,2-1-12 0,-1-1-8 0,0 9-2 0,1-7-27 15,0-3-10-15,-1-3-7 0,2-4-5 0,-1-4-70 16,1-3-144-16,-3-14-39 0</inkml:trace>
  <inkml:trace contextRef="#ctx0" brushRef="#br0" timeOffset="190291.17">9577 15072 1319 0,'-1'0'50'0,"-3"0"71"16,-9-1-51-16,10 1-27 0,-1 0-8 0,3 0-5 15,-1 0-23-15,-1 0-10 0,2 0 9 0,0 0-9 16,1 0 21-16,0 0-6 0,1 0 4 0,1 0-4 16,5 0 23-16,12 1 3 0,1 0 0 0,3 1 1 15,1-1 3-15,2 0 0 0,-1 1-5 0,-2 2 0 16,3 0-10-16,0 2 6 0,2 3-2 0,3 0 0 15,-1 3-13-15,5 3 3 0,-1-14-2 0,1 23 2 0,1 4-2 16,0 3-5-16,-5 5 3 0,1 6-6 0,-5 4-8 16,-2 6 18-16,-2 1-11 0,-7 2 12 0,-3 4-22 15,-6 1 18-15,-4 3-6 0,18 3 8 0,-19 4-16 0,-12 5-11 16,-9 6-15-16,15 2-2 0,-30 0-79 0,-8-7-147 16,4-3-55-16</inkml:trace>
  <inkml:trace contextRef="#ctx0" brushRef="#br0" timeOffset="191291.82">3494 15531 965 0,'-1'0'75'16,"-1"1"-33"-16,0 0 72 0,-2 0-17 0,-4 3-36 0,1 1-35 15,0-1 5-15,2 0-15 0,2 2 2 0,1 4-6 16,-1 4 2-16,2 0-5 0,-1 2-5 0,-10 1-4 15,5 2 2-15,1 1-1 0,2 3 10 0,2 2-1 16,2 4 5-16,0 4-2 0,1 3 12 0,2 4 6 16,1 1-3-16,2 1 4 0,1 3-1 0,0-3-1 15,0-2 0-15,0-2 0 0,2-5 6 0,0-1 1 16,2 0 5-16,-1-3-3 0,2-1-2 0,-1-1 0 0,-1-2-1 16,1 0 0-16,-1-1-4 0,1-1-4 0,-2-1-4 15,0-3 2-15,-2 0-2 0,0 1-8 0,-3-5 2 16,0 1-4-16,-1 1-7 0,0-1 4 0,-2 3-4 15,-1 2 3-15,0-1-8 0,-4 1 2 0,-1 2-1 16,-5-1 1-16,-2 3 3 0,-1-1-8 0,10 2 1 0,-15-2-4 16,-3-1 3-16,1-3-6 0,0-1-5 0,-1-2-2 15,1-3-24-15,-2-1-8 0,0-3-2 0,2-3-2 16,-1-1-18-16,4-5-65 0,-1 2 0 0,3 6-28 16,1-4-50-16,2-5-52 0,-3-5-57 0</inkml:trace>
  <inkml:trace contextRef="#ctx0" brushRef="#br0" timeOffset="191493.34">3214 16310 1474 0,'0'0'122'0,"-1"0"12"0,-1 0-6 16,1 0-35-16,0 0-18 0,0 0-36 0,0 0-16 15,0 0-1-15,-1 0 0 0,2 0 20 0,2 0-19 16,3 0-1-16,19-3-10 0,1-1-15 0,3 0-16 15,-1-2 5-15,5-1-9 0,-3 1-1 0,-3 0-21 16,-1 0 2-16,-2 0-8 0,0 0-1 0,-1-1-21 16,-1-1-15-16,0 0-14 0,0-2-164 0,2 1-80 0</inkml:trace>
  <inkml:trace contextRef="#ctx0" brushRef="#br0" timeOffset="191794.01">4164 16597 835 0,'-1'0'211'0,"0"0"461"16,-16 0-634-16,8 0 3 0,2 0-13 0,1 0 9 0,2 0-21 15,3 0-12-15,0 0 3 0,-1 0-7 0,-1 0-1 16,1 0-11-16,1 0 9 0,0 2-9 0,-1-1 8 0,2 0 3 15,0 17-2-15,2 2 3 0,1 2 4 0,2 1-6 16,-1 3 2-16,2 2-2 0,0 1 5 0,0-1 3 16,-1-1-4-16,-1-2 1 0,1 1-2 0,-1-5-1 15,-2-3 0-15,0 1-1 0,0-6-3 0,-2-3-9 16,0-2-10-16,0-6-1 0,0 3-31 0,0-2-85 16,0 0-2-16,-2-1-38 0,1 1-84 0</inkml:trace>
  <inkml:trace contextRef="#ctx0" brushRef="#br0" timeOffset="191993.37">3955 16647 1712 0,'0'0'29'15,"0"0"2"-15,-2 0 5 0,1 0-9 0,0-1-3 16,1-1-13-16,0 1 31 0,1-1-8 0,3-5 14 15,-2-7-16-15,18-5-6 0,4 0-6 0,3 3-1 16,1-7-16-16,3 1-11 0,3-2-1 0,2-3-6 16,-1 4-29-16,3-2-31 0,-5 2-2 0,0 0-21 15,-1 1-129-15</inkml:trace>
  <inkml:trace contextRef="#ctx0" brushRef="#br0" timeOffset="192559.56">2780 15341 725 0,'-1'-1'224'15,"0"0"-259"-15,-8-2 262 0,-5-3-130 0,5 2-13 16,2 1-21-16,2 0-10 0,1 1-4 0,3 2-36 16,-1-1-12-16,0 0 6 0,0-1-7 0,1 1 4 15,0 0-2-15,0 0-3 0,0 1 2 0,1 0 7 0,0 1-2 16,1 0 3-16,5 11-3 0,7 15 1 0,2 4 0 16,3 5-3-16,-2 4 1 0,-1 2 4 0,1 4-8 15,-3 0 10-15,1 1-9 0,0 4 5 0,1 8-1 16,-2 4 0-16,-2 13 1 0,-1 7 5 0,0 1 7 15,-3 2 0-15,-1 1 2 0,-1 7 4 0,1 6 1 16,-1 0-4-16,1-4 3 0,0-8-9 0,1-5-9 16,2 1 5-16,2-2-6 0,-1-1-3 0,3-3-3 0,-1-8-2 15,1-5 2-15,-1-5 7 0,0-1-10 0,-1-4 6 16,-1-6-8-16,-1-2 6 0,-2-5 0 0,-2-9-7 16,0-5 3-16,-2-6-14 0,0-8-16 0,-1-2-3 15,-2-7-8-15,0-2-32 0,0-2-24 0,1 2-27 16,0-2-3-16,0-1-134 0</inkml:trace>
  <inkml:trace contextRef="#ctx0" brushRef="#br0" timeOffset="194361.28">2801 15674 625 0,'-2'-1'157'0,"-18"-6"358"0,-3-1-489 0,10 2 2 15,6 2-6-15,1 1 1 0,5 2-26 0,-5-8 1 16,2-1-2-16,3-1 3 0,1 0 1 0,4-6-3 16,4 1 3-16,-4-6-2 0,17 4 5 0,4-2-4 15,1-2 1-15,3 5-1 0,-1-3 8 0,-1-3 3 16,-1 6 3-16,-1-2-1 0,0 0 6 0,3 3 22 15,1-3-5-15,4 0 12 0,3 0-1 0,2-1-3 16,6 0-3-16,1 2 0 0,3-2-7 0,-1-2-16 0,-1 1 6 16,1-1-11-16,-1-2-3 0,1 2 0 0,5 0-4 15,4-5 3-15,3 2-6 0,3-2 5 0,-1 0-7 16,-2 1 5-16,-2 0-2 0,-1-2-6 0,0 1 5 0,6 1-5 16,2 0 7-16,3 3 0 0,1 0-2 0,-7-2 2 15,2 2-1-15,-1-2-3 0,3 1 6 0,3-2-5 16,4-3 8-16,4 0 2 0,-4-4-6 0,1-2 5 15,1-2-5-15,2-4 5 0,5 1 1 0,2 0-1 16,0 3-14-16,-3 4 3 0,-2 1 1 0,3 3 0 16,0 2 0-16,4 1 4 0,-1 1-7 0,-5 1 5 15,-1 3-4-15,1 0 3 0,0 2 3 0,4 1 0 0,-4-6 0 16,-4 3-4-16,-2 0 2 0,1 1-2 0,2 1-1 16,2-2 2-16,-2 0 2 0,-5-1 1 0,-4 4 3 15,-1-1-3-15,1 1 0 0,5 0 1 0,-1 1 9 0,0 0-8 16,-3 1 1-16,-6-1-3 0,-3 2 2 0,2 2-6 15,0 1 3-15,1 2-3 0,-5-1 1 0,-2 1 3 16,-2 0 1-16,-4 3 0 0,0-1 5 0,-4 2-10 16,-2-1 0-16,2 1-1 0,-2-1 4 0,1 0-1 15,-1 0 4-15,3 0-4 0,-2 0-2 0,0-1 3 16,-2-1-3-16,-4-1 4 0,1-1-4 0,-1 0 3 16,2 1-2-16,-1 2 4 0,2 0-5 0,-1-2 0 15,-3 1 2-15,-1 3-1 0,-5-1 0 0,0 1 1 16,-4 2-2-16,-3-1 0 0,-3 2 5 0,-2 1-6 0,-2 1 5 15,-2-10-5-15,2 4 1 0,-1 2 1 0,0 2-1 16,-1 1 1-16,0-1 5 0,2 2-5 0,-2 1 1 16,0 0-1-16,1 0 3 0,-2 0-8 0,2 0 5 15,-2 0-4-15,2 1 7 0,-2 2-1 0,-1-1 1 0,1 0 0 16,0 1-1-16,1 0 9 0,-2 1-6 0,0 0 7 16,0 1 0-16,0 0-6 0,2 1 3 0,2-1-4 15,-2 3-3-15,1 0 1 0,0 1 4 0,0-8-3 16,3 15 5-16,-1-1-5 0,-1 1-3 0,1 2 1 15,1 1 3-15,-1 2-5 0,2 1 3 0,2 1-4 16,1 1 0-16,1 2-2 0,3 0 4 0,0 4-2 16,0-2 0-16,3 1 7 0,-3 1-7 0,3 0 9 0,-1 3-9 15,-1 0-3-15,3 1 5 0,-4 1-3 0,0-1 4 16,0 4 1-16,-2-1-8 0,0 1 5 0,0 5 3 0,1 4-4 16,0 4 1-16,0 5-3 0,1-1 6 0,0 3-8 15,1-3 8-15,2 1-8 0,-1 4 11 0,-1 0-6 16,4 4-1-16,-7-1 0 0,3 1 0 0,-2-1-4 15,-3-6 4-15,2-4-1 0,-3-5 6 0,0-5 1 16,-2-3-5-16,0-2 3 0,1-3-9 0,-1-1 9 16,1 2-4-16,-1-2 5 0,1 1-5 0,1 0 0 15,1 1 0-15,-2 1 0 0,0 3-4 0,-2 1 4 16,-5-3 1-16,-1-3 3 0,0-1-4 0,-1-1 2 0,4 0-1 16,-4 0 2-16,-3 0 5 0,3 0-8 0,-6-4 3 15,2 0-3-15,-1-5 5 0,1 0-2 0,3-3-1 16,-4-2-1-16,2-4-3 0,-3-2 4 0,0-1 0 15,0-2 3-15,1 2-1 0,0-2-5 0,-2-2 3 16,-3-1-3-16,2 0 2 0,-1 1 5 0,0 0-4 0,-1-1 5 16,4 2 0-16,0 0-4 0,-2 2 4 0,0-1-4 15,-2 3 7-15,0 0-9 0,-2 0 1 0,0 1-2 16,-2-1 10-16,0 0-10 0,-2-1 6 0,1-1-6 16,-1 0 10-16,0-2 2 0,0-1-3 0,0-1 2 15,-2 0 1-15,1-1-5 0,-6-1 1 0,-4 2-3 16,-3 1 1-16,1 0-6 0,-6 2 1 0,5 2-2 15,-6 1 1-15,-5 0-1 0,-1 0 1 0,-5 3-1 0,1 1 1 16,-3 3 0-16,1 3 2 0,-3-3 1 0,-2 6-3 16,-2 0 0-16,-2-2 0 0,-3-1 2 0,-1-3 2 0,0-1-3 15,-2-1 1-15,2 0-2 0,0 0-1 0,4-2 1 16,-2 2 0-16,0-3 1 0,-4 1 0 0,-2 0 1 16,1-2-3-16,-3-1 1 0,3 0-1 0,1 0 3 15,-1 0-2-15,0 0 1 0,4-1-4 0,-2-1 2 16,0 2 1-16,1-2-1 0,-4 0-3 0,2-3 3 15,0 0-1-15,2 1 2 0,4 1 0 0,-1 0-5 16,-1 0 1-16,-3-3-4 0,3 0 1 0,-2 2 3 16,2-3-2-16,-1 1 3 0,1 2 4 0,1-1-3 15,1 1 1-15,4 1-3 0,-1 0 4 0,-2 0-5 0,2-1 4 16,-4-2-6-16,-1 0 8 0,0 1 0 0,-1-2-1 16,4 0 0-16,1 1-4 0,0-2 4 0,2 1 0 15,0 0 1-15,-1-3 1 0,-3 2-4 0,0-2 0 16,-3 0-2-16,0-2-2 0,1 2-3 0,-1 0 5 15,4 1-5-15,-1 2 5 0,3 0-4 0,-1 1-2 0,-3 1 1 16,-4 1 9-16,0 0-8 0,-1 1 5 0,-1-1-7 16,2 3 11-16,-2-2 0 0,3 1 2 0,2 1-2 15,-2-2 3-15,2 1-3 0,-2-1 1 0,-3-1 0 16,3-2-2-16,-3-1 3 0,3-2-2 0,1 0 3 16,1-2 4-16,2 0-7 0,0 1-1 0,-2-2 0 15,-1 1-6-15,-3 1 7 0,0-1-4 0,2 2 4 0,1-1-1 16,1 1-2-16,4 2 2 0,-2-1-1 0,1 1-3 15,2 1 5-15,-5 0-1 0,2 0 2 0,-3 1-2 16,0-4-3-16,4 2 2 0,0-2-2 0,3-1 10 0,-1 2-4 16,4-4-3-16,0 1-1 0,-1 0-5 0,0 15 5 15,-1-7 2-15,0-6-1 0,-4-3 5 0,0 1-5 16,1-2 0-16,0 0-3 0,6-2 2 0,1 2 3 16,1 0-2-16,0 0 3 0,0 2-6 0,-2 0 3 15,0 0 0-15,0 3 1 0,-2-1-4 0,0-1 3 16,2 2 0-16,-3-2 0 0,2 1-1 0,2-2 1 15,1-1-1-15,-1 1 1 0,2-2 6 0,0 0-5 16,-1-3 4-16,-2 0-5 0,-1 0 0 0,0 1 4 0,-1 1-1 16,0-2 3-16,2 1-4 0,-1 1 2 0,3 1-3 15,1 0 4-15,1 0 1 0,0 2-1 0,2 2 5 16,1 1-4-16,-2-1-2 0,0 1 1 0,-2 0-4 16,0 1 3-16,2 2-8 0,0-1 7 0,3-1-3 15,1 1 3-15,-3-1-5 0,2-1 3 0,-1 1 0 16,5-2 2-16,0 1-4 0,3-2-1 0,-1 1 0 0,2-1 1 15,0 1 1-15,1-1-12 0,-1 0-1 0,-2-1-6 16,0 0-19-16,0-1-64 0,-1 2-36 0,3-1-18 16,-1 1-213-16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9T21:51:27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14989 14613 594 0,'0'0'2'0,"0"-1"12"0,0-1 36 0,0 1 10 15,-2-1 11-15,1 0-3 0,-1 1-23 0,0-1 0 0,1 0 1 16,-1 1 19-16,0-1-7 0,1 0-1 0,-1 1-4 16,0-1-15-16,2 0-8 0,0 1-3 0,0-1-3 15,0 0-16-15,0 1-4 0,0-1 0 0,0 0-1 16,0 1-7-16,0 1 12 0,0 0 0 0,0 0 6 16,0 0 1-16,0 1-7 0,0 1-4 0,0 1 1 15,0 2-1-15,0 12 1 0,0-1 2 0,0 1-2 16,0-1 4-16,2 3 4 0,0-5 2 0,-1 3 0 0,1-2 12 15,0-2 4-15,1 0-5 0,0 0 2 0,-1-3-4 16,0 0 3-16,-1 0-1 0,1-2-1 0,1 2-6 0,0 0-1 16,-1-3 0-16,1 1-2 0,1-1-8 0,1 3 0 15,-2-2-1-15,0-2 1 0,1-1-3 0,-3-1 6 16,1-1-2-16,3 0 4 0,6-1 0 0,9 11 6 16,7-5 5-16,2-6-1 0,3-8-1 0,7-11-1 15,6 10-6-15,6-34 5 0,5 0-9 0,2-2-6 16,3-2-1-16,3 2-2 0,1 2 2 0,6 0-4 15,1 1 1-15,6-6-1 0,1-2 0 0,-6-6 4 16,-2-4-2-16,-5 0 1 0,-7-2-7 0,1 8 5 0,-4 4 0 16,-5 5 2-16,-2 6-2 0,1 9 0 0,-7 0-4 15,1 8 0-15,2 1-31 0,-3 4-54 0,-1 0-12 16,-6 3-22-16,-3 2-117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22:44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20702 7320 256 0,'0'0'139'0,"0"0"-25"0,0-1 42 0,0 0-3 15,0 0-104-15,0 0-46 0,0 0 0 0,0 1 0 0,0 0 3 16,1 0 3-16,1 0 1 0,-1 1 0 0,1 0 0 15,0 1-10-15,2 2 8 0,3 6 1 0,-1 3 4 16,-1 3 5-16,2 0 2 0,-1 2 3 0,-3 1-1 16,5 1-1-16,-4 1 8 0,0 3-1 0,-1 0 5 15,-1 2 6-15,1-2 0 0,9-1-5 0,-2-2 4 16,-4 0-8-16,-3-4-4 0,2-3 5 0,0-1-5 16,-2-4 6-16,2 0 0 0,-2-1-5 0,1-4 5 0,0 0 8 15,11-3 6-15,4 11 8 0,4-5-5 0,3-7-11 16,5-7-10-16,3-9-8 0,4 7 3 0,6-23-5 0,5-4-7 15,3 1-3-15,6-1-2 0,6 1-5 0,2 0-11 16,0-3-1-16,-1 0-7 0,-4 0-22 0,6-4-34 16,4-3-69-16,1-5-7 0,0 0-411 0</inkml:trace>
  <inkml:trace contextRef="#ctx0" brushRef="#br0" timeOffset="1189.61">24977 7038 982 0,'0'-1'18'0,"-3"-11"21"0,1-5-8 16,1 3 4-16,0 2-11 0,1 4 7 0,0-1-21 15,0 3-6-15,0 1 5 0,0 0-7 0,0 0 1 0,0 0 3 16,-2 1-2-16,1-1 1 0,0 0-8 0,-1-1 11 15,-1 2-1-15,1-1 5 0,-1-1 5 0,-1 1-3 16,-3 0 7-16,-5 0-6 0,-2-1 3 0,-1 2-6 16,-1 0 1-16,-1 1-2 0,-1-8-2 0,-4 2 12 15,-3 5-9-15,-1 4 9 0,-2 1-14 0,-5 5 3 16,0 3 2-16,-2 4 0 0,-3 2 5 0,3-12-9 16,2 21-1-16,-1 6-2 0,1 3 2 0,3 0 3 15,0 0 0-15,1-2 0 0,2 1-13 0,3 2 6 16,-1 0-1-16,8 3 4 0,-2-4 1 0,0-2-6 0,4 0-1 15,1-2 0-15,1 1-2 0,6-1 5 0,4 1-3 16,-11-2 3-16,10 0-3 0,4-3 0 0,2-1 4 16,4 2-3-16,1-4 4 0,3-2 1 0,-7 0 0 15,16-8 1-15,1 3 5 0,1-6 3 0,1-1 0 0,0-3 1 16,2-3-4-16,0 12-7 0,-1-7-4 0,4-3 0 16,-1-4-13-16,0 0-12 0,0-2-3 0,0-1-3 15,-2 0-11-15,6-3-22 0,-2-1-52 0,0-3 2 16,6 0-238-16</inkml:trace>
  <inkml:trace contextRef="#ctx0" brushRef="#br0" timeOffset="1902.15">24749 7931 1088 0,'0'0'132'0,"-2"-1"52"0,1-1-93 16,0 1-116-16,0 0 15 0,0 0-26 0,1 0 19 0,0 0-1 16,1 1 7-16,1 0-3 0,10 0 2 0,4 0-4 15,3 1 2-15,1 0-16 0,-5-1 9 0,4-1 3 16,-3-2 4-16,-2-1 14 0,0-5-3 0,-1 6-2 15,-1-18 2-15,-1-4 8 0,1-3 5 0,2-3 8 0,-1-5-3 16,0-1 15-16,-1-1-11 0,-2-2 0 0,2 3-1 16,-1 1 9-16,-1 6-4 0,0 4 1 0,-3 6-2 15,0 5 3-15,-5 3-13 0,1 5-4 0,-1 4-4 16,-1 0-12-16,1 1-2 0,0 0 0 0,-1 1 0 16,0-1 2-16,0 2 2 0,0 0 2 0,-1 3 0 15,-2 16 4-15,-6 12 5 0,-4 3-1 0,-1 6 0 16,1-2-5-16,0 0 6 0,2-3-3 0,0-3 5 0,2-2-1 15,1-4-1-15,1-1 6 0,3-8-5 0,-1 0 6 16,2-4-1-16,1 0-7 0,1-4 5 0,0 1 0 16,0-3 2-16,0-2 4 0,0 0-1 0,0-1 5 0,1-1 5 15,0 1-6-15,0-2 5 0,-1-1-6 0,7 5-1 16,4 0 2-16,4-1-3 0,2-4-3 0,1-1 0 16,8-6-3-16,-3-2 1 0,1-4-8 0,1 10-5 15,-5-17 1-15,2-3-2 0,2-1 1 0,-4 0 2 16,0 0 1-16,-2 2 1 0,-4-1-1 0,0 3 6 15,-2 0-5-15,-3 3 6 0,-1-1-7 0,-3 4-1 16,-2 2 4-16,0 2-2 0,-2 3 6 0,0 4-5 16,-1 1-3-16,2-1 1 0,1-1-1 0,-1 1-2 15,0 1 3-15,0 0-2 0,-1 1 4 0,0 1 6 0,0 1 1 16,3 26 2-16,-4 4 1 0,-5 6-9 0,-2 2-2 16,-1-3-1-16,-2 1 6 0,2-4-4 0,0-1 4 15,3-2-4-15,3-3 4 0,2-4-1 0,2 0-1 16,2-4 0-16,2 0-4 0,1-4 15 0,1 1-1 0,-1-7 7 15,3 2 10-15,10-4-4 0,2-2-4 0,4-1 0 16,-2 9-17-16,6-6-5 0,3-5 2 0,3-4-3 16,5-3-3-16,3-4-13 0,2-3-3 0,1-2-2 15,0-2-8-15,-2-1-11 0,1-3-5 0,-2 14-11 16,2-21-99-16,5-3-232 0</inkml:trace>
  <inkml:trace contextRef="#ctx0" brushRef="#br0" timeOffset="3019.17">17812 7567 576 0,'0'-1'24'15,"-1"0"-6"-15,-2-2 51 0,-14-13 2 0,1 4 5 16,-1 2-28-16,1 2-20 0,0 1 1 0,-2 1-6 16,1 1-3-16,0 3-4 0,-2-10-1 0,1 5-1 15,-4 5-14-15,0 2 4 0,-3 5-7 0,-2 6 6 16,-2-10-2-16,-5 25-2 0,0 3 4 0,-2 4-3 15,0 3-3-15,1 2 6 0,1 2-3 0,4 0 6 0,2 0-6 16,2-1 2-16,0 0 0 0,2 1 1 0,0 2 1 16,2 4-2-16,2 5 0 0,0 5-1 0,2 2-2 15,0 1-1-15,2-4 4 0,3-5-1 0,1-3 2 16,6-3 3-16,0-3-5 0,5 0 5 0,-15 0-1 0,11 1-7 16,6 0 3-16,6 0-3 0,3 1 14 0,2-2-8 15,3-2 1-15,1-4-4 0,-13-2-1 0,19-3-6 16,2 0 6-16,-1-1-6 0,2-2 4 0,1 0 2 15,1-1-2-15,4-4 2 0,2-3-1 0,3-3 12 16,0-4 0-16,3-3 6 0,0-3 11 0,-1-4-7 16,2 16-3-16,-1-14-2 0,-1-5-7 0,0-6 2 15,0-4 0-15,1-3 0 0,0-3-7 0,4 14-4 16,2-20 2-16,-4-3-2 0,3-2 5 0,-4-2-2 0,-6-3 0 16,-1-4 2-16,-9-7 11 0,-4-6-2 0,-1-4-1 15,-2-6-2-15,-1-1-7 0,-3-3-1 0,0 2 3 16,-4-4-3-16,1-4 1 0,-4-2-3 0,-4-4 0 15,-1 3 0-15,22 4-1 0,-20 7 2 0,-4 5-2 0,-6 7 4 16,-4 0 8-16,-2 4-1 0,-2 2-2 0,-1 6-1 16,9 4-11-16,-23 8-28 0,-5 6 1 0,-7 6-17 15,-8 7-47-15,-4-12-34 0,-3 18-24 0,-2 16-8 16,-1-4-139-16</inkml:trace>
  <inkml:trace contextRef="#ctx0" brushRef="#br0" timeOffset="4654.31">26110 7324 256 0,'0'0'237'0,"0"0"-115"0,1-1 66 0,1 1 7 16,0 0-167-16,9-1 4 0,9-2-2 0,1 2-3 15,2 0-1-15,2 1-15 0,0 0-10 0,-2 1-2 0,1 1-4 16,-3 2-17-16,-2 0-6 0,-3-1-1 0,-1 2 0 16,-1-2 2-16,-2 1-19 0,0-1 7 0,-3 0-18 15,-2-1-63-15,-1-1-23 0,-3-1-16 0,-2 0 10 16,1 1 14-16</inkml:trace>
  <inkml:trace contextRef="#ctx0" brushRef="#br0" timeOffset="4821.6">26183 7496 84 0,'0'0'81'0,"0"1"-7"16,-1 0 56-16,0 0-13 0,0 0-4 0,-1 1-32 0,2-1 10 15,0 1 4-15,0 0-1 0,2 1-9 0,-1-1-22 16,-1-1-2-16,22 0-6 0,3 1-18 0,4 13-11 16,8-7-11-16,-2-7 2 0,5-3-20 0,2-4-15 15,5-2 0-15,2-2-9 0,0 1-30 0,2-1-233 16</inkml:trace>
  <inkml:trace contextRef="#ctx0" brushRef="#br0" timeOffset="5888.29">26728 8572 174 0,'0'-2'44'16,"0"1"4"-16,0-1 41 0,1-5-29 0,2-6 18 16,3-4-27-16,1 2-22 0,3-2 5 0,-1-1-12 15,0 0-11-15,2 1-2 0,-2 0-2 0,2 0 3 16,-2 0-1-16,0 1 8 0,-2-1 8 0,-3 3 1 16,1 0 36-16,-1 0 15 0,-2 1-7 0,-1 1 8 15,0 0-19-15,-1 3-2 0,0 2 0 0,-1 0-2 0,0 2-8 16,0 2-26-16,1 1 6 0,0 1-12 0,-7-3-4 0,-6-2 4 15,-5 2-10-15,-2 5 8 0,-4 6-9 0,-6 6 12 16,5 1-2-16,-4-10 5 0,0 16-3 0,0 1-3 16,0 1-3-16,1 0 0 0,5 2-11 0,3 0 3 15,4 1 2-15,2-1 0 0,1 1-8 0,5-2 1 16,1 0 3-16,2-1 1 0,3-1 7 0,0 2-6 16,-12 0-2-16,7 0 0 0,3 0 2 0,2-3-2 15,2 2-1-15,0 1 0 0,2-1 2 0,-1-2-1 16,1 0 4-16,0-2-2 0,0-1 6 0,-1 0-6 0,-1-3 2 15,0-1-3-15,0 0 8 0,-1-1-9 0,-3 2 2 16,-1 0-3-16,0 0 7 0,-4 2-10 0,0 2 0 16,-1-3-7-16,9 2-13 0,-10-3-22 0,-5 0-40 15,1-1 6-15,0 0-129 0,-3 2-6 0,2 0-5 16</inkml:trace>
  <inkml:trace contextRef="#ctx0" brushRef="#br0" timeOffset="6106.17">26037 8834 1558 0,'0'-1'4'0,"0"0"0"0,0-1-6 16,2 1 1-16,12-6-4 0,21-6 13 0,13 1-6 15,5 1 0-15,3-2-2 0,3 2-10 0,0 4-19 16,2 0-2-16,2 1-11 0,1 4-49 0,0 2-357 16</inkml:trace>
  <inkml:trace contextRef="#ctx0" brushRef="#br0" timeOffset="6572.38">27099 8966 1525 0,'0'0'5'16,"0"0"1"-16,0 1 16 0,-1 0-4 0,-2 10 7 15,-6 12-1-15,1 5-8 0,0 2 2 0,1-1-5 16,2 0-4-16,3 0-7 0,2-3-1 0,0-2-1 0,0-1-3 15,0-7-5-15,0 1 4 0,1-5-3 0,-1-2 2 16,0-2-9-16,0-4-4 0,0-2 0 0,0 0-7 16,-1 1-67-16,0-2 2 0,-1 0-30 0,0-1-43 0,1 0-13 15,-10-6 1-15,3 0 3 0,2-18 55 0,1-2 67 16,0-3 5-16,0 1 20 0,0-1 29 16,0 2 2-16,1 1 13 0,0 1-8 0,1 3 9 0,0 1-1 15,1 1-9-15,0 3 6 0,-1 1-16 0,1 1 6 16,0 2-7-16,0 0 7 0,1 2 9 0,0 5 36 15,-5-1 10-15,3 1 6 0,0 2 25 0,2 1 6 16,0 1-3-16,1 1 2 0,-1-2-24 0,1 2-3 16,-1-2-3-16,1-2 1 0,0 1-7 0,1 0-4 15,1 0 6-15,18-2-6 0,5 0 4 0,9 1-15 0,2-4 0 16,1 1-6-16,5-1-10 0,-4-4-25 0,-2 0 1 16,-2 0-9-16,-4-2-13 0,-3 2-8 0,-3 1 1 15,-4 1-3-15,-1 1-3 0,-6-2-51 0,-2 1-29 16,-4 1-12-16,-2-1-139 0</inkml:trace>
  <inkml:trace contextRef="#ctx0" brushRef="#br0" timeOffset="6772.96">27693 8748 1308 0,'0'-1'227'0,"-1"0"73"0,0-4-148 16,-4-14-150-16,3 9-2 0,2 3-12 0,1 2-5 15,1 1-5-15,31 2 2 0,-2 0-10 0,-1-1-57 16,-3-12-66-16,-1 7-9 0,-2 4-320 0</inkml:trace>
  <inkml:trace contextRef="#ctx0" brushRef="#br0" timeOffset="6956.05">27630 8852 1211 0,'0'0'91'0,"0"0"-119"0,0 0 101 0,0 0-55 16,0 0-14-16,1 0 5 0,2 1 3 0,22 6-2 15,6 1-3-15,-2-1-8 0,3 0-7 0,-2-1-1 16,2-1-22-16,-1-2-30 0,-1 1-7 0,0-3-17 15,-2-1-106-15</inkml:trace>
  <inkml:trace contextRef="#ctx0" brushRef="#br0" timeOffset="7672.98">29443 9628 1554 0,'0'-2'15'0,"0"1"-3"0,0-9 12 16,1-7-2-16,1 0-2 0,4 0-20 0,2 1-7 15,3-1 4-15,-4 2-5 0,3 0 7 0,0 1-1 16,2 2-5-16,-5 1 3 0,-2 2-2 0,-1 2 0 16,-1 1-1-16,1 0 1 0,-1 1 3 0,-2 1-7 15,-1 0 9-15,0 3-8 0,-1-2 16 0,0 3-4 0,-22-9 3 16,-4 6-2-16,1 5 3 0,0 5 0 0,-1 5-2 16,0-9 1-16,1 18-1 0,1 3 5 0,0 1 0 15,4 1 1-15,1-1-4 0,3 0-2 0,3 0-3 16,2-1 2-16,3 0 10 0,4 3-10 0,1-1 4 0,-11 0-7 15,8 0-2-15,6-2 4 0,4 1 3 0,4-1 1 16,2-2 1-16,2-3-5 0,-8 0 0 0,17-4-1 16,-1-1-2-16,3 0 3 0,1-2-2 0,0-2 2 15,1 0-5-15,0-3-9 0,1 0 0 0,1-2-4 16,1-2-4-16,0-1-8 0,0 0 1 0,-3 12-3 16,-2-7-11-16,3-5-43 0,-1-2-33 0,3-1-11 0,0-3-172 15</inkml:trace>
  <inkml:trace contextRef="#ctx0" brushRef="#br0" timeOffset="8090.55">30080 9852 1636 0,'-1'0'19'0,"0"0"1"0,0-1 0 15,-1 1-10-15,1 0-1 0,0 0-12 0,0 1 2 16,0 2 5-16,-4 18-3 0,3 2 5 0,2 2-2 0,0 0-3 16,0 2 0-16,0 1-14 0,1-1 2 0,1-1 3 15,1-4 1-15,-1-4 9 0,1-2-15 0,1-3 5 16,-2-5-9-16,2 1 1 0,-2-5 1 0,-2-2-5 16,0-1 6-16,1-1 0 0,3 2 4 0,3 2 2 15,1-3 0-15,2-1 3 0,-2-3 2 0,0-1 3 0,2-2 0 16,-1-12 10-16,3 1-3 0,-1-2 0 0,2 0-2 15,0 0 0-15,1 3-9 0,2 0 2 0,0 1-5 16,2 2 6-16,-3 0-3 0,3 3-6 0,-3 1 3 16,-1 2-6-16,-1 3 1 0,-2 2 2 0,-2-5 1 15,-2 4 13-15,-1 1-3 0,1 0 11 0,-3 2-8 16,1 2 21-16,-2-1-2 0,4 9-4 0,3 11 2 0,-4 2-8 16,-2 2-7-16,-2-1 4 0,-1 2-6 0,-1-2 4 15,-1-1-6-15,0-3 0 0,-1-1-1 0,1-4 5 16,1-3-20-16,0-3 5 0,0-3-13 0,0-2-7 0,0-2-97 15,0 0 5-15,0 1-51 0,0-2-145 0</inkml:trace>
  <inkml:trace contextRef="#ctx0" brushRef="#br0" timeOffset="8274.04">30267 9528 1269 0,'0'0'50'0,"0"0"6"0,0-1-5 0,0-1-11 16,1 1-8-16,1 0 3 0,5-3-13 0,16-3 0 16,8 3-3-16,0 3-2 0,8-1-16 0,4 2-6 15,2 2-6-15,5-2-34 0,0 0-213 0,-5 0-79 0</inkml:trace>
  <inkml:trace contextRef="#ctx0" brushRef="#br0" timeOffset="8541.25">31104 9621 1004 0,'0'0'158'0,"-1"-2"42"0,0 1-106 15,0-1-89-15,0 0-18 0,1-1-28 0,0 2 4 16,1 0-2-16,6-3 2 0,16-2-6 0,1 4-54 0,1 2-31 16,-2 0-11-16,1 1-124 0</inkml:trace>
  <inkml:trace contextRef="#ctx0" brushRef="#br0" timeOffset="8758.2">31046 9923 1237 0,'0'0'33'0,"0"0"73"15,1 0-93-15,1 0-4 0,11 2 0 0,13 4-2 0,2 0-5 16,4 0-10-16,0-3-1 0,-1 0-4 0,2-2-5 0,-1-1-14 16,3-4-5-16,5-3-6 0,4-2-48 0,3-6-257 15</inkml:trace>
  <inkml:trace contextRef="#ctx0" brushRef="#br0" timeOffset="9174.07">31809 9137 1960 0,'0'-1'3'0,"-3"-20"0"16,2 4-10-16,1 8-21 0,0 2-7 0,1 3-3 15,2 1-4-15,10 2 17 0,13 0 2 0,4-15 4 16,7 7 3-16,3 5-3 0,2 4-2 0,1 2 1 16,-3 1 1-16,-3 3 15 0,-5 0 0 0,-2 0 4 15,-2 0-1-15,-2-1 8 0,-2 3-3 0,-3 0 7 16,-3 0 1-16,-4-1-10 0,-1 2 4 0,-5-4-5 0,-1 14 5 16,-4-1 4-16,7-1 0 0,-3 2 2 0,-4 1 6 15,-3 1 0-15,0 0 5 0,-3-1-4 0,-4 0 6 16,-3-2-4-16,-1 1-1 0,6-2-1 0,-13 1-7 0,1 0-2 15,-1-1-2-15,-1 1 0 0,2 1-8 16,-2 1 7-16,-1 0-4 0,0 1 5 0,-2-1-11 0,0 1 4 16,5-1-2-16,3 0 2 0,-2 0-7 0,3 0-1 15,-1-3 0-15,3 3-1 0,6-4-9 0,-1-1-10 16,4-1-5-16,-3-3-4 0,-3 1-38 0,3-3-87 16,1 2-17-16,2-2-31 0,1-1-104 0</inkml:trace>
  <inkml:trace contextRef="#ctx0" brushRef="#br0" timeOffset="9375.07">32004 10307 2508 0,'0'-1'21'15,"0"0"9"-15,0 0-25 0,-1 0-33 0,1-1 0 16,0 2-85-16,0 0 15 0,1 2-8 0,12 3 3 0,7 7-95 16,3 2-265-16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23:01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9547 3028 212 0,'-1'0'1'16,"0"0"8"-16,0 0 27 0,0 0 9 0,-2 0 15 0,-1 0 3 16,-5 0-14-16,1 0 5 0,3 0-4 0,1 0 10 15,0 0-11-15,2 0 2 0,1 0-7 0,-2 0-14 16,1 0-10-16,1 0-1 0,0 0 0 0,-1 0 5 0,2 0 1 16,2 0-1-16,0 0 1 0,9 0-1 0,12 0 0 15,-5 0-6-15,6 0 5 0,-1 0-2 0,1 0-5 16,5 0 4-16,-5 0-6 0,6 0-2 0,-9 0 1 15,1 0-2-15,1 0 2 0,-1 0 0 0,-1 0 0 16,1 2 0-16,0-2 0 0,-1 0 0 0,-1 1-10 16,-3-1 4-16,3 0-5 0,2-1 12 0,1-2-18 15,1 1 8-15,-4-1-10 0,0 1 12 0,-2-1-9 16,0-1 3-16,-2-1-4 0,3 1 4 0,-3-1-15 16,0 0-6-16,2 1-5 0,-3-1-26 0,3-1-42 15,-3 1-9-15,4-1-16 0,-2 0-87 0</inkml:trace>
  <inkml:trace contextRef="#ctx0" brushRef="#br0" timeOffset="566.45">14250 2998 311 0,'1'0'62'0,"0"0"21"0,6-1-13 0,13-4-52 16,5-2 15-16,1 1-27 0,3 0 0 0,2 1 1 15,-1 2-1-15,-1-2-9 0,0 3 0 0,-3-1 3 16,-4 2 0-16,-2 0 6 0,-5 1 8 0,-3 0-6 16,-1-1 9-16,-1 1 13 0,-1 0 1 0,-3 0 5 0,-2 0-5 15,-3 0 10-15,2-1 31 0,-1 0-11 0,0-1 15 16,1 1-33-16,-2 0-4 0,0 0-3 0,0 0-2 15,1-1-13-15,-1 1-15 0,0 0 2 0,0 0-6 16,0 0 0-16,0 0-1 0,1-1-2 0,-1 1 0 16,0 1 1-16,0-1 2 0,0 0 4 0,0 1-2 15,12-2 3-15,3-1-2 0,1 1 3 0,4 1-2 16,2 0 2-16,3 1 10 0,4 0-1 0,4 0 4 0,3-2 0 16,5 0 0-16,2 1-4 0,0 0 5 15,1-1-9-15,-4 1 0 0,-1 0-1 0,1 0 0 0,0 1-2 16,1 0-9-16,0 0 0 0,3 0-2 0,-2 0-4 15,0 1 8-15,-2 0-3 0,-5 0 4 0,-2-1-13 0,-6 0-7 16,-2 0-3-16,-2 0-1 0,-3 0-18 0,-1 0-33 16,0 0 0-16,-2 0-13 0,2-1-31 0,1 0-79 15,1 0-37-15</inkml:trace>
  <inkml:trace contextRef="#ctx0" brushRef="#br0" timeOffset="1167.76">20325 3155 361 0,'0'-1'140'0,"0"0"16"0,0 0-11 0,0-2-45 15,0 1-17-15,0 0-21 0,0-1-22 0,0 1-5 16,1 0-6-16,0 1-19 0,0-1 0 0,0 1 0 15,2 0 1-15,-1 1 5 0,2 0-6 0,4 0 5 16,1 1-7-16,0 2 3 0,1 0 15 0,0-1 1 0,1 2 6 16,2 1 7-16,0-2-6 0,5 2-2 0,-2-3-1 15,4 2-9-15,3-1 1 0,-1 0-5 0,1-1 2 16,2 0-14-16,1 1 11 0,2-1-7 0,4 0 7 16,3 1-15-16,1-1 0 0,-5-1-1 0,5 0 2 15,-4-1 3-15,1 2-6 0,3-1 1 0,-6-1-3 16,0 0-8-16,-3 0-27 0,0-3-8 0,0 2-8 0,0-1-45 15,0-2-32-15,1 1-7 0,5-1-12 0,0 1-61 16</inkml:trace>
  <inkml:trace contextRef="#ctx0" brushRef="#br0" timeOffset="1652.72">24892 3119 771 0,'0'0'102'15,"-1"-1"-149"-15,0 0 124 0,-1-1-73 0,1 1-3 0,0 0-2 16,0 1-1-16,0 0 1 0,1 0 9 0,0 1 22 16,1 0 3-16,0 1 6 0,5 0 16 0,14 5-20 15,5 0 2-15,4-1-8 0,5-1 7 0,7-1-2 16,4 0 4-16,0-3-5 0,4 0-6 0,-1 0-2 16,1 1-6-16,1-2 3 0,-3 0-18 0,-1 1 6 15,1-1-3-15,4 1 4 0,2 1-11 0,-3-1 2 16,1-1-4-16,-3 0 2 0,-5 0-24 0,0 0-60 0,-7-1 0 15,-5 0-25-15,-2 0-61 0</inkml:trace>
  <inkml:trace contextRef="#ctx0" brushRef="#br0" timeOffset="4770.18">5911 5587 112 0,'0'0'0'0,"0"0"40"0,0-1 26 0,0 0 22 16,0 0 11-16,0-1-35 0,0 1-19 0,0-1-19 15,0 1 3-15,0-5-1 0,0-1 18 0,0-1-3 0,0-3-3 16,0 2 1-16,-1-3-5 0,0 0-9 0,1 3 6 15,0-3-7-15,0 0 4 0,0 3 4 0,-1-1-4 16,1 2 4-16,-1 0-2 0,0 1-3 0,-1 0-1 0,1 1-1 16,0-1-8-16,0 2 1 0,0 0 2 0,-1 2-2 15,1-1-5-15,0 1 6 0,0 0-6 0,0 1 5 16,0 0-7-16,-1-1-4 0,0 1 1 0,0 0-3 16,-1 1 5-16,-1-2-10 0,-3 1 11 0,-2 1-10 15,2 1 9-15,-2 2 1 0,-3 3-6 0,-1 3 6 16,-1 0-4-16,5 12-3 0,-2 4 1 0,4 0-2 15,-1 3-2-15,2 2-2 0,-1-3-1 0,1 4 0 0,1-4 5 16,2 1-3-16,2 1 3 0,-2-5-4 0,-10 1 0 16,6 0-2-16,4-2 4 0,3 3-3 0,0-3-3 15,1 4 6-15,0 1-7 0,1 2 6 0,3 2-5 0,1 3 6 16,1 1 1-16,1 5 2 0,1 0-7 0,0 3 2 16,1 1-4-16,-1-2 3 0,-2-2-4 0,0-4 4 15,-2-4 3-15,-1-3 0 0,0-2 0 0,-2 0-4 16,-1-2 0-16,0-4-2 0,1 1 10 0,-2-4 0 15,0-1-2-15,0 1 1 0,0-2 2 0,-2 1 5 16,1-1 1-16,0-3 0 0,-1-1-2 0,-2 3-4 16,1-2 5-16,-1-4-4 0,1 1 9 0,0-4-3 15,1-1-1-15,-2 0 0 0,2-3 2 0,-3 0-11 0,1 2 3 16,-2-3-6-16,-1 4 0 0,-1 0-9 0,2-3 2 16,-1 0-6-16,0 1-18 0,-2-2-25 0,-4 0-6 15,4-1-7-15,-2 0-32 0,2-1-37 0,1-2-18 16,-2-2-21-16,2 2-214 0</inkml:trace>
  <inkml:trace contextRef="#ctx0" brushRef="#br0" timeOffset="5054.12">5530 6182 1085 0,'0'0'2'0,"0"0"1"0,0 0 1 16,0 0-2-16,0 0 2 0,2 0 3 0,-1 0-2 15,1 0 4-15,9-1-1 0,7 0 14 0,2 1-1 16,3 0 5-16,2 0-3 0,-4 0 14 0,7 0-4 16,-2 0-5-16,1 0 2 0,0 0-7 0,-1-1-2 15,1 1-6-15,-6-2 3 0,2 1-4 0,-3 0-11 16,0-2 8-16,-2-1-11 0,0-1 2 0,-3 2-1 15,0-1-4-15,-2 2 2 0,-2 0-2 0,-1-2-29 0,-1 2 0 16,-1-2-18-16,-1 2-68 0,0-2-182 0</inkml:trace>
  <inkml:trace contextRef="#ctx0" brushRef="#br0" timeOffset="5503.95">6174 6665 402 0,'0'0'11'0,"0"0"-2"0,0-1 10 16,0 0 3-16,0-1-3 0,0-8 0 0,1-1 11 15,0-1 4-15,0-1 3 0,-1 4 14 0,0 3 3 16,0-1-8-16,0 3 5 0,0-2-13 0,0 1 11 16,0 2 5-16,0 1 1 0,0-1 7 0,0 1-9 15,0 1 0-15,0 0-3 0,0-1-10 0,-1 1-12 16,0 0 1-16,0 1-3 0,-1 1-3 0,1 0-3 16,-2 5-4-16,-5 15 2 0,0-1 0 0,4 5-8 15,0 1 3-15,2 2-6 0,1 3 3 0,1-1-9 0,0 1 1 16,0-1-2-16,0 0 16 0,1-1-8 0,0 1 4 15,0-1-6-15,0 3 0 0,1 0 6 0,-2-2-1 16,0 2 2-16,0 0-3 0,0-4-2 0,0 1-3 16,-3-2 1-16,1-3-9 0,-2-2 4 0,1 1 1 0,-1-6 2 15,0 1-5-15,-1-3 5 0,1-4-7 0,1-1 8 16,0-3-4-16,1 0-12 0,1-3 6 0,0-2-12 16,1-1-17-16,-1 2-62 0,-1-1 1 0,1 0-21 15,0 0-14-15,0-2-24 0,1-2-31 0</inkml:trace>
  <inkml:trace contextRef="#ctx0" brushRef="#br0" timeOffset="6155.65">6155 6487 1107 0,'-1'0'20'0,"-1"-1"-16"16,0 1 24-16,-5-3-10 0,2 2-3 0,2 0-4 16,0 0-10-16,1 0 5 0,0-1-14 0,1 1 9 15,-1 0-1-15,1 0 2 0,0 0 0 0,1-1 3 16,0 1 4-16,0 0-3 0,1 0 2 0,0 0 18 0,1 0-1 16,0-1 5-16,5 0-5 0,7-1 0 0,0-1-5 15,-2 0 5-15,1 1-2 0,3-1-9 0,2 1 1 16,2-1-5-16,-2 2-9 0,-1 1 8 0,0 0 0 0,-2 1 1 15,-1 0-9-15,-2 0 9 0,0 1-7 0,-2 0 8 16,1 1-1-16,-2 2 2 0,-1-1 5 0,0 2-3 16,-1 1 4-16,-4 0-3 0,-1 4-3 0,6 1 0 15,-1 3-6-15,-3-2-3 0,-1 2 5 0,-2-2-2 16,-1 2 17-16,-3-2-10 0,1-3-3 0,-1 2-1 16,0-5-4-16,0 2-2 0,-1-1 2 0,1-1-1 15,1-4 3-15,2-1-9 0,-2 3 3 0,1-2-4 0,0 0 6 16,0 1-3-16,-1-1 3 0,1 0-2 0,0 1 0 15,0-2 3-15,0 0-5 0,0 0 5 0,-1 1-2 16,1-1-4-16,0 0 0 0,0 0-2 0,0 0 4 0,-1 0-3 16,2 1 4-16,0-1-4 0,0 0 3 0,0 0 0 15,2 0 0-15,-1 0 1 0,0 2 1 0,1-1-2 16,1-1-3-16,7 3 0 0,0 3 0 0,-2 2 4 16,2 2 2-16,1-4 0 0,0 0-7 0,-2-2 4 15,0 2-2-15,-3-2 3 0,0 0 1 0,-1 1-2 16,-3 1 2-16,4 2-1 0,-2-4 6 0,0 5-1 15,-1-4-1-15,-2 3 0 0,-1 2 1 0,-2-3-4 16,-3 1 3-16,0 0-5 0,3-1 9 0,-11 0-5 16,0-2 0-16,0 1-2 0,0-2-2 0,-1-2 7 0,0 2-6 15,0-2 7-15,0 0-1 0,-2-1 11 0,2-1-2 16,-1 1 2-16,0 8-16 0,1-3-4 0,-2-2 4 16,4-2-3-16,0 0 0 0,1-2 2 0,2-1-2 0,3 0 2 15,-1 0-8-15,0 0-17 0,2 0-1 0,0 0-7 16,3 0-34-16,-1 0-54 0,1-1-30 0,0 0-14 15,-1-1-167-15</inkml:trace>
  <inkml:trace contextRef="#ctx0" brushRef="#br0" timeOffset="6706.68">6830 5861 446 0,'0'0'46'0,"0"0"61"16,-1 0-43-16,-1 0-18 0,1 0 2 0,1 0-7 16,0 0-9-16,0 0-7 0,0 0 9 0,1 1-4 0,1 0 32 15,0 1-16-15,0-1-4 0,7 0-1 0,2 0 3 16,3-1-4-16,2 0 10 0,3 0-8 0,-2-1 7 0,1 0-11 16,1 0-5-16,-1-2 0 0,4 1-12 0,0 0 5 15,0-1 1-15,2 1-1 0,-1 0-10 0,0 0-8 16,-1 0 2-16,-2 0-3 0,2-1-2 0,-3 1-1 15,1 0-5-15,-2-1 2 0,-4 1 1 0,0 0-7 16,-3 0 1-16,-2 1-5 0,-3 0-3 0,-1 1-21 16,-2 0 1-16,-1 0-11 0,0 0-28 0,-1 0-15 15,1 0-10-15,1-1-4 0,-1 1-69 0,-1 0-114 16</inkml:trace>
  <inkml:trace contextRef="#ctx0" brushRef="#br0" timeOffset="7039.52">6850 6074 593 0,'-1'0'156'15,"-1"0"-215"-15,1 0 182 0,0 1-103 0,0 0-13 16,0 1 2-16,0-1-1 0,-1 0 0 0,1 1 10 16,0 1 10-16,0-1 9 0,1 0-3 0,0-1 10 0,0 3 26 15,0-2-10-15,0 1 13 0,1 1-21 0,0-1-9 16,0-3 7-16,13 8-7 0,2-2-6 0,0-3-13 16,3-1-6-16,1-2 0 0,2 0-5 0,1-2-11 15,3 0 0-15,-2 0-2 0,1-2 4 0,1 1-4 16,1-2 2-16,-5 0-2 0,5 1 0 0,-1-1-11 15,-2 0-5-15,3-2-4 0,-3 1-37 0,-1-1-111 16,0 0-77-16</inkml:trace>
  <inkml:trace contextRef="#ctx0" brushRef="#br0" timeOffset="13027.26">9035 4909 507 0,'0'0'0'0,"0"0"4"0,0 0 44 0,1 0 2 0,0 0 8 16,0-2-13-16,0 2 4 0,10-3-16 0,-4-1 2 15,5-1-3-15,-5 1 8 0,2-2-6 0,1-1 1 16,-5 4-4-16,5-10-4 0,-3 0-7 0,-1 1 3 16,0 0-5-16,-3 0-8 0,3 1 2 0,-2-2-3 15,4 1 5-15,-2 3 8 0,-2-1-1 0,0 2 0 0,-2 0-1 16,1-1 3-16,-2 1 2 0,-1 2 1 0,0 0-1 16,0 3 2-16,0 2-4 0,-1-2-4 0,0 1 1 15,-1 0-7-15,1-1-9 0,0 2 3 0,0 0-6 16,0 0 5-16,-1 1-7 0,1 0 6 0,0 1-6 15,-1 4 5-15,-10 16 4 0,3 2-2 0,0 2 3 16,2 0 0-16,1 1-2 0,2 1 0 0,-1-1-1 0,1 2 0 16,2-2-3-16,1 0 0 0,0 2 0 0,1-2 8 15,0-1-5-15,-1-3 5 0,1 0-6 0,-2 0 3 16,1-1-3-16,1 2 3 0,-1-4-1 0,0-3 8 0,-1-1-13 16,-1 1 5-16,1-6-6 0,-1 1 6 0,1-2-3 15,0-1-5-15,-1 1 2 0,1-3-3 0,0-1 5 16,1-1 2-16,-1 0 0 0,1-2-3 0,0 0 0 15,-1 1 3-15,-1-1-1 0,1 0 5 0,0-1 6 16,-7 3-1-16,4-2 3 0,2-2-1 0,1 0-9 16,-1 0-4-16,1 0-1 0,0 0-6 0,-1-1 2 15,1 0 1-15,0 0 0 0,-1 0-1 0,1-1 2 0,1 1-1 16,0 0 1-16,-2-1 0 0,1-1 0 0,0 1 0 16,0 0 0-16,1-1 1 0,-1 1 4 0,1 1-5 15,0 0 4-15,-1-1-5 0,1 1-5 0,0 0 5 16,0 0-5-16,0 0 9 0,-1 1-3 0,2 0 1 15,0 0-2-15,2 0 3 0,-1 0-6 0,1 0 2 16,17 3-3-16,0 0 12 0,7-1-3 0,-5-1 0 0,4-1-3 16,-2 0-1-16,-2-1 4 0,3-1 1 0,-2-1 1 15,-1 0-4-15,-1 0-2 0,0 2 3 0,-3 0-3 16,0 0-3-16,-3 0 6 0,-1 0-4 0,-2 1 5 16,0 0-10-16,-4 0 0 0,0 0-1 0,-3 0 1 15,0 0-9-15,-3 0-25 0,0 0 0 0,2 0-13 16,-1 0-50-16,0 0-88 0,-1 0-14 0,1 0-36 0,-2 0-165 15</inkml:trace>
  <inkml:trace contextRef="#ctx0" brushRef="#br0" timeOffset="13544.02">8172 5714 466 0,'-2'0'23'0,"1"1"26"0,-14 4 20 0,-6 2 9 15,1-1-10-15,4-1-13 0,6-1 1 0,0 1-4 16,1 0 9-16,4-3-22 0,1 0 5 0,2-2-13 15,0 2-12-15,0 0 13 0,1 0 0 0,-1 0 7 16,2 0 25-16,0-1-23 0,0 0 3 0,2 0-11 16,2 2-4-16,17 5-11 0,4-3 4 0,1-3-6 15,3-1 5-15,2-1-4 0,1 0 2 0,-1 0-2 16,4-1 0-16,1-1 4 0,4 1-2 0,6-1 2 16,4 1-7-16,7 0-6 0,5 0-1 0,1 0-2 15,2-1-3-15,2 1 6 0,-1-2-4 0,7 2 3 0,5-2-2 16,5 2-1-16,0 1 4 0,-3-2-4 0,-5 1 5 15,6-1 3-15,1 2 1 0,3 0 0 0,0 0-1 0,-8 0 4 16,0-1-3-16,-1 1 3 0,3 0-16 0,-2 0 3 16,0 3-1-16,-5-1 3 0,-9-1 1 0,-1 3-5 15,-2-1 4-15,-3 1-4 0,-3 0 2 0,-2 1 0 16,-3 1-4-16,-3 0 2 0,-4-1 4 0,-6-2-9 16,-5 1 6-16,-5-2-6 0,-1 0 9 0,-5 1-5 15,-2-1-2-15,-2-1 0 0,-3 0 6 0,-1-1-8 16,-4 0 5-16,-2 0-8 0,-2 0-13 0,-2 0-13 0,0 0-3 15,0 0-8-15,0 0-68 0,-1 0-168 0,-1 0-62 16</inkml:trace>
  <inkml:trace contextRef="#ctx0" brushRef="#br0" timeOffset="14245.03">8027 6490 810 0,'0'0'50'0,"-1"0"18"0,0-1-18 15,-1 0-46-15,1 0 12 0,0 0-11 0,0-1 4 16,0 1 0-16,1 0 0 0,0 0-9 0,1-1 15 0,0-1 0 16,0 1 6-16,3-1 3 0,9-4 0 0,2 0 2 15,3 1-1-15,0 2 9 0,2 0-14 0,0 3 4 16,3 1-6-16,-2 1-2 0,-1 2-4 0,-1 1 0 15,-3 2-1-15,1 1 8 0,-1 3 3 0,-2-7 1 0,-3 16 1 16,1 0-1-16,-2 2 3 0,-2 4 1 0,-2-1 2 16,-1 7 4-16,10-1-15 0,-7 1 4 0,-5 1-7 15,-3-3 1-15,-6 1-8 0,-1-3 2 0,-4 0-3 16,-2-1 13-16,12-3-6 0,-18 1 0 0,-3-2-1 16,-2-2-5-16,1-1-5 0,-3-3-1 0,1-2 0 15,2-2 5-15,1-1-6 0,2-3 6 0,0-3-7 16,1-3 0-16,1 0 6 0,0 10-5 0,3-6 5 0,1-4-4 15,1-1-5-15,0-1 5 0,1-2-5 0,3 0 13 16,0-2 1-16,0 1-4 0,4-1 3 0,0 1-3 16,2 1-7-16,1-1 4 0,1-3-5 0,-5-1-5 0,3 1 4 15,0 0-5-15,1-1 6 0,2 0-3 0,0 1 0 16,2-1 4-16,2 0-2 0,-3 1-1 0,14 2 3 16,2-1-1-16,0 3 1 0,4-1-3 0,1-10 4 15,-1 5-1-15,1 4 2 0,-2 3-6 0,2 2 9 16,0 3-3-16,-6 0 5 0,3 1-10 0,-1 2 8 15,-3 1-2-15,-1-1 5 0,-1 0-9 0,0 1 4 16,0 0-2-16,-2-7 4 0,-1 9-5 0,-1-2 4 16,0 0-6-16,-1-1 4 0,0-1-4 0,-2 0-5 15,1 0 7-15,-2-1-6 0,-1-1 3 0,1 0-12 0,-1-2-5 16,-1-1-6-16,1 0-55 0,0 3-9 0,0-2-12 16,2 1 5-16,0-2-25 0,1-1-80 0,1-2-19 15</inkml:trace>
  <inkml:trace contextRef="#ctx0" brushRef="#br0" timeOffset="14713.56">8770 6615 697 0,'0'0'119'16,"-1"0"25"-16,0 0-3 0,0 0-71 0,-2 1 12 0,0 0-39 15,-2 2-16-15,-2 0 0 0,2 1-6 0,-1 3-6 16,3 7 3-16,2 5 2 0,-4-3-1 0,4 5-1 15,-4-2-7-15,1 0-1 0,0 1-1 0,3 1 0 16,-1-1-7-16,-2 0 1 0,0-1-2 0,2 0 12 0,0-1-1 16,-2 1 1-16,3-2-2 0,-4-1 0 0,-1-3-7 15,3-1 3-15,0-4-3 0,2-2 2 0,-1-2-3 16,1-2-8-16,1-1 2 0,-2 1-19 0,1 1 5 16,0-1 1-16,0-1-2 0,0 1-10 0,1-2 2 15,0-2-5-15,1 1 1 0,2-9-26 0,8-12-20 16,1 2 3-16,0-1-9 0,-1 1 10 0,0 0 39 15,-2 0-6-15,2-1 20 0,-3 0 17 0,2-1-2 16,-1-1 3-16,-2 4-4 0,0 3 8 0,-1 3 0 0,0 1 5 16,-3 5-5-16,1 1 8 0,-4 5 12 0,2-1 8 15,-1 2 3-15,4-3 28 0,-1 2 4 0,-2 1-11 16,-1 0 8-16,0 0-26 0,0 5 3 0,12 17 3 16,-4 3-4-16,-3 1-9 0,-4 0-2 0,-2 0 0 0,0-3 1 15,-1 1 6-15,-2-1-7 0,2 1 0 0,0-1-2 16,0-3-6-16,0-1-10 0,-1-1 2 0,2-3-5 15,0 0 0-15,0-3-4 0,0-3 0 0,0-3 0 16,0 0-3-16,0-5-1 0,0 3-3 0,0-3 2 16,0 1-9-16,0 1-16 0,0-1-6 0,0-1-3 15,0 0-25-15,0-1-7 0,0 0-15 0,0-1 0 16,0-7-76-16,0-17-111 0,2-1-17 0</inkml:trace>
  <inkml:trace contextRef="#ctx0" brushRef="#br0" timeOffset="14946.06">8535 6431 1178 0,'-1'0'49'0,"0"-1"98"0,-2 0-120 0,1 0-16 15,1 0-2-15,-1 0-4 0,2-1-1 0,2 1 5 16,0 0-3-16,17-6 2 0,3 1-3 0,3 1 9 0,2 2 5 15,2 1-3-15,0 0-8 0,5 1-1 0,-3 0-4 16,-1 0 2-16,-1 0-1 0,-2-1-11 0,1 1-4 16,-2 0-4-16,-1 1-15 0,-4-1-58 0,2 0-2 15,-2 0-27-15,-3-2-78 0</inkml:trace>
  <inkml:trace contextRef="#ctx0" brushRef="#br0" timeOffset="15413.8">9901 6123 1173 0,'0'0'18'0,"0"-1"4"0,0 0-4 16,0-1-7-16,0-1-2 0,0-1-5 0,0-6 3 15,0 3-6-15,0 2 5 0,0 0-8 0,0-1 15 16,0 1-2-16,-1-1 7 0,0 1 2 0,0 3-3 16,-2 0 2-16,-1-2-3 0,-7-2 8 0,-2 2 6 15,-1 0 4-15,0 4 1 0,-2 1 2 0,-3 3 0 16,-1 3-1-16,-3 2-1 0,-1 2-9 0,-2 2-4 0,-2 1-5 16,1-12 0-16,-2 21-8 0,2 0-5 0,-2 5 1 15,-2-1-3-15,3 4 0 0,1-1-2 0,4 2 0 16,1 0 0-16,4 1 4 0,3 0-5 0,1 0 1 15,5 2-4-15,-1-2 0 0,5 5 7 0,0-3-1 0,3-1 4 16,0 4-2-16,-14-7-9 0,8 5 1 16,5-3-4-16,3-4 14 0,0-1-5 0,3-2 2 0,1-2-3 15,2-2-1-15,1 0 10 0,0-2-2 0,3-1 5 16,2 0-1-16,-7 0 0 0,17-2 2 0,0-1-1 16,1-1-2-16,3-2-10 0,-1 0 0 0,4-4-5 15,0 1-2-15,0-3-7 0,-3-4 2 0,-3 1-4 16,1-3-8-16,-3 11-20 0,1-5-2 0,-3-5-4 15,-1-3-1-15,-2-3-82 0,0-2-34 0,1-4-48 0,2 2-409 16</inkml:trace>
  <inkml:trace contextRef="#ctx0" brushRef="#br0" timeOffset="15863.47">10233 6540 700 0,'0'0'52'0,"0"0"16"0,-1-2-25 0,0 1-34 16,-1 0 1-16,1 0 2 0,0-1-3 0,0-1 7 0,0 1-4 15,0 0 15-15,1 0 5 0,-3-1-2 0,-2-1 4 16,-4 2 7-16,-3 0-4 0,-2-1 4 0,-1-7-2 16,0 3 12-16,-1 2-1 0,-3 3 2 0,3 2-3 15,-4 1-3-15,-1 2 3 0,0 2-8 0,1 1 4 16,0 2-29-16,0 4-3 0,1-4-5 0,2 18 3 16,-1 2-3-16,1-1-1 0,2 4 6 0,1-1-5 15,2 2-3-15,4 1 0 0,1-5-4 0,2-1 5 0,3-2 1 16,0-1-6-16,-12-1 0 0,7-1-1 0,4 1 5 15,3-1 1-15,2 0 4 0,3-2-2 0,2 0 6 0,0-1-14 16,1-2 4-16,-7-3-5 0,15-1 1 0,-1-5 1 16,1-1-8-16,2-1 3 0,0-1-16 0,-1-2-3 15,5 10 5-15,-1-6-5 0,0-3-5 0,0-4-5 16,1-4-11-16,2-3 2 0,-1-2-40 0,3-5-89 16,-2 10-22-16,-3-14-43 0,0 2-267 0</inkml:trace>
  <inkml:trace contextRef="#ctx0" brushRef="#br0" timeOffset="16396.29">10487 6921 1010 0,'-1'0'49'15,"0"0"5"-15,-2 0 18 0,1 0-23 0,1 0 4 16,-2 0-27-16,2 0-19 0,0 0 2 0,-1 0-8 15,-1 0 5-15,1 0-2 0,0 0-3 0,0 0 2 16,1 0-4-16,0 0-3 0,0 0 3 0,0 0-3 16,0 0 5-16,-1 0 0 0,1 0 3 0,0 0-3 15,0 0-1-15,0 0 8 0,-1 1 2 0,1 0 3 16,1 0 18-16,-1 5-11 0,-2 12 2 0,-2 3-5 0,0 4-7 16,-1 2-5-16,2 2 2 0,-2 2-4 0,1-2 3 15,1-2 2-15,2-5-5 0,1-2 4 0,0-3-6 0,1-4-4 16,0-1 0-16,0-7-2 0,0 1 5 0,0-2-7 15,0-3 5-15,0 0-4 0,0 0 16 0,1 2-10 16,0-1 7-16,1-1-7 0,1 0 9 0,-2-1 1 16,5 0-6-16,2-1 4 0,0-2-7 0,2-4-4 15,0-4 5-15,-1-9-5 0,1 0 8 0,2 0-5 16,1-1 3-16,1 2-3 0,-2-1 0 0,-1 2-1 16,-2 1 0-16,0 3 0 0,-1 2 5 0,-3 4-8 15,1 2 3-15,-3 1-4 0,-1 2 11 0,0 1-2 0,0 1 8 16,0 1-6-16,0-1 18 0,-1 1-3 0,1-1-2 15,1 1-1-15,-1 0-9 0,0 1 4 0,0 1-4 16,5 14 4-16,-3 4-5 0,-1 0 6 0,-3 1-5 16,0 0 5-16,0-1-7 0,0 0 2 0,0-2 1 15,-3 0 1-15,1 2-4 0,-2-1-6 0,1-1 0 0,1-2 0 16,0 1 7-16,1-5-8 0,0-3 0 0,1-1-2 16,0-2-2-16,0-1 0 0,0-2 1 0,0 0-1 15,0-1-7-15,0 0-28 0,0 1 0 0,0-1-9 16,0-1 1-16,0 0-18 0,0-1-8 0,0 0-10 15,0-1-76-15,0-5-186 0</inkml:trace>
  <inkml:trace contextRef="#ctx0" brushRef="#br0" timeOffset="16697.75">10228 6792 1076 0,'-1'0'5'0,"0"0"7"0,0 0-1 0,0 0-6 0,-1 0 5 16,2 0-4-16,0 0 21 0,2 0 4 0,-1 0 5 15,1 0-3-15,10-1-8 0,5-1 5 0,2-2-6 16,2 1 5-16,2-1-14 0,1-2-9 0,3-1-1 0,1 2-2 15,-3 0 3-15,4 0-8 0,-3 3 5 0,-2-1-6 16,1 1 4-16,-3 0-8 0,-1-2-7 0,-2 2 0 16,0-2-23-16,0 0-117 0,0 0-24 0</inkml:trace>
  <inkml:trace contextRef="#ctx0" brushRef="#br0" timeOffset="17132.66">10960 6823 44 0,'0'0'31'0,"0"0"7"0,-2-1 33 15,1 0 1-15,0 0 17 0,-1-1 4 0,-3 0 4 16,-1 0-3-16,0-2-5 0,2 2-18 0,0-1 0 16,-1 1-5-16,2 0-18 0,0 1-8 0,2 1-7 15,0 0 1-15,-1-3-5 0,-1 2-18 0,1 0 0 0,1 0-5 16,0-1 2-16,0 1 14 0,1 0 3 0,0 0 3 15,1 0 2-15,0 0 0 0,5-2-2 0,10-3 3 16,5 2 0-16,-1 0 5 0,2 2-2 0,0 1 1 16,0 1-11-16,1 0-15 0,0 0 0 0,-4 0-5 15,1 1-1-15,0 0-1 0,-4-1 1 0,2 1-1 16,-3 0 6-16,-1 0-8 0,-3 1 4 0,-2-2-4 16,1 0 1-16,-4 0-4 0,1 0 0 0,-3 0-2 0,0 0 4 15,-1 0-24-15,1-2 1 0,0 1-13 0,-1-1-28 16,-1 1-136-16,1-6-35 0</inkml:trace>
  <inkml:trace contextRef="#ctx0" brushRef="#br0" timeOffset="17464.3">11172 6446 1272 0,'-1'0'11'0,"0"0"-2"0,-1-2 27 0,-1 1-12 16,1 0 9-16,0 1-35 0,-1 0 3 0,2 0-1 16,0 0 1-16,0 0-3 0,0 0 6 0,-1 0 4 15,1 0 1-15,0 1 1 0,1 0-8 0,-1 1 3 0,0-1-1 16,0 1 17-16,-1 0-3 0,1 6 2 0,-1 4-2 16,0 4 7-16,-2 3 0 0,-1 2-3 0,1 5 2 15,-1-1-5-15,-1 5-4 0,1 2 2 0,2-1-4 16,-1 0-7-16,1-2-5 0,-1-2 1 0,3-2-1 15,1 0 2-15,0-4 1 0,1-3-3 0,2-2 1 16,0-1-7-16,-1-2-9 0,2-1 5 0,-1-1-7 16,1-2-5-16,-2-2-19 0,1 0-2 0,-1-1-8 15,-1-2-24-15,2 0-72 0,-2-1 0 0,0 0-30 0,0-1-63 16</inkml:trace>
  <inkml:trace contextRef="#ctx0" brushRef="#br0" timeOffset="17931.02">11726 6560 654 0,'0'-2'11'15,"2"1"10"-15,-1-1 14 0,2-3 10 0,-2-4 1 0,8 1 2 16,-2-1-8-16,0 2 1 0,-4 1-3 0,1-1 4 16,-3 3 4-16,1 0 14 0,2-1-2 0,-2 2 3 15,-1-1-6-15,1 1 10 0,-1-2 0 0,-1 3 4 16,0-1-8-16,0 1-5 0,0 1-3 0,0 0-1 16,0 0-9-16,-10-6-18 0,0 1-2 0,-1 2-4 15,-2 2-5-15,0 2-6 0,0 0 3 0,0 1-3 16,3 2-1-16,-3 2 4 0,1 1-5 0,2 1 4 0,-3-6-11 15,1 12 2-15,1 4 1 0,3 0 1 0,-1 4-2 16,-1 2 1-16,2 2 0 0,-1-1 0 0,0 1-1 16,3 0 2-16,4 2-3 0,1-1 2 0,-1-1-1 15,0 0-1-15,-1-3 2 0,-9-2-1 0,5 0-5 0,5 0 4 16,2-2-2-16,1 0 3 0,2-1 2 0,1-1-7 16,1-2 3-16,-1-1-4 0,2 0 1 0,0-3-3 15,1 1-4-15,-1-4 1 0,-2 0-11 0,4-1 3 16,1-2-2-16,1-1 2 0,0-1 0 0,1-1-18 15,-2 6 3-15,2-1-9 0,-1-2-4 0,1-2-2 16,0-2-10-16,-1-1 0 0,0-1-62 0,-1-3-146 16</inkml:trace>
  <inkml:trace contextRef="#ctx0" brushRef="#br0" timeOffset="18681.55">11739 7054 944 0,'0'0'2'16,"0"0"1"-16,-1 1 8 0,0 0-10 0,0 0 9 15,0 1-11-15,-1 1 2 0,0 5 7 0,0 1-2 0,1 1 2 16,-1-2-1-16,1 0-3 0,1-2 4 0,0-1 0 15,0 2 27-15,0-4 0 0,0 3 11 0,0-2 5 16,0-2 6-16,1 1-5 0,1-1 4 0,-1 0-23 0,0-1-6 16,0 1 1-16,0-1-2 0,0 0 0 0,1 0-13 15,0-1-3-15,0 0-3 0,3 0-3 0,2-2 5 16,4-3-4-16,-3-1 3 0,1 3-3 0,2-9 1 16,-1-1 2-16,2-1-3 0,0-3-5 0,-1 2 4 15,1 0-2-15,1-2 4 0,0 3-10 0,0-1 6 16,-1 0-5-16,1 1 7 0,-2 1-5 0,0 0 0 15,0 1 5-15,-6 1-2 0,3 2-2 0,0 1 0 16,-2 1 0-16,1 2 0 0,-3 1 7 0,-3 2-2 0,0 1 0 16,1-1-1-16,1-1-1 0,-1 1 15 0,0 1-5 15,-1-1 6-15,1 1-10 0,-1 0 2 0,0 0-3 16,0 1 1-16,0 0-6 0,-1 0 10 0,0 1-4 16,0 1 6-16,-1 4-15 0,-1 8 8 0,-2 2-7 15,2-2 6-15,0 1-4 0,-1-1-3 0,1 2 5 0,1-3-5 16,0 1 3-16,1-5 0 0,0 2-3 0,0-3 0 15,0-1 2-15,1 0-4 0,0-2 5 0,-1-3-5 16,1 0 3-16,0 2 6 0,0-2-5 0,-1-1 4 16,6 1-7-16,-1 1 4 0,2 2 0 0,-2-3 2 15,-1 1 3-15,1-2-4 0,1 0 1 0,0-1-3 16,0 0 4-16,1-1-4 0,1-2-1 0,-2 1 0 0,0-2-2 16,-1 3 4-16,0-9 1 0,2 0 1 0,1-1-6 15,0-1-2-15,-5 0 1 0,0-1 0 0,1 1 2 16,-1 1 0-16,0-1 1 0,2 1 0 0,-2 2-1 0,2 2-2 15,-1 1 2-15,-2 1-1 0,0 2 8 0,0 0-12 16,-2 2 4-16,2 0-7 0,-1 1 9 0,0 0-1 16,0 0-1-16,2-2-1 0,-1 0 2 0,-1 2 3 15,2 0-2-15,-1 0 3 0,0 2-2 0,1 1 3 16,8 16-5-16,-2 1 2 0,-3 0-8 0,-1 1 5 16,0 0 4-16,-1-3 1 0,-1-2 0 0,0-2-4 15,0-3 0-15,1 1 1 0,-1-2 0 0,2 0 2 16,-2-3-8-16,0-4 4 0,0 0-19 0,6-2-5 15,0 6 5-15,-1-2-6 0,2-2-9 0,-1-2-11 0,0-1-20 16,1-2-2-16,2-5-119 0,-1 0-293 0</inkml:trace>
  <inkml:trace contextRef="#ctx0" brushRef="#br0" timeOffset="19149.3">12176 5824 1184 0,'-2'0'18'0,"1"0"17"0,0 0-6 0,0 0-19 15,0 0 0-15,-1 0-6 0,1 0 5 0,1 0-4 16,0 0 7-16,0 1-4 0,1 0 29 0,1 0-4 0,-1 1 5 16,5 7-5-16,-2 5-1 0,9 0-6 15,1 1 4-15,3 2-3 0,2 0 11 0,-2 2-9 0,5 1-3 16,1 2-1-16,1 3-4 0,4 2 3 0,0 3-4 15,1 0 2-15,3 3-12 0,-1 2-2 0,-4 2 2 0,0 0-2 16,-2 2 4-16,-2-2-3 0,-1 0-1 0,-3 3-1 16,-1 1-1-16,-3 4 8 0,-1 0 0 0,-3 4 2 15,-3 1-5-15,-2-1 15 0,-1 3-3 0,-4-3 8 16,18 0 2-16,-15 2 5 0,-6 1-3 0,-7 5 2 16,-7 5-10-16,-6 2-8 0,14 2 1 0,-26-2-5 15,-5-3-5-15,-4-6-18 0,1-4-10 0,5-8-6 16,1-2-42-16,7-4-95 0,5-8-17 0,4-2-47 0,3-6-260 15</inkml:trace>
  <inkml:trace contextRef="#ctx0" brushRef="#br0" timeOffset="30825.97">12841 5332 537 0,'0'0'0'0,"0"0"23"0,-1 0 16 0,0 0 20 16,0 0 8-16,-1 0-17 0,1 0-8 0,0 0-15 0,0 0-3 16,0 0 1-16,1 0 0 0,-1 0-8 0,1 0 6 15,0 0-7-15,0 0 3 0,0 0 15 0,0 0-8 16,0 0 12-16,0 0 12 0,0 0-23 0,0 0 5 15,0 0-14-15,0 0-9 0,0 0 3 0,0 0 0 0,0 0 1 16,0 0 1-16,1 0 11 0,0 0 1 0,1 0 2 16,2 0 3-16,12 0-1 0,0 1-1 0,2 0 1 15,7 1 1-15,-1-1-1 0,1 0 1 0,5 1-1 16,-5-1-5-16,4 1 1 0,-1-1-6 0,-3 0 4 16,1-1-10-16,-3 1-9 0,2 0 7 0,-3-1-9 15,3 1 6-15,-3-1-3 0,-2 0-3 0,-1 0 2 16,0 0-3-16,-4 0-4 0,3 0 2 0,-4 0-1 0,-1 0 5 15,-3 0-7-15,-4 0-1 0,-2 0-5 0,-1 0-16 16,0 0-2-16,-1 0-12 0,0 0 4 0,1 0-39 16,-1-1-54-16,-1 0-1 0,1 0-23 0,-1 0-57 0,-1 0-33 15,0-1-19-15</inkml:trace>
  <inkml:trace contextRef="#ctx0" brushRef="#br0" timeOffset="31044.77">12943 5519 500 0,'-1'0'103'0,"0"0"10"0,-1 0 34 0,-12 0-48 16,5 1 9-16,3 0-48 0,1 0-13 0,0-1 1 15,1 0-7-15,2 0-9 0,0 0-19 0,0 2 6 16,1-1-9-16,0 0 16 0,0 0 4 0,1 0-1 16,0 1 1-16,1-1-3 0,1 0-2 0,10 2-3 15,6 1 1-15,0-1-2 0,3 1-14 0,2 0 6 16,1-2-10-16,0 0 1 0,-2-1-2 0,-5-1-3 0,1 0 1 15,-2 0 0-15,1 0-30 0,-1 0 1 0,-2 0-17 16,0-1-47-16,1-1-111 0,0-2-63 0</inkml:trace>
  <inkml:trace contextRef="#ctx0" brushRef="#br0" timeOffset="32045.32">15655 4750 974 0,'0'0'13'0,"0"0"-2"0,-1 0 14 16,0 0-5-16,1 0 1 0,0 0-21 0,0 0 13 15,0 0 1-15,0 0 7 0,0 0 5 0,0 0 3 16,1 0-1-16,0 0 4 0,0 0 9 0,0-1-17 16,2 0 3-16,3-3-8 0,4-3 5 0,2 2-13 15,1-9 4-15,-1-3-6 0,-2-2-3 0,1-2 2 16,-1-2 0-16,1 3 1 0,1-1 7 0,-3 1-10 0,1-1 6 16,1 3-6-16,-1 3 1 0,-3 0 1 0,2 3-1 15,-5 0 1-15,0 2 0 0,4 1 0 0,-5 1-5 16,4 2 4-16,1 2-5 0,-1 1-4 0,0 1 2 0,-4-1-4 15,-1 2 0-15,-1-1 6 0,3 0-1 0,-1-1 5 16,1 1-7-16,1 0 6 0,-3 0 0 0,2 1 4 16,-3 1 8-16,0 0-10 0,1 0 3 0,1 1-5 15,-1 1 0-15,3 3 8 0,4 13-8 0,-2 1 7 16,-2 2-12-16,-2 1 2 0,0 1 3 0,-1 1-1 16,0 0-3-16,1-2 0 0,-1 3 0 0,-1-4-1 15,0 1 0-15,1 0 0 0,-2-4 0 0,0 1 0 16,0-1 4-16,-2 0-4 0,0-2 4 0,-1-1-4 0,-1-1 9 15,-1-1-6-15,1 0 3 0,-1-1-2 0,1-1 3 16,0-1-2-16,-1-2-4 0,0-1 3 0,3 2-4 0,-7-5 4 16,0 2-3-16,1-1 3 0,-4-1-2 0,3 0 2 15,-2 0 5-15,2-1-4 0,-1-2-3 0,1 1 2 16,0 0-3-16,0 4 3 0,1-1-3 0,1-2 3 16,0 1 0-16,1-2 2 0,2-1 1 0,-1 0-6 15,0 1-2-15,0-1 0 0,2-1-2 0,-1 0 7 16,2 0-2-16,0 0 4 0,-1 0-6 0,2 0 3 15,0 0 0-15,-1 0 1 0,-1 0-2 0,1 0-2 16,1 0 0-16,0 0-2 0,-1 0-2 0,1 0 8 16,0 0 1-16,1 0 2 0,0 0 1 0,1 0-1 0,0 0 1 15,4 0-2-15,13 0 2 0,1 0 1 0,1-1-3 16,4-1 2-16,2 1-2 0,1-1-6 0,0 1 1 16,0-2-1-16,-1 1 3 0,-1 1-2 0,-2-2 1 15,-4 2-2-15,0 0 3 0,-5 1 2 0,0 0-2 0,-3 0-1 16,-2 0-4-16,-2 0-3 0,-2 0 3 0,-2 0-5 15,0 0-18-15,-2 0-30 0,0 0-18 0,1-1-8 16,1 0-116-16,-2 0-222 0</inkml:trace>
  <inkml:trace contextRef="#ctx0" brushRef="#br0" timeOffset="32593.75">14741 5336 492 0,'-1'0'24'0,"0"0"43"0,0 0-35 0,-7 0-9 0,-1 1 8 15,2 0-8-15,1 1 2 0,3-1 9 0,-1 1 3 16,2-1 3-16,1-1 13 0,0 0-10 0,-2 1 1 16,1 0-3-16,0 0 1 0,0 0 5 0,1 1-3 15,0-1 3-15,0 0-9 0,1-1-7 0,1 0-2 0,0 0-2 16,3 0-3-16,13-2-7 0,3-1 1 0,3 0-3 16,2 0-5-16,5 0 1 0,4 1-1 0,1-2 0 15,5 2-3-15,3 0-1 0,3 0 6 0,3 1-5 16,-1 0 7-16,5-2-6 0,0 0 1 0,11-1-2 15,5 1 0-15,6-2 7 0,3-1-9 0,-2 0 7 16,1 0-8-16,6-1 1 0,3 0 2 0,5 0-2 16,0-1-1-16,-1 0 6 0,-1 0 0 0,3-1 2 15,5 0-4-15,2 0-1 0,0 0-5 0,-3 3 3 0,1 1-5 16,2-1-2-16,-2 0 2 0,-4-2-1 0,-2 1 8 0,0 1-7 16,0 2 6-16,1 2-6 0,-3-2 4 0,-7 1-1 15,2 2-3-15,-2-1 3 0,0 2 5 0,0 0-8 16,-6-2 7-16,-4 0-7 0,-4 2 3 0,1 0 1 15,-3 0-3-15,0 1 3 0,-3-1-2 0,-5 0 2 16,-4 0-5-16,-6 0 2 0,-4 1-4 0,-5 1 3 16,-4 0 3-16,-3-1-1 0,-4-1-6 0,-5 0-7 15,-1-1-4-15,-9-1-2 0,-3 1-20 0,-3 0-32 16,-4 1-18-16,-2 0-12 0,1-1-124 0</inkml:trace>
  <inkml:trace contextRef="#ctx0" brushRef="#br0" timeOffset="33410.44">14624 6216 566 0,'0'0'32'0,"-1"0"77"0,-1-1-96 0,1 0-10 16,0 0 6-16,0 0-9 0,0-1 0 0,0 1 4 16,-1 1 2-16,1-1 1 0,0 0 10 0,0 0 14 15,0 0-6-15,0-1 8 0,-1 1-2 0,1 0 6 0,0 0 6 16,0 0-3-16,0-1-2 0,-1 1-3 0,1 0-6 16,0 0 3-16,0 0-14 0,0-2-8 0,1 1 7 15,0 0-6-15,0-2 9 0,1-3-6 0,1 0-5 0,1 2 3 16,-2 3-2-16,2 0 3 0,8-5-2 0,1 1 1 15,-1 2-3-15,4 1 0 0,-2 1 1 0,-1 4-1 16,3 1-1-16,-1 3 4 0,0 2-2 0,1-1 1 16,-2 15-1-16,1 1-1 0,-1-2-3 0,-1 2 1 15,0-3-3-15,-2 1-4 0,0-4 7 0,-5 1-6 16,1 0 11-16,-2-3-1 0,-3 0-2 0,10 0 2 16,-6 1-2-16,-2 0-1 0,-3 2 2 0,-4 1-1 0,-3 3 4 15,-5 2-8-15,10 0-1 0,-20 3-2 0,-2-2 0 16,1-1 4-16,-2-1-2 0,2-3 3 0,-2 1-9 15,-1-4 7-15,0-3-1 0,1-1 3 0,-2-2-5 0,-1 0-2 16,3-2 4-16,-3-2-2 0,1-1 8 0,2-1-3 16,0-3 1-16,2 0 1 0,6 9 13 0,1-4-4 15,5-3 6-15,0-3-6 0,3-1 0 0,2 0-1 16,1 0-6-16,3 0 4 0,-1 0-11 0,1-1-5 16,0 0 3-16,1-2-3 0,-1-1-2 0,1-5 6 15,1-1-7-15,3-1 8 0,1 2 0 0,1 0-3 16,13-2 5-16,2 2-6 0,-3-2-3 0,4 3 3 15,-2-3-4-15,0 6 4 0,-1-2-2 0,-2 3 2 0,2 2 1 16,-4-1-1-16,1 2-5 0,1-9 3 0,-2 4-3 16,0 4 5-16,0 1 5 0,-4 1-5 0,2 1 1 15,-2 1-3-15,0 3 2 0,1 1 0 0,-1 1 4 16,0-2-3-16,-1 5-1 0,-2 1 4 0,1 1-6 0,-2-5 4 16,1 0-7-16,-1 0 0 0,0 0-1 0,0-1 1 15,0 1-2-15,0-5-17 0,-2 2 3 0,0-1-8 16,1 0-2-16,-2-1-32 0,3 0-9 0,-1 2-9 15,0-1-50-15,0 1-32 0,1-2-7 0,4-1-15 16,-2-1-84-16</inkml:trace>
  <inkml:trace contextRef="#ctx0" brushRef="#br0" timeOffset="33944.8">15167 6386 1030 0,'0'0'20'0,"0"0"-2"0,-1 0 32 16,0 0-14-16,0 0 9 0,-1 0-41 0,2 0 17 16,0 0 4-16,0 1 3 0,0 0-1 0,0 1 0 15,0 3-7-15,0 9 5 0,0 3-6 0,0 0 3 16,0 0-5-16,0 2 4 0,0-1-8 0,0 3 5 16,0-2 1-16,0 4 0 0,0-2-6 0,0-2 0 15,0-2-2-15,0-1 2 0,-1-5-3 0,0 3-2 16,0-1 1-16,0-2-1 0,0 0 1 0,1-4-8 0,0-3 3 15,0 2-3-15,0-2 3 0,0-1-2 0,0 0-3 16,0-2 1-16,0 1-12 0,0 0-20 0,0 1 6 16,0-2-11-16,0 0 7 0,0 0-5 0,0-1 4 0,1-1-4 15,5-9-2-15,5-14-6 0,1 1 5 0,0-1-2 16,-2 0 17-16,2-3 8 0,0 2-1 0,-1-1 6 16,-1 0 6-16,1 2-4 0,-1 3 3 0,0 2-3 15,-2 3 8-15,0 3 2 0,-1 2-1 0,-1 3 2 16,-2 3-4-16,-3 3 15 0,1 0-3 0,0-1 9 15,1 1 8-15,-1 0-9 0,1 0 4 0,-1 1-5 16,0 0 0-16,1 0 3 0,-2 1 2 0,1 0 0 0,0 1-1 16,0 1-3-16,1 4-3 0,2 11 1 0,-3 0-2 15,-2 2 6-15,-1 1 0 0,0 0 1 0,0 0-5 16,-2-2-2-16,0 1 2 0,-2 1-2 0,-1-1-4 16,0-2-1-16,2 1-2 0,0-5 3 0,1 1-5 0,0-2 3 15,1-3-11-15,1-2 7 0,0-1-10 0,-1 0 5 16,2-3 3-16,0 1-2 0,0-2-2 0,0-1 0 15,0 2-3-15,0-1 1 0,0 0-15 0,0 0-1 16,0-1-11-16,0 0 3 0,0 0-32 0,0-1-41 16,0 0-2-16,0-1-18 0,0-1-56 0,2-11-124 15</inkml:trace>
  <inkml:trace contextRef="#ctx0" brushRef="#br0" timeOffset="34228.15">14964 6089 1286 0,'-2'0'19'16,"1"0"-2"-16,0-1 4 0,0 0-5 0,0 0-3 16,1 0-11-16,0 1 25 0,1 0-10 15,0 0 7-15,10-2-1 0,11 1 5 0,3 1-5 16,-1 0 4-16,3 0-13 0,1 0 3 0,-3 0-7 15,2 0-10-15,1 0 3 0,-3 0-4 0,-1 0 5 0,-2 0 3 16,-3 0-6-16,0-1 0 0,-1 0-1 0,0 1-6 16,0 0-6-16,-2 0-4 0,1-1-6 0,-2 0-50 0,-2-3-65 15,0-1-25-15,4-3-19 0,0-3-151 0</inkml:trace>
  <inkml:trace contextRef="#ctx0" brushRef="#br0" timeOffset="34644.79">16359 5617 1212 0,'0'-2'10'0,"-1"1"7"16,0 0-14-16,0 0-1 0,0 0-5 0,0-1 4 15,1 1-1-15,0 1 12 0,0 0 2 0,0 0 4 16,0 0 13-16,-2 0-6 0,1 0 0 0,0 0-3 16,0 0-6-16,0 0 6 0,0 0 8 0,-11 1-3 15,-1 2 5-15,0-1-1 0,-2 2-5 0,-1-1 4 16,1 1-4-16,-1 2-6 0,-2 1 0 0,-1 2-2 16,0 2-11-16,1-8-1 0,-1 15-5 0,-2 0 4 0,1 0-1 15,1 5-4-15,-1-1 1 0,1 3-1 0,1 3 1 16,1 1-4-16,1 4 3 0,1 3-5 0,0 1 5 15,2 4 3-15,2-1-2 0,2 4 1 0,1-1-4 0,3-2 1 16,1 1-1-16,-12-6 2 0,10-2 0 0,6-2 0 16,2 0 6-16,4-2-4 0,1 1 3 0,3-2 1 15,0-1-3-15,3 3 3 0,0-3 6 0,1-3-2 16,-9 0-3-16,14-2-1 0,1-3-3 0,-3 0-1 16,1-2-1-16,2-4 0 0,-2 0-7 0,1 0 2 15,-2-4-1-15,1-5-1 0,1-1-24 0,-1-3-50 16,2 11-5-16,4-5-21 0,2-7-78 0,4-4-193 0</inkml:trace>
  <inkml:trace contextRef="#ctx0" brushRef="#br0" timeOffset="35696.18">16588 5922 740 0,'0'0'30'0,"-2"0"-4"0,1 0 18 0,0-1 6 15,0 0-12-15,0 0-20 0,0 1-17 0,-1 0 3 16,2 0-4-16,0 0 22 0,0 0-3 0,0 0-2 15,0 0-1-15,0 0-8 0,0 0 6 0,0 0-1 16,0 0 4-16,0 0 7 0,0 0 9 0,0 0-1 0,0 0 5 16,0 0 3-16,0 0-12 0,0 0 5 0,0 0-9 15,0 0-5-15,0 0-7 0,0 0 3 0,0 0-5 16,0 0-2-16,0 0-5 0,0 0 1 0,0 0-1 16,0 0-1-16,0 0-1 0,0 0-3 0,0 0 2 15,0 0 1-15,0 0 4 0,0 0-5 0,0 0 3 16,0 0-5-16,0 0 3 0,0 0-1 0,0 0 1 15,0 0-7-15,0 0 6 0,0 0 1 0,0 0 2 0,0 0-3 16,0 0 6-16,0 0-3 0,0 0 4 0,0 0-9 16,0 0 2-16,0 0 2 0,0 0 1 0,0 0 11 15,0 0-14-15,0 0 3 0,0 0-5 0,0 0 4 0,0 0 2 16,0 0-4-16,0 0 5 0,0 0-3 0,0 0-2 16,0 0 1-16,0 0-1 0,0 0 0 0,0 0 4 15,0 0-2-15,0 0 4 0,0 0 6 0,0 0-11 16,0 0 6-16,0 0-7 0,0 0 8 0,0 0-6 15,0 0 8-15,0 0-8 0,0 0 0 0,0 0 6 16,0-1-8-16,0-1 8 0,0 1-8 0,2 0 6 16,-1 0-3-16,1 0 4 0,0 0-2 0,11-5-5 15,1 0 5-15,1 1-4 0,-2 2 3 0,-1 0 5 16,1 1-6-16,2-1 6 0,-3 2-3 0,0 1-5 0,1 0 7 16,1 1-7-16,-1 2 9 0,0 0-4 0,-1 3 3 15,0 1-3-15,-4-4 8 0,2 14-6 0,1 2 0 16,-2 1-2-16,1 0-1 0,-7 1 5 0,2 0-8 0,-4 1 7 15,3 0-2-15,-1-1-2 0,-2 1 6 0,11-2-6 16,-5 2 5-16,-6-2-4 0,-2-2 2 0,-5 2-3 16,-1-1-7-16,-2-1 8 0,-2-2-4 0,7 1 7 15,-15-3 2-15,1 0-5 0,-1-2 5 0,3-2-4 16,-1 0 5-16,3-1 0 0,0-3-4 0,1 0 2 16,2-3-5-16,-1 0 1 0,1-1 4 0,3 4-3 0,0-1 8 15,2-2-11-15,-1 0 3 0,2-2-5 0,-2 0 4 16,1-1-1-16,0 0 0 0,-1 0-1 0,1-1-2 15,4 1 1-15,-2-1-1 0,3 1 0 0,0 0-2 16,-1-3 1-16,2 2 0 0,-4-5 1 0,2-1-11 0,1-1 7 16,1 0 0-16,2-1 3 0,3 1 4 15,1 1-4-15,11 1-1 0,2 2 0 0,0 1 2 0,1-9-5 16,2 4 3-16,2 4-3 0,0 2 6 0,-1 4-2 16,0 0 0-16,-3 3-1 0,-3-1-8 0,-1 2 13 15,-4-1-5-15,-1 1 9 0,2 1-14 0,-3 0 5 16,1 0-2-16,-1 0 3 0,0 0 0 0,-4-2-3 15,1 1 3-15,-3-3-2 0,1 1 2 0,1 0-5 16,0 1-5-16,-4-4-3 0,4 3-28 0,-1-2-26 0,-1 0-8 16,5 2-9-16,1-2-61 0,2 0-112 0,3-4-35 15</inkml:trace>
  <inkml:trace contextRef="#ctx0" brushRef="#br0" timeOffset="36312.47">17189 5887 671 0,'-2'0'175'0,"1"-1"384"0,-1 0-535 15,-1-1-18-15,2 1-5 0,0 0-2 0,0 1-6 16,0 0 4-16,0 0 3 0,-1 0-1 0,1 1 2 0,1 0 2 15,0 1-4-15,0-1 2 0,1 1-2 0,1 1 11 16,0-1 7-16,0 0-1 0,4 2 10 0,5 2-2 16,0-2-6-16,0 0 3 0,1-1-9 0,1 0-4 15,1 0 3-15,1 1-4 0,-1-1-6 0,-2 2 0 16,1 0 0-16,-6-2 1 0,0 3 4 0,0 1 4 16,-4 10-8-16,4 3 6 0,-3-2-8 0,1 5 0 15,-3 2 6-15,11-4-2 0,-6 1 8 0,-3-1-9 16,-3-1 0-16,-1 4-3 0,-2-4 1 0,-2 1 0 0,1-1 0 15,-3-1 0-15,-3-3 4 0,0-1-1 0,7 0 2 16,-12-5-3-16,0 1-3 0,2-2 8 0,-1-2 0 16,2-1 2-16,1-1-1 0,1-2 1 0,1 0 0 15,1 3 0-15,0-2-4 0,-1 0 11 0,0-2-6 0,1-1 9 16,-1-1-2-16,3 0 1 0,0 0-4 0,-1-1 2 16,3 0-7-16,-1 0-5 0,0 0 1 0,3 1-4 15,-1-2-4-15,1-3 2 0,0-3 4 0,-3 4-1 16,-1-2 1-16,3 2-2 0,0 0-5 0,0 0 2 15,1 2-1-15,0-1 2 0,0 1-1 0,1 0 0 16,0 1-5-16,0-1 3 0,0 0-1 0,0 1 1 0,0 0 3 16,0-1-5-16,3 0 5 0,12-6-4 15,-2 2 4-15,2 2 3 0,-1 2-1 0,4 2 1 0,0 1-4 16,-1 2-1-16,2 0 1 0,-5 1 0 0,-2-1 3 0,0 2 3 16,0 0-1-16,1 1 1 0,-1-1 4 0,-2 0-7 15,1 0 0-15,-6-3-2 0,2 2-1 0,-2-2 0 16,-2 0 1-16,3 2-1 0,-1-1-3 0,-2 0 5 15,2 0-2-15,-3-1 3 0,3 0-7 0,-2 0-18 16,-1-2-10-16,1 3-4 0,1-2-50 0,3 1-59 16,2 0-14-16,3 0-30 0,1-4-183 0</inkml:trace>
  <inkml:trace contextRef="#ctx0" brushRef="#br0" timeOffset="37464.67">17891 5967 1003 0,'-2'0'20'0,"1"-1"23"0,0 0 5 0,0-1-36 15,0 2 10-15,-1 0-18 0,1 0 6 0,0 0-2 0,0 0 0 16,0 2 0-16,0-1 0 0,-1 0 14 0,1 1-6 16,-1 7 9-16,1 1-7 0,1 4 11 0,1-1 1 15,2 1 2-15,4 4-4 0,1-5 4 0,1 3-2 16,-4 0 3-16,8-1-4 0,2-1-6 0,3 2-2 15,-3 0-1-15,0-3-7 0,-2 2-6 0,0-4 3 0,-1 0-6 16,-2 2-10-16,1-2 8 0,-2 1-6 0,1-3 9 16,-3-2 2-16,-1 1-6 0,0-2 0 0,-3-2-5 15,1 0-25-15,-2-1-32 0,-1-3-12 0,0 0-9 16,0 0-60-16,1 0-56 0,0 1 1 0</inkml:trace>
  <inkml:trace contextRef="#ctx0" brushRef="#br0" timeOffset="37698.62">18062 5952 585 0,'-1'0'175'0,"0"0"42"0,0 0-54 16,0 0-99-16,-9-1-1 0,3 1-43 0,0 1-5 16,-1 1-7-16,0 3 5 0,-3 3-2 0,-1 17 1 15,2 2-5-15,-5 3 4 0,1 2-9 0,-2-3 0 16,-2 2 6-16,3-4-4 0,1-2 1 0,3-3-5 15,2-3 1-15,1-1-1 0,2-4 0 0,0-4 1 16,2 2-8-16,1-4 7 0,-2-2-12 0,2 0-19 0,0-2-2 16,2-2-12-16,0 1-46 0,1-1-24 0,0 0-9 15,1 0-9-15,0-1-79 0</inkml:trace>
  <inkml:trace contextRef="#ctx0" brushRef="#br0" timeOffset="37981.5">18455 5905 1039 0,'0'0'50'0,"0"0"14"16,-1 0-19-16,0 0-33 0,-1 0 3 0,1 0-4 16,1 0 10-16,0 1-1 0,0 0 3 0,0 1-7 15,-2 11 1-15,-3 7-2 0,1 4 1 0,-1 3-12 16,1-1 6-16,0 1-10 0,-2-1 6 0,1-2-12 15,0 3 9-15,1-3 3 0,-1-2 1 0,0 2-10 0,0-7 7 16,1 1-4-16,0-4 7 0,1-3-3 0,-1-1-9 16,2 0 5-16,-1-3-6 0,2-1 8 0,0-3-28 15,1-2-3-15,-1 2-12 0,0-1-47 0,0 0-85 16,1 0-9-16,0-1-39 0,0-1-160 0</inkml:trace>
  <inkml:trace contextRef="#ctx0" brushRef="#br0" timeOffset="38381.28">18574 5961 856 0,'0'0'52'16,"0"0"115"-16,0 0-157 0,0 0 12 0,0 1-2 0,0 0 6 16,0 2 3-16,-1 7-12 0,1 7 0 0,-2 2-4 15,2 2 0-15,-1 0-14 0,0 0 6 0,-1 3-7 16,-1-1 10-16,2-2-1 0,0-1-1 0,0-2-1 15,1-3-5-15,0-1 4 0,0 1-2 0,0-4 5 16,0-1 6-16,1-2 8 0,0-2 4 0,0-2 0 16,2 1 13-16,-2-2-3 0,0-1-2 0,1-1-2 0,7 0-10 15,-1 5 0-15,1 0-1 0,3 0-1 0,-1-3-10 16,0 0-2-16,1-2-2 0,0-1 2 0,-2 0 2 16,0-1 3-16,-2-2-1 0,2 0 1 0,-1-1-3 0,-1 0-1 15,0-2 6-15,1 2-5 0,-2-8 7 0,-1 1-3 16,1-2 4-16,-3-2-3 0,2 2-3 0,-1-2 7 15,5 0-10-15,-4 2 9 0,-1 0-8 0,-3 0 2 16,0 2 1-16,-2 0-2 0,-2-1-6 0,1 3 1 16,-2-2-2-16,-1 2 2 0,-1-1-5 0,0 2-7 15,3 0 3-15,-12-1-6 0,3 2 5 0,-2-3-26 16,0 3 3-16,1-1-12 0,-1 1-10 0,4 0-33 0,-3-2-10 16,4 2-9-16,1 0-43 0,1-2-53 0,1 1 11 15,1-3-36-15,2 1-108 0</inkml:trace>
  <inkml:trace contextRef="#ctx0" brushRef="#br0" timeOffset="38732.48">18250 5606 380 0,'-1'0'107'0,"0"0"222"0,0 0-284 0,-2 0-11 16,1 0-4-16,0 0-3 0,1 0-17 0,-1 0 7 16,1 0 12-16,0 0-2 0,0 0 32 0,0 0 2 15,1 0-7-15,0 0 4 0,1 0-13 0,0 0-8 16,1 0 3-16,10-1-5 0,6-2 1 0,4 0-3 15,-2-1-6-15,1 0 1 0,1-1-15 0,-1 1-12 16,0 0 7-16,1 0-8 0,-2 2 2 0,-5 1-3 16,1 0 2-16,-6-1-2 0,1 1 0 0,-2 0 3 0,1 1-13 15,-1 0 8-15,2-1-36 0,-1 0-23 0,1-2-11 16,-2 1-11-16,2-2-83 0,-2 1-28 0,2-2-24 16</inkml:trace>
  <inkml:trace contextRef="#ctx0" brushRef="#br0" timeOffset="39033.4">18807 5360 1102 0,'0'0'54'0,"0"0"10"15,-2-1-13-15,1 0-30 0,0 0-1 0,0-1-23 16,0 2 3-16,1 0 0 0,0 0 1 0,0 2 3 0,0-1-2 15,0 0-2-15,0 0 0 0,0 9-4 0,0-2 1 16,0 1 3-16,0-1-3 0,0 1 8 0,0-1 4 16,0 0-3-16,-1 2 3 0,-1-1 2 0,1 2 4 15,-1 0 3-15,-1 0-3 0,0 3 2 0,-1-1-3 16,1 0-1-16,-2 2 0 0,0 0-11 0,2 1 0 16,-1 0 0-16,2-4 0 0,0-1-2 0,-2 0-10 15,2 1-3-15,1-5-2 0,-2 4-17 0,2-5-17 16,1-3-5-16,0 2-7 0,0-4-51 0,0 1-46 0,0 1-10 15,0-2-13-15,0 0-42 0</inkml:trace>
  <inkml:trace contextRef="#ctx0" brushRef="#br0" timeOffset="39585.47">18910 5343 919 0,'0'0'159'16,"-1"0"42"-16,0 0-97 0,0 0-94 0,-1 0-10 0,2 0-1 15,0 0 1-15,2 0 4 0,-1 0-2 0,3 1-1 16,13 3 1-16,-4 0 1 0,2 1 0 0,-2-2 4 0,1 1-7 16,-1-2 4-16,-1 0-4 0,0 0 8 0,-2-1 5 15,-2-1-4-15,-2 0 4 0,0 0-5 0,-1 0-4 16,-3 0 6-16,1 0-3 0,-1 0 9 0,0 1 4 15,1 0-3-15,-1 0 5 0,-1 2-4 0,2 1-14 16,0 10 5-16,-3 3-8 0,-2 1 7 0,-5 2-7 16,-2 0 3-16,-1-2-3 0,-1-1 9 0,2-3-6 15,8-1-2-15,-10 0-2 0,2-1 0 0,-1-3-4 16,2 2 5-16,3-2-3 0,1 0 4 0,0-3 2 16,-1 0-4-16,0-1 3 0,0-3-7 0,0 2 8 15,2-2-4-15,1-2 6 0,0 1 1 0,2 0-6 0,0 1 6 16,-2 0-6-16,-1 0 3 0,1 1-4 0,0-2 0 15,0 0 1-15,1 0 11 0,0 0-9 0,0 1 2 16,1-1-5-16,0 0 5 0,1 0-2 0,0 0 3 16,2-1-2-16,8 0 1 0,2-1-5 0,1-1 5 0,-1-1-4 15,0 1 4-15,-1-2-2 0,1 2-6 0,-2 0 4 16,-3 1 4-16,0 1-5 0,0 0 1 0,-1 0-2 16,3 0 4-16,-3 0 0 0,0 0 1 0,1 1-3 15,-1 0-4-15,1 1 5 0,1 1-1 0,-4-1 4 16,1 0-7-16,-1 0 2 0,0 0-1 0,1 0 1 0,-2-1 3 15,0 1-1-15,-2-1 0 0,-1-1-1 0,1 0-5 16,0 1 3-16,0 0 0 0,1 0 0 0,-1 0 0 16,-1 1-36-16,0-1-6 0,1-1-16 0,-1 0-65 15,0 0-156-15,0 0 22 0</inkml:trace>
  <inkml:trace contextRef="#ctx0" brushRef="#br0" timeOffset="40250.28">19250 5293 1111 0,'-1'-1'14'16,"0"0"10"-16,-1 0 6 0,1-1-23 0,0 1 1 0,0 0-8 15,0 0-1-15,-1 0 1 0,1 0 0 0,0-1 2 16,0 1 1-16,0 0 8 0,0 0 0 0,-1 0 5 16,2 1 13-16,0-1 0 0,0 1 7 0,0 0-3 15,0 0 8-15,0 0 0 0,0 0-5 0,0 0 3 16,0-2-5-16,0 2-14 0,0 0 2 0,0 0-6 16,0 0 4-16,0 0-4 0,0 0 4 0,2 0-5 0,-1 0-3 15,1 0-1-15,13 3 1 0,2-1 1 0,-3 0 1 16,0 2-8-16,0-1 4 0,0 2-4 0,5 1 10 15,-2 0-9-15,-1 1 4 0,1 0-3 0,-2 1 10 16,1 2-9-16,1-8-2 0,-3 12-2 0,0 4-3 0,-1-1 6 16,0 5-3-16,-3-1 3 0,1 2-8 0,0 2 1 15,-4-2 2-15,0 2 0 0,0 1 2 0,-3 1-5 16,1 0 3-16,0 1-3 0,-3-1 0 0,2-2 7 16,-1 0-7-16,1-1 8 0,-1-1-10 0,2 0 8 15,-1 1-3-15,-2-1 6 0,0 3-7 0,-1 0 1 16,15 1-3-16,-7 3 1 0,-3 1-1 0,-4 0 2 15,-2 1 4-15,0-1-2 0,-2-1 2 0,-1 0-6 0,-3 2 2 16,-1-5-2-16,-3 3 7 0,0-5-6 0,-2 0-1 16,11-1-1-16,-17-1 5 0,-2 1-4 0,0-3 6 15,0 0-6-15,-2 0 3 0,-2-1-5 0,1-1 2 16,3-1-1-16,0-2 9 0,3-1-8 0,7 1 4 0,-6-5-4 16,3 0 2-16,-1 1-1 0,-2-3 2 0,4-1-1 15,0-2 0-15,3 0 3 0,-2 0-5 0,2 0 4 16,-1 0-2-16,2 1 5 0,0-2-3 0,1-2 1 15,1 3-10-15,-1-5 9 0,1 4-2 0,0 1 4 16,0-3-3-16,3 2-1 0,-2-2 3 0,3-1-2 16,-2 0 5-16,3-2-5 0,0 0 3 0,0 0-3 15,0 2-6-15,-1 1 8 0,0-1-9 0,0 0 9 16,-1 0-6-16,2-1-2 0,0 1 3 0,0-1-3 0,0 2-5 16,-1-2-7-16,1 0-11 0,0 0 0 0,0 0-65 15,0 1-67-15,0-1-17 0,1 0-37 0,0-1-260 16</inkml:trace>
  <inkml:trace contextRef="#ctx0" brushRef="#br0" timeOffset="41567.83">20168 4963 118 0,'-1'0'0'0,"0"0"31"0,0-1 289 16,0 1-116-16,-1-2 3 0,1 2-161 0,0 0-14 0,0 0-16 16,0 0 12-16,0 0-7 0,1 0 24 0,0 0-9 15,1 0-1-15,0 0 0 0,4 0 7 0,12-1-8 16,4 0 6-16,1 0-6 0,1-1 10 0,2-1-23 16,-2 2 2-16,2 1-9 0,-1 0 2 0,0 0-11 15,-1 0 2-15,-3 1-6 0,-3 0-2 0,-2 1-1 16,0-1 3-16,-4 0-1 0,0 0-2 0,-2 0 1 15,0 0-2-15,-2 1 2 0,-2-1-16 0,0-1-18 0,0 0-5 16,-3 0-4-16,1 0-24 0,-1 0-69 0,-1 0-23 16,1 0-27-16,1 0-169 0</inkml:trace>
  <inkml:trace contextRef="#ctx0" brushRef="#br0" timeOffset="41801.74">20145 5190 1180 0,'-1'0'20'0,"-1"0"-1"16,1 0 1-16,0 0-6 0,0 0-3 0,0 0-11 16,0 0 10-16,1 0 2 0,0 1 1 0,1 0 5 0,3 0-6 15,18 6 4-15,5 0-6 0,2-2-2 0,4-4-1 16,1-1 1-16,1-2-1 0,3-2-4 0,0 0-7 15,-2-1-11-15,-3 0 1 0,-1 1-39 0,-3-2-29 16,1-1-13-16,-1-3-9 0,3 0-82 0</inkml:trace>
  <inkml:trace contextRef="#ctx0" brushRef="#br0" timeOffset="42417.92">23005 4216 692 0,'0'-1'16'0,"0"0"-2"0,0-1 13 0,0 0 2 15,0-1-3-15,0-2-4 0,0-2-10 0,0 2-1 16,0 4-1-16,0-1-1 0,1-1 4 0,0 1 5 0,0 1 1 15,0 0 22-15,1-1-12 0,-1 1 1 0,0 1-5 16,0 0 3-16,0 0-3 0,0 1 0 0,1 1-5 16,0 2-9-16,5 14 2 0,-2 2-5 0,-2 1 3 15,-2 4-1-15,-1 2-7 0,-1 1 6 0,-1 4-7 16,-3 4 5-16,-1 3 0 0,-1 1 4 0,-1 0-4 16,0 0-6-16,0-4 4 0,-1-3-1 0,3-3 2 15,2-7-6-15,0-3 1 0,2-3-4 0,1-4 4 0,1-2-1 16,0-1-1-16,0-3-8 0,0-1 0 0,0-3-21 15,0 0-45-15,0-2-3 0,0 0-24 0,1 1-91 0</inkml:trace>
  <inkml:trace contextRef="#ctx0" brushRef="#br0" timeOffset="42986.11">23450 4330 1159 0,'0'0'12'0,"0"0"-1"0,0 0-9 0,0 0 2 15,0 0-7-15,0 0 7 0,0 0-3 0,0 0 1 16,0 1-2-16,0 0 8 0,0 1-2 0,0-1 7 16,0 1-7-16,0 0 2 0,0 2 4 0,-1 0 0 0,-1 1 3 15,-1 1 5-15,1 0 1 0,0 0-1 0,-2 1 0 16,0 0-9-16,-1 1-5 0,-1 2-2 0,0-1 0 15,0 2 6-15,0 2-6 0,2 0 0 0,-1 0-3 16,0 1 3-16,3-3-4 0,-1 4 6 0,2-4-7 16,1 2 4-16,0 3 1 0,1-5 1 0,2 1 1 15,0 0 3-15,0-5 3 0,0 3-6 0,3 3 4 16,0-1-8-16,1-1 13 0,-2-4-7 0,-2-2 8 0,8 2-3 16,1-2 3-16,2 0 1 0,0-1-1 0,0 5-2 15,0-2 4-15,1-1-3 0,-2-2 2 0,1-2-4 0,2-2-4 16,-2 0 8-16,3-2-6 0,0-2 5 0,-1-1-1 15,1-1-2-15,-3 1 3 0,1-4-2 0,-1 1-3 16,0 7 0-16,1-11-1 0,-3 0 0 0,-1-2-6 16,1 1 4-16,-4-2-4 0,0-1 4 0,-2 0-3 15,1 2-2-15,-3-1 2 0,0 0 4 0,-2-1-4 16,9-2 3-16,-4 2-2 0,-3-1 2 0,-3 1-4 16,-1 1 0-16,-1 0-2 0,-1-2 2 0,-2 2 2 0,-1 1-2 15,0 0 1-15,-3 0-7 0,0 1 2 0,7-1-3 16,-11 2 4-16,1-1-2 0,-5 2-4 0,-3 1 2 15,2 2-5-15,-3-1 1 0,0 5 3 0,2 1 1 16,-1 0 1-16,2-9-2 0,0 5 0 0,2 3-1 16,1 3-1-16,0 1-7 0,0 3-11 0,2 0-3 0,1 1-6 15,3-1-39-15,2 1-22 0,0-3-14 0,3 7-2 16,-1 1-59-16,3-1-41 0,0-3-14 0,-1-1-6 16,0-2-35-16</inkml:trace>
  <inkml:trace contextRef="#ctx0" brushRef="#br0" timeOffset="43335.76">23925 3695 699 0,'0'0'16'0,"0"-1"0"0,-1 0 23 16,0 0-10-16,0-1 5 0,0 1-33 0,1 0 3 15,0 0 1-15,0 0 1 0,0 0 9 0,0-1 3 16,0 2 3-16,0 0 3 0,0 0 16 0,0 0-6 0,0 0 5 16,0 2-6-16,0-1 1 0,0 0 0 0,0 1-5 15,0-1 4-15,-1 12-7 0,-1 0-6 0,1 4-2 16,-1 0-2-16,-1 1-8 0,0 1 0 0,-2 1-3 15,1-1 2-15,-1-2-5 0,0 0-2 0,0-1 6 16,2 1-5-16,-1-3-1 0,2 0 5 0,0-2-7 0,0-2 5 16,1 1-13-16,1-3-14 0,0-1-5 0,0-2-10 15,0-3-82-15,1 0-62 0,1 1-61 0</inkml:trace>
  <inkml:trace contextRef="#ctx0" brushRef="#br0" timeOffset="43852.58">24021 3661 1085 0,'0'-1'107'0,"0"0"-139"15,-2-1 119-15,1 0-66 0,0 1-25 0,0 0-8 16,0 0 5-16,1-1-5 0,0 2 9 0,0 0 4 15,0 0-1-15,1 0 2 0,0 0-1 0,0 0 10 16,2 0 1-16,-1 0 2 0,5 2 5 0,5-2 9 16,0 0-3-16,3 0 6 0,0-2-6 0,0 1-9 0,1 1 3 15,1 0-5-15,-4 0-2 0,-1 0-7 0,1 1 0 16,-5 1-2-16,0 0 4 0,3 1-3 0,-5 1 1 16,-3-2-2-16,2 2-2 0,-3 6 6 0,7 2-1 0,-3 0 3 15,-2 1 2-15,-1-1 0 0,-2-1 2 16,-1 1-2-16,-1 0 0 0,-3 1-3 0,-1 0 0 0,1-1-1 15,-1-1-7-15,-1 1-1 0,0-1-1 0,2-2 0 16,-2 2 2-16,2-4 6 0,-1 1-6 0,2-2 5 16,2-3-6-16,0 1 1 0,1-3 5 0,-2 1-3 15,2 0 2-15,0-1-7 0,-1 1 4 0,1-1-3 16,-1 2 1-16,0-1 2 0,0 0-4 0,0 1 4 0,-1-1-6 16,1 0 3-16,1 1 1 0,0-1 1 0,0 0 7 15,1 1-4-15,1-2 3 0,0 0-3 0,4 2 3 16,10 1-3-16,2 0 4 0,-1-3-4 0,-1-1 7 0,1 0-7 15,0 0-2-15,2 0-1 0,-3 0 0 0,-2 0 0 16,2 0 2-16,-5 0-1 0,0 0-1 0,-3 1 2 16,0 0-2-16,-3 0 2 0,0 1 1 0,-3-2-9 15,0 0-4-15,1 0-4 0,-1 1-20 0,1 0-41 16,-1 0-22-16,0-1-22 0,-1 0-225 0</inkml:trace>
  <inkml:trace contextRef="#ctx0" brushRef="#br0" timeOffset="44704.32">22119 5052 1039 0,'-1'0'3'0,"0"0"-1"0,0 0 8 0,-3 0-3 16,-6-1 2-16,0 1-12 0,2 0 3 0,0 0-1 0,-1 1 1 16,2 1 4-16,-1 2 0 0,0 0 3 0,0-1-1 15,-1 1 3-15,2-1 25 0,0-1-4 0,3 1 14 16,-1-2 7-16,1 0-9 0,3-1 0 0,-1 0-3 16,0 1-6-16,-1 1-15 0,1-1 2 0,1 0-7 15,-1 0-10-15,1 0 10 0,0-1-2 0,1 0 6 16,0 0 1-16,1 0-5 0,2 1-3 0,4 1 0 0,13 0 3 15,2 0-3-15,5-1 2 0,2 1-3 0,3-1-10 16,6 0 12-16,1 0-5 0,3 0 9 0,0 2-9 16,1-2 0-16,-2-1 0 0,0-1 0 0,1-1 5 0,2 1 4 15,8 0 0-15,3 0 1 0,1-3 2 0,9 0 0 16,-4-3-3-16,1 0 1 0,2 1 1 0,-2-1-5 16,4-2 3-16,6 0-5 0,1 0 5 0,4 2-1 15,-3 0 5-15,-1-1-3 0,1 1 4 0,2 0-5 16,4-1-2-16,1 1-1 0,0-1-9 0,-5 1 5 15,-2 1-5-15,2 1 4 0,-2 2-4 0,3 0-1 16,-1-1 1-16,-7 0-1 0,-3 1-2 0,-4-1 3 16,3 1-2-16,-2-1 3 0,2 0-2 0,1 0-1 15,-6 0-1-15,-1 1 1 0,-4-2-2 0,-4 3 6 16,1-2-2-16,3 3 3 0,-4 0-11 0,3 1 2 0,-2 0 1 16,-7 0 2-16,-1 0 7 0,-4 0-5 0,-5 0-1 15,-3 0-2-15,-2 1-4 0,-3 1 5 0,-1 1 2 16,-2-1 2-16,-5 0-4 0,0 1 0 0,-1-1 1 0,-6-1 0 15,0 2 3-15,-3-2-5 0,-5-1 1 0,-1 0-3 16,-1 0-5-16,0 1-9 0,1-1-10 0,-1 0 1 16,0 0-42-16,0 0-55 0,-1 0-19 0,-1 0-20 15,-1 0-140-15</inkml:trace>
  <inkml:trace contextRef="#ctx0" brushRef="#br0" timeOffset="45404.81">22638 5560 805 0,'0'-1'25'0,"0"0"26"0,0-2-7 0,1-4-16 15,-1-1 1-15,1 0-6 0,0 1 8 16,0 1-6-16,-1 4 3 0,0 0-3 0,0 1 1 0,0-1-2 15,0 1 2-15,2-2-1 0,-1 1 11 0,0 0 14 16,0-1-3-16,0 2 6 0,1 0-19 0,-2 0-12 16,0 0-5-16,0-1-1 0,0 1-6 0,0 0-3 15,-2 1 2-15,1 1-3 0,-2 0-4 0,-9 3 10 16,-2 14-5-16,0 5 5 0,0-3-11 0,-1 0 7 16,4 2 1-16,0-3 0 0,3 0-2 0,3-2 0 0,3-6-5 15,-8 2 3-15,5 0-6 0,1-1 15 0,3 2-3 16,1-2 8-16,2 0-7 0,3-1-1 0,1 0 0 15,0-3 0-15,2 0 11 0,9-1-7 0,1-1 6 16,4 0-6-16,3-1 0 0,-1-3 6 0,2 2-5 0,-4-2 6 16,5 0 2-16,0 1-6 0,0-2 0 0,2 14-4 15,-3-6-10-15,0-5 3 0,-3-1-1 0,-3-2 1 16,0 0-6-16,-5-1 0 0,1 0-3 0,-4 0 0 16,0 0-7-16,-3 0-27 0,-2 0 1 0,-1 0-12 15,-2 0-23-15,-2 0-11 0,0 0-3 0,1-1-5 16,-1-2-29-16,-1 1-2 0,5-9-3 0,-2 2-4 15,-2-2-62-15</inkml:trace>
  <inkml:trace contextRef="#ctx0" brushRef="#br0" timeOffset="45654.52">22942 5495 1306 0,'-1'-1'18'0,"0"0"31"0,-1 0-26 0,0 1-14 15,-1-1 2-15,1 0-7 0,-1-1-1 0,1 2 4 16,0 2-5-16,0-2 4 0,-1 5-7 0,-3 18 5 16,-2 1 7-16,-1 5-3 0,0 0-6 0,0 0 4 15,0 2-9-15,-1 0 8 0,-1-3-3 0,-3 2 5 0,0 0-4 16,0-1 2-16,0-1-10 0,3 1 5 0,1-3 0 16,3-2 2-16,2-3 2 0,4-2-9 0,-10-1 2 15,5-3-6-15,4-2 1 0,1-2-21 0,1-2-2 16,0-2-7-16,0-5-18 0,1 1-30 0,0-3-14 0,17 7-20 15,-2-6-196-15</inkml:trace>
  <inkml:trace contextRef="#ctx0" brushRef="#br0" timeOffset="46005.37">23213 5506 1262 0,'0'0'11'0,"0"0"-1"0,0 0-5 16,-1 0 0-16,-1 0-5 0,1 1 7 0,0 2-2 16,-5 7 4-16,-6 11-3 0,1 5 10 0,-1-1-3 15,0 2 0-15,0-1-1 0,2 0-2 0,-2 2-7 16,1-2 5-16,2 0-6 0,1-3 1 0,1-1 1 16,0 1-2-16,2-2 2 0,0-3 7 0,3-2 3 15,0-2 5-15,2-3-2 0,0-1 7 0,0-1 1 16,1-2 6-16,1-1-3 0,2-1 8 0,-1 0-3 15,9 0-5-15,7-3 1 0,1 10-10 0,3-3-10 0,1-4 4 16,2-3-6-16,-3-2-1 0,2 0 2 0,1-1-6 16,-2-1 5-16,1 0-6 0,1-1 1 0,-1 1 0 15,-3-1 1-15,0 1-2 0,-3 0-1 0,0-1-5 16,0 0 1-16,-2-1-8 0,-1 1-21 0,-3 0 2 16,-3 0-10-16,0 1-17 0,-3-2-29 0,0 1-14 0,-1-1-5 15,-2 0-57-15,-1-1-102 0,-2-6-28 0</inkml:trace>
  <inkml:trace contextRef="#ctx0" brushRef="#br0" timeOffset="46271.46">23410 5712 769 0,'-1'-1'177'0,"-1"-1"395"0,-1 1-552 0,1 0-13 16,0 0-4-16,-1 0-3 0,1 0-14 0,0-1 19 15,1 1-5-15,-1 1 9 0,1 1-9 0,0 1 3 16,1-1 0-16,-9 15 3 0,-1 4-7 0,1 0 8 16,-1 3-1-16,1 1 3 0,0 1-7 0,-2 3 4 15,-2 3-5-15,-1-1 5 0,0 2-1 0,0 1 1 16,1 1 2-16,2-5-3 0,2 0-5 0,2-7-4 16,2-3 1-16,0 0-2 0,3-3 6 0,1-2-1 15,1-3-4-15,0-3-2 0,0-3-20 0,0-1-15 0,0 0-13 16,0-2-3-16,0 1-67 0,1-1-59 0,1 0-71 15</inkml:trace>
  <inkml:trace contextRef="#ctx0" brushRef="#br0" timeOffset="46594.52">23936 5712 1084 0,'0'0'78'0,"-1"-1"25"15,0-1-42-15,-1 1-57 0,1 0 4 0,0 1-10 0,0 0 2 16,0 0 2-16,0 1 0 0,-1 2-2 0,0 1 1 16,-6 10 0-16,2 1 0 0,0-1-4 0,0 0 6 15,0 1 0-15,0 0 5 0,-1 3 8 0,0 2-5 16,0-1 7-16,-1 1-5 0,-1 1 2 0,-1-1 1 15,1 1-7-15,-1 1 4 0,2-2-6 0,2-3-5 16,2-2 1-16,-1-1-3 0,1-1 0 0,2-2 0 16,0-1 2-16,2-5-2 0,-2 1-1 0,2-2-16 15,0-2-4-15,0 0-4 0,0 1-21 0,0-1-71 16,2-1 16-16,-1 0-34 0,0 0 2 0,1-1-146 0</inkml:trace>
  <inkml:trace contextRef="#ctx0" brushRef="#br0" timeOffset="46839.88">24135 5688 698 0,'0'0'73'15,"0"0"-5"-15,0 0 13 0,0 0-4 0,0 0-20 16,-1 0-12-16,-1 1-4 0,1 1 3 0,0 0-7 16,-7 12-8-16,-3 5 4 0,1 0-4 0,-2 2 2 0,1-1-11 15,-1 2-5-15,3 1 2 0,0-1-5 0,-1 1-6 16,3 0 3-16,0-2-5 0,1-1 5 0,2-1-3 15,0-3-1-15,1-2 4 0,0 0-3 0,2-2 1 16,0-2-4-16,1 0 1 0,0-4 0 0,0 1 4 16,0-1-6-16,0-5-4 0,0 3 0 0,0-3-10 0,0 1-23 15,0 1-4-15,1-1-10 0,0-1-47 0,0 0-111 16,1-1-59-16</inkml:trace>
  <inkml:trace contextRef="#ctx0" brushRef="#br0" timeOffset="47189.24">23864 5445 895 0,'-1'0'26'16,"0"0"-4"-16,-1 0 24 0,-1 0-6 0,-7 0-1 16,4 0-38-16,0 1 11 0,3-1-2 0,2 0 7 15,-1 1 6-15,0 0 4 0,-1 1 0 0,1 0 3 0,0 0 8 16,0 1 2-16,1-1 0 0,0 0 2 0,1 1 5 16,1-1 0-16,0 0 2 0,1-2-3 0,15 10 0 15,3-3-7-15,3-4-2 0,1 0-3 0,1-2-11 0,0-1-5 16,-1 0-3-16,3 0 0 0,-1-1-13 0,1 0 3 15,4 1-5-15,-6 0 3 0,-2 0-10 0,1 0-1 16,-7 0-2-16,2 0-3 0,1-2-30 0,-5 1-69 16,2-1-28-16,2-3-20 0,-2-1-151 0</inkml:trace>
  <inkml:trace contextRef="#ctx0" brushRef="#br0" timeOffset="48155.77">26142 4791 721 0,'-1'0'36'0,"0"0"34"15,-1 0-11-15,1 0-46 0,0 0 3 0,0 0-15 0,0 0 5 16,0 0 6-16,-1 0 1 0,1 0 1 0,0 0 0 15,1 0 20-15,0 0-7 0,0 0 12 0,0 0 0 16,0 0 8-16,1 0 0 0,0 0 2 0,2 1 0 0,-1-1 2 16,15 3 2-16,-1-1-2 0,4-1-6 0,4 0-17 15,-3 0-1-15,0-1-5 0,0 0-8 0,-2 0-14 16,1 0 5-16,-4 0-7 0,2 2 2 0,-4-2 7 16,0 1-5-16,-1-1 5 0,-2 0-7 0,-2 1-1 15,-1-1-1-15,-3 0-3 0,0 0-7 0,-2 0-38 16,1 0-1-16,-2 0-15 0,1 0-40 0,-2 0-57 15,1 0 2-15,-1 0-23 0,0 0-48 0</inkml:trace>
  <inkml:trace contextRef="#ctx0" brushRef="#br0" timeOffset="48440.21">26067 4919 1169 0,'-1'0'41'0,"-1"-1"-44"0,0 0 43 0,-3 0-21 15,1 0-11-15,1 1-12 0,1 0 4 0,0 0-6 16,-1 0 15-16,1 0-10 0,1 1 3 0,0 0-5 0,-1 1 18 16,2 1-2-16,0-2 1 0,0 2-1 0,3 1 6 15,0-2 7-15,15-1 2 0,4 12-2 0,2-4-1 0,4-4-10 16,1-2-4-16,0-3-1 0,-1 0-5 0,-4-1-11 15,-2-1 5-15,0 0-8 0,-2-1-1 0,0-1-16 16,0-1-4-16,-2 1-5 0,2-2-23 0,-2 0-64 16,2-1-59-16</inkml:trace>
  <inkml:trace contextRef="#ctx0" brushRef="#br0" timeOffset="49542.54">27349 4214 277 0,'0'-2'43'16,"0"1"2"-16,0-1 43 0,0-6-33 0,1-8 17 16,1-2-53-16,0 2-1 0,3-1 3 0,0 0-3 15,0 1 4-15,0-3 0 0,0 1 5 0,0 1-3 16,-2 1 14-16,1 3 5 0,-1-1-8 0,0 3 5 0,-1 0-9 16,-1 3 9-16,-1 2-2 0,0 2 2 0,0 2-6 15,0 0-8-15,0 0 1 0,0 1-4 0,0-1-2 16,0 0-1-16,0-1 0 0,0 1-1 0,0 1-3 0,0 0-3 15,0-1-1-15,0 1-1 0,0 1-2 0,0 0 4 16,-1 1 0-16,0 1 1 0,-1 3-10 0,-7 14 7 16,1 2-5-16,1 1 5 0,0 0-10 0,1 4 2 15,1-2 1-15,1 2-1 0,-1-2-3 0,1-2 6 16,1 2-5-16,-1-2 4 0,1 0-4 0,-1 1-2 16,1-3 1-16,-2 0 0 0,0-1-2 0,1-2 8 15,-1 0-7-15,1-2 6 0,1-1-10 0,1 0 6 16,-1-1 3-16,1-3-2 0,0 0-8 0,0-2 1 15,1-1-3-15,1-3 2 0,0-1-15 0,0-1-69 0,0 0-20 16,0 0-25-16,0 1-144 0</inkml:trace>
  <inkml:trace contextRef="#ctx0" brushRef="#br0" timeOffset="50258.26">27639 4067 915 0,'0'-1'4'0,"0"-1"9"0,0 0-12 0,0 0-8 15,0-1-2-15,0 1-4 0,0 0-6 0,0-1 14 16,1 2-5-16,0 0 9 0,0 0 5 0,1 0-4 15,-1-1 8-15,0 1-7 0,-1 0 22 0,0 0 2 16,0 0 7-16,0-1-3 0,0 1 17 0,0 0-10 16,-1 0 4-16,0 0-6 0,-1 0 0 0,1-1-15 15,0 2-4-15,0 0-3 0,0 0-10 0,0 0 6 16,-1 2 0-16,0 0 1 0,0 3-3 0,-6 9-4 0,-1 5 4 16,3-3-3-16,1 2 6 0,1-1-5 0,0 2 1 15,2-1-1-15,1-4 6 0,0 0 5 0,0-1-5 16,1 0 5-16,-2 0 4 0,2-1-9 0,0-1 7 15,0 0-8-15,0-1 5 0,3 1-5 0,-1 0 1 16,2-2-3-16,-1 0-5 0,1 0 5 0,0-1-5 0,0-1 5 16,-2-2-3-16,2 1 3 0,-3-2 3 0,5 0 0 15,3-1 9-15,1 1-13 0,-2-2 4 0,2-1-7 16,-1 1 7-16,-2-1 0 0,1 5 0 0,-2-3-1 16,3 2-5-16,1-2 2 0,-2 0 1 0,4-1 0 15,-4-2 0-15,0 0-2 0,0 0-1 0,1-1 1 16,0-1 4-16,-1-2 2 0,2-1 1 0,-1-1-1 0,-1 1-11 15,1-1 1-15,-2 3-1 0,0-5 1 0,-1-1 6 16,-2 0 1-16,1 0-1 0,-2 0 0 0,2-1-8 16,-1 1 4-16,-1-2-1 0,0 1 4 0,-1-1-4 0,0-1-1 15,-1 1 3-15,2-2-1 0,-2-2 3 0,7 4 0 16,-1-1-7-16,-1-2 3 0,-2 0-2 0,-1-2 0 16,0 1 5-16,-2 1-3 0,-1 1 2 0,0 0-5 15,0 1 5-15,0 0-4 0,-1-3 7 0,-2 1-6 16,1-1 2-16,-1 4-2 0,1 1 3 0,0 2-2 15,-1-1 2-15,0 1-2 0,-1 0 2 0,1 2-4 16,1 1-1-16,-1 2 0 0,-2-1 4 0,-2 3-4 16,-3-1 1-16,-1-5-1 0,1 1 1 0,-3 2-5 0,0 3-1 15,-4 1 0-15,1 2 2 0,-2 3 3 0,2 2-1 16,-3 3 1-16,0-9-7 0,0 14 5 0,0 2-4 16,8 3 3-16,-1-5-20 0,3 5-13 0,-2-4 1 15,3-2-8-15,-2 3-23 0,3-3-18 0,1 1-15 16,-1-3-2-16,3 0-69 0,1-2-118 0</inkml:trace>
  <inkml:trace contextRef="#ctx0" brushRef="#br0" timeOffset="51509.42">28375 3964 175 0,'0'0'60'0,"0"-1"73"0,0 0-56 15,0 0-32-15,0 0-9 0,0-1-4 0,0 1-12 16,0 0 18-16,0 0-4 0,0 0 6 0,0 0-15 16,0-1 9-16,0 1-1 0,0-1 5 0,0 0 0 0,0-1 2 15,0 1-5-15,0 1 4 0,0-2 1 0,0 2-8 16,0 0-1-16,0 0-4 0,0 0-10 0,0-1 2 16,-1 1 3-16,0 0-1 0,0 0 1 0,-1 0 0 15,1 0 1-15,0-1-1 0,0 1-5 0,-1 0 1 16,-1 0-2-16,2 1 2 0,-5 0 4 0,0 0-8 15,0 0 0-15,0 0-4 0,-2 2-4 0,1 1 6 16,-2 1-4-16,1 2 4 0,-1-3-6 0,0 11 3 16,-1 0-2-16,1 0 1 0,0 1-1 0,-1-2-9 15,2 5 8-15,1-1-8 0,-1 1 3 0,1-3 5 0,-2-1-6 16,4-2 6-16,2 0-2 0,2 1-7 0,-2-1 3 16,-7 1-2-16,4-4 7 0,0 3-4 0,3-1 3 15,0-1-3-15,2 0 7 0,0 0 0 0,1-2-1 0,0 1 0 16,0 0-4-16,0-1-1 0,0 0-2 15,0-1 0-15,1 0-5 0,0 0 7 0,2 0-2 0,-1 0 4 16,1-1-9-16,0 1 2 0,-1-2-1 0,1 0 2 16,-1 0-4-16,0-2 11 0,1 1 1 0,6-2 3 15,3 0-4-15,0-1 7 0,1 9-6 0,1-3 6 0,3-2-14 16,1-4 10-16,2-1-1 0,-1-1 6 16,0-3-4-16,-2-1-7 0,2-1 2 0,-1-1-2 0,-1 0 6 15,1 0 1-15,-1 0-3 0,-5 1 2 0,0 1-6 16,-2 0 9-16,0-2 3 0,0 1 0 0,0 5 1 0,-3-8 6 15,-3 0-7-15,2 0 6 0,1-2-8 0,-1 0 8 16,-1 0-1-16,-1 1 4 0,-2-3-1 0,0 0-3 16,-2 3 3-16,-2-4-4 0,0 3 2 0,-3 1-6 15,-1-1-7-15,1 3 2 0,-1-2-15 0,-8 6-10 16,-3-2 0-16,-2 1-6 0,0 2-18 0,-1-1-19 16,2 3-4-16,-2-11-7 0,1 5-28 0,1 2-49 15,1 2-15-15,0 2-15 0,3 1-98 0</inkml:trace>
  <inkml:trace contextRef="#ctx0" brushRef="#br0" timeOffset="53762.65">28848 3991 275 0,'0'0'62'0,"0"-1"-6"0,0 0-5 16,0 0 7-16,0 0-30 0,0 0-1 0,0-1-8 15,0 1 4-15,0 0-5 0,0 0 7 0,0 0 3 16,-1-1 1-16,-1 1 1 0,1 0 3 0,0 0-1 16,0 0 3-16,0 0-2 0,0-1 9 0,-1 1-10 15,0 0 2-15,0 0-4 0,-1 1-4 0,0 0-6 16,-4 0 3-16,-1 0-4 0,-1 0 1 0,1 1 0 16,-1 3-8-16,-1 0 6 0,2 2-9 0,-1-5-3 15,0 9 3-15,1-2-2 0,0 3 7 0,1 2-6 0,1 2-2 16,2 2 0-16,0 0-2 0,0 1-3 0,0-2 9 15,-1-1-7-15,-1 1 9 0,5-2-10 0,0 1-2 16,-9-1-1-16,3 0 1 0,2-2 7 0,3 0 1 16,2-2 2-16,0 1-11 0,1-2 7 0,2 0 0 15,-1-4 4-15,1 1 2 0,1-1 3 0,-3 0-4 0,6-3 5 16,1 0-4-16,2 1 0 0,-2-2-2 0,0 5 1 16,1-1-5-16,0-1 10 0,0 0-6 0,2-2 7 15,1-1-8-15,1-1 0 0,-2 0 4 0,1-1-4 16,-1-1 4-16,-1-1 1 0,0 0-2 0,-1-1 2 15,-1 1-4-15,1-2 4 0,0-1 4 0,0 0-1 16,0 0-2-16,1 3 6 0,0-9-3 0,-1 2 5 0,0-2-3 16,-1 0-6-16,1-2 3 0,-1 0-2 0,-2-1 9 15,-1 0-9-15,-3-1-2 0,9 1-1 0,-5 1 3 16,-4 2-1-16,-2 2 1 0,-1 0-2 0,0 3-11 0,-3-4-11 16,-1 2-7-16,-2-1-1 0,-1 2-26 0,-8 1-1 15,-1 0-1-15,1 6-3 0,2-4-34 0,-2 3-58 16,6 1-34-16,0-2-17 0,3-1-220 0</inkml:trace>
  <inkml:trace contextRef="#ctx0" brushRef="#br0" timeOffset="54311.65">29625 3881 429 0,'-1'0'102'0,"0"-1"35"0,0 0-6 15,-1-2-84-15,1 3 29 0,-6-5-33 0,1 2-24 16,3 1 0-16,-1-1-7 0,2 2 2 0,1 1-14 16,0 0 4-16,-2-2-5 0,1 1 16 0,-1-1 2 15,1 1 11-15,0 0-5 0,1 1 20 0,-1 0-6 16,1 0-8-16,0 0 4 0,0 0-8 0,0 1 8 15,0 0-4-15,-1 2 4 0,2-2-12 0,-3 8 4 16,0 3-3-16,3 1 2 0,0 1-12 0,3 1 0 0,-1-2 4 16,3 4-3-16,2-1-6 0,1 0 5 0,-7 1-8 15,15 0 8-15,2-1-6 0,0 2-1 0,0-2 6 16,1-1-6-16,-2 0-1 0,1 0 0 0,1-1-4 16,-1-1 5-16,-1 1 4 0,-2-2-5 0,-1-3 2 0,-1 2-4 15,-1-3 2-15,0 0-5 0,-2-1 1 0,-1-2-2 16,-2 1 3-16,-3-4-1 0,0 2 0 0,-1-2-1 15,1-1 2-15,-3 0-5 0,1 2-2 0,1-1-2 16,-1 1-9-16,1-2-82 0,-2 0-21 0,0 0-32 16,0-1-180-16</inkml:trace>
  <inkml:trace contextRef="#ctx0" brushRef="#br0" timeOffset="54729.27">29840 3899 1119 0,'0'0'6'0,"0"0"0"0,0 0-7 15,0 0 0-15,0 0-6 0,0 1-10 0,0 0 9 16,0 0 3-16,-1 1 2 0,1 1 2 0,-1 4 0 0,0-2 1 15,0-2 1-15,1-2 9 0,-2 2-3 0,1-1 0 16,0 0 0-16,0-1 16 0,0 1 10 0,0-1 6 16,-1 0-2-16,0 0 1 0,0-1-12 0,-1 0-2 15,1 0-1-15,-4 0 3 0,-1 0-16 0,-1 1 3 0,-3 1-8 16,-1 1 10-16,0 3-8 0,-6 3 1 0,0-5-5 16,-2 13-3-16,-1 7 6 0,0-2-1 0,-3 2 3 15,1 2-4-15,-3-2 6 0,1 0-4 0,-2-2 6 16,1-1 1-16,3-2-6 0,1-1 8 0,6-4-6 15,1 0 6-15,3-3 1 0,4-1-2 0,1-1 3 16,2-2 7-16,3-3-11 0,1 0 3 0,0-2-6 0,-1 1-4 16,2-2-4-16,-1 1 4 0,1-1-4 15,0 0 3-15,0 1-9 0,-2 0 2 0,1 0-5 0,-1 1 3 16,1-1-26-16,0-1-5 0,0 0-8 0,1 1-35 0,0-1-153 16,0 0-55-16</inkml:trace>
  <inkml:trace contextRef="#ctx0" brushRef="#br0" timeOffset="55814.83">30582 3792 203 0,'0'0'54'0,"0"-2"-12"0,0 1 48 0,0 0 3 15,0 0-12-15,0 0-46 0,0-2-9 0,0 1-8 0,0 1 0 16,1-4-6-16,1-1 1 0,-1 1 12 0,0 2-8 16,0-1 15-16,0 1-5 0,-1 1 4 0,2-3-4 15,-2 2 6-15,1 1-3 0,0 0-2 0,-1 1 2 16,0-1 1-16,1 0-6 0,0 0 2 0,0-1-3 15,1 1 4-15,-1 1-3 0,0 0 3 0,0-1-2 16,0 1-1-16,-1 0-9 0,0 0-1 0,-1 1-2 0,0 0 4 16,-1 1-5-16,-5 1 1 0,-2 18-4 0,-6 2-5 15,2 0-2-15,0 3-1 0,-2-1 1 0,3 3 2 16,0-1-8-16,3-1 6 0,1-1-5 0,1-2 16 0,1 1 0 16,-1 0-4-16,4-4 1 0,1-2-1 0,-2-3 3 15,3 3 0-15,-3-4-1 0,2 0-12 0,1 3 4 16,-1-4-5-16,-6 0 4 0,2-1-6 0,2-1 8 15,2-3 1-15,0 0 3 0,0-2-8 0,1-1-9 16,1-1 2-16,-1-1-4 0,0 0-5 0,0 1-16 16,1-1-3-16,0-1-5 0,0 0-29 0,0 1-186 15,0-1-49-15</inkml:trace>
  <inkml:trace contextRef="#ctx0" brushRef="#br0" timeOffset="56380.22">30882 3764 1409 0,'0'0'13'16,"0"0"-2"-16,0-1-8 0,0 0 5 0,0 1-10 16,0 0 2-16,0 0-2 0,0 1 2 0,0 0-1 15,0 1 3-15,0 0 1 0,0 0 2 0,0 7-2 16,0-2 6-16,-1 0 5 0,0 0-4 0,0-1 6 0,-2 0 8 15,1-2-9-15,0 1 12 0,-2 1-11 0,-1 1 1 16,4 0-8-16,-5 0-1 0,-1 1 0 0,3 2 8 0,-2 0-14 16,2 2 4-16,-1 1-6 0,1 0 4 0,1 1-3 15,0 0-1-15,2-5 1 0,-1 6 3 0,-6-4-4 16,1 3 1-16,3 1-1 0,1-5 1 0,3 1 5 16,0-2-2-16,1 2 3 0,2 0-5 0,0-2-1 15,2 1 7-15,-2-4-4 0,3 1 5 0,0 0 0 16,7 0-9-16,1-1 6 0,-1 0-9 0,1 0 3 15,-3-3 6-15,4-1-3 0,0 0 6 0,1 9 0 16,3-2-7-16,-5-4 5 0,0-3-6 0,1-1 8 16,0-1 0-16,3 0 2 0,-2-1 3 0,0-1-7 0,0-2 3 15,-2-1-4-15,2-2 1 0,-3 0 4 0,-1-1-3 16,0 7 2-16,-1-10-10 0,-3 0 1 0,0-2 1 16,1-5 1-16,-2 2 12 0,0 1-11 0,-2-3 3 0,0 2-7 15,0 0 6-15,-2-3 2 0,1 0 4 0,-3 2-2 16,3 0 4-16,-3 0-5 0,9 1 0 0,-3 1 1 15,-2 0 2-15,-2 2 2 0,-2-1-3 0,-1 2 2 16,-1 0-1-16,-2 0-6 0,1 3 1 0,-3 0-3 16,0 0 2-16,2 1-6 0,-11 1 3 0,-5 1-4 15,0 0-1-15,2 3-7 0,-1 2 2 0,-1-1-4 16,3-8-3-16,-4 2-13 0,0 3-8 0,6 2-1 0,-2 3-26 16,1 0-19-16,-2 0 3 0,0 0-11 0,0 0-20 15,2 0-50-15,1 0-27 0,3-1-15 0,3 0-173 16</inkml:trace>
  <inkml:trace contextRef="#ctx0" brushRef="#br0" timeOffset="62068.7">26978 4865 17 0,'0'0'3'0,"0"0"4"0,0 0-6 16,0 0 6-16,0 0 6 0,0 0 5 0,0 0 6 0,0 0-26 16,0 0 3-16,0 0-10 0,0-1 6 0,0 0 6 15,0 0 0-15,0-1 2 0,0 1-12 0,0 0 8 16,0 0-10-16,0 0 10 0,0 0-9 0,0 1 8 16,-1-2 4-16,0 2-1 0,0 0 1 0,-1-1-8 15,1 0 7-15,0 0-7 0,0 1 7 0,0-1 13 16,0 1-12-16,-1-2 12 0,1 2-3 0,0-1 16 0,0 1 0 15,0-1 2-15,-1 0-12 0,1 1 11 0,0 0-14 16,0-1 13-16,0 1-11 0,0-1 0 0,-1-1 7 16,1 1-5-16,0 0 15 0,0 0 5 0,0 0-1 15,0 0 1-15,-1-1-6 0,1 1-11 0,0 0 6 16,0 0-7-16,0 0 1 0,-1 0-6 0,1-1 4 16,0 1-4-16,0 0-5 0,0 0 4 0,0 0-9 0,-1-1 8 15,1 1-16-15,0 0 4 0,0 0-2 0,0 1 5 16,0 0 4-16,-1 0 5 0,1-1 1 0,0 1 0 15,0-1-8-15,0 1 6 0,-1-2 1 0,1 2 3 16,1-1 5-16,0 1-5 0,0 0-4 0,0 0 1 16,0-1-2-16,0 0 1 0,0 1 2 0,0 0 0 0,-1-1-6 15,0 1-2-15,1 0 2 0,-1 0 1 0,0-1 9 16,-1 1 5-16,1-2-6 0,0 2 4 0,0 0-7 16,0-1 8-16,0 1 1 0,-1 0 2 0,1-1 8 15,0 1-7-15,0-1-2 0,0 1-2 0,-1-1 0 0,1 1-8 16,0 0 5-16,0-2-8 0,0 2-2 0,0 0-5 15,-1 0-1-15,1 0-1 0,1 0-4 0,0 0 6 16,0 0-6-16,0 0 5 0,0 0-6 0,0 0 10 16,1 0-1-16,1 0 6 0,-1 0 3 0,1 0-3 15,3 0 8-15,9 2-7 0,1-1 10 0,4 0-3 16,5 0-4-16,1 0 2 0,7-1-5 0,1 0-3 16,4 0 0-16,0-1-2 0,1 0-6 0,3-1 8 0,-1-1-1 15,2 1 2-15,-2-2-9 0,4 2 11 0,3-1-7 16,2-1 9-16,6-1-7 0,1 2-10 0,-2-2 3 15,0 0-4-15,-6 1 9 0,-1-1-2 0,1-1-2 16,2 1 0-16,3 1-3 0,1 0 2 0,2-1 3 16,-2 1-1-16,-2-1 2 0,0 0-7 0,-5 2 5 0,-1-1-5 15,-2 2 2-15,-1 0-2 0,-2 0 0 0,0 2 0 16,-1-1 7-16,-6 1-8 0,1 0 2 0,-6 0-3 16,-2 0 10-16,-1 0-6 0,-5 0 2 0,-2 0-4 15,-5 0-1-15,-3 0 3 0,1 0-3 0,-4 0 3 16,1 0-2-16,-2 0-1 0,-1 0 2 0,-1 0 0 15,0 0 1-15,-1 0 0 0,-1 0-2 0,1 0 1 0,-2 0-1 16,-1 0 0-16,0 0-2 0,2 1 0 16,-1 1-11-16,0-1-56 0,1 0-16 0,-2-1-21 0,0 0-124 15,0 0-237-15</inkml:trace>
  <inkml:trace contextRef="#ctx0" brushRef="#br0" timeOffset="62817.96">27671 5093 120 0,'0'-1'44'15,"0"0"4"-15,0-1 37 0,0-5-25 0,0-6 14 16,1 0-37-16,1 1 5 0,2 0 5 0,-1 0 1 16,1 2 20-16,-1 0-7 0,1 3-1 0,-1 0-3 15,1 0-9-15,-2 2-4 0,2 0-2 0,-2 0-1 0,1 1-3 16,-3 3-7-16,2-2 2 0,-2 2-5 0,1-1-1 15,0 2-7-15,0 0 6 0,1 0-7 0,0-2 5 0,0 0-5 16,1 0-1-16,-1 1-1 0,0 0-7 0,0 0 3 16,-1 0-5-16,0 0 6 0,0 1 6 0,0 0-11 15,0 0 5-15,1 0-7 0,-1 0 10 0,0 1-7 16,0 0 7-16,-1 0-6 0,0 0 3 0,0 0 6 16,-1 2-13-16,0-1 9 0,-7 10-17 0,-9-3 4 15,2 4 4-15,-5 0-1 0,3 1-1 0,-4 4-1 16,-4-3 0-16,2 3 0 0,-2 0 0 0,-1 1-4 15,3 1 0-15,-2 2 0 0,2-2 3 0,3-3 2 16,0 0-5-16,1-2 2 0,4-2-2 0,-1 0 0 0,3-1 3 16,4-3-3-16,-2 2 7 0,4-4-2 0,0 0-3 15,3-1 2-15,-1-2-4 0,2 0 11 0,0-2-5 16,1-1 6-16,-1 2-11 0,3-2 3 0,-2 1 4 16,0 1-2-16,-1-1 2 0,2 0-7 0,0 0 5 0,0-1-5 15,-1 0 9-15,1 0 1 0,0 0-5 0,0 0 5 16,0 1 2-16,1-1-1 0,0 0-2 0,0 0 1 15,0 0-1-15,1 0 4 0,0 1 0 0,1-1-1 16,9 1-7-16,6 1-1 0,1-2-1 0,0-1 1 16,0 0 2-16,3 0-7 0,0 0 4 0,5 0-4 15,1-1 4-15,1-1 7 0,0 2-6 0,1 0 5 16,0 0-12-16,-2 0 4 0,-1 0-2 0,-4 0 4 16,-2 2-1-16,-2-1-2 0,-2 0-2 0,-2 0 0 0,-3 0 2 15,-4 0 1-15,-1 1 2 0,-1-1-3 0,-2-1-2 0,-1 0 1 16,0 0 1-16,0 1 1 0,0 0 2 0,1 0-4 15,-1 0 0-15,-1-1-3 0,0 0-19 0,1 0-35 16,-1 0-6-16,0 0-12 0,0-1-32 0,-1 0-42 16,0 0-10-16,0 0-15 0,-1-2-62 0</inkml:trace>
  <inkml:trace contextRef="#ctx0" brushRef="#br0" timeOffset="63169.39">27710 4964 1254 0,'0'-1'13'0,"0"0"-3"0,-2-1 14 0,1 1-3 0,0 0-1 16,0 0-19-16,0 0-2 0,1 0-4 0,0-1 0 16,0 1-1-16,0 0 9 0,0 0-3 0,0 1 3 15,0 0-4-15,0 0 13 0,0 0 0 0,0 0 4 16,0 0 0-16,0 1 0 0,0 0 5 0,-2 0-4 15,1 2-3-15,-1 1 0 0,-5 12 0 0,-3 2 0 16,1 1 0-16,0 4-3 0,0-1 1 0,2 4-1 16,0 0 6-16,-1 2-9 0,0 0-4 0,0-1-1 0,-2 1-2 15,2 1-1-15,-1-1 5 0,-1 1-4 0,1 1 5 16,-3-2-7-16,1 1 1 0,2 0-2 0,0-2 5 16,2-3-3-16,1-1 4 0,1-5-4 0,0 0 3 0,3-4 0 15,0-2-3-15,0-5 2 0,1 0-3 0,0-3-5 16,-1 3 1-16,2-3-2 0,0-1-11 0,0-2-19 15,0 1-2-15,0 1-6 0,0-1-25 0,1-1-107 16,0-1-62-16</inkml:trace>
  <inkml:trace contextRef="#ctx0" brushRef="#br0" timeOffset="63586.15">28116 5018 1488 0,'0'0'3'0,"0"-1"7"15,0 0-10-15,0-1-5 0,0 2 1 0,0 0-2 16,0 0 5-16,0 0-2 0,0 2 3 0,0-1-2 16,0 1 0-16,0 3 5 0,-1 5-4 0,-1 0 4 15,-2-2 0-15,0 0-3 0,-6 2 8 0,-5 0-4 0,-3 3 10 16,-5-1 2-16,4 1-5 0,-2-2 5 0,0 0 0 15,3 0-5-15,0 1 5 0,2-1-7 0,3 2-3 16,2-2-1-16,4-3-4 0,3 2 2 0,0-3-1 0,-2 1 1 16,2 0 1-16,0 0-1 0,2 1 1 0,0-4 10 15,2 2 0-15,0-2 2 0,3 0 0 0,2 1 1 16,2-3-6-16,10 0 3 0,1-1-1 0,1 0 0 16,3 0 2-16,3-1-1 0,2 1 7 0,-3-1-4 15,2 0 5-15,-2 1-5 0,1-1 5 0,-1 0-10 16,-1 1 1-16,-1-1-5 0,-2 3-7 0,-1-3 3 15,-3 2-4-15,-4 5 4 0,-4-4-2 0,0 0-3 16,-2-2-1-16,-1 0-1 0,0-1 4 0,-2-1-16 0,0 0-4 16,-1 0-8-16,3 0-31 0,-3 0-48 0,1-1-18 15,1-2-16-15,0 1-113 0,-2-10-44 0</inkml:trace>
  <inkml:trace contextRef="#ctx0" brushRef="#br0" timeOffset="63870.43">28134 5052 1471 0,'0'-1'9'16,"0"0"-3"-16,0 0 12 0,0-1-4 0,0 1 0 0,0 0-19 16,0 0-1-16,0 0 1 0,0 0 0 0,0-1 0 15,0 1 5-15,0 1 1 0,0 0 3 0,0 0 0 16,0 1-3-16,0 1 3 0,0-1-2 0,0 0 2 15,-2 15-1-15,-2 4-2 0,-2 1 3 0,0 1 13 0,1 4-11 16,-1-1 5-16,-1 1-8 0,-3 2-5 0,0 1 4 16,-5 2-2-16,1 2 4 0,-1 1 4 0,1-1-4 15,2 0 1-15,2-2-3 0,0-3-7 0,3-1 7 16,1-4-6-16,3-3 5 0,0-3-9 0,3-3-2 16,0-2-4-16,0-3-2 0,2 0-26 0,-1-5-63 15,0 0-12-15,1-2-22 0,7 4-74 0</inkml:trace>
  <inkml:trace contextRef="#ctx0" brushRef="#br0" timeOffset="64220.43">28594 5203 1145 0,'0'-2'50'0,"0"1"111"16,-1 0-148-16,-1 0-15 0,2 0-1 0,0 0-6 0,0-1 1 16,0 1 11-16,0 1 1 0,0 0 2 0,0 0-6 15,0 0 4-15,0 0 4 0,-1 1 0 0,0 1 11 16,0-1-4-16,0 0-3 0,0 1 2 0,1-1 2 16,-11 8 2-16,-2 1 0 0,1 1-1 0,1 2-4 0,-1 0 9 15,2 1 0-15,0 0 3 0,-2 1-9 0,3 2-7 16,-2-2-3-16,4 1 1 0,0 1 1 0,2 1-7 15,2-2 5-15,0 0-5 0,1 2 1 0,-7-4 0 16,2-1-2-16,2 0 1 0,2-4-4 0,2 1-5 16,0-3-4-16,1 0 0 0,0-5-18 0,0 1 1 15,1-1-8-15,0 0 4 0,1 0-18 0,0-2-55 16,10 0-11-16,4-3-24 0,0-4-110 0,1 5-36 16</inkml:trace>
  <inkml:trace contextRef="#ctx0" brushRef="#br0" timeOffset="64486.65">28756 5186 770 0,'0'0'51'15,"0"0"-5"-15,0 0 10 0,0 0-2 0,0 0-15 16,0 0-15-16,-1 1 14 0,0 1 4 0,0-1 3 16,-1 1 4-16,-2 4-13 0,1 5 0 0,-8 3-3 15,0 0-2-15,0 2-3 0,0-1 1 0,0 2-2 16,-1-1 2-16,1 2-5 0,0 1-4 0,4 0-1 0,0 2-8 15,2-1 1-15,2-1 2 0,1 1-3 0,0-4-5 16,1 1-3-16,-8-5 1 0,3 1 0 0,3-2 3 16,3 1-1-16,1 0-4 0,1-8 2 0,0 3 2 15,-2-6-6-15,2 2 0 0,5-2-4 0,6 8-16 0,-3-4-15 16,1-1-14-16,1-4-1 0,2-5-57 0,0-3-84 16,-2-3-35-16,0-8-23 0,-3-2-157 0</inkml:trace>
  <inkml:trace contextRef="#ctx0" brushRef="#br0" timeOffset="64803.49">28483 5046 947 0,'-1'-1'5'0,"0"0"2"16,0 0 7-16,0 0-2 0,-1-1-2 0,0 1-1 16,0 0-7-16,-1 0-3 0,1 0 5 0,1 1-1 15,-3-2 33-15,2 2 23 0,0 0-1 0,-1 0 7 16,1 0-6-16,0 0-17 0,-1 0-3 0,2 0-4 16,0 0-6-16,0 0 7 0,1 0 1 0,0 0 1 0,1 0 7 15,0 0-8-15,7 0 1 0,16-1-5 0,-1 0-4 16,2 0-7-16,2-1 2 0,0 0-5 0,4 0-11 15,2 1-1-15,-3 0-5 0,-2-2 3 0,-2 1-15 0,-5 0-12 16,-2-2-11-16,-1 1 0 0,-1-2-46 0,0 0-74 16,-1 0-79-16</inkml:trace>
  <inkml:trace contextRef="#ctx0" brushRef="#br0" timeOffset="102087.12">25719 6703 1068 0,'-1'0'41'0,"-1"0"-8"0,1 0 32 0,0 0 8 0,0 0-13 16,0 0-31-16,-1 0-10 0,1 0-3 0,0 0 3 15,0 0 17-15,1 0-7 0,1 1 9 0,1 0-9 16,7 3-2-16,11 3-12 0,0-1-3 0,1-3-1 16,1 1-15-16,-2-2-33 0,0 0-3 0,1 0-14 15,-1-1-56-15,-1 0-112 0,-1 0-36 0</inkml:trace>
  <inkml:trace contextRef="#ctx0" brushRef="#br0" timeOffset="102768.39">25666 6451 581 0,'-1'0'65'15,"-1"-1"99"-15,1 0-59 0,0 0-30 0,0 0 10 0,0 0-19 16,0-1 5-16,-1 1-29 0,1 0 1 0,0 0-11 16,0 0-7-16,0 0 7 0,-1-1-2 0,2 1 2 15,0 0-6-15,2 0-3 0,-1 1-2 0,8-1 0 16,14-2-7-16,-1 2-10 0,1 0 4 0,-1 1-6 16,-2 0 2-16,-5 0-9 0,-1 0 0 0,-2 0-3 15,-3 0-4-15,1 0-29 0,-3 0-8 0,0 0-7 16,0 0-38-16,-1 0-161 0,-1 0-46 0</inkml:trace>
  <inkml:trace contextRef="#ctx0" brushRef="#br0" timeOffset="103455.06">26504 6162 1287 0,'-1'-1'4'0,"0"0"-4"0,0-2 10 15,-1 1-25-15,2 0 2 0,0 1-8 0,0-1 18 0,0 1 3 16,2 1-3-16,-1 0 1 0,1 1-7 0,8 4 6 15,5 5 2-15,-2-2 0 0,3 1 6 0,0-1-7 16,-1-1 5-16,-3-2-5 0,4 1 10 0,1-2 4 16,-3-2 2-16,4-1 0 0,-7-1 3 0,1 0-5 15,-3 0 1-15,-6 0-1 0,1 0 11 0,-1 0 1 16,-1-1-2-16,0 1 1 0,1-1-8 0,-1 0-2 16,0-1-1-16,0 1 0 0,-1 0-6 0,0 0-7 15,0 1 1-15,0 0-2 0,0 0 1 0,1 0 5 16,-1 0-4-16,1 0 3 0,1 1-10 0,-1 0 10 0,0 0-2 15,1 2 6-15,-2-1-5 0,6 9-2 0,-1-2 0 16,-2 0-1-16,0 0 2 0,-1 1 4 0,0-1 3 16,-1 1 0-16,0 2 7 0,0 0-6 0,-2 2 0 15,0 3-1-15,-2 1 0 0,0 3 0 0,-3 4-2 0,0 1 1 16,-3 1-5-16,-2 6 3 0,-2 1 1 0,0 0 0 16,-1 1-2-16,1 0 7 0,-3-2-9 0,1 2 9 15,3-7-2-15,1-5 10 0,2 0 3 0,1-6-2 16,0 0-14-16,2-3 1 0,2-2-4 0,0-3 3 15,1 0-5-15,0-2 1 0,0-1-3 0,1-1 2 0,0 1-8 16,1-3 5-16,0 0-5 0,0-2 5 0,0 0-10 16,-1 1-12-16,0 1-7 0,-1-1-6 0,2-1-59 15,-1 1-124-15,0-1-9 0,0-1-45 0,0 0-92 16</inkml:trace>
  <inkml:trace contextRef="#ctx0" brushRef="#br0" timeOffset="103768.5">26409 6573 868 0,'-1'-2'173'16,"0"0"386"-16,-2-3-543 0,1-1-9 0,1 3-8 15,0 1 1-15,1-1-7 0,1 2 9 0,0 0 0 16,9-3 2-16,12 1-7 0,2 3 3 0,3 1 1 0,6 3 1 16,-1 1-4-16,2 2 1 0,-3-1-2 0,-3 0 3 15,1 0 0-15,-3-1 0 0,0-2 0 0,-5 0 0 16,-3-1 2-16,-4-1-2 0,-3-1 5 0,-1 0-4 16,-2 0 8-16,-1-1-7 0,-1 0 0 0,-1 0-2 15,1-2-9-15,0 1 0 0,0 0-7 0,1-2 2 16,1-1-23-16,1 0-36 0,1-1-35 0,2-3-10 0,-1 1-189 15</inkml:trace>
  <inkml:trace contextRef="#ctx0" brushRef="#br0" timeOffset="104003.29">27151 6577 1878 0,'-1'-1'6'0,"0"0"-6"0,-1-1 3 0,1-1 8 16,-1 1-10-16,1 0-17 0,0 0 4 0,-1 1-1 15,1 1 3-15,0 1-1 0,0 4-9 0,-2 14-13 16,3 0 2-16,2-1-43 0,-1 0-18 0,0-3-15 16,0-4-5-16,0-2-63 0,1-3-67 0,-2-3-14 15,1-1-15-15,1-1 2 0</inkml:trace>
  <inkml:trace contextRef="#ctx0" brushRef="#br0" timeOffset="104237.63">27575 6313 1106 0,'0'-1'-21'0,"0"-1"34"16,-1 1-35-16,0 0 17 0,0 0-61 0,0 0-156 16,0-1-11-16</inkml:trace>
  <inkml:trace contextRef="#ctx0" brushRef="#br0" timeOffset="104786.83">27520 6296 563 0,'0'0'92'0,"-1"-1"-17"0,0 0 91 16,0-1-14-16,-1-2-40 0,-2-7-39 0,0 3-7 16,3 3-11-16,0-3-28 0,1 4-14 0,0 0 3 15,0-1-7-15,0 4-3 0,0-2-6 0,0 1 0 0,1 0-3 16,0 0-1-16,2 1 4 0,7-5-1 16,5 0 1-16,-2 2-2 0,0 2 2 0,0 2 1 0,1 0 0 15,1 1-3-15,-1 3 6 0,0 0-2 0,-4 1 4 16,1 1-2-16,-4-1 3 0,1 0-4 0,-2-2 4 15,0 6-11-15,0 3 10 0,-4-1-5 0,1 0 8 16,-1 1 0-16,6 0-2 0,-1 1 2 0,-1 1-3 16,-4 1 7-16,-2 2-1 0,-1 1-2 0,-2 2 1 0,-4 2 0 15,-3 0-6-15,-4 3 8 0,8 1-7 0,-17 1 9 16,-4-3-8-16,3 3 3 0,1-2-5 0,-1-5 7 16,4-2-8-16,1-4 1 0,2-4-3 0,3 2-1 0,1-2 7 15,1-3 0-15,0-2 5 0,2-1 8 0,0-2-3 16,0 3-2-16,0 2 0 0,2-2-10 0,1-2 3 15,0 1 2-15,2-2 1 0,0-1 0 0,1 1-3 16,0-2-6-16,1 0 4 0,-2 0-3 0,3 0 3 16,-2 0 3-16,3 0-1 0,0 0 3 0,-2-2-4 15,1 1-1-15,0 0-1 0,0-1 2 0,2 1-5 16,-2-9 4-16,2-2-5 0,0 2-3 0,4-2 0 16,0 3 0-16,2-1 1 0,-1 2 3 0,10-1-3 15,-1-1-1-15,2 4-1 0,-2-1 7 0,3 2-6 0,-1 0 2 16,-1 1-3-16,1 3 2 0,0-10-2 0,0 4 0 15,1 5 0-15,-1 2 3 0,-2 0-1 0,1 3 2 16,-2 1-2-16,-2 1-2 0,0 1 3 0,-3-2-1 0,4 4 0 16,-1-5-1-16,-1 6 1 0,-1-1 3 0,-5 1-1 15,0-2 2-15,3 0-5 0,-1 2 1 0,0-4-2 16,2 2 8-16,-2-1-3 0,0-3-1 0,1 2-1 16,-2-3-2-16,1 0-1 0,0 0 2 0,-3-1-1 15,3 2-1-15,-1-2-3 0,0 2 0 0,-1 1-3 16,1-2-14-16,1 0-49 0,1 1 0 0,2-2-19 15,-1-1-30-15,1-1-200 0,0-3-11 0</inkml:trace>
  <inkml:trace contextRef="#ctx0" brushRef="#br0" timeOffset="105286.81">28303 6301 1408 0,'0'-1'3'0,"0"0"-3"0,0-2 4 0,0 1 2 16,0-2-3-16,0 3-16 0,0-1-3 0,0-1 1 15,0 2-1-15,0 0 2 0,0 0-16 0,2 1 8 16,-1 0-7-16,-1 1 14 0,0 0 3 0,0 2 2 0,0-2 1 15,-1 7 11-15,-2-1 7 0,-2 0 2 0,4 0 2 16,-13 0 7-16,-2 2 0 0,-2-2 2 0,0 0-1 16,0 0 8-16,-1 0-11 0,0 0 3 0,-2-1-3 15,1 0 17-15,-1 1-14 0,3-2 1 0,0 1-7 16,2 0-9-16,3-1 3 0,1 1-1 0,3 0 1 16,-1 0-9-16,6 1 0 0,-1 0-1 0,4 0 0 15,-1 1-10-15,-4 0 11 0,1-1-5 0,1 2 6 0,2-2 1 16,1 2-3-16,1 2 5 0,0-3-4 0,1 0 12 15,1-2 6-15,2 1-4 0,-1-2 5 0,8 3-8 16,5-3 6-16,3-2-1 0,1 1 2 0,-1 7-1 0,5-1-4 16,0-4 6-16,6 0-5 0,-1-1 3 0,1-1-6 15,0-3-7-15,-3-1 3 0,0 0-3 0,-2 0-1 16,-2 1 1-16,-1 1-2 0,-2-1-2 0,-3 0 1 16,-2 0-1-16,0-1 1 0,-2 0-6 0,-5 0 5 15,-2 0-1-15,-2 0 1 0,-2 0-16 0,0 0-6 16,0 0-11-16,1 0 3 0,-1-1-40 0,-1 0-21 15,0 0 0-15,0-1-11 0,1 0-43 0,-1 0-83 16,2-9-2-16</inkml:trace>
  <inkml:trace contextRef="#ctx0" brushRef="#br0" timeOffset="105820.86">28353 6243 1216 0,'0'-1'9'16,"0"0"-1"-16,-1 0 5 0,-1-2-2 0,1 1-2 0,0 1-13 16,0 0-8-16,0 0 0 0,0-1-1 0,-1 1 5 15,1 0 3-15,0 0-3 0,0 1 3 0,0 0 0 16,-1 1-1-16,1 0 4 0,0 0-2 0,1 1 5 0,0-1 2 15,0 0 4-15,0 0 0 0,0 0 35 0,0 0 7 16,0 1 7-16,0-1-5 0,0 0-2 0,0 0-19 16,0 0-3-16,0 0-5 0,0 1-8 0,0-1-15 15,0 0 6-15,0 0-9 0,0-1 15 0,0 1-8 16,0 1-2-16,0-1-1 0,0 0-1 0,0 0-1 16,0 0 3-16,0 0-1 0,0 1 9 0,0 0-9 15,0 0 4-15,0 1-5 0,0-2-1 0,-1 6 6 0,0 2-6 16,0 2 6-16,-1-1-4 0,0 3 5 0,0 0 3 15,-2 1-1-15,1 2-7 0,-1-1 5 0,1 3-2 16,-1 0 6-16,-1 1 5 0,1 1 1 0,-2 3 4 16,0 0-3-16,0 3-4 0,0 0-1 0,1-1 0 15,0-1 0-15,-1 1 0 0,1-2-6 0,0 0 2 0,2-1-3 16,-1 1 5-16,1-5-8 0,-1 2-1 0,1-4 0 16,-1-1 5-16,-1-1-2 0,1-1 1 0,0-2-3 15,1-3 0-15,0-2 1 0,1 1 4 0,1-4-2 16,0 2 7-16,-1-2-4 0,2 0-3 0,0-2 0 15,0 1-6-15,0 1 0 0,0-2 5 0,0 0-3 16,0 0 6-16,-1 2-8 0,0-1-1 0,0 0-4 0,0 1-10 16,1-1-31-16,0-1-21 0,0 0-15 15,0 0-184-15</inkml:trace>
  <inkml:trace contextRef="#ctx0" brushRef="#br0" timeOffset="107223.34">28843 6281 668 0,'0'0'28'0,"0"-1"-7"0,0 0 34 0,0-1 0 0,0 1-3 16,0 0-35-16,0 0-9 0,0 0-1 0,0 0-2 15,0-1-4-15,0 1 5 0,0 0-1 0,0 0 1 16,0 1-2-16,0 0 8 0,0 1 6 0,0 0-1 16,0 2 4-16,0-2 5 0,1 12-2 0,2 0 6 15,0 2 3-15,2 0-8 0,1 0 3 0,1 2-2 16,0-1 11-16,1 1-4 0,0-1 5 0,2 1-4 0,0 0 0 15,-9 0-15-15,11-2 2 0,2 3-5 16,-2-3-7-16,0 2-2 0,1 0-7 0,-4-2 4 0,3 2 0 16,-3-4-3-16,-3-3 0 0,0-1-2 0,-3-3-2 0,-1 2 3 15,1-2-1-15,1-2-2 0,-1 1-23 0,0-3-19 16,-1 1-9-16,0-1-7 0,0-1-59 0,-1 0-186 16</inkml:trace>
  <inkml:trace contextRef="#ctx0" brushRef="#br0" timeOffset="107505.46">29041 6352 1329 0,'0'-2'22'0,"0"1"32"15,0 0-5-15,-2 0-33 0,2 0 5 0,0-1-17 16,0 1-9-16,0 1 8 0,0 0-1 0,-1 0 5 15,0 1-10-15,0 2 7 0,-5 7-6 0,-6 9 7 16,11 0-8-16,-14-1 3 0,1 2 3 0,-3 0 0 16,0 0-2-16,-1 0 4 0,2-3-3 0,-1 2 3 15,2-2 2-15,2-3-8 0,1 3 7 0,2-5-7 16,1 2 8-16,3-2-5 0,1-2-3 0,1 2-1 16,0-5-9-16,3 0-7 0,-5 0 3 0,5-4-6 0,-2 4-8 15,2-4-28-15,1 0-5 0,0-1-14 0,1 0-87 16</inkml:trace>
  <inkml:trace contextRef="#ctx0" brushRef="#br0" timeOffset="107907.73">29557 6266 701 0,'0'0'323'0,"0"-2"-479"0,0 1 395 15,0 0-233-15,0 0-2 0,0 0-12 0,0 0-6 16,0-1-2-16,0 1-2 0,0 0 7 0,0 0 6 0,0 0-3 16,0 0-11-16,0-1 10 0,0 1-1 0,0 0 7 15,0 0 12-15,0 0-2 0,0-1 3 0,0 1-1 16,0 0 20-16,0 0 10 0,0 0 3 0,0 0 1 15,0-1 12-15,0 1-19 0,0 0 2 0,0 0-11 16,0 0-15-16,0 1-9 0,-1 0-2 0,0 0-1 16,-1 1-2-16,1 0 4 0,-1 4-2 0,-8 12 4 0,1 3 1 15,-2 2 0-15,1 1-1 0,-1 1 0 16,1 1-4-16,-1 3 2 0,2-3-2 0,-1 2 3 0,2 1-1 16,0-5-5-16,1 3 3 0,1-4-3 0,0-1 7 0,1-2-13 15,1-2 7-15,0-1-9 0,2-4 10 0,1-3-37 16,-1 0-10-16,2-6-13 0,0 1-74 0,0-3-62 15,0 1-39-15</inkml:trace>
  <inkml:trace contextRef="#ctx0" brushRef="#br0" timeOffset="108507.96">29839 6242 1095 0,'0'-1'-2'0,"0"0"16"0,0 0-11 0,0-1 11 16,0 0-12-16,0 1-18 0,0 0 13 0,0 0-16 16,0-1 17-16,0 1-4 0,0 1 0 0,0 0 1 15,0 0 3-15,0 0-3 0,0 1 1 0,0 1-1 16,0-1 8-16,0 0 8 0,-1 0 2 0,0 0 1 0,0 2 5 15,-1-1 7-15,1 0-6 0,-5 7 7 0,-4-1-1 16,-2 2-8-16,0 1 6 0,1 0-8 0,-1 0-3 16,0 2-4-16,1 0 0 0,1 1 0 0,-1 0 3 15,2-1-12-15,-2 0 2 0,3 0-3 0,2-1 6 16,1-1 0-16,4-1 2 0,-5 0-3 0,4 0-3 0,-5 0 6 16,1-1-4-16,3 0 5 0,1 1-4 0,2-1 3 15,2 1-4-15,0 0 4 0,0-3-2 0,1 0 5 16,1 1 1-16,0-2 0 0,-2-1-10 0,9 1 7 15,-3-3 2-15,1 0 3 0,3 0 9 0,-1 2-11 16,1-4 0-16,-2 6-2 0,1-1 4 0,-1-1 7 16,1-2-3-16,-1 0 4 0,1-2-9 0,1 0 5 0,0-1-4 15,0 0 5-15,1 0-10 0,-1-1 7 0,0-1-5 16,0-2 5-16,-4 1-7 0,3-2 3 0,-4 0 0 16,2 4 1-16,2-11-4 0,-4-1 4 0,4 3-5 15,-5-3 4-15,-3 0-8 0,0 1 5 0,7-2-1 0,-5 1 2 16,1 0 0-16,-1-1-3 0,-1 1 4 0,-2 1-4 15,0 0-5-15,-1 1 8 0,1-1-8 0,-2 1 8 16,-2 0-1-16,0-1-8 0,-1-1 8 0,-3 0-8 16,-1 0 5-16,-2 0-3 0,8-1-2 0,-9 0 0 15,-6 1 4-15,1 0-7 0,0 0 3 0,-2 3-6 16,3 1-5-16,1 2 1 0,0 1 1 0,2 4-2 16,1-2-11-16,2-1-28 0,0 0-9 0,1 1-5 15,1 2-39-15,1 1-17 0,3 1-8 0,-2-1-8 0,3 1-73 16</inkml:trace>
  <inkml:trace contextRef="#ctx0" brushRef="#br0" timeOffset="139983.24">12812 6216 533 0,'0'0'10'0,"0"0"19"16,0-1 36-16,0 0 12 0,0 0-3 0,0-2-16 15,0 1-38-15,0 0-2 0,-1-4 0 0,1 3 13 16,0 0 2-16,0 2 2 0,0-2 0 0,0 1 8 0,0 0-7 15,-2-1 4-15,2 1-6 0,-1 0-1 0,1 0-16 16,0 1 1-16,0 0-6 0,0 0-1 0,0 0 3 16,0 0-3-16,0-1 3 0,0 1-4 0,0 0 8 15,0 0-1-15,1 0 4 0,1 0 3 0,-1-1-4 16,0 1 1-16,1 0-3 0,1 1 2 0,1 0 4 16,5 2-1-16,0 3 1 0,0-4-1 0,2 18-12 15,-2 0 3-15,2 2-6 0,1 0 1 0,-3-1 4 16,4 3-7-16,-1-3 5 0,1 2-12 0,1 1 3 0,-2 1 7 15,-2 2-3-15,1 0 7 0,-2 1-12 0,-1 2-1 16,1 4-2-16,-3-1 2 0,-2 2 7 0,-1-1 0 16,12-5 1-16,-7 0-8 0,-6-2 6 0,-2 0-4 15,-3-1 5-15,-2-4-3 0,0-4 2 0,1-2 0 0,-1-4 0 16,2-1 9-16,0-3-11 0,1-1 4 0,0-2-6 16,0 0 0-16,1-2-2 0,0 1 5 0,1-2-5 15,0 0 2-15,-1 1 7 0,0 1-7 0,-1-1 7 16,0-1-9-16,1 0 0 0,0 1 1 0,0-2 1 15,-1-2 8-15,1 0-10 0,-2-7 7 0,-2-14-8 16,3 0 1-16,2-4 6 0,0-4-8 0,2-2 6 16,0-1-6-16,1 1 5 0,-1-1 0 0,-1 0 2 0,0 2-7 15,-1-1 1-15,2 5-1 0,1 1 2 0,1 0 2 16,-1 3-2-16,1 2 1 0,-2 2-1 0,2 0 4 16,-1 3 1-16,2 0-7 0,1 2 5 0,2-2-4 0,0 2-2 15,2 0 4-15,1-4-2 0,-10 2 6 0,12 3-5 16,3 1 1-16,-2 2-2 0,1 2 1 0,-1 1-1 15,-1 0 1-15,0 4 0 0,0-3 1 0,-1 6-2 16,0 0-2-16,-2-1 0 0,0-4 3 0,-2 1-1 16,0 2-2-16,-1 0-1 0,0 2 1 0,-1 0-10 15,0 1-1-15,-1 0-6 0,-2 0-19 0,1 0-44 16,-1 0-6-16,1 0-17 0,-1 0-59 0,1 0-40 16,-1 1 0-16,2 1-20 0,1 2-88 0</inkml:trace>
  <inkml:trace contextRef="#ctx0" brushRef="#br0" timeOffset="140565.97">13264 6721 1250 0,'0'0'-3'0,"0"0"1"0,-1-1-51 16,0-1 13-16,1 1-21 0,0 1 39 0,0 0 8 15,1 0-7-15,0 0 3 0,1 1-20 0,-1 1 14 16,0 1 1-16,4 14 5 0,-3-1 15 0,-2 0 3 16,0 0 9-16,-3 0-2 0,-2 0 28 0,-2 1 22 15,0 0-4-15,-2 0 10 0,1 1-6 0,0-2-19 16,1 1 2-16,2-2-9 0,1-2-14 0,0 0 0 15,0-1-3-15,2-4 2 0,1 0-7 0,1-3 0 16,0 1-4-16,0-4 2 0,0 0 0 0,0 0-7 16,0 0 1-16,0 0-4 0,0 1-7 0,0-1-19 0,0-1 0 15,1 0-10-15,0-1-19 0,0 0 4 0,2-1-1 16,-1-1 3-16,3-5 2 0,2-11 28 0,0 2 3 16,0-2 8-16,-1 2 12 0,-1 0 7 0,-1 1 5 15,-1 1 2-15,0 0 17 0,1 3 1 0,-2 0-10 16,0 1 7-16,0 3-11 0,0 0-6 0,0 2-1 15,1 2-4-15,-1-1-13 0,0 3 3 0,2-1 2 0,-2 1 0 16,4-3 0-16,-1 2-2 0,1-1 2 0,0 2-2 16,-2 1 5-16,2 0-2 0,-1 0-1 0,0 1 0 15,-2 2 8-15,-1-1 1 0,2 10 9 0,-3 1-5 16,0 0 13-16,9 0 6 0,-4-1-9 0,-2 1 6 16,0-1-17-16,-1 1 3 0,0-1 4 0,-1 0-2 15,-1-2-3-15,0 0-12 0,1-1 5 0,-1 0-7 16,0 0 8-16,0-2-9 0,0-3-2 0,1 1-2 0,-2-1 0 15,1-1-15-15,-1 0 0 0,1-1-6 0,0 0-4 0,0-1-10 16,0 1-5-16,1-1-8 0,-1-1-76 0,0-1-62 16,0-2-2-16,4-7-20 0,2-10-42 0</inkml:trace>
  <inkml:trace contextRef="#ctx0" brushRef="#br0" timeOffset="140816.96">13167 6761 1381 0,'-1'-1'15'16,"-1"-1"17"-16,1 1-8 0,0 0-18 0,0 0 2 0,1 0-8 16,0-1 4-16,1 1 3 0,0 0-3 0,5-2 3 15,13-7-3-15,3 4 3 0,4 2-3 0,1 0 1 16,4 2-7-16,2 2 5 0,2 0-5 0,-1 0 2 15,-1 1-28-15,-4-1-3 0,0 0-9 0,-1 0 2 16,0 0-27-16,-1-1-94 0,-2-3-21 0,0-2-39 16,0-3-181-16</inkml:trace>
  <inkml:trace contextRef="#ctx0" brushRef="#br0" timeOffset="141900.64">19664 5611 361 0,'0'-2'49'0,"0"-1"127"16,1-10-196-16,0 5-2 0,0 1-5 0,1 4 2 15,-2 2-12-15,0 0 9 0,2 0 4 0,3-3 3 0,-1 2 21 16,-1 1 12-16,-1 0 6 0,0-1 4 0,2 1 31 15,-2 0 23-15,-1 1 4 0,1 0 5 0,0-1 1 16,0 0-32-16,1 0 5 0,-1 1-13 0,-1-2 4 0,0 2-5 16,2-1-4-16,-2 1-1 0,0 0-13 0,1 0-1 15,1 0-1-15,-1 0 2 0,0 1 3 0,0-1-8 16,6 5 1-16,-2 13-5 0,2 4-10 0,-1 0 6 16,-2 4-7-16,4 3 5 0,-3-5-12 0,-2 4 5 15,1 1 3-15,-2-2 1 0,0 1-3 0,-2-2 4 16,2 2-2-16,10-2 3 0,-7 1 4 0,-5 0 2 15,-1 0-4-15,-1 1 3 0,-3-2-3 0,-1 0-4 16,-2-5 2-16,-1-1-3 0,0-2 5 0,2-5 1 0,-1 1 4 16,2-5-5-16,1-1-3 0,0-2-1 0,2-2-3 15,2-3 2-15,0 0-7 0,-2 2 2 0,1-1 3 16,0 0 1-16,0-1 14 0,0 1-8 0,0-1 0 16,-1 0-4-16,1-1-6 0,0-1 3 0,1 0-4 0,0-12 3 15,5-11-11-15,2-3 7 0,2-2-1 0,2-5 4 16,1 1-4-16,1-1 0 0,-1 1-3 0,1 1 0 15,0 0 3-15,1 2-1 0,-12 0 3 0,13 4-2 16,0-1 1-16,3 4 1 0,-5-2 0 0,2 4-1 16,0 1-2-16,-2 3-1 0,1 3-1 0,-1 4 2 15,0 2 4-15,0 3-3 0,0 1 0 0,-2 1-3 0,0 0 0 16,0-4 1-16,-2 3-1 0,2 1 1 0,0 3 1 16,-2 1-8-16,-1 2 3 0,-1 2-8 0,-2-3-12 15,1 13-6-15,-1-1-10 0,-2 2 4 0,0-6-13 16,-2 1-61-16,0-3 2 0,4-2-28 0,-2 0-41 0,-1-3-1 15,0 1-30-15</inkml:trace>
  <inkml:trace contextRef="#ctx0" brushRef="#br0" timeOffset="142368.04">20054 6050 1437 0,'0'-1'16'0,"0"0"-3"0,0 0 2 0,0 0-3 0,0-2-6 15,0 2-23-15,0 0 7 0,0 0 0 0,0 0 4 16,0 1 2-16,1 0 0 0,1 1-2 0,-1 4 0 16,3 17-13-16,-1 4 3 0,-2 4-5 0,-2-3 4 15,-3 0 2-15,1-3 0 0,-1-5 5 0,1-2-3 16,0-5 14-16,1-4-1 0,2-5 4 0,0-2-2 15,-1 1 18-15,0 1-12 0,-1-2 6 0,2 0-10 16,0-1-2-16,0 0-5 0,0-1 3 0,3-5-2 0,5-15 5 16,1-2 1-16,2-1-8 0,-2 1 4 0,2 2-12 15,0 1 1-15,0 0-2 0,-8 1 1 0,11 1-9 0,0 2-5 16,0 2 10-16,-1 4-7 0,-2 1 21 0,-4 4-4 16,-1 3 6-16,-3 0-4 0,-1 0 6 0,1-1 17 15,-1 2-9-15,-1 0 14 0,0 1 13 0,1 1-11 16,-1 1 9-16,0 22-12 0,-2 5-2 0,-5 2-14 15,-1 1 0-15,0-4-4 0,1-1 3 0,1-3-1 16,2-4-1-16,0-4-1 0,1-2-4 0,1-3 1 16,1-1 0-16,0-4 1 0,0 1-2 0,0-4-2 15,0-2 0-15,0 0-2 0,0 1-4 0,0 1-13 16,0-2-9-16,1 0-3 0,0-1-55 0,0 0-35 16,1-1-8-16,5-9-11 0,-5-11-57 0</inkml:trace>
  <inkml:trace contextRef="#ctx0" brushRef="#br0" timeOffset="142602.43">20077 5922 1086 0,'0'-1'281'0,"0"0"-400"0,0 0 335 0,0 0-195 0,0-1-24 15,0 1 3-15,1 0 2 0,0 0 2 0,10-5 0 16,12-1-4-16,4 2 3 0,5 3-3 0,2 2 1 16,1 0-1-16,2 0 0 0,-3 1 1 0,3 1-3 0,1 0-27 15,-3-1-7-15,-3 0-6 0,-4 0-31 16,-4-1-67-16,-2 0-7 0,-4 0-29 0,-2 0-106 0</inkml:trace>
  <inkml:trace contextRef="#ctx0" brushRef="#br0" timeOffset="144887.1">2241 8659 230 0,'0'0'245'0,"0"0"-123"0,0-2 70 15,0 1-1-15,0 0-184 0,0 0-1 0,0 0-3 16,0 0 3-16,1-1-2 0,1 1 0 0,0 0-1 16,5 0-4-16,6 1 3 0,-4 1-2 0,1 3 2 0,2 3 5 15,1-6-3-15,-2 18 13 0,5 4 11 0,-3 4-2 16,-5 7 3-16,1 0-11 0,-1 2 8 0,-3-1-10 16,1 3 9-16,0 2-18 0,0 2 0 0,0 4 3 0,-3 3-2 15,1 2 0-15,-1 2 4 0,1-3-4 0,-1-2 3 16,-2-3-9-16,1-4 3 0,-1-3 2 0,16-3-1 15,-8-2 0-15,-5-1 0 0,-2-4 0 0,-2-2 0 16,0-5-1-16,0-2 14 0,-2-4-8 0,2-7 9 16,-1 4-6-16,1-7 4 0,0-3 4 0,0 1-1 15,-1-1 16-15,0 0-2 0,0 1 2 0,-1-2-3 16,1 0-2-16,-1-1-13 0,0-1 0 0,-1-1-6 16,1-18-13-16,1-10-1 0,0-4-2 0,-16-2 3 0,14-3 7 15,3-4-8-15,3-2 1 0,2-7-4 0,2-3 2 16,2-2 5-16,-1-1-3 0,2 6 4 0,-2 2-9 0,-1 7 7 15,1 2-4-15,1 4 5 0,-2 3-6 0,1 3 3 16,0 2 6-16,2 4-2 0,0 1 3 0,0 2-1 16,-2 6-1-16,0 1 1 0,0 3 3 0,-4 6-6 15,8 3 5-15,2-7-5 0,0 4 3 0,1 3-5 16,3 2-1-16,-1 3 0 0,2 5-2 0,0 4 0 16,-4-1-2-16,0 14 2 0,-2-2 0 0,-3-1-17 15,2-2 1-15,-5-1-7 0,0-2-6 0,2 1-20 16,-2-2-34-16,-2-1-3 0,3 2-181 0,-3 0-153 15</inkml:trace>
  <inkml:trace contextRef="#ctx0" brushRef="#br0" timeOffset="145421.04">2776 9581 1604 0,'-1'-2'9'16,"0"1"-3"-16,-1-1 15 0,-5-3 6 0,1-3-4 0,2 1-12 15,3 2-10-15,-1 2-7 0,0 0 1 0,2 2-7 16,0 0 3-16,-2-1 0 0,1-1 0 0,0 2-3 16,0 0-1-16,-1 0-1 0,1 1 1 0,1 1 6 0,0 0 6 15,-2 11-1-15,-2 15 2 0,0 0 0 0,0 5-1 16,1-1 5-16,-2 0-4 0,1-2 1 0,0 0 0 15,0-5 2-15,1-3 0 0,0-1 5 0,1-4-7 16,1-4 2-16,1-2-3 0,0-4 11 0,0-2-12 16,0-2 5-16,0 0-7 0,0 1 6 0,0-1-6 15,0-1-8-15,0 0 1 0,1 0-15 0,0-1 0 16,1-1 2-16,4-12 0 0,11-17 4 0,2-3-11 16,-3-4 6-16,-2 2-7 0,0 1 15 0,-2 5 6 0,0 0 2 15,-3 7 2-15,3 3 12 0,-3 4-2 0,0 3-1 16,-3 3 0-16,-5 2 0 0,0 3 8 0,-1 3 2 15,2-1 2-15,1-1 1 0,-1 2 0 0,-1 0 3 16,0 1-1-16,0 0 13 0,1 1-16 0,2 16 4 0,0 12-9 16,-3 0-5-16,-1 7-1 0,0-3-3 0,0 0 3 15,0 1-3-15,0-6 0 0,0-2 1 0,1-4-1 16,0-4 7-16,1-5-8 0,0-2 3 0,0-1-4 16,1-2 5-16,-2-2-2 0,0-1 3 0,-1-3-3 15,1 2 0-15,0-2 1 0,0 0-4 0,1 1 2 16,-1-1 1-16,0-1-5 0,0 0-1 0,0 0-6 15,1 1-25-15,-1-1-44 0,0-1-22 0,0 0-10 0,0-1-100 16,0-4-25-16,5-16-12 0</inkml:trace>
  <inkml:trace contextRef="#ctx0" brushRef="#br0" timeOffset="145654.51">2660 9471 1116 0,'-1'0'57'0,"0"0"-32"15,-1-1 65-15,1 0-23 0,0 0-21 0,0 0-31 0,0-1-4 16,0 1-5-16,-1 0-1 0,2 1 1 0,2 0 0 16,-1 0 1-16,1 0-3 0,19 0 5 0,2 0-2 15,5 1 0-15,-1 0-10 0,2 1 9 0,3-1-7 0,0-1 7 16,-2 0-11-16,1-1-19 0,-4-2-2 0,-1 1-10 15,-3-2-47-15,0 1-137 0,-1-1-37 0</inkml:trace>
  <inkml:trace contextRef="#ctx0" brushRef="#br0" timeOffset="146138.32">3396 9087 1297 0,'-2'0'42'0,"-7"-3"87"15,-2 0-113-15,5 2-20 0,5 1-3 0,-2-2-7 16,1 2-4-16,1 0 14 0,1 0-2 0,0 2 5 16,1-1-3-16,1 0 4 0,9 5 0 0,5 2 0 15,1-1-11-15,0 0 6 0,-1-2-3 0,0-2 4 0,0 0-6 16,-1-1-2-16,0-1-4 0,-3 1 2 0,0-2-10 16,-3 0-9-16,0 0 4 0,0 0-9 0,0-2-47 15,-3 1-51-15,0 0-27 0,1-1-11 0,-4 0-151 0</inkml:trace>
  <inkml:trace contextRef="#ctx0" brushRef="#br0" timeOffset="146322.17">3434 9435 1433 0,'0'0'35'0,"-1"0"-2"0,-1 0 1 0,1 0-2 16,0 0-12-16,0 0-13 0,1 0 0 0,0 0-3 15,0 0 2-15,1 0-5 0,0 0 3 0,0 0-6 16,2 0 2-16,5 0-25 0,5-1-26 0,1-2-2 0,1-3-9 16,-1-1-12-16,0-1-108 0,1 7-3 0,-1-16-48 15,0 1-116-15</inkml:trace>
  <inkml:trace contextRef="#ctx0" brushRef="#br0" timeOffset="146754.15">3924 8886 1169 0,'-1'-2'58'0,"-1"1"132"0,-9-5-163 0,5 3 1 15,1-1-5-15,3 3-2 0,0-1-32 0,-1-1 1 16,2 2-1-16,0 0 1 0,0 0 4 0,1 0 9 15,0 1-1-15,1 0 4 0,0 0-5 0,1 0-6 16,9 2 5-16,3 2-4 0,1-1 11 0,0 2-2 16,-1 0-5-16,-1-1 3 0,1 2-3 0,-2 0 9 15,-1 0 0-15,1 0 3 0,-1 0 8 0,-1 0-3 0,0-2 6 16,-3 1-6-16,-1-2 7 0,-1 2-3 0,0 0-5 16,-3 3 3-16,3 3-4 0,-4-2-6 0,8 3 11 15,-4 0-9-15,-1-1 4 0,-3 5 2 0,-2 0-11 0,-4 2 9 16,-3 3-10-16,-4-1 8 0,10 3-2 0,-13 2 2 15,-2-1-1-15,1-3-8 0,0 0 6 0,2-2-6 16,0 0 3-16,2-1-3 0,1 0-6 0,0-3 2 16,2 1-3-16,-1-5 4 0,2-1 0 0,2-1 1 15,1-2-3-15,2-2 1 0,1 1-1 0,0-4-1 16,0 2-10-16,1-2 2 0,0 0-5 0,0 1 2 16,-2-1-20-16,2 1-11 0,0-1 2 0,0 0-5 15,-1 1-9-15,1-1-73 0,1-1-37 0,0 3-13 16,0-1-126-16</inkml:trace>
  <inkml:trace contextRef="#ctx0" brushRef="#br0" timeOffset="146972.99">4006 9863 1836 0,'-2'0'50'0,"-6"-1"88"0,-3-2-103 0,5 2-23 0,5 1-1 16,0 0-9-16,-1 0-25 0,-1 0 8 0,2 0-5 16,0 0 7-16,0 1-4 0,1 0-17 0,0 1-4 15,0 0-4-15,1 0-15 0,0 1-19 0,-1-2-20 16,1 1-15-16,0 1-221 0</inkml:trace>
  <inkml:trace contextRef="#ctx0" brushRef="#br0" timeOffset="148073.04">8289 9035 1179 0,'-1'-1'38'0,"0"0"-4"0,0-1 33 0,1 1-4 0,-2-9-4 15,-3 0-38-15,1 1-6 0,-3-1-2 0,6 0-1 16,-3-1-5-16,2 0-4 0,-8-2-1 0,3 0 1 16,2-1-1-16,0 2-1 0,0 0-1 0,2 4 0 15,-1-2 4-15,1 2-6 0,-1 1 2 0,0 0-2 16,0-1 4-16,1 4 6 0,0 1-1 0,-6 2 3 15,-3-8 4-15,-2 2-1 0,2 4 0 0,-5 0-2 16,3 2 0-16,-2 1-3 0,-2 3 0 0,2 1 0 16,-2 5 3-16,3 0-10 0,0-4 5 0,-1 13-6 0,2 2 9 15,0 2-10-15,1 2 4 0,2 1-6 0,2 2 6 0,2 0-3 16,2-1 0-16,3-3-1 0,1 1 1 0,-11-4 2 16,7-6 0-16,3 1 0 0,2-4 1 0,1 0 4 15,3 0 0-15,0-1 1 0,1-2 0 0,-4-1 1 16,12-3 1-16,1 5 0 0,3-2-6 0,2-3 1 15,-2-6 0-15,6-1 2 0,-2-4 3 0,1-4-4 16,0-2-6-16,1 5 1 0,-1-12-4 0,-2-1 3 16,2-1 5-16,-4 0-2 0,2 0 1 0,-2 1-1 15,-3 2-1-15,-1 0 1 0,-3 3-2 0,-3 3 2 16,-2 1-2-16,-1 1 3 0,-2 2-4 0,-1 2 11 0,0 1-6 16,0 3 8-16,-1 0-5 0,-1 2 5 0,2-1-3 15,0-1 2-15,-1 1-7 0,0 1-5 0,0 0 0 16,0 1 0-16,-1 0-1 0,0 1 1 0,0 1 2 15,-3 17-1-15,-2 3-2 0,-1 3 4 0,0 1-6 16,2 1 6-16,0 1-4 0,2 3 1 0,-1 2 0 0,1 2 0 16,2 1-3-16,0 0 2 0,0-1 3 0,1-2-1 15,0 0 2-15,1-4-3 0,-1 1 2 0,0-2-2 16,-1-1 1-16,0 0 0 0,0 0-1 0,0 1 1 16,-1 2 5-16,-2-2-3 0,0 1-1 0,-2 1-1 15,0-5-4-15,1 3 2 0,-1-7 1 0,0-5 0 16,2-4 2-16,-1-4 7 0,2-3-5 0,-3 1 6 0,1 1-6 15,-11 2 4-15,5-3 0 0,-5 1 2 0,-1-3-4 16,0-2 3-16,-4-2-2 0,-1-1 2 0,2-2-1 0,0-1 17 16,1-2-3-16,2 0 7 0,2-1-7 0,3 0-1 15,1 0-8-15,1-4 2 0,4-3-17 0,-1-1-2 16,2-3 1-16,3 2-2 0,-11-4-7 0,5-3 0 16,5 1 3-16,3-3-2 0,4 1 2 0,4-1 7 15,4 2-6-15,-9 0 7 0,18 3 1 0,0 0 1 16,3 3-1-16,-3-2 1 0,3 1-1 0,0 0-7 15,-2 3 7-15,9 3-5 0,-4-3 2 0,-1 3-17 16,0-1-4-16,-4 3-4 0,0 2-10 0,-2 2-19 16,0 0 1-16,-1 2-13 0,-1 2-81 0,-2-9-129 0,0 4-16 15</inkml:trace>
  <inkml:trace contextRef="#ctx0" brushRef="#br0" timeOffset="148856.78">8589 9630 1425 0,'-1'0'19'0,"0"-1"0"16,-1 0-4-16,1-2-1 0,0 1-8 0,0 0-7 15,0-1-13-15,0 1-2 0,-1 0-3 0,1-1-8 0,0 1-5 16,0 1-4-16,1-1-1 0,0 1-16 0,0 1 10 16,0 0 11-16,1 1 0 0,-1 5 39 0,0 16 7 15,-4 5 6-15,-1 1 1 0,-4 1 29 0,-1 3-5 16,-2-1 0-16,1-3-3 0,0-1-10 0,0-3 3 16,2-4 0-16,-1-1 0 0,3-2-5 0,1-4 5 15,2-3-8-15,0-2 6 0,2-2-14 0,2-3-6 16,0-1-4-16,-1 0-1 0,-1 1-12 0,1-1 2 15,0 0 1-15,0 0 1 0,1-1 8 0,0 0-8 0,0 0 6 16,0-1-7-16,0 0 4 0,1-1-5 0,0-1-3 16,6-11 2-16,3-5 11 0,-2 2-6 0,0-3 3 15,-1-1-5-15,0-3 2 0,0 1-1 0,0 0-1 16,0 1 0-16,1-1 0 0,-1 0-1 0,0 1 5 0,1-1-4 16,0 3 6-16,1 0-10 0,0 3 2 0,-3 4-5 15,1 0 7-15,-3 5 0 0,0 1-3 0,-2 3 2 16,-2 1-6-16,1 2 8 0,6-6 0 0,2 3 3 15,-2 1-4-15,5 2 0 0,-4 2-4 0,-2 3 1 16,2 13 3-16,-3 10-1 0,-2 1 1 0,1 0-1 16,-1 1 3-16,2-2-3 0,-3-2 8 0,2-2-7 0,-2-5 11 15,0-3 3-15,3-2-10 0,-2-4 7 0,2 0-9 16,1-2 10-16,1-2-6 0,0 0 5 0,0-2-13 16,0-2 5-16,1 1 4 0,-1 3 0 0,0-1-2 0,0-2-1 15,0 0 0-15,0-2 0 0,-1-1 5 0,1-1 0 16,0-2-1-16,0-2 0 0,-1-4-4 0,0-10-4 15,1-2 1-15,-1 0-1 0,1-3 1 0,0 0-2 16,-1 0 0-16,-1-2-1 0,2-1 0 0,1 4 0 16,-1-3 1-16,1 5-1 0,0 1-7 0,-1 2 5 15,0 4-3-15,1 3 5 0,-2 1 1 0,-1 4-1 16,0 1-3-16,-2 3 1 0,1 1-7 0,-1-2 9 16,2 0 0-16,1 0 2 0,0 2-2 0,1 1 0 0,-1 1-1 15,0 3 2-15,1 9 1 0,-3 13 2 16,1 1-1-16,0 5 2 0,-2-3 1 0,0 2 5 0,1-1-4 15,-1-2 4-15,-2-2-7 0,1-5-2 0,2-1 4 16,-2-4-4-16,2-2 3 0,1-1 2 0,-1-4-3 0,4-1 1 16,-2-2-3-16,0-1-2 0,0-2 2 0,-4 1-2 15,5-2-2-15,-3 1-12 0,3 1-2 0,0 1-5 16,-2-3-22-16,0 0-13 0,0-2-19 0,2 0 3 16,1-3-75-16,4-3-70 0,5 2-23 0</inkml:trace>
  <inkml:trace contextRef="#ctx0" brushRef="#br0" timeOffset="149243">9389 9196 851 0,'-2'0'23'16,"1"0"50"-16,0 0-70 0,0 1 3 0,0 0-2 16,0 1 4-16,-1 0 3 0,1 0-11 0,0 1 11 15,1-2-8-15,0 2 34 0,0 3 4 0,0-2 5 16,1 2-2-16,0-4-5 0,2 0 10 0,4 3-1 15,6 0 7-15,2-2 10 0,1-2-13 0,3-1-4 0,1-1-4 16,3-1-18-16,1-2-4 0,0 0-2 0,-1-1-1 16,1 0-2-16,-2-1-13 0,2-1 4 0,-3 0-7 15,2 1 2-15,0 2-4 0,-6 0-10 0,2 2 3 16,-4-1-16-16,0 1-12 0,-1 0 5 0,-3-1-10 16,1 1-4-16,-2 1-88 0,-2 0 2 0,-1 0-36 15,-1-1-48-15,-3 2-80 0</inkml:trace>
  <inkml:trace contextRef="#ctx0" brushRef="#br0" timeOffset="149475.39">9438 9497 1407 0,'0'0'71'0,"-1"0"3"0,0-1-13 15,-1 0-13-15,1 0-21 0,0-1-37 0,1 2 16 0,0 0-11 16,0 0 13-16,1 0-13 0,4 0 11 0,16-1-6 16,4 0 7-16,2 1-11 0,3 0-23 0,0-1 7 15,2 0-13-15,1-2-7 0,1 0-10 0,-1-2-5 16,-2-1-9-16,0-1-111 0,-4 0-111 0</inkml:trace>
  <inkml:trace contextRef="#ctx0" brushRef="#br0" timeOffset="150424.39">10843 8364 450 0,'0'-2'46'0,"0"0"79"16,-2-10-84-16,1 3 13 0,0 2-9 0,-1-3 8 16,1 4-26-16,1 1 21 0,-1-4-1 0,1 6 9 15,-1-5 4-15,1 3-13 0,0 0 5 0,0 2-8 16,0 1 1-16,0-1-8 0,0 1 0 0,0 0-2 16,0 1-5-16,-1-1 4 0,-1 0-8 0,1-1 8 15,0 1-7-15,0 1-7 0,0 0 2 0,0-1-5 16,-1 1-13-16,1 0 1 0,1 0-4 0,0 0 4 15,0-1-3-15,-1 1 1 0,0 1 1 0,1 0-1 0,-1 1-3 16,0 2 8-16,-2 6-6 0,0 9 6 0,0 3-5 16,2 1-1-16,0 1-1 0,0 1-1 0,0 2-5 0,-1 4 7 15,1 1 1-15,0 4 2 0,-1 1-9 0,-1 0 4 16,1 2 0-16,0-1 2 0,-2-1 0 0,2-5 7 16,-1-3-6-16,1-1 6 0,1-5-6 0,0-1 0 15,0-4 1-15,-1-5-2 0,2-2-2 0,0-2 0 16,0-2 0-16,0 1-1 0,0-2-1 0,0 0-6 15,0-3-11-15,0 0 1 0,0 0-44 0,0-1-55 16,0 0-26-16,0 1-12 0,0 1-101 0,0-1 19 16</inkml:trace>
  <inkml:trace contextRef="#ctx0" brushRef="#br0" timeOffset="150741.19">10546 9023 1460 0,'-1'-1'28'0,"-1"0"64"0,1 0-86 16,0 0-20-16,0-1 1 0,0 1-6 0,1-1 13 15,1-1 1-15,1 2 3 0,16-9-3 0,-1 3-1 0,7 0-3 16,1 2 5-16,2 1-3 0,1 2 6 0,-3 0-3 15,-2-1 3-15,-1 2-1 0,0-1 15 0,-1-1 1 16,0 1 5-16,-1 0-4 0,1-1 3 0,-2 2-9 16,0-1-2-16,-2 1-2 0,1-1-2 0,-3 1-5 15,-1 0 2-15,-3 0-3 0,-2 0 1 0,2-2-10 16,-2 1-7-16,-2 1-1 0,-1 0-33 0,-4 1-51 16,2-3-14-16,-3 3-16 0,1-9-106 0</inkml:trace>
  <inkml:trace contextRef="#ctx0" brushRef="#br0" timeOffset="151009.07">10581 8105 1491 0,'-1'-1'18'16,"0"-1"-3"-16,-1 0-5 0,2 0 4 0,-1-3-13 0,1 3-9 16,0 1 0-16,0-1 0 0,7-4 2 0,17-4 12 15,3 4-7-15,1 4 2 0,-1 2-3 0,0 1 8 16,0 1-8-16,1 2 5 0,0-2-6 0,0 2 2 16,-2-1 1-16,-1 1-9 0,-1 0 5 0,2 2-31 0,-7-2-10 15,-2-1-1-15,0 0-10 0,-7-2-72 0,3 1-58 16,-3-1-26-16</inkml:trace>
  <inkml:trace contextRef="#ctx0" brushRef="#br0" timeOffset="151525.35">11501 8760 548 0,'1'0'-9'15,"0"0"2"-15,1 0-2 0,1 0-6 0,7-3 6 16,-5 2-11-16,4-1-49 0,-4 1 11 0,0 0-17 0,-1-1 56 15,-2 2 69-15,0-1 13 0,0 0 21 0,-1 0 55 16,1-1 18-16,-1-1-3 0,-1 0 7 0,0-7-18 16,-3 3-46-16,-1-1-2 0,-2 0-17 0,0 4-29 0,-8-1-12 15,1 2-3-15,-1 2-2 0,-3-2-9 0,3-6-3 16,-1 3-3-16,0 3 0 0,-2 3-12 0,2 1-4 16,-2 3-3-16,1 4 0 0,1 2 2 0,2-4-6 15,-1 15 5-15,1 3-8 0,2-4 7 0,2 2 0 16,2-3-1-16,2 1 1 0,0-3-1 0,4 0 3 15,-11 1 1-15,6-4 0 0,4 0 6 0,2 0-1 16,1-2 5-16,3 1-2 0,1-3 11 0,2 1 6 16,-2-2-4-16,13-2 6 0,0 0 3 0,1-1-4 0,2-2 1 15,1-1-4-15,0 0-16 0,4-2-4 0,0 13-6 16,2-5 2-16,-1-4-10 0,-2-4-2 0,-1-1 1 16,-4-1-2-16,1-1-1 0,-7-1-12 0,-1 1 0 15,-5 0-4-15,-1-1 0 0,0 1-8 0,-2 0-14 16,-4 2-1-16,1-3-70 0,1 1-33 0,-2-2-14 0,0-3-10 15,-1 1-87-15</inkml:trace>
  <inkml:trace contextRef="#ctx0" brushRef="#br0" timeOffset="152026.07">10482 9435 496 0,'0'0'37'0,"0"0"10"0,-1 0-56 15,0 0-18-15,-1 0-18 0,-1 0-1 0,0 0 23 16,-1 0 0-16,-1 1 9 0,0 0 7 0,0 0 29 0,1 0 11 15,1 1 8-15,-1-1 45 0,2 0-7 0,0 0 7 16,-1 0-3-16,1 1 28 0,1-1 0 0,-1 0-9 16,1 0 1-16,0 0-45 0,0 0-26 0,0 1 1 15,0-1-9-15,-1 0 1 0,1 0-3 0,1 0 3 16,0 0-3-16,1 1 3 0,2-2-9 0,7 0 2 0,14 1-5 16,2-1-9-16,4 0 2 0,2 0-4 0,2-1 4 15,4-2-6-15,-1 0 6 0,6 0-2 0,-2 0 4 16,1-1-2-16,3 1 13 0,2-2-3 0,5 0 8 15,5 1 2-15,1-1-1 0,2-1 0 0,-4 1-2 16,-4 1-9-16,-1-1-4 0,-2 2 1 0,-1-1-3 16,2 2 0-16,-1-1-3 0,-1 2-4 0,-3 0 2 0,-4 0-2 15,-1 1 2-15,-5 0 5 0,-3 0-1 0,-2 0 23 16,-6 0-9-16,1 0 7 0,-3 0-9 0,-1 0 0 16,-2 0-14-16,0 1-4 0,-1 0-1 0,-4 0 2 0,1 2-8 15,-2-2 2-15,-2 0-7 0,-2 0-12 16,-4-1-55-16,1 0-46 0,-2 0-14 0,1 0-248 0</inkml:trace>
  <inkml:trace contextRef="#ctx0" brushRef="#br0" timeOffset="154861.35">10581 9970 1055 0,'-1'0'80'0,"0"0"-98"0,-2 0 94 16,-3 0-50-16,-3-1-20 0,4 1-6 0,-1 0-5 0,2 0 2 15,-2 1 3-15,-1 2 0 0,-3 3 6 0,0-2-4 16,-1 12 4-16,-2 4 4 0,0 0-4 0,0 4 5 15,-1-1-1-15,1 1 18 0,0 3 1 0,3-1 6 16,-1 0 2-16,4-2-4 0,1-4-8 0,2 4 3 16,0-4-15-16,-9 1 10 0,6-1-6 0,4-4 6 15,1 0-11-15,2-5 3 0,2 2 5 0,-1-2-3 0,1-2 1 16,0-2-3-16,2-1 2 0,-1 0-2 0,1-2 1 16,8-2-12-16,0-1 5 0,0 7-5 0,1-2 11 15,3-2-3-15,-3-3 3 0,3-1-2 0,-4-2 4 0,1-3 5 16,-1-2-6-16,-4 3 6 0,1-14-8 0,1-2-7 15,-1-3-2-15,0 0-1 0,1-1 0 0,-5-5-7 16,-1 2 8-16,-1-3-7 0,13-1 10 0,-9 4-8 16,-2-2 1-16,-3 1-1 0,-2 0 3 0,-2 1 2 15,-2 0-5-15,0 2 5 0,-2 2 0 0,-1 1-1 16,-2 2 5-16,1 4-4 0,1 3 7 0,0 2-2 16,5 2 2-16,-8 3-3 0,-1 3-5 0,0 1 2 15,2-5-5-15,-3 2 4 0,0 2-8 0,-2 3-9 16,-1 6 4-16,-1 5-4 0,1 3 10 0,1 14-2 0,1 1 2 15,2 2 1-15,2-2 6 0,3 1-5 0,3-3-2 16,0-1-1-16,-11 0 3 0,7-2-5 0,5 1 5 16,2-2-7-16,3 1 7 0,1-8-5 0,2 2-6 15,0-3 0-15,1 1-18 0,2 0-14 0,0-2 10 16,-2-3-12-16,-2-2 1 0,6-3-44 0,-1-1-19 0,2-4-8 16,1 1-67-16,1 8-51 0,4-3-64 0</inkml:trace>
  <inkml:trace contextRef="#ctx0" brushRef="#br0" timeOffset="155062.69">10851 10134 2052 0,'0'0'10'0,"0"0"2"0,-1 0-21 15,0 2-9-15,0-1-6 0,1 1-15 0,0 4-10 16,0 9-2-16,1-2-4 0,3 1-20 0,-1-2-125 16,1-2-15-16,2 1-49 0,-3-4-154 0</inkml:trace>
  <inkml:trace contextRef="#ctx0" brushRef="#br0" timeOffset="155528.85">11200 9936 1672 0,'-2'0'22'15,"1"0"-2"-15,-1-1-1 0,-1-1 1 0,1 1-10 16,0 0-4-16,1 0-13 0,-1 1 2 0,0 0-6 0,0 1 7 15,-4 3-5-15,-5 5 0 0,1 14-1 0,-2 3-1 16,1 3-1-16,2-1 6 0,-1 0-2 0,3-1 7 16,2-2-3-16,1-2-1 0,2-2 1 0,-2-4 5 0,-5-2 1 15,3-1-1-15,4-1 2 0,2-1 6 0,0-6 7 16,0 2 3-16,0-7-1 0,0 2 0 0,2 1-2 16,-2-2-4-16,2 1 2 0,3-1-6 0,6 0-1 15,1 7 2-15,1-3-2 0,0-3 5 0,0-1-3 16,0-4 0-16,1-2-2 0,-1-3-7 0,-1 4 12 15,-3-13-7-15,1-3 7 0,-2-2-10 0,-1 0 4 16,0 1 3-16,-2 0-1 0,1 1 2 0,-4-2-3 16,-1 1-1-16,11 0 1 0,-4 0 5 0,-4 2-3 0,-3 0 6 15,-1 3-4-15,-2 1 0 0,-2 1-2 0,-1 1-6 16,-1 1 5-16,1 1-6 0,2 2-2 0,-8 0-2 16,-4 3 0-16,4 1-1 0,-2 2-3 0,1 0-3 15,0 1-2-15,-1-9-18 0,3 6-25 0,1 1 0 16,5 2-13-16,1 1-43 0,-1 0-41 0,1 0-17 0,2 0-7 15,0 0-64-15</inkml:trace>
  <inkml:trace contextRef="#ctx0" brushRef="#br0" timeOffset="156529.87">11471 9835 1504 0,'-1'0'35'0,"0"-2"70"0,-2 1-86 0,2 1-10 15,-1-1 4-15,0 0-6 0,-1 0-4 0,1 0-3 16,0-1-4-16,0 1 0 0,1 0-16 0,0 0-17 16,0 0 0-16,0-1-4 0,1 0 13 0,0 1 15 15,1-6 4-15,1-1 3 0,3-1 6 0,-2 4 16 16,2-1-1-16,0 1 8 0,5 3 10 0,5-8-8 0,-3 3 1 15,-2 4-3-15,0-1-1 0,2 3-6 0,1 1-4 16,1 1 1-16,-2 3-9 0,1 2-6 0,1 3 2 16,-2 0-2-16,0 16 5 0,-5 2-3 0,-2 1-1 15,-1 3-2-15,12 1-3 0,-10-3 5 0,-6 2 3 0,-3-2 1 16,-4-1 16-16,-4-1 2 0,-1-2 5 0,10-2-1 16,-18 0 14-16,0-1-6 0,-2-3-2 0,3-4-1 15,0-1-2-15,3-3-16 0,4-3 7 0,1-2-10 16,3-1 10-16,2-1-7 0,-1 1-2 0,2-2 0 15,1-1-6-15,0-1 1 0,0 0-1 0,-1 0-1 16,1-1-4-16,1 0-3 0,0 0-7 0,2 0 3 16,-1-2-6-16,-2-4 11 0,-2-6 1 0,2-3 2 0,1 3-2 15,3-1 2-15,0 4 0 0,2 2 2 0,-1 1 4 16,-1 3-8-16,1-1-1 0,0 2-2 0,1-1 1 16,1 1 0-16,5-3 0 0,5 2 0 0,1 2 4 0,3 2 1 15,-2 2 0-15,0 3-1 0,2 2-4 0,-1 2 1 16,3-8 4-16,-3 11-1 0,3 0-2 0,-2 0 4 15,0-6-5-15,0 1 4 0,-1-1-15 0,-1-1-19 16,0-2 1-16,-4-3-8 0,3 8-16 0,-1-3-54 16,2-3-13-16,0-3-13 0,-1-4-45 0,1-5 12 15,2-3-3-15,0-13 5 0,-1-2 1 0,-2 4 56 16,-1-1 9-16,0-1 17 0,-3 3 62 0,3 0 7 16,0-1 1-16,-1 1-2 0,0 2-16 0,-3-2 19 0,2 0-1 15,-2 0 9-15,3 0 11 0,-4 1 20 0,-1-1 0 16,-1 1 9-16,0 2 21 0,0 1-1 0,1 0 10 15,-3 5-5-15,1-3 28 0,0 6 10 0,-4 1 0 16,1 2 3-16,3 1 7 0,-3 2-1 0,1 1 2 16,-2 0-4-16,0 1-28 0,0 0-15 0,0 1-5 0,1-1-1 15,-1 1-18-15,0 0-11 0,0 0 3 0,-1 0-5 16,0 1 5-16,0 0-1 0,0 1-3 0,-1 0 2 16,0 0 4-16,0 0-1 0,-1 2-7 0,2-2 3 15,-5 7-15-15,0-1-4 0,4 1 6 0,-4 3-7 16,-3 0-6-16,4 0 1 0,-1 2-2 0,-2 0 3 15,4 3-3-15,-2 1 4 0,1 3-6 0,1 0 4 0,-3 3-4 16,2-1 3-16,0 1 2 0,1 3-1 0,-1 0-7 16,2-1 6-16,-2-1-3 0,-8 0 3 0,6-4-9 15,3 0 8-15,3-1 0 0,0-3 3 0,2 0 6 0,2-1-11 16,-1-3 4-16,1-2-4 0,1 1 10 0,-1-4-4 16,0 2-4-16,10 2 3 0,-1-5-1 0,-3-3 2 15,-1 1 1-15,0 3 0 0,2-1-1 0,-1-3-1 16,4 1 0-16,-1-3-1 0,1 0 2 0,1-1 5 15,-5 0-1-15,3-2 3 0,-4-2 3 0,0 1-5 16,-1-3 2-16,-1 1-2 0,0-9 13 0,-1-1-10 16,0-1 7-16,-2 0-9 0,1-2 2 0,-1 2 1 15,-2-2-4-15,-1 3 3 0,9 1-11 0,-3 0 9 0,-3 0-6 16,-1 2 8-16,-2 1-8 0,-1 3 0 0,0 1 3 16,0 1-3-16,-1 0-1 0,0 2 5 15,-1 0-7-15,1 2 4 0,-5 0-17 0,-5-6-3 0,-6 0 0 16,-2 3-1-16,-2 4-12 0,-4 3-23 0,2 6-14 15,-4 2-6-15,1 3-85 0,-1-9-113 0,1 16-29 0</inkml:trace>
  <inkml:trace contextRef="#ctx0" brushRef="#br0" timeOffset="158364.28">12486 9086 126 0,'0'0'52'0,"0"0"-13"0,0 0 24 0,0 0 8 0,0 0-26 15,-1 0-3-15,0 0-19 0,-1 0 5 0,1 0-12 16,0 0-10-16,0 0-8 0,0 0 2 0,1 0-2 15,0 0 18-15,0 0 9 0,0 0 14 0,0 0-4 16,0 0 34-16,0 0 3 0,0 0 0 0,0 0 2 16,-1 0 2-16,-1 0-20 0,2 0-1 0,0 0-7 15,0 0-20-15,0 0-18 0,0 0-2 0,0 0-3 16,0 0 5-16,0 0 15 0,2 0-3 0,-1 0 6 0,0 0-5 16,1 0 2-16,4 0-2 0,7-2 2 0,1 1-6 15,5-1 7-15,3-1 0 0,0 1 3 0,-4 0 0 0,4-1-11 16,-3 1-2-16,1 0-3 0,2-1-10 0,-2 2 0 15,-2 0 2-15,0 0-2 0,-3 1-3 0,-2 0 0 16,-1 0 1-16,0 0 2 0,-3 0 3 0,-1 0-4 16,-2 0-5-16,-1 0 2 0,-1 0 1 0,-3 0-4 15,0 0 7-15,0 0-7 0,1 0 2 0,1 0-21 16,-1 0-1-16,1 0-9 0,-2 0-19 0,0 0-86 16,0 0-11-16,0-1-33 0,0-1-111 0</inkml:trace>
  <inkml:trace contextRef="#ctx0" brushRef="#br0" timeOffset="158832.59">12600 9151 731 0,'-1'0'35'15,"0"-1"7"-15,0 0-22 0,-2-1-10 0,1-1-10 0,1 0 4 16,-2-4-8-16,2 2-9 0,-5-2 2 0,3 1 1 16,-1 0 7-16,1-2 9 0,-1 1-2 0,1-1 15 0,0 1 1 15,2-2 6-15,0 1 1 0,0-1 39 0,1 2-1 16,0-2 4-16,1 2-4 0,1 0 6 0,1 2-23 15,-2 1 3-15,0 0-11 0,-1 3-11 0,2 0-16 16,9-6-1-16,3 1-4 0,1 4 4 0,1 2-3 16,0 5 2-16,0 2-4 0,0 1-7 0,-1 2 5 15,0-7 0-15,1 6 4 0,0 1 10 0,3-5 20 16,1-2 2-16,2 10 5 0,2-5 9 0,3-7-22 16,1-2-1-16,5-6-7 0,0-4-11 0,1-3-5 0,0-2-1 15,-2 13-2-15,1-17-5 0,-5 0-1 0,-3 2 0 16,-5 1-2-16,-4 2 2 0,-4 0 5 0,-2 2-1 15,-4 0 3-15,0 1 0 0,-2 3 3 0,-2 0-1 0,-1 3 0 16,5-1-13-16,-2 1 4 0,-2 2-4 0,0-3 3 16,-2 4-6-16,0-1-35 0,0 0 0 0,0 2-13 15,0-1-17-15,-1 2-66 0,0 0-2 0,-1 1-29 16,-8 2-65-16</inkml:trace>
  <inkml:trace contextRef="#ctx0" brushRef="#br0" timeOffset="159180.91">12722 9422 1352 0,'-1'0'31'0,"0"-1"1"0,0-1 19 15,0 1-16-15,-1 0 4 0,1-1-28 0,0-1-9 16,0 1 0-16,-3-10-2 0,3 2 5 0,1-1-12 15,0-2 7-15,1 6-10 0,2-2 10 0,1-1-10 16,0 4 1-16,0-1-4 0,7 4 10 0,0 1-2 16,-1-1 8-16,1 2-4 0,-2 0 10 0,0-5-7 15,0 1 3-15,-1 3-3 0,2 1 5 0,-2 1 7 0,3 0 4 16,-2 1 1-16,2 1 11 0,0 2 14 0,2-1-5 16,0 1 9-16,-1-2-3 0,2 1-20 0,-2-2 3 15,2 0-9-15,4-1-7 0,-4 0-6 0,1-2-2 0,-1-1 1 16,-2 1-1-16,-3-1-15 0,3 1 1 0,-3 1-8 15,0 0-9-15,0-2-7 0,-5 2-4 0,1-1-2 16,1 0-22-16,3-3-115 0,0-1 3 0,3-2-49 16,-1 2-78-16</inkml:trace>
  <inkml:trace contextRef="#ctx0" brushRef="#br0" timeOffset="159968.6">14203 8558 879 0,'0'-2'96'0,"0"1"-82"16,-1-1 104-16,-2-8-41 0,1 1-22 0,0 1-22 15,0 2-1-15,1 1-8 0,0 2-5 0,1 2-11 16,0-2 9-16,0 2-9 0,-1-1 9 0,0-1-11 16,0 1-3-16,1 1-1 0,-2 0 7 0,1-1-1 15,0 1 5-15,0 0-5 0,0 1 6 0,-1 0 4 16,1 1-7-16,0 0 6 0,-1 2-4 0,1-1-3 16,-4 11 5-16,-3 3-6 0,-2 1-5 0,-1 5 9 0,-2-1-5 15,-3 2 5-15,0 3-13 0,-2-2 16 0,2 1-5 16,-1 0 9-16,1-1-10 0,2-2-1 0,-4-1-4 15,4-2 2-15,2-4 3 0,0-1-12 0,7-1 7 16,-4-1-8-16,5-3 10 0,0-2-8 0,-1 0 2 0,2-2-4 16,0-2 3-16,1 1 3 0,2-3 4 0,-1 2 0 15,0-1 0-15,1 0 5 0,0 1-7 0,0-2 7 16,0 0-9-16,0 0 17 0,1 1-9 0,5 3 11 16,13 5-9-16,1-5 11 0,-2-1 3 0,7-2 2 15,2-2 3-15,-1 0-8 0,3-1 4 0,-4-1-6 16,5-1-2-16,-2 0-12 0,1-1 1 0,2 2-5 15,-3-2 3-15,-4 2-11 0,0 1-3 0,-3 0-2 0,-4 0 7 16,-2-1-2-16,-3 1 6 0,-4 1-5 0,3-1 7 16,-5 0-14-16,1 0 1 0,-4 1-8 0,0 0-15 0,-1 0-12 15,1-1-6-15,0-1-4 0,-2 2-58 0,0 0-51 16,1-3-18-16,4-5-11 0,0-3-71 0</inkml:trace>
  <inkml:trace contextRef="#ctx0" brushRef="#br0" timeOffset="160283.15">14306 8610 1469 0,'0'-1'56'0,"-1"0"2"0,0 0-13 0,0-1-8 15,0-1-18-15,-1 1-4 0,1 0-15 0,0 0 4 16,0 1-6-16,0 0 0 0,1 0-2 0,0 0-2 15,0-1 2-15,0 2 2 0,0 0 0 0,0 2 1 0,0 0-1 16,-4 25 7-16,0 7-5 0,-4 4 1 0,0 3-3 16,0 1-2-16,-1-1 5 0,-1 3-1 0,-2-3 3 15,1 0 12-15,-1-2 3 0,0-1 5 0,4-4-5 16,1-2-7-16,2-2 4 0,2-3-8 0,0-2 6 16,2 0-20-16,0-3 5 0,1-4-1 0,0-3 2 15,0-2-8-15,1-3-20 0,0 0-12 0,0-6-2 0,1 1-46 16,-1-3-41-16,0 1 2 0,1-2-21 0,12 0-47 15,4-7-128-15</inkml:trace>
  <inkml:trace contextRef="#ctx0" brushRef="#br0" timeOffset="160732.71">14733 8677 829 0,'0'0'106'0,"0"0"217"0,0 0-294 0,0 2-3 16,0-1-1-16,-1 0 2 0,0 1 12 0,-2 4-12 0,-2 12 2 16,-1 1-5-16,-3 3 1 0,1 2-9 0,0-3-3 15,-1 2-1-15,-1 1-8 0,2-2 0 0,0 0-1 16,1 0 1-16,1-4 0 0,1-1-5 0,2-2 2 16,0-2-1-16,2-1 13 0,1-2-3 0,0 1 8 15,0-2-8-15,1 1 7 0,2-1 0 0,1 2-4 0,1-2 3 16,1 1-2-16,-5-4 1 0,12-1 6 0,0 0-4 15,1-3 3-15,1 2-8 0,2 7-2 0,0-4-1 16,2-3 7-16,1-1-8 0,1-3 3 0,-1-1-6 16,3-3-1-16,-1-2 3 0,-1-1-1 0,-1-1 4 15,-3 0 6-15,-2-1 2 0,1 0 0 0,0 7 0 0,-2-14 0 16,-1 0-7-16,-3-2 5 0,1-2-6 16,0 0 4-16,-3-1-9 0,-1-4-2 0,-2 1-1 0,-3-5 4 15,14-2-4-15,-6-2 6 0,-6-2-6 0,-4 2 2 16,-2 1 2-16,-3 2-2 0,-2 3 1 0,-2 2-1 0,1 5 0 15,-3 0-1-15,3 5 1 0,0 4 7 0,1 0 0 16,-6 3 2-16,-4 2-3 0,2 1-14 0,0-5-2 16,-2 3 0-16,1 3-1 0,-2 4 0 0,-1 4-7 15,-1 4-2-15,1-6 0 0,1 21 2 0,1 2-24 16,1 4-1-16,2 1-11 0,2 1-26 0,5-2-31 16,1-2-39-16,-8-1-6 0,7-4-217 0</inkml:trace>
  <inkml:trace contextRef="#ctx0" brushRef="#br0" timeOffset="161334">15580 8451 1298 0,'0'-2'18'0,"0"1"2"15,0-1-34-15,0-3-1 0,0-3-17 0,0 0 2 16,1 2-9-16,0 0 4 0,0 1-3 0,-1 3 24 16,0-1 4-16,2 0 9 0,-1 1-5 0,0-1 9 0,0 1 9 15,0 0 1-15,0 0 4 0,-1 1 30 0,0 0 22 16,0 0 1-16,0 0 6 0,0 0-4 0,0 1-13 15,-1 0-1-15,0 1-5 0,0 0-10 0,-3 6-18 16,-6 16-1-16,-2 7-6 0,3 4-14 0,-2 7-3 16,-1 6 2-16,-1 7-3 0,-1 1 1 0,0 0-25 15,0-6 2-15,3-6-11 0,1-7-9 0,3-6 16 16,0-5-4-16,1-5 9 0,0-2 3 0,1-7-2 16,2-2 9-16,0-5-4 0,1 1 20 0,2-4 6 0,0 0-8 15,-1 2 7-15,-1-1-5 0,-1 0-9 0,1 0 3 16,-1-1-6-16,1 0 3 0,0 0 4 0,-1 0-3 15,1-1 2-15,0 0-9 0,-1 0 2 0,-1 0-1 0,1 0 2 16,-3 0 9-16,3 0-1 0,1 0 1 0,-3 0-1 16,1 0 12-16,2 0-5 0,-3 0 8 0,4 0-7 15,0 0 12-15,-1 2-4 0,-1-2-1 0,1 1 1 16,1-1 7-16,-1 0-5 0,1 0 6 0,0 0-5 16,1 0 15-16,0 0-12 0,1 0 1 0,0 0-5 15,2 0-4-15,11 0-6 0,2 0 1 0,1 0-4 16,-2-1-6-16,2-2 1 0,-4 1-4 0,1-1 4 0,2 0-2 15,1-1-4-15,-2 2 5 0,-2 0-4 0,0-1 5 16,-1 0-7-16,-2-1 3 0,0 2-7 0,-2 0 1 16,-1-1-1-16,-1 1-7 0,1-2 3 0,-3 2-17 0,0 1-23 15,-1-2-12-15,1 1-7 0,-2 1-72 0,0-5-105 16,0-2-39-16</inkml:trace>
  <inkml:trace contextRef="#ctx0" brushRef="#br0" timeOffset="161634.19">15271 8294 1632 0,'0'-1'33'0,"0"-1"-2"0,0-9-16 0,-2-3 4 0,2 7-19 16,2-1-4-16,0 2 0 0,-1 3 1 0,6 1 0 15,11-10 8-15,2 4-5 0,0 2 0 0,4 1-3 16,-1 3 0-16,4 2 7 0,1 0-4 0,-1 0 3 16,4 0-3-16,-2 0 7 0,-1 0-2 0,1-1 1 15,-4-1-4-15,-2-1-9 0,-2 1 5 0,-3 0-10 16,-2-1-10-16,-1 1-3 0,-3-1-7 0,-3 2 5 0,0 0-14 16,-3 0-46-16,-1-1 1 0,0-1-18 15,0 1-2-15,0 0 6 0,0-2-2 0,-1 2-4 0,1-1-62 16</inkml:trace>
  <inkml:trace contextRef="#ctx0" brushRef="#br0" timeOffset="162117.29">16048 8984 1083 0,'0'0'9'15,"0"0"65"-15,1 0-112 0,1-1 27 0,9-1 2 0,8-2 6 16,-3 2-9-16,-2 0 10 0,-1 0-5 0,-3 1 7 16,-2 0-10-16,-2 0 11 0,-1 1 2 0,-2 0 5 15,-1 0 12-15,1-1 23 0,-1 0 3 0,0-1 7 16,0 0 14-16,-1-1 13 0,2-7 0 0,0 0 5 15,-3 0-9-15,0 0-25 0,-1-1-1 0,-2 0-8 16,1 2-6-16,-2 1-13 0,1 1-2 0,-2-2-3 16,0 2-12-16,3 4-1 0,-5 1-2 0,-4 0 2 15,0-6-6-15,-4 1-9 0,1 2 6 0,1 4-6 0,-3 1 8 16,-3 5-6-16,-1 3 0 0,1 3-1 0,-1 0 9 16,5-5-6-16,-1 13 3 0,-1 0-3 0,2 1 6 0,3-1 2 15,2 1-2-15,0-1 3 0,3-2-3 0,4 2 1 16,0-1 3-16,-9 0-1 0,7 1 7 0,1-1-5 15,4 0 4-15,1-2-5 0,2-3 8 0,1 0-1 16,3 2 4-16,2-2-2 0,-1 0 3 0,8-4 1 16,7-1-1-16,1-5 2 0,0-1-8 0,4 0-14 15,0 13-3-15,-2-9-3 0,2-4 0 0,-2-3-18 16,0-4-1-16,1-2-8 0,-1-3-24 0,1-3-38 16,0 8-48-16,0-20-15 0,5-2-327 0</inkml:trace>
  <inkml:trace contextRef="#ctx0" brushRef="#br0" timeOffset="162784.41">16528 8558 905 0,'-2'0'39'0,"1"0"87"0,0 0-122 15,0 0-8-15,0 0 0 0,0 0-3 0,-1 0 7 0,1 0 16 16,0 0 3-16,0 0 6 0,0 0 12 0,1 0 9 16,0 0 4-16,0 1 3 0,1 0 10 0,0 0-14 15,0-1-3-15,13 4-4 0,3-2-18 0,2 0-1 16,-2-1-3-16,3-1 1 0,-2 0-11 0,-2 0-7 16,0 0 0-16,-1 0 0 0,-1-1 5 0,0 0-8 15,0 0-2-15,0 0-4 0,-2 0-17 0,1-1-25 16,0 1 1-16,-1 0-11 0,0 0-12 0,-4 0-71 15,1-2 18-15,-1 1-34 0,1 0 20 0,-1-1-53 16,-2 2-33-16</inkml:trace>
  <inkml:trace contextRef="#ctx0" brushRef="#br0" timeOffset="163019.01">16604 8816 756 0,'0'0'230'16,"-1"-1"44"-16,0 0-93 0,0 0-104 0,-1 0-29 0,1-1-52 15,0 1 0-15,1 0-6 0,0 0 6 0,1 0-1 16,2-1 0-16,8-3 3 0,10-2-1 0,2 2 8 16,-1 4-8-16,3-1-3 0,2 2-2 0,1 0-3 15,2 0-7-15,-1 2-6 0,-2-1-3 0,-1 0-27 16,-4-1-85-16,3 0 11 0,-4 0-44 0,5 0-80 15</inkml:trace>
  <inkml:trace contextRef="#ctx0" brushRef="#br0" timeOffset="165069.7">17706 8344 657 0,'0'-2'54'0,"0"0"87"16,2-12-80-16,2 2-27 0,-1 0-4 0,2 1-7 15,0-2 0-15,-2 4 4 0,2-1 1 0,-2 3-2 16,0 1-12-16,-1 0 0 0,-1 4 0 0,1-1 0 15,-1 1-4-15,-1 1 13 0,1-2 3 0,0 1 4 16,0 0 16-16,0 1-12 0,1-1 1 0,-1 1-5 16,0 0-4-16,0 0-7 0,0 0 0 0,0 0-1 0,1-1 0 15,-1 2 3-15,-1 2-1 0,0 0 2 0,1 20-10 16,-1 4-7-16,0 2 0 0,-1 1-2 0,-2 0-6 16,1-1 4-16,0 3-3 0,-1-1 5 0,1 2-3 15,0-1 3-15,-1-2 0 0,1-1 0 0,0 2-6 0,0-2 3 16,1-2-2-16,0-2 3 0,0-2 5 0,0-2-6 15,0 0 1-15,-1-2-3 0,1-2 0 0,0-5-14 16,0 2-4-16,0-3-5 0,0-1-22 0,-1-2-64 16,2-2-18-16,0 0-18 0,0-4-78 0,0 1-43 15</inkml:trace>
  <inkml:trace contextRef="#ctx0" brushRef="#br0" timeOffset="165487.15">18129 8249 1136 0,'0'0'152'0,"0"0"-186"0,0 0 173 0,0 0-93 16,-1 0-42-16,0 0 1 0,0 2 2 0,0 0 2 16,-2 9 9-16,-2 9-9 0,1 1-4 0,-1 0 0 15,-1 2-7-15,2 1 0 0,-2 1 0 0,1-2 0 16,0 2 2-16,1-2 1 0,0 0 2 0,2-2 0 0,0-2-4 15,1-4 10-15,1 0 1 0,1-2 5 0,2 0 2 16,0-1 5-16,3 1-2 0,-1-5 3 0,2 1 6 16,-2 3-8-16,10-5 1 0,1 1-4 0,2-2 5 15,1-1-10-15,-1 0 7 0,3-2-9 0,-1 1 2 0,2 9-9 16,3-5 3-16,-5-6-4 0,3-2 1 0,-4 0 1 16,-4-2 0-16,-2 0 2 0,-1-3 9 0,-1 0 11 15,2-2-7-15,-3 0 8 0,-3 0-5 0,0-12-12 16,-1-1 4-16,-1-2-7 0,0-3 2 0,-2 1-6 15,-1-2 4-15,1-1-5 0,12-2 3 0,-8 1-3 16,-5 2-1-16,-2-1 1 0,-2 3 1 0,-4 1 3 16,-2 1-2-16,-1 3 3 0,-3 0-4 0,2 5 3 15,3 2-4-15,-4 4 2 0,-5 5-14 0,0 1-22 0,-1-8-1 16,-3 3-8-16,0 4-29 0,-1 5-26 0,4 2-11 16,-1 6-7-16,4-7-69 0,1 18-180 0</inkml:trace>
  <inkml:trace contextRef="#ctx0" brushRef="#br0" timeOffset="166171.12">18763 8221 1424 0,'0'-1'81'0,"0"0"179"0,0 0-253 15,0 0-27-15,0-1 9 0,0 2-14 0,0 2 20 0,0-1 6 16,0 3-1-16,1 15 2 0,-1 4-5 0,0 0 2 16,-2 1-5-16,-3-1 5 0,-1-1-8 0,-2 0 6 15,0-2-1-15,0-3 2 0,1-1 1 0,2-4 12 16,1-2-4-16,2-3 6 0,1-2-9 0,0-2 12 16,1 0-2-16,0-2 3 0,0 0-11 0,-2 1 9 15,1 1-2-15,1-1 5 0,0-1-1 0,0 0 0 16,0 0-2-16,0 1 0 0,1-2-13 0,1-2 4 15,-1 1-5-15,1-3 3 0,9-13-7 0,-1-2 7 16,1 0-6-16,-2 1 7 0,1-2-6 0,0-3 0 0,2 1 5 16,0-5-3-16,0 2 6 0,-2 4-10 0,0-1 4 15,-1 3-4-15,-1-1 4 0,-1 1 0 0,-1 3-2 16,-1 4 1-16,-3 6 2 0,-1 2-1 0,2 1-1 16,-3 2 0-16,0 0-6 0,0-1-3 0,1 0 4 0,1 1-4 15,1 0 6-15,-1 1 7 0,0 1-4 0,7 15 6 16,-4 15-3-16,-5 3 2 0,-1 3-2 0,-2-6 0 15,-1-3-3-15,1-6 0 0,-1-5 1 0,2-4 0 16,1-1 2-16,-1-3 1 0,2 0 5 0,0-4-3 16,0 0 2-16,0-2-6 0,0-1 0 0,0-1-1 15,0 0 12-15,2 2-1 0,-1-1-1 0,0-1-1 16,0 0-4-16,0-1 0 0,10-3-1 0,2-4 0 0,-3 6-3 16,0-15 3-16,0-3-1 0,2-2 1 0,0-1-5 15,1-4 1-15,0 0-4 0,1-1 3 0,-1 2-4 0,0 3 0 16,-1 1 5-16,-2 1-3 0,1 1 1 15,-3 4 5-15,1 3-3 0,0 5 4 0,-4 1-16 0,0 1 12 16,0 4-11-16,-2-1 12 0,1 0-13 0,1-1 5 16,-1 2 4-16,1 1-1 0,0 1 0 0,-3 5 3 15,-1 24-6-15,15 0 4 0,-8 7-6 0,-7-3-11 16,-1-3 5-16,-1-2-6 0,-2-6 6 0,2-6 3 16,0-6-7-16,1-2 5 0,0-2-16 0,0-4-7 15,0 1-2-15,0-3-3 0,0 0-16 0,1 1-15 16,0 1-11-16,1-2-3 0,-1 0-50 0,1-1-11 0,-1 0 1 15,12-5-3-15,-1-3 18 0,1 1-7 0,-1-15-2 16</inkml:trace>
  <inkml:trace contextRef="#ctx0" brushRef="#br0" timeOffset="166639">19395 7984 272 0,'0'-1'82'16,"0"-1"-5"-16,0 1 58 0,0-1-5 0,0-2-8 16,1-3-26-16,-1 4-14 0,0-1-12 0,0 3-1 15,0 0-41-15,1-2-7 0,0 1 2 0,0 0-3 16,0 1 6-16,1-1 3 0,0 1 2 0,0 1 0 15,-1 0-1-15,1 1 6 0,-1 2-3 0,5 7 5 16,0 9 0-16,-3 2-5 0,-1 4-4 0,-2 0 0 16,-2 4-14-16,-4 1 0 0,-2 2-1 0,-3 4 0 0,0-1-11 15,0 0 6-15,2-3-4 0,0-4 5 0,4-5-6 16,0-8-3-16,0-2 4 0,3-5-4 0,-1 0 5 16,2-3 1-16,1 0 0 0,0-2 0 0,0 1-6 0,0-2 2 15,0-1-4-15,0 2 2 0,0-1-1 0,1 0-1 16,1-1 5-16,-1 1-3 0,0-2-1 0,0 0 2 15,2-2-8-15,-2-6 7 0,7-14-6 0,1-4 5 16,1-2-3-16,-3-5 3 0,0-1 3 0,-1-4 1 16,-2-1 3-16,2 4-5 0,0 1-8 0,0 2 10 15,0 5-5-15,0 4 7 0,-3-1-1 0,3 7-5 16,-1 0 7-16,0 4-7 0,-1 3 8 0,-1 0-3 16,-1 4-5-16,-1 3 1 0,0-1-1 0,1 4-3 0,-1 0-2 15,1-1-2-15,0 0-5 0,3-2 12 0,-1 2 0 16,0 1 5-16,1 1 3 0,-1 2-2 0,-1 17-2 15,-2 7 0-15,0 3-5 0,16 3 5 0,-9 1 1 16,-3-1 1-16,-3 2-1 0,1-5 1 0,-1-1 1 16,0-4 1-16,2-4 7 0,-2-1-9 0,2-1 2 15,-1-4-5-15,2 1-2 0,0-2 4 0,-2-4-5 0,2 1 4 16,-2-3-9-16,0-2 3 0,0 1 2 0,0-1 0 16,-2-2-3-16,0-1-17 0,-1-2 3 0,1 2-8 15,0-1-7-15,1 0-19 0,-1 1-7 0,0-2-12 16,-1 0-99-16,0 0-89 0,0 0-39 0</inkml:trace>
  <inkml:trace contextRef="#ctx0" brushRef="#br0" timeOffset="166839.01">19277 8159 715 0,'0'0'141'0,"0"0"-128"15,1 0 149-15,0 0-62 0,0 0-33 0,2 0 6 16,9 1-2-16,6 1 0 0,1 1-20 0,4 0-18 15,-2 2-3-15,5 0-5 0,-1 1-18 0,0-1 0 16,3 3-1-16,-2-1-1 0,1 0-2 0,-1-1 1 16,-2-2-10-16,-1 0 2 0,-3-2-45 0,-2 0-22 15,-1 0-14-15,-1-2-5 0,-1 0-74 0,0-2-17 16,1 0-15-16</inkml:trace>
  <inkml:trace contextRef="#ctx0" brushRef="#br0" timeOffset="167155.03">20173 7892 1548 0,'0'-1'41'0,"0"0"-37"0,0-1 41 0,0 0-18 0,0 1-21 15,0 0-8-15,0 0 2 0,0-1-6 0,-1 1-1 16,0 0 4-16,-1 1 3 0,1 1 0 0,-1 0-1 15,-6 8 3-15,-6 13-8 0,-4 6 7 0,-2 3-2 16,-1 4-2-16,-4 5 6 0,-2 5-4 0,-4 2 2 0,0 4 5 16,0 0-5-16,2-3 6 0,-1-1-3 0,5-6-7 15,1-2 7-15,3-1-6 0,6-2 5 0,0-4 5 16,4 0-7-16,2-6 7 0,4-2-7 0,1-1-3 16,2-3 1-16,-10-3-2 0,5 0 9 0,2-5-19 15,2-1-5-15,0-1-10 0,2-4-52 0,0 1-2 16,1-1-15-16,0-2 4 0,0 1-55 0,0-3-120 15,0 1-24-15</inkml:trace>
  <inkml:trace contextRef="#ctx0" brushRef="#br0" timeOffset="167588.79">20145 8309 1072 0,'0'0'144'15,"0"0"17"-15,0-1-58 0,0 0-42 0,0 0-37 16,0 0-29-16,0 0 16 0,0 1-8 0,0 0 13 16,0 0 3-16,0 1-9 0,0 0-1 0,0 1-4 15,0 3-5-15,0 7 3 0,0 3 2 0,-1 0-1 0,-2-1-4 16,1 1 2-16,0-1 1 0,0 0 1 0,0 1 8 16,1 1-7-16,-1 0 6 0,-1 1-5 0,2 3 14 15,0 0-6-15,1 2-2 0,0 2-1 0,0 1-3 16,0 3 3-16,0-1-3 0,1-1 1 0,1 0-6 0,2-4 1 15,-1 2 4-15,1-1-2 0,-1 0 3 0,1-3-5 16,1-3-2-16,-2-1 1 0,2-2-1 0,-2-4 1 16,1 1 2-16,-2-3-1 0,1-1 12 0,-1-1-14 15,-1-1 9-15,0-2-9 0,-1 0 11 0,0-2 9 16,0 0-3-16,2 1 8 0,-1 1 21 0,0-1 15 16,0-1-7-16,0 0 5 0,0 1-44 0,1-2-8 15,0 0-2-15,-1 0-1 0,7-10 6 0,3-12-6 16,2-6 1-16,2-7-4 0,4-2-3 0,1-9-1 0,1-1 0 15,3-2 0-15,2-3 1 0,2 4-1 0,0 2 1 16,-3 6-1-16,-2 3 4 0,-3 2-3 0,-1 3-1 16,-1 1-2-16,-4 3-4 0,-1 3-16 0,-2 3-1 15,-2 5-8-15,-1-1-40 0,-2 3-98 0,-2 2-32 0,0 1-34 16,0 4-221-16</inkml:trace>
  <inkml:trace contextRef="#ctx0" brushRef="#br0" timeOffset="170408.43">22846 8120 929 0,'-1'-1'48'0,"0"0"-18"15,1 0 57-15,-5-18 12 0,-3 2-21 0,1 2 6 16,-1 0-45-16,0-1 0 0,1 3-5 0,2 1-6 16,2-1-9-16,-4 1 1 0,6 1-6 0,-4 1-2 0,3 3-2 15,1 1 1-15,-3 1-1 0,3 2-3 0,0 0 9 16,1 2-6-16,0 0 7 0,-2 0-3 0,0-2-2 16,0 1 1-16,-1 0-4 0,2 0-9 0,0 1 6 15,0 0-1-15,-1 1 3 0,-1 1-6 0,-3 9 5 16,-5 17-5-16,3 6 5 0,3 4-4 0,-1 6-3 15,2 2 1-15,1 1 0 0,-1-2 4 0,1-2-1 16,-2-4-4-16,1-4 1 0,0-1 0 0,0-5 0 16,2-2 3-16,1-3-3 0,-1 0 2 0,1-3 1 0,1-3 0 15,-1 0-2-15,1-2-1 0,0-3-1 0,0-2 5 16,0-4-4-16,0-2 4 0,0-3 20 0,0 0 3 16,0 2 6-16,-1-1 7 0,0-1-14 0,0 0-2 15,-1-1-3-15,1 0-10 0,-1-1-2 0,-5-9-7 16,-4-14 4-16,4-3-2 0,2-2-2 0,5-4 1 0,3-5-2 15,4-3-5-15,5-6-2 0,4-8-3 0,1-3 1 16,4-2-1-16,0 2 7 0,-19 5 1 0,22 4 0 16,0 4 0-16,2 7 0 0,0 0 0 0,0 5 0 15,-1 2 0-15,-2 3 1 0,2 6 3 0,1 5 0 16,1 2-2-16,1 5-2 0,0 1-1 0,-1 2-1 16,3 3-7-16,-1-12 5 0,-3 9-1 0,-2 6 2 0,-2 2-5 15,-6 2-16-15,3 2 3 0,-4 2-6 0,-4-1 6 16,-2 1-13-16,-4-3-4 0,0 9-6 0,2-3-50 15,-1 1-108-15,0 0 6 0,-2 0-42 0,0 3-49 0</inkml:trace>
  <inkml:trace contextRef="#ctx0" brushRef="#br0" timeOffset="170943.9">23332 8666 1308 0,'0'-1'49'0,"0"-1"-79"0,-2 0 54 0,0-10-35 15,2-1-21-15,2 2-10 0,3-2 1 0,2 0-2 16,0 1 6-16,0 1 13 0,-6 2 2 0,8 4 1 15,-5 1 2-15,1 2 5 0,-1 0 3 0,-3 2 2 16,0 0 21-16,1-1 35 0,1 0-4 0,-1-1 15 16,-1 2 8-16,0 0-11 0,-1 2 3 0,0 2-7 0,-4 19-8 15,-5 3-10-15,0 3 1 0,-2-2-6 0,-2 2-10 16,-1 3-3-16,1-4-6 0,2-1 3 0,2-2-1 16,4-8-6-16,0-3 3 0,1-4-4 0,2 0-2 15,1-2-4-15,1-1 2 0,0-2-5 0,0-2-10 0,0 0 0 16,1-1 0-16,1 0 2 0,1-1 10 0,7 3 5 15,4-4-5-15,2-2 3 0,-2-4-6 0,0-4 6 16,-1 3 1-16,0-10 1 0,0 0 0 0,-2 0-2 16,0 1-1-16,-2 4 1 0,1 1 5 0,-2 4-4 15,0-2-1-15,-2 1-3 0,-1 5 3 0,-2-1-3 16,1 3 3-16,-2 0-5 0,1 0 4 0,-1-1 1 16,0 2 7-16,0 0-2 0,-1 0 7 0,1 3-5 0,7 13-7 15,0 7 2-15,-5-1 1 0,-2-1-2 0,-2-2 5 16,0-3-6-16,0 0-3 0,0-6 5 0,0 1-3 15,0-3 4-15,0-2-3 0,0-3 1 0,0 1-3 16,0-2-1-16,0 0-22 0,0 0 4 0,0 0-15 16,0-1 5-16,0 1-66 0,1-1-89 0,0-1-15 0,0-1-39 15,0-4-186-15</inkml:trace>
  <inkml:trace contextRef="#ctx0" brushRef="#br0" timeOffset="171159.03">23139 8438 1432 0,'0'0'52'15,"0"-2"-34"-15,-1 1 50 0,-1 0-17 0,1 0-41 0,1 0-10 16,0 0 0-16,1-1-2 0,2 2 11 0,21-6 3 16,7 2 1-16,0 0-1 0,1 2 0 0,5 0-22 15,-4-1 3-15,0 2-12 0,-3 0-8 0,-5 0-24 16,-1-1 1-16,-4 1-11 0,-2-1-36 0,-1 0-72 15,-1-1-11-15,2-1-26 0,-2-1-121 0</inkml:trace>
  <inkml:trace contextRef="#ctx0" brushRef="#br0" timeOffset="171742.59">22680 7592 767 0,'0'-1'38'0,"0"0"-6"0,0-3 55 0,-3-8-9 0,0 2 7 15,1 0-39-15,1 1-12 0,0 2 0 0,1 1-5 16,0 3-8-16,0-1-18 0,0 2 4 0,0 1-7 15,0-1-3-15,0 0 9 0,0 0-4 0,1 0 7 16,0 1-2-16,1 0 2 0,1 1 1 0,4 2 2 16,4 7 10-16,-4 12-9 0,-3 17 1 0,-1 7-4 15,17 6 3-15,-14 1-10 0,-6 2 2 0,-2 0-5 16,-6-1-4-16,-4 4 6 0,-2 1-9 0,-3 0 7 0,2-1-23 16,3-4-20-16,2-6-10 0,3-8-11 0,2-6-91 15,3-12-10-15,1-4-38 0</inkml:trace>
  <inkml:trace contextRef="#ctx0" brushRef="#br0" timeOffset="172227.17">24112 8066 1288 0,'-1'-1'12'0,"0"0"-2"0,0 1 16 16,-9-5-6-16,3 1 1 0,3 3-31 0,0 0-10 16,3 1 4-16,0 0-5 0,-2 0 6 0,1 0 12 15,0 0-3-15,1 0 6 0,-1 1 8 0,1 0 22 16,1 1 0-16,0-1 11 0,1 0 17 0,2 0 1 15,11 3 5-15,8-1-4 0,2 0 4 0,4-3-36 16,1 0 1-16,0 0-13 0,-2 0-1 0,-2-2-16 16,-3 2 1-16,-2 0-7 0,-2 0-3 0,-3 0 5 15,-3 0-9-15,-1 2 3 0,1 0-28 0,-3-1-11 0,2 1-6 16,-3 1-12-16,-1-2-110 0,-1 0-35 0,-1 0-25 16,-2 0 1-16,-2-1-100 0</inkml:trace>
  <inkml:trace contextRef="#ctx0" brushRef="#br0" timeOffset="172409.94">24109 8348 1226 0,'0'0'80'0,"0"0"146"16,0 0-204-16,0 0-18 0,0 0-6 0,0 0 2 0,1 0 21 15,1 0-18-15,17 0 9 0,13 0-14 0,-4 0-9 16,6 0-25-16,0-1-8 0,-3-1-8 0,3-2-49 15,-5-1-71-15,0 0-18 0,-2-2-25 0,1-3-134 16</inkml:trace>
  <inkml:trace contextRef="#ctx0" brushRef="#br0" timeOffset="172844.22">25523 7323 449 0,'0'0'14'15,"0"-1"-2"-15,0-1 43 0,0 1-13 0,0 0 16 16,0 0-28-16,0 0 6 0,-1 0 5 0,0-1 0 16,0 1 3-16,0 1 9 0,0 0-7 0,-1 0 9 15,1 0-2-15,0 1 0 0,0 1-1 0,-1-1 0 16,-1 1-8-16,1 0 2 0,-2 7-4 0,0 4 1 0,-2 2-12 16,1 4-6-16,-1 2-4 0,1 6 0 0,0 4-16 15,-2 3 5-15,-2 4 0 0,0 6 1 0,-3 3 5 16,0-1-8-16,-2 2 1 0,0-3-3 0,-1-3 0 0,-4-2-2 15,1-1 6-15,0-3-5 0,0 1 3 0,-1-2-5 16,1-1-2-16,1-1-1 0,2 0-5 0,4-5-12 16,-1 0 0-16,5-5-6 0,1-7-19 0,-2 1-11 15,0-8 3-15,5-3-3 0,-1-5 14 0,0 2-19 16,2-1-12-16,0-1-7 0,-1 0-76 0,2-1-97 16</inkml:trace>
  <inkml:trace contextRef="#ctx0" brushRef="#br0" timeOffset="173411.01">25533 7243 780 0,'0'-2'514'0,"0"-7"-751"0,3-14 629 0,0 3-366 16,0 3 3-16,1 7-24 0,1-2 5 0,-1 5-10 15,3 2 1-15,14 2-1 0,-1 1-1 0,2-10-3 16,0 3-5-16,1 5 11 0,3 2-2 0,-3 2 3 0,0 4-10 16,-2 2 4-16,-1 2-1 0,-2 1 3 0,-5 0 0 15,-6-2-2-15,-2 12-2 0,-4 1 2 0,12 2 9 16,-7-3 5-16,-5-3 3 0,-2 1-1 0,-3-2 8 0,-4 1 8 16,4 1-3-16,-17-2 2 0,0-1-18 0,-2-2 11 15,-1 0-10-15,-3-3 9 0,6 1-18 0,1-3 4 16,3 0-1-16,4-3 0 0,-3 1-5 0,5 0 2 15,3-3-3-15,2 1 3 0,2-1-1 0,0-1-8 16,3-1 8-16,0 1-7 0,-2 2 3 0,1-1 0 16,0 0-3-16,-1 1 2 0,2-2 6 0,0 0-2 15,0 0-3-15,0 0 0 0,1 1 7 0,0-1 0 16,1 0-1-16,1 0-1 0,9 0-10 0,3 2 13 16,-1-1-4-16,1 1 7 0,0 2-7 0,0 1-1 0,3 2 2 15,-1 1-2-15,-3-1 2 0,2 2-2 0,-3-7 0 16,-3 8-3-16,1 4-5 0,-4-1 14 0,-3-3-6 15,2 1 7-15,-4-1-3 0,6-2 4 0,-2 1 1 16,-2-1 0-16,-1-2 4 0,-2 1 9 0,-2-2 5 0,-1 2 0 16,-3 2 0-16,-2-7-6 0,-9 4-4 0,-2-2 2 15,1 7 1-15,0-4-4 0,0-1 0 0,2-3-2 16,-2-2 1-16,6-1-12 0,-2-1 4 0,5 0-7 16,-2 0 0-16,2-1-1 0,2 0-3 0,0 0 0 15,1-1-7-15,-1 1-16 0,1 0 3 0,0 0-9 16,1 0-8-16,1 0-8 0,0-1-9 0,1 1 2 0,0 0-19 15,2 1-52-15,0 0-10 0,0 0-18 0,-2-1-73 16,1 0-98-16</inkml:trace>
  <inkml:trace contextRef="#ctx0" brushRef="#br0" timeOffset="173977.69">24871 8384 918 0,'-1'0'59'15,"-1"0"-6"-15,1-2 53 0,-1 1-9 0,-4-1-1 16,-5-3-45-16,6 3-10 0,-2-2 1 0,2 2-6 16,2 1-10-16,1 0-7 0,0-1-12 0,-1 1 3 0,1 0-22 15,1 0 1-15,0 0 6 0,0-1-3 0,1 2 12 16,1 0 10-16,1 0-1 0,11-1 4 0,9 0 2 0,3 0-2 15,2 1 4-15,4 0-2 0,0-1 8 0,6 0 1 16,5-1 1-16,1 1 0 0,6-1 6 0,2 0-7 16,0-1-2-16,3-2-2 0,-3 1-10 0,-1 0-9 15,3 1 4-15,0 0-5 0,3 0-1 0,1 0-1 16,-2 1-2-16,-2 0 2 0,-4 1-3 0,-12 1 2 16,-3 0 0-16,-8 0 3 0,-3 0-6 0,-6 0 6 15,-2 0-3-15,-3 0 6 0,-2 0-7 0,-4 0 3 16,-1 0 3-16,-1 0 0 0,-1 0-1 0,1 0 4 0,1 0-8 15,-2 0 7-15,1 0-8 0,-1 0 3 0,1 0 0 16,-3 0 2-16,4 0-5 0,-2 0-1 0,1 0 1 16,2 1-2-16,-4-1 1 0,3 1 1 0,-1 0-3 15,-1-1 2-15,1 1-10 0,-1-1-5 0,-2 0-6 16,1 0-2-16,1 1-37 0,-1 1-82 0,0-1-10 16,1 0-32-16,-1 0-101 0</inkml:trace>
  <inkml:trace contextRef="#ctx0" brushRef="#br0" timeOffset="175779.17">25291 8723 220 0,'0'0'46'0,"0"0"55"0,0 0-8 0,0 0-5 16,1 0-1-16,0 0-3 0,0 0-12 0,0 0-5 15,1-1-4-15,0 0-1 0,0 0-12 0,1-2-13 16,0-2 3-16,4-2-7 0,-2-3-7 0,0 2-2 16,-1 1-1-16,1-1-1 0,-2 1-8 0,0-3 12 15,0 4-5-15,-1-1 10 0,-1 1 6 0,3 0-11 16,0 2 7-16,-2-1-8 0,-1 2 6 0,1-1-9 16,-1 0-5-16,-1 0 0 0,0 0-17 0,0 1 7 0,0 2-1 15,-1-2 3-15,-3 1-9 0,-11-5 5 0,-2 4-7 16,-6 3 5-16,-1 5 2 0,-2 5-9 0,-1 4 6 15,0-6-7-15,-2 17 5 0,1 0 0 0,2 0 3 16,5-4-1-16,2 0 9 0,6-3-6 0,0-1-2 0,2 0-1 16,3-4-7-16,4 0 5 0,0-2 5 0,3-3 0 15,-5-1 0-15,1 0-1 0,3-1-2 0,1-1 1 16,1 0 3-16,0 0 0 0,0 0 0 0,1-3 1 16,0 1 6-16,10 4-6 0,7 2-1 0,6-2-2 15,-1-5-4-15,6-2 3 0,-3-2-3 0,1-3 1 16,2 0-4-16,-4-4-1 0,-1 1 3 0,-1-1-3 0,-3-2 6 15,-3 0-5-15,0 8 10 0,-3-12-8 0,0 3 9 16,-2-2-5-16,-2 1-3 0,0 1 1 0,-3 0-1 16,-4 3 3-16,1 2 0 0,-3 0 3 0,0 2-5 15,3 0 9-15,-2 3 0 0,1 0 4 0,-2-1 4 0,0 2-11 16,0 0 1-16,0 0-4 0,0 0-6 0,1 1 2 16,-2 0-4-16,0 1 4 0,-2 1 7 0,-7 19-4 15,0 2 2-15,0-2-4 0,2-1 2 0,1 0-1 16,2 2-2-16,0-2 1 0,1 3-2 0,-1-1-1 15,2 0 2-15,-2 3-1 0,1 1 3 0,-2 2-3 16,0 5 1-16,-1 1 0 0,-2 6-2 0,-2 3 3 16,-3 1-1-16,-1 2 4 0,-4-5-9 0,1-1 5 15,15-2-2-15,-17-4 4 0,3-1-1 0,-3-4 5 0,3-2-5 16,-1-3 5-16,2-4-5 0,1-5 3 0,0-3 7 16,2-5-2-16,4-1 5 0,1-3 11 0,1 2-7 15,0-2 10-15,0 1-9 0,0-3-5 0,-1 0 0 0,2-1 0 16,-2-2 4-16,1-2 5 0,2 0 0 0,0-15 3 15,1 0-4-15,0 0-5 0,1 0-3 0,0 1-2 16,-10-2-9-16,5 0 4 0,3-3-6 0,3-1 4 16,2 0-10-16,3-3 3 0,0 2 3 0,2 1-1 15,3-1 2-15,0-1 0 0,3 1-2 0,-10 2 0 16,23 0-12-16,-3 7 7 0,2-2-4 0,1 5 7 16,-2 2 1-16,0 0-20 0,-1 4 5 0,-4 4-12 0,0 0-5 15,-4-6-4-15,0 2-2 0,-2 3 0 0,-1 2-11 16,-1 2-51-16,-2 0-20 0,1 1-13 0,0 1-99 15,-2 2-118-15</inkml:trace>
  <inkml:trace contextRef="#ctx0" brushRef="#br0" timeOffset="176462.36">25536 9398 1549 0,'0'0'151'0,"0"-1"-208"0,-1 0 175 15,0 0-101-15,0 0-35 0,0-1-31 0,1 1 16 16,0 0-18-16,0 0 40 0,0 1 2 0,0 0-12 0,0 0 7 16,0 1-18-16,0 0-4 0,0 2 7 0,0 4-4 15,0 4 20-15,0 2 17 0,-3-1 2 0,0 1 6 16,-2-1 15-16,-1 1 7 0,-1 1-4 0,0-1 6 15,0 0 5-15,0-1-11 0,1-3 5 0,1-1-9 16,2 0 3-16,1-2-9 0,-1 0-4 0,1 0-2 16,1-1-9-16,0 1-5 0,1-2 4 0,0 0-5 15,0-2 1-15,1 1-6 0,0-1 6 0,0 0-4 0,1-1 14 16,1 1-9-16,5 0 3 0,-1-1-3 0,1-1 18 16,-2 0-5-16,1-1 3 0,0-1-3 0,0-2 0 15,0-1 0-15,0 4 1 0,4-9-1 0,-5 0-5 16,2 1 0-16,2-2-9 0,-6 2 6 0,7-2-4 0,-3 2-1 15,-1-1 1-15,-1 1-2 0,0-2 2 0,0 1-6 16,3 0 5-16,1 1-5 0,1 1 4 0,-1 2-4 16,-2 1-1-16,1 2-1 0,-3 0 9 0,-2 1-9 15,-1 1 4-15,1-2-7 0,1 0 9 0,-1 1-5 16,1 0 2-16,-4 2-3 0,1 0 6 0,1 2 0 16,-1 0 0-16,3 5-2 0,2 8 2 0,-4 1 3 15,-1-2 0-15,-2-3 1 0,0 1-1 0,0-2 10 16,0-2-6-16,0-2 8 0,-2 0-11 0,2-2 0 0,0 0 0 15,0-1-1-15,0 1 0 0,0-2-2 0,0-1 4 16,2 2-4-16,-1-1 10 0,0 0-1 0,0 0-2 16,1-1 0-16,0-1-9 0,8 0 3 0,3-1-2 15,0-4 4-15,1-3-6 0,-1 6 3 0,0-13-1 0,0 0 2 16,0 1-3-16,1-1 1 0,0 2 0 0,-1-2 0 16,0 4 0-16,-1 1 0 0,0 2-2 0,-2 3 1 15,0 1-3-15,-2-2 4 0,-1 1 0 0,0 2 1 16,0 0 4-16,2 2-8 0,0 1 7 0,-1 2-6 15,2 4 11-15,0 1-8 0,0 2-3 0,0 8-1 16,-5 1-3-16,2-2 1 0,-4 0 4 0,-1-2-2 0,3-1 9 16,-2-4-14-16,0-1-4 0,4-2-6 0,-5-2-25 15,3-2-77-15,0-1-14 0,-3 0-28 0,4 3-103 16</inkml:trace>
  <inkml:trace contextRef="#ctx0" brushRef="#br0" timeOffset="176980.46">26370 8347 708 0,'0'0'165'0,"0"-1"47"16,-1 0-76-16,0 0-101 0,0-2 2 0,-1 1-18 0,1-1-19 16,0 2-3-16,0 0-4 0,0 0-9 0,0 0 4 15,-1 0 3-15,1 1 2 0,0 0 12 0,0 0-4 16,0 0 0-16,0 0-1 0,-1 0 5 0,1 0 20 16,0 0 10-16,0 0 1 0,1 0 12 0,0 0 9 15,0 0-11-15,1 0 10 0,0 0-9 0,2 0-8 16,2 0-2-16,12 0-4 0,-1 0-17 0,2-2 0 15,0 1-5-15,-1 0 1 0,-1 0-19 0,1 0 5 16,0 1-2-16,-3 0 3 0,1 0-1 0,-3 0 2 0,-6 0-3 16,3 0 0-16,-1 0-11 0,-2 0-5 0,2 0-3 15,-3 0-2-15,-3 0-21 0,4 1-25 0,-1-1-34 16,-3 0 2-16,1 0-113 0,-1 0-15 0,0 1 2 16</inkml:trace>
  <inkml:trace contextRef="#ctx0" brushRef="#br0" timeOffset="177234.19">26311 8498 1510 0,'0'-2'34'0,"0"1"55"0,0 0-63 16,0 0-27-16,0 0 1 0,0 0-8 0,2-1 0 15,-1 1 6-15,2-1-7 0,11-5 6 0,2 2-2 0,1 0-1 16,1 2-2-16,-2 2 0 0,1-1 4 16,-2 1-7-16,-1 1 9 0,0 0-10 0,0 0-5 0,1 0 7 15,-4 0-8-15,0 0 9 0,-4 0-5 0,-2 0 5 16,1 0-5-16,-2 0-1 0,2 0-54 0,1 0-123 16,-3 0-24-16</inkml:trace>
  <inkml:trace contextRef="#ctx0" brushRef="#br0" timeOffset="178350.24">27524 7542 791 0,'0'-2'45'0,"0"1"-12"0,0 0 39 0,0-1 10 0,0-1-14 16,0-1-34-16,0 2-2 0,0 1-8 0,0 0 3 15,1-1-19-15,0-1-5 0,-1 2 8 0,1 0-6 16,0 1 4-16,1 0 17 0,-2 1-11 0,0 10 14 16,0 13-6-16,-3 2-4 0,0 1 6 0,-2-1-5 0,-2 1 9 15,1 3-3-15,-1-3-5 0,0 0 2 0,0-3-6 16,1-2 2-16,-1-1-2 0,0-1 0 0,0-1-15 15,0 1 5-15,0-3-3 0,0 3 2 0,0-1-9 16,-3 2 3-16,2-1 2 0,-1 1 0 0,0-1-6 0,1-2-23 16,1 0-10-16,2-4-4 0,2-2-27 0,2-4-23 15,0-1-15-15,1-6-5 0,0 0-60 0,1 2-45 16,1-2-17-16</inkml:trace>
  <inkml:trace contextRef="#ctx0" brushRef="#br0" timeOffset="179097.85">27939 7593 708 0,'0'0'298'0,"0"0"-386"0,0 0 348 16,0 0-187-16,0-1-28 0,0 1-26 0,-1 0 7 16,-1 0-14-16,1 1 7 0,0 0 6 0,-4 7-4 0,-6 10 5 15,-1 3-12-15,0 4-2 0,2 0-3 0,-1 0 2 16,0 0-3-16,3-2-3 0,0-2 5 0,1 1-5 15,1-2-3-15,2-3 5 0,1-1 2 0,2-2 3 16,1-1 4-16,0-2 14 0,1-2-3 0,0-2 9 16,3 0 6-16,-2-2-5 0,-1-1 0 0,12-3-3 15,2 1-6-15,2 9-9 0,0-4 4 0,3-4-7 16,0-2 0-16,2-1-2 0,2-3-6 0,-2-2 2 0,-3-1-9 16,3-2 4-16,-7 1-1 0,0-1 1 0,2-3 0 15,-2 10 0-15,-1-13 2 0,-2-1-1 0,-2-1 5 16,-3-1-6-16,-1-1 0 0,-1 2-2 0,-1-2-2 15,-3 4 3-15,9-3 1 0,-4 2 2 0,-3 5 1 0,-3-1-4 16,0 3 0-16,-2 2-2 0,-1-1-3 0,1 2 1 16,2 4-5-16,-12-1 5 0,1-5-9 0,2 2 5 15,2 2-1-15,3 2 3 0,0 0 0 0,2 1-5 16,0 0 0-16,0-1-3 0,-1 1-4 0,2 0 3 16,0 0 4-16,1 0 0 0,0 0 6 0,1 0 2 15,7 0-2-15,18 0 1 0,1 0-11 0,-1 0 9 16,2 0-4-16,1-2 6 0,0-2-4 0,-1 1 4 0,0-1-2 15,1 0 3-15,-2 1 1 0,-3 1-5 0,-1 0 4 16,-4 1-5-16,-2 0 6 0,-4 1-4 0,-1 0 2 16,-2 0-2-16,-1 1 3 0,-3 0-5 0,-2 1 0 15,-1-2-1-15,-1 1 11 0,0 1-8 0,3 5 6 0,1 10-7 16,-5-2 10-16,-2 3-4 0,-3 2 2 0,-2-2-2 16,-4 4 3-16,0-5-2 0,1 1-1 0,2-3 0 15,1-2-3-15,0 0 4 0,2-1-4 0,0-2 3 16,2 1-9-16,1-3 11 0,1 0-5 0,0-1 6 15,1 0-3-15,0-2 3 0,1-1 3 0,1-2-1 16,12-1 2-16,0 0-7 0,0 10 5 0,3-4-5 16,3-2 7-16,2-4 2 0,-1-1-6 0,0-1 5 0,-1-3 0 15,-1 1-9-15,0-1 8 0,-3-1-7 0,-4 1 16 16,0-2 5-16,-1 0-1 0,-2-1 2 0,1 0-5 16,-2 1-2-16,0-8-1 0,1-3-2 0,-2 1-6 0,-2-2 10 15,0 2-8-15,-1-1 8 0,-2-1-7 0,-2 0-3 16,11 0 5-16,-5 1-5 0,-3 1 1 0,-3-1 4 15,-2-1-2-15,-4 0 2 0,-2 1-13 0,-1 0-10 16,-3 2-8-16,3 2-1 0,-15 1-23 0,-5 3-20 16,-3 1-2-16,-5 3-7 0,-3 0-11 0,1 3-14 15,-5 1-1-15,2-18-6 0,2 11-18 0,4 3-91 16,2 4 2-16,-1 1-41 0,1 0-95 0</inkml:trace>
  <inkml:trace contextRef="#ctx0" brushRef="#br0" timeOffset="179732.06">27444 8269 1295 0,'-1'-1'38'0,"-1"0"11"0,1 0-25 16,-1-1-21-16,0-1-4 0,-1 2-25 0,-2-1-28 0,1 1 2 15,-2 1-7-15,-1 0 26 0,0 2 9 0,1 0-4 16,2 1 4-16,1-2-6 0,2 8 14 0,-1-1 3 16,-2-2 4-16,0-1 9 0,3-3 44 0,0 1 0 15,0-1 16-15,0-1 28 0,-1 0-17 0,1 1 2 0,0-1-10 16,0 0-21-16,0 0-17 0,1-1-3 0,0 0-3 15,0 0-5-15,1 0-7 0,0-1 6 0,1 1-7 16,12-5 1-16,4 0-3 0,2 2-5 0,4 1 3 16,3-1 2-16,6 2-4 0,4 0 2 0,3 1-2 15,1 0-1-15,4-1 0 0,-1 0 5 0,4 1-2 16,1 0 7-16,3 0-1 0,7 0-4 0,0-2 3 16,6-1 5-16,6-1 5 0,-3 0 6 0,2-1-2 0,-8 1 11 15,0 1-12-15,0 1 1 0,2-1-3 16,-3 2 13-16,0 1-15 0,-5 2 5 0,-8 3-9 0,-2-1-6 15,-13 0-2-15,-3 1-3 0,-5-2 2 0,-5 1-3 16,-3 1 8-16,-4-2-7 0,-2 1 5 0,-2-1-13 0,-4-2 9 16,3 3-3-16,-3-2 4 0,-1 0-4 0,0 0-11 15,-1-1-3-15,-2-1-6 0,1 1-29 0,0 0-26 16,1 1-20-16,-2-1-8 0,0 0-129 0,-1 0-188 16</inkml:trace>
  <inkml:trace contextRef="#ctx0" brushRef="#br0" timeOffset="180566.44">28023 8908 1338 0,'0'0'66'0,"0"-1"139"0,-1 0-172 15,0-1-13-15,0 1-1 0,0 1-6 0,0 0-13 0,-1 0 2 16,1 1-1-16,0 1 2 0,1-1 1 0,-5 13-3 16,1 1-2-16,-2 3-1 0,1-1-8 0,0 2-4 15,2 0 1-15,1 0-1 0,-1 0 9 0,1 0 0 16,1-2 9-16,1 0-4 0,0-2 10 0,1-2-1 15,0-4 0-15,0-2 2 0,3 3 15 0,-1-2-3 16,4 4 3-16,-1-3-3 0,0-2 2 0,10 0 4 16,-1-6-3-16,2 1 2 0,-1 8-18 0,1-3 2 15,6-1-4-15,-1-4 4 0,4-3-2 0,1-2 6 0,-3-4-1 16,-1-3 1-16,-1 1-9 0,-3-2 3 0,-1 7-5 16,-1-13 5-16,-3-3-4 0,-2 0 10 0,-1 1-6 15,-4 2 5-15,0-1-4 0,-2 0 14 0,-2 2 2 16,-2-2 2-16,10 2-4 0,-5-2-7 0,-4 2 2 15,-2 3-5-15,-3-1-6 0,-2 2-26 0,-2 1-9 0,-6 3-6 16,-10 1-30-16,-2 4-22 0,-4 1-6 0,-2-14-11 16,0 9-67-16,-1 6-114 0,5 1-50 0</inkml:trace>
  <inkml:trace contextRef="#ctx0" brushRef="#br0" timeOffset="181249.91">29496 8131 931 0,'0'0'41'0,"0"0"-3"0,0-1 52 16,0-1-10-16,0 1 6 0,1 0-34 0,0 0-25 0,0 0 2 15,2-1-7-15,-1 1 17 0,5-3-9 0,10-5-5 16,-2 3-2-16,5 1-16 0,0 1 4 0,-3 1-5 16,6-1 3-16,-1 2-9 0,0 0-1 0,1 1 0 0,-4 1-1 15,-2 0-4-15,-1 0-12 0,-1 0 6 0,-2 0-11 16,-1 0-7-16,-2 0-4 0,-1 0-17 0,1 0 4 16,-1 0-71-16,1-1-42 0,-3 0-12 0,1 0-15 15,-2 0-97-15</inkml:trace>
  <inkml:trace contextRef="#ctx0" brushRef="#br0" timeOffset="181517.73">29510 8451 990 0,'0'-2'220'0,"0"1"68"0,0 0-128 16,0-1-146-16,0 0 0 0,0 0-27 0,0 0-17 16,1-1 0-16,0 2-2 0,2 0 20 0,13-5-6 15,2 3 3-15,-1 3-5 0,0 0 2 0,2 1-4 0,2 0 4 16,1 0-1-16,2-1 15 0,-6 0-7 0,0 0-9 16,-3 0-1-16,-2-1-37 0,-1 0 30 0,-3 0-4 15,1-2 10-15,-3 1-20 0,0 0-63 0,0-2-6 16,0 1-22-16,1-2-52 0</inkml:trace>
  <inkml:trace contextRef="#ctx0" brushRef="#br0" timeOffset="182017.89">30518 7893 1175 0,'0'-1'19'0,"0"0"-5"0,0-7 26 0,0-7-3 16,0 5-1-16,0 3-32 0,0 2-14 0,1 2-3 16,-1 1-5-16,0 0-5 0,1 0-11 0,0-1 7 0,0 1-6 15,2 1 19-15,-1 0 12 0,0-1-1 0,0 1 3 16,-1 0 7-16,0 1 16 0,0 0 9 0,0 0 1 15,0 1 22-15,-1 2-15 0,0 1 3 0,-1 13-7 16,-2 0-4-16,-3 5-11 0,-1-1-3 0,-3 3-1 16,1 2-2-16,-3 4-13 0,0 3 4 0,3 0-8 0,-2 1 2 15,2 0 4-15,0-2-2 0,0-4 3 0,2-1-8 16,2-2 3-16,0-2-5 0,1-2 3 0,2-3-14 16,1-4-10-16,1-3 3 0,0-3-6 0,0-2-3 15,0-2-18-15,0 0-1 0,0-3-7 0,0 0-12 0,0 2-104 16,0-1 6-16</inkml:trace>
  <inkml:trace contextRef="#ctx0" brushRef="#br0" timeOffset="182450.89">30740 7932 1062 0,'0'0'27'0,"0"0"34"0,-1 0-7 0,0 0-13 0,-1 0 2 15,0 1-6-15,0 0-10 0,-10 10-3 0,-1 8-1 16,1 3-1-16,-3 2-10 0,1 3-7 0,2 0-2 16,-2 4 1-16,2-2 0 0,3-1-2 0,1-2 1 0,6-4-2 15,1 0-3-15,-11-4 8 0,7-1 2 0,2-6 5 16,2 1 11-16,1-3 15 0,1-2 4 0,2 1 2 16,0-3 3-16,2 0-12 0,14 1-4 0,1-2 0 15,2-1-2-15,1-1-20 0,3 0 10 0,0-1-14 16,0 0 8-16,0 13-12 0,-1-6-2 0,-3-4-2 15,3-2 0-15,-5-2 7 0,0-1 0 0,1-3 3 16,-6 1-1-16,3-3 8 0,-4-1-3 0,3-4 3 16,3 10 2-16,-2-19 9 0,0-1-1 0,-4 0 2 0,-2-3-18 15,-2 0 8-15,1 0-10 0,-5-2 9 0,-3 0-7 16,1 4 7-16,10-3 5 0,-7 2-1 0,-4 1 2 16,-3-2-7-16,-3 3 0 0,-3 1-1 0,-2 0-7 0,-2 3 2 15,4 2-4-15,-9 3 3 0,0 2-9 0,1 0-9 16,1 6-5-16,-4 1-2 0,1 2-25 0,-3-11-4 15,1 7-2-15,1 2 0 0,0 3-5 0,4 1-10 16,1 2-2-16,3-1-3 0,1 2-22 0,3-2-10 16,3-1 1-16,1-1-3 0,-2 2-6 0,3 0-149 15,-2 2 0-15</inkml:trace>
  <inkml:trace contextRef="#ctx0" brushRef="#br0" timeOffset="182771.93">31434 7706 1590 0,'0'-1'8'16,"0"-1"0"-16,2-18 16 0,0 3-10 0,1 11 6 15,-1 0-36-15,-1 4-15 0,2 0 1 0,-1-1-4 0,0 2 3 16,1 0 7-16,-1 0-5 0,0 1 6 0,1 0 0 15,-1 1 20-15,0 0-1 0,0 0 8 0,-1 2 10 16,0 3 11-16,0 5 7 0,-1 3 1 0,0 3 20 16,-2 2-17-16,-4 1 7 0,-1 1-9 0,-1 1 0 0,1 2-19 15,-3 2 1-15,2 3-5 0,-3 3-3 0,1 2-1 16,-2 2-3-16,0 2 2 0,0 0-11 0,2 0-9 16,0 0-2-16,1-3 0 0,2-2-9 0,1-6-8 15,1-4-3-15,3-7-1 0,0-4-9 0,1-6-23 16,1 0-3-16,0-3-11 0,0 1-45 0,0-2-145 15</inkml:trace>
  <inkml:trace contextRef="#ctx0" brushRef="#br0" timeOffset="183067.9">31576 7868 1469 0,'0'0'39'16,"0"-1"1"-16,0 0 3 0,0 0-9 0,-1 0-8 16,0 0-33-16,-1-1 5 0,1 1-10 0,-1 1 10 15,-4 1 2-15,-6 4-8 0,-3 5 5 0,-1-8-8 16,-3 14-3-16,-1 1-2 0,0 0 0 0,2 2 1 16,0-1 12-16,2-2-2 0,4 0 7 0,2-5-2 0,3-1 11 15,2-3 1-15,1-2 1 0,2-2-2 0,0 1 3 16,-1-1 5-16,1 1-7 0,1-2 4 0,0 3-17 15,1-1-8-15,0 1 4 0,2 0-8 0,3 0-19 0,21-2-38 16,3-1 0-16,4 15-14 0,1-8-29 16,2-5-76-16,1-4-4 0,-2-1-27 0,-1-4-48 0</inkml:trace>
  <inkml:trace contextRef="#ctx0" brushRef="#br0" timeOffset="183385.38">32122 7780 206 0,'0'0'90'0,"0"-1"-28"0,0 0 88 15,-2 0-19-15,1 0-53 0,0-1-4 0,0 1-10 16,-1 1 7-16,-15 0-9 0,1 4-2 0,-4 2 2 16,0 1-5-16,1 1-5 0,-1 2-17 0,0 2 2 15,2-1-8-15,1-9-7 0,-2 12-11 0,7-1-3 16,0 1 0-16,0-1 5 0,4 0 0 0,1 1 4 0,1-2-2 16,5 1 12-16,0 0-2 0,-8 0 5 0,1 1-5 15,5-1 7-15,1 1-9 0,2 0 0 0,1 0-5 16,2 0-5-16,3 2 6 0,1-2 0 0,3 1 2 15,-1-1-7-15,-8 0 0 0,12-1-5 0,-6-3 2 16,-4 0-17-16,2 0 10 0,3-1-6 0,-5-2 8 16,2 4-1-16,-4-5-6 0,0 1 1 0,-1 0-2 0,0-3 5 15,0-1-1-15,-3 3-1 0,-7-4-1 0,-13 0-3 16,3 10-10-16,0-4-1 0,-3-3-6 0,2-4-20 16,1-1 2-16,1-2-9 0,3-2 3 0,-1-2-28 0,4 1-47 15,2-4-13-15,1 0-21 0,3-10-132 0</inkml:trace>
  <inkml:trace contextRef="#ctx0" brushRef="#br0" timeOffset="183785.17">31939 7833 1503 0,'0'-1'27'0,"2"0"-6"0,-1 0 32 0,0-1-9 15,1 1 1-15,1-1-46 0,4-3 7 0,1 1-4 16,7-4 5-16,5 1-11 0,-1 3 2 0,0 0 3 0,0 2 0 16,-2 1 3-16,1-1-7 0,2 2-3 0,-3 0 1 15,-1 0 8-15,-1 0-2 0,2 2 8 0,-6 0-8 16,1 2 1-16,-3-1 4 0,-3 1-6 0,0-2 6 16,-3 14-6-16,7 1 11 0,-3 3 2 0,-4 1 3 15,-3 1 10-15,-6 3-22 0,-5 2 9 0,-3 1-13 16,9 2 12-16,-18 0-2 0,0 2-3 0,3-1 0 15,3-3-9-15,5-3 2 0,0-4 3 0,5-2 1 0,2 1-1 16,3-6 2-16,-1-3-5 0,1-1 4 0,-3-3-1 16,2-2 4-16,2-1-1 0,0 0 2 0,1-2-2 0,0 0 7 15,0 0-1-15,2 0 1 0,9 5-4 0,9 0-1 16,2-5-1-16,2-2 0 0,-1-2 3 0,2-3-6 16,-2-2 3-16,2 0-4 0,-6 0 7 0,1 1-7 15,-4 1 0-15,0-1-2 0,-2 1-1 0,-1 0-8 16,-2 2 1-16,-5 2-9 0,0-1-32 0,-2 2-66 15,0 0-40-15,-2 0-24 0,0 0-286 0</inkml:trace>
  <inkml:trace contextRef="#ctx0" brushRef="#br0" timeOffset="185638.77">24509 5446 925 0,'0'-1'37'15,"0"0"-16"-15,-2 0 29 0,1-1 2 0,0 1-26 0,0 0-1 16,0 0-24-16,0 0-1 0,-1-1-2 0,0 2 0 16,0 0 5-16,-1 2 3 0,1-1-2 0,0 1-2 15,-1 3 12-15,-3 5-4 0,3 0 8 0,-1 3 12 16,3-3-5-16,1 1 10 0,0 3-9 0,1 1 13 0,2-1-4 15,0 2-2-15,2-2 0 0,2 0 4 0,2 6-8 16,0-2-2-16,1 2-3 0,1-3-3 0,-1 0-10 16,-6 2 5-16,8-3-8 0,3 0-5 0,-2 0-5 15,-1-2 2-15,-1-2-3 0,0-1 3 0,0 0 1 16,-1-3 1-16,-3-1-2 0,0-1-8 0,-4-2-14 16,0-1-10-16,-2-2 1 0,2 2-23 0,-1-1-5 15,0 0 1-15,1 0-5 0,-1-1-32 0,0 0-79 0,1 0 12 16,-2-1-34-16,0-1-8 0</inkml:trace>
  <inkml:trace contextRef="#ctx0" brushRef="#br0" timeOffset="185905.24">24731 5444 1062 0,'0'0'63'0,"0"-1"108"16,-1-1-144-16,0 1-19 0,-1 0-4 0,1 1-1 0,0 1-3 16,0-1 4-16,-11 23-2 0,-2 7 4 0,-4 3 1 15,-2 0-6-15,-2 3 0 0,-4 1-1 0,1-2-8 16,1 0-2-16,0-3 4 0,2-4-2 0,1-2 4 0,3-2-18 16,2-4 1-16,4-4-6 0,1-3 5 0,3-3 5 15,2-2-3-15,4-6 5 0,-1 2-1 0,1-2-13 16,0 0-25-16,-1 1-2 0,2-2-129 0,0 0-128 15</inkml:trace>
  <inkml:trace contextRef="#ctx0" brushRef="#br0" timeOffset="186204.59">25034 5430 1441 0,'0'-2'0'15,"0"1"-6"-15,0 0-1 0,0-1 5 0,0 1-7 16,0-1-10-16,0 2 10 0,-1 2 9 0,-1 3-4 16,-9 25 10-16,-1 4-5 0,-1 1-1 0,-1 3 0 15,-1 1-4-15,1-3 5 0,-1-1-4 0,-2-2 4 0,1-1 0 16,2-6-6-16,12-1 8 0,-9-4-8 0,-2-4 10 15,5-1-4-15,0-3 1 0,5-6-1 0,1 0 14 0,-1-4-11 16,2 0 9-16,1-2-10 0,0 0 13 0,-2 1-16 16,-1 1 1-16,2-1-8 0,0-1-33 0,0 0-85 15,1 1-22-15,1-2-28 0,0-2-148 0</inkml:trace>
  <inkml:trace contextRef="#ctx0" brushRef="#br0" timeOffset="186738.3">25251 5524 1282 0,'-2'-2'18'16,"1"0"25"-16,1 1-9 0,0-1-29 0,0-1 3 0,0 1-13 15,0 1-4-15,0 0 13 0,0-1-6 0,0 2 6 16,-1 0-10-16,0 2 7 0,0-1 0 0,0 0 3 15,-1 1-4-15,-2 11 0 0,-5-2 6 0,2 2-4 16,2-2 3-16,-1 0 6 0,2 3-3 0,-2-3 4 16,-2-1-2-16,3 0-6 0,-2-1 3 0,5 2-3 15,-2-1 15-15,1 1-7 0,-4-2 5 0,1 0-7 0,1 0 0 16,1 0 0-16,0 1-3 0,0-1 3 0,2 1-2 16,1-1-1-16,1-1-2 0,0 2 1 0,1-2 5 15,0-1-9-15,3 2 4 0,-1 0-5 0,3-1 7 16,-1 1-6-16,7-2 5 0,1 0-4 0,0 0 9 0,0-1-9 15,-2 0-3-15,2-2 0 0,0-1 0 0,-1 1 7 16,1-3 2-16,-1 7 1 0,-1-2 4 0,0-3 7 16,0 0-1-16,-1-2 2 0,-1-1-3 0,-1 0 4 15,0 0-2-15,0-1 2 0,1-2-17 0,0 1 11 16,0-1-6-16,-1-1 6 0,-1-1-16 0,2 0 3 16,-2-1 1-16,2 2 0 0,-2-6-2 0,1 0 5 15,-1-2-2-15,0 2 4 0,-1-1-4 0,0-1 1 16,-1-2-5-16,0-1 5 0,-2-1 2 0,1-3-4 0,-1-1 6 15,0 0-7-15,-2-1 2 0,10 1 7 0,-3 1-4 16,-5 1 5-16,-2 2-6 0,-1 3 7 0,0 0-2 16,-1 0 5-16,-1 2 0 0,-2 2-3 0,1 1-1 15,-1 2-2-15,1 1-11 0,-3 2-7 0,-4 1 1 0,2 0-5 16,-2-5-9-16,-1 1-29 0,-1 1-4 0,-2 3-10 16,0 2-28-16,1 0-67 0,-1 1-5 0,1 0-35 15,-1 2-153-15</inkml:trace>
  <inkml:trace contextRef="#ctx0" brushRef="#br0" timeOffset="190273.72">24487 3743 365 0,'0'0'39'0,"0"0"-7"0,0-1 20 0,0 0 0 0,0 0-11 16,0 0-40-16,0-1 3 0,0 1-1 16,0 0 1-16,-1 1-4 0,0 0 4 0,0 0 4 0,0 0 1 15,0 0 7-15,-1 0 15 0,1 0 0 0,0 0 8 16,0 0 25-16,0 0 13 0,0 0-10 0,-1 0 8 16,2 0-35-16,0 0-7 0,0 0 0 0,0 0-5 15,0 0-3-15,0 0-14 0,0 0 4 0,0 0-9 0,0 0-5 16,0 0 12-16,0 0-5 0,0 0 8 0,0 0-10 15,0 0 18-15,2 0-9 0,-1 0 10 0,1 0-14 0,6 0 7 16,8-1-4-16,1 0 4 0,2 1-8 0,3 0-10 16,0 0 4-16,1 0-6 0,2 0 8 0,-5 0-4 15,1 0 1-15,-3 0-3 0,-2 0-11 0,0 0 17 16,-4 0-10-16,-1 0 11 0,-5 0-7 0,0 0-6 16,-2 0-3-16,1 0-2 0,0 0-22 0,-2 0-28 15,0 0 0-15,-1 0-12 0,0 0-20 0,1 0-105 16,-1 0-13-16</inkml:trace>
  <inkml:trace contextRef="#ctx0" brushRef="#br0" timeOffset="190690.87">25033 3614 1232 0,'0'-1'-1'16,"0"-2"-2"-16,2-11 14 0,3-1 1 0,-1 6 4 16,-1 2-16-16,-3 5-16 0,3 0-2 0,-1 0-5 0,0-1 0 15,1 2 3-15,-2 0-4 0,0 1 2 16,0 0-1-16,0 0 23 0,-1 1-4 0,0 0 9 0,-1 2 0 16,-2 1 8-16,-3 5 11 0,-8-2-4 0,-3 1 21 0,3 2-7 15,-1 1 5-15,1 0-5 0,1-1 4 16,0 0-10-16,2-1-6 0,3-1 2 0,0 1-12 0,3-4-7 15,0 2 6-15,2-2-7 0,0 1 6 0,0-1 8 16,-1-1-8-16,2 1 7 0,1 0-16 0,0-2 9 16,1 2-7-16,0 0 8 0,1 1-5 0,0-2-1 15,1 0 2-15,3 1-3 0,9-1 4 0,3 0-3 16,-1-1 2-16,4 0-2 0,0-1 4 0,5-1-6 16,1 13 4-16,2-4-5 0,4-6 0 0,-6-1 1 15,-2-2 1-15,-3-1 0 0,-1 0-2 0,-1 0-2 16,-1-1 0-16,-2 0 0 0,-2-2 8 0,-3 2-5 0,0 0-4 15,-3 0 1-15,-3 1-8 0,0-1-16 0,0-1-3 16,-1 2-9-16,-2 0-36 0,0 0-12 0,0 0-19 16,0-1-3-16,0 0-120 0</inkml:trace>
  <inkml:trace contextRef="#ctx0" brushRef="#br0" timeOffset="190974.23">25151 3593 1299 0,'0'-1'7'0,"0"-1"-8"0,2-7 37 16,3-5 6-16,-2 6 1 0,-2 5-30 0,2 1-9 16,-1 0-4-16,1 0 0 0,2 0-5 0,2 1 2 15,1 1 3-15,-6 0 0 0,3 2 8 0,-4-2-4 16,9 18 6-16,-3 2-5 0,-4 0-1 0,-3-1 11 15,-3 0-6-15,0-1 8 0,-2 2-6 0,-1-1-5 16,0 1 0-16,3 0-3 0,-2 0 1 0,2 0 4 16,-1 1-6-16,1 0 3 0,0 1-10 0,1-2 5 15,1 0 1-15,-2 0 1 0,2 1-5 0,1 1-41 0,0-1-2 16,1 0-17-16,3-2-44 0,2 5-142 0</inkml:trace>
  <inkml:trace contextRef="#ctx0" brushRef="#br0" timeOffset="192459.76">25336 5438 897 0,'-1'-1'23'0,"0"-1"-14"15,0 2 27-15,-14-8-7 0,1 1 14 0,-3 2-26 16,-2 2 5-16,-2 3-13 0,-1 1-1 0,-6 5-3 16,-2 5-1-16,0 4-1 0,-5-12-1 0,6 22-2 0,0-1 5 15,5-1-5-15,4 1 8 0,6-6-11 16,3 0 4-16,2-5-5 0,3-2 11 0,3-3-4 0,-1-2 1 15,-1 0 1-15,2-2 12 0,2-1 29 0,1-2-6 16,-1 1 13-16,-1 1-8 0,1-1-9 0,1 0 1 0,1-1-4 16,1 1-11-16,1-2-4 0,16 0-6 0,2-3 1 15,3-1-13-15,-3-4 3 0,2 0 3 0,1 0-1 16,-5 0-2-16,-1-2 4 0,-1 2-5 0,-4 1 3 16,0-1-13-16,-5 2 8 0,-1 5 1 0,-2-7 2 15,-4 1 6-15,2 2 0 0,2-2-6 0,-4 3 6 16,1 0 4-16,-1 0-6 0,-1 2 7 0,0-2-8 15,-3 2-2-15,-12-6 0 0,-12 3-3 0,-5 7 2 16,0 5-8-16,1 6 8 0,-1 4-3 0,3-9 6 0,-2 21-12 16,4-3 5-16,1 2-6 0,6-5 6 0,6-4 1 15,8-8-3-15,1-1 3 0,0-3-4 0,1-1 8 16,2-2-3-16,0 3 8 0,2-2-8 0,2 0 3 0,1-1 1 16,9-2 1-16,10 11 2 0,3-5 7 0,3-3-5 15,3-4-1-15,5-1-2 0,2-4-1 0,4-1 9 16,2-2 0-16,-1-2 1 0,2-2-10 0,-4 1 3 15,-2-4-3-15,-3 0 3 0,-3 1-9 0,-8 1 4 16,-2 1-1-16,-6 3 3 0,-2 1-8 0,-4 2 6 16,-4 2 2-16,-2 0 4 0,-4 3 8 0,1-2-5 15,-2 1 4-15,5-7-3 0,-3 2 6 0,-2 2-12 0,0 0-2 16,-1 1-1-16,-1 1-4 0,-18-7-4 0,-11 5 1 16,-8 6-3-16,-2 9 3 0,-7 4-3 0,-2-12 3 15,-1 24-3-15,-3 0 3 0,4 3 0 0,2-2-3 16,3 3 3-16,4-2 4 0,5 0 0 0,2-5-1 0,9-3-1 15,6-5-3-15,11-8 5 0,3-1-2 0,3-3 2 16,1-2-5-16,1-1 4 0,0 0 2 0,-2 2 2 16,2-2 2-16,0 1 4 0,2 1-4 0,0-2 4 15,13 2-12-15,15-3 2 0,3-6 3 0,3-5 2 16,3-4-3-16,7-3-3 0,-2-1-1 0,1 18 0 16,2-20-2-16,-6-1 8 0,-2-1-6 0,-6-1 6 15,-5 3-4-15,-7-2 2 0,-3 1 4 0,-3 0-3 0,-4 0 3 16,-3 2-6-16,-2 2 3 0,-2 3-2 0,5 2 9 15,-4 4 5-15,-3 0-7 0,-2 6 5 0,0 2-14 16,-1-2-10-16,-1 2 5 0,-29-7-6 0,-2 8 6 0,-12 10 4 16,-2 9-1-16,-4-13 2 0,-6 22-2 0,2 3-2 15,-3-2 0-15,2 2 0 0,-1-3 6 0,3-1 4 16,3-3-2-16,8-7 1 0,9-3 0 0,15-8 1 16,8-2 4-16,7-2-2 0,2 1 10 0,-1-1-11 15,1 0-1-15,1 1-3 0,0-2 2 0,-1 0-9 16,2 0 0-16,0-1-5 0,3-1-1 0,28-4 5 15,8-23 0-15,4-3 1 0,-2-5 0 0,-2-2 5 16,-2-2 0-16,-1-1 1 0,-4-1-5 0,-2 3 4 16,-5 3 0-16,-2 4 2 0,-5 5-2 0,-7 6 7 0,0 1-3 15,-7 6 5-15,-3 3-4 0,5 3 10 0,-4 2-6 16,-1 1 5-16,-1 4-18 0,-1-1-2 0,-7-3 0 16,-25 1 1-16,-4 9 4 0,-1 10-8 0,-4-8 8 0,0 23-7 15,1 4 12-15,2-3 5 0,3-3-3 0,7-2 5 16,6-6 3-16,9-5-4 0,6-2-3 0,4-4 0 15,-3 1-1-15,2-3-7 0,3 1 8 0,1 0-8 16,1-3 3-16,1-2 0 0,1 0-4 0,22 10 1 16,5-6-15-16,3-7-16 0,-2-4-3 0,3-3-5 15,-1-3-13-15,0-3-25 0,0 11-3 0,-2-21-17 16,2-1-106-16,2 0-250 0</inkml:trace>
  <inkml:trace contextRef="#ctx0" brushRef="#br0" timeOffset="202302.2">30488 6332 441 0,'0'0'-6'0,"0"0"38"0,-1-2 43 16,0 1 10-16,0 0 18 0,1 0-27 0,0 0-19 15,0-1-6-15,0 1 6 0,0 0-12 0,-1 0-16 0,-1 0 1 16,1 0-5-16,1-1 3 0,0 1 14 0,0 0 5 16,0 1 0-16,1 0-5 0,1-1 7 0,0 0-13 15,-1 1 13-15,11-3-4 0,1 1-18 0,0 0 0 16,4-2-8-16,2 2-14 0,-4 1-1 0,1 1-3 0,-2 0 1 16,-1 0-2-16,-3 0-2 0,1 0 6 0,-3 0-5 15,-1 0 1-15,0 0 2 0,-1 0-2 0,1 0 1 16,-2 0 1-16,0 0-11 0,-1 0-3 0,0 0-4 15,1 0-22-15,-2 0-22 0,-1 0 5 0,2 0-14 16,-3 0-28-16,1 0-81 0,1 0 4 0,-1 0-31 16,1 0-31-16</inkml:trace>
  <inkml:trace contextRef="#ctx0" brushRef="#br0" timeOffset="202571.95">30391 6569 1374 0,'0'-1'14'0,"0"0"-2"0,0-2 25 16,-2-4-8-16,2 4 4 0,0 2-34 0,0-1 3 16,2 0-5-16,-1 0 4 0,1 1-2 0,10-4-1 15,7 0 3-15,1 4-1 0,3 1 8 0,2 2-8 0,3 3 1 16,-1-1-5-16,1 0-16 0,-2 1-14 0,-3 0 2 15,-5-1-4-15,-3-1 11 0,-4-1 11 0,-1-1 4 16,-1 0-1-16,1-1 0 0,-2 0-16 0,1 0-13 16,-1-1-3-16,3-2-77 0,0-2-39 0,0-2-17 15,5 3-11-15,-1-11-114 0</inkml:trace>
  <inkml:trace contextRef="#ctx0" brushRef="#br0" timeOffset="-181341.03">31408 2872 256 0,'0'0'14'15,"-1"0"13"-15,-1 0 20 0,1-1 3 0,0 0-6 16,0-1-18-16,0 1-20 0,-2 0 4 0,1 0-3 15,0 0 17-15,-1 0 0 0,1-1 6 0,1 2-2 16,-3-2 17-16,0-2 5 0,0 2 5 0,1 1-2 16,0-3-1-16,2 2-6 0,-1-1-3 0,0 0 0 15,1 1-6-15,0-1-21 0,1 2-3 0,0 0-4 16,0 0 4-16,-1-1 2 0,0-1 5 0,1 1-2 0,1 0 8 16,0-1-11-16,0 3 5 0,17-8-7 0,4 2 4 15,1 5 1-15,-3 1-5 0,0 0 3 0,-2 2-12 16,1 1 7-16,1 1-7 0,-1 1 6 0,-4 0-10 0,-3-1 2 15,-3 1 2-15,0 0 0 0,-2 0 2 0,-3-2-2 16,1 2 5-16,-2 3-3 0,-1-1 10 0,-1 2 2 16,1-1-1-16,0-1 2 0,0-2-2 0,1 0-2 15,1 0-2-15,0 1 2 0,-1 1-7 0,-2-2-5 16,0 0 4-16,1 2-4 0,-2 0 9 0,0 3-2 16,0-1-7-16,-3 3 4 0,-1 1-3 0,-4 3-4 15,0 1 7-15,-2 1-7 0,6 0 3 0,-12-1 4 16,-2 0-6-16,2 1 5 0,3-3-7 0,-1 2 3 15,2-4 0-15,0-1 0 0,3-1-3 0,2-1 3 0,-2-1 4 16,5-1-1-16,-1-1 5 0,3 0-11 0,-1-1 2 16,2 1-3-16,0 0 7 0,-5 1-5 0,1-1 2 15,2 0-2-15,0 0 6 0,2-1-7 0,0 2 3 0,1-1-3 16,0 0 5-16,1 0-2 0,0-1-1 0,2 0 1 16,-1 0 3-16,0-2-5 0,2 2 4 0,1 0-5 15,-1 0 1-15,-2 1 2 0,3-1-2 0,0-1 2 16,6-1 1-16,-2-1 7 0,8 3-8 0,-1-4 7 15,-4 0-6-15,1 2-1 0,1-3 6 0,-2 7-5 16,3-1 1-16,-2-2-3 0,-5-3-3 0,4 1 1 16,-2-2 4-16,0-1-1 0,2 0 3 0,-3 0-3 0,0-1 4 15,-2-1-1-15,2 1-2 0,-3 0 0 0,-1 0 7 16,0 0-5-16,-1 0 4 0,-1-1-5 0,0 1 2 0,-2 1-3 16,0-3 2-16,0-2-3 0,4-1 9 0,-2 0-6 15,1 0 5-15,-1-1-5 0,0 0 5 0,-2 0-2 16,0 0 1-16,-1 0-3 0,0-1-6 0,-1 1 3 15,0-1-2-15,-2-1 3 0,0 1 1 0,-1 1-4 16,0-1 2-16,-1 0-1 0,0-1 10 0,0 2-7 16,1 0-2-16,-1 0-3 0,0 0-3 0,4 1 3 15,-7-1 0-15,-1 0 2 0,0 1 4 0,1-1-8 16,-1 0 2-16,-2-1-3 0,3 1 6 0,1 1 0 16,-3 1-1-16,6-1 1 0,-6-1 3 0,0-1-10 0,3-1 7 15,0 2-7-15,-2-2 13 0,0-1-9 0,0-1 1 16,-1 2-2-16,5-1 9 0,1 2 1 0,-4 1-3 15,-1-3 0-15,1 0-4 0,1 3-3 0,1 0 3 16,-1 0-3-16,0 1 4 0,2-1-2 0,-2 1 1 0,5 0-1 16,-2-1 2-16,0-1 0 0,1 1-3 0,0 0 2 15,0-1 4-15,2 3-8 0,-1-3 2 0,1 2-4 16,-2-1 4-16,2 0 0 0,0 1-1 0,-4 0-1 16,1-1-1-16,-1 0-5 0,1 1 4 0,1-1-6 15,1 2-12-15,-1-1-13 0,1 0-7 0,-1 2-1 16,1-2-17-16,-1-1-79 0,-1 0 6 0,2 0-40 0,-1 0-94 15</inkml:trace>
  <inkml:trace contextRef="#ctx0" brushRef="#br0" timeOffset="-177154.07">31396 2808 52 0,'0'0'-4'0,"0"0"14"16,-1 0 49-16,0 0 2 0,0-1 7 0,-1 1-10 0,0 0-39 15,0 0-3-15,0 0 3 0,-2 0-16 0,-2 0 8 16,0 0-6-16,-1 0 8 0,2 0 0 0,-1 0 23 16,0 0 8-16,3 0 4 0,-2 0 17 0,3 0-6 15,-2 0 1-15,1 0-3 0,0 0-7 0,2 0-2 16,0 0-10-16,0 0 4 0,0 0-20 0,-2 0-1 15,1 0 0-15,0 0 0 0,1 0-7 0,-1 0-4 16,1 0 4-16,0 0-5 0,1 0 5 0,0 0-4 0,0 0 2 16,1 0-2-16,0 0 11 0,3 0-5 0,14-1-1 15,-1 0-1-15,4 0-4 0,4 0 5 0,2-2 0 16,6 2 1-16,0-1-10 0,1 1 3 0,-2-1-8 16,-5 2 6-16,-1 0-13 0,-5 0 10 0,-2 0-4 0,-2 0 4 15,-1 0-1-15,-3 0-7 0,-2 0 4 0,-2 0-4 16,-2 0 16-16,-3 0-10 0,1 0 4 0,-1 0-7 15,-1 0 2-15,-1 0 13 0,1 0-8 0,-1 0 7 16,0 0-17-16,0 0 8 0,-1 0 0 0,0 0 3 16,0 0-6-16,2 0 3 0,-1 0 0 0,0 0 1 15,1 0-1-15,-2 0 1 0,0 0 5 0,0 0-3 16,0-1 2-16,0 0-2 0,1 0-5 0,-2 0 4 0,0-1-2 16,0 1-4-16,-2 0 4 0,1 0-4 0,0 0 14 15,-1 0-9-15,-4-2 5 0,-5 0-6 0,2 0 2 16,-1 2-5-16,1 0-3 0,0 1 2 0,-2 0 6 15,2 0-4-15,0 0 0 0,-1 1-3 0,0 0-5 0,0 2 8 16,-2-1 1-16,4 0 2 0,-5 3-5 0,4-3 2 16,-2 2-2-16,0 1 1 0,2-1-1 0,-2 2 1 15,2-1 2-15,1 1-1 0,1 0-2 0,-2-2 3 16,0 9-4-16,-3-2 3 0,4 4 3 0,1 2-2 16,1 0 3-16,-2 2-5 0,-5 0-2 0,4 1-3 15,-3-2 0-15,4 4 0 0,-1-2 8 0,0 0-1 16,1 0 2-16,-1-5-3 0,4 2 4 0,-1-6-6 15,0 1 6-15,2-1-5 0,1-3 6 0,0 1-1 0,1-2-1 16,1-2 0-16,-1 0-2 0,0-2 2 0,1 0-1 16,0-1 2-16,0-1 0 0,1 0-6 0,-1-1 5 15,1 2-3-15,-3 0 23 0,1 0-8 0,1 1 0 0,0-2-3 16,-1 0 3-16,1 0-17 0,0 0 12 0,0 1-14 16,1-1 12-16,0-1-8 0,0 0-1 0,0 0-1 15,1 0-1-15,0-1 2 0,0-1 1 0,2 1 0 16,-1 0-3-16,4-1 3 0,6-3-1 0,-4 1 3 15,4 0 0-15,1 0-3 0,-4 2-1 0,6-2-2 16,-2 2-6-16,4 0 5 0,-2 0 1 0,5 1 2 16,1 1 7-16,0 0-8 0,3 0 8 0,-3 0-7 0,4 1 4 15,-1 2-2-15,1-1-2 0,0 3 0 0,0 0-8 16,-4 0 11-16,0 3-10 0,-2-3 11 0,-3 2-3 16,1 2 1-16,-4-2 2 0,2 1-3 0,-2-1-6 0,-6-2 5 15,0-3 0-15,-4 9 3 0,4-2 4 0,-2 0-2 16,1 1-3-16,1-1 3 0,-1 1 9 0,-2-1-9 15,-3 1 8-15,-1-1-9 0,-1 0 6 0,-3 2 0 16,-1-2-6-16,-2 3 4 0,3-1-3 0,-13-2-5 16,1 0 4-16,-3 1-4 0,1-1 8 0,-3 0 3 15,0-2-1-15,0 1 1 0,1-2-4 0,0 1-6 16,-4-1 1-16,1-5 0 0,-4 1 12 0,0-1-6 16,3 2 0-16,1-1-2 0,-2 12 1 0,1-6-6 0,1-3 9 15,2-4-9-15,1 0 2 0,1-1 1 0,0 0-4 16,1-1 5-16,3 1 3 0,0-1-2 0,-1-1 1 15,5 1-3-15,-2-2-9 0,3 2 10 0,1-1-6 16,0-1 8-16,0 1-7 0,2 1-2 0,0 0 5 16,3-1-4-16,0 2 4 0,0 0 4 0,1-1-8 0,2 1 5 15,0 0-9-15,-2-1-1 0,1 0 6 0,0 0-3 16,0 1-6-16,1 0 9 0,0 0-5 0,0 0 8 16,0 0-6-16,-1 0 4 0,1 0-3 0,0 0 3 15,0 0-5-15,0 0 4 0,1 0 1 0,0 0 1 16,0 0-3-16,0 0 5 0,0 0-3 0,0 0 5 15,0 0-6-15,0 0 0 0,0 0-2 0,0 0 2 0,0 0-1 16,0 0 1-16,0 0-3 0,0 0 1 0,0 0-6 16,0 0-9-16,0 0 6 0,0 0-9 0,0-1-6 15,0-1-18-15,1 1-8 0,0 0-4 0,0 0-25 0,0-2-152 16,2-1-3-16</inkml:trace>
  <inkml:trace contextRef="#ctx0" brushRef="#br0" timeOffset="-175952">31448 2837 679 0,'-1'-2'78'0,"-1"1"25"0,1-1 4 16,-5-7-74-16,2-1 28 0,0 3-45 0,2 2-15 16,1 3 9-16,1 1-10 0,-2-1-7 0,1-1-10 15,0 1-5-15,0 1 1 0,0-1 1 0,0 1 15 16,-1 0 4-16,1 0 1 0,0 0 0 0,1 0 9 16,0 1-5-16,0 0 10 0,0 0 9 0,0 0 6 15,0 0 2-15,1 0 0 0,0 0-5 0,1 0-6 16,0 0 3-16,7-2-3 0,4 1 9 0,4 0-15 15,0 0 4-15,1 1-6 0,2 0 7 0,1 0-5 16,3 0-2-16,0 0-1 0,-1 0-7 0,-1 0-4 0,-1 0 4 16,-2 1-4-16,0 0 8 0,-3-1-8 0,-2 1 3 15,-3 1-3-15,0-1 1 0,-2 0 2 0,-3-1 0 0,1 1 2 16,-2 0 3-16,-2-1 2 0,2 1-3 0,-3-1 5 16,1 0-5-16,-2 0 4 0,0 0-4 0,1 2 4 15,1-1 0-15,-1 0-1 0,0 0 8 0,0 0-6 16,-1 1 2-16,0-1 2 0,0 0-7 0,0 0 6 15,0 0-13-15,1-1 9 0,-2 0-8 0,0 0 7 16,-2 0-6-16,1 1-2 0,0-1 6 0,0 0-5 16,-9 2 3-16,0-1 1 0,-1 0-5 0,-3 1 5 15,1 1-1-15,-1-1-8 0,0 1 7 0,-2 2-8 0,-1 0 2 16,-1 1 3-16,0 0-2 0,-4 2 4 0,2 0 0 16,-2 2-5-16,0-1 1 0,5 0-4 0,-4 3 7 15,1-1-1-15,1 0-1 0,-1 1-1 0,5-9-3 0,-1 12 4 16,0 1-1-16,3 0 2 0,0-2-5 0,2 1 3 15,0-1 0-15,1-1 0 0,0-1 1 0,2 0 3 16,2-3-4-16,1-2 2 0,3 0-2 0,0-2-3 16,0-1 7-16,0 0-6 0,0 0 6 0,2-3-5 15,-3 2 1-15,1 0 0 0,1-1 5 0,0 0-5 16,0 1 1-16,-1-2 0 0,1 0 3 0,0 0-6 16,0 0 6-16,0 1-4 0,-1-1 9 0,1 0-9 15,1 0-1-15,0 0-1 0,0 0 8 0,0 1-6 0,0-1 5 16,0 0-5-16,0 0-2 0,0 0 2 0,0 0-3 15,1 1 4-15,1-2 5 0,-1 0-7 0,1 0 3 16,8 0-3-16,1 0 3 0,5 0-1 0,0 0 2 16,2 0-2-16,2 0 5 0,-1 0-6 0,4 0 0 0,-4 0-2 15,1 1 2-15,-1-1 0 0,-2 0-1 0,2 1-1 16,0 0 4-16,1 2-3 0,-4-1 2 0,0 1-3 16,-2 1 7-16,-2 1-3 0,-2-1-2 0,1 2 0 15,-2 0 0-15,-1 0 0 0,1-1 2 0,-1 5-2 16,0 0 6-16,-1 0-3 0,1 1-3 0,1-1 1 15,-1 1 2-15,0-2-9 0,0 2 13 0,0-2-12 0,1 1 7 16,-2-2 5-16,-1-1-6 0,-2-1 6 0,-1 0-7 16,0-1 4-16,0-2-4 0,0 2 4 0,-1-2 4 15,1 1 0-15,-2-1 4 0,-1 0-4 0,0 0 5 16,0 1-10-16,-1 0 7 0,-3 2-8 0,-4 0 9 0,-13-1-8 16,-1 0-1-16,-2-3-1 0,-1 3 5 0,-1-2 0 15,1 1 2-15,-2 0 0 0,-2-2 2 0,0 13-4 16,-5-6-5-16,6-4 2 0,1-3-1 0,1-2 4 15,3 0 3-15,0 0-3 0,-2 0-7 0,2 0 4 16,0 0-3-16,1-1 3 0,1 0-6 0,1 0 5 16,2 0 5-16,2 1 0 0,2-1 3 0,3 1-1 15,2 0-6-15,3 0 4 0,0 0-7 0,1 0-1 16,3 0-1-16,1 0 0 0,-2 0 2 0,1 0-8 16,0 0 5-16,0 0-6 0,1 0 11 0,0 0 1 0,0 0-2 15,0 0 0-15,-1 0-4 0,1 0 3 0,1 0 2 16,0 0 1-16,0 0 3 0,0 0-11 0,0 0-1 15,1 0-4-15,1 0-5 0,-1 0-28 0,1 0-4 0,9 0-9 16,3-3-27-16,3 0-138 0,2-3-28 0</inkml:trace>
  <inkml:trace contextRef="#ctx0" brushRef="#br0" timeOffset="-165093.55">30227 5423 53 0,'0'0'0'0,"1"0"6"0,1-2 69 0,-1 1-21 15,0 0 10-15,0 1-31 0,1 0 1 0,1-1 1 16,-2 1-3-16,0 0 4 0,0 0-3 0,0 0 22 15,1 0-1-15,-1 0 11 0,0 0 7 0,0 0-28 16,0 0 1-16,1 0-10 0,-1 0-5 0,0 0-5 16,0 0-6-16,0 0 1 0,0 0-14 0,1 0 4 15,-1 0 10-15,-1 0-3 0,1 0 17 0,0 0-5 0,0 0-3 16,0 0 1-16,1-1-7 0,-1 1-1 0,0-2-5 16,0 2 3-16,2 0-11 0,-1 0 2 0,0 0-3 15,1 0 2-15,-1 0 1 0,0 0 3 0,1 0 2 16,-1 0-2-16,0 0-6 0,1 0 9 0,-1 0-3 0,-1 0 4 15,0 2-8-15,1-1 2 0,-1-1 3 0,0 1-2 16,0 0 1-16,0 0-4 0,-1 1 0 0,0-1 0 16,-1 0-2-16,0 0 4 0,-1 0 0 0,-2 0 2 15,-5 3-8-15,-2-1 5 0,0 1-1 0,2-2 3 16,0 1-5-16,-2 0 1 0,0 1-6 0,0-1 5 16,-1 2 0-16,1-1-7 0,0 0 3 0,1 1-3 15,1 0 13-15,-2 0-12 0,2 0 6 0,-1 1-8 0,0 0 3 16,0 0 0-16,1 0 3 0,3-2-2 0,-1-2-1 15,1 5 4-15,3-1-4 0,-2-4 5 0,3 0-5 16,0 2 4-16,-1 0-1 0,-2 4 3 0,4-5 3 16,0 2-4-16,0-1-1 0,-1 0-1 0,1 3-1 0,1-1 2 15,1 3 4-15,2-2-1 0,0 0 5 0,3 3 0 16,-3-1-4-16,11 1 2 0,1-2-4 0,0 1 2 16,3 1-7-16,0-2 4 0,-1 1-3 0,1 1 1 15,-2-3 5-15,1 2-5 0,0 1 5 0,-2-1-5 16,0 2 2-16,-1-3-3 0,-1 1 0 0,0 1-1 15,-1-2-1-15,-2 0 0 0,1 0 1 0,-3-1-5 16,-1-1 6-16,-2 0-6 0,-2 0 11 0,1-2-5 0,-2-1 2 16,-1-1-2-16,0 1 8 0,-1-2 7 0,0 0-4 15,2 2 4-15,-1-1-8 0,0 0 2 0,-1 1-1 16,-1-1 1-16,0 0-11 0,-2-1 2 0,-7 5 5 16,-6 0 0-16,-1-1 7 0,0-3-7 0,1-1-2 0,2 1 0 15,-2-2 1-15,4 0 3 0,-4 0-1 0,1 0 2 16,-4-2-4-16,6 1-7 0,-1-1 4 0,2 1-4 15,4 0 0-15,-4-2 5 0,2 2-4 0,-1-1 5 16,2 1-7-16,-1-1 2 0,2 1-1 0,1 0 1 16,-1 0-2-16,-2 0 2 0,6 1-1 0,-7-2 2 15,4 1-5-15,0 1 2 0,0 0-2 0,3 0 3 16,1 0 4-16,1 0-5 0,-1 0-5 0,2 0-2 16,-1 0-11-16,-1 0-4 0,2 0 3 0,0 0-5 0,0 0-1 15,0 0-10-15,-1 0 4 0,2 0-7 0,0 0-9 0,2 0-89 16,-1-1-15-16,1 0-32 0,10-4-131 0</inkml:trace>
  <inkml:trace contextRef="#ctx0" brushRef="#br0" timeOffset="-164710.61">30197 5407 1121 0,'0'-1'23'15,"-2"0"43"-15,1 0-42 0,0 0-11 0,0-1-8 0,0 1-3 16,0 0-28-16,-1 0 20 0,2 0-3 0,0-1 6 16,0 2-3-16,0 0 6 0,0 0 0 0,0 0 0 15,0 0 6-15,0 2-1 0,0-1 5 0,0 0-4 16,0 0 5-16,0 0 10 0,0 1-2 0,0-1 5 15,0 0-6-15,-1 0 18 0,1 0-7 0,0 0 11 16,0 1-8-16,0-1-10 0,0-1 0 0,1 0-5 0,1 0-3 16,0 0 0-16,13 0 0 0,4 0-1 0,0 0 0 15,2-1-7-15,0-2 3 0,4 1-4 0,-2 0-4 16,2-1 5-16,-1 1-6 0,0 1 5 0,3-1 0 16,-7 2-3-16,-2 0 0 0,-4 0-2 0,-3 0-9 0,0 0 7 15,0 2 3-15,-3-2 1 0,0 1 3 0,-4-1-5 16,2 0-3-16,1 1-1 0,-4-1-4 0,2 0-29 15,-3 0-4-15,1 0-19 0,-1 0-124 0</inkml:trace>
  <inkml:trace contextRef="#ctx0" brushRef="#br0" timeOffset="-152699.98">33403 6153 1402 0,'0'-1'20'0,"0"-1"-1"0,0 1 25 0,4-11-6 0,-2 7 3 15,1-4-25-15,-2 6-16 0,-1 2-3 0,1-2-3 16,1 1 6-16,-1 2-7 0,11-6 8 0,1 1-8 16,-5 4 4-16,2 1-8 0,-2 0 0 0,-7 0-1 15,5 0 8-15,-1 0 10 0,-4 0-6 0,8 3 7 16,0-1-7-16,-7-1-3 0,5 1 4 0,-5 0-5 15,1-1 5-15,-1 0 6 0,-1 0-4 0,0 1 4 0,3 6-3 16,-1 3 3-16,0 0-4 0,-2 1 3 0,0-3-11 16,0 6 7-16,-1-1 1 0,0 1 3 0,-4 1-2 15,0-2-10-15,2 0 7 0,-2 0-6 0,0 0 5 0,-2 1 5 16,-1-1-9-16,1-1 8 0,-1 0 2 0,-2 0-2 16,2-1 0-16,-1 0-3 0,0 0-4 0,2-3 5 15,1 2 4-15,3-3-1 0,-4 0-4 0,1-1 8 16,3-2-5-16,0 0 6 0,-2 0-14 0,2-2 13 15,1-1-6-15,-2 2 10 0,1 0-4 0,1-1-2 16,-2 2 4-16,2-1-4 0,1 1 0 0,0-1 2 16,1 0-4-16,-1-2 4 0,3 1-8 0,-2-1 3 15,1 1 1-15,9-1 1 0,-6 2 4 0,9 5-8 0,-8-5-1 16,4 0-1-16,11 2-1 0,-12-5 1 0,7 2 0 16,-8-3 0-16,-7 0 0 0,5 0-3 0,-3 0-3 15,-2 0-3-15,4-1-9 0,-3 1-16 0,8-5-2 16,-8 5-5-16,0-3 3 0,0 0-64 0,4-6 25 0,-1-1-39 15,1 0 13-15,-3-1-55 0,-1 0 1 0,-2 1-27 16,0-1-103-16</inkml:trace>
  <inkml:trace contextRef="#ctx0" brushRef="#br0" timeOffset="-138305.05">6822 11975 37 0,'0'0'109'0,"0"-1"-35"0,0-1 47 15,0 0 11-15,0-5-73 0,0-2-10 0,1-2-15 0,-1 0-9 16,0 0 2-16,0-1-16 0,-1 1 46 0,-1 2-18 16,1 4 23-16,-1-3-47 0,-1 0 4 0,0 0 0 15,-1-2 0-15,2 3 0 0,0 0 4 0,-2 0 4 16,1 0 0-16,-1 1 1 0,2 3 8 0,-2-3-4 0,2 2 5 16,1 2-18-16,-9 1 5 0,1-6-10 0,-2 2 9 15,0 1-13-15,-2 3 9 0,-5 2 3 0,4 3 1 16,-4 4 8-16,3 1-9 0,0-1 8 0,-2 14-8 15,1 3 0-15,-1 0-1 0,1 2-10 0,3-1 7 16,0-1-16-16,2 1 3 0,1 1-1 0,0-2 1 0,2 2-5 16,0-1 8-16,2 2-6 0,1 0 8 0,1 3-5 15,0 1 4-15,-1 5 0 0,2-2-1 0,1 2-2 16,-1-1 5-16,1-3 4 0,-16 2-1 0,10-2-8 16,4 0 8-16,4 0-5 0,0 0 6 0,3 0-11 0,-1 0-1 15,2 0 4-15,-1 1-3 0,1 0-1 0,0 0 10 16,1 1-6-16,-3 0 11 0,2-3 4 0,-2 0 6 15,1-4 1-15,-2 1 0 0,-1-5 2 0,0 0-5 16,0-3-5-16,-1-2 1 0,-2-2-14 0,0 3 1 16,-2-2 4-16,-2 0-1 0,0-1 1 0,-1 1 6 15,-2-2-3-15,9 0 5 0,-13-2 1 0,-2 0 17 16,-2-1-9-16,-1-3 10 0,-2 3-13 0,-1-3 0 16,-1-1-4-16,1 1 0 0,3-3-11 0,2-1-7 0,-1-1 5 15,1-2-6-15,0-1 7 0,0-1-13 0,6 2 4 16,-1 5-6-16,1-2 2 0,1-1-7 0,0-2 1 15,1-1-3-15,2 0-10 0,0-2-18 0,1 0-13 16,0 0 0-16,1 0-33 0,2-2-45 0,-1 1-7 16,3 1-17-16,0-10-60 0,0-8-136 0</inkml:trace>
  <inkml:trace contextRef="#ctx0" brushRef="#br0" timeOffset="-137971.7">5981 12737 1269 0,'-1'0'85'0,"-1"0"10"0,0-1-24 15,-4-1-25-15,0 1-17 0,3 0-8 0,0 0-23 16,1 0-5-16,0 0-6 0,1-1-6 0,-1 1 10 15,1 0 1-15,1 0 2 0,0 0 1 0,1-1 5 16,2 1 2-16,5-1 2 0,8-2-2 0,1 1 12 16,-1-1 2-16,3 1 5 0,1-1 11 0,4 0 5 0,-1-1 1 15,3 0 2-15,2 1 1 0,-1-2-5 0,5 0-8 16,-5 1 3-16,0-1-11 0,-1 0-13 16,-5 2 4-16,0 0-9 0,-3 1 2 0,-4 0 2 0,0 1-4 15,-2 1 1-15,1-1-11 0,-1 1-6 0,-1 0 1 16,1 0-4-16,0 0-16 0,-1 1-19 0,-1 0-27 15,-2 0-4-15,-2 0-170 0,1 0-255 0</inkml:trace>
  <inkml:trace contextRef="#ctx0" brushRef="#br0" timeOffset="-137468.04">6832 13548 949 0,'-1'0'64'0,"0"0"130"0,0 0-167 0,-2 0-6 15,1 0 4-15,0 0-3 0,-1 0 6 0,2 0-3 0,0 0-2 16,0-1 1-16,-2 0 5 0,1 0-10 0,0-2 0 16,-3-5-5-16,-1-5-12 0,0-2 6 0,3 1-3 15,1 3 4-15,2-1-5 0,0 2 8 0,0 2 0 16,-1-1 3-16,1 3 0 0,0 4 7 0,0 0-3 0,0 1 4 16,-1-2-2-16,0 1-11 0,0 0-4 0,1 0-3 15,0 1-15-15,0 0 6 0,0 1 6 0,0 1-1 16,0 2 6-16,1 18-6 0,0 7-1 0,0 1 0 15,-1 2 7-15,0-2-7 0,0 2 4 0,0-2-3 16,0 1 11-16,-1-3 3 0,0 0 3 0,-1-3 0 16,-1 0 13-16,1-3-3 0,0 1 1 0,0-4-1 15,0 0-10-15,0-3-9 0,0-2-3 0,1-1-2 0,0-3-9 16,1-2 11-16,0-2-8 0,0-2 8 0,0 0-16 16,0-1 8-16,0 0-4 0,0 1 4 0,0-2-16 15,0 0-10-15,0 0-5 0,-1 1-4 0,0-1-35 0,0-1-35 16,-1-1 2-16,1-2-14 0,-2-11-15 0,-2-9-44 15,3-2-19-15</inkml:trace>
  <inkml:trace contextRef="#ctx0" brushRef="#br0" timeOffset="-137170.39">6624 13347 1277 0,'-1'0'40'16,"0"0"75"-16,-3 0-59 0,-3 0-9 0,2 0 7 16,3 0-11-16,1 0-16 0,0 0-12 0,-2 0-12 0,1 0 2 15,0 0-27-15,0 0 20 0,1 0-6 0,0 0 10 16,1 0-4-16,0 0 4 0,1 0-2 0,2 0 4 16,6 0 3-16,6 0-3 0,3-1 2 0,-3 1-3 15,-4 0 7-15,4-1 4 0,4-2 0 0,1 2 2 16,2 0 7-16,-1 0-1 0,-3 0 1 0,1 0-3 15,0-1-3-15,-4 1-7 0,1 0-7 0,0 0 2 16,-1 0-6-16,0-1-5 0,-1 0 0 0,1 0-5 0,-3-1-17 16,1 0-14-16,0-2-13 0,1-2-17 0,1-2-216 15</inkml:trace>
  <inkml:trace contextRef="#ctx0" brushRef="#br0" timeOffset="-136687.8">7560 12711 869 0,'-1'0'106'15,"0"0"-2"-15,0 0 2 0,-1 0-5 0,0 0-34 0,0 0-16 16,-1 0-27-16,1 0-5 0,0 0-6 0,-1 0-17 15,2 0-9-15,0 0 8 0,0 0-6 0,0 0 11 0,1 0 0 16,0 0-3-16,1 1 2 0,1 0 4 0,13 2 6 16,3-1 2-16,0-1 2 0,3 0 5 0,2-1 10 15,1 0-3-15,-1-2 5 0,1 0 3 0,2-2-1 16,-2 1 2-16,-1-1-3 0,-2 1-11 0,-2-1-11 16,0 2 1-16,-2-1-3 0,1 1-2 0,-3 0 5 15,0 0-7-15,0 0 4 0,-3 1-8 0,-1 0 3 16,0 1-2-16,-2 0 1 0,-1 0-1 0,-1 0-6 15,-1 0-2-15,-3 0-2 0,-1 0-15 0,0 0-8 16,1 0-3-16,-1 0-8 0,0 0-64 0,-1 0-29 0,1 0-24 16,-1 0-2-16,0 0-130 0</inkml:trace>
  <inkml:trace contextRef="#ctx0" brushRef="#br0" timeOffset="-136302.77">7509 12993 1194 0,'-1'0'50'16,"0"0"3"-16,-1 0 8 0,-8 2-11 0,2 1-8 0,2-2-27 16,3 0-5-16,2-1-5 0,-1 0 1 0,0 1-16 15,0 1-5-15,-1-1 0 0,2 0 0 0,0 0-7 0,0 0 8 16,1 0-7-16,0 1 10 0,1-1 14 0,1 0 9 15,1-1 5-15,11 2-2 0,2-1 0 0,0-1 10 16,1-1 1-16,4 0 3 0,-5-1 10 0,1-1-3 16,1 1 6-16,-4 0-4 0,5-1 4 0,-2 2-4 15,2 0-11-15,0 0 6 0,-1 1-13 0,2 0 2 16,-4 1 1-16,1 0-2 0,-3 0-1 0,-1 2-5 16,0-1-3-16,-3 0-1 0,1 1-11 0,-3-1 3 15,0 0 5-15,-2 1-3 0,1-1 3 0,-2 1-6 16,-2-2-1-16,0 0-1 0,-1 0-7 0,-1-1 6 0,0 0 0 15,2 2 1-15,-1 1 9 0,1-1 0 0,-2 0-3 16,0 1 2-16,0-1-11 0,0 1 6 0,0-1-3 16,-1 0 0-16,0-1-17 0,0 1-50 0,0-1-42 0,0 0-15 15,0 0-277-15</inkml:trace>
  <inkml:trace contextRef="#ctx0" brushRef="#br0" timeOffset="-133118.14">10166 11540 506 0,'0'-1'0'0,"-1"-1"3"15,0 1 42-15,-1-1-7 0,1-1 7 0,0-2-17 16,0-2-4-16,1-1 11 0,0 1-9 0,0-1 10 15,0 0-17-15,0 1-15 0,0-3 1 0,0 2-5 16,0-4 11-16,0 2 0 0,0-2 3 0,-1 2-1 16,-2-1 6-16,0-1 20 0,-1 2-3 0,0 0 8 15,0 2-4-15,-1 0 4 0,1 0-6 0,-2-2 4 0,0 2-20 16,5 1-1-16,-9 4 1 0,-3 0-2 0,2-1-6 16,0-3-2-16,2 3-4 0,-4-1 4 0,0 4-4 0,0 1 1 15,-5 1-5-15,4 3 3 0,1 0-8 0,0 3 5 16,0 3-2-16,1-6 3 0,-2 13-2 0,1-2-2 15,0 0 6-15,1 0-7 0,0 1-1 0,0-2 2 16,1 0 3-16,1 1 0 0,0 1 10 0,1-1-2 16,-2 0 1-16,3 1-1 0,0-1-5 0,-1 3 5 15,2-2-5-15,1 2 4 0,2-3-12 0,-6 0 4 16,2-1 4-16,5-1 2 0,2-1 6 0,1-1 6 16,1-1-6-16,1 0 6 0,2-1 5 0,-1-1-17 15,0-4 7-15,-1-1-9 0,4-2 10 0,6 2-10 0,-1-2 5 16,2 7-8-16,0-2 4 0,0-5 0 0,1-1 4 15,0-2-3-15,2-4-3 0,-1-1-4 0,0-2-1 16,-1 6 1-16,3-11-3 0,-2-3-6 0,1 0 3 16,-1-1-1-16,-1 1 13 0,-1 0-9 0,-3 1-1 15,2 1-3-15,0-2 10 0,-3 3-4 0,2 0 2 16,-5 2-3-16,-1-1-4 0,2 3 4 0,-3-1 1 0,2 2 2 16,0 3-4-16,-1 0-2 0,2 1 2 0,-4 2 1 15,-2-1 1-15,2 3-1 0,-2-1-7 0,1-1 4 16,1 1 3-16,-1 0 8 0,0 0 4 0,1 1 0 15,-2 0 10-15,0 0-4 0,0 0-3 0,0 1-1 16,1 1-3-16,-2 0-11 0,0 1 4 0,-2 14-7 0,1 0 3 16,-1 1 7-16,0-2-4 0,-1 2 4 0,1 0-7 15,1 2-1-15,0 2 1 0,-1 1 0 0,2 2 1 16,-1 3 1-16,0 1 1 0,0 4-1 0,-2 2 3 0,1 4-6 16,0 3 0-16,-2-1-2 0,2 0 6 0,0-3-2 15,-2-3 4-15,0-1-3 0,0-3 4 0,-1-2-3 16,-1 0-4-16,0-1 1 0,-1 1 3 0,0-1 1 15,0-1 2-15,-1-1-4 0,-1-1-7 0,-2-1 5 16,0-1 3-16,1-2 1 0,-2-1 0 0,11-6 3 16,-12-1-4-16,1-2 5 0,-1-1-1 0,3-2 22 15,-2-3-5-15,1-1 11 0,1 4 3 0,-1-1-21 16,2-3 5-16,-1-2-10 0,3 1-2 0,0-2-10 16,1-2 1-16,0 0-5 0,1-1-15 0,0 1 14 0,1-12-5 15,2 0 9-15,1-3 4 0,-11-3-3 0,4 0 1 16,3-2-1-16,4 0 3 0,1 3-6 0,2-2 3 15,3 0-3-15,2-1 7 0,1 0-3 0,2 2-2 16,1 0 1-16,-7 2 0 0,14 1-6 0,0 1 6 0,0-1-6 16,2 3 6-16,1 1 0 0,0 0 0 0,1 1 1 15,-5 2 3-15,2 2-14 0,-1 2 1 0,-3 3-8 16,-1 0 1-16,-2 2 6 0,-2-6-8 0,1 1 6 16,-2 2-12-16,1 2 4 0,-1 1-3 0,-3 1-3 15,1 0-59-15,-1 0-96 0,-1 0-5 0,2 0-34 16,0 0-70-16</inkml:trace>
  <inkml:trace contextRef="#ctx0" brushRef="#br0" timeOffset="-132350.02">10387 11999 1352 0,'-1'0'35'0,"0"0"-3"0,-1-1-7 16,1 0 7-16,0 0-19 0,0 0-7 0,0 0-4 0,0-1-5 15,-1 1 1-15,1 1-16 0,0 0 6 0,0 0-4 16,0 0 4-16,-1 0-4 0,2 0 7 0,0 1 1 16,0 1 3-16,0-1 15 0,0 1-1 0,0 5 4 15,-1 6-4-15,-1 1 16 0,-2 3-12 0,1-1 8 0,-2 3-11 16,-1 0 8-16,-1 1 13 0,-1 1 4 0,-1 1 2 15,-1 1 3-15,2-3-2 0,-1 2-3 16,2-3 2-16,-1 2-2 0,3-6-8 0,0-1-8 0,1-2 1 16,2-2-14-16,0-3-8 0,0 1 6 0,1-1-7 15,1-2 3-15,0-2-2 0,0 1 1 0,0-2-3 16,0 0-7-16,0 1 9 0,0-2-5 0,0 0 6 16,1 0-3-16,1 0 13 0,-1 1-2 0,0-2 5 15,0 0-7-15,0-2 6 0,-1 1-5 0,10-18 4 0,-1-4-5 16,-1-3-4-16,1-1 1 0,0-1-2 0,-1 1 2 15,2 1-5-15,-1 0 6 0,2 1-6 0,-1 3 3 16,2 2 0-16,-11 0-6 0,16 2 5 0,-2 3 1 0,-1 3-1 16,0 3 1-16,-2 4 0 0,-1 0 4 0,-2 3-11 15,-1-4 0-15,-2 3-5 0,2-1 2 0,4 2 9 16,-4 2-2-16,5 3 4 0,-6 1 6 0,-4 1 6 16,1 12 8-16,8 1-3 0,-4 1 11 0,-3-1-12 15,-1 1 1-15,-2-1-4 0,-1-2-4 0,-1 0-1 16,0-2-4-16,0-4 4 0,0 0-3 0,0-4 0 15,0 0-4-15,0-1 2 0,0-1-3 0,0-1 0 0,0-1 1 16,0-1-2-16,1 1-6 0,0 0 4 0,1 1 2 16,-1-1 0-16,-1-1 5 0,0 1-14 0,1-1 6 15,0-1-9-15,0 0 13 0,0-1 2 0,1-2-3 16,5-10 0-16,3-7-3 0,1-1 3 0,-1 1-1 0,2-1 2 16,0 0 1-16,1 0-7 0,-1 2 5 0,-11 1-7 15,11 1 12-15,2 2-5 0,-5 2 0 0,2 3-2 16,-1 0 2-16,-1 2-6 0,-1 4 6 0,1 1-6 15,-1-3 1-15,2 2 1 0,-1 1-2 0,-1 3 2 16,2 1-1-16,-3 3 9 0,1-1 0 0,-2 20 5 16,0 0 6-16,-1 2 8 0,-2 1-6 0,-2-1 5 15,0 0-8-15,15 3-1 0,-9-3 3 0,-4-1-4 16,0-1-6-16,-2-1-6 0,-1-5 1 0,0-1-1 0,0-1-4 16,1-2-1-16,0-1-6 0,0-2 4 0,-1-5-22 15,0-2-77-15,0 0 1 0,2-1-30 0,-1 0-36 0,-1 1-115 16,0-1-88-16</inkml:trace>
  <inkml:trace contextRef="#ctx0" brushRef="#br0" timeOffset="-131530.84">9219 12726 1427 0,'-1'0'-26'0,"-1"0"-3"0,-18-2 24 16,3-1 4-16,7 2 11 0,1 0-11 0,1 0 0 15,1 0 1-15,0 1 3 0,0 0 2 0,2 0-5 16,2 0-1-16,0 0-2 0,2 0 3 0,-1 0 0 15,0 0 2-15,0 0-1 0,1 0-5 0,0 0 8 16,0 0-2-16,0 0 8 0,0 0 7 0,-1 0 10 16,1 0 0-16,0 0 5 0,0 0 13 0,0 0-15 15,1 0 3-15,0 0-8 0,0 1-5 0,1 0 3 16,0 0 5-16,1 0-3 0,2-1 5 0,11 3-18 0,2-3 0 16,1 0-6-16,5 0-3 0,-1 0-2 15,2 0 4-15,2-1-3 0,-1-1 3 0,4 0-7 0,-1 1-1 16,4-1-3-16,1-1 4 0,3 0 2 0,2-1 3 15,2 2-1-15,0 1 3 0,2 0-7 0,0-1 2 16,-1 1-3-16,2 0 10 0,-3 0-2 0,0-2-2 0,2 2 0 16,-2-1-3-16,6 0 11 0,2-1-3 0,3 1 5 15,3 0-3-15,2-1-6 0,-2 0 3 0,-1-1-4 16,0 1-2-16,0-1 0 0,1 1-2 0,3-2 1 16,1 1 6-16,2 1-5 0,0-1 4 0,-2 1-3 15,0-1-1-15,-6 1 1 0,3-2-2 0,2 1 0 16,2 1-5-16,3-3 5 0,2 1 1 0,-5-1 2 0,-2 1-2 15,-4 0 5-15,-1-1-5 0,3 1 5 0,2-1-8 16,1 1 2-16,-2 0-1 0,-3-1 1 0,-2 0 9 16,-4 0-9-16,0 0 2 0,-3 2-5 0,-2-1 3 0,-1 1-1 15,1 0 3-15,-2-1-2 0,-3 0 2 0,1 1 0 16,-4 0-3-16,-2 2 1 0,-1-1 0 0,-5 2 1 16,-1-1 4-16,-3 1-2 0,-1-1-3 0,-2 1 5 15,-1 0-5-15,-3 1 7 0,-1-1-2 0,-2 1-5 16,0-1 5-16,-4 1-5 0,3 0 0 0,-5 0 7 15,1 0-9-15,-3 0 7 0,0 0-4 0,-1 0 9 16,0 0-3-16,-2 0 4 0,0 0-6 0,1 0-2 16,1 0 9-16,-1 0-8 0,0 0 8 0,1 0-5 0,-2 0-5 15,0 0 1-15,0 0-10 0,0 0-25 0,1 0-33 16,-1 0-6-16,-1 0-186 0</inkml:trace>
  <inkml:trace contextRef="#ctx0" brushRef="#br0" timeOffset="-130448.58">8899 13447 1016 0,'-1'0'24'0,"0"0"-3"0,0 0 21 16,-1-1-2-16,-1 0-1 0,1 0-11 0,-1-1-24 0,1 1 7 16,1 0-11-16,0 0-6 0,0 0 8 0,-1-1-7 15,2 1 8-15,0 0 0 0,2-1 0 0,-1-1 6 16,0 1-5-16,1 1 0 0,10 0 7 0,1-9-7 15,-1 4 8-15,0 2-12 0,-1 1 8 0,0 2-1 0,-1 1 3 16,2 1-3-16,1 3-1 0,-2 1 2 0,-3-1 0 16,-2-1 9-16,0 10 3 0,-2 2 4 0,2 3-1 15,-1-2 7-15,6 0 2 0,-6 3-12 0,-3 2 5 16,-5 1-25-16,-4 1 3 0,-6 3 4 0,-1-1 0 16,7 1 1-16,-13-1-5 0,-2 1 3 0,-2-2-1 15,1-1 18-15,0 0 2 0,0-2 5 0,1 1-2 16,-3-3 13-16,1-3-7 0,0 0 1 0,0-5-3 0,3-2 0 15,-1-1-6-15,-1-5 4 0,3 1-5 0,1 0-5 16,1 7-9-16,6-5-3 0,-2-2-1 0,0-2-7 16,4-2 7-16,0 0-3 0,3 0 3 0,1 0-5 0,2 0-6 15,0 0 6-15,0 0-5 0,2 0 4 0,-1-1-7 16,1 0-6-16,0 0 2 0,0-1 10 0,1 1-6 16,0 0 8-16,1-1-8 0,1-1 6 0,3-5-1 15,2 0-2-15,3-2 2 0,9 1 1 0,2 4-3 16,0-1 0-16,-3-2-1 0,0 3 5 0,3 3-1 15,-1 0-1-15,2-10-1 0,0 5-2 0,-5 5 0 16,2 2 3-16,-4 1-3 0,1 2-2 0,0 2 6 16,-1 2 0-16,-1 0 2 0,-2 1 0 0,0-2 0 0,1 6-4 15,-3 0 4-15,2-2 4 0,-2 1-2 0,0 0 1 16,0 1-1-16,-2 0 3 0,0-1-7 0,-1-1 2 16,-2-4-4-16,2 2-2 0,0 0 4 0,-1-3 1 15,0 1 0-15,-2-1-1 0,-2 0-3 0,3-3 2 16,-3 0-4-16,0 1-5 0,-1-2-20 0,2 2 2 0,-2-1-10 15,0-1-18-15,3 0-103 0,-2-1 9 0,1 2-38 16,1 1 3-16,-1-1-34 0,0-1-6 0</inkml:trace>
  <inkml:trace contextRef="#ctx0" brushRef="#br0" timeOffset="-129982.27">9324 13667 463 0,'0'0'262'0,"0"0"-283"16,0 0 288-16,0 1-136 0,0 0-48 0,-1 0-7 16,0 1 7-16,-1-1-10 0,1 0-8 0,0 1-17 15,0 2-8-15,-3 6 1 0,1 2-14 0,-1 0-6 16,1 2-3-16,0-1-2 0,1-1-20 0,1 1 7 16,0 0-3-16,0 0 6 0,1 0 3 0,0 1-7 15,0-3 3-15,0 0-5 0,0 2 0 0,0-5-1 16,0-1 1-16,0 1-1 0,0-2 6 0,0 0-4 15,0-5-1-15,0 1-3 0,0 0-7 0,0 0 4 16,0 1-4-16,0-2 2 0,0 0-28 0,0 0 7 0,0 0-1 16,0 0 6-16,0 1 19 0,1-1 4 0,0-1 2 15,1-1 1-15,1-3 1 0,4-16-5 0,3-1 2 16,2 0-3-16,1 1 0 0,-3 1 3 0,2 1-3 0,-1 3 2 16,-1 1 1-16,1 3-1 0,-2 3-1 0,1 2 0 15,-4 3 0-15,-2 0 2 0,1 1 3 0,0-1 0 16,0-1-2-16,-1 2 8 0,0 0-2 0,-1 1 4 15,1 1 2-15,1 0-2 0,-2 0 1 0,2 3-1 16,-4-3 3-16,0 16 6 0,1 2-3 0,10-1 3 16,-5 2-1-16,-2-2 5 0,-3 0-4 0,-1 0 3 15,-1-1-17-15,0-2-3 0,0 2 4 0,0-3-4 0,0-5 2 16,0 0-2-16,0-2-3 0,0-1 1 0,0-2-6 16,0-1-7-16,0 1-7 0,0-2 1 0,0 1-23 15,0 1-14-15,0-1-21 0,0 0 1 0,0 0-63 0,0-1 1 16,0-1-1-16,0-1-9 0,0-2-85 0</inkml:trace>
  <inkml:trace contextRef="#ctx0" brushRef="#br0" timeOffset="-129748.24">9298 13395 1112 0,'-1'0'78'0,"0"0"-62"0,0 0 86 16,-2 0-34-16,1 0-22 0,1 0-36 0,-1 0 3 16,1 0-13-16,0 0-3 0,1 0 10 0,0 0 1 0,0 0 4 15,1 0-2-15,2 0-2 0,7 3-7 0,8 1 5 16,1 1 0-16,-1-1-10 0,4 0 4 0,0-1-8 16,0-1 7-16,3-1-21 0,-1 0-3 0,0-1-7 15,2-1-22-15,1-2-28 0,-3-2-93 0</inkml:trace>
  <inkml:trace contextRef="#ctx0" brushRef="#br0" timeOffset="-129047.6">10288 13084 1153 0,'-1'0'26'0,"0"-1"51"16,0-1-43-16,-1 1-5 0,1 0 3 0,0 0-5 16,0 0-10-16,0-1 0 0,0 1-6 0,-1 0 3 15,1 0-10-15,0 0-2 0,0 0 5 0,0-1-3 16,0 1 1-16,-1 0 6 0,0 0-7 0,0 0 7 15,-1 0-7-15,1-1 22 0,-7-2-4 0,-2 0 9 0,0 2-3 16,-2 1 6-16,-1 1 1 0,-3 1 0 0,-1 2-7 0,0 1 11 16,1 2-2-16,0 1 4 0,0 1-16 15,-4 3-10-15,-1 0-6 0,4-5 2 0,-2 14-10 0,1 4 1 16,2 2 1-16,0 2-1 0,0 4 5 0,4 0-8 16,0 3 2-16,3-2-4 0,0-2-1 0,3 5 1 15,3-1-3-15,-1 0 4 0,2-1 10 0,1-3-8 16,0-3 0-16,1-1-2 0,-15 0 1 0,8-1-1 15,3-1 2-15,4-1 0 0,1 0 0 0,0-1 1 16,1 0-1-16,2-1 1 0,0-1 1 0,2-2 1 0,1 2 2 16,0-2-1-16,1-1 1 0,1 0-1 0,0-2-3 15,0-2 1-15,2 1-9 0,-9-4 7 0,13 3-2 16,1-2 3-16,0-1-3 0,-2-1 1 0,-3-4-2 16,1 1 3-16,0-1 2 0,2-1-1 0,3 1 2 15,-5-1-3-15,0 0 1 0,-3-2 0 0,-1 2-1 16,-1-3 1-16,0 1-7 0,-1-1 9 0,-1 0-2 0,-1 1 5 15,1-1-6-15,-1 0-4 0,-2 1 0 0,3-2-1 16,-1 1 3-16,1 0-1 0,-1-1-1 0,-1 1-1 16,1 0-10-16,-1 1-11 0,1-1-8 0,-1 0-1 15,0 0-38-15,1-1-126 0,-2-1-7 0</inkml:trace>
  <inkml:trace contextRef="#ctx0" brushRef="#br0" timeOffset="-128430.95">10774 13245 850 0,'0'0'56'16,"-1"0"2"-16,-1 0 7 0,0 0-9 0,0-1-10 0,1 1-7 16,-4-2-8-16,0 1 1 0,-1-1-4 0,0 0-7 15,1-1-1-15,-2 1 0 0,2 1 1 0,-1-1 7 16,-2 1-10-16,-2 0 0 0,1 0-2 0,-3 0 8 16,0 1-1-16,3 0 2 0,-5 1-2 0,-3 1 4 15,1 2-3-15,-5 2 6 0,1 1-4 0,-1 3 15 0,-5 4-8 16,2-11-4-16,0 17-1 0,0 1-5 0,3-1 1 15,0-1 2-15,2 3-3 0,2 2-5 0,2-4-8 16,2 3 0-16,3-3-3 0,0-2-6 0,2 1-2 16,2-1 1-16,3 1-1 0,-1-1 4 0,3 1-4 15,-11 1 0-15,5-2-3 0,2 2 4 0,3-1-6 16,1 0 0-16,1-2-1 0,1-1 5 0,2 1 0 0,1-2 2 16,1-1 0-16,1 0 0 0,-1-2-1 0,3 2-1 15,-1-2-1-15,1 1 5 0,-1-3-1 0,-2 0-1 16,7 0-1-16,0 1 3 0,2-3-5 0,-1-1-4 15,1-6-2-15,-1 0-9 0,-1 1-2 0,1 7-1 16,0-2-3-16,3 1-11 0,0-3-7 0,1 0-1 0,0-4-3 16,-2-1-19-16,5-4-128 0,-2-2-32 0</inkml:trace>
  <inkml:trace contextRef="#ctx0" brushRef="#br0" timeOffset="-127563.6">10739 14082 742 0,'-2'0'44'0,"1"1"93"0,0 0-129 0,0 1 0 15,0-1-8-15,0 0 4 0,-1 0-13 0,1 0 4 16,1 0-3-16,0 1 3 0,0-1 5 0,0 0-3 16,0 0 3-16,0 0-4 0,0 1 5 0,0-1 5 15,0 0 4-15,0 0 1 0,0 0 29 0,0 0 29 0,0 1 1 16,0-1 7-16,0 0-9 0,0 0-10 0,0 0-6 16,0 0-1-16,0 1-16 0,0-1-26 0,0 0 5 15,0 0-11-15,0-1-1 0,1 0-7 0,1 0 4 0,-1 0-5 16,0-1 10-16,1 0 1 0,1 0-2 0,6-4 2 15,0-7-1-15,1-2-2 0,-2 0 3 0,0 0-2 16,-1-3 6-16,2 0-6 0,-4-1-3 0,2-1 1 16,-1 3 5-16,0-1-1 0,-1 2 0 0,0-1-2 15,-3 0 3-15,0 1-3 0,0 1 4 0,-1 2-4 16,0 0 6-16,6 2-6 0,-1-1 5 0,-3 3-5 16,0 1 2-16,-1 1 1 0,-1 1-2 0,0 1 1 0,-1 1-2 15,0 2 5-15,0 0 1 0,0 0 2 0,2-2 8 16,-1 1-1-16,0 0 1 0,0 1-2 0,-1-1-13 15,0 1-4-15,0 0-1 0,0 0 1 0,0 1 6 16,0 0-7-16,0 1 4 0,0 1-3 0,-1 5 6 0,-3 11 1 16,1 0-3-16,-1 1 1 0,1-1-6 0,-1 0 3 15,2-2 1-15,-2 3 2 0,1-1-5 0,1-3 1 16,-1 2 3-16,2-3 0 0,0-3 5 0,0 0-5 16,-1 1 0-16,2-3-1 0,0 1-1 0,0-2-2 15,0-1-2-15,2 1-1 0,-1-2 1 0,0 0 1 16,0-1 1-16,0-2 0 0,-1 0 0 0,2-1-2 15,-1 0-1-15,-1-1 0 0,1 2 2 0,1-1-4 16,1 0 6-16,-1 0-3 0,1-1 5 0,3 1 3 0,1-1 0 16,2-1 2-16,-1-1 6 0,-1-1-11 0,1-3 0 15,0 2-3-15,-1-13-1 0,3 0 2 0,-2-2 1 16,0-1 1-16,2 3 1 0,-4-1-3 0,1 1 1 0,-3 2-2 16,0 1 0-16,-1 0-2 0,4 2 2 0,-1 2-1 15,0-2 7-15,-2 3-5 0,-2 3-1 0,-1 3 0 16,0 0 4-16,-1 1-7 0,2-2 8 0,-1 1-7 15,0 1 2-15,0 0 10 0,0-1-10 0,0 1 9 16,1 0-16-16,-1 0 5 0,-1 1-3 0,0 0 5 16,1 1-1-16,0 0 6 0,0 5 1 0,3 8 2 15,-2 0-5-15,1 0-7 0,0 2 6 0,-1-1-6 0,2 1 3 16,0 0 1-16,-2-2-5 0,1 0 6 0,0 2 4 16,0-1-3-16,0-3 1 0,-1 1-3 0,2-1-1 15,-1 0 1-15,1-1 0 0,-2-2 2 0,0 0 2 16,1 0-9-16,-1-2 4 0,0-2-6 0,1 1 5 0,-2-1 1 15,0-1-8-15,0-1 4 0,0-1-40 0,2 1-9 16,-1-1-3-16,-1-2-15 0,6 4-150 0,3-2-76 16</inkml:trace>
  <inkml:trace contextRef="#ctx0" brushRef="#br0" timeOffset="-127029.7">11315 13641 730 0,'0'0'47'0,"-1"0"61"0,-1 0-33 0,1 0 2 15,0 0-9-15,0 0 5 0,0 0-21 0,0 0-13 0,-1 0 4 16,1 0-9-16,0 0-23 0,0 0-11 0,0 0 0 16,1 0-1-16,0 0 1 0,0 0 12 0,0 0-1 15,1 0 8-15,0 0 10 0,0 1-2 0,2 0 3 16,1-1-4-16,8 3-1 0,1-2-2 0,1-1-6 0,0 0 2 15,0 0-18-15,4-1 9 0,-3 0-6 0,0-2 5 16,0 1-9-16,-1 0-14 0,0-1 11 0,-1 1-11 16,0-1 5-16,-4 1 0 0,-1 1-7 0,-2 0 5 15,-2 0-27-15,-1-1-65 0,1 1-24 0,-1 0-22 16,0 0-154-16</inkml:trace>
  <inkml:trace contextRef="#ctx0" brushRef="#br0" timeOffset="-126761.92">11402 13376 1185 0,'-1'0'75'0,"-1"0"147"0,0 2-181 0,1-2-24 15,-1 1 3-15,0-1-11 0,0 1-14 0,1 1 4 16,-6 9 2-16,1 1 1 0,0 7 1 0,1 3 2 15,3-1-9-15,2 3 6 0,0-3-3 0,0-1 2 16,1 1-3-16,0 0 2 0,0 0-5 0,-1 3 4 0,0-2 5 16,0 2-4-16,-1-1 0 0,0-2-2 0,0-1 0 15,0-2 0-15,0-4 7 0,-1 1-16 0,2-2 1 16,0-2-8-16,0-2-13 0,0-2-11 0,0-3-19 16,0 1 3-16,0-3-73 0,2 0-100 0,-1 1-25 15</inkml:trace>
  <inkml:trace contextRef="#ctx0" brushRef="#br0" timeOffset="-126362.04">11858 13360 870 0,'0'0'101'0,"0"-1"9"16,0 0-30-16,-1-1-21 0,0 0-27 0,0 0-2 0,-1-3-10 15,0-4-1-15,1 2-5 0,0 0-14 0,1 2 9 16,0 3-4-16,0-1 6 0,0 2-6 0,0 0-1 16,0 0 8-16,-2-2-5 0,1 1 7 0,0 0-4 15,-1 0 5-15,-1 1-2 0,-7-2 18 0,-3 2-7 16,-1 2 1-16,-2 5-1 0,-1 3 10 0,-3-7 3 16,-2 18-2-16,0 1 3 0,1 1 2 0,2 4-15 15,2 1 4-15,1-2-10 0,2 4 1 0,4-5-15 16,0 1 3-16,6-1-5 0,-2-2 3 0,2 0-4 15,-9-1-2-15,6-3 0 0,3 0-6 0,2-3 3 0,1-1-1 16,1-1 1-16,1 0-1 0,1-4-3 0,0 0 4 16,0-4-4-16,2 1-2 0,2 0 1 0,4-1-10 15,1-2 6-15,-1 0-21 0,2-1 9 0,0 6 4 16,-3-3 0-16,5 0 6 0,1-3 3 0,0-2-4 0,2 0 5 16,-2-2-2-16,-1-2-14 0,0 0-4 0,-1-2-6 15,0 0-36-15,-3 0-142 0,2-1-18 0</inkml:trace>
  <inkml:trace contextRef="#ctx0" brushRef="#br0" timeOffset="-125678.02">11879 14016 1322 0,'-1'0'33'0,"0"1"63"0,-2 1-86 0,1-1-1 16,0 0-5-16,-1 0 2 0,1 0-21 0,1 0-11 15,0 1 3-15,0-1-3 0,-1-1 13 0,2 0 4 16,0 0 0-16,2-1 2 0,-1-1 8 0,-1 1-8 16,4-15 1-16,8-2-4 0,1 2 6 0,-1-2 11 0,1-2-1 15,-1-2 5-15,-1-2 2 0,-2 3-1 0,2 1 1 16,-1 2-1-16,-4 2 5 0,3-2-5 0,-5 2-3 15,-2 1 0-15,6 0 2 0,-3 2-10 0,1 2 10 16,0 0-11-16,-4 1 6 0,3 1-9 0,-2 1 4 16,0 2-4-16,0 0 13 0,-1 3-12 0,1-1 0 0,-3 3-4 15,1 0 6-15,1-1 1 0,1-1 9 0,-1 1-4 16,-1 1 14-16,0 0-11 0,1-1 0 0,-1 1-3 16,0 1 7-16,0 1 0 0,-1 1 1 0,0 0 0 15,-2 13-2-15,-2 2-4 0,-1-1 2 0,1 4-2 16,-1-3 4-16,0 0-5 0,-1 1-1 0,2-2-1 15,-1 2-5-15,2 0 6 0,0-4-3 0,2-3 6 16,1 2-1-16,0-6-8 0,0 2 2 0,1-2-4 0,-1-4 10 16,1 3-11-16,2-1 6 0,-2-3-8 0,1 3 6 15,-2-4-6-15,6 0 4 0,2 5-4 0,3 0 6 0,2-1 0 16,-5-5-1-16,7 0 0 0,-3-3 4 0,1-3-4 16,-1-1 3-16,-3 3-4 0,-1-13-1 0,1 0 5 15,-2 2-4-15,0 0 5 0,-2 0-2 0,-1 2-2 16,0 0 2-16,-1 1-3 0,1 2 2 0,-2-1 4 15,1 2-4-15,-2 0 3 0,1 2-2 0,-1 3-2 16,0 0 2-16,1 2-2 0,-1-1 0 0,1 1 0 16,0 0 3-16,1-1 0 0,-2 1 15 0,0 1-11 15,0 0 3-15,1 0-7 0,-1 1-3 0,0 0 0 16,0 1 2-16,-1 0 1 0,0 5 9 0,1 10-8 16,-1 2 4-16,0 1-6 0,-1 1 0 0,0 0 3 0,0 2-4 15,0-2 4-15,-1-2 2 0,1 0-1 0,1-1 0 16,1 2-1-16,2-4-5 0,-1-2-5 0,2-2 0 15,-2-4-2-15,1 0 7 0,0-3-10 0,-1 0 0 0,2-2-6 16,5 5-10-16,-1-2 3 0,3 0-4 0,-2-3 4 16,1 0 3-16,0-2-39 0,1-1-34 0,1-3-11 15,1-6-171-15</inkml:trace>
  <inkml:trace contextRef="#ctx0" brushRef="#br0" timeOffset="-124910.89">12074 13741 1045 0,'-1'0'44'16,"0"0"-3"-16,-1 0 15 0,-1 0-3 0,2 0-10 16,-1 0-14-16,-1 0-16 0,1-1 8 0,0 0-11 15,-1 1 8-15,1 0-4 0,1 0-2 0,-1 0 0 16,-1 0-9-16,1 0 8 0,-1 0-6 0,1 1 8 16,0 0-2-16,-4 4 11 0,-1 14 2 0,-1 4 3 0,-1 3 3 15,-2 1 28-15,-1 0-4 0,-2 2 12 0,-2 1-9 0,4 3-13 16,-1-2 2-16,1-1-5 0,0-3 6 0,0-4-14 15,4-3 0-15,2-2-5 0,1-3-14 0,3-2-19 16,1-1 1-16,-5-4-8 0,1 1 0 0,3-5-7 16,1 1-5-16,0-2-2 0,1 0-23 0,0-1 3 15,0-1 0-15,0 2 3 0,1-1 9 0,0-1 17 16,1 0 1-16,3-1 4 0,7-3 2 0,1-4-15 16,3-1 4-16,0-17-6 0,0-2 13 0,2-4-2 15,0-4 2-15,0 0 0 0,1-4 12 0,1 1-2 16,-2 3 4-16,2-1-2 0,-3 3-2 0,-3 3 2 0,4 2 1 15,-4 6 1-15,0-1 0 0,-1 7 1 0,-1 1-3 16,-2 4 2-16,-1 3 1 0,-3 4 1 0,-2 2 4 16,0 0 0-16,-1-1 23 0,-2 3-10 0,2 0 7 0,-2 0-8 15,0 0 14-15,2 1-1 0,-2 2-2 0,7 17-1 16,-3 1-3-16,-5 4 26 0,-2 2-10 0,-2-2 14 16,-3 4-19-16,0 0-6 0,-2-3 0 0,1 2-4 15,1-2-9-15,1-4-10 0,0 1 6 0,2-4-7 16,0-3-4-16,2-2 4 0,-1-2-3 0,1-2 4 15,1-2 0-15,0-1-15 0,1-2-1 0,0-2-5 16,0 0 1-16,0-1-14 0,0 0-1 0,0 0-5 16,0 1-17-16,0-1 10 0,0-1 4 0,0 0 2 15,0 0 3-15,0-1-67 0,0 0-6 0,1-1-24 0,0-1-59 16,1-10-117-16</inkml:trace>
  <inkml:trace contextRef="#ctx0" brushRef="#br0" timeOffset="-124677.45">11911 13601 1473 0,'-1'0'40'0,"0"0"79"0,-1 0-90 0,0 0-25 0,1 0 9 15,0 0-15-15,0 0 2 0,1 0 5 0,0 0-3 16,1 0 5-16,1 0-3 0,10-1-1 0,13-1-3 15,0 0 0-15,-1 1-1 0,5 0 3 0,-4 0-3 16,2 0 1-16,1 0-12 0,-2-1-2 0,-4 1-3 0,1 0-2 16,-3-1-19-16,-1-1-10 0,-2 1-4 0,-1 0-18 15,-2-2-166-15</inkml:trace>
  <inkml:trace contextRef="#ctx0" brushRef="#br0" timeOffset="-124092.78">12318 13074 1451 0,'-1'0'56'0,"-1"-1"3"0,0 1-16 16,-12-6-11-16,3 2-18 0,3 0-18 0,5 3 1 15,-1 0 1-15,2-1 0 0,-1 1 5 0,1 0-14 16,0 0 5-16,-1-1-8 0,2 0 2 0,0 1 2 16,0 0-6-16,0 0 7 0,0 0 2 0,-1-2 7 0,2 2 1 15,0 0 4-15,0 0 7 0,0 0 6 0,0-1 10 16,0 1-2-16,0 0 31 0,0 0 0 0,0 0-2 16,0 0-1-16,2-1-11 0,-1 2-14 0,0 0-2 15,0 0-3-15,1 0-3 0,8 3-9 0,2 1 1 16,2 5-5-16,1 0-4 0,3-7-3 0,-1 13 4 0,4 1-3 15,-1 2 4-15,4 2-7 0,-1 2 3 0,-1 2-4 16,-1 0-1-16,0 4-1 0,-1 1 1 0,1 1 1 16,1 3 3-16,-3-2 0 0,-2 2 1 0,-3-2 0 15,-2 4-6-15,-1 0 13 0,0-1-7 0,-4-1 12 16,1-1 0-16,-3-1 1 0,0 1 6 0,-3 0-5 16,-1 0 4-16,0-1-11 0,16 5-2 0,-10 0-2 0,-6 1 1 15,-3-1 7-15,-4 0 1 0,-2-1 1 0,-3-4-12 16,-3 2 10-16,13-3-7 0,-19-1 8 0,-4-1-6 15,3-2 2-15,-1-1 1 0,-1-1-1 0,3 0-2 16,-2-2 4-16,4 1 0 0,1-5 1 0,3 1-3 0,-1-6 3 16,4-1-8-16,0 0 6 0,4-3-10 0,1 2 6 15,1-4 3-15,2-1-1 0,-2-3-9 0,3 0-3 16,1-1-2-16,0 0 1 0,-1 1 0 0,2-2-4 16,0 0-3-16,-2 1-1 0,0 1-13 0,-1-1-11 15,2 0 1-15,0 1-4 0,0-1 4 0,0 0 5 16,1 0-5-16,0-1 1 0,0 0-19 0,0 0-63 15,1 0 0-15,0-1-30 0,1-1-83 0</inkml:trace>
  <inkml:trace contextRef="#ctx0" brushRef="#br0" timeOffset="-114885.78">13549 12103 833 0,'-1'0'0'0,"0"0"9"0,-1 0 90 0,1 0-30 16,-1-1 5-16,0 1-49 0,0-1-9 0,0 1-4 0,0 0-1 15,-1 0 2-15,1 0-7 0,0 0 2 0,1 0-1 16,-1 0 2-16,1 0-3 0,-1 0 11 0,-1 0-7 15,1 0 9-15,0 0 0 0,1 0 3 0,-1 0 11 16,1 0-6-16,0 0 8 0,0 0-3 0,0 0-9 16,0 0 4-16,-1 0-12 0,1 0 0 0,0 0-4 0,0 0 2 15,0 0-2-15,1 0 0 0,0 0 8 0,1 0-6 16,0 0 16-16,1 0-17 0,11 2 7 0,5 0-11 16,3-1 6-16,5 1 10 0,-1-2-7 0,-2 0 7 15,3 0-10-15,0-2 14 0,1 0-7 0,2 0 7 16,0-1-15-16,-2 1-5 0,1 0 3 0,0-1-4 15,0 2-5-15,-2 0 0 0,-1 0 0 0,-3 0 0 0,-2-1-2 16,0 2 1-16,-1-1 1 0,-3 1 1 0,-1 0 1 16,-7 0-6-16,-1 0-4 0,-5 0 0 0,2 0-1 15,-1 0-13-15,-2 0 6 0,1 0-8 0,0 0 5 0,0 0-39 16,1 0-18-16,-2 0-8 0,0 0-59 0,0 0-38 16,0 0-25-16,1 0-18 0,-1 0-191 0</inkml:trace>
  <inkml:trace contextRef="#ctx0" brushRef="#br0" timeOffset="-114486.41">13688 12305 575 0,'-1'0'285'0,"-1"0"-373"0,0 0 323 0,-5-1-178 16,-4 0-60-16,1 0 6 0,0 0-4 0,2 1 2 16,0 0-8-16,1 0 2 0,-2 1 3 0,1 0 0 15,3 0 10-15,-4 1-8 0,2 1 5 0,0-1-6 16,-2 2 10-16,2-2 14 0,2-1 2 0,2 0 6 16,1-1 35-16,1 0 2 0,0 0 1 0,0 0-4 15,-2 2-21-15,1-1-20 0,0 0-2 0,1 0-5 0,-1 0 4 16,1 0 9-16,1 1 2 0,0-1 1 0,1 0-4 15,3 0-14-15,18 4 4 0,1-3-6 0,3-1 6 16,1-1 1-16,-3 0 1 0,3 0 1 0,3-2-6 0,-2 0 4 16,1-2-5-16,3-2 5 0,-3 2-7 0,3-1-9 15,2 1 0-15,-4 0-4 0,0 0-1 0,0 2 3 16,-4-1 2-16,-3 2-1 0,-3 1-9 0,-5 0-1 16,1-1-4-16,-5 1 2 0,0 0-3 0,-5 0-15 15,-1 0-10-15,-3 0-10 0,-1 0-112 0,1 0-159 16,1 0-99-16</inkml:trace>
  <inkml:trace contextRef="#ctx0" brushRef="#br0" timeOffset="-111183.22">15696 10965 28 0,'0'0'38'0,"0"-2"15"16,0 1 28-16,0-1 10 0,0-9-10 0,1-4-22 0,2-3-18 15,-2 2 7-15,1-3-10 0,1-2 21 0,-2 1-17 16,1 0 3-16,1-1-9 0,-2 4 6 0,0 3-17 16,0 0 14-16,-1 5-13 0,1-2 24 0,-1 2-12 15,0 4 0-15,0-2-4 0,0 2 6 0,0 1-17 16,0-1 0-16,0 1-7 0,0 1 1 0,0-1 2 15,0 2 0-15,0-2 0 0,0 3-4 0,0-1 6 16,0 1 5-16,0-2-1 0,0 1 5 0,0 0-2 16,0-1-2-16,0 1 0 0,0 1-10 0,0 0 5 15,0-1-5-15,0 1 5 0,0 0-9 0,0 0-5 0,0 0-5 16,0 0 2-16,0-1-9 0,0 2 10 0,0 0-1 16,-1 2 4-16,0 0-8 0,-1 5 0 0,-3 11 0 15,0-1-1-15,0 3-3 0,2-1 3 0,-1 1 1 16,2-1 1-16,0-3 11 0,-1 4-12 0,1 3 7 0,0-2-8 15,0 1 4-15,1-1-2 0,0 1-5 0,0 1 4 16,0-2 3-16,-2 0-5 0,1 3 6 0,0-1-7 16,-2 2 2-16,1 2 1 0,-2 1 0 0,0 2 1 15,1-3 9-15,-2 2-1 0,1-2-9 0,0-3 5 16,-1 2-6-16,2-5-1 0,-1 0 4 0,-1 1-3 16,1-3 7-16,1-1-4 0,0-3 5 0,1-3-6 0,-1-2 3 15,1 0-1-15,-1-1-7 0,2-2 3 0,-1 0-9 16,2-2 13-16,0-1-6 0,0-1 5 0,0-1-20 15,1 1-2-15,0-1 0 0,-2 0-3 0,1 1-17 0,0-1-44 16,0 1 4-16,1-1-18 0,0-1-6 0,0 0-110 16,1 0-10-16</inkml:trace>
  <inkml:trace contextRef="#ctx0" brushRef="#br0" timeOffset="-110515.71">16081 10828 1266 0,'-1'0'31'0,"-1"0"1"0,1-1 1 0,0 0-7 0,0 0-6 16,0 0-1-16,0-1-19 0,-1 1 7 0,1 0-11 15,0 0 4-15,0 0-6 0,0-1 4 0,0 2-5 16,-1-1 5-16,1 0 2 0,0 1-2 0,0 0 3 15,0 0 1-15,-1 0 6 0,1 1 6 0,0 0-2 16,0 1 17-16,-1-1 14 0,-1 1-9 0,1-1 10 16,-5 9-14-16,-4-1-11 0,4 3 7 0,-1 3-9 15,2-2 7-15,-1 1-10 0,-2 2-3 0,0-1-3 0,0 1-8 16,3 0 5-16,1 1-3 0,3 0 4 0,0 0-7 16,0 1 3-16,1 0 3 0,-10 0-1 0,4 0 0 15,2 1 0-15,2 0-4 0,3 0 3 0,0-1 4 0,2 1-3 16,-1-2 5-16,2 1-5 0,2 2 3 0,-1-1-6 15,0 0 2-15,1-1-3 0,1-2 9 0,0 1-7 16,1 0 4-16,-1-3-5 0,1 2 3 0,-1-5 2 16,1 2 2-16,-1-2-1 0,-2-3 0 0,3 2 4 15,-3-3-6-15,4-1 5 0,4-2-13 0,-3 0 14 16,1-3-6-16,0 1 11 0,2-1-1 0,0 8-8 16,1-2 5-16,0-3-6 0,1-1 6 0,0-2-3 15,0-1-2-15,0 0-2 0,0-2-5 0,1-2 5 0,0-1-4 16,-1-1 5-16,1 1-6 0,0-2 2 0,1 0 2 15,-2-2-1-15,0 0 0 0,-1-1 0 0,-2 7-1 16,4-10 1-16,-4-1 5 0,1 2-8 0,0-3 6 16,-4 0-6-16,3-2 11 0,-1 2-8 0,-4-3 3 15,5 2-3-15,-3-2-2 0,-2-1 2 0,3 2-3 0,-3-1 2 16,0 0 3-16,-3 1 1 0,0 0 2 0,-2 1-1 16,10-1-3-16,-4 1 0 0,-3-1-2 0,0 2 2 15,-3-1-1-15,-1-1 3 0,0 1 1 0,-3-2 0 16,-1 2-3-16,-2-4 1 0,-1 1 1 0,0-1-1 15,-1 0-3-15,-3 0 7 0,2 1-4 0,-1 3 5 16,0-1-9-16,4 1 5 0,-12 2-6 0,-2-1 6 16,-4 5-7-16,1 2-4 0,-1 1 0 0,-1 4-3 0,-1 1-6 15,0-12-18-15,0 8-2 0,0 6-9 0,1 3-29 16,0 6-61-16,-1 2-13 0,2 2-22 0,0-8-110 0</inkml:trace>
  <inkml:trace contextRef="#ctx0" brushRef="#br0" timeOffset="-97956.22">16879 10847 186 0,'-1'-1'0'16,"0"0"206"-16,0 0 5 0,0-1 13 0,-2 1 9 0,1 0-203 16,-1 0 1-16,1 0-12 0,0-1 0 0,-1 1 0 15,1 0-3-15,0 0-10 0,1 0-2 0,-1 0-2 16,1-1-2-16,0 1 4 0,0 0-4 0,0 0 6 16,-1 0-9-16,1 1 22 0,0 0 0 0,1 0 9 15,0 1 2-15,0 0 4 0,0 0-4 0,0 2 4 0,5 8-4 16,2 6-1-16,2 0-7 0,2 1 3 0,1 1-3 15,-11 1-8-15,18 0 8 0,-2 1-10 0,-3 1 12 16,3 1-5-16,-2-1-1 0,0-1-2 0,2 2-1 16,-3-3-2-16,-1 1 2 0,-1-1-4 0,1-1 0 0,-2 1-11 15,0-3 4-15,0-2-5 0,-3 1 6 0,0-1-7 16,-1-1 1-16,0-2-5 0,-1-4-3 0,-1-2 6 16,-2-4-5-16,0 3 2 0,-1-3-21 0,-1 0-2 15,0 0 1-15,2 0-3 0,-1 1-19 0,0-1-41 16,0 0-6-16,-1 0-10 0,0-1-19 0,0 0-24 15,0-1-5-15,0-1-11 0,-1-2-52 0</inkml:trace>
  <inkml:trace contextRef="#ctx0" brushRef="#br0" timeOffset="-97688.62">17169 10788 1230 0,'0'0'47'15,"0"0"0"-15,-2 0 15 0,1 0-10 0,0 0-6 16,0 0-19-16,0 0-16 0,-1 0 3 0,0 1-6 16,0 1 6-16,-2-1-9 0,-5 20-1 0,-2 2-2 15,-1 2-2-15,-3 1 1 0,-2 1-1 0,-3-1 1 16,0 2-4-16,-4-2 2 0,2 0 1 0,2-1 1 0,1-1 5 16,5-1-3-16,-3-2 1 0,4-2-1 15,-2-3 0-15,0 1 1 0,3-2-4 0,1-1 2 0,6-2-1 16,1-3 0-16,1-1 4 0,1 1-4 0,1-1-15 15,0-1-15-15,-4-1-10 0,3-2 1 0,1 0-16 0,0 0 1 16,-1-1 1-16,2 1-6 0,0-2-57 0,2 0-63 16,-1 1-20-16</inkml:trace>
  <inkml:trace contextRef="#ctx0" brushRef="#br0" timeOffset="-97370.93">17695 10721 984 0,'0'0'118'0,"0"0"254"16,0 0-348-16,0-1-14 0,0 1 2 0,-1-1-5 16,1 1 1-16,0 0-7 0,0 0 0 0,-1 0-1 15,0 0 2-15,0 1 7 0,-1 1-6 0,-6 11 5 16,-4 10-13-16,2-2 10 0,-3 4-1 0,1 0 4 15,0 1-14-15,1 1 15 0,-2-1-10 0,2-2 12 16,1-2-7-16,-1-1-4 0,2-1 8 0,0-2-8 16,0 1 8-16,1-3-6 0,1-1 0 0,1 1-1 15,1-2 10-15,2-2-15 0,-2-1 1 0,1-1-7 0,2-1-1 16,1-2-7-16,0 0 0 0,1-2-5 0,0-3-13 16,0 2-33-16,0-2-4 0,1 1-13 0,0-1-39 0,1-1-50 15,1-1-47-15</inkml:trace>
  <inkml:trace contextRef="#ctx0" brushRef="#br0" timeOffset="-96921.83">17913 10747 575 0,'0'0'135'0,"-1"0"267"0,0 0-339 0,-1 1-17 15,1 0-9-15,0 1-1 0,1-1-19 0,-2 13 3 16,-5 1 4-16,1 2-4 0,-1-1 0 0,1 2-11 0,0-1 3 15,0 1-6-15,2 1 0 0,1-1-8 0,1-1 6 16,-1-2-4-16,0 2 9 0,0-2-8 0,1 2 2 16,1-2-3-16,-3-1 1 0,2 1 13 0,-7-1-8 0,3-1 9 15,1 0-10-15,3-1 17 0,0-1-7 0,2-1 11 16,0-2-6-16,2 1-3 0,-1-2 5 0,0-1-5 16,1 0-6-16,1-1 1 0,-1 0 0 0,0-1 1 15,2-2-2-15,9 0-2 0,0 1-6 0,-1 5 4 16,0-1-2-16,3-2 8 0,-1-3-3 0,3-1 5 15,-1-1 0-15,-2-1 20 0,0-2 2 0,-4-1 4 16,2-2-9-16,0-1 8 0,0-1-11 0,-2 2 10 0,1-8-17 16,-1-3 3-16,1 0-3 0,0-1 0 0,-3 0-16 0,-1 2 9 15,-2 1-5-15,-2-1 6 0,0 2-5 16,5 3-4-16,-1-4 8 0,-3 2-6 0,-1 1 11 0,-3-1-13 16,0 3-1-16,-3-3-3 0,-1 2 3 0,-2-1-6 15,-1 0-2-15,6 3-2 0,-12 2-8 0,-1-2-3 16,-2 2-4-16,1 0 0 0,0 0-11 0,2 2-30 15,-1 2 2-15,1-1-14 0,0 1-15 0,2-2-14 16,0-3-5-16,2 2-3 0,3 0-27 0,3-1 9 16,2 0-7-16,-3-5 5 0,3-2-19 0,-10-1-32 15,4-4-20-15</inkml:trace>
  <inkml:trace contextRef="#ctx0" brushRef="#br0" timeOffset="-96587.71">17844 10260 1362 0,'0'0'20'15,"-2"0"0"-15,1-1-12 0,0 0-1 0,-1 0-10 16,0 0-12-16,1-1-2 0,0 1-3 0,0 0 2 0,0 0-2 15,0 0 6-15,-1 0 5 0,1-1 0 0,0 2 10 16,0 0-4-16,0 0 4 0,0 0-1 0,-1 0 28 0,1 0 10 16,1 0 3-16,0 0 2 0,1 0 18 0,1 0-13 15,0 0 6-15,3-1-9 0,8-2-1 0,2-3-11 16,1 1-3-16,4 0-3 0,-1 1-17 0,0 0-1 16,1 1-1-16,-1 0 2 0,-1 1-8 0,0 1-8 15,-1 1-10-15,-1 0 2 0,-2 0-6 0,-1 0-2 16,-2 0 4-16,-3 0-5 0,0 0-5 0,-1-1-42 15,-1 1-20-15,0-2-12 0,-1 2-98 0,-2-1-28 16,2 0-10-16</inkml:trace>
  <inkml:trace contextRef="#ctx0" brushRef="#br0" timeOffset="-95852.97">18382 9873 895 0,'-1'0'141'0,"0"-1"14"16,0 0-70-16,-1 0-31 0,1 0-49 0,0-2-25 15,0 1-12-15,0 1 3 0,-1 0-5 0,1-1 8 16,1 1 23-16,0 0-15 0,0 0 18 0,0 0-16 0,0 0 14 15,0-1 5-15,1 1 0 0,1 0 7 0,-1 1 22 16,14-3 0-16,-4 0 10 0,3 1 24 0,0 1-2 16,0-1 0-16,3 2-3 0,-2 0-13 0,1 0-13 15,2-1-6-15,0 1-2 0,-2 0-12 0,-1 1-11 16,1 2 3-16,-3-1-5 0,-2 2 5 0,0 0-9 16,-3 0-3-16,-1 1-2 0,-1-1 1 0,-2 1 4 15,-2 4 1-15,-1 1-1 0,0-2-2 0,5 0 14 16,-1 1-4-16,-3-1 8 0,-1 0 2 0,-1 1-2 0,-1 1 10 15,-1-2-7-15,-2 0 7 0,1-1-6 0,-2-1-3 16,0 0 0-16,-4 0 2 0,0 0-7 0,2-1-2 16,1-1-2-16,0 0-4 0,2 1-5 0,0-2 5 15,0-1-3-15,3 2 7 0,-2-2-3 0,2 1-1 0,0-2 1 16,-1 0 1-16,-1 1-5 0,1 1 3 0,0-1-3 16,-1 0 10-16,2 0-12 0,0-1 2 0,0 0-6 15,0 0 5-15,-1 0 2 0,1 0-6 0,0 1 4 16,1-1-1-16,0 0-1 0,0 0 5 0,1 1-4 15,2 1 3-15,0-1 0 0,9 6 1 0,1 1 0 16,0-1 3-16,-1 0-4 0,0-6-4 0,-1 10 1 16,-2 1-6-16,0 0 9 0,-2 0 0 0,-1 1 3 0,0 0 1 15,-3 0-5-15,-1-1 2 0,8 0-2 0,-5-2 10 16,-3-2 10-16,-1-3-2 0,-1 2 3 0,0-2-10 16,-2 2 13-16,-2 1-4 0,2-5 6 0,-3 3-13 0,-10-3 13 15,0 3-6-15,-2-2 7 0,-1 1-7 0,1-1-4 16,-2-1 1-16,1 0-2 0,-2-3 2 0,0 10 1 15,0-2-1-15,-1-5 2 0,5-1 3 0,-1 0-2 16,2 0 6-16,4-2-6 0,-2 1 0 0,3-1-5 16,-2 1-1-16,3-2 0 0,0 0 0 0,0 1-6 15,3-1 4-15,3 0-4 0,-2 0 9 0,4 0-10 16,-5 1 0-16,4-1-3 0,0 0-3 0,1 0-2 16,0 0-2-16,-1 0 2 0,1 0-3 0,-1 0-17 15,0 1-2-15,0 0-9 0,-1 0-38 0,2 1-3 0,0-2-9 16,0 0 1-16,0 1-55 0,-1-1-67 0,1 0-55 15</inkml:trace>
  <inkml:trace contextRef="#ctx0" brushRef="#br0" timeOffset="-94685.46">15500 11780 632 0,'-1'0'14'0,"-2"0"2"0,-15 0 21 0,1 1-7 0,-1 0 11 16,3 0 13-16,1 1 6 0,-1 1-4 0,2-2 4 16,1 0-6-16,1 0 4 0,3 1 0 0,0-1-1 15,1 0-4-15,0 0 0 0,1 0-3 0,2-1-1 16,2 0-19-16,0 0 1 0,1 0-2 0,-1 0 0 15,0 0-21-15,0 0-3 0,-1 0-5 0,1 0 2 16,1 0-5-16,0 0 2 0,0 0 2 0,-1 1 2 16,1 1 15-16,1-1-14 0,0 0 9 0,1 0-10 0,1 0 15 15,0 0-3-15,11 5-7 0,7 1 4 0,2-1-8 16,2-1 0-16,2-2 7 0,3 1-6 0,1-2-1 16,7 2 3-16,-3-2-6 0,1 2 5 0,3-2-13 0,1 2 13 15,2 0-5-15,4 2 9 0,2 0-10 0,3-2 0 16,4-1 0-16,-1 1 0 0,1-1-2 0,-1 1 4 15,-1-2-2-15,1 0 3 0,2 0 10 0,4 0-9 16,2-1 10-16,5-1-10 0,-1 0 10 0,0-1-2 16,-2-3 0-16,0 0 0 0,2 0-5 0,3-2 5 15,6 2-7-15,2-1 6 0,-1-2-3 0,-3 1-4 16,-1 0 0-16,3 1-2 0,2 2 3 0,2-2-6 16,0 0 8-16,-5-2-7 0,0 0 8 0,0 0-5 0,2 3 0 15,0-1-1-15,4 1 0 0,-3-1 3 0,-3-1-4 16,-1 1 5-16,1-2 0 0,2 2 2 0,2 0 0 15,-3 1 0-15,-3 0-2 0,-3 1-2 0,-5 0 0 16,-3 1 0-16,2 0 0 0,2 0 10 0,-3 2-4 0,-1 2 4 16,-5 0-3-16,-4 3 4 0,-4-1 6 0,-1 1-2 15,1 0 3-15,-3 1-6 0,2 0 3 0,-3-3-4 16,-3 2 1-16,1 0-3 0,-5 0-3 0,-3 1 2 16,0-2 5-16,-7-1-11 0,0 2 7 0,-5 0-8 15,-3-1 3-15,-3 0-1 0,-2-1-7 0,-4-1 3 16,-2-1-7-16,-2-1 7 0,-2 0-1 0,0 0 4 0,-2 0-5 15,1 1-5-15,1 0 2 0,-1-1-6 16,0 0-10-16,0 0-82 0,-1 0-10 0,-1-1-34 0,0-1-124 16</inkml:trace>
  <inkml:trace contextRef="#ctx0" brushRef="#br0" timeOffset="-92934.9">15919 12459 116 0,'0'0'25'0,"0"0"4"0,0 0 25 0,0 0-14 16,0 0 10-16,-2 0-16 0,1 0 3 0,0 0-15 16,0 0 11-16,0 0-12 0,-1 0-9 0,1 0 11 0,0 0-11 15,0-1 8-15,0 0-3 0,0 0 8 0,-1 0-2 16,1-1 33-16,0 1 25 0,0 0-16 0,0 0 16 15,0 0-23-15,-2 0-4 0,1-1-2 0,-1 1-3 16,0-1-8-16,1 1-9 0,-3-3 4 0,1 2-8 16,2 1-9-16,-3-3 5 0,1 1-3 0,0 0 3 15,-2 0-9-15,1-1 3 0,1 2 4 0,1 1-2 16,1-1 1-16,1 2 7 0,0 0-12 0,0 0 9 0,-2-1-16 16,1 0-1-16,-1 0 6 0,2 0-6 0,0 0-8 15,0-1 8-15,0 1-9 0,0 0 10 0,1 0-3 0,0 0-2 16,1-1 9-16,0 1-8 0,4-1 9 15,10-3-5-15,1 2-1 0,-1 0 0 0,0 1 3 0,0 1-4 16,2 0 0-16,0-1-2 0,2 2-1 0,0 0-6 16,-4 2 3-16,3 2-4 0,-1 2 3 0,0 1 4 15,-2 2-5-15,-2-1 4 0,0-2-6 0,-2 10 3 16,-2 2 1-16,-2 1 0 0,-1-2-5 0,-4 2 8 16,10 0 0-16,-5 1 3 0,-5 0-2 0,-2 2 11 15,-3 0-7-15,-4 0 9 0,-3-1-5 0,-1 1-1 16,6-1 5-16,-16 2-5 0,-1-2 2 0,-7 1 0 0,2 2 0 15,-2-2 0-15,-3-1 2 0,5 0-7 0,-2-1-2 16,0 0-1-16,4 0 5 0,-2-6 1 0,2 1 0 16,2-6-1-16,2 0-5 0,4-2 3 0,0 2 1 15,2-5-1-15,1 0-2 0,1-1 8 0,1 6-6 0,2-3 7 16,1-3-1-16,2-1-11 0,0 0 5 0,2-2-7 16,3 0 7-16,0 0-13 0,-1 0 0 0,1 0-6 15,0 0 2-15,1 0-4 0,-1 0 9 0,1-2-7 16,1 1 11-16,0 0-1 0,1-1-2 0,2-1 1 15,7-3 1-15,8-2-5 0,1-1 3 0,0 1-5 16,-1-3 0-16,2 3-3 0,0 1 2 0,0 2-2 16,2 3 9-16,-1-11-3 0,-1 6 4 0,2 3-2 0,-2 3 1 15,0 1-4-15,-1 0 1 0,0 2 0 0,-2 3 9 16,-1 0-2-16,1 2 0 0,-4-1-2 0,-2 0-5 0,-2-1 5 16,-1 1 4-16,1-1 0 0,-2 8 5 0,-1-4-3 15,-3 2 0-15,-1-2 0 0,1 0 3 0,-1-1-7 16,-1-1 1-16,4-1-3 0,-1-2-1 0,-2 1-7 15,-1-1-1-15,0-1-2 0,-1-2-3 0,0 1-15 16,0-1 0-16,1 1-9 0,1 0-26 0,-1 1-36 16,0-1-11-16,0-1-12 0,0 1-80 0,0-1-250 15</inkml:trace>
  <inkml:trace contextRef="#ctx0" brushRef="#br0" timeOffset="-92366.88">16472 12637 1014 0,'-1'0'89'0,"0"0"173"16,0 0-215-16,0 0-11 0,-1 0 2 0,1 0-5 16,0 0-16-16,0 0 1 0,0 0-5 0,0 0 4 15,-1 0-14-15,1 1 3 0,0 0-6 0,0 0 6 16,1 1-2-16,0-1 2 0,0 1-4 0,-1 5 2 0,-2 5-10 15,1 3 7-15,-2 0 3 0,0 5 3 0,-1 2 10 16,-2 0-3-16,-1 3 1 0,-2-1-3 0,0 1 7 0,-1 0-7 16,1-2 7-16,1 0-8 0,1-3 7 0,2-5-8 15,0 0-2-15,2-3-2 0,0-3-6 0,1 2-1 16,1-5 0-16,1-2-1 0,1 0-13 0,0 0-20 16,0-2 1-16,0 0-6 0,0 1 3 0,0-1 3 15,0 0-13-15,1-1 8 0,1 1-22 0,0-1 16 16,6-1 4-16,3-1 1 0,5-6-1 0,-2-3 29 15,2-4-9-15,1-13 15 0,-4-4-9 0,3 3 14 16,1 0-5-16,-2 0 6 0,1 2-5 0,-2 4 7 16,-2-1 0-16,-1 7 2 0,-1-1-5 0,-1 4 3 15,-2 4-2-15,2 3 3 0,-5 1 11 0,0 3-6 0,-1 1 12 16,-2 0-7-16,1 1 28 0,0-3-2 0,0 1 8 16,1 1-6-16,-1 0 7 0,-1-1-19 0,0 2-2 15,1 0-3-15,-2 2-2 0,0 0-3 0,-2 9 5 0,0 7-4 16,-3 2 7-16,-1-1-4 0,1 0 3 0,-2 2-3 15,-1-1-8-15,3 0 0 0,-2 0-5 0,1-1 6 16,0 1-9-16,1 0 2 0,0-1-3 0,2-3 2 16,-1-2-7-16,1 2 4 0,0-2-5 0,2-3 4 15,0 2-3-15,1-2 0 0,-1-2-1 0,1 1 0 16,0-3-10-16,0-1 1 0,0-3-3 0,0 1 0 0,0-2-25 16,0-1 3-16,1 2-4 0,0-1 2 0,0 0-21 15,2 0-31-15,-1-1-15 0,0-1-13 0,2 0-130 16</inkml:trace>
  <inkml:trace contextRef="#ctx0" brushRef="#br0" timeOffset="-92066.48">16367 12400 1311 0,'-2'0'44'0,"1"0"2"0,-1-1-20 0,1 1-3 15,-4-1-20-15,4 1-6 0,0 0-12 0,-2-1 6 16,1 0-6-16,1 0 10 0,0-1 8 0,-1 1 0 0,2 0 5 16,2 0 10-16,-1 0-1 0,1 0 5 0,13-7-2 15,-1 3 16-15,6-1-4 0,-1 2-2 0,0 2-2 16,-1 1-7-16,-2-1-17 0,2 1-1 0,-3 0-4 15,2 0-3-15,-3 0 0 0,-3 0 1 0,2-1-2 16,-1 1-11-16,1-1-27 0,0 0-6 0,1-2-17 16,0-1-117-16,-1 1-203 0</inkml:trace>
  <inkml:trace contextRef="#ctx0" brushRef="#br0" timeOffset="-91346.98">17101 12644 1157 0,'0'0'28'0,"-1"0"0"0,0 0 13 15,0 0-9-15,0-1 1 0,0 0-8 0,-1-1-4 16,1 1 4-16,0 0-5 0,0 0-5 0,0 0-8 16,0-1 0-16,-1 2-4 0,1 0-9 0,0 0 0 15,0 0-2-15,0 0 3 0,0 0 6 0,-1 0 7 0,1 0 4 16,0 0 2-16,0 0 21 0,1 0 6 0,0 0 1 16,0 0 1-16,0 0-9 0,0 2-3 0,0-1-2 15,0 0 0-15,0 0-6 0,0 2-6 0,1 0-2 16,3 8-1-16,1 0-7 0,1 1-4 0,1 1 5 0,2 1-4 15,-1 0 5-15,1 0-7 0,2 3 1 0,-1-1-2 16,1 1 5-16,-10 0-3 0,11 1 0 0,-3-1-1 16,1 1 4-16,0-1-4 0,-2 0 2 0,3 2-4 15,-3-2 1-15,2-1 1 0,-4-2 6 0,-2-1-3 16,3-2 7-16,-2-2 0 0,1-1-6 0,0 0 4 16,-3-3-10-16,0 0-3 0,0 1 0 0,2-4-2 15,-3 1-4-15,-1-2-3 0,1-1-3 0,-2 1 1 16,2 1-7-16,0 1-28 0,0-1 1 0,-1 0-14 0,0 0-38 15,0-1-115-15,0 0-30 0</inkml:trace>
  <inkml:trace contextRef="#ctx0" brushRef="#br0" timeOffset="-91082.85">17348 12583 989 0,'0'0'117'0,"-1"0"-1"0,0 0 5 16,-1 0-16-16,1 0-30 0,-4 0-25 0,-1 0-10 0,1 0-2 16,1 0-5-16,0 0-23 0,1 0 6 0,-3 1-7 15,3-1 5-15,0 1-9 0,0 0-5 0,2-1 4 16,-3 5-5-16,0 3-4 0,-3 2 5 0,0 0 1 16,-3 4 3-16,1 4 6 0,-3 2-6 0,-2 3 4 0,-2 4-3 15,-3 3 9-15,1 3-5 0,-2 3-8 0,0 4 4 16,-2 0-8-16,1-2-4 0,-3-1 3 0,1-6-6 15,3 0-19-15,2-5-69 0,2-2-34 0,2-1-22 16,1-2-196-16</inkml:trace>
  <inkml:trace contextRef="#ctx0" brushRef="#br0" timeOffset="-79456.87">17980 12416 256 0,'-1'0'199'0,"0"-1"-89"16,-1-1 4-16,1 1-94 0,0 0-2 0,-1 0 5 16,-1 1-3-16,1 0 5 0,0-1-4 0,-1 0 8 15,1-1-6-15,0 1 6 0,-1 0-7 0,1 0 3 16,0 0 3-16,-1-1 0 0,1 1 16 0,-1 0-2 15,0 0 2-15,2 1-3 0,0 0-1 0,-3-2-5 0,1-1-7 16,-2 1 0-16,4 2-17 0,-1 0 4 0,0-1 3 16,0 0-1-16,-1-1-2 0,2 1 2 0,0 0-4 15,0 0 3-15,0 0-10 0,0-1-2 0,-1 1 2 16,1 0-1-16,1-1 4 0,0-1 2 0,1 1-4 0,1 0 3 16,-1-1-1-16,0 1 10 0,12-7-3 0,2 0 3 15,3 1 0-15,-1 2-10 0,1 2 6 0,0 0-9 16,-2 2 5-16,2-1-11 0,-1 1 10 0,0 1-9 15,-1 1 2-15,0 0 6 0,-1 1-8 0,-1 1 8 16,1 2-8-16,-2 2 6 0,-2 0-5 0,1 1 5 16,-2 0 0-16,0 0 4 0,-2-5 0 0,-1 12 1 15,-2 2-3-15,-2-2 4 0,-2 2-3 0,10 1 2 16,-5-1-6-16,-4 3 8 0,-3-2-2 0,-5 1 4 0,-2 2 1 16,-4 1-7-16,8 0 4 0,-14 1-5 0,-3-2-1 15,-1-2-2-15,1 1 7 0,0 0-4 0,1 0 6 16,0-4 6-16,0 0-5 0,1-2 7 0,0 1 4 0,3-2-6 15,3-1-2-15,-3-1 0 0,-1-1 7 0,1-3-13 16,-1 1 10-16,8-6-11 0,2 5 8 0,0-2-7 16,1 0 1-16,3-3-3 0,1 0 1 0,0 0-3 15,-1 1-1-15,1-1-1 0,0 0-3 0,0 0-7 16,1 0 3-16,0-1-3 0,0 0 2 0,0 0-2 16,0 0 1-16,-1 0 1 0,1 0 8 0,0 0-12 15,0 0 1-15,0 0-4 0,0 0 9 0,1-1-2 0,0 0 0 16,0 0-3-16,0 1 3 0,1 0-9 0,0 0 6 15,1 0-6-15,1 0 10 0,11 1-1 0,2 1-1 16,1 2 0-16,-1 1-4 0,2 0 9 0,-4 1-2 16,3 2 5-16,-1 0-9 0,-3-3 6 0,1 2 0 15,-2 1 3-15,1-1-6 0,-2 0 4 0,0 0-2 0,-2 0 4 16,0-1-3-16,-1-2-3 0,0 5-1 0,-1-1-2 16,-1 0-3-16,0-2 7 0,-2-1-3 0,1-1 3 15,-1 0-8-15,-2-2-7 0,2 1-3 0,-1-1-1 16,-1-1-20-16,2 1-26 0,-3-2 4 0,4 3-17 15,1-2-48-15,1-1-80 0,3-5-11 0,3-5-28 16,3-17-91-16</inkml:trace>
  <inkml:trace contextRef="#ctx0" brushRef="#br0" timeOffset="-78823.12">18459 12453 1375 0,'-2'0'41'0,"1"0"6"0,0-1-13 16,0 0-14-16,0 0-9 0,-1 0-20 0,1 0-18 0,0-1 1 16,0 1-5-16,0 0 7 0,0 0 12 0,-1 0-2 15,2-2 4-15,0 1-5 0,2 1 11 0,-1-2 0 16,0 2 4-16,1 0 0 0,3-1 16 0,3-1-7 15,-1 2 12-15,1 0 9 0,1 1 15 0,-1 1-3 16,1 2 4-16,0 0-19 0,-1 2-11 0,0 1 6 0,0-2-8 16,1 12-1-16,-4 1 3 0,1 0-2 0,-1 0 3 15,0 0-6-15,-3 2 3 0,0-1-6 0,0 2 5 16,11 2-5-16,-6-2 1 0,-4 1-5 0,-3 0 4 16,-1 1-3-16,-4 1 6 0,-2-1 7 0,-2 1-4 15,-1-1-2-15,0-2 2 0,-2 1-7 0,1-5 6 16,8 2 4-16,-10-2 2 0,0-4 3 0,1 0-2 0,0-2 3 15,2-4-2-15,2 1-2 0,-1-2-1 0,2 1-8 16,2-1 3-16,-1-2 0 0,2-2-1 0,2 1-1 16,-3-1-11-16,2 0 4 0,-3-1-5 0,0 0-2 0,1 0 0 15,2-1-6-15,-3-2 4 0,4 3-9 0,-1-2 16 16,-3 0-2-16,5-3 6 0,-3-3-4 0,3 3-2 16,-5-2 0-16,4 3-2 0,-2-1-5 0,3 2-3 15,1 2 2-15,-2-4-3 0,1 2-7 0,0-1 5 16,-1 0 3-16,2 1 2 0,0 0 11 0,2-1-7 15,-2 3 3-15,8 0-3 0,7 0 9 0,2-10-7 16,-2 4-2-16,1 3-1 0,0 3 4 0,-1 2 4 0,0 3-1 16,-2 0 2-16,0 0 1 0,-1 2-1 0,0 0 5 15,-1 1-3-15,0 0 3 0,-2 0-9 0,0-2 3 16,0 5-4-16,-1-2-2 0,-1 1 3 0,1-6-1 16,0 3 1-16,-1-1 0 0,-2-1-1 0,2 1-5 15,1-1 4-15,-4-2-3 0,1 1-18 0,1 1 2 0,-1 0-7 16,-1-2 5-16,1 1-30 0,-2-2-4 0,2 0-17 15,0 0-88-15,1-1-28 0,0 0-4 0,0-2-5 16,-1-2-29-16,1 1-25 0</inkml:trace>
  <inkml:trace contextRef="#ctx0" brushRef="#br0" timeOffset="-78506.26">18930 12575 1224 0,'-1'0'59'0,"0"0"90"0,0 0-92 0,-1 0-27 16,1 0-1-16,0 0-8 0,0 0-3 0,0 0-9 15,-1 0 2-15,1 0-4 0,0 0-3 0,0 0 0 16,1 0-4-16,0 0 2 0,0 1 0 0,0 0 1 16,1 0 1-16,0 1-1 0,2 5 2 0,1 5-4 15,2 2 12-15,1 2-7 0,0-1 18 0,2 1-5 16,0 2 2-16,0-2 0 0,0 0 14 0,-1-2-3 15,1 0-4-15,-1 0 0 0,1 0-11 0,-2-3-10 0,0-1 6 16,0 0-6-16,0-1 6 0,0 1-8 0,-1-3-4 16,-5-1-1-16,6-4-4 0,-1 3-7 0,-1-3 2 15,1 1-3-15,-3 1-6 0,1-2-12 0,-2-1-5 16,0 1-4-16,0-2-29 0,-1 0-92 0,0 0-2 0,1 1-36 16,1-1-59-16,-1-1-88 0</inkml:trace>
  <inkml:trace contextRef="#ctx0" brushRef="#br0" timeOffset="-78255.75">19130 12560 1080 0,'0'0'72'0,"0"0"-1"16,-1 0 8-16,0 0-2 0,-2 0-20 0,1 2-13 0,-3-1-2 15,-3 2-6-15,-3 3 4 0,0 2-15 0,-1-2-18 16,-1 10 4-16,1 0-7 0,-1 0 3 0,-1 2-3 15,2 2-5-15,-4 2 1 0,2 2 1 0,-3-1 4 16,2 2-5-16,0 1 4 0,1-1-5 0,0-2 1 16,-1-4 9-16,4-2-6 0,0-5 0 0,4 1-1 15,4-1-7-15,-3-4 4 0,0 2-18 0,2-3-17 16,2-1 2-16,1-2-8 0,1-1-10 0,0-1-22 16,1 2-8-16,1-2-7 0,9 4-65 0</inkml:trace>
  <inkml:trace contextRef="#ctx0" brushRef="#br0" timeOffset="-77950.34">19620 12400 1664 0,'0'0'25'15,"-1"0"2"-15,0 0-15 0,0 0-1 0,0 0-12 16,-1 2-6-16,1-1 7 0,0 1-5 0,-1 2 5 0,-5 11 0 16,0 0-3-16,1 2 2 0,0 2-2 0,0-2 0 15,1 1 3-15,1-1 0 0,-2 1 2 0,0 1 3 16,0-1-1-16,0 2-3 0,0-3 0 0,0 3-1 16,0-1 4-16,1 0 0 0,-1 0 2 0,0-3-11 0,0 2 5 15,1-4-1-15,0 1 2 0,2-1-7 0,1-3-12 16,0-2-5-16,1-1-3 0,1-3-30 0,0-1-19 15,0 0-7-15,0-2-3 0,1 0-20 0,2-1-137 16,3 0-28-16</inkml:trace>
  <inkml:trace contextRef="#ctx0" brushRef="#br0" timeOffset="-77487.92">19908 12429 1326 0,'-1'0'98'0,"0"0"-2"0,-1 0-20 0,-4 0-5 0,-5 2-40 16,3 0-16-16,-1 2-12 0,0 1 8 0,1 1-9 16,2-4 14-16,2 8-10 0,-2 3-1 0,-1-2-3 15,0 1-4-15,-2-1-2 0,5-1 2 0,1 0-3 16,2 0 1-16,-5-2 1 0,0 2-3 0,2-2 4 16,0 0 10-16,1 0-5 0,-1 0 5 0,2-1-7 15,-1 1-4-15,2 0 7 0,0-1-1 0,0 1 6 16,1 1 10-16,0 1-9 0,0 0 1 0,1 0-5 0,1 0-6 15,1 1 5-15,0 0-2 0,2-1 2 0,-2-2-5 16,2-1 5-16,-4 1 0 0,10-1 3 0,4-2 2 0,-2 1 3 16,5-3-3-16,2-2 3 0,1 12-3 0,0-6-12 15,0-4 10-15,-3-3-9 0,1 0 15 0,-3-2-4 16,2-1-1-16,-2-1 0 0,0-1 3 0,-3 1 6 16,1-3-5-16,-1-1 6 0,-3 1 3 0,1 0-5 15,-2 4 1-15,-1-9-4 0,-1-1 2 0,1 1-2 16,-4-1 0-16,0-2-2 0,-2 0-6 0,0-2 3 15,0 1 1-15,8 1 0 0,-3-1-3 0,-3 1 0 16,-4 1-4-16,0 0 3 0,-3 1 5 0,0 1 4 16,-2 0-2-16,-1 3 1 0,0 0-9 0,5 3 5 0,-9-3-5 15,-1 5 2-15,2-1-13 0,-2-1 1 0,1-1 1 16,-2 0-1-16,1 2-11 0,1 2-10 0,0 1-2 16,3 0-4-16,0 1-30 0,0 0-49 0,0 0 4 15,0 0-19-15,1-1-8 0,2 2-40 0,2 0-17 0,-1-1-14 16,1 1-130-16</inkml:trace>
  <inkml:trace contextRef="#ctx0" brushRef="#br0" timeOffset="-77168.79">19915 12043 1459 0,'-1'0'75'0,"0"0"-2"0,-12-2-29 16,-6-3 3-16,5 1-38 0,1 2-11 0,9 1-7 15,0 1-3-15,2 0 0 0,1 0-4 0,-1 0 1 16,0 0-9-16,0 0 4 0,1 0-27 0,-1 0 22 16,1 0 4-16,0 0 8 0,1 0 28 0,0 0 16 15,1 0-3-15,0 0 6 0,5 0 1 0,12-1-7 16,-3 0 11-16,4-1-11 0,1 0-3 0,0 1-8 15,1 0-12-15,-2-1 6 0,-1 1-10 0,-2 0-13 0,-2 0 2 16,0 0-7-16,-1 0-1 0,-1 1-13 0,0-2 5 16,-1 2-10-16,1 0-18 0,0 0-121 0,-1 0-16 15,-1-1-50-15,1 0-194 0</inkml:trace>
  <inkml:trace contextRef="#ctx0" brushRef="#br0" timeOffset="-76886.28">20454 11698 800 0,'-1'0'259'0,"0"0"41"16,0 0-120-16,-1 0-100 0,1 0-53 0,0 0-55 15,0 0 9-15,0 0 2 0,-1 2 5 0,1-1 14 0,-1 3-3 16,-6 15 0-16,1 1-4 0,1 3-5 0,1-2 8 15,0 0-1-15,-1 2 3 0,-2 2 7 0,0 1 5 16,-1 0 3-16,-1-1 0 0,1-2 6 0,-1-4 5 16,0 0-6-16,3-5 5 0,-1 0-17 0,2-3-8 15,1-1 4-15,1-3-4 0,2 0 0 0,1-2-13 16,0-1 0-16,0-1-7 0,1-2-30 0,0 0-38 16,-2 2-12-16,1-1-9 0,1 0-67 0,0 0-174 15</inkml:trace>
  <inkml:trace contextRef="#ctx0" brushRef="#br0" timeOffset="-76452.84">20605 11696 1474 0,'0'0'52'15,"0"0"5"-15,0 0-30 0,0 0-13 0,0 0-15 16,1 0 4-16,0 0 11 0,0 1 3 0,0-1 0 0,12 6-3 15,1 1-11-15,2 0-3 0,-2 0-1 0,-1 0-9 16,1 2 10-16,-1-1-8 0,-2 0 7 0,0-3-11 16,-6 5 4-16,-1 3 6 0,5-1-3 0,-3 1 12 15,-4 1 1-15,-2 1-2 0,-5 2 1 0,-2 0 8 0,-3 0 8 16,5-1 1-16,-14-1 2 0,0-3 3 0,3 1-9 16,-2 0 6-16,3-2-8 0,2-1-7 0,4 0-7 15,-1-3-2-15,4-1-1 0,2 1-4 0,0-4 1 16,2 3-3-16,0-2 2 0,1-2-4 0,0 1-1 15,1-2 5-15,0 0-3 0,0 0 5 0,0 0-5 16,0 0 4-16,-1 2-2 0,0-1 7 0,0 0 13 16,-1 1-3-16,2-1 7 0,0-1-7 0,0 1 4 15,2-1-1-15,-1 0 1 0,1 0-7 0,9 3-2 0,3-2-4 16,2-1 2-16,2 0-4 0,0-1 0 0,3 0 1 16,-2 0-1-16,2 0 1 0,-1-1 1 0,-4 1-7 15,4-1 3-15,-2 1-10 0,-1 0-9 0,0 0 5 16,-4 0-7-16,-3 0-4 0,0 0-10 0,-2 0-2 15,0 0-8-15,-2 0-73 0,0 1-50 0,-1 0-16 0,-1 0-7 16,1 1-34-16</inkml:trace>
  <inkml:trace contextRef="#ctx0" brushRef="#br0" timeOffset="-71215.78">18901 11705 140 0,'0'0'36'0,"0"0"-15"16,0 0 36-16,-2 0-7 0,1 0 5 0,-1 0-12 0,0 0 7 16,-2 0-10-16,2 0 4 0,1 0-4 0,-1 0-4 15,0 0 1-15,-2 0 3 0,3 0-2 0,-1 0 5 16,1 0-5-16,0 0 10 0,-1 0-3 0,1 0 8 15,-1 0-7-15,0 0-5 0,-1 0 2 0,1 0-15 0,0 0 11 16,0 0-16-16,1 0-2 0,0 0 1 0,0 0-3 16,0 0-6-16,-1 0-6 0,1 0 0 0,0 0-3 15,0 0-6-15,0 0-1 0,0 0 1 0,1 2 0 16,0-1 12-16,1 0-5 0,0 0 7 0,2-1-6 16,17 4 4-16,3-2-8 0,3-1-4 0,0 0 0 15,2-1-1-15,3 0-11 0,2 0 10 0,4-1-12 16,-1 0 2-16,7-1-4 0,5-2-6 0,8-1 0 0,3 0-30 15,6-1-68-15,-1-1-63 0</inkml:trace>
  <inkml:trace contextRef="#ctx0" brushRef="#br0" timeOffset="-70082.07">23400 11455 765 0,'-1'0'45'0,"-1"0"54"0,1 0-51 0,0 0-5 15,0-1-11-15,0 0 7 0,-2-1-5 0,1 1-7 16,0 0 7-16,-1 0-7 0,1 1 2 0,-2-1-1 0,-1-2-6 16,0 1 3-16,-1 0-11 0,-1-1 12 0,0 1 2 15,-1 0 3-15,2 1 3 0,1-1 7 0,3 1-8 16,-1 0 6-16,1 0-19 0,0 0-13 0,-1-1 2 15,2 1-5-15,0 0 7 0,0 0 12 0,1 1-5 16,0 0 7-16,1 0-14 0,1-1 9 0,6 0-5 0,12-3 5 16,0-1-11-16,2 2-1 0,0-1 1 0,0 2-3 15,-1 1-6-15,-1-2 4 0,2 1-4 0,-4 1 5 16,2 0-5-16,-1 0-3 0,0-1 6 0,-2 2-5 16,0-1 1-16,-3 0-5 0,-1 1-1 0,-1 0 0 15,-3 0-6-15,0 0-6 0,-2 0-2 0,-3 0 0 16,-2 0-3-16,0 0-25 0,0 0-19 0,1 0-1 15,-1 0-47-15,0 0-4 0,0 0-8 0,-1 0-5 16,0 0-68-16,0 0-70 0</inkml:trace>
  <inkml:trace contextRef="#ctx0" brushRef="#br0" timeOffset="-69848.58">23373 11593 864 0,'-1'0'155'0,"-1"0"9"0,1 0-9 16,0 0-41-16,-6-3-27 0,3 2-33 0,3 1-12 16,0 0 0-16,0 0-7 0,-1-1-14 0,-1 0-18 15,2 0-2-15,0-1-3 0,1 1 8 0,0 0-5 0,1 0 10 16,3 0-10-16,12-4 1 0,3 1 8 0,0 2-3 16,1 0 5-16,1-1-5 0,0 2-7 0,0 0-1 15,-1 1-3-15,0 0-8 0,0 0-9 0,0 0-1 16,1 0-3-16,-1 0-16 0,3 0-85 0,-5 0-42 0,7 0-34 15,1-1-338-15</inkml:trace>
  <inkml:trace contextRef="#ctx0" brushRef="#br0" timeOffset="-68029.91">25235 10600 256 0,'0'0'121'16,"0"0"-55"-16,0-1 44 0,0 0 0 0,0 0-89 16,0-1-4-16,0 1-15 0,0 0-1 0,0 0 1 15,0-1 5-15,0-1 5 0,0 1-5 0,0-1 3 16,0 1-8-16,0 0 19 0,2-1-1 0,-2 1 7 0,1 0 6 15,0-1 0-15,0 1 5 0,0 0-5 0,0-1 4 16,1 1 5-16,-2 0-9 0,0-1 7 0,0 1-11 16,1 0-9-16,0-1 7 0,0 1-11 0,0 0-4 0,0-1-4 15,-1 1 0-15,0-1-1 0,0 1-5 0,0 0 6 16,2 1 1-16,-2-2 2 0,1 2-4 0,0 0 10 16,0-1-10-16,-1 0 11 0,0 0-6 0,0 0 6 15,1 0 0-15,1 1 1 0,-1 0-2 0,0 0 8 16,0 0 0-16,-1 0 1 0,0-1-3 0,0 1-6 15,0 0-6-15,0 0 1 0,0 0-10 0,0 0 6 16,0-1 2-16,0 1 0 0,0 0-1 0,0 0 5 16,0 1-2-16,0 0 3 0,0 0-8 0,0 0 1 15,0 0 0-15,0 1 0 0,-1 0-9 0,1 2 5 0,-6 12-5 16,-1 4 5-16,-1 1-9 0,-2 3 9 0,0 1-1 16,-2 0 4-16,0 3-9 0,-1 0 4 0,2 2-2 15,-1 1 3-15,2-2-7 0,0 3 7 0,-1-2-6 16,2-2 7-16,-2 1 2 0,2-3 0 0,-2 0-1 0,2-1-1 15,1-2-4-15,-1-1-2 0,2-1 1 0,1-2-2 16,1-1-8-16,0-1-4 0,1-2-1 0,2-2-1 16,1-3-2-16,0-2-22 0,1-3-9 0,0-2-7 15,0 0-41-15,0 1-18 0,1-1-2 0,0-1-18 16,0 0-139-16</inkml:trace>
  <inkml:trace contextRef="#ctx0" brushRef="#br0" timeOffset="-67413.71">25605 10627 1071 0,'0'0'166'0,"-2"0"30"0,1-1-80 15,0 0-66-15,0 0-31 0,0-1-19 0,0 1-18 16,-1 0 1-16,1 0-4 0,0 0 18 0,0 0-10 15,1 1 6-15,0 0-7 0,0 0 5 0,0 0 6 16,-1 0-4-16,-1 1 4 0,1 0-1 0,0 0 6 0,0 1 10 16,0 1-2-16,-4 3 19 0,-1 1-5 0,-4 2-2 15,-1 2 0-15,3-1-5 0,0 3-5 0,-1-1 0 16,3 3-1-16,-1-2 4 0,2 3-2 0,-1 0-3 16,0-2 0-16,2 5-11 0,1 0 5 0,0 0-1 15,2 1 5-15,0-2-2 0,-11 2 0 0,5-1-5 0,3 0 2 16,1-1-2-16,3-3 4 0,0 0-1 0,1 0-1 15,2 1-3-15,0-3 2 0,1 0-3 0,-1 0 2 16,1-3 0-16,0 1-1 0,1-2 2 0,0-1-3 16,1 1-4-16,-3-5 6 0,3 1 5 0,7-3 0 15,0 1 7-15,1 6 3 0,0-2-9 0,0-2 6 0,0-3-14 16,2-2 8-16,-3-1 1 0,1-1 2 0,1-3 1 16,4-1-8-16,-1 0 3 0,0-1-5 0,1 0 1 15,-4 0-4-15,2-1 6 0,-3 0-5 0,-2 1 9 16,0-2-2-16,-2 8-7 0,-2-8 3 0,2-2-2 0,-2-1-1 15,-1 2 2-15,-1 0-1 0,-1-1 4 0,-1 1 4 16,0-3-1-16,-1 2-1 0,0-1-6 0,-1-2 6 16,-1 3 0-16,9-2 3 0,-3-1 1 0,-3 1-5 15,-1-1-1-15,-2-1-1 0,-1-1 7 0,0 0-10 16,-1 2 3-16,-2-3-6 0,1 2 4 0,-1-1 3 16,-2-3 0-16,-1 1 0 0,-1 2-10 0,0 0 9 15,-3 1-8-15,7 1 10 0,-11 0-2 0,-3 2 1 16,3 0 4-16,-3 2-3 0,0 2 8 0,2-1-4 15,-2 3-1-15,6 3-2 0,-2-1-5 0,1 3-1 0,1 0-1 16,3-5-2-16,1 1-4 0,-2 1-12 0,3 3-4 16,0-1-2-16,2 2-19 0,0 0-38 0,-1 2 1 15,4-2-22-15,-3 2-52 0,4-1-34 0,-6 9-29 16,2 1-8-16,1 1-162 0</inkml:trace>
  <inkml:trace contextRef="#ctx0" brushRef="#br0" timeOffset="-66679.22">26353 10666 606 0,'0'0'133'0,"0"0"15"16,-2-1-60-16,1 0-33 0,0-1-38 0,0 1-5 0,0 0-9 15,-1 0 2-15,1 0-4 0,0 0 10 0,0-1-4 16,0 1 8-16,0 0-6 0,-1 0 6 0,1 0 2 16,0 0-2-16,0 1 3 0,0 0 0 0,0 0 22 15,-1 0-1-15,1 0 11 0,0 0 14 0,0 0-23 16,0 0 6-16,-1 0-13 0,1 0-2 0,0 0-3 15,0 0-5-15,0 1 1 0,0 0-13 0,-1 0 1 16,1 0 2-16,0 2-2 0,-1 6 0 0,-1 7-9 16,2 0 2-16,1 4-4 0,1 0 3 0,2 0-6 15,1 3 1-15,2-3-2 0,1 3 12 0,0-2-5 0,2 1 0 16,0-1-2-16,0-2 7 0,0-1-7 0,-1-2 13 16,0 1-11-16,0-3 2 0,1-1-3 0,-1-2-7 15,0 1 4-15,-2-2 5 0,0-1-8 0,-1-2 2 0,-1 0-3 16,0-1 4-16,-2-2-3 0,0-1 0 0,0-1-3 15,-2 0-7-15,0-1 2 0,2 1-11 0,0 0 7 16,1 1-28-16,-1-1-8 0,0-1 0 0,1 0-7 16,-1 1-28-16,0-1-120 0,1-1-42 0</inkml:trace>
  <inkml:trace contextRef="#ctx0" brushRef="#br0" timeOffset="-66312.26">26605 10673 1387 0,'-1'-1'27'0,"0"0"1"0,0 0-18 15,0-1 1-15,-1 1-15 0,1 0-3 0,0 0-25 16,0 0 9-16,0-1-12 0,0 1 18 0,-1 0 0 15,1 0-5-15,0 1 5 0,0 0 5 0,-1 0 9 0,-1 1 1 16,1 0 2-16,-1-1 2 0,-2 3 26 0,-5 1-9 16,2 0 14-16,-3 2 1 0,1 0-4 0,0-1 5 15,-1-3-5-15,-4 7 2 0,3 5-5 0,-4 3 2 16,1 0-3-16,0 7-5 0,-1-4-13 0,1 0 5 16,1 2-8-16,0-1-4 0,2-1 4 0,0 1-5 15,1-3 5-15,2-1-3 0,2-3-4 0,0-4 4 0,4 0-4 16,-1-3-1-16,1-3 3 0,0 2-11 0,2-2 9 15,0-1-16-15,0 0-5 0,0-1-5 0,1-1-7 16,-2 2-62-16,2-2-67 0,-1 1-17 0,1-1-17 16,-1 2-86-16</inkml:trace>
  <inkml:trace contextRef="#ctx0" brushRef="#br0" timeOffset="-64361.34">27065 10615 557 0,'0'0'30'0,"0"0"0"0,0-1 18 15,0 0-12-15,0 0 2 0,0 0-18 0,0 0-5 16,0-1 5-16,0 0-5 0,0 0 5 0,1-1 0 16,-1 1-3-16,1-3 0 0,1 1-13 0,-1 1 9 15,0 0-2-15,0 0 5 0,-1 2 0 0,0 0 24 16,0 0-3-16,1-2 11 0,1 1-5 0,-1 0 10 16,0-1-6-16,0 2 5 0,0 0-17 0,0 0-3 15,1 0-3-15,-1-1 0 0,-1 1-15 0,0 0-12 0,0 1 3 16,0 0-4-16,0 1 16 0,0 2-17 0,-8 14 1 15,-1 3-5-15,1 1 11 0,0 1-7 0,0 0 6 16,-2 0-8-16,1-1 5 0,-2 4 4 0,2-1 1 16,1-3 1-16,-1 2-2 0,2-3 5 0,1 2-1 0,2-2 2 15,0-3-8-15,1 1-5 0,0-3-3 0,1-1 0 16,0 0 6-16,0 0 0 0,1-2-2 0,0-2-1 16,0-1-12-16,1-2 2 0,0 0-2 0,0-2 0 15,0 0-13-15,0-2-32 0,0-2-5 0,0 2-13 16,0-1-51-16,0 0-103 0,1 1-48 0</inkml:trace>
  <inkml:trace contextRef="#ctx0" brushRef="#br0" timeOffset="-63793.08">27420 10637 1413 0,'0'0'78'0,"0"0"-95"16,-1-2 85-16,0 1-45 0,0 0-18 0,0 0-29 15,-1 1 9-15,1 0-16 0,0 0 17 0,0 0 8 16,0 0-2-16,-1 0 4 0,1 1-4 0,0 0 3 0,0 0 2 16,0 2 1-16,0 0 7 0,-4 6-8 0,0 0 7 15,-2 3-5-15,0-1 12 0,0 4 7 0,1-5-3 16,-1 4 5-16,1-1-1 0,0 0-10 0,0 1 4 15,2-1-5-15,-1 1 13 0,2 2-11 0,-1-2-2 0,2 1-1 16,0-4-7-16,2 0 3 0,0 0-3 0,0-2 0 16,3 3-5-16,-1-3 4 0,1 1-2 0,0-3 2 15,1-1-1-15,-1-1 7 0,1-1-2 0,6-1 3 16,3 0-6-16,-1 5 9 0,2 1 2 0,0-4 2 16,3 0 9-16,-2-3-15 0,3 1 5 0,-2-3-8 15,0 0 13-15,3-1 4 0,-1-2-1 0,-2 0 1 16,-2-1 0-16,-3 1-1 0,-2-2 1 0,3-1-2 0,-2 1-12 15,-1 1 1-15,-1-1 1 0,-2 0 1 0,2 1 2 16,1-6-4-16,-2 1-5 0,0-2 1 0,-4-1-7 16,1 0 10-16,-3-1-3 0,1 1 6 0,1-1-4 0,6 0 3 15,-2-1-2-15,-1-3 2 0,-4 0 0 0,0-2-4 16,-2 2 3-16,-2 2-5 0,-1 0-5 0,-1 1 3 16,-2 0-3-16,-1 0 4 0,0 1 5 0,6 0-2 15,-12 1 3-15,-1 0-4 0,0 3-2 0,-1 1 0 16,-4-1-3-16,-1 2 1 0,3 3-2 0,0-1 0 15,0 2 3-15,4-6-1 0,-2 2 0 0,3 2-4 16,1 3 1-16,0 1-3 0,2 1-5 0,0 0-21 16,2 0-8-16,1 0-5 0,2 1-45 0,1-1-45 0,1 1-7 15,0 0-13-15,-1 1-45 0,2-1-83 0</inkml:trace>
  <inkml:trace contextRef="#ctx0" brushRef="#br0" timeOffset="-57117.68">25122 11457 256 0,'-1'0'204'0,"0"0"-104"0,0 0 69 0,-3 0-1 16,-6 0-146-16,-1 0 3 0,4 0-14 0,0 0-3 15,2 0-1-15,1 0-6 0,-2 0-1 0,2 0 4 0,0 0-2 16,1 0 22-16,1 0 18 0,0 0-2 0,-1 0 7 16,1 0 1-16,0 0-20 0,-1 2 6 0,2-2-13 15,0 0 0-15,0 0-14 0,-1 0 8 0,1 0-7 16,0 0 19-16,1 1-17 0,0 0 5 0,0 0-8 15,1 0 6-15,0 0 1 0,2 1-4 0,10 2 4 16,6 1-1-16,-2 0 4 0,6-1 4 0,-6-1-2 0,9 0-4 16,2 1 8-16,3-2-1 0,3 1 4 0,0-1 6 15,3 0-20-15,-1-1 5 0,4 1-10 0,1-1 5 16,4-1-4-16,8 1-2 0,2-1 0 0,3 0-8 16,2 0 2-16,-4-1-1 0,-2 0 3 0,0-1 5 0,0 1-5 15,0 0 2-15,4 1-3 0,3 0 1 0,1 0 4 16,0-1-3-16,-2 0 2 0,-4 0-8 0,0-1 2 15,2 1 3-15,3 0 0 0,3 1 3 0,0 0-6 16,0-1 1-16,-4-2-1 0,-2 1 1 0,-3 1 8 16,-1 0-9-16,1 0 7 0,3-2-9 0,2 1 1 15,-1 0 7-15,-3-1-3 0,-1 1 7 0,-4 1-4 16,-3-2-3-16,0 1 1 0,0 1-9 0,2 0 7 16,-1-1-2-16,-1 1 5 0,-2 1 10 0,-6 0-15 15,-3 0 6-15,-6 0-8 0,0 0 14 0,-3 0 4 0,-2 0-5 16,-2 3 5-16,-1-2 8 0,-2 0 2 0,1 1 5 15,-1 2-6-15,0-1-5 0,-2 0-7 0,-2-1 2 16,-1-1-3-16,-1 2 6 0,-1-1-6 0,0 0 1 0,1 1-3 16,-2-1-3-16,-2 0 0 0,0 1 0 0,-6-2 0 15,1 0-6-15,1 0 2 0,0 0-1 0,-2-1 2 16,1 2-3-16,-3-2 3 0,0 0-2 0,0 0 2 16,0 0-6-16,-1 0 2 0,0 0-4 0,1 0 3 15,-1 0-21-15,-1 0-68 0,0 0-14 0,1 0-24 16,-1-2-99-16</inkml:trace>
  <inkml:trace contextRef="#ctx0" brushRef="#br0" timeOffset="-55487.1">25166 11801 794 0,'0'-1'60'15,"0"-1"0"-15,0 1-17 0,-1 0-2 0,0 0-24 16,-1 0 4-16,1 0-17 0,1-1 10 0,0 1-13 16,0 0 7-16,1 0 2 0,1 0-3 0,-1-1 3 15,0 1-10-15,1 1 5 0,1 0-4 0,-1 0 6 16,0 0-3-16,1 0 25 0,-1 0-9 0,0 1 12 16,1 1-10-16,-2-1 2 0,0 1-3 0,-1 12 1 0,-3-1-9 15,-7 5 2-15,3 1-5 0,-12 2 3 0,-3 1-3 16,0 1-8-16,-1-2 16 0,0-1-12 0,-4-2 23 0,6-1-2 15,1-2-5-15,0-2 5 0,3-1-3 0,2-1 0 16,1-2-1-16,2-1 0 0,1-1-16 0,4-1 3 16,-1 0-7-16,5-1 5 0,-2-1-7 0,1 0 2 15,3-1 2-15,-1 0-1 0,1-1-4 0,-2 2 1 16,1-1-1-16,0 2 3 0,-1 0 3 0,2-1-1 16,1 1 1-16,0-1 0 0,0 1 11 0,1 0-4 15,2 1 8-15,-1-1-6 0,1-1 6 0,7 1-4 16,4-3-2-16,0 2 1 0,3 0-2 0,1-1 10 15,0-1-7-15,3 1 7 0,0-1-14 0,2 0 0 0,5 2 1 16,-1-3-1-16,-4 13-5 0,2-6-5 0,-4-3 0 16,2-1-2-16,-1-1-2 0,-2 0 2 0,-4-1-4 15,-1-1 3-15,-4 0 1 0,-1 0 2 0,-3-1-4 16,-1 0 3-16,-2 0-2 0,0 0-3 0,-1 0 1 16,0 0-3-16,0 0-16 0,0 0 1 0,-1 0-9 0,0 0 4 15,1 0-14-15,-2 0-72 0,0 0-4 0,0-1-32 16,0 0-75-16,-1-1-78 0</inkml:trace>
  <inkml:trace contextRef="#ctx0" brushRef="#br0" timeOffset="-55202.58">25114 11959 902 0,'0'0'53'0,"0"0"-3"15,0-1 29-15,0 0-12 0,0 0-5 0,-1 0-39 0,0 0-9 16,0-1 5-16,0 1-7 0,-1 0-3 0,1 0-5 15,0 0-2-15,1 0 1 0,0-1 9 0,0 1 8 16,0 1-3-16,0 0 4 0,0 0-2 0,0 1-2 16,0 2 0-16,0 6-1 0,-1 9 3 0,0 1 0 15,-3 3 6-15,-1 0-5 0,0 2 1 0,-4 3-16 16,0 1 1-16,0 4-4 0,-2 1 1 0,2 0 11 16,-1-2-10-16,2 1 10 0,1-1-9 0,1-1-3 15,1-3 0-15,1-2-2 0,-1-1-1 0,1-6-4 16,1-1 1-16,-1-1-3 0,2-4-10 0,1-3-3 0,0 0-4 15,1-6-1-15,0 2-26 0,0-3-41 0,0-1-32 16,0 2-13-16,0-1-190 0</inkml:trace>
  <inkml:trace contextRef="#ctx0" brushRef="#br0" timeOffset="-54834.98">25563 11884 1171 0,'0'0'43'0,"-1"0"99"0,0 0-134 16,0 0 9-16,0 1-3 0,0 1 3 0,-1 0-7 15,-5 9 3-15,-2 4-1 0,0 1 0 0,-2 2-2 16,2-2-6-16,-2 1-1 0,0-1-3 0,10-2 3 0,-8 1 1 16,-1-4 1-16,3-1-2 0,1-2 3 0,1-1 8 15,0 0 2-15,1-1 1 0,0-1 13 0,1-1 0 16,2 0 2-16,-1-1-5 0,-1 1-17 0,1-1 3 15,0 2-5-15,-1 0 5 0,1 2 0 0,1 1 6 16,1-1-8-16,1 3 6 0,1-3-14 0,2 0 3 16,-1-1 2-16,16-2-1 0,4 0-8 0,1-2 12 15,3-1-4-15,5 16 7 0,1-9-3 0,1-4-4 16,0-4 4-16,-1 0-4 0,0-3-3 0,-2 0-7 0,-3-2 3 16,-2 1-5-16,-5 1 7 0,-4-1-12 0,-1 1 1 15,-6 1-5-15,1-1 9 0,-5 2-5 0,-1 1 3 16,-3 0-4-16,0 0-2 0,1-1-12 0,-1 0-20 15,0-1 1-15,-1 1-84 0,1 0-60 0,-1 0-28 16,-1 0-20-16,-1 0-192 0</inkml:trace>
  <inkml:trace contextRef="#ctx0" brushRef="#br0" timeOffset="-54552.59">25776 11936 1128 0,'-1'0'55'0,"0"0"82"0,-1 0-63 16,-1 0-26-16,-3 0 3 0,-1 0-11 0,0 1-13 0,0 2-17 16,-1 1 0-16,1-3-5 0,1 17 5 0,-1 0-5 15,0 2 4-15,0 1-4 0,-1 0 5 0,3 0-1 16,-1 4-2-16,-1 0 3 0,-1 2 4 0,0 0-1 16,-4 0 8-16,6 0-5 0,-4 0 8 0,2 1-5 15,5-1-7-15,-6-3 2 0,7 0-13 0,-1-1 3 16,0-3 0-16,2 1 0 0,0-5-1 0,0 2-4 15,0-2-1-15,-9-3-4 0,5-2-15 0,2-3-6 16,2-2-2-16,0-1-2 0,1-2-12 0,0 1-36 16,0-3-2-16,0 1-19 0,1-1-88 0,1 1-252 0</inkml:trace>
  <inkml:trace contextRef="#ctx0" brushRef="#br0" timeOffset="-54001.91">26113 12054 1347 0,'-2'0'65'0,"1"0"127"16,-1 0-168-16,1 0-17 0,-6 1-3 0,3-1-3 0,2 0-1 16,1 0 2-16,-2 1 4 0,1 7 0 0,-2 5-6 15,2-1-4-15,0 2-1 0,-1 0 0 0,1 0 3 16,0 1 5-16,0 0-2 0,-1-1 3 0,-2 0-7 15,1-1 8-15,-2 2-3 0,2 0 7 0,-1 1 0 0,0-1 10 16,0 3 3-16,0-2 1 0,0 0 5 0,2 0-13 16,-2-1 3-16,3-1-7 0,-2 1-5 0,2-2-3 15,0-2-4-15,-1-2 1 0,2-3-13 0,0 0-3 16,-5 1-3-16,6-6 0 0,0 1-14 0,0-1-22 16,0 0-4-16,-1 1-7 0,0 1-29 0,-1-2-10 15,2 0-12-15,0-1 3 0,2-1-23 0,5-13 4 16,7-17-12-16,0 0 3 0,1 1-44 0,1-1 55 15,-15 3 19-15,18 1 17 0,-4 0 106 0,1 2-9 0,2 2 7 16,0 2-10-16,2 1-3 0,-2 1 8 0,0 2-4 16,-4 3 7-16,0 0-9 0,-4 4 12 0,-2 1 7 15,-2 5 3-15,-2 1 22 0,0 1 66 0,-2 1-12 16,1 0 32-16,-1-1 14 0,0 1-11 0,0 1-5 0,-1 0-5 16,0 0-40-16,-1 1 4 0,0 2-11 0,-2 4 6 15,-4 7-30-15,0 1-1 0,-1 2 4 0,-2 0-5 16,1 2-8-16,-1 1-1 0,-1 0-2 0,2 1 3 15,0-1-3-15,1 0-11 0,2-1-3 0,1-2-1 16,-1 1-7-16,1 0-11 0,2-2 7 0,1-1-8 16,0-3 5-16,-1 0-8 0,1-1 0 0,0-1-2 0,0 0 3 15,1-4-6-15,-1 0 3 0,1-2-4 0,0-1-2 16,0 0-2-16,0 0-4 0,0-1 1 0,0 0-14 16,0 1-33-16,0-1-17 0,-1-1-10 0,-1 0-93 15,1-1-70-15,0 0-10 0</inkml:trace>
  <inkml:trace contextRef="#ctx0" brushRef="#br0" timeOffset="-53733.72">26028 11905 1274 0,'0'0'69'0,"-1"-1"0"0,0 0-21 0,-1 0-4 16,1 0-29-16,0 0-10 0,0-1-15 0,0 1 2 16,0 0-6-16,-1 0 13 0,2 0 4 0,0-1 4 15,2 0 0-15,0 0-5 0,8-5 4 0,7-2-4 0,3 2 4 16,0 3 0-16,-2 0-2 0,0 2 0 0,2-1-2 16,-3 2-7-16,-2 1-9 0,-2 0-4 0,-2 0-1 15,-1 0-5-15,2 0-28 0,0 0 6 0,1 0-32 16,0-1-170-16</inkml:trace>
  <inkml:trace contextRef="#ctx0" brushRef="#br0" timeOffset="22778.25">16144 14116 601 0,'0'0'83'16,"-1"0"-25"-16,0 0 33 0,0-1 11 0,-2 0-55 0,1 0-9 15,-3-1 2-15,1 1-9 0,-1 0 6 0,0 0-17 16,3 1-5-16,-2-1 2 0,0 0-4 0,-2-2-8 0,2 2 8 16,2 1-9-16,0 0 9 0,-1 0 0 15,0-1-2-15,0 1 9 0,1 0-6 0,-3-1 11 0,2 0 4 16,-1-1-8-16,-2 0 7 0,0 1 2 0,-1 0-4 16,-1-1 9-16,-1 1-9 0,-2 1 6 0,2 0-15 15,-2 1 3-15,2 2-6 0,-2 0 3 0,-1 2 3 16,2 1-4-16,-1 1 4 0,1 0-9 0,-3-5-6 15,3 9 3-15,0 2-5 0,-1 1-2 0,2 1 11 16,-1 1-3-16,2 2 6 0,-1 1-13 0,0 2 8 0,2 3-7 16,-1 2 8-16,2 2 0 0,0-1-7 0,1 4-1 15,1-1-2-15,-1 0-1 0,2 0 8 0,-1 1-1 16,2-4 1-16,-2 1-3 0,3-2 5 0,0-1 1 16,0-1 0-16,0 2 1 0,-13-1-1 0,4 1-5 15,5-2 1-15,2 2-4 0,1 0-1 0,0 1 8 0,1 1-6 16,0 1 8-16,0-2-7 0,0 1 3 0,0-3-4 15,-2-1 6-15,2-1-8 0,-1-3 4 0,-1-2-4 16,0 0 7-16,-1-1-1 0,0-3 4 0,-1-1-2 16,0 0 9-16,0-2 8 0,1 0-7 0,-1-2 8 15,-1 1 2-15,0-2-15 0,0-1 6 0,3-1-10 16,-4 0-4-16,-1 0-5 0,1-3 2 0,1 1-2 16,0-2 2-16,-1 0-5 0,1 0-7 0,-1-1-1 15,-1 5-24-15,2-3-23 0,-3 2-6 0,2-3-10 16,1 1-54-16,-2-2-93 0,2-1-36 0,0 0-39 0,-1-1-317 15</inkml:trace>
  <inkml:trace contextRef="#ctx0" brushRef="#br0" timeOffset="23111.99">15247 14822 1484 0,'-1'0'66'15,"0"0"141"-15,-2 0-199 0,1 0-12 0,1 0-4 16,0 0-2-16,-1 0 0 0,1 0 9 0,1 0 1 0,0 0 2 16,1 1-1-16,2-1 0 0,12 2-2 0,6-1 2 15,3 1 5-15,3-2 5 0,2 0 1 0,-2-3 2 16,3 0 7-16,-1-1 15 0,-2 1-5 0,3-2 7 15,-6 3-10-15,1-2-7 0,-2 1 1 0,1-1-4 16,-1 2 0-16,-4-1-15 0,-1 0 10 0,-2 0-12 16,0 2 5-16,-2 0-4 0,1 0-2 0,-2 0 2 0,1 0-2 15,0-1-12-15,-1 1-6 0,2 0-4 0,3 0-34 16,-3 0-36-16,5-2-4 0,2 0-22 0,-2-1-121 16</inkml:trace>
  <inkml:trace contextRef="#ctx0" brushRef="#br0" timeOffset="23595.89">16278 15336 624 0,'0'0'96'0,"0"0"-100"0,0 0 104 0,0 0-48 16,0 0-12-16,0-2 13 0,0 1-2 0,-1 0 4 16,0 0-6-16,0-1 5 0,1-2-3 0,-1-4 2 15,-1 0-21-15,1-1 3 0,0 0 0 0,0-1 1 16,1 2-7-16,0 1 3 0,0 0-5 0,0 2 5 15,0 2 5-15,0-1-3 0,0 2 0 0,0 0-3 0,0-1-7 16,0 1-11-16,0 0 7 0,0-1-7 0,0 2 4 16,0 0-14-16,0 0 3 0,0 0-6 0,0-1 4 15,0 2-7-15,0 0-2 0,0 2 0 0,0 0 6 0,-2 12-1 16,-1 8 3-16,0 2-3 0,-1 3 8 0,-1 1-5 16,1 4 1-16,-1 2 0 0,-1 0 13 0,0-1 8 15,0-4-1-15,2-2 3 0,-1-2 2 0,0-6-21 16,1 1 7-16,-1-4-12 0,0 2 3 0,2-3-3 15,-1-2 1-15,1-1-3 0,0-3 0 0,1-1-2 16,1-4-6-16,0 1 0 0,1-3-22 0,0-1-14 16,0 1-7-16,-2 0-5 0,1 0-39 0,0 1-25 15,0-2 1-15,0 0-11 0,0 0-25 0,-1-1-82 16,2-1-38-16</inkml:trace>
  <inkml:trace contextRef="#ctx0" brushRef="#br0" timeOffset="23912.04">16096 15174 1417 0,'-1'0'47'0,"0"0"0"16,0 0-21-16,-1 0-1 0,0 0-20 0,1 0 6 15,0 0-12-15,-1 0 0 0,1 0-6 0,0 0-6 16,0 0 5-16,0 0 0 0,1 0 1 0,0 0 0 16,0 0 1-16,1 0 5 0,0 0-2 0,1 0 11 0,1 0 9 15,6 0-4-15,1 0 8 0,0-1 8 0,0 0 2 16,1-1 4-16,0-1-3 0,2 1-5 0,0 0-5 16,0-1-7-16,2 0 2 0,0 0-19 0,1 1 2 15,0 0 0-15,1-1 2 0,-1 1-5 0,1 0-17 16,0-1-6-16,-2 1-3 0,2 0-20 0,-1-1-15 15,1 1-5-15,-1 0-11 0,2-1-84 0,0 0-211 16</inkml:trace>
  <inkml:trace contextRef="#ctx0" brushRef="#br0" timeOffset="24348.78">16860 14786 824 0,'-1'0'153'0,"0"0"2"0,0 0-24 15,0 0-21-15,-2 0-48 0,1 0-38 0,0 0 0 16,-1 0-2-16,2 0 0 0,0 0-14 0,0 0 12 16,0 0-3-16,1 0 9 0,0 0 3 0,1 0 7 15,3 0-4-15,15 3 4 0,-1-2-16 0,2-1 12 16,2 0-10-16,1-1 10 0,1-2-13 0,1 1-9 0,0 0 5 15,-1-1-8-15,-2 1-3 0,-5 0-4 0,-2 0-4 16,-2 1 0-16,-1 0-4 0,-1 1-4 0,-2 0-1 16,-1 0-3-16,-1 0-13 0,-2 0-19 0,-1 0-2 15,-2 0-6-15,2 0-22 0,-3 0-9 0,1 0 1 16,0 0-6-16,1 0-35 0,-1 0-76 0,-1 1-36 0</inkml:trace>
  <inkml:trace contextRef="#ctx0" brushRef="#br0" timeOffset="24568.91">16765 15045 1401 0,'0'0'94'0,"0"0"-5"16,-1 0-11-16,0 0 1 0,0 0-39 0,-1 0-18 16,1 0-14-16,0 0 5 0,1 0-7 0,0 0 7 15,1 0 5-15,0 0-4 0,2 0 5 0,18-3-5 0,4-2-7 16,3 0 3-16,2-1-6 0,0 0-4 0,2 1-9 15,-2-3-12-15,1 3 0 0,-1-2-52 0,-1-2-5 16,-2 2-11-16,-2 0 4 0,0 0-24 0,-1 0-192 16,-2 1-27-16</inkml:trace>
  <inkml:trace contextRef="#ctx0" brushRef="#br0" timeOffset="25113.66">18143 14310 332 0,'0'0'97'0,"0"0"3"16,0-1-6-16,0 0-21 0,0 0-21 0,-1-1-16 16,1 0 21-16,0 0 2 0,0-1 4 0,0 1-4 0,0 0 11 15,0-1-11-15,0 2 10 0,0 0-15 0,0 0 4 16,0 0-3-16,0-1 0 0,0 1-22 0,0 0 7 16,0 0-1-16,0 0 3 0,0 0-8 0,0-1-5 15,0 1-10-15,0 0 4 0,0 0-11 0,0 0-1 16,0 0 3-16,0 1-5 0,0 0-6 0,0 0-1 15,0 0 0-15,0 1 0 0,0 0 0 0,0 0 1 16,0 0 1-16,0 2 0 0,0-1-4 0,0 3 6 16,0 2-6-16,0 1 6 0,0 0-9 0,0 0 7 0,1 5-4 15,-1-1 6-15,0 3-3 0,-1 3-3 0,0 1-1 16,-3 8-3-16,0-1-1 0,-3 7 3 0,0 1 2 16,-3 1 0-16,1 0-2 0,-2 2-3 0,-2-1 1 15,-1 4 0-15,-1 1 7 0,-3 5-2 0,-2 4 2 0,17 4-3 16,-20 1-1-16,0-2 8 0,1-6 6 15,5-7 3-15,-2-5 7 0,4-3-9 0,7-5-3 0,-6 0 0 16,3-2-12-16,2-1 9 0,-2-1-6 0,6-4 8 16,3 1-13-16,-1-5-3 0,0-1-2 0,2-3 0 15,0-6-7-15,0 3-23 0,-1-5-7 0,-1 2-6 16,3-4-33-16,-2 1-34 0,0 1-9 0,1-1-14 16,0-1-61-16,0 0-140 0</inkml:trace>
  <inkml:trace contextRef="#ctx0" brushRef="#br0" timeOffset="26148.12">18122 14278 316 0,'0'0'210'15,"0"0"3"-15,-1-1-38 0,0 0-29 0,0 0-66 16,-1 0-45-16,1 0-3 0,0-1 3 0,0 1-4 16,0 0-11-16,0 0-10 0,-1 0-2 0,1-1-2 15,0 1-5-15,0 0-8 0,0 0-5 0,0 0 0 0,-1 0 4 16,2-1 17-16,0 1-1 0,0 0 7 0,0 0 2 16,2 0 14-16,-1-2-1 0,1 1 4 0,0-2-15 15,7-3 10-15,4 2-1 0,0-2 4 0,-1 1-13 0,4 0 11 16,-1 0-6-16,3 0 6 0,3 0-18 15,0 1 2-15,0 1-11 0,-1-1 8 0,-2 1-7 0,1 2-2 16,-3 1 0-16,1-10-2 0,-2 4-10 0,-2 3 12 16,-3 1 0-16,0 2 5 0,-1 1-1 0,1 0-1 15,-3 0 4-15,0 1-2 0,-1 0 3 0,-2 1 4 16,2 0-7-16,-1 0 6 0,-2 1-1 0,0-2 3 16,0 4 3-16,2 2-1 0,-2 0-4 0,0 2 1 15,-2 2-2-15,-1 0 1 0,0 2-6 0,-4 1 4 0,-1 2-4 16,-4 0 3-16,0 1-6 0,2-2 4 0,-10 1 3 15,0 3-1-15,-2-2 3 0,1-1 3 0,-2 1 2 16,2-2-1-16,1 0 1 0,1-2 2 0,3 1-5 16,-1-4 5-16,1 0-3 0,3-2 0 0,0-3-2 0,3 2 0 15,0-3-9-15,1-2 9 0,0 0-10 0,1 0 9 16,0 1-11-16,1 1-3 0,0-2 7 0,1 0-7 16,-1 1-1-16,2-2 7 0,-2 1-5 0,1-1 6 15,-1 1-9-15,3-2 1 0,-1 1 0 0,0-1 1 16,1 0 1-16,0 0-1 0,0 0 0 0,-1 1 0 15,-1 0-2-15,1 0-7 0,1 0 4 0,0 1-4 16,-1-1 7-16,1 0-16 0,0 0 7 0,0 0-9 16,0-1 14-16,-1 0 6 0,2 0 0 0,0 2 2 0,0-2-2 15,2 1 0-15,-1-1 0 0,0 0 1 0,1 0-2 16,5 0 6-16,4 0-5 0,0 0 6 0,2 1-6 0,1 0-5 16,1 1 5-16,-2 1-3 0,-1-1 9 0,1 0-6 15,-2 2 3-15,2 1-3 0,0-1 2 0,-5 0 1 16,4 2-2-16,-4-1 0 0,-4-3-3 0,3-1 10 15,-3 8-2-15,0 1 6 0,3 0-9 0,-4 0-1 16,2 0 0-16,-1 0 0 0,1 0 3 0,-3 0-1 16,3-2 2-16,2 1-2 0,-1 1-4 0,-3-3 6 15,1 0 0-15,-2 0 2 0,-1 0 0 0,-1 0 1 16,0 1-2-16,0-1 3 0,-1 1-2 0,-2 0-2 16,-1 0 2-16,-2 1-2 0,3 1-1 0,-11-3 1 0,-5 1-4 15,0-2 4-15,-1 0 3 0,0 1-8 0,3-2 7 16,-1-1-6-16,1 0 8 0,2 1 7 0,0-2-4 15,-1-1 6-15,2 0-5 0,2 6 4 0,1-2-8 16,-1-2 5-16,1-1-13 0,2-1 10 0,0-1-1 0,1-1 2 16,-1 1-1-16,3-1-12 0,2 0 7 0,-2 0-7 15,3 0 5-15,1 0-1 0,0 0-4 0,-1 0 2 16,1 0-4-16,0 0-5 0,-1 0-3 0,1 0 1 16,1 0-9-16,-1 0-8 0,1 0 0 0,0 0-5 15,0 0-13-15,0 0-22 0,0 0-6 0,-1 0-6 16,2 0-22-16,0 0-44 0,0 0 2 0,2 0-30 0,0-1-113 15</inkml:trace>
  <inkml:trace contextRef="#ctx0" brushRef="#br0" timeOffset="27866.19">19182 13942 846 0,'0'0'28'0,"0"-1"2"0,0 0 18 15,0-2-1-15,0 1-1 0,0-4 12 0,0 0 4 16,0-1-9-16,0 6 9 0,0-5-7 0,0 1-13 16,0 3 5-16,0-1-9 0,0 0-4 0,0 1-12 15,0 0 3-15,0 0-5 0,-1 1 9 0,-1 0-3 0,1 0-5 16,-1 1 3-16,1 0-3 0,-9 2 11 0,-2 4-5 15,1 2 5-15,0-4-14 0,1 15-4 0,-2-2 5 16,1 4-6-16,-1 4-1 0,2-4-9 0,-1 3 2 16,0 1-3-16,0-3 6 0,0 1-6 0,1 2 0 0,2 0-2 15,-1 1 2-15,0-2 15 0,5 0-5 0,1 1 8 16,-11 0-10-16,6 1-3 0,3 3 5 0,2-2-4 16,3-3 4-16,0 3-11 0,0-2 3 0,0 1-3 15,2-1 8-15,0-1-2 0,-1-1-1 0,-1-3-1 16,0 0-2-16,0-3 1 0,0 1-1 0,-1-2 2 15,-1 0-5-15,-3 0 20 0,0-1-3 0,-2 1 9 16,-2-1 4-16,4 0-13 0,-13 1 8 0,3-2-9 0,-1-1 12 16,-1-2-10-16,-2 1-5 0,5-1-2 0,1-3-11 15,4-1-3-15,1 0 2 0,-2-2-3 0,3-2-16 16,0 1-22-16,0 2-4 0,1-3-8 0,0 0-45 0,2-2-56 16,-2 0-10-16,1-1-17 0,-1-1-63 0</inkml:trace>
  <inkml:trace contextRef="#ctx0" brushRef="#br0" timeOffset="28115.43">18648 14445 1526 0,'0'0'352'0,"0"0"-416"0,0 0 389 16,0 0-201-16,0 0-112 0,0 0-16 0,0 0 3 15,1 0-6-15,0 2 19 0,0-2 3 0,21 8-2 16,2-2 1-16,6 0-12 0,6-2-8 0,2-3-3 0,5-2-3 16,1-2-15-16,0-3-10 0,0-2 1 0,-5 1-4 15,-3-3-10-15,-3 1-17 0,-2-1-3 0,-1-1-6 16,0-1-19-16,0-1-13 0,2 1-5 0,-6 2-7 16,-1-1-67-16,-4 3-47 0,-4 1-36 0</inkml:trace>
  <inkml:trace contextRef="#ctx0" brushRef="#br0" timeOffset="28467.26">19186 14853 1214 0,'0'0'194'0,"-1"0"400"0,0-1-555 0,0 0-37 15,0 0 0-15,0 0-7 0,-1 0 8 0,1-1-7 16,0 1-7-16,0 0 1 0,0 0-17 0,-1 0-16 16,1 0 6-16,0-1-7 0,1 1 13 0,0 0 15 0,0 0-5 15,0 1 9-15,0 0 3 0,0 1 17 0,0 1-2 16,-2 14 7-16,-4 13-7 0,-1 5 9 0,-3 1-5 16,-1 7 6-16,-1-2 0 0,-2 2 10 0,-1 0 6 15,-1-3 0-15,1-1 23 0,0-4-3 0,-1-4 0 0,2 1-5 16,2-5-17-16,2-3-9 0,2-4-3 0,1-2-2 15,0-1-12-15,2-2-12 0,0 0-2 0,3-3-5 16,1-5-20-16,1 0-26 0,0-3 4 0,0-1-13 16,0 1-13-16,0-1-21 0,0 1-1 0,0-2-5 15,0 0 8-15,0-1-13 0,1-1-12 0,6-11-4 16,6-14-69-16,-1 1-46 0</inkml:trace>
  <inkml:trace contextRef="#ctx0" brushRef="#br0" timeOffset="29032.66">19208 14723 1240 0,'0'0'146'0,"0"0"3"0,-2 0-23 16,1 0-20-16,0 0-45 0,0 0-30 0,0 0-10 16,0 0-2-16,-1 0-2 0,1 0-2 0,0 0-16 15,0 0 8-15,1 0-10 0,0 0 3 0,0 0-1 16,1 1-1-16,0 0 2 0,2-1 1 0,6 1 5 15,4 2-1-15,2-1 3 0,0-1 1 0,1 1 5 0,-1 0-5 16,-1 0 5-16,-4-1-7 0,-1 1-4 0,3 0 3 16,-3 0-4-16,1 2 2 0,-5-2 1 0,-1 0 3 15,-1 1-1-15,1 3-1 0,3 4-6 0,0 3-1 16,-2 3 0-16,-4 1-1 0,-3 0-3 0,-4 3 5 16,-5 1-3-16,-1 0 11 0,9 0 7 0,-17-3-2 0,-2-3 3 15,-3 3 3-15,5-4 2 0,1 0-4 0,5-4 3 16,1-1-5-16,1-1-8 0,2-2 5 0,0-1-6 15,4-2-4-15,0 1 3 0,3-2-3 0,1-1 4 16,0 0 0-16,1-1-10 0,-1 3 0 0,0-1-5 16,-1 0 4-16,2 0-10 0,0-1 7 0,0 0-6 0,-1 0 15 15,1 0 0-15,1 0 0 0,0 1-1 0,1-1 0 16,1 0-4-16,1-1 3 0,11 2-2 0,2 1 8 16,0 0-3-16,4 1 1 0,-2 0-2 0,2 1 6 0,-3 0-8 15,-1-2 0-15,-2 2-2 0,-3 0 8 0,1-1-5 16,0 2 5-16,-1-1-6 0,-2 0 5 0,-1-1 5 15,-3-1-9-15,-2-1 8 0,-3-1-4 0,4 4 7 16,-2 0 0-16,1 2-1 0,-3-1-8 0,0 1 5 16,-3 1 5-16,-3 1-2 0,2 0 5 0,-17 0 7 15,-4-1-8-15,-2 0 8 0,0 1-2 0,2-2 0 16,2 1 4-16,1-2-4 0,2 0-5 0,3 0-9 16,1-2-1-16,2 0-1 0,3-1-2 0,0 0-6 15,3-1 1-15,0 4-5 0,1-1-8 0,1-2-20 0,0 0-2 16,2-2-8-16,1 0-26 0,-1-1-53 0,3 0-9 15,-1 0-20-15,-1 0-87 0,2 0-199 0</inkml:trace>
  <inkml:trace contextRef="#ctx0" brushRef="#br0" timeOffset="29500.64">19840 14543 1523 0,'-1'0'78'0,"0"0"3"0,-1 0-13 0,-2 0-12 16,-1-1-24-16,2 1-19 0,0-1-6 0,1-1-4 15,1 1-1-15,0 1-22 0,0 0 4 0,1 0 2 16,0 0 3-16,1 0 19 0,23 0-7 0,2 0-2 15,0 0 10-15,0 0 5 0,0 0 2 0,-1 0 0 16,-1 0 5-16,-1 0 1 0,0 0 0 0,-2 0-2 16,2 0-6-16,-5 0-12 0,2 1 7 0,-2 1-9 15,0-1 4-15,-2-1-7 0,-2 1-1 0,0 0-2 16,-2 0-10-16,-5 1-21 0,0-1-6 0,-4-1-5 16,-2 0-31-16,0 0-37 0,1 0-3 0,1 1-15 15,-1-1-42-15,-1 0-83 0</inkml:trace>
  <inkml:trace contextRef="#ctx0" brushRef="#br0" timeOffset="29700.92">19747 14703 1152 0,'0'0'127'0,"0"0"224"0,0 0-281 0,0 0-34 15,0 0-10-15,0 0-2 0,0 0-6 0,0 1 8 16,1 0 6-16,2 0-3 0,11 5 2 0,8 0-21 15,-1-1 1-15,8-2-6 0,1 0-6 0,6-2-6 16,-1-1-7-16,-1-1 1 0,-1-2-26 0,-3 0-56 16,1-2-3-16,1 1-25 0,2-2-86 0</inkml:trace>
  <inkml:trace contextRef="#ctx0" brushRef="#br0" timeOffset="30151.43">21525 14111 1124 0,'-1'0'71'0,"0"0"126"0,0-1-153 0,-2 0-2 16,1 0-9-16,1 1 7 0,-4-2-5 0,1-1-7 15,0 2 3-15,-1-1-6 0,2 1 1 0,-1-1-11 16,0 1 6-16,0 0-8 0,0 0 8 0,2 1 0 0,0 0-3 15,1 0 3-15,-3-1-3 0,3 1-12 0,-1 0 0 16,-2 0-5-16,-2 1 2 0,-2 2 0 0,0 1 6 16,-2 19-5-16,0 3-8 0,-1 2 10 0,2 5-9 15,-1 3 10-15,2 0-3 0,-3 2 0 0,2-2 1 16,-2-1-1-16,1 1 5 0,2-3-4 0,-2-3 0 0,1 1-4 16,6-4-1-16,0-5-9 0,2-1-3 0,-10-4-5 15,4-2-30-15,2-1-20 0,3-2-7 0,1-3-7 16,0 0-49-16,1-5-57 0,0 0-18 0,0-3-21 15,2 1-143-15</inkml:trace>
  <inkml:trace contextRef="#ctx0" brushRef="#br0" timeOffset="30587.61">21778 14124 1205 0,'0'0'130'0,"0"0"250"0,-1 0-329 0,0 0-21 16,0 0-7-16,-1 0-1 0,1 2-7 0,-1-1-2 16,-2 1 1-16,-6 2-1 0,-3 12 4 0,1 4-11 15,-2 1-3-15,0 3-3 0,2 0 0 0,0 2 4 16,1 1 0-16,-1 3-2 0,2-2-10 0,1 0 12 0,1 0-2 16,1-3 7-16,0 1 13 0,3-5 11 0,1-2 1 15,1-3 1-15,-7-3-8 0,3-1-8 0,3-1-4 16,1-2-1-16,2-1-11 0,0-1 6 0,2-1-3 15,1 0 4-15,-2-3-7 0,8 0 0 0,6 8 4 16,0-4-1-16,3-1 11 0,-1-4-9 0,3-2 5 0,3-1-6 16,-1-3 7-16,3-3-5 0,-2-1-3 0,2-3 0 15,0 0-3-15,-1-2 0 0,1 11 4 0,-6-13-3 16,0-1 5-16,-5-2-8 0,-2 2 3 0,-1-2-4 16,0 0 3-16,-3 1-2 0,-2-3-2 0,-1 0 0 15,-3 1-6-15,-1-2 4 0,11 1-5 0,-5-1 4 16,-3-1-8-16,-4 5 10 0,-3-1-1 0,-1 3 3 0,-2 1 1 15,-1 1-7-15,-2 1-1 0,6 3-5 0,-12 0-11 16,-1 4 1-16,1 0 1 0,-1 4 0 0,-1-1 3 16,1-8-21-16,0 4 0 0,1 4-10 0,2 2-37 15,3 1-40-15,-1 1-12 0,2 3-9 0,-1 1-62 0,2 0-108 16,4-4-3-16</inkml:trace>
  <inkml:trace contextRef="#ctx0" brushRef="#br0" timeOffset="31052.74">22418 14033 1584 0,'0'0'47'0,"0"0"4"0,0 0-13 0,0 0-8 16,-1 0-13-16,0 0-3 0,-1 1 9 0,1 0-6 15,0 1 8-15,-1 3 7 0,-9 10-13 0,-3-1 5 0,-1 2-9 16,2-1-3-16,-4 3-1 0,2-1-4 0,-2 3 1 15,2 0-6-15,0-1 11 0,-3 0 0 0,8 1 2 16,-2-1-1-16,5 1 9 0,3-1-3 0,-2 2 5 16,5-1-11-16,-10 0 0 0,3-3-3 0,5-1 1 15,1-1-4-15,2-1 0 0,2 2 2 0,1 0-4 16,3-1-11-16,1-2 5 0,0-1 0 0,-2-1 2 16,12 0 4-16,-1-2 3 0,4-1-1 0,-1-5 1 0,-1 1-13 15,3-2 4-15,-4 10 0 0,5-4 3 0,-1-3 1 16,-2-2 3-16,2-2-5 0,-3-1 6 0,2-2-2 0,-1-3 2 15,0-1 6-15,0-1-2 0,1-1 6 16,-2-1 12-16,-2 8-3 0,0-15 6 0,-1-1-9 0,-1-2-6 16,-1-1-1-16,-3-3-2 0,1 1-6 0,-8-5 1 15,0 4-2-15,-1-3 2 0,11 0-6 0,-6 2 8 16,-7 1-4-16,-4 0 5 0,-1 1 4 0,-4 2-10 16,-1 0 10-16,7 4-8 0,-15 0 15 0,0 6-18 15,2 2 1-15,0 0-7 0,0 5-1 0,2 1-22 16,0 0-5-16,-1-7-6 0,4 4-30 0,0 2-25 15,1 2-5-15,2 1-10 0,0 0-45 0,2 1-53 16,3 0-15-16,-1 0-19 0,3-1-97 0</inkml:trace>
  <inkml:trace contextRef="#ctx0" brushRef="#br0" timeOffset="31436.7">23095 14080 1560 0,'0'0'200'16,"0"0"-248"-16,0-1 224 0,0-1-120 0,0 1-59 15,-1 0-8-15,1 0 0 0,-1 0-3 0,1-1-3 0,0 2 3 16,0 0 1-16,0 0 2 0,0 0 9 0,0 0-1 15,0 2-3-15,1-1 3 0,0 0 6 0,0 0 24 16,1 2-5-16,0-1 11 0,1 3 10 16,3 3 8-16,1 1 4 0,0 2-2 0,0 1-8 0,2 2-3 15,-2 0-5-15,1 2 2 0,1 1-9 0,1-1-5 16,-1 2 4-16,-1-3-7 0,1 3-2 0,0-2 2 16,2 1-4-16,-7-1 3 0,10 1-12 0,2-3 2 15,-1-1-4-15,-4-2 2 0,2-1-6 0,-2 0-7 16,2-1-3-16,3-4-4 0,-6 1-18 0,1-2-2 0,-2 1-6 15,-1-2 1-15,2 2-27 0,-3-4-6 0,0 0-1 16,0 5-3-16,0-2-9 0,1-1-61 0,0-2 2 16,1-1-25-16,1-1-20 0,0-2-116 0</inkml:trace>
  <inkml:trace contextRef="#ctx0" brushRef="#br0" timeOffset="31693.34">23341 14037 1816 0,'0'0'157'15,"-1"0"-174"-15,0 0 170 0,-1 0-86 0,-11 3-65 16,-1 1-9-16,4 2 1 0,-3-3-2 0,-2 15 11 0,2 2 1 16,-4 0-3-16,1 2 1 0,0 1-7 0,-4 1-1 15,5-1 2-15,1 2-1 0,-1 0 3 0,3-3 1 16,-1 0-3-16,1-3 3 0,1 1 3 0,0-1 3 15,2-4-6-15,-1 0 3 0,3-5-4 0,2-3-19 16,1 1 2-16,1-1-12 0,0 0-21 0,0-3-49 16,2 2-6-16,0-4-19 0,-1 2-63 0,-2 0-344 15</inkml:trace>
  <inkml:trace contextRef="#ctx0" brushRef="#br0" timeOffset="33104.12">23995 13836 177 0,'0'0'236'0,"-1"0"-43"0,-1 0 74 0,0 0 0 16,0 0-171-16,-7-2-70 0,4 1 7 0,-1 0-2 16,0-1 6-16,1 2-2 0,0 0 10 0,1 0 4 15,1 0-1-15,1 0-4 0,0 0-3 0,-1 0-14 16,1 0 6-16,0 0-27 0,0 0 14 0,1 0 3 16,0 0 0-16,1 0-5 0,0 2 7 0,1-1-4 0,0 0 7 15,3 0 6-15,11 5-9 0,3 1 2 0,1-1-4 16,1 0-3-16,0 0-14 0,1-2 6 0,-1 0-9 15,3 1-2-15,-1-1 6 0,-2 2-7 0,-4-1 8 16,-1 1-8-16,2 0 0 0,-4 0 2 0,1 1 1 16,-2 0 7-16,-2 0-3 0,-2-6 1 0,2 14-2 15,-6-1 5-15,-1 2-5 0,-1-1 2 0,1 2-3 0,8 2 0 16,-4 2 1-16,-4 1 0 0,-4-1 1 0,-4 2 3 16,-5 1-10-16,0-1 6 0,-3 3-6 0,0 0 11 15,0 0-8-15,12 1 2 0,-13-2-2 0,2 2 7 0,-2-3 2 16,3-1-2-16,4-3 0 0,-2-4-9 0,3-2-2 15,0 0 0-15,3-3-1 0,1-2 5 0,-1 0-7 16,-1-5-7-16,3-1-1 0,-1-1-17 0,-1 0-19 16,2 1-1-16,0-2-8 0,-1 0 2 0,1 0-29 15,-1 1 17-15,1-1-22 0,0 0 5 0,0 0-51 16,0-1-16-16,-1 0-16 0,1-1-101 0</inkml:trace>
  <inkml:trace contextRef="#ctx0" brushRef="#br0" timeOffset="33353.54">23944 14122 1121 0,'-1'0'258'16,"0"0"39"-16,0 0-106 0,-2 0-94 0,2 0-51 15,-2 0-46-15,0 0-16 0,1 0 1 0,1 0-4 16,0 0 20-16,1 0-1 0,0 0 7 0,1 0-7 15,6 0 1-15,15 0 2 0,4-1-4 0,3-2 3 16,1 0-8-16,5-1 9 0,3 0 0 0,-2-1 1 16,3 0-26-16,-6 2-13 0,-5-1-7 0,-3 1 2 0,-3-1-7 15,-4 2 21-15,-3 1-4 0,-2 0 9 0,-2 1-15 16,-2 0-35-16,0 0-9 0,0 0-13 0,-1 0-80 16,0 0-156-16</inkml:trace>
  <inkml:trace contextRef="#ctx0" brushRef="#br0" timeOffset="34321.16">24585 13859 596 0,'0'0'164'0,"0"0"20"0,-1-2-73 16,0 1-52-16,0 0-40 0,-1 0-29 0,1 0 10 15,0 0-7-15,0-1 7 0,0 1-8 0,-1 0 4 16,1 0-1-16,0 0 3 0,0 0 1 0,0-1 19 16,0 1 5-16,1 0 4 0,0 0 16 0,0 0 2 15,0-1 1-15,1 1 0 0,0 0 6 0,0 0-3 16,1 0 4-16,1 0-4 0,9-3-5 0,3 1-7 15,0 0-2-15,0 2-2 0,3 1-15 0,-4 0-10 0,0 1-2 16,4 2 0-16,-4-2-4 0,3 2 1 0,-2 1-2 16,-5-1 3-16,3 2 3 0,-2 0-3 0,-2-1 4 15,2 3-3-15,-4-2 3 0,0 2-6 0,-1 5 4 16,-1 2-3-16,-2 0 2 0,1 3 1 0,-2-1-3 16,-1 1 4-16,0-2 2 0,1-1 1 0,-1-1 0 15,8 1 2-15,-2-1-2 0,-2-1-3 0,-2-2 4 0,0 2-3 16,-2 0 13-16,-1 1-10 0,0 0 3 0,-1 0-4 15,-2 0-2-15,0 1 0 0,-2-1 2 0,-2 1-1 16,-1 0 2-16,0-1 4 0,-2 1-7 0,2-2 8 16,6-1-4-16,-9 1-7 0,1-1 3 0,1-2-5 0,-1-1 6 15,-1 1-6-15,2-4 3 0,-1 0-3 0,3 1 8 16,-1-2-6-16,0-2 2 0,0 3-3 0,1-2 2 16,-2 0 4-16,2 0 4 0,1 2-1 0,-5 2 0 15,2-4 5-15,1 1-4 0,3-3 6 0,2 0 2 0,-2 0-4 16,0-1-4-16,2 0-1 0,1 0-21 0,-1 0 6 15,1 0-3-15,0-1 5 0,-1 0-1 0,2 0-6 16,0 0 4-16,0-2-5 0,-1 1 5 0,1 0-2 16,-1-5 5-16,1 2-4 0,1 1 5 0,0 1 1 15,0 2-2-15,0-3 1 0,0 2-1 0,0-1-3 16,0 1-5-16,0-1 2 0,1-3-4 0,1 1 6 16,2-1-2-16,-3 0 3 0,8 0-7 0,2 0 7 15,0 2-6-15,-2 0 6 0,5 1-1 0,-4 0-5 16,1 1 10-16,2 1-7 0,-2-6 5 0,1 0-3 15,-1 2-2-15,-2 3 2 0,1-1 7 0,0 2 0 0,-1 1 2 16,0 0-2-16,1 1 0 0,-3 0 6 0,0 2-4 16,1-1 4-16,-1 2-11 0,-1-2 8 0,2 3-6 15,-2-2 8-15,1 2-6 0,-1 0 0 0,-1-4 2 0,-1 7-2 16,0-1 4-16,0 0-3 0,-2 0 2 0,1 0-2 16,0-1 10-16,-2 1-13 0,1-1 5 0,-1-1-7 15,2 2 2-15,-2-2-2 0,0-2 0 0,2 3-1 16,-2-1 0-16,0-1 0 0,1 6-2 0,-1-5 1 15,3 0 1-15,-3 0-16 0,3-1 5 0,-3-2-11 16,1 0-9-16,1 3-24 0,-1-4 0 0,0 0-9 16,2 2-18-16,-1-1-3 0,3 0-22 0,1 0 5 0,3-2-91 15,1-2-97-15</inkml:trace>
  <inkml:trace contextRef="#ctx0" brushRef="#br0" timeOffset="34708.37">25226 14160 1461 0,'-1'0'35'16,"0"0"1"-16,-1 0 25 0,1 0-13 0,-1-2 5 16,1 2-13-16,-4-1 8 0,3 1-6 0,-2-1 5 15,3 1-25-15,-1 0-6 0,0 0 3 0,1 0-7 16,-1 0-10-16,0 0-1 0,-1 0-5 0,1 0 2 0,0 1-9 15,-1 0 11-15,1 1-2 0,1-1 4 0,-1 1-10 16,1 1-17-16,0-1-7 0,1-1-5 0,-1 3-29 16,1-1-40-16,0-1 3 0,0 0-18 0,0 0-25 15,1 0-28-15,0 0-24 0,2-1-9 0,7 0-176 0</inkml:trace>
  <inkml:trace contextRef="#ctx0" brushRef="#br0" timeOffset="35088.36">25513 13734 1263 0,'0'0'162'0,"0"0"16"0,0 0-60 0,-1 0-35 16,0 0-46-16,-1 0-9 0,1 0-20 0,0 0-1 16,0 0-4-16,0 1-1 0,1 0 1 0,0 0-6 15,0 1 3-15,0 0-6 0,0 0 5 0,0 4-1 0,0 1 1 16,0 0 1-16,0 0 0 0,0 3 3 0,0 2-3 15,0 1-2-15,0 2 2 0,-2 1 0 0,0 4 2 16,-1 1 6-16,-1-3-2 0,-1 2 8 0,2-5-4 16,-2 2 20-16,0 0-7 0,2-1 0 0,1-1-2 15,0-2-4-15,1-1-1 0,1-1 4 0,1 1-4 16,1-2-3-16,0-1 2 0,3 0-7 0,-1-1 6 16,2 0-3-16,1-1-2 0,9-1 0 0,0-2 0 0,2 0 7 15,4-3-10-15,1 1 6 0,0 11-8 0,5-3 7 16,-4-6-5-16,0-2 1 0,2-2-2 0,-2-2 1 15,-2 0-14-15,-2-1-1 0,-2-1-6 0,-3 1-5 0,-3-1 6 16,-3 2-8-16,-1-2 5 0,-1 2-27 0,0-2-20 16,0 1 2-16,1-1-9 0,-1 0 1 0,-2-1-31 15,3-1-14-15,-3 1-10 0,-1 3-73 0,-2 1-46 16,-1-6-28-16</inkml:trace>
  <inkml:trace contextRef="#ctx0" brushRef="#br0" timeOffset="35505.7">25781 13897 1728 0,'0'0'32'16,"-1"0"2"-16,0-1-3 0,-1 0-12 0,1-1-5 15,0-1-11-15,0-1-3 0,0-2 3 0,1 1-3 16,0 0-3-16,0 3-2 0,0 0 1 0,0 0 0 15,0 0-2-15,0 1 5 0,1-1-7 0,0-1 6 16,0 1 2-16,0 1 4 0,1 0 10 0,-1-1-4 16,0 1 25-16,0 0-7 0,0 0 6 0,1 0-6 15,-1 0 2-15,-1 1-12 0,0 0 2 0,0 1-5 16,0 0-1-16,-1 5-10 0,-4 14 1 0,-1 0-2 0,-2 4 12 16,-1 1-15-16,0-1 7 0,0 1-8 0,-2 0 5 15,-1 1-6-15,-1 1 2 0,0-2-4 0,2-1 7 0,-1 1 9 16,1-2-6-16,1 0 5 0,-1-2-11 0,1 0 2 15,1 1 5-15,2-4 0 0,1 1 7 0,2-2-3 16,-1 1 0-16,1-2-2 0,1-1-3 0,1 0 5 16,-1-2-3-16,2 1 3 0,1-5-3 0,0-1-4 15,0-3-4-15,0-1 0 0,0 0 1 0,0-3-8 16,0 2 6-16,0 0-11 0,0-1-15 0,0 1-22 16,0-1-5-16,0-1-5 0,0 0-28 0,0 0-26 15,1 1-5-15,0-2-9 0,2-2-51 0,6-2-150 0</inkml:trace>
  <inkml:trace contextRef="#ctx0" brushRef="#br0" timeOffset="36039.79">26380 13687 1040 0,'0'0'125'0,"0"0"8"0,0-1-52 15,-2 0-12-15,1-1-48 0,0 0 0 0,0 0-11 16,0-1 4-16,-1 1-3 0,2 0 18 0,0-1-7 0,0 2-4 16,0 0-1-16,0 0-16 0,0 0-8 0,0-1 5 15,-1 1-7-15,0 0 15 0,0 0 17 0,0 1-2 16,0 0 7-16,-1 1 2 0,1 0 7 0,0 2 0 0,-4 7 3 15,-2 5 1-15,0 2-7 0,0 1-6 0,0 4 1 16,1 1-8-16,2 1-7 0,-2 1 5 0,1-1-6 16,1 0 7-16,1 2-7 0,-1 2-4 0,2-2-1 15,-1 2-8-15,-1-2 10 0,-1 0-3 0,-1 0 2 16,1 0-10-16,0-3 1 0,0 1 1 0,3-2 1 16,-1-1 0-16,2 0-9 0,0-3 1 0,1 0-6 15,0-3-10-15,0-2 0 0,0 0-4 0,0-6 2 0,0-1-16 16,0-2-17-16,0-3-6 0,0 3-5 0,0-3-39 15,1 2-26-15,0-1 2 0,2-1-9 0,1 0-12 16,9-1-123-16</inkml:trace>
  <inkml:trace contextRef="#ctx0" brushRef="#br0" timeOffset="36423.01">26646 13817 1042 0,'-1'0'174'0,"0"0"351"0,0 0-488 0,-1 2-30 0,-1-1-6 15,-4 1-2-15,1 1-8 0,-3 2 9 0,-4 4-6 16,6-7 8-16,-8 9-1 0,3 0-21 0,-2 0 1 16,-2 1-10-16,2-1-6 0,-3 1 29 0,-1 3-1 15,-2 1 10-15,1 0 6 0,0 0 25 0,1-1-8 0,-2-3 14 16,1-1-2-16,1 0 1 0,2-2 6 0,0 0-5 15,5-2 8-15,2-3-18 0,4 1 5 0,1-3-10 16,1 2-2-16,1-2-22 0,2-1 4 0,-2 3-8 16,1-1-3-16,0 2 8 0,1-1-3 0,0 2 4 15,1-2-3-15,1 0-3 0,4 1 2 0,11-2-3 16,0 1 3-16,0-1 1 0,1 2 1 0,0-2 1 0,2 1 4 16,-2 1-3-16,2-1-3 0,1 2 0 0,0 0-5 15,1 0-8-15,-2-1-3 0,2-1-6 0,-4 1-34 16,0-1-10-16,1-1-16 0,-3-1 2 0,1 1-55 0,-1-2-81 15,2 1-22-15,-4 8-38 0,2-3-244 0</inkml:trace>
  <inkml:trace contextRef="#ctx0" brushRef="#br0" timeOffset="37273.18">27050 13686 798 0,'0'0'185'0,"0"0"10"0,0-1-54 16,0-1-32-16,0 1-58 0,0 0-29 0,0 0-9 15,0 0 5-15,0 0-4 0,-1-1 22 0,-1 1-21 16,2 0 7-16,0 0-13 0,0 0-4 0,-1 1 6 15,0 0-1-15,0 1 3 0,0 0-6 0,0 3 6 16,-11 16-1-16,0 3 6 0,-1 6 19 0,1 2-4 0,-1 4 0 16,1 3-1-16,-3 0 10 0,1 2-14 0,0-3 1 15,0-2-8-15,2-3-12 0,2-2-5 0,1-5 0 16,4-3-3-16,1-2-6 0,2-4-19 0,1-2 4 16,1-2-9-16,0-4 1 0,0-1-3 0,0-2-14 0,0-2 5 15,0 0-37-15,1-1-5 0,0 1 0 0,0-1-1 16,0-1 5-16,2 0-31 0,5-1-16 0,7-6-11 15,2-3-91-15</inkml:trace>
  <inkml:trace contextRef="#ctx0" brushRef="#br0" timeOffset="37523.25">27180 13720 345 0,'0'-1'160'0,"0"0"-136"0,0-2 176 0,0-4-71 16,0-3-26-16,0 1-9 0,0 3 2 0,0 3-3 0,0 1 2 15,0-1-8-15,0 1-12 0,0-1 0 0,0 2-47 16,0 0 6-16,0 0-2 0,0 0 3 0,0 1-6 15,-1 1 9-15,0 0-8 0,-1 5 7 0,-7 13-14 0,2 3 1 16,0 0 6-16,0 2-5 0,0 3 13 0,1 0-13 16,2 3 5-16,0-1-8 0,2-3-7 0,-2 2-2 15,1-1-9-15,2 0 5 0,-1 0 1 0,1-5-5 16,0-2 6-16,-1-3-9 0,-2-2-10 0,2-2-18 16,-1-1-5-16,2-3-7 0,1 0-48 0,0-4-42 15,0 0-17-15,0-1-7 0,0-2-67 0,0-1-17 16,0 2-1-16,0-1-11 0,0 0-74 0</inkml:trace>
  <inkml:trace contextRef="#ctx0" brushRef="#br0" timeOffset="37678.2">26933 13948 1219 0,'0'0'110'0,"0"0"203"15,0 0-253-15,0 0-21 0,0-1-8 0,0 0-1 16,2-1-16-16,-1 1-13 0,0 1 6 0,19-4-6 15,2-1 6-15,5 1-29 0,3 0-10 0,1-1-10 16,5-1-47-16,0-2-148 0,3 0-22 0</inkml:trace>
  <inkml:trace contextRef="#ctx0" brushRef="#br0" timeOffset="38124.61">27511 13622 1540 0,'0'0'74'0,"0"0"2"0,0 0-15 16,0 0-8-16,0 0-24 0,0 0-7 0,0 0-9 15,0 0 6-15,0 0-6 0,1 0 12 0,0 0 0 16,0 0-3-16,2 0 2 0,8 3-8 0,6-1-1 16,-3-1 0-16,4 0 0 0,-1 0-1 0,-3-1 2 0,4 0-2 15,-4 0 2-15,-1 0-7 0,1 0-5 0,-1 2 3 16,-5-1-4-16,1 0-2 0,-1 1 0 0,-5 0-1 15,2 1 0-15,-3 4-4 0,8 6-4 0,-3 2 3 16,-2 4-2-16,-5 0 1 0,-4 2-3 0,-5 5-2 0,-4 0 3 16,12 6 12-16,-23 1-2 0,-2-3 4 0,-1 4-3 15,-2-2 3-15,0-3 3 0,2 3 1 0,3-5 1 16,3-4 1-16,5-5 0 0,2-1 1 0,5-2 0 16,2-2-6-16,1-2 13 0,1-1-8 0,3-2 10 15,-1-1-5-15,2-1-10 0,-2-1 6 0,-1 1-8 16,2-1 5-16,1-1 3 0,1 1 0 0,0-1 1 15,0-2-3-15,1 0 7 0,2 1-4 0,17-2 4 0,0 11-14 16,5-3 0-16,1-4-3 0,-4-3 2 16,6-2-4-16,0 0-1 0,0-1-1 0,3-1-2 0,0-1-20 15,-3 0-15-15,-1-1-6 0,-3 1-1 0,-3-1-6 0,-1 1-6 16,-1-1 1-16,-3 0-4 0,0 0-12 0,-5 0-31 16,-2 1-18-16,-4 0-5 0,-2 2-64 0,-2 1-90 15,4-6-68-15</inkml:trace>
  <inkml:trace contextRef="#ctx0" brushRef="#br0" timeOffset="38357.9">27417 13888 2043 0,'0'0'50'0,"0"0"4"0,0 0-24 0,0 0-12 0,0 0-17 15,0 0-13-15,1 0 15 0,1 0-2 0,6 1 8 16,14 3-2-16,4-2-14 0,4 0-7 0,5 1-4 16,4-2-16-16,2-2 0 0,0 0 6 0,-1-2-6 15,-2 0-3-15,-1-1-4 0,-5-2-4 0,3 0-1 16,-5-1-24-16,-2 0-74 0,1 0-31 0,-7 1-26 16,3-1-248-16</inkml:trace>
  <inkml:trace contextRef="#ctx0" brushRef="#br0" timeOffset="38991.85">20122 15820 1013 0,'-1'0'189'0,"0"1"411"0,0 0-582 0,0 1-22 16,0-1-7-16,-1 0-1 0,1 0 2 0,1 0 14 0,1 0 8 15,1 1-1-15,5 2 6 0,14 7-1 0,5-2-3 16,0-3 3-16,3-3-8 0,0-2-17 0,1-1-5 16,1-3-4-16,-1 0-8 0,-2-2 11 0,-2 0-8 15,-4 2 7-15,1-1-11 0,-3 1-7 0,-2-1-3 16,-1 2-5-16,-3 0-30 0,0-1-37 0,-3 2-7 0,-3 0-20 16,0 0-136-16</inkml:trace>
  <inkml:trace contextRef="#ctx0" brushRef="#br0" timeOffset="39175.87">20121 16088 1819 0,'-1'0'42'0,"0"0"1"0,0 0-21 16,0 0-7-16,-1 0-18 0,1 1-22 0,1-1 28 15,1 0-6-15,2 0 15 0,20 3 2 0,10-3-15 16,2-3 1-16,9-1-10 0,-3-5-37 0,4-2-39 15,-2-2-4-15,-3-1-12 0,-1-2-25 0,-1 2-152 16,-2-2-63-16</inkml:trace>
  <inkml:trace contextRef="#ctx0" brushRef="#br0" timeOffset="40742.73">21786 15292 363 0,'-1'0'292'16,"0"0"-321"-16,0 0 326 0,-2 0-159 0,-1 0-82 15,-3 0-14-15,2 0-8 0,2 0-1 0,0 0-27 0,1 0 2 16,-1 0-5-16,2 0 5 0,0 1 11 16,0 0 3-16,1 1 9 0,0-1-3 0,1 0 10 0,0 0 1 15,2 0-4-15,4 3 2 0,11 2-12 0,4-2 8 16,0 0-4-16,3-3 7 0,-3-1 0 0,3 0-12 16,-1 0 8-16,1 0-10 0,-1 0 0 0,-1-1-10 15,2 0-1-15,0 0-2 0,-2 1 0 0,2-2-1 16,-3 1-2-16,2 1 1 0,-2 0-7 0,-2 0 4 15,0 0-3-15,-6 0 4 0,-1 1-2 0,0 1 3 16,-6-1 4-16,0 0-1 0,-1 0 8 0,-3 0 0 16,1 0 1-16,2 3 0 0,-4-2-7 0,2 3 7 0,3 9-11 15,-4 1 9-15,-2 4-11 0,-2 2-2 0,-3 2 4 16,-3 4-4-16,-2 0 0 0,1 0-3 0,-2 1 2 16,-1-2-2-16,-1 0 8 0,0-1-6 0,1-1 3 15,0-1-3-15,0-2 12 0,1-1 0 0,1-1 1 0,-1-2-1 16,1 2 2-16,0-1-5 0,0 0-4 0,1-1-1 15,-2 2-5-15,3-4-1 0,-1 2 2 0,2-3-2 16,0-3 2-16,3-1-11 0,-1-3-1 0,2 0-7 16,0-1-18-16,0 0-20 0,1-2-1 0,1 0-6 15,-1-2-6-15,1 1-18 0,0-1 5 0,0 0-9 16,0 1 4-16,0-2-7 0,0 0 1 0,0 0-2 0,0 0 15 16,0 1-41-16,-1-1-3 0,0 0-23 0,0-1-94 15</inkml:trace>
  <inkml:trace contextRef="#ctx0" brushRef="#br0" timeOffset="40976.92">21803 15647 852 0,'-1'0'240'0,"-1"0"498"0,0 0-682 0,0 0-45 16,-1 0-5-16,2 0-8 0,0 0-9 0,0 0 17 0,1 0-3 15,1 0 9-15,1 0 2 0,13 0-8 0,10 0 2 16,2 0-5-16,2 0 7 0,4 0-8 0,0 0 0 16,1-1-3-16,-1-1-10 0,2-2-38 0,-1 1 6 15,1-2-19-15,3 0-26 0,-3 1-21 0,2-2-11 0,-2-1-5 16,-2 0-59-16,2-3-177 0</inkml:trace>
  <inkml:trace contextRef="#ctx0" brushRef="#br0" timeOffset="41577.55">22725 15396 1851 0,'-1'0'76'0,"-1"0"0"0,0 0-46 15,-3 0-2-15,-4 0-39 0,8 0-7 0,-2 0-19 16,1 0 8-16,1 0-9 0,0 0 27 0,0 0 3 16,1 0 0-16,1-2 0 0,1 1-6 0,7 0 4 15,6-1 3-15,-1-1-1 0,3 1 3 0,-1 1-1 16,-2 1 2-16,1 0 1 0,-2 1 11 0,-1 1 7 16,-2 2-3-16,0-1 4 0,-3 2-2 0,1 1 9 0,-2 2 1 15,0 10 1-15,-2-1-4 0,1 3-9 0,-1-2 0 16,-2 2-4-16,-1 0-12 0,11 0 4 0,-4 0-6 15,-3-2 4-15,-3-1-7 0,-2-1 9 0,0-2-3 16,-2 1 2-16,-3-1-16 0,-2 1 3 0,-1 1-5 0,7-2 5 16,-16 0 0-16,-2-1 0 0,-3 1-3 0,-1 1 1 15,-2 1-4-15,-3 1 18 0,3-2 7 0,-4 0 3 16,-1 0 16-16,3-5 10 0,2 2-7 0,5-1 6 16,0-4-10-16,5-1-6 0,1-4 2 0,2 6-3 15,3-2-7-15,0-1-3 0,1-3 1 0,0 1 0 16,2-2 5-16,2-1-8 0,0 0 2 0,2 0-4 15,-1 0-2-15,1 0 2 0,0-1-4 0,-1-1 3 0,2 1-6 16,0 0 1-16,0 0-3 0,1-1 4 0,0-1 5 16,2-4 0-16,3 0 6 0,1 0-5 0,11 0 0 15,1 1-3-15,2 1-1 0,1 4-1 0,0-2 2 16,1-9 2-16,1 4-1 0,1 4 2 0,-3 3 4 0,3 2-6 16,-2 2 7-16,-2 0-6 0,2 2 11 0,-1 1-6 15,0 1-3-15,-3-1 0 0,2 1-10 0,-4 0 5 16,0 0-4-16,-2 0 2 0,-2 0-15 0,-1-1-12 15,1 1 2-15,-4-3-5 0,0 1-5 0,-2-1-29 16,0-1-12-16,-1 0-9 0,1-1-65 0,1 0 4 16,1-1-6-16,3-1 3 0,0 0-21 0,2-2-133 15</inkml:trace>
  <inkml:trace contextRef="#ctx0" brushRef="#br0" timeOffset="42077.7">23595 15349 832 0,'0'0'181'0,"-1"0"390"15,0 0-531-15,-1 0-34 0,1 0 6 0,0 0-12 0,0 0 4 16,0 0-1-16,0 0-2 0,1 0 2 0,0 1 9 15,0 0-13-15,-2 1 4 0,2 2-5 0,-2 5 3 16,0-1 0-16,-2 4-1 0,-1 1 0 0,1 2 0 0,-3 2 6 16,0-2-5-16,-3 2 8 0,7-1 2 0,-14 3 15 15,0 2 3-15,-2 0 4 0,-2-1 12 0,-1-1 12 16,1-1 5-16,0-4 0 0,1-1 1 0,2-3-23 16,3-2-6-16,6 1-5 0,-2-3-15 0,5-2-19 15,2 0 5-15,-1-1-9 0,4 0-3 0,1-2-2 16,-1 1-5-16,-1 1 2 0,1-1-6 0,0 0 19 15,1 1-3-15,0 0 7 0,0 0 11 0,0-1-11 16,1 0 8-16,0-1-8 0,13 1 9 0,3-1 1 0,-2 9-3 16,1-3 2-16,0-1-5 0,0-2 3 0,3-2 4 15,2 1-2-15,1-2 3 0,-1-1 4 0,0 0-9 16,0 0 8-16,5 0-11 0,-1 0 2 0,3 0 0 16,-2-1 0-16,0-1 6 0,-2 1-10 0,0 0 3 15,-2 0-6-15,-3 0 1 0,1 1 1 0,-1 0 1 0,-3 0-1 16,1 0-7-16,-3 0-3 0,-2 0-4 0,1 0 0 15,-4 0-17-15,-1 0-9 0,-1 0-3 0,-1 0-1 16,0 0-8-16,0 0-32 0,-1 0 1 0,-2 0-17 16,1 0-42-16,-1 0-61 0,0 0-19 0,-1 0-20 15,0-2-142-15</inkml:trace>
  <inkml:trace contextRef="#ctx0" brushRef="#br0" timeOffset="42510.98">23667 15534 939 0,'0'0'22'0,"0"0"2"0,0-1-9 16,0-1-3-16,0-10-9 0,0-4-9 0,0-1 14 0,1-1-3 15,1 3 9-15,1-1 8 0,-1 2 14 0,0-1 4 16,1 5 5-16,-1 0 28 0,-1 3-12 0,0 2 8 0,-1 1-9 16,0 2 23-16,0-1-7 0,0 2-3 15,0 0-1-15,0-1-12 0,0-1-13 0,0 1 3 16,0 1-8-16,0 0-9 0,0-1 5 0,0 1-4 0,0 0 3 16,0 0-17-16,0 1-11 0,0 0-4 0,0 1-1 15,0 0-4-15,-1 9 2 0,-1 10 5 0,-1 3-4 16,2 3 2-16,-1-1-3 0,0 1-2 0,-2 1 1 15,-1 0 4-15,1 1 0 0,-2 1 5 0,0 1-3 16,1-3-2-16,-1 1 15 0,2 0-4 0,-1-2 8 16,1 1-4-16,1 0 6 0,-2 0-5 0,2-1 4 0,-1 0-17 15,1 1 7-15,-1 1-6 0,0-1 8 0,2-1 0 16,0-1-17-16,1-5 3 0,1 0-8 0,0-3 0 16,0-4-36-16,0 0 0 0,0-3-18 0,0-1-51 15,0-1-51-15,1-1-51 0,0 0-7 0,0-2-240 0</inkml:trace>
  <inkml:trace contextRef="#ctx0" brushRef="#br0" timeOffset="44896.6">24349 15426 256 0,'0'0'191'0,"0"0"-79"16,0-1 65-16,0 0 5 0,0 0-137 0,0-1-13 0,0 1-3 16,0 0 1-16,0 0 3 0,0 0 5 0,0 0 6 15,0-1-8-15,0 1 6 0,0 0-11 0,0 0 1 16,0 0 11-16,0-1-8 0,0 1 0 0,0 0 7 16,0 0-5-16,0 0 7 0,0 0 3 0,0-1-14 15,0 1 1-15,-1 0-4 0,1 0-1 0,-2 0 2 16,1 0-4-16,0-1 3 0,0 2-10 0,0 0-3 15,-1 0 1-15,1 0-3 0,-1 2-11 0,1-2 2 16,-3 5-4-16,-4 12 4 0,1-1-6 0,-2 4 4 0,0-1 3 16,-1 0 1-16,-1 2-7 0,4-3 8 0,0 2-6 15,5-4 8-15,-4 3 4 0,-1 0-9 0,2-1 1 16,0-1-4-16,2 2 1 0,-9-1 1 0,4 0 1 16,3-1 0-16,2-1 7 0,0 0-13 0,3-2 14 0,0-1-12 15,1 0 14-15,2-2-3 0,-1 0-8 0,0-2 4 16,1 0-4-16,-1-1-5 0,1-3 2 0,0 2-3 15,1-3-3-15,-2 3 6 0,6-1 1 0,3 0 2 16,-2 0-9-16,2-1 7 0,1 1-3 0,0 3 3 16,0-3-8-16,2-1 8 0,-1-3 0 0,-1-1 4 15,2-1 3-15,-2 0-5 0,0-1 2 0,-1-1-3 0,0-2 2 16,-2-1 14-16,1-1-7 0,-1-1 9 0,-1 4-8 16,1-8-7-16,-2-3 5 0,0 1-5 0,-1 0 4 15,-2 2-3-15,1-2-2 0,-3 0 1 0,1-1 1 16,-2-2-7-16,0 1 5 0,11-3-4 0,-5 1 2 0,-4-1-4 15,0 0 2-15,-3 0-2 0,0-2 5 0,-3-2-7 16,0-1-6-16,-2 1 3 0,1 0 1 0,-2 1 3 16,0 4-2-16,-1-1 3 0,-3-2 0 0,3 5-10 15,-1-1 5-15,-1 2-7 0,-1 1 8 0,8 3-14 16,-9-1 4-16,0 4-7 0,-1-1-4 0,2 3 12 16,1 1-6-16,2 1 7 0,1 2-19 0,0 0-17 15,4 0-9-15,-1-1-1 0,0 0-27 0,1 1-38 16,-1 1-3-16,1 0-17 0,1 1-66 0,-1 1-152 0</inkml:trace>
  <inkml:trace contextRef="#ctx0" brushRef="#br0" timeOffset="45264.46">24945 15157 1373 0,'0'0'134'0,"-1"0"296"0,0 0-415 15,-2 0-14-15,1 0 0 0,0 0-2 0,-1 0 2 16,2 0-4-16,0 0 4 0,0 0-5 0,-1 0-2 0,1 0-3 16,0 0-2-16,0 0 3 0,0 0 11 0,0 0-3 15,-1 1 1-15,1 0-1 0,0 2 10 0,0-1-1 16,-7 12 1-16,-1 2-2 0,1 3-1 0,1 0 5 15,0 3 3-15,0 2 0 0,0 1 2 0,0 3-5 16,-1 4-7-16,2 3 2 0,1-2-3 0,0 2-9 16,1-2 10-16,-2-1-9 0,1 1 10 0,0-6-3 15,2 0 0-15,1-5-2 0,-1 0-6 0,1-3-3 16,-1 0-3-16,2-2 2 0,0-3-15 0,1 0-14 16,0-2-5-16,0-2-5 0,0 0-33 0,0-2-68 15,0-2-8-15,0-3-21 0,1 1-41 0,-1-3-4 0,3 1-41 16</inkml:trace>
  <inkml:trace contextRef="#ctx0" brushRef="#br0" timeOffset="45580.49">25061 15313 1259 0,'0'0'57'15,"0"0"-1"-15,0 0 4 0,0 0-6 0,0 0-15 0,-1 0-16 16,0 0-1-16,0 0-5 0,0 0 4 0,-1 1-7 15,1 1 1-15,0-1 0 0,0 1-2 0,-6 8-11 16,-3 4 2-16,0 2 0 0,8 1 2 0,-10 0 8 16,0 1 9-16,0-1 1 0,-1 0 3 0,0 3-1 0,-1-1 6 15,-1 0-3-15,3 1 6 0,0-4 7 0,4-3-2 16,2 0-10-16,2-3 3 0,0 0-24 0,2-1 2 16,1 1 1-16,-1-2-2 0,-5 1-8 0,4 0 0 15,0-1 2-15,2 0 0 0,1 1 4 0,0 0-8 16,3-1 0-16,0 0-3 0,3 2 13 0,-4-3-10 15,11 0 4-15,0-1-5 0,1-1 1 0,1 0-2 16,0 0-8-16,0 0 0 0,2-3-30 0,-2 1-13 16,0 0-3-16,0-2-4 0,0 0-23 0,3 11-27 0,-4-6-17 15,4-3-7-15,-3-2-83 0,4-1-222 0</inkml:trace>
  <inkml:trace contextRef="#ctx0" brushRef="#br0" timeOffset="45947.63">25505 15317 1641 0,'0'0'62'0,"0"0"6"16,-2 0-33-16,1-1-15 0,-1-1-20 0,0 1 1 15,-1 0 1-15,1 0 4 0,0 0-4 0,-1 0-4 0,2-1 0 16,0 1 1-16,0 0 1 0,-1 0-2 0,1 0 2 16,0 1-5-16,0 0 6 0,0 0 13 0,0 0 14 15,-1 1 6-15,1 0-1 0,0 1 2 0,-2 9-1 16,-3 11-4-16,0 5 1 0,1 2-11 0,0 2-3 16,1 0-4-16,-1 2 1 0,0 1-12 0,1 1-1 15,-2 2 6-15,1-3-5 0,0-1-1 0,1-3 1 16,-1-2-11-16,3-3 7 0,0-4-27 0,1-3-5 15,1 0-4-15,0-5-3 0,1-2-25 0,1-2-7 16,-1-2-3-16,0-3-2 0,0 1-15 0,0-1-1 0,-1-3-11 16,3 1 3-16,5 2-35 0,5-3-92 0,3-6-62 15</inkml:trace>
  <inkml:trace contextRef="#ctx0" brushRef="#br0" timeOffset="46213.1">25799 15138 1206 0,'-2'0'114'0,"1"0"236"16,0 0-297-16,-1 0-25 0,-1 0 5 0,1 1-14 15,0 0-2-15,-1 1 4 0,1 0-3 0,0 1 4 16,-3 12 4-16,0 0-18 0,1 2 3 0,-1 2-9 0,1 2 5 16,-3 1-8-16,3 2 6 0,-4 3-5 15,-1 3 22-15,4 4-3 0,-2-2 4 0,3-1-4 0,0 1 0 16,1-4-5-16,-1-1 1 0,1 2-3 0,0-4-2 15,1 0 2-15,1 0-1 0,-2-4 3 0,-10 0 4 0,5-1-18 16,5-2 0-16,1-3-6 0,2-1-4 0,0-1-29 16,0-1 8-16,0-2-15 0,0-1 8 0,0-2-36 15,0-1-8-15,0-3-14 0,0 0-65 0,0-1-83 16,0-1-18-16</inkml:trace>
  <inkml:trace contextRef="#ctx0" brushRef="#br0" timeOffset="46414.87">25425 15634 894 0,'0'0'216'0,"0"0"8"0,-1 0-36 0,-1-1-40 0,1 0-58 15,0 0-46-15,0 0-17 0,0-1 5 0,-1 1-9 16,2 0 10-16,0 0-8 0,0 1 4 0,2 0-7 16,-1 0 0-16,18-1-17 0,2 1 5 0,2 0-9 15,2 1-3-15,3 0-4 0,2 1-12 0,-1 0 2 16,-1-1-44-16,0-1-86 0,0 0-8 0,-6-1-34 15,8-3-104-15</inkml:trace>
  <inkml:trace contextRef="#ctx0" brushRef="#br0" timeOffset="46930.81">26010 15253 1825 0,'0'0'158'0,"0"0"6"0,0 0-69 16,-1 0-19-16,0 0-65 0,0 0-27 0,0 0-8 15,-1 0 8-15,2 0-6 0,0 0 14 0,2 0 5 16,-1 0-2-16,5 0 3 0,12 1-17 0,6-1-3 0,4 0-2 16,-1 0 4-16,1-1 20 0,0 0 0 0,-8 0 2 15,3 1-2-15,-2 0 4 0,-3 0 0 0,-1 1 1 16,-5 0-1-16,0 2-4 0,-3-1 9 0,-2 0 0 15,1 3 3-15,-3 0-7 0,-1 4 2 0,-2 5-5 16,10 4 4-16,-6 0-11 0,-3 0 1 0,-3 4-2 16,-2-3 4-16,-5 5 5 0,-2 0-4 0,-3-1 6 0,7 2-5 15,-16-3 7-15,-1-3 9 0,0 0-8 0,1-4 9 16,1 0-11-16,3 2 2 0,-3-5-1 0,3-1 0 16,1 0-2-16,-1-3-4 0,4 1 3 0,2 0-2 15,1-1 13-15,1-1-2 0,2-1 3 0,-1 0-2 16,3 0 9-16,0-3-13 0,2 1 1 0,1-1-7 15,0 1-3-15,0-1-3 0,-1 2 1 0,1 0-2 0,1-1 3 16,1 1-4-16,0 1 6 0,2 0-3 0,2 0 6 16,4-2 0-16,12 1-5 0,-2 0 3 0,3 0-2 0,1-1 7 15,-1 0 0-15,2-2 2 0,2 0-3 0,0 1-5 16,1-1-3-16,-2 1 0 0,-2-1-3 0,-2-1-7 16,-1 11 3-16,-3-5-6 0,-2-2-2 0,-2-3-12 15,-1 0-1-15,-3-1-3 0,-1-1-5 0,-1 0-19 16,-2 0 1-16,-1 0-10 0,-1 0-28 0,1 0-6 15,-1 0-10-15,0 0 4 0,1 0-23 0,-2-1 5 16,0 0-15-16,0 0 4 0,0-1-78 0</inkml:trace>
  <inkml:trace contextRef="#ctx0" brushRef="#br0" timeOffset="47232.38">26076 15585 1785 0,'0'0'34'16,"0"0"3"-16,-1 0-28 0,0 0-6 0,0 0-15 0,-1 0 3 15,1 0 6-15,1 0 1 0,0 0 1 0,0 0-4 16,0 0 9-16,0 0 1 0,1 0 3 0,1 0-5 15,1 0 18-15,14-1-5 0,-4 1 11 0,-1 0-1 0,3 0 21 16,1 0-7-16,3 0 11 0,3 1-19 0,2 1-12 16,-3 1-6-16,-1-2-2 0,2 0-19 0,-4 0-40 15,2 0 2-15,-2 0-19 0,-2-1-34 0,-1 0-105 16,3-1-24-16,0-1-47 0,-1-3-279 0</inkml:trace>
  <inkml:trace contextRef="#ctx0" brushRef="#br0" timeOffset="47749.09">26970 15424 1456 0,'0'0'62'0,"0"0"-3"0,0 0 24 0,-1-1-9 15,0-1-9-15,1 1-20 0,0 0-7 0,0 0-5 16,0 0-1-16,0 0-14 0,0 1 0 0,1 0 1 0,0-2-1 16,1 2-4-16,19-3-4 0,4 0 4 0,1 3-6 15,0 0-3-15,0 0-1 0,2 0-4 0,-1 0 0 16,1 0-23-16,-1 0-23 0,-6-1-4 0,-2 1-6 16,-2 0-22-16,-2 0-90 0,-2 0-1 0,-4 0-45 15,0 0-136-15</inkml:trace>
  <inkml:trace contextRef="#ctx0" brushRef="#br0" timeOffset="47949.48">26956 15598 2193 0,'0'0'27'0,"0"0"4"0,0 0-33 16,0 0-10-16,0 0-13 0,1 1 4 0,0 0 3 15,5 2 7-15,19 7-4 0,3-2 5 0,5-1-29 16,1-2-3-16,1-1-13 0,6-4-46 0,2-2-71 16,-1-1-41-16,-2-3-32 0,-1-2-356 0</inkml:trace>
  <inkml:trace contextRef="#ctx0" brushRef="#br0" timeOffset="48432.97">27941 14957 1955 0,'0'0'94'0,"0"0"6"15,-1-1-41-15,0 0-23 0,0-1-32 0,-2 1-37 16,1 0-4-16,1 0 5 0,0 0-3 0,-1 0 12 15,1-1-17-15,0 1 1 0,1 0-6 0,0 0 4 0,1 0 6 16,0-1 4-16,6-1 3 0,11-5 30 0,1 2 10 16,1 2 9-16,-2 1-2 0,5 0 25 0,-4 2 3 15,2 0 3-15,1 1-1 0,-5 0-8 0,3 0-4 16,2 0-6-16,-3 1 2 0,2 2-17 0,-2 0-8 16,-3 1-1-16,-3-1-2 0,0 2-9 0,-1 1-1 15,0 1 0-15,-2-2 1 0,-1 11-1 0,-2-1 2 16,-3 3-6-16,-1 2 5 0,-1 0 3 0,11 2-4 15,-6-1 8-15,-3 2-6 0,-4 0 5 0,-2 2 6 0,-1 0-1 16,-3 1 3-16,-1-1 1 0,-2 1 7 0,-1 1-5 16,1-1 6-16,-1 4 3 0,1-2-4 0,-2 1 7 15,2 1-5-15,-2-1 9 0,1-1-15 0,-1-1 6 16,1 0-8-16,-1-2 8 0,2-1-14 0,-1-2 1 0,3-2-6 16,-1-3-1-16,1 2 3 0,2-3-5 0,3-3 2 15,-1-2-14-15,2-1 3 0,0-3 2 0,1-1-2 16,0-2-6-16,0 1-21 0,0-3-1 0,0 1-7 15,0-1-17-15,0 0-19 0,0 1-4 0,1-1-7 16,0-1-42-16,1 1-65 0,0-2-30 0,4 0-26 16,8-6-252-16</inkml:trace>
  <inkml:trace contextRef="#ctx0" brushRef="#br0" timeOffset="48666.19">27873 15306 2382 0,'0'0'41'0,"0"0"5"0,0 0-35 15,0 0-10-15,0 0-16 0,1 0 2 0,2 1 11 16,12 3-2-16,11 3 4 0,1 0 2 0,4-1-13 16,5 0-3-16,-1-2-6 0,7 0-32 0,3-2 7 15,-3 1-6-15,1-2 6 0,-6 0-11 0,-4-1-16 0,-3-1 5 16,-4 0-9-16,-3-2-7 0,-3 1-56 0,-2 0-3 15,-1-2-17-15,1 1-15 0,1 0-21 0,-2 1-39 16</inkml:trace>
  <inkml:trace contextRef="#ctx0" brushRef="#br0" timeOffset="48867">28644 15303 2706 0,'0'0'17'0,"0"0"4"15,-1 0-32-15,0 0-19 0,0 0-9 0,0 1-48 16,0 0-25-16,1 0-11 0,0 2-4 0,1 1-43 0,2 2-161 16,-2-1-81-16</inkml:trace>
  <inkml:trace contextRef="#ctx0" brushRef="#br0" timeOffset="49367.26">28882 14977 1603 0,'0'0'129'0,"0"-1"273"15,0 0-380-15,-1-1-30 0,0 1-1 0,-1 0-10 16,1 0-9-16,1-1 13 0,0-1-3 0,0 1 6 16,0 1-4-16,3-4-9 0,0-1-6 0,12-1 2 15,3 2-4-15,3 1 27 0,-1 1 3 0,1-10 6 16,-1 6 13-16,-3 4 7 0,3 2-4 0,0 2 5 16,1 5-2-16,0 2-5 0,0 4 0 0,-2-11-2 15,-1 21-7-15,-1 2-7 0,-3-1-2 0,-4 4-2 0,-4-3-5 16,-2 0 3-16,-1 1-3 0,11-1 2 0,-7-1-6 15,-6-1 2-15,-2 2 4 0,-6-2-2 0,-4 1 11 16,3 0 3-16,-21 2 2 0,-2 1 1 0,-4-3 18 16,-2-2 10-16,2-2 0 0,0-3 4 0,5 0-1 0,7-3-12 15,1-2 2-15,5-2-7 0,3-6-9 0,5 0-10 16,0 3 3-16,2-2-6 0,3-1 0 0,0-2-1 16,1 0-9-16,0-1 6 0,1 0 2 0,1 0-5 15,-2 0 3-15,2-1-5 0,0-1 0 0,0-4 8 16,1-7 0-16,3 1 3 0,2 1 1 0,2 1-4 15,0 0 0-15,-2 3 0 0,8 1 2 0,1 5 8 16,0-8 0-16,0 2 1 0,1 2-1 0,4 2-8 16,1 1-2-16,-2 4 0 0,1 1-3 0,-2 2 3 0,1 2-1 15,4 2 0-15,-2 0-11 0,-1 0-10 0,-1 0-7 16,-1 1-3-16,3-1-57 0,-3-1-49 0,0 1-4 16,-1-3-16-16,-3-2-37 0,1 0-43 0,1-3-31 15</inkml:trace>
  <inkml:trace contextRef="#ctx0" brushRef="#br0" timeOffset="49716.76">29565 14928 1673 0,'0'0'95'0,"0"0"193"0,0 0-257 16,0 0-25-16,0 0 0 0,0 0-6 0,0 0 0 15,0 1-4-15,0 0 3 0,0 1-4 0,0 5 6 0,-1 9-30 16,-3 2 2-16,-1 1-11 0,-1 2 14 0,-1-2 19 16,-2 0 3-16,0 1 3 0,-3-1 10 0,2-2 12 15,-1 0 5-15,2-3 2 0,2-2 4 0,2-2 7 16,1 0-7-16,2-2 7 0,1 0-2 0,1 0-11 16,0 0 1-16,2-1-5 0,3 0 0 0,-4 0-19 15,11-1 7-15,1-2-10 0,1 1-2 0,5-3 8 16,3 2-10-16,0-3 8 0,2 0-8 0,-2 12 2 0,1-5 7 15,0-2-4-15,1-3 2 0,-1-2-7 16,1-1-2-16,-2 0-3 0,-1-1-14 0,-2-2-29 0,-1 0-10 16,-3-1-7-16,-1 1-43 0,-2-1-15 0,-3 1-13 15,-1-1-4-15,2-2-65 0,-3 2-76 0,0-2-43 16</inkml:trace>
  <inkml:trace contextRef="#ctx0" brushRef="#br0" timeOffset="49983.7">29732 14948 1750 0,'0'0'88'0,"0"0"1"16,0 0-19-16,0 0-14 0,0 0-27 0,0 0-17 16,0 1-7-16,0 0 8 0,0 0-7 0,-2 19 8 15,1 0-9-15,1 5 0 0,0-2-1 0,0-2 3 0,0 5-7 16,0-1 2-16,0 2-2 0,0 1 7 0,0 0 16 15,-4 4-3-15,1 0 6 0,-2 2-4 0,1 3-11 16,2-2-5-16,1 0-1 0,1-2-16 0,0-2-26 16,1-1 1-16,2-3-12 0,1 0-14 0,0-4-16 15,0-3-5-15,1-5-6 0,0-3-35 0,-1-3-9 16,1-1-3-16,0-2-7 0,-2-2-62 0,9-3-95 16</inkml:trace>
  <inkml:trace contextRef="#ctx0" brushRef="#br0" timeOffset="50668.17">30235 14966 1366 0,'0'0'236'15,"0"0"20"-15,0 0-106 0,0 2-53 0,0-1-76 16,0 0-37-16,-1 1 5 0,-2 14-3 0,-1 9 7 15,1 4 12-15,-1-5-11 0,1 3 0 0,-2-1-8 16,0 1-16-16,-1 3-11 0,-1-1 4 0,-2 3-2 0,-1 0 24 16,2-2 17-16,-1 1 0 0,1-2 7 0,-1-1 10 15,2-1 10-15,-1-5 5 0,2-6 2 0,0-1 14 0,4-8-12 16,0 0-3-16,0-1-3 0,1-2-13 0,0 1-14 16,1-4 4-16,-1 1-6 0,0 0 2 0,0 0-12 15,-1-1 2-15,1 0-7 0,0-1-5 0,0 0-6 16,1-1-5-16,0-4 4 0,1-20 11 0,4-5 3 15,2-6-1-15,1-1-1 0,1-1 1 0,2 3 2 16,2 2 5-16,-1-1-3 0,1 1 11 0,-3 1 0 16,1 0 4-16,-1 3-3 0,0 0 0 0,-2 4 7 15,0 0-4-15,0 1 5 0,0 1-7 0,-1 2 9 0,-2 5-1 16,-1 5 5-16,-2 2 12 0,0 5-9 0,-1 2-1 16,0-1-4-16,0 1-11 0,0 1-1 0,0 0 1 15,1 1-1-15,-1 1 4 0,3 7-12 0,7 20 6 16,-5 2-7-16,-3 0 9 0,0-1-2 0,-2 0-5 15,-1-2 2-15,1-2-6 0,0-4 19 0,2-2 0 16,0-4 7-16,1-2 1 0,-1-4-5 0,1 0-1 0,-2-5-3 16,0 1-17-16,0-3 3 0,1 1 0 0,5 3 2 15,1-3-1-15,-1-2 0 0,4-1 0 0,1-2-2 16,0-4-10-16,2-3 12 0,4 2-10 0,-3-13 11 16,3 1-7-16,0-2 2 0,-3-1-1 0,-1 0 2 15,2-1 4-15,-1 1-5 0,0-1 7 0,-2 3-6 16,0 1 11-16,-5-1-5 0,4 6 0 0,-2 1-2 0,1 1 2 15,-4 6-4-15,-2-1 3 0,0 5-1 0,-2 1 18 16,2-4-8-16,-2 3-1 0,0-1-3 0,2 1 0 0,0 2-6 16,0 0 5-16,0 4-5 0,0 5-1 0,0 14 7 15,0 6-3-15,-3-2 7 0,1 2 3 0,-2-3 4 16,-1 2-3-16,0 2 1 0,15-1-8 0,-9 0 2 16,-4 1-2-16,-3-2 0 0,0 1-13 0,0 0-15 15,0-2-2-15,0 0-6 0,0-3-22 0,0-2-15 16,1-6-3-16,1-2-4 0,-1-2-12 0,0-6-41 15,0 0-22-15,-1-4-11 0,1 0-116 0,2 1-155 16</inkml:trace>
  <inkml:trace contextRef="#ctx0" brushRef="#br0" timeOffset="51151.41">31163 14803 2093 0,'0'0'59'0,"0"0"119"16,0 0-155-16,0 1-24 0,0 0 1 0,0 0-7 15,-1 8 7-15,-1 11-4 0,-1 6-1 0,0 3-2 16,0-1 6-16,1 3-14 0,-1 0 0 0,-1 1-5 0,1 1 1 16,-1 0 13-16,0 0 5 0,0-1 0 0,-2-1 6 15,-1 0 1-15,0 1-3 0,1-3 2 0,-1 1-5 16,1-5 3-16,1 1-3 0,3-1 2 0,0-3 1 15,0 0-18-15,2-7 0 0,0-5-12 0,0-1-28 0,0-6-18 16,0 2-2-16,0-3-6 0,2 1-26 0,-1-1-1 16,0 0-9-16,1-1 6 0,-1-1 3 0,11-4-7 15,2-2 0-15,2-25-5 0,-1 0-4 0,-1-1 33 16,0-1-2-16,-3 0 15 0,2-1 36 0,-3 1 22 16,2-4 11-16,1-1-1 0,-3-5 26 0,1 2 54 15,-3-4-3-15,2 6 23 0,-2 2 27 0,0 3-19 16,-1 6 0-16,0 2-9 0,-2 6-15 0,0 3-2 15,-2 4 2-15,1 4-1 0,-1 1 21 0,-2 4-2 0,2 2-2 16,-3 1-3-16,1 1-29 0,1-3-17 0,1 1 2 16,-1 1-8-16,0 0 6 0,0 1-5 0,-1 1-2 15,0 1-2-15,7 21-12 0,-2 5-6 0,-2 4 5 16,-3 2-6-16,0 1 8 0,-1-2-11 0,0 3-3 0,-1 0-2 16,-2-1-12-16,1 0 9 0,0-1-1 0,-1-1 4 15,0-1-15-15,-1-1-25 0,1-2-7 0,-1-2-8 16,1-2-45-16,-1-4-42 0,2-4-7 0,-1-4-16 15,1-3-69-15,0-3-138 0</inkml:trace>
  <inkml:trace contextRef="#ctx0" brushRef="#br0" timeOffset="51319.03">31091 15144 1918 0,'0'0'85'0,"0"0"-1"0,0 0-20 15,0 0-8-15,2 0-33 0,0 0-24 0,23-2-12 16,3-2-9-16,5 0-3 0,-1 1-55 0,-1-2-60 16,3-1-17-16,4-1-22 0,0 0-135 0</inkml:trace>
  <inkml:trace contextRef="#ctx0" brushRef="#br0" timeOffset="51719.22">31695 14777 1177 0,'0'0'148'16,"0"0"294"-16,0 0-390 0,0 0-3 0,0 0-13 0,0 0 6 16,0 0-18-16,0 0 4 0,0 0 5 0,0 1-2 15,1 0-4-15,0 1-4 0,0-1 0 0,2 0 2 16,5 2 2-16,4 3-2 0,1 0 1 0,2 0 0 16,-1-1 10-16,2-1-2 0,2 2 0 0,-1-1-1 15,1 1-9-15,-1 0-9 0,0 1-4 0,1 1 0 16,-1 0-7-16,0 3 4 0,-2-9-3 0,0 15 2 15,-6-3-16-15,-2 1-9 0,-2 3-4 0,-4 3 1 16,12 1-2-16,-7 4 4 0,-6 0 3 0,-6-1-2 0,-6 2 3 16,10-1 10-16,-23-2-2 0,4-1 6 0,0-1 13 15,2-2-3-15,2 0 2 0,2-1-3 0,0-2 2 16,2 1-4-16,1-3 3 0,3-1-4 0,1-1 5 0,2 0 3 16,0-3-2-16,1 0 1 0,3-1-8 0,-1-4 8 15,2 1-2-15,-2-1 3 0,1-3-6 0,2 0 10 16,-1 0-4-16,1-1 8 0,-1 5 4 0,1-4-1 15,0 3 2-15,1-1-3 0,-1-3-12 0,10 3-7 16,6 7-2-16,4-3-1 0,2-2-1 0,2-2-19 16,3-3-4-16,1-1-7 0,-5-1-35 0,5-4-32 15,-6-1-3-15,2-1-14 0,-2-2-40 0,-2-1-73 16,0-2-21-16,-6 10-36 0,3-17-242 0</inkml:trace>
  <inkml:trace contextRef="#ctx0" brushRef="#br0" timeOffset="51935.88">31413 15119 2303 0,'0'0'59'16,"0"0"-1"-16,0 0-21 0,1 0 2 0,0 0-28 16,1 0-6-16,23-1 2 0,4 1-2 0,3 0 2 15,-1 1 5-15,0 0-8 0,3 2-2 0,4 0-2 0,2 2-7 16,1 0-1-16,-3 1-4 0,2-2 0 0,1 1-20 15,1 0-10-15,3-2-4 0,-7 0-3 0,-1-2-20 16,-6-1-51-16,-2 0 3 0,-3 0-24 0,-4 0-60 0,-4-1-194 16</inkml:trace>
  <inkml:trace contextRef="#ctx0" brushRef="#br0" timeOffset="60327.56">3835 17642 256 0,'-3'1'515'0,"-4"0"-244"0,-21 8 133 0,10-2-2 0,3 0-393 16,1 0-15-16,6-3-75 0,-2 1-12 0,8-4-29 15,0 0-144-15</inkml:trace>
  <inkml:trace contextRef="#ctx0" brushRef="#br0" timeOffset="81161.63">27829 10018 256 0,'0'0'221'16,"0"-1"-113"-16,0 0 59 0,0 0-2 0,2-2-164 15,-1 1 3-15,0-2 1 0,1-3 11 0,3-2-5 16,-1 1 17-16,-1-1-16 0,2 1 0 0,0 0-3 15,0-3 16-15,0 1 2 0,1-3 6 0,-1 0-2 16,-1-1 23-16,1-2-1 0,-1 2-1 0,-2-2-1 16,-1 1 3-16,0 2-7 0,-1 1 5 0,0 5-7 0,0-3-5 15,-1 3-14-15,0 2 1 0,1 2-7 0,0 1-12 16,-1-1 0-16,0 1-2 0,-2 0 0 0,0 1-10 16,-10-2 7-16,-1 3-5 0,0 5 6 0,-3 3-1 0,1-3-1 15,-1 15 1-15,1 1-1 0,0 0-8 0,-1-3 10 16,5 1-4-16,-4-4 6 0,3 0-10 0,1-1 10 15,4-1-7-15,3 0 8 0,0-1-8 0,-2-3-1 16,2 0 7-16,2-2-4 0,1 0 18 0,0 0-6 16,2-1-2-16,0 0-1 0,2-2-1 0,-1 0 10 15,3-3-3-15,19 12 3 0,-2-5-5 0,3-4-10 16,-1-4 4-16,-1-2-6 0,1-1 6 0,-1-3-8 16,2-1 5-16,-3 0-6 0,1-1 0 0,-3 1 3 0,-1 0-6 15,-3 0 6-15,-1 1-2 0,-2 0 2 0,2 0 4 16,-5 2-3-16,-1 1-3 0,-4 2 6 0,-2 1-6 15,1-2 7-15,-1 1-1 0,0 0-2 0,1 0 4 16,-2 1-3-16,1 0 5 0,-1 0 3 0,1 1-1 0,-1 0 1 16,-1 2-3-16,0 11-3 0,-4 7-2 0,-2 1 0 15,-1 2-2-15,-1 0 1 0,-1 1 4 0,-1 2-3 16,1 0 4-16,-1 1-4 0,3 0 1 0,0-1-1 16,0-2 2-16,0-5-7 0,-1 4 6 0,1-6-6 15,-1 2 2-15,1-3 1 0,0 0-8 0,1-1 4 16,1-3-22-16,2-2-25 0,0-2-10 0,2-1-11 15,0-2-98-15,1-1-107 0,0 0-86 0</inkml:trace>
  <inkml:trace contextRef="#ctx0" brushRef="#br0" timeOffset="81610.19">28410 11031 1516 0,'0'-2'30'16,"0"1"0"-16,0 0 26 0,0-1-11 0,0-2 4 0,0-3-29 15,0 0-8-15,2-1 0 0,0 2-2 0,1-1-5 16,0 2 0-16,16 2-2 0,2 0 2 0,2 2-1 15,4 0-7-15,2-14 3 0,0 8-2 0,2 3 4 16,-3 3-1-16,0 1-1 0,-1 1 1 0,-2 1 0 0,-5 2-24 16,-3-1 0-16,-4 0-8 0,-2-1-5 0,-4 0 3 15,-1 0-4-15,-2-1 1 0,-1-1-21 0,-2 0-21 16,1 1-15-16,1 0-1 0,-2 0-49 0,0 2-48 16,-1-1-17-16,-1 2-13 0,-5 4-65 0</inkml:trace>
  <inkml:trace contextRef="#ctx0" brushRef="#br0" timeOffset="81761.09">28480 11147 465 0,'0'0'100'0,"0"0"-10"0,1 0 68 0,0 0-3 15,0 1-14-15,2 0-30 0,4 0-28 0,8 2-2 16,3-1-9-16,-1 1-17 0,2-1-15 0,3 0-2 0,3-1-7 16,2 1-28-16,3-1 4 0,-3-1-11 0,0 0 4 15,-4 0-49-15,0 0-50 0,-1-1-6 0,-1-3-19 16,-1-1-83-16</inkml:trace>
  <inkml:trace contextRef="#ctx0" brushRef="#br0" timeOffset="82194.55">29917 10475 885 0,'0'-1'347'0,"0"-1"-521"16,2-9 425-16,3-5-254 0,-2 2-16 0,1 3-48 15,-1 5 0-15,1-1-17 0,-2 4-16 0,-1 0 75 0,2 0-30 16,-1 1 43-16,0-1-37 0,1 1 49 0,-1 1 6 15,-1-1 14-15,1 1 31 0,-1 0 25 0,0 0 3 16,0 0 8-16,0 0 14 0,-1-1-4 0,0 1 1 0,0 0-4 16,0 0-8-16,0 0-20 0,0 0-9 0,0-1-4 15,0 1-32-15,0 1-3 0,0 0 3 0,-1 1-3 16,-1 5-7-16,-7 20-8 0,1 1-2 0,-1 3 1 16,-2 2 6-16,0 6-8 0,-1 2 6 0,-2 5-6 15,0 1-1-15,-1 1 1 0,2-4-2 0,2-3 2 16,0-3-4-16,3-7 5 0,1-3-1 0,0-2 4 15,1-5-3-15,0-2-12 0,1-3 4 0,2-2-7 0,0-4 4 16,1-1-22-16,0-2-2 0,1-2-11 0,-1-1-55 16,2 0-55-16,0-2-18 0,0 1-10 0,0 1-64 15</inkml:trace>
  <inkml:trace contextRef="#ctx0" brushRef="#br0" timeOffset="82694.54">30300 10512 784 0,'0'0'416'0,"0"0"-562"16,0-1 496-16,0 0-273 0,0-1-6 0,0 1-21 0,0 0 4 16,0 0-15-16,0 0-28 0,0 0-3 0,0-1 0 15,0 1 0-15,0 1 0 0,0 0-8 0,0 0-1 16,0 0-2-16,0 0 2 0,0 1 4 0,0 1 1 15,0 0 1-15,0-1-3 0,-5 13 1 0,1 0-1 16,-3 3 1-16,0-1-1 0,0-1 5 0,-1 3-3 0,3-1 3 16,-1 0-5-16,1 0 4 0,1-1-1 0,2 1 1 15,0-2 1-15,1 3-2 0,1-2 7 0,0-1-5 16,2-2 18-16,0-3-5 0,2 0 2 0,-1-3-2 16,3 3 8-16,0-3-3 0,1 1-4 0,7 1 0 15,3 1-12-15,-1-1 3 0,3-3 0 0,2-4 1 16,0 3 4-16,2-4-9 0,3 0 2 0,-5 12-4 0,0-4 5 15,-1-6 6-15,-6 0-2 0,2-3 2 0,1-2-6 16,1-1 13-16,-2-3-5 0,0-1 8 0,0-1-7 0,-2 6 1 16,-1-14-5-16,0 0 3 0,-1-6-14 0,-1 0-3 15,0-1 6-15,-3 0-5 0,0 2 7 0,-2-3-6 16,-2 5 1-16,-2-4-2 0,12 0-2 0,-7 0 3 16,-4 2-6-16,-3-1 2 0,-3 2-7 0,-4 0-3 15,-1 1 0-15,-4 0-1 0,4 2 0 0,-12 2 6 16,-2 0 1-16,-1 2 1 0,4 3-4 0,-1 0-16 15,2 4-5-15,4 3-5 0,-5 0-28 0,0 2-25 16,-1-10 0-16,0 3-13 0,3 6-48 0,0 2-48 0,2 1-7 16,-1 2-25-16,3 0-152 0</inkml:trace>
  <inkml:trace contextRef="#ctx0" brushRef="#br0" timeOffset="83029.05">30952 9688 1408 0,'0'-2'158'15,"0"1"-209"-15,0-2 186 0,-2-10-102 0,1 7-13 16,1 2-21-16,0 2-1 0,0 0-8 0,0 1 4 0,0-1 1 15,-1 2 5-15,0 2-4 0,0 0 7 0,-10 17-5 16,-2 7 6-16,-2 4-5 0,0 1 7 0,-1-2-2 16,1 2-1-16,1-5-1 0,1-3-1 0,-1 1 7 15,2-4 3-15,2-3 1 0,-1 1-2 0,2-3 0 16,0-1-8-16,1-1 6 0,1 0-11 0,0-1 4 16,2-2 4-16,1 1-1 0,1-4-2 0,1 0-4 15,-1-1-7-15,2 0 0 0,0-1-28 0,0-1-18 16,1 0-12-16,0 1-4 0,1-2-57 0,-1-2-217 0</inkml:trace>
  <inkml:trace contextRef="#ctx0" brushRef="#br0" timeOffset="83445.97">31300 9685 1036 0,'0'0'157'16,"0"0"37"-16,0-1-69 0,0 0-83 0,0 0-11 16,-2 0-20-16,1-1-10 0,0 2-1 0,0 0-2 0,0 2 2 15,-4 3-3-15,0 15 7 0,-8 5-5 0,2 1 1 16,-1-1 2-16,-1 1-5 0,2-2 4 0,2-1-11 16,1-3 8-16,2-3 3 0,-1-1 1 0,1-5-1 0,2-1 11 15,3-2-12-15,0-1 14 0,-2-2 2 0,0-1 3 16,1 0 11-16,1-1-6 0,1-1 23 0,0 0-5 15,0-1-4-15,0 0 1 0,0 2-13 0,1-1-12 16,0 0 2-16,1 0-7 0,9 2-9 0,4 0 5 16,2-3-5-16,-1-1 7 0,1-2-7 0,-3-2 0 15,1-2 0-15,-1 0-1 0,0-1 7 0,-1 0 3 16,-3 2-2-16,1-2 1 0,0 0 2 0,-2 0 3 16,1 5 5-16,-4-10-2 0,-1 0 6 0,-1 2-1 0,-3-4 1 15,0 2 0-15,1 0 5 0,7-1-4 0,-3 2-5 16,-3-1 0-16,0-2-11 0,-3 2-2 0,-1 4 2 15,-3-4-4-15,-1 1-7 0,-2 1 2 0,3-1-5 16,-12 5 3-16,0 2-17 0,-1-7-29 0,0 3-1 0,-2 4-12 16,-1 3-28-16,0 2-54 0,-4 6-9 0,2 3-20 15,-4 3-81-15</inkml:trace>
  <inkml:trace contextRef="#ctx0" brushRef="#br0" timeOffset="84080.91">29537 11069 748 0,'0'0'203'0,"0"0"-278"0,0 0 245 0,0 0-139 16,0 0-19-16,0 0 0 0,0 0-8 0,0 0 6 16,0 0 0-16,0 0 22 0,0 0-1 0,0 0 5 0,1 1-14 15,0 1 11-15,0-1-6 0,1 0 7 0,-1 0-8 16,1 0 22-16,-1-1-4 0,11 6 10 0,-3-2 0 15,3-1 3-15,5 1 1 0,0-1 0 0,7-1-10 16,1-2-5-16,2-2-5 0,3-1 1 0,1-2-14 0,3-1-12 16,1-1 5-16,6 0-7 0,5 0 7 0,6 0-4 15,3 0-5-15,4 1 2 0,-1-1-7 0,-2 1 6 16,-1 0-1-16,-3 2 2 0,0-1-7 0,2 0-2 16,-2 3 2-16,-1-1 0 0,2 2 7 0,-7 0-1 15,-1 1-3-15,-6 0 2 0,-6 0-3 0,-4 1-5 16,-2 0 6-16,-6 2-6 0,-1-1 1 0,-5 1-1 15,-4-1-6-15,-3-1 2 0,-3 0-12 0,-2 0-4 0,0 1 2 16,-1-1-5-16,1 0-24 0,-2 0-17 0,0 0-12 16,0 0 1-16,-1 1-23 0,-1 0-37 0,-5 3-17 15,-19 1-15-15,-1 5-128 0</inkml:trace>
  <inkml:trace contextRef="#ctx0" brushRef="#br0" timeOffset="84531.98">29909 11511 1914 0,'0'-1'6'0,"0"0"3"16,-2 0-5-16,1 0-7 0,0 0-1 0,0-1-25 0,0 1-25 15,-1 0-1-15,2 0-9 0,-1 0-11 0,0 1-7 16,0 0-3-16,0 1-1 0,-3 0 2 0,-13 0 29 16,-3 15 9-16,-5-1 8 0,-1 0 41 0,-3 2 43 15,-2-2-6-15,-2 0 20 0,1-1 1 0,1-1 24 16,1 0-9-16,4 0 12 0,-3-4-16 0,5 2-19 16,2-3 4-16,6-1-10 0,3-1-5 0,2 0-8 0,5 0-5 15,-1-3-2-15,4 3-13 0,-2-2 2 0,1-3-2 16,3 1 0-16,0 1-8 0,-2 1 8 0,0 0-2 15,1 2 4-15,1 0 1 0,1 0 1 0,1 1 0 16,2 0 0-16,4-1 6 0,12 0 7 0,5 1 0 16,2-4 2-16,3 2-1 0,4-2-8 0,0-1-3 0,1-1-2 15,0 0-15-15,-1 15 3 0,-2-9-6 0,-3-3 4 16,0-2-16-16,-4-1-10 0,-2-1-7 0,-1 0 0 16,-4 0-14-16,-2 0-10 0,-1-1-3 0,-1 0-5 15,-3 0-17-15,-3 0 10 0,2-2-7 0,-5 1 4 16,2-1-39-16,-1-1-40 0,-4 4-9 0,0-8-14 15,1 2-63-15,3-1-136 0</inkml:trace>
  <inkml:trace contextRef="#ctx0" brushRef="#br0" timeOffset="84798.69">29883 11527 1306 0,'0'-1'98'0,"-2"-1"183"0,1 1-210 0,0 0-14 15,0-1 0-15,0-1-6 0,0 1-18 0,-1 1-23 16,1 0 4-16,0-1-9 0,1 1-2 0,0 0 2 16,0 1-1-16,0 0 3 0,-1 1-2 0,0 4 5 15,-5 17-6-15,-1 3 5 0,-1 6 0 0,-2 2-2 16,-2 3 4-16,-2 5-2 0,-1 3 1 0,-3 2-5 16,-2 2 0-16,3-2-2 0,1-4 1 0,3-4-6 15,4-4 4-15,2-5-4 0,1-2 2 0,3-2-2 0,-1-2 0 16,3-2-2-16,0-1-9 0,1-3-10 0,1-5-5 15,1-2-2-15,2 1-31 0,-1-3-36 0,2 1-6 16,0-1-13-16,-2-4-58 0,8-1-80 0,4 7-51 0</inkml:trace>
  <inkml:trace contextRef="#ctx0" brushRef="#br0" timeOffset="85647.85">30140 11717 556 0,'0'0'71'0,"0"-1"147"16,0 0-165-16,0-1-9 0,0 0 3 0,0-4-7 15,0 1-11-15,0 0 0 0,0 1-2 0,0 0 1 16,0 1-4-16,0 0-6 0,0 0-6 0,0 2 0 16,0-1-4-16,0 1 20 0,0 0 2 0,0-1 7 0,0 0 20 15,0 0-5-15,0-1 2 0,0 1-6 0,0 1-15 16,0 0-7-16,0-1-1 0,0 1-3 0,0 0-14 15,0 0-7-15,0 0 1 0,0 0-2 0,0-1 5 0,0 2-4 16,0 0-1-16,0 0-1 0,-1 2-4 0,0-1 10 16,0 0-5-16,-1 0 8 0,1 0-8 0,0 0 0 15,0 1 3-15,0-1-2 0,0 0 3 0,-1 0-4 16,1 0 8-16,0 1-6 0,0-1 4 0,0 0 3 16,0 0-4-16,-1 0 6 0,1 0-4 0,0 1 4 15,0-1 1-15,0 0 1 0,-1 0 3 0,1 0-6 16,0 0-2-16,0 1 0 0,0-1 2 0,0 1-10 15,-2 1 7-15,2-3-8 0,-5 7 1 0,-3 0 5 0,4 0-6 16,-3-1 5-16,2 1 1 0,1 0-3 0,1-3 0 16,1 1-2-16,1 0 2 0,1-3 3 0,-4 0-1 15,4 1 1-15,-2 0-3 0,0 2 7 0,-1 1-4 16,1 1 3-16,1-1-6 0,0-3 2 0,1 3 0 0,0-2 0 16,0 2 2-16,0 1-6 0,1-1 3 0,-2 1-3 15,2 1 8-15,0 0-1 0,0-2 4 0,0 6-3 16,0-3 7-16,3 2-1 0,0 1 2 0,1-5-1 15,1 1 10-15,-3-2-13 0,14-3 9 0,3 2-10 16,1 0 16-16,3-1-17 0,2 0 3 0,1 10-6 0,2-5 15 16,0-5-7-16,-1-2-2 0,2-2-2 0,-1 0 1 15,-1-1-9-15,-1 1 5 0,1-1-8 0,-3-1-5 16,0 0 0-16,-1 1-1 0,-7 1 1 0,-2 0-5 16,-2-1-4-16,-5 1-2 0,1 0-1 0,-1 0-21 0,0 0-11 15,2 0-14-15,-6 0 3 0,1 0-43 0,-3 0-60 16,1 0-8-16,-1 0-24 0,2 0-86 0</inkml:trace>
  <inkml:trace contextRef="#ctx0" brushRef="#br0" timeOffset="85946.98">30344 11671 1654 0,'0'0'62'16,"-2"-1"117"-16,1 0-156 0,0 0-8 0,0 0-11 0,0 0 4 16,0-1-12-16,-1 2 0 0,1 0 3 0,0 2-1 15,0-1 1-15,1 0 1 0,-7 17 0 0,0 3 0 16,1-1 0-16,-1 3-2 0,-1 2 1 0,-1 0-1 16,0-1 7-16,0 1-2 0,-1-3 6 0,2 1-4 15,-2-1 7-15,3-2-2 0,0 1-8 0,0-1 4 16,1-1-10-16,2 0 5 0,-1-2-4 0,1 1 5 15,2 0-2-15,1-3-11 0,1 1 2 0,0 0-7 16,0-1-21-16,1-2-35 0,1-1 0 0,2-2-15 0,0-1-32 16,0-2-35-16,-1-5-36 0,11 7-8 0,1-3-199 15</inkml:trace>
  <inkml:trace contextRef="#ctx0" brushRef="#br0" timeOffset="86449.06">30848 11689 1261 0,'0'0'154'0,"0"0"24"0,0 0-56 0,-1-1-62 16,0 0-25-16,0 1-26 0,-1 0-1 0,1 0-5 16,0 0 3-16,0 1-2 0,-2 1 4 0,2 10 2 15,-9 9-3-15,-2 3-6 0,-1-2 1 0,1 3-2 16,-1-1 2-16,2 2 4 0,-1-2-9 0,0 0 4 0,0-1-4 15,2-4 5-15,-1-2-2 0,-1 0 1 0,3-3-2 16,1-2-1-16,1-3 9 0,4-1-6 0,2-2 7 16,0 0-7-16,-1-2 2 0,0-2-2 0,1 0 0 15,1-1-12-15,0 1 2 0,-1 0-8 0,0 0 3 16,1 1-34-16,0-2-11 0,1 0 1 0,1 0-7 16,9-1-16-16,5-3-1 0,1-4-1 0,1-5 2 15,0 4 10-15,-1-14 38 0,1-2-4 0,-1-1 18 0,-3-2 10 16,2 0 13-16,-2 1-3 0,-1 3 7 0,-2 3 6 15,0 0 19-15,-3 2 1 0,-2 1 5 0,0 5 1 16,-1 2 8-16,-4 4-2 0,0 4 2 0,1 0 2 0,1-1-27 16,-1 1 8-16,0 1-16 0,0-1-3 0,-1 1 8 15,0 1-2-15,-1 0 6 0,0 1 5 0,-5 11-12 16,-7 14 10-16,-2 2-10 0,-1 2 8 0,1-2-5 16,1-2-2-16,0-1 1 0,1-3-2 0,4-2-1 15,1-3-8-15,2-2 5 0,2-2-11 0,0-3 7 16,2 0 2-16,0-5 0 0,1 0-9 0,0-3-5 15,0 0-5-15,0-1 1 0,0 1-10 0,0 1-25 16,0-1-7-16,1-1-8 0,0 0-34 0,1-1-26 0,0 0-5 16,4-2-9-16,4-5-37 0,0-3-44 15,-1-7-5-15</inkml:trace>
  <inkml:trace contextRef="#ctx0" brushRef="#br0" timeOffset="86697.96">30608 11553 1636 0,'-1'-2'50'0,"0"1"92"0,0 0-84 16,-1 0-12-16,1 0-2 0,0 0-8 0,0-1-32 15,0 1-3-15,0 0 1 0,-1 0-2 0,1 0 4 16,1 0-4-16,1-1 2 0,2 2-2 0,12-1 1 15,4 0 14-15,1 1-6 0,-1 0 8 0,2 0-8 0,1 0-2 16,3 0 0-16,4 0-1 0,1 0-6 0,1 0-57 16,4-1 1-16,-1 0-23 0,2-2-43 0,-2 0-114 15,5-1-58-15</inkml:trace>
  <inkml:trace contextRef="#ctx0" brushRef="#br0" timeOffset="98674.55">29275 12953 643 0,'-1'0'11'15,"-1"0"19"-15,1 0 40 0,0 0 18 0,-1 0 9 16,-1 0-8-16,1 0-54 0,1 0-1 0,0 0-13 16,-1 0-13-16,1 0 23 0,0 0-6 0,1 0 12 15,0 1 1-15,0-1 6 0,1 2-2 0,2-2 2 16,12 2 0-16,4-1-16 0,2 0 3 0,4-1-7 0,-2-2 3 16,5-2-24-16,2 0 10 0,-6-1-15 0,5-1-2 0,-7 1 4 15,0 1-1-15,-1 0 3 0,-4 2-17 0,-4 1 1 16,-1-1-14-16,-2 1 10 0,-2 1-23 0,-1 0-6 15,1 0-9-15,-6 0 1 0,0 0-32 0,1 0-96 16,-1 1-2-16</inkml:trace>
  <inkml:trace contextRef="#ctx0" brushRef="#br0" timeOffset="98858.58">29275 13188 651 0,'-1'0'83'0,"-1"2"-3"0,0-1 31 0,-2 0-8 16,-3 4-14-16,3-2-27 0,1-2-23 0,1 2-1 15,0-1-7-15,0 0-11 0,1 1 19 0,1 0 0 16,0 1 8-16,0-3 4 0,0 0-16 0,11 6-4 0,10 1-2 16,1-5-8-16,3-3-17 0,1-4 1 0,5-2-8 15,-1 0-11-15,-2 2-17 0,2-2-2 0,-7 1-7 16,0 2-25-16,-2-1-9 0,-4 1-14 0,0 0 1 16,0 1-67-16,0 0-147 0</inkml:trace>
  <inkml:trace contextRef="#ctx0" brushRef="#br0" timeOffset="99275.64">29880 12807 876 0,'-1'0'115'0,"0"0"23"0,-1 0-19 16,-2 0-53-16,-2-1-3 0,3 1-3 0,0 0-48 15,1-1 0-15,0 0-14 0,0 0-7 0,1-1 26 16,1 1-2-16,1 0 10 0,3 0-14 0,23-8 8 16,1 0-8-16,-1 2 7 0,6 0-18 0,0 1 9 0,-1 2-1 15,1 0 4-15,-5 2-6 0,-3 1 1 16,-1 1-7-16,-1 0 6 0,-3 1-3 0,-4 2 6 0,-1 1 4 16,-2 0-2-16,-2 1-4 0,0 0 6 0,-3 0 3 15,-1-4 0-15,0 9 5 0,-1 1 7 0,-1 0-3 16,-3-1 4-16,1 2-4 0,4-2-3 0,0 5 0 15,-2-1-1-15,-2 1 0 0,-3 5-13 0,-2 0 2 0,-1 2-6 16,-2 1 5-16,-1-1 2 0,-1 1 2 0,-1 0-1 16,-1 0-9-16,-2 2-2 0,0 0 2 0,0 1-1 15,0 1 5-15,0-1-4 0,0-1-3 0,0 2 3 16,2-2 2-16,0-3-10 0,1 0 4 0,1-4-7 16,-1 0 5-16,2-6-9 0,0 0-3 0,3-7-2 15,-1 1-25-15,1 1-22 0,1-4-6 0,1 0-7 0,0 0-34 16,1-2-95-16,-1 1 0 0,-1-1-38 0,-1 1-49 15</inkml:trace>
  <inkml:trace contextRef="#ctx0" brushRef="#br0" timeOffset="99493.64">30036 13038 1213 0,'-2'0'52'0,"1"0"-7"0,0 0 49 15,0 0-6-15,0 0-4 0,-1 0-55 0,2 0 7 16,0 0-5-16,2 0 7 0,-1-1 4 0,6-2 3 0,16-3-4 16,6-1 2-16,-2-1-20 0,3-1-20 0,0-3 7 15,-1 1-10-15,2 1-5 0,-3 0-34 0,0 1-4 16,-1 0-10-16,0 0-28 0,-2 2-38 0,-2 0-3 16,-1 3-26-16,0-1-164 0</inkml:trace>
  <inkml:trace contextRef="#ctx0" brushRef="#br0" timeOffset="99994.56">30606 12689 870 0,'-1'0'221'0,"-1"0"-267"15,-3 0 263-15,-4 0-135 0,3 0-11 0,3 0-38 16,1 0 4-16,-1-2-18 0,1 1-19 0,1 0 6 15,0 0-4-15,1 0 8 0,1 0 2 0,0-1 8 16,6-1-10-16,11-7 10 0,3 3-2 0,0 3 0 16,0 0 1-16,1 2-4 0,0 2-2 0,-4 1-5 15,1 2 3-15,-1 3-5 0,-3 1-7 0,-1 3 6 16,-1-2 3-16,-2 13 3 0,-2 5 13 0,-4 0-18 16,-2 3 3-16,-1 3-8 0,13-3 0 0,-9 2 2 15,-6 1-3-15,-6-2 2 0,-2 1-3 0,-4-5 0 0,11-1 1 16,-22-3 0-16,1-1 9 0,0-3 4 15,-3-1-2-15,0-3 2 0,-1-1-2 0,-1-2 3 0,4-2 7 16,1-2-3-16,-1-1-2 0,2-2-4 0,1-1-3 16,2-1 3-16,2 8 5 0,4-4-4 0,-1-1 1 15,6-4-1-15,2-1 6 0,2 0-19 0,1 0 2 0,-1 0-7 16,1 0 2-16,1-1-1 0,0 0 3 0,1-1-1 16,0 0 5-16,2-4 0 0,4-4-2 0,0 0 2 15,11 2-3-15,3 0 1 0,0-1-1 0,-1 2 1 16,1 0 1-16,-1 1-3 0,1 3 0 0,-1 1-3 15,0 0 2-15,-2 1 3 0,0-9-1 0,-2 4 1 16,-2 2-1-16,-1 3 1 0,-2 1-1 0,0 0 0 16,-1 1 0-16,-1 0 3 0,0 1 2 0,1 0-2 0,-1 0-4 15,-1-1 1-15,0 1-1 0,-1-1 1 0,-1 0-15 16,0 0-14-16,0-1-9 0,0 0-1 0,0 0-26 16,-1 0-40-16,0 0-45 0,3 0-5 0,0-1-195 0</inkml:trace>
  <inkml:trace contextRef="#ctx0" brushRef="#br0" timeOffset="100226.07">31144 12697 1564 0,'0'0'25'0,"0"0"-3"0,-1 0 15 0,1 0 2 16,0 0-7-16,0 0-16 0,0 0-15 0,0 0 1 15,0 1-2-15,0 0 1 0,0 0-4 0,0 1-1 16,0-1-1-16,0 1 5 0,0-1-16 0,1 6-6 0,1 0-4 16,-1-1-17-16,0-1-17 0,0 0 4 0,-1-2-12 15,0-2-29-15,1 2-56 0,0-1 9 0,1 0-24 16,-1 0 1-16</inkml:trace>
  <inkml:trace contextRef="#ctx0" brushRef="#br0" timeOffset="100542.06">31362 12460 1026 0,'0'0'49'0,"0"0"-1"0,0 0 20 15,0 0-6-15,0 0-4 0,0 0-3 0,0 0-22 16,0 0 6-16,-1 2-12 0,0-1-4 0,-1 0 6 16,2 0-13-16,-7 12 11 0,0 0-8 0,-1 0 10 15,-1 1 5-15,0-1 0 0,1 1 1 0,0 0-1 16,1 2-2-16,1-2 0 0,1 0-11 0,2 0 1 15,0-1 0-15,1 0 1 0,1-2-3 0,1 1-5 16,1 1-3-16,3-1 1 0,0 0 2 0,2-3-2 16,-5-1 6-16,15-2-6 0,2 1 3 0,4-2 9 0,-1-2 1 15,5 0 3-15,0 11-1 0,-1-7-3 0,7-3-4 16,-4-4 1-16,1-4-13 0,-2-1-5 0,-1 1 1 16,-2-2-2-16,-1-1-3 0,-5 1-11 0,0-1-7 15,-4 1 1-15,-1-1-12 0,-4 1-25 0,2-1-4 16,-2 6-7-16,1-10-19 0,-3-1-6 0,-1-2-3 0,-1 0-10 15,-3-1-99-15,7 1-13 0,-3 1-21 0,-1 1 4 16,-3 1-106-16</inkml:trace>
  <inkml:trace contextRef="#ctx0" brushRef="#br0" timeOffset="100793.2">31509 12537 842 0,'-1'0'92'0,"0"0"146"0,-2 0-149 15,1-1 1-15,0 0-10 0,-1-1 3 0,1 1-39 0,-1 0-6 16,1 0-6-16,0 0 2 0,1-1-13 0,-1 2-11 16,1 0 0-16,0 0-5 0,0 0 1 0,0 0 4 15,1 2 5-15,0-1 0 0,0 1 14 0,1 11-9 16,1 6 4-16,2 3-5 0,-1 2-3 0,0 3-8 16,-1 3 3-16,0 3-3 0,0 4 8 0,0 2-16 15,0-1-2-15,-1 5-5 0,-1-3 4 0,0-5-2 16,-1-3-3-16,1-6-2 0,0-5-30 0,0-5-34 0,1 1-2 15,1-6-14-15,0-1-46 0,-1-4-164 16,0-4 8-16</inkml:trace>
  <inkml:trace contextRef="#ctx0" brushRef="#br0" timeOffset="101445.04">31892 12498 1051 0,'0'0'39'16,"-1"0"-1"-16,0 0 36 0,0 0-10 0,0 0 4 16,-2 0-19-16,1 0-28 0,0 0 5 0,-1 0-12 0,1 0 1 15,-1 1-5-15,1 0-1 0,0 1-1 0,1 0 1 16,-10 13 16-16,2 3 0 0,0 2 5 0,2 1 2 16,0 3-3-16,3 0-4 0,0 2 1 0,1 1-5 0,-1 1-4 15,2 1 6-15,-1-1-6 0,2-1 9 0,-1-4-5 16,1 1 3-16,-1-6-3 0,1-3 3 0,0-3-3 15,1-1-8-15,0-1 4 0,0-3-13 0,0-2-1 16,0-3-1-16,0 0-2 0,0 1 0 0,0-1 0 16,0 0 4-16,0-1-4 0,0 1 11 0,0-1-5 15,0-1 3-15,0 0-4 0,0-1 2 0,0-10-4 16,0-14 3-16,0-1-4 0,0-3-3 0,0 0 1 16,1-3-4-16,3-1 3 0,0 2-11 0,2 2 9 0,0 0-7 15,1 3 7-15,1 1-3 0,2 2 3 0,0 1 0 16,1 2-1-16,0 3-2 0,-3 4 7 0,0 1-2 15,-4 6 2-15,5 1 0 0,2 4-9 0,-4-5 8 16,2 2-9-16,-7 4 10 0,8-1 3 0,0 2-1 16,1 3 1-16,2 2 0 0,-6 15-5 0,-1 3 0 0,-4 1-2 15,2-1 11-15,-3 0-5 0,0-1 4 0,3-3-5 16,-1-3 1-16,2-3 10 0,-2-3-4 0,0-4 4 16,-1-1-10-16,-1-4 0 0,4-1 3 0,-1 1-2 15,-3-2 5-15,3 3 2 0,3-1-5 0,1-1 4 16,2-1-8-16,-2-3 3 0,-1-1-1 0,4-17 0 15,-3 0 1-15,4-1-3 0,0-2 1 0,-2 2-3 0,1-3-1 16,-1 1-2-16,0 0 1 0,-2 1-1 0,-1 2 2 16,0 1 5-16,-1 4-8 0,-1 2 5 0,0 1-9 15,-2 6 5-15,-1 2 3 0,0 3 0 0,0 0-1 0,0 0-7 16,1 0 2-16,-2 2-1 0,1 0 15 0,2 0-9 16,-1 1 7-16,0 7-7 0,0 20 8 0,-2 2-3 15,0 0-4-15,2 1 1 0,-1-2-2 0,0-2 1 16,1-1 0-16,-1-2 0 0,1-3 1 0,0-1-4 15,2-2 1-15,-2-3-3 0,1-1 7 0,-1-3-18 16,1-3 5-16,-3-4-13 0,3 1-19 0,-4-4-24 16,2 2-17-16,0-1-2 0,1 0-57 0,-2 0-120 15,0-1 7-15</inkml:trace>
  <inkml:trace contextRef="#ctx0" brushRef="#br0" timeOffset="101776.95">32658 12089 651 0,'0'0'164'15,"0"0"20"-15,0 0-25 0,0-1-51 0,0-1-22 16,0 1-6-16,0 0-22 0,0 1 1 0,0 0-11 16,0 0-34-16,0 0 4 0,0 0-8 0,0 0 8 0,0 0 1 15,0 1 8-15,0 2-3 0,0 7 5 0,0 10-5 16,0 1 5-16,-1 3 1 0,-1 2-1 0,0 0-4 15,1 2-4-15,0 4-8 0,1-2 3 0,0 3-12 16,0 0 0-16,0 0 4 0,0 1-3 0,0-1 1 0,-1 0-6 16,-1-4 0-16,1 2-3 0,-1-1-9 0,0 1 6 15,-2 0-4-15,2-4 6 0,-1-1-4 0,1-8-6 16,0-1-3-16,0-7 0 0,2-4-10 0,0-3-22 16,0-2-1-16,0 0-11 0,0 1-25 0,0 1-35 15,0-2 7-15,0 0-18 0,0-1-17 0,0-1-38 16,3-13-12-16,4-14-9 0,0-2-66 0</inkml:trace>
  <inkml:trace contextRef="#ctx0" brushRef="#br0" timeOffset="102009.93">32885 12052 946 0,'0'0'70'0,"0"0"-6"0,-1 0 45 0,-1 0-6 0,1 0-10 15,0 0-41-15,0 0-18 0,1 0-8 0,0 0 0 16,-1 0-3-16,0 0 5 0,-1 2-1 0,1-1 1 15,0 2-8-15,-3 13-7 0,0 1 4 0,-1 6-4 16,2-1 4-16,-1 3-6 0,2 0 4 0,-1 4-4 16,2 1 9-16,-1 3-7 0,1-1 1 0,-2 1-2 0,2-1-2 15,-1-1-8-15,-1-2 7 0,2-1-7 0,-1-4 8 16,1-1-10-16,0-2-2 0,-1-2-1 0,2-2 3 16,0-2-23-16,0-3-3 0,0-2-10 0,0-2-37 0,0-2-53 15,0-2-27-15,0-2-20 0,-1 0-196 0</inkml:trace>
  <inkml:trace contextRef="#ctx0" brushRef="#br0" timeOffset="102178.04">32635 12446 1490 0,'0'0'-6'0,"0"0"3"0,0 0 2 0,0 0-6 16,2 0 8-16,-1 0 6 0,4 0 0 0,13 0-7 15,1-3 3-15,1-3-25 0,0-2-45 0,0-3-5 16,1 1-20-16,-2-1-85 0,1-1-109 0</inkml:trace>
  <inkml:trace contextRef="#ctx0" brushRef="#br0" timeOffset="102578.02">33021 12090 444 0,'0'0'111'16,"0"0"-8"-16,-1 0 35 0,1 0-2 0,0 0-29 15,0 0-35-15,0 0-39 0,0 0 13 0,0 0-21 0,0 0 16 16,0 0-7-16,0 0-7 0,1 0 2 0,0 0-1 16,1 1 7-16,0 0 3 0,4 2 0 0,2-1 6 15,3 2 11-15,3-1 1 0,-1-1 3 0,2 1 0 0,-2-1-10 16,-3-1-5-16,3 1-2 0,1 0-15 0,-1-1 4 16,5 3-4-16,-3-2 2 0,-1 1-18 0,2 1 1 15,-2 1 2-15,-1 1-1 0,-1 1-4 0,0 1 3 16,4-5-5-16,-7 12 5 0,-2 3 3 0,-3 5-12 15,-3 1 8-15,13 3-10 0,-6 2 5 0,-5 0-1 16,-3-1-5-16,-6 2 3 0,-4-1-3 0,-1 0 1 16,-4 1 2-16,1-3-1 0,1-2 2 0,0-2-4 15,3-1 1-15,0-2-1 0,1-2 8 0,3-5-6 16,0-1 0-16,3-3-2 0,0-1 1 0,1-1-1 0,1-2 2 16,0 0-2-16,1-3 2 0,0 2-7 0,0-3 5 15,0 1-5-15,0-1 5 0,1 2 0 16,0-1-6-16,0 1 5 0,2-2-6 0,7 2-3 0,7 0 4 15,4-3-5-15,-2-3-3 0,7-1-7 0,3-4-8 0,-8 1 1 16,3-2-14-16,-9 1-7 0,-6 2-4 0,4 0-3 16,6-8-28-16,-8 1-72 0,9-1 0 0,-17 2-34 15,-1-2-92-15</inkml:trace>
  <inkml:trace contextRef="#ctx0" brushRef="#br0" timeOffset="102795.74">33060 12431 1456 0,'0'0'57'0,"-1"-1"129"0,1 0-171 0,0 0-4 16,0-1 1-16,1 1-2 0,0-1 7 0,3-1-5 15,15-9 3-15,8 1-4 0,-3-1 3 0,3 0-15 16,5-1 3-16,2 1-7 0,13-1-10 0,-6-1-46 15,-9 2-9-15,0 1-20 0,-20 1-108 0,8 0-161 0</inkml:trace>
  <inkml:trace contextRef="#ctx0" brushRef="#br0" timeOffset="103461.73">30351 13701 495 0,'-2'0'103'16,"-7"0"204"-16,-10 1-232 0,4 0-19 0,1 1 3 0,1-1-11 15,-1 0-22-15,3-1-9 0,-1 0 2 0,3 0 0 16,0 0 25-16,0 0-6 0,2 0 3 0,3 0-4 16,-2 0 5-16,3 0-7 0,0 0 8 0,2 0-10 15,0 0-3-15,-2 0-16 0,1 0-8 0,-1 0 1 16,2 0-4-16,0 0 6 0,1 0 9 0,0 0-3 15,1 0 14-15,6-1-9 0,19-4 1 0,7-1-3 16,5 0 7-16,9-2 0 0,8-3 6 0,13-1-2 16,6-3 13-16,6-1-4 0,5-3 0 0,7-3-1 0,8-4-3 15,8 22-23-15,5-27 6 0,3 0-11 0,1 1 4 16,0-1-3-16,2 0-5 0,-6 3 3 0,-1 1 1 0,-4 5 2 16,-5 3 8-16,-5 0-5 0,-8 4 12 0,-6 2 7 15,-8 1-6-15,0 4 7 0,-7 0-14 0,-9 3-3 16,-2 0-4-16,-11 2 1 0,-7-1-2 0,-3 2-5 15,0 0 4-15,-10 0-6 0,2 0-2 0,-9 0-10 16,-7 0-1-16,-4 1-4 0,-2 0-9 0,-4 0-13 16,-3 0-13-16,1-3-4 0,-1 0-76 0,-1 0-16 15,-12 0-23-15,-19 3 5 0,0-15-70 0,-8 10-71 16</inkml:trace>
  <inkml:trace contextRef="#ctx0" brushRef="#br0" timeOffset="103828.84">30447 13923 1248 0,'-1'0'37'16,"-1"0"0"-16,-10-2 22 0,-2 1-9 0,4 1 0 0,3 0-17 15,4 0-31-15,0 0-2 0,1 0-8 0,1 0-6 16,0 0 16-16,1-1-2 0,1 1 7 0,1-2 4 15,21-3 5-15,7-3 8 0,5 3-3 0,2-1 21 16,5 1-6-16,3-2 5 0,1 0-4 0,4 0 26 16,6-1-6-16,6-2 0 0,8-2-3 0,8 0-15 0,6-4-4 15,1 0-1-15,6-4-1 0,1-1-8 0,4-1-7 16,3 0 2-16,-4-1-5 0,0-1-8 0,-2-1 2 16,2 3 2-16,-5 0 0 0,-3-1 7 0,-10 5 1 15,-7-1-4-15,-4 2 4 0,-5 1 6 0,1-1-11 16,-5 4 7-16,-9 3-10 0,-3 0-2 0,-13 3-5 15,-3 0-4-15,-8 1 2 0,-1 2 0 0,-7 1-4 16,0 1-2-16,-6 1-4 0,-5 1-10 0,0 0-32 16,1-1 0-16,-1-1-17 0,1 1-60 0,-2-1-129 0,0-2-27 15</inkml:trace>
  <inkml:trace contextRef="#ctx0" brushRef="#br0" timeOffset="134087.58">31214 5769 41 0,'0'0'0'0,"0"0"6"0,-1 0 64 16,-1 0-15-16,1 0 1 0,0 0-26 0,0 0-12 0,0 0-12 15,0 2 10-15,-1-1-8 0,1 0 8 0,-1 0 4 16,1 0-7-16,-1 0 9 0,1 1 3 0,0-1-7 16,0 0 6-16,0 0-4 0,0 0 28 0,-1 1 6 15,1-1-4-15,0 0 1 0,0 0-16 0,0 0 6 16,1 0 7-16,0 1-3 0,0-1-14 0,0 0-11 16,0 0 7-16,0 0-4 0,1 0 9 0,0 1-4 0,0-1-8 15,0 0 6-15,2 0-9 0,0 0 5 0,8 3-5 16,-2-1 5-16,3 1-2 0,1-1-4 0,0 0 8 15,2 0-7-15,3 0 3 0,0-2 0 0,1 0 2 16,1 0 1-16,2 0 6 0,4 1-17 0,-4-2-7 0,3 0 0 16,-3 0-5-16,-1 0 3 0,3 0 4 0,-7 0-2 15,2 0-1-15,-5 0 1 0,-1 0-1 0,0 0-1 16,-1 0-3-16,0 0 3 0,-4 0 0 0,1 0 1 16,-1 0-1-16,-2 0 1 0,3-2-4 0,-4 1 1 15,1 0-7-15,1 0 10 0,-2 1-2 0,1-1 5 16,-1 0-14-16,-2-1 5 0,1 1 1 0,-1 0 1 15,0 1-2-15,-1-1 2 0,1 0-1 0,0-1 2 16,-1 2 3-16,0-1-8 0,1 0 4 0,-1 0-7 0,1 0 7 16,-1 0-4-16,0-1 2 0,-1 1-2 0,1 0 6 15,-1 0 2-15,0 0-4 0,0 0 2 0,0-1-1 0,0 1-3 16,1 0 6-16,-1 1-4 0,0 0 2 0,0 0-3 16,0 0 0-16,1 0-1 0,-2 0 9 0,0 0-9 15,0-1 2-15,0 0-3 0,0-1 9 0,0 1-5 16,0 0-5-16,0 1 2 0,0 0-1 0,0-1 1 15,0 0 6-15,0 0-5 0,0 1 3 0,0 0-5 16,0 0 3-16,0 0-5 0,0 0 1 0,0-2 9 16,-2 2-6-16,1 0 6 0,0 0-17 0,0 0 17 15,0 0-9-15,-1 0 11 0,1 0-11 0,0 0 6 16,0 0-1-16,0 0 3 0,0 0-7 0,-1 0 9 16,1 2 0-16,0-1 2 0,0 0-9 0,0 0-1 0,-2 1 2 15,-3 7 1-15,-2 5 4 0,0 1-1 0,-1 3-5 16,0-1 2-16,2 2-1 0,0 0-3 0,-1 2 3 15,0 0-4-15,0 4 10 0,-2 1-7 0,0 1 1 0,-3 1-3 16,1-2 6-16,0 0 5 0,0 0-6 0,3-4 4 16,-2 3-11-16,4-8 9 0,0 1-3 0,0-1 4 15,1-3-7-15,-1 1 1 0,0-1 1 0,0 1 0 16,0 1 2-16,1 0 3 0,-1 1-2 0,0 0 2 16,0 2-6-16,0 0 1 0,0-2 2 0,1-1 0 15,1-2-4-15,2-4 2 0,-1 2 0 0,2-2 0 0,0-1-2 16,-1-2 1-16,1-1 1 0,0 1 0 0,0-2 2 15,1-1 1-15,0 0-6 0,1-2 3 0,-1 1-4 16,0-1-5-16,0 0 1 0,-1 1-2 0,1-2 7 0,1 0-15 16,0 0 4-16,0 0-10 0,-1 1-5 0,1-1-97 15,0 0-19-15,-1 0-44 0,0 0-226 0</inkml:trace>
  <inkml:trace contextRef="#ctx0" brushRef="#br0" timeOffset="135287.45">31269 6088 199 0,'0'0'24'0,"-1"0"38"15,0 0 7-15,0-1 18 0,-1 0-45 0,1 0-28 16,0-1 1-16,0 1-12 0,0 1 0 0,-1 0 21 16,1 0-3-16,0 0 7 0,0 0-1 0,0 0-2 15,0 0 5-15,-1 0-3 0,1 0 9 0,1 0 16 16,0-1 0-16,0 0 7 0,1 0 7 0,1 0-14 15,3-2-1-15,14-4-5 0,2 0-7 0,4 0-19 16,2 1 2-16,4 1-9 0,1 2-13 0,-3 1 8 0,0 0-10 16,-3 1 10-16,0 0-8 0,-1 1-1 0,-5 0 4 15,1 0-3-15,-5 0 6 0,1 0 0 0,-4 0-6 16,-3 0 1-16,1 0-6 0,-2 0 10 0,0 0-1 16,-1 0 4-16,-3 0-8 0,0 0-4 0,1 0 3 0,-2 0-5 15,-1 0 6-15,2 0-6 0,-1 0 1 0,0 0-4 16,1 0-1-16,-2 0-9 0,2 0-2 0,0 0-5 15,0-1-19-15,-1 0-103 0,2-2-46 0</inkml:trace>
  <inkml:trace contextRef="#ctx0" brushRef="#br0" timeOffset="136022.61">31889 5771 256 0,'0'0'33'0,"0"0"-38"16,0-2 32-16,0 1-17 0,0 0-8 0,0 0-10 0,0 0-2 15,1 0-2-15,0-1 13 0,0 1-8 0,0 0 6 16,1 1-8-16,-1 0 11 0,1 0 6 0,1 0 1 15,0 0 3-15,9-1 34 0,-2 1 28 0,8-1 10 16,-4 1 1-16,-1-2 10 0,4 2-24 0,-3 0 4 16,2 0-14-16,2 0-16 0,-4 0-16 0,0 0-9 0,-1 2-1 15,-3-1-12-15,2 2 16 0,-4 0-1 0,1 0 4 16,-1 3-1-16,-1-4-11 0,-2 11 4 0,-3 0-6 16,0 3 7-16,0-1-8 0,-1 1 0 0,9 1-3 15,-3-2 6-15,-3-1-2 0,-2 2 0 0,-2 0-1 16,0 0 0-16,-1 4-5 0,-2-2 9 0,-3 3-7 15,-1 0 10-15,-2 2-9 0,0 1 0 0,-3 0-4 0,-1 1 1 16,0-3-2-16,3-2 5 0,-7 0-3 0,-3 0 4 16,0-5 4-16,6 2-7 0,-2-4 7 0,0-4-2 15,2-1 0-15,1-1 0 0,1-2 0 0,4 0 1 16,1-3-9-16,3-1 7 0,0 0-7 0,-1 3 6 0,2-2 11 16,-2 1-7-16,1-1 8 0,-4 0-1 0,4-2-16 15,-1 0 2-15,3 0-7 0,-1 0-4 0,1-1 3 16,0 0-2-16,2 0 1 0,-5-7-12 0,0-2 7 15,1-2 0-15,2 5 3 0,1-4 4 0,0-1 0 16,1 3 3-16,1-2-2 0,0 4-8 0,1 2 7 16,-2 0-3-16,1 1 4 0,-1 0-8 0,2-3 0 15,-1 2-2-15,0 2 3 0,2-2-1 0,-2 3 11 16,6-4-8-16,6 0 7 0,-4 3-10 0,3-1 1 16,0 1 6-16,-2 0-3 0,3 1 9 0,-6 1-4 0,2-5-2 15,-1 1-1-15,-1 2-5 0,6-3 4 0,-3 3 4 16,1 1-2-16,3 2 0 0,-4 0 0 0,1 0 0 0,0 1 0 15,-2 0 1-15,2 3 2 0,1 2-4 0,-3 0 3 16,-1-1 1-16,-2 0-4 0,-1 8 1 0,-2-2-3 16,1-3 7-16,1-1 0 0,-3 0 0 0,3 1-2 15,-2-1-4-15,1 0-1 0,-1-1 0 0,0-1 0 16,0-1 7-16,0-2-6 0,-1 1 2 0,0 0-6 16,-1-1-1-16,2-1-6 0,-2 0-1 0,1 1-1 15,1-1-1-15,-2-1 0 0,1 1 2 0,1 1-1 16,-1 1 0-16,0-2-30 0,1 0-48 0,-1 0-6 0,0 0-259 15</inkml:trace>
  <inkml:trace contextRef="#ctx0" brushRef="#br0" timeOffset="137072.71">32505 5749 74 0,'-1'0'46'15,"0"0"-54"-15,-1 0 49 0,2 0-25 0,0 0-16 0,0 0 1 16,0 0 3-16,0 0-1 0,0 0 15 0,0 0 16 15,0 0-3-15,0 0 8 0,0 0 3 0,0 0 15 16,0 0 4-16,0-1 3 0,0 1 9 0,0 0-11 16,0 0 1-16,0 0-5 0,0-1-17 0,2 1-14 15,-2 0-5-15,1 0 0 0,0 0-1 0,0-1-9 16,-1 1 3-16,0 0-7 0,0 0-11 0,0 0 5 0,0 0 1 16,0 0 3-16,1 0 0 0,0 0 1 0,-1 0-5 15,0 0 5-15,0 0 0 0,0 0 0 0,0 0-2 16,0 0 1-16,0 0-3 0,0 0 0 0,0 0 4 15,0 0-3-15,0 0-2 0,0 0 2 0,2 0-3 16,-1 0 5-16,0 0 5 0,0-1 4 0,-1 0-1 0,0 1 1 16,1 0-7-16,1 0-5 0,-1 0 0 0,0 0-2 15,-1 0 0-15,0 0 8 0,0-2-6 16,0 2 5-16,0 0-15 0,0-1 12 0,0 1 1 0,0 0 5 16,0 0 10-16,0 0-8 0,0 0 5 0,0 0-6 15,0 0 3-15,0 0-1 0,0 0-6 0,0 0 3 16,0 0-11-16,0 0 7 0,0-1-1 0,0 1 2 15,0 0-8-15,0 0 0 0,0 0-4 0,0 0 0 0,1 0-4 16,0 0 14-16,-1 0-2 0,0 0 5 0,0 0-18 16,0 0 12-16,0 0-4 0,0 0 7 0,0 0 4 0,0 0-9 15,0 0 11-15,0 1-11 0,-1 0 8 0,0 2-5 16,-6 8 1-16,-4 7-1 0,-1 2 1 0,1 0 3 16,8 2-6-16,-13 1 5 0,1-3-5 0,-1 0-2 15,8-3 6-15,3-2-4 0,3-1 3 0,-1-4-5 16,-7 0 3-16,4 0-2 0,2-3-1 0,1 1 14 15,-2-2-10-15,3-2 12 0,2-3-11 0,-2 3-2 16,2-3-2-16,-3 1 0 0,2 0-2 0,0 1 1 0,0-1 4 16,0 1 0-16,0-1 3 0,-1 0-9 15,2 1 1-15,0-1-4 0,0-1 13 0,0 0-7 16,0 0 6-16,0 1-6 0,0-1 15 0,0 0 1 0,0 0 0 16,2 0 0-16,-1 1-10 0,0 0-3 0,1-1 1 15,2 0-3-15,6 5-2 0,2-1 4 0,0-2-1 0,0 0 5 16,-8-3 5-16,13 1-10 0,7 0 5 0,-8-1-7 15,3 0-1-15,-1 0 2 0,-2 0-2 0,3 0 4 16,-1 0 6-16,-4 0-12 0,-1 1 5 0,-2 0-6 16,0 2 4-16,-2-1-1 0,-1 0 0 0,3 2 0 15,-4-2 9-15,2 1 0 0,1 0-2 0,-2 1 1 16,1-1-1-16,-3 0-1 0,0-1 3 0,0 0-3 16,0 1-7-16,-2-2 9 0,2 0-7 0,-2 0 9 0,-3-1-11 15,3 1 0-15,-3-1 3 0,1 0-1 0,0 0 7 16,1 0-13-16,-1 0 2 0,1 0-6 0,-1 0 0 15,0 0 4-15,1 0-7 0,-1-1 5 0,0 0-13 0,1 0-10 16,-1-1-1-16,0-2-5 0,3-5-19 0,-3 3-66 16,0-1-3-16,-1-3-24 0,0-2-42 0,-1 3-12 15,0-2-17-15</inkml:trace>
  <inkml:trace contextRef="#ctx0" brushRef="#br0" timeOffset="137639.74">32668 5861 623 0,'0'-1'75'16,"0"0"22"-16,0 0 1 0,0-2-65 0,0 2 20 15,-1-5-43-15,0 0-26 0,1-1 3 0,0 3-13 16,0-2-1-16,0 2 8 0,0-1-9 0,1 1 8 15,0-1-8-15,1 2 1 0,-1-2 7 0,0 1-3 16,1-2 28-16,-1 2 5 0,1 0 8 0,-1-1-4 16,0 1 10-16,-1 0 29 0,1 0-2 0,-1 1 12 0,0 1 3 15,0-1-24-15,0 1-10 0,0 0-2 0,0-1-14 16,0 1-3-16,0 0 1 0,0 1-5 0,0-1-17 16,0 1 6-16,0 0-2 0,0 0 4 0,0 0 4 15,0-1-4-15,0 1 1 0,0 0-2 0,0 0-3 0,0 0 4 16,0 0-2-16,0 1 3 0,0 0 1 0,0 0-2 15,0 0 5-15,0 0-5 0,0 0 5 0,0 0 4 16,0 0-8-16,0 1 8 0,0 0 0 0,0 0-4 16,0 0 5-16,0 2-5 0,0 0 9 0,0 7-5 15,-1-1-2-15,-1 3-2 0,-1 0-8 0,1-1 3 16,-2 2 2-16,1 1 1 0,-1 2 1 0,1-1-4 16,-1 0 7-16,1 2-6 0,-2 0 5 0,0 0-4 0,1 0-5 15,0 3 3-15,1 0 2 0,-2 2-7 0,-1 0 9 16,0-1-8-16,0 1 9 0,0-2-2 0,2-1 2 15,-3 4-1-15,0-2 1 0,1 0-7 0,-1 1 0 0,3-4-2 16,1-3 7-16,0-2 1 0,1-2 1 0,0-2-1 16,0-2 0-16,2-1 5 0,0-1-6 0,0-2 6 15,0 1 0-15,0-1 2 0,0 0 0 0,0 0-3 16,0 0-8-16,0 0 1 0,0-1-2 0,0 1 1 16,0-1-5-16,0 0 2 0,0 1 2 0,0-2-1 15,0 0-2-15,0 0-12 0,0 1 0 0,0-1-7 16,0 0-23-16,0 0-54 0,2 0-59 0</inkml:trace>
  <inkml:trace contextRef="#ctx0" brushRef="#br0" timeOffset="139557.95">32931 5718 162 0,'0'-1'63'0,"0"-1"-11"16,0 1 36-16,0-1 9 0,0 1-22 0,-2-8-43 0,1 1-2 15,0 1-12-15,0 1 8 0,0 3-19 16,0 0 3-16,-1-1-4 0,2 1 3 0,0 1 2 0,-1-2-5 16,1 3 2-16,0-1-4 0,0 1-5 0,0 0 27 15,0-1 0-15,-1 0 13 0,0 0 19 0,1-1-7 16,0 2-4-16,0 0-2 0,0 0-27 0,0 0-3 16,0-1-2-16,-1 1-1 0,0 1-1 0,-1 0-2 15,1 1 0-15,0 1-2 0,0 0-7 0,-6 9 7 16,0 3-6-16,0 0 7 0,1 0-5 0,0 1 0 0,1-2-1 15,0 2 0-15,4 1-1 0,0-2 3 0,-1 1-1 16,1 0 1-16,-3 1 2 0,-1 0-5 0,5 1 6 16,-1 0-7-16,0 0 0 0,-1 0 4 0,-3 2-3 15,0 0 4-15,2 2-3 0,0-1 0 0,2-1 0 16,0-1-1-16,0-1-1 0,-1 0 3 0,-1-1 2 0,1-2 0 16,-1 0-5-16,2-2 5 0,1 0-8 0,0 0 8 15,-1-1-2-15,1-1-6 0,0-3 8 0,0 0-8 16,0-2 0-16,-1 2 3 0,1-4-1 0,0 1 1 15,0-2-2-15,0 0-4 0,0 0-1 0,0 0 1 16,0 0-7-16,0 1 6 0,0-1-8 0,0-1 4 16,-1 0-33-16,0 1-108 0,1-1-36 0</inkml:trace>
  <inkml:trace contextRef="#ctx0" brushRef="#br0" timeOffset="139991.71">33088 5718 725 0,'0'0'61'0,"0"0"106"0,0 0-103 0,0 0-38 0,-1 0-1 16,0 1-14-16,0 0-7 0,0 0-4 0,-1 2 1 16,-1 4-2-16,-1 4 9 0,1 1-11 0,-1-1 6 15,0 2-8-15,-2-2 6 0,0 0-4 0,-1 0 1 16,4-2-2-16,-7 0 5 0,-6 1 7 0,2-1 2 15,0-1 1-15,-1-1 9 0,2 1 5 0,-1-1 1 16,1-2 2-16,-5 1 14 0,4 0-25 0,1-1 8 0,3 0-14 16,5-2 0-16,1 1-9 0,1-2-2 0,1-1 0 15,-1 2 8-15,3-2-10 0,-2 2 2 0,1 0-6 16,0-1-4-16,-1 2 9 0,2-3 0 0,0 2 3 16,0 2 6-16,2-2-3 0,1 3-5 0,3 1 0 15,13-1-5-15,-9 0 6 0,-6 2 0 0,8 1 2 0,-3 2 2 16,5-2-7-16,5 1 8 0,-7 2-7 0,-3-4 10 15,-3 4-8-15,5-4 4 0,-7 0-3 0,0 2 12 16,3-2-6-16,-5-1 6 0,6-1-6 0,0 0 6 16,-1-3-6-16,-3-1-6 0,3 1 3 0,2 1-9 0,-4 0-1 15,6 3 1-15,-7-5-2 0,-1-1-10 0,2 1-7 16,-3-1-3-16,1 0-1 0,5 2-14 0,-6-3-19 16,2 0-15-16,0 0-15 0,-1 0-191 0</inkml:trace>
  <inkml:trace contextRef="#ctx0" brushRef="#br0" timeOffset="140359.17">33174 5738 952 0,'0'-2'60'0,"0"1"-33"0,0 0 62 0,0 0-21 15,0-1-44-15,0 0-19 0,0 1-2 0,0 0-3 16,0 0-3-16,0 0-5 0,1 0 3 0,0 1-4 16,1 0-4-16,-1 0 7 0,0 1-2 0,0 0 5 15,0 0 1-15,0 1 2 0,2 7-4 0,-1 1 4 16,-1 0 0-16,1-1 10 0,-2-1 4 0,0 3 1 0,0-2 11 16,0 2-13-16,0 1 7 0,0-1-7 0,-2 2 4 15,2 3-4-15,0-2-7 0,-1 3 5 0,0 1-9 16,0 2 2-16,0 0-1 0,-1 1 1 0,1 0-3 0,0-2-3 15,-1 1 2-15,-1-2-2 0,2-3 2 0,0 0 1 16,0-3 3-16,1-1-1 0,-1-2-2 0,1-2 1 16,0-3-3-16,0-1 2 0,0 1-1 0,0-2-5 15,0-1-5-15,0 2 1 0,0-1-8 0,0-1-37 16,0 0-7-16,0 0-16 0,0 1-67 0,0-2-114 16</inkml:trace>
  <inkml:trace contextRef="#ctx0" brushRef="#br0" timeOffset="140660.34">33336 5688 997 0,'0'0'43'0,"-1"0"46"15,1 0-22-15,0 0-40 0,-1 0 0 0,1 0-13 16,-1 0-10-16,0 1-2 0,1 1 1 0,0 0 0 15,-2 9 8-15,-1 4-11 0,-1 0 0 0,0 2-2 16,0-1 7-16,-2 2-7 0,2-2 9 0,-2 2-9 16,-1 1 7-16,1-1 0 0,0 0 2 0,1-1 2 0,0-1 17 15,2-1 7-15,-1-1-9 0,2-1 6 0,0-1-10 16,1 1-10-16,-1-1 5 0,1 1-9 0,0-2-5 0,0-1 0 16,1-2-1-16,0-2 0 0,0 0-3 0,0-1-9 15,0-2-4-15,0 2-2 0,0-4-11 0,0 1-17 16,0 1-3-16,0-1-7 0,0-1-36 0,0 0-87 15,0 1 13-15,0-2-41 0,0 0-25 0</inkml:trace>
  <inkml:trace contextRef="#ctx0" brushRef="#br0" timeOffset="141159.15">33176 5878 123 0,'0'0'10'15,"0"0"19"-15,0 0 14 0,0 0 22 0,2 0 14 16,-1 0-1-16,0 0 19 0,0 0-12 0,1 0-11 15,0 0 0-15,8 1-40 0,-2-1-26 0,2 0 4 0,-2 0-11 16,-1 0 3-16,1 0 5 0,2 0-5 0,0-1 6 16,1-2 8-16,0 1-5 0,-2-2 13 0,0 0-10 15,3-2 23-15,1-2-14 0,-1 6 3 0,-3-11-5 16,-1 1 4-16,1-1-18 0,-1-2-2 0,2 3-5 16,-4-3-2-16,5 5 0 0,-4 2 5 0,-2-1-4 15,3 6-3-15,-6-4 3 0,12 3-7 0,-8 0 6 16,-3 1-3-16,-1 2 2 0,-1 0 2 0,0 0-1 0,5-2 4 15,1 2 25-15,-3 1-2 0,-1 0 8 16,0 0-17-16,0 0-3 0,9 5-10 0,-4-2 6 0,4 3-4 16,-9-3-6-16,2 0 9 0,-1 2-9 0,2 3 15 0,-2 0 1 15,0 3-2-15,-3-2 1 0,-1 2 1 0,0-1-10 16,0 1 10-16,-1 0-9 0,-2 0 11 0,0 2-5 16,-2 0-3-16,-1 0 0 0,-1 0-10 0,-1 1 9 15,1-1-4-15,0 0 4 0,0 1-7 0,1-1-5 16,0 0 4-16,-1 1-2 0,0-1 2 0,1-1 0 15,3-2-2-15,0 0 1 0,2-1 8 0,1-2-11 16,0 0 3-16,0 0-4 0,1 1 16 0,0-3-10 16,1 2 5-16,-2-2-7 0,1 0 16 0,1 2-4 15,-1-2 2-15,1 1-4 0,-2-3 9 0,0-2-10 0,2 3 0 16,-2-3-4-16,1 1-5 0,1 1 0 0,1-1 2 16,-1 0-3-16,5 3-9 0,1-1-3 0,-5-3 3 15,-1 0-3-15,9-1-10 0,-5-1-8 0,1-2-3 16,1-3 1-16,-1-1-8 0,-5-9-27 0,3-4-30 15,6 4 1-15,-6-2-99 0,-1-1 17 0,-2 3-19 0</inkml:trace>
  <inkml:trace contextRef="#ctx0" brushRef="#br0" timeOffset="141377.2">33293 5863 1143 0,'0'0'29'0,"0"-1"-3"0,0 0 30 16,0 0-3-16,1 0-1 0,0 0-38 0,9-4-7 15,15-4-1-15,2 1-1 0,3 3-6 0,-12 1 4 16,2 1-8-16,2-1 6 0,0-1-3 0,10-1-14 16,7 1 13-16,-9 0-15 0,7-1 1 0,-10 0-36 15,-2 1-6-15,-4 1-13 0,-5-1-74 0</inkml:trace>
  <inkml:trace contextRef="#ctx0" brushRef="#br0" timeOffset="151902.02">3456 14631 562 0,'-1'0'0'0,"-1"-1"29"0,-7-1 261 0,-1-2-89 16,0 2 14-16,6 1-140 0,-5-2 0 0,2 1-34 15,1 1-2-15,-1 0-5 0,0-1-10 0,-2 2-5 16,1 0 3-16,-2 3-4 0,1 0-12 0,-3 5 2 0,-4 0-3 16,3 15 4-16,0 2-2 0,-4 3-6 0,7 4-1 15,-4 3 0-15,-2 3 15 0,1-1-13 0,2 6 7 16,0-1-9-16,3 1 7 0,0 0-5 0,3-3 1 16,1-4-3-16,2 1 0 0,0 0 0 0,-14 2 0 0,10 3-2 15,6 2-5-15,3 7 10 0,2-6-3 0,6 5 6 16,1-2-8-16,3-7-4 0,4 0 6 0,-1-5-3 15,1-2 7-15,-11-3-4 0,15 0 0 0,0-2-1 16,-1-3 1-16,-3-1 6 0,1-2-3 0,-3-3 6 16,-2 0-5-16,-3-3 9 0,-3-1-2 0,0 1 3 15,-1-1-6-15,-4 4-3 0,-1 0-2 0,11 1 0 16,-5 1 4-16,-6-1-4 0,-2-1 3 0,-5 0-5 0,-2 0-1 16,-3-3 2-16,8 1 0 0,-11-3 0 0,3 2-6 15,1-4-27-15,-1-2-3 0,2-1-9 0,-6-2-27 16,6-1-98-16,-3-3 0 0,3-2-40 0,2-1-74 15</inkml:trace>
  <inkml:trace contextRef="#ctx0" brushRef="#br0" timeOffset="152118.82">3041 15581 1759 0,'0'0'32'0,"0"0"7"0,-1-1-15 0,1 0-15 0,0 0-4 16,0 0-11-16,0-1 14 0,1 1-3 15,1 0 7-15,16-4-11 0,3 2 5 0,3 1-6 0,5-2 4 16,3 2-4-16,5-1-7 0,3 1 1 0,2 1-8 16,-2-2-33-16,2 1-16 0,-1 0-19 0,-1-2-6 15,1 1-151-15</inkml:trace>
  <inkml:trace contextRef="#ctx0" brushRef="#br0" timeOffset="152453.41">3983 15800 1398 0,'-1'0'66'0,"0"0"5"0,-1 0-33 15,0 0-13-15,0 0-24 0,-1 0-9 0,1 0 0 16,0 1 1-16,0 2 1 0,-5 13 7 0,0 18 3 16,4 6-4-16,2 5 2 0,2 4-2 0,1-1-8 0,2-2 8 15,0-1-9-15,1-4 7 0,0-3 7 16,-1-2-2-16,1-3 5 0,0-3-4 0,0-3-1 0,-2-2 6 15,-1 0-4-15,1 0 13 0,-2-4-9 0,0-1-4 16,0-1-2-16,-1-3-8 0,0 1-12 0,-1-3-4 0,0-1-10 16,0-3-78-16,0-3-69 0,-1 0-41 0,2-3-15 15,0 0-204-15</inkml:trace>
  <inkml:trace contextRef="#ctx0" brushRef="#br0" timeOffset="152853.07">3916 15768 1572 0,'-1'0'23'0,"-4"0"4"0,-19-2 2 16,3 0-1-16,5 0-3 0,4 1 15 0,1 0-15 15,3 1-5-15,2 0-2 0,-2 0-10 0,2 0-2 16,2 0 4-16,-1 0-3 0,4 0 5 0,-2 0-4 16,2 0-4-16,0 0 1 0,-1 0 2 0,-1 0-6 0,1 0 11 15,1 0-8-15,0 0 20 0,-1 0 6 0,1 0-2 16,0 0 3-16,0 0-4 0,0 0 3 0,-1 0-3 16,1 0 4-16,0 0-4 0,1-1-15 0,0 0 3 15,0 0-7-15,0-1 3 0,0 1-1 0,1 0-3 16,0 0 0-16,3 0-5 0,16-8 0 0,1 2 2 0,3 0-2 15,2 1 2-15,-3 1-4 0,3-1 3 0,1-1-3 16,2 0 4-16,1-2 0 0,2 2-3 0,-2 0 2 16,3 1-4-16,0 2-12 0,1-1 2 0,0 0-4 15,-3 2 1-15,0 0-15 0,-2 2-1 0,-2-1-6 16,-1 1-6-16,-3-1-34 0,1 1-13 0,-3 1-22 16,-1 0-180-16</inkml:trace>
  <inkml:trace contextRef="#ctx0" brushRef="#br0" timeOffset="153270.17">4758 15775 1585 0,'-1'0'60'0,"-5"0"128"15,-8-2-164-15,4 1-13 0,4 0-6 0,4 1-3 0,0 0-15 16,-1 0 15-16,2 1 3 0,0 2 4 0,-4 22 1 16,3 9-4-16,3 6-6 0,-1 7 3 0,1 6-7 0,-2 5-9 15,-5 1 4-15,-2 3-10 0,-4-2-33 0,-1 4-71 16,0 4-23-16,-1-1-18 0,2 0-114 0</inkml:trace>
  <inkml:trace contextRef="#ctx0" brushRef="#br0" timeOffset="154137.4">5787 15444 341 0,'0'0'123'15,"0"0"3"-15,-1-1 22 0,-1-1-22 0,1 1-20 16,0-1-27-16,0-2-29 0,-3-7 0 0,2-1-10 16,1-1 3-16,0-1-5 0,1 0 3 0,0 1-5 0,0-1-6 15,0 1-3-15,0 0-2 0,0-1 1 16,0 1 13-16,0 1-2 0,0 0 6 0,0 0-5 0,0 1 1 15,0 0 3-15,-2 1-7 0,0 0 6 0,-1 0-12 0,-1 0-10 16,1 1-1-16,0 0-4 0,1 2-9 0,-2-1 1 16,1 1 0-16,-1 1 0 0,1 0-2 0,0 3-1 15,1-1 2-15,-4 2-2 0,-1-4 1 0,-1 1-3 16,-3 1-1-16,-1 0 0 0,1 3-8 0,-3 3 4 16,-2 4 4-16,-1-5 0 0,-2 24 6 0,0 4-9 15,-1 6 0-15,1 1-2 0,3 4 6 0,3 4-3 16,1-1 2-16,4-1-1 0,1 0 5 0,3-6-8 15,3-2 4-15,-14-3-6 0,7-3 6 0,5-3-3 16,3-1-1-16,1-3 1 0,3 1 4 0,1-2 0 0,-1-2 6 16,3 1-4-16,2-1 3 0,-1-3 3 0,-7 0-1 15,14-2 2-15,-1-1-4 0,2-2-7 0,-1-5 1 16,3 1-3-16,3 0 3 0,1-5-20 0,3 3-7 16,-3 9-4-16,2-7-17 0,5-3-14 0,-3-3 3 0,5-2-12 15,-3-3-46-15,-1-2-69 0,-1 0-19 0,-3-1-22 16,1 0-133-16</inkml:trace>
  <inkml:trace contextRef="#ctx0" brushRef="#br0" timeOffset="154454.79">6214 15831 1313 0,'-2'0'51'0,"1"-2"2"0,0 1 9 16,0-1-8-16,1 1-7 0,-5-6 2 0,0 0-18 15,4 4 3-15,0 1-8 0,0 0-2 0,0-1-15 16,0 1-4-16,-1 0-2 0,1 0-5 0,0 1-7 16,0 0 8-16,1 1-7 0,-1 1 15 0,-3 18-5 15,-1 20-1-15,1 4-1 0,-2 3-4 0,0 4 4 16,-1-3 1-16,1-3 2 0,1-1 3 0,2-7-4 0,1-3 0 15,0-7-2-15,1-6-4 0,1-4 4 0,-1-3-2 16,0-2 4-16,0-2 7 0,1-3-14 0,0-1-4 16,0-4-8-16,0 1-48 0,0 1-31 0,0-1-10 15,0-1-7-15,0 0-35 0,0 1-77 0,0-2-8 0</inkml:trace>
  <inkml:trace contextRef="#ctx0" brushRef="#br0" timeOffset="155454.81">5940 16421 990 0,'-2'0'33'0,"1"0"-2"16,0 1 29-16,-1 0 5 0,-1 0-2 0,1 1 17 0,-3 0-10 16,1 0 2-16,-1 1-4 0,0 0 0 0,3-2-13 15,0 1-7-15,0-2-1 0,0 2-18 0,0 0-6 16,-1 1-6-16,2-2 1 0,0 0-14 0,0 0 10 16,0 0 3-16,1-1 0 0,0 0 1 0,1-1-3 15,7-11-1-15,-2-13-1 0,10-6-4 0,4-1-5 16,0-3-4-16,0-2 1 0,-1 0-1 0,0-4 0 15,-1 0 6-15,0-3-6 0,2-1 2 0,2-1 3 16,-7 1-6-16,1 2 4 0,-3 3-6 0,-2 5 3 16,1 6-1-16,-3 3 1 0,-2 3-7 0,-1 3 7 0,1 2-2 15,-2 1 3-15,1 2 2 0,-2 4-6 0,-1 2 3 16,-1 4-5-16,0 2 5 0,-2 1 0 0,1 1-2 16,2-1 2-16,-1 0 4 0,1 0-1 0,-1 1 0 0,-1 1-1 15,0 0-2-15,0 3 8 0,1 14-2 0,-4 16 3 16,-2 5-3-16,-2 3-6 0,-2 2 5 0,2 1-5 15,-3-2 6-15,4-2-6 0,1-1 0 0,1-5-2 16,1-1 5-16,2-6 1 0,0-2-1 0,2-4-1 16,0-2-2-16,0-2 0 0,2 0 0 0,-1-3 0 15,1-2 7-15,1-2-1 0,-1-1 1 0,1-2-2 16,-4-1-4-16,14-3 0 0,0-1-2 0,2 0 1 16,1 8-2-16,-2-4-1 0,1-4-2 0,-1-2 0 0,-1-2-5 15,1-3 6-15,-1-2 3 0,2-2-1 0,-1 3 2 16,0-13-2-16,1-2 1 0,-1-1 0 0,0-4 5 0,-2-1-3 15,0-5 0-15,-2-1-1 0,-2-2 0 0,1-2-1 16,-1 3 1-16,-1 0 0 0,-4 2 0 0,1 4-3 16,0 4 0-16,-2 2 0 0,3 6 3 0,-5 5 8 15,4 4-2-15,-4 3 5 0,0 1 6 0,-1 1 2 16,0-1-1-16,0 1-1 0,0 1-6 0,0 0-11 16,1 0 8-16,-1 1-8 0,-1 1 4 0,0 5-1 15,0 29-3-15,-4 7 4 0,0 4 7 0,-2 5-10 16,1 0 3-16,0 1-5 0,2 1-1 0,2-2 1 15,1-3-3-15,1-1 4 0,3 0 4 0,4-4-5 0,0-3 3 16,0-4-4-16,3-7 2 0,2-2-2 0,-1-3-6 16,-2-2 1-16,10-4-32 0,2-5-28 0,4-5-4 15,2-3-13-15,2 10-81 0,4-9-129 0,-1-9-50 16</inkml:trace>
  <inkml:trace contextRef="#ctx0" brushRef="#br0" timeOffset="156339.39">6630 14463 1284 0,'-6'-15'81'0,"-5"-12"2"0,2-31-4 0,-23 3-4 15,4 8-24-15,-3 3 11 0,4 4-23 0,-1 5 4 16,-1 0-12-16,-3 1-9 0,-6-3-21 0,-3 3-6 15,-5-1-5-15,-3 0-23 0,-2 0 4 0,-4 5-4 16,-1 2 5-16,-3 2 13 0,-2 1-4 0,-9 0 6 16,-4 1-6-16,-6-1 12 0,-1-1-1 0,2 0 9 15,-4 2-5-15,-1 0 14 0,-5-1 10 0,-4 1-7 0,5 0 9 16,1-1 2-16,0 4-5 0,1 2 3 0,-4 4-6 16,-2 3-10-16,5 7 0 0,-4 2 2 0,4-19-1 15,-2 19 5-15,1 9-1 0,3 5-3 0,6 4 1 16,-1 4-3-16,-3-17-2 0,-3 30 2 0,-2 5-1 15,1 4-4-15,4 3 3 0,-1 7-2 0,-2 7 2 16,-2 4-6-16,1 5 11 0,6 2-5 0,4-2 7 0,4-3-8 16,6-7 10-16,1-2-2 0,9 1 4 0,5 2-4 0,3 5-7 15,5 3 2-15,6 1-5 0,3 4-1 16,7 0 8-16,1 6-4 0,3 7 5 0,4 7-9 0,5 1 0 16,6-2-3-16,6-2 0 0,-19-1-11 0,24 5 6 15,10 2 1-15,7-4 1 0,6-5-5 0,-20-3-2 16,32-4-2-16,8 7 1 0,6 2-2 0,9 0-3 15,1-5-1-15,9-9 0 0,-3-4 5 0,3 1 3 16,5-1 2-16,7 6-1 0,3-3 2 0,6-5 8 16,3-5 1-16,-4-11 2 0,6-4-2 0,3-3 2 15,3-3 2-15,3-3 3 0,-3-2 12 0,5-2-10 16,5-4-2-16,4-4-1 0,0-4 2 0,5 0-7 0,-1-3 1 16,1-4-3-16,0-3-7 0,-1-1 11 0,0-4-3 15,-4-5 4-15,-1 24-7 0,-6-21 13 0,-4-9 2 16,0-5 5-16,-3-4 8 0,-8-6 3 0,-1-2-1 15,-4-4-1-15,-1 20-14 0,-2-26 16 0,-6-6-5 0,-9 0 8 16,0-2 2-16,-4 0 9 0,-4-2 3 0,1-3 1 16,-7-2 0-16,-5-5-18 0,-2-6 4 0,-7-9-9 15,-3-4-3-15,-2-4-12 0,-5-5-2 0,-2 1-2 16,-4-2 4-16,-7-9-8 0,-2-3 1 0,-12-2-2 16,-3 2 1-16,21 3-6 0,-24 1 4 0,-11-7-5 15,-6-2 5-15,-6 4 2 0,21 4 0 0,-31 7 1 0,-4-1-1 16,-5-1-1-16,-5-2 3 0,-10 2-2 0,-2 6 3 15,-7 2-4-15,-2 5-3 0,1 2 2 0,-5 4 4 16,-3 2-4-16,-10 6-1 0,-5 6-4 0,-7 6-12 16,-2 10 3-16,-8 7-7 0,-11 9 4 0,-6 6-23 0,-8 11-17 15,-7-22-6-15,-8 34-5 0,-4 14-36 0,-14-10-134 16,0 43-23-16</inkml:trace>
  <inkml:trace contextRef="#ctx0" brushRef="#br0" timeOffset="156942.3">8056 15702 1203 0,'-3'0'48'16,"-23"-4"91"-16,1-1-113 0,5 2 1 0,4-1 3 16,2 2 0-16,2 0 13 0,2 1-15 0,3 1 0 0,3 0-7 15,1 0-21-15,2 0-3 0,-1 0-2 0,-1 0 2 16,2 0 4-16,0 0 14 0,1 0 0 0,1 0 7 16,0 0 21-16,24 0-10 0,2-1 10 0,6-1-10 15,0-1 4-15,8 0 2 0,2-1-9 0,1 1 7 16,4-2-8-16,-3 2-12 0,1 0 6 0,-4 0-9 15,3 0-4-15,-1 1-7 0,0 0-1 0,3-1-2 16,0 2-14-16,-1 0-14 0,0 1 1 0,-4-1-7 0,-3 1-23 16,-4-1-71-16,-3-1-35 0,-6 0-17 0,-1 0-152 15</inkml:trace>
  <inkml:trace contextRef="#ctx0" brushRef="#br0" timeOffset="157239.87">8877 15319 454 0,'0'0'342'0,"-1"0"-373"16,0 0 370-16,0 0-181 0,-1 0-115 0,-6 0 2 16,3 0-4-16,1 0 1 0,1 0-24 0,1 0-3 15,0 0-4-15,-1 1 0 0,1 0-10 0,0 2 7 16,0-1-4-16,1 2 7 0,0 6-5 0,1 1 9 0,2-2 1 16,4 3 3-16,1-1 5 0,-1-4 6 0,12 4-1 15,0 1 4-15,2 0-1 0,0 0-1 0,1-4 0 16,0 3 0-16,4 0-4 0,0 2 0 0,-2 4 0 15,1-4 0-15,-4 0-14 0,-1 2-3 0,0-1-7 16,-1 0 3-16,-3 4-6 0,-3-2 1 0,-2 1 6 0,-5-1-4 16,-3 3-7-16,9 0-1 0,-4 2-4 0,-7 2 4 15,-5 2-2-15,-6 4-6 0,4 2-4 0,-24 3-1 16,-3 3-6-16,1-2-7 0,0 3-1 0,7-3-2 16,5-6-3-16,4-5-66 0,7-4-4 0,3-7-35 15,3-2-134-15</inkml:trace>
  <inkml:trace contextRef="#ctx0" brushRef="#br0" timeOffset="157607.2">10341 15138 1922 0,'-1'0'70'0,"0"0"2"0,-2 0-41 16,-8-2-3-16,-6-2-33 0,1 2 5 0,-1 1 7 16,0 1-4-16,-3 2 3 0,-4 4-14 0,-4 3 5 0,0 3-3 15,-6 4 4-15,-1-13-4 0,0 19 3 0,-2 4-2 16,2 3 2-16,1 4 4 0,3 4-2 0,-1 4 2 16,0 0-4-16,3 1 7 0,0 1-1 0,1-4 2 15,2-2-2-15,5-4 3 0,5-2-4 0,4-1 4 16,3-3-5-16,3 2 1 0,2-2 0 0,-10-2 0 0,8 1 1 15,6 0 4-15,4-1 2 0,3 0-7 0,3-3 5 16,-6 0-4-16,22 1 4 0,0-2 8 0,2 1-5 16,0-4 9-16,1-2-12 0,3-2-3 0,1-3-2 15,1 0-13-15,4-6-25 0,1 2 7 0,2-1-12 16,2-4-5-16,2-1-14 0,-1 18-9 0,-3-14-4 16,-3-5-67-16,-5-1-104 0,0-2-47 0</inkml:trace>
  <inkml:trace contextRef="#ctx0" brushRef="#br0" timeOffset="158039.94">10595 15986 1322 0,'-1'1'192'0,"0"0"5"0,0 0-69 16,-2 2-22-16,-5 7-75 0,-3 6-32 0,0 8 5 15,0 3 4-15,-1 4 2 0,3-2 19 0,-4 3 2 0,2-1 1 16,1-2-2-16,0-1-14 0,3-2-6 0,1-1-5 16,3-2 0-16,1-3-17 0,0-3-14 0,-8-1-6 15,4-3-1-15,2-1-11 0,4-7 11 0,0 1-5 16,0-3 5-16,0-1-12 0,2 1 19 0,-1-2 1 16,2-1 5-16,10-1 2 0,1-5 8 0,2 1 1 0,0-16 2 15,-2-2 4-15,3-1 8 0,-2 2 2 0,-1-2 4 16,3 2 12-16,1 2-4 0,2-3-2 0,-2 3 1 15,0 3 1-15,-4 0-2 0,-1 4 8 0,-3 2-5 16,0 4 11-16,-1 3-10 0,-3 1 1 0,0-2-2 16,-1 1 4-16,-1 2 11 0,3 0-6 0,0 2 7 0,-1 0-12 15,1 2 2-15,-1 3 1 0,0 8 1 0,-1 8-4 16,-2 2-4-16,-2 0-1 0,2 0-1 0,-2-2 0 16,1 0-11-16,-1 1-2 0,2-4-3 0,-1 0-4 0,1-1 3 15,-1-4-1-15,1-4-1 0,1 0-31 0,-2-4-28 16,1-3-2-16,-2 1-11 0,0-3-31 0,1 2-23 15,1 0-8-15,-1 0-9 0,-1-2-86 0</inkml:trace>
  <inkml:trace contextRef="#ctx0" brushRef="#br0" timeOffset="158240.82">10470 15630 1755 0,'0'0'86'15,"-1"0"166"-15,0-2-216 0,0 1-13 0,-1 0 6 16,0 0-5-16,1 0 16 0,0 1-10 0,0 0-6 16,0 0 0-16,1 0-10 0,1-1-2 0,4 1 4 0,25-4-3 15,8 2-5-15,8-1 1 0,3 2-6 0,5 0 5 16,0 1-11-16,-1-1-31 0,0 1-7 0,3 0-11 16,3 0-53-16,7-1-95 0,2-3-41 0,2 1-45 15,3-5-409-15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108 166 64 0 0,'0'-33'5215'0'0,"0"-17"-1976"0"0,-1-33 1601 0 0,-10 110-4444 0 0,1 30-312 0 0,2 0 0 0 0,2 0 1 0 0,4 101-1 0 0,0-27 36 0 0,-1-91 77 0 0,-9 42 0 0 0,6-46 333 0 0,-3 68 0 0 0,15 186 2002 0 0,-7-288-2543 0 0,1 0-1 0 0,-1 0 0 0 0,1 0 0 0 0,-1 0 1 0 0,0 0-1 0 0,0 0 0 0 0,0 0 1 0 0,0 0-1 0 0,0-1 0 0 0,0 1 1 0 0,0 0-1 0 0,-1-1 0 0 0,1 1 0 0 0,0-1 1 0 0,-1 1-1 0 0,0-1 0 0 0,1 0 1 0 0,-1 1-1 0 0,0-1 0 0 0,0 0 1 0 0,-2 1-1 0 0,2-2-1531 0 0,1-1 1508 0 0,0 1 0 0 0,0 0 0 0 0,1-1 0 0 0,-1 1 0 0 0,0-1 0 0 0,1 1-1 0 0,-1-1 1 0 0,0 1 0 0 0,1-1 0 0 0,-1 1 0 0 0,0-1 0 0 0,1 0 0 0 0,-1 1 0 0 0,1-1-1 0 0,-1 0 1 0 0,1 0 0 0 0,0 1 0 0 0,-1-2 0 0 0,1-8-1317 0 0,0 3-4171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63 1392 0 0,'-5'-5'8018'0'0,"-8"-7"-4556"0"0,-5 4-2981 0 0,0 0-1 0 0,-1 2 0 0 0,1 0 1 0 0,-2 1-1 0 0,1 1 1 0 0,-1 0-1 0 0,1 2 1 0 0,-1 0-1 0 0,0 2 0 0 0,1 0 1 0 0,-28 3-1 0 0,23 1-383 0 0,0 1 0 0 0,0 0 0 0 0,0 2 0 0 0,1 1 1 0 0,0 0-1 0 0,0 2 0 0 0,1 1 0 0 0,-35 22 0 0 0,38-21-113 0 0,15-11 16 0 0,1 1 0 0 0,0 0 0 0 0,-1 1 1 0 0,1-1-1 0 0,0 0 0 0 0,0 1 0 0 0,0 0 0 0 0,1 0 1 0 0,-1 0-1 0 0,1 0 0 0 0,-1 0 0 0 0,1 0 0 0 0,-2 5 1 0 0,-8 13 20 0 0,-21 27 0 0 0,21-33-16 0 0,2 0 0 0 0,-1 2 0 0 0,-11 25 0 0 0,2 9-3 0 0,1 0-1 0 0,4 1 0 0 0,-16 85 1 0 0,29-126-4 0 0,-1-1-1 0 0,0 1 1 0 0,-7 15 0 0 0,7-18-1 0 0,-1 0-1 0 0,1 0 0 0 0,1 1 0 0 0,0 0 0 0 0,0-1 1 0 0,-1 14-1 0 0,3-12-3 0 0,1 0 0 0 0,0 0 1 0 0,1 0-1 0 0,0 0 0 0 0,1 0 1 0 0,0 0-1 0 0,0 0 0 0 0,8 15 0 0 0,4 12-22 0 0,-11-28 31 0 0,1 0-1 0 0,0-1 0 0 0,0 1 0 0 0,1-1 1 0 0,0 0-1 0 0,0 0 0 0 0,1 0 0 0 0,10 8 1 0 0,66 52-53 0 0,-75-63 44 0 0,26 21 2 0 0,2-1 1 0 0,1-2-1 0 0,1-1 0 0 0,1-3 1 0 0,1 0-1 0 0,0-3 1 0 0,1-2-1 0 0,79 18 0 0 0,-30-9-24 0 0,-65-16 27 0 0,-1 0 0 0 0,51 6-1 0 0,-47-11 24 0 0,0-1-1 0 0,1-2 1 0 0,-1 0-1 0 0,1-2 0 0 0,-1-2 1 0 0,0 0-1 0 0,0-2 0 0 0,-1 0 1 0 0,0-2-1 0 0,32-16 1 0 0,-10 7 10 0 0,-38 14-16 0 0,0 0-1 0 0,-1 0 1 0 0,20-11 0 0 0,5-8 24 0 0,-1-1 0 0 0,40-37-1 0 0,-60 47 13 0 0,-1 1 0 0 0,0-2 0 0 0,-1 0 0 0 0,-1 0 0 0 0,0-1 0 0 0,-1-1 0 0 0,10-22 0 0 0,-5-8 236 0 0,-13 36-180 0 0,1 1 0 0 0,8-20 0 0 0,-6 17-35 0 0,0 0 0 0 0,-1 0 0 0 0,-1 0 0 0 0,0-1-1 0 0,-1 1 1 0 0,0-1 0 0 0,-1 0 0 0 0,0 0-1 0 0,-3-26 1 0 0,-4-10 73 0 0,-16-64 1 0 0,18 96-126 0 0,-1-6 7 0 0,-2 1 1 0 0,0-1 0 0 0,-1 1-1 0 0,-1 1 1 0 0,-1-1-1 0 0,-14-20 1 0 0,20 38-25 0 0,0 0-1 0 0,0 0 1 0 0,-1 1-1 0 0,0-1 1 0 0,0 1-1 0 0,0 0 1 0 0,0 0-1 0 0,-1 1 1 0 0,0 0-1 0 0,1 0 1 0 0,-1 0-1 0 0,0 1 1 0 0,-12-4-1 0 0,-5 0 6 0 0,1 1 0 0 0,-37-3 0 0 0,45 6-14 0 0,-1-1 1 0 0,0-1 0 0 0,-19-7-1 0 0,20 6-2 0 0,0 0 0 0 0,-1 1-1 0 0,-26-3 1 0 0,5 5-90 0 0,-1 1-1 0 0,1 2 1 0 0,-1 1-1 0 0,-38 8 1 0 0,48-4-728 0 0,1 0 1 0 0,0 2-1 0 0,-35 15 1 0 0,49-18-137 0 0,10-5 688 0 0,0 1 0 0 0,0 0 0 0 0,0-1 0 0 0,0 1 0 0 0,0 0 0 0 0,0 0 0 0 0,0 1 0 0 0,1-1-1 0 0,-1 0 1 0 0,0 1 0 0 0,1-1 0 0 0,-1 1 0 0 0,1-1 0 0 0,-1 1 0 0 0,1 0 0 0 0,0-1 0 0 0,-1 1 0 0 0,0 4 0 0 0,-7 16-3543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 10042 0 0,'-7'-8'4377'0'0,"-6"-8"-2235"0"0,15 60-1430 0 0,9 53 0 0 0,-6-63-549 0 0,-1 0 0 0 0,-2 0-1 0 0,-2 52 1 0 0,-2-72-42 0 0,0 2-1234 0 0,2-6-4096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48 8090 0 0,'-16'-22'5748'0'0,"15"1"-4543"0"0,3 17-470 0 0,3 15-348 0 0,0 12-280 0 0,-1 1 0 0 0,3 47 1 0 0,-6-46 3 0 0,1-1 1 0 0,2 0-1 0 0,8 33 1 0 0,-12-55-69 0 0,1 0 0 0 0,-1 0-1 0 0,1 0 1 0 0,0 0 0 0 0,0 0 0 0 0,0 0 0 0 0,0 0 0 0 0,0-1 0 0 0,0 1-1 0 0,0 0 1 0 0,1-1 0 0 0,-1 1 0 0 0,1-1 0 0 0,-1 1 0 0 0,1-1-1 0 0,-1 0 1 0 0,1 1 0 0 0,0-1 0 0 0,0 0 0 0 0,0 0 0 0 0,-1 0-1 0 0,1-1 1 0 0,2 2 0 0 0,7 2 101 0 0,-7-2-84 0 0,1 1 1 0 0,-1-2-1 0 0,1 1 0 0 0,0 0 1 0 0,0-1-1 0 0,0 0 0 0 0,0 0 0 0 0,-1 0 1 0 0,1-1-1 0 0,0 1 0 0 0,0-1 1 0 0,0-1-1 0 0,0 1 0 0 0,7-2 0 0 0,1-1 47 0 0,-1-1-1 0 0,1-1 0 0 0,-1 0 0 0 0,0-1 1 0 0,0-1-1 0 0,-1 1 0 0 0,0-2 1 0 0,0 0-1 0 0,0 0 0 0 0,-1 0 0 0 0,-1-2 1 0 0,1 1-1 0 0,-1-1 0 0 0,-1 0 0 0 0,14-22 1 0 0,-20 27-84 0 0,6-7 62 0 0,-1 0 0 0 0,8-21 0 0 0,-14 30-285 0 0,4-8-5385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25 111 4881 0 0,'0'-19'2386'0'0,"-2"-1"-1"0"0,0 1 1 0 0,-6-24-1 0 0,3 33-1523 0 0,1 17-391 0 0,1 16-270 0 0,14 232 471 0 0,1-37-320 0 0,-14-128-242 0 0,1-1-4504 0 0,1-70 1283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99 9866 0 0,'-1'0'114'0'0,"-1"1"-1"0"0,1-1 1 0 0,0 0 0 0 0,-1 0 0 0 0,1 1-1 0 0,0-1 1 0 0,-1 1 0 0 0,1-1-1 0 0,0 1 1 0 0,0 0 0 0 0,-1-1-1 0 0,1 1 1 0 0,0 0 0 0 0,0 0-1 0 0,-1 1 1 0 0,-2 8 36 0 0,0 0-1 0 0,1 0 1 0 0,0 0-1 0 0,1 0 1 0 0,0 1-1 0 0,1 0 1 0 0,0 16-1 0 0,-2 10 206 0 0,-1 2 13 0 0,4-30-201 0 0,-1 0-1 0 0,0-1 1 0 0,0 1 0 0 0,0 0 0 0 0,-1-1-1 0 0,-1 1 1 0 0,1-1 0 0 0,-9 16 0 0 0,8-18 63 0 0,-1 0 1 0 0,0 1 0 0 0,1-1-1 0 0,0 1 1 0 0,1 0 0 0 0,0 0 0 0 0,0 0-1 0 0,0 0 1 0 0,1 0 0 0 0,-1 11-1 0 0,-3-6 825 0 0,3-9-514 0 0,2-10 8 0 0,1-3-538 0 0,32-177 60 0 0,-27 163-73 0 0,1 1 1 0 0,1-1 0 0 0,1 2 0 0 0,1-1 0 0 0,22-37 0 0 0,-29 56 15 0 0,0 1 0 0 0,0-1 0 0 0,0 1-1 0 0,1-1 1 0 0,-1 1 0 0 0,8-5 0 0 0,-10 7-13 0 0,1 0 0 0 0,-1 0-1 0 0,1 0 1 0 0,-1 0-1 0 0,1 1 1 0 0,-1-1-1 0 0,1 0 1 0 0,0 1-1 0 0,0-1 1 0 0,-1 1-1 0 0,1 0 1 0 0,0-1 0 0 0,0 1-1 0 0,-1 0 1 0 0,1 0-1 0 0,0 0 1 0 0,0 1-1 0 0,0-1 1 0 0,-1 0-1 0 0,4 1 1 0 0,-4 0 1 0 0,0 0 1 0 0,0 0 0 0 0,0 0-1 0 0,0 0 1 0 0,0 0-1 0 0,0 0 1 0 0,0 0-1 0 0,0 0 1 0 0,-1 0-1 0 0,1 0 1 0 0,-1 1 0 0 0,1-1-1 0 0,-1 0 1 0 0,1 0-1 0 0,-1 0 1 0 0,1 1-1 0 0,-1 0 1 0 0,5 28 12 0 0,-4-22-7 0 0,8 100 42 0 0,-7-72 175 0 0,1-1-1 0 0,11 46 0 0 0,-14-80-202 0 0,1 0 1 0 0,-1 0-1 0 0,1 0 0 0 0,-1 0 0 0 0,1 0 0 0 0,0 0 1 0 0,0 0-1 0 0,-1 0 0 0 0,1 0 0 0 0,0 0 0 0 0,0-1 1 0 0,0 1-1 0 0,0 0 0 0 0,0 0 0 0 0,0-1 1 0 0,0 1-1 0 0,0-1 0 0 0,0 1 0 0 0,0-1 0 0 0,1 1 1 0 0,-1-1-1 0 0,0 0 0 0 0,0 1 0 0 0,0-1 1 0 0,1 0-1 0 0,-1 0 0 0 0,0 0 0 0 0,0 0 0 0 0,0 0 1 0 0,1 0-1 0 0,-1 0 0 0 0,0-1 0 0 0,0 1 1 0 0,0 0-1 0 0,1-1 0 0 0,-1 1 0 0 0,0 0 0 0 0,0-1 1 0 0,0 0-1 0 0,0 1 0 0 0,0-1 0 0 0,0 0 0 0 0,0 1 1 0 0,0-1-1 0 0,0 0 0 0 0,0 0 0 0 0,0 0 1 0 0,-1 0-1 0 0,2-2 0 0 0,6-12-12 0 0,0-1 1 0 0,-1 0-1 0 0,5-19 1 0 0,7-15 3 0 0,-4 13 8 0 0,-1 3-8 0 0,28-50 0 0 0,-36 74-21 0 0,0 1 0 0 0,0 1 0 0 0,1-1 0 0 0,0 1 0 0 0,0 0 0 0 0,1 1 0 0 0,0-1 0 0 0,0 2 0 0 0,18-12 0 0 0,-25 17 6 0 0,0 1 0 0 0,0-1 0 0 0,0 1 0 0 0,-1-1 0 0 0,1 1 1 0 0,0-1-1 0 0,0 1 0 0 0,0 0 0 0 0,0 0 0 0 0,0-1 0 0 0,0 1 0 0 0,0 0 0 0 0,0 0 0 0 0,0 0 0 0 0,0 0 0 0 0,0 0 0 0 0,0 0 0 0 0,0 0 1 0 0,0 0-1 0 0,0 1 0 0 0,0-1 0 0 0,0 0 0 0 0,-1 1 0 0 0,1-1 0 0 0,0 0 0 0 0,0 1 0 0 0,0-1 0 0 0,0 1 0 0 0,0-1 0 0 0,-1 1 1 0 0,1 0-1 0 0,0-1 0 0 0,0 1 0 0 0,-1 0 0 0 0,1 0 0 0 0,-1-1 0 0 0,1 1 0 0 0,-1 0 0 0 0,1 0 0 0 0,-1 0 0 0 0,1 0 0 0 0,-1 0 1 0 0,0-1-1 0 0,1 1 0 0 0,-1 0 0 0 0,0 0 0 0 0,1 2 0 0 0,1 7-6 0 0,-1 0 1 0 0,1-1-1 0 0,-1 20 1 0 0,0-14 7 0 0,0-5 8 0 0,1 1 1 0 0,1 0 0 0 0,0-1 0 0 0,8 19 0 0 0,-5-15 13 0 0,-2-1 0 0 0,5 18 0 0 0,-5-4 59 0 0,1 28-1 0 0,-3-33-1227 0 0,0-1 0 0 0,9 40 0 0 0,-11-61 1000 0 0,0 2-150 0 0,1 0 0 0 0,-1-1 0 0 0,1 1 0 0 0,-1-1 0 0 0,1 1 0 0 0,0 0 0 0 0,-1-1 0 0 0,1 1 0 0 0,0-1 0 0 0,0 0 0 0 0,0 1 0 0 0,0-1 0 0 0,0 0 0 0 0,0 1 0 0 0,1-1 0 0 0,-1 0 0 0 0,2 1-1 0 0,12 1-2734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118 197 10298 0 0,'0'-8'2675'0'0,"0"-7"2529"0"0,-11 71-4769 0 0,-2 0 1 0 0,-32 88-1 0 0,-1-1 372 0 0,43-126-295 0 0,3-11 78 0 0,4-11-81 0 0,32-83-399 0 0,29-106 0 0 0,25-64-58 0 0,-88 251-39 0 0,12-22-67 0 0,-14 28 48 0 0,1 0 1 0 0,-1 0-1 0 0,1 0 0 0 0,-1 1 0 0 0,1-1 0 0 0,-1 0 0 0 0,1 0 1 0 0,-1 1-1 0 0,1-1 0 0 0,0 0 0 0 0,-1 1 0 0 0,1-1 0 0 0,0 0 1 0 0,0 1-1 0 0,-1-1 0 0 0,1 1 0 0 0,0-1 0 0 0,0 1 1 0 0,0 0-1 0 0,0-1 0 0 0,-1 1 0 0 0,1 0 0 0 0,0 0 0 0 0,0-1 1 0 0,2 1-1 0 0,-2 1-1 0 0,0-1 0 0 0,0 1 0 0 0,0 0 1 0 0,0-1-1 0 0,0 1 0 0 0,0 0 1 0 0,0 0-1 0 0,0 0 0 0 0,-1 0 0 0 0,1-1 1 0 0,0 1-1 0 0,0 0 0 0 0,-1 1 0 0 0,1-1 1 0 0,-1 0-1 0 0,2 2 0 0 0,7 21 32 0 0,-7-18-33 0 0,13 45 12 0 0,-3 0-1 0 0,7 56 1 0 0,1 10 71 0 0,1-33 2 0 0,-9-43 91 0 0,9 70 0 0 0,-21-110-234 0 0,0 0 0 0 0,0-1 0 0 0,0 1 0 0 0,0 0 1 0 0,1 0-1 0 0,-1 0 0 0 0,0-1 0 0 0,0 1 0 0 0,-1 0 0 0 0,1 0 0 0 0,0-1 0 0 0,0 1 0 0 0,0 0 0 0 0,0 0 1 0 0,-1 0-1 0 0,1-1 0 0 0,0 1 0 0 0,-1 0 0 0 0,1-1 0 0 0,0 1 0 0 0,-1 0 0 0 0,1-1 0 0 0,-1 1 0 0 0,1 0 1 0 0,-1-1-1 0 0,0 1 0 0 0,1-1 0 0 0,-1 1 0 0 0,0-1 0 0 0,1 1 0 0 0,-1-1 0 0 0,-1 1 0 0 0,-1-1-117 0 0,1 1 0 0 0,-1-1 0 0 0,0 0 0 0 0,1 0 0 0 0,-1 0 0 0 0,0-1 0 0 0,1 1 0 0 0,-5-1 0 0 0,0-1 75 0 0,0 0 0 0 0,0-1 0 0 0,1 0 0 0 0,-1 0 0 0 0,1 0 0 0 0,-1-1 1 0 0,1 1-1 0 0,0-2 0 0 0,0 1 0 0 0,1-1 0 0 0,-1 0 0 0 0,-4-5 0 0 0,-1-3 87 0 0,1 0 0 0 0,0 0 1 0 0,0-1-1 0 0,-8-18 0 0 0,14 24 196 0 0,0 0 1 0 0,1 1-1 0 0,-4-16 0 0 0,7 23-150 0 0,1-1 0 0 0,-1 1 0 0 0,0-1 0 0 0,1 1 0 0 0,-1 0 0 0 0,0-1-1 0 0,1 1 1 0 0,-1-1 0 0 0,1 1 0 0 0,-1 0 0 0 0,0 0 0 0 0,1-1 0 0 0,-1 1-1 0 0,1 0 1 0 0,-1 0 0 0 0,1-1 0 0 0,-1 1 0 0 0,1 0 0 0 0,-1 0 0 0 0,1 0-1 0 0,-1 0 1 0 0,1 0 0 0 0,-1 0 0 0 0,1 0 0 0 0,1 0 0 0 0,16-1 91 0 0,-15 1-57 0 0,200 0 1160 0 0,-83 1-3921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59 3897 0 0,'0'-6'5281'0'0,"-1"-10"-3825"0"0,-5-5 1504 0 0,6 20-2873 0 0,0 0-1 0 0,-1 0 0 0 0,1 0 1 0 0,0 1-1 0 0,0-1 0 0 0,-1 0 1 0 0,1 0-1 0 0,-1 1 1 0 0,1-1-1 0 0,-1 0 0 0 0,1 1 1 0 0,-1-1-1 0 0,1 0 0 0 0,-1 1 1 0 0,1-1-1 0 0,-1 1 0 0 0,0-1 1 0 0,1 1-1 0 0,-1-1 1 0 0,0 1-1 0 0,1 0 0 0 0,-2-1 1 0 0,1 9 518 0 0,4 47-261 0 0,21 109-1 0 0,-6-61-215 0 0,-2 48 189 0 0,-4 195-1 0 0,-4-127 517 0 0,-2-116-534 0 0,-11 165 0 0 0,0-231-109 0 0,3 0-1 0 0,0-1 1 0 0,3 1-1 0 0,8 66 0 0 0,-6-70 4 0 0,-3-29-135 0 0,0 1 0 0 0,0 0 0 0 0,0-1 0 0 0,1 1-1 0 0,-1-1 1 0 0,1 1 0 0 0,1-1 0 0 0,2 8 0 0 0,-2 13 227 0 0,-2-25-274 0 0,4 17 170 0 0,-4-17-197 0 0,0 2-10 0 0,0-1 16 0 0,0-1 18 0 0,0 0-7 0 0,0 1-1 0 0,1-1 1 0 0,-1 0-1 0 0,0 0 1 0 0,0 1 0 0 0,0-1-1 0 0,0 0 1 0 0,0 0-1 0 0,0 1 1 0 0,0-1-1 0 0,1 0 1 0 0,-1 0 0 0 0,0 1-1 0 0,0-1 1 0 0,0 0-1 0 0,1 0 1 0 0,-1 0-1 0 0,0 1 1 0 0,0-1 0 0 0,0 0-1 0 0,1 0 1 0 0,-1 0-1 0 0,0 0 1 0 0,0 0-1 0 0,1 0 1 0 0,-1 1-1 0 0,0-1 1 0 0,1 0 0 0 0,-1 0-1 0 0,0 0 1 0 0,0 0-1 0 0,1 0 1 0 0,-1 0-1 0 0,0 0 1 0 0,1 0 0 0 0,-1 0-1 0 0,0 0 1 0 0,0 0-1 0 0,1 0 1 0 0,-1-1-1 0 0,0 1 1 0 0,0 0 0 0 0,1 0-1 0 0,3 0 15 0 0,-4 0-5 0 0,-4 0 406 0 0,-395 8-39 0 0,387-8-368 0 0,0 1 0 0 0,0 0 0 0 0,0 1 0 0 0,0 0 0 0 0,1 1 0 0 0,-1 1 0 0 0,1 0 0 0 0,0 0-1 0 0,-15 8 1 0 0,19-7-616 0 0,-4 2 2038 0 0,5-7-4885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47 194 5945 0 0,'-1'-17'886'0'0,"0"0"0"0"0,-2 0 0 0 0,-4-18 0 0 0,-2-8 1254 0 0,7 29-1407 0 0,-1-16 1166 0 0,3 28-1763 0 0,0 1 0 0 0,-1 0 0 0 0,1 0 0 0 0,0-1-1 0 0,-1 1 1 0 0,1 0 0 0 0,-1 0 0 0 0,1 0 0 0 0,-1 0 0 0 0,1 0-1 0 0,-1-1 1 0 0,0 1 0 0 0,1 0 0 0 0,-1 0 0 0 0,0 0-1 0 0,-2-1 1 0 0,3 2-117 0 0,0 0 0 0 0,-1 1 1 0 0,1-1-1 0 0,0 0 0 0 0,-1 0 0 0 0,1 0 0 0 0,0 0 0 0 0,-1 0 0 0 0,1 1 0 0 0,0-1 0 0 0,0 0 1 0 0,-1 0-1 0 0,1 1 0 0 0,0-1 0 0 0,-1 0 0 0 0,1 0 0 0 0,0 1 0 0 0,0-1 0 0 0,0 0 0 0 0,-1 1 1 0 0,1-1-1 0 0,0 0 0 0 0,0 1 0 0 0,0-1 0 0 0,0 0 0 0 0,0 1 0 0 0,0-1 0 0 0,0 0 0 0 0,-1 1 1 0 0,1-1-1 0 0,0 1 0 0 0,0-1 0 0 0,0 0 0 0 0,1 1 0 0 0,-1 0 0 0 0,-2 17-26 0 0,2-16 56 0 0,-1 35 42 0 0,1 0 0 0 0,3 0 0 0 0,1 0 0 0 0,13 56 0 0 0,-8-51-46 0 0,51 361 294 0 0,-55-349-318 0 0,13 196 203 0 0,3 56 633 0 0,-20-296-746 0 0,-1 0 0 0 0,0 1 0 0 0,0-1 0 0 0,-1 0 0 0 0,-3 16 0 0 0,4-23-916 0 0,5-10-567 0 0,9-20-2747 0 0,-5 10 131 0 0,-5 9 1519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 7314 0 0,'-12'0'2595'0'0,"9"0"-2311"0"0,1-1 0 0 0,0 1-1 0 0,0 0 1 0 0,-1 0 0 0 0,1 0 0 0 0,0 0 0 0 0,0 0 0 0 0,-1 1-1 0 0,1-1 1 0 0,0 1 0 0 0,0-1 0 0 0,0 1 0 0 0,0 0 0 0 0,0 0 0 0 0,0 0-1 0 0,0 0 1 0 0,0 0 0 0 0,-2 2 0 0 0,4-3-228 0 0,0 0 0 0 0,0 0 0 0 0,0 0 0 0 0,0 0 0 0 0,0 0 0 0 0,0 1 0 0 0,0-1 0 0 0,0 0 0 0 0,0 0 0 0 0,0 0 0 0 0,0 0 0 0 0,0 0 0 0 0,0 0 1 0 0,0 1-1 0 0,0-1 0 0 0,0 0 0 0 0,0 0 0 0 0,0 0 0 0 0,0 0 0 0 0,0 0 0 0 0,0 0 0 0 0,0 0 0 0 0,1 1 0 0 0,-1-1 0 0 0,0 0 0 0 0,0 0 0 0 0,0 0 0 0 0,0 0 0 0 0,0 0 0 0 0,0 0 0 0 0,0 0 0 0 0,1 0 0 0 0,-1 0 0 0 0,0 0 0 0 0,0 0 0 0 0,0 0 1 0 0,0 0-1 0 0,0 0 0 0 0,0 0 0 0 0,1 0 0 0 0,-1 0 0 0 0,0 0 0 0 0,0 0 0 0 0,0 0 0 0 0,0 0 0 0 0,0 0 0 0 0,0 0 0 0 0,1 0 0 0 0,-1 0 0 0 0,0 0 0 0 0,0 0 0 0 0,0 0 0 0 0,17 1 613 0 0,19-2-579 0 0,-11-1 63 0 0,27-3 45 0 0,1 3 1 0 0,-1 2-1 0 0,94 12 1 0 0,-105-9 645 0 0,-24-3-3915 0 0,-8 0-1190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8514 0 0,'0'0'368'0'0,"-7"0"4536"0"0,-17 0-1661 0 0,24 0-3225 0 0,0 0 1 0 0,0 0-1 0 0,0 0 1 0 0,0 0-1 0 0,-1 0 1 0 0,1 0-1 0 0,0 0 1 0 0,0 0-1 0 0,0 0 1 0 0,0 0-1 0 0,0 0 1 0 0,0 0-1 0 0,0 0 1 0 0,-1 0-1 0 0,1 0 1 0 0,0 0-1 0 0,0 0 1 0 0,0 0-1 0 0,0 0 1 0 0,0 0-1 0 0,0 0 1 0 0,0 0-1 0 0,0 1 1 0 0,0-1-1 0 0,0 0 1 0 0,-1 0-1 0 0,1 0 0 0 0,0 0 1 0 0,0 0-1 0 0,0 0 1 0 0,0 0-1 0 0,0 0 1 0 0,0 0-1 0 0,0 1 1 0 0,0-1-1 0 0,0 0 1 0 0,0 0-1 0 0,0 0 1 0 0,0 0-1 0 0,0 0 1 0 0,0 0-1 0 0,0 0 1 0 0,0 0-1 0 0,0 1 1 0 0,0-1-1 0 0,0 0 1 0 0,0 0-1 0 0,0 0 1 0 0,0 0-1 0 0,0 0 1 0 0,0 0-1 0 0,0 0 1 0 0,0 0-1 0 0,0 1 0 0 0,0-1 1 0 0,1 0-1 0 0,-1 0 1 0 0,0 0-1 0 0,0 0 1 0 0,0 0-1 0 0,0 0 1 0 0,0 0-1 0 0,0 0 1 0 0,9 10 302 0 0,13 8-278 0 0,8 3-14 0 0,-20-13 18 0 0,0 0 0 0 0,0-1 0 0 0,1-1 0 0 0,0 0 1 0 0,0 0-1 0 0,19 6 0 0 0,-29-12-16 0 0,-1 0 1 0 0,1 0-1 0 0,0 0 1 0 0,0 0-1 0 0,-1 0 1 0 0,1 0 0 0 0,0 1-1 0 0,0-1 1 0 0,-1 0-1 0 0,1 1 1 0 0,0-1-1 0 0,-1 0 1 0 0,1 1-1 0 0,0-1 1 0 0,-1 1 0 0 0,1-1-1 0 0,-1 1 1 0 0,1-1-1 0 0,0 1 1 0 0,-1-1-1 0 0,1 1 1 0 0,-1 0-1 0 0,0-1 1 0 0,1 1 0 0 0,-1 0-1 0 0,0-1 1 0 0,1 1-1 0 0,-1 0 1 0 0,0-1-1 0 0,0 1 1 0 0,1 0-1 0 0,-1 0 1 0 0,0-1 0 0 0,0 1-1 0 0,0 0 1 0 0,0 0-1 0 0,0-1 1 0 0,0 1-1 0 0,0 0 1 0 0,0 0-1 0 0,0-1 1 0 0,-1 1 0 0 0,1 0-1 0 0,0 0 1 0 0,0-1-1 0 0,-1 1 1 0 0,0 1-1 0 0,0 1-4 0 0,-1-1 0 0 0,0 1-1 0 0,0 0 1 0 0,0-1 0 0 0,0 1 0 0 0,-1-1-1 0 0,1 0 1 0 0,-1 0 0 0 0,-3 3-1 0 0,-35 14 36 0 0,34-16-205 0 0,1-1-1 0 0,-1 1 1 0 0,1 0 0 0 0,0 1-1 0 0,0 0 1 0 0,0 0-1 0 0,0 0 1 0 0,0 0 0 0 0,-7 9-1 0 0,4-1-5745 0 0,8-9 3260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9186 0 0,'-34'-1'4298'0'0,"21"3"-3905"0"0,22 4-45 0 0,21 3 135 0 0,-5-7-125 0 0,-1 0-1 0 0,1-1 0 0 0,26-3 1 0 0,-34 2-207 0 0,-4-1 118 0 0,0 0 0 0 0,-1-1 0 0 0,1 0 1 0 0,0-1-1 0 0,0 0 0 0 0,19-8 0 0 0,-32 11-236 0 0,0 0-1 0 0,0 0 1 0 0,0 0 0 0 0,0-1-1 0 0,0 1 1 0 0,1 0-1 0 0,-1 0 1 0 0,0 0-1 0 0,0 0 1 0 0,0 0-1 0 0,0 0 1 0 0,0 0 0 0 0,0 0-1 0 0,0 0 1 0 0,1 0-1 0 0,-1 0 1 0 0,0 0-1 0 0,0 0 1 0 0,0 0 0 0 0,0 0-1 0 0,0 0 1 0 0,0 0-1 0 0,0 0 1 0 0,1 0-1 0 0,-1 0 1 0 0,0 1 0 0 0,0-1-1 0 0,0 0 1 0 0,0 0-1 0 0,0 0 1 0 0,0 0-1 0 0,0 0 1 0 0,0 0 0 0 0,1 0-1 0 0,-1 0 1 0 0,0 0-1 0 0,0 0 1 0 0,0 0-1 0 0,0 1 1 0 0,0-1 0 0 0,0 0-1 0 0,0 0 1 0 0,0 0-1 0 0,0 0 1 0 0,0 0-1 0 0,0 0 1 0 0,0 0 0 0 0,0 1-1 0 0,0 9 590 0 0,-7 23-757 0 0,2-15 301 0 0,-3 53 68 0 0,0 98 1 0 0,7-118-202 0 0,-1 38 172 0 0,-24 137-1 0 0,10-99 97 0 0,-1 135 0 0 0,12-149-117 0 0,3 44 89 0 0,2-31 8 0 0,-7 145-40 0 0,-1-214-6885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35 169 3721 0 0,'-7'-22'3869'0'0,"2"7"-3372"0"0,0-12 1881 0 0,-1-45 0 0 0,6 40 3366 0 0,-10 456-4192 0 0,10-381-1093 0 0,-1-21-1316 0 0,1 0-4120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5401 0 0,'0'0'8845'0'0,"15"11"-6313"0"0,22-6-1886 0 0,1-2-1 0 0,58-2 0 0 0,76-13-156 0 0,37-2-416 0 0,31 14 2321 0 0,-240 0-2388 0 0,1 0 0 0 0,-1-1-1 0 0,0 1 1 0 0,1 0 0 0 0,-1 0 0 0 0,0-1-1 0 0,1 1 1 0 0,-1 0 0 0 0,0 0 0 0 0,0-1 0 0 0,1 1-1 0 0,-1-1 1 0 0,0 1 0 0 0,0 0 0 0 0,0-1 0 0 0,1 1-1 0 0,-1 0 1 0 0,0-1 0 0 0,0 1 0 0 0,0-1-1 0 0,0 1 1 0 0,0 0 0 0 0,0-1 0 0 0,0 1 0 0 0,0-1-1 0 0,0 1 1 0 0,0 0 0 0 0,0-1 0 0 0,0-17 7 0 0,0 14 2 0 0,0-22-5 0 0,-1-41-37 0 0,15-121 0 0 0,-14 187 21 0 0,0 1 1 0 0,0-1-1 0 0,0 0 0 0 0,0 0 0 0 0,1 0 1 0 0,-1 1-1 0 0,0-1 0 0 0,0 0 0 0 0,1 0 1 0 0,-1 1-1 0 0,0-1 0 0 0,1 0 1 0 0,-1 1-1 0 0,1-1 0 0 0,-1 0 0 0 0,1 1 1 0 0,-1-1-1 0 0,2 0 0 0 0,-2 1 4 0 0,0 0 0 0 0,1 0-1 0 0,-1 0 1 0 0,1 0 0 0 0,-1 0-1 0 0,0 0 1 0 0,1 0 0 0 0,-1 0 0 0 0,1 0-1 0 0,-1 0 1 0 0,0 1 0 0 0,1-1-1 0 0,-1 0 1 0 0,0 0 0 0 0,1 0 0 0 0,-1 1-1 0 0,0-1 1 0 0,1 0 0 0 0,-1 0-1 0 0,0 1 1 0 0,1-1 0 0 0,-1 0-1 0 0,0 0 1 0 0,0 1 0 0 0,1 0 0 0 0,15 28-28 0 0,-14-25 31 0 0,60 155 0 0 0,-2-3 26 0 0,9-27 195 0 0,-68-127-200 0 0,-1-1-1 0 0,1 0 0 0 0,0 0 0 0 0,-1 0 0 0 0,1 0 1 0 0,0 0-1 0 0,0 0 0 0 0,0 0 0 0 0,0 0 0 0 0,0 0 1 0 0,0 0-1 0 0,0 0 0 0 0,1-1 0 0 0,-1 1 0 0 0,0 0 1 0 0,0-1-1 0 0,1 1 0 0 0,-1-1 0 0 0,0 0 0 0 0,0 1 1 0 0,1-1-1 0 0,-1 0 0 0 0,1 0 0 0 0,-1 1 0 0 0,0-1 1 0 0,1 0-1 0 0,-1-1 0 0 0,0 1 0 0 0,1 0 0 0 0,-1 0 1 0 0,0 0-1 0 0,1-1 0 0 0,-1 1 0 0 0,0-1 0 0 0,1 1 1 0 0,1-2-1 0 0,-1 1-14 0 0,1-1 0 0 0,-1 0 0 0 0,1 0 0 0 0,-1 0 0 0 0,0 0 0 0 0,0 0 0 0 0,1 0 0 0 0,-2 0 0 0 0,1-1 0 0 0,0 1 0 0 0,0-1 0 0 0,-1 1 0 0 0,1-1 0 0 0,-1 0 0 0 0,2-4 0 0 0,16-66 10 0 0,-6 23-2 0 0,19-49-1 0 0,-32 98-16 0 0,1 0-1 0 0,0-1 0 0 0,-1 1 1 0 0,1 0-1 0 0,0 0 1 0 0,0 1-1 0 0,0-1 0 0 0,0 0 1 0 0,0 0-1 0 0,0 0 0 0 0,0 0 1 0 0,0 1-1 0 0,0-1 1 0 0,0 1-1 0 0,0-1 0 0 0,0 1 1 0 0,0-1-1 0 0,0 1 1 0 0,1-1-1 0 0,-1 1 0 0 0,0 0 1 0 0,0 0-1 0 0,1 0 0 0 0,-1 0 1 0 0,0 0-1 0 0,0 0 1 0 0,1 0-1 0 0,-1 0 0 0 0,0 0 1 0 0,0 0-1 0 0,3 1 1 0 0,-3 0-2 0 0,1-1 0 0 0,0 0 0 0 0,0 1 1 0 0,-1 0-1 0 0,1-1 0 0 0,0 1 1 0 0,0 0-1 0 0,-1 0 0 0 0,1 0 1 0 0,-1 0-1 0 0,1 0 0 0 0,-1 0 0 0 0,0 1 1 0 0,1-1-1 0 0,-1 0 0 0 0,0 1 1 0 0,0-1-1 0 0,0 1 0 0 0,0-1 1 0 0,1 3-1 0 0,4 17 33 0 0,1 0 0 0 0,1 0 0 0 0,17 32 0 0 0,-23-50-27 0 0,-1-1 14 0 0,0 0 1 0 0,0-1-1 0 0,0 1 0 0 0,0 0 1 0 0,0-1-1 0 0,0 1 0 0 0,1-1 0 0 0,-1 0 1 0 0,0 1-1 0 0,1-1 0 0 0,1 1 1 0 0,-2-1-9 0 0,0-1-1 0 0,1 0 1 0 0,-1 0 0 0 0,0 0 0 0 0,0 0 0 0 0,0-1 0 0 0,0 1 0 0 0,1 0 0 0 0,-1 0 0 0 0,0-1 0 0 0,0 1 0 0 0,0-1 0 0 0,0 1-1 0 0,0-1 1 0 0,0 1 0 0 0,0-1 0 0 0,0 0 0 0 0,0 1 0 0 0,0-1 0 0 0,1-1 0 0 0,60-47-47 0 0,-47 40 29 0 0,1 1 0 0 0,-1 1-1 0 0,1 0 1 0 0,1 1 0 0 0,-1 1 0 0 0,1 1-1 0 0,0 0 1 0 0,0 1 0 0 0,23-1 0 0 0,-31 3 10 0 0,0-1 0 0 0,0-1 1 0 0,0 1-1 0 0,0-1 0 0 0,11-6 1 0 0,-9 4-3 0 0,0 1 1 0 0,0 0-1 0 0,14-2 1 0 0,29-1 0 0 0,1 2 0 0 0,99 5 0 0 0,-63 2 1 0 0,20-1 8 0 0,116-2 37 0 0,-157-7 53 0 0,-36 0-1348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93 8354 0 0,'0'-2'257'0'0,"0"0"1"0"0,0-1-1 0 0,1 1 1 0 0,-1 0-1 0 0,1 0 1 0 0,-1 0-1 0 0,1 0 1 0 0,0 0-1 0 0,0 0 1 0 0,0 0-1 0 0,0 0 1 0 0,0 0-1 0 0,0 1 1 0 0,0-1-1 0 0,1 0 1 0 0,-1 1-1 0 0,1-1 1 0 0,-1 1-1 0 0,1-1 1 0 0,0 1-1 0 0,-1 0 1 0 0,5-3-1 0 0,3 0-118 0 0,1-1 0 0 0,0 1 0 0 0,17-4 0 0 0,16-8 198 0 0,-39 14-331 0 0,-1 0 1 0 0,0 1 0 0 0,0-1 0 0 0,1 1 0 0 0,-1 0 0 0 0,0 0 0 0 0,1 1 0 0 0,-1-1-1 0 0,5 0 1 0 0,-6 1 4 0 0,-1 0-1 0 0,0 0 1 0 0,0 0 0 0 0,0 0-1 0 0,0 1 1 0 0,0-1-1 0 0,0 0 1 0 0,0 0-1 0 0,0 1 1 0 0,0-1 0 0 0,0 1-1 0 0,0-1 1 0 0,0 1-1 0 0,0-1 1 0 0,0 1-1 0 0,0 0 1 0 0,0-1 0 0 0,0 1-1 0 0,0 0 1 0 0,-1 0-1 0 0,1-1 1 0 0,0 1-1 0 0,-1 0 1 0 0,1 0 0 0 0,0 0-1 0 0,-1 0 1 0 0,1 0-1 0 0,-1 0 1 0 0,0 0-1 0 0,1 0 1 0 0,-1 0 0 0 0,0 0-1 0 0,1 0 1 0 0,-1 2-1 0 0,13 40 339 0 0,-10-37-273 0 0,0 1 0 0 0,-1 0 0 0 0,0-1-1 0 0,0 1 1 0 0,-1 0 0 0 0,0 0 0 0 0,0 0-1 0 0,0 10 1 0 0,-2-10 48 0 0,0 1-1 0 0,-1-1 0 0 0,0 1 0 0 0,0-1 1 0 0,-1 0-1 0 0,-6 12 0 0 0,-2 8 237 0 0,7-20-250 0 0,0 0-1 0 0,0-1 1 0 0,0 0 0 0 0,-1 0-1 0 0,0 0 1 0 0,0 0-1 0 0,0-1 1 0 0,-1 0 0 0 0,0 0-1 0 0,0-1 1 0 0,0 1 0 0 0,-10 4-1 0 0,4-1 182 0 0,0 0-1 0 0,-14 14 1 0 0,20-16-120 0 0,0 0 0 0 0,-1-1 0 0 0,0 0 0 0 0,0 0 1 0 0,-13 6-1 0 0,3-2 139 0 0,16-8-286 0 0,0-1-1 0 0,0 1 1 0 0,1-1-1 0 0,-1 1 1 0 0,0 0-1 0 0,0 0 1 0 0,1 0-1 0 0,-1-1 1 0 0,0 1-1 0 0,1 0 1 0 0,-1 0-1 0 0,1 0 0 0 0,-1 0 1 0 0,1 0-1 0 0,0 0 1 0 0,-1 0-1 0 0,1 0 1 0 0,0 0-1 0 0,0 0 1 0 0,0 0-1 0 0,-1 0 1 0 0,1 0-1 0 0,0 0 1 0 0,0 0-1 0 0,1 0 1 0 0,-1 0-1 0 0,0 0 1 0 0,0 0-1 0 0,0 0 1 0 0,1 0-1 0 0,-1 0 1 0 0,0 0-1 0 0,1 0 1 0 0,-1 0-1 0 0,1 0 0 0 0,-1 0 1 0 0,1 0-1 0 0,0 0 1 0 0,-1-1-1 0 0,1 1 1 0 0,0 0-1 0 0,1 1 1 0 0,10 3-17 0 0,0 0 0 0 0,0 0 0 0 0,0-1 0 0 0,0-1 0 0 0,1 0 0 0 0,0-1 0 0 0,-1 0 0 0 0,1-1 1 0 0,0 0-1 0 0,0-1 0 0 0,0 0 0 0 0,24-5 0 0 0,-17 1-890 0 0,0 0-1 0 0,35-14 1 0 0,-32 8-2956 0 0,42-23 0 0 0,-38 16-268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10 9314 0 0,'-10'0'1769'0'0,"-29"0"2198"0"0,32 0-3784 0 0,-1 1 1 0 0,1 0 0 0 0,-1 0 0 0 0,1 1 0 0 0,-1-1-1 0 0,1 1 1 0 0,0 1 0 0 0,0 0 0 0 0,-12 6 0 0 0,14-6-139 0 0,1-1 0 0 0,0 1 1 0 0,0 0-1 0 0,0 0 0 0 0,0 1 1 0 0,0-1-1 0 0,1 1 0 0 0,0 0 1 0 0,-1 0-1 0 0,1 0 0 0 0,-4 7 1 0 0,3-3-2 0 0,-3 2 30 0 0,2-1-1 0 0,-1 2 0 0 0,1-1 0 0 0,1 0 1 0 0,-5 18-1 0 0,6-19-1 0 0,0 1 1 0 0,0-1-1 0 0,-5 10 1 0 0,4-11-4 0 0,1 0 0 0 0,0 0 0 0 0,0 0 0 0 0,-3 17 0 0 0,5-18-16 0 0,1-1 0 0 0,0 1 0 0 0,0 0 1 0 0,0-1-1 0 0,1 1 0 0 0,1 8 0 0 0,-2-13-29 0 0,1-1 0 0 0,-1 1 0 0 0,1 0 0 0 0,-1 0 0 0 0,1-1 0 0 0,0 1-1 0 0,0 0 1 0 0,0-1 0 0 0,0 1 0 0 0,0-1 0 0 0,0 1 0 0 0,0-1 0 0 0,0 1 0 0 0,0-1 0 0 0,1 0-1 0 0,-1 0 1 0 0,1 0 0 0 0,-1 0 0 0 0,1 0 0 0 0,-1 0 0 0 0,1 0 0 0 0,0 0 0 0 0,-1 0 0 0 0,1-1-1 0 0,0 1 1 0 0,2 0 0 0 0,2 0 54 0 0,1 1 1 0 0,0 0-1 0 0,-1 1 0 0 0,8 3 1 0 0,-10-4-23 0 0,1 0 0 0 0,-1 0 0 0 0,1 0 1 0 0,0 0-1 0 0,0-1 0 0 0,0 0 0 0 0,0 0 0 0 0,0 0 1 0 0,8 0-1 0 0,-6-2 13 0 0,-1 1 1 0 0,1-1 0 0 0,0 0-1 0 0,-1 0 1 0 0,1-1 0 0 0,-1 0-1 0 0,0 0 1 0 0,0-1 0 0 0,1 0-1 0 0,-2 0 1 0 0,1 0 0 0 0,0-1-1 0 0,10-8 1 0 0,-10 6-19 0 0,0 0-1 0 0,-1 0 1 0 0,1-1 0 0 0,-1 0-1 0 0,-1 0 1 0 0,1 0-1 0 0,-1-1 1 0 0,0 1 0 0 0,-1-1-1 0 0,4-11 1 0 0,7-19 95 0 0,-9 27-78 0 0,-1-1 1 0 0,0 1-1 0 0,3-16 1 0 0,-6 22-60 0 0,-1 1 1 0 0,1-1 0 0 0,-1 1 0 0 0,0-1 0 0 0,-1 1 0 0 0,1-1 0 0 0,-1 1 0 0 0,0-1 0 0 0,0 1-1 0 0,0 0 1 0 0,-1-1 0 0 0,-3-6 0 0 0,3 7-10 0 0,0 0 0 0 0,0 0 0 0 0,-1 0 0 0 0,1 1 0 0 0,-1-1 0 0 0,0 1 0 0 0,0 0 0 0 0,0 0 0 0 0,0 0 0 0 0,-1 0 0 0 0,1 0 0 0 0,-1 1 0 0 0,0-1 0 0 0,1 1 0 0 0,-1 0 0 0 0,0 0 0 0 0,0 1 0 0 0,-1-1 0 0 0,1 1 0 0 0,0 0 0 0 0,-7-1 0 0 0,-4-2-21 0 0,2 1-66 0 0,0 0 0 0 0,1-1 1 0 0,-14-7-1 0 0,20 9-105 0 0,0-1-1 0 0,-1 1 1 0 0,0 0-1 0 0,1 0 1 0 0,-1 1-1 0 0,0 0 1 0 0,-13-1 0 0 0,-11 2-5501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85 11498 0 0,'0'-2'183'0'0,"-1"0"0"0"0,1 0 0 0 0,-1 0 0 0 0,1 1 0 0 0,-1-1 0 0 0,0 0 0 0 0,0 1 0 0 0,0-1 0 0 0,0 0 0 0 0,-1-1 0 0 0,-4-7 505 0 0,1-3 392 0 0,4 9-773 0 0,-1 1 0 0 0,1-1-1 0 0,0 1 1 0 0,-1-1-1 0 0,0 1 1 0 0,0-1 0 0 0,0 1-1 0 0,0 0 1 0 0,0 0-1 0 0,-4-4 1 0 0,6 7-296 0 0,-1 0 0 0 0,1 0 0 0 0,0 1 0 0 0,0-1 0 0 0,-1 0 0 0 0,1 0-1 0 0,0 0 1 0 0,-1 0 0 0 0,1 0 0 0 0,0 0 0 0 0,0 1 0 0 0,-1-1 0 0 0,1 0 0 0 0,0 0 0 0 0,0 0 0 0 0,0 1 0 0 0,-1-1 0 0 0,1 0 0 0 0,0 0-1 0 0,0 0 1 0 0,0 1 0 0 0,0-1 0 0 0,0 0 0 0 0,-1 1 0 0 0,1-1 0 0 0,0 0 0 0 0,0 0 0 0 0,0 1 0 0 0,0-1 0 0 0,0 0 0 0 0,0 0 0 0 0,0 1-1 0 0,0-1 1 0 0,0 0 0 0 0,0 1 0 0 0,0-1 0 0 0,0 0 0 0 0,0 1 0 0 0,0-1 0 0 0,0 0 0 0 0,1 1 0 0 0,-9 70 630 0 0,1 120 0 0 0,-1 28 64 0 0,-2-140-674 0 0,-3 30 234 0 0,10-37-4543 0 0,5-67 346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146 228 12475 0 0,'-25'-1'2078'0'0,"18"0"-1762"0"0,0 0 0 0 0,0 1-1 0 0,1 1 1 0 0,-1-1 0 0 0,-11 3-1 0 0,16-3-306 0 0,0 1 0 0 0,0 0-1 0 0,0 0 1 0 0,0 0-1 0 0,0 0 1 0 0,0 0 0 0 0,0 0-1 0 0,0 1 1 0 0,0-1-1 0 0,1 1 1 0 0,-1-1 0 0 0,1 1-1 0 0,-1 0 1 0 0,1-1 0 0 0,0 1-1 0 0,-1 0 1 0 0,1 0-1 0 0,0 0 1 0 0,0 0 0 0 0,0 0-1 0 0,-1 4 1 0 0,-3 20 15 0 0,4-21-21 0 0,1-1 0 0 0,-1 1 0 0 0,-1-1 0 0 0,1 1 0 0 0,0-1 0 0 0,-4 8 0 0 0,2-7-16 0 0,0 1 0 0 0,1 0 0 0 0,0 0 0 0 0,-3 12 0 0 0,5-16 8 0 0,-1 0-1 0 0,1 0 0 0 0,0 0 0 0 0,0 0 0 0 0,0 1 0 0 0,0-1 1 0 0,0 0-1 0 0,1 4 0 0 0,0-6 4 0 0,-1 1 0 0 0,0 0-1 0 0,0 0 1 0 0,1-1 0 0 0,-1 1 0 0 0,1 0 0 0 0,-1-1-1 0 0,0 1 1 0 0,1-1 0 0 0,-1 1 0 0 0,1-1 0 0 0,0 1 0 0 0,-1-1-1 0 0,1 1 1 0 0,-1-1 0 0 0,1 1 0 0 0,0-1 0 0 0,-1 0-1 0 0,1 1 1 0 0,0-1 0 0 0,-1 0 0 0 0,1 0 0 0 0,0 1-1 0 0,1-1 1 0 0,35 12-25 0 0,-31-9 25 0 0,0 0 0 0 0,1-1 0 0 0,-1 0 0 0 0,1 0 0 0 0,-1-1 0 0 0,10 1 0 0 0,1-1 5 0 0,-1-2 0 0 0,0 0 0 0 0,1-1 0 0 0,-1 0 0 0 0,0-2 0 0 0,0 1 0 0 0,0-2 0 0 0,-1 0 0 0 0,27-14 1 0 0,-19 9 10 0 0,-19 9-8 0 0,1-1 0 0 0,-1 0 1 0 0,0 0-1 0 0,0 0 0 0 0,0 0 1 0 0,-1 0-1 0 0,1-1 0 0 0,0 0 1 0 0,-1 0-1 0 0,4-4 1 0 0,83-111 746 0 0,-81 105-547 0 0,-1-1 0 0 0,-1 0-1 0 0,0-1 1 0 0,-1 0 0 0 0,0 0 0 0 0,-2 0 0 0 0,5-20 0 0 0,3 4 512 0 0,-10 29-608 0 0,-1-1 0 0 0,1 0 0 0 0,-1 1 0 0 0,0-1 0 0 0,0 0 0 0 0,0 1 0 0 0,0-1 0 0 0,0 0 0 0 0,-1 0 0 0 0,0 0 0 0 0,1 0 0 0 0,-1 0 0 0 0,0 0 0 0 0,0 0 0 0 0,-1-3 0 0 0,1 5-96 0 0,-1 0 0 0 0,0-1-1 0 0,0 1 1 0 0,0 0 0 0 0,0 0 0 0 0,0 0 0 0 0,0 0 0 0 0,0 0 0 0 0,0 0-1 0 0,0 0 1 0 0,0 1 0 0 0,0-1 0 0 0,0 0 0 0 0,-1 1 0 0 0,1-1 0 0 0,0 1-1 0 0,-1-1 1 0 0,1 1 0 0 0,0-1 0 0 0,-1 1 0 0 0,1 0 0 0 0,-3 0-1 0 0,0-1-7 0 0,-1 0 0 0 0,1 1 0 0 0,-1 0 0 0 0,0 0 0 0 0,-7 1-1 0 0,7 1-2 0 0,-1 0 0 0 0,1 0 0 0 0,0 1-1 0 0,-1 0 1 0 0,1 0 0 0 0,0 0 0 0 0,1 0 0 0 0,-1 1-1 0 0,1 0 1 0 0,-1 0 0 0 0,1 0 0 0 0,0 0-1 0 0,1 1 1 0 0,-1 0 0 0 0,1 0 0 0 0,0 0 0 0 0,0 0-1 0 0,-4 11 1 0 0,0 0-18 0 0,0 0 0 0 0,2 1 0 0 0,0 0 0 0 0,1 0 0 0 0,-3 23 0 0 0,-3-5-6 0 0,8-32 15 0 0,1 1 0 0 0,0-1 0 0 0,0 0 0 0 0,0 0 1 0 0,0 1-1 0 0,0-1 0 0 0,1 1 0 0 0,-1-1 0 0 0,1 1 0 0 0,0-1 0 0 0,0 0 1 0 0,0 1-1 0 0,1-1 0 0 0,-1 1 0 0 0,2 4 0 0 0,-1-6 10 0 0,0-1-1 0 0,0 0 0 0 0,0 1 0 0 0,0-1 1 0 0,0 0-1 0 0,0 0 0 0 0,1 0 1 0 0,-1 0-1 0 0,0 0 0 0 0,1 0 1 0 0,-1 0-1 0 0,0 0 0 0 0,1 0 0 0 0,1 0 1 0 0,25 9 38 0 0,-26-9-40 0 0,8 2 4 0 0,-1-1 1 0 0,1-1-1 0 0,0 0 1 0 0,18 0-1 0 0,-21-1-4 0 0,1 0 0 0 0,-1 0 0 0 0,1 1 0 0 0,-1 0 0 0 0,0 1 0 0 0,1-1 0 0 0,-1 1 0 0 0,0 0 0 0 0,12 6 0 0 0,-17-6 0 0 0,0 0 0 0 0,0 0 1 0 0,0 0-1 0 0,0 0 0 0 0,0 0 0 0 0,0 1 1 0 0,-1-1-1 0 0,1 1 0 0 0,-1-1 1 0 0,0 1-1 0 0,1-1 0 0 0,-1 1 0 0 0,-1 0 1 0 0,1 0-1 0 0,0-1 0 0 0,-1 1 1 0 0,1 0-1 0 0,-1 0 0 0 0,0 0 1 0 0,0 5-1 0 0,5 22-1 0 0,2-9 15 0 0,-3-12 4 0 0,-1 0 1 0 0,0 1-1 0 0,-1-1 1 0 0,0 1-1 0 0,0 0 1 0 0,-1 0 0 0 0,0 15-1 0 0,-2-9 12 0 0,-1-1 1 0 0,-1 0-1 0 0,0 0 0 0 0,-5 15 0 0 0,5-21 79 0 0,0-1 0 0 0,-1 0 0 0 0,0 0 0 0 0,0 0 0 0 0,-1 0 0 0 0,1 0 0 0 0,-2-1 0 0 0,-7 9 0 0 0,12-15-67 0 0,0 0-1 0 0,0 0 0 0 0,0 0 0 0 0,0 0 1 0 0,0 0-1 0 0,0 0 0 0 0,0-1 0 0 0,0 1 1 0 0,0 0-1 0 0,0-1 0 0 0,0 1 0 0 0,-1-1 1 0 0,1 1-1 0 0,0-1 0 0 0,0 1 0 0 0,-1-1 1 0 0,1 0-1 0 0,0 0 0 0 0,-1 0 0 0 0,1 1 1 0 0,0-1-1 0 0,-1 0 0 0 0,1-1 0 0 0,-2 1 1 0 0,1-1-27 0 0,1 0 0 0 0,-1 0 1 0 0,1 0-1 0 0,-1 0 1 0 0,1 0-1 0 0,-1 0 1 0 0,1 0-1 0 0,0-1 1 0 0,0 1-1 0 0,-1-1 0 0 0,1 1 1 0 0,0-1-1 0 0,0 1 1 0 0,1-1-1 0 0,-2-2 1 0 0,-2-4-19 0 0,1 0 1 0 0,0-1-1 0 0,1 1 1 0 0,0-1 0 0 0,0 0-1 0 0,0-9 1 0 0,2-1-3 0 0,1 1 0 0 0,0-1-1 0 0,2 0 1 0 0,0 1 0 0 0,1 0 0 0 0,1 0 0 0 0,1 0 0 0 0,0 0 0 0 0,1 1-1 0 0,18-32 1 0 0,-12 23 2 0 0,-11 20 3 0 0,1 0 0 0 0,-1 0 0 0 0,1 0 0 0 0,1 1 0 0 0,-1 0-1 0 0,7-8 1 0 0,5-1-6 0 0,0 1 0 0 0,0 1 0 0 0,2 0 0 0 0,-1 2 0 0 0,1-1-1 0 0,1 2 1 0 0,0 1 0 0 0,0 0 0 0 0,32-9 0 0 0,-35 11-93 0 0,-6 2-3138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74 1128 0 0,'0'0'399'0'0,"-17"-23"8231"0"0,16-12-3457 0 0,2 19-3250 0 0,-7 170-1538 0 0,21 62-159 0 0,1 12 29 0 0,-11 239 1908 0 0,2-288-299 0 0,-11-175-3943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540 224 6193 0 0,'1'-16'2177'0'0,"1"-1"-1"0"0,5-24 0 0 0,-4 25-1483 0 0,0-1-1 0 0,1-25 0 0 0,-4 39-613 0 0,0 0 0 0 0,0 0-1 0 0,0 0 1 0 0,0 1 0 0 0,0-1-1 0 0,-1 0 1 0 0,0 0 0 0 0,1 0 0 0 0,-1 0-1 0 0,0 0 1 0 0,0 1 0 0 0,-1-1-1 0 0,1 0 1 0 0,0 1 0 0 0,-1-1 0 0 0,0 1-1 0 0,0 0 1 0 0,1-1 0 0 0,-1 1-1 0 0,-1 0 1 0 0,1 0 0 0 0,0 0 0 0 0,0 0-1 0 0,-1 1 1 0 0,1-1 0 0 0,-1 1-1 0 0,1-1 1 0 0,-1 1 0 0 0,0 0 0 0 0,0 0-1 0 0,1 0 1 0 0,-1 0 0 0 0,0 1-1 0 0,0-1 1 0 0,0 1 0 0 0,0 0 0 0 0,0-1-1 0 0,0 1 1 0 0,0 1 0 0 0,0-1-1 0 0,0 0 1 0 0,0 1 0 0 0,1-1 0 0 0,-1 1-1 0 0,-3 1 1 0 0,-1 1-68 0 0,0 1 0 0 0,1-1 0 0 0,-1 1 0 0 0,1 1 0 0 0,0-1 0 0 0,1 1 0 0 0,-1 0 0 0 0,1 0 0 0 0,0 1 0 0 0,0-1 1 0 0,0 1-1 0 0,1 0 0 0 0,0 1 0 0 0,0-1 0 0 0,-4 10 0 0 0,0 2 17 0 0,0 0 0 0 0,2 0 1 0 0,0 0-1 0 0,1 1 0 0 0,-3 19 1 0 0,6-28-15 0 0,-1 0 1 0 0,1-1 0 0 0,-7 14 0 0 0,5-16-2 0 0,1 1 1 0 0,1-1 0 0 0,-1 1 0 0 0,1 0 0 0 0,1 0 0 0 0,-2 11 0 0 0,4-11 6 0 0,-1 0 0 0 0,1 0-1 0 0,1-1 1 0 0,-1 1 0 0 0,2 0 0 0 0,-1-1 0 0 0,1 1 0 0 0,0-1 0 0 0,0 0 0 0 0,1 0 0 0 0,6 10-1 0 0,11 22 201 0 0,0-7-7 0 0,-18-27-158 0 0,1 0 1 0 0,-1-1-1 0 0,0 1 1 0 0,0 1-1 0 0,0-1 1 0 0,-1 0-1 0 0,3 9 1 0 0,8 21 567 0 0,-11-30-393 0 0,1 1 1 0 0,-1 0-1 0 0,-1-1 1 0 0,1 1-1 0 0,1 11 0 0 0,-3-14-177 0 0,0-1 0 0 0,0 1 1 0 0,0-1-1 0 0,-1 1 0 0 0,1 0 0 0 0,-1-1 0 0 0,0 1 0 0 0,0-1 0 0 0,0 1 1 0 0,0-1-1 0 0,0 1 0 0 0,0-1 0 0 0,0 0 0 0 0,-1 0 0 0 0,0 0 0 0 0,1 0 0 0 0,-4 4 1 0 0,-1-1 7 0 0,0 0 1 0 0,0-1-1 0 0,0 1 0 0 0,-1-1 1 0 0,0-1-1 0 0,1 1 1 0 0,-1-1-1 0 0,-12 4 1 0 0,-63 14 246 0 0,34-14-202 0 0,36-5-93 0 0,0-1 0 0 0,0 1 0 0 0,0 1 0 0 0,1 0 0 0 0,-1 1 0 0 0,-13 6 0 0 0,20-8-23 0 0,0 1 0 0 0,0-1 0 0 0,0 0 0 0 0,0 0 0 0 0,0 0-1 0 0,-1-1 1 0 0,1 0 0 0 0,-1 0 0 0 0,1 0 0 0 0,-1-1 0 0 0,1 1-1 0 0,-1-1 1 0 0,1-1 0 0 0,-1 1 0 0 0,-8-3 0 0 0,13 3-151 0 0,0-1 0 0 0,-1 0-1 0 0,1 0 1 0 0,0-1 0 0 0,0 1 0 0 0,0 0 0 0 0,-1 0 0 0 0,1 0 0 0 0,0-1 0 0 0,1 1 0 0 0,-1-1 0 0 0,0 1 0 0 0,0 0-1 0 0,0-1 1 0 0,1 0 0 0 0,-1 1 0 0 0,1-1 0 0 0,-1-2 0 0 0,0 0-186 0 0,0 0 1 0 0,1-1-1 0 0,-1 1 0 0 0,1 0 0 0 0,0 0 1 0 0,1-6-1 0 0,1 2-443 0 0,0 0 0 0 0,0 0 1 0 0,1 0-1 0 0,1 0 0 0 0,6-11 0 0 0,-3 5-852 0 0,5-12-1751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2 258 11122 0 0,'0'-14'1564'0'0,"-1"4"-1033"0"0,1 1 1 0 0,0-1-1 0 0,1 0 1 0 0,0 1-1 0 0,0-1 1 0 0,1 1 0 0 0,0-1-1 0 0,1 1 1 0 0,4-9-1 0 0,-6 13-468 0 0,1 1 0 0 0,0 0 0 0 0,1-1 0 0 0,-1 1 0 0 0,1 1 0 0 0,-1-1 0 0 0,1 0 0 0 0,0 0 0 0 0,1 1 0 0 0,-1 0 0 0 0,0 0 0 0 0,1 0 0 0 0,0 0 0 0 0,0 0 0 0 0,0 1 0 0 0,4-3 0 0 0,15-5 293 0 0,42-15 0 0 0,-41 18-232 0 0,34-18-1 0 0,-55 24-119 0 0,1-1 0 0 0,-1 1 1 0 0,0-1-1 0 0,1 1 0 0 0,-1 0 0 0 0,1 1 1 0 0,-1-1-1 0 0,1 0 0 0 0,-1 1 0 0 0,1 0 0 0 0,-1 0 1 0 0,1 0-1 0 0,6 1 0 0 0,-8 0-1 0 0,0-1-1 0 0,0 1 1 0 0,0 0-1 0 0,0 0 1 0 0,0 0 0 0 0,0 0-1 0 0,-1 0 1 0 0,1 0-1 0 0,0 0 1 0 0,0 1 0 0 0,-1-1-1 0 0,1 1 1 0 0,-1-1-1 0 0,1 1 1 0 0,-1 0 0 0 0,0-1-1 0 0,0 1 1 0 0,0 0-1 0 0,0 0 1 0 0,0 0 0 0 0,0 0-1 0 0,0 0 1 0 0,-1 0-1 0 0,2 3 1 0 0,9 83 85 0 0,-3-57-59 0 0,-3-16-6 0 0,-2 0 0 0 0,1 1 0 0 0,0 17 0 0 0,-3 1 146 0 0,-3-1 0 0 0,0 0 0 0 0,-2 0 0 0 0,-2 0 0 0 0,-1-1 0 0 0,-19 56 0 0 0,23-80-85 0 0,0 0 0 0 0,1 0 1 0 0,0-1-1 0 0,0 1 0 0 0,1 0 0 0 0,0 0 0 0 0,1 1 0 0 0,-1-1 0 0 0,2 0 0 0 0,-1 0 0 0 0,1 0 1 0 0,0 0-1 0 0,1 0 0 0 0,3 11 0 0 0,-4-18-53 0 0,0 1 0 0 0,0 0 0 0 0,1-1-1 0 0,-1 1 1 0 0,1-1 0 0 0,-1 0 0 0 0,1 1 0 0 0,-1-1 0 0 0,1 0 0 0 0,0 0 0 0 0,-1 0 0 0 0,1 0-1 0 0,0 0 1 0 0,0 0 0 0 0,3 0 0 0 0,31 8 184 0 0,-27-8-170 0 0,0 0 0 0 0,1-1 0 0 0,0 0 0 0 0,-1-1 0 0 0,0 0 0 0 0,1-1 0 0 0,-1 0 0 0 0,0 0 0 0 0,12-5 0 0 0,-4 0 16 0 0,0-1-1 0 0,0 0 1 0 0,27-19 0 0 0,1-3 16 0 0,-28 16-1040 0 0,2 2-3526 0 0,-15 10 2057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78 471 6473 0 0,'0'-11'2520'0'0,"-9"-31"531"0"0,-21-68 0 0 0,0 3-1408 0 0,26 85-1210 0 0,2 1 0 0 0,0-1 0 0 0,2-29 0 0 0,0 30 45 0 0,0 19-324 0 0,1-1-1 0 0,-1 1 1 0 0,1-1 0 0 0,0 1 0 0 0,-1 0-1 0 0,1-1 1 0 0,0 1 0 0 0,3-4-1 0 0,-3 4-124 0 0,0 0 0 0 0,0 0-1 0 0,0-1 1 0 0,0 1-1 0 0,0 0 1 0 0,-1-1-1 0 0,1 1 1 0 0,0-4-1 0 0,-1 5-43 0 0,0 0 0 0 0,0 1 0 0 0,0-1 0 0 0,1 0 0 0 0,-1 0 0 0 0,0 1 0 0 0,0-1 0 0 0,1 0 0 0 0,-1 1 0 0 0,0-1 0 0 0,1 0 0 0 0,-1 1 0 0 0,1-1 0 0 0,-1 0 0 0 0,1 1 0 0 0,-1-1 0 0 0,1 1 0 0 0,-1-1 0 0 0,1 1 0 0 0,0-1 0 0 0,1 0 0 0 0,5 2-4438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361 151 1632 0 0,'0'0'1743'0'0,"9"-6"4284"0"0,3-1-3948 0 0,-6 0-1497 0 0,0 0 0 0 0,-1 0 0 0 0,0-1-1 0 0,-1 0 1 0 0,1 0 0 0 0,3-11 0 0 0,-7 17-440 0 0,0 0 0 0 0,-1 0 0 0 0,1 0 0 0 0,-1 0 0 0 0,1 0 1 0 0,-1 0-1 0 0,0 0 0 0 0,0 0 0 0 0,0 0 0 0 0,0 0 0 0 0,0 0 0 0 0,0 0 0 0 0,-1 0 0 0 0,1 0 0 0 0,-1 0 0 0 0,1 0 0 0 0,-1 0 1 0 0,0 0-1 0 0,0 0 0 0 0,0 0 0 0 0,-2-2 0 0 0,1 2-58 0 0,0-1 0 0 0,0 1 0 0 0,-1 0 0 0 0,1 0 0 0 0,-1 1 0 0 0,1-1 0 0 0,-1 0 0 0 0,0 1 0 0 0,0 0 0 0 0,0-1 0 0 0,0 1 0 0 0,-5-1 0 0 0,-1 0-22 0 0,0 1 0 0 0,1 0 0 0 0,-1 0 0 0 0,0 1 0 0 0,0 0 0 0 0,1 1 0 0 0,-1 0 0 0 0,0 0 0 0 0,-12 4 0 0 0,9-1-24 0 0,1 1 1 0 0,-1 0-1 0 0,1 1 0 0 0,0 1 0 0 0,1-1 0 0 0,0 2 0 0 0,0-1 0 0 0,0 2 0 0 0,1-1 0 0 0,0 1 0 0 0,1 0 0 0 0,0 1 1 0 0,0 0-1 0 0,-11 21 0 0 0,7-7-6 0 0,0 0 0 0 0,2 1-1 0 0,1 1 1 0 0,1-1 0 0 0,-10 52 0 0 0,2 98-2 0 0,15-162-29 0 0,0-5 7 0 0,0 0 0 0 0,-1 0 0 0 0,0 1 0 0 0,0-1 0 0 0,-6 11 0 0 0,5-10 4 0 0,0-1 0 0 0,0 1 1 0 0,0 0-1 0 0,-1 11 0 0 0,4-8 20 0 0,-1 1 1 0 0,1 0-1 0 0,1-1 0 0 0,0 1 0 0 0,1-1 0 0 0,0 1 1 0 0,1-1-1 0 0,1 0 0 0 0,-1 0 0 0 0,2 0 0 0 0,0-1 1 0 0,0 1-1 0 0,8 10 0 0 0,-12-20-30 0 0,1 3 13 0 0,1 1-1 0 0,1-1 1 0 0,-1 1-1 0 0,1-1 1 0 0,0 0-1 0 0,0 0 1 0 0,0-1-1 0 0,0 1 1 0 0,1-1-1 0 0,0 0 1 0 0,0 0-1 0 0,0 0 1 0 0,9 4-1 0 0,1-1 27 0 0,0 0-1 0 0,1-1 1 0 0,0-1-1 0 0,0 0 1 0 0,21 3-1 0 0,-27-6-8 0 0,0 1-1 0 0,0 0 1 0 0,13 6 0 0 0,-15-5 16 0 0,1-1-1 0 0,0 0 1 0 0,1 0 0 0 0,17 2-1 0 0,-12-4 8 0 0,0-1-1 0 0,0-1 0 0 0,0 0 1 0 0,0-1-1 0 0,-1 0 0 0 0,1-2 1 0 0,0 1-1 0 0,-1-2 0 0 0,0 0 0 0 0,0-1 1 0 0,0 0-1 0 0,-1-1 0 0 0,15-10 1 0 0,-15 9-1 0 0,-5 3-28 0 0,0 0-1 0 0,-1-1 0 0 0,1 1 1 0 0,-1-1-1 0 0,10-11 0 0 0,3-7 66 0 0,0 0 0 0 0,-2-1 0 0 0,-1-1 0 0 0,-1-1 0 0 0,-1 0 0 0 0,-1-1 0 0 0,11-34 1 0 0,-13 2 22 0 0,-4 35-65 0 0,-3 14-27 0 0,-1-1 0 0 0,-1 0 0 0 0,0 0 0 0 0,-1 0-1 0 0,2-14 1 0 0,-4 3-2 0 0,-1 0 1 0 0,-1 0-1 0 0,-1 0 0 0 0,0 1 0 0 0,-2-1 0 0 0,-1 1 0 0 0,-1 0 0 0 0,0 0 0 0 0,-19-35 1 0 0,15 30-29 0 0,10 24 6 0 0,0-1 1 0 0,0 0 0 0 0,-1 1-1 0 0,1-1 1 0 0,-1 1 0 0 0,0-1-1 0 0,0 1 1 0 0,0 0 0 0 0,0 0-1 0 0,-1 0 1 0 0,1 0 0 0 0,-5-3-1 0 0,-3-1-6 0 0,0 1 0 0 0,-1 1 0 0 0,0 0-1 0 0,0 0 1 0 0,0 1 0 0 0,-15-3 0 0 0,-17-7-33 0 0,35 11-25 0 0,-1 0 1 0 0,1 1 0 0 0,0 0-1 0 0,0 1 1 0 0,-1 0 0 0 0,1 0-1 0 0,-1 1 1 0 0,1 0 0 0 0,-1 0-1 0 0,1 1 1 0 0,0 0-1 0 0,-10 2 1 0 0,-6 4-803 0 0,0 1-1 0 0,-37 18 1 0 0,34-14-218 0 0,23-10 719 0 0,-1 0 1 0 0,1 0-1 0 0,0 0 0 0 0,0 1 1 0 0,0-1-1 0 0,0 1 1 0 0,0 0-1 0 0,1 0 1 0 0,-1 0-1 0 0,1 1 1 0 0,0-1-1 0 0,0 1 1 0 0,0 0-1 0 0,1-1 1 0 0,-1 1-1 0 0,1 1 1 0 0,0-1-1 0 0,-3 7 0 0 0,-8 20-3888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35 226 5745 0 0,'0'0'634'0'0,"-22"14"7023"0"0,22-15-7557 0 0,-1 1-1 0 0,0 0 1 0 0,1 0 0 0 0,-1 0-1 0 0,1 0 1 0 0,-1-1-1 0 0,0 1 1 0 0,1 0-1 0 0,-1-1 1 0 0,1 1-1 0 0,-1 0 1 0 0,1-1-1 0 0,-1 1 1 0 0,1-1 0 0 0,-1 1-1 0 0,1-1 1 0 0,0 1-1 0 0,-1-1 1 0 0,1 1-1 0 0,-1-1 1 0 0,1 1-1 0 0,0-1 1 0 0,0 1-1 0 0,-1-1 1 0 0,1 0 0 0 0,0 1-1 0 0,0-1 1 0 0,0 1-1 0 0,0-1 1 0 0,0 0-1 0 0,0 1 1 0 0,0-1-1 0 0,0 0 1 0 0,0 0-1 0 0,1-26 51 0 0,0 23 89 0 0,1-6-60 0 0,0 0 0 0 0,1 0-1 0 0,1 0 1 0 0,-1 0 0 0 0,2 0 0 0 0,5-9-1 0 0,-6 10-11 0 0,-2 7-127 0 0,-1-1 0 0 0,1 1 0 0 0,0 0 0 0 0,0 0 0 0 0,0 0 0 0 0,0 0 1 0 0,0 0-1 0 0,0 1 0 0 0,0-1 0 0 0,1 0 0 0 0,4-1 0 0 0,34-15 304 0 0,-9 5-220 0 0,-28 11-102 0 0,0 1 0 0 0,0-1 0 0 0,-1 0 0 0 0,2 1 0 0 0,-1 0 0 0 0,0 0 0 0 0,0 0 0 0 0,0 1 0 0 0,0-1 0 0 0,0 1 0 0 0,1 0 0 0 0,-1 0 0 0 0,6 1 0 0 0,2 1 59 0 0,-1 1 0 0 0,0 1 0 0 0,15 5-1 0 0,-18-5-45 0 0,1-1 0 0 0,-1 0 0 0 0,1 0 0 0 0,0-1 0 0 0,-1 0 0 0 0,15 1 1 0 0,-21-3-110 0 0,-1 0-1 0 0,0 0 1 0 0,1 0 0 0 0,-1-1 0 0 0,0 1 0 0 0,1 0 0 0 0,-1-1 0 0 0,0 1 0 0 0,0-1 0 0 0,1 1 0 0 0,-1-1 0 0 0,0 1 0 0 0,0-1 0 0 0,0 0 0 0 0,1 0 0 0 0,-1 0 0 0 0,0 0 0 0 0,0 1 0 0 0,0-1 0 0 0,-1-1 0 0 0,1 1 0 0 0,1-1 0 0 0,9-27-1993 0 0,-10 27 1965 0 0,7-26-2192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58 11955 0 0,'-5'-57'4474'0'0,"9"93"-3444"0"0,1-10-825 0 0,2 209 1304 0 0,-2-18-554 0 0,-4-202-823 0 0,-1-4 48 0 0,1 0 0 0 0,0 0 0 0 0,1 0 0 0 0,0 0 0 0 0,0 0 1 0 0,6 16-1 0 0,-7-27-138 0 0,-1 1 0 0 0,1-1 0 0 0,-1 0 0 0 0,1 1 1 0 0,-1-1-1 0 0,1 1 0 0 0,-1-1 0 0 0,1 0 0 0 0,0 1 0 0 0,-1-1 1 0 0,1 0-1 0 0,-1 0 0 0 0,1 1 0 0 0,0-1 0 0 0,-1 0 1 0 0,1 0-1 0 0,0 0 0 0 0,-1 0 0 0 0,1 0 0 0 0,0 0 0 0 0,-1 0 1 0 0,1 0-1 0 0,0 0 0 0 0,-1 0 0 0 0,1 0 0 0 0,0 0 1 0 0,-1-1-1 0 0,1 1 0 0 0,-1 0 0 0 0,1 0 0 0 0,0-1 0 0 0,-1 1 1 0 0,1 0-1 0 0,-1-1 0 0 0,1 1 0 0 0,-1-1 0 0 0,1 1 1 0 0,-1-1-1 0 0,1 1 0 0 0,-1-1 0 0 0,1 1 0 0 0,-1-1 0 0 0,0 1 1 0 0,1-1-1 0 0,-1 0 0 0 0,6-13 31 0 0,-1 1 0 0 0,-1-1 0 0 0,0 0 0 0 0,-1 0 0 0 0,1-17 0 0 0,1 1 10 0 0,52-256 356 0 0,-39 201-341 0 0,-17 79-109 0 0,0 1-1 0 0,1-1 1 0 0,0 1 0 0 0,0-1 0 0 0,1 1 0 0 0,3-7 0 0 0,10-25-1932 0 0,-15 33 1576 0 0,1-3-2415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 14027 0 0,'-40'-3'3815'0'0,"33"2"-3683"0"0,0 0 0 0 0,0 1 0 0 0,-1-1 0 0 0,1 1 0 0 0,0 1-1 0 0,0-1 1 0 0,0 1 0 0 0,0 1 0 0 0,0-1 0 0 0,-11 5 0 0 0,15-5-131 0 0,-1 0 0 0 0,0 1 0 0 0,1-1 0 0 0,-1 1 0 0 0,1 0 0 0 0,-1 0 0 0 0,1 0-1 0 0,0 1 1 0 0,0-1 0 0 0,0 1 0 0 0,0-1 0 0 0,0 1 0 0 0,1 0 0 0 0,-1 0-1 0 0,1 1 1 0 0,0-1 0 0 0,0 0 0 0 0,0 1 0 0 0,-2 4 0 0 0,-14 44-38 0 0,16-41 25 0 0,-2 0 0 0 0,0 0 1 0 0,-7 15-1 0 0,8-21 3 0 0,1 0 1 0 0,0 0 0 0 0,0 1-1 0 0,0-1 1 0 0,0 0-1 0 0,1 1 1 0 0,0-1 0 0 0,0 0-1 0 0,0 1 1 0 0,1-1-1 0 0,0 1 1 0 0,0 0 0 0 0,1-1-1 0 0,-1 1 1 0 0,1-1-1 0 0,0 1 1 0 0,0-1 0 0 0,1 0-1 0 0,2 7 1 0 0,2 1 11 0 0,-5-11 0 0 0,0 1 1 0 0,0-1-1 0 0,0 1 1 0 0,0 0-1 0 0,0-1 0 0 0,1 0 1 0 0,-1 1-1 0 0,1-1 0 0 0,0 0 1 0 0,0 0-1 0 0,0 0 1 0 0,0 0-1 0 0,0 0 0 0 0,0-1 1 0 0,4 4-1 0 0,24 11 72 0 0,-11-5 133 0 0,1 0 0 0 0,-1 1 0 0 0,23 20 0 0 0,-38-28-74 0 0,-1 0 0 0 0,0 0 0 0 0,0 0-1 0 0,0 0 1 0 0,-1 0 0 0 0,1 0 0 0 0,-1 1 0 0 0,2 6 0 0 0,-3-10-115 0 0,0 0 0 0 0,-1 1 1 0 0,1-1-1 0 0,-1 1 1 0 0,0-1-1 0 0,1 1 0 0 0,-1-1 1 0 0,0 1-1 0 0,0-1 0 0 0,0 0 1 0 0,0 1-1 0 0,0-1 0 0 0,0 1 1 0 0,0-1-1 0 0,-1 1 1 0 0,1-1-1 0 0,-1 1 0 0 0,1-1 1 0 0,-1 1-1 0 0,1-1 0 0 0,-1 0 1 0 0,0 0-1 0 0,1 1 0 0 0,-1-1 1 0 0,0 0-1 0 0,0 0 1 0 0,0 0-1 0 0,0 1 0 0 0,0-1 1 0 0,0-1-1 0 0,-1 1 0 0 0,1 0 1 0 0,-2 1-1 0 0,-14 5-223 0 0,0-1 0 0 0,-1-1 0 0 0,-28 5-1 0 0,-2 1-1396 0 0,8 0-1106 0 0,3 1-635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12683 0 0,'-1'0'471'0'0,"0"0"0"0"0,0 0 0 0 0,0 0-1 0 0,0 0 1 0 0,0 0 0 0 0,0 0 0 0 0,0 0 0 0 0,0 1 0 0 0,0-1 0 0 0,0 0 0 0 0,0 1 0 0 0,0-1 0 0 0,1 1 0 0 0,-2 0 0 0 0,-2 45 167 0 0,3 1 1 0 0,6 55 0 0 0,0 11 0 0 0,-5-69-503 0 0,1 17-14 0 0,-3 0 1 0 0,-13 81-1 0 0,8-90-758 0 0,5-17-6759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14771 0 0,'1'0'5394'0'0,"18"0"-4815"0"0,184-20 1205 0 0,-23 2-1363 0 0,-80 15-157 0 0,-57 2-6948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13755 0 0,'-1'8'2229'0'0,"0"-8"-2110"0"0,1 1-1 0 0,0-1 0 0 0,0 1 1 0 0,0-1-1 0 0,-1 1 1 0 0,1-1-1 0 0,0 1 0 0 0,0-1 1 0 0,0 1-1 0 0,0 0 1 0 0,0-1-1 0 0,0 1 0 0 0,0-1 1 0 0,0 1-1 0 0,1-1 1 0 0,-1 1-1 0 0,0-1 0 0 0,0 1 1 0 0,0-1-1 0 0,0 1 1 0 0,1-1-1 0 0,-1 1 0 0 0,0-1 1 0 0,1 1-1 0 0,-1-1 1 0 0,0 0-1 0 0,1 1 0 0 0,-1-1 1 0 0,0 1-1 0 0,1-1 1 0 0,-1 0-1 0 0,1 1 0 0 0,-1-1 1 0 0,1 0-1 0 0,-1 0 1 0 0,0 1-1 0 0,1-1 0 0 0,0 0 1 0 0,15 8-163 0 0,0-2 0 0 0,30 9 0 0 0,-11-7-6522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21 9098 0 0,'-1'0'291'0'0,"0"0"1"0"0,0-1-1 0 0,0 1 0 0 0,0-1 1 0 0,0 1-1 0 0,1-1 1 0 0,-1 1-1 0 0,0-1 0 0 0,0 0 1 0 0,0 0-1 0 0,1 1 0 0 0,-1-1 1 0 0,0 0-1 0 0,1 0 1 0 0,-2-1-1 0 0,-8-8 2747 0 0,9 10-3004 0 0,0 0 1 0 0,1 1-1 0 0,-1-1 1 0 0,1 0-1 0 0,-1 0 0 0 0,1 1 1 0 0,-1-1-1 0 0,1 0 0 0 0,-1 1 1 0 0,1-1-1 0 0,-1 0 1 0 0,1 1-1 0 0,0-1 0 0 0,-1 1 1 0 0,1-1-1 0 0,0 1 0 0 0,-1-1 1 0 0,1 1-1 0 0,0-1 1 0 0,-1 1-1 0 0,1-1 0 0 0,0 1 1 0 0,0-1-1 0 0,0 1 1 0 0,0-1-1 0 0,-1 1 0 0 0,1-1 1 0 0,0 1-1 0 0,0 0 0 0 0,0 0 1 0 0,-10 37 340 0 0,2 0 1 0 0,-6 54 0 0 0,3 83 366 0 0,6-75-411 0 0,4 442 724 0 0,6-163-827 0 0,-26-139-50 0 0,1-24 143 0 0,20-20-377 0 0,-6-185-6613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72 13867 0 0,'-19'-5'2502'0'0,"18"5"-2373"0"0,0 0-1 0 0,0-1 1 0 0,0 1-1 0 0,1 0 1 0 0,-1-1 0 0 0,0 1-1 0 0,0 0 1 0 0,0-1 0 0 0,1 1-1 0 0,-1-1 1 0 0,0 1-1 0 0,0-1 1 0 0,1 0 0 0 0,-1 1-1 0 0,1-1 1 0 0,-1 0-1 0 0,0 1 1 0 0,1-1 0 0 0,-1-1-1 0 0,9 5 327 0 0,5 2-341 0 0,0 2 1 0 0,0 0-1 0 0,0 0 0 0 0,-1 1 0 0 0,0 1 1 0 0,0 0-1 0 0,-1 0 0 0 0,17 20 0 0 0,-13-10 108 0 0,-1 1 0 0 0,0 0 0 0 0,17 36 0 0 0,23 71 449 0 0,-39-90-464 0 0,-12-31-139 0 0,18 40 237 0 0,-19-43-262 0 0,0 0 0 0 0,0 1 0 0 0,0-1 0 0 0,1 0 0 0 0,-1-1 1 0 0,1 1-1 0 0,0 0 0 0 0,0-1 0 0 0,0 0 0 0 0,6 5 0 0 0,-6-6 8 0 0,0 1 0 0 0,0 0 0 0 0,1-1 0 0 0,-1 0 0 0 0,0 1 0 0 0,1-1 0 0 0,-1-1 0 0 0,1 1 0 0 0,-1 0 0 0 0,1-1 0 0 0,0 0 0 0 0,-1 0 0 0 0,1 0 0 0 0,-1 0 0 0 0,1 0 0 0 0,-1-1 0 0 0,1 0 0 0 0,-1 1 0 0 0,1-2 0 0 0,-1 1 0 0 0,1 0 0 0 0,-1 0 0 0 0,4-3 0 0 0,5-3-14 0 0,-1 1 1 0 0,0-1-1 0 0,-1-1 0 0 0,0 0 0 0 0,0 0 1 0 0,-1-1-1 0 0,1 0 0 0 0,-2 0 0 0 0,0-1 0 0 0,0-1 1 0 0,8-14-1 0 0,84-155-1058 0 0,-6 8-4153 0 0,-67 126 2512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22 467 7426 0 0,'0'0'373'0'0,"-22"6"9964"0"0,27-12-9210 0 0,26-62-326 0 0,13 1-605 0 0,3 2-1 0 0,3 2 0 0 0,94-91 1 0 0,-138 148-197 0 0,1 0 1 0 0,-1 1-1 0 0,1-1 1 0 0,1 2 0 0 0,-1-1-1 0 0,1 1 1 0 0,0 0-1 0 0,14-5 1 0 0,-21 9-1 0 0,-1 0 0 0 0,1 0 0 0 0,-1 0 0 0 0,0 0 0 0 0,1-1 0 0 0,-1 1 0 0 0,1 0 0 0 0,-1 0 0 0 0,1 0 0 0 0,-1 0 0 0 0,1 0 0 0 0,-1 1 0 0 0,1-1 0 0 0,-1 0 0 0 0,1 0 0 0 0,-1 0 0 0 0,1 0 0 0 0,-1 0 0 0 0,0 1 0 0 0,1-1 0 0 0,-1 0 0 0 0,1 0 0 0 0,-1 1 0 0 0,0-1 0 0 0,1 0 0 0 0,-1 1 0 0 0,0-1 0 0 0,1 0 0 0 0,-1 1 0 0 0,0-1 0 0 0,1 0 0 0 0,-1 1 0 0 0,0-1 0 0 0,1 2 0 0 0,2 16 14 0 0,-3-12-9 0 0,50 263 779 0 0,-38-214-633 0 0,-7-37-93 0 0,0-1 1 0 0,1 0 0 0 0,1 0-1 0 0,1-1 1 0 0,0 0 0 0 0,1 0-1 0 0,16 20 1 0 0,-12-28-2991 0 0,-7-4 492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94 132 768 0 0,'0'0'919'0'0,"-12"-21"7764"0"0,6 19-8041 0 0,0 1-1 0 0,0 0 1 0 0,1 0-1 0 0,-1 0 1 0 0,0 0-1 0 0,0 1 1 0 0,0 0-1 0 0,-9 2 1 0 0,-5-2 22 0 0,20 0-562 0 0,3-2-36 0 0,0 0-1 0 0,1 0 0 0 0,-1 0 1 0 0,0 0-1 0 0,1 1 0 0 0,-1-1 1 0 0,1 1-1 0 0,7-2 0 0 0,70-16 120 0 0,88-9 0 0 0,-124 21-151 0 0,95-4-1 0 0,-11 1-11 0 0,92-4 9 0 0,-16 30-39 0 0,-81-3 103 0 0,-85-10-110 0 0,13 2 23 0 0,1-2 1 0 0,71-6-1 0 0,-112 1 6 0 0,163-12 7 0 0,378 8 48 0 0,-490 6-70 0 0,83 2 27 0 0,110-2 65 0 0,-194 1-81 0 0,-1 3 1 0 0,99 18-1 0 0,-119-15-5 0 0,-4-4 35 0 0,0-1-1 0 0,63-4 1 0 0,-63 0-20 0 0,0 1 0 0 0,60 7 0 0 0,-56-2-8 0 0,1-2 0 0 0,51-3 0 0 0,-20-1-4 0 0,-52 1 0 0 0,29-5 0 0 0,-30 3 0 0 0,30-1 1 0 0,-36 6-2684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414 145 832 0 0,'0'0'1095'0'0,"0"-34"6299"0"0,0-77-1494 0 0,-1 111-5866 0 0,0 1 0 0 0,0-1 0 0 0,0 0 0 0 0,0 1 0 0 0,0-1 0 0 0,0 1 0 0 0,0-1 0 0 0,0 1 0 0 0,0 0 0 0 0,0-1 1 0 0,0 1-1 0 0,1 0 0 0 0,-1 0 0 0 0,0 0 0 0 0,0 1 0 0 0,-5 11 68 0 0,1 1 0 0 0,0 0 0 0 0,1 0 0 0 0,1 0 0 0 0,-3 16 0 0 0,-2 74 88 0 0,23 423 248 0 0,-9-432-320 0 0,-4 95 756 0 0,-2-111 652 0 0,-1-76-1496 0 0,1-1 0 0 0,-1 0 0 0 0,1 1-1 0 0,-1-1 1 0 0,0 0 0 0 0,0 0 0 0 0,0 1-1 0 0,0-1 1 0 0,0 0 0 0 0,0 0 0 0 0,0 0 0 0 0,-1 0-1 0 0,1 0 1 0 0,-1-1 0 0 0,0 1 0 0 0,1 0-1 0 0,-1-1 1 0 0,0 1 0 0 0,0-1 0 0 0,0 0 0 0 0,0 0-1 0 0,0 1 1 0 0,-3 0 0 0 0,-7 3 11 0 0,-1 1-1 0 0,-24 6 1 0 0,24-8 73 0 0,-22 4 71 0 0,-1 0 0 0 0,-50 3 0 0 0,20-3-105 0 0,43 1-33 0 0,17-1-60 0 0,6-8 13 0 0,0 1 1 0 0,0-1 0 0 0,0 1 0 0 0,1-1 0 0 0,-1 1-1 0 0,0-1 1 0 0,1 1 0 0 0,-1-1 0 0 0,0 0 0 0 0,1 1-1 0 0,-1-1 1 0 0,1 1 0 0 0,-1-1 0 0 0,1 0 0 0 0,-1 1-1 0 0,1-1 1 0 0,-1 0 0 0 0,1 0 0 0 0,-1 1-1 0 0,1-1 1 0 0,-1 0 0 0 0,2 0 0 0 0,23 9-10 0 0,1-2 0 0 0,1-1 0 0 0,-1-1 0 0 0,47 2 0 0 0,17 3 37 0 0,67 26-3 0 0,-156-36-19 0 0,0 0 0 0 0,0 0 1 0 0,1 1-1 0 0,-1-1 0 0 0,0 0 1 0 0,0 1-1 0 0,0-1 0 0 0,0 1 0 0 0,0 0 1 0 0,0-1-1 0 0,1 1 0 0 0,-2 0 1 0 0,1 0-1 0 0,0-1 0 0 0,0 1 0 0 0,0 0 1 0 0,0 0-1 0 0,0 0 0 0 0,-1 0 0 0 0,1 0 1 0 0,0 0-1 0 0,-1 0 0 0 0,1 1 1 0 0,-1-1-1 0 0,1 0 0 0 0,-1 0 0 0 0,0 0 1 0 0,1 0-1 0 0,-1 1 0 0 0,0-1 1 0 0,0 0-1 0 0,0 0 0 0 0,0 1 0 0 0,0-1 1 0 0,0 0-1 0 0,0 0 0 0 0,0 1 1 0 0,-1-1-1 0 0,1 0 0 0 0,0 0 0 0 0,-2 2 1 0 0,1 0 7 0 0,0 0 1 0 0,-1 0-1 0 0,0 0 1 0 0,1 0 0 0 0,-1 0-1 0 0,0-1 1 0 0,-1 1-1 0 0,1 0 1 0 0,0-1 0 0 0,-1 0-1 0 0,1 0 1 0 0,-1 1-1 0 0,-5 2 1 0 0,-38 15 64 0 0,0-2 1 0 0,-68 16-1 0 0,19-6 62 0 0,68-20-146 0 0,17-6 6 0 0,0 1 0 0 0,0 0 1 0 0,0 1-1 0 0,0 0 0 0 0,1 0 0 0 0,-1 1 0 0 0,1 1 0 0 0,0-1 0 0 0,-13 12 0 0 0,22-16-2 0 0,-1-1-1 0 0,1 0 0 0 0,-1 0 0 0 0,1 1 0 0 0,-1-1 0 0 0,1 0 1 0 0,0 1-1 0 0,-1-1 0 0 0,1 0 0 0 0,0 1 0 0 0,-1-1 1 0 0,1 0-1 0 0,0 1 0 0 0,-1-1 0 0 0,1 1 0 0 0,0-1 0 0 0,0 1 1 0 0,-1-1-1 0 0,1 1 0 0 0,0-1 0 0 0,0 1 0 0 0,0-1 0 0 0,0 1 1 0 0,0-1-1 0 0,0 1 0 0 0,0-1 0 0 0,0 1 0 0 0,0-1 1 0 0,0 1-1 0 0,0-1 0 0 0,0 1 0 0 0,0-1 0 0 0,0 1 0 0 0,0-1 1 0 0,1 1-1 0 0,-1-1 0 0 0,0 1 0 0 0,0-1 0 0 0,1 1 0 0 0,-1 0 1 0 0,20 6-39 0 0,-9-4 62 0 0,14 8-9 0 0,-14-6-5 0 0,0-1-1 0 0,0 0 0 0 0,0 0 0 0 0,15 2 1 0 0,289 40 8 0 0,-296-44-8 0 0,-15-2-3 0 0,0 0 0 0 0,1 1 0 0 0,-1-1 0 0 0,1 1 0 0 0,-1 0 0 0 0,0 0 0 0 0,0 0 0 0 0,0 0 0 0 0,0 1 0 0 0,0 0 0 0 0,5 2 0 0 0,-8-2 1 0 0,0-1 0 0 0,-1 0 0 0 0,0 0 0 0 0,1 1 1 0 0,-1-1-1 0 0,0 0 0 0 0,1 1 0 0 0,-1-1 0 0 0,0 0 0 0 0,0 1 1 0 0,0-1-1 0 0,0 0 0 0 0,0 1 0 0 0,-1-1 0 0 0,1 0 0 0 0,0 1 1 0 0,-1-1-1 0 0,1 0 0 0 0,0 0 0 0 0,-2 2 0 0 0,-12 27 47 0 0,6-22-43 0 0,-1 0-1 0 0,1 0 1 0 0,-1 0-1 0 0,-1-1 1 0 0,1-1-1 0 0,-15 8 0 0 0,-5 5-9 0 0,17-11 0 0 0,-37 26 34 0 0,-64 34 0 0 0,111-68-35 0 0,0 1-1 0 0,1 0 1 0 0,-1 0 0 0 0,1 0 0 0 0,-1 0 0 0 0,1 0 0 0 0,-1 0 0 0 0,1 0-1 0 0,-2 3 1 0 0,2-3 0 0 0,1-1 0 0 0,0 1 0 0 0,0-1 0 0 0,0 0 0 0 0,-1 1 0 0 0,1-1 0 0 0,0 1 0 0 0,0-1 0 0 0,0 0 0 0 0,0 1 0 0 0,0-1 0 0 0,0 1 0 0 0,0-1-1 0 0,0 0 1 0 0,0 1 0 0 0,0-1 0 0 0,0 1 0 0 0,0-1 0 0 0,0 1 0 0 0,0-1 0 0 0,1 0 0 0 0,-1 1 0 0 0,0-1 0 0 0,0 1 0 0 0,0-1 0 0 0,1 1 0 0 0,2 1-8 0 0,-1 1 0 0 0,1-1 0 0 0,0 1 1 0 0,0-1-1 0 0,1 0 0 0 0,-1 0 0 0 0,6 2 0 0 0,17 12-19 0 0,-21-11 26 0 0,-1 0 0 0 0,-1 0 0 0 0,1 0 1 0 0,-1 1-1 0 0,0-1 0 0 0,0 1 0 0 0,0-1 0 0 0,-1 1 0 0 0,2 7 0 0 0,14 59-21 0 0,-16-61 22 0 0,12 81 7 0 0,4 140 0 0 0,-16-222 1 0 0,-1 0-1 0 0,1 0 1 0 0,1 1-1 0 0,0-2 1 0 0,7 17-1 0 0,-5-13-9 0 0,0 0 0 0 0,4 21 0 0 0,1 44 21 0 0,0 113 1 0 0,-8-147-6 0 0,-5 372 378 0 0,1-348 0 0 0,2-40-8622 0 0,0-28 8096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20 4417 0 0,'-34'0'5200'0'0,"8"-1"-2201"0"0,0 1 1 0 0,-52 8-1 0 0,77-8-2925 0 0,-1 1 1 0 0,1-1-1 0 0,0 0 0 0 0,0 0 1 0 0,0 1-1 0 0,-1-1 1 0 0,1 0-1 0 0,0 1 1 0 0,0-1-1 0 0,0 1 0 0 0,0 0 1 0 0,0-1-1 0 0,0 1 1 0 0,0 0-1 0 0,-2 1 1 0 0,3-2-63 0 0,0 1 1 0 0,0-1 0 0 0,0 0 0 0 0,0 1 0 0 0,1-1-1 0 0,-1 0 1 0 0,0 1 0 0 0,0-1 0 0 0,0 1 0 0 0,0-1-1 0 0,0 0 1 0 0,0 1 0 0 0,1-1 0 0 0,-1 0 0 0 0,0 1-1 0 0,0-1 1 0 0,0 0 0 0 0,1 0 0 0 0,-1 1 0 0 0,0-1-1 0 0,1 0 1 0 0,-1 0 0 0 0,0 1 0 0 0,0-1 0 0 0,1 0 0 0 0,-1 0-1 0 0,0 0 1 0 0,1 1 0 0 0,-1-1 0 0 0,1 0 0 0 0,5 3 7 0 0,0-1 0 0 0,0 0 0 0 0,0 0 0 0 0,10 2 0 0 0,5-1 54 0 0,0-1 1 0 0,1-1-1 0 0,-1-1 0 0 0,28-3 1 0 0,87-18 337 0 0,-98 15-225 0 0,13-4 9 0 0,-6 2-92 0 0,83-6 0 0 0,-67 13 66 0 0,1 3 0 0 0,75 12 1 0 0,-116-13 251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 11747 0 0,'-9'6'6720'0'0,"107"-13"-4348"0"0,-81 6-5266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13443 0 0,'0'12'5621'0'0,"2"-10"-5537"0"0,1-1 1 0 0,-1 0-1 0 0,0 0 0 0 0,1 0 0 0 0,-1 0 0 0 0,1-1 1 0 0,-1 1-1 0 0,1 0 0 0 0,0-1 0 0 0,-1 0 1 0 0,1 0-1 0 0,-1 0 0 0 0,5 0 0 0 0,34-4-207 0 0,-11-7-3589 0 0,-18 5 779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81 240 3105 0 0,'-6'-127'10010'0'0,"1"116"-8258"0"0,5 11-1732 0 0,-1 0 0 0 0,1 0 1 0 0,0 0-1 0 0,0-1 0 0 0,0 1 1 0 0,0 0-1 0 0,-1 0 0 0 0,1 0 1 0 0,0 0-1 0 0,0 0 1 0 0,0 0-1 0 0,0-1 0 0 0,-1 1 1 0 0,1 0-1 0 0,0 0 0 0 0,0 0 1 0 0,0 0-1 0 0,-1 0 0 0 0,1 0 1 0 0,0 0-1 0 0,0 0 1 0 0,-1 0-1 0 0,1 0 0 0 0,0 0 1 0 0,0 0-1 0 0,0 0 0 0 0,-1 0 1 0 0,1 0-1 0 0,0 0 0 0 0,0 0 1 0 0,0 0-1 0 0,-1 1 1 0 0,1-1-1 0 0,0 0 0 0 0,0 0 1 0 0,0 0-1 0 0,0 0 0 0 0,-1 0 1 0 0,1 0-1 0 0,0 1 0 0 0,0-1 1 0 0,0 0-1 0 0,0 0 1 0 0,0 0-1 0 0,-1 0 0 0 0,1 1 1 0 0,0-1-1 0 0,0 0 0 0 0,0 0 1 0 0,0 0-1 0 0,0 1 0 0 0,0-1 1 0 0,0 0-1 0 0,0 0 0 0 0,0 0 1 0 0,0 1-1 0 0,0-1 1 0 0,0 0-1 0 0,0 0 0 0 0,0 0 1 0 0,0 1-1 0 0,0-1 0 0 0,0 0 1 0 0,0 1-1 0 0,-10 50 669 0 0,-4 94 0 0 0,11-108-471 0 0,-2 22 68 0 0,-9 199 1602 0 0,5-354-1630 0 0,7 39-225 0 0,-1-30-15 0 0,3 0 0 0 0,14-105 1 0 0,-12 182-39 0 0,0-1 1 0 0,1 0-1 0 0,0 1 0 0 0,1 0 1 0 0,0 0-1 0 0,0 0 1 0 0,1 0-1 0 0,9-14 1 0 0,-12 23 18 0 0,-1 0 0 0 0,0 0 1 0 0,1 0-1 0 0,-1 0 1 0 0,0 0-1 0 0,1 0 0 0 0,0 0 1 0 0,-1 0-1 0 0,1 0 1 0 0,-1 1-1 0 0,1-1 1 0 0,2 0-1 0 0,10-5-15 0 0,-11 4 7 0 0,0 0 0 0 0,0 1 1 0 0,0-1-1 0 0,0 1 1 0 0,0 0-1 0 0,0 0 1 0 0,1 0-1 0 0,-1 0 0 0 0,0 0 1 0 0,0 1-1 0 0,1 0 1 0 0,-1-1-1 0 0,0 1 1 0 0,1 1-1 0 0,-1-1 0 0 0,6 1 1 0 0,-7 0 9 0 0,1 0 1 0 0,-1-1-1 0 0,0 1 1 0 0,0 0-1 0 0,0 0 1 0 0,0 0-1 0 0,0 0 1 0 0,0 1-1 0 0,0-1 0 0 0,-1 1 1 0 0,1-1-1 0 0,0 1 1 0 0,-1-1-1 0 0,1 1 1 0 0,-1 0-1 0 0,1 0 1 0 0,-1 0-1 0 0,0 0 1 0 0,0 0-1 0 0,0 0 0 0 0,0 0 1 0 0,0 0-1 0 0,-1 0 1 0 0,2 4-1 0 0,0 6 21 0 0,-1-6-3 0 0,0 0-1 0 0,1 1 0 0 0,0-1 1 0 0,0 0-1 0 0,4 8 0 0 0,-3-8-1 0 0,-1-1 0 0 0,0 1 0 0 0,0 0 0 0 0,0-1 0 0 0,-1 1 0 0 0,0 0 1 0 0,0 0-1 0 0,-1 0 0 0 0,1 0 0 0 0,-1 0 0 0 0,-1 0 0 0 0,1 0 0 0 0,-1 0 0 0 0,0 0 0 0 0,-2 8 0 0 0,0-5 31 0 0,0-1 0 0 0,0 1 0 0 0,-1-1 0 0 0,0 0 0 0 0,-1 0 0 0 0,1 0 0 0 0,-1-1 0 0 0,-1 0-1 0 0,-10 11 1 0 0,12-14-32 0 0,0-1 0 0 0,-1 0-1 0 0,0 0 1 0 0,0 0 0 0 0,0 0 0 0 0,-5 1-1 0 0,-22 14 132 0 0,31-18-144 0 0,0 0 0 0 0,1 1 0 0 0,-1-1 0 0 0,0 0 0 0 0,1 1 0 0 0,-1-1 0 0 0,1 1 1 0 0,-1-1-1 0 0,0 1 0 0 0,1-1 0 0 0,-1 1 0 0 0,1-1 0 0 0,0 1 0 0 0,-1 0 0 0 0,1-1 1 0 0,-1 1-1 0 0,1 0 0 0 0,0-1 0 0 0,0 1 0 0 0,-1 0 0 0 0,1-1 0 0 0,0 1 0 0 0,0 0 1 0 0,0 0-1 0 0,0-1 0 0 0,0 1 0 0 0,0 0 0 0 0,0 0 0 0 0,0-1 0 0 0,0 2 0 0 0,1 0 4 0 0,1 0-1 0 0,-1 0 1 0 0,1-1 0 0 0,-1 1-1 0 0,1-1 1 0 0,0 1-1 0 0,0-1 1 0 0,3 3-1 0 0,-3-3-1 0 0,186 120 404 0 0,-183-118-569 0 0,0 0 0 0 0,0-1 0 0 0,0 0-1 0 0,1 0 1 0 0,-1 0 0 0 0,1-1 0 0 0,6 2 0 0 0,-9-3-685 0 0,0 0 1 0 0,0 0-1 0 0,0 0 1 0 0,0 0-1 0 0,0 0 1 0 0,-1 0-1 0 0,1-1 1 0 0,0 1-1 0 0,5-3 1 0 0,-2 0-2550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28 3161 0 0,'-13'-3'7608'0'0,"-6"-11"-2867"0"0,3 4-2897 0 0,16 10-1813 0 0,-1 0 0 0 0,1 0 0 0 0,0 0-1 0 0,-1 0 1 0 0,1 0 0 0 0,-1 0 0 0 0,1 0-1 0 0,0 0 1 0 0,-1 1 0 0 0,1-1-1 0 0,-1 0 1 0 0,1 0 0 0 0,0 0 0 0 0,-1 0-1 0 0,1 1 1 0 0,0-1 0 0 0,-1 0 0 0 0,1 0-1 0 0,0 1 1 0 0,0-1 0 0 0,-1 0 0 0 0,1 1-1 0 0,0-1 1 0 0,0 0 0 0 0,-1 1 0 0 0,1-1-1 0 0,0 0 1 0 0,0 1 0 0 0,0-1-1 0 0,0 1 1 0 0,0-1 0 0 0,-1 0 0 0 0,1 1-1 0 0,0-1 1 0 0,0 1 0 0 0,0-1 0 0 0,0 0-1 0 0,0 1 1 0 0,0-1 0 0 0,0 1 0 0 0,1-1-1 0 0,-4 25 50 0 0,3-21 22 0 0,-14 266 1670 0 0,12-180-1006 0 0,3-89-754 0 0,-1 0 1 0 0,1 1 0 0 0,-1-1 0 0 0,1 0 0 0 0,0 0-1 0 0,-1 0 1 0 0,1 0 0 0 0,0 0 0 0 0,0 0 0 0 0,0 0-1 0 0,0 0 1 0 0,-1 0 0 0 0,1 0 0 0 0,0 0 0 0 0,1-1-1 0 0,-1 1 1 0 0,0 0 0 0 0,0-1 0 0 0,0 1 0 0 0,0-1-1 0 0,2 1 1 0 0,27 9 38 0 0,-9-7 5 0 0,0 0 1 0 0,0-2-1 0 0,1 0 1 0 0,24-3-1 0 0,8 0 255 0 0,-39 1-1275 0 0,-2-6-7318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6473 0 0,'-10'0'7648'0'0,"-9"0"-4080"0"0,80 1-2241 0 0,-30 0-2349 0 0,0 0-5794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5953 0 0,'0'0'1454'0'0,"0"10"4788"0"0,0 1-3884 0 0,2-9-2297 0 0,0 0-1 0 0,0 0 1 0 0,0 0-1 0 0,0 0 0 0 0,1-1 1 0 0,-1 1-1 0 0,1-1 1 0 0,-1 0-1 0 0,0 0 0 0 0,1 0 1 0 0,4 2-1 0 0,29 5-1463 0 0,-24-6 101 0 0,1-2-1435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19 5105 0 0,'-15'-6'2970'0'0,"14"5"-2676"0"0,1 1-1 0 0,-1-1 1 0 0,1 0 0 0 0,-1 1 0 0 0,1-1-1 0 0,-1 0 1 0 0,1 1 0 0 0,-1-1-1 0 0,0 1 1 0 0,1-1 0 0 0,-1 1 0 0 0,0-1-1 0 0,1 1 1 0 0,-1-1 0 0 0,0 1-1 0 0,-1-1 1 0 0,-15-1 985 0 0,16 2-1223 0 0,-31 0 2134 0 0,31 0-2185 0 0,0 1 1 0 0,1 0-1 0 0,-1-1 1 0 0,0 1 0 0 0,1 0-1 0 0,-1-1 1 0 0,1 1-1 0 0,-1 0 1 0 0,1-1-1 0 0,-1 1 1 0 0,1 0-1 0 0,-1 0 1 0 0,1 0-1 0 0,0 0 1 0 0,0 0-1 0 0,-1-1 1 0 0,1 1 0 0 0,0 0-1 0 0,0 2 1 0 0,0-3 47 0 0,0 0-40 0 0,0 1 0 0 0,0-1 0 0 0,0 0-1 0 0,0 1 1 0 0,0-1 0 0 0,0 0 0 0 0,0 1 0 0 0,-1-1 0 0 0,1 0 0 0 0,0 1 0 0 0,0-1-1 0 0,0 0 1 0 0,0 1 0 0 0,0-1 0 0 0,-1 0 0 0 0,1 1 0 0 0,0-1 0 0 0,0 0 0 0 0,-1 0-1 0 0,1 1 1 0 0,0-1 0 0 0,0 0 0 0 0,-1 0 0 0 0,1 1 0 0 0,0-1 0 0 0,-1 0 0 0 0,1 0 0 0 0,0 0-1 0 0,-1 0 1 0 0,1 1 0 0 0,0-1 0 0 0,-1 0 0 0 0,1 0 0 0 0,-1 0 0 0 0,-3 0-1 0 0,4 0-3 0 0,0 1 0 0 0,-1-1 0 0 0,1 0 0 0 0,0 0 0 0 0,-1 0 0 0 0,1 0 0 0 0,0 0 0 0 0,-1 0 0 0 0,1 0 0 0 0,0 0 0 0 0,-1 0 0 0 0,1 0 0 0 0,0 0 0 0 0,-1 0 0 0 0,1 0 0 0 0,-1 0 0 0 0,1 0 0 0 0,0 0 0 0 0,-1 0 0 0 0,1 0 0 0 0,0-1 0 0 0,-1 1 0 0 0,1 0 0 0 0,0 0 1 0 0,0 0-1 0 0,-1 0 0 0 0,1-1 0 0 0,0 1 0 0 0,0 0 0 0 0,-1 0 0 0 0,1-1 0 0 0,0 1 0 0 0,0 0 0 0 0,-1-1 0 0 0,1 1 0 0 0,0 0 0 0 0,0-1 0 0 0,0 1 0 0 0,5-6 111 0 0,-5 6-107 0 0,0 0 0 0 0,1 0 0 0 0,-1 0 0 0 0,0 0 1 0 0,0-1-1 0 0,0 1 0 0 0,0 0 0 0 0,0 0 0 0 0,0 0 1 0 0,1 0-1 0 0,-1 0 0 0 0,0 0 0 0 0,0 0 0 0 0,0-1 1 0 0,0 1-1 0 0,0 0 0 0 0,0 0 0 0 0,0 0 0 0 0,0 0 1 0 0,0 0-1 0 0,0-1 0 0 0,0 1 0 0 0,0 0 0 0 0,0 0 1 0 0,0 0-1 0 0,0 0 0 0 0,0 0 0 0 0,0-1 1 0 0,0 1-1 0 0,0 0 0 0 0,0 0 0 0 0,0 0 0 0 0,0 0 1 0 0,0 0-1 0 0,0-1 0 0 0,0 1 0 0 0,0 0 0 0 0,0 0 1 0 0,0 0-1 0 0,0 0 0 0 0,0 0 0 0 0,0-1 0 0 0,0 1 1 0 0,0 0-1 0 0,-1 0 0 0 0,1 0 0 0 0,0 0 0 0 0,0 0 1 0 0,0 0-1 0 0,0 0 0 0 0,0 0 0 0 0,0-1 0 0 0,-1 1 1 0 0,1 0-1 0 0,0 0 0 0 0,0 0 0 0 0,0 0 0 0 0,0 0 1 0 0,-1 0 6 0 0,1 0-25 0 0,0 0 9 0 0,0 0-1 0 0,0-1 1 0 0,0 1-1 0 0,-1 0 1 0 0,1 0-1 0 0,0 0 1 0 0,0 0-1 0 0,0-1 1 0 0,0 1-1 0 0,-1 0 1 0 0,1 0-1 0 0,0 0 1 0 0,0 0 0 0 0,0 0-1 0 0,-1 0 1 0 0,1 0-1 0 0,0 0 1 0 0,0 0-1 0 0,0 0 1 0 0,-1 0-1 0 0,1 0 1 0 0,0 0-1 0 0,0 0 1 0 0,0 0-1 0 0,-1 0 1 0 0,1 0-1 0 0,0 0 1 0 0,0 0-1 0 0,0 0 1 0 0,-1 0-1 0 0,1 0 1 0 0,0 0 0 0 0,0 0-1 0 0,0 0 1 0 0,-1 0-1 0 0,1 0 1 0 0,0 1-1 0 0,0-1 1 0 0,0 0-1 0 0,-1 0 1 0 0,1 0-1 0 0,0 0 1 0 0,0 0-1 0 0,0 1 1 0 0,0-1-1 0 0,0 0 1 0 0,0 0-1 0 0,-1 0 1 0 0,1 1 0 0 0,0-1-1 0 0,0 0 1 0 0,0 0-1 0 0,0 0 1 0 0,0 1-1 0 0,0-1 1 0 0,0 0-1 0 0,0 0 1 0 0,0 0-1 0 0,0 1 1 0 0,0-1-1 0 0,0 1 0 0 0,-1 0-1 0 0,1 0 1 0 0,-1 0-1 0 0,1-1 0 0 0,-1 1 1 0 0,1 0-1 0 0,-1 0 1 0 0,0-1-1 0 0,1 1 1 0 0,-1 0-1 0 0,0-1 0 0 0,1 1 1 0 0,-1 0-1 0 0,0-1 1 0 0,0 1-1 0 0,0-1 1 0 0,0 0-1 0 0,1 1 0 0 0,-1-1 1 0 0,0 0-1 0 0,-2 1 1 0 0,3-1 31 0 0,-29 0 129 0 0,28 0-163 0 0,1 0 1 0 0,0 0-1 0 0,-1 0 1 0 0,1 0-1 0 0,-1 0 0 0 0,1 0 1 0 0,-1 0-1 0 0,1 0 0 0 0,0 0 1 0 0,-1 0-1 0 0,1 0 1 0 0,-1 0-1 0 0,1 0 0 0 0,0 0 1 0 0,-1 1-1 0 0,1-1 0 0 0,-1 0 1 0 0,1 0-1 0 0,0 0 0 0 0,-1 1 1 0 0,1-1-1 0 0,0 0 1 0 0,-1 1-1 0 0,1-1 0 0 0,-1 1 1 0 0,-1 1 6 0 0,-5 2-19 0 0,7-4 13 0 0,0 0-1 0 0,-1 0 1 0 0,1 1-1 0 0,0-1 1 0 0,-1 0 0 0 0,1 0-1 0 0,0 0 1 0 0,-1 0-1 0 0,1 0 1 0 0,0 1-1 0 0,0-1 1 0 0,-1 0 0 0 0,1 0-1 0 0,0 1 1 0 0,0-1-1 0 0,-1 0 1 0 0,1 0 0 0 0,0 1-1 0 0,0-1 1 0 0,0 0-1 0 0,-1 1 1 0 0,1-1-1 0 0,0 0 1 0 0,0 1 0 0 0,0-1-1 0 0,0 0 1 0 0,0 1-1 0 0,-22 2 39 0 0,22-3-51 0 0,-29 0 95 0 0,28 0-82 0 0,0 1 1 0 0,0-1 0 0 0,-1 0 0 0 0,1 0-1 0 0,0 0 1 0 0,0 0 0 0 0,0 0 0 0 0,0 0-1 0 0,0 0 1 0 0,-1-1 0 0 0,1 1-1 0 0,0 0 1 0 0,0-1 0 0 0,0 1 0 0 0,0 0-1 0 0,0-1 1 0 0,0 1 0 0 0,0-1 0 0 0,0 0-1 0 0,0 1 1 0 0,0-1 0 0 0,0 0-1 0 0,0 0 1 0 0,1 1 0 0 0,-2-2 0 0 0,2 1-3 0 0,0 0 0 0 0,0 0 0 0 0,0 0 0 0 0,1 1 0 0 0,-1-1 0 0 0,0 0 0 0 0,0 0 0 0 0,1 0 0 0 0,-1 1 0 0 0,0-1 0 0 0,1 0 0 0 0,-1 1 0 0 0,1-1 0 0 0,-1 0 0 0 0,1 1 0 0 0,-1-1 0 0 0,1 0 0 0 0,-1 1 0 0 0,1-1 0 0 0,0 1 0 0 0,-1-1 0 0 0,1 1 0 0 0,1-1 0 0 0,3-2 27 0 0,0 1 0 0 0,0 0 0 0 0,1 0 0 0 0,-1 0 0 0 0,0 1 0 0 0,1 0 0 0 0,-1 0 0 0 0,1 0 0 0 0,-1 1 0 0 0,1 0 0 0 0,-1 0 0 0 0,1 0 0 0 0,-1 1 0 0 0,1-1 0 0 0,-1 1 0 0 0,1 1 0 0 0,-1-1 0 0 0,1 1 0 0 0,-1 0 0 0 0,0 0 0 0 0,8 5 0 0 0,-10-4 12 0 0,0 0 0 0 0,0 0 0 0 0,0 0 0 0 0,-1 0 0 0 0,1 0 0 0 0,-1 1 0 0 0,0-1 0 0 0,0 1 0 0 0,0 0 0 0 0,2 7-1 0 0,11 45 271 0 0,-10-34-175 0 0,-2-11-85 0 0,-2-6-12 0 0,0-1 0 0 0,0 1 0 0 0,0-1 0 0 0,1 1 1 0 0,0-1-1 0 0,3 6 0 0 0,-3-6 10 0 0,1 1-1 0 0,-1 0 0 0 0,0 1 1 0 0,0-1-1 0 0,0 0 1 0 0,-1 0-1 0 0,0 1 0 0 0,0-1 1 0 0,0 1-1 0 0,-1-1 1 0 0,0 1-1 0 0,0-1 0 0 0,-2 12 1 0 0,1-7 9 0 0,-2 0-1 0 0,1 0 1 0 0,-1-1 0 0 0,-1 1 0 0 0,0-1-1 0 0,-8 16 1 0 0,3-8-9 0 0,7-13-26 0 0,0 0 0 0 0,0 0 0 0 0,0-1 1 0 0,-1 1-1 0 0,1-1 0 0 0,-1 1 0 0 0,1-1 1 0 0,-1 0-1 0 0,-6 5 0 0 0,-6 4 29 0 0,2-2 27 0 0,1-1 1 0 0,-1 1-1 0 0,0-2 0 0 0,-1 0 1 0 0,0 0-1 0 0,0-2 0 0 0,-1 1 1 0 0,-15 3-1 0 0,16-3 78 0 0,-5 4-13 0 0,19-11-139 0 0,0 0 1 0 0,-1 0-1 0 0,1 1 0 0 0,-1-1 1 0 0,1 0-1 0 0,0 0 1 0 0,-1 0-1 0 0,1 0 0 0 0,-1 0 1 0 0,1 0-1 0 0,0 0 0 0 0,-1 0 1 0 0,1 0-1 0 0,-1 0 0 0 0,1 0 1 0 0,-1 0-1 0 0,1 0 1 0 0,-1 0-1 0 0,1 0 0 0 0,0 0 1 0 0,-1-1-1 0 0,1 1 0 0 0,-1 0 1 0 0,1 0-1 0 0,0 0 0 0 0,-1-1 1 0 0,1 1-1 0 0,0 0 0 0 0,-1-1 1 0 0,1 1-1 0 0,0 0 1 0 0,0-1-1 0 0,-1 1 0 0 0,1-1 1 0 0,-1 1-6 0 0,1-1 0 0 0,0 0 0 0 0,0 1 0 0 0,0-1 0 0 0,-1 0 1 0 0,1 1-1 0 0,0-1 0 0 0,0 0 0 0 0,0 1 0 0 0,0-1 1 0 0,0 0-1 0 0,0 1 0 0 0,0-1 0 0 0,1 0 0 0 0,-1 1 0 0 0,0-1 1 0 0,0 0-1 0 0,0 1 0 0 0,1-1 0 0 0,-1 1 0 0 0,0-1 0 0 0,1 0 1 0 0,-1 1-1 0 0,0-1 0 0 0,1 1 0 0 0,-1-1 0 0 0,1 1 0 0 0,-1-1 1 0 0,1 1-1 0 0,-1-1 0 0 0,1 1 0 0 0,-1 0 0 0 0,2-1 1 0 0,23-12-59 0 0,-14 8 36 0 0,-4 1 23 0 0,1 1-1 0 0,0 0 0 0 0,0 0 0 0 0,0 0 1 0 0,0 1-1 0 0,0 0 0 0 0,1 1 0 0 0,-1 0 1 0 0,1 0-1 0 0,15 1 0 0 0,7 3 25 0 0,50 10 0 0 0,-10-2 36 0 0,-63-10-156 0 0,1 0-1 0 0,0-1 1 0 0,0 0-1 0 0,16-2 1 0 0,-20 1-503 0 0,-1 0 0 0 0,0 0 1 0 0,1-1-1 0 0,-1 0 0 0 0,0 0 0 0 0,0 0 1 0 0,4-3-1 0 0,23-13-4746 0 0,-16 5 800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31 9954 0 0,'-16'-12'5608'0'0,"13"10"-5241"0"0,-1 0 0 0 0,1 0 0 0 0,-1 0 1 0 0,1 1-1 0 0,-1 0 0 0 0,-5-2 0 0 0,8 3-325 0 0,0 0 0 0 0,0 0 0 0 0,0 0 0 0 0,0 0-1 0 0,0-1 1 0 0,0 1 0 0 0,1 1 0 0 0,-1-1 0 0 0,0 0 0 0 0,0 0 0 0 0,0 0 0 0 0,0 0-1 0 0,0 1 1 0 0,0-1 0 0 0,0 0 0 0 0,1 1 0 0 0,-1-1 0 0 0,0 0 0 0 0,0 1-1 0 0,0 0 1 0 0,1-1 0 0 0,-1 1 0 0 0,0-1 0 0 0,1 1 0 0 0,-1 0 0 0 0,0-1 0 0 0,1 1-1 0 0,-1 0 1 0 0,1 0 0 0 0,-1-1 0 0 0,1 1 0 0 0,-1 0 0 0 0,1 0 0 0 0,-1 1 0 0 0,-11 57 718 0 0,10-46-649 0 0,0 0-1 0 0,-1-1 1 0 0,0 1 0 0 0,-1-1-1 0 0,-7 16 1 0 0,7-19-83 0 0,0-1 1 0 0,1 1-1 0 0,0 0 1 0 0,0 0-1 0 0,1 0 0 0 0,-2 18 1 0 0,4-22-15 0 0,-1 1-1 0 0,1 0 1 0 0,0-1 0 0 0,1 1 0 0 0,-1-1 0 0 0,1 1 0 0 0,0-1-1 0 0,0 1 1 0 0,1-1 0 0 0,0 0 0 0 0,0 0 0 0 0,5 10 0 0 0,-3-11 12 0 0,0-1 0 0 0,0 1 0 0 0,1-1 0 0 0,-1 0 0 0 0,1-1 0 0 0,0 1 0 0 0,0-1 0 0 0,0 0 0 0 0,9 3 0 0 0,-9-4-6 0 0,-1-1 0 0 0,1 1 0 0 0,0-1 0 0 0,0 0 1 0 0,0 0-1 0 0,-1 0 0 0 0,1 0 0 0 0,0-1 1 0 0,0 0-1 0 0,-1 0 0 0 0,1-1 0 0 0,0 1 0 0 0,-1-1 1 0 0,9-4-1 0 0,12-3 53 0 0,-19 6-56 0 0,-1 1 1 0 0,1-1 0 0 0,-1 0 0 0 0,0-1-1 0 0,0 1 1 0 0,-1-1 0 0 0,1 0-1 0 0,-1 0 1 0 0,0 0 0 0 0,0-1 0 0 0,0 1-1 0 0,0-1 1 0 0,-1 0 0 0 0,0 0-1 0 0,0 0 1 0 0,0-1 0 0 0,-1 1 0 0 0,1-1-1 0 0,-1 0 1 0 0,2-9 0 0 0,-2 8 12 0 0,0-1 0 0 0,0 1 0 0 0,7-11 0 0 0,-7 13-14 0 0,1-1 0 0 0,-1 1-1 0 0,0 0 1 0 0,0-1 0 0 0,-1 1 0 0 0,0-1 0 0 0,0 0 0 0 0,1-8 0 0 0,-2 7 4 0 0,-1 0 0 0 0,0 1 1 0 0,0-1-1 0 0,0 0 1 0 0,-1 1-1 0 0,0-1 0 0 0,0 1 1 0 0,-6-12-1 0 0,6 15-19 0 0,0-1 0 0 0,0 1-1 0 0,0 0 1 0 0,0 0 0 0 0,0 0 0 0 0,-1 0-1 0 0,1 1 1 0 0,-1-1 0 0 0,0 0 0 0 0,0 1 0 0 0,0 0-1 0 0,0 0 1 0 0,0 0 0 0 0,0 0 0 0 0,-1 0-1 0 0,1 1 1 0 0,-5-2 0 0 0,-15-7-300 0 0,18 8 324 0 0,-1-1 1 0 0,1 1-1 0 0,0 0 1 0 0,-1 0-1 0 0,-9-2 0 0 0,14 4-187 0 0,-1 0-1 0 0,1 0 0 0 0,0 0 0 0 0,-1 0 0 0 0,1 0 0 0 0,0 0 1 0 0,0 1-1 0 0,-1-1 0 0 0,1 0 0 0 0,0 1 0 0 0,0-1 0 0 0,-1 1 1 0 0,1-1-1 0 0,0 1 0 0 0,0 0 0 0 0,0-1 0 0 0,0 1 0 0 0,0 0 1 0 0,0 0-1 0 0,0 0 0 0 0,0 0 0 0 0,0 0 0 0 0,0 0 0 0 0,0 0 0 0 0,0 0 1 0 0,1 0-1 0 0,-1 0 0 0 0,1 0 0 0 0,-1 1 0 0 0,0 0 0 0 0,-4 11-1910 0 0,-3 1-373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9794 0 0,'-1'-30'6169'0'0,"1"11"-2535"0"0,5 42-2631 0 0,3 15-861 0 0,-2 1 0 0 0,-1 0-1 0 0,-3 0 1 0 0,0 0-1 0 0,-3 0 1 0 0,-11 77-1 0 0,9-96-1491 0 0,3-6-4560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11987 0 0,'-14'0'3754'0'0,"7"0"-3391"0"0,1 1-1 0 0,-1 0 1 0 0,0 0 0 0 0,0 0 0 0 0,1 1 0 0 0,-1 0 0 0 0,1 0 0 0 0,-1 0-1 0 0,1 1 1 0 0,-6 4 0 0 0,7-4-297 0 0,0 0-1 0 0,0 0 1 0 0,1 0-1 0 0,-1 1 1 0 0,1 0-1 0 0,0 0 1 0 0,0 0 0 0 0,1 1-1 0 0,-1-1 1 0 0,1 1-1 0 0,0 0 1 0 0,0 0-1 0 0,1 0 1 0 0,-1 0-1 0 0,1 0 1 0 0,0 0 0 0 0,0 1-1 0 0,1-1 1 0 0,-2 12-1 0 0,2-12-52 0 0,0 0 1 0 0,0 0-1 0 0,-1-1 0 0 0,1 1 0 0 0,-1 0 0 0 0,-4 7 1 0 0,3-8-9 0 0,1 1 1 0 0,-1 0 0 0 0,1-1 0 0 0,1 1 0 0 0,-1 0 0 0 0,-1 10 0 0 0,2-5 2 0 0,1 0 0 0 0,0 0 0 0 0,2 15 0 0 0,-1-21 6 0 0,0 0 0 0 0,-1 0 0 0 0,1 0 0 0 0,1 0 0 0 0,-1-1 0 0 0,0 1 0 0 0,1-1 0 0 0,0 1 0 0 0,0-1 0 0 0,0 1 0 0 0,4 5 0 0 0,0-6-125 0 0,-1 0 1 0 0,0 0 0 0 0,0 0 0 0 0,1-1 0 0 0,6 3 0 0 0,-6-3-112 0 0,-1 0-218 0 0,1-1 1 0 0,-1 1 0 0 0,0-1 0 0 0,1-1-1 0 0,-1 1 1 0 0,0-1 0 0 0,1 0-1 0 0,-1 0 1 0 0,1 0 0 0 0,-1-1-1 0 0,0 0 1 0 0,1 0 0 0 0,-1 0 0 0 0,6-2-1 0 0,8-5-1825 0 0,-1 0 0 0 0,26-15-1 0 0,-31 16 1139 0 0,-6 3 993 0 0,-1-1 0 0 0,0 1 0 0 0,0-1 0 0 0,0 0 0 0 0,-1-1 0 0 0,0 1 0 0 0,0-1 0 0 0,0 0 0 0 0,0-1 0 0 0,-1 1 0 0 0,5-12 0 0 0,-4 9 809 0 0,-1-1-1 0 0,0 0 0 0 0,-1-1 0 0 0,3-14 0 0 0,0 3 2766 0 0,-6 21-3192 0 0,1 0 0 0 0,-1 0 0 0 0,0 0 0 0 0,0 1 0 0 0,1-1 0 0 0,-1 0 0 0 0,1 0 0 0 0,-1 1 0 0 0,0-1 0 0 0,1 0 0 0 0,-1 1 0 0 0,1-1 0 0 0,0 0 0 0 0,-1 1 0 0 0,1-1 0 0 0,-1 1 0 0 0,1-1 0 0 0,0 1 0 0 0,0-1 0 0 0,-1 1 0 0 0,1 0 0 0 0,0-1 0 0 0,1 0 0 0 0,-1 2-133 0 0,0 0 1 0 0,0 0-1 0 0,0 0 0 0 0,0 0 1 0 0,0 0-1 0 0,-1 0 1 0 0,1 0-1 0 0,0 0 1 0 0,-1 0-1 0 0,1 0 0 0 0,-1 0 1 0 0,1 1-1 0 0,-1-1 1 0 0,1 0-1 0 0,-1 0 1 0 0,0 0-1 0 0,0 1 1 0 0,1-1-1 0 0,-1 0 0 0 0,0 1 1 0 0,0 1-1 0 0,0 2 142 0 0,8 23 537 0 0,8 46 1249 0 0,-15-68-1916 0 0,-1 0 0 0 0,1-1 0 0 0,-1 1 0 0 0,0 0 0 0 0,-1 0 0 0 0,1-1 0 0 0,-1 1-1 0 0,0 0 1 0 0,-1-1 0 0 0,-2 7 0 0 0,2-8-115 0 0,0-1-1 0 0,0 0 1 0 0,-1 0-1 0 0,0 0 1 0 0,1-1-1 0 0,-1 1 1 0 0,0-1-1 0 0,0 1 1 0 0,-1-1-1 0 0,1 0 1 0 0,0 0-1 0 0,-1-1 1 0 0,1 1-1 0 0,-7 1 1 0 0,-14 9-11 0 0,21-10-226 0 0,-1 0 0 0 0,1-1 0 0 0,-1 1 0 0 0,1-1 0 0 0,-1 0 0 0 0,0 0 0 0 0,0 0 0 0 0,-4 0 0 0 0,-12-4-4495 0 0,19 3 4213 0 0,0-1-1 0 0,0 1 0 0 0,0-1 1 0 0,0 0-1 0 0,1 1 1 0 0,-1-1-1 0 0,0 0 0 0 0,0 1 1 0 0,0-1-1 0 0,1 0 1 0 0,-1 0-1 0 0,0 0 0 0 0,1 0 1 0 0,-1 0-1 0 0,0-1 1 0 0,-4-11-2333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2985 0 0,'0'-9'4366'0'0,"3"-4"-3427"0"0,0 0 0 0 0,1 0 0 0 0,1 0-1 0 0,0 0 1 0 0,0 1 0 0 0,1 0 0 0 0,14-21 0 0 0,-17 30-820 0 0,0 1 0 0 0,1 0 0 0 0,-1-1 0 0 0,0 1 0 0 0,0 0 0 0 0,1 1 0 0 0,0-1 0 0 0,-1 1 0 0 0,1-1 1 0 0,0 1-1 0 0,-1 0 0 0 0,8-1 0 0 0,20-8 363 0 0,-26 8-367 0 0,-1 0 0 0 0,1-1 0 0 0,0 2-1 0 0,0-1 1 0 0,0 1 0 0 0,0 0 0 0 0,0 0 0 0 0,1 0 0 0 0,-1 0 0 0 0,0 1 0 0 0,0 0 0 0 0,0 0 0 0 0,1 1 0 0 0,6 1 0 0 0,-8-2-35 0 0,-1 1 1 0 0,1 0-1 0 0,-1 0 1 0 0,0 0-1 0 0,0 0 0 0 0,0 1 1 0 0,1-1-1 0 0,-1 1 0 0 0,-1 0 1 0 0,1 0-1 0 0,0 0 1 0 0,0 0-1 0 0,-1 0 0 0 0,1 1 1 0 0,-1-1-1 0 0,0 1 0 0 0,1 0 1 0 0,-1-1-1 0 0,-1 1 1 0 0,1 0-1 0 0,3 6 0 0 0,1 14 255 0 0,-4-16-227 0 0,0-1 0 0 0,0 1 0 0 0,1-1-1 0 0,4 10 1 0 0,-3-8 39 0 0,0 1 1 0 0,-1 0 0 0 0,0 0-1 0 0,-1 1 1 0 0,0-1 0 0 0,0 1-1 0 0,-1-1 1 0 0,0 1-1 0 0,0-1 1 0 0,-1 1 0 0 0,-2 10-1 0 0,2 1 88 0 0,0-21-225 0 0,0 1 0 0 0,0-1 1 0 0,0 1-1 0 0,0 0 0 0 0,0-1 0 0 0,0 1 1 0 0,0-1-1 0 0,0 1 0 0 0,1 0 1 0 0,-1-1-1 0 0,0 1 0 0 0,0-1 1 0 0,1 1-1 0 0,-1-1 0 0 0,0 1 1 0 0,1-1-1 0 0,-1 1 0 0 0,0-1 0 0 0,1 1 1 0 0,-1-1-1 0 0,1 1 0 0 0,-1-1 1 0 0,1 0-1 0 0,-1 1 0 0 0,1-1 1 0 0,0 1-1 0 0,18 0 95 0 0,-14-2-117 0 0,0 0 1 0 0,-1 0 0 0 0,1-1 0 0 0,-1 1 0 0 0,9-5 0 0 0,-1-3-1346 0 0,0-1 0 0 0,-1 0 0 0 0,0 0 0 0 0,15-20 0 0 0,-21 25 435 0 0,10-13-4381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140 232 1272 0 0,'0'0'78'0'0,"-20"-1"1874"0"0,-48-7 5758 0 0,61 7-6905 0 0,4 1-574 0 0,0 0 1 0 0,0-1 0 0 0,0 1 0 0 0,0-1-1 0 0,0 1 1 0 0,0-1 0 0 0,0 0-1 0 0,0 0 1 0 0,0 0 0 0 0,1-1-1 0 0,-1 1 1 0 0,0-1 0 0 0,-4-3 0 0 0,11 4-211 0 0,0 0 0 0 0,0 1 1 0 0,0-1-1 0 0,1 1 1 0 0,-1 0-1 0 0,4 0 1 0 0,-7 0-18 0 0,42 2 82 0 0,79 15 0 0 0,0 0 73 0 0,601-14 99 0 0,-464-9-181 0 0,438-36 562 0 0,-143-32 753 0 0,-412 50-1341 0 0,109-18 61 0 0,-146 32-25 0 0,151 5 0 0 0,10 0 396 0 0,-154-11 542 0 0,-77 9-770 0 0,0 2 0 0 0,42-1 0 0 0,-68 6-631 0 0,12 0 978 0 0,-6 0-5891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38 347 1632 0 0,'-5'-64'6071'0'0,"0"-3"-3731"0"0,2-101 4771 0 0,3 166-6971 0 0,-1 1 0 0 0,1-1-1 0 0,0 0 1 0 0,0 0 0 0 0,-1 0-1 0 0,1 1 1 0 0,-1-1-1 0 0,1 0 1 0 0,-1 0 0 0 0,0 1-1 0 0,0-1 1 0 0,0 1 0 0 0,0-1-1 0 0,0 0 1 0 0,0 1 0 0 0,-2-3-1 0 0,-9-12 159 0 0,14 22-290 0 0,-1 0 0 0 0,1 0 1 0 0,-1 0-1 0 0,-1 0 1 0 0,1 6-1 0 0,1 14 6 0 0,92 496 150 0 0,-74-404 394 0 0,4 125 1 0 0,-25-109 165 0 0,-5-121-1803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 10874 0 0,'-94'0'6806'0'0,"94"0"-6786"0"0,8 0 18 0 0,98 11 77 0 0,140-6-1 0 0,110-25 395 0 0,-14 10-174 0 0,-342 10-422 0 0,0 0 0 0 0,0 0 0 0 0,0 0 0 0 0,0 0 0 0 0,0 0 0 0 0,-19 18-13993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6713 0 0,'-7'1'468'0'0,"0"-1"-1"0"0,0 1 0 0 0,0 1 0 0 0,-11 3 1 0 0,1 0 239 0 0,-127 33 4970 0 0,107-27-4145 0 0,37-11-1516 0 0,0 0 0 0 0,-1 0 0 0 0,1 0-1 0 0,0-1 1 0 0,-1 1 0 0 0,1 0-1 0 0,0 1 1 0 0,-1-1 0 0 0,1 0 0 0 0,0 0-1 0 0,-1 0 1 0 0,1 0 0 0 0,0 0 0 0 0,-1 0-1 0 0,1 0 1 0 0,0 0 0 0 0,-1 1 0 0 0,1-1-1 0 0,0 0 1 0 0,0 0 0 0 0,-1 0 0 0 0,1 1-1 0 0,0-1 1 0 0,0 0 0 0 0,-1 0-1 0 0,1 1 1 0 0,0-1 0 0 0,0 0 0 0 0,0 0-1 0 0,-1 1 1 0 0,1-1 0 0 0,0 0 0 0 0,0 1-1 0 0,0-1 1 0 0,0 0 0 0 0,0 1 0 0 0,0-1-1 0 0,0 0 1 0 0,0 1 0 0 0,0-1 0 0 0,0 0-1 0 0,0 1 1 0 0,0-1 0 0 0,0 0-1 0 0,0 1 1 0 0,0-1 0 0 0,0 0 0 0 0,0 1-1 0 0,0-1 1 0 0,0 0 0 0 0,0 1 0 0 0,0-1-1 0 0,1 0 1 0 0,-1 1 0 0 0,0-1 0 0 0,0 0-1 0 0,0 0 1 0 0,1 1 0 0 0,-1-1 0 0 0,0 0-1 0 0,0 0 1 0 0,1 1 0 0 0,-1-1 0 0 0,0 0-1 0 0,1 0 1 0 0,20 13 30 0 0,-21-13-41 0 0,19 7 77 0 0,0 0 0 0 0,1-1-1 0 0,0 0 1 0 0,0-2 0 0 0,38 3 0 0 0,-18-4 101 0 0,1-3-1 0 0,41-4 1 0 0,66-15 151 0 0,-74 8-224 0 0,101-2 1 0 0,-1 13-704 0 0,-174 0 307 0 0,0 0-1 0 0,1 0 0 0 0,-1 0 0 0 0,1 0 0 0 0,-1 1 1 0 0,1-1-1 0 0,-1 0 0 0 0,1 0 0 0 0,-1 0 0 0 0,1 0 1 0 0,-1 1-1 0 0,0-1 0 0 0,1 0 0 0 0,-1 0 0 0 0,1 1 1 0 0,-1-1-1 0 0,0 0 0 0 0,1 1 0 0 0,-1-1 0 0 0,0 0 1 0 0,1 1-1 0 0,-1-1 0 0 0,0 1 0 0 0,0-1 0 0 0,0 0 1 0 0,1 1-1 0 0,-1-1 0 0 0,0 1 0 0 0,0-1 0 0 0,0 1 1 0 0,0-1-1 0 0,0 1 0 0 0,1-1 0 0 0,-1 0 0 0 0,0 2 1 0 0,0 5-4598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11218 0 0,'0'0'367'0'0,"-6"1"4794"0"0,5-1-5048 0 0,0 0 0 0 0,0 0 0 0 0,0 0 0 0 0,0 1 0 0 0,0-1 0 0 0,0 0 0 0 0,1 1 0 0 0,-1-1 0 0 0,0 1 0 0 0,0-1 0 0 0,0 1 0 0 0,1-1 0 0 0,-1 1 1 0 0,0 0-1 0 0,-1 1 0 0 0,-2 12 10 0 0,0 1 1 0 0,0 0 0 0 0,1 0 0 0 0,1 0-1 0 0,1 0 1 0 0,0 18 0 0 0,10 100 120 0 0,-4-67-130 0 0,6 236 185 0 0,7 89 29 0 0,-6-292-219 0 0,5 66 174 0 0,-16-136-279 0 0,-1 0 1 0 0,-2 0-1 0 0,-7 46 0 0 0,8-70-573 0 0,0 2-831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 9090 0 0,'-1'0'208'0'0,"0"0"1"0"0,0 0 0 0 0,0 0-1 0 0,0 0 1 0 0,0 0-1 0 0,0 0 1 0 0,0 0-1 0 0,0 1 1 0 0,0-1-1 0 0,0 0 1 0 0,0 1-1 0 0,0-1 1 0 0,0 1 0 0 0,0-1-1 0 0,0 1 1 0 0,0 0-1 0 0,1-1 1 0 0,-1 1-1 0 0,-1 1 1 0 0,3 5 1283 0 0,13-2-916 0 0,21-1 353 0 0,0-1 1 0 0,60-3-1 0 0,74-15 612 0 0,-17 1-1113 0 0,23 8-667 0 0,-170 5-1374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14419 0 0,'-15'18'3489'0'0,"15"-17"-3442"0"0,1 1 1 0 0,0-1-1 0 0,-1 0 1 0 0,1 0-1 0 0,0 0 0 0 0,0 0 1 0 0,-1 0-1 0 0,1 0 1 0 0,0 0-1 0 0,0 0 0 0 0,0 0 1 0 0,0-1-1 0 0,0 1 1 0 0,0 0-1 0 0,0 0 1 0 0,1-1-1 0 0,-1 1 0 0 0,0-1 1 0 0,0 1-1 0 0,3 0 1 0 0,26 8 83 0 0,-24-8-139 0 0,-1-1 1 0 0,1 1-1 0 0,-1-1 1 0 0,1 0-1 0 0,-1 0 1 0 0,8-2-1 0 0,-9 2-439 0 0,-1-1 0 0 0,1 0 0 0 0,-1-1 0 0 0,1 1 0 0 0,-1 0 0 0 0,5-3 0 0 0,8-8-2715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422 165 6809 0 0,'-3'-10'4478'0'0,"-5"-7"-4174"0"0,2 8 18 0 0,3 2 9 0 0,-2-5 713 0 0,0 0 0 0 0,-13-20 1 0 0,16 29-862 0 0,0 0 0 0 0,0 0 0 0 0,-1 1 0 0 0,1-1 1 0 0,-1 1-1 0 0,1 0 0 0 0,-1-1 0 0 0,0 1 0 0 0,0 0 1 0 0,0 0-1 0 0,0 1 0 0 0,0-1 0 0 0,0 1 0 0 0,0 0 1 0 0,-5-2-1 0 0,-25-11 957 0 0,29 12-1017 0 0,-1-1-1 0 0,1 1 1 0 0,-1 0 0 0 0,0 0 0 0 0,1 1-1 0 0,-1-1 1 0 0,-8 0 0 0 0,7 2-59 0 0,-1-1 0 0 0,1 1 0 0 0,0 1-1 0 0,0-1 1 0 0,-1 1 0 0 0,1 1 0 0 0,0-1 0 0 0,0 1 0 0 0,0 0 0 0 0,0 0 0 0 0,0 1 0 0 0,0-1 0 0 0,-5 5 0 0 0,3-2-36 0 0,0 1 0 0 0,1 0 0 0 0,0 1 0 0 0,1-1 0 0 0,-1 1 0 0 0,1 0-1 0 0,0 1 1 0 0,-5 9 0 0 0,1 1-21 0 0,1 0 0 0 0,0 1 0 0 0,2 0 0 0 0,0 1 0 0 0,1 0 0 0 0,1 0-1 0 0,-4 32 1 0 0,7-39 9 0 0,-1 0 0 0 0,-6 17 0 0 0,6-23-7 0 0,0 0 0 0 0,1-1 0 0 0,0 1 0 0 0,1 0 1 0 0,0 1-1 0 0,0-1 0 0 0,0 0 0 0 0,1 0 0 0 0,0 0 0 0 0,0 0 1 0 0,1 1-1 0 0,2 12 0 0 0,-2-16 3 0 0,0 1-1 0 0,1-1 1 0 0,-1 0-1 0 0,1 1 1 0 0,0-1-1 0 0,0 0 1 0 0,0 0-1 0 0,0 0 1 0 0,1-1-1 0 0,0 1 1 0 0,0 0-1 0 0,0-1 1 0 0,0 0-1 0 0,0 0 1 0 0,0 0 0 0 0,6 4-1 0 0,5 0 33 0 0,1 0 1 0 0,-1-1-1 0 0,2-1 0 0 0,-1 0 1 0 0,0-1-1 0 0,1-1 0 0 0,24 3 1 0 0,-33-5-29 0 0,0 0 0 0 0,0 1 0 0 0,0 0-1 0 0,0 0 1 0 0,10 5 0 0 0,-10-4 13 0 0,1 0 1 0 0,0 0-1 0 0,0-1 0 0 0,14 3 0 0 0,-13-4-104 0 0,0-1 0 0 0,0 0 0 0 0,0-1 0 0 0,14-2 0 0 0,16-8-7300 0 0,-27 6 3305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 8826 0 0,'-11'-2'6859'0'0,"1"-2"-4635"0"0,-8-1-1624 0 0,18 6-585 0 0,0 0 0 0 0,0 0-1 0 0,0-1 1 0 0,-1 1 0 0 0,1 0-1 0 0,0 0 1 0 0,0 0 0 0 0,0-1 0 0 0,0 1-1 0 0,0 0 1 0 0,0 0 0 0 0,0 0-1 0 0,1-1 1 0 0,-1 1 0 0 0,0 0-1 0 0,1 1 1 0 0,-1-1 7 0 0,7 32 303 0 0,-1-1 0 0 0,-2 2 0 0 0,-1-1-1 0 0,-2 0 1 0 0,-4 56 0 0 0,-4-46 193 0 0,-15 48-1 0 0,-4 32 664 0 0,25-121-1136 0 0,1 1-1 0 0,-1-1 0 0 0,1 1 1 0 0,0 0-1 0 0,0-1 0 0 0,0 1 1 0 0,1 0-1 0 0,0 2 1 0 0,-1-4-36 0 0,0 0 0 0 0,1 0 0 0 0,-1 0 1 0 0,1 0-1 0 0,0 0 0 0 0,-1 0 1 0 0,1-1-1 0 0,0 1 0 0 0,-1 0 1 0 0,1-1-1 0 0,0 1 0 0 0,0 0 1 0 0,0-1-1 0 0,-1 1 0 0 0,1-1 1 0 0,0 1-1 0 0,0-1 0 0 0,0 1 0 0 0,0-1 1 0 0,0 0-1 0 0,0 1 0 0 0,2-1 1 0 0,8 2 0 0 0,0 0 0 0 0,1-1 0 0 0,-1-1 0 0 0,0 0 0 0 0,1 0 0 0 0,-1-1 0 0 0,19-4 1 0 0,81-24 31 0 0,-89 22-8 0 0,23-10-829 0 0,-16 4-3719 0 0,-19 9 1789 0 0,2 0-715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14179 0 0,'-12'2'4644'0'0,"0"2"-3487"0"0,13-3-1147 0 0,-1 0-1 0 0,1 0 0 0 0,1 0 1 0 0,-1 0-1 0 0,0-1 0 0 0,0 1 1 0 0,0 0-1 0 0,0 0 0 0 0,1-1 1 0 0,-1 1-1 0 0,0-1 0 0 0,0 1 1 0 0,1-1-1 0 0,-1 1 0 0 0,0-1 1 0 0,1 0-1 0 0,-1 0 0 0 0,2 0 1 0 0,-1 1 0 0 0,18 3 31 0 0,1-1-1 0 0,28 0 0 0 0,-10-2-5136 0 0</inkml:trace>
  <inkml:trace contextRef="#ctx0" brushRef="#br0" timeOffset="1">38 239 9698 0 0,'5'0'5264'0'0,"5"0"-3644"0"0,71-1 1894 0 0,4-1-6781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2745 0 0,'0'0'816'0'0,"9"-31"10070"0"0,-8 76-5487 0 0,5 139-4715 0 0,38 218 1538 0 0,-41-359-1215 0 0,-3-26-2737 0 0,2 0-6260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11010 0 0,'-1'-17'8481'0'0,"18"100"-7860"0"0,-3 0 0 0 0,-4 0 0 0 0,-3 1 1 0 0,-6 101-1 0 0,-5-125-239 0 0,1-14-1745 0 0,2-14-4856 0 0,1-29 3801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6193 0 0,'0'-12'2739'0'0,"0"5"-1722"0"0,0 0 0 0 0,0 0 0 0 0,0 0 0 0 0,4-14 0 0 0,-3 19-897 0 0,0-1 0 0 0,0 1 0 0 0,0-1 0 0 0,0 1 0 0 0,1-1 0 0 0,-1 1 0 0 0,1 0 0 0 0,0 0 1 0 0,0 0-1 0 0,-1 0 0 0 0,1 0 0 0 0,0 0 0 0 0,1 0 0 0 0,-1 1 0 0 0,0-1 0 0 0,4-1 0 0 0,0 0 17 0 0,0 0 0 0 0,1 1-1 0 0,-1 0 1 0 0,0 0 0 0 0,1 0 0 0 0,-1 1-1 0 0,1 0 1 0 0,0 1 0 0 0,-1-1 0 0 0,1 1 0 0 0,0 0-1 0 0,-1 1 1 0 0,12 1 0 0 0,-13-1-36 0 0,1 1-1 0 0,-1-1 1 0 0,0 1 0 0 0,1 0 0 0 0,-1 0 0 0 0,0 0 0 0 0,0 1-1 0 0,0 0 1 0 0,0 0 0 0 0,-1 0 0 0 0,1 0 0 0 0,-1 1 0 0 0,0 0-1 0 0,0 0 1 0 0,0 0 0 0 0,4 6 0 0 0,-3-3 50 0 0,0 1 0 0 0,-1 0-1 0 0,0 0 1 0 0,0 0 0 0 0,-1 1 0 0 0,0-1 0 0 0,0 1 0 0 0,1 9 0 0 0,6 16 453 0 0,-7-28-464 0 0,-1 0 0 0 0,0 0-1 0 0,0 0 1 0 0,-1 1 0 0 0,1-1 0 0 0,-1 8-1 0 0,-1-12-117 0 0,0 0-1 0 0,0 1 1 0 0,-1-1-1 0 0,1 0 1 0 0,-1 0-1 0 0,1 0 1 0 0,-1 0-1 0 0,0 1 1 0 0,0-1-1 0 0,0 0 0 0 0,0 0 1 0 0,0-1-1 0 0,0 1 1 0 0,-1 0-1 0 0,1 0 1 0 0,-1-1-1 0 0,1 1 1 0 0,-1 0-1 0 0,0-1 1 0 0,1 0-1 0 0,-1 1 0 0 0,-4 1 1 0 0,-17 9-217 0 0,0-2 0 0 0,-1 0-1 0 0,0-2 1 0 0,-1 0 0 0 0,0-2 0 0 0,-29 4 0 0 0,36-6-842 0 0,9 2-4263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268 107 9810 0 0,'-11'-25'4192'0'0,"4"12"-3079"0"0,6 11-925 0 0,-1-1 0 0 0,1 1 0 0 0,-1 0 1 0 0,1 0-1 0 0,-1-1 0 0 0,0 1 0 0 0,0 1 0 0 0,0-1 0 0 0,0 0 0 0 0,0 0 0 0 0,-1 1 0 0 0,-1-2 0 0 0,-35-17 1385 0 0,11 7-520 0 0,26 12-1015 0 0,0 0 1 0 0,1 0 0 0 0,-1 0 0 0 0,0 0 0 0 0,-1 0-1 0 0,1 0 1 0 0,0 1 0 0 0,0-1 0 0 0,0 1-1 0 0,0-1 1 0 0,0 1 0 0 0,-1 0 0 0 0,1 0 0 0 0,0 0-1 0 0,0 0 1 0 0,0 0 0 0 0,-1 1 0 0 0,1-1-1 0 0,0 1 1 0 0,0-1 0 0 0,0 1 0 0 0,0 0 0 0 0,0 0-1 0 0,0 0 1 0 0,0 0 0 0 0,0 0 0 0 0,0 0-1 0 0,0 1 1 0 0,1-1 0 0 0,-1 0 0 0 0,0 1 0 0 0,1-1-1 0 0,-1 1 1 0 0,1 0 0 0 0,0 0 0 0 0,0-1-1 0 0,-1 1 1 0 0,0 2 0 0 0,-9 25 49 0 0,2 1-1 0 0,0 0 1 0 0,2 0 0 0 0,-4 40 0 0 0,10-61-81 0 0,-1 1-1 0 0,0-1 1 0 0,0 0 0 0 0,-8 17 0 0 0,7-18-5 0 0,0 1 1 0 0,0 0-1 0 0,0-1 1 0 0,1 1 0 0 0,-1 16-1 0 0,3 7 14 0 0,1 0 0 0 0,1 0 1 0 0,2 0-1 0 0,2 0 0 0 0,1-1 0 0 0,12 35 0 0 0,80 176 210 0 0,-93-229-169 0 0,-1 1 1 0 0,0 0-1 0 0,-1 1 0 0 0,3 20 1 0 0,-6-27 20 0 0,0 1 0 0 0,0 0 1 0 0,-1 0-1 0 0,0 0 1 0 0,-1 0-1 0 0,0 0 0 0 0,0 0 1 0 0,-4 13-1 0 0,4-20-111 0 0,0-1-1 0 0,1 0 1 0 0,-1 0 0 0 0,0 0 0 0 0,0 0-1 0 0,1 0 1 0 0,-1 0 0 0 0,0 0-1 0 0,0 0 1 0 0,0 0 0 0 0,0 0 0 0 0,-1 0-1 0 0,1-1 1 0 0,0 1 0 0 0,0 0-1 0 0,0-1 1 0 0,-1 1 0 0 0,1-1 0 0 0,0 1-1 0 0,0-1 1 0 0,-1 0 0 0 0,1 1-1 0 0,0-1 1 0 0,-1 0 0 0 0,1 0 0 0 0,-3 0-1 0 0,3 0-353 0 0,-1 0 0 0 0,0 0 0 0 0,0 0 0 0 0,1-1 0 0 0,-1 1 0 0 0,0 0-1 0 0,0-1 1 0 0,1 1 0 0 0,-1-1 0 0 0,0 0 0 0 0,1 0 0 0 0,-1 1 0 0 0,1-1-1 0 0,-1 0 1 0 0,1 0 0 0 0,-1-1 0 0 0,1 1 0 0 0,0 0 0 0 0,-1 0 0 0 0,-1-3-1 0 0,-6-10-3298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50 10098 0 0,'-8'1'5990'0'0,"-7"1"-2918"0"0,16-1-3030 0 0,-1 0 0 0 0,1-1 1 0 0,0 1-1 0 0,-1 0 0 0 0,1-1 0 0 0,0 1 0 0 0,0-1 1 0 0,0 1-1 0 0,-1-1 0 0 0,1 0 0 0 0,0 1 0 0 0,0-1 1 0 0,0 0-1 0 0,0 0 0 0 0,0 1 0 0 0,0-1 0 0 0,-1 0 1 0 0,1 0-1 0 0,0 0 0 0 0,0 0 0 0 0,1 0 0 0 0,2 0 45 0 0,24 3 110 0 0,1-2 0 0 0,-1-1 1 0 0,1-1-1 0 0,30-5 0 0 0,118-28 122 0 0,-75 13-12 0 0,-91 20 219 0 0,-1 0 0 0 0,20 1-1 0 0,-14 0-6195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417 192 8 0 0,'3'-3'599'0'0,"-1"0"0"0"0,0 0 0 0 0,0-1 0 0 0,-1 1 0 0 0,1 0 0 0 0,0-1 0 0 0,-1 1 0 0 0,0-1 0 0 0,0 1 0 0 0,0-1 0 0 0,0 1 0 0 0,-1-1 0 0 0,1-5 0 0 0,-1-56 1007 0 0,-1 36 229 0 0,1 21-1493 0 0,0 5-78 0 0,0 1-1 0 0,0-1 1 0 0,0 0 0 0 0,0 1 0 0 0,0-1-1 0 0,-1 1 1 0 0,-1-6 0 0 0,2 8-216 0 0,-1-1 0 0 0,1 0 1 0 0,-1 0-1 0 0,1 1 0 0 0,-1-1 1 0 0,0 0-1 0 0,1 1 0 0 0,-1-1 1 0 0,0 1-1 0 0,0-1 0 0 0,1 1 1 0 0,-1-1-1 0 0,0 1 0 0 0,0-1 1 0 0,0 1-1 0 0,0 0 0 0 0,0-1 1 0 0,1 1-1 0 0,-1 0 0 0 0,0 0 0 0 0,0 0 1 0 0,0 0-1 0 0,0 0 0 0 0,0 0 1 0 0,0 0-1 0 0,-1 0 0 0 0,1 0-15 0 0,0 0 0 0 0,-1 0-1 0 0,1 1 1 0 0,0-1-1 0 0,0 0 1 0 0,0 1-1 0 0,0-1 1 0 0,-1 1 0 0 0,1 0-1 0 0,0-1 1 0 0,0 1-1 0 0,0 0 1 0 0,0-1 0 0 0,0 1-1 0 0,0 0 1 0 0,1 0-1 0 0,-1 0 1 0 0,0 0 0 0 0,0 0-1 0 0,1 0 1 0 0,-1 0-1 0 0,0 0 1 0 0,1 0-1 0 0,-1 0 1 0 0,1 0 0 0 0,-1 1-1 0 0,1-1 1 0 0,0 0-1 0 0,-1 2 1 0 0,-1 6-1 0 0,1 0 0 0 0,0 0-1 0 0,-1 10 1 0 0,1-4 130 0 0,0-3 5 0 0,1-6 0 0 0,-1 1 0 0 0,0 0 0 0 0,0-1 0 0 0,0 1 0 0 0,-5 11 0 0 0,-1-1-929 0 0,6-6-3631 0 0,1-11 4204 0 0,0-1 0 0 0,0 1 0 0 0,1 0 0 0 0,-1 0 0 0 0,0 0 0 0 0,0 0 0 0 0,1 0 0 0 0,-1 0 0 0 0,0-1 0 0 0,1 1 0 0 0,-1 0 0 0 0,0 0 0 0 0,0 0 0 0 0,1 0 0 0 0,-1 0 0 0 0,0 0 0 0 0,1 0 0 0 0,-1 0 0 0 0,0 0 0 0 0,0 0 0 0 0,1 0 0 0 0,-1 0 0 0 0,0 0 0 0 0,1 1 0 0 0,-1-1 0 0 0,0 0-1 0 0,0 0 1 0 0,1 0 0 0 0,-1 0 0 0 0,0 0 0 0 0,0 1 0 0 0,1-1 0 0 0,-1 0 0 0 0,1 1-378 0 0,10 6-1545 0 0,-11-7 2163 0 0,1 0 38 0 0,-1 1 0 0 0,1-1 1 0 0,-1 0-1 0 0,0 1 0 0 0,1-1 1 0 0,-1 0-1 0 0,1 0 0 0 0,-1 1 1 0 0,1-1-1 0 0,0 0 0 0 0,-1 0 1 0 0,1 0-1 0 0,-1 0 0 0 0,1 0 1 0 0,-1 0-1 0 0,1 0 0 0 0,-1 0 1 0 0,1 0-1 0 0,0 0 0 0 0,-1 0 1 0 0,1 0-1 0 0,-1 0 0 0 0,1 0 0 0 0,-1 0 1 0 0,1 0-1 0 0,-1-1 0 0 0,1 1 1 0 0,-1 0-1 0 0,1 0 0 0 0,-1-1 1 0 0,1 1-1 0 0,-1 0 0 0 0,1-1 1 0 0,-1 1-1 0 0,1 0 0 0 0,-1-1 1 0 0,0 1-1 0 0,1-1 0 0 0,-1 1 1 0 0,0-1-1 0 0,1 1 0 0 0,-1-1 1 0 0,0 1-1 0 0,0-1 0 0 0,0 1 0 0 0,1-1 1 0 0,-1 1-1 0 0,0-1 0 0 0,0 1 1 0 0,0-1-1 0 0,0 1 0 0 0,0-1 1 0 0,0 0-1 0 0,0 1 0 0 0,0-1 1 0 0,0 0-1 0 0,0-2 303 0 0,0 1 1 0 0,0 0-1 0 0,-1 0 0 0 0,1-1 1 0 0,-1 1-1 0 0,1 0 0 0 0,-1 0 1 0 0,0 0-1 0 0,0 0 0 0 0,0 0 0 0 0,0-1 1 0 0,0 2-1 0 0,-2-4 0 0 0,-1 1-132 0 0,2 2-243 0 0,0 1 1 0 0,1-1-1 0 0,-1 1 1 0 0,0-1-1 0 0,1 1 0 0 0,0-1 1 0 0,-1 0-1 0 0,1 0 0 0 0,0 1 1 0 0,0-1-1 0 0,0 0 0 0 0,0 0 1 0 0,1 0-1 0 0,-1 0 0 0 0,0 0 1 0 0,0-3-1 0 0,25 4 85 0 0,-24 0-68 0 0,0-28 124 0 0,-1 28-115 0 0,1 0 1 0 0,-1 0-1 0 0,1 0 0 0 0,-1 0 1 0 0,0 0-1 0 0,1 0 1 0 0,-1 0-1 0 0,0 0 1 0 0,0 1-1 0 0,1-1 1 0 0,-1 0-1 0 0,0 0 1 0 0,0 1-1 0 0,0-1 1 0 0,0 0-1 0 0,0 1 0 0 0,0-1 1 0 0,0 1-1 0 0,0-1 1 0 0,0 1-1 0 0,0 0 1 0 0,0-1-1 0 0,0 1 1 0 0,-1 0-1 0 0,1 0 1 0 0,-1 0-1 0 0,-36-5 297 0 0,34 4-309 0 0,-12 0 131 0 0,-1 0 1 0 0,-26 3-1 0 0,36-1-138 0 0,0 0 1 0 0,0 1-1 0 0,0-1 1 0 0,0 1-1 0 0,1 1 0 0 0,-1-1 1 0 0,1 1-1 0 0,-11 7 1 0 0,10-5-27 0 0,0 1-1 0 0,0 0 1 0 0,1 0 0 0 0,0 1 0 0 0,0-1 0 0 0,1 2 0 0 0,0-1-1 0 0,0 0 1 0 0,-7 17 0 0 0,-2 7 14 0 0,-11 42 1 0 0,17-50-14 0 0,-5 31-20 0 0,11-41 35 0 0,-1 0-1 0 0,-1-1 1 0 0,-8 23 0 0 0,6-22 3 0 0,1 0 0 0 0,1 1 1 0 0,0-1-1 0 0,1 1 0 0 0,1 0 1 0 0,0 0-1 0 0,1 0 0 0 0,0 0 0 0 0,1 1 1 0 0,2 18-1 0 0,1-8 66 0 0,2-1 1 0 0,0 0-1 0 0,1 0 1 0 0,1 0-1 0 0,12 25 1 0 0,-15-39-11 0 0,1 0 0 0 0,0 0 1 0 0,8 12-1 0 0,-11-20-52 0 0,0 1 1 0 0,0-1-1 0 0,0 0 0 0 0,0 0 0 0 0,1 0 0 0 0,-1 0 0 0 0,1 0 0 0 0,-1 0 0 0 0,1 0 0 0 0,0-1 0 0 0,-1 1 0 0 0,1-1 0 0 0,0 0 0 0 0,0 0 1 0 0,0 0-1 0 0,4 0 0 0 0,-2 1 16 0 0,0-1 1 0 0,1 1 0 0 0,-1 0-1 0 0,10 5 1 0 0,-11-5-12 0 0,0 0-1 0 0,0 0 1 0 0,0 0-1 0 0,1-1 1 0 0,-1 1 0 0 0,0-1-1 0 0,1 0 1 0 0,-1-1-1 0 0,6 1 1 0 0,-4-1-107 0 0,-1 0 1 0 0,1-1-1 0 0,0 0 1 0 0,-1 0-1 0 0,1 0 1 0 0,-1-1-1 0 0,1 0 1 0 0,5-3-1 0 0,39-24-5207 0 0,-49 28 5193 0 0,12-8-2302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11 7130 0 0,'-8'-5'2957'0'0,"-4"-1"-536"0"0,6 6-2203 0 0,0 0 0 0 0,0 1 0 0 0,1 0 0 0 0,-1 0 0 0 0,0 0 0 0 0,0 0 0 0 0,1 1 0 0 0,-8 3 0 0 0,10-3-199 0 0,0-1 1 0 0,1 1-1 0 0,-1-1 0 0 0,1 1 1 0 0,0 0-1 0 0,-1 0 0 0 0,1 0 0 0 0,0 0 1 0 0,0 0-1 0 0,0 1 0 0 0,1-1 1 0 0,-1 0-1 0 0,0 1 0 0 0,1 0 0 0 0,0-1 1 0 0,0 1-1 0 0,-1 0 0 0 0,1 3 1 0 0,-6 27 156 0 0,6-25-129 0 0,-1 0 1 0 0,1 0-1 0 0,-1-1 1 0 0,-1 1-1 0 0,-6 14 1 0 0,8-20-26 0 0,-1 1 1 0 0,1 0-1 0 0,-1 0 0 0 0,1 0 1 0 0,0 0-1 0 0,0 0 0 0 0,0 0 1 0 0,0 0-1 0 0,1 0 0 0 0,-1 0 1 0 0,1 0-1 0 0,0 1 0 0 0,0-1 1 0 0,0 0-1 0 0,0 0 0 0 0,1 0 1 0 0,-1 0-1 0 0,1 1 0 0 0,0-1 1 0 0,0 0-1 0 0,0 0 0 0 0,0 0 1 0 0,3 5-1 0 0,-2-5 50 0 0,1 0 1 0 0,-1-1-1 0 0,0 1 0 0 0,1-1 0 0 0,0 1 1 0 0,0-1-1 0 0,-1 0 0 0 0,1 0 1 0 0,0 0-1 0 0,1-1 0 0 0,-1 1 0 0 0,0-1 1 0 0,0 1-1 0 0,1-1 0 0 0,-1 0 0 0 0,1 0 1 0 0,-1-1-1 0 0,1 1 0 0 0,-1-1 0 0 0,8 0 1 0 0,-9 0 25 0 0,0 0-1 0 0,1 0 1 0 0,-1 0 0 0 0,1-1 0 0 0,-1 1 0 0 0,0-1 0 0 0,1 1-1 0 0,-1-1 1 0 0,0 0 0 0 0,0 0 0 0 0,1 0 0 0 0,-1-1 0 0 0,0 1 0 0 0,0 0-1 0 0,0-1 1 0 0,-1 1 0 0 0,1-1 0 0 0,3-3 0 0 0,-2 1 8 0 0,0-1 0 0 0,0 0 0 0 0,0 0 1 0 0,0 0-1 0 0,-1 0 0 0 0,0-1 0 0 0,2-5 0 0 0,-2 4-66 0 0,-1 0-1 0 0,0 0 1 0 0,0 0 0 0 0,-1-1-1 0 0,0 1 1 0 0,0 0-1 0 0,-1 0 1 0 0,0-1 0 0 0,0 1-1 0 0,0 0 1 0 0,-1 0-1 0 0,0 0 1 0 0,-1 0 0 0 0,1 1-1 0 0,-1-1 1 0 0,-1 1-1 0 0,1-1 1 0 0,-9-10-1 0 0,8 14-43 0 0,1 0 0 0 0,-1 0 0 0 0,0 0 0 0 0,0 1-1 0 0,-1-1 1 0 0,-8-3 0 0 0,-6-3-115 0 0,3 1-533 0 0,16 8 374 0 0,-1 0 0 0 0,1-1 0 0 0,-1 1 1 0 0,1 0-1 0 0,-1 0 0 0 0,0 0 0 0 0,1 0 1 0 0,-1 0-1 0 0,1 0 0 0 0,-1 0 1 0 0,0 0-1 0 0,1 0 0 0 0,-1 0 0 0 0,1 0 1 0 0,-1 0-1 0 0,1 0 0 0 0,-1 0 0 0 0,0 1 1 0 0,1-1-1 0 0,-1 0 0 0 0,1 0 0 0 0,-1 1 1 0 0,1-1-1 0 0,-1 0 0 0 0,1 1 0 0 0,-1-1 1 0 0,1 0-1 0 0,-1 1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76 4617 0 0,'0'-15'2950'0'0,"-1"11"-2316"0"0,1-1 0 0 0,0 1 1 0 0,0 0-1 0 0,0 0 0 0 0,1 0 0 0 0,0 0 0 0 0,1-5 0 0 0,-2 7-572 0 0,1 1-1 0 0,0-1 1 0 0,0 1-1 0 0,0 0 1 0 0,0-1-1 0 0,0 1 1 0 0,0 0 0 0 0,0 0-1 0 0,1 0 1 0 0,-1 0-1 0 0,0 0 1 0 0,0 0-1 0 0,1 0 1 0 0,-1 0 0 0 0,1 1-1 0 0,-1-1 1 0 0,1 1-1 0 0,-1-1 1 0 0,1 1-1 0 0,-1-1 1 0 0,1 1 0 0 0,0 0-1 0 0,1-1 1 0 0,-1 1 4 0 0,1 0-1 0 0,-1-1 1 0 0,1 1 0 0 0,-1 0 0 0 0,1 0 0 0 0,-1 1 0 0 0,1-1-1 0 0,-1 0 1 0 0,1 1 0 0 0,-1 0 0 0 0,1-1 0 0 0,-1 1 0 0 0,0 0-1 0 0,1 0 1 0 0,-1 1 0 0 0,0-1 0 0 0,0 0 0 0 0,0 1 0 0 0,0-1 0 0 0,0 1-1 0 0,0-1 1 0 0,2 4 0 0 0,3 4 67 0 0,-2-1 0 0 0,1 1-1 0 0,-1-1 1 0 0,6 15 0 0 0,8 14-29 0 0,-15-29-68 0 0,0 0 0 0 0,0 0 0 0 0,3 13 1 0 0,-5-16-95 0 0,-1 1 0 0 0,1-1 0 0 0,0 0 1 0 0,1 0-1 0 0,-1 0 0 0 0,1 0 0 0 0,0 0 0 0 0,0 0 1 0 0,0-1-1 0 0,1 1 0 0 0,6 5 0 0 0,-9-9-279 0 0,-1-1-1 0 0,1 1 0 0 0,-1-1 0 0 0,1 1 1 0 0,0-1-1 0 0,-1 0 0 0 0,1 1 1 0 0,0-1-1 0 0,0 0 0 0 0,-1 0 0 0 0,1 1 1 0 0,0-1-1 0 0,0 0 0 0 0,-1 0 0 0 0,1 0 1 0 0,0 0-1 0 0,0 0 0 0 0,-1 0 1 0 0,1 0-1 0 0,0 0 0 0 0,0 0 0 0 0,-1-1 1 0 0,1 1-1 0 0,1 0 0 0 0,1-2-1861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70 1304 0 0,'0'-18'5762'0'0,"-8"-19"-375"0"0,7 36-5282 0 0,1 0 0 0 0,0 0 0 0 0,-1 1 0 0 0,1-1 0 0 0,0 0 0 0 0,-1 0 0 0 0,1 1 0 0 0,-1-1 0 0 0,1 0 0 0 0,-1 1 0 0 0,0-1 0 0 0,1 1 0 0 0,-1-1 0 0 0,1 1 0 0 0,-1-1 0 0 0,0 1 0 0 0,0-1 0 0 0,1 1 0 0 0,-1 0 0 0 0,0-1 0 0 0,0 1 0 0 0,1 0 0 0 0,-1-1 0 0 0,-1 1 0 0 0,-1 0-28 0 0,1 0 0 0 0,0 0-1 0 0,-1 0 1 0 0,1 0 0 0 0,0 0-1 0 0,-1 1 1 0 0,1-1 0 0 0,-4 2-1 0 0,-3 1-57 0 0,1 1 0 0 0,0 0 1 0 0,-11 7-1 0 0,11-4-1 0 0,0 0 0 0 0,1 0-1 0 0,0 0 1 0 0,0 1 0 0 0,1 0 0 0 0,-8 12 0 0 0,-8 11-10 0 0,-51 58-3333 0 0,60-72 1106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41 621 480 0 0,'0'0'159'0'0,"-16"1"6653"0"0,6 1-5266 0 0,6 0-1239 0 0,-7 2 2882 0 0,19-17-1538 0 0,81-80-1086 0 0,-63 70-471 0 0,-1-2-1 0 0,-2-1 1 0 0,35-49-1 0 0,-47 54 25 0 0,0 0 0 0 0,-2-1 0 0 0,0 0 0 0 0,-1 0 0 0 0,5-26 0 0 0,-11 42-105 0 0,0 0-1 0 0,1 0 1 0 0,0 1-1 0 0,0-1 1 0 0,0 1-1 0 0,0-1 1 0 0,7-6-1 0 0,-14 28-117 0 0,-14 39 51 0 0,-1-3 73 0 0,-21 99-1 0 0,39-143 27 0 0,0 0 0 0 0,0 0-1 0 0,1 1 1 0 0,0-1 0 0 0,2 15 0 0 0,-2-22-31 0 0,1 0 0 0 0,0 0-1 0 0,0 0 1 0 0,0 0 0 0 0,0 0 0 0 0,0 0 0 0 0,0 0-1 0 0,0 0 1 0 0,0 0 0 0 0,0-1 0 0 0,0 1-1 0 0,1-1 1 0 0,-1 1 0 0 0,0-1 0 0 0,0 1 0 0 0,1-1-1 0 0,-1 1 1 0 0,0-1 0 0 0,1 0 0 0 0,-1 0 0 0 0,0 0-1 0 0,2 0 1 0 0,31 1 196 0 0,-26-2-163 0 0,0-1-1 0 0,-1 1 1 0 0,1-2-1 0 0,-1 1 1 0 0,1-1 0 0 0,-1 0-1 0 0,0 0 1 0 0,0-1 0 0 0,0 0-1 0 0,-1 0 1 0 0,0-1 0 0 0,1 0-1 0 0,-2 0 1 0 0,1 0-1 0 0,0-1 1 0 0,-1 0 0 0 0,7-10-1 0 0,6-12 33 0 0,-1 0 0 0 0,26-59-1 0 0,-16 30-42 0 0,17-34-29 0 0,22-41 12 0 0,-53 117-100 0 0,-6 12 23 0 0,-7 3 57 0 0,0 0 0 0 0,1 0 0 0 0,-1 0 1 0 0,0 0-1 0 0,0 0 0 0 0,0 0 0 0 0,0 1 0 0 0,1-1 0 0 0,-1 0 1 0 0,0 0-1 0 0,0 0 0 0 0,0 0 0 0 0,0 0 0 0 0,0 1 1 0 0,0-1-1 0 0,1 0 0 0 0,-1 0 0 0 0,0 0 0 0 0,0 1 0 0 0,0-1 1 0 0,0 0-1 0 0,0 0 0 0 0,0 0 0 0 0,0 1 0 0 0,0-1 0 0 0,0 0 1 0 0,0 0-1 0 0,0 0 0 0 0,0 1 0 0 0,0-1 0 0 0,0 0 0 0 0,0 0 1 0 0,0 0-1 0 0,0 1 0 0 0,0-1 0 0 0,-8 56-13 0 0,-2-1 1 0 0,-23 74-1 0 0,7-32 6 0 0,20-73 9 0 0,-45 222 65 0 0,47-214-52 0 0,1 0 0 0 0,2 1-1 0 0,1-1 1 0 0,1 0-1 0 0,11 57 1 0 0,-11-80 22 0 0,0-3 50 0 0,0 0 1 0 0,1 0-1 0 0,-1 0 0 0 0,1 0 1 0 0,0 0-1 0 0,0-1 0 0 0,1 1 0 0 0,0 0 1 0 0,5 7-1 0 0,-2-9-4 0 0,0 0 0 0 0,0 0 1 0 0,0 0-1 0 0,1-1 0 0 0,11 4 0 0 0,-14-5-143 0 0,1-1 0 0 0,0 0 0 0 0,-1-1 0 0 0,1 1 0 0 0,0-1 0 0 0,0 1 0 0 0,-1-1 0 0 0,1-1 0 0 0,0 1-1 0 0,-1-1 1 0 0,1 0 0 0 0,0 0 0 0 0,-1 0 0 0 0,1-1 0 0 0,-1 1 0 0 0,1-1 0 0 0,-1 0 0 0 0,0 0 0 0 0,0-1 0 0 0,7-4-1 0 0,34-17-7842 0 0,-23 14 2203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135 131 1728 0 0,'-1'-5'4175'0'0,"-1"-10"-2744"0"0,-17-57 5299 0 0,10 54-4785 0 0,2 16-1847 0 0,-3 12 69 0 0,2 4-152 0 0,1 0-1 0 0,0 1 1 0 0,1 0-1 0 0,1 0 1 0 0,-5 22-1 0 0,-11 86 124 0 0,14-74-89 0 0,-8 81 686 0 0,15-96 537 0 0,0-35-1263 0 0,0 1 0 0 0,0 0 0 0 0,0 0 1 0 0,0 0-1 0 0,0 0 0 0 0,0 0 0 0 0,1 0 1 0 0,-1 0-1 0 0,0-1 0 0 0,0 1 0 0 0,0 0 1 0 0,0 0-1 0 0,0 0 0 0 0,1 0 0 0 0,-1 0 1 0 0,0 0-1 0 0,0 0 0 0 0,0 0 0 0 0,0 0 1 0 0,1 0-1 0 0,-1 0 0 0 0,0 0 0 0 0,0 0 1 0 0,0 0-1 0 0,0 0 0 0 0,1 0 0 0 0,-1 0 1 0 0,0 0-1 0 0,0 0 0 0 0,0 0 1 0 0,0 0-1 0 0,1 0 0 0 0,-1 0 0 0 0,0 0 1 0 0,0 0-1 0 0,0 1 0 0 0,0-1 0 0 0,0 0 1 0 0,1 0-1 0 0,-1 0 0 0 0,0 0 0 0 0,0 0 1 0 0,0 0-1 0 0,0 1 0 0 0,0-1 0 0 0,0 0 1 0 0,0 0-1 0 0,0 0 0 0 0,0 0 0 0 0,1 0 1 0 0,-1 1-1 0 0,0-1 0 0 0,0 0 0 0 0,0 0 1 0 0,0 0-1 0 0,0 0 0 0 0,0 1 0 0 0,0-1 1 0 0,0 0-1 0 0,0 0 0 0 0,0 0 0 0 0,0 0 1 0 0,0 1-1 0 0,10-14 67 0 0,29-50 0 0 0,-22 34-58 0 0,1 1-1 0 0,1 0 1 0 0,1 2-1 0 0,33-33 1 0 0,-52 57-32 0 0,1 1 1 0 0,-1-1-1 0 0,1 1 1 0 0,0 0-1 0 0,0-1 1 0 0,0 1-1 0 0,0 0 1 0 0,0 0-1 0 0,0 0 1 0 0,0 1-1 0 0,0-1 1 0 0,0 0 0 0 0,0 1-1 0 0,1-1 1 0 0,-1 1-1 0 0,0 0 1 0 0,3 0-1 0 0,-4 1 11 0 0,-1 0 0 0 0,1 0 0 0 0,-1 0-1 0 0,1 0 1 0 0,-1 1 0 0 0,0-1 0 0 0,0 0 0 0 0,1 0 0 0 0,-1 1-1 0 0,0-1 1 0 0,0 0 0 0 0,0 0 0 0 0,0 2 0 0 0,0 1-5 0 0,1 9 1 0 0,8 51 42 0 0,-8-59-27 0 0,0-1-1 0 0,0 1 1 0 0,1 0 0 0 0,-1-1 0 0 0,1 1 0 0 0,0-1-1 0 0,1 0 1 0 0,-1 1 0 0 0,1-1 0 0 0,4 5-1 0 0,-1-4 64 0 0,0-1-1 0 0,1 1 0 0 0,-1-1 0 0 0,1-1 0 0 0,0 1 1 0 0,0-1-1 0 0,0 0 0 0 0,1-1 0 0 0,-1 0 0 0 0,10 2 1 0 0,-11-4-17 0 0,1 0 0 0 0,0 0 0 0 0,0 0 0 0 0,-1-1 0 0 0,1 0 0 0 0,-1-1 0 0 0,1 1 0 0 0,-1-1 1 0 0,1 0-1 0 0,-1-1 0 0 0,0 1 0 0 0,0-1 0 0 0,0-1 0 0 0,0 1 0 0 0,-1-1 0 0 0,1 0 0 0 0,-1 0 1 0 0,0-1-1 0 0,0 1 0 0 0,4-7 0 0 0,66-101 520 0 0,-67 96-518 0 0,0 1 1 0 0,-2-1-1 0 0,1-1 0 0 0,-2 1 1 0 0,6-29-1 0 0,-10 39-50 0 0,1 0 0 0 0,0 1 0 0 0,0-1-1 0 0,0 1 1 0 0,6-9 0 0 0,-6 10-6 0 0,1 0 1 0 0,-1 0-1 0 0,0-1 1 0 0,0 1 0 0 0,-1-1-1 0 0,1 1 1 0 0,-1-1-1 0 0,0 0 1 0 0,1-9-1 0 0,-2 14-78 0 0,0-1 0 0 0,0 0 0 0 0,0 1 0 0 0,0-1 0 0 0,0 0 0 0 0,0 0-1 0 0,0 1 1 0 0,0-1 0 0 0,-1 0 0 0 0,1 1 0 0 0,0-1 0 0 0,0 1 0 0 0,-1-1 0 0 0,1 0 0 0 0,0 1 0 0 0,-1-1 0 0 0,1 1-1 0 0,0-1 1 0 0,-1 0 0 0 0,1 1 0 0 0,-1-1 0 0 0,1 1 0 0 0,-1 0 0 0 0,1-1 0 0 0,-1 1 0 0 0,1-1 0 0 0,-1 1 0 0 0,0 0 0 0 0,1-1-1 0 0,-1 1 1 0 0,1 0 0 0 0,-1 0 0 0 0,0-1 0 0 0,1 1 0 0 0,-1 0 0 0 0,0 0 0 0 0,1 0 0 0 0,-1 0 0 0 0,0 0 0 0 0,1 0-1 0 0,-2 0 1 0 0,0 0-388 0 0,0 1-1 0 0,0-1 1 0 0,0 1-1 0 0,0-1 0 0 0,0 1 1 0 0,1 0-1 0 0,-1 0 1 0 0,0 0-1 0 0,1 0 1 0 0,-1 0-1 0 0,0 0 0 0 0,1 0 1 0 0,-1 1-1 0 0,1-1 1 0 0,-2 2-1 0 0,-7 14-4461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6001 0 0,'0'0'6468'0'0,"9"4"-4044"0"0,75 2-1460 0 0,103-4 1 0 0,8-2-491 0 0,-186 0-761 0 0,16 0 985 0 0,-24 0-834 0 0,-1 0 0 0 0,1 0 0 0 0,-1 0 0 0 0,1 0 0 0 0,0 0-1 0 0,-1 0 1 0 0,1 0 0 0 0,-1 0 0 0 0,1 1 0 0 0,-1-1 0 0 0,1 0 0 0 0,-1 0-1 0 0,1 0 1 0 0,-1 1 0 0 0,1-1 0 0 0,-1 0 0 0 0,1 0 0 0 0,-1 1 0 0 0,1-1-1 0 0,-1 0 1 0 0,1 1 0 0 0,-1-1 0 0 0,0 1 0 0 0,1-1 0 0 0,-1 1-1 0 0,0-1 1 0 0,1 0 0 0 0,-1 1 0 0 0,1 0 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10082 0 0,'0'0'372'0'0,"-14"3"3433"0"0,13 12-3717 0 0,-1 0-1 0 0,0 0 1 0 0,-7 21-1 0 0,0 3 136 0 0,-17 73 335 0 0,14-63 502 0 0,1 1 0 0 0,-5 66 1 0 0,16-111-903 0 0,0-1 1 0 0,-1 0-1 0 0,2 1 0 0 0,-1-1 1 0 0,0 1-1 0 0,1-1 1 0 0,0 0-1 0 0,0 1 1 0 0,3 6-1 0 0,-3-9-93 0 0,1 1 0 0 0,0-1 0 0 0,-1 0 0 0 0,1 0 0 0 0,0 1 1 0 0,0-2-1 0 0,1 1 0 0 0,-1 0 0 0 0,0 0 0 0 0,1-1 0 0 0,-1 1 0 0 0,1-1 0 0 0,-1 0 0 0 0,1 0 0 0 0,5 2 1 0 0,2 0-8 0 0,0-1 0 0 0,0 1 0 0 0,0-2 1 0 0,0 0-1 0 0,0 0 0 0 0,19-1 1 0 0,65-10 129 0 0,-29 1-147 0 0,-62 9-46 0 0,1 0-1 0 0,0 0 1 0 0,-1-1-1 0 0,1 0 1 0 0,-1 1-1 0 0,1-2 1 0 0,-1 1-1 0 0,1 0 1 0 0,5-4-1 0 0,6-7-6790 0 0,-12 9 4512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62 9946 0 0,'-5'-7'5372'0'0,"-3"-7"-3373"0"0,9 13-1992 0 0,-1 0 0 0 0,0 0 0 0 0,1 0 0 0 0,-1 0 0 0 0,1 0 0 0 0,0 0 0 0 0,-1 0 0 0 0,1 0 0 0 0,-1 0 0 0 0,1 0 0 0 0,0 1 0 0 0,0-1 0 0 0,0 0 0 0 0,0 0 0 0 0,-1 1 0 0 0,1-1 0 0 0,0 1 0 0 0,0-1 0 0 0,0 1 0 0 0,0-1 0 0 0,2 0 0 0 0,1-1-12 0 0,3-1-93 0 0,0 0-1 0 0,0 0 0 0 0,1 0 0 0 0,-1 1 0 0 0,1 0 0 0 0,-1 0 1 0 0,1 1-1 0 0,0 0 0 0 0,11 0 0 0 0,-14 1-608 0 0,1 1-1 0 0,0-1 1 0 0,0 1-1 0 0,-1 0 1 0 0,1 1 0 0 0,-1-1-1 0 0,1 1 1 0 0,6 3-1 0 0,-7-2-1673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6953 0 0,'2'0'7342'0'0,"14"0"-6754"0"0,124-7-175 0 0,-47-3-3954 0 0,-68 7 1308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79 7346 0 0,'-1'-1'95'0'0,"0"1"0"0"0,1 0 1 0 0,-1 0-1 0 0,1 0 1 0 0,-1 0-1 0 0,1-1 1 0 0,-1 1-1 0 0,1 0 1 0 0,-1-1-1 0 0,1 1 1 0 0,-1 0-1 0 0,1-1 0 0 0,-1 1 1 0 0,1 0-1 0 0,0-1 1 0 0,-1 1-1 0 0,1-1 1 0 0,0 1-1 0 0,-1-1 1 0 0,1 1-1 0 0,0-1 1 0 0,-1 1-1 0 0,1-1 0 0 0,0 1 1 0 0,0-1-1 0 0,0 0 1 0 0,0 1-1 0 0,0-1 1 0 0,-1 1-1 0 0,1-1 1 0 0,0 0-1 0 0,0 0 27 0 0,0 0 0 0 0,0 0 1 0 0,0 0-1 0 0,0 0 0 0 0,0 0 0 0 0,0 0 0 0 0,0 1 0 0 0,0-1 1 0 0,1 0-1 0 0,-1 0 0 0 0,0 0 0 0 0,1 0 0 0 0,-1 0 0 0 0,0 0 0 0 0,1 1 1 0 0,-1-1-1 0 0,1 0 0 0 0,-1 0 0 0 0,1 0 0 0 0,0 0 0 0 0,9-5 112 0 0,-1 0 0 0 0,0 1 0 0 0,1 1 0 0 0,0 0 0 0 0,0 0 0 0 0,1 1 0 0 0,-1 0 0 0 0,18-2 0 0 0,-14 2-62 0 0,0 2-1 0 0,1 0 1 0 0,-1 1 0 0 0,0 0-1 0 0,1 1 1 0 0,14 3 0 0 0,-24-3-116 0 0,-1 0 0 0 0,0 1 0 0 0,0-1 1 0 0,0 1-1 0 0,0 0 0 0 0,0 0 0 0 0,0 0 0 0 0,-1 0 1 0 0,1 1-1 0 0,-1 0 0 0 0,1 0 0 0 0,-1 0 1 0 0,0 0-1 0 0,0 0 0 0 0,0 0 0 0 0,-1 1 0 0 0,1-1 1 0 0,2 8-1 0 0,-1-5 4 0 0,-2 1 0 0 0,1 0 1 0 0,-1 0-1 0 0,0 0 0 0 0,0 0 0 0 0,-1 0 1 0 0,0 0-1 0 0,0 0 0 0 0,-1 0 1 0 0,-1 13-1 0 0,-1-7 15 0 0,0-1 1 0 0,-1 1-1 0 0,-1-1 1 0 0,0 0-1 0 0,0 0 0 0 0,-1 0 1 0 0,-11 17-1 0 0,1 1 47 0 0,11-22-73 0 0,-1-1 0 0 0,0 0 0 0 0,0 0 1 0 0,0-1-1 0 0,-1 1 0 0 0,0-1 0 0 0,-13 10 0 0 0,-55 35 335 0 0,48-34-232 0 0,10-6-34 0 0,1-1 0 0 0,-2-1 0 0 0,1 0 0 0 0,-20 6 0 0 0,26-9 289 0 0,-1-1 4 0 0,11-6-409 0 0,0 1 1 0 0,-1 0 0 0 0,1-1 0 0 0,0 1 0 0 0,0-1-1 0 0,0 1 1 0 0,-1 0 0 0 0,1-1 0 0 0,0 1 0 0 0,0-1-1 0 0,0 1 1 0 0,0 0 0 0 0,0-1 0 0 0,0 1 0 0 0,0-1-1 0 0,0 1 1 0 0,0-1 0 0 0,0 1 0 0 0,0 0 0 0 0,0-1-1 0 0,0 1 1 0 0,0-1 0 0 0,0 1 0 0 0,1 0 0 0 0,-1-1-1 0 0,0 1 1 0 0,0-1 0 0 0,0 1 0 0 0,1 0 0 0 0,-1-1-1 0 0,1 0 1 0 0,-1 0-5 0 0,1 0 0 0 0,0 0 0 0 0,0 0 0 0 0,0 0 0 0 0,0 0 0 0 0,0 0 0 0 0,0 0 1 0 0,1 1-1 0 0,-1-1 0 0 0,0 0 0 0 0,0 1 0 0 0,1-1 0 0 0,-1 1 0 0 0,0-1 0 0 0,1 1 0 0 0,-1-1 0 0 0,0 1 0 0 0,3 0 0 0 0,30-5 18 0 0,-29 5-16 0 0,1-1 3 0 0,0-1-1 0 0,-1 1 1 0 0,1-1 0 0 0,-1 0-1 0 0,1 0 1 0 0,6-4 0 0 0,-6 2 5 0 0,1 1 0 0 0,-1 1 0 0 0,1-1 0 0 0,10-2 0 0 0,-8 4-142 0 0,0-1 0 0 0,0 1 0 0 0,0 0 0 0 0,0 1 0 0 0,0 0 0 0 0,0 1 0 0 0,0 0 0 0 0,0 0 0 0 0,-1 0 0 0 0,1 1 0 0 0,0 1 0 0 0,-1 0 0 0 0,1 0 0 0 0,10 6 0 0 0,-12-5-4630 0 0,-4-2 2444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196 119 7330 0 0,'-4'-31'4597'0'0,"-13"-16"-2268"0"0,6 17 71 0 0,11 29-2384 0 0,0 1 0 0 0,0-1 0 0 0,0 1 0 0 0,0-1 0 0 0,-1 1 0 0 0,1 0 0 0 0,0-1 0 0 0,0 1 0 0 0,0-1 0 0 0,0 1 0 0 0,0 0 1 0 0,-1-1-1 0 0,1 1 0 0 0,0-1 0 0 0,0 1 0 0 0,-1 0 0 0 0,1-1 0 0 0,0 1 0 0 0,0 0 0 0 0,-1 0 0 0 0,1-1 0 0 0,0 1 0 0 0,-1 0 1 0 0,1-1-1 0 0,0 1 0 0 0,-1 0 0 0 0,1 0 0 0 0,-1 0 0 0 0,1 0 0 0 0,0-1 0 0 0,-1 1 0 0 0,1 0 0 0 0,-1 0 0 0 0,1 0 0 0 0,-1 0 1 0 0,1 0-1 0 0,0 0 0 0 0,-1 0 0 0 0,1 0 0 0 0,-1 0 0 0 0,1 0 0 0 0,-1 0 0 0 0,1 0 0 0 0,0 1 0 0 0,-1-1 0 0 0,1 0 0 0 0,-1 0 1 0 0,1 0-1 0 0,0 0 0 0 0,-1 1 0 0 0,1-1 0 0 0,0 0 0 0 0,-1 0 0 0 0,1 1 0 0 0,0-1 0 0 0,-1 0 0 0 0,1 1 0 0 0,-1 0 0 0 0,-13 20 221 0 0,11-13-198 0 0,0-1 1 0 0,0 1-1 0 0,1 0 0 0 0,0 0 1 0 0,0 0-1 0 0,1 0 0 0 0,0 0 0 0 0,1 0 1 0 0,0 1-1 0 0,0-1 0 0 0,0 0 0 0 0,1 0 1 0 0,1 0-1 0 0,-1 0 0 0 0,1 0 1 0 0,1 0-1 0 0,-1 0 0 0 0,1 0 0 0 0,7 11 1 0 0,-6-13-20 0 0,-1 0 0 0 0,1-1 0 0 0,0 0 0 0 0,1 0 0 0 0,-1 0 0 0 0,1-1 0 0 0,0 1 0 0 0,0-1 0 0 0,1 0 0 0 0,7 4 0 0 0,9 6-1 0 0,26 23 0 0 0,-43-33 60 0 0,0 1 1 0 0,-1-1 0 0 0,1 1-1 0 0,-1 0 1 0 0,0 0-1 0 0,0 0 1 0 0,-1 0 0 0 0,0 1-1 0 0,0-1 1 0 0,0 1 0 0 0,3 8-1 0 0,0 0 644 0 0,6 14 665 0 0,-12-27-1352 0 0,0-1-1 0 0,0 1 0 0 0,0 0 1 0 0,0-1-1 0 0,0 1 1 0 0,0 0-1 0 0,0-1 0 0 0,0 1 1 0 0,0 0-1 0 0,0-1 0 0 0,0 1 1 0 0,0 0-1 0 0,-1 0 1 0 0,1-1-1 0 0,0 1 0 0 0,-1-1 1 0 0,1 1-1 0 0,0 0 0 0 0,-1-1 1 0 0,1 1-1 0 0,-1-1 1 0 0,1 1-1 0 0,0-1 0 0 0,-1 1 1 0 0,0-1-1 0 0,1 1 0 0 0,-1-1 1 0 0,1 0-1 0 0,-1 1 1 0 0,0-1-1 0 0,1 0 0 0 0,-1 1 1 0 0,1-1-1 0 0,-1 0 1 0 0,0 0-1 0 0,1 0 0 0 0,-2 1 1 0 0,-14 2 253 0 0,0-1 1 0 0,-21 1-1 0 0,23-3-185 0 0,-1 1 0 0 0,1 1 0 0 0,0 0 0 0 0,-14 4 0 0 0,-4 8 8 0 0,26-11-89 0 0,1-1 1 0 0,-1 1-1 0 0,0-1 0 0 0,1 0 0 0 0,-1-1 1 0 0,0 1-1 0 0,0-1 0 0 0,-12 1 0 0 0,16-2-119 0 0,-4 0 117 0 0,0 0-1 0 0,0-1 1 0 0,0 1-1 0 0,0-1 1 0 0,-8-2-1 0 0,-2-7-3625 0 0,10-5-3478 0 0,6 11 4550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65 128 3241 0 0,'-4'-4'5896'0'0,"-7"-7"-3651"0"0,2 7-633 0 0,0-1-1 0 0,-19-5 1 0 0,24 8 906 0 0,60 1-2194 0 0,93-14 0 0 0,-112 8-124 0 0,0-2-1 0 0,0-1 1 0 0,58-24 0 0 0,-90 32 10 0 0,-4 2-163 0 0,0-1 1 0 0,0 1-1 0 0,1 0 1 0 0,-1 0-1 0 0,0-1 1 0 0,0 1-1 0 0,0-1 1 0 0,0 1-1 0 0,0-1 1 0 0,0 0-1 0 0,0 1 1 0 0,0-1-1 0 0,0 0 1 0 0,-1 0-1 0 0,1 1 1 0 0,0-1-1 0 0,0 0 1 0 0,-1 0-1 0 0,2-2 1 0 0,-2 3-37 0 0,-9 1-229 0 0,0 1-4186 0 0,8-2 3951 0 0,-2 0-2134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36 112 1240 0 0,'0'0'490'0'0,"6"-10"6422"0"0,5-8-1190 0 0,-4 8-3589 0 0,-11 26-1668 0 0,-1 5-479 0 0,2 6 40 0 0,1-10 50 0 0,-1 1 1 0 0,-7 27 0 0 0,0-25 1486 0 0,10-20-1551 0 0,0 1 0 0 0,-1-1 0 0 0,1 0-1 0 0,0 0 1 0 0,0 1 0 0 0,0-1 0 0 0,-1 0-1 0 0,1 1 1 0 0,0-1 0 0 0,0 0 0 0 0,-1 0-1 0 0,1 1 1 0 0,0-1 0 0 0,0 0 0 0 0,-1 0-1 0 0,1 0 1 0 0,0 1 0 0 0,-1-1-1 0 0,1 0 1 0 0,0 0 0 0 0,-1 0 0 0 0,1 0-1 0 0,0 0 1 0 0,-1 0 0 0 0,1 0 0 0 0,-1 0-1 0 0,1 0 1 0 0,0 0 0 0 0,-1 0 0 0 0,1 0-1 0 0,0 0 1 0 0,-1 0 0 0 0,1 0 0 0 0,0 0-1 0 0,-1 0 1 0 0,1 0 0 0 0,0 0 0 0 0,-1 0-1 0 0,1-1 1 0 0,0 1 0 0 0,-1 0 0 0 0,1 0-1 0 0,0 0 1 0 0,-1-1 0 0 0,1 1 0 0 0,0 0-1 0 0,0 0 1 0 0,0-1 0 0 0,-1 1-1 0 0,1 0 1 0 0,0-1 0 0 0,0 1 0 0 0,0 0-1 0 0,-1-1 1 0 0,1 1 0 0 0,0 0 0 0 0,0-1-1 0 0,0 0 1 0 0,-2-5-1 0 0,1 1 0 0 0,-1-1 0 0 0,1-1 0 0 0,1 1 0 0 0,-1 0-1 0 0,1 0 1 0 0,0 0 0 0 0,1-7 0 0 0,0-4 14 0 0,13-74-68 0 0,-14 90 40 0 0,1 0-1 0 0,-1 0 1 0 0,1 0 0 0 0,-1 0-1 0 0,1-1 1 0 0,-1 1 0 0 0,1 0-1 0 0,0 1 1 0 0,0-1 0 0 0,0 0-1 0 0,-1 0 1 0 0,1 0-1 0 0,0 0 1 0 0,0 1 0 0 0,0-1-1 0 0,0 0 1 0 0,0 1 0 0 0,0-1-1 0 0,1 1 1 0 0,-1-1 0 0 0,0 1-1 0 0,0 0 1 0 0,2-1-1 0 0,-2 0 0 0 0,1 1-1 0 0,0-1 1 0 0,-1 1-1 0 0,1-1 1 0 0,-1 1-1 0 0,1 0 1 0 0,0 0-1 0 0,0 0 1 0 0,-1 0-1 0 0,1 0 1 0 0,0 0-1 0 0,-1 0 1 0 0,1 0-1 0 0,0 1 1 0 0,-1-1-1 0 0,3 1 1 0 0,-1 2 4 0 0,0 0 1 0 0,-1 0-1 0 0,1 0 1 0 0,-1 0 0 0 0,0 1-1 0 0,0-1 1 0 0,0 1-1 0 0,0-1 1 0 0,-1 1-1 0 0,1-1 1 0 0,-1 1-1 0 0,0 0 1 0 0,1 7-1 0 0,1 3 9 0 0,-2 0 0 0 0,1 22-1 0 0,-3-13 289 0 0,1-14 118 0 0,1-23-209 0 0,2-4-199 0 0,1 0 0 0 0,1 0 0 0 0,0 0 1 0 0,2 1-1 0 0,12-26 0 0 0,-13 29-17 0 0,-5 12 4 0 0,0-1 0 0 0,1 1-1 0 0,-1 0 1 0 0,1-1 0 0 0,-1 1 0 0 0,1 0 0 0 0,-1 0-1 0 0,1 0 1 0 0,0 1 0 0 0,0-1 0 0 0,0 0 0 0 0,0 1 0 0 0,0-1-1 0 0,1 1 1 0 0,-1-1 0 0 0,0 1 0 0 0,1 0 0 0 0,-1 0-1 0 0,1 0 1 0 0,-1 1 0 0 0,1-1 0 0 0,-1 0 0 0 0,1 1-1 0 0,0 0 1 0 0,-1-1 0 0 0,1 1 0 0 0,4 1 0 0 0,-5 0 7 0 0,0 1 1 0 0,-1-1-1 0 0,1 1 0 0 0,-1-1 1 0 0,0 1-1 0 0,1-1 1 0 0,-1 1-1 0 0,0 0 1 0 0,0 0-1 0 0,0 0 1 0 0,0 0-1 0 0,-1 0 0 0 0,2 3 1 0 0,-1-2 3 0 0,3 10 18 0 0,0 1 0 0 0,-1-1-1 0 0,-1 1 1 0 0,0 0 0 0 0,-1 0 0 0 0,-1 0 0 0 0,-1 16 0 0 0,1-8-39 0 0,-3-13-1641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35 2945 0 0,'-1'-5'5439'0'0,"-1"-3"-1879"0"0,0 9-3462 0 0,1 0 0 0 0,0 0 0 0 0,0 0 0 0 0,0 0 0 0 0,0 0 1 0 0,0 0-1 0 0,0 0 0 0 0,0 1 0 0 0,0-1 0 0 0,1 0 0 0 0,-1 0 0 0 0,0 1 0 0 0,1-1 0 0 0,-1 0 0 0 0,1 1 1 0 0,-1-1-1 0 0,1 1 0 0 0,0-1 0 0 0,-1 3 0 0 0,0 2 144 0 0,-24 83 1199 0 0,17-57-431 0 0,-1 0 1 0 0,-25 56-1 0 0,31-79-416 0 0,7-14-236 0 0,7-14-230 0 0,3-15-74 0 0,-2-2-1 0 0,-1 1 0 0 0,7-46 0 0 0,-11 50-27 0 0,-2 2-19 0 0,1-6-222 0 0,-6 35 213 0 0,0 0 0 0 0,0 0 0 0 0,0 0-1 0 0,0 0 1 0 0,0 0 0 0 0,0 0 0 0 0,0 0 0 0 0,0 0 0 0 0,0 0-1 0 0,0 0 1 0 0,1 0 0 0 0,-1 1 0 0 0,0-1 0 0 0,0 0 0 0 0,0 0 0 0 0,0 0-1 0 0,0 0 1 0 0,0 0 0 0 0,0 0 0 0 0,0 0 0 0 0,0 0 0 0 0,0 0 0 0 0,0 0-1 0 0,0 0 1 0 0,0 0 0 0 0,0 0 0 0 0,0 0 0 0 0,1 0 0 0 0,-1 0-1 0 0,0 0 1 0 0,0-1 0 0 0,0 1 0 0 0,0 0 0 0 0,0 0 0 0 0,0 0 0 0 0,0 0-1 0 0,0 0 1 0 0,1 22 8 0 0,2 41 20 0 0,17 97 1 0 0,-18-147 8 0 0,0 8 100 0 0,-1 40 1 0 0,-1-37-423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36 2449 0 0,'-3'-8'11634'0'0,"16"3"-11345"0"0,1 1 0 0 0,0 0 0 0 0,0 1-1 0 0,0 0 1 0 0,17 0 0 0 0,4-2-178 0 0,-22 4-1321 0 0,-7 2-2873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102 264 904 0 0,'0'0'4269'0'0,"-35"-1"2771"0"0,20 1-4810 0 0,9-1-1753 0 0,-1 1 0 0 0,0 0 0 0 0,1 1 0 0 0,-1-1 0 0 0,-11 4 0 0 0,360-115 721 0 0,-16-5-762 0 0,-294 105-391 0 0,39-17-48 0 0,-66 28-1205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 5521 0 0,'0'-6'11102'0'0,"0"1"-8977"0"0,-1 21-2088 0 0,-1-1-1 0 0,-6 28 1 0 0,-3 16-40 0 0,-6 259 433 0 0,17-317-417 0 0,0-1-1 0 0,0 1 1 0 0,0-1-1 0 0,0 1 1 0 0,0-1 0 0 0,0 1-1 0 0,0-1 1 0 0,0 1-1 0 0,0-1 1 0 0,0 0-1 0 0,0 1 1 0 0,0-1-1 0 0,0 1 1 0 0,0-1-1 0 0,1 1 1 0 0,-1-1-1 0 0,0 1 1 0 0,0-1-1 0 0,0 0 1 0 0,1 1-1 0 0,-1-1 1 0 0,0 0-1 0 0,1 1 1 0 0,-1-1-1 0 0,0 0 1 0 0,1 1-1 0 0,-1-1 1 0 0,0 0-1 0 0,1 1 1 0 0,-1-1-1 0 0,0 0 1 0 0,1 0-1 0 0,-1 0 1 0 0,1 1-1 0 0,-1-1 1 0 0,1 0-1 0 0,-1 0 1 0 0,0 0-1 0 0,1 0 1 0 0,-1 0-1 0 0,1 0 1 0 0,-1 0-1 0 0,1 0 1 0 0,-1 0-1 0 0,2 0 1 0 0,-1 0 14 0 0,1-1 0 0 0,-1 1-1 0 0,0-1 1 0 0,1 0 0 0 0,-1 1 0 0 0,1-1 0 0 0,-1 0 0 0 0,0 0-1 0 0,0 0 1 0 0,0 0 0 0 0,1 0 0 0 0,0-2 0 0 0,19-26 88 0 0,-2-1 1 0 0,-1-2 0 0 0,26-61 0 0 0,-30 62-87 0 0,-6 10 0 0 0,11-41 1 0 0,-14 44-20 0 0,6-5 263 0 0,-1 6-2716 0 0,-8 4-5256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4153 0 0,'12'-26'7235'0'0,"-10"24"-7100"0"0,0 1 1 0 0,0 0-1 0 0,0 0 1 0 0,0 1-1 0 0,0-1 1 0 0,0 0-1 0 0,0 0 1 0 0,0 1-1 0 0,1 0 1 0 0,3-1-1 0 0,17-5 914 0 0,-22 5-943 0 0,0 0 1 0 0,0 0-1 0 0,0 0 0 0 0,0 1 0 0 0,0-1 1 0 0,0 0-1 0 0,0 1 0 0 0,1-1 0 0 0,-1 1 1 0 0,0-1-1 0 0,1 1 0 0 0,-1 0 0 0 0,0-1 1 0 0,1 1-1 0 0,-1 0 0 0 0,0 0 1 0 0,1 0-1 0 0,-1 0 0 0 0,0 0 0 0 0,1 0 1 0 0,-1 1-1 0 0,0-1 0 0 0,1 0 0 0 0,1 2 1 0 0,-1-1-44 0 0,-1 0 1 0 0,1 0-1 0 0,-1 1 1 0 0,1-1-1 0 0,-1 1 1 0 0,0 0-1 0 0,1-1 1 0 0,-1 1 0 0 0,0 0-1 0 0,0-1 1 0 0,0 1-1 0 0,-1 0 1 0 0,1 0-1 0 0,1 3 1 0 0,0 6 91 0 0,1 1 1 0 0,-2 0-1 0 0,1-1 1 0 0,-1 17 0 0 0,-1-25-127 0 0,0-1 0 0 0,0 0 0 0 0,0 1 0 0 0,1-1 1 0 0,-1 0-1 0 0,1 0 0 0 0,-1 1 0 0 0,1-1 0 0 0,0 0 0 0 0,0 0 1 0 0,0 0-1 0 0,0 0 0 0 0,0 0 0 0 0,1 0 0 0 0,-1 0 1 0 0,0-1-1 0 0,1 1 0 0 0,0 0 0 0 0,2 2 0 0 0,0-1-10 0 0,0-1 0 0 0,0 0-1 0 0,1 1 1 0 0,-1-1 0 0 0,0-1 0 0 0,1 1-1 0 0,0-1 1 0 0,-1 0 0 0 0,6 1-1 0 0,5 0-10 0 0,-1-1 0 0 0,1-1 0 0 0,-1 0 0 0 0,1-1 0 0 0,19-3 0 0 0,27-13-1448 0 0,-22 3-3474 0 0,-36 13 4187 0 0,9-4-3467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724 234 136 0 0,'0'0'1670'0'0,"-7"-24"-705"0"0,6 12-613 0 0,-1 1 0 0 0,0 0-1 0 0,-1 0 1 0 0,0 0 0 0 0,-1 0 0 0 0,0 0-1 0 0,0 1 1 0 0,-1 0 0 0 0,-1 0-1 0 0,-12-17 1 0 0,15 23-309 0 0,-1 1-1 0 0,1-1 0 0 0,-1 1 1 0 0,0 0-1 0 0,0 1 1 0 0,0-1-1 0 0,-1 1 1 0 0,1-1-1 0 0,-1 1 1 0 0,1 1-1 0 0,-1-1 1 0 0,0 1-1 0 0,1-1 1 0 0,-1 1-1 0 0,-8 0 0 0 0,5-1-3 0 0,0 1 0 0 0,1-1 0 0 0,-1-1 0 0 0,-11-5 0 0 0,11 5-28 0 0,0-1 0 0 0,-1 1 1 0 0,1 0-1 0 0,-1 1 0 0 0,1 0 1 0 0,-1 0-1 0 0,0 1 0 0 0,0 0 1 0 0,0 1-1 0 0,1-1 0 0 0,-1 2 1 0 0,0-1-1 0 0,0 2 0 0 0,-12 2 1 0 0,3 0 0 0 0,0 1 0 0 0,1 1 0 0 0,-1 1 1 0 0,2 0-1 0 0,-1 1 0 0 0,-16 11 1 0 0,3-4-43 0 0,-10 6 36 0 0,21-5 10 0 0,0 1 0 0 0,0 1 0 0 0,2 0 0 0 0,-30 41 0 0 0,41-50-16 0 0,1 1 0 0 0,0-1 0 0 0,1 1 0 0 0,0 0 0 0 0,0 0 0 0 0,1 0 0 0 0,-2 14 0 0 0,-12 37-42 0 0,2-35 44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6 88 0 0,'0'0'83'0'0,"-20"0"3744"0"0,-195-3 4411 0 0,195 2-7985 0 0,16 0-235 0 0,0 1-1 0 0,0 0 0 0 0,0 0 1 0 0,0 0-1 0 0,0 0 0 0 0,0 1 1 0 0,0 0-1 0 0,0 0 0 0 0,0 0 1 0 0,0 0-1 0 0,0 0 0 0 0,-5 3 1 0 0,-3 3 47 0 0,0 0 0 0 0,1 1 0 0 0,0 0 1 0 0,0 1-1 0 0,0 0 0 0 0,1 1 0 0 0,1 0 1 0 0,0 0-1 0 0,0 1 0 0 0,1 1 0 0 0,0-1 1 0 0,-11 23-1 0 0,2 1-55 0 0,1 0-1 0 0,-18 58 1 0 0,28-71-20 0 0,-1 2 17 0 0,-6 39 0 0 0,12-55 24 0 0,-1-1 0 0 0,0 1-1 0 0,-1-1 1 0 0,0 1 0 0 0,-7 12-1 0 0,6-12-8 0 0,1 0 0 0 0,-1 0 0 0 0,1 0 0 0 0,0 0 0 0 0,-1 9 0 0 0,3-11-9 0 0,0 1-1 0 0,0-1 0 0 0,1 0 1 0 0,0 1-1 0 0,0-1 0 0 0,1 0 1 0 0,-1 0-1 0 0,1 1 0 0 0,1-1 0 0 0,-1 0 1 0 0,1 0-1 0 0,0 0 0 0 0,0 0 1 0 0,1 0-1 0 0,0-1 0 0 0,6 10 1 0 0,-8-14 0 0 0,1 1 0 0 0,-1-1 0 0 0,1 0 0 0 0,0 0-1 0 0,-1 0 1 0 0,1 0 0 0 0,0 0 0 0 0,0 0 0 0 0,3 1 0 0 0,6 4 66 0 0,-4-2-64 0 0,0 0 0 0 0,0 0 1 0 0,1-1-1 0 0,-1 0 1 0 0,1 0-1 0 0,0-1 0 0 0,0 0 1 0 0,0 0-1 0 0,0-1 0 0 0,0 0 1 0 0,0 0-1 0 0,1-1 1 0 0,-1 0-1 0 0,14-2 0 0 0,7-3 17 0 0,1-1-1 0 0,48-18 0 0 0,-22 7 3 0 0,-22 8 13 0 0,0 2-1 0 0,43-4 0 0 0,-12 8-4823 0 0,-61 3 2249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37 2393 0 0,'-24'-8'5653'0'0,"20"7"-5443"0"0,-10-5 586 0 0,-1 0 0 0 0,0 1 0 0 0,-22-3 0 0 0,32 7-764 0 0,0 0-1 0 0,0 1 0 0 0,0 0 0 0 0,-1 0 1 0 0,1 0-1 0 0,0 1 0 0 0,0 0 0 0 0,0 0 1 0 0,0 0-1 0 0,0 1 0 0 0,0-1 0 0 0,0 1 1 0 0,0 0-1 0 0,-6 4 0 0 0,7-3-34 0 0,0 0 1 0 0,1 1-1 0 0,-1-1 0 0 0,1 1 0 0 0,0 0 1 0 0,-1-1-1 0 0,2 1 0 0 0,-1 1 0 0 0,0-1 1 0 0,-2 8-1 0 0,-20 53 125 0 0,19-48-122 0 0,-5 27 21 0 0,10-36-25 0 0,0 0 0 0 0,-1-1 0 0 0,0 1 0 0 0,0-1 1 0 0,-1 0-1 0 0,-6 12 0 0 0,6-13 39 0 0,0-1 1 0 0,1 1 0 0 0,-1 0 0 0 0,1 0 0 0 0,0 0 0 0 0,0 0 0 0 0,1 1 0 0 0,0-1 0 0 0,0 0 0 0 0,0 1 0 0 0,1-1 0 0 0,0 0-1 0 0,1 13 1 0 0,-1-18 3 0 0,0-1 0 0 0,1 1 0 0 0,-1 0 0 0 0,0 0 0 0 0,1 0 0 0 0,-1-1 0 0 0,0 1 0 0 0,1 0 0 0 0,-1-1 0 0 0,1 1 0 0 0,-1 0 0 0 0,1-1 0 0 0,-1 1 0 0 0,1 0 0 0 0,-1-1 0 0 0,1 1 0 0 0,0-1 0 0 0,-1 1 0 0 0,1-1 0 0 0,0 1 0 0 0,-1-1 0 0 0,1 0 0 0 0,0 1 0 0 0,1-1 0 0 0,0 1-10 0 0,0-1 1 0 0,0 0-1 0 0,0 0 1 0 0,0 1-1 0 0,0-2 1 0 0,0 1-1 0 0,1 0 1 0 0,-1 0-1 0 0,3-1 1 0 0,0-1-15 0 0,-1 1 0 0 0,1 0 0 0 0,-1-1 0 0 0,0 0 0 0 0,1 0 1 0 0,-1-1-1 0 0,0 1 0 0 0,6-6 0 0 0,1-5 7 0 0,0-1 1 0 0,13-22-1 0 0,1-1 35 0 0,4-11 29 0 0,-23 36-59 0 0,1 0-1 0 0,1 1 1 0 0,0 0 0 0 0,10-12 0 0 0,-12 16 155 0 0,-5 6-152 0 0,0-1 0 0 0,-1 1 0 0 0,1 0 0 0 0,0-1-1 0 0,0 1 1 0 0,1 0 0 0 0,-1 0 0 0 0,0 0 0 0 0,0 0-1 0 0,0 0 1 0 0,1 0 0 0 0,-1 1 0 0 0,1-1 0 0 0,1-1 0 0 0,-1 34 60 0 0,22 176-170 0 0,-13-139 106 0 0,-3 0-1 0 0,-4 0 0 0 0,-4 79 1 0 0,-2-125 3 0 0,-2 1 0 0 0,0-1 1 0 0,-2 1-1 0 0,-1-1 0 0 0,0-1 1 0 0,-2 1-1 0 0,0-1 0 0 0,-2-1 1 0 0,-20 32-1 0 0,27-47-6 0 0,2-3-1 0 0,1-1 0 0 0,-1 1 0 0 0,1-1 0 0 0,-1 0 0 0 0,0 1 0 0 0,1-1 0 0 0,-1 0 0 0 0,0 0 0 0 0,-1 0 0 0 0,1 0 0 0 0,0-1 0 0 0,0 1 0 0 0,-1-1 0 0 0,1 1 0 0 0,-1-1 0 0 0,0 0 0 0 0,1 0 0 0 0,-1 0 0 0 0,-5 1 0 0 0,4-1 80 0 0,0 0 1 0 0,0 0 0 0 0,0 1 0 0 0,0-1 0 0 0,-6 4 0 0 0,8-3-77 0 0,0-1 1 0 0,0 0 0 0 0,0 0-1 0 0,0 0 1 0 0,0 0 0 0 0,-1 0-1 0 0,1 0 1 0 0,0-1 0 0 0,0 1 0 0 0,-1-1-1 0 0,1 0 1 0 0,-1 1 0 0 0,1-1-1 0 0,0 0 1 0 0,-1 0 0 0 0,1-1-1 0 0,0 1 1 0 0,-1 0 0 0 0,1-1 0 0 0,0 0-1 0 0,-5-1 1 0 0,6 1-26 0 0,0-1-1 0 0,0 1 1 0 0,0 0 0 0 0,0-1-1 0 0,0 0 1 0 0,0 1 0 0 0,1-1-1 0 0,-1 1 1 0 0,1-1 0 0 0,-1 0-1 0 0,1 0 1 0 0,-1 1 0 0 0,1-1-1 0 0,0 0 1 0 0,0 0 0 0 0,0-3-1 0 0,-3-10-10 0 0,-9-14-24 0 0,8 21 19 0 0,0 1 0 0 0,1-1 0 0 0,1 0 0 0 0,-1 0 0 0 0,1 0 1 0 0,0-1-1 0 0,0-11 0 0 0,2 8-12 0 0,1-1 0 0 0,0 1-1 0 0,1 0 1 0 0,1 0 0 0 0,0 0 0 0 0,0 0-1 0 0,1 0 1 0 0,1 1 0 0 0,10-19 0 0 0,-3-1-30 0 0,-10 26 46 0 0,-1 0 1 0 0,1 0 0 0 0,1 0 0 0 0,-1 0 0 0 0,1 0 0 0 0,0 1-1 0 0,4-7 1 0 0,21-16-15 0 0,0 2-1 0 0,1 1 1 0 0,56-35-1 0 0,-76 53 29 0 0,11-7-8 0 0,-7 3 19 0 0,1 1-1 0 0,0 0 1 0 0,1 1-1 0 0,0 1 1 0 0,19-7-1 0 0,-13 7 73 0 0,-1 0 0 0 0,20-11 0 0 0,-38 17-86 0 0,0 0 1 0 0,0 1-1 0 0,1-1 1 0 0,-1 1-1 0 0,0 0 0 0 0,0-1 1 0 0,0 1-1 0 0,1 0 1 0 0,-1 0-1 0 0,0 0 1 0 0,0 1-1 0 0,1-1 0 0 0,-1 0 1 0 0,0 1-1 0 0,0-1 1 0 0,0 1-1 0 0,0 0 0 0 0,0 0 1 0 0,0 0-1 0 0,0 0 1 0 0,0 0-1 0 0,2 2 1 0 0,2 0-294 0 0,-5-3 41 0 0,-1 0 0 0 0,1 0-1 0 0,-1 0 1 0 0,1 0 0 0 0,-1 0 0 0 0,1 0-1 0 0,-1 0 1 0 0,1 0 0 0 0,-1 0 0 0 0,1 0-1 0 0,-1 0 1 0 0,1-1 0 0 0,-1 1 0 0 0,1 0-1 0 0,-1 0 1 0 0,0 0 0 0 0,1-1 0 0 0,-1 1-1 0 0,1 0 1 0 0,-1-1 0 0 0,1 1 0 0 0,-1 0-1 0 0,0-1 1 0 0,1 1 0 0 0,-1-1 0 0 0,1 1-1 0 0,5-7-2409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2993 0 0,'0'0'864'0'0,"-20"0"3654"0"0,9 2-4163 0 0,0 0-1 0 0,0 1 1 0 0,0 0 0 0 0,0 1-1 0 0,1 0 1 0 0,-20 11-1 0 0,-21 8 215 0 0,43-20-490 0 0,1 0-1 0 0,0 1 0 0 0,0 1 0 0 0,0-1 1 0 0,0 1-1 0 0,1 0 0 0 0,0 0 0 0 0,0 1 1 0 0,0 0-1 0 0,-7 10 0 0 0,-1 2 17 0 0,2 0 1 0 0,-19 36-1 0 0,26-43-59 0 0,1-4-29 0 0,1-1 0 0 0,0 1 0 0 0,0 0 0 0 0,0-1 0 0 0,-1 11 0 0 0,3-15-6 0 0,1-1 0 0 0,0 1 0 0 0,0-1 0 0 0,0 1 0 0 0,0-1 0 0 0,0 1 0 0 0,0-1 0 0 0,0 1 0 0 0,1-1 0 0 0,-1 1 0 0 0,0-1 0 0 0,1 1 0 0 0,-1-1 0 0 0,1 0 0 0 0,0 1-1 0 0,-1-1 1 0 0,1 0 0 0 0,0 1 0 0 0,0-1 0 0 0,0 0 0 0 0,0 0 0 0 0,0 0 0 0 0,0 0 0 0 0,0 0 0 0 0,0 0 0 0 0,0 0 0 0 0,1 0 0 0 0,-1 0 0 0 0,0-1 0 0 0,0 1 0 0 0,1 0 0 0 0,2 0 0 0 0,20 8 27 0 0,3 1-13 0 0,-1 2 1 0 0,33 18 0 0 0,-52-26 8 0 0,-1 0 0 0 0,-1 0 0 0 0,1 0 0 0 0,-1 0 0 0 0,1 1 0 0 0,-1 0 0 0 0,0 0 0 0 0,-1 1 0 0 0,0-1 0 0 0,1 1 0 0 0,-2 0 1 0 0,1 0-1 0 0,-1 0 0 0 0,5 14 0 0 0,4 5 436 0 0,-10-23-386 0 0,-1 1 0 0 0,1-1 0 0 0,-1 0 0 0 0,0 1 0 0 0,1-1 0 0 0,-1 1 0 0 0,0 0 0 0 0,-1-1 0 0 0,1 1 1 0 0,0 0-1 0 0,-1-1 0 0 0,0 1 0 0 0,1 0 0 0 0,-1 0 0 0 0,0-1 0 0 0,-1 1 0 0 0,1 0 0 0 0,-1 4 0 0 0,-1-6-59 0 0,1 0 0 0 0,-1 0 1 0 0,1 0-1 0 0,-1 0 0 0 0,0-1 1 0 0,1 1-1 0 0,-1-1 0 0 0,0 1 0 0 0,0-1 1 0 0,1 0-1 0 0,-1 1 0 0 0,-2-1 1 0 0,-4 1 20 0 0,-31 11-481 0 0,1 1 1 0 0,-68 34-1 0 0,101-48-3387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3457 0 0,'-33'17'5644'0'0,"30"-14"-5284"0"0,2-1 887 0 0,5-2-186 0 0,2 0-1021 0 0,134 10 680 0 0,-122-9-670 0 0,-10 0-260 0 0,8 1 18 0 0,-7 4-5193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6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4049 0 0,'0'0'1915'0'0,"7"7"3410"0"0,9 5-3090 0 0,-6-8-2102 0 0,-1 0 0 0 0,1-1 0 0 0,-1 0 0 0 0,1-1 0 0 0,0 0 1 0 0,0 0-1 0 0,11-1 0 0 0,-14-1-391 0 0,0 0 0 0 0,0-1 0 0 0,0 0 0 0 0,0 0 0 0 0,0-1 1 0 0,0 0-1 0 0,0 0 0 0 0,-1 0 0 0 0,1-1 0 0 0,-1 0 0 0 0,7-5 0 0 0,2-2-1546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52 1256 0 0,'-3'-11'3036'0'0,"2"9"-2642"0"0,1 0-1 0 0,0 0 1 0 0,-1 0 0 0 0,1 0-1 0 0,-1 0 1 0 0,0 1 0 0 0,1-1-1 0 0,-1 0 1 0 0,-2-3-1 0 0,1 3-275 0 0,-1 0 0 0 0,0 0 0 0 0,0 0-1 0 0,0 1 1 0 0,0-1 0 0 0,0 1-1 0 0,0-1 1 0 0,0 1 0 0 0,0 0-1 0 0,-1 0 1 0 0,1 1 0 0 0,0-1 0 0 0,-1 1-1 0 0,1-1 1 0 0,0 1 0 0 0,-1 0-1 0 0,-5 1 1 0 0,-1 1 2 0 0,0 0 1 0 0,0 1-1 0 0,1 0 1 0 0,-16 7-1 0 0,22-9-96 0 0,0 1-1 0 0,0 0 1 0 0,0 0 0 0 0,1 0-1 0 0,-1 0 1 0 0,1 1 0 0 0,-1-1-1 0 0,1 1 1 0 0,0-1 0 0 0,0 1 0 0 0,-3 4-1 0 0,-18 37 121 0 0,11-20-47 0 0,-12 20 50 0 0,2 2-1 0 0,2 0 1 0 0,2 1-1 0 0,2 1 1 0 0,-12 64-1 0 0,26-103-148 0 0,-1 1 0 0 0,0-1 0 0 0,0 0 0 0 0,-5 9 0 0 0,4-12 27 0 0,1 1 0 0 0,0 0 0 0 0,1 0 0 0 0,0 0 0 0 0,0 0 0 0 0,0 0 0 0 0,1 0 0 0 0,0 8 0 0 0,1-7 51 0 0,0-1 0 0 0,1 0-1 0 0,0 1 1 0 0,3 13 0 0 0,-3-19-59 0 0,0 1 0 0 0,-1-1 0 0 0,1 0 0 0 0,1 1 0 0 0,-1-1 0 0 0,0 0 0 0 0,0 0 0 0 0,1 0 0 0 0,-1 0 0 0 0,1 0 0 0 0,0 0 0 0 0,0 0 0 0 0,0 0 0 0 0,-1-1 0 0 0,2 1 0 0 0,-1-1 0 0 0,0 0 0 0 0,2 2 0 0 0,22 9 4 0 0,-13-6 24 0 0,0-1-1 0 0,0 0 1 0 0,14 4 0 0 0,-21-8-33 0 0,0 0 1 0 0,-1-1 0 0 0,1 1-1 0 0,0-1 1 0 0,0 0-1 0 0,-1-1 1 0 0,1 0-1 0 0,0 1 1 0 0,0-2 0 0 0,10-2-1 0 0,-2-1 34 0 0,-1-1-1 0 0,1 0 0 0 0,-1-1 0 0 0,15-10 1 0 0,-23 13-35 0 0,1 0 1 0 0,-1 0 0 0 0,0-1 0 0 0,0 1 0 0 0,0-1 0 0 0,-1-1 0 0 0,1 1 0 0 0,-1-1 0 0 0,-1 1 0 0 0,1-1 0 0 0,2-7 0 0 0,3-8 38 0 0,-1 1 0 0 0,8-41 0 0 0,-13 49-21 0 0,0 1 0 0 0,1-1 0 0 0,6-12 0 0 0,-6 14-13 0 0,0 0 1 0 0,0-1-1 0 0,-1 1 0 0 0,2-15 1 0 0,-3 6 8 0 0,-1 1 0 0 0,-1 0 0 0 0,-1-1 1 0 0,-1 1-1 0 0,0 0 0 0 0,-1 0 0 0 0,-1 0 1 0 0,-1 0-1 0 0,-1 0 0 0 0,0 1 0 0 0,-13-26 0 0 0,17 41-20 0 0,0 0 0 0 0,0 0-1 0 0,0 0 1 0 0,0 0-1 0 0,0 0 1 0 0,0 0-1 0 0,0 0 1 0 0,-1 1-1 0 0,1-1 1 0 0,0 1 0 0 0,-1 0-1 0 0,1 0 1 0 0,-1-1-1 0 0,0 2 1 0 0,1-1-1 0 0,-4-1 1 0 0,-19-8-23 0 0,22 9 8 0 0,1-1-1 0 0,-1 1 0 0 0,1 0 0 0 0,-1 0 0 0 0,0 0 0 0 0,1 0 0 0 0,-1 0 1 0 0,0 1-1 0 0,0-1 0 0 0,1 1 0 0 0,-1 0 0 0 0,0 0 0 0 0,0 0 0 0 0,0 0 1 0 0,1 0-1 0 0,-5 1 0 0 0,5 0 8 0 0,0-1-1 0 0,0 1 1 0 0,1 0 0 0 0,-1-1 0 0 0,0 1 0 0 0,0 0-1 0 0,1 0 1 0 0,-1 1 0 0 0,0-1 0 0 0,1 0 0 0 0,0 0-1 0 0,-1 1 1 0 0,1-1 0 0 0,0 1 0 0 0,-1-1 0 0 0,1 1-1 0 0,0 0 1 0 0,0-1 0 0 0,0 1 0 0 0,0 0 0 0 0,1 0-1 0 0,-1 0 1 0 0,0 2 0 0 0,-5 22 3 0 0,3-14-16 0 0,0-1 0 0 0,0 1 0 0 0,-1 0 0 0 0,-7 13 0 0 0,7-14 4 0 0,0-1 0 0 0,0 1 0 0 0,1-1 1 0 0,0 1-1 0 0,1 0 0 0 0,0 0 0 0 0,1 0 0 0 0,0 0 0 0 0,1 1 0 0 0,0-1 0 0 0,1 0 1 0 0,4 21-1 0 0,-3-23-403 0 0,0 0 1 0 0,1 0-1 0 0,-1-1 0 0 0,2 1 1 0 0,5 11-1 0 0,-5-15-1428 0 0,-1 0-401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9258 0 0,'0'10'4945'0'0,"0"10"-3350"0"0,0 3-957 0 0,0-14-3955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67 944 0 0,'0'0'3681'0'0,"4"-25"3523"0"0,1 20-7051 0 0,1 1 0 0 0,0 0 0 0 0,0 0 0 0 0,0 1 0 0 0,0-1 0 0 0,1 1 0 0 0,-1 1-1 0 0,1-1 1 0 0,0 1 0 0 0,0 0 0 0 0,0 1 0 0 0,12-2 0 0 0,-8 2-107 0 0,0 0-1 0 0,0 1 1 0 0,0 0-1 0 0,0 1 1 0 0,1 0 0 0 0,-1 1-1 0 0,15 4 1 0 0,30 21 115 0 0,-53-25-159 0 0,0 0 0 0 0,1 0 1 0 0,-1 0-1 0 0,0 1 0 0 0,0-1 0 0 0,-1 1 0 0 0,1 0 1 0 0,-1 0-1 0 0,1 0 0 0 0,-1 0 0 0 0,0 0 0 0 0,0 0 1 0 0,0 0-1 0 0,0 1 0 0 0,-1-1 0 0 0,2 7 0 0 0,4 9-16 0 0,6 35 0 0 0,-11-48 14 0 0,5 51 31 0 0,-6-42-20 0 0,0 0-1 0 0,6 22 1 0 0,4-4 10 0 0,-7-24-10 0 0,-1 0 1 0 0,0 0-1 0 0,-1 1 1 0 0,0-1 0 0 0,0 0-1 0 0,-1 1 1 0 0,0 13-1 0 0,-4-1 17 0 0,-1 1-1 0 0,-1-1 0 0 0,-1 0 0 0 0,-1 0 1 0 0,-1 0-1 0 0,-12 22 0 0 0,10-20 13 0 0,6-14-7 0 0,-1 0 0 0 0,0 1 0 0 0,-7 9 0 0 0,9-17-16 0 0,1 1 0 0 0,-1-1 0 0 0,-1 1-1 0 0,1-1 1 0 0,0 0 0 0 0,-1 0-1 0 0,0 0 1 0 0,0-1 0 0 0,0 1 0 0 0,-4 1-1 0 0,-27 14 150 0 0,28-13-120 0 0,-1-1 1 0 0,1 0-1 0 0,-1 0 0 0 0,0-1 0 0 0,0 0 1 0 0,0-1-1 0 0,0 1 0 0 0,0-2 0 0 0,0 1 1 0 0,-15 0-1 0 0,22-2-50 0 0,0-1 0 0 0,0 1 0 0 0,1-1 1 0 0,-1 0-1 0 0,0 1 0 0 0,0-1 0 0 0,0 0 0 0 0,1 1 0 0 0,-1-1 0 0 0,0 0 1 0 0,1 0-1 0 0,-1 0 0 0 0,0 0 0 0 0,1 0 0 0 0,-1 0 0 0 0,1 1 0 0 0,0-1 0 0 0,-1 0 1 0 0,1 0-1 0 0,-1-2 0 0 0,0 0-7 0 0,-1 0 3 0 0,1-1 1 0 0,-1 1-1 0 0,1-1 1 0 0,0 0-1 0 0,0 0 1 0 0,0 1-1 0 0,0-1 1 0 0,1 0-1 0 0,-1 0 1 0 0,1 0-1 0 0,0 0 1 0 0,0 0-1 0 0,1 0 1 0 0,-1 0-1 0 0,1 0 0 0 0,0 0 1 0 0,0 1-1 0 0,0-1 1 0 0,0 0-1 0 0,1 1 1 0 0,-1-1-1 0 0,1 1 1 0 0,0-1-1 0 0,0 1 1 0 0,1 0-1 0 0,-1-1 1 0 0,1 1-1 0 0,5-4 0 0 0,0 0 1 0 0,0 0 0 0 0,1 1 0 0 0,0 0 0 0 0,0 0 0 0 0,1 1 0 0 0,-1 0 0 0 0,1 1 0 0 0,0 0 0 0 0,14-3 0 0 0,29-2-36 0 0,-43 8 39 0 0,0-1-1 0 0,0 1 0 0 0,0-2 1 0 0,0 1-1 0 0,-1-1 1 0 0,14-7-1 0 0,-15 7 1 0 0,0-1 0 0 0,0 1 0 0 0,0 1 0 0 0,1-1 0 0 0,-1 2-1 0 0,1-1 1 0 0,0 1 0 0 0,-1 0 0 0 0,1 1 0 0 0,0 0 0 0 0,-1 0 0 0 0,11 2 0 0 0,-2 1 18 0 0,0 0 0 0 0,0 1 0 0 0,-1 1 1 0 0,1 1-1 0 0,15 7 0 0 0,-27-11-29 0 0,0 1 1 0 0,-1-1-1 0 0,1 1 0 0 0,-1 0 0 0 0,0 1 1 0 0,0-1-1 0 0,0 1 0 0 0,4 4 0 0 0,7 11-4069 0 0,-13-16 2041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 2192 0 0,'-15'-1'6078'0'0,"-5"0"-2392"0"0,18 2-3623 0 0,1-1 0 0 0,-1 1-1 0 0,1-1 1 0 0,-1 1 0 0 0,1 0 0 0 0,-1-1 0 0 0,1 1-1 0 0,0 0 1 0 0,-1 0 0 0 0,1 0 0 0 0,0 0 0 0 0,0 0 0 0 0,0 0-1 0 0,0 1 1 0 0,0-1 0 0 0,0 0 0 0 0,0 1 0 0 0,0-1-1 0 0,-1 3 1 0 0,-2 4 15 0 0,0 0 0 0 0,1 1-1 0 0,-1 0 1 0 0,2 0 0 0 0,-1 0 0 0 0,-1 12-1 0 0,-3 61 73 0 0,4-34-89 0 0,-35 221 3 0 0,16-137-44 0 0,16-70-55 0 0,1 89 1 0 0,8-135-126 0 0,-3-15 50 0 0,0-1-1 0 0,0 0 0 0 0,0 1 0 0 0,0-1 0 0 0,0 0 1 0 0,0 1-1 0 0,0-1 0 0 0,0 0 0 0 0,0 1 0 0 0,0-1 1 0 0,0 0-1 0 0,0 1 0 0 0,1-1 0 0 0,-1 0 0 0 0,0 0 0 0 0,0 1 1 0 0,0-1-1 0 0,0 0 0 0 0,1 1 0 0 0,-1-1 0 0 0,0 0 1 0 0,0 0-1 0 0,0 1 0 0 0,1-1 0 0 0,-1 0 0 0 0,0 0 1 0 0,0 0-1 0 0,1 1 0 0 0,-1-1 0 0 0,0 0 0 0 0,0 0 0 0 0,1 0 1 0 0,-1 0-1 0 0,0 0 0 0 0,1 0 0 0 0,-1 1 0 0 0,0-1 1 0 0,1 0-1 0 0,-1 0 0 0 0,2-3-2229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17 6409 0 0,'14'-11'3208'0'0,"-9"10"-2895"0"0,1-1-1 0 0,0 1 1 0 0,0 0 0 0 0,0 1 0 0 0,-1-1 0 0 0,1 1 0 0 0,0 0 0 0 0,0 0-1 0 0,8 2 1 0 0,-12-1-263 0 0,1 0 0 0 0,-1-1 0 0 0,0 1-1 0 0,0 0 1 0 0,0 0 0 0 0,0 0 0 0 0,0 0 0 0 0,0 0-1 0 0,0 1 1 0 0,0-1 0 0 0,0 1 0 0 0,-1-1-1 0 0,1 1 1 0 0,-1 0 0 0 0,1-1 0 0 0,-1 1 0 0 0,1 0-1 0 0,-1 0 1 0 0,0 0 0 0 0,0 0 0 0 0,0 0-1 0 0,0 0 1 0 0,0 1 0 0 0,-1-1 0 0 0,1 0-1 0 0,-1 0 1 0 0,1 3 0 0 0,0 0 88 0 0,0-1 1 0 0,1 0-1 0 0,-1 1 1 0 0,1-1-1 0 0,3 6 0 0 0,-3-6-53 0 0,0 0-1 0 0,0-1 1 0 0,0 1-1 0 0,-1 0 1 0 0,0 0-1 0 0,0 0 1 0 0,0 0 0 0 0,0 5-1 0 0,-1-2-41 0 0,0 0 0 0 0,-1 0 1 0 0,0 0-1 0 0,-1 0 0 0 0,0 0 0 0 0,0 0 0 0 0,0-1 0 0 0,-1 1 1 0 0,0-1-1 0 0,0 1 0 0 0,0-1 0 0 0,-1 0 0 0 0,0-1 1 0 0,0 1-1 0 0,-1 0 0 0 0,1-1 0 0 0,-1 0 0 0 0,0 0 0 0 0,-9 5 1 0 0,0 1-58 0 0,-1 0 1 0 0,-1-1-1 0 0,0-1 1 0 0,0 0-1 0 0,-1-1 1 0 0,-22 7 0 0 0,34-14-27 0 0,-2 2-133 0 0,-1-1 0 0 0,0 1 0 0 0,1 1 0 0 0,-8 4 0 0 0,10-6-338 0 0,-5 6-4201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81 1624 0 0,'-3'-5'4771'0'0,"-6"-8"-3287"0"0,6 9-1087 0 0,-1 0-1 0 0,1 0 1 0 0,0 0-1 0 0,-1 0 1 0 0,0 0 0 0 0,0 1-1 0 0,0 0 1 0 0,0-1 0 0 0,-7-2-1 0 0,8 4-105 0 0,-3-1 95 0 0,0-1 1 0 0,0 1 0 0 0,-1 0 0 0 0,-10-3-1 0 0,16 6-373 0 0,0 0 0 0 0,0-1 0 0 0,-1 1 0 0 0,1 0 0 0 0,0 0 0 0 0,-1 0 0 0 0,1 0 0 0 0,0 0 0 0 0,-1 0 0 0 0,1 0-1 0 0,0 0 1 0 0,-1 0 0 0 0,1 1 0 0 0,0-1 0 0 0,0 1 0 0 0,-1-1 0 0 0,1 1 0 0 0,0-1 0 0 0,0 1 0 0 0,0 0 0 0 0,0-1 0 0 0,0 1 0 0 0,0 0 0 0 0,0 0 0 0 0,0 0-1 0 0,0 0 1 0 0,0 0 0 0 0,0 0 0 0 0,0 0 0 0 0,1 0 0 0 0,-2 2 0 0 0,-3 8-26 0 0,1 1-1 0 0,0 0 1 0 0,-2 12-1 0 0,4-12 20 0 0,-1 0-1 0 0,-1 0 1 0 0,-5 12-1 0 0,2-10-11 0 0,1 1 0 0 0,1 0 1 0 0,1 1-1 0 0,0-1 0 0 0,1 1 0 0 0,-2 26 0 0 0,4 99-51 0 0,1-118 80 0 0,6 81 50 0 0,-2-69-32 0 0,-2 1-1 0 0,-1-1 1 0 0,-2 1-1 0 0,-2-1 1 0 0,-7 43-1 0 0,7-67-33 0 0,-23 82 222 0 0,22-84-206 0 0,1 0 0 0 0,-2 0 1 0 0,1 0-1 0 0,-1-1 1 0 0,0 0-1 0 0,-1 0 1 0 0,-11 13-1 0 0,10-16-53 0 0,0 0-1 0 0,0-1 0 0 0,0 0 1 0 0,-1 0-1 0 0,-11 4 0 0 0,17-7-134 0 0,0 0-1 0 0,-1 0 0 0 0,1 0 1 0 0,0 0-1 0 0,0-1 1 0 0,0 1-1 0 0,-1-1 1 0 0,1 0-1 0 0,0 1 0 0 0,-1-1 1 0 0,1 0-1 0 0,0 0 1 0 0,-1-1-1 0 0,1 1 1 0 0,0 0-1 0 0,0-1 0 0 0,-1 1 1 0 0,1-1-1 0 0,0 0 1 0 0,0 0-1 0 0,0 0 0 0 0,0 0 1 0 0,0 0-1 0 0,0 0 1 0 0,0-1-1 0 0,0 1 1 0 0,0 0-1 0 0,1-1 0 0 0,-1 0 1 0 0,1 1-1 0 0,-3-4 1 0 0,-6-17-1810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36 7258 0 0,'0'0'176'0'0,"-1"1"1"0"0,1-1-1 0 0,-1 0 1 0 0,0 0 0 0 0,1 0-1 0 0,-1 0 1 0 0,0 1 0 0 0,1-1-1 0 0,-1 0 1 0 0,1 1 0 0 0,-1-1-1 0 0,1 0 1 0 0,-1 1 0 0 0,1-1-1 0 0,-1 0 1 0 0,1 1 0 0 0,-1-1-1 0 0,1 1 1 0 0,0-1 0 0 0,-1 1-1 0 0,1 0-113 0 0,0-1 0 0 0,0 0 0 0 0,0 1 0 0 0,0-1 0 0 0,-1 0 0 0 0,1 0 0 0 0,0 1 0 0 0,0-1 0 0 0,0 0 0 0 0,0 0 0 0 0,0 1-1 0 0,0-1 1 0 0,1 0 0 0 0,-1 1 0 0 0,0-1 0 0 0,0 0 0 0 0,0 0 0 0 0,0 1 0 0 0,0-1 0 0 0,0 0 0 0 0,0 0 0 0 0,0 1 0 0 0,1-1 0 0 0,-1 0 0 0 0,0 0 0 0 0,0 0 0 0 0,0 1 0 0 0,1-1-1 0 0,-1 0 1 0 0,0 0 0 0 0,0 0 0 0 0,0 0 0 0 0,1 1 0 0 0,-1-1 0 0 0,0 0 0 0 0,0 0 0 0 0,1 0 0 0 0,-1 0 0 0 0,0 0 0 0 0,0 0 0 0 0,1 0 0 0 0,-1 0 0 0 0,0 0 0 0 0,1 0 0 0 0,-1 0-1 0 0,0 0 1 0 0,0 0 0 0 0,1 0 0 0 0,-1 0 0 0 0,0 0 0 0 0,0 0 0 0 0,1 0 0 0 0,26 1 210 0 0,0-2 0 0 0,1 0 0 0 0,-1-2 0 0 0,34-7 0 0 0,-26 3-189 0 0,70-3-1 0 0,-96 10-487 0 0,0 0 1 0 0,-1-1-1 0 0,1-1 0 0 0,-1 1 0 0 0,1-1 0 0 0,14-6 0 0 0,-8 2-1298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482 122 3713 0 0,'-7'-16'2976'0'0,"5"6"-2220"0"0,0-1 0 0 0,-1 1 0 0 0,0-1-1 0 0,0 1 1 0 0,-5-11 0 0 0,6 20-672 0 0,1 0 0 0 0,0 0 0 0 0,-1 0 1 0 0,1 0-1 0 0,-1 1 0 0 0,1-1 1 0 0,-1 0-1 0 0,1 1 0 0 0,-1-1 0 0 0,-2 0 1 0 0,-9-4 99 0 0,8 2-166 0 0,0 1 0 0 0,0-1 0 0 0,-1 1 1 0 0,1 0-1 0 0,-1 1 0 0 0,0-1 0 0 0,1 1 1 0 0,-1 0-1 0 0,0 0 0 0 0,0 1 1 0 0,0 0-1 0 0,0 0 0 0 0,1 0 0 0 0,-1 1 1 0 0,0 0-1 0 0,0 0 0 0 0,1 0 0 0 0,-1 1 1 0 0,0 0-1 0 0,1 0 0 0 0,0 0 0 0 0,-10 6 1 0 0,-5 1 0 0 0,17-8-16 0 0,0 1 1 0 0,-1-1-1 0 0,1 1 1 0 0,1-1-1 0 0,-1 1 1 0 0,0 0-1 0 0,0 0 1 0 0,1 0-1 0 0,-1 0 1 0 0,1 1 0 0 0,-3 2-1 0 0,-21 29 0 0 0,2 0 0 0 0,2 2 0 0 0,1 0-1 0 0,2 1 1 0 0,1 1 0 0 0,2 1 0 0 0,-18 67 0 0 0,31-93-13 0 0,0 3-4 0 0,-1 0 0 0 0,-1 0-1 0 0,-9 21 1 0 0,11-29 37 0 0,0 0 1 0 0,0 0-1 0 0,0 0 0 0 0,1 0 1 0 0,0 0-1 0 0,1 0 0 0 0,0 1 1 0 0,0-1-1 0 0,1 0 0 0 0,0 1 1 0 0,1-1-1 0 0,-1 1 0 0 0,2-1 1 0 0,-1 0-1 0 0,1 0 0 0 0,0 0 1 0 0,1 0-1 0 0,0 0 0 0 0,0 0 1 0 0,1 0-1 0 0,5 8 1 0 0,-7-12 28 0 0,1 0 1 0 0,0 0-1 0 0,0 0 1 0 0,1 0-1 0 0,-1 0 1 0 0,1-1-1 0 0,0 1 1 0 0,0-1 0 0 0,0 0-1 0 0,0 0 1 0 0,1-1-1 0 0,-1 1 1 0 0,1-1-1 0 0,0 0 1 0 0,-1 0-1 0 0,8 1 1 0 0,7 2 38 0 0,-12-3-67 0 0,0 0 0 0 0,-1 0 0 0 0,0 0 0 0 0,1 1 0 0 0,5 3 0 0 0,-3-1-32 0 0,-1-1 0 0 0,1 1 0 0 0,0-2 1 0 0,1 1-1 0 0,-1-1 0 0 0,1 0 1 0 0,-1-1-1 0 0,1-1 0 0 0,0 1 0 0 0,0-1 1 0 0,12-1-1 0 0,-15 0-482 0 0,0-1 0 0 0,0 0 1 0 0,0 0-1 0 0,0-1 0 0 0,13-4 0 0 0,-6-1-2754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463 225 5281 0 0,'-4'-12'1315'0'0,"-10"-46"317"0"0,12 46-1156 0 0,-1-1 0 0 0,0 1 0 0 0,0 0 0 0 0,-1 0 0 0 0,-1 0 0 0 0,0 0 0 0 0,-11-17 0 0 0,14 27-411 0 0,0 0-1 0 0,0 1 1 0 0,0-1 0 0 0,0 1 0 0 0,0 0-1 0 0,-1-1 1 0 0,1 1 0 0 0,0 0-1 0 0,-1 1 1 0 0,1-1 0 0 0,-1 0 0 0 0,1 1-1 0 0,-3-1 1 0 0,-19-7 153 0 0,19 5-203 0 0,1 1-1 0 0,-1 0 0 0 0,0 0 1 0 0,1 0-1 0 0,-1 1 1 0 0,0-1-1 0 0,0 1 0 0 0,0 1 1 0 0,0-1-1 0 0,0 1 0 0 0,0-1 1 0 0,0 1-1 0 0,0 1 1 0 0,-1-1-1 0 0,1 1 0 0 0,0 0 1 0 0,1 0-1 0 0,-1 0 1 0 0,0 1-1 0 0,0 0 0 0 0,0 0 1 0 0,1 0-1 0 0,-8 5 1 0 0,-11 4-12 0 0,19-10-4 0 0,-1 1-1 0 0,1 0 0 0 0,0 0 1 0 0,0 1-1 0 0,0-1 0 0 0,0 1 1 0 0,1 0-1 0 0,-1 0 0 0 0,1 0 1 0 0,-4 4-1 0 0,-15 19 7 0 0,2 1 0 0 0,1 1 0 0 0,-27 53 0 0 0,37-51-39 0 0,8-26 23 0 0,0 1-1 0 0,0-1 0 0 0,0 0 1 0 0,-1 0-1 0 0,1 0 1 0 0,-1 0-1 0 0,-3 5 0 0 0,4-8 26 0 0,-1 1 1 0 0,1-1-1 0 0,0 1 0 0 0,0 0 1 0 0,0-1-1 0 0,0 1 0 0 0,0 0 0 0 0,1 0 1 0 0,-1 0-1 0 0,0 0 0 0 0,1 0 0 0 0,-1 0 1 0 0,1 0-1 0 0,0 0 0 0 0,0 0 0 0 0,0 0 1 0 0,0 0-1 0 0,0 0 0 0 0,0 0 1 0 0,0 0-1 0 0,0 0 0 0 0,2 2 0 0 0,-1-2 1 0 0,0 0-1 0 0,1 0 0 0 0,-1 0 1 0 0,1-1-1 0 0,-1 1 0 0 0,1-1 1 0 0,0 1-1 0 0,-1-1 0 0 0,1 0 1 0 0,0 0-1 0 0,0 0 1 0 0,0 0-1 0 0,0 0 0 0 0,0 0 1 0 0,0 0-1 0 0,0 0 0 0 0,0-1 1 0 0,1 1-1 0 0,-1-1 0 0 0,3 0 1 0 0,2 1-5 0 0,0 0 0 0 0,0-1 0 0 0,0 0 0 0 0,0 0 0 0 0,0-1 0 0 0,0 0 1 0 0,0 0-1 0 0,0-1 0 0 0,0 1 0 0 0,-1-2 0 0 0,1 1 0 0 0,-1-1 0 0 0,1 0 0 0 0,-1 0 1 0 0,0-1-1 0 0,0 1 0 0 0,0-2 0 0 0,8-7 0 0 0,0 0 10 0 0,-1-2 0 0 0,-1 0-1 0 0,-1 0 1 0 0,0-1 0 0 0,18-31-1 0 0,-19 28 13 0 0,-3 7 7 0 0,-1 0 1 0 0,0 0-1 0 0,-1-1 0 0 0,5-14 0 0 0,-10 25-31 0 0,0 0 0 0 0,1 0 0 0 0,-1 0 0 0 0,1 0-1 0 0,-1 1 1 0 0,1-1 0 0 0,-1 0 0 0 0,1 0 0 0 0,-1 0-1 0 0,1 1 1 0 0,0-1 0 0 0,-1 0 0 0 0,1 1 0 0 0,1-2 0 0 0,-1 2-12 0 0,-1 0 0 0 0,0 0 0 0 0,1-1 1 0 0,-1 1-1 0 0,1 0 0 0 0,-1 0 0 0 0,0 0 1 0 0,1 0-1 0 0,-1 0 0 0 0,1 0 1 0 0,-1 0-1 0 0,0 0 0 0 0,1 1 0 0 0,-1-1 1 0 0,0 0-1 0 0,1 0 0 0 0,-1 0 0 0 0,1 0 1 0 0,-1 0-1 0 0,0 1 0 0 0,1-1 0 0 0,-1 0 1 0 0,0 0-1 0 0,1 1 0 0 0,-1-1 1 0 0,0 0-1 0 0,0 0 0 0 0,1 1 0 0 0,-1-1 1 0 0,0 0-1 0 0,0 1 0 0 0,1-1 0 0 0,-1 0 1 0 0,0 1-1 0 0,0-1 0 0 0,0 0 1 0 0,0 1-1 0 0,0-1 0 0 0,1 1 0 0 0,-1-1 1 0 0,0 0-1 0 0,0 1 0 0 0,0-1 0 0 0,0 1 1 0 0,5 19-35 0 0,0 1-1 0 0,-1 0 1 0 0,-1 0 0 0 0,1 22 0 0 0,-3 91-23 0 0,-2-67 103 0 0,0-48-5 0 0,-1-1 0 0 0,0 0 0 0 0,-1 1 0 0 0,-1-1-1 0 0,-1 0 1 0 0,0-1 0 0 0,-1 1 0 0 0,-1-1 0 0 0,-10 17-1 0 0,5-7 26 0 0,10-20-49 0 0,-1-1 0 0 0,1-1 1 0 0,-1 1-1 0 0,0 0 0 0 0,-6 7 1 0 0,5-9 52 0 0,0 1 0 0 0,0-1 0 0 0,0 0 1 0 0,-1 0-1 0 0,1 0 0 0 0,-1-1 0 0 0,0 1 1 0 0,0-1-1 0 0,0-1 0 0 0,-1 1 0 0 0,1-1 0 0 0,-1 1 1 0 0,1-2-1 0 0,-1 1 0 0 0,0-1 0 0 0,-9 2 0 0 0,9-2 31 0 0,0 1 0 0 0,0 0 0 0 0,0 0-1 0 0,-10 5 1 0 0,12-5-59 0 0,-1 1 1 0 0,0-1-1 0 0,1-1 0 0 0,-1 1 0 0 0,0-1 1 0 0,0 1-1 0 0,0-1 0 0 0,-10 0 1 0 0,10-1-45 0 0,1 0-1 0 0,-1-1 1 0 0,0 1 0 0 0,1-1 0 0 0,-1 0 0 0 0,-7-3 0 0 0,10 3-12 0 0,0 0 0 0 0,0 1 0 0 0,1-1 0 0 0,-1 0 0 0 0,1 0 0 0 0,-1 0 0 0 0,1 0 0 0 0,-1-1 1 0 0,1 1-1 0 0,0 0 0 0 0,-1 0 0 0 0,1-1 0 0 0,0 1 0 0 0,0-1 0 0 0,0 1 0 0 0,0-1 0 0 0,0 0 0 0 0,1 1 0 0 0,-2-5 0 0 0,-10-25-305 0 0,10 28 244 0 0,1 0-1 0 0,-1-1 1 0 0,1 1 0 0 0,-1-1-1 0 0,1 1 1 0 0,0-1 0 0 0,0 0-1 0 0,1 0 1 0 0,-1 1-1 0 0,1-1 1 0 0,0 0 0 0 0,0 0-1 0 0,0 1 1 0 0,0-1 0 0 0,1 0-1 0 0,-1 0 1 0 0,1 1-1 0 0,2-6 1 0 0,14-23-2561 0 0,-11 20 639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507 539 4833 0 0,'0'0'261'0'0,"-9"-21"5983"0"0,8 18-6129 0 0,-1 1 0 0 0,0 0 0 0 0,1 0 0 0 0,-1 0 0 0 0,0 0 0 0 0,-1 0-1 0 0,1 0 1 0 0,0 1 0 0 0,0-1 0 0 0,-1 0 0 0 0,1 1 0 0 0,-5-2 0 0 0,-38-11 535 0 0,35 12-518 0 0,1-1-1 0 0,0 0 1 0 0,-11-5-1 0 0,14 5-104 0 0,0 0-1 0 0,-1 1 0 0 0,1 0 0 0 0,0 0 0 0 0,-1 0 1 0 0,1 1-1 0 0,-1 0 0 0 0,0 0 0 0 0,1 0 1 0 0,-1 1-1 0 0,0 0 0 0 0,0 1 0 0 0,1-1 0 0 0,-1 1 1 0 0,-7 3-1 0 0,1-1 6 0 0,-1 2-1 0 0,2 0 1 0 0,-1 1 0 0 0,0 0-1 0 0,1 0 1 0 0,-14 11 0 0 0,3-5-23 0 0,20-11-10 0 0,0 0 1 0 0,1 0 0 0 0,-1 1-1 0 0,0-1 1 0 0,1 1 0 0 0,-1-1-1 0 0,1 1 1 0 0,-1 0-1 0 0,-3 4 1 0 0,-12 15-50 0 0,0 2 1 0 0,-28 46-1 0 0,46-69 48 0 0,-4 8-51 0 0,0 0 1 0 0,0 0-1 0 0,1 0 0 0 0,-4 10 1 0 0,7-15 42 0 0,-1 0 0 0 0,1 0 0 0 0,0 0 0 0 0,0 0 0 0 0,0 0 0 0 0,0 0 0 0 0,0 0 1 0 0,0 0-1 0 0,1-1 0 0 0,-1 1 0 0 0,1 0 0 0 0,0 0 0 0 0,0 0 0 0 0,0 0 0 0 0,0-1 0 0 0,4 6 0 0 0,-4-7 1 0 0,0 1 0 0 0,0-1 0 0 0,1 1-1 0 0,-1-1 1 0 0,1 0 0 0 0,-1 0 0 0 0,1 1-1 0 0,-1-1 1 0 0,1 0 0 0 0,0 0 0 0 0,0 0-1 0 0,-1-1 1 0 0,4 2 0 0 0,11 6-51 0 0,-10-6 61 0 0,-1 1 0 0 0,1-1 1 0 0,0 0-1 0 0,0 0 0 0 0,0 0 0 0 0,0-1 1 0 0,0 0-1 0 0,0 0 0 0 0,0-1 0 0 0,0 0 1 0 0,0 0-1 0 0,0 0 0 0 0,0-1 0 0 0,0 1 1 0 0,0-2-1 0 0,0 1 0 0 0,0-1 0 0 0,0 1 0 0 0,0-2 1 0 0,0 1-1 0 0,-1-1 0 0 0,0 0 0 0 0,1 0 1 0 0,-1 0-1 0 0,0-1 0 0 0,0 1 0 0 0,8-9 1 0 0,12-23 56 0 0,-1-1-1 0 0,-1 0 1 0 0,-2-2 0 0 0,-2-1 0 0 0,-2 0 0 0 0,-1-1 0 0 0,-2-1 0 0 0,-2 0 0 0 0,8-49-1 0 0,-13 35 56 0 0,-6 41-92 0 0,0 0 0 0 0,1 0 0 0 0,1 0-1 0 0,0 0 1 0 0,1 1 0 0 0,7-16 0 0 0,-7 19 70 0 0,-1 0 0 0 0,1-1 1 0 0,-2 1-1 0 0,1-1 0 0 0,-1 1 0 0 0,-1-1 0 0 0,0 0 0 0 0,-1 1 1 0 0,-1-15-1 0 0,1 20 33 0 0,0 4-115 0 0,0 0-1 0 0,0 1 0 0 0,0-1 0 0 0,0 0 0 0 0,0 0 0 0 0,0 1 0 0 0,-1-1 1 0 0,1 0-1 0 0,0 1 0 0 0,-1-1 0 0 0,1 0 0 0 0,0 1 0 0 0,-1-1 0 0 0,1 0 1 0 0,-1 1-1 0 0,1-1 0 0 0,-1 1 0 0 0,1-1 0 0 0,-1 1 0 0 0,1-1 0 0 0,-1 1 1 0 0,0-1-1 0 0,1 1 0 0 0,-1 0 0 0 0,0-1 0 0 0,1 1 0 0 0,-1 0 0 0 0,0 0 1 0 0,1-1-1 0 0,-1 1 0 0 0,0 0 0 0 0,1 0 0 0 0,-1 0 0 0 0,0 0 0 0 0,0 0 1 0 0,1 0-1 0 0,-1 0 0 0 0,0 0 0 0 0,0 0 0 0 0,1 0 0 0 0,-1 1 0 0 0,0-1 1 0 0,0 0-1 0 0,1 0 0 0 0,-2 1 0 0 0,0 0-16 0 0,0-1 0 0 0,1 1 0 0 0,-1-1 1 0 0,0 1-1 0 0,0 0 0 0 0,1 0 0 0 0,-1 0 0 0 0,1 0 0 0 0,-1 0 0 0 0,0 0 1 0 0,1 0-1 0 0,0 1 0 0 0,-1-1 0 0 0,1 0 0 0 0,0 1 0 0 0,0-1 0 0 0,0 1 0 0 0,0-1 1 0 0,-1 3-1 0 0,-5 26-40 0 0,-6 51 1 0 0,8-40-8 0 0,1 16-19 0 0,4-42 61 0 0,-1 0-1 0 0,0 0 1 0 0,-7 27-1 0 0,-6-4 19 0 0,9-27-10 0 0,1 1 0 0 0,0 0 1 0 0,-4 23-1 0 0,6-19 0 0 0,2-1 0 0 0,-1 1 1 0 0,2 0-1 0 0,0 0 1 0 0,1 0-1 0 0,1 0 0 0 0,5 19 1 0 0,1-8-21 0 0,1 0 0 0 0,1-1-1 0 0,17 28 1 0 0,-24-49-107 0 0,0-1 0 0 0,1 0 0 0 0,0-1 0 0 0,0 1 0 0 0,0-1 0 0 0,0 0 0 0 0,1 0 0 0 0,-1 0 0 0 0,1-1 0 0 0,0 0 0 0 0,0 0 0 0 0,7 1 0 0 0,-8-2-265 0 0,-1-1-1 0 0,0 0 1 0 0,0 0-1 0 0,1 0 1 0 0,7-1-1 0 0,10-4-2422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6225 0 0,'-4'0'6547'0'0,"10"1"-6445"0"0,0 0 1 0 0,-1 0-1 0 0,0 1 0 0 0,1-1 1 0 0,-1 1-1 0 0,6 3 0 0 0,13 4-88 0 0,-9-5-192 0 0,0-1 1 0 0,1-1-1 0 0,16 0 1 0 0,2-1-4885 0 0,-26-1 2149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5745 0 0,'-4'15'4033'0'0,"0"3"-2619"0"0,4-18-1409 0 0,0 1-1 0 0,1-1 1 0 0,-1 1-1 0 0,0 0 1 0 0,1-1-1 0 0,-1 1 1 0 0,0-1-1 0 0,1 1 0 0 0,-1-1 1 0 0,1 1-1 0 0,-1-1 1 0 0,1 1-1 0 0,-1-1 1 0 0,1 0-1 0 0,0 1 1 0 0,-1-1-1 0 0,1 0 1 0 0,-1 0-1 0 0,1 1 1 0 0,0-1-1 0 0,-1 0 1 0 0,1 0-1 0 0,0 0 1 0 0,-1 1-1 0 0,1-1 1 0 0,0 0-1 0 0,-1 0 0 0 0,1 0 1 0 0,1-1-1 0 0,2 2-185 0 0,1-2-1 0 0,-1 1 1 0 0,1 0-1 0 0,0-1 1 0 0,-1 0-1 0 0,1 0 1 0 0,-1 0-1 0 0,0-1 0 0 0,1 0 1 0 0,-1 1-1 0 0,0-1 1 0 0,0-1-1 0 0,0 1 1 0 0,4-4-1 0 0,5-3-2116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266 288 2929 0 0,'-2'-21'6522'0'0,"0"16"-6308"0"0,2 2-6 0 0,-1 1 0 0 0,1-1 0 0 0,-1 1-1 0 0,1 0 1 0 0,-1-1 0 0 0,0 1 0 0 0,0 0-1 0 0,0-1 1 0 0,-1 1 0 0 0,1 0 0 0 0,0 0-1 0 0,-1 0 1 0 0,0 0 0 0 0,1 0 0 0 0,-1 1-1 0 0,0-1 1 0 0,0 0 0 0 0,0 1 0 0 0,-4-3-1 0 0,0 0-11 0 0,0 1 0 0 0,0 0 0 0 0,-1 1 0 0 0,-8-3 0 0 0,12 4-159 0 0,0 1 0 0 0,0 0-1 0 0,0-1 1 0 0,0 1-1 0 0,0 0 1 0 0,0 1 0 0 0,0-1-1 0 0,-1 1 1 0 0,1-1 0 0 0,0 1-1 0 0,1 0 1 0 0,-6 2 0 0 0,3-1-26 0 0,0 1 1 0 0,1 0 0 0 0,-1 0-1 0 0,0 0 1 0 0,1 0 0 0 0,0 1-1 0 0,0-1 1 0 0,0 1 0 0 0,1 0-1 0 0,-1 1 1 0 0,1-1-1 0 0,0 1 1 0 0,-5 8 0 0 0,0 5-3 0 0,0 0 0 0 0,-8 30 0 0 0,10-27-23 0 0,2-7 4 0 0,1 0 0 0 0,-2 23 0 0 0,4-27 3 0 0,0 0 1 0 0,-1-1 0 0 0,0 1 0 0 0,0 0 0 0 0,-1-1-1 0 0,-7 17 1 0 0,8-20 11 0 0,-1 0-1 0 0,0 0 1 0 0,1 1-1 0 0,0-1 1 0 0,1 1-1 0 0,-1-1 1 0 0,1 1-1 0 0,1 0 1 0 0,-1 0-1 0 0,1-1 1 0 0,0 1-1 0 0,1 0 1 0 0,-1 0-1 0 0,2-1 1 0 0,-1 1-1 0 0,0 0 1 0 0,1-1-1 0 0,1 1 1 0 0,-1-1-1 0 0,1 0 0 0 0,3 7 1 0 0,-4-10 1 0 0,-1 0 0 0 0,1 0 0 0 0,-1 0 0 0 0,1 0 0 0 0,0-1 0 0 0,0 1 0 0 0,0 0 0 0 0,1-1 0 0 0,-1 0 0 0 0,0 1 0 0 0,1-1 0 0 0,0 0 0 0 0,-1 0 0 0 0,1 0 0 0 0,0-1 0 0 0,0 1 0 0 0,0-1 0 0 0,0 0 0 0 0,0 1 0 0 0,1-1 0 0 0,5 1 0 0 0,31 13 63 0 0,-35-12-62 0 0,1 0 0 0 0,-1-1 1 0 0,1 0-1 0 0,-1 0 0 0 0,1 0 0 0 0,0-1 1 0 0,0 0-1 0 0,0 0 0 0 0,10 0 0 0 0,-8-2 16 0 0,0 0-1 0 0,0 0 1 0 0,0-1-1 0 0,-1-1 1 0 0,1 1-1 0 0,-1-1 1 0 0,1 0-1 0 0,-1-1 1 0 0,0 0-1 0 0,0 0 1 0 0,0-1 0 0 0,-1 1-1 0 0,0-1 1 0 0,0-1-1 0 0,0 1 1 0 0,0-1-1 0 0,-1 0 1 0 0,0-1-1 0 0,5-7 1 0 0,2-4 46 0 0,-1 0 0 0 0,-1-1 0 0 0,-1 0 1 0 0,-1 0-1 0 0,0-1 0 0 0,5-26 0 0 0,-5-1 105 0 0,-7 34-134 0 0,1 1 0 0 0,4-18 0 0 0,4 1 33 0 0,-5 18-32 0 0,-2 0-1 0 0,1 0 0 0 0,-2-1 1 0 0,1 1-1 0 0,0-15 1 0 0,-3 11 5 0 0,0 0 0 0 0,-2 0 0 0 0,0 1-1 0 0,0-1 1 0 0,-1 1 0 0 0,-1-1 0 0 0,0 1 0 0 0,-1 0 0 0 0,-1 1 0 0 0,-12-23 0 0 0,10 21 24 0 0,6 12-54 0 0,1-1 0 0 0,-1 0 1 0 0,0 1-1 0 0,-1-1 0 0 0,1 1 0 0 0,0-1 0 0 0,-1 1 1 0 0,0 0-1 0 0,0 0 0 0 0,0 0 0 0 0,0 1 0 0 0,0-1 1 0 0,0 1-1 0 0,-1-1 0 0 0,0 1 0 0 0,1 0 0 0 0,-9-3 1 0 0,-18-5-16 0 0,-24-9-17 0 0,50 17 2 0 0,0 0 0 0 0,0 1 0 0 0,0-1 0 0 0,-1 1 1 0 0,1 0-1 0 0,0 0 0 0 0,-1 1 0 0 0,1-1 0 0 0,-1 1 0 0 0,1 0 0 0 0,-9 1 1 0 0,1 1-85 0 0,0 1 0 0 0,-21 8 0 0 0,28-10 66 0 0,3 0 22 0 0,0 1 0 0 0,0-1 0 0 0,0 0 0 0 0,1 0 0 0 0,-1 1 0 0 0,0-1-1 0 0,1 1 1 0 0,-1 0 0 0 0,1-1 0 0 0,0 1 0 0 0,-1 0 0 0 0,1 0 0 0 0,0 0 0 0 0,0 0 0 0 0,0 0 0 0 0,0 0 0 0 0,1 0 0 0 0,-2 4 0 0 0,-9 49-52 0 0,7-28 19 0 0,1-14 27 0 0,-2-1 1 0 0,-7 19 0 0 0,7-23-2 0 0,2 1 0 0 0,-1 0 1 0 0,1 0-1 0 0,0 1 0 0 0,1-1 1 0 0,-1 12-1 0 0,2-8-93 0 0,1 1 0 0 0,1-1 0 0 0,0 1 0 0 0,1-1 0 0 0,1 1-1 0 0,0-1 1 0 0,0 0 0 0 0,2 0 0 0 0,-1 0 0 0 0,11 18 0 0 0,-13-29-67 0 0,-1 0-1 0 0,1 0 1 0 0,0-1 0 0 0,-1 1-1 0 0,1-1 1 0 0,0 1 0 0 0,0-1-1 0 0,0 1 1 0 0,1-1 0 0 0,-1 0-1 0 0,0 0 1 0 0,0 0 0 0 0,1-1 0 0 0,-1 1-1 0 0,3 0 1 0 0,19 9-2540 0 0,-7-1 623 0 0,0-3-1019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7946 0 0,'0'5'5461'0'0,"0"7"-4225"0"0,0 21-898 0 0,0-22-3795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81 7242 0 0,'0'0'292'0'0,"-7"-22"3584"0"0,7 13-3643 0 0,0 5 23 0 0,0 1 0 0 0,0-1-1 0 0,0 1 1 0 0,0-1 0 0 0,1 1-1 0 0,-1-1 1 0 0,3-4 0 0 0,-3 6-222 0 0,1 1 1 0 0,0 0 0 0 0,0 0-1 0 0,-1 0 1 0 0,1 0 0 0 0,0 0-1 0 0,0 0 1 0 0,0 0 0 0 0,0 0-1 0 0,0 1 1 0 0,0-1 0 0 0,1 0-1 0 0,-1 1 1 0 0,0-1 0 0 0,0 1-1 0 0,0-1 1 0 0,1 1 0 0 0,-1-1-1 0 0,0 1 1 0 0,1 0-1 0 0,-1 0 1 0 0,0-1 0 0 0,0 1-1 0 0,3 0 1 0 0,-1 0-26 0 0,0 0 0 0 0,0 1 0 0 0,1-1 0 0 0,-1 0 0 0 0,0 1 0 0 0,0 0 0 0 0,0 0 0 0 0,0 0 0 0 0,0 0 0 0 0,0 0-1 0 0,0 1 1 0 0,0-1 0 0 0,0 1 0 0 0,-1 0 0 0 0,1 0 0 0 0,0 0 0 0 0,-1 0 0 0 0,0 0 0 0 0,1 0 0 0 0,-1 1 0 0 0,0-1 0 0 0,0 1 0 0 0,0-1 0 0 0,-1 1 0 0 0,1 0 0 0 0,-1 0 0 0 0,1 0 0 0 0,0 4-1 0 0,4 8 21 0 0,-2 0-1 0 0,1 1 1 0 0,-2 0-1 0 0,3 20 1 0 0,-5-30-3 0 0,1 1 0 0 0,0 0 1 0 0,0 0-1 0 0,1-1 1 0 0,4 10-1 0 0,-4-10-3 0 0,0 1 0 0 0,0-1 0 0 0,-1 1 0 0 0,1 0 0 0 0,1 11 0 0 0,-3-9 20 0 0,-1 1 1 0 0,1 0 0 0 0,-2-1 0 0 0,1 1 0 0 0,-1 0 0 0 0,-1-1-1 0 0,0 1 1 0 0,0-1 0 0 0,-1 1 0 0 0,0-1 0 0 0,0 0 0 0 0,-1 0-1 0 0,-1 0 1 0 0,-4 7 0 0 0,7-13-26 0 0,-1 2 6 0 0,1-1 1 0 0,-1 1-1 0 0,-1-1 1 0 0,1 1-1 0 0,-1-1 1 0 0,1 0-1 0 0,-1 0 1 0 0,0-1-1 0 0,-1 1 1 0 0,1-1-1 0 0,0 0 1 0 0,-10 4-1 0 0,8-4-2 0 0,-1 0-1 0 0,0-1 1 0 0,0 0 0 0 0,0 0-1 0 0,-8 0 1 0 0,9-1 13 0 0,0 0 0 0 0,0 0 0 0 0,0 1 0 0 0,1 0 0 0 0,-1 0 0 0 0,-10 5 0 0 0,11-5 24 0 0,1 0 1 0 0,-1 0 0 0 0,0 0-1 0 0,1 0 1 0 0,-8 1-1 0 0,11-3-57 0 0,-1 1-1 0 0,1-1 1 0 0,0 0 0 0 0,0 1-1 0 0,0-1 1 0 0,0 0 0 0 0,0 0-1 0 0,0 0 1 0 0,0 0 0 0 0,0 0-1 0 0,0 0 1 0 0,0 0-1 0 0,0 0 1 0 0,0-1 0 0 0,0 1-1 0 0,-1 0 1 0 0,1-1 0 0 0,0 1-1 0 0,0 0 1 0 0,0-1 0 0 0,1 1-1 0 0,-1-1 1 0 0,0 0-1 0 0,0 1 1 0 0,0-1 0 0 0,0 0-1 0 0,0 1 1 0 0,1-1 0 0 0,-1 0-1 0 0,-1-1 1 0 0,2 1-2 0 0,0 1 0 0 0,1-1-1 0 0,-1 1 1 0 0,0-1 0 0 0,0 1 0 0 0,0-1 0 0 0,0 1 0 0 0,1-1-1 0 0,-1 1 1 0 0,0-1 0 0 0,0 1 0 0 0,1-1 0 0 0,-1 1 0 0 0,0-1-1 0 0,1 1 1 0 0,-1 0 0 0 0,0-1 0 0 0,1 1 0 0 0,-1 0 0 0 0,1-1-1 0 0,-1 1 1 0 0,0 0 0 0 0,1-1 0 0 0,-1 1 0 0 0,1 0 0 0 0,-1 0-1 0 0,2-1 1 0 0,15-6-11 0 0,-15 6 6 0 0,10-3 14 0 0,-1 1 1 0 0,1 0 0 0 0,0 1 0 0 0,-1 0 0 0 0,1 1-1 0 0,0 0 1 0 0,0 1 0 0 0,0 0 0 0 0,0 1 0 0 0,21 4-1 0 0,2 3-217 0 0,-1 2 0 0 0,44 17-1 0 0,-72-25-757 0 0,1 1-1 0 0,0-2 1 0 0,0 1-1 0 0,0-1 1 0 0,0 0-1 0 0,10 0 1 0 0,-2-1-1926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31 3473 0 0,'0'-1'177'0'0,"-3"-25"6999"0"0,3 26-7129 0 0,0 0-1 0 0,0-1 1 0 0,0 1-1 0 0,0 0 1 0 0,0 0-1 0 0,0 0 1 0 0,0 0 0 0 0,0 0-1 0 0,-1-1 1 0 0,1 1-1 0 0,0 0 1 0 0,0 0 0 0 0,0 0-1 0 0,0 0 1 0 0,0 0-1 0 0,0-1 1 0 0,-1 1-1 0 0,1 0 1 0 0,0 0 0 0 0,0 0-1 0 0,0 0 1 0 0,0 0-1 0 0,0 0 1 0 0,-1 0-1 0 0,1 0 1 0 0,0 0 0 0 0,0 0-1 0 0,0 0 1 0 0,0 0-1 0 0,-1 0 1 0 0,1 0-1 0 0,0 0 1 0 0,0 0 0 0 0,0 0-1 0 0,-1 0 1 0 0,1 0-1 0 0,0 0 1 0 0,0 0-1 0 0,0 0 1 0 0,0 0 0 0 0,-1 0-1 0 0,-10 13 405 0 0,4-1-393 0 0,1 0-1 0 0,1 0 0 0 0,0 1 0 0 0,1-1 0 0 0,-5 25 0 0 0,-7 73 64 0 0,10-64-59 0 0,-9 41 38 0 0,-4 37-68 0 0,19-111 38 0 0,1-2-1393 0 0,-2-4-3149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6921 0 0,'0'-6'463'0'0,"0"-1"0"0"0,0 0 0 0 0,1 0 0 0 0,0 0 0 0 0,0 1 0 0 0,1-1 0 0 0,2-7 0 0 0,-3 12-360 0 0,0 1 1 0 0,0-1-1 0 0,-1 1 0 0 0,1 0 0 0 0,0-1 1 0 0,0 1-1 0 0,0-1 0 0 0,1 1 1 0 0,-1 0-1 0 0,0 0 0 0 0,0 0 1 0 0,1 0-1 0 0,-1 0 0 0 0,1 0 0 0 0,-1 0 1 0 0,1 0-1 0 0,-1 1 0 0 0,1-1 1 0 0,-1 0-1 0 0,1 1 0 0 0,0-1 1 0 0,-1 1-1 0 0,1 0 0 0 0,0 0 0 0 0,-1 0 1 0 0,1-1-1 0 0,0 1 0 0 0,-1 1 1 0 0,1-1-1 0 0,0 0 0 0 0,0 0 0 0 0,-1 1 1 0 0,1-1-1 0 0,2 2 0 0 0,-2-2-37 0 0,0 1-1 0 0,-1-1 0 0 0,1 1 1 0 0,0 0-1 0 0,-1-1 0 0 0,1 1 1 0 0,-1 0-1 0 0,1 0 0 0 0,-1 0 1 0 0,1 0-1 0 0,-1 0 0 0 0,0 1 0 0 0,1-1 1 0 0,-1 0-1 0 0,0 1 0 0 0,0-1 1 0 0,0 1-1 0 0,1 1 0 0 0,0 2 6 0 0,0-1 0 0 0,-1 1-1 0 0,0 0 1 0 0,0 0-1 0 0,1 6 1 0 0,6 25 279 0 0,0-17-231 0 0,-4-12-58 0 0,-1 1-1 0 0,1 1 1 0 0,-1-1 0 0 0,-1 0-1 0 0,0 1 1 0 0,0 0-1 0 0,0-1 1 0 0,-1 1 0 0 0,-1 0-1 0 0,0 15 1 0 0,0-18-4 0 0,-1 0 0 0 0,-1 0 0 0 0,1 0 0 0 0,-1 0 0 0 0,-3 8 0 0 0,4-12-46 0 0,0 0 0 0 0,0 0 1 0 0,0 0-1 0 0,0 0 0 0 0,-1 0 0 0 0,1-1 1 0 0,-1 1-1 0 0,1 0 0 0 0,-1-1 0 0 0,1 1 1 0 0,-1-1-1 0 0,0 0 0 0 0,0 1 0 0 0,1-1 0 0 0,-1 0 1 0 0,0 0-1 0 0,-4 1 0 0 0,-55 20-264 0 0,41-16-1036 0 0,19-6 1018 0 0,0 0-1 0 0,1 0 1 0 0,-1 0-1 0 0,1 0 1 0 0,-1 0-1 0 0,1 0 1 0 0,-1-1-1 0 0,0 1 1 0 0,1 0-1 0 0,-1 0 1 0 0,1 0-1 0 0,-1-1 1 0 0,1 1-1 0 0,-1 0 1 0 0,1-1-1 0 0,-1 1 1 0 0,1 0-1 0 0,-1-1 1 0 0,1 1-1 0 0,0-1 1 0 0,-1 0-1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354 167 6873 0 0,'1'-3'147'0'0,"0"-1"0"0"0,-1 0 0 0 0,1 1 0 0 0,0-1 0 0 0,1 0 0 0 0,-1 1 0 0 0,4-7 0 0 0,3-9 280 0 0,-6 15-227 0 0,0-1 0 0 0,-1 1 0 0 0,0 0-1 0 0,0-1 1 0 0,0 0 0 0 0,0 1-1 0 0,-1-1 1 0 0,0 1 0 0 0,0-1-1 0 0,0 0 1 0 0,0 1 0 0 0,-1-1-1 0 0,0 1 1 0 0,-2-7 0 0 0,1 9-88 0 0,-1 0 0 0 0,0-1-1 0 0,-1 1 1 0 0,1 0 0 0 0,0 1 0 0 0,-1-1 0 0 0,1 1 0 0 0,-5-2 0 0 0,0-1 6 0 0,0 1-54 0 0,-1 0 0 0 0,1 0 0 0 0,-1 1-1 0 0,1 0 1 0 0,-1 1 0 0 0,0 0 0 0 0,0 0-1 0 0,1 0 1 0 0,-1 1 0 0 0,0 1 0 0 0,0-1 0 0 0,0 2-1 0 0,1-1 1 0 0,-1 1 0 0 0,-11 4 0 0 0,-1 1 26 0 0,1 2 0 0 0,0 0 1 0 0,0 1-1 0 0,-35 25 1 0 0,50-31-68 0 0,0 1 1 0 0,1 0 0 0 0,0 0 0 0 0,0 0 0 0 0,0 0-1 0 0,1 0 1 0 0,-1 1 0 0 0,2 0 0 0 0,-1 0 0 0 0,0 0-1 0 0,1 0 1 0 0,0 0 0 0 0,1 0 0 0 0,-1 0 0 0 0,1 1-1 0 0,0-1 1 0 0,1 1 0 0 0,0 7 0 0 0,1 4 17 0 0,2 0 1 0 0,0 0-1 0 0,1-1 1 0 0,1 1 0 0 0,0-1-1 0 0,2 0 1 0 0,10 21-1 0 0,7 20-37 0 0,11 39 54 0 0,34 161 0 0 0,-59-205-15 0 0,-3 0 1 0 0,-1 0-1 0 0,-3 1 1 0 0,-8 101-1 0 0,3-142-46 0 0,0-1-1 0 0,-1 0 0 0 0,-1 0 0 0 0,0-1 1 0 0,0 1-1 0 0,-1-1 0 0 0,-1 0 1 0 0,-7 12-1 0 0,10-20-293 0 0,1-1-1 0 0,-1 1 1 0 0,0-1 0 0 0,0 0-1 0 0,0 0 1 0 0,0-1 0 0 0,0 1 0 0 0,0-1-1 0 0,0 1 1 0 0,-1-1 0 0 0,1 0-1 0 0,-7 1 1 0 0,-4-2-2026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9402 0 0,'0'0'676'0'0,"13"0"3986"0"0,332-59-1748 0 0,-296 50-2983 0 0,21-4-418 0 0,-29-4-4287 0 0,-34 14 2732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32:54.6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6405 2222 200 0,'0'0'55'0,"0"0"-28"0,0 0 45 15,0 0 5-15,0 0-44 0,0 0 2 0,0 0-17 16,0 0-1-16,0 0 9 0,0 0 24 0,0 0-6 0,0 0 4 15,0 0-6-15,0 0-12 0,0-2-6 0,0 1-5 16,0 0 0-16,1 0-12 0,1 0 11 0,-1 0-6 16,0-2 8-16,3-1-1 0,3-6 5 0,-2 1 6 15,1-1-3-15,0 1 7 0,0 1-2 0,0-2 2 16,-1 2-2-16,-1 0 4 0,0 2-10 0,-2 1 0 0,-1 2-2 16,1 0 6-16,-2 2-9 0,1-1 2 0,0-1-5 15,0 1-5-15,0 1 0 0,0 0-8 0,1 1 5 16,-1 0-9-16,-1 1 5 0,0 1-3 0,0 7 2 15,0 5-5-15,0 0 2 0,0 0-1 0,0-1-1 16,0 0-7-16,0 1 12 0,0 0-2 0,0 1 4 16,0 2-14-16,0-2 8 0,1 3 0 0,-1 0 5 0,0 5 1 15,0 0-2-15,-2 3-5 0,-2 2 3 0,-1 1-10 16,1-2 7-16,-1-3 0 0,0 0 3 0,1-3 9 16,0-4-14-16,1 0 2 0,0-3-5 0,1-2 11 0,1-1-3 15,-1-2 2-15,1-1-3 0,0-1 2 0,1-2-4 16,0 0-7-16,0-3 0 0,0 0-3 0,0 0-14 15,0 0 12-15,0 0-14 0,-1 1-8 0,0-1-42 16,0-1-2-16,-1 0-15 0,1 1-35 0,0-1-44 16,0-1-29-16</inkml:trace>
  <inkml:trace contextRef="#ctx0" brushRef="#br0" timeOffset="382.32">6967 2218 1159 0,'0'-1'320'0,"-1"0"-460"16,0 0 387-16,0-2-225 0,0 1-26 0,-1 1-41 16,1 0 14-16,1-1-21 0,1 1 16 0,1 1 2 15,0 0-2-15,2 0 3 0,4 3-9 0,-2-1-43 16,-3-1-20-16,1 0-4 0,-2 0-37 0,0 1 71 15,1-1-1-15,-2 0 24 0,0 0 7 0,0-1 14 16,0 0 6-16,1 0 1 0,-2 0-3 0,0 0-126 16</inkml:trace>
  <inkml:trace contextRef="#ctx0" brushRef="#br0" timeOffset="548.63">6967 2707 1398 0,'-1'-1'129'0,"0"0"284"15,-1-1-419-15,-1-1-54 0,1 2 1 0,1 0-17 16,1 0 2-16,0 0-4 0,1 1-52 0,1 0 9 16,2 0-238-16</inkml:trace>
  <inkml:trace contextRef="#ctx0" brushRef="#br0" timeOffset="15746.58">13096 4087 256 0,'0'-2'-58'0,"0"1"39"0,0 0-13 0,0 0 3 0,0 0 52 16,0 0-6-16,0-1-13 0,0 0 6 0,0 0-10 15,0-1 17-15,0 2 6 0,1-5 4 0,-1 2 1 16,2-3 13-16,-1 0 2 0,-1 2 1 0,1-1-1 15,0 0 0-15,-1-1-1 0,0 1-2 0,0 0-1 16,0 2-3-16,0-1-9 0,0 1 7 0,0 1-8 16,0-2-1-16,0 2-1 0,0-1-10 0,0 3 7 15,0-2-11-15,0 1-4 0,0 0 5 0,0 1-6 0,-1-1 8 16,0 1-10-16,-2 0 8 0,-4 1-8 0,-2 0 20 16,-2 2-7-16,1 2-3 0,-4 2-1 0,3 0-6 15,-2 1 9-15,3 0-1 0,0 0 2 0,-2-4-16 16,4 10 10-16,-1 3-12 0,-1-3 8 0,2 2-14 0,-1 1 11 15,-1 0 3-15,3-1 1 0,0 1-3 0,1 0-3 16,0-1-2-16,2 0-1 0,0-1-4 0,1 2 8 16,0-1 2-16,0-1 2 0,-1 2-4 0,2 1 2 15,1 1-1-15,-11 2 0 0,4 0-4 0,2 3 1 16,4 2 0-16,0 2 2 0,1 2-8 0,1 2 11 16,0-3-9-16,0 3 10 0,0-3-9 0,0 0 0 15,3 1 7-15,-1-4-3 0,0 0 14 0,1-5-7 0,0-3-4 16,0 0 0-16,0-2-3 0,1 0-2 0,-1 1 6 15,-1-2-5-15,1 0 10 0,0 0-7 0,0 0 1 16,-1 0-2-16,-1 0 5 0,0-1-9 0,1 0 3 16,-2 0-3-16,0-1 16 0,-2 0 3 0,0 0 0 15,0-1-1-15,-2 1-6 0,1-3 9 0,-2 2-4 0,1-3 3 16,1-2-19-16,-1 2 11 0,2-4-10 0,-2 2 13 16,2-2-5-16,0 0-7 0,-2 1 4 0,2-2-5 15,0 1 2-15,0-4-1 0,-2 3 5 0,0 0-4 16,-1-1 4-16,1 0-16 0,-1 1-4 0,0-2-6 15,-1 0-24-15,1-1-90 0,-1 0-1 0,0-1-35 16,1 0-46-16</inkml:trace>
  <inkml:trace contextRef="#ctx0" brushRef="#br0" timeOffset="16094.09">12546 4649 884 0,'-1'0'14'0,"0"0"-4"0,-1-1-12 0,1-1 2 15,0 2-13-15,0 0 1 0,1 0 1 0,0 0 11 16,1 2-8-16,1-1 12 0,4 0 2 0,13 4-3 15,0-2 4-15,0 1 7 0,-2-3 1 0,2-1 5 0,0 0-1 16,0-2 28-16,2-2-6 0,0-1 4 0,3-1-5 16,-1-1 1-16,1 0-21 0,2-1-1 0,-1 0-8 15,-2 1-17-15,0 1 9 0,-3 1-4 0,0 2 4 16,-1 0-5-16,-5 1 2 0,2 0 5 0,-4 0-2 16,-1 2-1-16,0 0-8 0,-2 0-3 0,-3 0-1 15,1 0 3-15,1 0-24 0,-2 0-2 0,1 0-9 16,0-1-25-16,-2 1-140 0,2-1 9 0</inkml:trace>
  <inkml:trace contextRef="#ctx0" brushRef="#br0" timeOffset="16544.7">13229 4931 564 0,'0'0'50'0,"0"0"-78"0,0 0 64 16,0-1-38-16,0 0 2 0,0 1 1 0,0 0-1 16,1 0 2-16,1 0 1 0,-1 0 3 0,0-2-4 15,0 1 2-15,0 0-4 0,0 0 9 0,1 0 4 0,-1 0 0 16,0-1 8-16,0 1 41 0,0-1-7 0,-1 0 17 15,0-3-8-15,0 0 1 0,0-1-6 0,0 3 4 16,0-2-23-16,0 3 0 0,-1-2-7 0,1 3 2 16,0 0-28-16,0 0 8 0,-1-2-6 0,0 1 3 15,0 0-25-15,-1 0 10 0,1 1-4 0,0 1 7 16,-1 1-2-16,-1 2-1 0,-5 8-2 0,-5 13 2 0,3 1 0 16,1 2 7-16,2 1-1 0,1 3 3 0,2-3-10 15,0-2 6-15,1 1-2 0,-1-4 3 0,2 0-6 16,-1-2 2-16,2-5-2 0,0 1 3 0,0-3 4 0,0 0-2 15,1-4 0-15,0 2 0 0,0-2 0 0,0-2-4 16,0 0 3-16,0-2-2 0,0 0 2 0,0-1-12 16,0-3-11-16,0 0 0 0,0-1-22 0,1 2-24 15,0-1-2-15,0-1-17 0,0 0-76 0,2-1-24 16,11-5-27-16</inkml:trace>
  <inkml:trace contextRef="#ctx0" brushRef="#br0" timeOffset="16877.84">13653 4797 678 0,'0'0'48'0,"0"0"8"0,0 0 39 0,-2 0 2 16,1 0-44-16,0 0-27 0,1 0 0 0,0 0-9 15,-1 0-12-15,1 0 3 0,-1 0 0 0,-1 0 0 16,1 0-3-16,0 0-5 0,0 1 0 0,0 0 0 15,0 0-3-15,-2 2 6 0,-3 4-2 0,-3 5 4 16,-3 1-6-16,0-1 4 0,2 1-4 0,-1 2 5 0,3-1 5 16,0 0-10-16,-2 2 9 0,3 1-9 0,-1 3 6 15,0-4 0-15,1 1-5 0,1 3 4 0,2-4 0 16,0 5-1-16,-1 2-4 0,3-3 1 0,-3 1 0 16,-7-4 2-16,4 2 2 0,3-5-3 0,2 2 1 15,2-3 4-15,1-3 3 0,0 1-3 0,2-1-10 0,0-2 6 16,2 2-2-16,-2-4 5 0,0 0-8 0,1-2 5 15,-1 1-12-15,1-1 8 0,-1-1-22 0,-1-1-7 16,5 0-4-16,5-1-3 0,-3 5-21 0,2 0-90 16,2-3 5-16</inkml:trace>
  <inkml:trace contextRef="#ctx0" brushRef="#br0" timeOffset="17211.56">13187 5112 605 0,'-1'0'415'0,"-2"-1"-604"0,-7-3 502 0,-4 1-294 16,7 0-19-16,3 3-27 0,2 0 9 0,-1 0-13 15,2 0 15-15,0 0 3 0,1 2 2 0,0-1 0 0,1 1-1 16,0 1 7-16,1-1-1 0,0 0 5 0,3-1 1 16,4 6 7-16,3-1 7 0,-1-1 1 0,4-3 23 0,0 0 7 15,3-4-9-15,3-1 9 0,0-2-16 16,2-2 0-16,2 1-5 0,1-1 2 0,5 0-26 0,-2-1 0 16,3 0-2-16,-4 2 1 0,-5-1-3 0,4 2-6 15,-4 0-5-15,0 1-3 0,2 0-37 0,-3 1-107 16,0 1-67-16</inkml:trace>
  <inkml:trace contextRef="#ctx0" brushRef="#br0" timeOffset="20548.3">23751 3884 22 0,'0'0'0'0,"0"0"16"0,0 0 29 0,-1 0 19 15,0 0 1-15,0 0-11 0,0 0-25 0,-1 0-11 16,1 0 0-16,0 0-1 0,-1 0 1 0,-1 0 3 16,1 0-2-16,0 0 2 0,-1 0 9 0,1 0-15 15,0 0 14-15,-2 0-15 0,-1 2 2 0,3-2 4 16,1 0-4-16,-3 1 7 0,1 0 14 0,0-1 0 0,0 0 2 15,1 0-3-15,0 0 4 0,1 0-9 0,-1 1-4 16,0 0-1-16,-1 0-15 0,1-1-11 0,1 0 4 16,0 0-5-16,-1 0 5 0,1 0 5 0,0 0-2 15,0 0 3-15,1 2 10 0,0-1-6 0,1 0 1 0,0 0-4 16,2 0 0-16,6 1-3 0,9 0 4 0,4 0-5 16,1-1-3-16,4 1 8 0,3-1-2 0,-1 0 3 15,3-1-8-15,0 0 8 0,2-2-2 0,1-2 6 16,3 1-1-16,5-1 12 0,1 0 2 0,4 0 3 15,0 0 1-15,-3 1-9 0,2 0-7 0,-7 1 2 16,-1 0-15-16,-6 2-5 0,-2 0 3 0,-1 0-3 0,-2 0 0 16,-1 0 4-16,-3 0 0 0,-2 1 2 0,-1 0-2 15,-1 0-4-15,-2 0 0 0,-7 1-1 0,-2-2-4 16,-1 1-10-16,0 0-8 0,0 0 0 0,4 1-35 0,-2 1-273 16</inkml:trace>
  <inkml:trace contextRef="#ctx0" brushRef="#br0" timeOffset="21332.06">28820 3824 576 0,'-2'0'50'0,"1"-1"20"16,0 0 22-16,-1-1-63 0,-1-1 35 0,1 1-48 16,0 0-18-16,-1-1 8 0,1 1-13 0,0 1 0 0,0 0-15 15,1-1 3-15,0 1-4 0,0 0 19 0,0 0 0 16,0 0 2-16,-1 1-1 0,1 0 8 0,0 0 18 15,0 0 3-15,1 0 3 0,0 0 0 0,1 0-6 16,0 0-1-16,7-1 0 0,12-5 3 0,4 0-9 16,1 0 2-16,3 0-4 0,4-1 5 0,2 1-2 15,3 0-3-15,2 0 1 0,0 2-5 0,1-1 0 16,-1 1 3-16,-3 1-2 0,-1 1-6 0,-2-1 4 16,-1 2-5-16,-1 1 5 0,-3 0-10 0,-1 1-3 15,-1 2-10-15,-4-1 4 0,3 1-22 0,-6 1-28 0,-4-1-40 16</inkml:trace>
  <inkml:trace contextRef="#ctx0" brushRef="#br0" timeOffset="28907.5">20721 4863 256 0,'0'0'16'0,"0"0"10"16,0-1 23-16,1-1 4 0,0 1-3 0,1 0-11 15,0-1-23-15,5-5 5 0,5-2-7 0,-6 1 7 0,1 0-6 16,3 1-3-16,-5 0 0 0,3 1 6 0,-2-1-3 16,-1 1 8-16,-1 0-5 0,0 0 19 0,-1 0 0 15,0 1 2-15,-2 0 0 0,0-1 9 0,-1 1-13 16,0 2 3-16,0-1-7 0,0 2-1 0,0 1-6 15,-1-2 4-15,-1 1-6 0,-7-3-9 0,-6-1 5 16,1 4-6-16,-4 1 6 0,0 2-3 0,-1 3 6 16,-2 1 2-16,1 2-1 0,1 3-15 0,1 0 3 15,1-4-5-15,-2 12 5 0,1 3 6 0,-1 2-6 16,2 1 2-16,-1 3-5 0,0 0-4 0,2 0 1 0,-1 2-5 16,1-4 3-16,-1 2-5 0,6 3 8 0,-1-1 3 15,0-2-1-15,3 3-13 0,-3-2 11 0,4-1-8 16,0-1 10-16,2-1-6 0,2-1 1 0,-1 2 5 15,-9 0-3-15,6 1-4 0,3 0 0 0,2 2-4 0,3 2 2 16,0 0-10-16,1 0 8 0,1 1 3 0,3-2 1 16,0 0 9-16,0-2-13 0,-2-2 3 0,-1-1-6 15,1-4 16-15,-3-2-9 0,0 0 3 0,0-3-4 16,-1 1 9-16,-1-3 0 0,-1 0-5 0,1-4 2 16,-2 2-8-16,0-1 11 0,0-1-5 0,-2 0 7 15,-1 0-8-15,3-1 3 0,-6-1 6 0,-1-1-3 16,-5-1 10-16,0-2-6 0,-2 1-1 0,2-1-2 0,3-2-1 15,0-1 0-15,3 6-1 0,-1-1-1 0,1-2-6 16,1-2 0-16,1-1 3 0,1-1-3 0,0 0-8 16,2 0-2-16,1 0-6 0,0 0 4 0,-1-1-22 0,2-1-3 15,1 0-9-15,-2-2-2 0,2-7-54 0,-1-1-109 16,1-1-36-16</inkml:trace>
  <inkml:trace contextRef="#ctx0" brushRef="#br0" timeOffset="29221.84">19915 5541 1018 0,'-1'0'37'0,"0"-1"9"0,0 0-2 0,-1 0-40 0,-1-2 8 16,2 2-75-16,0 0 48 0,1 0-7 0,0 0 23 15,1 0 6-15,1-1-2 0,13-5 1 0,3 1 0 16,4 2-6-16,-1 0 6 0,0 2-1 0,2-2 6 16,2 1 15-16,0-2-4 0,2 0 4 0,2 1-6 15,3-1-1-15,2 0-17 0,-2 1 5 0,-3-2-6 16,-5 1 10-16,-4 0-8 0,0 1 3 0,-5-1-4 0,-3 1 5 16,0 1-5-16,-7 0-1 0,2 1 0 0,1 0 14 15,-3-1-18-15,1 1 5 0,0 0-11 0,-2 1 1 16,-1-1-6-16,2 1-8 0,2-1 0 0,-1-1-29 0,2 1-63 15,0 0-111-15</inkml:trace>
  <inkml:trace contextRef="#ctx0" brushRef="#br0" timeOffset="29954.95">20615 5861 1038 0,'0'0'2'16,"-1"-1"10"-16,0 0-16 0,0 0-8 0,-1-1 3 0,1 1-3 16,0 0 4-16,1 0-1 0,0 0 4 0,0 0-3 15,0-1 1-15,0 1 6 0,0-1-4 0,0 0 5 16,0 0-8-16,0-5 13 0,0 1 1 0,0-2 5 15,0 3 2-15,0-2 5 0,0 2 2 0,0 0 2 16,-1-1 9-16,1 4-1 0,0-1-3 0,-1 1 2 16,0 0-2-16,-1-1-17 0,1 2 2 0,-1 0-8 0,0 1 4 15,0 0-4-15,-4 2-1 0,1 4-3 0,-1 16 0 16,1 2 1-16,-1 1-1 0,1-1-1 0,2 2-1 16,-2 0-1-16,2 0 10 0,0 1-7 0,0-2 7 0,-1 2-8 15,1-4 0-15,-1 1-2 0,2-3 4 0,-2-3 6 16,1 0-4-16,2-4 4 0,-2-2-7 0,2 0-3 15,-4-6 3-15,2 0-3 0,0-2 0 0,2 0 5 16,0 0-11-16,1-3 9 0,-1 1-11 0,0 0-7 16,0 0 4-16,1-1-7 0,0-1-8 0,1-1 4 15,3-10-8-15,9-16 6 0,0 0-21 0,0-1-4 16,0-1-23-16,0 4 1 0,0-2-111 0,0-1 55 16,0 3 3-16,0-1 27 0,0 1 67 0,-11 2-30 15,15 0 15-15,-2 1-16 0,1 1 51 0,1-2 15 0,-2 3 4 16,2 2 2-16,-4-2-12 0,-4 4 17 0,0 2 11 15,-5 1 7-15,-2 5 54 0,-1 3-13 0,1 1-3 16,-1 4-5-16,0 0-23 0,0 0-3 0,1-2 4 0,1 1-1 16,-2 0 14-16,0 1-5 0,-1 0-6 0,0 1 2 15,0 2-2-15,-1 5-5 0,-3 5 7 0,0 1-7 16,-1-1 3-16,0 0-20 0,1 2 2 0,-1 0-7 16,0 1-9-16,2 0 12 0,0 1-11 0,1 0 10 15,1 0-19-15,1-1 13 0,0 2-8 0,0-2 10 16,2 2-1-16,-1-1-11 0,1 2 9 0,-1-1-11 15,0 2 12-15,0-1-7 0,0-3 2 0,0 2-3 0,1-4 0 16,-1-2 3-16,-1 1-8 0,0 0 6 0,-1-4-6 0,-1-1 0 16,1 2 5-16,1-6-5 0,0 2-4 15,0 0-10-15,0-4-1 0,0 1-2 0,0-1-2 16,0 0-1-16,0 0 1 0,0-1-4 0,0-1-17 0,1-1-16 16,1-2-10-16,0-7 1 0,0-10-22 0,-1 2-19 15,1-1-7-15,-2 3-7 0,0-3-51 0</inkml:trace>
  <inkml:trace contextRef="#ctx0" brushRef="#br0" timeOffset="30156.55">20508 5982 742 0,'0'0'49'0,"0"0"0"0,-1 0 16 0,0 0-6 15,1 0-9-15,0 0-20 0,0 0-14 0,0 0 2 16,1 0-4-16,0-1 15 0,4 0-7 0,12-3 2 0,3 1-4 15,0 1-6-15,3-1 3 0,3 1-3 0,1-2 2 16,2 3-12-16,2 0-7 0,-5 0-8 0,1-2 1 16,-2 1-16-16,-1 0-12 0,1-1 5 0,-6 0-9 15,-1-2-17-15,1-1-170 0,-1-2 5 0</inkml:trace>
  <inkml:trace contextRef="#ctx0" brushRef="#br0" timeOffset="30390.14">21618 5325 1028 0,'0'0'3'0,"-1"0"-3"0,0-1-9 16,0 1 0-16,0 0-8 0,-2 0-18 0,1 0-58 0,-1 0-26 16,-1 0-18-16,-3 2-139 0</inkml:trace>
  <inkml:trace contextRef="#ctx0" brushRef="#br0" timeOffset="30556.4">21498 5379 135 0,'0'0'97'0,"0"0"-10"0,-1 0 70 0,0 0-6 16,0 0-9-16,0 0-31 0,-1 0-36 0,1 0-4 0,0 0-15 15,0 0-31-15,0 0-6 0,1 0 2 0,0 0-3 16,1 0 3-16,1 0-7 0,4-1 7 0,12-2-7 15,-1 1 3-15,3 0-1 0,-2 1-2 0,4-1 0 16,0 1-12-16,-1 1 1 0,2 0-3 0,-4 0 1 16,1 0-3-16,-5 0-3 0,-2 0-1 0,1 0 0 15,-2 0-1-15,-1 0-4 0,0-1 1 0,-1 0-3 0,-2 0-13 16,-1 0-4-16,0-2-7 0,-3 2 1 0,2-3-24 16,-1 1-122-16,-2 1 0 0</inkml:trace>
  <inkml:trace contextRef="#ctx0" brushRef="#br0" timeOffset="30842.48">21475 5501 1176 0,'0'-1'6'0,"0"0"0"0,0 0 1 0,0 0 1 16,0-1-3-16,1 1-8 0,1 1 5 0,9 0 0 16,10 0 4-16,1 1-4 0,2 2 1 0,2 1-2 15,1 2 1-15,1 1-4 0,3 0-1 0,-3 1 3 0,-1-3-2 16,1 1-1-16,-1 0-6 0,-2-1-6 0,-3-3 4 16,-2-1-1-16,-1-1 2 0,-1-2-6 0,-2-1 2 15,2-5-21-15,-2-1-30 0,4 8-70 0,0-20 9 16,4-2-248-16</inkml:trace>
  <inkml:trace contextRef="#ctx0" brushRef="#br0" timeOffset="31674.08">23994 3753 966 0,'-39'843'83'78,"43"-864"-62"-78,1 2 4 15,1 1-3-15,-1 2 2 0,-1-1-5 0,1 2 5 16,-1 2 1-16,-2 4 0 0,0-2-7 0,0 4-5 16,-1 2-5-16,0 2 1 0,-1 0-9 0,1 1 0 15,0 0-3-15,0-1 1 0,1 2-7 0,-2 0 5 16,0 0 6-16,0 1-1 0,0 0 4 0,0 1-2 15,0 7-1-15,0 13-1 0,0 6-4 0,0 2 5 16,-2 2-2-16,1 2 4 0,0-1-4 0,0 0 5 16,0 0-5-16,0-6 5 0,-1 1 0 0,1-3-6 0,0-1 5 15,0-1-5-15,0-1 13 0,0-3-9 0,-1-2 2 16,1-2-3-16,0-2 8 0,1-1 2 0,0-3-7 16,0 0 5-16,0-1-5 0,0-1-8 0,0-1 8 15,0-2-9-15,0 1 10 0,0-2-5 0,0 1-1 0,0-2 0 16,-1 1 1-16,0 0-1 0,-1 1 1 0,1-3-1 15,-7 4 9-15,0 0-5 0,-3-2-1 0,2 0-2 16,-2-1 0-16,1-1-3 0,-1 0 1 0,1 0-2 16,-1 1 3-16,0-1 4 0,2 1 0 0,-3 0 0 15,6-1-3-15,-1 1 0 0,3 1-4 0,1-1 3 16,0 0 0-16,-1 0 0 0,2 0 6 0,1-1-5 0,-2 4-4 16,0 2 9-16,0-2-6 0,2 0 8 0,1-3-6 15,0 3 6-15,0-2 3 0,3 0 3 0,13 9 24 16,3-4 12-16,3-2 0 0,2-3 0 0,0-2-26 0,0 0-9 15,1-2-9-15,-3 0 3 0,1 0-2 0,-3 1-12 16,0 1 10-16,-3 0-12 0,2-1 10 0,-5 0-2 16,-1-2-5-16,-3 2 1 0,-4 0 0 0,-1 1-19 15,-2 0 11-15,0 0-14 0,-2 0 4 0,1-1-27 16,1 0-18-16,-1-2-4 0,0 1-65 0,0-1-34 16,-2 2-31-16</inkml:trace>
  <inkml:trace contextRef="#ctx0" brushRef="#br0" timeOffset="32208.77">22986 5443 930 0,'-1'0'13'0,"-1"-2"17"16,0 1 12-16,-3 0 5 0,-2-1-11 0,4 0-18 15,2 2-5-15,-2-1-3 0,1 0-10 0,0 1-5 16,0 0 1-16,1 0-2 0,0 0 8 0,1 1 3 16,0 0 4-16,1 1-2 0,0-1-4 0,3 0 8 15,14 6-9-15,4-1 10 0,3-3-2 0,3-1 7 0,6-2 10 16,7-3-2-16,3 0 30 0,7-3 21 0,3-1-7 16,2-1 7-16,4-2-38 0,-2 1-8 0,7-2-4 15,2 2 0-15,8-1-14 0,4 2 4 0,-2 1-4 16,-1-1 4-16,-1 1-8 0,2 0-4 0,-1 1 2 0,4 1-2 15,-3 0 6-15,-9 1-6 0,-1 0 4 0,-7 1-4 16,1 0 8-16,1 1-8 0,-1 1 0 0,-3-2-1 16,-3 1 3-16,-5 1-6 0,-6 0 1 0,-5 0-1 15,-1-1 1-15,-5 1-2 0,-1 1 0 0,-2 0-2 16,1 0 3-16,-8 0-1 0,-3 0-3 0,-6 0 0 16,-2 1-8-16,-1-1-10 0,-4 0 2 0,-1 0-6 15,-2 0-16-15,-1 0-78 0,-1 0-5 0,0 0-34 16,0 0-106-16</inkml:trace>
  <inkml:trace contextRef="#ctx0" brushRef="#br0" timeOffset="33294.23">22625 5978 692 0,'-1'0'-3'0,"-2"-2"-1"15,-5 0 9-15,0 1-4 0,2 0 4 0,2 1-5 16,1 0 0-16,1-1 13 0,-1 1 13 0,1 0 0 15,-1-2 35-15,2 2-21 0,0 0 5 0,0 0-8 16,0 0 27-16,1 0-10 0,0 0 0 0,1 0-5 16,0 0-16-16,0 0-6 0,17 0 0 0,2 3-2 15,-1 1-4-15,1 3-12 0,0 4 1 0,-1-7-5 16,-2 18-9-16,-2 1 9 0,3 2-5 0,-4 3 7 0,-3-1-8 16,-3 5-1-16,-7-2 1 0,16 1 1 0,-11 0 5 15,-6 1 0-15,-6-1 1 0,-5 0-1 0,-4 1 2 16,5-2-6-16,-17 1 4 0,-3-2-4 0,-1 1 19 0,1-2-7 15,-1-1-2-15,2-4-2 0,3 0-10 0,1-4 12 16,3-4-7-16,2-2 9 0,0-3-4 0,0-3-5 16,1-1 9-16,1 6-9 0,4-6-1 0,1-1 8 15,5-4-2-15,0-1 5 0,1-1 1 0,3-1-5 16,1 0-4-16,-2-4 0 0,-2-9-13 0,2-6 9 16,5-3-1-16,4 3 4 0,4-2-5 0,4 0 0 15,-10 4 3-15,17 1-2 0,-1 0-4 0,-1 3 5 16,1 1-6-16,-2 2 7 0,1 1 1 0,-1 5-6 0,-2 2 5 15,3 1-5-15,-3-6 6 0,0 3-1 0,1 2-5 16,2 4 2-16,-2 3-6 0,-2 2 5 0,-1 2 0 16,-5-6 0-16,6 15 1 0,-4 1 4 0,1-1 0 15,-2 4 0-15,-5-2-11 0,1 1 10 0,-1-2-1 16,0-4 5-16,1 2-5 0,2-2-2 0,0-1-3 0,1-1 0 16,1-4 5-16,1-4-9 0,1 1 6 0,6 6-8 15,-3-4 8-15,2-3-13 0,0-3 4 0,-1-3-6 16,3-4 7-16,-2-1-3 0,3 1-3 0,-3-13 2 15,0 0 7-15,-1 0-6 0,2 0 9 0,-2 0-8 16,2-1-1-16,-2 1 7 0,3 0-7 0,-1 0 7 16,2 0-3-16,-2 2 4 0,1 1-5 0,-1 1 2 0,-3 1-5 15,1 2-3-15,-2 0 7 0,-1 3-6 0,0 1 14 16,-1 2 0-16,-1 4 3 0,-4-2-1 0,-3 3 6 16,-2 1-6-16,3-2-4 0,-1 1 0 0,0 1 1 0,1-1 6 15,-2 1 7-15,0 0-3 0,0 1-6 0,-1 0 8 16,0 1-3-16,-1 2 6 0,-1 1-4 0,-7 13 5 15,0 2-2-15,-2 2 3 0,0 1-1 0,-2 3-1 16,0 0 0-16,1-1 0 0,0 2 3 0,2-2 11 16,-1-1-4-16,4-3 5 0,0 0-5 0,3-5-16 15,1 1 6-15,2-6-8 0,1 0 3 0,0-1-5 16,0-3-5-16,0-1 1 0,0 1-6 0,0-4 8 16,0 0 0-16,1 1 2 0,0-1-3 0,1 0 1 0,1-1 0 15,2 1-1-15,4-2-3 0,4-2 1 0,2-3-3 16,3-6 1-16,-3 4-1 0,4-17-4 0,0 1 8 15,-2 3-6-15,2 0 11 0,-1 1-8 0,-3 0 2 16,2 1-5-16,1-1 7 0,0 2-1 0,1 1-1 16,-3 3-1-16,-3 0 2 0,-1 2-2 0,-1 1-2 0,-3 3 1 15,0 1 3-15,-1 3-5 0,-2 0 5 0,-2 1-6 16,0 0-2-16,-1 1 9 0,0 1-3 0,1 0 5 16,-2 1-4-16,0 2 2 0,3 17-4 0,-4 1 3 15,-2 2 4-15,0 0-1 0,-3 4 7 0,1-3-7 16,-2 4-7-16,0-3 9 0,0-2-8 0,0-2 9 15,1-2-5-15,2-2-1 0,1-1 6 0,0-3-6 0,2 0 1 16,0-8-1-16,0 2-1 0,0-2 0 0,0-2-5 16,0-2 6-16,2 1-5 0,-1 0 5 0,0 0-19 15,0-2-8-15,1-2-9 0,2 0-4 0,3-14-75 0,-1-9-7 16,-3 3-19-16,-1-5 8 0,13-1-52 0,-8 5-43 16</inkml:trace>
  <inkml:trace contextRef="#ctx0" brushRef="#br0" timeOffset="33508.92">22833 6063 1559 0,'-1'-1'9'0,"0"0"-1"0,-1-1 0 0,2-1-1 16,0 2-3-16,3-4 1 0,17 2-2 0,13 2 5 0,3-2-6 15,1 2-8-15,-1-15 0 0,3 8-13 0,1 4 8 16,1 4-19-16,-1 1-41 0,0 0-44 0,-2-1-3 16,-2 0-150-16,-1-2-103 0</inkml:trace>
  <inkml:trace contextRef="#ctx0" brushRef="#br0" timeOffset="34525.72">24238 5896 802 0,'-2'-1'143'0,"-15"-7"327"0,2-1-457 0,3 2-8 15,4 3-2-15,3 2-3 0,2 0-28 0,1 2 4 0,-2 0-12 16,2 0 9-16,-3 0-11 0,0 0-10 0,2 0-10 16,0 0-3-16,1 2-49 0,0-1 76 0,-1 0-2 15,2 0 27-15,0 0 9 0,1 1 26 0,0-1 0 16,0 0 11-16,1-1 21 0,0 0 15 0,2 0-8 16,6-2 9-16,11-4-13 0,5-1 7 0,2 0-3 0,7 0 1 15,-4 1-16-15,2 1-13 0,0 0-3 0,0 2-5 16,-1-1-21-16,1 2-5 0,0 1 1 0,-1 1-1 15,-3 0 3-15,-2 0-3 0,-1 0-2 0,-3 0 0 16,-1 1-4-16,-6 0 2 0,-2-1 1 0,-4 0 1 16,1 0 9-16,-5 0-11 0,-3 0 4 0,0 0-6 15,1 0 6-15,-1 0-2 0,-1 0-1 0,0-1 1 0,1 0 5 16,-1-1-6-16,-1 1 5 0,-1 0-5 0,-1 0-3 16,0 0 4-16,-10-4-4 0,0 2 3 0,-2 0-9 15,-2 1 6-15,-2 1-4 0,1 1 4 0,-1 1-13 0,-2 1 6 16,-1 2 2-16,-2 0 1 0,-1 1-5 0,-2 1 12 15,-1 0-3-15,-1 0 5 0,-2 0-5 0,-3 1 5 16,-2 0-5-16,-1 0 5 0,-3 0-3 0,0 1 1 16,0 0 2-16,3 1-2 0,3-1 0 0,3-1 4 15,3 0 1-15,4 0 0 0,0 0-5 0,6-1 0 16,3 0 0-16,2-2 3 0,1 1 5 0,4-1-7 16,0-1 0-16,4 0-3 0,0-2-4 0,1 1 6 15,0 0 1-15,1 1 2 0,-1-1-3 0,2-1 0 0,0 3 2 16,0-1 1-16,2 1 6 0,0-2-3 15,12-1 1-15,6 11-2 0,2-2 1 0,3-2 1 0,4-2 2 16,4-2 1-16,3 0 4 0,1-1-5 0,1 0-3 16,4 0 1-16,-2 0 4 0,1-1-7 0,-1 2 2 15,-4 0-5-15,-2 1 4 0,-3 3 1 0,0-1-2 0,0 0 0 16,-2 3-7-16,0-2 4 0,0 0 2 0,-4 0 2 16,-1-1-1-16,-3 1 0 0,-6-4-6 0,3 2 2 15,-3 0-7-15,-6-2 12 0,2 0 1 0,-4-1 2 16,-2-2-10-16,-1 0 2 0,-2 0 1 0,0 0 2 15,1 0-2-15,-2 1 6 0,0-1-7 0,0 0 6 16,-1 1-9-16,-1 1 4 0,-1 1 1 0,-23 2 0 16,-3 0-7-16,-4 2 5 0,-1 1-1 0,1 0 2 0,1 2 2 15,0 2-3-15,-2-3-3 0,0 4 0 0,-2-1-1 0,-3 1 3 16,-2 3 4-16,-3-2-2 0,-2 2 1 0,-1 0 0 16,0 0-4-16,4-1 2 0,0 1-3 0,4 0 3 15,3 0 2-15,0-1-1 0,2-1-6 0,2 2 5 16,-1-3 0-16,5-3 5 0,4-2 3 0,0-3-5 15,8 2-1-15,3-2-1 0,3 0 0 0,4-1 4 16,3-3-5-16,1 1 2 0,0 0-7 0,-2 0 6 16,1 3 1-16,2-1 2 0,0-2-5 0,3 4 1 15,6-2 0-15,12-2 0 0,3-1-2 0,3 12 3 16,3-7 3-16,2-2 2 0,2-4 3 0,2 0-3 16,3 0-1-16,7-1 0 0,1 0 6 0,6 0 0 0,1 0-2 15,0 0 2-15,-1 0-2 0,-5-1-3 0,0 1 3 16,-3 0-3-16,0 2-6 0,-2 1 6 0,-2-1-7 15,-3 2 5-15,-3-1-6 0,-4 0-1 0,-2-1 0 0,-3-1 0 16,-2 0-5-16,-6-1-1 0,-2 0-2 0,-2 0 0 16,-2-1-18-16,-2-2-49 0,2-2-16 0,-1-1-14 15,-1 2-86-15,1-12-93 0,0-5-25 0</inkml:trace>
  <inkml:trace contextRef="#ctx0" brushRef="#br0" timeOffset="35643.28">25471 5954 495 0,'-2'-1'19'0,"1"0"40"0,0 0-55 0,0-1 5 15,0 1-10-15,0 0 6 0,-1 0-7 0,1 0 1 16,0-1-1-16,0 1-1 0,-2 0-6 0,1 1 7 16,1 0 2-16,-7 0 0 0,-4 1 3 0,-1 2 19 15,0 0-4-15,0 2 9 0,-2 1 9 0,2-2 43 16,-4 2-4-16,2 0 14 0,-1 0-19 0,-2 0 1 0,3-1 1 15,-1-2-1-15,0 0-8 0,3-2-14 0,2-1-6 16,4 0-2-16,5 0-24 0,0 0 0 0,-3-1-5 16,3-1 3-16,-1 1-8 0,-1-5-4 0,-3-5-1 15,3-1-2-15,3-1 0 0,2 1-1 0,3-1 3 16,1 1-2-16,-3-1 12 0,16 2-10 0,-1-1 3 16,-2 3-5-16,5 0 5 0,-2 2-3 0,2 3 0 0,2-1 0 15,-1 3 3-15,2-11 10 0,1 4 0 0,1 6 2 16,2 3-2-16,2 2 4 0,2 4 4 0,2 2 0 15,3 4 6-15,1 1-14 0,-3 0-3 0,-2 0-3 16,-3 0-6-16,-3-1 3 0,-2-1-2 0,-3 1 1 16,-4-1-5-16,-1-2 1 0,-2 0 1 0,-3 0 1 0,0-2-3 15,-2-1 0-15,1-1-1 0,-4-1 0 0,0 0 2 16,0-1-2-16,-3-1-2 0,-2-2-1 0,2 2-3 0,-1-1-1 16,0 0-2-16,1 0-2 0,-1-1-10 0,0 0-12 15,0-1-32-15,-1 0 5 0,0 0-104 0,-1-1 72 16,1-9-5-16,-1 0 28 0,0 1 8 0,-2-1-8 15,-2 0 4-15,-1 2-6 0,1 1-2 0,-1-1 15 16,0 2-1-16,3 0 7 0,-7 1 14 0,-2 2 32 16,0 1-6-16,0 1 15 0,-2-7 10 0,2 3 0 15,-2 1 3-15,0 3-4 0,-1 1-9 0,-1 1 19 16,-3 2 2-16,-1 1 10 0,4 2 30 0,-1 1 14 16,0 0-1-16,2 1 4 0,-5 2-8 0,2 0-1 0,-1 0 0 15,2 0-2-15,-1 2-17 0,1-10-9 0,1 13-5 16,-1 3 2-16,2 0 3 0,0 5-15 0,-1-5 10 15,3 3-12-15,-1 1-2 0,5-2-3 0,-2 0-6 0,3-1 3 16,0 0-4-16,1 0-8 0,2 1 1 0,0-1-3 16,2-2 5-16,1-1-1 0,-10 1 8 0,5-4-5 15,3 3 1-15,1-2-2 0,2-1-2 0,0 0 3 16,2 0 10-16,0-1-8 0,2-1 4 0,-1-2-3 16,3 1 20-16,-1 0-17 0,11-2 3 0,4-1-10 15,0-1-10-15,5-2 1 0,1 0-7 0,0-2 4 16,1 0-9-16,-4 13-13 0,1-7 5 0,1-5-12 15,-1-2-14-15,0-2-67 0,-2-3 2 0,-5-1-24 0,0-1 12 16,-2-1 36-16,-3 0 12 0,-1 1 6 0,-2 2 42 16,-2-5-22-16,0 0-34 0,-1 3-4 0,-1 0-163 15</inkml:trace>
  <inkml:trace contextRef="#ctx0" brushRef="#br0" timeOffset="36094.44">25901 6469 1397 0,'0'0'14'0,"0"-1"-1"0,-1 0 10 0,0 0-13 16,-1-1 5-16,1 1-24 0,0 0 5 0,1 0-2 16,0 0 1-16,0 0-4 0,0-1-9 0,0 1 4 15,0 0-8-15,0 0-4 0,0 1 25 0,0 0-12 16,0 0 14-16,-1 0-1 0,0 1-1 0,-2 0 11 15,1 0-10-15,-9 6 13 0,1 0-5 0,0-4-4 0,0 5 2 16,3 3 2-16,2-3 6 0,-1 1 2 0,5-1-1 16,0 0-3-16,-4-3-2 0,0 4-1 0,3-2 0 15,2-3-5-15,0 3 3 0,0-3-3 0,1 1 3 16,2-2-4-16,-2 0 6 0,11-2-5 0,0 7 5 16,1-3-1-16,0-3 0 0,0-2 2 0,-1-1-2 0,0-1 4 15,0-2 1-15,-2-1 2 0,0 1-1 0,-2-2 7 16,-2 3-11-16,0-7 8 0,-4 3-8 0,1 0 8 15,3-2 6-15,-1 2-3 0,-1 0 5 0,-2 0-11 16,-1 1-7-16,-1 2 1 0,0-2-3 0,0 1 0 0,0 0-5 16,-2 0-1-16,-1 0 0 0,1 1-1 0,0 2-7 15,-9 1 4-15,2-6-4 0,-2 1 3 0,3 2-2 16,0 2-5-16,2 1 3 0,0 0-8 0,2 1 0 16,2 0 2-16,1 0-3 0,-2 0-5 0,1 0-63 15,1 1-10-15,0 0-19 0,0 0-31 0,1 0-28 16,0 0-13-16,1-1-19 0,0 0-155 0</inkml:trace>
  <inkml:trace contextRef="#ctx0" brushRef="#br0" timeOffset="36393.94">26370 6380 470 0,'0'0'66'0,"0"0"-5"0,0 0 41 0,0 0-5 0,0 0-9 15,0 0-24-15,1 0-18 0,0 0-4 0,1 0-4 16,-1 0-16-16,0 0-5 0,0 0 6 0,0 0-7 15,1 0 5-15,-2 0-8 0,0 0 10 0,0 0-4 16,0 0 33-16,0 0-14 0,0 0 0 0,-2 0-6 16,1 1-7-16,-1 0-3 0,-6 3 1 0,-5 3-1 15,-3 3 5-15,-1-6-6 0,-1 12 2 0,-3 4-4 16,-4-1 0-16,3 3-10 0,-2 2 3 0,1 3-5 0,2 1-6 16,1-3 7-16,1-2-8 0,5-4 8 0,2-1 1 15,4-3-9-15,2-1 3 0,4-3-5 0,-1-4-2 16,-3 0-3-16,4-2 1 0,-2 1 0 0,2-2 5 15,1 0-17-15,1-2 4 0,0 0-9 0,0 0-1 0,0 0-38 16,1-1-22-16,0 0-9 0,2-1-111 0,12-2 17 16,1-5 1-16,3-4 12 0,0 10 58 0,-1-16 13 15,0 0 7-15</inkml:trace>
  <inkml:trace contextRef="#ctx0" brushRef="#br0" timeOffset="36701.32">26501 6542 269 0,'0'0'86'16,"0"1"102"-16,0 0-44 0,0 1-15 0,-2-1-13 16,1 0 2-16,0 0-23 0,-1 0-20 0,-1 0 3 15,0 1-12-15,-4 1-23 0,-1 1-18 0,-2 0-2 0,1 0-5 16,1-2-3-16,-3 2-6 0,0-1 2 0,1 1-3 16,-3 1 4-16,0-1 2 0,-1 1-5 0,0 0 2 15,0-1-2-15,-3 3-4 0,1 0 12 0,-2 2-10 16,3-1 13-16,1 1-1 0,1-5-6 0,2 11 3 15,-1-1-14-15,5-1-1 0,5 1 2 0,0 0 0 16,-1-1 4-16,-5-1 4 0,3-3-1 0,2 3 1 16,3-1-1-16,2-1 0 0,3 1 0 0,-2-3 1 0,17 0 11 15,3 0-10-15,0-3 1 0,3 0-4 0,0-3 0 16,2 1-7-16,0-2-1 0,3 0-1 0,0 14-8 0,-2-7 3 16,5-6-6-16,0-2 2 0,0-4-31 0,-2-2-17 15,-4-1-63-15,-5-1 15 0,-2-2-188 0,-1-2-64 16</inkml:trace>
  <inkml:trace contextRef="#ctx0" brushRef="#br0" timeOffset="37213.87">24285 7012 1098 0,'0'-1'23'0,"-1"0"57"0,0 0-87 0,1 0-9 15,0-1 6-15,0 1-4 0,1 0 14 0,0 0-8 16,2 1 0-16,1 0-5 0,1 2-1 0,-1 2 4 15,-2 16 3-15,11 1 1 0,-6 3 13 0,-7 3-7 16,-4 3 5-16,-3-3-4 0,-2 1 14 0,-2-3 9 16,1-5-3-16,-1-1 6 0,2-4 12 0,2-2 4 0,1-3 3 15,2-5-3-15,1 1-10 0,0-2-18 0,1-1-4 16,2-1-3-16,0-1-5 0,0 0-4 0,0 0-1 16,-1 1-3-16,1 1-2 0,0-2-3 0,1 0-2 15,1 0-3-15,9-1-23 0,5-1-83 0,1-4-36 0,1-3-32 16,-2-2-256-16</inkml:trace>
  <inkml:trace contextRef="#ctx0" brushRef="#br0" timeOffset="37428.58">24363 6721 1682 0,'-1'-1'7'0,"-2"-1"0"0,-7 0-18 16,4 1-2-16,5 1-9 0,-2 1-6 0,1 0 9 16,1 3 3-16,-5 12 2 0,5 1 0 0,1-1-1 15,2-2-7-15,0-2 1 0,2-1-39 0,-2-3-127 16,2 0 1-16,-2-3-56 0,1-2-123 0</inkml:trace>
  <inkml:trace contextRef="#ctx0" brushRef="#br0" timeOffset="37765.08">24593 7046 734 0,'-1'0'10'0,"0"0"0"16,0 0-1-16,-2 0-2 0,1 0-4 0,1 0-15 15,-4 0 10-15,2 0-2 0,-2 0 5 0,1 0-3 16,1 2 4-16,-1-1 1 0,3-1 3 0,0 0 7 16,-1 1 2-16,-1 1-1 0,1 1 3 0,2-2 10 0,-2 5 5 15,0-2 0-15,2 1 0 0,0 0 2 0,0-2-17 16,0-1 8-16,3 1-12 0,-2-2 3 0,5 0-14 15,1 2 4-15,0 3-6 0,0-2 8 0,0 0-12 16,-6-4 3-16,4 2-6 0,-3-2 7 0,2 1-7 16,3 1-4-16,-6-2-3 0,1 0-23 0,0 0-47 15,1 0-101-15</inkml:trace>
  <inkml:trace contextRef="#ctx0" brushRef="#br0" timeOffset="37930.19">24489 7238 1080 0,'0'0'13'16,"0"0"18"-16,0 0-31 0,0 0 10 0,0 0-8 0,1 0 11 15,0 0-7-15,3 0-1 0,12 3 0 0,3-1 0 16,0-1 7-16,5 1-12 0,3 0 0 0,-1-2-6 16,1-2-24-16,0 0-61 0,-1-3-146 0</inkml:trace>
  <inkml:trace contextRef="#ctx0" brushRef="#br0" timeOffset="45905.03">24966 7048 36 0,'0'0'12'0,"0"0"7"0,0 0 23 15,0 0 10-15,0 0 1 0,0 0-6 0,0 0-18 16,0 0-6-16,0 0 2 0,0 0 0 0,0 0 2 0,0 0 11 15,0 0-6-15,0 0 23 0,0 0-5 0,0 0-7 16,0 0 0-16,0 0-27 0,0 0 6 0,0 0-3 16,0 0 5-16,0 0 3 0,1 0-5 0,0-2-1 0,-1 1-1 15,2 0 8-15,-1 0 6 0,0 0-5 0,-1 0 3 16,1-1-10-16,-1 0 2 0,0 0 5 0,0-2-4 16,1-3-5-16,-1 2 1 0,1 0-6 0,1 0 5 15,-1-1 4-15,0-1-9 0,0 1 7 0,-1 0-9 16,1-1 6-16,-1 2-2 0,0 0 0 0,0 1 0 15,0 0 3-15,0 2-12 0,0-1 7 0,0 1-10 16,0 0 7-16,0 0-6 0,0-1 3 0,0 1-3 16,0 0 0-16,0 0 6 0,0 1-3 0,0 0 4 0,0 0-5 15,0 0 6-15,0 0-7 0,0 1 5 0,-1 0-15 16,0 1 6-16,0 1-3 0,-4 9 5 0,-3 9-7 16,1 3 7-16,1 0 3 0,0-2 3 0,0 2 18 0,0 0 0 15,2-1-1-15,-1-1 0 0,0 0-4 0,1-3-12 16,-1 3-3-16,1-1-3 0,1-2-6 0,-1 2 5 15,1-5 3-15,0-3-2 0,0 1 1 0,0-5-9 16,1 1-1-16,1-2-1 0,0-1 9 0,0-1-9 16,-1-2 2-16,1 0-6 0,0-1-7 0,1 1-58 15,0-2-35-15,0 0-20 0,0 0-230 0</inkml:trace>
  <inkml:trace contextRef="#ctx0" brushRef="#br0" timeOffset="46719.77">24393 5520 491 0,'0'-1'8'16,"0"0"1"-16,-1 0 1 0,0-1-3 0,0 1-1 0,0 0 7 16,0 0-13-16,-1 0 1 0,1 0-4 0,0-1 5 15,0 1 2-15,0 0 4 0,-1 0-2 0,1 0 11 16,0-1 47-16,0 1-7 0,1 0 20 0,-1-1-3 0,1-1-4 15,0 1-3-15,0 0-2 0,0-1-24 0,0-1-4 16,0-3-9-16,0 2 5 0,1-1-5 0,0 1-12 16,3-1 12-16,-2 3-14 0,11 1-1 0,0-1 0 15,1 2-6-15,1-10 6 0,1 4-5 0,-2 5-5 16,1 2 0-16,-6 1-2 0,2 4-2 0,-4 0 0 16,-3 9-1-16,-1 12 1 0,11-1 9 0,-6 3-8 15,-5-4 3-15,-3 0-4 0,-1-3 6 0,-2 0 11 16,0 0-6-16,-2-4 7 0,-1 0-8 0,0-3 11 0,0-3 5 15,0-2-1-15,1 0-3 0,1 0-3 0,-5-1 0 16,2 1 0-16,-2-2-3 0,2-2-14 0,0 0-1 16,1 0-1-16,2 0 8 0,0-1-7 0,1 0 6 15,1-1-6-15,1-1 1 0,-1 1 3 0,2-2-2 16,-1 2 1-16,0-1-6 0,1-1 0 0,0 0 1 0,0 2 2 16,0-1 5-16,1 0-4 0,3 1-6 0,19 1 1 15,3-2-7-15,3-4 11 0,8-2-3 0,1-2 3 16,3 0-22-16,3-1-3 0,-5 0-2 0,1 0-13 15,-1-1-141-15</inkml:trace>
  <inkml:trace contextRef="#ctx0" brushRef="#br0" timeOffset="55727.72">13917 11810 48 0,'0'0'32'15,"-1"0"4"-15,0-1 50 0,0 0 11 0,-2 0-6 0,2 1-9 16,-6-4-43-16,1 2 3 0,0-1-11 0,2 1-10 16,-2 0 8-16,1 1-7 0,3 1 7 0,-3-2 1 15,1 1 5-15,1 0 10 0,-1 0-5 0,1 0 16 16,-1-1-17-16,1 1 1 0,-2-1-7 0,1 1-11 0,2 0 0 15,0-1-3-15,-1 1 1 0,1 0-15 0,1 1 13 16,-1-1-6-16,-1 0 9 0,1 0-7 0,-1-1-4 16,1 1 1-16,0 0-1 0,-1 0 9 0,1 0-6 15,1 1 0-15,0 0-3 0,0 0-12 0,-1 0 12 16,1 0-8-16,0 0 10 0,0 0-18 0,0 0 7 16,-1 0 0-16,1 1 5 0,1 0-5 0,0 0 0 15,0 0-1-15,0 1 0 0,1-1 3 0,1 0-6 16,0 0 2-16,-1-1-3 0,11 6 9 0,0-3-5 15,1 1 8-15,3 0-8 0,-1-2 8 0,2-1-8 0,3 0 1 16,-4 0-1-16,4 1 12 0,0-1-8 0,0 1-6 16,1-1 2-16,-1 2-1 0,0-1 1 0,-2 0 1 15,1 2-1-15,-1-1-5 0,-3 0 7 0,1 0 4 16,0 0 0-16,0-1-8 0,2 0 9 0,-1 1-7 0,-1-1 10 16,0-1-6-16,1 2 6 0,-1-2-2 0,2 0 1 15,-2-1-14-15,1 0 10 0,3 1 2 0,-4 0 3 16,8 2-8-16,-4-2 1 0,1 0-4 0,1 0 3 15,-6-1 7-15,7 1-7 0,-2 0 2 0,-2 1-4 16,-2-1-6-16,0-1 11 0,-3 1-6 0,0 0 8 16,1-1-7-16,-4 1-1 0,1 1 7 0,0-1-6 0,-3-1 0 15,-1 0 3-15,0 0-5 0,-1 0 5 0,1 1 3 16,-3-1-8-16,0 0 5 0,0 0-6 0,-2 0 14 16,0 0-13-16,-1 0 7 0,0 0-8 0,0 0 4 15,-1 0 6-15,1 0-5 0,0 0 6 0,1 0-7 0,-1 0 5 16,-1 0 0-16,0 0 3 0,1 1 9 0,-1-1 3 15,0 0-4-15,0 0 1 0,0 0-21 0,1 0 6 16,-1-1 2-16,0 0 3 0,0 0-2 0,-1-1-6 16,0 0-3-16,0-4 0 0,1-9 4 0,-1 1 1 15,0-2 0-15,0 1-1 0,0 1-2 0,1 1 1 16,1-2 2-16,-1 2 0 0,0-1-6 0,0-2 4 16,0 4 0-16,0-1 1 0,1 1-4 0,0 0 9 15,-1 2-8-15,0 0 9 0,2 0-12 0,-2 1 4 0,0 2 1 16,0 1 1-16,0 0 5 0,-1 3-6 0,0-1 3 15,0 2-4-15,0 0-6 0,0 1 9 0,2-2-6 16,-1 1 6-16,0-1-9 0,0 2 13 0,0 0-5 16,-1 0 8-16,0 0-9 0,0 0 2 0,1-1 1 0,-1 1 0 15,2 0 3-15,-1 1 4 0,0 0 0 16,0 0 2-16,0 1-2 0,1 0-4 0,-1 1 4 0,0 0-6 16,0 4-4-16,1 4-2 0,1 2 0 0,-1 1 2 15,0-1 5-15,2 2-5 0,0-1 0 0,-1 0 0 16,1 0 5-16,-1 1-4 0,2 2 5 0,-2-2-5 15,1 2 0-15,-2-4-1 0,1 2-3 0,-1 0 2 16,0-2 9-16,-1-3-8 0,1 0 10 0,-1-3-10 16,1 2 2-16,0-1 4 0,0-3-8 0,-1 2 6 0,0-1-6 15,-1-3 6-15,1 1-2 0,0 0 3 0,1-1-5 16,-1 1 1-16,0-1 3 0,0-1-2 0,0 0 2 16,0 0 6-16,-1 1-4 0,0-1 4 0,0 0 1 0,0 0-10 15,0 0 5-15,2-1-6 0,-2 0-1 0,1-1 3 16,-1-1-2-16,1-6 3 0,2-7-2 0,1 0-3 15,1-2 1-15,-2-2-2 0,0 1 3 0,-1 4 3 16,0 1-2-16,1 1 1 0,-1 2-2 0,2-2-5 16,-2 0 5-16,0 2-2 0,1 0 7 0,0 0-2 15,-1 1-3-15,1 1 0 0,-1 1-7 0,1 1 3 16,0 0 4-16,1 0-2 0,-2 3 1 0,-1-2-1 16,6 2 3-16,-4 0-1 0,0 0-1 0,1 2 6 0,-1-1-7 15,-1 1 6-15,3-2-15 0,-1 0 11 0,0 1-2 16,2 0 5-16,-2 2-3 0,2 0 0 0,-2 0 1 15,-1 0 0-15,1 2 5 0,1 2-4 0,1-1-3 16,0 11 1-16,-1-1 1 0,-2 1 4 0,1 2-4 0,5-4 2 16,-2 3-4-16,0-1 2 0,-1 0 4 0,-1-2-3 15,-1-2 2-15,0 0-3 0,-3-6 3 0,2 4-4 16,-1-2-4-16,-1-2 7 0,0 1-6 0,0-3 6 16,1 1-2-16,-1 0-3 0,-1-2 8 0,0 0-6 15,1 2 9-15,0-1-7 0,1 0-1 0,0-1 0 16,-1 1 6-16,1-1-3 0,-1 0-3 0,2 0 1 0,-1 0-3 15,0-1 1-15,1 0 5 0,-1 0-4 0,0 0-2 16,1-1 5-16,-2 1-7 0,1-1 7 0,2-1-6 16,-2 0 0-16,-1 2 5 0,2-4-2 0,0-2 4 15,1-2-9-15,-1 3 4 0,1-3-6 0,-2-1 9 0,2 2 1 16,-2 1-3-16,3 1 1 0,-1 1-8 0,1-1 8 16,0 1-3-16,-2 1 5 0,1 0-4 0,1 0 0 15,1 2 0-15,-1-1 0 0,2-4-5 0,1 1 2 16,0 2-1-16,1-1 2 0,2 2-4 0,0 0 6 15,2 0-1-15,2 2 3 0,-1 0 4 0,1 0-6 16,1 2 2-16,2-1-2 0,1 0 3 0,2 0-3 16,-1 0 4-16,4-1-4 0,-1 0 0 0,3 0 3 15,2-1-3-15,-1-1 1 0,1-1-2 0,-2 1 3 0,-1 1 2 16,0 0 0-16,-2-2-6 0,-2 2 6 0,2 0-5 16,-3 1 5-16,0-1-7 0,-3 1 4 0,0 0-1 15,-1 0 1-15,0 0 0 0,-4 0-2 0,1 0 1 16,-2 0-2-16,-2 0 2 0,1 0 4 0,-2 0 0 0,-1 0 0 15,2 0-12-15,3-1 8 0,-2-1-4 0,-3 1 6 16,2 0 4-16,-2 1-4 0,0 0-2 0,0-1 0 16,-2 1 0-16,2-1-3 0,-1 0 4 0,-1-1-3 15,1 1 6-15,-3 1-7 0,1 0 6 0,1-1-6 16,0 1 2-16,-4 0 5 0,5 0-5 0,-5 0 5 16,1 0-1-16,1 0-3 0,-2 0 0 0,4 0-1 0,-3 0 5 15,1 0-2-15,-1 0-2 0,-1 0 0 0,2 0-2 16,0 0 2-16,-1 0 2 0,1 0 1 0,-1 0 5 15,0 0-13-15,0 0 9 0,-1 0-9 0,1 0 12 0,1 0-7 16,-1 0-1-16,-1 0-1 0,0 0-2 0,0 0 4 16,2 1 0-16,-2-1 0 0,0 1-1 0,0-1 6 15,0 0-7-15,1 0 7 0,-1 0-5 0,0 0-4 16,0 0 5-16,0 0-3 0,1 0 5 0,-1 0-6 16,0 0 6-16,0 0-6 0,0 0 3 0,0 0 2 15,1 0-2-15,-1 0 3 0,0 0 3 0,0 0-9 16,0 0 2-16,-1 0-4 0,0 0 7 0,0 0-4 15,0 0 3-15,0 0-2 0,0 0 1 0,1 0 2 0,1 0-2 16,-1 0 3-16,0 0-3 0,0 0-1 0,0 0 0 16,1 0-1-16,-1 0 0 0,0 0 2 0,0 0-3 15,0 0 3-15,0 0 4 0,1 0-4 0,-1 0 1 16,0 0-2-16,0 0 1 0,-1 0 0 0,0 0 7 16,0 0-3-16,0 0 8 0,0 0-6 0,0 0-3 0,0 0 1 15,0 0-2-15,0 0-4 0,0 0 3 0,0 0-2 16,0 0 6-16,0 0-5 0,0 0 1 15,0 0-1-15,0 0 0 0,0 0 2 0,0 0-4 0,0 0 2 16,0 0-1-16,0 0 0 0,0 0 4 0,0 0-3 16,0 0 4-16,0 0-6 0,0 0 2 0,0 0-5 15,0 0 3-15,0 0 4 0,0 0-1 0,0 0 3 16,0 0-4-16,0 0-5 0,0 0 3 0,0 0-4 0,0 0 4 16,0 0 3-16,0 0-2 0,0 0 3 0,0 0-5 15,0 0-3-15,0 0-5 0,1 0 1 0,0 0-10 16,1 0-46-16,-1 0-28 0,0 0-17 0,0 0-183 0</inkml:trace>
  <inkml:trace contextRef="#ctx0" brushRef="#br0" timeOffset="56645.14">13926 11807 218 0,'0'0'46'16,"-1"-2"-1"-16,0 1 40 0,0 0-10 0,-1-1 4 15,-5-3-13-15,0-1 2 0,1 3-9 0,1-1 4 0,0 1-19 16,-1-1-6-16,3 2 2 0,-1-1-6 0,1 2-14 15,2-4 14-15,-2 4-4 0,1 0 8 0,0-1-4 16,0-1 8-16,0 2-8 0,1-1 7 0,1 1-19 16,-1 1-10-16,-2-3 4 0,1 1-7 0,0 0 1 0,0 0-12 15,1 1 5-15,0 0-5 0,0 0 16 0,0 0-6 16,0 0 4-16,-1 1-3 0,1 0 5 0,0 1 10 16,0 0-14-16,1 4 13 0,-3 15-16 0,2 3 0 15,1 2 5-15,0 0-4 0,0 3 7 0,0 2-10 16,0 1-1-16,1 1-3 0,1-1 2 0,-1 0 3 15,0-2-2-15,-1 1 1 0,0-1 3 0,1 1 2 16,2-1 4-16,-2 0-2 0,1 3 11 0,-1-1-7 16,0-2 2-16,1-2-5 0,0-2-2 0,-1 1-2 0,0-2 5 15,0-1-1-15,1-1 11 0,-2-2-1 0,1-1-7 16,-1-3 3-16,1 0-12 0,-1-2 8 0,0-1 4 16,1-2-2-16,0 1-10 0,1 1 0 0,-1-1-4 15,-1-2 3-15,1 0-9 0,0-1 4 0,0 0-3 16,0-4 4-16,-1 1 3 0,0-1-3 0,0 0-3 0,0-3-1 15,0 2-7-15,0-2-6 0,0 0 3 0,0-1-6 16,2 2-19-16,-1-1-25 0,0 1-11 0,0-1-6 16,0-1-49-16,0 0-29 0,-1 0-5 0,2 1-16 15,-1-1-93-15</inkml:trace>
  <inkml:trace contextRef="#ctx0" brushRef="#br0" timeOffset="57295.12">13778 12575 718 0,'-1'0'70'0,"0"0"116"0,-3 0-99 0,-6-2-12 16,-1 1 2-16,1 0-8 0,-2 0-19 0,1 0-13 15,0 1-2-15,-1 0-3 0,0 1-12 0,-2 1-4 16,-1 2 2-16,-2 2-2 0,-4 3-1 0,1 0 5 16,0 2-8-16,0 1 7 0,4-8-13 0,-2 15 3 15,-2 2-3-15,1 2 3 0,0 3-7 0,2-1 10 16,3 5-4-16,-2 0 5 0,1-2-12 0,4 1 2 15,0 0 3-15,1 2 0 0,3 1 6 0,1-4 2 0,0 0-2 16,3-3 2-16,1-2-1 0,-13 2-3 0,7-2 2 16,4 2-2-16,1 1 5 0,3 0-2 0,0-3-2 15,4 4-1-15,0 2-10 0,3-1 0 0,3 1 0 16,-1-3 0-16,2 0-2 0,1 1 8 0,1-2-2 0,2 3 4 16,-14-2-3-16,15-5-6 0,2 4 6 0,-1-5-5 15,-1-1 6-15,-2-1 0 0,3-1-6 0,-1-1 4 16,1 0 0-16,1-1-3 0,1-2-1 0,0 1 0 15,1-2-2-15,-1 1 6 0,0-3-3 0,1 1 3 16,-2-2-4-16,2-1 4 0,2 1 1 0,-2-3-2 16,1-2-2-16,-1-1 0 0,0-2 1 0,3 0 0 15,0 12 2-15,2-4-3 0,3-4 1 0,-6-4-1 0,4-2 5 16,0-1-1-16,-1-4 1 0,-2 0-2 0,3-2 0 16,-5-1 4-16,-1 0-3 0,1-2 4 0,-5 1-5 15,3 6-4-15,-1-13 0 0,0-2 0 0,-1 0 5 16,-3-1-3-16,2-2-1 0,-3 1-1 0,-1-5-3 0,-1 1 9 15,-4 0 2-15,0-2 2 0,-2 1 1 0,-2-1-7 16,0-1 6-16,-1 2-4 0,12 0 11 0,-6 1-6 16,-3 0-5-16,-4-1 3 0,-1 0 3 0,-2 0-5 15,-2 2 7-15,0-1-7 0,-2 1 1 0,-1 0 0 16,0 1-3-16,-3 0 2 0,1-1 0 0,-2 1-4 16,1-4 4-16,-2 1-4 0,-1 0 3 0,0 1 4 15,0 3-9-15,0 0 8 0,12 0-9 0,-14-1 5 0,-3-1 1 16,-7 4 2-16,3-1 3 0,1 4-6 0,-3 0-1 15,8 3-1-15,-6 1 2 0,-3 2-1 0,1 3 1 16,-1 1-2-16,1 2 1 0,1 3-7 0,-1 1 3 16,2-12-7-16,0 6 1 0,4 5-21 0,-2 2 5 15,1 2-10-15,0 3-15 0,1 2-24 0,2 1-19 0,-2 4-4 16,3-6-82-16,0 16-98 0,-2 1-19 0</inkml:trace>
  <inkml:trace contextRef="#ctx0" brushRef="#br0" timeOffset="57912.45">13564 13302 1053 0,'-1'0'46'0,"0"0"3"0,-1-1-10 0,-4-1-4 16,-3-2-13-16,2 1 22 0,2-1-31 0,0 1 5 0,0-3-15 16,-2-4-1-16,2 1-7 0,2-2 1 0,-1 0-3 15,2 0 4-15,0-2-2 0,-1 1 1 0,2 0-2 16,1 0 3-16,0 1 1 0,1 2 4 0,-1 2 0 16,0 0 17-16,0 2 3 0,0-1-3 0,0 1 4 15,0 1 2-15,1-1 6 0,-1 3 0 0,2-1-1 16,-2 2-25-16,2-1 5 0,0 1-3 0,5-4 6 0,0 1-5 15,5 1-2-15,-1 3-6 0,-2 0 4 0,1 2 1 16,-1 3 2-16,-1 0-1 0,2-3 0 0,0 10-7 16,1-2 10-16,-2 1 2 0,-1-3 3 0,2-1 2 0,-1-1 6 15,-2-1 3-15,3-2-1 0,-1 1 0 0,-1-2 3 16,2-1-1-16,-2 0 2 0,1 7 3 0,1-3 2 16,-2-1 0-16,1-2-1 0,-1-1-2 0,0 1 0 15,0-2-3-15,0 0 0 0,2 0-9 0,-1-2-8 16,-1 1 0-16,3-1-2 0,-1-2-4 0,0 1 1 15,-1-1-1-15,-1 1 1 0,1-1-6 0,-1 1-5 16,-1-1-4-16,-2 2 1 0,-1 0-8 0,1-1-1 0,-3 2-3 16,2-1 0-16,-3 2-16 0,2-4-7 0,-2 2-5 15,0-1-6-15,-1 2-74 0,0 0-36 0,2-1-27 16,1-1-4-16,-2 1-140 0</inkml:trace>
  <inkml:trace contextRef="#ctx0" brushRef="#br0" timeOffset="58346.31">13850 13668 1442 0,'0'0'51'0,"0"0"1"16,-1 0-21-16,0-1-2 0,0 0-23 0,-1 0-5 15,1-1-7-15,0 1-2 0,0 0-1 0,0 0 3 0,1 0 6 16,0 0-4-16,0-1 4 0,0 1-10 0,0 0 9 16,0 0-3-16,1 0 4 0,0 1 2 0,0 0 0 15,0 0 5-15,1 0-3 0,-1 0 13 0,0 1 1 16,0 0 0-16,0 0 1 0,0 2 8 0,1 4-10 16,0 4 5-16,0 3-6 0,1 3 17 0,-1 3-13 15,0 0 3-15,1 5-7 0,0-1 3 0,1 2-12 16,-1 2 6-16,1 3-9 0,1 1 0 0,-1 1 6 15,1-2-4-15,0-1 5 0,-2-3-7 0,2-1 1 0,1 0-1 16,-2-3 1-16,1 1-4 0,1-2 12 0,-1-1-5 16,1-1 7-16,-1-1-15 0,0 0 6 0,0 0-5 15,-2-4 5-15,1 2-7 0,-1 0 6 0,0-3-3 0,-1-2 4 16,1-2-9-16,-2-1 2 0,0-1-2 16,0 1 3-16,0-3 2 0,0 0-6 0,1 1 1 0,-2-3-6 15,0-1-23-15,0 1-49 0,0-2-30 0,0 0-3 16,0 1-62-16,0-1 12 0,0 0-15 0,0 1-22 15,0-2-318-15</inkml:trace>
  <inkml:trace contextRef="#ctx0" brushRef="#br0" timeOffset="58712.42">13379 14624 1092 0,'-2'0'265'16,"1"0"-331"-16,0 0 297 0,-1 0-157 0,-5 0-59 0,4 0-17 15,1 0-2-15,0 0-9 0,-1 0-23 0,2 0 18 16,0 0 2-16,1 0 7 0,1 0 11 0,1-1-1 16,12-3 3-16,11 0-3 0,3-1-4 0,-1 2 7 15,-2-1-1-15,3-1 6 0,-2 2 17 0,2-2 6 0,1 2 0 16,-6 0 3-16,3 1 5 0,-2-1 8 0,-1 1-6 15,1 0 5-15,-1 1-13 0,1-2-10 0,-3 2 2 16,0 0-6-16,2 0 4 0,-1 1-14 0,1 0 1 16,-3 0-6-16,0 0 2 0,0 0-7 0,-2 1 3 0,-1 0-5 15,-2 0 1-15,-4 0 0 0,2 1-2 0,-3-1-1 16,1 0-9-16,-1 0-5 0,-3 0 3 0,0 0-5 16,-4-1-9-16,0 0-9 0,-2 0-12 0,0 0-4 15,0 0-95-15,0 0-57 0,2 2-45 0,-1-1 6 16,1 0-75-16</inkml:trace>
  <inkml:trace contextRef="#ctx0" brushRef="#br0" timeOffset="58963">13684 14806 1491 0,'-1'0'78'0,"0"2"164"0,0-1-229 0,-2 1-47 16,2-1 8-16,1 0 18 0,0 1 16 15,1-1-4-15,2 1 7 0,10 6-3 0,4 2-8 16,3-2 7-16,1 0-7 0,-1-2 5 0,2 0-19 0,0-1 2 16,-1-2-9-16,0 0-4 0,0-2-16 0,-3-1-3 15,1 0-8-15,-1-1-37 0,-3-2-123 0,-1-1-44 16</inkml:trace>
  <inkml:trace contextRef="#ctx0" brushRef="#br0" timeOffset="59697.2">11812 12878 1074 0,'-1'-1'46'0,"0"0"85"16,-2-1-95-16,0 0-8 0,-2 0-8 0,3 0 1 15,0 1-16-15,-1-1 1 0,1 1-4 0,-1 0 0 16,2-1-5-16,0 1-7 0,0 0 10 0,0 0-6 16,0 0 22-16,-1 0 3 0,1 1 3 0,0 0-2 15,0 0 9-15,0 1 3 0,0 0 7 0,-1 0-5 0,1 1 4 16,-2 5-19-16,-2 10 1 0,1 2-5 0,2 1 8 16,0 2-9-16,2 0-3 0,0 4-2 0,0 0-4 15,2 2-2-15,0 1 3 0,1 1-3 0,0 2 3 0,1 1 3 16,-1-3-4-16,2 3 3 0,0-1-7 0,-1-1 1 15,2 0-2-15,0-1 0 0,0-1 1 0,0-2 0 16,0-1 2-16,0-2-3 0,0-1-2 0,-2-3 3 16,2 0 0-16,-1-2 2 0,-2-3 2 0,2 0-2 15,0-2 3-15,-2-2-5 0,2 1 1 0,-1-4 10 16,-1 0-2-16,-1-2 4 0,1-1-4 0,-2-3 8 16,0 0-1-16,5 0 3 0,2 3-1 0,1 0 4 15,1-1-2-15,-2-3 4 0,-1-1-1 0,8-6-3 16,-1 5-4-16,3-25 0 0,2-5-11 0,-2-4 3 0,-1-4 4 15,-2-7-3-15,5-2 0 0,0-1-3 0,-3 1-5 16,2 3 2-16,-5 3-10 0,-1 4 9 0,-2 4-3 16,0 4 3-16,-2 5-2 0,-6 1-2 0,4 2 7 15,6 2-6-15,-5 3 6 0,-2 4-6 0,-3 2 0 0,-1 6 0 16,0-1 6-16,-1 0-16 0,0 3 1 0,0-2-9 16,0 3-16-16,0 0-52 0,0 0-32 0,0 0-13 15,0 0-162-15,0 1-111 0</inkml:trace>
  <inkml:trace contextRef="#ctx0" brushRef="#br0" timeOffset="60181.05">12407 13447 1489 0,'-1'0'220'0,"0"0"-276"16,0-1 247-16,-2 0-131 0,1 0-47 0,0-1-2 16,-1 1-4-16,1 0 0 0,0 0-6 0,-1 0-11 15,1-1 7-15,1 1-11 0,-1 0 6 0,1 0-10 16,0 1-3-16,0 0-2 0,-1 1-7 0,-1 0 17 0,-1 3 1 16,-7 11 5-16,0 6 0 0,-2 3 9 0,2-3-2 15,-3-2 6-15,1-2 7 0,1-2-3 0,2-3 5 16,2 0-4-16,4-1-6 0,0-1 3 0,1 1-3 15,0-2 4-15,0 0 8 0,0-2-9 0,-3 0 2 0,2 0-4 16,1 0 3-16,2 2-10 0,1 1 3 0,1-1-3 16,3 2 6-16,2-1-4 0,0 0 1 0,0 0-2 15,8 2 2-15,-1-3-5 0,1 0 5 0,0-2-4 16,-1-1 5-16,0 1 3 0,0-3-5 0,0 0 5 16,-3 1-8-16,1-2 1 0,-3 1 2 0,-2-2 0 15,-2 1 0-15,-1 0 6 0,-2-3-2 0,0 1 5 16,2 1 9-16,-1 1 21 0,-1-1-8 0,0-1 8 0,-1 0-28 15,-1 1 3-15,0-1-2 0,-3 0 2 0,-12 6-1 16,-2-2-1-16,1-1-2 0,-2 0 1 0,0-2-11 0,1 1 5 16,1 0-6-16,0-1 5 0,2 2-1 0,2 1-3 15,-2-1-1-15,1 1-2 0,1 1-10 0,-1 0 5 16,2 0-3-16,2-2 0 0,0 2-12 0,-1 1-38 16,4-2-21-16,1-1-17 0,2-1-170 0</inkml:trace>
  <inkml:trace contextRef="#ctx0" brushRef="#br0" timeOffset="61665.6">14169 10573 1282 0,'-1'0'45'0,"-1"0"1"0,1 0-25 16,-11-3 4-16,4 0-24 0,2 2 11 0,4 0-12 15,0 0-2-15,-1-1-4 0,1 1-1 0,0 1 6 16,0 0-4-16,1 0 5 0,0 0-7 0,0 0 11 16,0 0-1-16,0 0 5 0,-1 0 7 0,2 0 7 15,0 0 2-15,0 0 1 0,0 0 10 0,2 0-6 16,-1 0 4-16,0 0-5 0,1 0 7 0,1 0-12 16,4 0 0-16,2 0-5 0,0 0-9 0,2 1-2 15,2 3-2-15,-1 1 1 0,-1 1-1 0,-1-1-2 0,0 4-1 16,-1 10-2-16,-1 3-7 0,-2 5 11 0,-1 2-3 15,11 3 5-15,-9-1-6 0,-6 2-1 0,-2-3 1 16,-5 1-1-16,-1-1-1 0,-2-6 9 0,-3-1 3 16,0-2 3-16,7-2 14 0,-12-2-8 0,-3 0 4 0,0-1-5 15,1-2 2-15,0-1-5 0,3-3 1 0,-1-1-2 16,0-4-4-16,4 0 2 0,2-1-5 0,5-3 4 16,-1 1-11-16,3 2 11 0,0-2-5 0,-3 3 8 15,5-4-12-15,-1-1 1 0,-1 1-1 0,1-1 0 16,-2 0-5-16,4 0 7 0,-1-1-4 0,1 0 5 15,0-2-5-15,-2-1-2 0,0-7 2 0,0 1-4 0,2-2 0 16,1 2 5-16,1 1 1 0,3 0 2 0,-1 2-4 16,1 1-2-16,-1 0 1 0,-1 2-1 0,12 1-9 15,-2-1 7-15,-2 2-5 0,1-5 8 0,2 1 6 0,0 2-7 16,1 3 4-16,0 1-6 0,-1 1 2 0,0 3 4 16,-2 1-2-16,2 0 3 0,0 1-9 0,0 1 2 15,0 0 1-15,-2 1 1 0,0-1-5 0,2 0 1 16,-1-1-8-16,0-2 7 0,0 0-14 0,-2-2-9 15,1-1 4-15,-1-1-7 0,3 0-2 0,1-2-2 16,1-3-2-16,1-3 0 0,-3 0-11 0,3 0-26 16,0-11 6-16,-1-2-9 0,0-1 20 0,-2-2 25 15,0-2 4-15,-2 0 7 0,2-2 7 0,-4-1 12 16,1 4-9-16,0-2 12 0,-3 3-5 0,1 5 9 0,-4 0 4 16,-1 4 0-16,-1 2-5 0,-1 1 11 0,1 3-3 15,4 1 7-15,-1 1 17 0,-3 2-7 0,0 0 7 16,-2 4-6-16,0 0 9 0,2-1-19 0,-1-1 2 15,0 1-8-15,0 1 5 0,0 0 6 0,-1-1-3 0,0 2 5 16,0 2 2-16,0-1-2 0,0 3 2 0,-3 15-4 16,-2 1-4-16,-1 1-1 0,0 2-5 0,2-1 3 15,-1 0-8-15,0 2 1 0,2 0 2 0,0-3-2 16,1-1-9-16,0-2 2 0,-1 0 3 0,2-3 1 16,0 2-3-16,1-4 4 0,0-3-9 0,0 0 7 15,1-2-4-15,1-1 0 0,1-1 2 0,0 0-3 0,-1 0 4 16,6-4 2-16,1 2 5 0,-1-3-3 0,4 0-4 15,1 8-4-15,0-3 1 0,1-2 0 0,-1-3 6 16,2-1-5-16,2-2-1 0,-3-2 1 0,1-2 3 16,-3 0 4-16,1-2-2 0,-1 5 2 0,-2-12-4 15,-2 2 9-15,0-1-3 0,-4 0 5 0,1-3-3 0,-4-2-2 16,0 1 3-16,11-2-3 0,-5-1-2 0,-3-1-9 16,-4-3 0-16,-3 0-1 0,-1 2 7 0,-3 0-2 15,-2 3-1-15,0 0 1 0,-1 3 4 0,1 3-6 16,4 0 2-16,-10 4-4 0,0 1 4 0,0 3-7 15,-1 2 1-15,-1 2-5 0,1-9 3 0,1 6-6 16,-1 1 5-16,0 4-6 0,2 1 1 0,-1 3-16 16,4 0-7-16,2 2-3 0,1 0-30 0,3 11-47 0,0 0-4 15,-5 0-17-15,1 2-28 0,5-2-60 0,3 0-8 16</inkml:trace>
  <inkml:trace contextRef="#ctx0" brushRef="#br0" timeOffset="62016.16">15105 10368 1462 0,'-1'-1'36'0,"-1"0"73"0,1 1-79 16,-3-2-14-16,1 1 5 0,1-1-11 0,-1 1-9 0,1 0-8 15,0 0 0-15,1 0-1 0,-1 1 4 0,1 0 2 16,0 1 1-16,0 0 1 0,0 1 4 0,-2 5-3 16,0 6-1-16,0 2 0 0,1 1-3 0,0 0 3 15,-1 3 1-15,0-1 3 0,1 2 7 0,-3 1-9 16,1 4 4-16,1 1-6 0,-2 2 8 0,2 4 3 16,-3-2-6-16,-3 4 5 0,0 3-6 0,0-6 1 15,0 5 4-15,4-6-4 0,-1-3 7 0,1-1-10 16,0-5 2-16,2-2-4 0,0 0 4 0,1-5-6 15,1 1-1-15,0-3-2 0,1 0-1 0,0-3-14 0,0 0 1 16,0-2-9-16,0-3-30 0,0 1-69 0,0-3 1 16,1 1-25-16,0-1-10 0,1-1-62 0,15 2-16 15</inkml:trace>
  <inkml:trace contextRef="#ctx0" brushRef="#br0" timeOffset="62315.49">15338 10478 562 0,'0'0'116'0,"-2"0"210"16,1 0-225-16,-1 0-44 0,0 0 8 0,-6 1-21 0,-1 1-8 15,-1 3 3-15,-2 2-7 0,-1 1 7 0,0-5-2 16,-1 12-7-16,0 1 2 0,0 2-4 0,-1 0 0 16,2 2-11-16,-1-1 0 0,1-1-5 0,-1 0-6 0,1-2 2 15,2 3 5-15,-1 0-2 0,1 1 6 0,3-3-1 16,0-3-9-16,2-1 7 0,1-2-8 0,3 0-1 15,0 1 2-15,-1-3-3 0,0 0 2 0,-3 0 0 16,0-1 2-16,2-1-2 0,2 2-2 0,0 1 4 16,2-2-2-16,0 1 3 0,1-1 2 0,1-3-10 15,2 1-1-15,-1-1-3 0,7-1-7 0,4-2-18 16,1 8-1-16,3-1-7 0,-1-6-6 0,3-2-29 16,2-2-6-16,-1-2-13 0,0-4-72 0,0-4-98 15,-1-1-26-15</inkml:trace>
  <inkml:trace contextRef="#ctx0" brushRef="#br0" timeOffset="62650.01">15620 10438 372 0,'0'0'91'16,"0"0"-9"-16,0 0 72 0,0 0-13 0,0 0-5 16,-1 1-61-16,-1 0-9 0,1 0-12 0,0 2 3 15,0-1-23-15,-5 9-1 0,0-1 2 0,0 2-2 16,2-1-3-16,-1-1 13 0,0 2-4 0,0 0 6 15,2 1-4-15,-1-2-5 0,2 2 1 0,0-1-6 0,1-1-13 16,-1-1-4-16,1 1-3 0,0-2 2 0,1 3 3 16,0-4 3-16,1 0-2 0,0 1 3 0,2-3-3 15,-1 1-6-15,2 1 3 0,0 0-4 0,0-2-6 16,2 2 3-16,-3-2-5 0,-2-4 5 0,5 7 1 16,-2-3-7-16,-1-1 6 0,1 4-7 0,-2-5 6 0,1 5 7 15,-1 0-9-15,-2 0 9 0,-1 3-13 0,-2-4 10 16,-1 2-5-16,-3 0 7 0,2-1-12 0,-9-2-5 15,2 1 4-15,2-1-6 0,-1-5 5 0,0 1-16 16,1 4-4-16,-1-1-6 0,1-3-29 0,-1-2-84 16,2-1 13-16,2-1-39 0,-2-2-19 0,3-1-91 15,-3-2-34-15</inkml:trace>
  <inkml:trace contextRef="#ctx0" brushRef="#br0" timeOffset="63084.16">15630 10413 1733 0,'-1'0'60'16,"0"0"-1"-16,0-1-4 0,-1 0-7 0,-1 0-19 16,1-1-22-16,1 2-7 0,-1 0-8 0,1 0 2 15,0 0-8-15,0 0 9 0,0 0 3 0,1 0 1 0,0 0 1 16,1 0-9-16,0 0 1 0,1 0-4 0,7 2 10 15,1-1-4-15,2 0 6 0,0-1-4 0,-2 0 8 16,2 0-2-16,1 0 2 0,-1 0-2 0,1 0 7 0,-1 0-8 16,-2 1 0-16,2 3 0 0,-3-1 5 0,1 2 0 15,-2 1 1-15,-3-3-1 0,2 13-7 0,-4 1 7 16,1 3-7-16,9 3 8 0,-5 2-4 0,-6 0 2 16,-3 1 5-16,-4 1-3 0,0-2 4 0,-4-1-4 15,1 1 4-15,-1-3-4 0,0-3 1 0,1-1 3 16,1-3-4-16,2-3 3 0,0 3-12 0,1-5 1 15,0 0-4-15,3-3 4 0,0 2 3 0,0-2-3 16,1-4 1-16,0 1-3 0,0-2 7 0,0-1 4 0,0 2 0 16,0 0 1-16,1-1-3 0,0 1 7 0,0-1-3 15,1-2 2-15,12 5-8 0,1-2-5 0,0-3 3 16,4-1-3-16,0-1 3 0,0-3-9 0,0-1-1 16,-1-1-4-16,0 0-1 0,0-1-36 0,1 0 4 15,-2-1-17-15,3-1-11 0,0-1-146 0,-2 1-15 0</inkml:trace>
  <inkml:trace contextRef="#ctx0" brushRef="#br0" timeOffset="64368.23">15796 11649 346 0,'0'0'67'0,"-1"-1"-58"15,0 0 73-15,0 0-29 0,0-2-24 0,-1 1-2 16,0-1-1-16,0 1 0 0,-1 0 2 0,1-1-3 15,0 1 1-15,-1 0 0 0,1-1 1 0,0 2 11 16,-1 0 1-16,1 0 2 0,-1 0-4 0,1-1 4 16,1 1-8-16,0 0 7 0,0 0-14 0,-1 0-6 15,1 0 2-15,0-1-3 0,0 2 5 0,0 0 10 16,1 0 1-16,0 0 3 0,0 0 7 0,0 0-9 0,1 0 3 16,0 0-5-16,1 0-5 0,10 2 5 0,3-2-2 15,4 1 2-15,2 0-8 0,3 0-7 0,2 0-1 16,2-1-2-16,1 1-5 0,0-1-7 0,0 2 4 15,-2-1-4-15,1 0 7 0,1 1-11 0,-1 1 1 16,-1-1-3-16,0-1 1 0,0 2 8 0,1-2-5 0,0 1 8 16,2-1 1-16,-1 0 6 0,1 1 5 0,-6-2 0 15,3 0 15-15,3 1-11 0,-4-1 2 0,5 1-6 16,-2-1-6-16,-2 0 0 0,0 0-6 0,-4 0 4 16,2 0-3-16,-5 0-6 0,0-1 4 0,-4 1-4 15,0-1 6-15,-1-1-7 0,-3 1-4 0,-3 0 0 16,-1 1-1-16,-3 0 6 0,1 0 4 0,-4 0-2 15,1 0-6-15,-1 0 9 0,0 0-3 0,1 0 4 0,-1 0 1 16,-1-1 11-16,0 0 0 0,0 0 2 0,1-1-17 0,-1 1-1 16,-1 0-8-16,0 0 5 0,0 0-10 0,0 0 8 15,0-1 1-15,-1 1 1 0,-1 0-4 0,1 0 1 16,-1 0 0-16,0-1 3 0,-2 1 4 0,-2-1-2 16,-1 0-1-16,0 0 0 0,0 1-6 0,0 1 4 15,-1 0-1-15,-2 1 4 0,2 1-2 0,0 0-4 16,0 1 0-16,1 1-1 0,1 0 4 0,1-3-3 15,0 7 3-15,2-1-4 0,-1 0-6 0,3-1 8 16,0 1-6-16,-5 0 7 0,4-2-2 0,-2 2-3 16,3-2 1-16,0-1-3 0,0 1 1 0,1 0 6 15,0 0-2-15,0-2 3 0,1 3-5 0,0-3 3 16,0 0 0-16,1-2 2 0,7 5 3 0,-1-2-9 0,1 1 4 16,0-1-6-16,0-2 5 0,0-1 6 0,0-1-5 15,0 0 3-15,-2 0-4 0,0 0 2 0,-1-1 3 16,0 0 0-16,-1 0 3 0,-1-2-8 0,0 1 3 0,-2 1-3 15,2-5 12-15,-3-1-14 0,5-1 4 0,-2 0-6 16,0 0 13-16,-2 1-4 0,0 0 3 0,-1 0-4 16,-1 0-2-16,0 0 2 0,-1 1-4 0,-1 1 2 15,1 1-2-15,0 0-3 0,0 2 5 0,0-1-3 16,-9 2 9-16,3-5-5 0,0 2-2 0,0 0-1 16,0 2 6-16,-1-1-6 0,1 3 1 0,-3 0-2 0,2 2-3 15,0 0 1-15,1 0 1 0,0 2 1 16,2-1 5-16,2-1-4 0,-1 6 1 0,2 0-2 0,-4-1-1 15,1 0-2-15,2 0-2 0,0 0 0 0,1 2 8 16,2-4-2-16,0 2 5 0,0-1-5 0,0 0 0 0,1-1 0 16,0-3 0-16,0 1 2 0,2-1 8 0,5-1-11 15,1 0 8-15,2 6-9 0,-2-2 4 0,2 0 0 16,1-3-4-16,-1-1 4 0,1-1 7 0,-1-2-2 16,-1-2 2-16,0 0-4 0,-2-1-4 0,1-2 7 15,-2 5-2-15,-1-7 5 0,-1 1-1 0,1 0 1 16,-1 1-3-16,-1-3 2 0,-1 3-7 0,-2-1-3 15,-1 1-3-15,0 1-3 0,-2 0-14 0,-2 0-63 16,3 3-12-16,-17 1-23 0,-2 0-98 0,-2-9-174 0</inkml:trace>
  <inkml:trace contextRef="#ctx0" brushRef="#br0" timeOffset="67286.75">18128 11561 172 0,'0'0'36'0,"0"0"12"0,0 0 35 0,0 0 13 0,0 0-20 16,0 0-19-16,0 0-34 0,0 0-2 0,0 0-4 16,0 0-7-16,0 0 9 0,0 0 1 0,0 0 5 15,0 0 19-15,0 0-7 0,0 0 9 0,0 0-7 16,0 0 14-16,0 0-10 0,0 0-12 0,0 0 3 16,0 0-21-16,0 0-3 0,0 0 5 0,0 0-6 0,0 0 5 15,0 0-5-15,0 0 10 0,0 0-8 0,0 0 9 16,0 0-5-16,0-1-2 0,0 0 2 0,0-1 2 15,0 1 2-15,0 0-1 0,0 0 1 0,0-2-3 16,0 1-8-16,0 1 3 0,0-4-4 0,1-1 8 0,-1 2 3 16,0 0-7-16,0 1 7 0,0 0-8 0,0 1 4 15,0 0 4-15,0-2-3 0,0 2-3 0,0-1 4 16,0 1-7-16,1 0 6 0,-1-1-7 0,0 1 4 16,0 0 1-16,0-1 0 0,0 1-5 0,0 1 10 15,0-1-7-15,0 1 8 0,0 0-5 0,0 0-4 16,0 0 4-16,0 0-5 0,0-1 3 0,0 1 0 15,0 0-2-15,0 0 1 0,0 0-7 0,0 0 0 16,0-1 5-16,0 1-4 0,0 0-2 0,0 0-2 16,0 1-2-16,0 0 1 0,0 0 2 0,0 0 1 0,0 0-3 15,2 0 4-15,-1 0 6 0,0 0-6 0,0 1 3 16,0 0-5-16,0 2 5 0,1 4-8 0,1 8 8 16,1 1-8-16,-2 1 5 0,0 3-4 0,1-1 2 15,-2 2-2-15,0 0 0 0,0 0 0 0,2 5-3 0,-2 0 4 16,0 4 5-16,-1 2-2 0,0 2-1 0,1 5-1 15,-1-1-1-15,0 1-1 0,-1-3 3 0,0-2-3 16,-2-3 1-16,1-3 0 0,0-2 4 0,-1-2-5 16,2-1-1-16,0-2 1 0,1 0 2 0,0-3 1 15,0-1-3-15,0-2 8 0,0-4-7 0,0 1 8 16,0-1-3-16,0-1-1 0,0 0 3 0,0-5-3 0,-1 3-1 16,1-5 1-16,0 2-2 0,-1 1 1 0,1-3-5 15,0 1 5-15,0-2 3 0,0 0 2 0,0 0 5 16,-1 0-2-16,-1 0-4 0,2 1 2 0,-1-1-7 15,1 0 0-15,0 0 2 0,0 0 0 0,0-1 0 0,0 0-5 16,0 0-3-16,0 1 0 0,0-1-2 0,0 0-12 16,0 0-6-16,0 0-5 0,0 0-50 0,0 1-21 15,0-1-44-15,0-1-5 0,1 0-280 0</inkml:trace>
  <inkml:trace contextRef="#ctx0" brushRef="#br0" timeOffset="74026.42">16744 11708 74 0,'0'0'16'0,"0"0"-2"15,0 0 31-15,0 0-5 0,0 0 7 0,0 0-5 0,0 0-28 16,0 0 13-16,0 0-18 0,0 0 4 0,0 0 2 16,0 0-2-16,0 0 4 0,0 0 4 0,0 0 6 15,0 0 0-15,0 0 3 0,0-1-2 0,0 1 3 16,0 0-1-16,0-2 2 0,0 2 8 0,0-1-22 15,0 0 7-15,0 1-12 0,0 0 10 0,-1-1-10 16,0 0 0-16,1 0-2 0,-2-1 7 0,2 1 14 16,0 0-2-16,-1 0 4 0,0 0-9 0,0 0-15 15,0-1 1-15,1 1-5 0,0 0 3 0,0 0 6 0,-1-1 5 16,-1-1-1-16,1 1 14 0,1 1-10 0,-1-4 5 16,1 3-6-16,0-2 10 0,0 2-3 0,0-1 0 15,0 1-1-15,0 0 3 0,-1-1-9 0,0 1 3 0,0 0-6 16,-1-1-2-16,1 1 2 0,0 0-2 0,0 0 2 15,0 1-11-15,1 0 7 0,0 0-6 0,0 0 7 16,0-1-3-16,0 1 5 0,0 0 0 0,-2 0-1 16,2 0-9-16,0 0 7 0,0-1-7 0,0 1 5 15,0 0-13-15,0 0 7 0,0 0-4 0,0 0 6 16,0 1-3-16,0 0-6 0,0 0 4 0,0 0-5 16,0 0 8-16,0 0-7 0,0 0 5 0,0 0-5 0,0 0 7 15,0 0-9-15,0 0 1 0,0 0-4 0,0 0 5 16,0 0 0-16,0 0 1 0,0 0 2 0,0 0 12 15,0 0-15-15,0 0 9 0,0 0-11 0,0 0 2 16,0 0 1-16,0 0 5 0,0 0-3 0,0 0 4 0,0 0-5 16,0 0-7-16,0 0 3 0,0 0 2 0,0 0-3 15,0 0 8-15,0 0-7 0,0 0 1 0,0 0 4 16,0 0-6-16,0 0 5 0,0 0-5 0,0 0 8 16,0 0-2-16,0 0 4 0,0 0-10 0,0 0 0 15,0 0 5-15,0 0-2 0,0 0 0 0,0 0 1 16,0 0-5-16,0 0 5 0,0 0-3 0,0 0-2 15,0 0 4-15,0 0-1 0,0 0-3 0,0 0 0 0,0 0-2 16,0 0 3-16,0 0-10 0,0 0-19 0,0 0-2 16,0 0-8-16,0 0-35 0,0 0-68 0,0 0-12 15,0 0-21-15,0 0-73 0</inkml:trace>
  <inkml:trace contextRef="#ctx0" brushRef="#br0" timeOffset="84600.89">18197 11747 1049 0,'-1'-2'39'0,"0"1"2"0,0 0 21 0,-1 0-21 16,-7-4 5-16,3-2-37 0,2 2-4 0,0 2-3 16,2-1-1-16,1 3-8 0,0-1 6 0,-2 0-8 15,1-1 4-15,-1 1-17 0,1 1-11 0,1-1 16 0,0 1-12 16,0 0 30-16,-1 0 12 0,1 0 4 0,0 0 5 16,0 1 28-16,0 0-2 0,0 0-3 0,-1 0 1 15,1 0-1-15,1 0-7 0,0 1 0 0,0 0-3 16,0 0-6-16,0 1-8 0,-2 14-2 0,-1 4-4 15,1 2-11-15,1-1 4 0,-1 5 2 0,-1 1-1 16,1 0-3-16,0 5 0 0,-1-1-4 0,1-2 3 0,-2-1 6 16,1 0-7-16,-1 1 4 0,1-1-5 0,0 1 5 15,0-1 6-15,1 1-1 0,-1-3 3 0,1-2 5 16,1-1-4-16,-1-1 2 0,2 0-1 0,0-1 6 16,0-2-9-16,0-3 5 0,0-1-8 0,0-1-7 0,0 0 7 15,0 1-11-15,0 1 8 0,0-3-16 16,-1-2 9-16,1 0 1 0,0-3 2 0,0 0-6 0,0-1 1 15,0-1-3-15,0-2 3 0,0-2-5 0,0 1 6 16,0-2-2-16,0 0 3 0,0 1-10 0,0 1 7 16,0-1-1-16,0-1 2 0,0 0 4 0,0 0-3 15,0 1-2-15,0-1 0 0,0 0 0 0,0 0 0 16,0 0 1-16,0 1 0 0,0-1 4 0,0 0-6 16,-1 0 3-16,0 1-4 0,0 1 4 0,-6 12-1 15,-3 5-4-15,0 2 2 0,-3 2 4 0,12 3 4 0,-19 0 1 16,0 1-1-16,-3 2 1 0,-3 1 20 0,4 1-2 15,1-2 9-15,0-3 1 0,3-4-9 0,2-4-4 16,2-4-2-16,5-1-15 0,3-5-8 0,3-2 4 0,2-5-4 16,-2 1 9-16,1 0-6 0,0-1 1 0,-1 1-3 15,1-1-7-15,1 0-4 0,0-1-5 16,-1 1 0-16,1-1-19 0,0 0-21 0,0 0 1 0,0 0-11 16,0 0-17-16,-1 1 2 0,1-1-7 0,0-1 2 15,0-1-36-15,1-1-21 0,0-10 4 0,3-12-7 16,3 0 16-16,2-3 4 0,2 3-14 0,-2-1 2 15,3-2-95-15</inkml:trace>
  <inkml:trace contextRef="#ctx0" brushRef="#br0" timeOffset="84919.32">18003 12444 301 0,'0'0'106'0,"0"0"-10"0,0-1 80 16,0 0 3-16,0-1-16 0,0 1-30 0,0-1-31 16,0 0-4-16,0-1-9 0,0 2-32 0,-1-1-9 15,0 1-9-15,0-2 4 0,0 2-10 0,0 0-9 16,-1 0-1-16,2-1-4 0,0 1-6 0,0 0 7 15,0 0 7-15,0 0-2 0,0 1 18 0,0 0-8 16,2 0 0-16,-1 0-3 0,1 1-4 0,7 2-16 16,8 5 2-16,-1-1-6 0,3 1-7 0,1 0 5 15,1 3-7-15,3-1 5 0,-1 2-9 0,2 1 5 16,2 2 0-16,-1-1 2 0,2-13 0 0,0 16 4 0,0-1 0 16,-3 3 0-16,2 0-6 0,2 2 0 15,0 2 1-15,-2 0 2 0,0 2 2 0,-3-2 2 0,-2 2-5 16,0 0 4-16,0 1-1 0,-4-1 2 0,0-1 1 15,1-1-1-15,-4-3 4 0,-1 2-7 0,-1-4 1 0,-1-1-3 16,-2 1-6-16,0-6 3 0,-2-1-2 0,-2-2 2 16,-1-3-11-16,-1 0-30 0,-1-1-4 0,-1-3-10 15,0-1-38-15,1 2-83 0,-1-1 3 0,0 0-36 16,0 0-64-16</inkml:trace>
  <inkml:trace contextRef="#ctx0" brushRef="#br0" timeOffset="85335.61">17822 12863 1234 0,'-1'0'46'0,"-1"0"112"0,-15-4-137 0,8 2-14 0,0 1 8 16,4 1-12-16,1 0-8 0,2 0-1 0,0 0-4 16,-1 0 2-16,1 0-3 0,0 1 14 0,0 0-1 15,1 1 7-15,-4 6-1 0,2 3 7 0,1-2 5 16,0 4-1-16,2 3 6 0,2 0 6 0,1 2-3 16,2 1 5-16,0-3 1 0,-1 2 2 0,2-2 4 15,1 1 0-15,3 0 5 0,0-1-4 0,-7-1 2 0,12 1-3 16,-3 0-2-16,5-1-6 0,2 0-9 0,1 0 3 15,2 1-15-15,0-2-7 0,0 1 3 0,-1 0-4 16,3 1 2-16,-3 3-7 0,1 1 4 0,-1-2-3 16,-1 2 11-16,0 0-9 0,-1 0-3 0,1 1-2 15,-2 3-3-15,-1 2 2 0,0 1 1 0,-4-1-1 16,0-4-5-16,-3-3 8 0,0-1-3 0,1-2 5 0,1-2-5 16,-1-1-20-16,0-1 5 0,0-4-11 0,-3-1-9 15,1-2-34-15,-2-4-3 0,-2 4-17 0,5 1-95 16,3-2-55-16,1-3-35 0</inkml:trace>
  <inkml:trace contextRef="#ctx0" brushRef="#br0" timeOffset="85652.15">18658 12897 1526 0,'-1'0'63'0,"0"0"-3"0,0 0 6 0,-1 0-7 16,-1 0-17-16,-2 0-20 0,2 0-16 0,1 0 7 16,-1 0-10-16,0 1 10 0,-1 0-9 0,1 0-4 15,-2 3 0-15,0 4-11 0,-1 7 8 0,-2 5 2 0,0-1 1 16,-1 2 3-16,-3 3-2 0,0-1 2 0,-3 2-3 16,-3 1 6-16,0 2-4 0,0 1 3 0,-4 3-3 15,1 0 17-15,0 0-1 0,-1 1 2 0,6-2-2 16,0 1-8-16,1-4 0 0,3-1-8 0,0-4 4 15,3-4-5-15,-1-6 3 0,3-3-1 0,3-2-1 16,0-1-10-16,3 2-16 0,-4-4-8 0,4-2-5 16,-2 2-44-16,1-3-68 0,1 0-4 0,0 2-25 0,0-2-35 15,1-1-52-15</inkml:trace>
  <inkml:trace contextRef="#ctx0" brushRef="#br0" timeOffset="86051.87">18152 12716 1324 0,'-2'0'24'0,"1"0"0"0,0-2 17 0,0 1-9 16,0 0 3-16,-2 0-19 0,2 0-14 0,0 0 3 0,0-1-6 16,0 1-1-16,-1 0-1 0,1 1 1 0,0 0 0 15,0 0 4-15,0 0 4 0,0 0-2 0,-1 0 6 16,2 0 16-16,0 0 19 0,0 1-2 0,0 0 6 16,0 1-10-16,0-1 1 0,0 1 1 0,0 9-2 15,0 5-2-15,0-2-12 0,2 5 3 0,-1 0-6 16,0 1-2-16,1 1-7 0,1-2-8 0,0 2 5 15,1-1-4-15,-1 0-3 0,2 2 1 0,-2-2-2 0,1-1-2 16,0-1-1-16,-2-2 1 0,0-2-3 0,1 0-12 16,-2-2-3-16,0 0-8 0,0-3 3 0,0 1-19 15,-1-4-46-15,0 0-16 0,0-2-14 0,0 0-88 0,0-3-26 16,0 0 8-16,0 1-21 0,0 1-54 0</inkml:trace>
  <inkml:trace contextRef="#ctx0" brushRef="#br0" timeOffset="86386.84">18083 12880 656 0,'0'0'189'0,"-1"0"26"0,0 0-31 0,0 0-71 16,-1 1-21-16,-1 1-40 0,1-1-17 0,-1 0-2 16,1 0-5-16,0 1-6 0,-1 1-2 0,1 0 2 15,-3 6-3-15,1 0 5 0,1 0-1 0,2 1 0 16,1-2-1-16,0 0-7 0,1 1-3 0,2 0 2 15,0 0-3-15,2 1 0 0,2 1 3 0,0 1-8 0,0-1 6 16,-5-1-5-16,8 2-7 0,-2-1 5 0,1-1-5 16,0 0 16-16,0-1-2 0,-1-1 0 0,-2-1-1 15,1 0 5-15,-1-1 3 0,-1 0 3 0,1 0-3 16,0-1-12-16,-2-2 1 0,2 1-4 0,0-2 4 16,-1-1-4-16,2 1 0 0,0-1 3 0,1 5-2 15,1 0-1-15,0-3-2 0,-1-2 2 0,1-1-1 0,2 0 5 16,3-2-1-16,-1-3-6 0,-2-1 4 0,0-1-7 15,-1 0-9-15,-2 6-2 0,1-11-3 0,-2 0 2 16,1 1-11-16,1-1 0 0,-1 1-6 0,-2 0-23 0,3-1-30 16,1 0-36-16,-2-2 0 0,3 0-145 0,-2-1-194 15</inkml:trace>
  <inkml:trace contextRef="#ctx0" brushRef="#br0" timeOffset="88870.89">19246 12609 885 0,'0'0'63'0,"0"0"0"16,-1-2 45-16,0 1-18 0,0 0 2 0,0-1-38 16,-2-1-15-16,1 0 0 0,-3-3-6 0,1 0-17 15,0 1 6-15,1 0-4 0,0 0 7 0,0 0 1 16,0 2-3-16,1-1-1 0,-2 1-2 0,-1-1-6 15,-4 3-4-15,1-5 2 0,-1 0-3 0,-2 3 2 0,2 0 1 16,-4 2-2-16,-1 1 1 0,0 2 1 0,-2 4-3 16,0 2 6-16,-3 4-4 0,1-8 9 0,1 13-5 15,-1 1 2-15,3-2-4 0,1 0 1 0,3-2-4 16,4 0-1-16,2-1-2 0,2-1-9 0,2 1-3 16,-2-3 0-16,-4 1 1 0,1 2 8 0,4-5-7 15,2 3 2-15,0-4-5 0,1-2 8 0,1 1-2 16,1-2 0-16,2-1 0 0,7-1-2 0,3 7 13 15,-1-2-4-15,1-2 7 0,0-3-10 0,2-2 1 0,0-1 3 16,0-4-2-16,2-3-2 0,-1-3 1 0,1 0-5 16,1 7 3-16,-2-11-2 0,1 1-2 0,-4 0 1 15,-1 2-3-15,-2 1 6 0,-2 2 0 0,-1 1-3 16,-5 1 0-16,6 1-5 0,-7 1 5 0,2 0 5 16,0 3-1-16,-4 0 9 0,-1 0-10 0,2 0-1 0,1 0-1 15,-1-1 5-15,0 2-5 0,1 0 1 0,-2 0-2 16,0 0 9-16,0 1-3 0,0 1 1 0,-1 1-3 15,0 15 1-15,0 4 1 0,0-1 2 0,0 3-1 16,-1 0-5-16,0-1 3 0,-1 5-2 0,0-5 3 16,1 4-2-16,1 0-8 0,0 0 4 0,0 2-7 15,0 0 7-15,-1 2 2 0,-2-3 0 0,-1 0 2 0,1-1-2 16,-2 3 1-16,0-1-4 0,-2 1 2 0,0-2-4 16,0-4 6-16,0 0 0 0,0-5 3 0,0 0-6 15,1-4 1-15,0-2 2 0,3-4 1 0,-1-2 7 0,2-2-3 16,0-2-1-16,1 0-2 0,-2 1-1 0,-2-2 8 15,0 2 3-15,2 0 1 0,-2-1 5 0,0-1-12 16,3-1-2-16,0 0-4 0,-1 0-10 0,2 0 3 16,-1-1-5-16,-4-8 5 0,-2-13-5 0,4 0 1 15,4-3 4-15,3 1-2 0,2-1 0 0,5 1 4 16,0 1-3-16,2 1 4 0,-9-1-1 0,12 2 2 16,1 2-1-16,1 2 1 0,-1 0 2 0,-1 4-5 15,0 0-3-15,-5 4-2 0,-3-1-8 0,-1 5-4 0,1 0-1 16,1 3-3-16,1 0-10 0,0-5-36 0,-2 4-16 15,-2 0-11-15,2 1-97 0,1 1 3 0,-1 1-16 16,3 2 10-16,-6 1-35 0</inkml:trace>
  <inkml:trace contextRef="#ctx0" brushRef="#br0" timeOffset="89505.32">19482 13006 777 0,'0'0'92'0,"-2"0"152"16,1 0-154-16,0-1-8 0,0 0-12 0,0 0 4 0,0-1-30 16,-1 1-1-16,1 0 1 0,0 0-4 0,0 1-16 15,0 0-17-15,-1-1 1 0,1 1-5 0,0 0-5 0,0 0 10 16,1 0-8-16,0 0 9 0,0 0-1 0,0 1 6 16,0 0 6-16,0 1-2 0,-1 8 0 0,-2 3-2 15,1 1-1-15,1-1 1 0,0 1-5 0,0-2 2 16,-1-1-1-16,1 1 2 0,0 0 7 0,1 1-8 15,0-1 4-15,0-2-5 0,0 0-5 0,0-1 2 16,0-1-3-16,0-1 3 0,0 0-8 0,0-2 4 16,1 1-4-16,-1-3 5 0,0 1-1 0,0-2-3 15,0 0 3-15,0-1-4 0,0 0 3 0,0 0 0 0,1 1-1 16,1 1 0-16,-1-1-3 0,0-1 10 16,1 0 1-16,1 1 1 0,-1-2-1 0,-1 0-6 0,4-2-1 15,0 0 0-15,0-1 2 0,1-2-4 0,1-9-1 16,-1-2-1-16,2 2 0 0,-1 0-5 0,2 2 5 15,-2 1-6-15,0 0 5 0,0 3 1 0,-2 0-2 0,-1-1 2 16,0 5 3-16,-2 1-3 0,2 1 2 0,-3 2-2 16,0 0-3-16,0 0-3 0,0 0 2 0,2-1-1 15,-2 1 3-15,1-1 12 0,-1 1-3 0,2 0 6 16,-1 0-6-16,1 0 3 0,-1 0-2 0,-1 1 1 16,0 0-7-16,0 0-4 0,1 0 1 0,-1 1-3 15,0-1 4-15,0 0-4 0,0-1 5 0,0 0-1 16,1 0 3-16,0 0-12 0,0-1 6 0,4-2-8 0,4-4 11 15,-2-3 0-15,0-7-6 0,1 0 5 0,0 0-8 16,-1 1 4-16,0 0 4 0,-3 5-1 0,2-1 9 16,-2 7-5-16,-1 2-2 0,1 0 1 0,-5 2-1 0,1-1 0 15,2-1-2-15,-1 1 2 0,0 1-2 0,1 0 4 16,-2 1 4-16,1 0-2 0,-1 0 3 0,2 1-2 16,1 12-2-16,-2 0 1 0,8 2-3 0,-4-3 2 15,-1 0-3-15,-3-3 2 0,2-1-5 0,-2-1-1 16,-1-1-3-16,0-2-1 0,0-1-19 0,1 1-41 15,-2-3-2-15,0 0-18 0,0 0-39 0,1 2-9 16,0-1-2-16,0-1-2 0,0 0-11 0,2 1-88 16,-1-2-36-16</inkml:trace>
  <inkml:trace contextRef="#ctx0" brushRef="#br0" timeOffset="89940.93">19894 12531 711 0,'0'-1'71'0,"-1"0"109"16,0-2-73-16,-3-5-34 0,0-4 4 0,1 3-17 16,1 2-17-16,1 1 5 0,0 2-5 0,0 1 6 15,1 1-3-15,0-1-18 0,0 1 1 0,0-1-8 16,0 2-13-16,0 0-1 0,0 0 2 0,0 0 0 16,0 0 1-16,0-1 1 0,0 2 6 0,0 0-2 0,1 2 12 15,0 0-5-15,2 5-2 0,8 12 1 0,-3-3-4 16,0 1-1-16,1 2 3 0,-1 1-1 0,0 0 6 15,2 2-12-15,0 1 3 0,0 1-4 0,-1 1 6 0,0 1-7 16,0-2 0-16,-1 2-3 0,-1 0 1 0,0-1 4 16,0-1-4-16,-1-3 4 0,0 2-4 0,-2-4-6 15,0-3 4-15,-1-2-5 0,0-6 10 0,-2-2-5 16,0-2 0-16,0-1-1 0,-1 0 2 0,0-1 6 16,2 0 8-16,-1 1-1 0,0-1 27 0,0 1 2 15,0-2-1-15,0 0 0 0,1-1-22 0,-1-1-18 16,0-2 2-16,6-17-6 0,2-8-8 0,1-4 3 15,-1 1-5-15,2-2 6 0,1 0 2 0,1 0-5 0,-2 1 3 16,2 0-3-16,1 3 3 0,-1 3 0 0,-12 3-5 16,15 3 3-16,-3 2-8 0,-2 3 3 0,-1 2 0 15,-2 4 0-15,-1 4-6 0,-3 2 2 0,-2 2-3 16,-1 1 1-16,0 0-20 0,0 0-15 0,2-1-1 16,-1 0-8-16,2 0-39 0,-1 1-88 0,2 0-5 0,-2 1-29 15,0 6-39-15</inkml:trace>
  <inkml:trace contextRef="#ctx0" brushRef="#br0" timeOffset="90910.91">20489 12900 621 0,'0'0'126'16,"0"0"-109"-16,0 0 148 0,0 0-59 0,2 0 12 0,-1 0-6 15,0 0-5-15,0 0 0 0,0 0-18 0,0 0-26 16,1-1 1-16,-1 0-11 0,0 0-14 0,0-2-25 15,0-3 6-15,2-8-13 0,-3 1 0 0,0 0-5 16,0 2-2-16,0-1 2 0,-2 0 0 0,1 0 5 16,0 4-4-16,-1 0 3 0,1 3-5 0,-2 1 9 15,1 0 1-15,1 2 0 0,-8-4-11 0,-3-1 12 16,-3 2-11-16,-2 4 12 0,0 2-10 0,-2 5-5 16,2 5 9-16,-2-4-7 0,0 18 8 0,3 3 1 15,-2-1-7-15,4-3 4 0,1 0-1 0,1-5 3 0,3-1 0 16,7-1 0-16,-2-3-4 0,3 0-6 0,-7-1 8 15,4-5-7-15,2 0 2 0,1 0 6 0,1-3-8 16,0 0 7-16,1 0-5 0,0-2 0 0,-1-1 3 16,8-1-1-16,3 6 6 0,0 0-5 0,1-2 6 0,4-3-4 15,2-1 8-15,1-2-5 0,1-3 0 0,-2-2-1 16,-1-2-1-16,1-2-7 0,-1-1 0 0,-2 9-1 16,-2-10-1-16,-3 1 2 0,1 0 1 0,-4 0 1 15,-1 0-6-15,-3 4 10 0,1 3-6 0,-3 0 8 16,0 4-10-16,0-2 9 0,-1 1-4 0,3-2 7 15,-1 1-5-15,0 0 10 0,0 0-3 0,-1 1 3 0,0 0-15 16,0 0-1-16,0 0 1 0,1 0 0 0,-1-1 3 16,0 2-7-16,0 0 2 0,0 2-3 0,0-1 10 15,1 1-2-15,0 5-1 0,1 5-1 0,2 4-1 0,0 1-5 16,0 3 5-16,-1 1-5 0,0 1 8 0,-1 3-6 16,0 2 2-16,-1 0-3 0,-2 1 4 0,0-1 10 15,-1 0-1-15,-1-1 3 0,-2-1-7 0,-1 0 8 16,-1 1-9-16,-1-4 10 0,-2 1-5 0,1-3 4 15,-1-2-1-15,1-2 1 0,-1 0 0 0,8-2-1 16,-13-2 2-16,-1-3-3 0,1-2-3 0,0-2 3 16,2-2-3-16,0 7 2 0,0-4-7 0,1-3 10 15,1-1-6-15,1 0 6 0,-2-2-13 0,5 0 3 16,-4-3 0-16,3 1 0 0,4 1-7 0,-4-4 4 0,6 4-8 16,-7-10 6-16,1-2-13 0,3 3 6 0,0-4-1 15,3 2 2-15,1 1-4 0,0 1 2 0,2-6 6 16,3 4-3-16,2-3 5 0,-6 0 2 0,18 3-7 15,2-3 6-15,2-1-15 0,0 0 4 0,2-1-3 0,0 0 3 16,-1 0-5-16,1 0 11 0,3 0 2 0,-1-2 4 16,1 0 3-16,3 0-3 0,0-2-1 0,3 0-2 15,0-4-1-15,-1-2-1 0,5-1-4 0,-6-2 2 16,-1 1-5-16,-1 1 3 0,-7 0 0 0,-1-1 1 16,-3 3 2-16,-5 4 11 0,-1 3-5 0,-5 5 6 15,-1 2-15-15,-3 3 9 0,-1 2 5 0,-2 3 1 16,1 2 4-16,0 0 6 0,0-1 1 0,0 1 3 0,-1 0 8 15,0 0-11-15,-1 1-1 0,-1 0-2 0,0 1-6 16,-2 0-6-16,1 1 2 0,-9 4-3 0,1 15 0 16,0-1 1-16,1 0-1 0,5-1 1 0,0-2-6 0,-6-3-2 15,3 1 2-15,4-2 1 0,1-1 6 0,2 2-3 16,2-3-2-16,1-1 0 0,2 0 1 0,0 0 5 16,-3-1 3-16,11 0 0 0,0 0-9 0,2 2 12 15,2-1-9-15,-2 1 12 0,0-1-8 0,-2 2-1 16,0-3 0-16,-1 2 0 0,-3-1 5 0,-1-1-7 15,-2 0 8-15,-2 0-8 0,-2 1 12 0,4-2-3 16,0 2 0-16,-3 0 0 0,0 2 20 0,-3 1-15 16,-4 2 4-16,-3-1-9 0,-2 0-9 0,-12-3-11 0,-3 0-8 15,-1-3-8-15,1-2-83 0,-2-4-73 0,-2 14-22 16,-2-8-21-16,-2-6-154 0</inkml:trace>
  <inkml:trace contextRef="#ctx0" brushRef="#br0" timeOffset="91989.7">16356 11040 779 0,'-1'0'213'0,"0"-1"-244"15,-1 0 250-15,0-1-124 0,0 0-12 0,1 0-39 0,-5-5-3 16,1 0-13-16,1 1-17 0,1-1 0 0,1 1-5 16,-1 0 1-16,2 2-11 0,1 1 7 0,0 0-1 0,0 2 3 15,0 0-5-15,-1-1 16 0,1-1 0 0,0 1 5 16,-1 1 7-16,0 0-11 0,-1 0 5 0,1-1-8 15,0 1 3-15,0 1 4 0,0 0-6 0,-10 4 5 16,0 3-10-16,3-4 14 0,-1 14-7 0,3-2 7 16,1 0-13-16,2-1-8 0,0-1 2 0,2-2-4 15,-7 1-2-15,2-2 1 0,3 1-1 0,1-1 1 0,2-2 0 16,0-4 8-16,0 0-5 0,2-1 4 0,-1 0-10 16,-1-2-2-16,2 1 5 0,9 5-3 0,-1-1 8 15,2-2-1-15,-1-3 0 0,0-1 0 0,1-1-5 0,1-3 1 16,2-2-7-16,-2 0 4 0,1-1-5 0,-7 3 6 15,-1 0 6-15,-3 3-3 0,0 0-3 0,1-4 10 16,-1 1-11-16,1 2 11 0,-2 1-13 0,0-1 8 16,1-1 0-16,-2 1 1 0,0 1-5 0,0 0 1 15,1-1-1-15,-1 1 1 0,0 1-5 0,0 0 5 16,0 1 2-16,0 2 2 0,8 16-2 0,-3 1-6 16,-3 0 5-16,-1 0-3 0,0-1 12 0,-2 0-4 15,-2 2-1-15,0-3-1 0,0-1 8 0,-2 0-2 16,1-3-2-16,-2 2 0 0,-1-2-1 0,-1-3-7 0,-1 1 8 15,7-2-7-15,-11-4 16 0,4-2-11 0,2-3 3 16,-3 5-4-16,4-2 5 0,-2-2 9 0,-2-1 0 16,2-1 3-16,1 0 0 0,2-1-13 0,0 0-1 15,1-1-4-15,0 0 0 0,1-9-5 0,-6-1-1 16,1-2-3-16,2-1 1 0,3-2 4 0,2 1 0 0,0 3 0 16,1 1 0-16,1 0-5 0,0 2 5 0,2 0-6 15,0 2 6-15,-1 1 0 0,2 1-1 0,-2 1-1 16,8 1-20-16,2 1-16 0,-6 0-2 0,2 0-5 15,4 1-10-15,1 1-72 0,0-9-37 0,6 1-21 16,-4 3-196-16</inkml:trace>
  <inkml:trace contextRef="#ctx0" brushRef="#br0" timeOffset="92908.32">18255 13607 518 0,'0'0'6'0,"-1"-1"31"16,0 0-40-16,0-1-1 0,-1 1 9 0,1-1-6 16,-1-3 0-16,-2-3-2 0,1-3 1 0,0 0 1 15,1-1 12-15,1 1 17 0,0 0 4 0,1 1 7 16,0-2 36-16,0 2 2 0,0 0 0 0,0 3 1 16,0 3 7-16,0-3 3 0,0 3 4 0,0 1-4 0,0 0-19 15,0 1-25-15,0-1 3 0,0 1-9 0,0 0-2 16,0 1-16-16,0-1-4 0,0 1-2 0,0 0-4 0,0 0 0 15,1 0-1-15,0 1 0 0,0 0 0 0,0 1 3 16,-1 0-3-16,12 20 2 0,-1 4-5 0,-3 4 3 16,-2 2 0-16,-1 4 0 0,-1 2-6 0,1 4 4 15,-1 2-1-15,-1 2 3 0,-2 1 13 0,-1 0 7 16,-1-4 2-16,0 2 0 0,1-3-4 0,0-5 6 16,-1-3-1-16,0-5 2 0,1-2-9 0,0-2-10 15,0-1-3-15,0-2-1 0,0-2 1 0,0-1 9 16,0-2-1-16,1-3 2 0,-1 0-10 0,0-3-7 0,0-2 3 15,0 0-5-15,1-2-2 0,0 0 4 0,-1-3-3 16,1 1 3-16,-1-2-6 0,0-1-15 0,0 1-3 16,1 0-5-16,-1 0-35 0,2 1-21 0,-2-2-9 15,0 0 1-15,1 0 0 0,0-1-57 0,0 0 4 0,0 0-35 16,0-1-93-16</inkml:trace>
  <inkml:trace contextRef="#ctx0" brushRef="#br0" timeOffset="93291.72">17959 14381 978 0,'-1'0'82'0,"-1"0"-83"15,1 0 91-15,-8-3-42 0,1 1-33 0,6 2-13 16,0 0-4-16,1 0-3 0,-1-1-16 0,-1 0 9 16,1-1-2-16,1 1 7 0,-1 1 22 0,1 0 6 15,1 0 6-15,1 0-1 0,1 0 13 0,0 0-7 0,5 0 5 16,7 1-5-16,3 1 9 0,-1-1 12 0,3 0-4 16,1-1 7-16,0 0 1 0,2-1 6 0,2-2-10 15,0 1 5-15,1-1-28 0,0-1-23 0,1 1 14 16,-2 0-17-16,1 0 4 0,-1-1-4 0,-1 2-5 15,-3 1 2-15,1 1 0 0,2 0 1 0,-6 0 1 0,3 0-2 16,-3 0-9-16,-2 1-7 0,0 1-8 0,-2-1 2 16,-2 1-12-16,-2-1-2 0,-1-1-7 0,-1 1-4 15,1 0-70-15,-4-1-112 0,0 0-6 0,-1 0-49 16,-2 0-169-16</inkml:trace>
  <inkml:trace contextRef="#ctx0" brushRef="#br0" timeOffset="93525.3">18101 14622 1256 0,'-1'0'140'0,"0"0"6"0,0 0-53 16,-1 0-17-16,0 0-55 0,1 0-31 0,0 0 6 15,-1 0-9-15,1 0 12 0,1 0 1 0,1 0 6 16,1 0 0-16,6 1 1 0,11 0-10 0,1 0-10 16,2 0-13-16,0-1 1 0,1 0-34 0,0 0-13 0,0-1-23 15,-3 0-4-15,1-1-122 0,-1-1-99 0</inkml:trace>
  <inkml:trace contextRef="#ctx0" brushRef="#br0" timeOffset="93609.43">18343 14617 509 0,'-1'0'114'0,"0"0"212"16,-1 0-248-16,-1 0-45 0,-3 0-2 0,5 0-20 15,0 0-68-15,-1 0-94 0,0 0 4 0,1 0-34 16,1 0-32-16</inkml:trace>
  <inkml:trace contextRef="#ctx0" brushRef="#br0" timeOffset="93960.11">18685 14337 603 0,'0'0'360'0,"0"0"-423"15,0 0 405-15,0 0-206 0,0 0-89 0,0 0-17 16,0 0-7-16,0 0-1 0,2 0-5 0,-2 0-12 16,0 0 9-16,0 0-10 0,0 0 8 0,0 0-3 15,0 1-3-15,0 2-1 0,0 5-4 0,-4 10 2 16,-2 3 6-16,-2 0-2 0,-1 0 13 0,-2 0-1 16,2-1 3-16,0-3-2 0,2-3 1 0,3-7 9 15,-1 0-3-15,1-1 6 0,3-4-2 0,0 1-21 16,0-1 4-16,0 0-11 0,0 1-3 0,-1-1 0 0,2 0 0 15,0 1 0-15,2-1 4 0,-1 0 7 0,0-2-1 16,14 5 2-16,-1 1-5 0,2-1 17 0,-1 2-9 16,-1 0 12-16,1 0-11 0,-3 1-6 0,1-1 10 15,-4 1-6-15,-3 1 27 0,0 0-7 0,0 0 5 16,1 2-5-16,0 0 4 0,-2 0-2 0,-3 1-5 0,-2 1 1 16,-2 0-19-16,-3 2-2 0,-3-1-5 0,1-1 2 15,-12 0-12-15,0-5-35 0,-1-2-18 0,1-3-13 16,1 8-129-16,1-6-127 0,2-5-182 0</inkml:trace>
  <inkml:trace contextRef="#ctx0" brushRef="#br0" timeOffset="95594.2">5159 12092 256 0,'0'0'208'0,"0"0"-78"0,-1 0 71 0,-1 0-4 16,1 0-156-16,1 0-28 0,0-1 2 0,0 0-1 0,1 0 6 16,1 0-4-16,0-1 5 0,14-3-2 0,1 0 5 15,4-1 6-15,4 1 4 0,-3-1-1 0,3 2 2 16,-1-2 0-16,1 0 0 0,2 0 8 0,0-1-4 15,1-1 12-15,2-2-24 0,-1 0 6 0,7-3-12 16,-1-1 14-16,5-2-13 0,1 0 3 0,-5 1-6 16,8-2 1-16,-5 3 3 0,-4 1-4 0,1 1 2 0,-5 3-14 15,-3 0-1-15,-1 2-5 0,-1 1 3 0,-1 1-7 16,-4 1 3-16,0 1-4 0,-4 1 3 0,0 0-4 16,-1 2-15-16,-2 2-1 0,-1-1-10 0,-2 1-27 0,-4-1-6 15,3 2-28-15,-5-2 7 0,-1 1-99 0,-1-1-7 16,-1 1-4-16,0 0-14 0,-2-1-128 0</inkml:trace>
  <inkml:trace contextRef="#ctx0" brushRef="#br0" timeOffset="95843.81">5373 12379 1425 0,'-1'0'29'16,"-3"0"43"-16,-6-2-36 0,7 2-18 0,1-1-9 16,-1 0-1-16,2-1-10 0,1 0 11 0,1-6 2 0,9-6 2 15,3-2-2-15,15 0 4 0,1 1 0 0,6-2 0 16,0 2-7-16,5 0 0 0,2-1-5 0,3 2 4 16,-2 0-3-16,1 1-10 0,-4 0 0 0,-3 4-6 15,0-1-15-15,-8 2-6 0,-2 0-1 0,-1 1-2 16,-1 0-11-16,-4 1-42 0,0-1-62 0,-4 0 0 15,-2 1-238-15</inkml:trace>
  <inkml:trace contextRef="#ctx0" brushRef="#br0" timeOffset="96044.49">5495 12598 1183 0,'-1'0'104'0,"0"0"226"0,0 0-333 0,1 0-5 16,0-1 0-16,1 0 1 0,13-9 8 0,23 4 8 15,8-12-10-15,8-8 8 0,4-4-15 0,3-4-25 0,-2-6 3 16,5-3-13-16,2-6-22 0,10-3-52 0,7-1-91 16</inkml:trace>
  <inkml:trace contextRef="#ctx0" brushRef="#br0" timeOffset="96830.05">5396 3376 993 0,'0'0'19'0,"2"0"23"0,0 0-22 0,14-2 1 15,11-1-6-15,6-2 5 0,5 0 0 0,8 0 2 16,6 1 0-16,3-1-1 0,4 1-10 0,-2 1-1 16,0-2-2-16,-2 2 1 0,-1-2-5 0,1 0 6 15,1 1-4-15,4-3 4 0,-2 1-10 0,-1 0 3 0,-4-1 3 16,-11 2-2-16,-4-1-6 0,-7 1 1 0,-2 1 0 16,-7 0 1-16,-2 1 0 0,-7 0-14 0,-4 1-7 15,-4 1-1-15,-3 1-15 0,1-1-42 0,-1-2-10 16,-1 1-15-16,0-5-78 0</inkml:trace>
  <inkml:trace contextRef="#ctx0" brushRef="#br0" timeOffset="97045.29">5445 3113 1813 0,'0'-1'-1'0,"0"0"3"16,0-1-16-16,1 1-3 0,6 0-2 0,27-12 15 0,16 3 3 15,7-1-4-15,9-1 3 0,7-1-10 0,-3 2-25 16,3-1 0-16,-1 2-9 0,1 0-10 0,9-2-93 16,2-3-78-16</inkml:trace>
  <inkml:trace contextRef="#ctx0" brushRef="#br0" timeOffset="97811.54">7094 4161 864 0,'0'0'20'0,"0"0"-47"0,-1 0 28 16,1 0-21-16,0 1 6 0,0 0 9 0,0 3-2 15,1 14 4-15,1 2-6 0,-1 3 23 0,0 1-11 16,-1 4 17-16,0-1 6 0,-2 1 19 0,-2-4 9 0,-1 0 1 16,1-3 20-16,-1-4 10 0,0-1-10 0,2-3 8 15,-1-2-18-15,2-2-9 0,-1-1 3 0,1-1-8 16,1-2-15-16,1-1-11 0,0 0 2 0,0 0-4 15,0 0-1-15,1-1 9 0,0-1-5 0,9 4 7 16,10 0-2-16,9-6-11 0,0-8 0 0,6-9-4 16,5 4-3-16,1-23-9 0,5-1-2 0,2-6-2 0,4 1-6 15,4-8 3-15,6 0-1 0,6-6-1 0,2-4-14 16,0-4-27-16,-3-3 0 0,0 0-10 0,2 0-9 16,8 1-48-16,3-4-82 0</inkml:trace>
  <inkml:trace contextRef="#ctx0" brushRef="#br0" timeOffset="103368.99">18233 11529 33 0,'0'0'-4'0,"0"0"6"0,0 0 1 16,0 0 1-16,0 0 10 0,0 0-4 0,0 0 25 15,0 0 4-15,0 0 4 0,0 0 12 0,0 0-14 16,0 0 3-16,-1 0-5 0,-1 0 12 0,1 0-9 16,0 0-3-16,0 0-2 0,0 0-5 0,-1 0-5 15,1 0 2-15,0 0-3 0,0 0 2 0,0 0-6 16,0 0 6-16,-1 0-7 0,1 0 1 0,0 0 5 15,0 0-9-15,0 0 5 0,0 0-24 0,-1 0 18 0,1 0-11 16,0 0 14-16,0 0-16 0,-1 0 15 0,0 0 3 16,1 0 2-16,0 0 3 0,0 0-3 0,0 0 1 15,-1 0-1-15,1 0 4 0,0 0-16 0,0 0 7 0,0 0-10 16,0 0-3-16,-1 0 4 0,1 0-5 0,0 0 5 16,0 0 0-16,0 0-3 0,0-1 1 0,-1 1-2 15,1-1 6-15,0 1-9 0,0 0 9 0,0 0-9 16,-1 0 7-16,1 0-2 0,0 0-4 0,0 0 5 15,0 0-4-15,0 0 4 0,-1 0 0 0,1 0 1 16,0-1 3-16,0 1 7 0,0 0 0 0,0-2 4 16,-1 2 5-16,1-1-14 0,0 1 4 0,0-1-8 0,0 1 1 15,-1 0-4-15,1 0-1 0,0 0-2 0,0 0-10 16,0 0 6-16,0 0-6 0,-1 0 7 0,1 0-2 16,1 0-1-16,0 0 4 0,0 0-5 0,0 0 2 15,0 0 11-15,0 0-4 0,0 0 8 0,0 0-2 0,1 0-6 16,1 0 9-16,-1 0-7 0,1 0 4 0,0 0 5 15,7 0-12-15,4-1 10 0,-2 0-16 0,5 0 7 16,-1-1 1-16,4 0 1 0,3 0-10 0,-2-1 0 16,4 1-2-16,-4 1 2 0,3-2 1 0,2 1 3 15,1-1-2-15,2-1 3 0,0 2-5 0,0-2 6 16,2 1-4-16,-2-1 5 0,1-1-13 0,1 1 5 16,2-1 3-16,2 0 1 0,3-1 7 0,3 0-6 0,1 1-5 15,4-2 2-15,-4 1-5 0,3-4 5 16,-1 2 3-16,0-1 0 0,-1 0-7 0,-2 2 4 0,2 0 0 15,3 3 2-15,2-1-4 0,4 0 5 0,-2-1-8 16,-2 2 7-16,0-1-5 0,-3 1-2 0,-1 0 5 16,1 0-3-16,-2 2 8 0,0-1-4 0,3 2 2 15,2 0-3-15,1-1 2 0,3-1 2 0,-1-1-4 0,0-1 2 16,-2 0-9-16,-3 2 7 0,-2-1 1 0,2 1 3 16,-1-1 0-16,5-1-3 0,-3 3-1 0,-1 0 0 15,4-1 7-15,-5 0-13 0,1-1 5 0,-2 1-7 16,-3-1 14-16,-1 2-1 0,1 0-2 0,1-2-1 15,4 1-5-15,3-1 1 0,0 2 1 0,0-2-1 16,-1 2 8-16,-4-2-6 0,2 1 0 0,-4-1-4 0,-1 1 3 16,0-2 4-16,0 0-1 0,3 2 2 0,1-1-7 15,3-1 10-15,-4 2-6 0,-1-3 8 0,-1 1-16 0,-5 1 9 16,-1 0-3-16,-2 1 4 0,-2-1-3 0,-2 1-1 16,2-1 0-16,0 1-1 0,-1-1 2 0,2 0 5 15,-2 1 0-15,1 1 1 0,0-2-15 0,-3 2 13 16,0-2-7-16,-1 1 9 0,-2 0-6 0,-1 1 4 15,0 0 5-15,-2 0-2 0,-2 1 11 0,-2 0 0 16,-2 1-3-16,0 0-1 0,-1 0-15 0,0 0 5 16,-1 0-3-16,-2 0 6 0,0 0-1 0,-3 0 2 15,-2 0 1-15,3 0-1 0,-4 0-3 0,0 0 0 16,-1 0 4-16,-1 0-1 0,2 1 10 0,-3-1 3 0,1 0-6 16,-2 0 5-16,1 0-7 0,0 0-1 0,-2 0-6 15,3 0 2-15,-2 0-12 0,1 0 8 0,-1 0-2 16,1 0 4-16,-1 0-6 0,0 0-1 0,0 0 3 15,1 0-4-15,-2 0-4 0,0 0-14 0,0 0-11 16,0 0-4-16,1 0-67 0,-1 0-117 0,0 0-33 0</inkml:trace>
  <inkml:trace contextRef="#ctx0" brushRef="#br0" timeOffset="109371.08">21831 11175 604 0,'0'0'91'0,"0"0"-91"0,-1-1 104 0,0 0-46 15,0 0-1-15,-1-1-28 0,1 1 5 0,0 0-12 16,0 0 9-16,0 0-11 0,-1 0 4 0,1-1-7 16,0 1 3-16,0 0-15 0,0 0 5 0,0 0-7 15,-1 1 19-15,1 0 16 0,0 0-7 0,0 0 9 16,0 0-10-16,0 1 1 0,-1 0 7 0,0 0-4 15,1 2-3-15,-6 8 2 0,0 6-12 0,2 4 8 16,1 0-20-16,2 3 11 0,1-1-7 0,1 1 6 0,0 2-18 16,1-4 5-16,3 5 6 0,-2-2-2 0,0-3 8 15,1 1-5-15,-2-1-5 0,-1-1 2 0,0 2-7 0,1 1 5 16,-1-1 3-16,0 3 0 0,0-1-3 0,-2 0 4 16,1-3-3-16,-2 0 6 0,1-1 3 0,-2 1-2 15,1-2 2-15,-2-2-3 0,-1 1-4 0,2-1 3 16,-1 1-6-16,0 0 4 0,0-3-3 0,0-1-4 15,-1 1 5-15,-1-2-6 0,-2 1-3 0,2-1 7 16,0 0 3-16,1-3 1 0,-1 1 0 0,0-3 2 16,5-1-4-16,-6-1 4 0,-1 1-3 0,2 0-1 15,0-3 0-15,-1 0 0 0,0 1 9 0,1-1-9 0,1-2 2 16,0 1-2-16,1-2 7 0,1-1-5 0,-1 2 2 16,0-2-2-16,2 1 5 0,2-2 3 0,-2 1 1 15,1 2 0-15,-1-1-4 0,1 0-9 0,0 0 0 16,1-1-5-16,-1 0-16 0,1 0 9 0,0 0-6 15,0 0 8-15,0 1-9 0,0-1 16 0,1 0-4 0,0 0 8 16,1 0-12-16,0 1 8 0,0-1-5 0,1 0 8 16,3 0-8-16,6 3-1 0,2-1 3 0,0-1-2 15,1 1 0-15,-3-2 2 0,5 0-2 0,-1 0 2 16,3 0-3-16,-1 1 0 0,-4-1-3 0,-2-1 4 16,-1 0 0-16,1 0-6 0,2 0 8 0,-1 1-6 15,-1-1 7-15,1 0-5 0,-4 0-2 0,3 0 0 16,-2 0 5-16,-2 0 2 0,1 0-2 0,-1 0 1 0,-2 0-7 15,1 0 5-15,-1 0 0 0,-1 0 1 0,-3 0-7 16,1 0 6-16,-1 0-4 0,0 0 4 0,1 0-3 0,0 0 9 16,0 0-7-16,1 0 7 0,-1 0-11 0,-1 0 5 15,0 0 5-15,1 0-1 0,-1 0 0 0,0 0-7 16,0 0 3-16,0 0-4 0,0 0 7 0,1 0-1 16,-1 0-1-16,0 0 1 0,0 0-5 0,0 0 4 15,1 0-2-15,-1 0 3 0,0 0 0 0,-1 0-5 16,0 0-2-16,0 0-2 0,0 0 2 0,0 0 1 15,0 0 4-15,0 0-1 0,0 0 3 0,0 0-2 16,0 0-4-16,0 0 1 0,0 0 2 0,0 0-2 16,0 0 6-16,0 0-4 0,0 0 3 0,0 0-5 0,0 0-1 15,0 0-1-15,0 0 6 0,0 0-5 0,0 0 4 16,0 0-6-16,0 0 14 0,0 0-13 0,0 0 7 16,0 0-9-16,0 0 10 0,0 0-2 0,0 0-1 15,0 0 0-15,0 0-3 0,0 0 4 0,0 0-1 0,0 0 1 16,0 0 5-16,0 0-4 0,0 0 2 0,0 0-4 15,0 0-2-15,0 0 0 0,0 0 0 0,0 0 0 16,0 0-5-16,0 0 1 0,0 0 1 0,0 0 0 16,0 0 7-16,0 0 0 0,0 0-1 0,0 0 0 15,0 0-9-15,0 0 7 0,0 0-3 0,0 0 5 16,1 0 0-16,0 0-1 0,0 0 3 0,1 0-3 16,-2 0-1-16,1 0 1 0,0 0-2 0,0 0 3 15,0 1 8-15,0 0-11 0,1 1 4 0,-1-1-6 0,0 0 2 16,0 0 10-16,-1 0-9 0,0 0 8 0,0 1-7 15,1-1 0-15,-1 0 4 0,0 0-3 0,0 0 4 16,0 0 2-16,0 1-3 0,0-1 2 0,0 0 0 0,0 0-4 16,-1 2 1-16,-1 1-2 0,-2 6 1 0,-10 0-2 15,-2 2 0-15,-2-1-2 0,0 2 1 0,-4-2 7 16,2 0-6-16,2 1 6 0,0-1-7 0,-4 1 5 16,2-4 1-16,2 2 0 0,0-3 0 0,2-1-3 15,1 3 3-15,1-3-2 0,1 1-1 0,4 0-2 16,-2-1 1-16,4-1-1 0,0 1 5 0,4-2-2 15,-1 2-2-15,2-3 1 0,0-2-3 0,-1 1 0 16,1 0-1-16,-1 1 2 0,2-1 1 0,0 0-7 0,0 1 3 16,0-1-4-16,1 0 8 0,0 1 0 0,0-1 1 15,1 1 0-15,0-1 5 0,1-1-7 0,7 4 5 16,6 2-6-16,3 0 3 0,-1-2-2 0,2-2-3 16,0-1 1-16,-3 0 6 0,2 0-2 0,-2 0 1 0,1 2-2 15,-2-1-1-15,3 1 0 0,-1-1 1 0,0 1 0 16,1 1-1-16,-2 1 2 0,1-1 1 0,-2 3 0 15,1 0 8-15,-3-2-8 0,0 0 1 0,0 1-4 16,-1 0 7-16,-2 0-5 0,0-1 1 0,-1-1-3 16,-2 0-1-16,-1 0 2 0,0-3-1 0,-2 4 2 15,-1-1 0-15,-1-1 4 0,1 1-2 0,-2-1 3 16,0-1-2-16,0 0-5 0,1-1 10 0,-1 0-8 0,1 2 3 16,-1-1 4-16,0 2-8 0,-1 1 6 0,0 1-9 15,-2 0 0-15,-4 0 2 0,-7 0-1 0,-6 0 4 16,-3 0-3-16,-3 1 0 0,2 0-2 0,-1-3 6 0,3 1-2 15,4 0-2-15,-2-1-1 0,5 0 0 16,-2-1 1-16,1 1 7 0,1-1-4 0,0-1-5 0,3 1 1 16,3 0 0-16,3 0 1 0,-1-1 4 0,1 0-3 15,0 0-3-15,2 0-1 0,1-1-4 0,0-1 7 16,1 1-2-16,-2 0 2 0,3-1-7 0,0 0 3 16,0 0 1-16,-1 2 1 0,1-2 0 0,-1 1-3 15,0 0 3-15,0 2-2 0,1 1 4 0,0-3 0 16,0 2-3-16,2 0 3 0,0 0-1 0,3-2 0 0,7 2 1 15,1-2 1-15,0 3-1 0,3 1-3 0,-2-1 0 16,0 0-1-16,0 1 5 0,-3 0-1 0,2 0 0 16,-3 4 0-16,1 0 0 0,1 2 3 0,-4-2-2 15,0 3 3-15,1 0-4 0,-4 0-1 0,2 1 1 0,-2 0 0 16,-1 5 0-16,-2 2 2 0,2 4-2 0,-2 2 2 16,0-1 5-16,-1 0-8 0,1-1 6 0,12 1-6 15,-5 4 6-15,-4 0-5 0,-3 3 0 0,-2 1-2 16,0 3-2-16,-1 2 5 0,-1-1-2 0,-1 2 2 15,1 5 4-15,0 1-6 0,-2-3 4 0,1-1-5 16,-2-7 6-16,1 0 0 0,1-3-1 0,-1-2 0 16,2 1 6-16,0-2-4 0,0 0 3 0,1-1-3 15,1-1 6-15,0 1-1 0,0-3-4 0,-1-4 0 0,1 3-9 16,0-4 3-16,0 1 3 0,0 0 0 0,0-3 3 0,0-3-5 16,1-2 2-16,0-4-2 0,-1 1 0 15,0-2-4-15,0-2 5 0,0 0-5 0,0-2 2 0,0 2-15 16,0-2-10-16,0-2 1 0,0 0-30 0,2 1-36 15,-1-1-39-15,0 0-2 0,-1 1-144 0,1-2-22 16,0 0-78-16</inkml:trace>
  <inkml:trace contextRef="#ctx0" brushRef="#br0" timeOffset="110005.78">22345 12304 1287 0,'-1'0'55'0,"-2"-1"103"0,-4 0-123 0,-3-3-15 15,3 2 1-15,2 1-6 0,1 1-7 0,2 0-10 16,1 0-2-16,-1 0-2 0,0 0 2 0,0 0-1 15,0 1 4-15,-1 1-3 0,-4 10 8 0,-2 14-3 16,3 0 6-16,1 2-5 0,3 1 6 0,0 1 6 16,0-1-6-16,2-2 6 0,-1 0 2 0,1-1 16 15,-1 0-3-15,-1 0 7 0,1-2-3 0,-1-2 4 0,1 0-2 16,0-4 0-16,1-2-8 0,-1-1-1 0,1-3-4 16,0 1 0-16,0-4-16 0,0 1 3 0,0-5 1 15,0-2-1-15,0 3-7 0,0-4 0 0,0 1 1 0,0-1 0 16,0 0 5-16,0 0-1 0,0-1 7 0,0 0-4 15,0 0 14-15,0 0-20 0,0-1 0 0,0-1-5 16,0-1-4-16,0-11 5 0,0-7-4 0,0-1 4 16,0-3 0-16,2 1-3 0,3-2 2 0,1-1-5 15,2 1-4-15,3-2 7 0,-1 0-2 0,2 0 4 16,1 0 1-16,0 1 1 0,-1 2 0 0,-2 1 0 16,0 4-4-16,-2 4 6 0,0 3-3 0,-7 1 5 0,10 1-5 15,-1 2 4-15,0-1 2 0,2 3 0 0,-2 0-6 16,1 1-1-16,0 2-8 0,0 0 5 0,-2 2-6 15,1 0-16-15,0-6 2 0,-1 2-10 0,0 2-23 0,-1 1-82 16,2 2-9-16,-1 0-31 0,-1 2-107 0</inkml:trace>
  <inkml:trace contextRef="#ctx0" brushRef="#br0" timeOffset="110438.73">22504 12789 1895 0,'-1'0'38'16,"-1"-2"74"-16,1 1-100 0,0 0-20 0,0 1-5 0,0 0-6 15,-1 0-15-15,1 0 13 0,0 0 2 0,0 1 3 16,1 2-6-16,-1 9 1 0,1 11-6 0,1-1 7 15,1 3 13-15,1 0 4 0,-2-3 3 0,0-1-2 16,1-1 5-16,1-4 11 0,-1-1 3 0,0-4 2 16,1-1 7-16,-1-1 1 0,0-2 3 0,2 0 0 15,0-1 23-15,-1-1-6 0,-2-2-1 0,7 0-4 0,3-1-20 16,1 0 8-16,-2 0-7 0,7 8 6 0,-3-3-14 16,2-2-3-16,4-3-3 0,0 0 0 0,2-2-9 15,-2-3 0-15,-5 0 0 0,0-1-1 0,-1-1 2 0,-2 1 6 16,1-2-2-16,-5 1 3 0,2 4 5 0,-5-12 1 15,-1 0 0-15,2-3 0 0,-3-1-9 0,9-2 5 16,-4-2-1-16,-4 0 1 0,-3-1-9 0,-2-1 5 16,-4 0-6-16,-2-1 4 0,-2 2-5 0,-2 1-9 15,1 2 6-15,-2 0-9 0,7 1-3 0,-9 4-24 16,-5 1-9-16,3 5-6 0,-2 2-35 0,-2 3-52 16,0 0-10-16,-1-8-24 0,-5 4-121 0</inkml:trace>
  <inkml:trace contextRef="#ctx0" brushRef="#br0" timeOffset="110956.83">21336 14223 1030 0,'-1'0'114'0,"-7"0"219"0,-12 0-279 0,5 0-9 16,4 0-2-16,6 0-2 0,0 0-18 0,3 0-19 15,0 0-6-15,0 0-3 0,0 0-16 0,1 0 19 16,0 0 3-16,1-1 5 0,1 0 7 0,1 0-3 0,19-8 1 16,8 0 2-16,5-2 17 0,-1 2 14 0,0 1 1 15,1 0 5-15,0-1 0 0,1 2-11 0,0 0 2 16,4 1-5-16,-1 2-4 0,1-1-17 0,-1 1 1 15,-2 2-5-15,0 1-1 0,-1 1-4 0,1 0-3 16,-5 0 1-16,-1 1-4 0,-4 1-1 0,-3 1 4 0,-3-2-2 16,0 1 1-16,-2-1-1 0,-2 1-6 0,1-1 5 15,-4 0-6-15,-3-1-14 0,1 0 7 0,-3 0-11 16,2 0-2-16,-3 0-12 0,-2 0-2 0,1 0-3 16,-3 0-13-16,-2 0-41 0,1 0 1 0,1 0-17 15,-1 0-10-15,-1 0-34 0,0 0-22 0,0 0-16 0,1-1-194 16</inkml:trace>
  <inkml:trace contextRef="#ctx0" brushRef="#br0" timeOffset="111175.16">21722 14304 1657 0,'-1'0'85'0,"-2"0"166"0,1 0-206 0,-1 0-33 15,1 0-7-15,0 0-8 0,1 0-21 0,-1 0 13 16,2 0 4-16,0 1 2 0,2 1 4 0,3-1-12 0,18 2-7 16,2 0-2-16,2-2-31 0,2-1-20 0,-2-2-16 15,0-1-2-15,-3 1-64 0,-4-1-55 0,1 0-10 16,-5 1-34-16,-2-1-217 0</inkml:trace>
  <inkml:trace contextRef="#ctx0" brushRef="#br0" timeOffset="111307.23">21937 14289 1169 0,'-1'0'64'15,"0"0"0"-15,-1 0-5 0,1 0-11 0,0 0-17 16,0 0-15-16,0 0-13 0,-1 1 4 0,1 0-7 16,0 1 7-16,1 0-7 0,0 0 4 0,1 8-4 15,3-1 7-15,2 0-29 0,-3-1-7 0,15-4-10 16,2-1-32-16,1 8-66 0,4-5-13 0,1-6-31 0,4-8-168 16</inkml:trace>
  <inkml:trace contextRef="#ctx0" brushRef="#br0" timeOffset="112206.91">21772 11186 764 0,'-1'0'239'0,"0"0"-317"0,0 0 285 16,-2-1-157-16,0-1-24 0,-4 0-16 0,1 1 0 15,4 0-5-15,-1 0-12 0,1-1-7 0,0 1-7 16,-1 0 1-16,2 1-24 0,0 0 13 0,0 0 6 15,-1 0 4-15,1 0 33 0,0 0-3 0,1 0 10 0,0 0-5 16,0 0 32-16,0 0-1 0,0 0 6 0,0 0-2 16,0-1 21-16,0 0-16 0,0-1 4 0,0 2-9 15,0-1 6-15,0 1-24 0,0-1 3 0,0 0-9 16,1 0-4-16,0 0-16 0,1-1 3 0,1 1-7 16,11-3 10-16,5-2-11 0,2 0 5 0,5 0-6 15,-1 1 7-15,2-1-4 0,2 0 5 0,1 1-5 0,1-1 11 16,4 0 3-16,-1 0-2 0,4 0 2 0,7 0-1 15,2 0 19-15,-1-1-4 0,5 0 9 0,3 0 0 16,-3 1-4-16,5 0 0 0,-1 2-2 0,-3-2 0 16,6 0 0-16,2 2 1 0,4 0 0 0,2-1 0 0,0 0-18 15,-2 2 3-15,0-1-9 0,-3 1 7 0,2-1-9 16,1 1 5-16,3-1-6 0,-1 1 9 0,-4-1-6 16,-1-1 5-16,-3 2-6 0,1-2-4 0,-2 2 8 15,1-2-7-15,-2 0 8 0,1-1-8 0,-1 2 7 16,1-2 1-16,-4 1 0 0,-2 0-2 0,-1 1-3 15,3 0-7-15,-2 1 5 0,0-1-4 0,2 0-3 16,-7 2 9-16,-3 0-9 0,-2-1 7 0,-4 1-7 16,-2 1-2-16,-2 1 0 0,-3 0-1 0,-1 0 5 0,-6 0-3 15,-1 1 3-15,-4 0-5 0,-3 0 1 0,0 1-1 16,-6-1 1-16,-2-1-4 0,-1 0-2 0,-2 0-2 16,-3 0-2-16,1 0-22 0,1 1-12 0,-1 0-4 15,0-1-2-15,-1 0-23 0,1 0-81 0,-1 0-16 16,-1 0-32-16,0 0-149 0</inkml:trace>
  <inkml:trace contextRef="#ctx0" brushRef="#br0" timeOffset="113744.69">23700 11235 1336 0,'0'0'36'0,"-2"-1"1"0,1 0-22 15,0 0-6-15,0-1-17 0,0 1-32 0,1-1-34 16,0 0 4-16,0-1-13 0,0 1 1 0,4-5-43 16,7 0 4-16,3 0-19 0,-4 1-24 0,4 0-16 15,-5-1 40-15,2 1-8 0,-1 0 206 0,-5-1 119 16,-2 1-7-16,1-2 39 0,-3 0-31 0,3-1-50 15,-2 1-5-15,2-1-14 0,0 1-30 0,0-3-16 0,-1 2-4 16,-2 0-4-16,2 2-12 0,-2 0-6 0,1 3-4 16,1 0-2-16,-2 2-10 0,0-1 1 0,0 1-1 15,0 0 0-15,1-1-8 0,-2 2 0 0,1-1-4 16,-1 1 1-16,1-2-10 0,0 1 17 0,-1 1-1 16,0 0 6-16,1-2-11 0,-1 2 12 0,1-1-12 0,1-1 11 15,-2 1-12-15,0 0 0 0,0 0 12 0,0 0-8 16,0 1 9-16,0 0 1 0,0-2-3 0,0 2 3 15,1-1-6-15,-1-1 3 0,1 1-6 0,-1 0 4 16,0 1-8-16,0-1 4 0,0 1-3 0,0 0 1 16,0 0-6-16,0 0 3 0,1 0 1 0,-1-1 0 0,0 1-7 15,0 0-3-15,0 0 2 0,0 0 0 16,0 1 11-16,0 0-10 0,0 0 6 0,0 0-8 0,0 0 4 16,0 1 2-16,1 0-2 0,1 1 3 0,-2 2-2 15,1 6-1-15,-1 2 1 0,0 0-1 0,-1 2-1 0,-1 1-4 16,0 2 0-16,0 2 0 0,-1 1 0 0,1 3 1 15,0 1-2-15,-1 2 1 0,1 2 2 0,0-1-3 16,-2 0 3-16,2 1-3 0,-1 1-3 0,-1 2 4 16,-1-2-3-16,0 0 4 0,1-3 0 0,0-1 1 15,-1 0-1-15,1-1 0 0,-2-2 3 0,0-1-2 16,1-1 3-16,0-1-4 0,2-1-10 0,-1-2 12 16,2 1-4-16,0-3 5 0,-1-1-5 0,1 1 0 15,0-1 1-15,0-2 0 0,1 1 0 0,0-1-1 0,1-2 0 16,0 2 1-16,0-2 4 0,0-3-5 0,0 5 2 15,0-3-2-15,0 0 5 0,0 0-1 0,0-1 2 16,0-4-1-16,0-1-1 0,0 3-3 0,0-2 4 16,0 1-2-16,0 0 4 0,0-1-1 0,0-2-5 0,0 1 4 15,0 1-4-15,0-1 5 0,0 0-5 0,0 0 5 16,0-1-7-16,0 0 1 0,0 0 5 0,0 0-2 16,-1 0 7-16,0 1-6 0,0 0-2 0,-1 0-2 15,1 1-5-15,-1-1 8 0,-6 4-2 0,-8 3 4 16,-1 1-6-16,-3-2 0 0,2 0 1 0,-2-1-1 15,0 2 1-15,0-2 3 0,-1 1-3 0,0 0 1 16,1 0-2-16,3-1 3 0,2 0 2 0,2-1 0 0,1 0 0 16,2 0-3-16,0-1-2 0,3-2-1 0,1 0-1 15,2-1 0-15,0-1 4 0,2 0-2 0,1-1 1 16,-2 1 0-16,1 1 0 0,0-1 0 0,0 0-8 0,1 0 0 16,0 0 1-16,0 1 1 0,0-1 9 0,0 0-2 15,1 0-1-15,0 0-1 0,1 0 1 0,0 1 0 16,0-1 5-16,3 0-4 0,9 5 1 0,2 0 1 15,1 0 2-15,3-2 0 0,1 1 5 0,1-1-13 16,3 0 6-16,0 0-6 0,1-1 10 0,2 1 1 16,-1-1-3-16,1 1 1 0,1 1-6 0,-2-2 3 15,-2 1-4-15,0 0 2 0,-1 1 2 0,-2 0-3 16,0-1 0-16,-4 1 0 0,-1 0 2 0,-3 0-2 16,-1-1 3-16,-2 1-4 0,-3-2 1 0,-1 0-1 0,-2-1 2 15,-1 1-2-15,0-2 4 0,-1 1-2 0,-2-1-1 16,4 4 0-16,-1 1 2 0,-1 1-3 0,0 1 0 15,-2 0-3-15,-3 2 2 0,-3 0 0 0,4 2 3 0,-16-1-1 16,-2-1 0-16,-1 0-4 0,0-1 4 0,0-1-2 16,0 1 8-16,0 1-6 0,1-2-2 0,1 2-1 15,1-2 8-15,3 0-5 0,-1 0 0 0,2 0-1 16,0-1-2-16,1-3 3 0,-1 1 1 0,4 1 1 16,0-1-2-16,2-2 0 0,2 1-2 0,1-1 2 15,2 1 0-15,1-2 0 0,-1 0 0 0,1 1 0 16,-1-1 2-16,1 0-11 0,1 0 5 0,0-1-6 15,0 1 12-15,-1 0-1 0,1 1-3 0,1-1 1 0,0 1 0 16,1 0-4-16,2 2 8 0,0-1-5 0,7 0 11 16,9-2-12-16,-1 1 1 0,0 8-4 0,2-2 7 15,0-3 1-15,5-2-2 0,1-1 1 0,-2-1 0 0,0 0 0 16,-3 0 1-16,1-1-1 0,-3-1-1 0,-2 0-3 16,-2 1 3-16,-3 1-4 0,-2 1 5 0,-3-1 1 15,0 0 0-15,-1 1 1 0,-1-1-1 0,-2 0-4 16,0 10 2-16,-2 5-3 0,11 0 5 0,-5 3 5 15,-4 3-3-15,-3-1 2 0,-2 3-6 0,-3 0-2 16,-1 2 4-16,-1-1-2 0,-2 3 9 0,-1 0-5 16,2-3-1-16,0 3-1 0,1-2-2 0,0-3 6 0,1 2-4 15,-1-3 3-15,0 3-8 0,1 1 6 0,1-1 0 16,1 0 3-16,0-1-6 0,2-2 0 0,-1 2 4 16,1 1-2-16,0 1 0 0,-1 2 2 0,1-1-7 15,0 4 4-15,0-1-1 0,1 0 0 0,1 3 2 0,0-2-1 16,0 0-2-16,0-3 2 0,0 1 1 0,0-4 2 15,0 2 1-15,0-3 3 0,0-5 0 0,0-3 1 16,0-3 3-16,0-2-2 0,0-1-1 0,0-1 0 16,1 0-3-16,1-1 1 0,-1 0-3 0,-1 0 1 15,0-1-8-15,1 0 3 0,0-1 1 0,0 0 0 16,0 0 3-16,1-1-7 0,-1 1 3 0,0 0-4 16,0-1 2-16,0 0-3 0,1 1-4 0,-1-2 2 15,0 0-20-15,0-2-5 0,-1-1-5 0,2 3 1 16,0-3-18-16,0 3-16 0,-2-4 4 0,0 0-8 0,0 1-3 15,0-1-103-15,0 0 15 0,1 1-44 0,0 1-8 0,0-1-84 16</inkml:trace>
  <inkml:trace contextRef="#ctx0" brushRef="#br0" timeOffset="114125.21">23441 13777 866 0,'0'0'3'16,"0"0"0"-16,0 0 6 0,1 0 3 0,0 0 3 15,2-1 38-15,4 0 30 0,7-2-2 0,1 0 11 16,2 1-4-16,0 0-13 0,1-1 0 0,3 2-5 16,0 0-4-16,4 0 6 0,2-1 0 0,-4 1 1 15,3 0 0-15,1 1-17 0,-1-1 2 0,4 0-9 0,0 0-7 16,-3-1-13-16,1 1-4 0,-1 0-3 0,-1 0-16 16,-3 0 1-16,-2 0-5 0,-2-1 3 0,-3 1-10 15,-2 1 4-15,0 0 0 0,-3 0 0 0,-3 0-3 0,0 0-1 16,-1 0-3-16,-3 0 0 0,1 0-16 0,-2 0 1 15,0 0-5-15,0 0 1 0,-2 0-27 0,2 0-60 16,-1 0-3-16,0 0-21 0,-1 0-42 0,1 0-118 16</inkml:trace>
  <inkml:trace contextRef="#ctx0" brushRef="#br0" timeOffset="114342.99">23569 14015 2032 0,'0'0'160'0,"-1"0"-195"0,0 0 176 0,0 0-96 16,-1 0-73-16,1 0-1 0,0 0-1 0,1 1 6 16,1 0 19-16,2 2-3 0,9 6-2 0,19 5-1 15,2-4-12-15,8-2-14 0,0-5-8 0,0-1-5 16,3-5-46-16,-3-3-66 0,0-4-13 0,-2-2-27 15,0-3-135-15</inkml:trace>
  <inkml:trace contextRef="#ctx0" brushRef="#br0" timeOffset="115142.65">24452 12103 1679 0,'0'-1'23'15,"-1"0"49"-15,0-2-64 0,0 1-12 0,0 0-7 16,-1-1-3-16,1 1-28 0,0 1 6 0,0-1 7 0,0 1 0 15,1 0 25-15,0 1 8 0,0 0-2 0,0 1 4 16,0 2-1-16,-2 20 8 0,1 3 4 0,-1 5 1 16,-2 4 13-16,1-1-4 0,-2 2 4 0,0 0-4 15,1 0 5-15,-1 2-2 0,0-3 3 0,1 2-2 16,0-6 1-16,1-4-4 0,0-1-1 0,1-2-1 16,0-3-9-16,-1-1-1 0,1-2-7 0,1-2 3 15,-1-1-12-15,1-2 0 0,1-2 1 0,0-2 0 0,0-1-8 16,0-2-19-16,0-1-1 0,0-3-5 0,0 1-1 15,0-1 9-15,0 0-3 0,0 0 5 0,0-1-1 16,0 0-33-16,0-1 16 0,-1-1-20 0,0-2 26 0,-3-11 18 16,0-6 3-16,-1-2 8 0,0 0 16 0,1-3-4 15,-1 0-1-15,1-1 0 0,0-4 1 0,0-1 2 16,2-3-1-16,1 0 3 0,-1-1 1 0,2-4-3 16,0 4-4-16,3-3 0 0,0 3-6 0,2 4 1 15,2 1-3-15,1 3 2 0,2 3-13 0,-1 4 13 16,1 1 1-16,-1 4 4 0,0 1 8 0,0 2 2 15,-6 3 5-15,8 0-2 0,-1 5 10 0,2-1 1 16,-1 3-1-16,2-8 2 0,1 3-5 0,0 4 1 0,2 2-1 16,0 1 2-16,0 3-9 0,0 4 1 0,-4-1-8 15,2 3 5-15,-3-3-9 0,-4 12-3 0,1-2 4 16,-7 1-5-16,11 2-2 0,-5-2-1 0,-4 2-1 16,-3-1 2-16,-3-2 9 0,0 0 0 0,-2-2 1 0,-1-4-1 15,-1 1 3-15,1-4-4 0,-1 1 5 0,-4-2-6 16,1 0-2-16,-1 2 3 0,2-3-4 0,-2 1 3 15,2 0-6-15,0-4 3 0,0 5-2 0,2-2 1 16,0 1-4-16,1-4 3 0,0 1-4 0,1 2 4 16,0-3-1-16,1 4 5 0,0 0 1 0,1-2-1 15,1 3-7-15,0-1 5 0,0 2-4 0,-7 5 6 16,3-3-1-16,1 3 5 0,3-1-2 0,1-2 2 16,1-2-1-16,0-1-4 0,1-1 4 0,1 2-5 0,2 1 9 15,1 0-6-15,0-1 6 0,-3-2-7 0,9 0-4 16,2 1-2-16,0 1-4 0,-1-2 0 0,1 0-18 15,-1-1-2-15,1 1-9 0,-3-1 4 0,1 0-25 0,1-1-16 16,-4 1-4-16,6 0-5 0,-1-2-22 16,0 0-79-16,0-2-2 0,-4 6-32 0,4 0-74 0</inkml:trace>
  <inkml:trace contextRef="#ctx0" brushRef="#br0" timeOffset="115592.79">24876 12319 813 0,'0'0'326'0,"0"0"56"0,-2 0-126 0,1 0-135 15,0-1-47-15,0 0-54 0,0 0 1 0,-1 0-6 0,1 1 4 16,0-2-11-16,0 2-6 0,0 0-2 0,0 0-1 16,1 0-3-16,0 0 7 0,0 0-1 0,0 2 2 15,0-1-8-15,0 1 4 0,0 9 0 0,0 0 2 47,0 5 1-47,0 0 3 0,0 1 1 0,0 0 1 0,-2 3 5 16,1-1 4 31,0 1-4-47,0 0 3 0,0-2-10 0,1-2 7 0,0 0 1 156,0 0 1-156,0 0 0 0,0-1-5 0,0 0 1 0,1-1-2 0,0 0 1 0,1-2-2 0,1 0 5 0,-1-2-3 0,0 0 8 0,2-1-15 0,0 0 2 0,-1 0-5 0,1-1 10 0,-2-3-4 0,1-1 2 0,1 1-4 0,-2-2 0 0,5 2 6 0,0-2 0 0,2-2 5 0,0 6 14 0,2-1-7 0,2-2-2 0,1 0-3 0,2-3-13 0,1-1 0 0,0-1 1 0,3-1 0 0,1-2 2 0,3-2 1 0,-2 0 3 0,-2 0-1 0,-2 0 2 0,0 1-9 0,-2 0-1 0,1 0 0 0,-2 1 4 0,-3 0-6 0,-2 2 1 0,-2 0-2 0,-2 1 0 0,-2 1-2 15,2-1-1-15,-3 1 1 0,1 0-1 0,0 0-13 0,-2 0-1 0,-1 0-7 0,0 0-27 0,1 0-51 0,1 0-8 0,-1 0-23 0,0 0-116 0,1-1-173 0</inkml:trace>
  <inkml:trace contextRef="#ctx0" brushRef="#br0" timeOffset="116895.23">24034 10844 1064 0,'0'0'33'0,"-2"0"-1"0,1-2 29 0,0 1-15 16,0 0 6-16,-1 0-25 0,-1 0-14 0,1-1 3 0,1 1-8 15,-1 0 0-15,1 0-13 0,0 0 1 0,0 0-5 16,0-1 8-16,0 1 10 0,1 1 1 0,0 0 4 16,1 0 1-16,0 0 4 0,1 1 1 0,12 3 1 15,4 1 5-15,4 1 9 0,4-1 4 0,0 1 1 16,5 1-1-16,5 2 7 0,1-4-12 0,5-1 10 16,3 0-8-16,2-2-6 0,2-1 2 0,5-1-4 15,3 0-3-15,7 0-2 0,3-1 3 0,4 0-3 0,2 0-4 16,-3-2 2-16,4-2-10 0,5 1 7 0,2 0-13 15,4 0 1-15,0-1 0 0,-4 0-2 0,-1 0-4 16,3 1 0-16,0-1 3 0,0 1-2 0,-2-3-1 0,-7 0 0 16,-1 3 4-16,-2-2-2 0,-1-1 12 0,4 0-14 15,-1-3 3-15,-2 3-4 0,-4 1 13 0,-5-2-5 16,-1 1 4-16,-1 0-4 0,-3-1-2 0,2 1 5 16,-5 2-10-16,-5 0 9 0,-3 2-7 0,-5 0 3 15,-6 1 0-15,-5 1-2 0,-2 1-3 0,-2 0 0 16,-5 0-1-16,-1 1 0 0,-5 1-2 0,-1 1-7 15,-1-2-2-15,-7 0-3 0,1 0-13 0,-2 0 3 16,-4-1-1-16,1 0-1 0,1 2-27 0,-1-1-22 16,-1 0-13-16,1 0-5 0,-2 0-70 0,-2-1-74 0,-8 3-27 15</inkml:trace>
  <inkml:trace contextRef="#ctx0" brushRef="#br1" timeOffset="190206.23">21011 11324 256 0,'0'0'-55'0,"0"0"34"0,0 0-7 0,0 0 4 16,0 0 39-16,0 0-3 0,0 0-18 0,0 0 3 15,0 0-5-15,0 0-6 0,2 0-27 0</inkml:trace>
  <inkml:trace contextRef="#ctx0" brushRef="#br1" timeOffset="197846.53">25896 10919 727 0,'0'0'99'0,"0"-1"206"0,-1-1-263 0,0 1 3 0,0 0-5 16,0 0 3-16,-1 0-15 0,1 0 13 0,1-1-4 15,0 1 7-15,0 0-9 0,0 0-6 0,-1 0-1 16,0 1-2-16,0 0-13 0,-1 0 6 0,1 0-5 0,0 0 6 15,0 0-1-15,0 0 1 0,0 0 8 0,-1 0-5 16,1 1-6-16,0 0 1 0,-1 1-9 0,-3 7 7 16,-2 4-13-16,0 1 7 0,1-1-6 0,1-2 4 15,2 1-15-15,0 0 9 0,1 0 0 0,1-2 4 16,0 1-2-16,0-2-3 0,1-1-1 0,0 0-2 16,0-3-8-16,0 1 6 0,0 0 0 0,0-1 2 15,0-2-11-15,0 1 2 0,0-2-12 0,0 1 7 0,0-1-29 16,0 0-39-16,0-1 8 0,0 2-22 0,0-1-37 15,0 1-92-15,0-1-34 0</inkml:trace>
  <inkml:trace contextRef="#ctx0" brushRef="#br1" timeOffset="-201944.5">10736 15956 982 0,'-1'0'0'0,"-1"0"13"0,-3 0 127 0,-7-3-44 16,0-1 2-16,3 2-71 0,-4-3-3 0,1 1-8 15,-1-1 0-15,0 0 0 0,2 1-9 0,-5-1 8 16,1 0-8-16,0 2 8 0,0-1-9 0,0 2 3 16,0-2 0-16,-2 1-1 0,-2 0 2 0,-2 2 4 0,1 1 8 15,-2 1-5-15,1 3 4 0,1-1 3 0,-1 3 1 16,0 2 2-16,-1 3-3 0,-1 1-6 0,1 1 1 15,0 0 1-15,-4-11 5 0,2 15-11 0,3 3-1 16,-3-2-2-16,9 3 0 0,-1-2-4 0,-1-2 0 0,4-1-1 16,2 0-2-16,1-1 0 0,3 0-3 0,2-2 1 15,-2 1-4-15,5-1 2 0,-7 0-2 0,3 1 2 16,2-1-1-16,3-1 5 0,1 1-3 0,1-1 3 16,4-1-10-16,1 2 5 0,1-1 1 0,1 0 1 15,-6-2 2-15,12 1 14 0,2 1-6 0,-3-3 9 16,1 0-1-16,1 1 8 0,3-2 1 0,1-1 0 15,-1 0-7-15,1-3-4 0,-1-2 0 0,1 2-1 0,1-2-4 16,-3 10-6-16,2-4-6 0,-1-3 3 0,1-2-3 16,-2 0-5-16,0-2 2 0,-2-1-5 0,1 0 0 15,0 0-12-15,-2 0-2 0,1 0-10 0,-2 0-58 0,-2-1-52 16,4-1-20-16,-3 0-18 0,-1-2-148 0</inkml:trace>
  <inkml:trace contextRef="#ctx0" brushRef="#br1" timeOffset="-201575.03">10795 16460 1391 0,'-1'0'110'0,"0"0"-135"0,-1-1 121 0,1-1-63 15,-1 1-26-15,0 0-3 0,-1 0 3 0,1 0-3 16,0 0 3-16,-1-1-11 0,1 1 4 0,-1 0-6 16,2 0 2-16,0-2 1 0,0 1 0 0,0 0 1 15,0-1 1-15,-1 1 2 0,2 1 0 0,-1-1 2 16,0-2 2-16,0 2 14 0,0-1-9 0,0 1 11 16,-1 1-12-16,1 0 15 0,0-1-5 0,-1 1 7 0,-1 1-14 15,1 0 3-15,0 1-8 0,-1 1 5 0,2-1-7 16,-2 19 1-16,0 3 7 0,1 1-5 0,-2 3 4 15,2 0-2-15,0-1-4 0,-2 0 2 0,1 0-5 0,0-3-3 16,1-1 4-16,0 0-4 0,0-2 6 0,0-3-5 16,0-2-1-16,0-2 0 0,-7 0-3 0,4-3-7 15,2 0-3-15,0-3-3 0,2 0-17 0,1-3-41 16,0-1-12-16,0-1-15 0,0 0-73 0,0 0-40 16,0 1-24-16</inkml:trace>
  <inkml:trace contextRef="#ctx0" brushRef="#br1" timeOffset="-201110.19">11372 16308 562 0,'0'0'223'0,"0"0"-293"0,-1 0 259 0,0 0-142 15,0 0-36-15,0 0-8 0,-1 0 3 0,0-1-4 0,0 0 2 16,1 1 7-16,-6-3-5 0,0 2 5 0,-1 0-4 16,1 0 5-16,-1 0 4 0,0-1 0 0,0 1 14 15,-2 1 3-15,2 0 2 0,1 0 0 0,0 0 4 16,2 0 5-16,1 0-7 0,0 0 6 0,2 0-5 15,0 0-5-15,0 0-7 0,0 0 0 0,-1 0-26 16,2 0 3-16,0 0 4 0,0 0-1 0,1 0 15 0,0 0-4 16,1 0 5-16,1-1-4 0,5 0 6 0,10-3 6 15,1 1 0-15,0-1 2 0,1 2 1 0,0 0-5 16,1-1-5-16,0 2 1 0,2 0-18 0,-2 1 5 16,2 0-2-16,-4 0 1 0,-4 0-13 0,4 0 1 15,-6 0 0-15,1 0 2 0,-1 0 9 0,-3 0-11 16,2 0 7-16,-4 0-7 0,-2 0 8 0,0 0-6 15,0 0 0-15,0 0-1 0,0 0-3 0,0 0-14 0,-1 0-3 16,-1 0-9-16,1 0-63 0,-2 0-84 0,0 0-30 16,1 0-25-16,-2 0-190 0</inkml:trace>
  <inkml:trace contextRef="#ctx0" brushRef="#br1" timeOffset="-200842.41">11336 16539 1388 0,'0'0'54'0,"0"0"3"0,-1 0-21 16,0 0-14-16,-1 0-16 0,1 0-5 0,1 0-2 15,0 0 7-15,0 0-5 0,1 0 11 0,2 0-1 16,3 0-2-16,11 0 2 0,2 0-4 0,3-2-7 15,0 0 2-15,2 0-2 0,-3-3 7 0,3 0-9 16,-2 2-3-16,-2-2-2 0,1 0 0 0,1 2-11 16,0-1-7-16,-4 1-6 0,4-2-76 0,-6 2-88 15,2-3-45-15</inkml:trace>
  <inkml:trace contextRef="#ctx0" brushRef="#br1" timeOffset="-200342.89">12726 15877 1095 0,'0'0'65'0,"-1"0"-1"0,0-2 21 15,-1 1-9-15,1 1-9 0,-8-5-7 0,1 2-10 16,-2-1 0-16,1 1-5 0,-1-1-12 0,1 1 2 16,-1-1-7-16,-5 1 4 0,3 0-10 0,-2 1-1 15,1 0-1-15,4 1-1 0,-2 1-4 0,-2 0-1 16,3 0 0-16,-1 0-1 0,0 1-5 0,-2 1 4 15,-3 2-3-15,0 0 2 0,-1 2 1 0,2 0-8 16,-1 2 7-16,2 1-8 0,-2 0 9 0,1-3-12 16,1 11 4-16,2 5-6 0,0 0-1 0,2 0 3 15,-1 2 0-15,1 2 3 0,0-2 5 0,2 1-11 0,2-1 3 16,0-4-4-16,3-4 7 0,-1 0-2 0,3 0 2 16,-11 1-2-16,5 1 6 0,4-1-5 0,3-1-1 15,0 0 0-15,2-1-6 0,1 0 2 0,2-1-2 16,2 2 3-16,0-1 2 0,0-1-4 0,2 1 2 0,0-1-3 15,-8-2 6-15,11 0-14 0,-1-2 3 0,1 1-11 16,1 0-12-16,0 1-7 0,1-2-8 0,2 0 3 16,-2 0-23-16,5-3 2 0,-1 1-16 0,2-5 2 15,2-1-95-15,-1-1-236 0</inkml:trace>
  <inkml:trace contextRef="#ctx0" brushRef="#br1" timeOffset="-199575.19">12883 16376 733 0,'0'0'231'0,"0"0"30"0,0 0-80 16,-1 0-83-16,0-1-42 0,0 0-43 0,0 0-1 15,0 0 4-15,-2-1-3 0,1 0 3 0,0-1-15 16,-2-5 5-16,0 0-6 0,1 1 5 0,-1 0-5 15,2 0 0-15,0 1 0 0,-2-1 9 0,2 1 4 0,1 3 0 16,-2-1 2-16,2 2 14 0,-1 1-1 0,-6-5 8 16,0 1-8-16,0 2 1 0,0 0-3 0,-1 2-8 15,-2 1 3-15,0 1-21 0,0 4 5 0,-1 2-2 16,0-4 3-16,0 17-6 0,1 3 2 0,0-2-1 16,3 0 3-16,-3-1 2 0,4-3 2 0,1 0-4 0,-1-3 2 15,6-1-12-15,-6-2 1 0,3-5 5 0,2 0-4 16,1 0-3-16,1-3 5 0,-1 4-3 0,1-1 5 15,0-1 4-15,0-3-4 0,1 0-1 0,-1 0 0 16,6 2 6-16,3 1-2 0,3 0 5 0,0-4-5 16,2-1 12-16,0-1-1 0,1-3 1 0,-1-2-1 0,2-2-4 15,-1 7-10-15,1-12 2 0,-1-2-3 0,-1 4 3 16,-3-1 3-16,1 2-2 0,-1 3 1 0,1 0-4 16,-3 0 1-16,-2 2-2 0,0 4 1 0,-5-2-3 15,2 1 9-15,1-2-4 0,-3 3 6 0,-1 1-8 0,1-1 0 16,1 0 0-16,-2 1-1 0,3 0 1 0,-1 0 2 15,1 1 1-15,-3-1-1 0,0 14 2 0,0 6 3 16,3-1-4-16,-2 2 2 0,3 3-7 0,8-2 6 16,-5 2-2-16,-3-1 3 0,-3-2 3 0,0 3-8 15,-1-1 5-15,-1 1-5 0,0 2 5 0,-1-2-2 16,-1 2 1-16,-2 1-2 0,-1 1 11 0,-1 1-12 16,-3 1 7-16,1 0-8 0,-1-1 4 0,-1-1 8 15,0-2-7-15,0-3 6 0,1-1-12 0,1-2 10 0,1-5-2 16,2-2 5-16,0-4-10 0,3-4-1 0,0 0 0 15,2-4-1-15,-2 1 11 0,1 1 4 0,-1-1-4 16,0 0 3-16,-1 0-12 0,1-1 9 0,1-1 0 16,-4 0 3-16,0 0-6 0,1-1 4 0,0-1-3 0,-1-1 4 15,1-8 0-15,0-4-4 0,-1 1-1 0,3-1-2 16,-2 1-4-16,1-3 0 0,1 4 3 0,0-1-1 16,1-1 4-16,0 3-3 0,-8-2 4 0,3 1-4 15,2 0-3-15,2 0 5 0,2-1-7 0,1 0 7 16,3 0-2-16,0 1 0 0,5-1 0 0,-8 0-1 15,18-1 3-15,-1 0-7 0,4 1 0 0,0 0-2 16,1 1 3-16,2 1-1 0,-1 2 0 0,-3 0-1 16,-2 2-7-16,-1 2-2 0,0 1 0 0,0 2-2 0,-2-1-16 15,-2 3-34-15,-1-1-12 0,0 0-10 0,0-1-58 16,0-2-42-16,0 1-1 0,0-2-19 0,2-2-72 0</inkml:trace>
  <inkml:trace contextRef="#ctx0" brushRef="#br1" timeOffset="-199138.9">13669 16232 1840 0,'-1'0'54'15,"0"0"113"-15,-15 1-151 0,5 0-15 0,1 1 3 16,0 1-6-16,-2 0-1 0,1 1 3 0,-3 2-3 15,4 0 3-15,-2 1-9 0,-2-6 5 0,2 12 3 16,-1 0 0-16,0 0 0 0,-1-2-1 0,2 2 1 0,4-1 0 16,-4-1-5-16,5-2 2 0,0 0 0 0,1-2 2 15,4 2-1-15,-4-2 3 0,4-3-6 0,-2 2 3 16,2-1-11-16,-2 3 14 0,2-1-4 0,2 4 6 16,0-2-11-16,1 1 4 0,4 0-1 0,3 3 3 15,1 1 2-15,10 2-2 0,-2-1 0 0,-1-1-1 16,2 2 4-16,2-1 6 0,-1 2-2 0,-2-4 2 15,0 0-7-15,-3-1 1 0,-4-4 0 0,0 0 2 0,-2-1 0 16,-2-1-2-16,-1 0 3 0,-2-1-3 0,-1 0 6 16,0-2-5-16,-1-1 7 0,1 2-3 0,-1-1 23 15,1 2-10-15,-2 0-2 0,-2 0-2 0,-2 2-8 0,-3-1 1 16,-15-1 4-16,6 1-2 0,-4-2 1 0,1 1-8 16,3-2-2-16,2 1-1 0,-1-2-4 0,3 0-11 15,-3 1-4-15,4-2-4 0,0 0-30 0,2 6-28 16,2-2-2-16,-2-2-11 0,3 0-38 0,1-1-35 15,1-1-20-15,-1 0-8 0,2-1-93 0</inkml:trace>
  <inkml:trace contextRef="#ctx0" brushRef="#br1" timeOffset="-198857.29">13992 16357 1088 0,'0'0'179'16,"0"0"3"-16,-1 2-40 0,0-1-24 0,0 0-58 15,0 0-24-15,-1 2-8 0,2-2 8 0,-3 5-10 16,-2 2-9-16,3-3-6 0,0 2-4 0,2 0 2 16,0-3-7-16,1 3-3 0,1-1 0 0,-1-3-1 0,6 0 6 15,10-2-1-15,2 0 7 0,1 1-4 0,1 11 7 16,-1-6-2-16,-1-4-2 0,-2-2 1 0,0-1-9 15,-2-1 2-15,0-1-2 0,0-1 3 0,0 1 0 16,-5 0-17-16,2-2 1 0,-3 2-9 0,0 0-10 0,0-2-49 16,-1 2-14-16,-1-2-17 0,0 1-102 0,-1-1-197 15</inkml:trace>
  <inkml:trace contextRef="#ctx0" brushRef="#br1" timeOffset="-198574.61">14188 16121 1500 0,'-2'0'155'16,"0"0"321"-16,-5 0-436 0,-5 2-30 0,3 0-5 0,3-1-5 16,2 0-4-16,1 0 4 0,1 0 1 0,-1 1-1 15,0 2-9-15,1 7 0 0,-7 2-6 0,3 0 4 16,1 2-8-16,3 0-2 0,1 3 2 0,1 0 0 15,0 2 13-15,0-1 3 0,0 4 5 0,0 3-2 16,0-2 3-16,-1 3-3 0,1 2 1 0,0-5-1 16,0 5 1-16,0-5 1 0,0 0-2 0,0-2 0 15,1-3-13-15,0-1-53 0,0-1 2 0,0 0-22 0,2-1-28 16,-1-1-71-16,1-2-18 0,-1-2-32 0,0 2-214 16</inkml:trace>
  <inkml:trace contextRef="#ctx0" brushRef="#br1" timeOffset="-198156.76">15074 16095 943 0,'0'0'125'0,"-1"0"11"0,0-1-47 0,0 0-30 16,-1 1-37-16,-10-7-18 0,0 0 8 0,1 0 0 0,3 2 1 16,-3-1-12-16,0-1 1 0,0 1-6 15,-2-1 4-15,0 1-6 0,-1 0 1 0,-2 0-4 0,-1 3 2 16,1 1-5-16,-2-1 19 0,0 1 4 0,2 2 6 16,-2 0 19-16,1 1-3 0,-1 1 0 0,-2 4-2 15,1 1-1-15,0 3-9 0,1-9 9 0,0 17-10 16,-1-1 9-16,3 4 5 0,-1-1-6 0,0 2 5 15,2-1-12-15,4 1-3 0,-1 2-2 0,4-2 2 0,-2-1 2 16,6 0 5-16,0 0 3 0,3-1-1 0,-11 2 6 16,6-4 2-16,5 5-10 0,2-2 7 0,4 0-13 0,2-1-2 15,1-2 2-15,2-3-5 0,-3-2-12 0,12-2-11 16,1 3-4-16,1-3-2 0,1-1-1 0,2-3-7 16,0-1-3-16,0-4-3 0,2 3-18 0,2-2-6 15,-2-2-13-15,5 2-1 0,-1 12-65 0,0-8-143 16,7-6-111-16</inkml:trace>
  <inkml:trace contextRef="#ctx0" brushRef="#br1" timeOffset="-197506.86">15396 16376 1508 0,'-1'0'113'0,"0"0"1"0,-1 0-38 0,-1 0-14 0,-7 0-42 16,2-1-13-16,-1 0-1 0,1 0 6 0,1 0-5 16,0-1-4-16,-1 1-4 0,2 0-9 0,-1 0 2 15,1 0-17-15,-1 0 0 0,1 1 0 0,-1 0 1 16,-1 0 4-16,-2 0 13 0,0 1 1 0,-2 2 5 16,0 3 11-16,0 1-1 0,-1-3 7 0,2 12-7 15,-2 2-1-15,1 2 8 0,3 2-1 0,-2-2 6 0,4 1 11 16,1-2-10-16,3-4 4 0,-1-2-7 0,2-3-1 15,-5-1 4-15,2-2-6 0,1 0 6 0,2 0-8 16,1 2-7-16,1-4 3 0,0 0-6 0,0 0-5 0,0-4 1 16,1 1-1-16,1 1 3 0,8 3 11 0,0-2 3 15,3-1 0-15,-1-3 1 0,2-2 5 0,-1-1-6 16,0-3-3-16,1-1-2 0,-2 6-12 0,-1-16 1 16,-3 1 3-16,0 3 0 0,1 4 1 0,-3 0-2 15,-1 5 0-15,-3-1-1 0,0-1 0 0,0 4 1 16,0-1 1-16,1 1 0 0,-1 0 2 0,-1 0-4 15,0 1-6-15,0 0 2 0,1 0-9 0,-1 1 4 16,0 0 3-16,0 1-2 0,0 5 7 0,3 14-4 0,-2 3 2 16,-2-1-4-16,0-1 6 0,-2 1 0 0,0-2 3 15,-1 0-1-15,0 1 8 0,-1-1-1 0,-1-1 1 16,1 0-2-16,-1-1 4 0,-1 0 3 0,0-1 1 16,-1 0 1-16,0 0-8 0,-1-2 1 0,0 2-9 15,-1-3 6-15,2-4-7 0,-1 2 0 0,2-4 4 0,4-1-4 16,-8 0 8-16,3-3 0 0,2 0 2 0,0-1 0 15,1-2 8-15,1 0-7 0,0 1 3 0,1-1-3 16,0 1 4-16,-1 0-9 0,1 0 4 0,0-1-7 16,1-1-4-16,-1 0-1 0,1-1-5 0,1-2 4 15,0-19-5-15,4 0-3 0,3-1 2 0,2 1-2 16,3 1 7-16,0 1-4 0,-10 2 4 0,12 2-4 0,-1 3 3 16,1 2 4-16,-2 2-9 0,-1 2 7 0,-1 1-15 15,0 1-24-15,-1 3-1 0,0-5-11 0,0 2-24 16,2 0-25-16,2 3 2 0,-1 1-11 0,2 1-28 15,-1 1-72-15,-4 1-13 0,4 2-30 0,3 1-167 0</inkml:trace>
  <inkml:trace contextRef="#ctx0" brushRef="#br1" timeOffset="-196889.84">15779 16574 974 0,'0'0'136'0,"0"0"259"0,0 0-315 0,0-1-28 0,0-1-1 16,-2 1-8-16,1 0-5 0,0 0-6 0,0 0-4 15,0 0-1-15,0-1-5 0,-1 1-19 0,0 0 10 16,0 0-13-16,0 1 0 0,-5-4-2 0,0 1-3 0,-1 0 3 16,0 1 6-16,0 1 3 0,-3 0 7 0,-1 1-2 15,1 1 9-15,-4 2-7 0,4 2 1 0,-3 2-1 16,1 1 2-16,0-3-9 0,-1 9-3 0,2 2 0 15,0-1-2-15,-1 0 2 0,1 0 2 0,1 0-1 16,0-3-4-16,4 0-1 0,3 1 0 0,1-2 0 16,-4-1-1-16,0 1-2 0,2-2-1 0,3 0 1 15,1-1-2-15,1-2 5 0,0 1-2 0,0-3 2 0,1 2-4 16,0-2 5-16,1-1-1 0,-2-1 4 0,9 0-1 16,3 7 3-16,-1-3 5 0,3-1-2 0,-2-3 6 15,2-2-13-15,0 0 4 0,1-1-5 0,1-2 16 0,-2-2-6 16,0-1 8-16,-1-1-6 0,1-1 9 0,0 6-6 15,0-12-7-15,1-2 3 0,1 1 4 0,-2-4-8 16,0 0 5-16,-1-2-7 0,-1-2 2 0,-2-1 0 16,-1-2 0-16,0-1-1 0,-3-1-7 0,-2 2 0 15,2 0 0-15,8 2 1 0,-5 1 3 0,-5 3-4 16,-1 1 1-16,-2 5-1 0,0 3 7 0,-1 0 1 16,0 0-4-16,0 0 3 0,-2 1-5 0,-1 0 0 15,1 2-1-15,0 1 1 0,-1 0 5 0,2 2-5 16,0 1 9-16,-1-1-8 0,0 1 4 0,1 2-7 0,0 0 1 15,0-1-2-15,0 1-6 0,0 0 7 0,-1-1-2 16,1 2 3-16,0 0-7 0,0 0-3 0,0 0-5 16,0-1 4-16,-1 2-9 0,1 0 10 0,0 2-5 15,-3 9 8-15,0 19 2 0,1 4-3 0,1 8 2 0,0 4-3 16,-1 0-6-16,2-1 10 0,0-7-4 0,1-5 5 16,1-4-1-16,2-6 2 0,-1-3-1 0,1-3 0 15,1-2-6-15,-1-3-12 0,1-2-2 0,-2-3-6 16,1 0-33-16,-2-3-31 0,0-1-8 0,0 0-15 15,0-1-99-15,1 0-229 0</inkml:trace>
  <inkml:trace contextRef="#ctx0" brushRef="#br1" timeOffset="-196555.78">15368 15754 1398 0,'0'0'73'16,"0"0"137"-16,0-1-184 0,0 0-4 0,0 0-12 15,0 0 9-15,0-1-6 0,0 1-7 0,0 0 10 0,0 0-9 16,0 0 17-16,0-1-9 0,0 1 5 0,0 0-4 16,0 0 24-16,0 1 13 0,0 0-3 0,0 0 5 15,0 0-3-15,0 0-1 0,0 1-7 0,0 1 0 16,-2 13-38-16,-3 10-6 0,-1 10-5 0,-3 2-2 16,-2 7-28-16,-2 2-96 0,-1 4-15 0,0 3-57 15,0 2-347-15</inkml:trace>
  <inkml:trace contextRef="#ctx0" brushRef="#br1" timeOffset="-182710.96">16222 11666 708 0,'-1'-2'0'15,"0"1"7"-15,-1 0 68 0,0 0-10 0,0-2 7 16,-1 2-36-16,-1-1-4 0,1-2-6 0,-1 1-10 0,0 1 11 15,1-1-7-15,-2 1 7 0,0-2 0 0,2 3 1 16,-1-1-9-16,1-1 5 0,-1 1-3 0,2 1 5 16,-2-1 4-16,3 0 6 0,0 0 2 0,-2 1 1 15,2-2 2-15,1 2-6 0,-2-1-4 0,0 0 0 16,-1-1-10-16,1 1 5 0,-1 1-3 0,2 0 3 16,0-1-10-16,0 1-7 0,0 0-3 0,0 0 0 15,-1 0 1-15,1 1-8 0,0 0 6 0,0 1-6 0,0 0 10 16,0 7-9-16,-2 11 0 0,3 1-3 0,0 2 8 0,0 3 0 15,3 2 1-15,-2 1-4 0,1 2-2 16,0 0 10-16,0 1-3 0,-2 1 6 0,0-1-7 0,0 0 7 16,0 0 0-16,-2-3 3 0,1-1 10 0,-1-1 0 15,0 0 5-15,-2-2-4 0,-1 2 3 0,1-1-7 16,0-3 1-16,1-1-4 0,0-2-7 0,1 0-10 16,1-3 7-16,-1 1-8 0,1-4 6 0,0-1-2 15,1-3-7-15,0-3 4 0,0 0-4 0,0-4-4 16,0 2 2-16,0-2-3 0,0 2-6 0,0-2-2 15,0 0-2-15,0 1 0 0,0-1-10 0,0-1-29 16,0 0 4-16,0 0-12 0,0 1 3 0,0-1-14 0,0 0-7 16,0 0-4-16,0 0-22 0,-1 0-22 0,0 1-3 15,0-1-7-15,-1 1-8 0,1 1 1 0,0-1-6 16</inkml:trace>
  <inkml:trace contextRef="#ctx0" brushRef="#br1" timeOffset="-182228.07">15749 12464 564 0,'-1'0'42'0,"0"0"60"0,-2 0-26 0,-8-2-2 16,0 0 0-16,1 1-1 0,-1-1-5 0,-1 0-11 16,2 0 0-16,-2 0-5 0,1 1-8 0,2 0-3 15,-2 1 2-15,2 0-3 0,1 0-4 0,1 0-8 16,1 0 0-16,1 0-2 0,0 0 1 0,1 0-15 16,1 0 4-16,1 1-7 0,0 0 8 0,-1 0-9 15,2 0-3-15,0 1 0 0,0-1 13 0,1 0 6 0,0 0 8 16,1 0-6-16,1 0-8 0,5 3-6 0,12 2-7 15,2-1 4-15,3-2-2 0,3-1-3 0,2 0 3 16,5-2-4-16,0 0 8 0,8-3-3 0,-4 0 0 16,2-1-3-16,2 1-4 0,-3-1 2 0,3 1 4 15,-5 0-2-15,2 0-5 0,-5 0 8 0,3 0-5 0,-2-1 8 16,0 1-12-16,-1 0 3 0,0 0-2 0,-3 2 5 16,-3-2-5-16,-5 1 3 0,-2 0-2 0,-4 1 3 15,0-1 0-15,-2 1-4 0,-4 1 1 0,-2-1 0 16,-2 1 5-16,-2 0-7 0,0 0 3 0,-4 0-5 15,1 0 8-15,0 0-4 0,1 0 2 0,-1 0-3 16,-1 0-3-16,0 0-3 0,1 0 1 0,-1 0-4 0,0 0-27 16,0 0-66-16,0 0-14 0,-1 0-19 0,0 0-71 15,0 0-91-15,-1 0-33 0</inkml:trace>
  <inkml:trace contextRef="#ctx0" brushRef="#br1" timeOffset="-181827.06">15850 12863 1087 0,'-2'0'50'0,"-10"-2"100"0,-5 1-113 0,5 0-1 0,1 1 0 15,3 0-2-15,0 0-14 0,1 0-9 0,1 0 2 16,1 0-3-16,2 0 7 0,0 0-17 0,2 0 4 15,0 0-6-15,-1 1 3 0,-1 0-1 0,1 1 0 0,1-1 0 16,-1 0 11-16,1 0 7 0,0 0 3 0,1 0 0 16,0 1 5-16,1-1-2 0,0 0-1 0,2 0 0 15,6 4-6-15,9 1 9 0,3-2-2 0,1 1 5 16,4-1-5-16,4-2 6 0,-2-1-8 0,5-1 8 16,-1 0 2-16,2-1-5 0,1-1-2 0,-3-2-3 15,3-1-12-15,-3 1-6 0,2 0 5 0,-4 0-6 16,0-1-1-16,-2 1 3 0,-1 1-4 0,-1 0 3 0,-1 1-4 15,-4 1 0-15,-4 0 2 0,-4 1-2 0,0 0-1 16,-1 0 0-16,0 0 0 0,-3 0 0 0,-3 0-2 16,-2 0-3-16,-3 0-4 0,2 0 2 0,-2 0-11 0,3 0-14 15,-2 0-9-15,1 0-5 0,-1 0-65 0,0 0-44 16,1 0-21-16,-2 0-14 0,0 0-149 0</inkml:trace>
  <inkml:trace contextRef="#ctx0" brushRef="#br1" timeOffset="-181374.29">16127 12972 833 0,'0'0'189'0,"-2"0"28"0,1 0-69 0,0 0-72 16,0 0-32-16,0 0-32 0,0 0 24 0,-1 0-10 16,1-1 13-16,0 0-23 0,0-1-1 0,0 1 2 15,0 1-2-15,-1 0-8 0,1 0-7 0,0 0 0 0,0 0 0 16,0 0 13-16,-1 0-13 0,1 0 5 0,1 0-7 15,0 0 6-15,0 0 9 0,0 0-8 0,0 0 9 16,0 0-6-16,0 0 18 0,0 0-1 0,0 1 7 16,0 1-10-16,0-1 15 0,0 1-15 0,0 2 13 15,5 10-12-15,0 0 0 0,1 2 2 0,-1 2-6 16,1 0-9-16,0 4 3 0,0 3-4 0,0 2 2 16,0 3-9-16,0 3 4 0,-2 4 1 0,0 1-1 0,-2 4 0 15,0 0-6-15,-2-1 4 0,0-1-3 0,-3 1 11 16,1-4-6-16,-2 0 0 0,0-3-1 0,-2 2 5 15,-1 0-10-15,0 1 8 0,0 0-8 0,-1-1 9 0,3-5-7 16,-1 2 2-16,1-3-3 0,0-1 10 0,-1 0-10 16,1 1 1-16,1-3-2 0,-1-2 13 0,2-8-7 15,0-2 10-15,1-3-8 0,1-1 12 0,-1 1-5 16,0-4-2-16,1-1 1 0,1-1-7 0,0 0-4 16,0-2 1-16,0 1-1 0,0-1 0 0,0-2 0 15,0 1-1-15,0 0-1 0,0-1-9 0,0-1 2 16,0 0-6-16,0 1 2 0,0-1-25 0,0 1-45 15,0 1-4-15,0-1-12 0,0 0-1 0,0-1-41 0,0 1 27 16,0-1-44-16,1 0-107 0,1 0-161 0</inkml:trace>
  <inkml:trace contextRef="#ctx0" brushRef="#br1" timeOffset="-180926.65">15810 14424 617 0,'-1'0'6'0,"0"0"2"16,0 0-16-16,-11-2-14 0,3 0-3 0,-1-1-37 0,2 2-36 15,0 0 15-15,1-2-18 0,0 1 55 0,2 0 57 16,-1-2 13-16,1 2 19 0,1-2 76 0,0 2 6 15,1 0 1-15,-1-1 0 0,1 1 0 0,-1 0-19 16,0 0 4-16,2 1-11 0,-1 0-7 0,0 0-12 16,2 1-8-16,0 0-1 0,-1-1-31 0,-1 0-16 15,1-1-2-15,1 1-4 0,0 0-14 0,-1 0 9 16,1 0-3-16,1-1 5 0,0 1-2 0,1 0 5 16,2 0 1-16,11-6 1 0,8-1-2 0,4 1 4 15,1 1-2-15,5 0 2 0,-2 1 2 0,2 0-15 0,0 1 7 16,-2-1-10-16,-1 0 7 0,-1 1-12 0,0-1 3 15,-4 0-5-15,2 3 3 0,-4 0 1 0,0 0-2 16,-2 1 3-16,0 0 5 0,-2 1-5 0,-1 0 1 16,0 0-3-16,1 1-1 0,-4 0 0 0,-1 1 5 15,0-1-3-15,-3 0 6 0,-2 0-10 0,3 0 2 0,-5 0-3 16,-1-1 1-16,-1 0-7 0,-1 0-1 0,-2 0-3 16,1 0-1-16,0 2-67 0,1-1-17 0,-1 0-24 15,1-1-118-15,-1 0-237 0</inkml:trace>
  <inkml:trace contextRef="#ctx0" brushRef="#br1" timeOffset="-180593.28">15876 14598 1290 0,'-1'0'62'0,"0"0"-3"0,0 0-9 15,-1 0 0-15,0 0-25 0,1 0-13 0,0 0-1 0,0 0 4 16,-1 0-3-16,1 0 3 0,1 0 14 0,0 0 1 16,1 0 6-16,2 0 4 0,9 1-16 0,4 1-1 15,3 0-3-15,0-1-6 0,2 0-7 0,-4 1-3 16,0-2 0-16,-2 0-8 0,-1 0 1 0,0 1 2 15,1 0 0-15,-3 0 6 0,-1 0-5 0,-2 0 4 0,1 1-4 16,-3-1 4-16,-1-1-19 0,0 0-9 0,-2 0-7 16,1 0-71-16,-1 0-75 0,-2 0-23 0,-1 0-24 15,0 0-159-15</inkml:trace>
  <inkml:trace contextRef="#ctx0" brushRef="#br1" timeOffset="-180443.03">15914 14725 1254 0,'0'0'91'0,"-1"0"161"0,-1 0-194 16,1 0-37-16,0 0-4 0,0 0-8 0,0 0 0 0,1 0 2 16,0 0 7-16,1 0-6 0,1 0-2 0,14 1-20 15,9-1-6-15,2-1-5 0,2-2-18 0,1-4-57 16,0-3 2-16,1-1-31 0,1-4-109 0</inkml:trace>
  <inkml:trace contextRef="#ctx0" brushRef="#br1" timeOffset="-179792.13">16991 12776 897 0,'-1'0'46'0,"0"-2"83"0,-1 1-105 0,1 0-16 15,-1 0-3-15,1-1-3 0,-2-1-2 0,2 1 4 16,-4-5 0-16,3 1 1 0,0 0-6 0,-1 0 10 16,1-1 10-16,0 0 2 0,-1 1 37 0,1 0-12 15,-2 0 9-15,2 2-6 0,-1-1 30 0,-1 0-18 0,2 2 3 16,-1-1-8-16,1 2-3 0,-4 1-24 0,-1-2 5 15,0 2-12-15,0 0-4 0,-2-6-9 0,-1 1-8 16,-2 1 3-16,1 2-10 0,-6 2 5 0,2 1-1 16,0 2 2-16,-2 4 2 0,0 3-4 0,-1-8 10 15,0 16-8-15,2 3 7 0,0 1-6 0,1-1 0 0,0 5 0 16,1-4 7-16,2 0-10 0,0 3 0 0,1-6-2 16,3 1 5-16,1 0 6 0,3-1-1 0,0-2 2 15,1 1-3-15,1-3-3 0,1 1 4 0,-7-2-3 16,2 0 9-16,3 0 6 0,0-1-1 0,3-1 5 15,0 0 7-15,3 1 5 0,0-2-3 0,2 1 1 16,2-1-23-16,-6 1 6 0,12 0-5 0,0-2 4 0,-1 0-14 16,1 1-2-16,0-3 2 0,0 0-1 0,-1-1 7 15,3 0-11-15,0-2-2 0,0 1-2 0,0-1 6 16,-3-3-10-16,4 1-5 0,-4-1-2 0,3 1-19 0,0-1-9 16,-3 0-6-16,2 8-2 0,-1-3-19 0,0-1-34 15,4-2 6-15,-1-1-18 0,0-2-19 0,0 0-88 16,-3 0-43-16</inkml:trace>
  <inkml:trace contextRef="#ctx0" brushRef="#br1" timeOffset="-179408.21">17138 13182 1127 0,'0'0'35'0,"0"0"0"0,-1-1 21 0,0 0-10 16,-1 0 1-16,1-1-18 0,0-1-19 0,1 1 5 0,-2-5-10 16,-1 0 9-16,2 1 0 0,0 0 0 0,0 0-1 15,0 1-6-15,1 2 10 0,-2-1-1 0,2 1 5 16,0 2 22-16,0-2 5 0,-1 1 2 0,0 0-1 16,0-1-2-16,0 1-10 0,0 1 10 0,-1 0-9 15,2-1 12-15,0 1-26 0,-1 0 0 0,1 0-7 16,-1 0 2-16,0 1-6 0,0 0 6 0,0 1-6 0,1 1 1 15,-6 17-5-15,0 2-3 0,1 0 2 0,0 2-2 16,2-1-3-16,-2 3 4 0,0-1-3 0,2 1-1 16,-1 1 4-16,1-4-6 0,-2 4 7 0,0-1-2 15,2 2 7-15,-1 0 0 0,0-2 2 0,-1-1 8 0,-1 1-8 16,0 0 8-16,0-3-7 0,0-2 9 0,1-1-7 16,-1-1-7-16,1-2 3 0,3-3-15 0,-1-2 0 15,1-2-2-15,1-2-1 0,0-1-28 0,1-3-65 16,0 1-22-16,0-3-19 0,0 0-114 0</inkml:trace>
  <inkml:trace contextRef="#ctx0" brushRef="#br1" timeOffset="-176723.27">22272 15694 256 0,'0'0'258'15,"0"0"-120"-15,-1-1 68 0,0 0 3 0,0 0-189 16,-2 0-6-16,1-2-6 0,-1 1 5 0,3 1-5 0,-3-4 12 16,1 1-3-16,-4 1 4 0,-1 1-2 0,0-1 8 15,0 1-11-15,1-2 6 0,-4 2-5 0,2 0 22 16,-4 0-13-16,2 1 2 0,-1 0-7 0,-1-7-7 0,3 3 10 16,-4 0 2-16,0 2 3 0,-2 1-7 0,-1 0 2 15,1 2-10-15,-2 2 8 0,0 0-5 0,1 1-3 16,-2 3 3-16,-3 3-4 0,1 0-5 0,-1 3 0 15,1-11-6-15,-3 17 4 0,-1-1 0 0,4 2-6 16,-4 0 4-16,9 2-5 0,2-1 4 0,-5 0 2 16,8 0 2-16,-1 0-2 0,-1-1-2 0,5 2 6 15,-1 2-9-15,2-3 8 0,4 2-5 0,1-5-3 16,-11 1 4-16,4 1-4 0,3-3 1 0,3 3 5 16,2-3 2-16,1 0 3 0,1-1 13 0,3-1 6 15,0-2-1-15,0-2 3 0,2 1 7 0,-5-2-18 0,11 2 5 16,3-2-9-16,0 0 8 0,4-1-11 0,2-2 7 15,1-2-8-15,3 0 4 0,0-2-21 0,-1 0 4 0,0-1-10 16,0 13-7-16,1-6-1 0,-1-4-6 0,-1-3 5 16,0-1-1-16,2 0-17 0,0-1-16 0,0-2-3 15,2 1-87-15,0-2-87 0,-1 1-47 0</inkml:trace>
  <inkml:trace contextRef="#ctx0" brushRef="#br1" timeOffset="-176087.92">22417 16156 832 0,'-1'0'272'0,"-1"0"-358"15,0-1 313-15,-4 0-172 0,-6-3-52 0,4 2 1 16,3 1 2-16,0-1 1 0,-1-1 5 0,1 1 2 16,-2-2 4-16,1 1-1 0,5 3 5 0,-3-2 5 0,2-1-10 15,0 1 6-15,0-1-12 0,1 1 6 0,0 0 8 16,1 1-3-16,0-4 9 0,0-1-6 0,0 4-5 16,0-2 2-16,1 2 1 0,2-1-13 0,-2 2 7 15,8-6-11-15,2 1 1 0,-1 3 13 0,1 2-8 0,1 1 11 16,-2 3 1-16,0 2-4 0,0-2 1 0,-2 15-4 15,1 1-2-15,-2 1-13 0,-1 1-1 0,0 0-4 16,-3 3 1-16,-2-2-5 0,13 2 2 0,-7 3-3 16,-4 1 8-16,-4 4 7 0,-6 0 13 0,-4 4-6 15,-2-3 18-15,-2 1-9 0,-1-6-3 0,12-2 1 16,-20 0 10-16,4-6-2 0,0 0 5 0,0-6-4 16,6-1 5-16,-2-5-4 0,5-1-5 0,3-2 2 0,-4-3-7 15,4-1-5-15,-2 6 6 0,7-4-6 0,-3 0-3 16,1 0-14-16,3-3-1 0,-3 1-2 0,4-1 12 15,-2 0-10-15,0 0 0 0,1-1-5 0,1-1 4 0,0 1-1 16,-1-2 4-16,0-11-3 0,2 1-2 0,0 0 5 16,2 0-5-16,2 1 5 0,1 0-4 0,-1 3 4 15,1-1 0-15,0 3 1 0,-1 0 0 0,1 0-3 16,7 0 4-16,1 2-2 0,1 1 4 0,1 1-2 16,2-1 0-16,0-2-1 0,1 1 0 0,2-1-4 15,0 2 1-15,0-1-2 0,0 1 11 0,-1 2-7 16,1 1 1-16,0-11-3 0,-1 6 2 0,-2 3 0 15,1 1 0-15,-2 2 1 0,-2 0 3 0,2 3-4 0,-2 0 2 16,0 2-3-16,0 1-8 0,-3-1 2 0,-1-1-2 16,-5-1 1-16,3 3-11 0,-1-2-48 0,-2 0 2 15,-2-2-20-15,-1-2-23 0,1 3-49 0,-1-1 1 16,2 1-25-16,1 0-82 0</inkml:trace>
  <inkml:trace contextRef="#ctx0" brushRef="#br1" timeOffset="-175785.14">23006 15833 1678 0,'0'0'58'0,"-1"0"122"0,-1 0-163 0,1 0-26 16,0 0 0-16,0 0-9 0,1 0-2 0,0 0 22 16,0 0-7-16,1 0 10 0,0 1-12 0,5 0 13 15,11 2-2-15,0-1 5 0,3 2-9 0,-1-2-4 16,0-1-2-16,4 1 0 0,-4 0-10 0,-1-1 5 16,-2 0-6-16,-4 0 3 0,1 0-22 0,-4 1-28 15,0-1 0-15,0 1-11 0,-1 0-29 0,2 1-56 0,-3-1-19 16,-4-1-24-16,2 2-196 0</inkml:trace>
  <inkml:trace contextRef="#ctx0" brushRef="#br1" timeOffset="-175605.56">23001 16060 1924 0,'0'0'81'16,"0"0"6"-16,0 0-36 0,0 0-18 0,0 0-27 15,0 0-21-15,0 0 13 0,1 0-4 0,2 0 6 16,20-5-8-16,7 2-4 0,2-1 1 0,7 1-4 16,0-2-26-16,5-1-111 0,-1-3-16 0,1-3-52 0,0-2-259 15</inkml:trace>
  <inkml:trace contextRef="#ctx0" brushRef="#br1" timeOffset="-167598.14">15226 8880 36 0,'-1'0'0'0,"-2"0"11"0,-12 0 124 0,0 0-34 0,0 1 7 16,-1 1-59-16,1 2-16 0,-2 1-4 0,2-2-8 16,0 1 8-16,2-1-8 0,1 1 14 0,-1-1 1 15,0 1 4-15,-3-1 7 0,1 0 5 0,3-2 7 16,0 0-3-16,1-1 9 0,4 0-1 0,-1 0-9 0,-1 0 4 15,1 0-28-15,0 0 3 0,1-1 2 0,4 1 2 16,-1-1-2-16,0-1-10 0,3 2-2 0,-2-1-2 16,1 0-10-16,-1 0 1 0,1 0-5 0,0 1 4 15,1-2-10-15,-1 2 0 0,1 0-2 0,0 0 1 16,0 0-2-16,1-1 2 0,0 0 4 0,1 0 0 16,0 0 3-16,2 0-6 0,1-1 5 0,9 0-5 0,0-1-1 15,7-2 9-15,2 0-8 0,3 0 9 0,2 2-4 16,3-2-7-16,-1 1 3 0,5 0-5 0,4-1 1 15,-1 2 2-15,6-1-1 0,5 1 0 0,2-1 5 0,2 1-7 16,-1-1 3-16,1 2-4 0,-2-1 10 0,2 1-3 16,1-3-2-16,0 2 0 0,2-1 11 0,3 0 2 15,2-2 8-15,-2-3-7 0,-1 0 5 0,-1 0-7 16,-3 0-3-16,-1 1 1 0,0 0 0 0,2 1-12 16,-4 1 9-16,0 0-9 0,-1 1 8 0,-5 1-9 15,-1-1 1-15,-6 2-1 0,-6-2 4 0,-1 2-4 16,-4 1 0-16,-3 1-2 0,-3 1 9 0,-5 0-9 15,-1 0 4-15,-2 0-4 0,-4 0 7 0,-1 0-3 0,-3 0-2 16,0 0 0-16,-3 0 1 0,1 0-13 0,0 0-3 16,1 0-9-16,-2 0-48 0,0-1-73 0,0 0 2 15,-1-1-31-15,-1 1-69 0</inkml:trace>
  <inkml:trace contextRef="#ctx0" brushRef="#br1" timeOffset="-167031.14">14875 9163 792 0,'-1'0'35'0,"0"-1"7"0,0 0-27 15,-1 0-12-15,-1-1-9 0,1 2 7 0,0 0-18 16,-1 0 8-16,2 0-13 0,0 2 6 0,0-1-7 16,-1 0 1-16,1 0-2 0,1 1 14 0,0 1 14 15,0-1-2-15,1 1 8 0,1-2 7 0,0 0 19 16,2 0 7-16,5 4 3 0,6-2 19 0,2 0 0 16,-3-3-6-16,1-2 3 0,2 1-9 0,-1-2-17 0,4-1 8 15,0 0-11-15,1-1 3 0,4 0-13 0,1-1 0 16,3 0-5-16,1 1-2 0,2-1 4 0,4 0-2 15,3 0 3-15,4-2-14 0,5 1 9 0,3 0-8 16,3-2 8-16,-1 2-15 0,0-1-1 0,-2 0 0 16,1 0 0-16,-1 0 12 0,2 0-5 0,2 1 3 0,3 0-3 15,-1 0 6-15,-3 0 2 0,-2 1 1 0,-3-1-1 16,0 1-1-16,-6 0-2 0,2 0 1 0,-3 2-2 16,1-1-4-16,-1 2-4 0,-3-2 0 0,-4 1 0 15,-3 1 16-15,-3-1-3 0,-2 1 8 0,-5-1-6 16,1 1 14-16,-4 0-7 0,-3 1-1 0,1 0-3 15,-3-1-9-15,-3 1 1 0,-1 1 1 0,-2 0 1 16,0-1 2-16,-3 2-2 0,0 0 0 0,-2 0 1 0,0 0 3 16,-1 0-3-16,-1 0 1 0,1-1-1 0,1 1 0 15,-1 0 4-15,1 0-2 0,-2 0 1 0,0 0-9 0,0 0 1 16,0 0 3-16,0 0-2 0,1 0-5 0,-1 0-7 16,0 0-2-16,0 0-1 0,0 0 2 0,0 0 1 15,1 0-10-15,-1 0 0 0,0 0-73 0,-1 0-190 16,0 0-36-16</inkml:trace>
  <inkml:trace contextRef="#ctx0" brushRef="#br1" timeOffset="-154370.08">24146 15530 590 0,'0'0'83'0,"-1"0"-15"0,0-2 32 15,0 1 2-15,0 0-62 0,0 0-24 0,-1 0-11 16,1-2 0-16,0 1 0 0,0 0 4 0,1-1-5 15,-2-5 5-15,0 1-4 0,1 0 7 0,1-1-3 16,0 1 0-16,0-4-1 0,0 3 7 0,0 0 14 16,0 1 9-16,0-2 1 0,0 2 24 0,0-1-5 15,0 0-6-15,0 1 2 0,0 0-9 0,0 1-15 0,-1-1 6 16,0 1-9-16,-2-1 6 0,1 1-12 0,0-1-2 16,-1 2-4-16,0-1 0 0,1 2-8 0,-2-2 7 15,-1 0-7-15,2 1 6 0,2 0 1 0,-6 1-2 16,2 0 2-16,-2 0 5 0,0 0-11 0,-2 0 7 0,0 1-7 15,1 1 2-15,0-1-2 0,-1 1-5 0,0 1 4 16,0 0 0-16,-1-1 0 0,1-5 3 0,-3 0-3 16,0 3-7-16,-1 0 0 0,2 2 5 0,-4 0-1 15,3 2 4-15,-3 0-1 0,-1 0-7 0,1 2 3 16,-1 0 0-16,-2 2-3 0,0-1 2 0,1 2-3 16,-1 1 4-16,-1 0 2 0,2 1 1 0,1 0-2 15,1 1-3-15,-2 2 2 0,1-5-4 0,-2 13 2 0,0 3 1 16,3 2-5-16,-1 3 3 0,0 7-6 0,3 0 4 15,2 2 2-15,0-2-3 0,2-1 2 0,0-2-1 16,4-3 0-16,0 1 2 0,3-3-2 0,-1-2-6 0,-10-1 6 16,5 0-2-16,4-4 4 0,2 1-2 0,2-4 7 15,1 0-5-15,3 2 6 0,1-4 0 0,0-1 5 16,2 0 9-16,-5-4-4 0,11-2 17 0,4 1-4 16,3-2-5-16,0-3 2 0,5 0 1 0,-2 12-7 15,2-7 2-15,2-3-7 0,-2-4-11 0,1 0-7 16,-2-1 1-16,-2-2-3 0,-2 1-3 0,-2-1-8 15,-1 0-5-15,-1 1 0 0,-2 1-22 0,2-2-37 16,-3 2-16-16,0 0-11 0,0 0-99 0,-1 0-245 0</inkml:trace>
  <inkml:trace contextRef="#ctx0" brushRef="#br1" timeOffset="-153870.34">24197 15807 1027 0,'0'0'89'0,"-1"0"185"0,0 0-266 16,0-1-8-16,-1 0-6 0,1 0 1 0,0-1-2 0,0 0 10 15,0 0 0-15,-1-1 3 0,2 2-1 0,0-1 3 16,0-1-7-16,-1 1 7 0,0 0 6 0,0-1 10 16,1 1 10-16,-1 1-3 0,1 0 20 0,0 0-18 15,-1-1 2-15,-1 1-9 0,1 1-9 0,0 1 3 16,0 1-3-16,-4 7 2 0,-3 14-17 0,2 3 8 16,3 0-10-16,-2 2 9 0,-1 2-11 0,1-2 5 15,2 1 0-15,0 0 2 0,1-3-10 0,0-1 7 16,-1-1 2-16,1-4 2 0,0 0 6 0,-2-4-3 15,2 0 6-15,1-2-3 0,-1-2 10 0,1-2 2 0,0 0-7 16,1-3 4-16,0 0-11 0,0-3 13 0,0 1-8 16,0-3 9-16,1 2-11 0,0-2 2 0,-1-1 7 15,4 2-3-15,9 5 10 0,1-2-11 0,-2-3 5 16,5 0-6-16,0-3-1 0,2-1-2 0,4-2-7 0,-1 0 4 16,3-2-6-16,-1-1-3 0,0 0 2 0,-1 0-3 15,-2-1-4-15,-2 1-23 0,-2 1 9 0,1 0-13 16,-3 0-1-16,-1 2 0 0,-1-1-7 0,0 2 5 15,-2-1-12-15,-2 2-18 0,-1 0-11 0,-2 0-5 16,1 0-59-16,-1 0-72 0,-1 1-18 0,1-2-29 16,-1 1-169-16</inkml:trace>
  <inkml:trace contextRef="#ctx0" brushRef="#br1" timeOffset="-153587.06">24656 15660 1387 0,'0'0'198'0,"-2"0"8"0,1 0-87 16,-1 0-30-16,0 0-77 0,-1 0-38 0,1 0-4 0,1 0 7 15,0 0-2-15,1 0 29 0,1 0-3 0,1 0 8 16,16 0-7-16,4 0 8 0,5 0 3 0,2-1-4 15,1-1 5-15,2-2-3 0,-3 1-10 0,0-2 1 16,-2 0-2-16,-2 0 11 0,-2 2-14 0,-3-1 3 0,-2 2-6 16,-1 0 2-16,-4-1 3 0,1 2-4 0,-2 0 2 15,-1 0-27-15,-1 1-66 0,-4 0-14 0,-2 0-22 16,0 0-94-16,-2 0-134 0</inkml:trace>
  <inkml:trace contextRef="#ctx0" brushRef="#br1" timeOffset="-153302.14">24844 15233 2106 0,'-1'0'37'0,"-1"0"6"0,1 0-25 15,0 0-11-15,-1 0-12 0,-1 0-7 0,1 0 0 16,0 1 2-16,-1 1-1 0,2 0 5 0,-2 5-5 15,-3 13 3-15,5 2-3 0,1 4 6 0,1 4-3 16,1 0 3-16,3 3-2 0,-1 1 4 0,1 0 3 16,0 5-2-16,-2-4 2 0,0 2 0 0,-1-5 1 15,-1-2 2-15,2-2 0 0,-1-2-5 0,0-2-24 0,1-3-5 16,0-2-8-16,2 0-20 0,0-4-23 0,1 0-6 16,-1-2-9-16,2-1-45 0,1-2-75 0,-5-1-25 15</inkml:trace>
  <inkml:trace contextRef="#ctx0" brushRef="#br1" timeOffset="-152920.12">25740 15287 1053 0,'0'0'208'0,"0"0"16"0,-1-1-87 15,-1 0-38-15,0 0-70 0,2 0-22 16,-5-8 2-16,1 1-9 0,-1 1 5 0,-2 0-5 0,0 0 5 16,0 2 1-16,-3 1 1 0,1-1-3 0,2 3-9 15,-5-2-3-15,2 2-2 0,-3 1 7 0,-3-2 9 16,0-7 6-16,-1 4 2 0,0 2 15 0,0 3 0 16,2 1 4-16,-3 2-3 0,1 3 11 0,2 1-24 15,-3 3 8-15,1-5-13 0,2 14 8 0,1 1-11 16,0 3 4-16,3 1-5 0,2 1 6 0,2-1 5 15,2 1-4-15,4-4 5 0,-12 1 2 0,6-3 0 16,3-2-4-16,3 2-1 0,1-3-12 0,4 3 8 0,2-3 0 16,2 0 2-16,1-1-3 0,-2 0-7 0,11-1 0 15,1 0-5-15,2-1-2 0,0-3-8 0,2 1-1 16,-1-2-3-16,1 0-16 0,4-2-15 0,-1 1-5 16,-2-2-5-16,2 0-44 0,-3-2-85 0,3-1-42 0,2 14-44 15,-1-8-442-15</inkml:trace>
  <inkml:trace contextRef="#ctx0" brushRef="#br1" timeOffset="-151686.2">26074 15427 1719 0,'0'0'99'0,"-1"0"210"0,-1 0-298 0,0-1-31 16,0 0-6-16,1 1-8 0,-2 0-14 0,1-1 5 16,0 0-1-16,-1-1 1 0,1 1-21 0,-1 0-1 15,1 0-2-15,0 0 1 0,-1 0-7 0,1-1 22 16,1 2 5-16,-7-2 9 0,-3 1 43 0,0 1 39 16,-4 1-2-16,-1 4 14 0,-3 4 9 0,1 2 5 15,-1-9-5-15,2 16 3 0,0 2-17 0,2-1-9 0,1 0-2 16,2-3-3-16,0-2-19 0,4-2-9 0,4-1-2 15,0-1-1-15,-4 2-3 0,3-4 0 0,2-1 0 16,1 0-2-16,2-1-7 0,0-1 2 0,0-1 1 16,0-1 2-16,2-1 19 0,1 0 3 0,9 6 5 15,2-2-3-15,-1-3 5 0,2-3 4 0,0-1-2 0,1-3 1 16,0-2-12-16,1-2-12 0,-2 0 0 0,0-2-4 16,-1 7-8-16,-2-9 7 0,0-1-3 0,-3 0 5 15,-1 4-2-15,-2-2-3 0,0 5 2 0,-2 3-2 16,-3-1 4-16,-1 3-3 0,2-3-1 0,1 2-1 15,-1 0 1-15,0-1 3 0,1 1-3 0,-2 1 3 16,0 0-6-16,0 0-1 0,0-1 3 0,1 2-2 0,-1 0 0 16,-1 2 1-16,0-1 2 0,0 7 0 0,0 12 2 15,0-1-1-15,-1 2-3 0,1-1 1 0,-2 2 2 16,2 2-1-16,0-1 0 0,0 2-2 0,0 1-1 16,0 2 0-16,-1 1 1 0,-2 6-1 0,-2 0 2 0,0 2-6 15,1 3-2-15,-2 0-1 0,-3 3 3 0,1-6 3 16,-2 0 7-16,-2-4-3 0,0-5 6 0,-1-2-2 15,0-1 4-15,2-4-3 0,9-2 6 0,-11-3-4 16,0-1-2-16,1-3 0 0,1-3 6 0,2 0 14 16,0-3-1-16,2-4 5 0,3 0-4 0,-2-1 2 15,2 2-5-15,1-1 3 0,-1-1-6 0,3-1-16 16,-1 0 2-16,-1 0-8 0,1-1-14 0,1-1 1 16,-3-11 1-16,4-11 1 0,5 0 10 0,5-3-8 15,3 0 2-15,1 1-3 0,-9 0 12 0,13 0-4 0,-1 1 5 16,1 2-3-16,-1 4 3 0,0 5-4 0,-3 2 3 15,0 4-6-15,2 1-2 0,-2 0 1 0,1 2-6 0,0 0 5 16,0-1 2-16,1 3-1 0,0 1 0 0,0-9-2 16,1 3-6-16,-1 3 12 0,1 0-7 0,1 1 9 15,-2-1 0-15,1 0-2 0,-1 1 4 0,0-1-3 16,0-1 9-16,-2 0-2 0,-1-1 0 0,0 0-2 16,0-2-4-16,-1 6 9 0,0-9 4 0,-3-2 1 15,0-1-5-15,1-1-5 0,-1 0-2 0,-1 1 1 16,2 2-1-16,-1 0 0 0,-2 3 1 0,-1-1 1 15,-2 3 5-15,-3 0-4 0,0-1 1 0,5 2-1 0,-3 1-2 16,1 0 0-16,-2 2-1 0,-1-1 0 0,1 0 1 16,-2 1 1-16,0 0 6 0,0 1-4 0,0-1 5 15,0 2-3-15,-2-1-3 0,1 1 0 0,0 2 1 0,-5-5 2 16,0 2 0-16,-2-1-1 0,2 2-6 0,0 1 3 16,-1 1-2-16,1 0 2 0,-1 1-8 0,0 1 2 15,0 2 2-15,3-1 1 0,-2 4 7 0,0 7-10 16,1 1 1-16,-1 1-4 0,3 1 9 0,0 0-8 15,1 2 6-15,1 0-8 0,-2 0 10 0,-8-2-6 16,4 0 4-16,3-2-6 0,2 0 0 0,1-3 1 16,1 0-2-16,1 0 4 0,1-3-1 0,2 0 6 15,-1-2-2-15,1-2 4 0,4-4-2 0,5 9-2 16,2-4 1-16,0-4-1 0,1-2 1 0,-1-4 4 0,-1 0 0 16,1-3 3-16,0-3 6 0,-1 2-6 0,0-10-4 15,-2-5 1-15,2 2-2 0,-3-2 1 0,1 1 0 16,0 0-1-16,1-2-6 0,-5 1 7 0,0-1-4 15,-2 1 6-15,-2-2-9 0,2 0 3 0,-3 0 0 0,-1 0 2 16,0-2-1-16,13 0 4 0,-7 2 0 0,-2-2-1 16,-4 1-5-16,1 4 3 0,-2-1-3 0,0 4 3 15,-1 4 3-15,0 0 1 0,0 4 0 0,0 3-1 16,0 1-3-16,0 2-7 0,0 2 6 0,0-1-6 16,0 3 5-16,0 0 0 0,0-1-4 0,0-1 2 15,0 2-16-15,-1 0-5 0,0 1 5 0,0 1-4 16,-11 20 9-16,-2 17-1 0,2 4 2 0,-1 4 1 15,1 2 13-15,0-1-2 0,2 0 0 0,0-3-2 0,2-3 2 0,4-2 1 16,1-3 0-16,3-3 0 0,0-2-1 0,1-4 0 16,2-4 2-16,0 0 0 0,1-6-1 0,0-1-16 15,2-2-3-15,0-4-6 0,0 0-31 0,-1-4-26 16,-2-3-4-16,14-1-9 0,-2 8-47 0,-1-6-160 16,2-4-65-16</inkml:trace>
  <inkml:trace contextRef="#ctx0" brushRef="#br1" timeOffset="-151299.98">25930 14639 757 0,'0'0'351'0,"0"0"41"16,0 0-128-16,-1 0-105 0,0 0-82 0,0 0-74 0,0 0-1 15,-1 0-2-15,0 2 2 0,0-1 4 0,-4 21-6 16,0 4 4-16,0 1-4 0,1 1 3 0,0 2-9 16,0-2 1-16,1 0-4 0,1-2 0 0,0 0-14 15,1-3-2-15,1-5-3 0,-1 2 1 0,0-9 2 16,1-1 1-16,0-3-3 0,-4-1-10 0,2-1-34 16,3-4-1-16,-1 1-13 0,-1 1-30 0,1-1-55 15,0-1-11-15,0 0-27 0,0-1-181 0</inkml:trace>
  <inkml:trace contextRef="#ctx0" brushRef="#br1" timeOffset="-151134.34">26106 14538 786 0,'0'0'316'0,"0"0"28"0,0 0-89 0,0 0-86 0,0 0-75 15,-2 0-74-15,1 0-10 0,0 1 0 0,0 1-2 16,-4 4 4-16,-8 17 3 0,1 3-2 0,3 0 1 15,0 3-16-15,2 2-59 0,1 1-32 0,0 3-19 16,2 4-212-16</inkml:trace>
  <inkml:trace contextRef="#ctx0" brushRef="#br1" timeOffset="-130567.23">25943 10991 250 0,'0'-2'0'0,"0"1"111"0,-1 0 22 15,0-1 37-15,-1-4 13 0,-2-1-105 0,1 0-11 0,-1-2-64 16,-1 1 16-16,1-1-16 0,-2-2 55 0,0 1-26 15,1 0 3-15,2 2-12 0,-1 1-20 0,-1-2 12 16,2 0 1-16,-1 0 6 0,1-1 10 0,0 2-5 16,1 0-6-16,1 1 2 0,0-1-4 0,1-3 11 15,0 4-1-15,0-1 3 0,0 1-1 0,0 1-3 16,0 1-7-16,1-2 3 0,-1 4-7 0,0 0-2 16,0 1 6-16,0 0-6 0,1-1 2 0,-1 1-5 15,1 1 3-15,-1 0-3 0,0-1 11 0,0 1 7 0,0 0 2 16,0 0 1-16,0 0 16 0,0 1-10 0,0 0 6 15,0 1-7-15,0 1-2 0,1 8-5 0,1 8-4 16,-1 2 0-16,-1 4-11 0,0 2 1 0,0 0-3 16,0 0 2-16,0-1-6 0,0 2-3 0,0 2 1 0,-1 1 0 15,-1 3 10-15,0-1 5 0,0 2 2 0,-1-2 1 16,0 0 1-16,-2-1-1 0,2-1-1 0,0 0-1 16,1-4-3-16,0-2-8 0,0-1 8 0,2-2-8 15,0 0-1-15,0-3 0 0,0-4-8 0,0 0 5 16,0-2-6-16,0-1-3 0,2-1 2 0,-2-2-2 15,1 0 4-15,0-3-4 0,-1-1-5 0,0-1 1 16,0 0-6-16,1-1 6 0,-1 1-3 0,0-1 2 16,0 0-12-16,0-1-39 0,1 1-7 0,-1-1-13 0,0 0-41 15,1 0-40-15,-1 0 2 0,0 0-16 0,0 1-17 16,0-1-34-16,0 0-9 0,0 0-17 0,0 0-108 0</inkml:trace>
  <inkml:trace contextRef="#ctx0" brushRef="#br1" timeOffset="-130166.83">25559 11737 1052 0,'-1'0'68'15,"-1"-1"143"-15,0 1-186 0,-6-3-12 0,1 0-4 0,1 2-1 16,2 0-11-16,1 1 1 0,0 0 0 0,2 0-1 16,0 0-1-16,-1 0 2 0,-1 0 1 0,1 0 1 15,0 0 12-15,1 0 6 0,-1 0 2 0,1 0 2 16,0 0 15-16,1 0 7 0,0 0 7 0,0 0-4 16,1-1 0-16,2-1 0 0,9-2-6 0,12-4 6 15,3-1-13-15,1 1-10 0,10 0-2 0,2 1-1 0,2 0-2 16,4 1-8-16,0 0 8 0,3 0-8 0,0 0 3 15,1 0-5-15,1 0-2 0,-1 2 1 0,1 0-5 16,-3 2 0-16,-2 1-8 0,-6 1 5 0,-3 0-4 0,-5 0 4 16,-2 0 2-16,-3 0 0 0,-3 0 3 0,-4 0-7 15,-2 1 2-15,-4-1-2 0,-2 0 1 0,-2 0-5 16,-2 0 1-16,-3 0-1 0,0 0 6 0,-3 0-17 16,1 0 3-16,-1 0-9 0,-1 0-12 0,0 0-64 15,1 0-12-15,-1 0-25 0,-1 1-103 0,0 0-223 16</inkml:trace>
  <inkml:trace contextRef="#ctx0" brushRef="#br1" timeOffset="-129817.49">25562 12098 1685 0,'-1'0'18'16,"0"0"1"-16,0-1-8 0,-2 0-8 0,1 0-3 16,0 0-15-16,1-1-12 0,-1 1 2 0,1 1-6 15,0 0-11-15,0 0 25 0,0 0 2 0,1 0 9 16,0 0 14-16,1 0 0 0,1 0 0 0,13 0 2 16,5 0 14-16,2 0 5 0,-1 0 1 0,5 0 2 0,1-2 8 15,6-1-10-15,1 0 8 0,1-1-8 0,3 0 17 16,-2 0-9-16,3 1-1 0,0-1-2 0,1 1-10 15,2-1-10-15,0 2-3 0,0 1-1 0,-1-1-2 0,-3 2-9 16,-1 0 8-16,-4 0-8 0,-3 2 1 0,-5 0-7 16,-1 1 0-16,-4 0-2 0,-3 0 6 0,-3 0-11 15,-2-1 0-15,-1 0-3 0,-4 0 0 0,-1-1-22 16,-4-1-6-16,-1 0-8 0,0 0-44 0,2 1-47 16,-1 0 0-16,0 0-21 0,0 0-53 0</inkml:trace>
  <inkml:trace contextRef="#ctx0" brushRef="#br1" timeOffset="-129349.68">26070 12152 828 0,'0'0'579'0,"-1"-1"-779"0,0 0 682 0,0 0-379 15,0 0-61-15,-1-2-11 0,0 1-5 0,0 1-4 16,1 0-22-16,-1-1-3 0,1 1 6 0,0 0-3 15,0 0 0-15,0 0-11 0,-1 0 3 0,1-1-4 16,0 1 12-16,0 0 5 0,1 0-5 0,0 0 5 16,0 1-1-16,0 0 5 0,0 0 8 0,0 0-4 15,0 1 4-15,0 0 8 0,0 1-5 0,-1 7 6 0,-2 8 5 16,0 1-11-16,-1 4 3 0,0 3-6 0,-1 3-1 16,0 4-4-16,2 1 0 0,-1 2-1 0,1 3-3 15,0 3-4-15,1 0-4 0,-2 1 0 0,1 2-6 0,-1-1 6 16,1 2 6-16,-1-1-2 0,0-1 12 0,-1 1-8 15,1-3 7-15,0 1-5 0,-1-4 20 0,1-3-24 16,1 0 8-16,-1-3-12 0,2 0 15 0,0-5-5 16,1 0-7-16,1-5 4 0,0 1-5 0,0-2 0 15,0-2 6-15,0-3-6 0,0 0 3 0,0-3 2 16,0-1 1-16,0 0 0 0,1 0-5 0,-1-1-1 16,1 1-3-16,-1-4 3 0,0 3 1 0,0-3 0 0,0 2-1 15,0-1-1-15,0 0-2 0,0 3 0 16,0-2 0-16,0 3 0 0,0-5 1 0,0 0-6 0,0-1-1 15,0 0-3-15,0 3-1 0,0-5-28 0,1 5-6 16,0-3-12-16,0-1-43 0,1 2-45 0,-1-2-6 16,1 0-16-16,-1-2-41 0,2 2-85 0,-2-2-8 0</inkml:trace>
  <inkml:trace contextRef="#ctx0" brushRef="#br1" timeOffset="-128983.1">25501 13615 1123 0,'-1'0'82'0,"0"0"0"0,-2 0-10 15,-6-1-10-15,2 0-26 0,1 0-30 0,3 1-3 16,0 0 1-16,1-2-1 0,0 1-2 0,-1 1-10 15,2 0 4-15,0-1-4 0,0 0 22 0,1 0 15 16,1 0 1-16,0-1 5 0,3 1 17 0,15-3 19 16,4-1 1-16,5 0 4 0,1 0-3 0,2 2-13 15,2-2-1-15,1 1-4 0,5-1-10 0,-2-1-15 0,2 1-6 16,-3 1-3-16,-4 0-21 0,-2 0 8 0,-1 2-5 16,-5 0 6-16,-1-1-12 0,-4 2 6 0,-1 0-3 15,-1 1 3-15,-2 0-6 0,1 0-8 0,-2 0 3 16,-2 0-4-16,0 1-1 0,-8-1-3 0,-1 0-2 15,0 0 0-15,0 1 3 0,-1 1-15 0,0-1 5 16,1-1-11-16,-1 1-17 0,0 0-54 0,1 0 2 0,-1-1-22 16,-1 1-22-16,0-1-72 0,1 0-29 0</inkml:trace>
  <inkml:trace contextRef="#ctx0" brushRef="#br1" timeOffset="-128763.3">25533 13762 1753 0,'-1'0'188'0,"0"0"-219"15,-1 0 209-15,1 0-108 0,0 0-59 0,0 0-28 16,0 0 2-16,-1 0-9 0,1 1 19 0,1 1 8 16,1-1 0-16,5 2 5 0,19 8 0 0,2-4-8 15,4 0 5-15,5-2-5 0,4-2 4 0,4-2-14 16,-1-1-10-16,-2-1-5 0,-1-2-44 0,-1-4-49 15,-2-2-2-15,-2-1-22 0,0-2-71 0,5-2-128 16</inkml:trace>
  <inkml:trace contextRef="#ctx0" brushRef="#br1" timeOffset="-128198.98">27089 11934 1265 0,'0'-2'52'0,"-2"0"-4"0,-5-16 26 15,-2-3 1-15,1-1-13 0,0-2-18 0,2 4-11 16,1-1-4-16,0 1-1 0,2 4-3 0,-1 1-2 16,1-1-2-16,-1 6 0 0,1 0-9 0,-1 2 2 15,1 1 2-15,0 1-1 0,1 1 1 0,-2 1 1 16,4 3-2-16,-10-7 3 0,-2 1 5 0,-1 3-10 0,-5 1 2 15,0 5-5-15,-2 2 7 0,-3 4 2 0,0 5 3 16,-1-6-1-16,1 18 3 0,-1 2-14 0,2 0 6 16,-1 1-9-16,4-1-1 0,3 3-9 0,-1-1 5 15,4 0-4-15,4-5 4 0,1-1-2 0,5-2 0 16,-1-2 2-16,1-1 11 0,1 0-13 0,-7-2 4 0,3 1-5 16,4-2 12-16,2 2-6 0,0-2 2 0,2 0-4 15,3 1-3-15,1-4 7 0,3 3-5 0,-4-5 6 16,9 0 10-16,5-1-4 0,0-1 11 0,2-1-9 15,3-2 6-15,0-2-6 0,-1-1-6 0,5-1 2 16,0 0-14-16,-5 13-1 0,1-7-7 0,-3-3 3 16,0-3-20-16,-2 0 2 0,-1-1 1 0,-2 0 0 15,-3-1-4-15,-1 0-26 0,-2 0-5 0,-6 1-12 0,2-2-79 16,-2 1-64-16,2 0-40 0,4-3-18 0,0 1-257 0</inkml:trace>
  <inkml:trace contextRef="#ctx0" brushRef="#br1" timeOffset="-127615.42">27131 12289 2079 0,'-1'0'23'0,"0"-1"5"0,-1-1-19 0,1 1-12 16,0 0-7-16,0 0-25 0,0 0-14 0,0 0 4 15,-1-1-6-15,1 1 10 0,1 0-3 0,0-1 3 16,0-3-1-16,4-6 5 0,2 1 20 0,-5-2 1 0,12 0 7 16,-3 2 9-16,1 0 27 0,-1 1-8 0,0 1 18 15,-2-2 5-15,2 4 8 0,-1-1-1 0,0 3 1 16,1-1-19-16,2 1-3 0,-1 1-6 0,3 2 2 16,0-9-8-16,2 4-2 0,1 3 1 0,1 3-2 15,0 3-7-15,-1 6-5 0,0 1 4 0,-2 0-3 16,-1 12 6-16,-2 3 3 0,-3-1-2 0,1 6 1 15,-3-1-14-15,-1-1 8 0,0 4-4 0,-3-4 7 0,11 1 3 16,-7 1 2-16,-6-3 2 0,-3-5-1 0,-1-2 6 16,-4-2-1-16,-2 0 3 0,0-2-3 0,4 0 6 15,-12-2-9-15,-1-1 2 0,-1-3-4 0,0 0 5 0,3-3-10 16,1-2 7-16,-2-1-9 0,1-2 2 0,0 0-2 16,2 7-6-16,2-3 5 0,1-1-1 0,2-4 0 15,5-1 4-15,0 0-4 0,0 0 3 0,-2 0-8 16,2 0-2-16,1-1-2 0,1 1-8 0,0-2 9 15,0 0-5-15,-1-2 6 0,0-5-4 0,2-2 4 16,1 2 1-16,1 0 1 0,4-1 1 0,-1 2-1 16,2 1 1-16,11 2-2 0,-3-1-2 0,0 4 3 15,0 1-4-15,-1-9 3 0,0 5-8 0,0 1 9 16,0 3-3-16,0 1 4 0,-2 1-1 0,1 3 1 0,-1 0 0 16,-1 3 1-16,0 0 8 0,-1-2-11 0,-1 6 5 15,1-1-5-15,-1 1 16 0,0-2-10 0,0 2 3 16,0-2-6-16,0 1 0 0,0-2-1 0,2 0 0 15,0 0-1-15,3-1-1 0,-3-1-40 0,3-1-7 0,-1-4-14 16,1 9-70-16,5-3-230 0,-1-5-75 0</inkml:trace>
  <inkml:trace contextRef="#ctx0" brushRef="#br1" timeOffset="-121259.53">26217 5201 48 0,'0'0'0'0,"-1"0"6"0,0-1 69 0,0 0-19 16,0 0 8-16,-1 0-14 0,1 0-1 0,0-1 6 15,-1 1 2-15,-1 0-5 0,1 0-7 0,0 0-3 0,-1 0 2 16,-1-1 0-16,1 1 23 0,1 0-13 0,0 0-1 15,-1 1-7-15,2 0-26 0,0 0 16 0,0 0-3 16,-1 0 7-16,1 0-12 0,1 0-6 0,1 0 2 16,2 0-3-16,4 0 6 0,9 0-20 0,2 0 1 0,1 0-7 15,-3 0 1-15,1 0 5 0,-2 0 1 0,-2 0-1 16,0 0-11-16,-3 0 10 0,1 0-10 0,-3 0 9 16,-1 0-12-16,-1 0 11 0,0 0-1 0,-1 0 4 15,-1 0-3-15,0 0-4 0,1 0-3 0,-2 0-2 16,1 0-18-16,0 0-10 0,1 0-8 0,0 0-5 15,1 0-55-15,-2 0-41 0,1-1-20 0</inkml:trace>
  <inkml:trace contextRef="#ctx0" brushRef="#br1" timeOffset="-120976.27">26265 5327 651 0,'-1'0'44'0,"0"0"9"0,0 0 16 15,0 0-29-15,-9 0 9 0,1 0-38 0,2 1-3 16,1 1-1-16,5-2 1 0,-4 2 4 0,4-2-2 0,-1 2 0 16,2 0 0-16,-4 3 5 0,3-1 13 0,1-1-3 15,0 0 8-15,0-2 10 0,1 1-12 0,1 1 14 16,13 4-16-16,8-3-1 0,-1-2-6 0,3-4-7 15,0-2 4-15,2-2-18 0,-2 1 1 0,-1 0-7 16,1 1 5-16,-3 0-19 0,4 1-3 0,-1 0-6 0,2 1 1 16,-2 0-14-16,-2 0-76 0,2 1-18 0,-4 0-32 15,6 0-171-15</inkml:trace>
  <inkml:trace contextRef="#ctx0" brushRef="#br1" timeOffset="-120242.91">28400 4662 636 0,'0'-1'105'0,"0"-1"-105"0,0-19 122 16,1 0-55-16,0 0-14 0,1 2-26 0,1-1-4 0,-1 0-6 15,2 2-8-15,-2 2-1 0,2 1 3 0,-2-1-2 16,0 3 14-16,1 2-17 0,-1-1 9 0,-1 4-9 15,0-1 23-15,1 5-3 0,-1-3 6 0,0 2-6 16,0 0 10-16,-1 1 6 0,0 0-6 0,0 1 3 16,0 0-14-16,0 2 8 0,0 0-4 0,0-2 3 15,0 1-22-15,0 1-6 0,0 0 5 0,0 0-4 16,0 1 16-16,0 1-5 0,0 0 0 0,-6 25-1 0,0 0-3 16,0 4-1-16,2 3-3 0,-1 0 0 0,1 0-1 15,1-2 0-15,-1-3 1 0,3-3-1 0,0-1-2 0,0-5-1 16,1 0 3-16,0-2-1 0,0 0 10 0,1-2-15 15,0 1 5-15,0-4-9 0,1 1 3 0,-1 0 1 16,0 0 1-16,0-2 0 0,0 1 0 0,0-3 4 16,-1-1-6-16,0 0 6 0,0 0-1 0,0-4 0 15,0 1-1-15,-1 0 0 0,0-2-3 0,0 1-1 16,-1-1 6-16,2-2-6 0,-4 2 2 0,-4-2 2 16,1 5-4-16,0-1 3 0,-1-2-7 0,0-1 5 15,1 1-1-15,0-2 2 0,0 0 2 0,0 0-4 16,1 0 3-16,0-1-3 0,1 0 7 0,1 0-5 0,-1 0-2 15,2 0-1-15,0 0-5 0,1 0 8 0,0 0 0 16,-1 0 2-16,1 0-13 0,1 0 10 0,0 0-7 16,0 0 7-16,-1 0-9 0,1 0 9 0,1 0-1 15,0 0 5-15,1 0-5 0,2 0 3 0,6 0 3 0,8 0-2 16,0-1-4-16,2 0 1 0,1 0-1 0,0 0 2 16,2 0-3-16,-2-1 4 0,2 1-8 0,-1 0 7 15,-2 1-9-15,1 0 5 0,-5 0 1 0,2 0 1 16,-2 0-4-16,-1 0-9 0,1 0-7 0,-7 0-1 15,3 0-21-15,-5 0-6 0,-3 0 6 0,3 0-7 16,-4 0 0-16,1 0-87 0,-1 0-1 0,0 0-37 16,1 0-81-16</inkml:trace>
  <inkml:trace contextRef="#ctx0" brushRef="#br1" timeOffset="-119793.03">27694 5318 763 0,'-1'0'19'0,"0"0"-3"0,0 0 17 0,-2 0-4 16,1 0-2-16,1 0-30 0,-2 0 2 0,1 0-3 15,0 0 4-15,-1 0 23 0,2 0 3 0,0 0 8 16,0 0-6-16,1 0 19 0,0 1-7 0,1-1 3 0,0 0-4 16,2 0 7-16,15 1-9 0,5-1 5 0,0 0-10 15,3-1-10-15,2-1 2 0,5-1-8 0,4 0 6 16,5 0-5-16,7 1 2 0,4 0-1 0,6-1 0 16,5 1 2-16,-1-1 9 0,3-1-3 0,1 0 4 15,2 1-8-15,11-2 1 0,3 1 4 0,3-1-2 16,-1 0 2-16,-1 0 0 0,5 1-7 0,3 1 3 15,-1-1-10-15,-3 0-12 0,-8 1 10 0,-2 0-11 0,-2 3 0 16,-2 0 5-16,-5 0-4 0,-9 0 5 0,-5 1-6 16,-9-1 3-16,-3 0-3 0,-6 2 3 0,-3-1-3 0,-2 0 6 15,-2 0-2-15,-5 0 3 0,1 2-13 0,-6-2 6 16,-3 0-3-16,-6 0 4 0,-6-1-1 0,1 1-29 16,-4-1-1-16,1 0-12 0,-1 0-30 0,-1 0-86 15,2 2-21-15,-2-1-31 0,-1 0-127 0</inkml:trace>
  <inkml:trace contextRef="#ctx0" brushRef="#br1" timeOffset="-119142.46">27688 6005 374 0,'-1'0'39'16,"0"0"-13"-16,-1 0 48 0,-4-2 14 0,-4 0-10 0,0-1-13 16,2 0 6-16,-1 1 1 0,-1-2 2 0,4 3 8 15,-1-1-6-15,0-1-9 0,4 3-1 0,-1-2-31 16,3 2 8-16,-2-1-2 0,1 0 1 0,1 0-22 15,-1-1-3-15,1 1-4 0,0 0 3 0,1 0 1 0,0 0 3 16,1 0-2-16,2-1 1 0,7-1-7 0,9-1-12 16,1 4 9-16,-4 1-9 0,2 3 14 0,-3 2-13 15,2 2 2-15,-3 0-4 0,-1-4 2 0,-1 12-1 16,-2 3 1-16,0 0-1 0,-2 0-4 0,0 1 4 16,-2 1 1-16,0 1 2 0,-4 2-1 0,12 0 6 15,-7 1-5-15,-4 0 7 0,-4 1 5 0,-5 0-13 16,-4-1 11-16,-4 1-10 0,4 3 14 0,-20-1 2 0,-2-1-4 15,0-2 4-15,1-1-4 0,-2-4-1 0,4-2-3 16,2-4 0-16,0-2-7 0,7-3 6 0,1 1 0 16,1-7 0-16,5 2-12 0,1 3 10 0,1-2 0 15,1-4 5-15,1-1-1 0,2-1-4 0,-1-1 3 16,0-1-3-16,3-2 2 0,-1 3-6 0,2-14-1 0,2 3 1 16,1 0 7-16,-2 1-10 0,-5-1 2 0,2 0-4 15,3 0-1-15,2 2-4 0,1-1 5 0,0 3-3 16,1-1 4-16,1 0-1 0,2 2-5 0,-1 1 1 15,2 0 0-15,1 3 2 0,7-1-1 0,0 2 1 16,2 0 1-16,1 1-1 0,1-10 5 0,3 3-3 16,2 3 3-16,-2 4-4 0,0 1-1 0,-3 1-2 15,-5 3 3-15,5 1 8 0,-1 2-3 0,2 2 5 0,-2-1-11 16,0 1 5-16,-2 1-3 0,-2-9 3 0,1 10-7 16,-3-1 8-16,2 0-4 0,-1-1 3 0,-2 0-4 0,-1-3-6 15,2 1-3-15,-2-1-1 0,0-2-10 0,0 2-14 16,-1-4 1-16,0-1-7 0,0 0-5 0,0 4-38 15,1-2-35-15,0 1-4 0,0-3-123 0,3-1-80 16</inkml:trace>
  <inkml:trace contextRef="#ctx0" brushRef="#br1" timeOffset="-118757.17">28145 6228 1220 0,'-2'0'17'0,"1"-1"2"0,0 0 10 0,0 0 2 15,0-1-31-15,0 1-23 0,-1 0 5 0,2 0-10 16,0 0 17-16,0-1 11 0,2 2 2 0,-1 0 2 16,0 0 0-16,0 0-6 0,0 0 5 0,0 2-3 15,1-1 13-15,-1 0-2 0,0 0 4 0,0 0 0 16,0 1 18-16,0 0 1 0,-1 0-3 0,0 4 2 15,0 5-8-15,0 0 2 0,-1 2-6 0,0 1 4 0,-1 1-14 16,-2 0-6-16,0 1 2 0,0 2-2 0,2 0 0 16,-1 3-3-16,1-1-3 0,-2 0 0 0,1 0-1 15,1-3 0-15,-2 1 5 0,2-3-3 0,1-2 8 0,-1-2-8 16,2-3-1-16,0-2-2 0,0-4 4 0,0 2-16 16,0 2 5-16,0-4-12 0,0 0-8 0,2 1 0 15,-1-2-3-15,0 0 2 0,0 0-3 0,0-1-7 16,2-1-1-16,2-2-4 0,7-3-28 0,-1-10-25 15,2-1-6-15,2 0-4 0,0 0-29 0,3-2-48 16,-2 1-8-16</inkml:trace>
  <inkml:trace contextRef="#ctx0" brushRef="#br1" timeOffset="-118507.39">28370 6207 261 0,'0'0'91'0,"0"0"16"0,0-1 68 16,0 0 5-16,0 1-95 0,-1 0-37 0,0 0 4 15,0 0-15-15,0 0 0 0,0 0-6 0,-1 1 5 16,1 0-3-16,0 1 10 0,-5 6-2 0,-1 4-9 0,0 0 6 15,1 1-11-15,1 0 1 0,1-1 1 0,0 1-2 16,1-2-5-16,0 1-7 0,1 0 6 0,1-2-6 16,0 2 5-16,-1 0 1 0,2-2-2 0,0 0 1 15,0-1-9-15,2 2-2 0,-1-1-4 0,0 0 2 16,0 0-1-16,0-1-6 0,0-1 5 0,1 0-4 16,-1 0 11-16,0-1-13 0,-1-1 1 0,0 0-5 15,0-2 9-15,0-1-11 0,0 1 3 0,0-3-8 16,0 1-8-16,0 1-11 0,0-1-7 0,0-1-2 0,0 0-41 15,0-1-36-15,0 0-9 0,0-1-10 0,0-1-35 16,0-6-69-16</inkml:trace>
  <inkml:trace contextRef="#ctx0" brushRef="#br1" timeOffset="-118290.4">27889 6066 1281 0,'-1'-1'9'0,"0"-1"53"0,0 0-4 16,0 0 22-16,0-2-49 0,1-1-15 0,0 0-4 16,2-1-1-16,1 1 3 0,19 0 6 0,7-1-7 15,6 2 5-15,2 0-13 0,-1 2-9 0,4 1 2 16,-6-16-7-16,-1 9-9 0,-3 3-11 0,-6 3 1 0,-1 2-4 16,-2 0-9-16,-4-1-2 0,0 1-13 15,-2-1 7-15,0-2-32 0,0 1-106 0,-2 0 20 0,-1-2-48 16,3-1 24-16</inkml:trace>
  <inkml:trace contextRef="#ctx0" brushRef="#br1" timeOffset="-117556.45">29031 5541 1020 0,'0'-1'35'0,"0"0"19"0,0 0 24 16,0 0 7-16,0-1-42 0,0 1-27 0,0 0 0 15,0 0-9-15,0 0-3 0,0 0-2 0,0-1 7 16,0 2-4-16,0 0 14 0,0 0 1 0,0 0-6 16,0 2 5-16,0-1 8 0,0 0-8 0,-1 0 9 0,-1 0-10 15,-4 3 2-15,-8 4-2 0,0-2-8 0,-2 0 5 16,0-3-8-16,-2 1 5 0,1-2-2 0,0-1 1 16,1 1-12-16,-2-1 2 0,3-1 3 0,-1 0 1 15,4 0 7-15,1 0-12 0,2 1 8 0,-1 0-8 16,3 0-1-16,1-1 1 0,0 1-6 0,0 1 6 15,-2 0 2-15,2-1-6 0,0 1 4 0,1 2-5 16,0 0 5-16,-2-1 1 0,-1 11-2 0,1-1 1 0,1 2-1 16,-1 1 2-16,0-1 3 0,1 0 1 0,1 2 5 15,1-2-10-15,2 3 2 0,0-1-3 0,-2 0-4 16,2 0 5-16,-1 2 0 0,2 0 1 0,-12 2-1 16,5 0 3-16,3 2-3 0,2 1 2 0,2 1 3 0,0 3-3 15,-1 2 1-15,1 0-2 0,-2 0-3 0,-1 0 7 16,2 3-3-16,2-1 4 0,0 0-10 0,1-1 7 15,-1-2 0-15,0-1 2 0,0 2-4 0,0 2-1 16,0-1 1-16,0 2-1 0,0 1-4 0,0 1 3 16,-1 1 3-16,-2 1 0 0,0-2 5 0,-1 1-3 15,0-6-6-15,0-3 3 0,2-1 10 0,-2-4-4 16,3-3 11-16,-1-1-9 0,1-5 15 0,-1-2-6 0,2 0 1 16,0-3-1-16,0 1 15 0,2-1-13 0,-1-2 5 15,1-2-9-15,0 1-2 0,1 0-1 0,-1-2-5 16,-1 0 2-16,5-1-9 0,1 0 9 0,3 0-2 15,-4 2 2-15,2 2-3 0,1-1-4 0,2 0 1 0,-1-2-2 16,1-2-2-16,0-1 1 0,0 0 1 0,2 0 1 16,-1-1 3-16,1-1-7 0,1-3 2 0,1 0-4 15,2-1-1-15,0-1-9 0,1 0-1 0,2-1-4 16,-2 1-15-16,-1 0-14 0,0 1-2 0,-3 0-3 16,0-1-2-16,0 0-37 0,0-1-46 0,-1 1-2 15,1-3-190-15</inkml:trace>
  <inkml:trace contextRef="#ctx0" brushRef="#br1" timeOffset="-116640.02">29297 5622 945 0,'0'0'42'0,"-1"-1"5"0,0 0 17 0,-1 0-30 15,1 0 8-15,0 1-43 0,0 0 10 0,0 1-3 16,-2 0 6-16,1 5-6 0,-4 12 3 0,-1-2 3 0,0 2-1 15,2 1 6-15,0-3-1 0,-1-2-6 0,0-1 3 16,-1-1-4-16,2-2 17 0,1 2-2 0,1-2 6 16,-1-2-2-16,1-1-2 0,-2-1 3 0,3-2-4 15,-3 0-7-15,3-1 7 0,1 0-8 0,1-2 8 16,-3 1-3-16,1 1 12 0,1-1 1 0,0 0 2 0,-1 0-2 16,1-1-21-16,0 0-3 0,0 0-6 0,0-1-10 15,-1 0 5-15,2-1-1 0,0 0 1 0,0 0-3 16,2-2-4-16,0-4 6 0,2-3-5 0,0-1 9 0,1 3-4 15,1-2-2-15,-1 3-1 0,-1-1-1 0,6 0-1 16,0 0 0-16,1-2-1 0,1 4 8 0,-2 2-1 16,2 0 3-16,0 3-3 0,1 0 1 0,0-9-1 15,1 3-1-15,1 3-1 0,3 1-3 0,0 2 8 16,1 1-5-16,0 0 6 0,-4 1-5 0,2 2 1 16,-1-1 2-16,-2 0-1 0,3 2-1 0,-7-2-1 15,2 2 1-15,-4-3-1 0,-1 0 2 0,0 0 1 16,-1 0-3-16,1 1 1 0,-2-1-1 0,-3-1 1 15,1 0 2-15,-2 0 0 0,3 1 9 0,-2 0-8 0,0 0 3 16,1 0-6-16,-1-1 1 0,-1 0 5 0,0 0 1 16,0 0 0-16,1 0-2 0,-1 0-4 0,0 0-3 15,0 0 1-15,-1 0-9 0,0 0 7 0,-1 0 0 16,0 0 2-16,0 0 1 0,-2 0 5 0,-1 0-2 0,-5 0 3 16,0 0-10-16,1-1 6 0,1 1-2 0,-2 0 4 15,5 0-2-15,-4 0-3 0,-2 0 2 0,1 0-3 16,-4-1-3-16,3 1 9 0,0 0-6 0,-2 1 7 15,1 0-2-15,2 1 6 0,1 0-4 0,1 0 2 16,-2 1-10-16,2-1 5 0,-1 2 0 0,1-1 3 16,1 1-5-16,0-1 3 0,1-2 3 0,0 9-1 15,-1 0-2-15,0 2-4 0,0 1 2 0,0 1-1 0,2 1 0 16,-1 1 7-16,1 1-8 0,1 1 8 0,-1 1-5 16,2 0-6-16,0 2 2 0,-1 1-4 0,2-1 6 15,-12 2 6-15,5-1-4 0,3-1 3 0,3 0-8 0,1-2 3 16,1 0 0-16,0-5 1 0,1 0 7 0,1-1 17 15,1-2-5-15,0-1 9 0,1-2-1 0,-1 0-8 16,1-3 4-16,-3 2-8 0,9-1-6 0,3 0 1 16,0-1-4-16,1-3 3 0,1 2-5 0,1-2 1 15,2 1-5-15,-7-1 3 0,1 0-5 0,-1 1-1 16,-1-2 4-16,2 0-2 0,-1 6-1 0,-5-4 1 16,3 2 0-16,0-1 0 0,-2-2-8 0,4 0-12 15,-4 0-11-15,0-2 2 0,0 0-22 0,3 0-3 0,0 0-3 16,-2-2-4-16,1 0-47 0,-2 0-115 0,-4 1 3 15,2-2-50-15,3 0-108 0</inkml:trace>
  <inkml:trace contextRef="#ctx0" brushRef="#br1" timeOffset="-116039.31">29773 6316 234 0,'0'0'40'0,"0"-1"-7"0,0 0 62 16,0 0-8-16,0 0 6 0,0-1-44 0,0 1 4 15,0 0-1-15,0 0 6 0,0 0 36 0,0-1-31 16,0 1 9-16,0 0-18 0,0 0-9 0,0 0-1 15,0 0-4-15,0-1 2 0,0 2-3 0,-1 0 1 16,0 0-1-16,0 0-1 0,0 2-16 0,-2-1 4 16,0 1-11-16,-4 8 8 0,0 4-20 0,1-1 9 15,-3 2-3-15,4-2 4 0,-1 1-13 0,5 0 0 0,-9 0-2 16,4-2 1-16,3 0-1 0,2-4 10 16,-1 0-1-16,2 0 3 0,0-1-6 0,0-1 11 0,0-2-4 15,2-1 6-15,-1 1-7 0,1-1 8 0,-1 0-6 0,6-1 5 16,3 0-10-16,-1 5 9 0,1-1-6 15,-2-1 5-15,1-1-13 0,-1-2 12 0,1-1-2 0,-1 0 4 16,1-1-5-16,-2 0-6 0,2-1 4 0,-2 0-3 16,-2 0 10-16,1-2 3 0,0 0-2 0,-1-1 2 15,0 2-9-15,-2-11-1 0,2 1 2 0,-4-1-1 16,0-1-1-16,10-1-4 0,-4-1-3 0,-2-1 2 16,-2 1-4-16,-2-1 3 0,-1 0-3 0,0 0 3 15,-1 1 0-15,-1 3-3 0,-1 0 3 0,0 1-2 0,-1 1 6 16,1 1-5-16,-2 0-2 0,3 6 0 0,-2-2 0 15,2 2-7-15,-2 2 3 0,-5-4-4 0,-3 0 8 16,0 4-8-16,-1 1 8 0,-1 1-8 0,-1 3 11 0,2 3-4 16,-1 1-3-16,2 1-1 0,2-4-5 0,0 8 2 15,2-1-2-15,0 0 0 0,1 1-19 0,2 1 1 16,-1-2-6-16,-1 0 3 0,1 0-18 0,3-2-31 16,0-1-2-16,3-1-13 0,0-1-32 0,0-2-38 15,0-2-20-15,2 0-14 0,3 3-165 0</inkml:trace>
  <inkml:trace contextRef="#ctx0" brushRef="#br1" timeOffset="-115671.98">30257 6247 1305 0,'-2'-1'27'0,"1"-1"44"15,0 1-34-15,0 0-27 0,0 0 3 0,0 0-13 16,-1 1-10-16,1 0 10 0,0 1-5 0,-1 0 7 16,-1 1 3-16,1 2-1 0,-3 5-2 0,-3 0 1 15,0-1 0-15,-2-2-5 0,1 2 9 0,-2 0-7 0,1 0 17 16,-3 1-3-16,0 0 3 0,-1-1-4 0,-3 2 4 16,1 2-1-16,-3 0-2 0,0 3 0 0,4 1-11 15,-4 2 3-15,-1 0 2 0,4 4 0 0,-7-4 9 16,8 4-14-16,2-2 0 0,0 0-3 0,3 1 0 0,3-5 2 15,1 1-1-15,2-6 3 0,2 2 3 0,1-2-9 16,-1-3 2-16,-5 3-4 0,3-4 8 0,0-1-4 16,1 1 3-16,1-5-4 0,0 3 5 0,1 0-5 15,-1 0-2-15,0-1-2 0,1-2-2 0,0 1-20 16,0-1-2-16,0 0-7 0,0 0-21 0,1-1-5 16,0 0-11-16,0 0 2 0,0 0-35 0,1 0-60 15,0-1-19-15,1 0-18 0,11 0-85 0</inkml:trace>
  <inkml:trace contextRef="#ctx0" brushRef="#br1" timeOffset="-115255.16">30240 6571 992 0,'0'0'48'16,"0"0"-8"-16,0-1 24 0,0 0 2 0,0 0-14 15,0 0-38-15,0 0-6 0,1-1-6 0,0 1 2 16,1 0-2-16,-1 0 1 0,0 0 6 0,0-1-4 15,0 1 0-15,1 0 9 0,-1 0 4 0,0-1 3 16,0-1 25-16,-1 2-12 0,0-1 6 0,0-1-5 0,0 1 12 16,0 0-18-16,-1 0 1 0,0 1-6 0,0 0 1 15,-1 0-9-15,0 0 0 0,-4-2-4 0,-4 0-8 16,-2 1 6-16,-2 2-3 0,0 0 5 0,1 2 3 0,1 3-11 16,-1 2 10-16,-1 1-11 0,1 0 3 0,-1-6 6 15,1 11-11-15,5 0 10 0,-1-1-14 0,0-1 3 16,1 2 3-16,-2-2 1 0,0 1-3 0,3 1 0 15,0 0 0-15,0-1-1 0,3 0-2 0,1-2 7 16,-3 0-5-16,-4 2 6 0,3-1-6 0,2 0-1 16,1-2 1-16,0 0-2 0,3 1-2 0,1-2 6 15,0 0 1-15,1-1 4 0,2 0 7 0,0 0-6 16,1-1 7-16,-1-1-6 0,5 1 13 0,7-1-11 16,-1-2-1-16,6 1-3 0,-3-2 2 0,3 0-6 0,-1 0 1 15,0-1-2-15,2 0-1 0,-3 11-5 0,-1-5 1 16,1-4-6-16,-2-2-9 0,0-1-6 0,-1 0-6 15,0-1 1-15,-1-1-14 0,-1 0-17 0,0-3-4 16,0-1-17-16,0-1-127 0,0-1-140 0</inkml:trace>
  <inkml:trace contextRef="#ctx0" brushRef="#br1" timeOffset="-113336.3">29830 5561 444 0,'0'-1'34'0,"0"0"-1"0,0 0 36 16,0 0-13-16,0-1 5 0,0 1-51 0,0 0-8 15,0 0-1-15,0 0 2 0,0 0 30 0,0-1 0 0,0 1 9 16,0 0-7-16,0 0 4 0,0-2 10 0,0 1-5 15,0 0 7-15,0-6 0 0,0 0 5 0,0-1-6 16,0 0 3-16,0-1-25 0,0 0 0 0,0 0-6 16,0 2 3-16,0 0-7 0,0 1-2 0,-1-1 1 15,1 3-2-15,0 0-5 0,0 2-1 0,0 0-8 0,0 0 4 16,0 2-4-16,0-2-1 0,0 2 7 0,0 0-7 16,0 0 4-16,0-1 1 0,-2 0 0 0,1 0 2 15,-1-1 2-15,-1 2-4 0,2 1-2 0,-7-3 1 16,-1-1-2-16,-2 2 10 0,2 2-4 0,-2 0 5 15,1 0-7-15,0 1-7 0,1 1 1 0,-1 2-2 16,2-1 7-16,0 2-2 0,0 1-3 0,1-5 0 0,1 7-2 16,-1 2-4-16,2 0 7 0,-2 2-4 0,1 0 8 15,2 1-2-15,2-4 0 0,-6 3-1 0,1 0 7 0,2 0-5 16,2 0 4-16,0-1-6 0,2 2-2 0,1-4 6 16,0 0-1-16,1-1 4 0,2-1 0 0,-1 0-4 15,1 1 5-15,5 4-4 0,-3-5 3 0,1 0 4 16,7-2-5-16,0-3 5 0,1 0-5 0,2 1-8 15,0-1 2-15,0 1-3 0,0 7 9 0,-1-3-7 16,-2-2 1-16,-1-2-3 0,-2 0-8 0,-1-3-8 16,-1 0 4-16,-1 0-6 0,-2 0-10 0,0 0-31 15,0 0-7-15,1 0-10 0,1 0-62 0,-2 0-79 16,2-1-23-16</inkml:trace>
  <inkml:trace contextRef="#ctx0" brushRef="#br1" timeOffset="-112953.25">30030 5612 812 0,'0'-1'75'0,"0"-1"152"15,-2 0-185-15,2 0-33 0,0-1 1 0,0 1-12 16,0 0-13-16,0-1 10 0,0 1-1 0,0 1 4 0,0 0-1 15,0-2 3-15,0 2-1 0,0 0 1 0,0-1 4 16,0 0 11-16,0 1 1 0,0 0 4 0,0 0 21 0,0 0 1 16,0 0 7-16,-1-2-5 0,0 2-1 0,0 0-13 15,0 0 3-15,0 0-6 0,1-1 0 0,-2 1-22 16,1 0 2-16,0 1-7 0,0 0 7 0,0 0-5 16,0 1 0-16,-1 0-1 0,0 1 15 0,0 1-10 15,-1 11 4-15,0 4-6 0,2-3 2 0,-3 2 0 16,2-1 1-16,-4-1-1 0,3 2 2 0,-1-1 2 15,0 0-2-15,1-1 2 0,-1 0-5 0,3 0-5 16,-3-1 0-16,-5-1-1 0,2-1 4 0,2-1-1 0,2-2 2 16,0 1-3-16,2-2-7 0,0-2 5 0,1-3-3 15,0 1 4-15,0-2-13 0,0-1-31 0,0 0-11 16,0 2-8-16,0-1-52 0,0 0-164 0,0 0-42 16</inkml:trace>
  <inkml:trace contextRef="#ctx0" brushRef="#br1" timeOffset="-112485.62">30512 5891 713 0,'0'0'33'0,"-1"0"-6"0,-1 0 23 0,1 0-3 15,0 0-8-15,-1 0-44 0,-1 0 14 0,2 0-1 16,-6 0 8-16,4 0 18 0,-3 1 5 0,-1 0-2 16,5-1-1-16,-3 2-17 0,3-2 25 0,0 1-8 0,0 1 14 15,1-1-12-15,-1 0 22 0,1 0-12 0,1 0 13 16,0 0-28-16,1 1-5 0,2-1-1 0,6 2-1 16,9 2-1-16,3-3-10 0,5 0 0 0,-3-2-6 15,6-2-9-15,-5 1 8 0,1-1-5 0,-4 1 5 16,-2 0-3-16,-3-1-13 0,-2 1 6 0,1 0-10 15,-4 0 6-15,-1 1-1 0,-2 0-11 0,-1 0 2 0,0 0-43 16,-1 0-21-16,0 0-41 0,-1 0 6 0,-1-1-141 16</inkml:trace>
  <inkml:trace contextRef="#ctx0" brushRef="#br1" timeOffset="-112169.62">30667 5769 1199 0,'-1'-1'108'0,"0"0"-109"15,-1-1 119-15,1-1-55 0,-2-3-35 0,2 4-34 16,-1 0 1-16,1-1-12 0,0 1 2 0,0 1 13 0,1 0-3 16,0 0 5-16,0-1-5 0,0 2 5 0,0 0 1 15,0 0 1-15,0 0-1 0,0 2 7 0,0-1-10 16,0 0 10-16,0 0 8 0,-1 1-7 0,-3 8 12 15,-1 3-10-15,0 0 11 0,-2 4-9 0,-1 1-6 0,0 3 0 16,-1 3-6-16,1 0 2 0,2 2 5 0,0 4-5 16,1-1-6-16,0-1 7 0,2 0-4 0,1-2 5 15,2-2-8-15,0-5 3 0,1 3-1 0,1-4 2 16,2-2-1-16,0-1 0 0,-1-5-2 0,0-2-1 16,1 0-13-16,-3-4-15 0,1 1-4 0,-2-4-5 15,7 0-21-15,5 7-30 0,3-2-20 0,2-4-12 16,-1-2-140-16</inkml:trace>
  <inkml:trace contextRef="#ctx0" brushRef="#br1" timeOffset="-111368.37">31242 5688 1219 0,'0'-1'5'16,"-1"0"7"-16,0 0-14 0,-1 0 1 0,2 1-3 16,0 0 4-16,0 1 4 0,0 1-3 0,-2 11-2 15,-1 5-1-15,0-3 2 0,0 1-2 0,-1 0 3 16,1-3-3-16,-1-2 3 0,2-2 4 0,-1-2 2 16,2-3 0-16,0 0 16 0,0-2 20 0,0 1 6 0,0-1 2 15,-1 0 0-15,1 0 0 0,-1-1-11 0,-1 0 6 16,1-1-21-16,1 0-11 0,0-1 4 0,0 0-9 15,-1-2-9-15,1-5-3 0,1-6-2 0,1 0 1 16,3-2-3-16,2 0 1 0,1-1 0 0,1 2 3 16,2 0 11-16,-2 2-9 0,1 0 1 0,1 0-4 15,-9 3 9-15,9 0-12 0,2 4 7 0,0 2-8 0,0-2 11 16,-1 1-3-16,3 1 1 0,3 2 0 0,-1-9 3 16,3 4-5-16,1 3 1 0,1 3-2 0,1 1 8 15,-2 1-6-15,-2 2 5 0,4 3-5 0,-4 0 7 16,0 1-5-16,1 0 0 0,-4 0 0 0,-1 0-2 0,1 1 2 15,0 0-2-15,-5-3 2 0,1 1-3 0,-3-1 2 16,0 0 5-16,0-1-3 0,0 1-4 0,-4-3 2 16,1 2-1-16,0 0 3 0,-3-3 2 0,0 0 0 15,2 1-7-15,-3-2 3 0,0 0-1 0,2 3 0 16,-1-2-1-16,0 0-3 0,1 0-28 0,-1 0-27 16,-1 0-25-16,0-1 1 0,0 0-74 0,1 0 0 15,-1-1 18-15,0 0-6 0,-1-1 64 0,0-1 51 16,-1-6 6-16,-3-3 15 0,1 2 9 0,-1 1 7 0,1 2-1 15,-1 1 5-15,0-2 1 0,0 4 2 0,3 0-9 16,-6 0 7-16,-1 1-5 0,-1 2-2 0,2-2 11 16,0-1-6-16,1 0 35 0,0 2-7 0,-2-1 6 15,0 2-7-15,-1 1 14 0,-2 1 12 0,2 1-8 0,0 0 8 16,0 2-13-16,0-1 1 0,0 1 5 0,-1 1-4 16,3 0 0-16,1 0-7 0,-2-4-1 0,3 8-4 15,-2 1-21-15,-4-1 3 0,2 2-11 0,1 1 8 16,-1 2-11-16,2 0 2 0,-2 0 3 0,1 0-3 15,1 1 0-15,2-1-5 0,-1 2 0 0,1-1-2 16,-1 0 1-16,1 1 4 0,0 0-2 0,1 1 1 16,1 0-6-16,-1 1-2 0,2 1 6 0,-2-1-5 0,1 4 11 15,2-4-14-15,-2 4 2 0,-8-4-4 0,3 1 6 16,4-1 4-16,3-3-2 0,1 0 2 0,0-2 1 0,2-1 2 16,1 0-3-16,2-3 3 0,1 1 5 0,-2-6-13 15,3 3 7-15,4-2-8 0,4 0 2 0,3 2-19 16,-4-4-3-16,4 1-8 0,-3 0-17 0,1 6-16 15,0-3-7-15,-1-3-6 0,1-3-51 0,0-1-56 16,-2-1-6-16,4-3-21 0,-3 1-70 0</inkml:trace>
  <inkml:trace contextRef="#ctx0" brushRef="#br1" timeOffset="-110834.27">31856 6233 962 0,'0'0'31'15,"0"-1"-5"-15,0-1 15 0,0 1-3 0,0 0-8 0,1 0-28 16,0-1 0-16,0 0 3 0,1 1-2 0,-2 0 9 15,0 0 7-15,0 0 8 0,0-1-2 0,0 1 15 16,0 0 7-16,0 0-3 0,0 0 5 0,0 0-7 16,0-1-21-16,-2 2 5 0,1 0-10 0,-1 2 3 15,1-2-6-15,-9 5-10 0,1-2 5 0,1 10-6 0,-1 0-5 16,1 1 4-16,1-1-4 0,2 1 11 0,2-2-10 16,-1 1 5-16,3-3-7 0,-5-2 7 0,0 2-3 15,4-3 0-15,1-1-1 0,0 1 6 0,1-1 6 16,0-1-3-16,1 1 3 0,0-1-5 0,0-1 2 15,2-1-3-15,-1 1 3 0,6-2 0 0,2 0 1 16,1 1 7-16,0 4-4 0,2 0 9 0,-1-2-1 16,-4-3 5-16,2-1-4 0,-1-1 5 0,1 0-8 15,6-1 3-15,-6-1-3 0,0-2 5 0,-2 0-8 0,-5 2-1 16,1-1-1-16,1-9-3 0,-1-2-10 0,0 0 4 16,0-2-4-16,-1-1 9 0,-2 0-5 0,0-2 3 0,0 1-3 15,10-2 4-15,-4 0-2 0,-5 4-5 16,-1 2 2-16,-1 4-8 0,0 1 9 0,0 2-4 0,0 3 5 15,0 0-5-15,0 2-9 0,-1-1 3 0,0 1-7 16,-1 0-2-16,-3-1-3 0,-6 0-7 0,1 2 2 16,-4 2-8-16,2 2-9 0,1 3 2 0,0-5-8 15,1 15-22-15,1-3-72 0,2-2-2 0,2 1-27 16,2-2-38-16,-3-3-17 0,0 2-47 0</inkml:trace>
  <inkml:trace contextRef="#ctx0" brushRef="#br1" timeOffset="-110501.11">32259 6219 1238 0,'0'0'34'0,"0"0"-5"0,0-2 22 16,0 1-1-16,0 0-9 0,0 0-33 0,0 0-8 15,0 0-2-15,0-1 0 0,0 2 3 0,0 0-1 16,-1 0 0-16,0 2-2 0,0-1-4 0,-1 0 6 15,0 0 4-15,0 0 2 0,-6 5 3 0,-2 2 10 0,2-1-4 16,-3 2 7-16,0-2-5 0,-1 0 9 0,-1 2-1 16,1 2 4-16,-3-1-12 0,0 3 6 0,-2 1-10 15,-2 2 9-15,0 1-17 0,2 1-3 0,0 1 1 16,2 0-1-16,1-1 4 0,3 2-5 0,2-1 2 0,-2 1-2 16,0-1 1-16,2-1-4 0,0-3 0 0,5-3-2 15,-5 1-2-15,4-5 6 0,1 1-11 0,1-3 7 16,2-3-32-16,0 1 2 0,1-3-9 0,-1 4 4 15,1-4-28-15,0 2-21 0,1-1-4 0,0-1-12 16,0 0-78-16,2-1-102 0</inkml:trace>
  <inkml:trace contextRef="#ctx0" brushRef="#br1" timeOffset="-110151.29">32297 6507 1229 0,'0'-1'38'0,"0"-1"33"0,0 1 4 0,0 0-53 16,-1 0 7-16,-1 0-23 0,2-1-8 0,-1 1-2 15,1 0 0-15,0 0 2 0,0 1 5 0,0 0-3 16,0 0 0-16,0 0-2 0,-1 0 0 0,0 0 5 0,0 0-3 16,0 0 6-16,-2 0 5 0,0 0 12 15,-7 1-1-15,0 0 4 0,-1 2-2 0,1 0-4 0,-3 2 1 16,0 1-3-16,-1 2-10 0,-2 3-2 0,-1-7 0 15,3 12 1-15,-2 2 8 0,4 0-14 0,4-1 7 16,0 2-10-16,2 0 0 0,3-1 5 0,-2-2-5 0,-5-1 7 16,5-4 7-16,1 1-12 0,3 1 10 0,1-2-10 15,1-3 31-15,1 1-13 0,2-3 4 0,-3-1-10 16,13 1-6-16,3-3-5 0,0 1 1 0,2-2-2 16,0 10 0-16,1-4-17 0,1-3 2 0,1-4-7 15,1-1-14-15,-2-1-26 0,5-4-2 0,-4-2-9 16,5-5-30-16,-3 0-110 0,-8 9-27 0</inkml:trace>
  <inkml:trace contextRef="#ctx0" brushRef="#br1" timeOffset="-109600.95">32105 5288 486 0,'0'-1'122'0,"0"0"-141"0,0 0 146 0,0 0-74 15,0 0-13-15,0-1-28 0,0 0-1 0,0 1-7 16,0 0-4-16,-1 0 11 0,0-1-8 0,0 1 9 16,1 0-4-16,0 0 12 0,0-2 3 0,-2 1 1 0,1 0-9 15,0 1 6-15,0-1-2 0,0 1 5 0,-4-1 8 16,-7-4 12-16,-2 0 0 0,-2 0 3 0,3 3-6 15,-3-1 1-15,1 2-3 0,0-1 2 0,2 2-17 0,-2 1-15 16,-2 0 0-16,4 1-4 0,-2 3 1 0,3 0-6 16,0 1 0-16,1 2 0 0,1 1 3 0,1-4-6 15,2 9 3-15,1 0-4 0,1 0-3 0,3-1 11 16,0 0-1-16,-8 1 6 0,4-3-2 0,3 1 11 16,0-2-5-16,3 2 8 0,0-2 1 0,0-1 3 15,3 1-4-15,0-1 1 0,1-1-5 0,0 0-13 16,-2-1 6-16,9-3-9 0,7 1-3 0,-4-2-7 15,0 1-1-15,3-1-1 0,-7 1 5 0,7 8-17 0,-5-5 4 16,2-1-9-16,2-3-5 0,1-1-8 0,1-1-5 16,-6 0-4-16,-1 0-56 0,-1-1-92 0,3-1-29 15</inkml:trace>
  <inkml:trace contextRef="#ctx0" brushRef="#br1" timeOffset="-109199.66">32157 5437 814 0,'0'0'277'0,"0"-2"-382"0,0 1 337 0,0 0-189 0,0 0 0 16,0 0-41-16,0 0 7 0,0-1-17 0,0 1 2 0,0 0 6 16,0 0-1-16,1 1 2 0,0 0-4 0,0 0-4 15,1 0 3-15,0 0-2 0,-1 0 16 0,6 0-15 16,1 0 9-16,-1 0-7 0,-1 0 22 0,1 0-16 15,0 1 6-15,-1 0-8 0,-1 0 14 0,1 2-8 16,-3-2 1-16,1 1-2 0,-1 3 2 0,-1 7 3 16,7 2-2-16,-3-1 0 0,-1 3-8 0,-3-2 9 15,-2 3-2-15,-2 0 5 0,-2 1-11 0,-2 0 10 16,-2 2 1-16,0-4 3 0,-3 2 3 0,2-4-2 16,-1 0-8-16,5-6 5 0,1-3-3 0,-1 1-8 0,3-3 7 15,0 1-8-15,0-1 1 0,2-1 11 0,-1 0-1 16,0 0 7-16,0 1 7 0,1-1-1 0,0-1-3 15,1 0 0-15,0 1-12 0,0-1-7 0,1-1 4 16,9 0-4-16,2-1 1 0,-2-1-5 0,2 0-5 0,-1-1 1 16,-1 0-8-16,-1 1-8 0,-1-1-9 0,1 1 2 15,-3 0-19-15,1-2-8 0,0 1 9 0,-1 0-12 16,1 0-20-16,2-2-75 0,0 0-6 0,1 1-25 16,-2-1-65-16</inkml:trace>
  <inkml:trace contextRef="#ctx0" brushRef="#br1" timeOffset="-108166">32330 5192 700 0,'0'-1'6'0,"0"0"-3"15,-1 0 33-15,-1-1-7 0,1 1 11 0,0 0-28 0,0 0 4 16,0 0-3-16,0-1 4 0,-1 1 9 0,1 0 6 16,0 0 8-16,-1 0-3 0,-1 0 9 0,1-1-6 15,0 0-1-15,-1 0 0 0,2-1 6 0,0 1-10 16,0 0 2-16,0-1-5 0,-1 1 3 0,1 0-20 16,0-2 5-16,0 2-12 0,1-1 0 0,0 1 2 15,1 0-3-15,1-1 3 0,9-3 2 0,10-2-9 0,4 2 3 16,3 2-6-16,-1 1-4 0,5 2 8 0,0-1-4 15,-2-1 7-15,5-1-1 0,-3 1-6 0,-1 2 6 16,-4 1-7-16,0 0 4 0,-6 0-1 0,-2 0-2 16,-4 0 2-16,-3 0-6 0,-2 0 6 0,-3 0 2 0,1 0 3 15,-6 0 0-15,1 0 6 0,1 0-5 0,-1 1 5 16,1 0-6-16,-2-1 0 0,2 2-4 0,-3-2 3 16,0 0 2-16,2 1-6 0,-1 0 7 0,0 0-6 15,1 0 6-15,-2 1 7 0,0 0-8 0,0 0 6 16,2 3-19-16,0 4 12 0,-1 3-1 0,0-2 5 15,-2 0-4-15,1 2-3 0,-1-2-1 0,0 3 1 0,0-1 3 16,0 1-4-16,-1 1 6 0,-2 0-6 0,1 0 8 16,0 3-6-16,-2 1 1 0,0 0 0 0,1 4 13 15,-1 1-17-15,2 1 12 0,0-1-13 0,-2 4 7 16,3 1 0-16,1 1-8 0,0 1 6 0,1 1-6 0,2-2 0 16,-1 0 2-16,1 2-2 0,1 0-1 0,-1-2 6 15,1 0-4-15,-2 1 6 0,2-2-7 0,-1 4 0 16,2 1-2-16,0 3 1 0,-3 3 4 0,1 3-3 15,-2 2-2-15,0 4 0 0,1 3 3 0,-1-2 0 16,-1 0 6-16,0-4-6 0,-1-3-6 0,1-3 5 16,0-1-2-16,1-3 4 0,-1-2 8 0,2-1-6 15,-1 1 1-15,2 0-4 0,1 1-3 0,-1 0 3 16,0-2-5-16,-1-4 4 0,-1-3 0 0,-1-1 0 0,0 0 3 16,0-3-3-16,-1 1-4 0,-1-4 10 0,1-2-4 15,-2 0 7-15,1-3-8 0,-3 0 3 0,2-3 5 16,-2 2-1-16,0-3 10 0,0-1 3 0,1 1-2 15,0-5 5-15,1 1 2 0,-8-3 3 0,-1 1-7 0,-3-1 4 16,-3-1-12-16,-2 1-6 0,-1-1 5 0,-3 13-6 16,-3-6 8-16,4-3-3 0,1-3 2 0,1-1-3 15,5-1 2-15,-1 0-10 0,0 0 2 0,8 0-5 16,2 0 0-16,2 0-9 0,3 0 0 0,-1-1-8 16,1 0-32-16,1 1-38 0,-1-1-22 0,-1-2-7 15,3 2-111-15,-5-8-86 0,1-2-43 0</inkml:trace>
  <inkml:trace contextRef="#ctx0" brushRef="#br1" timeOffset="-107298.4">29038 5358 339 0,'0'0'221'0,"0"-1"-260"16,-1-1 262-16,0 1-132 0,0 0-23 0,0 0-26 0,-1 0-11 15,1 0-4-15,1-1-25 0,0 1 0 0,0 0-2 16,0 0 0-16,0 0-1 0,0 0 3 0,0-1 0 16,0 1 0-16,1 0 3 0,1 0 15 0,-1 0-5 0,0 0 5 15,1-1-15-15,-1 2 9 0,10-4 9 0,0 0-3 16,-1 1 4-16,2-1-2 0,1 1-8 0,-1-1 5 16,4 0-8-16,3 1 0 0,1-1 2 0,2 1 0 15,3 1-4-15,0-2-1 0,-1 0 0 0,6 0 1 16,0 0 0-16,4 0 5 0,6-1-2 0,3 0 5 15,6 0 4-15,1 0-2 0,-1-1-3 0,2 0 0 16,-3-1-4-16,1 1-2 0,1-1 0 0,0 1-2 0,1 0-7 16,6 0-1-16,6-1 4 0,0 1-2 0,1 0 6 15,-4-1-8-15,-3-1 3 0,0-1-4 0,4-1 11 16,5 0-12-16,1-3 5 0,1 1-6 0,-1-2 0 0,-6-1 7 16,-2-2-6-16,-2 1 6 0,1-1-7 0,4 1-3 15,0 0 3-15,1 1-2 0,-1 0 13 0,-4 2-7 16,0 2-1-16,-3 2-2 0,4 0-3 0,7-1 7 15,3 3-1-15,1 1 4 0,-1 3-5 0,-3-1-2 16,-3-1-1-16,4 2-2 0,1-2-1 0,6 0 7 16,-3 0-4-16,-4-1 4 0,-2 0-6 0,-8-1-3 15,-2 0 9-15,-3 2-5 0,-7-1 9 0,3 1-5 16,0 1 0-16,-10 0 0 0,4 1 4 0,-10 0-4 0,-8 2-1 16,-2 0-2-16,-3 1-7 0,-2 0-11 0,-1 1-12 15,-1 0-4-15,-2 1-76 0,-3 0-259 0</inkml:trace>
  <inkml:trace contextRef="#ctx0" brushRef="#br1" timeOffset="-105781.02">26605 8472 228 0,'0'0'78'15,"0"0"-18"-15,0 0 46 0,0 0 8 0,-1 0-48 0,0 1-12 16,0 0-39-16,-2 0 9 0,1 0-12 0,-8 9 21 16,-2 2 5-16,-2-2-1 0,1 1 1 0,-1-2-7 0,3 1-7 15,-1-2 5-15,2-4-2 0,1 1 26 16,2-4 8-16,-1 1 3 0,1 3 1 0,0 0 10 0,0-3-12 16,1 0-2-16,1-2-4 0,1 0-14 0,0 0-14 15,2 0-2-15,1 0-4 0,-1 0-10 0,2-2-7 16,-5-6 1-16,1 0-4 0,2 1-8 0,1-1-1 15,1-1 1-15,1 2 0 0,1 2 6 0,2-1 3 16,-2 0-4-16,12 1 2 0,4 0-2 0,1 2 7 16,-1-2 2-16,5 2-1 0,3 0 3 0,-2 0 9 15,4 0 1-15,-3-11 3 0,1 5 2 0,3 3-1 16,1 2-3-16,0 3 0 0,-3 1-9 0,-1 0-6 0,-3 1 2 16,-1 2-3-16,0 0-5 0,-5 0 6 0,-1 0-7 15,0 1 7-15,-4-1-8 0,1 1 1 0,3 1 0 16,-2-1 1-16,-1 1 3 0,0 0-6 0,-3-2 3 15,3 1-4-15,0-1 7 0,-1 0 1 0,1-1-1 0,-5-1 0 16,0 0-7-16,-1 0-15 0,-2 1 2 0,0-2-6 16,-2 0-3-16,0 0-2 0,-1 1-7 0,0 0 3 15,1 0-19-15,-2 0-73 0,0-1 11 0,-1 2-36 16,0-1-19-16,-1 0 5 0,-5 1-5 0,-18 5 7 16,0-1 18-16,3-1 68 0,2-2-4 0,1 0 28 15,2-2 31-15,0-1 38 0,2 0 9 0,0-1 8 16,1 0 23-16,1-2 11 0,2 1-11 0,-2-2 10 0,2 2-13 15,0 0 4-15,0-2 2 0,1 2 0 0,0-1 2 16,2 2-19-16,1 0 6 0,-1 0-13 0,2 1-8 16,-1 0 5-16,0 0-6 0,-2 0 7 0,-2 0 13 0,0 1-16 15,3 0 14-15,-1 2-14 0,-1 0 3 0,-3 3-5 16,-1 2-6-16,-2-1 5 0,-1 14 4 0,1 4-12 16,0 2 6-16,1 4-8 0,-1 0 11 0,0 2-16 15,0 0 5-15,2-1-9 0,1 0 7 0,2-3 3 16,3 1-1-16,2-6 1 0,0 0-3 0,-8-2 14 15,5-1-5-15,4-2 7 0,3 1 0 0,1-2-8 16,1-2 7-16,3 1-9 0,2-1-2 0,1-1-2 16,1 0 1-16,-5-2-2 0,14-1-6 0,0 0-3 0,4-4-5 15,-1 2 4-15,1-2-9 0,0-6-14 0,-1 2-1 16,-2-3-4-16,-2 10-4 0,1-4-10 0,-3-3-6 16,-4-2-2-16,2-1-20 0,-4-1-5 0,2-1 3 15,-1-2-9-15,-1 1-58 0,-1-2-9 0,-1 1-23 0,0 2 14 16,0-10-23-16,0 3-76 0</inkml:trace>
  <inkml:trace contextRef="#ctx0" brushRef="#br1" timeOffset="-105396.47">27040 9066 1484 0,'-1'0'25'0,"0"-2"44"0,0 1-33 16,0 0-24-16,0 1 3 0,-2 0-13 0,1 0-4 0,-1 0 2 15,2 0 1-15,-6 4 1 0,-1 1 1 0,-1 5-3 16,-2 11 0-16,2 3-1 0,-3 4 5 0,0-1-4 16,2-4 2-16,-2 1-2 0,4-7 5 0,3 0 1 15,1 1-2-15,3-9 1 0,-8 4-6 0,5-6 5 16,3-2 2-16,0 1 2 0,1-4 9 0,0 3-2 16,0-3 3-16,0 0-3 0,0-1 5 0,1 2 1 15,1-1 1-15,9 4 0 0,2-1-1 0,0-3 3 16,2-2-5-16,-1-1 3 0,-1-3-12 0,4-1 3 0,-2-3 1 15,3-2-1-15,-2 0-17 0,-1 7 9 0,-3-11-8 16,-4-1 8-16,-1-3-5 0,0 4 6 0,-1-3 1 16,-2 0 1-16,-2-1 9 0,10-2-12 0,-5 0 8 15,-2 2-10-15,-3 1 6 0,-2 2 0 0,0-1-3 16,-2 3 1-16,-2 2-12 0,-1 0 5 0,1 2-3 0,-1 1 4 16,4 1-1-16,-11 4-7 0,-1 1 3 0,0-8-4 15,3 4-4-15,0 3-19 0,0 2 1 0,-1 1-8 16,0 1-13-16,2 1-25 0,0 3-26 0,2 0-1 15,0 4-102-15,1 7-59 0,1 2-18 0</inkml:trace>
  <inkml:trace contextRef="#ctx0" brushRef="#br1" timeOffset="-105028.53">27372 9136 888 0,'0'0'75'0,"0"0"-46"16,-1-1 74-16,0 0-25 0,0 0-47 0,-1-1-17 16,1 1-4-16,0 0-3 0,0 0-9 0,0 0-2 15,-1 0 4-15,1-1-2 0,0 2 9 0,0 0-4 16,0 0 0-16,0 0 0 0,-1 0 2 0,1 0 18 16,0 0-2-16,0 0 8 0,0-1 11 0,0 0 2 15,-1 0 1-15,1 0 0 0,0 1-6 0,0-2 1 0,0 1-3 16,-1 0 1-16,1 1-20 0,0 0-4 0,0 0-5 15,0 0 1-15,0 0-6 0,-1 0 11 0,1 0-4 16,0 1 4-16,0 0-18 0,0 2 14 0,-4 17-4 0,-8 3 8 16,0 3-15-16,-6 4 7 0,-1-1-7 15,-1 4 7-15,-2-1-5 0,-1 1-4 0,-1-3 5 0,-2 0-4 16,-1-2 5-16,5-1 2 0,0-2-5 0,8-3 2 16,3-2-2-16,3-5 0 0,4-1 1 0,0-4-1 15,2-2-16-15,-2-2-42 0,5-5-3 0,-2 1-18 16,1 1-42-16,-1-1-74 0,1-1-15 0,1 0-32 15,1-1-166-15</inkml:trace>
  <inkml:trace contextRef="#ctx0" brushRef="#br1" timeOffset="-104713.27">27405 9441 887 0,'0'0'88'0,"0"0"2"0,0 0 19 16,0 0-14-16,0 0-15 0,0 0-38 0,0 0-16 15,0 0-1-15,0 0-3 0,0 0-1 0,0 0 4 16,0 0-4-16,0 0 3 0,-1 0-19 0,0 0 7 16,-1 1-2-16,0 0 6 0,-3 1 1 0,-5 4 3 15,-1 0-2-15,3-1 3 0,-1 1-3 0,0-2 2 0,1 1-12 16,0 1 9-16,-3-4-13 0,1 9 3 0,-1 2 5 16,3 1-3-16,0 1-2 0,1 1-4 0,0 1 4 15,-1 1-3-15,4-1 12 0,3 1-12 0,-1 1 5 16,-8-1-6-16,4-1 12 0,5-2-4 0,1 0-3 15,2-5 1-15,3 1 4 0,0-5-13 0,6 0 7 0,8-5-9 16,1 10 2-16,2-3-13 0,2-6-4 0,3-2-2 16,0-4-14-16,2-5-18 0,1-5-1 0,2 7-8 15,2-18-18-15,-1-3-109 0,-3 0-4 0,1-2-53 16,-4 1-179-16</inkml:trace>
  <inkml:trace contextRef="#ctx0" brushRef="#br1" timeOffset="-104246.59">27673 8315 168 0,'0'-1'78'0,"0"-1"-29"0,2-10 84 15,1-8-19-15,-2-1 3 0,0 1-23 0,-1 2 9 16,0 3-14-16,0 1 3 0,0 2-33 0,-1 1-5 16,-1 3-9-16,-2 0-9 0,2 2 1 0,-2 0-1 0,2 2-4 15,2 2-22-15,-8 1 8 0,-4-7-6 0,0 2 6 16,-3 0-9-16,0 3-2 0,2 3 7 0,-5 1-5 15,3 2 15-15,-1 3-5 0,0 1-8 0,1 0 3 16,1 2-12-16,3-2 10 0,2-5-1 0,0 14 3 16,1 0-8-16,-1-1 3 0,0 3-2 0,2 1 3 15,1 1-3-15,2-1-2 0,-1 0-2 0,2-1 1 0,0 1 3 16,2-3-7-16,-10 0 7 0,4-1-7 0,4-1 5 16,2-1 2-16,1 0-1 0,1-3 1 0,1 0-3 15,2-1-3-15,-1-1 6 0,2-1-5 0,0 1 2 16,-3-1 1-16,9-2-5 0,0 0 3 0,1 0-12 0,1-2-13 15,-2 1 0-15,3-1-5 0,0-1-20 0,0 0-6 16,0 7-28-16,-1-2 7 0,1-2-104 0,0-1-40 16,2-1-29-16</inkml:trace>
  <inkml:trace contextRef="#ctx0" brushRef="#br1" timeOffset="-103979.53">27862 8435 760 0,'0'0'196'0,"-1"0"45"0,0-1-62 0,0 0-105 15,-1 0-6-15,-1 0-48 0,1-1-14 0,-1 2-4 0,1 0 0 16,0 0 5-16,-1 2-5 0,1-1 3 0,0 3-3 16,-4 12 4-16,-1 1 2 0,0 2 2 0,-2 4 1 15,-1-1 15-15,-1 3-4 0,1 0-2 0,-2 0-1 16,-2 2-6-16,1 0-1 0,0 0-2 0,1-1 0 15,3-4-4-15,3 1-7 0,0-4 1 0,0-3-4 16,4-2-6-16,1-3-17 0,-5-2-6 0,2-3-8 0,2 0-53 16,2-1-68-16,0-3-16 0,0-1-29 0,2 2-150 15</inkml:trace>
  <inkml:trace contextRef="#ctx0" brushRef="#br1" timeOffset="-103546.12">28042 8846 956 0,'0'0'38'0,"-1"0"56"15,0 0-64-15,0 0-17 0,0 0 5 0,1 1-5 0,0 0 17 16,1 0-10-16,0 0 5 0,0 1-4 0,1-1 23 15,8 2-13-15,5 2 10 0,3-2-11 0,-1 0 8 16,2-2-9-16,0-1 0 0,0 0-4 0,-3 0-6 0,2 0-13 16,-2 0 4-16,-1-1-5 0,0 0-5 0,-3-1 4 15,-2 2-4-15,0-1 6 0,-2 1-6 0,0 0-5 16,-2-1-6-16,1 0-1 0,-1 1-21 0,-1 0-14 16,-1 0-12-16,0 0-7 0,-3 0-94 0,1 0-54 15,1 0-60-15</inkml:trace>
  <inkml:trace contextRef="#ctx0" brushRef="#br1" timeOffset="-103322.15">27935 9094 952 0,'-1'0'199'0,"0"0"414"16,0 0-570-16,0 0-44 0,-1 0 0 0,1 0-12 15,1 0 15-15,1 1-4 0,2 0 2 0,13 6-3 16,7 1-1-16,6 1-2 0,-1-2 1 0,3-1-1 16,4-2-14-16,-2-3-28 0,1-1 0 0,0-3-9 15,-4-2-7-15,-3-1-25 0,1-1-13 0,-2-2-2 16,-2-1-23-16,2-1-32 0,-2-1-1 0,4-2-22 0,1-1-86 16</inkml:trace>
  <inkml:trace contextRef="#ctx0" brushRef="#br1" timeOffset="-102845.42">29249 8580 596 0,'-1'-1'208'0,"-1"0"57"0,1-2-117 0,-1-2-118 15,-3-4-13-15,3 3-16 0,0 0-3 0,0 2-8 16,1-1 4-16,1 1-20 0,0 1 21 0,0-2-5 16,0 2 11-16,-1-2 1 0,0 1 5 0,-2-1 2 0,1 0 3 15,0 0 24-15,-2-1 3 0,0 2 5 0,-8-1-3 16,-1 0-4-16,-1 2-5 0,-2-1-4 0,1 3 2 16,-4-1-2-16,1-10-11 0,1 5 2 0,-4 2-6 15,4 4-2-15,-6 1 1 0,-3 5-4 0,3 2 3 16,-3 2-10-16,3 3 1 0,2-8 1 0,1 18-2 15,-1 0-2-15,2 1 1 0,3 1 0 0,2 1 2 16,1 2-2-16,3 0 0 0,1 0-5 0,2-4 3 16,1 0 7-16,0-3-2 0,3 0 8 0,0 0-8 15,2-4 4-15,-8-2 3 0,3 0 2 0,3-2 1 0,2 0 3 16,1 1 7-16,3-3-2 0,0 1 5 0,2 0-5 0,1-3-2 16,1 1-4-16,10-2 2 0,2 0-10 0,1-2-2 15,1 0-1-15,0-3-1 0,-1-1-6 0,3 0-2 16,-2 1 0-16,1 11 1 0,-1-5-9 0,-1-5 3 15,-2 0-6-15,0-2 3 0,-2-1-17 0,1 0-3 16,0-1-6-16,-3-2 2 0,1 1-6 0,0-2-25 16,-3 2-18-16,2 0-5 0,-1-1-70 0,-4 1-55 15,2 0-16-15</inkml:trace>
  <inkml:trace contextRef="#ctx0" brushRef="#br1" timeOffset="-102544.18">29349 8975 1593 0,'-1'-1'40'0,"-1"0"56"16,0-1-57-16,0 1-30 0,1 0 3 0,-1 0-11 16,1 0-2-16,0 1-6 0,0 0 2 0,0 0-2 15,-1 1 7-15,1 0 5 0,0 0-7 0,0 2 5 16,-3 3-10-16,0 3 8 0,-1 0 6 0,0 4 0 0,1 0 6 15,-2 2 0-15,0 2-6 0,0 1 4 0,0 0-1 16,0 1 1-16,0 2 4 0,0 3-4 0,2-4-3 16,-2 2 0-16,2-3 0 0,2-4 2 0,1-1 1 15,0-1-8-15,1 2 1 0,0-5-4 0,0 3 0 0,0-6-7 16,0-2-2-16,1 1-4 0,0 0-26 0,0-2-13 16,0 1-8-16,-1-4 0 0,2 1-19 0,-1 1-59 15,0-1 1-15,1-1-28 0,1-1-83 0</inkml:trace>
  <inkml:trace contextRef="#ctx0" brushRef="#br1" timeOffset="-102126.45">29829 8919 1336 0,'0'0'3'0,"0"0"0"16,0-2-8-16,0 2-10 0,0 0-7 0,0 0 2 15,0 0 0-15,0 0 3 0,1 0 7 0,0 0-3 16,-1 0 13-16,1 0 9 0,-1 0 7 0,0 0 1 16,0 0 14-16,0 0 1 0,0 0 0 0,0 0 3 15,0 0 14-15,-1 0-8 0,0 0 1 0,0 0-3 0,-2 0-4 16,-3 0-6-16,-1 0 0 0,0 2-2 0,1-1-9 15,2 0-4-15,0 0-4 0,2 0 0 0,-1 0-11 0,1 2 5 16,0-1 0-16,1 0 3 0,-1 1-7 0,1-1 11 16,0 1 0-16,1-1 7 0,0 0 18 0,0-1-6 15,1 1 0-15,0-1-3 0,1 0-3 0,-1-1-1 16,1 0-4-16,0 0 0 0,1 0-19 0,-1-1 8 16,0 0 1-16,1-1 2 0,-1 2 4 0,0 0 3 15,0 0-7-15,-1 0 4 0,0 0-11 0,0 0 2 16,-1 0 1-16,0 0-2 0,0 0-13 0,-1 0-9 15,0 0-9-15,0 0 0 0,-1 0-49 0,1 0-140 16,-1 0-11-16,0 0-72 0,-1 0-331 0</inkml:trace>
  <inkml:trace contextRef="#ctx0" brushRef="#br1" timeOffset="-100708.2">30472 8218 847 0,'0'0'22'0,"0"0"-7"0,0 0 27 16,0 0 1-16,0 0-4 0,0 0-36 0,0 0 12 15,0 1-2-15,0 0 7 0,0 3 4 0,0 16 16 16,-3-2-9-16,-2 5 10 0,-3 0-12 0,-1 1 6 0,0 3 0 16,0 0 2-16,0 0 13 0,0 3 1 0,-1 0-1 15,0 3-1-15,1 1-16 0,1 2 8 0,0 4-5 16,-1-1 5-16,-1 3-19 0,0 2-6 0,-1-2-1 15,-1 2 0-15,0-4 3 0,0 0-11 0,-3 0 5 0,1-3-6 16,0-1 1-16,1-3-7 0,3-3 0 0,0-4-2 16,4-4-7-16,2-4-28 0,1-4-6 0,2-4-7 15,1-3-26-15,0-5-52 0,0 0-6 0,0-1-22 16,0 1-83-16</inkml:trace>
  <inkml:trace contextRef="#ctx0" brushRef="#br1" timeOffset="-100207.68">30454 8188 1572 0,'0'-1'16'0,"-1"0"-2"0,0-4 25 16,-3-9-8-16,3 8 4 0,1 0-41 0,1-1 4 15,2 3 2-15,1-1 1 0,19 1 3 0,4 2-3 16,0-13-1-16,3 7 0 0,-1 3-8 0,-1 4 10 15,0 1-2-15,-2 2 6 0,-3 0-7 0,-1 2 3 0,-4-1-3 16,-1 3 4-16,-3 1-8 0,0-3 10 0,-3 16-4 16,-3 1 6-16,-1 4-4 0,-4-3 11 0,0 2-2 15,11-1 3-15,-7-2-4 0,-2 3 2 16,-4-2-1-16,-2 0 0 0,-4 1-4 0,-3 0-6 0,-3 1 10 16,-2 1-8-16,11-1 12 0,-17 1-12 0,-2 1 1 0,-1-2-3 15,0 1 6-15,-4-4-6 0,2 1 2 0,-2-4-2 16,-1 0 1-16,3-3 5 0,3-1-8 0,6-3 7 15,1-4-1-15,1-1-1 0,1-3 7 0,0-1-6 16,6-1 7-16,-1 5-12 0,2-3 5 0,1 0-6 16,-3 0 10-16,5-2 0 0,-2 0 0 0,2 1 0 15,-1-1-6-15,1 0-5 0,0 0 1 0,-1 0-4 16,2 0-1-16,0 1 0 0,0 0 0 0,0 0 0 0,1 0 6 16,-2 5 1-16,2 2 2 0,3 0-2 0,0 0-2 15,2-1 5-15,-1 4-6 0,6-3 5 0,5 3 2 0,-2-2-1 16,-3 1 1-16,5 2-3 0,-1-1-7 0,0 2 4 15,2-1 0-15,-7-2 2 0,-1 1 6 0,2-1-6 16,-3 1 1-16,2-2-3 0,-1 0-3 0,-3-1 4 16,1-2 1-16,0 0 2 0,-2-1-8 0,2-1-44 15,-2-3-1-15,1 0-17 0,-1 0-33 0,2 2-121 16,1 1 8-16,4-2-57 0,-1-1-119 0</inkml:trace>
  <inkml:trace contextRef="#ctx0" brushRef="#br1" timeOffset="-99742.41">30883 8906 641 0,'0'0'52'15,"0"-2"14"-15,-1 1-19 0,0 0-32 0,0 0 1 16,0 0-10-16,-1 0 0 0,1-1-6 0,0 1 5 16,0 0 9-16,0 1 15 0,0 0 5 0,-1 0 2 0,1 0 20 15,-1 1 13-15,1-1-1 0,-6 4 3 0,-3 2-13 16,1-2-6-16,-2 10-2 0,3 2-2 0,-1 1-4 16,0 0-8-16,2 0 0 0,1-2-3 0,2 0-9 0,3-1-17 15,-1-1 8-15,-7 1-10 0,4-3 2 0,2 0-1 16,0 0-1-16,3-3 2 0,0 0 2 0,0-3 4 15,0-1 1-15,2-2 3 0,-1 0 16 0,-1 0-6 16,6-1-3-16,4 6-1 0,0-3-1 0,0 0-2 16,1-3 0-16,-1-1-3 0,0-1-7 0,0-3-3 15,-1 1 6-15,-2-1-5 0,1-1 10 0,-2 0-3 16,0-1 3-16,-4-6-2 0,-1 2 6 0,9-3-5 0,-5 1-7 16,0 0 3-16,-1-1-8 0,-3-1-4 0,-1 0 3 15,0 0-4-15,-2 0 2 0,-2 2-2 0,-1 0 0 16,2 3-4-16,-1 1-10 0,0 1-5 0,1 3-4 15,1 0-1-15,1 2-16 0,-6 1-15 0,0 0-8 16,1-4-5-16,0 2-54 0,0 0-54 0,-1 2-9 16,1 1-18-16,1 0-59 0</inkml:trace>
  <inkml:trace contextRef="#ctx0" brushRef="#br1" timeOffset="-99457.23">31208 8914 1277 0,'0'-1'43'0,"0"-1"75"0,0 1-77 16,0 0-7-16,1-1-7 0,-1 1-1 0,1-4-32 0,-1 4 10 15,0 0-2-15,1-2 5 0,2 1-11 0,-2 0 17 16,0 0-4-16,0 1 11 0,0 0 3 0,1 0 10 16,-2 1-7-16,0 0 6 0,-2 1-7 0,1 1-1 15,-8 12 3-15,-12 6-4 0,-2 0 1 0,-2 4-9 16,-3 2 5-16,-2 3-5 0,1 4-4 0,-6 2-2 15,5 5-7-15,-2-1 4 0,0-1-6 0,6-2 1 16,-1-5 7-16,6-4-3 0,5-1 3 0,4-7-12 16,3-3 1-16,2-3-4 0,2-1 0 0,1-4-35 0,3 0-5 15,0-3-9-15,-3 0-11 0,2-2-28 0,2-2-2 16,-1 2-16-16,0-1-64 0,1-1-136 0</inkml:trace>
  <inkml:trace contextRef="#ctx0" brushRef="#br1" timeOffset="-99141.2">31220 9200 1625 0,'0'0'40'16,"0"0"-5"-16,-2 0-2 0,1 0 5 0,0 0-20 0,0 0-12 15,0 0-5-15,0 0 1 0,1 0-3 0,-2 0-11 16,1 0 14-16,0 1-7 0,0 0 8 0,0 0-5 15,-2 1 2-15,0 1 4 0,-7 7-2 0,-5 0 4 0,2 2 1 16,-2-1 2-16,-2 3 0 0,5-1 6 0,-4 3-4 16,3 0 2-16,-1-3-2 0,1 2 3 0,4-2-12 15,-1 0 3-15,7-1-5 0,1 0 0 0,-7 0 0 16,3-1 0-16,3 0 1 0,2-2-1 0,1 1 4 16,0-3-2-16,2 1 4 0,2 0-2 0,-1-2 6 15,5 1-2-15,9-1 2 0,3-2-5 0,3-2-7 16,0 0 1-16,1 12-5 0,2-7-10 0,-1-4-29 15,2-3-1-15,1-3-13 0,0-2-40 0,2-4-155 16,-1-1-43-16</inkml:trace>
  <inkml:trace contextRef="#ctx0" brushRef="#br1" timeOffset="-98525.1">31381 7649 924 0,'0'-3'49'16,"-4"-10"51"-16,1-2-20 0,0 1-39 0,1 2-1 0,1-1-14 15,0 3-21-15,-1-1 23 0,1 2-5 0,-1 0 13 16,0 2 13-16,-1 1-25 0,1 2 5 0,0 0-13 16,0 3-10-16,-8-6 11 0,-2 0-8 0,-1 2 11 15,-1 3 1-15,-1 2-4 0,-2 1 6 0,-2 3-5 16,-1 3 13-16,-2 2-4 0,0 4 4 0,-2-10-5 15,3 15-1-15,0 3-9 0,6-2-11 0,-2 2 5 0,5-1-9 16,4-4-1-16,2 0 6 0,-5 2-6 0,2-2 2 16,5 1 4-16,1-1-4 0,3-1 4 0,1-2-1 0,3 3 0 15,-1-5 2-15,3 1-3 0,0 0 4 0,2 0-4 16,-5-2 2-16,10 0-4 0,4-1-2 0,1-2-5 16,1 0-2-16,-2 0-2 0,1-2-8 0,-1 0-4 15,0-2-8-15,-2-1 2 0,3 0-28 0,-1-1-24 16,-2 9-10-16,0-3-13 0,2-2-99 0,-3-3-58 15,1-2-41-15</inkml:trace>
  <inkml:trace contextRef="#ctx0" brushRef="#br1" timeOffset="-98258.21">31481 7817 1443 0,'-1'-1'21'16,"-1"-1"-4"-16,1 1 11 0,0 0 2 0,0 0-6 16,0 0-19-16,-1-1-11 0,1 2-3 0,0 0-2 15,1 0 6-15,0 2 5 0,0-1 2 0,0 0 0 16,0 0-9-16,0 2 10 0,0-1-6 0,0 3 8 16,0 3-2-16,-1 1 5 0,0 2 10 0,-2 1-4 0,1-1 21 15,-3 3-2-15,1 1-4 0,-3 1 1 0,0 2-15 16,-2 2-10-16,1 1 2 0,0 2-5 0,2 2-4 15,0 1-34-15,3 0-10 0,0 2-11 0,2 0-71 0</inkml:trace>
  <inkml:trace contextRef="#ctx0" brushRef="#br1" timeOffset="-97206.58">27842 10839 1133 0,'-1'0'36'0,"-2"0"51"16,-11 2-49-16,5-1-19 0,2 2-4 0,0-1-5 15,3 0-13-15,-1 1-1 0,1-1 2 0,2-1-1 16,0 0 1-16,0-1 23 0,0 3-4 0,0-1 14 15,-1 1 12-15,2-2-8 0,0 0 7 0,0 0-9 16,0-1-11-16,-1 0-8 0,2-1-1 0,0-1-2 0,2-10-3 16,2-5 1-16,2 0-1 0,2 0 1 0,2 1 0 15,-1 2 1-15,-5 1-1 0,11 3 1 0,2 2 7 0,1 2-12 16,0 0 9-16,1 2-10 0,2 2 13 0,-1-9-14 16,4 4 5-16,0 5-7 0,-1 4-2 0,0 2 8 15,-4 3-3-15,1 3 8 0,0 2-1 0,-2-11 3 16,-1 10-2-16,-3 1 1 0,0-1 4 0,-2-1 1 15,0 0-3-15,-4-3 1 0,0 0-12 0,1-1-4 16,-1 0 0-16,0-2-2 0,0 0 3 0,1-2-13 16,-2 2 4-16,1 2-11 0,-1-2-19 0,0-1-30 15,-1-2-40-15,-2-1 5 0,0 0-119 0,-2 0-70 16,0 0-60-16</inkml:trace>
  <inkml:trace contextRef="#ctx0" brushRef="#br1" timeOffset="-96922.18">28133 10671 606 0,'-1'0'197'0,"-2"0"-189"0,-8-1 227 0,1 1-102 16,4 0-54-16,-1 0-21 0,-3 0-14 0,-2 2 4 15,5 0-20-15,-4 3 2 0,4 0-2 0,0 2 1 16,-6 9 3-16,4 3-8 0,-1 3 1 0,0 2-4 16,0 1-1-16,2 0-8 0,1 2 3 0,-1 5-4 15,-2 0 10-15,-2 2-11 0,0-1 3 0,-1 2-5 16,2 1 19-16,2-2 4 0,2-3 2 0,1-4-3 0,4 0 0 15,-13-2-4-15,7-1-1 0,5-2-2 0,3-1-5 16,1-2 5-16,2-1 4 0,3-2-1 0,1-1-2 16,2-2-11-16,-2 0-5 0,10-2 0 0,2-3-11 0,3-1-5 15,2-2 0-15,3-2-2 0,-1 0-3 0,-4-1-20 16,1 11 1-16,-3-6-8 0,2-2-5 0,0-4-15 16,-1-2-5-16,-1-2-8 0,0-2-63 0,-2-3-74 15,-2 1-26-15,0-1-28 0,-2-1-220 0</inkml:trace>
  <inkml:trace contextRef="#ctx0" brushRef="#br1" timeOffset="-96473.22">28370 11295 823 0,'0'0'665'0,"-1"0"-953"0,0 0 798 0,0-1-462 15,0 0-43-15,0 0-35 0,-1-1-1 0,1 1-13 16,1 0-5-16,0 0 17 0,0 0 6 0,1 0 0 16,1-1 10-16,-1 1 3 0,0 0-9 0,0 0 9 15,0 0 6-15,0 1 20 0,1 0 7 0,-1 0 0 16,-1 0 5-16,0 1 7 0,0 0 3 0,-8 19 0 0,-1-2 1 16,-1 2 1-16,-1 1-3 0,1 1 2 0,0-1-12 15,2-1-8-15,2-1-7 0,2-4 2 0,2 1-14 16,1-3 7-16,1-2 2 0,0-1 1 0,1-2 0 0,1-1 3 15,2-1-3-15,0-1 3 0,1-2-8 0,10 7 12 16,-1-3-3-16,1-3 6 0,0-2-3 0,3-2-4 16,-3-3 1-16,3-2-3 0,-1-2 3 0,-4 2-2 15,0-3-2-15,-1 0 0 0,0 5 2 0,-4-8 8 16,0-1 3-16,-2 2 0 0,-1-1-4 0,-4 1-2 16,7-2-2-16,-3 1 2 0,-2-2-1 0,-1 0-8 15,-2 4 4-15,-2-3-4 0,0 4-2 0,-1 1-3 16,-3-1-6-16,0 2 3 0,-6 1-7 0,-3 0 1 15,0 2 5-15,0 2-4 0,2-2 5 0,2-5-9 0,1 3-2 16,0 2-3-16,1 1-21 0,4 2-58 0,-1 0-7 16,2 0-21-16,2 0-76 0,1 0-36 0,-2 1-32 15</inkml:trace>
  <inkml:trace contextRef="#ctx0" brushRef="#br1" timeOffset="-96204.99">28864 11314 1414 0,'-1'0'232'0,"0"0"-287"0,0 0 259 0,-2 0-136 0,1 0-54 16,-3 0-10-16,2 0 4 0,-1 1-7 0,0 1 1 16,-3 2-2-16,-1 14 0 0,-1 2-1 0,-3 0-3 15,-1 1 8-15,-2 1-1 0,-4 2 5 0,-2-1-7 0,-1 1 0 16,-3 2 1-16,-2-2 1 0,0 2 16 0,-1 0-6 15,-2-1 0-15,4-3-3 0,4-1-2 0,3-1-5 16,5-1 1-16,5-5-4 0,-2-1-5 0,5-1 0 16,2-3-4-16,1 1 1 0,1-1-28 0,-3-3-35 15,2-1-3-15,-1 0-17 0,3-1-70 0,1-2 12 16,0 0-36-16,1 0 20 0,0 0-114 0</inkml:trace>
  <inkml:trace contextRef="#ctx0" brushRef="#br1" timeOffset="-95889.05">28920 11613 1097 0,'0'0'69'0,"0"0"99"15,0 0-63-15,0 0-36 0,0 0 1 0,-2 0-15 16,1 0-22-16,0 0-17 0,0 0 6 0,0 0-8 16,-1 0 3-16,0 0-3 0,-4 1-1 0,-4 2 0 15,-2 2-3-15,0 0 8 0,0 1-4 0,1-1 7 16,-3 3-4-16,2-3 2 0,-2 4-4 0,0-1 4 15,-1 1-1-15,0-5-3 0,-1 11 4 0,-2 3-5 0,3 1-4 16,1 2-2-16,2-2-3 0,4 4 1 0,-3-5-6 16,5-1 1-16,4 2 0 0,-9-2 2 0,4-2 4 15,4 1-4-15,2-2 7 0,1-2-5 0,2 1 2 16,3-1-7-16,0-3 3 0,-3 0-2 0,13-2 15 0,0-2-13 16,3 1 0-16,1-2-3 0,-1-1 6 0,1 9-16 15,1-4 1-15,3-4-8 0,-1-3-17 0,1-2-12 16,2-4 0-16,0-3-6 0,2-3-18 0,1-3-108 15,-1 8-17-15,-1-19-54 0,2-2-284 0</inkml:trace>
  <inkml:trace contextRef="#ctx0" brushRef="#br1" timeOffset="-95204.96">28548 10280 475 0,'0'0'120'0,"0"-1"-94"0,0 0 127 0,0 0-47 15,0 0-36-15,1-2-28 0,0-3 5 0,2-3-13 16,-1 1-5-16,-1 2-5 0,2 0-2 0,-1 1 2 15,0-1 10-15,1 2-5 0,-1-2 5 0,-1 2-5 16,0 0 15-16,-1 0 4 0,0 2 0 0,0 0-2 16,1 0-21-16,-1 0 5 0,0-1-11 0,-1 1 10 15,0 1-13-15,-1 0 8 0,-10 0-2 0,-1 2 2 16,-5 3-5-16,0 6-6 0,-4-8 3 0,1 19-5 0,1 3-3 16,4 3 2-16,-1-2-5 0,3-2 5 0,3 1-1 15,2-6-6-15,3 2 1 0,3-2-4 0,1 0 1 0,-8-3-1 16,3-1 1-16,4-1 0 0,1 0 12 0,2-2-8 15,0-1 4-15,3 0-6 0,0-1-3 0,1-1 7 16,0 0-3-16,-2 0 4 0,11-3-14 0,0-1-8 16,2-2-3-16,1-1 0 0,3 11-8 0,2-4-20 15,0-4 2-15,3-3-9 0,-2-2 0 0,2-3-71 16,-2 0-15-16,3-2-30 0,1-1-159 0</inkml:trace>
  <inkml:trace contextRef="#ctx0" brushRef="#br1" timeOffset="-94838.67">28769 10447 1503 0,'-1'0'53'16,"0"0"-4"-16,0 0-4 0,-1-1-3 0,1 0-21 15,0 1-21-15,0 0-11 0,0 0 2 0,1 0-3 16,0 0 14-16,0 0-2 0,1 0 5 0,0 1-5 15,0 0 4-15,0 0-3 0,2 2 0 0,-2-1-1 16,7 11-1-16,-2 1 3 0,-1 3 3 0,-4-1 1 0,-1 3 4 16,-1-1 5-16,-2 0 2 0,0 0 2 0,-2-2 17 15,0-1-20-15,0-2 6 0,0-3-11 0,-1 2 1 16,2-3-10-16,1 1 0 0,1-2-2 0,0-2-6 0,1-3 6 16,1 1-4-16,0-3 5 0,0 1 3 0,0 1-3 15,0-1-3-15,0-1 0 0,1 2-1 0,1-1 5 16,-1-2 2-16,12 5 0 0,1-3-11 0,1-2 2 15,1-1 0-15,-1-3 1 0,0 0-6 0,-2-1-18 16,0 0 4-16,-1 0-7 0,-2 2 2 0,0-1-20 16,-2 1-17-16,0 1-3 0,-3 0-76 0,-1 1-13 15,-1 1-9-15,-2 0 0 0,4-2-31 0,-4 2-61 16</inkml:trace>
  <inkml:trace contextRef="#ctx0" brushRef="#br1" timeOffset="-94487.14">29204 10893 1336 0,'-1'0'67'0,"0"0"-1"15,0 0 2-15,-1 0-4 0,1-1-22 0,0 0-32 0,0-1-6 16,0 2-7-16,1 0 3 0,0 0 8 0,1 0 0 16,1 0 2-16,3 0-2 0,11-1-4 0,1 1-2 15,1 0 4-15,-2 0-3 0,2 0 1 0,-1 0-13 16,-1 0 1-16,-1 0-6 0,-2 1-10 0,-3-1 11 15,2 2-5-15,-2-1 7 0,-2 0-10 0,0 0-17 16,-1 0-40-16,-1 0 6 0,4 3-138 0,-5-3-98 16</inkml:trace>
  <inkml:trace contextRef="#ctx0" brushRef="#br1" timeOffset="-94303.39">29296 11133 1329 0,'-1'0'107'0,"-1"0"206"16,1 0-267-16,0 0-27 0,0 0-6 0,0 0-4 16,0 0-9-16,1 0-7 0,1 0 5 0,0 0-5 15,2 0 3-15,17-1-26 0,0-1 1 0,5 1-9 16,-1 0-10-16,4-1-10 0,-2-1-5 0,0 0-6 16,2-2-60-16,0 0-19 0,5-2-15 0,0 0-1 0,2-1-59 15</inkml:trace>
  <inkml:trace contextRef="#ctx0" brushRef="#br1" timeOffset="-93920.5">30400 10695 1381 0,'0'-1'50'0,"-1"0"-6"0,0-1 30 16,-4-10-4-16,0-1-10 0,2 4-48 0,0-1-3 0,1 3-3 15,1 1 1-15,0 2-1 0,0-1-3 0,-1 1-4 16,2 2 0-16,-1 0-1 0,0-1 1 0,1 2 3 16,-2-1-2-16,-7-3 8 0,-2 0 5 0,-3 3 5 15,-3 2-2-15,-2 3 11 0,-1 3 4 0,-3 4 0 0,-3 2 2 16,-2 3 5-16,-1-9-6 0,0 17 1 0,-2 1-2 16,3 0-12-16,-1 2-7 0,2 1-4 0,4-1 1 15,1 0-1-15,4 1-9 0,4-3 4 0,4-1-6 16,-1-2 3-16,5-3 0 0,2 0 0 0,2-4 0 15,-7 0 4-15,3-1 2 0,4-1 1 0,1-1 0 16,1 1 1-16,2-1-7 0,2-1-1 0,0-2 0 16,2 2-3-16,-1-2 4 0,8 1 0 0,0 0 1 0,1-1-1 15,-2-2-5-15,0 0-2 0,0-3-3 0,4 1-16 16,1-2-9-16,2-1-3 0,3 12-3 0,1-5-16 16,0-4-15-16,2-4-8 0,1-2-9 0,-2-4-86 0,2-4-100 15,0 0-33-15</inkml:trace>
  <inkml:trace contextRef="#ctx0" brushRef="#br1" timeOffset="-93486.56">30448 11092 1679 0,'0'0'9'0,"0"0"4"0,0 0 8 0,-1 0-14 16,0 0 8-16,0 0-22 0,0 0 9 0,-1 0-4 15,1 0 5-15,1 0-2 0,-1 0-5 0,1 0 6 16,0 0-5-16,-1 0 3 0,1 0-2 0,0 0-2 16,0 0 2-16,0 0 3 0,0 0 9 0,0 0-2 0,0 0 4 15,1-2 1-15,0 1 7 0,2 0 0 0,1 0 0 16,6-1-5-16,-1-1 5 0,2 2-2 0,-1 1 2 16,-2 0-12-16,1 2-8 0,2 3 0 0,-2 1-1 15,0 2 11-15,-2 11-8 0,-3 2 1 0,10 3-3 16,-6 3-2-16,-4 0 3 0,-6 2-1 0,-4 1 1 15,-3-1 2-15,-1-1 13 0,-1-4-2 0,0-4 5 0,9-3-1 16,-14-4 11-16,0 1-4 0,1-3 5 0,3-3-12 16,0-2 2-16,2-1-6 0,3-2 4 0,1-1-13 15,5-1-5-15,0-1 3 0,-1 1-3 0,1-1 0 16,1 1-5-16,-2 1 1 0,0 1-2 0,0-1 8 0,1-1-6 16,1 0 4-16,0 1-6 0,1-1 6 0,2 0-4 15,6 0 0-15,8-1 1 0,0 0 9 0,3-1-9 16,0-3 3-16,1 1-6 0,4 1 1 0,-4-2-5 15,2 1-3-15,0-2-2 0,-2 0-15 0,0 2-4 16,-2-1 2-16,-1 1-3 0,-2-1-5 0,1 1-14 16,-2-1-43-16,0-1 7 0,2-1-159 0,2-1-145 15</inkml:trace>
  <inkml:trace contextRef="#ctx0" brushRef="#br1" timeOffset="-93084.49">31495 10310 1393 0,'0'-2'46'0,"0"1"-5"0,-1 0 30 16,-1-1-10-16,2 1-5 0,-1-3-52 0,0 2-4 15,0-1-1-15,0 1-1 0,0 1 2 0,1 0-4 16,0 1 6-16,0 0-4 0,-2 1 11 0,1 1 7 16,-6 19-3-16,-2 8 3 0,2-2-2 0,-2 2 0 15,2 2 8-15,0-1-5 0,-2 3 12 0,-3 4-13 16,2 1-4-16,-3 5-1 0,1 4 5 0,0 1-4 15,-1 1 0-15,1 0-2 0,0-5-3 0,1-4-1 16,0-1-3-16,3-6 2 0,1-2 0 0,1-4-6 0,2-3 1 16,0-3-5-16,2-2-3 0,0-5-9 0,1-3-7 15,1-4-3-15,0-3-35 0,0-2-72 0,0 0 15 16,0 1-36-16,0-2-20 0,0-1-103 0</inkml:trace>
  <inkml:trace contextRef="#ctx0" brushRef="#br1" timeOffset="-92636.43">31413 10388 709 0,'0'-2'125'0,"8"-23"199"15,-2 5-172-15,1 4-54 0,0 1 5 0,-1 4-25 16,1 1-23-16,-4 2-14 0,15 4 0 0,-1-3-2 0,6 3 8 16,3-2-2-16,1 3-2 0,2 0 0 0,-1-12-11 15,1 8-13-15,-2 5-1 0,0 4-6 0,-4 3-12 16,-3 2 3-16,-3 2-3 0,-3-5 2 0,-2 16-7 0,-4 0 3 15,-1 2-1-15,-2 0 3 0,-4 0 3 0,0 0-1 16,11-2 5-16,-7-1-4 0,-3 0 7 0,-4-3-2 16,-1-1 1-16,-3 1 0 0,-1-2 1 0,-4 1-3 15,4-1 0-15,-14 0-2 0,-3 1-3 0,-4 0-5 16,0-1-1-16,-3 0-1 0,-2-1 13 0,0 0-11 16,-1 1 10-16,-1-2-10 0,1 1 11 0,5-3-9 15,0 1 2-15,4-2-3 0,4 0 5 0,2 1-2 16,2 0-3-16,4 0 2 0,2-1 3 0,1-2-3 0,3-1 1 15,4-1-2-15,-1 2-1 0,-2 0 1 0,2 0 4 16,0 1-1-16,2-1 9 0,1 4-8 0,2 2 0 16,2-3-2-16,3 1-1 0,0-2 8 0,16 1-1 15,4 0 5-15,5 1-7 0,1 1 2 0,-1-2-7 0,3 2 6 16,-2 1-9-16,0 0 6 0,1 0-3 0,-7 0 4 16,1 1-5-16,-6 0-11 0,0 0 2 0,-2 2-7 15,-3-2-4-15,0-1-16 0,-5-1 4 0,0 0-9 16,0-1-6-16,-3-2-37 0,-1-2-33 0,0-2-4 15,-1-1-123-15,2-2-23 0,-1-1-26 0</inkml:trace>
  <inkml:trace contextRef="#ctx0" brushRef="#br1" timeOffset="-92268.74">32032 11067 1654 0,'0'0'69'0,"0"0"-89"16,-1-1 77-16,0 0-42 0,0-1-15 0,0 1-15 16,-1 1 2-16,1 0-7 0,0 0 10 0,0 0 6 15,0 1-3-15,-1 1 3 0,1 0-8 0,0 0 10 16,-1 12 2-16,-8 1 1 0,4-1 3 0,-2 0 7 0,2-1-2 16,0-2 4-16,3 2 4 0,-1-2 5 0,3 1-3 15,-5-4 2-15,0 1-8 0,3 0 6 0,1-2 0 16,0 1 2-16,2-1-3 0,0-2-4 0,2-1 6 15,0 1-5-15,0-3 2 0,-1-2 9 0,15 10-8 16,-2-4 8-16,4-3-8 0,-2-3-3 0,2-2 2 0,-3-3-3 16,1-3-6-16,0-1-7 0,-2 6-1 0,-2-13 0 15,-3-1 9-15,-3 2-3 0,-1 1 5 0,-3-1-4 16,-1-1 11-16,0 1-5 0,9 1 0 0,-4 0-4 16,-3 1-13-16,-2 2 0 0,-1 1 3 0,0 1-1 15,-1 2-3-15,0 3-6 0,0 1-9 0,0 1 4 16,-1 2-9-16,-8-7-36 0,-3 2-2 0,-1 3-21 15,1 2-81-15,-3 2-96 0,1 3-18 0</inkml:trace>
  <inkml:trace contextRef="#ctx0" brushRef="#br1" timeOffset="-92001.49">32417 11056 1309 0,'0'0'159'0,"0"0"-199"16,0 0 190-16,0-1-100 0,-1 0-13 0,1 0-22 16,-2 0-6-16,1 0-4 0,1-1-11 0,0 2 2 0,-1 0-8 15,0 0 3-15,0 0-17 0,0 0 17 0,-1 0-1 16,-5 0 8-16,-14 5 5 0,1 2 13 0,-3 2 1 16,1 3 4-16,1-11-1 0,-1 18 9 0,-2 2-10 15,2 2 9-15,0 3-20 0,-1-2-2 0,0 5 0 0,1-4-2 16,4 0-5-16,1 0-7 0,7-4-9 0,2-1-1 15,1 0-41-15,1-1-68 0,-3-4 0 0,5-1-30 16,0-2-56-16,0-5-156 0</inkml:trace>
  <inkml:trace contextRef="#ctx0" brushRef="#br1" timeOffset="-91685.22">32573 11206 1545 0,'0'0'28'0,"-1"0"-1"0,0 0 25 16,0-1-4-16,-1-1-1 0,1 1-27 0,0 0-20 15,0 1 0-15,0 0-4 0,-4 0 2 0,-10 1-5 16,3 2 5-16,-2 2-4 0,-6 5 7 0,-2 2 6 16,-2-1-3-16,2 1 4 0,2 0-1 0,3-2-1 15,2-6 4-15,0 9-4 0,2 3 6 0,3 0 0 16,1-2 4-16,1 2-2 0,2-4 0 0,0 1-2 15,4 2-2-15,-1-2 1 0,1 2 6 0,-6-2-9 0,2-1 5 16,3 0-6-16,3 0 5 0,3-3-2 0,1 2-4 16,2-3 1-16,6-1-5 0,10-1-3 0,7-3-4 15,0-1-2-15,5 14-5 0,4-8-13 0,1-7-4 16,-1-2-5-16,0-5-23 0,-3-2-75 0,-3-2-10 0,-1-2-37 16,-4-1-163-16</inkml:trace>
  <inkml:trace contextRef="#ctx0" brushRef="#br1" timeOffset="-90951.77">32458 9470 885 0,'1'0'40'0,"-1"-1"-3"0,0 0 46 15,-1-2-17-15,0 1 8 0,1 0-55 0,-3-5-10 16,2 3 9-16,0-2-7 0,0 0 15 0,0 2-6 15,-2-2-2-15,2 3 0 0,-7 0-1 0,-5 2 3 16,1-8-3-16,-2 2 4 0,1 4 11 0,-3 1-1 16,-1 0 8-16,0 2-7 0,-3 3-2 0,3 0-1 0,-2 3-7 15,-1 2 4-15,2 3-18 0,-1-9 8 0,-2 17-3 16,-3 5 3-16,4 0-18 0,-1 3 2 0,-1 4 0 16,3 1 2-16,-1 3 0 0,2-1 1 0,4-1 3 0,3-6 0 15,0-8 10-15,6-3-3 0,1 0-1 0,-5-1 0 16,4 1 5-16,3-2 9 0,2 1-2 0,1-4 2 15,1 2-10-15,2-2-4 0,2-1-3 0,-5 2 1 16,20-1-8-16,4-2-2 0,0-2-2 0,0-1-1 16,-2-2-12-16,0-1-7 0,-1-1-10 0,-1 11 1 15,-1-6-24-15,-2-3 4 0,0-3-7 0,-1-1-1 16,-2-1-46-16,1-3-42 0,-2 0-22 0,3-2-17 0,-5 0-182 16</inkml:trace>
  <inkml:trace contextRef="#ctx0" brushRef="#br1" timeOffset="-90550.34">32413 9744 1493 0,'-1'0'35'0,"0"0"-2"0,0-1 11 15,0 0-8-15,-1 0-6 0,1-1-30 0,0 1-9 16,1 0 4-16,0 0-6 0,1 0 0 0,2-1 4 0,5 0-1 15,6-1 3-15,1 0 5 0,0 1-1 0,-9 2 5 16,8 0-2-16,-5 0 13 0,5 0 10 0,1 0-6 16,-3 1 6-16,-3 1-19 0,-1 1 7 0,1 1-5 0,-5-1 6 15,3-2-13-15,-4 12 10 0,-1-1-8 0,9 3 8 16,-4-1-16-16,-4 3 13 0,-2 0-4 0,-2 1 7 16,-5 1-11-16,1-4 0 0,-2 0 7 0,2-2-3 15,-2 0 17-15,-1-1-15 0,2-3 2 0,3-2-5 16,-1 0 8-16,-1-2-10 0,3 7 7 0,0-2-8 15,-5 0 1-15,3-2 7 0,4-7-8 0,-2 2 7 16,1-1-7-16,0 0 17 0,-1 2-1 0,-1 1 8 16,3-3 3-16,0 1-3 0,0-1-3 0,2 0 0 0,-1 0-13 15,0-2 9-15,8 6-5 0,4 1 6 0,5 0-6 16,-4-2-7-16,0-3 2 0,1 1-6 0,-3-1-2 0,1-1-19 16,-1 0-5-16,-3 1-9 0,-1-2-51 0,-3 0-170 15,-1 0-62-15</inkml:trace>
  <inkml:trace contextRef="#ctx0" brushRef="#br1" timeOffset="-88600">30085 9697 538 0,'0'0'0'15,"0"-1"14"-15,-1 0 133 0,0-1-42 0,-1 1 2 16,1-1-69-16,1 0-8 0,0-1-2 0,0 1 4 15,0 0 1-15,0-1 9 0,-1 2-12 0,0 0 3 0,0 0-6 16,-1-1-1-16,1 1 12 0,0 0 4 0,0 0 4 16,-1 1 19-16,-1 0-15 0,1 0 0 0,0 0-5 15,-1 0 1-15,1 0-18 0,1 0 1 0,-1 0-6 16,1 0-5-16,1 1-2 0,0 0 1 0,1 0 1 16,1 1 10-16,1 0-6 0,14 6 5 0,0 0-6 15,2 0 5-15,2-3-1 0,2 0-6 0,2-1 4 0,7-1 0 16,2 1 0-16,8-1 6 0,12 1-4 0,-6-3 6 15,2 0-10-15,0-1 5 0,-7-1-8 0,5 0-5 16,1 0-5-16,-3-1 0 0,-2 0-1 0,-3 0 1 0,2-1-3 16,-2 2-7-16,-2 0 3 0,-3 0-1 0,-6 0-1 15,-1-1 4-15,-4 1-3 0,-2 1 8 0,-2 0-6 16,-5 0 0-16,-2 0-2 0,-3 0-4 0,-1 0 7 16,-2 0 1-16,-3 0 1 0,-2 0-3 0,-1 0-1 15,-1 0-1-15,1 0 1 0,0 0 4 0,1 0-2 16,-2 1 1-16,0-1-4 0,-1 2-6 0,0-1 2 15,-1 0-3-15,-7 0 4 0,-15 3 0 0,-3-2-3 16,-3-1 6-16,-1-1-5 0,-5 0 6 0,-1 0-5 0,-2 0-3 16,-4-1 0-16,1 0 5 0,-4 1-1 0,-3-1 5 15,-4 0-2-15,-1 1-2 0,2 0 2 0,-2 1-1 16,2 0 1-16,2 1 4 0,3-1-3 0,1 1 0 16,4-2 0-16,2 1 7 0,2 0-5 0,5 0 5 0,0 0-4 15,6 0 3-15,4-1-7 0,3 0 1 0,6 0-1 16,1 0 14-16,5 0-12 0,1 0 9 0,4 0-8 15,0 0 14-15,-1 0-13 0,2 0 0 0,0 0-4 16,0-1 4-16,1 0 10 0,0 0-4 0,1 0 4 16,6-2-8-16,14-1-1 0,4-1 7 0,1 0-4 15,3 2 14-15,13-3-8 0,4 0-1 0,4 2-1 16,1 0 0-16,0 1-1 0,-6 2-2 0,2 0 1 0,2 0 0 16,-1 1-3-16,8-1-1 0,-3 1-1 0,-4-1-4 15,-2-1 2-15,-1 2 1 0,0 0-1 0,-6 2-2 16,-6-1-3-16,-2 1 0 0,-5 2-2 0,-5-2 5 0,-3 0 1 15,0 1-2-15,-8-1 2 0,2 0 0 0,-2 1 1 16,-5-2 6-16,-2-1-4 0,0 0-2 0,-3 0 10 16,0 0-6-16,2 1 8 0,-1 0-9 0,-1-1-5 15,0 0-1-15,-1 0 0 0,-1 0-6 0,0 0-3 16,-24 0 3-16,-1 0-3 0,-3-1 9 0,-5 1-4 16,0 0-1-16,-3 1 0 0,0 2 8 0,0 0-2 15,4 1 4-15,3 0-4 0,3 1 3 0,2 0-7 0,3-1 2 16,4 1-4-16,-1 0 10 0,6-2-8 0,4 0 3 15,2-1-6-15,2-1 6 0,4-1-10 0,-1 1 0 16,-1 1-7-16,2 0-18 0,1 0-33 0,0 0-6 16,4 2-10-16,18 1-45 0,13-4-177 0,6 4-36 15</inkml:trace>
  <inkml:trace contextRef="#ctx0" brushRef="#br1" timeOffset="-87032.4">31982 11680 1118 0,'-2'0'10'0,"0"0"24"0,-16 0-22 16,0 0-6-16,-1 2 6 0,-3 2-6 0,2 0 7 0,-3 2 0 15,1 2 5-15,1 1-1 0,-4 1 15 0,5-2 29 16,-2 2-11-16,3-4 18 0,0 0-4 0,3-3-7 16,1-1-3-16,4 1-3 0,0-2-13 0,5 0-3 15,-2 0 6-15,4-1-6 0,3 0 3 0,-1 0-22 16,0 0 4-16,-1 0-10 0,2 0 2 0,0 0-9 16,0 0-1-16,1 0-2 0,1 0 7 0,1 0-3 15,9 0 8-15,11 0-5 0,3 0 14 0,2 0-5 16,1 0 1-16,4 0-1 0,1 0 9 0,2 0-8 0,7 0 9 15,-3 0-9-15,0 0 3 0,0-1-12 0,-6 0-2 16,0 1 0-16,-2 0 5 0,-5 0-11 0,-2 0 0 16,-4 0-4-16,-4 0 10 0,-4 0-6 0,-1 0 6 0,-4 0-6 15,-4 0 8-15,0 0-4 0,-1 0 1 0,0 0-3 16,1 0-4-16,-2-1-1 0,-1 0-5 0,0-1 4 16,-1 1-13-16,-11-5 3 0,-14-3 4 0,-6 3-1 15,-7 3 8-15,-2 3 3 0,-5 2 0 0,2 1 0 16,-2 3 0-16,1 0 0 0,4 0 0 0,0 2 0 15,3 1 3-15,-1-1 3 0,3 1-2 0,0-1 2 16,3-1 10-16,0 1-1 0,3-3 1 0,8 0-3 0,2-1 4 16,3-2-7-16,7 0 5 0,-4 1-6 0,1-2 6 15,6-1-9-15,1 0 5 0,4 0-5 0,-1 0 1 16,2 0-6-16,0 0 0 0,1 0-1 0,0 0 8 0,1 0-2 16,0 0 2-16,23 2-2 0,3-2 1 0,7 0 3 15,1-1-4-15,5 0 5 0,1-2-1 0,4 2-2 16,0-1 7-16,4 1-7 0,5-2-2 0,0 1-6 15,0-1 0-15,4-1-1 0,-6-1 9 0,-1 1-12 16,0 1 1-16,-9 2-6 0,-1 0 7 0,-5 0-12 16,-8 1 5-16,-3-1-6 0,-8-1 9 0,-1 2 6 15,-2-1-4-15,-11 1 4 0,-2 0-4 0,2 0 3 16,-2 0 1-16,-1 0 1 0,0 0-3 0,-1 0 1 16,-2 0-1-16,-20-3 1 0,-2 0 0 0,-7 2-8 15,3 1 6-15,-5 0-5 0,-1 1 5 0,-1 1 1 0,-1-1-5 16,-4 1 6-16,-3 0-2 0,2 2 3 0,2-2-1 15,0 1 1-15,1-2-3 0,-1 1 6 0,-1 1-2 16,3 0 4-16,-1 2-5 0,1-2 7 0,4 1 0 0,-2-2 3 16,1 2-4-16,7-2 5 0,-4-1-1 0,10 2 2 15,5-1-4-15,3-1-3 0,5 0-4 0,4-1 2 16,0 1-4-16,4-1-1 0,-1 2-1 0,-1-1 1 16,2 0-7-16,1 0 7 0,0 0-3 0,1 0 5 15,3 1 7-15,21 2-7 0,0 0 4 0,7-2-5 16,2-2 5-16,5 0-4 0,1 0 3 0,0-2-3 15,0 1 3-15,4 0-2 0,1-1 0 0,1 1-1 0,0 0 7 16,0 0-4-16,1 1-4 0,-5-1 1 0,0-1-3 16,-7 1 0-16,-7 0 3 0,-3 1-4 0,-4-1-2 15,-6 0 7-15,-4 1-2 0,-3 0 2 0,-6 0 4 16,0 0-3-16,0 0 4 0,0 0-5 0,-1 0 0 0,-1-1-4 16,0-1-4-16,-2 1 0 0,-14-2 1 0,-14-2-5 15,-5 0 5-15,-2 3-5 0,0 2 7 0,-4 0 0 16,2 2 5-16,-3 1-1 0,-4-2 4 0,1 0-6 15,1 3-1-15,3-1-1 0,3 2 12 0,1-1-4 16,1 0 1-16,6-2-3 0,-3 1-3 0,6 0 2 16,5 1 2-16,1-1 1 0,4 0 1 0,4-2 5 0,0 0-1 15,8-1 3-15,0 0-7 0,2 0-5 0,1 0-1 16,1 0-1-16,0 0 5 0,1 0-1 0,0 0 1 16,2 0 0-16,13 1-3 0,14 0 4 0,4-1-4 15,2 0 5-15,1-2-2 0,2-2 0 0,2 1 5 16,2-2-3-16,2 3 0 0,2 0 1 0,-2-2-3 0,2 0 3 15,-1-1 0-15,-2 0-6 0,0 1-1 0,-7 1-2 16,-3 2-1-16,-6-1 8 0,-6 1-4 0,-2 0 4 16,-4 1-9-16,-6 0 2 0,-2 0 4 0,-4 0 0 15,0 1 6-15,-1-1-10 0,-1 1 2 0,0 1-4 16,-1-2 13-16,-1 1-9 0,-1-1 3 0,-16 3-5 16,-9 2 0-16,-2 0 3 0,-5-1-7 0,-5 1 7 15,6-1-2-15,-7 0 2 0,-3 0 0 0,1-1-1 0,-4 1 1 16,7 0 2-16,5-1 2 0,5 1-1 0,1 0 5 15,4 1 3-15,4-1-1 0,4-1 0 0,3-1-10 16,3 1 6-16,3-2-4 0,4-1 4 0,1 1-9 0,-1 0 0 16,2 0-3-16,0 1 2 0,1-1-5 0,0 0 8 15,1 0 1-15,6 0 3 0,18 3 3 0,2-1 3 16,6 0-4-16,3-2 3 0,2 0-16 0,5 0 8 16,-2 0-1-16,4 1 3 0,5-2-5 0,-3 0-36 15,0 0-4-15,-5-2-14 0,-3 1-44 0,-4-1-117 16,-1 1-49-16</inkml:trace>
  <inkml:trace contextRef="#ctx0" brushRef="#br1" timeOffset="-79608.31">2014 13836 365 0,'0'0'55'0,"0"0"-8"0,0 0 50 0,0 0 13 16,-1 0-17-16,0 0-6 0,1 0-42 0,-1 0 4 0,0 0-15 16,-1 0-7-16,1 0 9 0,0 0-2 0,0 0 2 15,0 0-21-15,0 0-8 0,-1 0 4 0,1 0-3 16,0-1 8-16,0 0 15 0,0 0-4 0,0 0 10 16,-1-1 7-16,1 1-3 0,0-1-6 0,-1 0 3 15,2 0-3-15,-3-4-6 0,-1 1 5 0,2-1-7 0,-1 0 4 16,-1 0 7-16,0 0-5 0,-2 0 3 0,3 3-22 15,0-3 4-15,-1 2 0 0,2 1 2 0,-1-2-5 16,-3 1-9-16,0 0 0 0,0 0-2 0,1 2 2 16,0 1-1-16,2-2-1 0,-3 2-1 0,0 0-6 0,1-3-2 15,1 1 0-15,-3-2 1 0,3 4 0 0,-2-1 0 16,0 1 2-16,1-1-1 0,-3 2-2 0,-3 0 1 16,1 2 3-16,-1 1-1 0,-1 3 3 0,0 2-10 15,-2-2 5-15,1 15-4 0,-2 2 13 0,-2 1-8 16,2 5-1-16,2-4-3 0,2 5 6 0,1-1-2 15,2-1 3-15,1-1-1 0,1-1 6 0,2-2-8 16,2 1 2-16,-11-4-4 0,6-1 11 0,3 0-8 0,4 0 0 16,1 0-4-16,2 2 2 0,2-1 3 0,2 0 1 15,0 0 1-15,0-1 0 0,1 0 5 0,0-1 0 16,2 0 1-16,-1-2-5 0,0-3 22 0,-5-1-9 16,12-3 12-16,1-2-15 0,-3-1 4 0,2 2-2 0,-1-6 1 15,-1 0-6-15,2-2-9 0,2 11 2 0,1-5-5 16,-2-3-3-16,2 0 3 0,-3-3-7 0,2-1 6 15,0-2-12-15,-3-2 3 0,1 1-6 0,0-3 3 16,-2 0-23-16,0-1 1 0,0 0-16 0,0-2-6 16,0 0-173-16</inkml:trace>
  <inkml:trace contextRef="#ctx0" brushRef="#br1" timeOffset="-78857.98">2388 14411 1131 0,'0'0'134'0,"-1"0"-190"16,0 0 165-16,0-1-93 0,0 0 16 0,-1 0-19 16,1 0 2-16,1-1-8 0,-4-8 4 0,-1-2-12 15,0-2 5-15,3-1-8 0,2-2-3 0,0 2-3 0,0 0 0 16,-1 3-1-16,-1 1 7 0,1 3 4 0,0 2 4 15,-1 0 1-15,1 3 1 0,1 2-3 0,-6-4 2 16,-5-1 1-16,1 1 24 0,-2 3 1 0,-2 2-3 16,2 1 1-16,-1 4-19 0,2 1-3 0,1 0-3 15,-2 15 2-15,3 5 0 0,-3 3-6 0,2-1 7 16,3 4-7-16,0-3 9 0,3 2-11 0,0 0 3 0,2-7-4 16,-12 1 7-16,7-6-1 0,3-3-5 0,2-2 1 15,1-1-6-15,1-3 10 0,0-2-3 0,1-1 5 16,0-2-5-16,0-1 2 0,0-1 3 0,2-1 0 15,-2-2 10-15,9 7-1 0,0-3 2 0,-1-3-1 16,5-1 8-16,-2-1-3 0,1-4 0 0,2-3-3 0,-1 7-10 16,3-22-1-16,-2 0-5 0,2-3 3 0,0-4-7 15,0 5 9-15,0-5-6 0,-3 2 6 0,2 2-5 16,-5 1-1-16,0 4 5 0,-3 2-5 0,1 2 6 0,-4 3-9 16,0 1 4-16,-1 4-4 0,-2 2 6 0,-1 5 4 15,-1 1-2-15,3-1 4 0,-1-1 9 0,0 1 6 16,1 1-3-16,-2-1 2 0,0 2-27 0,0 2 8 15,0 0-4-15,2 11 6 0,-1 12-5 0,-1 2 0 16,0 0-1-16,-1 1 1 0,0 3-2 0,0 3 0 16,0 0 2-16,0 1-1 0,0 0-4 0,0-1 7 15,0 3-3-15,0 2 6 0,0 1-9 0,0 5-4 16,-1 3 6-16,-1 0-4 0,-3-1 7 0,0-5-1 16,0-4 0-16,-1-4 1 0,-1-5 8 0,0-5-6 0,-1-2 2 15,1-5-3-15,0-3 7 0,0-1 2 0,1-6 2 16,-2-1 0-16,-4-4 11 0,-1 0-1 0,3 5-5 15,4-4 2-15,-8 1-5 0,2-2 0 0,-2-4 6 16,-5-2-7-16,5-2-5 0,2-1-1 0,-2 2-8 16,2-13 5-16,4 0-8 0,-2-5 4 0,0 0-2 0,2-1 3 15,-1 1 0-15,3 0-6 0,1 0 3 0,2 2-4 16,-1 1 5-16,3 2 2 0,-10 2-3 0,4-1 0 16,4 3-1-16,1 1-1 0,2 4 1 0,3-2-2 15,0 0 1-15,3 1-5 0,1 0 6 0,0 2-5 16,10 1 9-16,0 0-10 0,2 2 4 0,-1 1-6 0,2 1 12 15,0 1-6-15,1 1-3 0,3 0-2 0,-2-12-2 16,0 4-17-16,1 5 2 0,-5 1-9 0,4 1-7 16,-2 1-123-16,-3 0 11 0,2 0-59 0,0-1-80 15</inkml:trace>
  <inkml:trace contextRef="#ctx0" brushRef="#br1" timeOffset="-78224.24">3010 14642 1349 0,'0'0'40'0,"-1"0"0"0,0 0 0 0,0 0 7 16,0-1-16-16,-1-1 8 0,0 1-16 0,0 0-9 16,-1 0 0-16,1-1-17 0,1-1 4 0,-5-5-3 15,0-3 2-15,1 1-11 0,1-1 6 0,0 1-4 16,1 0 6-16,0 3 7 0,1 2-7 0,-2 1 3 0,3 3-3 15,-9-1 11-15,-3-7-5 0,-1 4 9 0,-6 2-8 16,2 3 4-16,-1 2 3 0,2 4 1 0,-1 2 1 16,-1 3 6-16,-1-9-6 0,2 13-7 0,1 2 3 15,2-1-2-15,2 0-1 0,1 0 1 0,2-2-3 16,5 2-9-16,-1-2 9 0,1 1-4 0,3-1 5 16,-1 1-12-16,2-1 3 0,-8 1 4 0,2 1 0 15,4-3 1-15,2 2-1 0,1 1-3 0,2-2 3 16,3 2-2-16,1-3 2 0,2 1 0 0,-1-3 2 0,-1-1-3 15,7-3 6-15,2 2-5 0,0-6 4 0,0-1-9 16,2 10 11-16,-2-6-1 0,0-4 6 0,1-2 8 0,1-2-12 16,0-4 6-16,3-4-7 0,-2-2 9 0,-1 4-9 15,-2-11 3-15,-2-1-4 0,0-1 5 0,-3 0 9 16,1-1-6-16,-3-1 7 0,0-3-3 0,-1-1-5 16,0 0-2-16,0 0-1 0,-2-3-1 0,0 1-6 15,-2-3 9-15,0-3-9 0,-2-1 6 0,0-6-6 16,0 1-2-16,18 0 0 0,-11 0 0 0,-4 3-6 15,-4 3 8-15,-1 3-7 0,-2 3 11 0,0 3-5 0,-2 2 1 16,2 3-1-16,-2 2 7 0,1 4-10 0,1 3 1 16,0 4-2-16,1 2 12 0,0 2-7 0,1 0 4 15,1 3-6-15,-2-1-3 0,0-1 3 0,0 2 0 16,-1 0 1-16,2 1-7 0,-1 1 2 0,-1 1 1 16,-7 20 2-16,2 5 3 0,2 3-3 0,2 2-3 0,2 4 1 15,1 6 2-15,1 5-1 0,0 0 2 0,1 6-1 16,0-1 3-16,1-5-2 0,1-1-2 0,0-8-1 15,1-7 1-15,-1-7-1 0,2-3 5 0,0-3-2 16,-1-4-2-16,0-3-11 0,0-3-2 0,-2-3-3 16,-2-4-18-16,2 1-84 0,4 2-26 0,2-2-36 15,3-2-249-15</inkml:trace>
  <inkml:trace contextRef="#ctx0" brushRef="#br1" timeOffset="-77890.55">2509 13095 1227 0,'0'-1'86'0,"-1"0"-70"0,0-1 99 0,-2-4-35 16,-2-2 26-16,1 2-19 0,2 1 6 0,2 4-13 16,0 0-6-16,-2-2-11 0,-1 1-2 0,1 1-3 15,-6 1-17-15,-3 3-29 0,-3 3 2 0,0 32-12 16,0 7-4-16,-2 5-11 0,7 4-10 0,0 6-6 15,0 4-95-15,4 2-265 0</inkml:trace>
  <inkml:trace contextRef="#ctx0" brushRef="#br1" timeOffset="-76423.48">3643 13823 256 0,'0'0'243'0,"-1"0"-105"16,0 0 107-16,-1 0 11 0,0 0-163 0,0 0-5 0,-1 0-47 16,1 0 1-16,0 0-9 0,1 0-14 0,-1 0-13 15,1 2 4-15,0-1-6 0,0 0 18 0,1 0 7 16,0 0 1-16,1 0 0 0,1-1 5 0,15 3 5 15,4-2 0-15,4-1 0 0,1 0-7 0,2-2-7 16,1-2 1-16,-1-2-4 0,3-1-7 0,0 0-5 16,-2 0-1-16,0 1-1 0,-3 0-5 0,0 0-2 15,0 0 4-15,-1 2-2 0,-1-1 1 0,-1 2-6 16,-2-1-3-16,-1 2 1 0,-2 0 3 0,-2 1-10 0,-1 1-3 16,-1 0-4-16,2 0-11 0,-5 0-30 0,-1 0-24 15,-4 0-9-15,-3 0-132 0,2 0-146 0</inkml:trace>
  <inkml:trace contextRef="#ctx0" brushRef="#br1" timeOffset="-76138.99">3810 14071 1482 0,'-1'0'29'0,"0"0"2"16,-4 0 17-16,-8 3-10 0,5-1 2 0,-3 1-24 0,9-2-17 16,-1 0 1-16,2 0-5 0,0 0 6 0,1 0-1 15,0 1 5-15,1-1-2 0,0 0 18 0,7 4-3 16,12 3 3-16,-2-3-2 0,5-2 13 0,-2-2 17 16,0-1-7-16,1 0 11 0,2-2-9 0,-1 0-15 15,3-2 3-15,1-1-9 0,0-1-15 0,2 1-8 16,2-1-2-16,0 0-3 0,2-1-14 0,0 1-20 15,-4 0-17-15,5 0-20 0,2 0-237 0</inkml:trace>
  <inkml:trace contextRef="#ctx0" brushRef="#br1" timeOffset="-62460.83">5342 13369 731 0,'-1'-1'0'0,"0"0"8"16,0 0 85-16,0 0-20 0,-1-2 6 0,1 1-35 0,1 1-10 0,-1-2-18 15,-1-1 2-15,-3-1-5 0,0 2 6 0,-2 1 14 16,1 0-2-16,-1 1 6 0,0-3-6 0,-1-2 7 15,0 2-5-15,-1 0 7 0,1 1 3 0,-1-1-9 16,-1 2 4-16,0 1-7 0,2 1-7 0,-2 0-6 16,2 0-3-16,-1 0 0 0,-1 0-3 0,5 0-7 15,-3 1 5-15,2 0-7 0,-2 1 2 0,0 1-5 16,0-1 3-16,2 0-2 0,-1 2 3 0,0 1 1 16,0-1-5-16,1-1 2 0,0 5-6 0,0 5 5 15,-1-3-1-15,0 2 4 0,-1 2 0 0,1 0 0 16,-2 4-3-16,1 1 2 0,1 1-6 0,-1 2 7 0,1-2-1 15,-3 3 2-15,3-2-10 0,-1 2 11 0,0 2-7 16,1 0 7-16,1-1-14 0,0 1 12 0,3 2-5 16,-2-1 6-16,0 2-6 0,3-2-3 0,-1 1 5 0,-11-1-2 15,6-1 1-15,5-3 4 0,1-3-1 0,2-3 1 16,0-3-4-16,2 1 7 0,0-1-4 0,0-1 5 16,2 1-6-16,-1-4 0 0,2 1 7 0,0-1-4 15,-1-2 8-15,0-1-4 0,-3-1 1 0,7-1-2 16,1 0 8-16,0 0-7 0,2-2-5 0,-1 1 2 15,3 0 0-15,-1-2-5 0,1 0 4 0,-3 6-5 0,4 0-2 16,-1-2 0-16,0-2-2 0,0 0 2 0,-1-2-9 16,0-1-1-16,0 0 0 0,2 0 0 0,-1-1 0 15,2-2-25-15,1 1-1 0,2-3-18 0,1 0-93 16,1-4-288-16</inkml:trace>
  <inkml:trace contextRef="#ctx0" brushRef="#br1" timeOffset="-61611.16">5684 13912 1179 0,'-1'0'24'16,"0"0"39"-16,0 0-51 0,0-2 13 0,0 1-8 15,-1 0 9-15,1 0-21 0,0-2 4 0,-1-1-5 0,-4-7 4 16,2 2-8-16,1-2 9 0,0 1-4 0,1 0 7 16,-1 0-7-16,0 3 7 0,1-2 5 0,-2 2 1 15,2 3 14-15,0-1 0 0,-1 1 2 0,1 3-2 16,-9-1-2-16,3-4-17 0,-1 0 2 0,-1 1-6 16,1 3 10-16,-2 1-5 0,1 1 3 0,-1 1-5 15,0 0 4-15,2 2-9 0,1 0 2 0,0 1-4 16,1 0 3-16,1-3-7 0,-1 10 5 0,1 1-5 0,-1 0-2 15,0-1 1-15,1 1-7 0,-1 1 7 16,0 2 9-16,1 1-11 0,1 0 5 0,0 1-6 0,-1-2 10 0,2-2-10 16,-2 1 4-16,2 0-7 0,1-1 7 0,-1 1 0 15,2-1-1-15,1-1 0 0,0-2 3 0,-6 1-5 16,1 1 5-16,2-2-5 0,2 1 7 0,1-1-7 16,1-1 2-16,0-2-3 0,0-1 6 0,1-2-3 15,0 0 2-15,0-2-1 0,0 0 5 0,2 1-4 16,-1-1-2-16,0 1 0 0,3-1-2 0,3 1 2 15,1 0 1-15,0-3 1 0,-1 0-2 0,0-1 3 16,2-4-2-16,0-2 4 0,1 2 1 0,0-11-6 16,-2-2 2-16,0 0-3 0,0 2-2 0,-2-4 8 0,0 2-4 15,-1 1 6-15,-2-2-7 0,2 4-2 0,-2-1 3 16,-1 5-3-16,-2 1 7 0,1 1 2 0,-1 4-3 16,0 3 2-16,1-2-10 0,1 2 5 0,-1-1-2 15,0 1 3-15,0 0-2 0,-1-1-1 0,0 2 0 0,1 0 1 16,-1 1 0-16,2 1-3 0,-1 0 1 0,0 4-3 15,9 19 7-15,-4 3-2 0,-1 0 0 0,-1 1-3 16,-3 0-3-16,2-1 3 0,-2 1-1 0,1 1 1 16,-1-4-1-16,0 1 8 0,0 3-1 0,0-1 3 15,0 1-9-15,0 1 1 0,-1 1 3 0,1 2 0 16,-2-1 9-16,0 3-8 0,-2-1-1 0,-1 2-1 0,-3-1 0 16,-1-4 2-16,0-4 2 0,0-4 0 0,1-4 1 15,-1-1-3-15,1-4 2 0,0-3-1 0,1 0 10 16,2-3 5-16,-1-2-2 0,3-4 2 0,1 0 1 15,-5 1-3-15,-3 3-1 0,1-2 0 0,-1-2 0 0,0-2-12 16,1 0 10-16,-2-2-11 0,4-1 6 0,-1-1 0 16,1-8-3-16,0-8 3 0,2-1-1 0,0-5-7 15,-12-2 0-15,7 2-1 0,4-3-6 0,4 0 7 16,2 1-2-16,1 0 4 0,2-1-2 0,1 2 1 16,2-1-2-16,0 1 1 0,3 2-3 0,-1 3 2 15,1 2 0-15,-2 4 1 0,-8-1 3 0,12 4-4 16,0 1 1-16,0 3-5 0,0 1-5 0,-1 2 9 15,-3 1-4-15,1 3 5 0,-1 1-15 0,-1-1-8 16,1-3-2-16,0-1-2 0,-1 2-6 0,5-1-83 0,-1 3-25 16,3 0-31-16,5-1-189 0</inkml:trace>
  <inkml:trace contextRef="#ctx0" brushRef="#br1" timeOffset="-60909.45">6323 13930 1290 0,'-1'0'96'16,"0"0"-114"-16,-1 0 107 0,1 0-55 0,0 0-23 0,0 0-5 15,0 0-3-15,0 0-1 0,-1 0-2 0,1-1-2 16,0 0 0-16,-1 0 0 0,-1 0 1 0,1-2 0 15,0 2 0-15,-3-2 0 0,-3-2 3 0,-1 1-1 16,1 1 6-16,-6-2-5 0,0 3 8 0,-1 2 12 16,-4 1 0-16,1 1 5 0,1 3 10 0,0 1 3 15,1 1-10-15,0 1 6 0,1-5-19 0,0 12-2 16,2 2-1-16,0 3-3 0,2-2-12 0,0 1 1 16,1 1 3-16,1-1 0 0,1 0 1 0,2-2-3 15,0 2-1-15,2-1 0 0,0-1 0 0,1 0-2 16,2 0 2-16,0-1-2 0,-10 0-1 0,4 1 6 0,3-2-3 15,1 0 4-15,2-1-9 0,1-1 5 0,0-3-3 16,1-3 4-16,0-1 6 0,1-3-7 0,-1 1 6 16,-1-3-6-16,3 0 4 0,5 5-1 0,3 0 1 15,-2-4 0-15,4-1 4 0,-1-1 0 0,1-3-5 0,4-4 3 16,-1-3-6-16,2 7 1 0,-1-15 3 0,0-2 0 16,-1 0 11-16,1-1-13 0,-2-1 4 0,1-2-6 15,1-1 0-15,1 1 3 0,-1-2 1 0,-2-1 2 16,-2-1 1-16,-2-2-7 0,-3 1 5 0,2 1-5 15,-2-2 5-15,-3 4 2 0,-2 0-9 0,12-1 6 16,-8 6-8-16,-2 1 14 0,-3 4-4 0,-2 2 7 0,0-2-14 16,-2 2 8-16,-1 0 0 0,-2 2 5 0,0 2-8 15,0 0 3-15,1 1-1 0,-1 1 3 0,0 1 1 16,4 1-8-16,-8 1 3 0,3 0-4 0,0 1 1 16,4 0-2-16,-1 1 2 0,2-1 0 0,-1 1 1 0,-3 0 1 15,4 1-7-15,1 1 4 0,-2-2-6 0,-1 1 4 16,1 0 0-16,0 0 1 0,0 1 0 0,1 0-2 15,0 0-3-15,0 0 0 0,0 1-3 0,-1 1 4 16,1 1 3-16,-5 15-1 0,2 10 5 0,0 5-3 16,3 5 1-16,0 3-1 0,0 7-4 0,-2 1 2 15,1 2 5-15,-2-3-2 0,2-3 8 0,0-2-8 16,1-7-1-16,1-3-2 0,2-5-1 0,3-4 1 0,-1-3 2 16,2-2 0-16,0-2 7 0,0-4-12 0,1 0 0 15,-6-4-7-15,11-1-18 0,0-3-2 0,1 5-6 16,0-3 0-16,1-3-54 0,2-3-213 0,1-3-30 15</inkml:trace>
  <inkml:trace contextRef="#ctx0" brushRef="#br1" timeOffset="-60410.06">7012 12820 1044 0,'0'-1'21'0,"0"-1"47"0,-5-14-37 0,2 5 25 15,-1-1-5-15,2 1 9 0,0 1-15 0,-1-2-1 16,2 4 0-16,0 1-1 0,0 1-1 0,0 1 0 15,-2 0 2-15,2 2-1 0,-1-1 2 0,0 2-1 16,1 1 2-16,-6-5-2 0,-2 0 6 0,1 3-16 16,-3 0 5-16,-2 2-8 0,0 2-6 0,0 3-8 0,0 2 2 15,-1-4-4-15,0 18-3 0,0 3-6 16,-3 5-2-16,0 6 1 0,0 0 0 0,2 3 0 0,1 3-1 16,2-2 0-16,2 2-7 0,-3 1 5 0,2 0-3 15,2 4 4-15,-1 1 4 0,3 2-5 0,-1 3 1 16,2 0-2-16,3 1 0 0,-17-1-2 0,11-3 0 0,8-6-3 15,1-3 4-15,4-1-5 0,3-4 6 0,1 0-4 16,3-1 6-16,-2-4-8 0,0 1 3 0,1-2-4 16,0-1 9-16,3-1 1 0,0-3-1 0,-8 0 1 15,11-1-1-15,1-2 6 0,-3-2-4 0,0-2 4 16,1 0-8-16,1-3-1 0,-1 1 1 0,0-3-1 16,2-3-3-16,-1 1-27 0,0-4 1 0,-1 0-11 0,0-1-22 15,-1 5 7-15,4-1-37 0,1-4 5 0,-2-4-244 16</inkml:trace>
  <inkml:trace contextRef="#ctx0" brushRef="#br1" timeOffset="-58575.06">7387 13044 489 0,'-1'0'0'0,"0"0"24"0,0 0 217 0,-1 0-103 16,0 0-2-16,0 0-126 0,-1 0-4 0,1 0 3 15,1 0 6-15,-1 0-2 0,-1-1 6 0,1 1 11 16,-1-2-8-16,1 2 9 0,1-1 2 0,0 0-4 0,0 0 7 15,-1 0-7-15,1-1 11 0,0 2-18 0,0 0 5 16,0 0-10-16,0 0-5 0,-1 0-5 0,1 0-5 16,0-1 1-16,0 1-6 0,0 0 5 0,-1 0 1 15,1 0-1-15,0 1-10 0,0 1 7 0,0 0-4 0,-7 10 5 16,-2 5-1-16,1 3 3 0,-1 4 5 0,2 1 1 16,0 0 9-16,1 3 10 0,1-1-4 0,-1 1 7 15,1 2 2-15,0 1-14 0,0-2 5 0,3 2-9 16,0-3-9-16,2-1 6 0,-1 1-10 0,-1-2 10 15,2 0-8-15,1-2 2 0,0-3 2 0,-1 0-3 16,0-1-4-16,-1 1-2 0,-2-1 3 0,1-1-1 0,-2 0 5 16,1-4-8-16,1 0-1 0,-1-1-3 0,2-1 9 15,0-2-22-15,0 1 2 0,1-4-15 0,0-1-45 16,1-1-111-16,0-1-45 0</inkml:trace>
  <inkml:trace contextRef="#ctx0" brushRef="#br1" timeOffset="-58207.38">7648 13253 1363 0,'0'0'7'0,"-1"0"4"0,0 0 4 0,0 0-9 15,-2 0 5-15,1 0-13 0,1 0-6 0,0 0 0 0,-1 0 0 16,1 0 1-16,0 1 9 0,0 0-2 0,0 1 5 16,1-1-10-16,0 0 6 0,0 0 0 0,0 0 3 15,0 0-8-15,0 1 16 0,1 0 4 0,0 0 7 16,0-1 21-16,2 1-5 0,3 1-2 0,4 1 1 16,5-1 2-16,3 0 9 0,-2-3-4 0,9 0 5 15,-5-2-7-15,0 1-9 0,1 0 0 0,-2-1-5 16,2 1-14-16,-1-2 3 0,1 1-3 0,2-1 2 0,-3 1-21 15,-3 0 7-15,1-1-7 0,-3 1 6 0,-1 1-11 16,-2 0-3-16,0 0 3 0,-3 1-4 0,-2 0-8 16,1 0-17-16,-5 0-12 0,-1 0-6 0,1 0-95 15,-1 0 5-15,0 0-11 0,1 0 11 0,-2 0-18 0,0 0-114 16</inkml:trace>
  <inkml:trace contextRef="#ctx0" brushRef="#br1" timeOffset="-57891.05">7887 13041 1326 0,'-1'0'47'0,"0"0"-1"0,-1 0-14 0,0 0-2 0,0 0-20 15,-1 0-5-15,1 0-13 0,1 0 4 0,0 0-7 16,-1 0 2-16,1 0 9 0,0 0-4 0,1 0 5 16,0 2-1-16,0-1-3 0,0 0 3 0,0 1-2 15,0-1-2-15,1 11 14 0,2 2-2 0,-2 3 10 16,-1 2-1-16,0 2 10 0,-1 2-4 0,-1 3 6 16,-1 1-10-16,-1 4-9 0,-1 4-4 0,-3 3 0 0,1 2-4 15,0-3-7-15,1-1 5 0,3-6-6 0,-1-3 4 16,3-7-21-16,1-3-7 0,1-7-9 0,2 1-73 15,-1-4-198-15</inkml:trace>
  <inkml:trace contextRef="#ctx0" brushRef="#br1" timeOffset="-57056.54">8804 13043 1126 0,'0'0'4'16,"0"0"2"-16,0-2 15 0,0 0-8 0,0-4 8 15,3-7-15-15,0-2 2 0,1 0-2 0,-2 0 3 16,0-1-1-16,1 1-2 0,-2 1 9 0,-1 1-3 15,0 4 29-15,-1 2 20 0,-1 3-5 0,0-2 8 16,-3 0-15-16,0 4-9 0,-13-4 5 0,4 5-6 16,-2-1 1-16,0-8-10 0,4 5-7 0,-4 3 1 15,3 2-8-15,-1 1-10 0,-5 4 6 0,2 3-7 0,-1 2 6 16,-2-5-12-16,6 14 0 0,-2-1-3 0,3 3 5 16,2-1 3-16,0 2-4 0,4 0 1 0,-1 0-7 0,1-1 1 15,1-1 4-15,-2 0-3 0,4-1 4 0,-1-1 8 16,2 0-8-16,2-2 7 0,-2 1-8 0,-6-3-2 15,2 0 4-15,3-2-2 0,2 0 7 0,1-1-5 16,1 0-1-16,0-2-1 0,1 1-2 0,0-4 1 16,1-2 1-16,1 0-1 0,-2-2-4 0,-1-1-3 15,9 1 8-15,3 6-6 0,1-2 8 0,2-4 2 16,3-2-3-16,-2-2 2 0,1-4 4 0,-2-2 0 16,-2 5 0-16,2-14 0 0,3-3-5 0,3 1 8 0,-2-3-9 15,3-1 7-15,-3 3-7 0,-1-1 3 0,-4 2 0 16,-1 3-1-16,-1-1-2 0,-3 3 0 0,0 2 4 15,-1 3-4-15,-4 2-4 0,0 2 4 0,-2 3 0 16,-1 2 3-16,-1-1 4 0,3-2-6 0,-1 1 4 0,0 0-3 16,1 0 12-16,-2 1-12 0,0 1 6 0,0 0-8 15,0 1 8-15,1 2 2 0,0 9-8 0,0 5 5 16,-1 1-8-16,-1 1-1 0,0 1 4 0,0 0-2 16,2 2-4-16,-1-2 4 0,0 1-6 0,0 4 7 15,1-2 6-15,0 3-10 0,-1 2 4 0,0 1-5 16,0-1 8-16,-1 4-6 0,0-1 0 0,-2 2-4 15,-2-1-3-15,0 0 12 0,-2-4-1 0,0-2 7 0,-1-3 3 16,0-1-6-16,0-4 2 0,-2-2-4 0,0-2 2 16,8-4-6-16,-10 0 2 0,1-3-3 0,-2-1 1 15,0-2 6-15,-4-1 6 0,4 5 1 0,-1-1 7 16,-2-2-9-16,4-4 4 0,1-1-5 0,-2 0 1 0,0-1-7 16,-2-2-3-16,0-1 0 0,2-1 2 0,5 2-3 15,1-1 0-15,3 0 0 0,0-11-3 0,-9-2 7 16,5-2-6-16,3 0 5 0,3 0-14 0,1 0 12 15,2 2 3-15,3-1 2 0,2 3-4 0,2-3-2 16,-8 2 0-16,15 0 0 0,-2 0 0 0,4 3 1 16,-2 0 0-16,3 1 1 0,3 2-1 0,-1 1-1 15,0 2 1-15,-3-1-1 0,-3 3-1 0,0 2-4 16,1 2-6-16,-3-9 3 0,0 4-11 0,-2 2-19 0,2 0-2 16,-2 2-14-16,1-1-91 0,-1 2-242 0</inkml:trace>
  <inkml:trace contextRef="#ctx0" brushRef="#br1" timeOffset="-56322.89">9166 13452 1076 0,'0'0'444'0,"-1"0"-607"0,0 0 516 0,0 0-291 0,-2 0-60 16,1 0-10-16,0 0 4 0,-1 0-8 0,2 0-5 0,0 0 0 16,0 0-4-16,0 0 2 0,0 1-4 0,-1 0 10 15,1 1 2-15,0 2 3 0,-4 7 12 0,-1 0-6 16,-1 3 10-16,0 3-8 0,0-1 20 0,0 0-4 16,-2 1 2-16,1 0-3 0,-1 0-4 0,0 1 12 15,1 0-7-15,1-2 12 0,-2 1 11 0,4-4 1 16,-1-2 0-16,1-1-4 0,0-1-23 0,2-2-6 15,0-1-6-15,2-4 1 0,0 2-4 0,1-3 2 16,0 0 2-16,0 2-1 0,-1-1-3 0,0 0 9 0,-1 1-7 16,1-1 7-16,0-1-10 0,0 0 2 0,1 1 1 15,0-1 0-15,0-1 5 0,0-1-8 0,0-1 3 16,0 0-6-16,0-13 6 0,2-1 0 0,4-1 0 16,1-2 1-16,1 1 3 0,1 1-4 0,-1-2 1 15,0 2-1-15,0 1-1 0,2 0-1 0,-1 1-1 0,-1 4 2 16,-1 0 9-16,-5 5-8 0,4 0 1 0,-1 3-5 15,1 0-5-15,3-2 3 0,0 0 3 0,-3 2 0 16,1 2 3-16,1 1-4 0,-3 0-1 0,3 4 1 16,-1 1 0-16,-2 4 5 0,0 5 3 0,-4 0 2 15,0 1 4-15,8 0-3 0,-3-2 2 0,-1-1-2 16,-3-1 3-16,-1-3 0 0,1 0-6 0,-1-2 3 0,0-1-5 16,0-1-1-16,0-2 3 0,-1-1-4 0,3 1 2 15,-1 1-5-15,0-2 3 0,4 1-3 0,-1 0 3 16,0-2 7-16,-1 0-6 0,0 0 5 0,-1-2-6 0,1 1-2 15,-1-1 2-15,2-5-2 0,0-6-1 0,1 0 7 16,0-1-4-16,-2 0 4 0,1-3-11 0,1 1 8 16,-1-2-3-16,3-1 5 0,-1 3-2 0,1-3-8 15,1-1 7-15,2 1-7 0,0-2 4 0,-1 3 3 16,1 2-5-16,1 3 5 0,-3 0-7 0,2 6 6 16,-4 0-1-16,-1 2 2 0,-1 4 0 0,-1-1-8 15,1-1 6-15,-1 1-5 0,0 2 13 0,-1 0 1 16,-1 0-4-16,2 6 3 0,8 17 6 0,-6 3-8 15,-3 3 11-15,-3 0-10 0,-1 1 17 0,-2-1-3 0,-1-5-2 16,1-2-2-16,-1-2-19 0,2-5 3 0,1 0-3 16,-1-2 4-16,2-2 0 0,0-2-13 0,0-2 0 15,0-2-6-15,2 0-14 0,-2-3-25 0,0-1-15 16,1 1-7-16,0 1-83 0,0-1-66 0,0-1-61 16</inkml:trace>
  <inkml:trace contextRef="#ctx0" brushRef="#br1" timeOffset="-55521.31">9834 12859 1639 0,'-1'0'28'0,"0"0"54"0,0 0-85 0,0-1-1 15,-1 1-5-15,1 0 4 0,0 0-12 0,0 1 8 16,1 0 0-16,0 2 3 0,0 0-7 0,0 17 2 16,0-1 2-16,0 6 1 0,-1-1 6 0,0 0 8 15,-2 3-5-15,0-2 9 0,-2 2 4 0,-1-1 6 16,-2 2 4-16,0 1-2 0,-1 3 0 0,0-2 6 16,0 2 1-16,-2 0 4 0,0 0 7 0,2 1-15 0,1-4-2 15,0 0-5-15,2-3-10 0,3-7 1 16,0-1-1-16,2-8-1 0,-1 0-12 0,2-4-8 0,0-2-1 15,0-1 0-15,0-1 0 0,0 2-10 0,0-2 5 16,0 0-4-16,0 1 19 0,0-2-2 0,0 0 5 16,0 0-4-16,0-1 11 0,0-1-3 0,-1-1-3 0,-3-15 0 15,-2-6-5-15,1-1 7 0,3-4-1 16,0-5 3-16,2 4-5 0,4-6 1 0,1-1 1 0,2 0 0 16,2-3-1-16,2-1-5 0,2 1 5 0,1 0-7 15,0-1 5-15,-1 0 2 0,-1 3 0 0,-1 4 0 16,0 0-3-16,-2 8 3 0,2 0-1 0,-3 4 2 15,-1 6 2-15,0 2 6 0,-1 2-3 0,-1 4 3 16,-2 3-2-16,-2 1 7 0,3 1 0 0,2-3 2 0,-1 2-4 16,0-1 6-16,1 2 1 0,1 1 0 0,0 1-5 15,-1 0-2-15,0 1-1 0,0 2 1 0,0-2-2 0,-1 11-5 16,1 4 2-16,-2-2-1 0,0-1 3 0,1 0-6 16,-4-3 3-16,2-2-3 0,0 3 11 0,1-5 1 15,1 2 1-15,0 1 1 0,-2-2-3 0,0 1 8 16,-2 1-2-16,-1-2 5 0,-1 1 4 0,-2 2-16 15,0-2 2-15,-3 2-7 0,-2 3 3 0,6 0-10 16,-9 1 6-16,-3 1-7 0,1-3 5 0,-2 1 1 16,3 0-6-16,-1-2 2 0,1 1 0 0,1-4 2 15,3 0 0-15,2-2-2 0,1-1-4 0,2-2 3 16,-1 1-1-16,3-2 1 0,-1-1-8 0,1 0 8 0,-2 2-3 16,1-1 5-16,0 1-5 0,0-1-5 0,1 0 2 15,0 1-3-15,0-1 4 0,0 0 3 0,1 1 0 16,0-1 1-16,0 4 0 0,1 0-5 0,1 0 3 15,2 0-4-15,1 1 5 0,-4-2 1 0,9 3 0 16,1-1 0-16,-1-2 2 0,0 3-2 0,0-4 0 0,1 2 0 16,0 0 10-16,-1 0-10 0,1 1 3 0,-2 0-3 15,1 0 1-15,0-1-1 0,0-1 3 0,0 0-3 16,0-1 0-16,-3 2-3 0,1 1-3 0,0-2 0 16,3 1 6-16,-3-1-6 0,-1 0 4 0,0-1-6 15,-5 0-5-15,3 0-15 0,1-2-4 0,-3 2-6 0,3-1-38 16,0 0-46-16,-2-2-2 0,0 2-18 0,4 2-50 15,3 0-79-15,3-3-90 0</inkml:trace>
  <inkml:trace contextRef="#ctx0" brushRef="#br1" timeOffset="-55088.39">10369 13047 1790 0,'0'0'32'0,"-1"0"4"0,0 0 8 16,0 0-15-16,0 0 2 0,-1 0-13 0,1 1-16 16,0 1 3-16,0-1-6 0,0 0 2 0,0 0 2 0,-1 1-3 15,0 2 2-15,-4 5-3 0,1 0-2 0,0 0 1 16,-1 3-1-16,0 0 1 0,0-1 5 0,1 1 2 16,1 1 1-16,-1-1-2 0,1-2-2 0,1 2 5 0,-1 0-2 15,1 0 9-15,0-1-9 0,1 1 2 0,1-1-3 16,0 0 6-16,-1 1 0 0,2 0-3 0,0 1 2 15,0-2 1-15,0-1-9 0,0 1 9 0,0 0-9 16,2 2 16-16,-1-3-13 0,0-1 7 0,1-1-8 16,0-3 10-16,0 2-11 0,0-2 1 0,1 1-3 15,-1-3 11-15,-1 0 3 0,4 1 0 0,4-2 1 16,-1-1-5-16,3 0 5 0,1 7-4 0,1-2 4 16,1-1-6-16,1-3 4 0,0-2 1 0,2-1 0 0,-3-1-2 15,-1-1-4-15,1 0-2 0,-5 0 0 0,1 1-3 16,0 0 0-16,-3-1-2 0,-1 1 1 0,1 0 3 0,-2-1-4 15,-3 3-1-15,3-1-1 0,0 0-3 0,-2 0 1 16,4-2 1-16,-2 2-3 0,0 0-15 0,0 0-15 16,-2 0-6-16,4-2-1 0,1 0-16 0,1-1-100 15,0-2 1-15,3 5-47 0,0-17-103 0</inkml:trace>
  <inkml:trace contextRef="#ctx0" brushRef="#br1" timeOffset="-54554.56">10684 12449 1583 0,'-1'-1'52'16,"0"-1"-3"-16,-5 0-8 0,-3-3 0 0,4 3-22 15,3 1-8-15,-1 0-8 0,1-1-3 0,0 1-3 16,1 0-12-16,-1 0 13 0,1 1 2 0,0 0 3 16,0 0 4-16,1 0 3 0,0 0 3 0,0 0 1 15,1 0 19-15,0 0 16 0,0 1-2 0,1 0 7 16,0 0-1-16,0 1-20 0,1-1 10 0,1 1-13 0,3 3 4 16,2 1-16-16,-1-5-3 0,0 9-3 0,3 6 5 0,-1-3-14 15,1 3 9-15,1 2-10 0,-1 2 1 0,1 2 2 16,1 2-1-16,-1 0 3 0,1 3-2 0,-2 0 3 15,2 4-8-15,0-2 5 0,0 3-6 0,-1 1 1 16,-1-4 5-16,-1 2-3 0,0-2 5 0,-1 1-7 16,-2 0 1-16,1 2-2 0,-2-1 7 0,0-1-1 15,0 2 0-15,-3 2 0 0,0 1 5 0,-2 4-3 16,0 1 4-16,19 7-5 0,-13 1 6 0,-7 2 7 16,-4-3-5-16,-4-2 5 0,1-2-11 0,0-4 9 0,-1-3-1 15,0-3 3-15,0-5-1 0,-1-2-3 0,1-2-3 16,0-3 1-16,0 0 4 0,-1-2-6 0,1-1 8 15,0-2-9-15,1-3 2 0,-1 1 1 0,1-2-2 16,2-4 4-16,-2 3 0 0,2-4 3 0,4 1-2 16,-6-2 2-16,1 0-6 0,0 0-8 0,3-3 0 0,-2 3-3 15,3-5-5-15,-1 2 4 0,1 0-5 0,0-2 5 16,0 2-7-16,0-2-29 0,1-1-1 0,0 0-17 16,1 1-68-16,-3 1-105 0,1 1-37 0,1-1-34 15,0 0-247-15</inkml:trace>
  <inkml:trace contextRef="#ctx0" brushRef="#br1" timeOffset="-53520.22">16766 11507 175 0,'0'0'53'0,"0"0"-5"0,2-1 30 0,-1-1 12 0,0 1-14 15,0 0 23-15,1 0-13 0,1 0-12 0,-1 0 4 16,0-1-17-16,3-1 7 0,-1 0-8 0,2-1 3 16,-3 1-25-16,-1 2-6 0,2-1 8 0,-3 2-9 15,4-2-1-15,0-2-11 0,-3 3-4 0,1-4 1 16,-1 4 2-16,-1 1-10 0,1-2 3 0,1-1-4 0,-1 2 19 15,-1 0 6-15,0 0 5 0,0 0-1 0,1-1 3 0,-1 1-5 16,0 0-2-16,-1 0-2 0,0 0-6 0,0 1-9 16,-1 0 0-16,0 1-5 0,-2 0-6 0,-4 4 5 15,-3 1 0-15,-1 7 2 0,2 2-1 16,-1-2-3-16,2 1-3 0,3-1 1 0,1 1-3 0,1-2 8 16,2-1 0-16,-6-1 3 0,1-1 4 0,3-1 2 15,0 0 1-15,2-1 1 0,1-3-1 0,0 0 4 16,0-2-9-16,0 1 6 0,0 0-15 0,0-1 3 15,0 0 6-15,0-1-1 0,2 1 5 0,1 0-3 16,0 1 3-16,5 0 1 0,0-1 17 0,-1-2-21 16,-2 0 3-16,0-2-10 0,1 0-5 0,-2 1 7 15,0-3-2-15,-3 4 5 0,4-6-4 0,-1 1 6 0,-1-1 3 16,0 1 2-16,-2 1 9 0,0 1-12 0,-1 2-4 16,0 0-1-16,0-1-12 0,0 1 4 0,0-1-5 15,0-1 3-15,0 1-9 0,0 1-5 0,0 0-2 16,0 0-1-16,-1 1-13 0,0 0-81 0,1 0-8 0,0 1-33 15,0 0-104-15,1 1-275 0</inkml:trace>
  <inkml:trace contextRef="#ctx0" brushRef="#br1" timeOffset="-53169.49">18286 11514 823 0,'0'-1'109'16,"-2"-1"209"-16,0 1-229 0,-1 0 0 0,-7-5-7 15,2 2 2-15,0-1-24 0,2 2-18 0,1 1 6 0,0 0-12 16,2 1-16-16,-1-1-28 0,2 1-4 0,1 1-8 16,-2-1-22-16,1 0-30 0,1 0-22 0,0 1-7 15,0 0-118-15</inkml:trace>
  <inkml:trace contextRef="#ctx0" brushRef="#br1" timeOffset="-48550.17">3668 15657 119 0,'-1'0'0'0,"-1"0"18"0,1 0 161 0,0 0-64 0,0 0 7 15,0 0-90-15,-1 0 2 0,1 0-22 0,0 0 3 16,0 0-7-16,0 0-4 0,0 0-3 0,-1 0-5 16,1 0 4-16,1 0 12 0,0 0 3 0,0 0 4 15,0 0-2-15,0 0 15 0,0 0 6 0,0-2 9 0,0 1-6 16,0 0 6-16,0 0-3 0,0 0-2 0,0 0 2 16,-1-1 10-16,0 2-18 0,0 0 2 0,0 0-7 15,-1 0 6-15,1 0-15 0,0 0 2 0,0 0-7 16,0 0-2-16,-1 0-1 0,1 0 3 0,0 0-2 15,0 0-7-15,0 0 10 0,0 0-6 0,-1 0 9 0,1 2 5 16,0-1-1-16,0 0 0 0,0 0-3 0,0 0-21 16,-1 0 10-16,1-1-9 0,1 0 9 0,0 0-18 15,0 0 8-15,0 0 1 0,1 0 3 0,1 0-3 16,0 0 9-16,-1 0-7 0,10 0 7 0,-2 0-7 0,4-1-4 16,-1 0 1-16,4 0-3 0,1-1 4 0,-3-1-2 15,0 1 9-15,0-1-6 0,-2 1 13 0,5 0-11 16,2-1 3-16,-5 1-3 0,2 0 10 0,-2-1 5 15,-2 2-4-15,-1 0 4 0,2 0-11 0,-2 0 2 16,-1 0-2-16,-1-1 1 0,-1 1-12 0,-1 0 5 16,-1 0-1-16,0 0 4 0,-2 1-6 0,1 0 0 15,0 0-2-15,-3 0 1 0,2 0 6 0,-3 0-9 16,0 0-2-16,0 0-4 0,2 0-12 0,-1 0-5 0,0 0-4 16,1 1-3-16,-1 0-32 0,-1 0-96 0,0 0-20 15,0 1-41-15,1-1-220 0</inkml:trace>
  <inkml:trace contextRef="#ctx0" brushRef="#br1" timeOffset="-48249.17">3661 15855 1049 0,'0'0'41'0,"-2"0"0"16,1 0 2-16,-1 2-3 0,1-2-12 0,-3 1 0 16,3-1-9-16,-1 1-6 0,-1 0 0 0,1 0-16 0,0 0 2 15,0 1-1-15,1-2 2 0,0 0 8 0,1 1 13 16,0-1 8-16,1 0 1 0,0 0 28 0,2 0-1 16,0 0-2-16,7 0 0 0,0 0-7 0,2 0-4 15,2 0 8-15,3 0-7 0,-2 0 1 0,1 0-14 16,-4-1-5-16,2-1-2 0,3 1-15 0,-2 1-6 15,3-1-1-15,-1 0-1 0,1 0-11 0,-2 0-17 16,3-3 1-16,1 0-9 0,-2 0-24 0,1-3-496 16</inkml:trace>
  <inkml:trace contextRef="#ctx0" brushRef="#br1" timeOffset="-43011.45">4813 15346 256 0,'-1'0'255'0,"0"0"-108"16,0 0 95-16,-1-1 12 0,1 0-182 0,0 0-9 0,0-1-17 15,0 1-8-15,-1 0 4 0,1-1-24 0,0-1-1 16,0 1 2-16,0 0-1 0,0-1-4 0,-1 2 3 16,1 0-4-16,0 0 6 0,0 0 5 0,0-1-4 15,0 1-1-15,-1 0-2 0,0 0-5 0,0 1-1 16,0 0 5-16,-2 0-4 0,-4 1 8 0,0 1-9 15,-1 4 1-15,2 0-3 0,-1 2-2 0,2 10-9 16,1 0 2-16,-1 5-3 0,3 2 11 0,-1-2-10 0,1 5 3 16,2-4-3-16,-3 0 13 0,3 2-8 0,-13-3 0 15,4-1-3-15,6-2-3 0,0 2 1 0,2-4 0 16,1 2 1-16,1-1 4 0,1 0-1 0,0-1 3 16,2-1-3-16,1 1-4 0,1-2 5 0,-1 0-3 0,2-2 4 15,0-4-1-15,-1 0-2 0,1-1 3 0,0-1-2 16,-2 0 0-16,-2-3-5 0,5-1 0 0,0-2-1 15,0 1 5-15,-1-2 7 0,3 6-3 0,2-1 3 16,0-2-6-16,1-1 8 0,-3-3 7 0,1-1 0 16,-2-3 11-16,3-2-5 0,-3 4-2 0,1-16 0 15,0-1-9-15,-1 1-7 0,1-2 0 0,-2-2-1 16,2 0 7-16,-4 0-10 0,1-1 2 0,-1 0-4 16,0-1 7-16,-3-3-3 0,0 0 2 0,14-1-3 0,-8 0 0 15,-3 0-1-15,-5 1 1 0,0-2-1 0,-3 1 1 16,-1 1-2-16,-1 1 0 0,0 5 0 0,-1 2 3 0,0 4 0 15,0 3-1-15,2 3 0 0,-1 2-5 0,0 1 8 16,4 2-3-16,-7 2 6 0,0-4-7 0,-2 0-6 16,2 3 5-16,0 1-5 0,0 2 5 0,2 2 0 15,-2 1-7-15,-1 1 4 0,1 18-3 0,0 6 3 16,2 3 3-16,-2 3-3 0,3 2-1 0,3 1-1 16,0 0-3-16,-14-2 1 0,8-2-3 0,5-4 4 15,2-3-1-15,1-2-1 0,3-1-16 0,0-4-5 16,3-3-20-16,0-3 6 0,1-2-70 0,-5-3-11 15,14-2-3-15,-2-2-7 0,2-2-48 0,-1 8-179 16</inkml:trace>
  <inkml:trace contextRef="#ctx0" brushRef="#br1" timeOffset="-42805.08">5212 15607 1559 0,'-1'0'42'0,"-9"3"76"16,-4 0-64-16,7-1 0 0,1 0-7 0,4-2 1 0,-2 1-32 15,3-1-16-15,-1 1-2 0,-1 0-6 0,2 0-14 16,0 1 2-16,0-1 1 0,0 0-1 0,-1 0-7 16,1 0-17-16,1 0-6 0,0 1-12 0,0-1-115 0,1 0-110 15,1 0-68-15</inkml:trace>
  <inkml:trace contextRef="#ctx0" brushRef="#br1" timeOffset="-42208.26">5455 15311 1008 0,'-1'0'176'0,"0"0"-217"0,0 1 201 0,-2 0-106 16,2-1-38-16,-1 0 4 0,1 0-9 0,-2 1 3 15,1 1-32-15,-1-1-6 0,2 0-1 0,0-1 0 16,0 0 13-16,1 0 9 0,0-1 1 0,1 0 2 16,0-1-1-16,2 0 8 0,0-5-1 0,8-2 5 15,1 0 10-15,-1 2-2 0,1 0 8 0,0 3-7 16,-2 0 12-16,1 2 2 0,0 0-2 0,1-7 1 15,3 2-14-15,0 4 18 0,-1 1-11 0,0 2 13 16,1 3-14-16,-2 0-4 0,0 3-7 0,0 2 2 0,-5-4-11 16,3 13 1-16,-4 3 3 0,-1 2-5 0,0 1-5 15,-5 1 1-15,1 2 0 0,12 2 2 0,-8 0 0 0,-4 1-3 16,-5 0 4-16,-2-2-3 0,-3 0 10 0,-4 0 2 16,0-3-3-16,4 1 2 0,-14 0-3 0,2-4 3 15,1 0-2-15,3-2 2 0,1-3 4 0,0-1 5 16,1-4 2-16,3-2-1 0,1-1-8 0,3-4-6 15,2 0 1-15,1-3-3 0,0 2-1 0,1-1-4 16,0-1-4-16,2-1 1 0,-1 1-5 0,-1 0 2 16,1 1 3-16,0-2-2 0,-1 0-2 0,2-2 1 15,0 1 3-15,1 0 1 0,-2-12 9 0,2 0-4 16,1-1-6-16,1 1 1 0,2 3-1 0,2-1-1 0,0 2 5 16,-5 2-2-16,10 1 4 0,1 2-4 0,-1 1-1 15,1-6-2-15,0 2 0 0,4 3 3 0,-3 2 1 16,2 2 0-16,0 2 3 0,-1 1 3 0,1 3 1 15,-5-1 0-15,-1 1 4 0,2 1 9 0,0-6-4 0,-1 7 7 16,2-1-7-16,-3-1-10 0,1-1 0 16,2-1-4-16,-2-1-2 0,1-2-1 0,2 8-4 0,-2-3 1 15,1-2-10-15,1-2-14 0,-1-2-5 0,1-1-8 16,1-1-73-16,-2-3-121 0,2-3-44 0</inkml:trace>
  <inkml:trace contextRef="#ctx0" brushRef="#br1" timeOffset="-41744.34">6509 14845 1293 0,'-1'0'73'0,"-1"0"3"0,0 0-11 16,-5 0-3-16,-1 0-26 0,0 0-4 0,0 0-22 16,3 0 1-16,-1 0-6 0,0 0-1 0,0-1 3 0,-1 0-7 15,0 1 4-15,0 0-4 0,-1 0-7 0,-2 0 8 16,-2 1-7-16,1 1 13 0,-2 2-4 0,-3 2-1 16,2 1 0-16,-3 5 6 0,-3-8 16 0,2 14 0 15,-1 3 4-15,3 1-12 0,0 4 3 0,0 3-5 0,0 1 5 16,-2 3-2-16,3 0 10 0,-1 1-4 0,3 0 4 15,-1 3-11-15,4 0-9 0,1 2 4 0,2 6-5 16,2-1 2-16,1 5-8 0,2 0-1 0,0-3-2 16,-16 0-1-16,12-5 4 0,3-3 4 0,3-4-1 15,2-3-3-15,2-2 2 0,2-3 1 0,2-3 3 16,2-1 8-16,-1 1 0 0,2-2-3 0,-2-3 2 0,2-1-5 16,-8-2-2-16,10-3 2 0,0 0-3 0,0 0-5 15,-1-1-6-15,0-2-6 0,3-2 0 0,1 0-17 16,0-2 10-16,-1 0-5 0,-1-1 6 0,-1 5-7 0,-1-3-5 15,0-2-3-15,-2-3 0 0,1-1-9 0,0-1-133 16,1-3 3-16,1-3-70 0,1 4-199 0</inkml:trace>
  <inkml:trace contextRef="#ctx0" brushRef="#br1" timeOffset="-41408.17">6811 15106 1188 0,'-1'0'202'0,"0"0"-242"0,-5 1 228 0,-8 4-116 15,3-1-34-15,0 0-20 0,6-1 2 0,-1 0-9 16,1 1-7-16,1 0 4 0,2 7-4 0,1 1 2 15,-8 1-9-15,1 1 6 0,3-1-1 0,-1 3 3 16,1 1-1-16,1 0-1 0,1 6-3 0,-1 0 2 16,0 5-1-16,1 3 6 0,0 0 10 0,-1 2-2 15,2-3 31-15,0 1-15 0,-1-1 0 0,2-2-7 0,0 3-20 16,-1-5-1-16,-2 1-1 0,2-4 0 0,-1-1 2 16,2-2 0-16,-1-3-4 0,1-1 2 0,1-2-4 15,0-4-19-15,0 0 1 0,0-3-9 0,1-1-27 0,0-2-77 16,0-1-9-16,2-1-28 0,-2-2-74 0</inkml:trace>
  <inkml:trace contextRef="#ctx0" brushRef="#br1" timeOffset="-41043.54">7080 15444 1284 0,'-1'0'95'0,"0"1"-104"0,0-1 99 16,-6 2-47-16,3-1-19 0,1 1-14 0,1-2 6 0,1 0-12 15,-1 1-9-15,0 0-16 0,-1 0 4 0,2 0-7 16,0 1 9-16,0-1 14 0,1-1-10 0,0 0 10 16,0 0-2-16,1 0 2 0,0-1 5 0,1-1-2 15,0 2 10-15,8-6 16 0,2 1 2 0,0-1 6 16,2 0 14-16,1 0-3 0,0 0 3 0,1 0-3 15,0 0 7-15,5 2-14 0,-1-1-5 0,3 0-3 0,-1 2-19 16,-2-1 3-16,1-1-5 0,0 1 3 0,-1-1-20 16,0 0 11-16,-1 1-4 0,-1-2 6 0,-2 1-13 15,-1 0 3-15,-2 1-1 0,-1-1 0 0,-1 1-3 0,-3 2-11 16,-3 1 4-16,2-1-7 0,-3 0-12 0,-1 2-43 16,-1 0-11-16,0-1-12 0,1 0-51 0,-1 0-24 15,1 0-13-15,-1-1-13 0,-1 1-128 0</inkml:trace>
  <inkml:trace contextRef="#ctx0" brushRef="#br1" timeOffset="-40726.15">7346 15052 1308 0,'-1'0'58'0,"-2"0"114"16,-8-1-145-16,2 0-8 0,4 1-1 0,2 0-1 16,0 0-9-16,2 0-6 0,-1 0-3 0,0 0-1 15,0 0-1-15,-1 0-1 0,1 0 0 0,1 1-1 16,0 0 5-16,-1 2-2 0,-1 2 6 0,-3 7-4 16,-1 5 12-16,1 1-5 0,1 2 6 0,0 3-2 15,0 0 35-15,0 4-7 0,-1 3 6 0,2 3-9 16,-1 4-3-16,1 3-7 0,1 4-1 0,-1-1-2 15,1 0-3-15,-1 0-12 0,1-5 0 0,0-1-4 0,2-5-2 0,1-5 4 16,0-1-2-16,0-4 0 0,0-3-11 0,0-2-22 16,1-4-6-16,2-3-10 0,-1 0-84 0,0-5-197 15</inkml:trace>
  <inkml:trace contextRef="#ctx0" brushRef="#br1" timeOffset="-37457.64">8046 14890 913 0,'0'0'87'0,"0"0"-71"15,-1-1 99-15,-1 0-39 0,1-2-18 0,0 0-29 16,-4-10-1-16,2 1-9 0,0-1-2 0,2 2-1 16,0 1 0-16,0 0-2 0,0 1-10 0,1 2 6 15,-1 0 2-15,-1 1 4 0,1 0 24 0,0 3-8 16,0 0 0-16,0 1-4 0,-1 0 0 0,2 0-8 15,-7-3 4-15,-2-1-6 0,-2 2-7 0,3 3 3 16,-4 0-2-16,-1 2 3 0,1 2-5 0,-1 3 6 16,-1 4-8-16,-2 0 6 0,2 14-11 0,1 4-5 0,-1 5 5 15,1 0-5-15,-1-1 10 0,1-1-3 0,0-3 1 16,3 0-3-16,3-4-1 0,1-2-1 0,2-4 1 16,2-2-1-16,-2-1 10 0,-5-2-4 0,3-1-5 15,2-2 2-15,2 0-3 0,2-3-6 0,0 0 7 16,0-3-7-16,1 1 13 0,-1-2-11 0,1-1 4 0,-1-1-7 15,4 1 0-15,5 4 7 0,1-1-5 0,-1-3 5 16,2 0 1-16,-2-2 4 0,2-2-1 0,0-1 0 16,1-3-6-16,0-1 3 0,1 5 1 0,0-15 1 15,2 1 0-15,-1-2-6 0,0 0 2 0,2 2-2 16,-3-4 5-16,1 0 3 0,0-1-1 0,1-2 0 16,-1 6-7-16,-1-1 2 0,-1 0 0 0,-1 4 2 15,-1 1 1-15,-2 3-1 0,-1 4-1 0,-2 1 0 0,-3 3-1 16,0 1 3-16,0-2 2 0,0 1 0 0,1 0 9 15,-1 0 9-15,0 1-5 0,0 0 4 0,-1 0-11 16,0 1-2-16,0 1 1 0,-1 0-2 0,0 0 9 0,0 16-12 16,0-1 2-16,0 1-7 0,0-1-1 0,0 1-1 15,0 2 3-15,0-1-1 0,0 2 1 0,0 2-1 16,0-1 1-16,1 2 0 0,3 2-1 0,-2 2 1 16,3 1-4-16,-2 4 3 0,-1 2-6 0,-1 4-1 15,-2 4 1-15,-3 3-1 0,-3 1 5 0,-1 2 4 16,-1-2-2-16,1-4 5 0,-1-1-4 0,-2-6 12 15,0-3-3-15,-1-5 4 0,1-3-10 0,1-4 4 16,1-4-1-16,0-2 3 0,3-4 0 0,5-1 14 0,-9-4 1 16,1-3 3-16,1 4-9 0,0-1-3 0,-1-2-7 15,2-2 4-15,1-1-8 0,1 0 0 0,0-1-1 16,1 0-1-16,-2-2-9 0,4-15 7 0,1-2-7 16,-12-2 7-16,6-1-6 0,2 0 1 0,4 0 6 15,1 1-3-15,1 0 6 0,2-2-6 0,0 3 0 0,2 0-2 16,2 0 3-16,-1 2 0 0,1 0 0 0,1 1 0 15,-1 6-1-15,0 0-7 0,1-1 6 0,-1 3-6 16,-2 1 1-16,7 3-1 0,2-2-4 0,0 1 3 16,0 0-3-16,0 1-9 0,2 2 4 0,-1 1-7 15,-1 2-7-15,0-1-26 0,-1 1-39 0,0-8 5 0,1 2-123 16,1 2-102-16,8 0-75 0</inkml:trace>
  <inkml:trace contextRef="#ctx0" brushRef="#br1" timeOffset="-36720.28">8402 15413 1249 0,'-1'1'80'0,"0"1"1"0,-1-1-33 16,0 0-2-16,-1 0-35 0,-1 0 6 0,2-1-18 0,-1 0 5 15,2 0-9-15,-1 1 8 0,-1 1-12 0,1-1 0 16,1-1-5-16,0 0 9 0,0 0-3 0,-1 0 8 16,1 1-4-16,0 0 11 0,0 0-2 0,0 0-1 15,0 2 0-15,-3 6-4 0,-2 8 20 0,-1 4 3 0,1 0 8 16,1 0 26-16,0-1 8 0,-1-1-5 0,0-3 5 16,0 3-24-16,1-3-9 0,2-1 0 0,0-2-3 15,1-1-8-15,0-3-1 0,1 0-12 0,-1-2 8 16,1 0-12-16,1-3-4 0,0 0 0 0,0-3-2 15,0 1-8-15,0 0 1 0,0 1 2 0,0-1-1 16,0 0 0-16,0 0 16 0,0-1-8 0,0 0 10 16,1 0-7-16,1 0-1 0,-1-1 3 0,0 0-3 0,0-1 2 15,0 0-5-15,0-3-1 0,8-11-2 0,-1-1 6 16,1-3-1-16,-1 1-1 0,3-2 0 0,-2 0 0 16,0 0-7-16,0 0 10 0,-1 4-9 0,1-1 6 0,-2 2 3 15,1 1-7-15,-1 0 5 0,0 1-4 0,-2 5-3 16,-2 2 6-16,0 2-3 0,-3 3 6 0,3-1-4 15,1-1-2-15,-1 1-2 0,2 0-3 0,-2 2 8 16,2 0-3-16,0 1 3 0,-3 0-1 0,2 4 1 16,-2 10 3-16,10 4 1 0,-4 1 11 0,-3-3-10 15,-3 0 2-15,-1-3-6 0,-1-2-1 0,0-2 3 16,0 0 0-16,0-5 0 0,0 0-1 0,0-2 3 16,0-1-4-16,0 0 3 0,0 1-8 0,0-1 7 0,0 1-1 15,0-2 4-15,0 0-10 0,0 0 4 0,0 0 1 16,0 0 2-16,0 1-5 0,0-2 7 0,1-2-7 15,1 1 7-15,-1-5-5 0,3-10-6 0,1-5 5 16,0 2-4-16,2-2 5 0,0 0-8 0,-1-1 1 0,1 0-2 16,0 0 5-16,0 2 6 0,0 2-2 0,0 0 3 15,-1 6-5-15,-1 3-6 0,-1 1 7 0,-2 6-7 16,0-1 7-16,1 2-10 0,3-4 4 0,1 2-5 16,-1 2 5-16,1 1 8 0,-3 0-3 0,4 3 5 15,-2 0 2-15,0 17-3 0,1 4 1 0,-6 0-2 16,0-1 4-16,13 1 2 0,-7-3 0 0,-2-2 0 15,-1 1-8-15,-3-5 1 0,0-1-2 0,-1-3 2 0,0-2-3 16,1-1 0-16,0-3-8 0,-1-1 2 0,2-1-40 16,-1 0-38-16,0-1-12 0,1 0-9 0,2-1-43 15,2 2-34-15,0-3-31 0,3-3-11 0,0-2-205 16</inkml:trace>
  <inkml:trace contextRef="#ctx0" brushRef="#br1" timeOffset="-35922.29">9036 14746 1360 0,'-1'0'76'0,"-1"0"-3"0,0 2-15 0,-6-1 7 15,1 1-37-15,1 0-1 0,1 0-21 0,2-1 1 16,2-1-6-16,-1 0 3 0,-4 7-3 0,1 3 2 0,-1 3-2 15,2 3 6-15,1 1-12 0,1 5 2 0,1 2-6 16,0 3 9-16,1 1 0 0,-1 3 2 0,0 1-1 16,0 1 9-16,-2 1-3 0,0 1-1 0,-1-1 0 15,0-1 8-15,-1 0-4 0,-1-4 2 0,0 1-5 16,0-2 0-16,1-2 8 0,1-3-3 0,0-1 4 16,2-5-5-16,1-5-4 0,0-1 4 0,1-3-5 0,0-2 0 15,0-4-14-15,0 2-2 0,0-2-4 0,0 0-8 16,0-1 15-16,0 1-3 0,0-2 8 0,0 0 2 15,0-2 0-15,0 0-1 0,0-23-1 0,0-2-6 16,1-1 0-16,-1-1 1 0,0-1-1 0,0 0-5 0,0 0 9 16,0-1 2-16,0-1 2 0,1-1 10 0,0-5-9 15,0 1 2-15,2-3-3 0,-1 0-4 0,3 2 4 16,-1 2-3-16,2 3 3 0,1 3-3 0,2 3-1 16,-2 5 3-16,1 2-1 0,0 2 6 0,-1 4-6 15,0 2 0-15,-1 4-2 0,-1 2 3 0,-2 2 6 16,4 1-4-16,0 2 6 0,-1-4 5 0,2 1-4 15,3-1 5-15,0 4-6 0,-1 1-6 0,-2 1 16 16,1 1 1-16,-5 1 5 0,2 0 3 0,1 11-15 16,2 0 2-16,-4 1-6 0,1 0 1 0,-2 1 0 0,-2 0 2 15,-1-1-1-15,10 0 2 0,-4-1 3 0,-2 3-3 16,-3-4 3-16,-2 2-4 0,0-1-1 0,-1-2-1 16,-3 2 0-16,2-2-3 0,-3-1-3 0,1 0 0 15,-3 1 0-15,-1 0-1 0,6-2 5 0,-12-2-3 0,1 2 2 16,0-1-5-16,1-1 0 0,3 1 1 0,-2-5-1 15,4 1-3-15,3 0 8 0,-1 1-6 0,0-2 6 16,1 0-10-16,-1-3 5 0,0 1-2 0,0 3 2 16,3-1-2-16,0 0 2 0,-1 0 0 0,1 1 0 15,1-1-6-15,0 1 9 0,-3 0-2 0,2-2 3 16,-1 2-7-16,1 0 3 0,0 1 0 0,1-1 1 16,1-1-1-16,0 1 0 0,0-2-1 0,1 1 1 0,0-1 0 15,1 1-1-15,9-1 1 0,2 1-1 0,1-2 4 16,-1 2 3-16,2-2-5 0,0 0 4 0,-3 1-5 0,0-2 5 15,-6 1 3-15,1-1-2 0,2 2-2 0,1-2-3 16,0 0 0-16,1 1 1 0,-3 0 4 0,-2-1-7 16,-1 0 1-16,-1 0-2 0,0 0 3 0,1 1-1 15,-1-1-1-15,0 1-1 0,2 3 0 0,-2-2-3 16,0 0-5-16,-2-2 1 0,3 1-18 0,-1-1-18 16,1 2-5-16,1-1-14 0,-1-1-104 0,1 0-39 15,-3-1-42-15,3 0-6 0,2-1-270 0</inkml:trace>
  <inkml:trace contextRef="#ctx0" brushRef="#br1" timeOffset="-35438.63">9427 14856 1418 0,'-1'0'189'0,"0"0"-232"0,0 1 210 0,0 0-111 15,-2 0-57-15,1 1 3 0,1-1-4 0,0 0 3 16,-1 0-4-16,1 1-1 0,0 1-1 0,1-1 0 16,-1 5-2-16,0 0 2 0,1 1 1 0,0-2 0 0,0 3 8 15,0-1-6-15,0 0 6 0,0 0-6 0,0-1 3 16,0 2 8-16,0 0-1 0,0 4 3 0,-1 1 0 16,-2 0-2-16,0 3 3 0,-1-1-3 0,1-1 6 15,-3 4 1-15,0 0-4 0,0-3 4 0,-1 3 3 0,1-1-4 16,0-3 3-16,1-2-6 0,1 0-8 0,0-2-4 15,1-1 0-15,0-2 0 0,1-1 8 0,1-1-2 16,0-1-1-16,1-1-1 0,0-2-8 0,0 0 4 16,0 1-4-16,0-2 4 0,0 0-3 0,0 1 6 15,0 0-3-15,0-1 4 0,0 0-6 0,0 0 8 16,1 1 1-16,0 1 3 0,1-1-1 0,1 0-7 16,3 2 5-16,2-1-4 0,1 1 6 0,2-2 3 15,-1 0-1-15,3-1 2 0,0-1 4 0,-1 0-5 0,0 0 3 16,1 0-4-16,0 0-4 0,0 0-6 0,-3 0 1 15,0 0-2-15,-2 0 9 0,1-1-4 0,2 1 3 16,-1 0-4-16,1 0 3 0,-2 0-11 0,2 0 4 16,-3 0-5-16,2 0 10 0,-5 0-10 0,-1 0 0 0,1 0-5 15,-1 0-2-15,0 0-11 0,3-2-5 0,-1 1-1 16,-1 0-23-16,-2 0-82 0,-2 1-7 0,4-3-34 16,-1 1-84-16</inkml:trace>
  <inkml:trace contextRef="#ctx0" brushRef="#br1" timeOffset="-34888.48">9631 14237 1314 0,'-3'0'38'0,"-5"-1"76"0,-9-1-73 0,8 1-1 0,1-1-1 16,2 1-2-16,0 0-12 0,-1 0-6 0,3 1 5 15,2 0-5-15,0 0 8 0,1 0-9 0,0 0 2 16,-2 0-4-16,2 0-7 0,-1 0 20 0,0 0-6 15,-1 0 11-15,1 0-11 0,1 0-2 0,-1 0-4 16,1 0 4-16,0 0 6 0,0 0 8 0,1 0-1 0,0 1 2 16,0 0 4-16,0 0-15 0,6 13 7 0,-1 1-11 15,3 2 4-15,1 1-5 0,3 2 0 0,-9 2-1 16,12 3-1-16,0 0 1 0,1 2-3 0,2-1 2 16,0-3-1-16,-1 4-2 0,2-2 0 0,-2-1-3 15,0 2-8-15,-2-2 1 0,-2 2-3 0,-1 1 1 16,0 0-3-16,-2 2 0 0,0 2 0 0,-3 1 0 0,-2 2 0 15,-3 0 0-15,16 2 5 0,-10 1-4 0,-7-4 3 16,-2 4 2-16,-4-4 3 0,-3 4 1 0,-3-1 10 16,0-2-11-16,-4 3 0 0,14-1-4 0,-19 3 6 0,-2-2-3 15,0 1 2-15,2 0-4 0,-3-2 1 0,4 2 3 16,4-2-4-16,0-4 2 0,3 0-7 0,-3-8 0 16,1 0 3-16,0-4-2 0,2-2-4 0,6-1 2 15,-2-3-4-15,4-3 4 0,-2 1-5 0,2-4-13 16,2-1-2-16,-1-2-8 0,1-2-45 0,-1 1-112 15,2-2-18-15,0 0-52 0,-1 2-270 0</inkml:trace>
  <inkml:trace contextRef="#ctx0" brushRef="#br1" timeOffset="-32052.59">28660 13347 565 0,'-2'0'0'0,"1"0"79"0,-7-2 17 0,-8-3 31 15,0 0 9-15,5 3-69 0,0-2-9 0,-1 1-19 16,3-1-2-16,1 1 1 0,-2-2-6 0,2 2 0 15,1-1-1-15,0 1 1 0,0-1-8 0,0 1 3 16,-3-2-3-16,4 2 3 0,-1 0 0 0,-1-1-4 0,1 2 0 16,-2 0-2-16,-1-1 0 0,1 2-6 0,-2 1-1 15,0 1-3-15,-1 3-6 0,-1 3 5 0,0-6-5 16,-1 18 4-16,-1 2-9 0,-1 6 0 0,0 0-1 16,0 5-1-16,0 3 3 0,0-1-4 0,-3 3 4 0,0-2-5 15,2-1 7-15,0 1 2 0,3 1 4 0,1-2-4 16,1-2 1-16,3-1 3 0,2 1-5 0,4-3 6 15,-12 2 0-15,9-4-1 0,5-2 10 0,1-3-7 16,2-2 6-16,2-5 2 0,2 1-8 0,1-2 7 16,0-2-1-16,-6-1-3 0,13-2-3 0,2-5 0 15,2 1-17-15,-1-2 4 0,-1 0-3 0,2-1 4 16,-1 1 4-16,-1-2-6 0,1 10-5 0,-1-5-1 0,0-2-11 16,2-2-5-16,0-2-6 0,2-1-8 0,0-1-84 0,4-3-141 15,-1-2-31-15</inkml:trace>
  <inkml:trace contextRef="#ctx0" brushRef="#br1" timeOffset="-30868.31">28835 13997 785 0,'0'0'529'0,"0"0"-722"0,-1-1 619 16,0 0-348-16,-1 0-69 0,1-2-1 0,0 1 1 15,1 1-3-15,-2-7-4 0,-1-4-2 0,3-1 2 16,0 2-2-16,1-1-4 0,1 0 3 0,-1 1 1 16,0 1 0-16,0 0 2 0,0 4-3 0,-1 0 1 15,0 2-1-15,0 0 5 0,0 2 3 0,-1-1-4 0,0 1 4 16,-1 1-7-16,-11-3 0 0,-6 4 5 0,-2 6-4 16,-3 6 5-16,0-6 5 0,-2 20-10 0,0 0 9 15,2 1-3-15,1-1 6 0,4-2 3 0,4-1-2 16,-1-2-4-16,2-2 4 0,5-3-5 0,2-2 5 15,6-2-3-15,-5-4-7 0,1-1 3 0,1-1-5 16,2 0 3-16,1-1-3 0,1-2 8 0,0 0-5 0,0-1 17 16,1 0-10-16,0 1 1 0,3-1-4 0,10 5 2 15,0-3 3-15,0-4-4 0,5-2 4 0,-3 0-5 16,6-4-6-16,-2-1 2 0,-2-1-4 0,1-2 13 0,-3 2-13 16,-1-1 6-16,-1 8-8 0,-1-11 1 0,-3 0 1 15,0 2-1-15,-2 0 1 0,-2 1-4 0,-1 2 5 16,-1 2-1-16,-1 3 4 0,-1-1 3 0,-2 2-2 15,0 0 0-15,0 0 1 0,2-2-1 0,1 1-4 16,-1 1 1-16,0 0-1 0,0 0 1 0,-1 1-3 16,0 0-3-16,0 1-1 0,0 6 2 0,1 12 2 15,-2-1 5-15,0 2-3 0,-2 2-3 0,1-2 0 16,-1 2-3-16,-1 3 3 0,0-1 5 0,-1 6-4 16,0-1 3-16,-2 3-4 0,0 1-3 0,-2 0 5 0,0 1-3 15,-3-2 4-15,0-2-1 0,0-1 3 0,-1-4 1 16,0-2 1-16,-1-2 4 0,11-5-7 0,-15-1 3 15,4-4-5-15,2 0 1 0,2-4 3 0,1-3 0 16,0-1 2-16,1 3 15 0,0-2-2 0,4-3 4 0,-2 1-4 16,-1-1-2-16,0-1-6 0,-1-1-4 0,6 1-1 15,-2-2-8-15,-4-8 1 0,0-8 0 0,2-1 0 16,4-2 2-16,2-2-8 0,4-1 0 0,2 2-3 16,5-2 7-16,0 6-6 0,-9-4 2 0,15 4-4 15,-3 0-1-15,2 3 2 0,-2 2 2 0,0 3-1 16,4 1 1-16,-4 1 3 0,3-1 1 0,0 2 0 0,0 0 4 15,2-1-6-15,2 1 0 0,1-1-1 0,1-2 6 16,0 2 6-16,0 0-5 0,3 0 4 0,0 1-4 16,-2 0-7-16,2 1 6 0,-5-1-6 0,3 1 14 15,-3 0-10-15,-1-1 3 0,-1 1-6 0,-2-1 5 0,-3 1 3 16,-1 0 0-16,-3 1 1 0,-3 0 0 0,-3-1 0 16,-2 0 1-16,1 1 0 0,-1-1 4 0,-2 0-6 15,2 0 2-15,2 1-4 0,-2-1 3 0,-1 1 3 16,1-1-4-16,-2 1 2 0,-1 2-8 0,0-2 4 15,0 0 2-15,-1 2 1 0,0 1-6 0,1 0 2 16,-13-7-1-16,0 3 2 0,-1 1 1 0,1 4 0 16,-3 1 0-16,0 1-1 0,1 2-1 0,1 0 0 15,2 1-5-15,5-1 4 0,-5 4-1 0,5-2 1 16,-3-3 2-16,3 10-1 0,5 1 2 0,-5 0-2 0,5 0-1 16,-5 0-1-16,1 1 6 0,2 0-8 0,1 0 5 15,-7 0-7-15,3 1 6 0,4-3-1 0,2 0 3 16,1 0-2-16,0-4 0 0,1 2-2 0,1-2-3 15,0-3 4-15,3 2-1 0,-4-6 7 0,9 0-5 0,0 6 7 16,7 1-7-16,-1-3-1 0,3-3 1 0,-1-2-1 16,-3-3 2-16,0-3-1 0,-1-1-1 0,0 6 0 15,-2-15 0-15,0 1 1 0,-3-1 4 0,1-1-1 16,-3 0-2-16,0-1 4 0,0-1-5 0,0-1 5 16,0 0-5-16,-1-1 0 0,-1 0 3 0,-2 0-1 15,1-1 5-15,-1 0-3 0,0-1-2 0,0-2 1 0,1-1-3 16,-2 0 1-16,2 6 1 0,-2 0-1 0,-1 1-8 15,8 6 8-15,-3 0-1 0,-2 3 4 0,-3 4 1 16,0 1 0-16,-1 3-1 0,0 0 1 0,0 0-6 0,0 1-1 16,1-1-2-16,-1 0 2 0,0 0 4 0,0 1-5 15,0 1 3-15,0 3-5 0,-1 17 5 0,-2 14 0 16,-3 1-3-16,-1 3 3 0,-1 3-7 0,-2 0 1 16,0 2 0-16,-1 1 0 0,-1 1-5 0,0-3 6 15,2-1 6-15,0-4-1 0,2-2 10 0,2-9-14 16,2-3 2-16,1-5-6 0,2-6 3 0,1-4-32 15,0-3-11-15,0-2-12 0,0-1-75 0,0 1-39 16,0-2-14-16,1-1-12 0,0-1-101 0</inkml:trace>
  <inkml:trace contextRef="#ctx0" brushRef="#br1" timeOffset="-30484.34">29065 12963 1267 0,'-1'0'31'0,"0"0"-2"0,0 0 15 16,0 0-8-16,-2 0-4 0,1 0-30 0,1 0 8 15,-10 2-1-15,-1 3 3 0,2 0-4 0,-2 0-1 16,3 16-1-16,-1 2 4 0,-1-2 14 0,-2 2-11 16,-2 1-6-16,4-1-2 0,-1 2-13 0,3-3 8 15,1 0 6-15,1-4-2 0,0 0 1 0,3-4 2 16,0 0-7-16,2-2 4 0,-2 0-11 0,-3-3 4 15,3-2-1-15,2-3 0 0,1-2-20 0,0 2-5 0,0-2-11 16,0 0 5-16,1 1-14 0,0-2-68 0,0 0 1 16,1 0-34-16,0-1-78 0,0-1-58 0</inkml:trace>
  <inkml:trace contextRef="#ctx0" brushRef="#br1" timeOffset="-30284.4">29108 13046 585 0,'0'-1'67'0,"0"0"100"15,0-2-71-15,0-3-23 0,0-4 7 0,0 4-13 16,0 0-6-16,0 3-7 0,0 0 1 0,0 2-2 0,0-1-5 16,0-1-25-16,0 1 2 0,0 1-10 0,0 1-1 15,-1 0 3-15,-1 1-9 0,-2 6 7 0,0 15-10 16,-9 2 1-16,-2-1 4 0,1 4-3 0,-2 1-1 16,2 1-5-16,0 0-2 0,3 2 0 0,1-3-8 0,2-2 3 15,3-2-5-15,4-4 1 0,-11 0-36 0,8-4-95 16,2-2-43-16</inkml:trace>
  <inkml:trace contextRef="#ctx0" brushRef="#br1" timeOffset="-29750.41">29713 13575 666 0,'0'0'22'0,"0"0"-1"0,-1 0 17 16,0 0-8-16,0 0 3 0,0 0-10 0,-2 0 19 15,1 0 2-15,0 0 7 0,0 0 22 0,-1 0-11 16,0 0 9-16,1 0-11 0,1 0-1 0,0 0-30 15,-2 0 4-15,1 0-11 0,0 0 4 0,1 0-12 16,-1 0 1-16,1 0-3 0,0 0 16 0,1 0 20 16,1 0 1-16,0 0 5 0,8-1-14 0,8-2-10 0,2-1-11 15,0 0 3-15,0 1-25 0,-2-1 7 0,-1 2-2 16,-1 1 4-16,-1 0-14 0,-2 0 10 0,-2 1-4 16,-1 0 5-16,-2 0-9 0,-1 0 4 0,1 0 2 15,-4 0-1-15,2 0-2 0,-3 0-2 0,1 0-7 0,-1 0 4 16,0 0-15-16,-1 0 12 0,1 0-5 0,-1 0 5 15,0 0-19-15,0 0-43 0,0 0-16 0,0 0-13 16,1 0-91-16,-1 0-173 0</inkml:trace>
  <inkml:trace contextRef="#ctx0" brushRef="#br1" timeOffset="-29314.39">29640 13629 583 0,'-1'0'19'0,"0"0"-2"0,0 0 37 16,0 0-2-16,-2 0 5 0,2 0-12 0,-7 0 17 15,6 0-7-15,-2 0 10 0,1 0-12 0,-1 0-9 16,0 0-1-16,3 0-2 0,-2-1 11 0,2 1-6 0,-3-1 4 15,2 0-7-15,-1-2-8 0,1-1-15 0,-2-6 1 16,2-1-5-16,2-1 1 0,2-1-13 0,4-1 5 16,3 0-6-16,-7 0 10 0,14-1-4 0,6 2-4 15,-4 1 1-15,-1 0-1 0,-2 5-4 0,-1 2 0 0,-2 4-1 16,0-7 0-16,-3 3-3 0,1 4 4 0,-2 1-3 16,0 2 11-16,-1 3-1 0,-1-3 3 0,1 12-1 15,-1 0 18-15,0-2 8 0,0-1 7 0,1-2-1 16,-1-2 11-16,2 0-11 0,0-2 2 0,1-2-4 15,2 0 4-15,-2-1-25 0,2 5 5 0,0-1-12 16,-1-1 0-16,0-3-1 0,0 1-8 0,1-2 4 16,-3-1-8-16,3 0 0 0,-4-1 3 0,0-1-3 15,-1 1-6-15,-2 0-5 0,1-1-7 0,-3 0 1 0,2 0-15 16,-2 1-26-16,-1 1 1 0,2-2-12 0,-1 0-16 16,0 1-39-16,0 0 1 0,-1 0-20 0,0 0-58 0</inkml:trace>
  <inkml:trace contextRef="#ctx0" brushRef="#br1" timeOffset="-28950.74">29670 13952 1010 0,'-1'0'49'0,"-1"0"4"0,1 0-19 0,0-2-15 15,0 1-12-15,0 0-7 0,0 0-7 0,-1 0 2 16,1-1-4-16,0 0 9 0,-4-8-4 0,3 0 7 16,0-3-6-16,0 3 10 0,2 1 1 0,0-1-3 0,3 0 1 15,-1 1 1-15,1 0 11 0,0-1 8 0,-1 3-1 16,1 1 10-16,-1 2-8 0,-1 0 0 0,0 2-4 16,1-1-7-16,0 1 11 0,0 1-8 0,4-3 8 15,2 0-6-15,2 0 3 0,0 2 0 0,2 0 2 16,2 2 8-16,0 2 16 0,3 1 0 0,1 2 4 15,-1 0-4-15,2-1-12 0,-1 1-1 0,-1 0-6 0,2-2-21 16,-4 0-8-16,2-2 2 0,-2 0-3 0,-2 0 7 16,0 0-6-16,-2-1 4 0,-2 0-6 0,-1 0-8 15,3-1-9-15,-2-1-15 0,-1-2 0 0,4-4-89 16,0 0-158-16,3-10-67 0</inkml:trace>
  <inkml:trace contextRef="#ctx0" brushRef="#br1" timeOffset="-27529.52">31026 13266 660 0,'0'0'17'0,"0"0"1"0,0-1-15 15,0 0 1-15,0-1-10 0,0 1 10 0,0 0-28 16,0 0 4-16,0 0-17 0,0 0-25 0,0-1-53 15,0 1-4-15</inkml:trace>
  <inkml:trace contextRef="#ctx0" brushRef="#br1" timeOffset="-27097.99">31003 13225 227 0,'0'0'50'0,"0"0"64"0,0 0-43 0,0 0-11 0,0 0-13 16,0 0 4-16,0 0-27 0,0 0 1 0,0 0 2 16,0 0-1-16,0 0 3 0,0 0 9 0,0 0-2 15,0 0 4-15,0 0-12 0,0 0 3 0,0 0-2 0,0 0 3 16,0 0 2-16,0 0 7 0,0 0 1 0,0 0 0 15,0 0 3-15,0 0-10 0,0-1 5 0,0-1-7 16,0 1 10-16,0 0-1 0,0 0-2 0,0-1 1 16,0-1-6-16,0-1-6 0,-1-4 1 0,0 1-3 15,0 0-2-15,0 1-1 0,-1-1-6 0,1 0 3 0,0 0-8 16,0 1 7-16,0 2-5 0,0 0 4 0,-2 1-2 16,2 0-2-16,0 1 2 0,-3 1-4 0,-5-2-8 15,-1-4 0-15,1 1-2 0,-4 1 1 0,3 1 0 0,-5 2 1 16,0 2-2-16,0 0 1 0,-2 2 3 0,1 3 2 15,-3 2 4-15,0 2-5 0,-1 3-9 0,3-10 4 16,-1 16-3-16,-2 2 3 0,1 1-3 0,0 4 2 16,1 2-2-16,0 0 1 0,-1 2-5 0,5 0 5 15,2-1 1-15,2 1 2 0,1-1-4 0,4-1 5 16,0 0-5-16,1-3 4 0,2 0-1 0,-11-3-2 16,6-1 7-16,3 0-6 0,4-2 10 0,0-1 6 15,3-1-3-15,2-1 3 0,0-1 0 0,2 0-8 16,1-2-1-16,-1-1-3 0,0-1-6 0,-1-3 2 0,6 0-1 15,1-1 0-15,-1-2-9 0,-1 1 5 0,-1-4-4 16,0 0 4-16,-1 6-13 0,2-1-8 0,-1-1-3 16,0-1-2-16,-1-2-8 0,2-1-90 0,-1-1-1 15,2 0-39-15,1-1-98 0</inkml:trace>
  <inkml:trace contextRef="#ctx0" brushRef="#br1" timeOffset="-26347.6">31119 13873 1226 0,'0'0'6'0,"0"-1"5"0,0-1-7 15,0 0-13-15,0 0 4 0,-2-10-5 0,2-6 0 16,2 2 8-16,1-4-6 0,2 2 8 0,-1 1 2 15,0-1-1-15,-2 3 3 0,0-2 2 0,-1 4 40 16,-1-1 0-16,-1 2 15 0,-2 2 9 0,1 2 0 16,-2 0-12-16,1 3 5 0,0 1-24 0,2 2-8 15,-7 1 2-15,0-5-6 0,-5-1-13 0,-2 2-13 16,0 4 0-16,3 1-2 0,-3 3 3 0,1 4-7 0,-1 3 4 16,-3-4-6-16,2 12 3 0,-1 4 4 0,2-2-3 15,2 1 3-15,-1-1 1 0,5 1 3 0,2-3 1 16,1-2-1-16,2 0-6 0,2-5 10 0,1 0-5 15,0-3 8-15,-1 0-11 0,-2-2 4 0,-1 1-2 16,3-2 3-16,0-1-5 0,2-1-3 0,0-1 0 0,0 0-2 16,0 0 9-16,2 0 4 0,0 0 0 0,0 0 1 15,11 3 2-15,1-1-2 0,0-3 0 0,2-1-2 16,-3-2 0-16,0-3-2 0,0-1 3 0,-2 0-2 16,-1 0 0-16,-1 4 0 0,-4-6-3 0,3 0 1 15,-1-1 0-15,-2 1 0 0,0 0 3 0,-4 1-3 16,2 2-4-16,0 2 10 0,0 1 2 0,-2 1 3 0,-1 0 6 15,3-1-1-15,-1-1-10 0,-1 1 4 0,0 0-18 16,1 1-6-16,-1-1 6 0,0 1-6 0,0 1 8 16,0 0 1-16,0 1 1 0,1 2 1 0,0 7-3 15,0 8 1-15,-2 1-5 0,0 3 4 0,-2 2-2 0,0 1 4 16,-2 4 0-16,-1-1 1 0,1 1-12 0,-3-2 13 16,0 3-4-16,-3-1 6 0,0 2-5 0,-1 0 1 15,-2 1 2-15,-2 1 1 0,-1 0 3 0,1 0 1 16,0-2-4-16,2-6 3 0,0-1-1 0,1-4 2 15,2-2 1-15,1-4-2 0,1-1-3 0,2-4 4 16,2-3 0-16,1-3 1 0,2-1 5 0,-4 1 12 16,1 1 1-16,-1-2 4 0,-1-1 15 0,0-1-17 0,1 0 1 15,2-1-7-15,-1-1-9 0,3-11-12 0,-10-5 3 16,3-1-5-16,4-2 3 0,1 0 1 0,3-3-1 16,2 0 0-16,1 1-10 0,4-1 3 0,1 1 3 15,3 1 0-15,0 2 1 0,-10 1 0 0,16 0 0 16,3 2 1-16,-1-1-1 0,6 2-1 0,-2-1-7 0,1 0 5 15,4 0-8-15,0 3-7 0,-1-1 0 0,3 4-5 16,-2 1-15-16,-7 1-20 0,-1 3-12 0,-3 2-3 16,-4 1-49-16,-3-4-15 0,0 3-7 0,-2 0-4 15,-1 2-45-15,0 1-255 0</inkml:trace>
  <inkml:trace contextRef="#ctx0" brushRef="#br1" timeOffset="-25714.56">31497 13937 1334 0,'0'0'104'0,"0"0"-143"15,-1-1 123-15,0 0-70 0,0 0-18 0,-1 0 2 16,1-2-12-16,1 1 10 0,-1-6 1 0,-1-4-2 15,1 0 5-15,-1 3-4 0,0-2 6 0,0 3 7 0,-1 1 2 16,-1-2 2-16,0 2 19 0,2 3 7 0,-2-2 6 16,3 5-2-16,-7-3 5 0,-2 3-6 0,2-5-3 15,1 3-3-15,-3-1-22 0,0 3-10 0,-2 1-2 16,2 1-2-16,-2 4-4 0,0 2 0 0,-1 0-2 16,-1 13 1-16,1 2 1 0,2 3 2 0,-1 0-2 0,2-3 1 15,1-2-4-15,2-2 7 0,1-2 1 0,4 0 2 16,-1-4-7-16,-5 0 1 0,2-1-1 0,3-3 1 15,0-1 6-15,2 0-7 0,1-1 4 0,0-2-8 16,0-1 2-16,0-2 7 0,1 2 0 0,-1-2 4 16,3 1 7-16,1 2 1 0,5-1 0 0,1 1 1 15,1-3 13-15,-1-1-5 0,1-2 8 0,0-2-8 0,-1-2-6 16,1-1 6-16,-2-1-11 0,1-10 10 0,-2-2-13 16,2-2 8-16,1-2 0 0,1 0 1 0,-1-3-1 15,1 0-7-15,-1-3 3 0,-2-2-4 0,3 3-3 0,0-2 3 16,-1 3-1-16,1 2 1 0,-4-1-3 0,1 3 2 15,0 1-2-15,-3 2 1 0,0 1-6 0,0 4 5 16,-4-1-1-16,2 5 3 0,2 1 0 0,1 0-1 16,-2 2 0-16,0 0 0 0,-2 4-3 0,-2 2 5 15,-1 2-3-15,1-1 3 0,0-1-12 0,0 1 4 16,0 1-5-16,1 0 3 0,-1-1-15 0,0 1 12 16,-1 1-2-16,0 0 5 0,0 1-4 0,-1 9 8 15,-3 11-4-15,0 0 5 0,-2 5 0 0,0 0-3 16,0 3-1-16,0 2-1 0,1 1 0 0,2 2 0 0,-1 0 2 15,2 1-2-15,1-2 0 0,1 1 4 0,1-1-2 16,2-1 2-16,3-3-3 0,0-5-5 0,2-3 3 16,1-3-5-16,-2-4-9 0,0-3-19 0,-1-1-1 15,-5-5-11-15,12-2-67 0,1 7-166 0,2-3-71 0</inkml:trace>
  <inkml:trace contextRef="#ctx0" brushRef="#br1" timeOffset="175652.99">3904 16613 744 0,'-1'0'39'0,"0"0"1"0,0 0 22 0,-1 1 0 15,0 0-29-15,0 0-20 0,-1 0 11 0,1 1-7 16,-4 0 12-16,3-1 5 0,1-1 4 0,0 1 8 0,0 0-3 16,-1 1 9-16,1-1-19 0,0 0 3 0,-1 0-8 15,2 0-6-15,0 0-5 0,0 1-2 0,0-1 0 16,-1-1-5-16,1 0 0 0,1 0-1 0,0 0 1 16,0 0 0-16,1 0 0 0,1 0 3 0,0 1-1 15,10 1 2-15,3 1 0 0,0-1-8 0,3 0 4 16,-2 0-10-16,1-1 6 0,2 0 0 0,-1 0 0 15,2-1-5-15,2 0 1 0,-2 0 1 0,-2 0-1 0,5 0-4 16,-3 0-1-16,0 0-4 0,2 0 2 16,-2 0-8-16,-2 0-11 0,-1 1-1 0,-4-1-8 0,-2 0-37 15,1 1-65-15,-2 1-4 0,-3-1-26 0,0 0-84 0</inkml:trace>
  <inkml:trace contextRef="#ctx0" brushRef="#br1" timeOffset="175870.24">3841 16867 1229 0,'-2'0'89'0,"1"0"2"0,-1 0-12 0,-5 0-14 16,3 0-25-16,3 0-22 0,-1 0-7 0,-1 0-1 16,2-2-2-16,0 1-4 0,0 0 4 0,1 0-4 15,1 0 6-15,3 0 3 0,17-9-4 0,5 2 4 16,-2 2-6-16,2 1-8 0,0 1-1 0,-1 1 1 0,2 1-1 15,-1 1-12-15,-3 0-29 0,0 1-39 0,-1 0 1 16,-2 1-162-16</inkml:trace>
  <inkml:trace contextRef="#ctx0" brushRef="#br1" timeOffset="176504.21">4808 16646 1041 0,'0'-2'157'0,"-1"1"-205"16,0 0 179-16,0-1-98 0,-2-8-24 0,-1-9-11 15,0 4 4-15,2 2-5 0,1 4 12 0,0 1 12 16,-1 2 0-16,1 2 4 0,1 2 10 0,0 1-12 0,-1-2 8 15,1 2-9-15,-1 0 7 0,-6-4-5 0,1 3 0 16,-4 0 0-16,0 0 12 0,-4 2 4 0,-1 3-1 16,-1 3 0-16,4-1-6 0,0 4-11 0,-1-3 4 15,1 11-7-15,-2 3-4 0,2 1-6 0,0-1-3 16,2 3 0-16,1-2-2 0,1 1-5 0,0-1 6 0,1 2-6 16,1-3 2-16,0 1 2 0,3 1-4 0,0-1 3 15,2 2 0-15,-12-2 2 0,6-2-4 0,2 1 2 16,3-3-2-16,2 0-1 0,1-1 5 0,2-3-4 15,0 3-2-15,1-6 0 0,0 0-4 0,2-2 3 16,-5-4 6-16,12 2-1 0,0-3 1 0,4 7-2 16,-2-3-4-16,3-2 17 0,-1-1-1 0,-1-4 9 15,4-2 0-15,-4-1-7 0,0-3 2 0,1-2-4 16,-3-1 1-16,4 7-9 0,0-15 4 0,-1-1-7 16,-1-4-2-16,-4-1 7 0,-1 0-8 0,-2-1 7 0,-2 2-9 15,0-3 7-15,-2 0-3 0,0 0 5 0,-2-3-7 16,0 3-4-16,-2-1 6 0,0 2-4 0,13-2 6 0,-8 2-3 15,-4-1 2-15,-3 1-2 0,-2 4 0 0,-2 3 2 16,-2 2-1-16,-1-1 3 0,6 4 2 0,-11 1 0 16,-1 3-4-16,0 2 4 0,1 1 1 0,0-4-8 15,-1 3 6-15,2 3-7 0,3 3 1 0,-3 3-3 16,5 0-3-16,-7 7 3 0,0-2 3 0,2 13 1 16,-3 1 0-16,7 4 0 0,0-2-4 0,0-2-2 15,5 0 1-15,-1-2-1 0,0 2-4 0,3-1 3 16,-11-2-3-16,5-1 3 0,2 0-10 0,3-2-14 0,1 0-7 15,1-2-3-15,1-2-27 0,1-1-18 0,0-1-10 16,2-1-5-16,1-1-56 0,-2-3-38 0,7-1-39 16</inkml:trace>
  <inkml:trace contextRef="#ctx0" brushRef="#br1" timeOffset="176721.03">5186 16782 1708 0,'-1'0'185'15,"-1"1"-222"-15,-1 0 204 0,-10 4-106 0,-1 1-53 16,3-1-11-16,3-1 2 0,1 1-5 0,1-3 6 16,0 8-7-16,2-1-9 0,2 2 1 0,1-2-23 0,-6 1-11 15,2-1-2-15,3-3-5 0,1 0-29 0,1-3-73 16,0 1-5-16,0-2-31 0,1 1-95 0</inkml:trace>
  <inkml:trace contextRef="#ctx0" brushRef="#br1" timeOffset="177204.11">5323 16634 1714 0,'-1'0'74'0,"-1"0"160"16,-13 2-209-16,6-1-13 0,1 1-3 0,6-2-4 16,-1 0-16-16,1 0-8 0,0 0 3 0,1 0-2 15,-1 0 2-15,1 0 6 0,1 0-4 0,0 0 5 16,1 0 4-16,1-2 8 0,1 1-1 0,10-2 2 16,0 0-3-16,-1 2-1 0,-1 0 1 0,-1 1-1 15,0 1 0-15,-1 1 7 0,-1 2-1 0,-1 2 2 16,-2 3-6-16,-1 10 10 0,-1 1-4 0,-2 2 6 0,12 1-11 15,-6 1-2-15,-6 0 4 0,-3 1-2 0,-3-2 9 16,-2 0 9-16,-1-2-7 0,0-4 7 0,-4 1-8 16,9 0-4-16,-14-2 5 0,1-2-6 0,2-1-3 15,-2-2 9-15,3-4-7 0,-1-1 7 0,2 0-4 0,3-3 7 16,2-1-2-16,1 1 1 0,1 0-15 16,0 1 0-16,3-3-1 0,0 0 0 0,0-1-6 0,-1 1 4 15,1-1-2-15,0 0 3 0,1 0 1 0,0-1-2 16,1 0 4-16,0 0-2 0,1-2 6 0,3-4-4 15,-1 3 1-15,3-2-3 0,7 1-5 0,5 4 8 16,-3-3-3-16,-1-5 4 0,-1 3-2 0,2 1 2 16,1 3-3-16,-1 1 4 0,0 1-3 0,1 0 0 0,-1 1 0 15,0 1-1-15,0 1-3 0,-2-1 1 0,0 0-2 16,-1 1 0-16,1-2-15 0,0 0-24 0,1-1 1 16,0 0-16-16,0-2-79 0,0-2-70 0,-1 0-33 15,4-5-17-15,-1 0-187 0</inkml:trace>
  <inkml:trace contextRef="#ctx0" brushRef="#br1" timeOffset="177588.12">6074 16308 1351 0,'0'0'34'0,"0"-1"74"0,0 0-96 0,-2 0-15 16,1-2 8-16,1 1-10 0,-1-3 5 0,0-1 1 16,0 0-5-16,1 2 4 0,-1-1-3 0,-1 1 2 15,1 1 0-15,0 1 1 0,-1-1-2 0,-2 1 15 16,-8-5 5-16,-3 3 6 0,-2 3 24 0,-1 3 7 16,-2 6-3-16,-1 2 5 0,1 2-1 0,0-5-7 15,-3 16 2-15,3 3-5 0,-1 3-8 0,0 0-13 16,1 4-4-16,4 0-3 0,-1 6-5 0,7-3-12 15,-2 2 4-15,0-2-5 0,3-1 1 0,0 1 5 0,5-1-1 16,3 0 1-16,-3-1-2 0,-12 0 4 0,7 1 0 16,7-3 1-16,3 1-5 0,5-1 7 0,1-4-2 15,1-2 5-15,2 0-2 0,-2-5-9 0,3 0 1 16,0-1-4-16,-8-7-12 0,14 0-1 0,1-3-3 0,3-4 3 16,-2-2-10-16,2-1-7 0,3-2-8 0,-2 11-1 15,0-7-36-15,-1-3-98 0,1-4-12 0,-2-1-44 16,0-4-200-16</inkml:trace>
  <inkml:trace contextRef="#ctx0" brushRef="#br1" timeOffset="177938.31">6401 16416 1092 0,'0'0'149'0,"0"0"16"0,-2-1-64 16,1 0-44-16,0 0-40 0,0 0-21 0,0-1 0 16,0 1 7-16,-1 0-2 0,1 0 12 0,0 0-10 0,0-1-4 15,0 2-1-15,-1 2 4 0,1 0 11 0,-7 14 4 16,-3 10 0-16,2 3 8 0,0 2 26 0,0 2 0 15,2 1 9-15,0-2-1 0,-1 0-23 0,1 0 0 16,-1 1-7-16,0-2-1 0,2 1-2 0,0-3-5 16,2 1 0-16,2-1-20 0,1-2 1 0,-2-1-2 0,2-1 0 15,1-2-12-15,0-4-34 0,0-1-5 0,1-6-12 16,1-2-34-16,-1-2-72 0,1-1 4 0,-1-4-34 16,2-1-75-16</inkml:trace>
  <inkml:trace contextRef="#ctx0" brushRef="#br1" timeOffset="178204.41">6620 16693 1883 0,'-1'0'59'0,"0"0"120"0,0 0-169 0,0 0-19 16,0 0 0-16,-1 0-5 0,1 0 10 0,1 0 2 15,1 0 1-15,1 0-1 0,3 0 1 0,14 1-3 16,2-1 0-16,-4 0-1 0,3-3-3 0,1 1 8 16,-1 0 0-16,2-2 3 0,0 1 4 0,-7 0-4 15,1 1 4-15,0 0-5 0,-3-1 2 0,-2 1-6 0,2 0-4 16,-3 0-1-16,-2 1-10 0,-1 0-15 0,-1 1-1 16,-1 0-7-16,-2 0-28 0,-1 0-63 0,1 0-7 15,-1 0-21-15,0 0-60 0,1 0-86 0</inkml:trace>
  <inkml:trace contextRef="#ctx0" brushRef="#br1" timeOffset="178472.12">6765 16426 1616 0,'-1'0'67'0,"0"0"141"0,0 0-184 15,-1 0-16-15,1 0 2 0,0 1-7 0,0 0 3 0,0 0 4 16,1 2-4-16,0-1 5 0,0 7-4 0,0 4-3 16,1-1 1-16,4 4-4 0,-1 0-6 0,1 0 14 15,0 4-2-15,-1 4 6 0,0 0-5 0,-2 2 13 16,1 3-5-16,-2-1 8 0,-1 1-6 0,0 2-9 16,-1-1-3-16,-1 2-3 0,1-1-15 0,-1-2 11 15,1 0-8-15,-4 0 5 0,2-1-33 0,-2 0-53 16,1-1-10-16,3-5-21 0,0-3-98 0</inkml:trace>
  <inkml:trace contextRef="#ctx0" brushRef="#br1" timeOffset="181791.36">7608 16366 666 0,'0'0'149'0,"0"0"-28"0,-1 0 57 16,0-1 8-16,0-1-106 0,-2 1-40 0,1 0-12 15,-2-1-9-15,-1-2 6 0,0 2-12 0,4 2 2 16,0 0 2-16,-1-3-3 0,1 0-11 0,0-1 5 0,-1 1-3 15,-1-1 5-15,2 2 1 0,-1-2 19 0,1 2 0 16,-2-1 7-16,3 1 13 0,0 1-13 0,-1 1 2 16,-2-2-5-16,-1-1 10 0,2 2-22 0,-2-1 4 0,1 1-11 15,-2 0 2-15,0 1-11 0,-1 0 2 0,2 1-6 16,-3 0-2-16,0 25 1 0,-1 1 4 0,1 6-2 16,-1 1-3-16,2-1 8 0,0 4-12 0,2-4 9 15,-1 0-12-15,0-3 9 0,2-2-2 0,-2-1 2 16,2-1-5-16,-2-1 1 0,0-3 2 0,0-1-2 15,1-2 2-15,0 0-7 0,1-3 7 0,-2 2-7 0,0-2 3 16,1 0-2-16,0-2-2 0,1-1 0 0,-2 0-14 16,2-3-19-16,2 2-1 0,0-4-8 0,-5-1-54 15,4-2-59-15,1-3-19 0,0 1-18 0,1-1-146 16</inkml:trace>
  <inkml:trace contextRef="#ctx0" brushRef="#br1" timeOffset="182275.07">7906 16350 1374 0,'-1'0'25'0,"-1"0"1"0,1 0-19 0,0-1 4 15,-1 0-15-15,-1 0 4 0,1 0 0 0,0 0-2 0,-2-1 3 16,-1 1 10-16,0-1-9 0,0 1-2 0,0-1-1 16,0 2 1-16,1 0 15 0,-3 0 1 0,-2 0 5 15,-1 0 11-15,-1 3 14 0,0 0 1 0,1 1 2 16,-3 3-8-16,-1 1-9 0,-1-5-1 0,-3 13-3 16,3 3-7-16,-2-2-9 0,-1 2 1 0,2 0-4 15,0-2-3-15,1-1-3 0,4 2 4 0,-1-3-3 16,-1 1 5-16,4-4-5 0,1-1-1 0,2-2 0 0,2-1-2 15,1-1 0-15,1 0-1 0,0-3 0 0,-3 2 4 16,2 0-4-16,1-2 4 0,-1 1-5 0,2 0-2 16,1-3 4-16,0 3-1 0,1-2 4 0,2 1 11 0,5-2-4 15,13 11-2-15,-1-6-2 0,3-2-12 0,2-3 7 16,0-2-1-16,2 0 6 0,1-1 6 0,2-1-6 16,-2-1 1-16,0 1-3 0,-1-1 14 0,1-1 1 15,0 1 4-15,2-1-2 0,-3 2 1 0,0-1-9 16,-1 1 1-16,-3 0-4 0,1-1-2 0,-3 2-7 15,-3 0 1-15,-1 0-3 0,-5 1-6 0,-3 0 0 16,-3 0-4-16,1 0 1 0,-2 0-12 0,-4 0-17 16,3 0-10-16,-2 0-6 0,1 0-80 0,-1 0-65 0,0 0-27 15,-1 0-27-15,1 0-251 0</inkml:trace>
  <inkml:trace contextRef="#ctx0" brushRef="#br1" timeOffset="182674.78">7909 16337 1484 0,'0'0'21'0,"-1"0"4"16,0 0-25-16,0 0-8 0,0 0-8 0,-1-1 4 15,2 0 5-15,0 0 4 0,0 0 0 0,0 0 1 0,0-1 3 16,0 1-2-16,0 0 4 0,0 0 1 0,0 0 1 16,0 0 5-16,2-1-2 0,-1 1 18 0,-1 0 23 15,0 0 0-15,1 0 7 0,-1 1-1 0,1 0-3 16,-1 0-8-16,0 0 1 0,0 1-27 0,0 1 0 16,0 4-8-16,1 12 4 0,-1 2-11 0,0 3-6 15,-2 4 8-15,-2 3-7 0,1-2 3 0,-2 4 5 16,0 1-8-16,0-1 7 0,-2 3-3 0,-1-4 4 15,3-2-2-15,-1-1 2 0,-1 0 7 0,1-3-11 16,1-1 9-16,0-1-11 0,2-1-1 0,2-3 3 0,-1-1-7 16,2-6 5-16,0 1-24 0,2-2-10 0,-1-3-2 15,1-1-5-15,1-1-21 0,-2-4-32 0,1 1-16 16,0-2-10-16,5 0-94 0,5-1-158 0</inkml:trace>
  <inkml:trace contextRef="#ctx0" brushRef="#br1" timeOffset="183191.9">8300 16403 1756 0,'-1'0'68'0,"-1"0"6"0,1 0-22 15,-1 0-23-15,-4 1-14 0,5-1-11 0,-2 0-1 16,0 2 1-16,2-2-2 0,-4 2-5 0,3-1-7 15,-1 0 4-15,1 1-6 0,1-1-1 0,0 0 4 16,-1 0 1-16,1 0 3 0,0 2 14 0,0-1-5 16,0 3 2-16,-3 5-2 0,1 2 6 0,-1 3-1 15,-1 2 0-15,0 2 0 0,-3 3 1 0,1-1 0 16,-1 3-1-16,2-4 0 0,2-2-8 0,-2 1 6 16,2-3-4-16,2-2 4 0,0-1-8 0,0-2 2 15,2 1 1-15,0-1 1 0,0-2-3 0,2-1 3 0,-1-1-2 16,1-1 3-16,0 0 0 0,1-2-7 0,0-1 6 15,11-2-5-15,-1 1 12 0,0 7-3 0,3-2-2 16,-2-3 1-16,1-3-4 0,-2-1 7 0,-1-1 1 0,-1-1 0 16,1 0-1-16,0-2 0 0,1 0 1 0,-1-1 1 15,-2 0-4-15,0 1-1 0,-1-1-1 0,-1 1 1 16,0 0-2-16,0 0 3 0,-3 1-3 0,0-1 2 16,0 1-5-16,-2 1-1 0,1-5 4 0,-2-1-1 15,-1 0 12-15,2-3-3 0,-2 2-4 0,0-5 1 16,7 2-6-16,-1-4 2 0,-2-2 2 0,-3 0-2 0,0-2-5 15,-2 3 0-15,-2-6 2 0,-1 5 0 16,-3-1 6-16,-1 0-9 0,0 4 1 0,-1 0-2 0,4 0 13 16,-11 5-10-16,-2 0 6 0,1 3-7 0,-2 1-6 15,1 3-2-15,-2 0-6 0,2-7 2 0,1 3-22 0,1 3-5 16,-2 2-12-16,3 2 3 0,1 0-41 0,1 1-33 16,4 0-8-16,2 0-14 0,-1 2-82 0,5-2-221 15</inkml:trace>
  <inkml:trace contextRef="#ctx0" brushRef="#br1" timeOffset="183676.37">8698 16021 573 0,'-1'-1'225'15,"0"0"1"-15,-1 0-23 0,-15-9-27 0,5 3-68 0,3 2-49 16,-4-2-1-16,4 2-4 0,-1-1 3 0,3 1 2 15,2 1-11-15,1 1 2 0,1 2-6 0,-1-3-13 16,3 4-2-16,-2-1-5 0,1 0 4 0,-1 0-4 0,1-2-2 16,0 2 0-16,1 0-2 0,-1 0-7 0,1 0 4 15,0-1 2-15,0 2-1 0,1 0 7 0,0 0 3 16,1 0-3-16,0 2 2 0,2-1-12 0,2 2-3 16,10 10 0-16,2 5-2 0,-1-2-6 0,2 1 3 15,1-1-2-15,0 1 2 0,7 2-4 0,-3-1 1 16,2 4 1-16,1 0 1 0,-5-1 1 0,1 4-3 15,0-1 2-15,-1 1-1 0,-1 1 1 0,-3 0 3 16,2 1-3-16,-5 2 2 0,0 2-9 0,-2 2 13 0,-5 0-6 16,1 0 9-16,-3 0-11 0,10-3 5 0,-7 1-7 15,-8-2 6-15,-5 1-15 0,-5-2-17 0,-5 0-8 16,2 1-7-16,-16 2-64 0,-4 1-76 0,-1-1-32 16,-3 2-39-16,1 5-356 0</inkml:trace>
  <inkml:trace contextRef="#ctx0" brushRef="#br1" timeOffset="194017.83">10903 12338 469 0,'0'0'0'0,"-1"0"8"0,0 0 87 15,0 0-13-15,-1 0 0 0,1 0-46 0,0 0-14 0,0 0-26 16,0 0 3-16,1 0-1 0,0 0 14 0,0-1 4 16,0 0-2-16,0-2 3 0,0 1 7 0,1-4 20 15,1-2-5-15,3-5 8 0,0 2-9 0,2-1-4 16,1-3 6-16,0 4-6 0,0-2-1 0,-6 1-20 16,8 0 1-16,3 0-6 0,1 3 1 0,0 0-9 15,-1-1 5-15,-1 4-6 0,-5-1 1 0,1 3 0 16,1-2 0-16,-1 1 1 0,2 1 5 0,-3 1-17 15,4 1 4-15,1 0-8 0,-3 1 6 0,2-6-23 16,-4 2 0-16,-2 3-7 0,-1 0-1 0,6-2-126 0,-4 3 29 16,1-1-62-16,1 1 20 0</inkml:trace>
  <inkml:trace contextRef="#ctx0" brushRef="#br1" timeOffset="194268.18">11116 12558 483 0,'-1'0'130'0,"0"0"-78"0,-1 0 123 0,0 1-39 15,0-1-89-15,-1 0-14 0,1 0-2 0,0 0-4 0,1 0-22 16,-1 0 2-16,1-1 0 0,0 0 3 0,1-1 11 16,0-13 2-16,4 0-3 0,3 0 2 0,2-2-14 15,2 2-6-15,-10 1-3 0,8-1-1 0,4-1 1 0,-1 3-13 16,0 1 7-16,1-1-10 0,-2 4 3 0,-1-1 8 15,-1 0-8-15,1 3 9 0,-1-2 0 0,-2-1-20 16,0 2-3-16,1-1-9 0,1-1-35 0,-1-1-168 16,0-2 5-16</inkml:trace>
  <inkml:trace contextRef="#ctx0" brushRef="#br1" timeOffset="194834.9">11288 11673 777 0,'-1'0'46'0,"-1"0"-19"0,1 0 40 0,-1 0-10 16,-1 1-48-16,1-1 2 0,0 1-5 0,-1-1 3 15,2 0-16-15,0 0 8 0,0 0-1 0,0 0 6 16,0 0 1-16,1 0-8 0,0 0 3 0,0 0-3 0,1 0 5 16,0 0 13-16,0 0-9 0,1 0 10 0,1-1-8 15,3-2 9-15,3 0 0 0,-1-1 2 0,1 1-5 0,-1-2-2 16,0 0-2-16,0 1-1 0,0-1-4 0,-2 1 1 16,1 1-3-16,2-1 0 0,-2 1-10 0,0 1 9 15,0-1 8-15,0 2-1 0,0 1 4 0,-1 0-2 16,1 1-4-16,-1 0 1 0,-3 1-6 0,2 0 3 15,-2 14-5-15,0 4 5 0,-2 3-2 0,1 0-3 16,0 3 2-16,12 0-2 0,-5 2 4 0,-3 2-5 16,-4 0 2-16,-1-2-3 0,-1 1-4 0,0-4 8 15,0-1-4-15,0-4 5 0,-1-2-8 0,0-2 16 16,0-3-6-16,0-1 8 0,1-2-14 0,0-4 18 0,0 0-8 16,0-2 9-16,0-2-10 0,0 0-4 0,0 0 7 15,0-1-6-15,1 1 6 0,1 0 2 0,1 1-2 16,3 0 3-16,3 1-4 0,0-2 2 0,2-2-1 15,2 0 0-15,-4-1-10 0,5-3 0 0,-1 0 0 0,0-2 0 16,3-1-3-16,-6 1 0 0,2-1-3 0,-3 1 3 16,-2 1-2-16,2 4 2 0,-1-7-4 0,-2 1 4 15,1 0-1-15,-3-1-10 0,0-1 3 0,-1 0-7 16,1-1-7-16,1 0 6 0,-2-1-4 0,0 1 5 16,0-1-12-16,-1 2-2 0,1-1-5 0,0 2-4 15,0-1-67-15,-1-2-48 0,2-2-7 0,0-3-13 16,1 0-40-16</inkml:trace>
  <inkml:trace contextRef="#ctx0" brushRef="#br1" timeOffset="195502.68">11671 11386 937 0,'-1'0'48'0,"0"0"-4"0,0-2 9 16,-3 1 6-16,-4-2-19 0,3 0-12 0,4 3-19 16,-1-2-3-16,-1 0-4 0,2 1-1 0,0-1-1 0,0 0-1 15,1 0-1-15,0-1 1 0,0 1 0 0,0 1 2 16,3-6 0-16,0 2 7 0,0 0-11 0,4 2 3 16,3-1-4-16,-1 2 6 0,-2-2-1 0,-1 1 2 15,0 2 0-15,1-2 4 0,-1-1-7 0,1-1 1 0,-1 3-1 16,-2 0 16-16,1 2-8 0,0 0 8 0,-2 0-7 15,2 2 11-15,-1 0-10 0,-1 0-4 0,1 15-1 16,-1 3 3-16,-1 1-11 0,1 2 11 0,-2-1-11 16,0 0 7-16,13 1-3 0,-6 2 1 0,-3 0 0 15,-2 0 5-15,-1-2-5 0,-1 1-5 0,0-3 2 16,0-1 0-16,1-3-1 0,-1 0 4 0,0-3-2 0,0-1 5 16,0-3-5-16,0 1 1 0,1-4-2 0,-1 1 5 15,0-2 2-15,-1-1-2 0,0-2 1 0,0 1-5 16,1-1 17-16,0 0 0 0,1-1 4 0,-1 1-12 15,0-2 5-15,0 0-5 0,1 0 6 0,1-1-12 0,-1 0 1 16,4-1-4-16,0-1 2 0,1-2 3 0,-1 0-9 16,1 3 10-16,-1-8-9 0,-2-1 3 0,0 2 3 15,-2 0-3-15,-1 1 3 0,1 0-3 0,4 0 4 16,-2 0-1-16,-1 1 2 0,-1-1-3 0,-1 1 0 16,0-1 0-16,-1 1 2 0,0-2 4 0,-1 1-7 15,-1-1 4-15,-1-1-4 0,0 1 1 0,-1 0 0 16,0 1-2-16,-1 0 0 0,4 0-8 0,-7 0 14 0,-2 0-6 15,1 0 9-15,-2 1-5 0,-1 0 0 0,2 1 1 16,-3 2-1-16,0-1 4 0,0 2-2 0,0-8 8 16,-1 3-6-16,1 2 10 0,1 3-4 0,-3 1-4 15,1 1 2-15,2 0-1 0,-1 0-5 0,-1 1 5 16,3 0-7-16,1 2-6 0,0-1 6 0,6-1-3 0,-2 2 7 16,-1-1-5-16,3-1-8 0,2 0-1 0,1-1-2 15,-2 3 4-15,2-1 7 0,-3 4-4 0,0 0 3 16,1 1-12-16,0 0-10 0,2 0 2 0,1-1-4 15,0 0 1-15,0-2-10 0,0 1-4 0,1-1-4 16,0-1-38-16,-1-2-68 0,13 9-16 0,0-4-22 16,0-3-103-16</inkml:trace>
  <inkml:trace contextRef="#ctx0" brushRef="#br1" timeOffset="195753.08">12069 11451 1216 0,'-2'0'44'0,"1"0"-6"0,-1 0 20 16,-2 0-4-16,0 0-10 0,1 0-26 0,1 2-13 16,0-1-2-16,-1-1-3 0,2 0-8 0,0 0 4 0,0 0 4 15,-1 0 0-15,2 1 5 0,0 0-10 0,0 0 1 16,0 1-5-16,0-1 5 0,2 0-24 0,-1 0 7 15,0 0-13-15,0 2 3 0,0-1-37 0,1 0-35 16,-1-1 1-16,0 1-93 0,0-1-24 0</inkml:trace>
  <inkml:trace contextRef="#ctx0" brushRef="#br1" timeOffset="196340.21">12154 11045 976 0,'-1'0'70'0,"-1"0"147"0,-10-3-189 0,3 2 0 16,4 1-3-16,3 0-2 0,-1-1-22 0,1 0-10 15,1 0-1-15,0-1-2 0,-1 1-2 0,2 0 4 16,0 0-4-16,2 0 4 0,-1 0-9 0,0-1 2 15,1 1 0-15,1 0 2 0,8-5-2 0,-4 3 14 16,2-2 0-16,-2 1 3 0,-1 1 0 0,-1-1 5 16,0 1-3-16,0-1 5 0,-2 2-2 0,0 1 8 0,0-2 0 15,1 1 3-15,-1 0 4 0,0 0-5 0,1 0 0 16,0 1-1-16,-1 1 3 0,2 0-15 0,-1 0 5 16,2 0-8-16,-2 1 5 0,2 1 0 0,0 2 1 15,-2-2-1-15,0 10-4 0,1 2 0 0,-1 4 0 16,-1 0 0-16,-1 3-6 0,0 1 8 0,-1 2-6 0,14 3 7 15,-8-2-11-15,-5 2 8 0,-2 2 1 0,-1-2 3 16,-2 1 4-16,-1-6-2 0,1-2 3 0,-2-1-1 16,0-2 9-16,1-3-15 0,0-3 3 0,2-5-5 15,1-1 21-15,-1-1-12 0,1-2 5 0,0 0-10 16,0 1-3-16,0-2 7 0,-1 0-5 0,1 0 4 16,0 0-12-16,1 1 6 0,0-1-5 0,0 0 5 15,0-1-3-15,0 0-1 0,1 0 6 0,0-1-3 16,1 0 6-16,0-1-10 0,0 0 5 0,2-4-4 0,4-4 3 15,1 1 0-15,0 1-3 0,1-1 3 0,0 0 3 16,0-4-3-16,1 1 4 0,-2-1-4 0,2-1 6 0,-2 3 1 16,3 0-5-16,-3 1 5 0,1 0-8 0,-2 3 6 15,0 1-5-15,-1 3 6 0,-1-1-7 0,-2 2 1 16,0 0 0-16,0-1 0 0,0 1-2 0,0-2 2 16,0 2-3-16,-3 2 2 0,6-3-9 0,-6 3-18 15,2 0 6-15,0-2-13 0,-1 1-16 0,3 0-50 16,0 0-30-16,-2 0-5 0,4-2-87 0,-4 3-21 15</inkml:trace>
  <inkml:trace contextRef="#ctx0" brushRef="#br1" timeOffset="196736.45">12588 10787 764 0,'-1'0'190'0,"0"0"-231"0,-1 0 219 0,-9 0-116 0,3 0-38 15,5 0-6-15,1 0-14 0,0 0 7 0,-1 0-23 16,1 0 12-16,1 0-1 0,0 1 2 0,-1 0-4 16,1 1-3-16,1-1 8 0,0 1-5 0,0 1 10 15,3 6-8-15,1 5-2 0,1 0-1 0,0 0 4 0,1 0 5 16,-2-1 2-16,1 0 1 0,0 1 6 15,-2 0 9-15,1-1 0 0,-1 1 5 0,1 2 6 0,-1-1-6 16,2-1-1-16,0 3-2 0,0-1-5 0,-1 2-6 16,1 1 3-16,1 1-5 0,0 1-7 0,0 1 1 15,-1 0 0-15,2 2 0 0,-1-1-3 0,0 1 2 16,0-3-4-16,-1-1 4 0,0-1 0 0,-2-4-8 16,1 1 6-16,-2-4-5 0,0-1 7 0,-1-4-5 15,1-1-6-15,-1-3 0 0,-1 0-9 0,1 0-16 0,-1 1 8 16,1-2-12-16,0 1-10 0,1-1-83 0,-2-1 5 15,0 0-32-15,0 0-10 0,0-1-82 0</inkml:trace>
  <inkml:trace contextRef="#ctx0" brushRef="#br1" timeOffset="197189.25">12573 10752 602 0,'-1'0'344'16,"0"0"-455"-16,-6-1 404 0,-4-2-224 0,4 2-49 15,3 0-2-15,0 0-6 0,1 0 3 0,1-1-20 0,0 0 8 16,-1-1-4-16,1-3 7 0,0 0-9 0,0-1 0 16,2 0-2-16,0 1 2 0,2 0 3 0,-1 1-2 15,1 0 0-15,-1 3-1 0,3-1-5 0,6 1 8 16,-3-3-1-16,2 0 2 0,-2 1 3 0,2 1-5 15,-2 0 4-15,-2 2-5 0,0 1 8 0,2 0-4 16,1 0 6-16,-2 0-4 0,1 1 4 0,-2 1 8 16,-2-1-11-16,2 1 11 0,-2 1-13 0,1-2 12 15,-1 8-2-15,1 0 4 0,-3-1-10 0,1 2 5 16,5 0-2-16,-1 0 1 0,-1 1-8 0,0 2-5 0,-3 1 7 16,-2 1-5-16,0 2 9 0,-2 0-4 0,-3 2-2 15,-1-1 1-15,-1-2-2 0,-1-1 8 0,0-3-1 16,3-1 6-16,-6-2 15 0,-3-3 4 0,4 0-6 15,0-1 2-15,-1-1-22 0,2 1 5 0,1-2-6 0,2 0 5 16,0-2-9-16,-1 0-2 0,1 0 1 0,0 1-2 16,3 0-4-16,-3-1 1 0,5 0 3 0,1 0-3 15,-2 1-8-15,0 0 4 0,1 0-1 0,0 1 2 16,0-1-16-16,1 0-14 0,0 1-7 0,0-2 0 16,0 0-21-16,1 1-61 0,1 1-27 0,4 0-16 15,10 2-119-15</inkml:trace>
  <inkml:trace contextRef="#ctx0" brushRef="#br1" timeOffset="197637.98">12928 10391 310 0,'0'-1'72'0,"0"-2"100"0,0-4-33 0,0 0-11 15,-1-1-1-15,0 2-10 0,0 1-56 0,-1 1-8 16,1 1-4-16,0 1 0 0,0 0-16 0,-1 0 3 15,-1 1-13-15,-4-2 8 0,1 2-22 0,0 1 9 0,-1 0-3 16,0 2 4-16,1 1-11 0,1 2 1 0,-1 7 0 16,1 1 0-16,-1 0-5 0,3 1 3 0,-2 1-2 15,2-1 3-15,0 3 3 0,2-2-6 0,-2 0 0 16,-7 1-2-16,3 0-3 0,2 1 5 0,2 0-3 16,0 1 2-16,2 1-7 0,1-1 4 0,1 1 2 0,2 1 0 15,0 1-4-15,1 1 3 0,1 2-5 0,1 1 4 16,1 0 2-16,2-1-3 0,0 1 4 0,0-1-4 15,2-1-1-15,0 2 0 0,-2-8 0 0,3 2 1 16,-11-2-3-16,14-2 3 0,2 1-1 0,-3-1 1 16,-1-1 0-16,-1-3-2 0,0 4 8 0,1-1-6 15,-1 0 6-15,-1 0 1 0,-2 0-4 0,-3 0 4 16,0 0-3-16,-3-1-5 0,-1-2 0 0,-1-1 0 0,7 2 13 16,-4-1-4-16,-2 0 5 0,-2 2-5 0,-1-1 7 15,-2 1-13-15,0-1 8 0,-2 0-9 0,0-3 11 0,0 0-9 16,-1 0 1-16,3-1-3 0,-4 0 0 0,-1-3 4 15,0-2-5-15,-2-2 4 0,3 3-13 0,-3 3-24 16,2-2-3-16,-1-2-9 0,-1 1-26 0,3-3-84 16,-3 0-2-16,2-1-33 0,0 0-55 0</inkml:trace>
  <inkml:trace contextRef="#ctx0" brushRef="#br1" timeOffset="197907.76">12707 11045 1137 0,'0'0'47'0,"-1"0"-6"0,0 0 10 0,0 0 3 0,-1-2-17 16,1 1-10-16,0 0-8 0,1 0 11 0,0 0-8 15,1-2 17-15,2 0-2 0,-2-9-7 0,15-2 4 16,2-1-15-16,2-3-1 0,3 0-2 0,2-4 1 15,3-3-2-15,0 1-13 0,1-5 4 0,0 4-7 16,2-1-8-16,-2-1-21 0,0 2-2 0,-3 0-5 0,-5 2-4 16,2 3 3-16,-6-1 1 0,-1 1-6 0,0-2-51 15,-3 1-237-15</inkml:trace>
  <inkml:trace contextRef="#ctx0" brushRef="#br1" timeOffset="203275.98">16161 15871 4 0,'0'0'38'0,"0"0"7"0,0 0 37 0,0 0 10 0,-1 0-16 16,-1 0-15-16,1 0-46 0,0 0 3 0,0 0-9 16,0 0 48-16,0 0-51 0,-1 0 23 0,1 0-36 15,0 0 9-15,0-2 3 0,0 1-6 0,-1 0 3 16,1 0-6-16,0 0 4 0,0 0 6 0,0-1-2 15,0 1 7-15,-1 0-2 0,1 0 0 0,0 0 2 16,0 0 10-16,0-1-1 0,0 1 9 0,-2 0-6 16,1 0 22-16,-1 0 8 0,1-1 5 0,0 1 0 0,-1 1 3 15,1 0-17-15,0 0-6 0,-1 0-3 0,1 0-17 16,0 0 7-16,0 0-6 0,1 0 6 0,0 0-17 16,0 0-7-16,0 0 0 0,0 0-1 0,-1 0-7 0,1 0 2 15,0 0 4-15,0 0 0 0,1 0 16 0,0 0-6 16,0 0 0-16,0 0-2 0,0 0 0 0,0 0 8 15,1 0 0-15,0 0 2 0,0 0-6 0,1 0 6 16,0 0-5-16,0 0 5 0,7 1-2 0,-1 1 2 16,1-1 1-16,1 0-4 0,-2-1-14 0,1 1 7 15,-1-1 2-15,2 0 3 0,-2 0 4 0,2 0-14 16,-2 0 3-16,0 0-5 0,0 0 10 0,0 0-4 16,1 0-3-16,-2 0 0 0,-1 0 1 0,-3 0-6 15,2 0 7-15,2 0-7 0,-4 0 1 0,3 0 5 0,-2 0-4 16,-3 0 4-16,4 0 0 0,-3 0-3 0,2 0-2 15,-2 0 0-15,-1 0-1 0,1 0 2 0,0 0-6 16,2 1 2-16,1 1-18 0,1-1 8 0,0 0-4 0,-3 0 2 16,3 0-31-16,-1 0-12 0,1 1-20 0,-2-1-24 15,0 0-334-15</inkml:trace>
  <inkml:trace contextRef="#ctx0" brushRef="#br1" timeOffset="203626.27">16140 16120 712 0,'0'0'62'0,"-2"1"-8"0,1 0-1 16,0 0 10-16,0 1-32 0,0-1-22 0,0 0-3 15,-1 0-11-15,1 0 5 0,0 1-6 0,0-1 7 16,0 0 6-16,1 0-1 0,0 0 0 0,0 0 7 16,1 1-5-16,0-1 7 0,0-1-2 0,2 0 18 0,-2 0 1 15,8 0 5-15,2-1 14 0,-1-1-13 0,1 0 4 16,2-1-8-16,0-1-12 0,0 0-14 0,1 1 3 16,-1 1-6-16,1-1 8 0,-1 2-8 0,0-1-3 15,-2-1 1-15,2 2 7 0,3 0-10 0,-3 1 7 16,1 0-9-16,-3 0 3 0,1 0-7 0,1 0-1 15,-1 1-4-15,1 0-17 0,-1 1-7 0,-2 0-14 0,1 0 3 16,-3-1-60-16</inkml:trace>
  <inkml:trace contextRef="#ctx0" brushRef="#br1" timeOffset="207680.16">17387 15714 494 0,'-1'0'194'0,"0"-1"43"0,0 1-99 16,-16-8-87-16,5 3-24 0,2 0 18 0,-1 1 6 15,4 0-1-15,-2 1 1 0,1-1-8 0,2 2-17 0,-2-2 3 16,3 2-5-16,1 1 13 0,1-2-6 0,-1 1 2 15,1 0-3-15,0 0 7 0,2 1-3 0,-4-5 4 16,1-2-3-16,0-1 7 0,2-2 1 0,2-3-1 16,1 1 1-16,1 1-16 0,4-1 3 0,4-2-6 15,0 1 6-15,11-1-9 0,2 2-5 0,0 1-2 0,-2 3 0 16,4 3-7-16,2 2-12 0,0-10 4 0,-1 9-6 16,-2 5 9-16,-3 4 1 0,-1 3 1 0,-4 2 0 15,0 1 4-15,-5 12-1 0,-1 3-1 0,-3-2 1 16,-1 3 1-16,-2 1 2 0,-2 2-4 0,13 0 3 15,-9 0 2-15,-5 3 2 0,-2 2 2 0,-5 3-1 16,-2-1 2-16,-3 3-7 0,-1 0 6 0,1-4-7 0,-2 3 9 16,0-3-2-16,0-2-9 0,-1 0 5 0,1-3-11 15,1-3 12-15,0 0-3 0,2-2 5 0,-1-1-1 16,2-2-4-16,1-3 3 0,1-2-6 0,3-1-1 16,1-3-2-16,2-2 2 0,1-1-2 0,1-3 2 0,1-2-5 15,-1-2 0-15,1-1 0 0,-1-2 0 0,13 9 0 16,0-5 2-16,1-2-2 0,0-2-5 0,-1-3 4 15,-2-1-1-15,0-2 3 0,0-1 3 0,-2 0-10 16,-1 2-1-16,0-7-2 0,-2 1-2 0,-2 2 7 16,1-3-1-16,-2 1 4 0,-1-2 2 0,0 0 8 15,7-3 0-15,-1-1 1 0,-5-3 2 0,-1-1-5 16,-3-3-2-16,-2-3 0 0,-1-1-4 0,-2 0 5 0,-1 2-3 16,0-1 3-16,1 2-6 0,-3 4 1 0,1 1 7 15,2 6-3-15,-2 0 3 0,-2-1-8 0,8 6 3 16,-14 2-3-16,-2-1 5 0,0 3 4 0,-1-1-1 15,-7 3 4-15,3 0 7 0,-6 2-7 0,0-14 1 16,3 7-3-16,-2 4-2 0,2 4-12 0,-2 0 4 16,6 2-5-16,2 2 12 0,5-2-16 0,2 1-5 0,4-2-6 15,2 0-35-15,3-1-47 0,1 0-2 0,0 1-20 16,0 0-53-16,1 1-21 0,-1-2-17 0,2 0-8 16,2 0-160-16</inkml:trace>
  <inkml:trace contextRef="#ctx0" brushRef="#br1" timeOffset="207963.27">18120 15855 1746 0,'-1'0'50'0,"-1"0"4"0,0 0-25 16,-5 0-4-16,1 0-21 0,3 0-4 0,2 0 4 15,-1 0-4-15,1 0 5 0,0 0-6 0,-1 0-15 0,-1 0-1 16,1 0-4-16,1 0-3 0,0 2-3 0,-1-1-1 16,1 0-1-16,0 0-5 0,0 0-28 0,1 0-16 15,0 1-5-15,0-1-64 0,0 1-15 0,0 0-5 16,0 1-9-16,0-1-60 0</inkml:trace>
  <inkml:trace contextRef="#ctx0" brushRef="#br1" timeOffset="208347.14">18373 15513 1281 0,'0'0'52'0,"0"0"110"0,-2 0-126 15,1 0-8-15,0 0 5 0,0 0-7 0,1 0 0 16,0 1-10-16,-1 0-2 0,0 1-1 0,-1 0-1 0,2 0-9 16,-4 11 3-16,-1 1-5 0,0 4 1 0,1 2 0 15,-1-1-1-15,-1 2 1 0,0-2-2 0,0 1 6 16,-1 0-2-16,-1-3 5 0,1 1 9 0,0-1-10 16,1-2 8-16,1-1-10 0,1 0 6 0,0-3-5 15,1-2 0-15,0-1 1 0,1 1 4 0,1-4-1 16,-1 0-3-16,2 0 1 0,0-3-3 0,0 2-8 15,0-1 3-15,0 0-4 0,2 0 16 0,1 2-13 0,1-2 4 16,10 2-6-16,0-3 13 0,0 0-7 0,0-1 3 16,-1 8-5-16,4-1 2 0,3-1 7 0,-2-1-2 15,4-1 4-15,-2-1-2 0,-3-2-6 0,1-1 1 16,-2-1-3-16,1-1-2 0,-1-1-2 0,1-3 0 16,-2 0-2-16,-1-1-1 0,-1 0-23 0,0 1 3 0,-2-1-9 15,-1 0 8-15,-1 0-21 0,0 0 9 0,-1 1-13 16,-2-5 8-16,0-3-96 0,-3-1-17 0,-2 1-49 15,1-1-270-15</inkml:trace>
  <inkml:trace contextRef="#ctx0" brushRef="#br1" timeOffset="208580.62">18581 15497 951 0,'0'0'254'16,"-1"0"-291"-16,-1 0 277 0,1 0-137 0,-1-1-68 15,0 1 11-15,-1 0 6 0,1 0-1 0,0 0 6 0,0 0-7 16,1 0-8-16,0 0 0 0,0 1-21 0,0 1-6 16,-5 12 2-16,1 12-5 0,4 3-8 0,1 2 8 15,1 3-7-15,1 3 8 0,1 1-6 0,-2 6-5 16,0 2 4-16,-1 4-4 0,-2 2 6 0,-2-1-14 16,1-3-2-16,-1-7-5 0,1-5-14 0,-1-9-28 15,1-2-28-15,-1-6-5 0,1-3-126 0,-1-5-145 16</inkml:trace>
  <inkml:trace contextRef="#ctx0" brushRef="#br1" timeOffset="209248.41">16765 15788 1250 0,'0'0'34'0,"-1"0"73"0,0-1-93 0,0 0 3 16,-1 0-7-16,1 0 5 0,0-1-4 0,0 1-6 16,1 0 13-16,0 0-11 0,0 0 15 0,0 0-7 0,0-1-1 15,0 1 0-15,0 0 3 0,1 0 3 0,0 0-1 16,0-1 4-16,2 1 11 0,-1 0 2 0,6-2 1 15,5-1-1-15,-2 3-5 0,4 1-10 0,-2 0 4 16,-1 2-7-16,1 2-7 0,-1 2 1 0,2 2-7 0,-3-3 6 16,2 13-5-16,-1 5-6 0,-1 0 3 0,-1 6-5 15,-3 1 4-15,-1 2-1 0,-1 3-1 0,-4-2 0 16,16 1 4-16,-9-2 3 0,-5-4 1 0,-3-2-1 16,0-1-5-16,-4-2 0 0,-3 2 7 0,-2-3-5 15,0-1 4-15,0 1 1 0,0-4-6 0,-1 2 7 16,0-2-1-16,1 2-8 0,-2-2 2 0,4-2-2 15,0-1 12-15,1-5-7 0,0 0 7 0,2-1-8 0,0-4 2 16,2 0-1-16,2-4 1 0,-1 2 0 0,0-1 3 16,-1 0-10-16,1 1 1 0,1-2-3 0,0 0 5 0,0 0-2 15,1 0 0-15,1 1 0 0,1-1 1 0,10 0 1 16,-1-1 2-16,4-2 0 0,-3-1-1 0,5-1 5 16,-4-1-8-16,1-1 7 0,2-1-5 0,-2 0 0 15,1 0 2-15,-3 2-3 0,1-1-4 0,-1 2-1 16,0-1-1-16,0 0 1 0,-1 2 0 0,0-1-15 15,-2 1 5-15,3-2-10 0,-2 1-14 0,1 0-40 16,1-1-55-16,-2 0-2 0,2-1-247 0</inkml:trace>
  <inkml:trace contextRef="#ctx0" brushRef="#br1" timeOffset="209768.25">18763 15491 1308 0,'0'0'50'0,"-1"0"0"0,0 0-9 0,0 0-7 16,-1 0-15-16,1 0 2 0,0 0 7 0,0 0-5 16,0 0 4-16,-1 0-13 0,1 1 1 0,0 0 3 15,0 2-3-15,-1 5-2 0,-1 9-4 0,3 1 3 16,1 6-3-16,2-3 3 0,0 2-5 0,2 3 8 0,0 0-5 16,-2 1 14-16,2 1 3 0,0 2-6 0,-2 3 5 15,2 1-7-15,0 0-1 0,-3 2 0 0,0-1 0 16,1 1 4-16,-2-2-14 0,0-1 0 0,1 0-5 15,1-5 3-15,-1-3-5 0,0-3 5 0,0-4-5 16,-1-4 1-16,0-3-20 0,-1-1 0 0,0-4-8 16,0-2-8-16,0-1-38 0,0-2-16 0,0 0-13 15,1 2-107-15,0-1-149 0</inkml:trace>
  <inkml:trace contextRef="#ctx0" brushRef="#br1" timeOffset="210083.08">18757 15555 1158 0,'0'0'95'0,"0"-1"-5"0,0 0-17 15,-1 0 3-15,1 0-41 0,0 0 2 0,0-1 2 16,0 1 6-16,0 0-2 0,1 0 16 0,0 0-18 16,2 0-2-16,4-3-8 0,5-1-25 0,-1 3-7 0,1 2-2 15,1 1-3-15,2 4-11 0,-1 2 19 0,2 1-2 16,-5-1 9-16,-2-6 1 0,-3 9 14 0,-3 2-2 15,5-1 5-15,-1 2-1 0,-1 0-11 0,-2-1 5 16,-2 1-5-16,-2 0 15 0,0-1-11 0,-2 0 6 16,-3 0-6-16,-1 0 3 0,-2 0-17 0,7 1-3 0,-13 0-1 15,1 0 6-15,0-1-8 0,-4 3 4 0,7-4-6 16,-2 1 1-16,3 0-1 0,3-3-2 0,-3-2 1 16,4-1-9-16,0-1-17 0,-1 0-5 0,4-3-6 15,0 0-30-15,2 0-85 0,0-1-4 0,-1 1-35 16,0 0-70-16</inkml:trace>
  <inkml:trace contextRef="#ctx0" brushRef="#br1" timeOffset="210467.21">19437 15184 1330 0,'0'0'163'0,"0"0"-169"15,-1 0 176-15,0 0-82 0,-2 0-59 0,-3 0 0 16,-4 0 1-16,3 0 1 0,-2 1 2 0,0 1-5 16,-2 2-2-16,2 1 0 0,-3 3-5 0,2-3-16 15,0 10 2-15,-4 0-6 0,0 2 3 0,1-4-2 0,1 3-1 16,4-1 1-16,2 3-1 0,-1 2 5 0,0-1-7 16,5 2 4-16,-3 1-9 0,3 2 4 0,-2 2 4 15,1-2-2-15,-1 1 0 0,2 1 1 0,1-1-2 16,-1 2 2-16,1 1 4 0,0 0-4 0,-14 3 0 15,7 2-1-15,4 1-4 0,4 0 5 0,0 1-1 0,1 2 1 16,2 1-1-16,0 0 0 0,1 0 5 0,-1-1-2 16,0-2 5-16,-2-2 6 0,0-2-8 0,-1-5 6 15,0-3-7-15,0 0 4 0,0-2 0 0,-1-2 0 16,0-2-9-16,-2-3 10 0,1 1-8 0,1-6 8 16,-1-1-17-16,0 0 7 0,1-3-2 0,0-1 2 15,0-2-8-15,-1 0-12 0,1 1-5 0,0-1-6 16,0-1-46-16,-1 0-59 0,-1 1-17 0,1-2-23 0,1 0-156 15</inkml:trace>
  <inkml:trace contextRef="#ctx0" brushRef="#br1" timeOffset="210699.04">19019 15846 1605 0,'0'0'249'0,"-1"0"-247"16,0 1 253-16,0 0-117 0,0 0-138 0,0-1 1 0,-1 2-2 16,2-2 3-16,2 0 7 0,-1 1 12 0,6 0 3 15,13 0 2-15,3-1-2 0,4-3-12 0,2-3-1 16,3-2-4-16,3-3-16 0,2-2-38 0,0-1-4 0,-1-1-11 16,1-1-12-16,-6 0-115 0,1 11-34 15</inkml:trace>
  <inkml:trace contextRef="#ctx0" brushRef="#br1" timeOffset="212333.25">27211 15431 256 0,'-1'0'232'16,"0"0"-106"-16,-1 0 73 0,0 0 6 0,-6 1-172 16,0 0-7-16,1-1-1 0,1 1 1 0,-1 1 5 15,2-2 9-15,-1 0-4 0,1 0-3 0,4 0 1 16,-2 0 8-16,1 0-13 0,0 0-3 0,0 0-5 0,-1 0-12 16,1 0 13-16,0 0-2 0,-1 0 4 0,2 0-17 15,0 0-2-15,0 0 3 0,0 0-2 16,1 0 8-16,0 0 11 0,0 0-2 0,1 0 7 0,1 0 7 0,5 0-17 15,8 0 2-15,0 0-7 0,1 0 0 0,2 1-12 16,1 0 4-16,-1 0-6 0,0 0 10 0,-2-1-9 16,-3 0 2-16,1 0-5 0,-1-1-6 0,-1 0 11 15,1-1-8-15,-2-1 7 0,-3 2-23 0,-1 0 5 16,-1 0-3-16,-1-1 3 0,-1 1-7 0,-1 1-9 16,-1 0-7-16,-1 0 0 0,0 0-22 0,2-1-69 15,-1 1 5-15,0 0-30 0,1 0-29 0</inkml:trace>
  <inkml:trace contextRef="#ctx0" brushRef="#br1" timeOffset="212749.73">27166 15635 1260 0,'-1'0'41'0,"0"0"81"16,0 0-89-16,-4 0-16 0,0 0 1 0,3 0-7 16,0 0-3-16,-1 0-7 0,2 0-1 0,0 0-3 15,0 2 3-15,0-2 0 0,1 0 4 0,0 0-4 0,1 0-1 16,0 0 0-16,0 0-2 0,10 1 2 0,-1 0 1 16,0-1 2-16,-2 0 6 0,2 0-3 0,0 0 1 0,-1 0 6 15,2 0 0-15,-5 0 2 0,1 1 0 0,0-1 22 16,-2 0-3-16,0 0 10 0,1 1-13 0,-1-1-6 15,0 0-1-15,-1 1 0 0,1 1-7 0,0-1-9 16,-2-1 1-16,1 0-2 0,-1 1 2 0,1 0-3 16,-1 0-4-16,2 1 2 0,-1-1-4 0,0 0 1 15,0 0 4-15,1 1-2 0,1 1 0 0,-2-1-2 16,2 0-1-16,-2 0 0 0,0 0-4 0,0-1 5 16,-2 0-2-16,1 1 3 0,-1-1 0 0,-1-1 3 0,0 0-2 15,2 1 0-15,-1 0-5 0,0 0 6 0,1 0-5 16,-2 1 5-16,0-1-8 0,0 0 1 0,0 0 6 15,1 0-3-15,-1 0 0 0,0 1-28 0,0-1 2 16,0-1-12-16,0 0-24 0,1 0-141 0,-1 0-25 16</inkml:trace>
  <inkml:trace contextRef="#ctx0" brushRef="#br1" timeOffset="214268.08">27948 15239 800 0,'0'0'50'0,"-1"0"-4"0,0 0 14 0,0-1-2 16,0 0-14-16,-1 0-30 0,1-1 15 0,0 1-2 15,-1-1 9-15,-1 0 14 0,1-1-11 0,0 1 8 16,2 1-10-16,-2-2-2 0,0 0-1 0,1 0-5 16,1 2 5-16,-2-1 7 0,0 1-3 0,1 0 6 15,0 1-6-15,0-2 4 0,0 2 5 0,-1 0-4 0,1 0 4 16,-1-2-5-16,0 0-22 0,-1 1 7 0,1-1-13 15,0 2-2-15,0 2-4 0,1 0 5 0,-4 11-2 16,1 10 5-16,1 4-3 0,3 2-4 0,0-2 2 16,2 2-8-16,1 0 4 0,-1 0-2 0,2-2 3 15,0 0-7-15,-2-1 4 0,0-1-3 0,1 3 3 16,-2-4 1-16,0-1-2 0,-1 1 4 0,0-1-3 0,0-1 7 16,-1 0 0-16,0-2-1 0,-2 0 0 0,0-2-6 15,-1-2 3-15,1 1 0 0,-1-5 0 0,1 1-4 16,0-3-4-16,2-3-3 0,-1 3 1 0,1-5-8 0,1 0 0 15,0-1-7-15,0-3 4 0,0 0-15 0,0 3-19 16,0-2 4-16,0 0-13 0,0 1-24 0,0-2-49 16,0 0-6-16,1 0-17 0,0-1-61 0,0 0-150 15</inkml:trace>
  <inkml:trace contextRef="#ctx0" brushRef="#br1" timeOffset="214501.7">28095 15595 1860 0,'-1'2'48'16,"0"-1"1"-16,0 0-8 0,-2 1-3 0,0 1-18 16,0-1-10-16,0 3-8 0,2 1-2 0,-3 0-2 15,1-1-21-15,0 2-5 0,1 0 0 0,1 1-2 16,1-3-13-16,0-1-1 0,2 1-12 0,-1-3 2 15,-1-1-70-15,12 7-31 0,0-2-13 0,0-2-4 16,3-2-63-16</inkml:trace>
  <inkml:trace contextRef="#ctx0" brushRef="#br1" timeOffset="-214477.81">28432 15373 1558 0,'-2'0'61'0,"1"0"0"0,0 0-20 16,0 0-2-16,0 0-26 0,-2 0-7 0,2 0-11 0,0 0 3 15,0 0-7-15,0 0 8 0,-1 0 5 0,2 0-6 16,2-1 5-16,-1 0-12 0,1 0 9 0,12-5 0 15,4 0 4-15,1 0 1 0,1 1-6 0,-3 2 1 0,0 0-4 16,-3 2 8-16,-1 0-7 0,-3 1 4 0,0 0-5 16,2 2 5-16,-4 1 1 0,1 2 5 0,-2-1-3 15,-3 0 10-15,-2 9-7 0,-1 0 4 0,9 0-5 16,-3 2 3-16,-4 1-4 0,-3 1-2 0,-1 3 2 16,-2-3-2-16,-4 5-3 0,-4-1-4 0,-2 1 1 15,10-1 1-15,-16-2 3 0,3 1-1 0,-6-3 2 16,2-1 1-16,1-1-3 0,2-1 6 0,0-1-5 0,2-1 6 15,3-3 4-15,3 0-2 0,0-3 2 0,2-2-4 16,2 0-2-16,-1-2 0 0,2 1 1 0,1-1-2 16,1-2 1-16,2 1-4 0,-2 1 2 0,0 1-10 15,-1-1 9-15,2-1-2 0,0 0 3 0,0 1-1 0,1-1 0 16,0 0 5-16,1-1-4 0,0 0 4 0,5 0 5 16,9 0-2-16,5-2 5 0,-1-1 13 0,4 0-13 15,4-1 6-15,-4 1-9 0,1-1 4 0,-2 1-3 16,1-1-1-16,2 1-1 0,1-1-5 0,-2 1-8 15,-4 0-4-15,0 0-1 0,-4 0-5 0,-2 1-7 16,-1 1 2-16,-2 0-7 0,-1-1-24 0,-2 2-54 16,1 0-9-16,-1 0-17 0,-1 0-54 0,-1 0-71 15,-1 0-25-15</inkml:trace>
  <inkml:trace contextRef="#ctx0" brushRef="#br1" timeOffset="-214172.14">29007 15352 1249 0,'-2'0'116'16,"1"0"5"-16,0 0-12 0,-1 1-23 0,-1 0-28 16,1 1-22-16,0-1-17 0,-1 0-2 0,2 1-5 15,0 1 9-15,0 0-8 0,-3 4 3 0,1 4-7 0,0 1-13 16,2-1 3-16,1 5-2 0,3-1 3 0,-1-1-1 15,3 5 0-15,-1 2-2 0,-1-2 1 0,0 3 2 16,0 2-3-16,-1-1 6 0,0 2-3 0,1 1 0 0,-2-2 9 16,-1 2-6-16,-1-1 7 0,-3-1-10 0,1-4 8 15,-1-1 0-15,2-2 3 0,-2-1-11 0,2-5 0 16,-1 0-9-16,2-4 5 0,0-1-12 0,0-2-17 16,1-3-5-16,0 2-9 0,-1-1-62 0,0 0-63 15,-1 0-10-15,1-2-19 0,0 0-69 0</inkml:trace>
  <inkml:trace contextRef="#ctx0" brushRef="#br1" timeOffset="-213877.37">28910 15484 556 0,'0'-1'228'0,"0"-1"-228"0,0 1 248 15,-3-15-113-15,-1 0-69 0,2-1-19 0,1 0-2 16,1 1-5-16,0-2-3 0,2 3-6 0,1 0 1 16,2 3-4-16,0 1 1 0,1 2 4 0,-5 2 5 0,14 0-2 15,0 1 1-15,3 2-2 0,0 1-5 0,-3 1 2 16,3 0-11-16,0-9 4 0,4 2 1 0,-1 5-2 15,-1 2-14-15,-1 2-7 0,-4 0-1 0,-1 3-1 16,-1 0 3-16,-5 0-2 0,0 0 2 0,-2 1 0 16,-3-3 2-16,-2 4 3 0,5 3 3 0,0 1 0 15,-3 1 9-15,-1 0-13 0,-2 3 5 0,-1-1-6 16,-2 0 14-16,-3 0-13 0,5-2-2 0,-16 1-3 0,0 3-3 16,-1-1 2-16,3 1 1 0,-1-1 0 0,2-1-3 15,1-1-1-15,2-1-3 0,-2 3 2 0,2-3 2 0,-1 2-18 16,1-1-2-16,2-4-10 0,0 0-32 0,3-1-43 15,1 1-6-15,2-3-16 0,2 3-49 0,-4-1-145 16</inkml:trace>
  <inkml:trace contextRef="#ctx0" brushRef="#br1" timeOffset="-213460.71">29717 14978 1318 0,'0'0'146'0,"-1"0"-173"0,-1 1 181 15,0 0-89-15,-5 2 18 0,-2 0-39 0,-1 1 1 0,-2 1-13 16,2 0-7-16,-3 2-6 0,1 1-3 16,-2 1-2-16,2-1-6 0,1 0-3 0,0-4 6 0,3 10-6 15,-4 0-1-15,0 1-5 0,0 3-3 0,2 1 1 16,-2 1 5-16,3 0 3 0,-1 1-1 0,-1 0 1 15,2 2 3-15,1-1-3 0,1 3 4 0,0-1-4 16,1 3 2-16,0 2 7 0,2 0-3 0,0-2 3 0,2 1-8 16,-1 2 15-16,2-1 8 0,-1 2 2 0,-14-1 20 15,8-3-22-15,4-1-6 0,1-1-3 0,2-1-14 16,0 1 1-16,1 0-1 0,0-2 1 0,0 2 4 0,0 1-8 16,0-1 2-16,-1-1-4 0,-2 1 3 0,1-1-4 15,0 0 8-15,-1-4-7 0,0 1 5 0,0-5-10 16,2-5 1-16,0 2-4 0,0-3 5 0,0-2-4 15,0 0 0-15,-1-1-1 0,1-1-3 0,0 0-24 16,0-1 2-16,1-2-10 0,0 0-9 0,0-2-9 16,-1 1-11-16,-1 1 2 0,1-2-25 0,0 0-34 15,0-1 0-15,-1-1-16 0,0 1-47 0,-5-7-100 16</inkml:trace>
  <inkml:trace contextRef="#ctx0" brushRef="#br1" timeOffset="-213241.92">29204 15680 490 0,'0'0'127'0,"0"0"-3"0,0 0 35 0,0 0-4 16,-1-1-27-16,1 0-7 0,0 0-27 0,0-1-3 0,0 1-8 15,0 0-13-15,0 1-12 0,0 0 5 0,0 0-6 16,1 0 9-16,0-1 5 0,2 1-11 0,1-1 8 16,13-2-24-16,3 0-1 0,2-1 1 0,3 1-2 15,2-2-9-15,2-1-17 0,5-1 0 0,2-1-5 16,-2 0-3-16,0-1-22 0,-5 0-2 0,1-2-9 15,-2 0-23-15,-3 1-17 0,-4 1-20 0,-2 1-3 0,-4 1-98 16,-5 1-95-16,-1 1-26 0</inkml:trace>
  <inkml:trace contextRef="#ctx0" brushRef="#br1" timeOffset="-212692.82">27762 16149 1219 0,'-1'0'124'0,"-1"0"241"0,-10 1-311 15,-1 1-19-15,4-1-7 0,1-1-2 0,4 0-19 16,1 0-6-16,1 0 2 0,0 0-3 0,0 0-11 15,0 0 6-15,1 0-10 0,0 0 11 0,1 0 4 0,1 0 0 16,2 0 6-16,13 0-6 0,3 0-1 0,3-1 10 16,1-1 2-16,2 0 7 0,4 1 34 0,0-1 14 15,4 0-3-15,2-1 6 0,3-1-3 0,3 0-9 16,4-2 5-16,3 1-8 0,0 0-5 0,0 1-10 16,2-2-1-16,-1 1-3 0,1 0-4 0,1 0-16 15,2-1 0-15,3 1-6 0,-1-1-3 0,-1 3-8 16,-4-2 2-16,-4 1-5 0,-6 1 11 0,-4-1-9 15,-1 2 2-15,-3 1-7 0,-3 1-1 0,-2 0 3 16,-1 0 1-16,-1 0 2 0,-5 0-6 0,0 0-1 0,-6 0-2 16,-5 0 1-16,3 1-6 0,-7-1-11 0,0 1-1 15,0-1-4-15,-3 0-13 0,0 0-50 0,-1 0 3 16,1 1-21-16,-1-1-30 0,1 0-21 0,-2 0-22 16,0 0-1-16,-2 1-97 0</inkml:trace>
  <inkml:trace contextRef="#ctx0" brushRef="#br1" timeOffset="-212392.35">27769 16395 1635 0,'-1'1'86'0,"-8"5"167"0,-3 1-213 0,5-3-31 16,2-2-4-16,3-1-8 0,0 0-28 0,1 1 14 15,1-1 1-15,0 1 8 0,1-1 20 0,12 6-7 16,14 2 0-16,3-4-3 0,4-3 11 0,3-4 9 16,3-2 8-16,4-3 0 0,4 0 33 0,7-2-8 15,0 1 2-15,1-1-5 0,2 1-7 0,-1 1 4 16,-2-1-1-16,2 1 0 0,3-1-16 0,-3 1-25 16,0 0 4-16,-4 0-10 0,-4 0-1 0,-1 1 2 15,-3 0-6-15,-6 0 4 0,-1 2-10 0,-1 0-8 0,-1 1-12 16,-4 0-3-16,-2 1-78 0,-4-2-152 0,-5 1-21 15,4-4-68-15,2-2-305 0</inkml:trace>
  <inkml:trace contextRef="#ctx0" brushRef="#br1" timeOffset="-187403.37">18455 9383 420 0,'0'-1'0'0,"0"0"17"0,0 0 17 0,-1-2 9 15,0 1-3-15,-4-6-17 0,0 1-18 0,2 1 24 16,0 1-8-16,2 3 14 0,0-1-19 0,-1 1 3 0,-1 0 1 16,2 2 1-16,-2-3 2 0,-3 0 0 0,0-1-5 15,1 3 4-15,-4-1 3 0,3 2 0 0,0 0 0 16,-2 0-1-16,2 1 0 0,-4 1-9 0,1 2 6 0,-4 2-8 16,-2 2 4-16,1 1-9 0,-4-6 1 0,4 12-4 15,0 1-9-15,-3 3 7 0,3 0-3 0,-2 2 8 16,-2 1-4-16,1 2 10 0,-2 1-1 0,-1 3 4 15,2 0-4-15,-1 4-11 0,0 1 4 0,1 2-5 16,-2 3 11-16,0 0-8 0,-2 2-2 0,-1-1 0 16,1-1 2-16,-2-2-8 0,3 2 6 0,-3-2-7 15,0 2 5-15,-2 0 1 0,-1 0 0 0,3 2 2 0,1 0 4 16,0-3 4-16,1-2-3 0,2-2 3 0,1-1 0 16,0-4-3-16,1 0 4 0,1-5-4 0,0 0 8 15,-1-3-10-15,1 1 2 0,-1 0-6 0,-1 1-7 16,-2 2 8-16,-3 2-2 0,-2-1 7 0,2 0 0 0,0-2 7 15,2 1 3-15,-1-2 0 0,2-2 9 0,1 0-6 16,1-7-2-16,6 0 0 0,1 1-10 0,1-5 6 16,4 2-7-16,1-6 6 0,0-1-3 0,3 0-4 15,-1 2-2-15,2-3-1 0,-2 0-5 0,2 0-7 16,-1 1 8-16,1-1-9 0,0 3 0 0,-2 0-12 16,1 0-4-16,-2 2-3 0,0 3-17 0,1 0 9 15,-3 1 1-15,-1 0 2 0,1 0-11 0,0-3-4 0,-1 1-11 16,2-5 4-16,2 2-23 0,0-4-83 0,3-1-48 15</inkml:trace>
  <inkml:trace contextRef="#ctx0" brushRef="#br1" timeOffset="-186537.69">17323 10393 534 0,'-2'0'90'0,"1"0"203"0,-3 0-275 0,-6-1 16 16,2 0-3-16,4 1 5 0,1 0-20 0,-1 0 12 15,1 0-8-15,-1 0 10 0,0 0-9 0,0 0-3 16,-1 0 7-16,2 0-5 0,0 0 3 0,1 0-3 16,0 1-8-16,-1 0 6 0,0 0-4 0,0 1-5 15,1-1 5-15,-1 0-6 0,-1 1 5 0,1 1-1 16,-2-1 2-16,0 1-2 0,-2 3-3 0,1-3-5 16,-2 5-1-16,0 2 1 0,1 1 10 0,0 1-4 0,-2 1 3 15,1 1-6-15,0 0-1 0,2 2 3 0,-2 2-5 16,2 1 4-16,0 1-7 0,0-2 5 0,-1 2 4 15,1 0-1-15,0 0 4 0,-1 0 2 0,1-1-4 16,2 1 4-16,-3-1-1 0,1 0-7 0,1 1 4 0,-1-6-6 16,2 2 5-16,-1-2 0 0,1 1-2 0,2-2 0 15,-2-1-8-15,-3-3 9 0,3-1-4 0,0-1 7 16,2-1-2-16,-1 1-9 0,2-2 0 0,-1 2-2 16,1-2 0-16,1 1 1 0,0-2 5 0,0 1-2 15,1 0 0-15,0 1-2 0,1-1-1 0,1 1 0 16,-1-1 6-16,0 1-4 0,1-1 6 0,-1-1-7 0,2 1 2 15,0 1 5-15,0-1-5 0,-3-2 5 0,5 1-10 16,1-3 5-16,1 1 1 0,3-1 4 0,-1 1-2 16,0 5 5-16,0-2-8 0,1 0 8 0,2-1-6 15,0-2 0-15,0-1 3 0,0-1-3 0,1 0-1 0,0-1 4 16,0-1-1-16,0-1 1 0,0 1-5 0,2-2 4 16,-2 1-2-16,-1 1 2 0,-2-2-4 0,0 2 1 15,-3-1 0-15,-2 2 1 0,-1 0 5 0,0-1 8 16,-3 0-4-16,3 0 5 0,-4 2-5 0,1-1-3 15,0 0 6-15,0 0-5 0,-1-4 3 0,3-1 0 16,1-1-6-16,-1 1 4 0,-2 0-15 0,0-2 12 16,0 1-7-16,-2-2 9 0,0-2-6 0,-2 0 3 0,0 1-3 15,-1-1 1-15,-2-1-10 0,-1 1 6 0,0-2 1 16,-1-1 1-16,1-1-11 0,-2-3 6 0,-1-2-3 16,-1 0 4-16,1-3 3 0,0 3 1 0,1-1-2 15,0 2 1-15,0 1-8 0,0-1 6 0,-2 1-2 0,2 0 5 16,1 3-4-16,0 1-2 0,0 1 4 0,0 3-3 15,1 0 9-15,0 2-7 0,4 0 2 0,-5 2-3 16,-1-1 5-16,5 3 1 0,-2 0-6 0,2 2 3 16,-1 0-10-16,3 0 5 0,0 0-2 0,0 0 1 15,-2 0-2-15,1-1-2 0,0 1 6 0,0 0-5 16,1-1 12-16,0 2-9 0,0 0-1 0,0 0-3 16,0 0-9-16,-1-1-16 0,1 1-6 0,0 0-6 0,1 0-40 15,0-1-63-15,1-1-65 0,2 1-23 0,9-6-459 16</inkml:trace>
  <inkml:trace contextRef="#ctx0" brushRef="#br1" timeOffset="-161033.68">13744 11757 71 0,'0'0'2'0,"0"0"10"16,0 0 19-16,0 0 5 0,0-1 2 0,0 0-6 0,0 0-15 16,0 0-2-16,0-1 3 0,0 1 7 0,0-1-13 15,0-1 6-15,1 1-11 0,1 0-3 0,-1-1 6 16,0 1-7-16,0 0 5 0,0-1-1 0,0 1 13 15,1 0 4-15,-1-1 1 0,0 1 4 0,0 1-9 16,0 0 10-16,1-1-7 0,-2 1 19 0,0 0-15 16,0 0 6-16,0 0-6 0,0 0 17 0,0-1-5 15,0 1-10-15,0 0 3 0,0 0-15 0,0 0-2 0,0-1 7 16,0 2-7-16,0 0 7 0,0 0-12 0,-2 0 7 16,1 0-8-16,0 0 0 0,0 0-4 0,0 0 0 15,-2 0 2-15,1 0 0 0,1 0-5 0,-4 2-3 16,-1-1 0-16,0 0-7 0,-2 1 1 0,0 1 5 15,0-1-2-15,-2 0 1 0,2 1 2 0,0-1-3 0,-2 0 5 16,1 1 12-16,0-1-8 0,-2 1 2 0,3-1-4 16,1-1-9-16,-2 0 8 0,4 0-5 0,-4 2 5 15,1-1-4-15,2 0-5 0,1 0 7 0,0 0-4 16,2-2 16-16,-3 2-20 0,0 1 2 0,3-2-10 16,-3 2-1-16,3 0 6 0,-2-2-1 0,-1 6 2 15,-1 1-4-15,-2 0 7 0,4 3 2 0,-6-3 4 0,1-1 12 16,1 0-5-16,-2-2 0 0,4 1 0 0,3 1 13 15,-4-1-10-15,2 0 2 0,0 0-6 0,-2 0-5 16,1 2 3-16,1 0 4 0,-2 0-3 0,1-1-6 0,0 2 8 16,-2-1-9-16,2 2 9 0,0 2-6 0,0 0 4 15,0 0-2-15,1-1 2 0,-2 1 1 0,1 1-5 16,0-1 1-16,0-2-2 0,0 1 8 0,0-2-10 16,-2 2 8-16,2 0-9 0,0-2 10 0,0 0-5 15,0 1-1-15,1-1 0 0,-1 2 0 0,0-1 0 16,0 3 5-16,0 0-4 0,-1 1-1 0,0 3 0 15,-1-2-3-15,2 3 3 0,-2 2 0 0,1 0 2 16,0 3-4-16,-1 2 3 0,2-3 4 0,0-1-7 16,1 2 2-16,2-6-6 0,-1 2 6 0,4 1 0 0,-2-2 3 15,0 2-3-15,-9-1 2 0,5-3-9 0,1 1 7 16,3-2-8-16,0 1 2 0,1 2 10 0,0 0-12 16,0 0 10-16,1 1-8 0,1 2 6 0,0 1 0 15,-1 0 1-15,0 1-13 0,1 1 12 0,0-1-1 0,0 2 3 16,0 1 1-16,0-2-3 0,-1-1 5 0,1 1-4 15,0-3 5-15,0 0-8 0,0 2 2 0,0-4-3 16,0 0 9-16,1-1-10 0,0-2-1 0,0 1-2 16,2-1 7-16,-1 2-2 0,0-1 2 0,2 3-2 15,-1 2 2-15,1 1 0 0,-1 2-2 0,2 1 1 16,-1 1 9-16,-1 3-8 0,0 1 6 0,-2 2-6 0,0 1 1 16,1-2-6-16,1 1 5 0,0-4-5 0,-1 0 12 15,2 1-10-15,-2-4 3 0,2-3-4 0,-1-2 11 16,1-1-12-16,-1 0 5 0,1 1-6 0,-1-2 7 15,1 2 3-15,-2-2-5 0,1-1 2 0,0 1-4 0,1-2 3 16,-1 2-2-16,1-1 2 0,1 3 5 0,-1 2-4 16,1 3 4-16,0 1-5 0,-1-2-1 0,2 4-4 15,-1-3 1-15,1 0 0 0,0 2 11 0,-2-3-5 16,1 1 3-16,0-2-4 0,-2-3-1 0,1-1-3 16,-2-4 1-16,2 1-1 0,-2-3 4 0,0-1 15 15,1 0-5-15,-1-2 7 0,0 0-18 0,0-2 2 16,-1 0 0-16,0-2 4 0,0 0 13 0,0-1-11 0,-1-2 5 15,2 3-7-15,-1-2-2 0,0 0 8 0,0-1-3 16,-1-2 4-16,0 0-16 0,0 0 8 0,0 1-5 16,0-1 5-16,0-1-17 0,1 2 11 0,-1-2-7 15,1 1 8-15,-1-1-8 0,2 2 6 0,-1-1-3 16,0 0 4-16,0 1-10 0,0-1 6 0,0 0-8 0,1 1 6 16,0-2-13-16,0 0 0 0,1 0 6 0,-1 0-6 15,0 1-15-15,1-1-35 0,0 1-8 0,3 0-8 16,2 2-43-16,-1-2-33 0</inkml:trace>
  <inkml:trace contextRef="#ctx0" brushRef="#br1" timeOffset="-159414.54">15648 9955 295 0,'0'0'87'0,"0"0"16"0,-1-2-39 16,0 1-29-16,0 0-13 0,-1-1 36 0,1-1-10 15,0 1 6-15,0 0-10 0,0-1-12 0,-1 1 12 16,1 1-8-16,0 0 9 0,0-1-24 0,0 1 4 16,0 0-8-16,-1 1 6 0,1 0-3 0,0 0-8 15,0 1 3-15,0 0-4 0,1 1 10 0,-7 12-10 16,1 1 7-16,0 1-7 0,1 2 13 0,-1 2 1 15,2 0 3-15,-1-2-1 0,1-2 4 0,2-4-19 16,0-2 1-16,0-1-7 0,1-2 7 0,1 0-4 16,0-2 2-16,0-3-3 0,0 0 2 0,1 1 5 0,1-1-3 15,-1-2 2-15,11 6-5 0,4-4 3 0,1-3 0 16,3-6 0-16,1-5-6 0,0 5-6 0,5-18 0 16,5-2-3-16,2-4-12 0,5-2-22 0,4-3-3 15,1-4-7-15,1-4-19 0,3-4-47 0,-3-3-32 0,-2 0-20 16,2 1-248-16</inkml:trace>
  <inkml:trace contextRef="#ctx0" brushRef="#br1" timeOffset="-101483.51">25352 10067 76 0,'0'0'0'0,"0"0"3"0,0 0 49 0,0 0-6 16,0 0 3-16,0 0-10 0,0 0-9 0,0 0-10 16,0 0 8-16,0 0-9 0,0 0 8 0,0 0-1 15,0 0-8-15,0 0 4 0,0 0-14 0,0 0 3 16,0 0-1-16,0 0 0 0,0 0 3 0,0 0-1 15,0 0 7-15,0 0-5 0,0 0 15 0,0 0 1 16,0 0-6-16,0 0 2 0,0 0-22 0,0 0 4 0,0 0 1 16,0 0 0-16,0 0-5 0,1 0 6 0,0-1-7 15,0 0 6-15,0 0-15 0,1 0 15 0,-1 0-7 16,0-1 9-16,0 1-20 0,0 0 5 0,1 0 5 16,-1 1 1-16,0 0 7 0,0 0-12 0,0 0-1 0,0 0-2 15,1 0 10-15,-1 0-7 0,0 0 4 0,-1-1-5 16,0 1 3-16,0 0 9 0,0 0-8 0,0 0 8 15,0 0-18-15,0 0 10 0,0 0-5 0,0 0 6 16,0 0-1-16,0 0 0 0,0 0 2 0,0-2-2 16,0 2 7-16,0 0-2 0,0-1-3 0,0 1-1 15,0 0-7-15,0 0 2 0,0-1 6 0,0 1-2 16,0 0 0-16,0-1 2 0,0 1-4 0,0 0 2 0,0 0-7 16,0 0 7-16,0 0 0 0,0 0 2 0,0 0 8 15,0 0-17-15,0 0 4 0,0 0-9 0,0-1-4 16,0 1 9-16,0 0-4 0,0-1 6 0,0 1-12 0,0 0-2 15,0 0-29-15,0 0 13 0,0 0-57 0,0-2 8 16,0 2 7-16,0 0-6 0,0 0-24 0</inkml:trace>
  <inkml:trace contextRef="#ctx0" brushRef="#br1" timeOffset="-100815.79">26034 10826 18 0,'-1'0'2'0,"-1"-1"2"0</inkml:trace>
  <inkml:trace contextRef="#ctx0" brushRef="#br1" timeOffset="-99883.5">25781 10872 35 0,'-1'0'9'0,"-2"0"1"0,-15 1 17 16,-4 2-12-16,1 1 9 0,0 1-19 0,1-1-4 16,-1 1 0-16,1 1-1 0,0 0 2 0,1 1-11 0,4-1 12 15,0 1-11-15,-1-1 13 0,3 0-6 0,0-1-6 16,2 1 3-16,-1 0 2 0,0 0 3 0,3-1 3 16,1 0 0-16,-1-1-4 0,2 1 2 0,-1 1 2 15,0 0 1-15,0 0-10 0,-2 1 15 0,2-6-13 0,0 9 15 16,-1 1-2-16,0 3-6 0,-2 0 5 0,0 1-9 15,-2 3-1-15,1 0 4 0,-1 2 7 0,0 0-2 16,3 1 6-16,-2 1 10 0,1 1-1 0,-2-1 6 16,2 0 9-16,1-1-7 0,1 1-2 0,3-2-1 15,-1 0-8-15,1 0-4 0,-1 0 4 0,3 0-4 16,2 0 5-16,-3 0-1 0,3 1-4 0,-2 1 2 0,3 0-14 16,-3 3 3-16,-1 0 1 0,0 1 0 0,-1-2 2 15,0 1 6-15,3 0 0 0,2 1 3 0,-2-2 6 16,-11 3 17-16,7 0-9 0,4-1 9 0,3 3-25 15,0-4-11-15,1 1 8 0,1 2-8 0,0 0 5 0,2-6-8 16,1 1-6-16,2-1 2 0,1-1-3 0,0 0 4 16,3-1 2-16,-1 0-2 0,2 1 1 0,-11 0 2 15,10-1-4-15,2 4 3 0,-1-2-2 0,-1 3 2 16,2 1 0-16,0 2 2 0,0 4-8 0,-1 1 3 16,-1 1-3-16,-2-3 4 0,3 3 2 0,-2-3-7 15,3-3 7-15,-1-1-5 0,0-3 9 0,1 1-9 16,1-2 6-16,1 1-7 0,0-1 7 0,2 1-5 15,-3-2 1-15,2 4-2 0,0-3 7 0,0 3 0 0,2 1-5 16,3 1 2-16,0 1-6 0,-1-1 11 0,1-1-2 16,0 0 6-16,3 0-5 0,1-1 6 0,-1-1-8 15,0-3 6-15,-1-1-6 0,2 0-2 0,-6 0-1 0,2 2-2 16,-1-1-4-16,0 0 9 0,1 0 3 0,-1-4 2 16,0 1 1-16,-1-1 1 0,1 0 8 0,1-1-4 15,-3-3 23-15,5 2-15 0,-2-3-5 0,4-2-2 16,2 2-6-16,-1-1-5 0,1 1 8 0,-1-3-7 15,0 2 14-15,1 1-6 0,-4-1-3 0,1 0 0 16,-1-2 1-16,-1-1 7 0,1 0 0 0,1-4 0 16,0-1-7-16,0 1 8 0,2-4-8 0,1 2 6 15,5-1-14-15,0 14 9 0,1-6 1 0,3-6 1 0,-2-2-8 16,0-2 3-16,0 0 0 0,-5-2 0 0,1 0-8 16,-2 0 6-16,-1-2-5 0,2 0 6 0,-2-1-2 0,2 0-1 15,0-1-1-15,4-1 1 0,-1-1-3 0,3-1 8 16,0-1-2-16,2-2 2 0,-1-2-10 0,2-1 10 15,-4-1 3-15,-2 12 2 0,-2-16 5 0,-1-2-6 16,-1-2-1-16,0 2-2 0,1-1 2 0,0 0-3 16,2-3-1-16,1 1-2 0,0 0-7 0,3-1 2 15,-3 1 3-15,1-3-2 0,-1 0-3 0,-3-3 2 16,-1-1-9-16,-4 0 6 0,-3 2-7 0,-2-2 7 16,-3 2 2-16,-2 1 2 0,0 0-1 0,-3 0 7 15,1-1-6-15,-2-2 5 0,2-3-1 0,-3-1 0 0,2-3 3 16,0-2-4-16,-2-3-3 0,2-3 1 0,0-1 1 15,-2-3 1-15,-1 2-2 0,-2 2 1 0,-5 1-4 16,0 6 2-16,17 2 0 0,-12 3 6 0,-5 0-5 16,-5-4 4-16,-3-2-1 0,-2-6 10 0,-2 0 5 0,-2-4-4 15,-2 0-5-15,-3-2-8 0,0 0 3 0,-2 2-3 16,16-1 0-16,-22-3-6 0,-4-1-2 0,-7-2-1 16,-4-3 2-16,-8 1-25 0,-8 4 10 0,-2 5-12 15,-3 4 29-15,-5 6-6 0,-5 3 6 0,-9 5-7 16,-13 3 7-16,-4 4-18 0,-3 5-7 0,-5 6-5 15,-3 6-35-15,-6 8-27 0,-4-18-17 0,-3 30-12 16,-4 15-133-16</inkml:trace>
  <inkml:trace contextRef="#ctx0" brushRef="#br1" timeOffset="449.82">9831 5825 860 0,'0'0'-10'16,"-1"0"2"-16,-1-1-1 0,1-1-1 0,0 1 11 0,0 0 3 16,0 1-12-16,0 0-2 0,-1 0-4 0,1 0 16 15,0 0 3-15,0 0 13 0,0 0-9 0,-1 0 11 16,1 0 1-16,0 0 1 0,0 0 0 0,0 0-3 0,0 0 8 15,-1 0-4-15,1 0 5 0,0 0-8 0,0 0 8 16,0 0-2-16,0 0 3 0,-1 0-5 0,1 0-6 16,0 0-1-16,0 0-3 0,0 1-14 0,-1 0 7 15,1 1-7-15,1 0 7 0,0 5-8 0,0 5 1 16,0-1 6-16,0 0-2 0,0-2 4 0,1 1 3 16,1-1-7-16,2 9 8 0,0-8-6 15,-2 0 3-15,2 0-1 0,-1 0-8 0,1-3 7 16,2 4-7-16,0-1 8 0,-2-2-8 0,1 1 8 15,-2-4-3-15,1 0 6 0,1-1 14 0,3 2 18 0,1-1-4 16,4-1 6-16,3-4-1 0,2-6-12 0,8 3 1 16,6-29-8-16,7-6-12 0,11-8-9 0,3-4 1 15,6-10-5-15,2-5-10 0,-2-9-7 0,3-5-1 16,2 3-2-16,1 3-10 0,2 8-33 0,-2 2 2 0,-5-3-15 16,-2-4-38-16,-4-2-81 0,-3 2-68 0</inkml:trace>
  <inkml:trace contextRef="#ctx0" brushRef="#br1" timeOffset="12877.4">18935 7945 475 0,'-1'0'34'16,"-1"-1"-3"-16,1 0 20 0,0-1 13 0,-1 0-20 16,-1 0-4-16,3 0-5 0,-7-6-13 0,0 1 7 15,6 0-9-15,-4-1 5 0,2 1 0 0,-3 0 0 0,1 0-6 16,1-1 1-16,-1-2 6 0,-1 0-3 0,1-1 12 15,1 2-5-15,-1-2-2 0,0 0 1 0,-1 1 2 16,-2-4 1-16,1 2 2 0,6 1-4 0,-11 1-8 0,0 4 2 16,-4 0-4-16,2 0 2 0,-3 3-12 0,1-1 6 15,-1 2 2-15,1-9 2 0,1 5-1 0,-2 5-9 16,-1 2 0-16,0 4-2 0,-1 2 0 0,0 2-3 16,0-6-4-16,-1 17 1 0,0 1-5 0,3 0 4 15,-2 0-1-15,1 0 1 0,0 2-1 0,3-2-3 16,-1 0 8-16,4-1-6 0,0-1 3 0,2-3 3 15,4 1-1-15,-2-2 3 0,5-1-1 0,0-2 4 16,0 0 0-16,2-5 2 0,0 2 8 0,-5-1-7 0,3-1-3 16,0 3-1-16,3-4-4 0,0 1 2 0,0-2 0 15,1-2-1-15,2 1-5 0,11 5 0 0,3-1 2 16,3-2-1-16,2-5 9 0,-1-2-8 0,2-4 0 16,0-3-3-16,-1-2 3 0,3-5-4 0,-2 13 1 15,1-18-3-15,-2 0 4 0,0-1 8 0,1 1 0 16,0-1-1-16,0 0-11 0,2-1 5 0,-3 1-2 0,0 1 3 15,-1 0-9-15,-3 3 13 0,-2-1-7 0,0 4 8 16,-2 0-8-16,-4 2 0 0,0 1 8 0,-4 6-5 16,-2 0 5-16,1 4-6 0,0-3 0 0,-3 2 0 15,0 1 13-15,1-1-4 0,-1 1 7 0,0 1-6 16,0 1 14-16,-1 1-3 0,0 6-3 0,-1 11 1 0,-2 3-6 16,-3-2-4-16,-2 1 1 0,0-1-2 0,-1 1 1 15,-2 1-2-15,2 0-4 0,1-1 2 0,0 3-2 16,2-1-1-16,2 2 5 0,0 1-4 0,1 0-5 0,0 2 8 15,-1 0-8-15,2 3 8 0,0 1-14 0,1 1 9 16,-3-2 2-16,0 0 2 0,1-2-6 0,-2-1 3 16,-2 2-4-16,0-1 3 0,-1 0-3 0,-2 1 0 15,-1-2 4-15,1-2-2 0,-2-1 8 0,2-3-12 16,0-3 2-16,-1-2-3 0,0 2 9 0,0-4 4 16,9 0-5-16,-12-5 5 0,1-3-4 0,2-2-1 15,-1 0 8-15,2-4-7 0,-1 6 7 0,2-2 5 16,1-2-7-16,0-1 5 0,2-2-10 0,1 0-3 0,0 0 0 15,2 0-2-15,-1-1-2 0,-3-6-4 0,-2-9 5 16,4-3-3-16,2-3 5 0,2-1-2 0,4 1-1 16,2 0-1-16,2-1 0 0,1 1 10 0,2 2-8 15,1 0 10-15,-11 1-11 0,14 0 3 0,1 2 3 16,0 0 0-16,0 2-6 0,2 1 3 0,0 3-5 0,-2-1 5 16,1 1-1-16,-4 1-9 0,0 1 9 0,-2 2-10 15,0 2-1-15,1-1-9 0,-2-1-1 0,1 4-2 16,-2-1-9-16,-1 1-16 0,1-3-5 0,-3 1-6 15,-1 0-48-15,1 1-82 0,1 1-3 0,3-2-26 16,0-2-16-16</inkml:trace>
  <inkml:trace contextRef="#ctx0" brushRef="#br1" timeOffset="13577.24">19041 8438 1549 0,'-2'0'55'0,"1"-2"6"0,0 1-31 16,0 1-11-16,-5-2-19 0,4 1 0 0,-1 1-2 16,1 0-6-16,0 0 1 0,0 0-3 0,-2 4 9 0,-3 20 1 15,0 4 0-15,-3 3-3 0,-3 3 0 0,0 1-3 16,-1 2 2-16,-1-3-3 0,3-4 13 0,0-3-5 15,1-3 8-15,4-5-10 0,0-4 8 0,3-3 0 16,2-5 3-16,-3-1-6 0,4-4 9 0,-2 0 5 0,1 1 2 16,1-1 23-16,0-1-8 0,0 0 0 0,-1 1-6 15,1-2-22-15,0 0-2 0,1-2-4 0,0 0 3 16,2-10-4-16,4-5-8 0,1-1 3 0,3 0-6 16,1-3 2-16,-6 2-4 0,12-2 1 0,-2 1-2 15,3 3 5-15,-2-3 4 0,0 2-6 0,1-1 6 16,-1 1-1-16,-1 3 3 0,-3-1 6 0,1 2-3 15,-2 2-1-15,0 1 8 0,-1 2-9 0,-2 2 9 16,-1 2-4-16,-1 2-4 0,-1 1 6 0,0-1-5 0,-1-1 6 16,2 2 4-16,-1 1-2 0,0 1 2 0,-1 1-3 15,-1 0 4-15,0 12-2 0,10 9 1 0,-5 3-8 16,-4-1 3-16,-4 3 0 0,-1-5 2 0,-3 2 5 0,1-3-8 16,-1-4 6-16,1 0-6 0,0-8 4 0,1-2-5 15,1-1 4-15,1-3-3 0,0-1 9 0,0-1-6 16,-1 1-1-16,-1 1 0 0,1-2 7 0,0 0-12 15,0 0 4-15,0-1-5 0,1 0 1 0,0-1-4 16,0-4-2-16,2-16-1 0,3-2-4 0,1 3 7 16,1-3 0-16,0 1 2 0,1 1-8 0,1-1 7 15,0 2-5-15,0 0 6 0,-1 3 4 0,2 2-2 16,-2 1 2-16,-2 3-3 0,0 2-3 0,-3 3 3 0,1 0 4 16,-3 4-1-16,-1 0-8 0,2 0 8 0,1 0-4 15,-1 1 5-15,0 1-4 0,1 0 5 0,-1 1-1 16,3 9 2-16,1 15-4 0,-5 2 5 0,-2 1-7 15,-4 3 6-15,-2-3-6 0,1-1 0 0,0-1 1 0,1-4-1 16,2-2 2-16,1-2-6 0,0-2 4 0,1-3-6 16,1-2-1-16,0-2-22 0,0-4-2 0,0-1-8 15,0-2-21-15,1 0-7 0,1 1-6 0,-1-2 2 16,0 0-13-16,0-1-17 0,1-1 1 0,9-5-6 16,2-21-6-16,0-1 6 0,-1-3-14 0,3 1 5 15,-2-3-66-15</inkml:trace>
  <inkml:trace contextRef="#ctx0" brushRef="#br1" timeOffset="14296.07">19567 8013 778 0,'0'-1'74'0,"0"0"143"0,-1 0-160 0,0-1-8 15,0 1 6-15,0 0-8 0,0 0-16 0,-1 0-5 16,1 0-3-16,0 1 3 0,0 1-3 0,0 1-8 15,-5 14-2-15,-2 15-2 0,-1 3 3 0,2 4-14 16,-1 2 6-16,0 3-9 0,0-2 12 0,0-2-3 16,1-5-6-16,0-3 2 0,0-2-2 0,0-3 3 0,0-2 5 15,3-4-1-15,-1-3 3 0,1-3-4 0,2-1 0 16,0-4 0-16,0-2 7 0,1-1-14 0,1-3 8 16,0-1-10-16,0 0 11 0,-1 0 2 0,0 0-7 0,0 1 6 15,0-2-4-15,-1 0-10 0,1-1 1 0,0 0-8 16,0-1-9-16,1 0 14 0,-7-19-4 0,3-3 6 15,4 0 1-15,1-2 2 0,4-2 3 0,1-3-1 16,0-2 5-16,2-5 1 0,0 1-3 16,2-4 3-16,0 2 1 0,0 2-2 0,0 1 4 0,1 2-5 15,-1 0 2-15,0 2 2 0,0 3 0 0,1 2 2 16,1 2-1-16,1 2-10 0,0 1 1 0,-11 1-3 0,13 2 12 16,2 2-12-16,-2 2 5 0,2 3-6 0,0 1 8 15,0 1 8-15,-2 3 1 0,1 4 3 0,-3 1 3 16,1-8-3-16,1 4 0 0,-4 2 2 0,2 3 4 0,-6 3 6 15,-2 0-10-15,-4 8 8 0,12 11-11 16,-6 3-5-16,-4 0 4 0,-7 1-6 0,-7 1-7 0,-4 2 2 16,5-1-4-16,-14 2 1 0,-1-1-3 0,-3-2 4 15,0-2 0-15,-2-1 2 0,2-1 1 0,2-3 11 16,2-4-5-16,3-4 5 0,-1-3-11 0,6 2-1 16,1-3 0-16,1-2-1 0,4 0-3 0,1 1 4 15,4-5-3-15,-1 2 2 0,0-1-6 0,3-1 1 16,-4 1 0-16,4-2 0 0,1 1 1 0,0-1-3 15,0 0 2-15,1 0-2 0,0 0-1 0,0-1 4 0,0 0-1 16,0 0 3-16,-1 0 0 0,2 0 0 0,0 0 1 16,0 1 0-16,2 1-2 0,-1-1 2 0,0 0-3 15,1 1 3-15,2 3-1 0,9 6-1 0,0-1 3 16,-2 0-1-16,2 0 8 0,0 0-6 0,0-1-3 0,-1-1 0 16,1 0 0-16,-1 1 2 0,-1-2 1 0,0 0-2 15,1 0-4-15,0 0 7 0,0-1-2 0,0 1 5 16,0-1-10-16,0 0 3 0,-2-2-1 0,1 2 2 15,-1-1-10-15,0-2 5 0,-1 1-1 0,-2-2 4 16,3 2 2-16,-4-1-10 0,0 0 2 0,-3-1-7 16,-1-1-10-16,2 0-14 0,2 1-6 0,-3 0-5 15,2 1-57-15,-3-1-36 0,1-1-18 0,-1 0 1 16,-1-1-24-16,5 2-17 0,5 1 0 0</inkml:trace>
  <inkml:trace contextRef="#ctx0" brushRef="#br1" timeOffset="14765.1">19928 8374 1211 0,'0'0'43'0,"0"0"3"0,-1-1 5 16,0 0-12-16,0 0-5 0,1-1-8 0,0 1 1 0,0 0-2 15,0 0-1-15,0 0-19 0,0 0 7 0,0-1-13 16,0 2 9-16,0 0-14 0,0 0 11 0,0 2 0 15,0-1 2-15,0 0-10 0,0 0 3 0,0 0 1 16,0 0 2-16,0 1 1 0,0 0-3 0,0 0 3 16,0 3-1-16,-1 2 16 0,0 1-6 0,-1 2 3 0,0-1-2 15,0 2 9-15,-2 0-9 0,1 1 0 0,-2 2-3 16,0 3 0-16,0-1-7 0,0 3 6 0,-1 1-7 16,-1 0 1-16,0 4 4 0,0-2-6 0,0 0 7 15,-1 3-8-15,3-4 2 0,-1-1-2 0,3-3 2 16,0-5 0-16,0 0 5 0,1-1 0 0,1-4 0 15,1 1-5-15,0-1 3 0,0-3-4 0,0 0 4 16,0-1-1-16,0-1 2 0,0 2 1 0,0-3-1 0,0 0 4 16,2 0-4-16,12 9 0 0,3-3-3 0,-2-5-3 15,3-2 5-15,-2-4 3 0,4-3-1 0,-1 0-2 16,1-2 1-16,-1 1-5 0,-3-1 4 0,2 1 4 0,-4 2-10 16,1-1 7-16,-3 3-8 0,1-1 4 0,-2 1 2 15,-2 1 2-15,-1 0-2 0,-1 1-4 0,-2 1 2 16,-1 1-3-16,-2 0 2 0,-1 0-7 0,0 0 4 15,0 0-9-15,1 0 8 0,0 0-9 0,0 0-11 16,1 0-5-16,-1 0-5 0,-1 0-45 0,0 0-106 16,1 0-11-16,-1 0-47 0,0 0-159 0</inkml:trace>
  <inkml:trace contextRef="#ctx0" brushRef="#br1" timeOffset="15378.75">20215 8197 927 0,'0'-2'220'0,"0"1"-288"0,-1 0 264 0,0-1-144 15,0-1-15-15,0 1-17 0,-1 0-6 0,1-1-1 16,0 1-10-16,0 0 0 0,1-1 0 0,0 1-1 16,1-1-9-16,4 1 9 0,12-7-1 0,5 0 5 15,-1 4-2-15,-1 1 0 0,2 2-1 0,-3 1 2 0,4-2 2 16,0 2 27-16,-2-1-7 0,0 1 12 0,-2-1-17 16,0 1-14-16,-2 0 1 0,1 0-6 15,-2 1 3-15,-1 0-4 0,-1 0-1 0,-4 0-1 0,-1 0-11 0,-1 0 8 16,-2 0-7-16,-2 0 6 0,1 0-19 0,-1 0-4 15,-2 0 2-15,-1 0-4 0,1 0-16 0,1 0-57 16,-1 0 1-16,1 0-21 0,-2 0-15 0,0 0-105 16</inkml:trace>
  <inkml:trace contextRef="#ctx0" brushRef="#br1" timeOffset="15646.56">20200 8366 1211 0,'-1'-1'37'0,"0"0"66"16,0-1-73-16,-1 1-27 0,1 0 0 0,0 0-8 16,0 0 0-16,1-1 1 0,1 1 3 0,0 0-2 15,3 0 2-15,13-3-7 0,1 2 4 0,2 1-6 16,5 1 1-16,-2 0 5 0,5 0-3 0,3 0 5 15,-7 0 2-15,1 0 2 0,-2 0-2 0,-1 0 1 16,0 0-13-16,-2 0-21 0,0-1 1 0,-1-2-12 16,0 1-49-16,-1 0-101 0,-1-2-16 0</inkml:trace>
  <inkml:trace contextRef="#ctx0" brushRef="#br1" timeOffset="17214.1">21278 7884 384 0,'0'0'100'0,"-1"-1"-111"0,0-1 111 0,0 1-53 16,0-1-8-16,1 0-15 0,-2-4-1 0,1 0-8 16,0 0-15-16,1 2 3 0,0 1-4 0,0-2 3 15,0 3-2-15,0-2 0 0,0-2 1 0,1 2-1 16,0-2 0-16,1 1 6 0,-1 2 2 0,0-1 1 16,0-1 21-16,2 1 23 0,0-5-1 0,1-1 8 15,-2 2 5-15,1-3-7 0,0 0 0 0,-2 4-6 16,0-2-25-16,0 0-10 0,1 3 3 0,-1-1-5 15,0 1-2-15,0 1-7 0,-1 1-5 0,0 1 2 0,1-1 3 16,0 1 1-16,-1 2-2 0,2-2 0 0,-1 1-1 0,0 0 8 16,0-1 3-16,-1 2-1 0,0 0 1 15,0 0 2-15,0 0-2 0,0-1 3 0,1 1 7 0,0 0-7 16,1 0 6-16,-1 1-8 0,-1 0 1 0,0 0-1 16,0 1-5-16,0 1 4 0,0 11-11 0,-4 9 9 15,1 1-5-15,-3 4 5 0,0 2-13 0,-1 3 6 16,-1 2-3-16,-2-1 6 0,0 4-9 0,-3 0 0 15,-2 2 5-15,-1 1-4 0,1 2 1 0,3 0 7 16,-1-2-8-16,1 2 9 0,1-6-10 0,-1-2 7 0,-1-1-2 16,2-6 2-16,1-2-12 0,2-4 8 0,1-1-2 15,1-3 4-15,1-3-5 0,1-1-1 0,2-3-2 16,1 0 1-16,0-2-9 0,1-2-13 0,0-1-3 16,0-2-3-16,0-2-25 0,1 2-20 0,0-1-16 0,0-1-4 15,2 0-83-15,7-1-21 0,3-4-7 0</inkml:trace>
  <inkml:trace contextRef="#ctx0" brushRef="#br1" timeOffset="17597.27">21615 7816 981 0,'0'-2'269'0,"0"1"-363"15,0 0 318-15,-1-1-177 0,-1 0-34 0,2 1-4 16,0 0-7-16,0 0 3 0,0 1 0 0,0 0 0 16,0 1 1-16,0 3-1 0,-2 14-1 0,-2 4-2 15,1 1-2-15,-1 2 0 0,0 1-6 0,-2 1 7 16,0-1 0-16,0-3 3 0,0 3-3 0,3-5 4 16,-1-1-3-16,2 1 4 0,-1-2 5 0,3-5 3 15,0 0 7-15,2-2-4 0,-1-4 5 0,2 3 13 16,2-3-2-16,-1-2 5 0,4 1-7 0,11-2-6 0,-1-2-7 15,9 3 3-15,-3-3-15 0,3 1 2 0,-1 2-3 16,-1-5 1-16,3 3-3 0,-2 10 1 0,1-6 1 16,1-3-2-16,-2-3-9 0,0-2 4 0,-2-1-5 15,-1-2 4-15,-2-2-2 0,-3 0-11 0,-2-1 6 16,0-1-9-16,0 0 2 0,-5 0-12 0,-1 0-4 0,-5-1-6 16,-1-6-43-16,-1 3-14 0,-2-2-9 0,6 3 1 15,0-4-14-15,-2 1-45 0,-4 0 8 0,-1 1-27 16,-1 2-57-16</inkml:trace>
  <inkml:trace contextRef="#ctx0" brushRef="#br1" timeOffset="17931.69">21786 7915 896 0,'-1'-1'150'0,"0"0"314"0,0-2-426 0,-3-6-8 15,2 3-7-15,1 3 1 0,1 1-23 0,0 0 4 16,0 0-4-16,0 0 3 0,0-1-11 0,0 2 5 16,0 0-3-16,0 0 5 0,1 0 4 0,0 1-4 15,0 0 4-15,0 0-4 0,1 0 6 0,-1 1 0 16,-1 0-5-16,0 0 4 0,0 13 6 0,-1 3 3 16,-3 0 3-16,-1 3-2 0,0 3-2 0,-4 3 11 0,-1-1-2 15,-3 6 3-15,-1 1-4 0,-2 2-3 0,1 0 1 16,-1 1-3-16,-1 2-6 0,2-2-8 0,1 0 3 15,3-4-5-15,2-5 3 0,2-3-3 0,1 0 1 16,1-6-1-16,2 0 5 0,0-3-7 0,1-2 0 0,1-3-4 16,0 0 4-16,-1-2-16 0,2 1-6 0,0-4-5 15,0 0-24-15,0-2-13 0,0-1 1 0,2 2-11 16,-1-1-57-16,1-1-49 0,4 0-14 0,8-1-12 16,3-4-92-16</inkml:trace>
  <inkml:trace contextRef="#ctx0" brushRef="#br1" timeOffset="18531.9">22086 7941 1471 0,'0'0'11'0,"0"-1"0"0,0 0 8 16,0 0 0-16,0 0-2 0,0-1-4 0,0 1-14 15,0 0 0-15,0 0-3 0,0 0 15 0,0 1-6 16,0 0-1-16,0 0-3 0,0 1-7 0,0 0 2 16,0 1 6-16,-1 7-1 0,-2 5-1 0,-2 1 11 15,-1 0-6-15,0 1 9 0,0-1-4 0,0 1 2 0,0 0 4 16,1-1-1-16,-1 0 5 0,0-1-4 0,0 2-4 16,1 0 4-16,-1 4 7 0,3-5-6 0,-1 4 3 15,1 0-5-15,0 0-7 0,1 3-2 0,1-2 1 16,0 0-1-16,0 0 2 0,1 0-11 0,0 0 3 0,1 0-3 15,1-1 7-15,0 0 1 0,1-2 0 0,0 0-1 16,1-2-4-16,1 0 4 0,-1 0-3 0,1-4 4 16,0 1-3-16,-1-2 1 0,1-2 3 0,1 0-1 15,-5-2 11-15,8-1-5 0,2-2 0 0,0-1-1 16,0 1-1-16,4-2-6 0,0 10 7 0,1-4-6 16,3-4 7-16,0-2-3 0,-1-1-4 0,2-2 3 0,-5-2-3 15,1 0 7-15,2-2-4 0,-2-1 6 0,2-1-6 16,0-2-1-16,-2 1 0 0,-2-1 1 0,4-1 5 15,-4 9-3-15,-1-12 0 0,-2 0-1 0,0-1-6 16,1 0 5-16,-1-3-4 0,-2 0 5 0,-1 0-7 0,-1-2 9 16,0 2 0-16,-1-3 3 0,0 1 4 0,-2 0-5 15,-1 0 3-15,0 1-4 0,-1 1 3 0,-1-1-8 16,11-1 5-16,-4 0-6 0,-3-1 6 0,-4 1 5 16,-1 2-5-16,-1 0 5 0,-2-2-4 0,-1-1-3 15,-3 1 6-15,-3 0-5 0,-2 1 3 0,7 0 4 16,-18 1-7-16,-3 2 5 0,-1 1-15 0,-2 2 5 15,-2 2 0-15,2 2 2 0,-2-1-8 0,2 5-4 16,3 0-3-16,0 4 0 0,3-13-21 0,-1 6-32 0,1 6-6 16,2 3-8-16,-1 3-26 0,4 1-58 0,-4 2-5 15,4 2-25-15,-4 3-82 0</inkml:trace>
  <inkml:trace contextRef="#ctx0" brushRef="#br1" timeOffset="19767.22">22754 7637 834 0,'-1'-1'143'0,"0"-3"34"0,-7-23-82 0,1 2-68 15,1 5-17-15,-1 2 11 0,0 2-22 0,-2 2 2 16,0 0-7-16,8 1 4 0,-13 0-3 0,-4 0 1 0,-3 0-2 15,-4-1 4-15,-1 0-1 0,-1 1 3 0,-3 0 0 16,0-1 17-16,-4-1 6 0,-2 0 0 0,-4-2 3 16,-1-2 3-16,-1-1 15 0,-1-1-7 0,1-1 9 15,-1 1-6-15,3 1-9 0,3 3 8 0,0 4-9 16,2 1-6-16,0 1-12 0,-7 4-8 0,1 1 2 16,-1 5-6-16,-4-1 0 0,1-16 3 0,0 11-3 15,1 5-7-15,3 5 4 0,1 0 2 0,1 3 1 0,-1 2 3 16,0 1-1-16,-2 1-2 0,-4 2 2 0,1 1 0 15,-1 2 0-15,2 0-3 0,1 3 1 0,-1-17-1 16,0 20 4-16,4 3 6 0,0-1-2 0,3 2-5 0,-1 5 12 16,-1-1-10-16,1 3 10 0,3 4-10 0,0 4-8 15,3 5 6-15,5 4-5 0,-2 1 5 0,4 0-3 16,4-3-6-16,2 0 2 0,5-1-5 0,2-4 6 16,3 2 3-16,2-2 1 0,2-1-1 0,2-1 5 15,-16 3-4-15,13-3 7 0,5 3-5 0,4 2 0 16,2-4 4-16,3 3-1 0,2-6-2 0,1 4-6 15,2-5-6-15,4 2 2 0,-1 0 2 0,-14 2-6 16,22 1 6-16,1 3-7 0,3-2 5 0,2 4 6 16,1-5-5-16,4-2 5 0,3-4-3 0,0-3 1 0,2-1 3 15,0-3-1-15,1-2 6 0,-1 0 11 0,0-3 4 16,4-4 2-16,2-1 9 0,4-2-5 0,0-4 0 16,1-2 0-16,-1-3 3 0,0-3-4 0,0-3-3 15,4 2 0-15,2 17-8 0,4-13-4 0,3-7 3 16,-1-2-4-16,0-4-4 0,-7-1-2 0,0-2-3 0,-1-1 3 15,-1-2 7-15,0-2-3 0,0-1 7 0,-6-1-5 16,0-2 15-16,-2-1 14 0,-4 14-4 0,-2-22 6 16,-3-1-9-16,-3-6-9 0,0-3 1 0,1-7-5 15,-3-4-10-15,2-3 5 0,-5-6-3 0,-1-1 3 16,-2-2-7-16,-4-2 3 0,1-3-1 0,-5-1 2 16,-5-6 2-16,-5-2 12 0,-5-1-3 0,19 2 7 0,-19 4 1 15,-10 6 6-15,-7 1 0 0,11-2 1 0,-30 4-14 16,-5 0-6-16,-7 1-8 0,-5 7 4 0,-7 1-12 15,-7 5 2-15,-5 7-2 0,-3 7 1 0,-5 1-6 0,4 6-10 16,6 4-1-16,3 4-6 0,8 6-37 0,0 5-77 16,3-16-26-16,1 15-32 0,-2 6-225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39:51.8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4311 2923 344 0,'0'0'0'0,"0"0"-3"0,0 0-3 0,0 0-2 16,1 0 9-16,0 0 35 0,0 0 18 0,1 0 3 16,-1 0 3-16,0-2-18 0,0 1-32 0,0 0 16 15,1 0-4-15,-1 0 6 0,0-1-6 0,0 0-3 16,0 0 4-16,2-2-4 0,0-3 7 0,-1 0-8 0,1-3 5 16,-2 1-5-16,-1 1 6 0,0-1-8 15,-2-1-4-15,-2 1 0 0,-1 1 1 0,0 1-5 0,0 1 5 16,-6 1-5-16,-3 0 17 0,-1 4 1 0,-4-1-2 15,3-9-1-15,-2 4-22 0,0 4 15 0,1 3-10 16,-3 1 11-16,1 2-15 0,2 3 4 0,1 1 2 0,-2 3-1 16,2 0-12-16,-1-7 11 0,2 14-9 0,0-2 11 15,1 3-3-15,0 1-4 0,1-1 0 0,1 3-2 16,2-2 4-16,0-1-6 0,3 2 6 0,1-1-6 16,-1-1 11-16,5 2-5 0,-2-1 0 0,2-2-1 15,0 2 3-15,-8-2-5 0,3-1 2 0,3-1-3 16,2 1-6-16,2 0 8 0,1-1-4 0,1 1 6 15,1-2-1-15,0 0-7 0,2 0 4 0,0-1-5 16,1 0 12-16,1-1-2 0,-1-4 6 0,-4 0-5 0,7-1 6 16,3-2 0-16,-1-2 2 0,2 0 1 0,0 6 4 15,-1-3-1-15,3-3-5 0,0-1 4 0,1-2-1 0,-2-3 10 16,3-3-1-16,-2-1 2 0,-2-1-3 0,4 5-7 16,-2-14 4-16,-2 0-6 0,4-2-4 0,-4 0-8 15,-2-1 4-15,2 0-5 0,-4-2 1 0,0 0 1 16,0 1-3-16,-1 0 4 0,-4 0 3 0,-1 0-7 15,2 2 1-15,-2 2-2 0,8 1-4 0,-4 2 8 16,-3 1-3-16,-3 5 5 0,-1-1-4 0,0 6-4 16,0-1 3-16,0 2-2 0,0 1 5 0,-1-1-7 15,-1-1-1-15,1 2-1 0,0 0 5 0,0 1-2 0,0 0-3 16,0 1 1-16,-2 3 2 0,-6 14 4 0,2 0-1 16,1 2 1-16,1 1-7 0,2-2 7 0,-1 1 2 15,2-2 1-15,-1 0-7 0,2 1 1 0,1-1 1 16,1 1 0-16,2 1 6 0,-1 0-2 0,2 3-2 0,-2 2-1 15,2 3-7-15,0 4 10 0,-1 2-6 0,-1 5 7 16,-1 3-4-16,-1 2-1 0,-1 0 3 0,0 1-2 16,-2-2-1-16,-1 1 1 0,-2-2 0 0,0-1 1 15,-1 2-1-15,-2-2-1 0,-1 1-2 0,-2-1 2 16,1 2 1-16,0-6 0 0,-1-1 2 0,3-6-2 16,-1-3 9-16,2-3-5 0,1-3-4 0,2-5 0 0,1-1-3 15,0-5 7-15,2 0 7 0,1-6-2 0,-2 1 7 16,1 0-3-16,2-4 4 0,0 0-3 0,-5 3 9 15,-1-1-3-15,-1 1 0 0,0-3-1 0,0-1-4 0,0 0 3 16,0-3-6-16,1 0 4 0,-1-2-12 0,0-1 4 16,2-10-2-16,0-2 1 0,0 1-9 0,1-2 7 15,1 1-1-15,2-2 4 0,-2 1-8 0,-9 1 2 16,5-1-3-16,3 0 2 0,3-2 0 0,1 0 4 16,3-2-4-16,2 2 3 0,2 0-5 0,2 0-4 15,2 0 5-15,1-1-3 0,-10 1 3 0,13 4 7 16,2-1-4-16,-1 1 4 0,-1 3-8 0,0 3 1 0,-4 0 0 15,-2 4 1-15,0 1-1 0,-3 1-5 16,3 3 5-16,-2-4-5 0,-2 4 5 0,-3 1-8 0,1-1-1 16,-1 1-3-16,-1 0-1 0,0 0-6 0,1 0 0 15,0 1-5-15,0 0-14 0,1 0-111 0,-1 0 3 16,0 0-60-16,1 0-190 0</inkml:trace>
  <inkml:trace contextRef="#ctx0" brushRef="#br0" timeOffset="982.69">4497 4117 578 0,'0'-1'5'0,"-1"-1"7"0,-1-2-8 0,0-4 4 0,1 1-7 15,0 2 6-15,0-1 1 0,1 4-7 0,0-2 9 16,0 2-9-16,0 0 8 0,0-1-4 0,0 2 3 16,0 0-2-16,0 0 4 0,0 1 8 0,-2 0-7 0,1 1 8 15,0 1 4-15,-4 17-1 0,1 4-4 0,-1 1 2 16,1 0-8-16,0 0 0 0,0 0 8 0,-1 2-7 16,2 0 2-16,-2 0-9 0,0-1 7 0,1 1-6 15,-1-3 11-15,0-1 16 0,1-1-10 0,-1-1 15 16,0 0 9-16,2-6-13 0,-1 2 4 0,2-5-10 15,-2 0-8-15,1-1-3 0,0-2 3 0,1-1-5 16,1-2-6-16,1-1 2 0,0-2-1 0,0 0 3 0,-1 0 7 16,0 0 2-16,-1-1-1 0,1 1 2 0,0-1 1 15,1-1-5-15,0 0 1 0,0-1-5 0,0-2-13 16,0-9 4-16,2-5-5 0,1-1 5 0,-1-1-6 0,2-1 0 16,-1 2 4-16,1-2-3 0,0-2-1 0,2 1-1 15,0 0 0-15,0 0 1 0,0 2 3 0,0 1-2 16,0 2 0-16,-2 2-1 0,2 1-7 0,-1 1 5 15,0 3 1-15,-2 2 1 0,1 0 2 0,-2 3-6 16,0 1 2-16,-2 1-2 0,4 0 9 0,1-1-8 16,-1 0-3-16,2 1-1 0,-1 2-1 0,0 0 7 15,-1 0-3-15,1 1 3 0,0 1 0 0,-1 0 2 16,1 9-1-16,-1 2 1 0,0 0-1 0,0 2-1 0,-1 0 4 16,0 1-4-16,0 2-8 0,-2-1 8 0,2 1-1 15,-2 0 4-15,10-2-5 0,-4-1 6 0,-4-1 0 16,0-1 3-16,-2-1-10 0,-1-4 3 0,0 2 0 15,0-4 4-15,0 0 3 0,0-2-5 0,0-1-1 0,0-2 0 16,0 1 3-16,0 0 0 0,0 1 0 0,0-2 2 16,0 0 9-16,0-1-7 0,0 0 2 0,0-1-5 15,0-1-7-15,1-9 2 0,1-3 1 0,-1 1 2 16,2 0 3-16,-2 0-8 0,1 0 0 0,-1 0-3 16,1 2 5-16,0-2 0 0,0 1 4 0,1 1-3 15,-1 1 5-15,2-1-6 0,-1-1 0 0,2 1-2 0,0 0 2 16,-1 2 1-16,2-1-2 0,-1 3 1 0,0 0-3 15,0 0 3-15,-1 3 3 0,3 1-1 0,1-3 0 0,-2 3 2 16,-1 0-5-16,3 0 2 0,-1 0-4 16,-1 3 1-16,0 0 2 0,-3 1 0 0,3 2 1 0,2 3 3 15,-4-3-3-15,0 10 3 0,-1 2-3 0,-1 1-3 16,1 0 3-16,-1 2-2 0,10 0 2 0,-5-1 8 16,-2 1-12-16,-2 1 9 0,-1-2-8 0,1 0 2 15,-1-2 5-15,1-1-2 0,-1-1-1 0,0-1-6 16,1-2 2-16,-2-4-3 0,1 0 13 0,-1 0-10 15,0-2 4-15,1-1-6 0,-1-1 5 0,0 1-1 16,0-1 1-16,0 0-2 0,2 0-9 0,-1-2-16 16,2 0-5-16,3 0-11 0,-1-2-89 0,4-5-167 15,3-1-35-15</inkml:trace>
  <inkml:trace contextRef="#ctx0" brushRef="#br0" timeOffset="4419.18">19546 2985 340 0,'0'-1'116'0,"0"-1"-173"16,-1 1 144-16,0-1-86 0,1 1 3 0,-1-6 12 16,0-3-5-16,-1 0 8 0,1-3-9 0,1-1 1 15,0-2-6-15,0 2 6 0,3 0 9 0,-1 0-5 16,1 0 4-16,1 0-8 0,1 1-9 0,-1 0 12 0,0 1-6 15,-1 2 6-15,1 1-14 0,-3 5 12 0,1-1 7 16,-2 4-1-16,0 0 13 0,0-1-9 0,2 0 2 16,-1 0-3-16,0 1 3 0,0-1 7 0,-1 2-2 0,0 2 3 15,0 0-10-15,-6 19-17 0,-2 4 6 0,-1 4-10 16,-1 3 13-16,0 3-14 0,0 3 6 0,1-2-6 16,-2 4 13-16,2-1-3 0,-1-1-6 0,0-3 4 15,0-2 2-15,1-4 8 0,-2 2 4 0,1-1-1 16,0 0 3-16,1 0 13 0,0-1-6 0,0-2 7 15,0-1-17-15,1-3-1 0,0 1-4 0,-1-3 1 16,2-2-9-16,-1-3 2 0,1-3 3 0,-2 1-1 0,2-3 2 16,2-1 7-16,-9-1 1 0,4-4 2 0,-1 1 0 15,0-2-1-15,2-3-7 0,-4 8 5 0,1-4-1 16,4-4-3-16,-2 0 1 0,3-1-2 0,1 0 1 0,2-1-9 16,0 0 1-16,1 0-6 0,1 1-3 0,1 0 0 15,-1-2-2-15,-1-2-1 0,1-1-1 0,1 3 1 16,-1-5 6-16,2 3-3 0,1-3 0 0,2 0 5 15,3 0-7-15,9 0 6 0,7 0-9 0,3 1 2 16,0 0 0-16,1 0 3 0,1-2 8 0,1 0-5 16,2 1-1-16,1 0-2 0,-2 1-5 0,-2 1 6 15,-1-1 2-15,-3 3 1 0,-2-1 2 0,-4 0-10 16,-2 2 4-16,-3 0-4 0,-2 0 7 0,-1 1-1 0,-3-2-2 16,-2 1 0-16,0 1-8 0,-3-2-6 0,0 0-3 15,4-3-2-15,-1-1-18 0,0-2-132 0,-2-3 2 16,0 0-62-16,-2-1-152 0</inkml:trace>
  <inkml:trace contextRef="#ctx0" brushRef="#br0" timeOffset="4669.43">19223 2717 682 0,'0'-1'547'0,"0"-1"-833"16,0 0 675-16,0 0-404 0,0-1 9 0,0 2 1 16,26-13 7-16,7 5-3 0,3 3 6 0,6 3-2 15,-3 2-3-15,2 1 0 0,1 1 2 0,-8 2 0 16,1 1-7-16,-3 0 3 0,-3 1-9 0,-3-1-2 16,-3 1 6-16,0-1-7 0,-2-1-2 0,0 1-17 15,-3-2-7-15,-1 0-10 0,0 1-101 0,-3-2-192 16</inkml:trace>
  <inkml:trace contextRef="#ctx0" brushRef="#br0" timeOffset="5369.99">20019 3456 1128 0,'0'0'19'0,"0"-1"-25"0,-1 0 18 0,0 0-11 15,-1 0-4-15,1-1-11 0,0 1 8 0,1 1-8 0,0 0 21 16,0 0-2-16,-1 0-1 0,1 0-2 0,0 0 4 16,0 0-7-16,-1 0 5 0,1 0-4 0,-1 0 7 0,-1 0-7 15,1 0 4-15,0 0-4 0,0 0 18 16,0 0-3-16,-1 0 2 0,1 1-4 0,0 1-2 0,0 0-8 15,-3 4 5-15,-3 9-3 0,0 0 9 0,1 2-11 16,1 1 3-16,-1-2-5 0,0 2 9 0,0-1 0 16,2-3-5-16,1 1 4 0,1-1 0 0,0-4-7 15,1 0 7-15,1-3-7 0,0-1 11 0,0-1-7 16,0 1-3-16,0-4 0 0,0 0 4 0,0-1 6 16,1 1 8-16,1 1-2 0,-1-2 30 0,0 0-20 15,0 0 4-15,0-1-11 0,2 0-14 0,-1-1 2 0,1-1-8 16,5-18 5-16,-1 0-4 0,-2-1-7 0,3-1 12 15,-1 1-9-15,-2-2 12 0,1 2-8 0,-1-2-3 16,-1 3-1-16,0 4 0 0,1-2 1 0,-2 2 3 16,2 2-1-16,-1-1-8 0,-1 5 4 0,1-1-4 15,-2 4 6-15,0 1 9 0,0 4-14 0,0 0 5 0,-1 2-7 16,0-2 7-16,3 0-6 0,-1 0 6 0,3-1-7 16,1 2 9-16,0 1-4 0,2 1-3 0,0 3 1 15,0 2 2-15,0 3-3 0,-1 9 3 0,0 4-2 16,-1 1 9-16,0-2-9 0,1 2 4 0,-2-2-4 15,4 1 6-15,-4-2-3 0,-2 0 1 0,1-2-1 16,-3 0 9-16,1-2-9 0,0-3 2 0,-2 0-3 16,7-2 6-16,-4-2 5 0,-1 0-7 0,-3-2 5 0,0 0-2 15,-3 0 1-15,0-1 3 0,2-2-2 0,-16 1 8 16,-1-3-2-16,2 1 12 0,1 7-8 0,-2-3 9 0,2-2-7 16,0-1-9-16,-1-3 4 0,0-1-4 0,1 0-9 15,0-1 7-15,0-2-8 0,2 1 6 0,-2-2-6 16,0 1 2-16,1-2-2 0,-2 0 0 0,3 1 4 15,0-1-7-15,3 1 5 0,0 1-4 0,1-1-5 16,-3 0 4-16,5 1-6 0,1 1-15 0,3 1-13 16,2 1-14-16,-3-1-2 0,3 1-69 0,0 0-32 15,-2-3-26-15,2 1-12 0,1-3-190 0</inkml:trace>
  <inkml:trace contextRef="#ctx0" brushRef="#br0" timeOffset="5737.09">20741 3215 741 0,'0'0'27'0,"-1"0"-1"0,0-1 23 15,-2 0 0-15,-1 0-3 0,-3 0-10 0,3 1-4 16,-1-2-4-16,3 1 2 0,0 1-8 0,0 0-16 16,1 0 5-16,0 0-7 0,0 0 16 0,1 0-3 15,0 0 5-15,1 0-5 0,5 0 1 0,15-2 5 16,0 1-6-16,0 0 5 0,4-2-17 0,-3 2-7 15,-3 0-3-15,0 0 0 0,-5-1 5 0,-2 2 5 16,-1 0-4-16,-6 0 4 0,1 0-11 0,0 0-12 16,-1 0-1-16,0 0-5 0,-3 0-34 0,0 0-50 0,1 0-26 15,-1 0-14-15,-1 0-149 0</inkml:trace>
  <inkml:trace contextRef="#ctx0" brushRef="#br0" timeOffset="5903.77">20625 3326 531 0,'0'0'58'0,"0"0"-2"0,-2 1 23 0,1 0-14 0,0 0-6 16,0 2-35-16,0-1 5 0,0 4 4 0,-1 3 2 16,2 0 25-16,2-2-15 0,0 1-1 0,0-3-5 15,5 0-11-15,16-1-16 0,4 1-4 0,1-3-4 16,4 15-4-16,1-10-14 0,-4-6 7 0,3-1-10 0,-4-5-6 16,1-1-37-16,0-3-65 0,-1-4 2 0,0-2-273 15</inkml:trace>
  <inkml:trace contextRef="#ctx0" brushRef="#br0" timeOffset="7388.7">22084 2708 279 0,'0'-1'28'0,"0"0"13"0,0-1 18 0,0-4-8 16,0-2-1-16,0 2 2 0,0-1 8 0,0-1 2 15,0-1-1-15,0 0 1 0,0-1-12 0,0 1-7 16,0 2-2-16,0-1-1 0,0 3 1 0,0 3-6 15,0 1-1-15,0-1-3 0,0 1-12 0,0 0-4 0,-1-1-6 16,0-1 2-16,-1 1-15 0,1 1 16 0,0 1 3 16,0 1 7-16,0 1 14 0,-1 19-13 0,-8 5-1 15,-3 4-5-15,0 0-9 0,-2 2-8 0,-1 3 2 0,0 2-3 16,-3-1 6-16,3 0-2 0,-2-4 4 0,4-3-4 16,1-6 10-16,2-3-10 0,1-6 2 0,2 2-3 15,1-6 20-15,-4-5-5 0,4 3 3 0,2-3-4 16,2-2 3-16,0 0-9 0,-1 0 1 0,-2 1-5 15,1-2 3-15,0 0-8 0,-1 1 5 0,2-2-6 0,-1-1 5 16,-1 0 0-16,4 0 2 0,-4 0-2 0,-1-1 1 16,3 0-4-16,-2-2-2 0,3 2 0 0,1 0 3 15,-1 0 0-15,1 0-3 0,1-1 0 0,0 1-9 16,-1 0-3-16,1 0 2 0,0 0-2 0,1 0 9 0,0 1 4 16,1 0 10-16,2 0-5 0,8 0 4 0,9 0 2 15,1 0-9-15,2 0 8 0,0 0 1 0,2 1-11 16,-1-1 7-16,-2 1-8 0,-1 0 6 0,-2 0 1 15,0 2-4-15,-2-2 3 0,0 1-3 0,-3 0-6 16,0 2 6-16,-5-2-6 0,2 2 8 0,-2-2-5 16,0 1-4-16,-2-1 1 0,-1 0 6 0,-3-1-5 15,-1-1 2-15,3 3-6 0,-4-3-1 0,1 0-7 0,-1 0-3 16,1 1-8-16,0 0-55 0,0 0-72 0,-1 0-24 16,0-1-23-16,0 0-179 0</inkml:trace>
  <inkml:trace contextRef="#ctx0" brushRef="#br0" timeOffset="7690.85">21519 3367 1163 0,'0'-1'35'0,"-1"0"-39"0,0-1 36 0,0 1-21 16,0 0-38-16,1 0 13 0,0 0 0 0,1 0 9 0,1-1 20 15,6 1-5-15,12 0-2 0,3 1 0 0,2 0 2 16,5 2 32-16,4 1-3 0,1-1 12 0,0 0-3 0,5 1-5 16,-3-1-2-16,3 1-2 0,4-2-21 0,-7 1-7 15,-1 0-10-15,-3 1 5 0,-3 1-8 0,-4-1 3 16,0 0 2-16,-5 0 0 0,-1-1 2 0,0 0-4 16,-4 0 2-16,-1-1-3 0,-3 0 0 0,-3-1-2 15,-1 0-5-15,-2 0 0 0,-3 0-11 0,-1 0-3 16,0 0-8-16,0 0-2 0,1 0-61 0,-1 0-32 15,0 0-22-15,-1 0-9 0,1 1-144 0</inkml:trace>
  <inkml:trace contextRef="#ctx0" brushRef="#br0" timeOffset="8071.89">21632 3756 1079 0,'0'0'40'16,"-1"0"-5"-16,0 0 11 0,0 0-1 0,0 0-14 15,-1 0-37-15,1 0 5 0,0 0 1 0,0 0 1 16,0 0 8-16,0 0 10 0,1 0-9 0,0 0 8 16,1 0-7-16,0 0 9 0,1 0 4 0,18-2-2 15,-3 1-10-15,-1 1 0 0,-2 0-9 0,-4 0 6 16,0 1-8-16,0 0-11 0,-4 1 9 0,3 3-9 0,-3-1 17 16,-3-2-12-16,0 6 4 0,5 6-6 0,-3 2 4 15,-4 1-1-15,-2 2 2 0,-5 0 0 0,-2 0 3 16,-2-4 15-16,9 0-8 0,-8-2 10 0,-3-2-8 0,2-3 12 15,1-1-3-15,-2 1 6 0,3-2-8 0,2 4-16 16,2-3 9-16,2 2-10 0,0-2 6 0,1 0 3 16,-5 0-7-16,4-3 7 0,-1 0-3 0,1 2 0 15,1 1 2-15,1 0-2 0,1 1 5 0,3-1-6 16,-2-2 3-16,18 1-3 0,0-2 17 0,1 9 0 16,5-5-6-16,0-6 2 0,5-2-15 0,2-1-6 15,0-1 3-15,-2-3-6 0,-4-1-2 0,-2-2-12 16,-2-1-1-16,2-3-4 0,1-2-4 0,-3 10-67 0,3-18-9 15,1-3-26-15,-2-1-90 0,4 2-131 0</inkml:trace>
  <inkml:trace contextRef="#ctx0" brushRef="#br0" timeOffset="9006.67">22507 3495 1345 0,'-1'-1'-1'0,"0"0"8"0,0 0-35 16,0-1-3-16,1 2 3 0,0 0-1 0,0 2 8 16,1-1 21-16,0 0-7 0,0 0 11 0,1 0-7 0,4 3 8 15,6 1 5-15,2-3 0 0,0-2 6 0,0-4-6 16,3-4 2-16,-1 5-2 0,3-20-1 0,0-1 12 15,0-3-3-15,1-2 6 0,-3 1-1 0,5 1-6 16,-2-1-10-16,-5 1 5 0,4 2-5 0,-4 0-3 16,1 2 6-16,2-1-8 0,-5 2-6 0,-1 2 4 15,-2 0-1-15,0 4 2 0,-2-1 8 0,-1 7-6 16,-2-1-3-16,-3 5 0 0,-1 0-7 0,0 4 8 16,-1 1-4-16,2 1 3 0,0-3-16 0,0 1 14 0,1 1-4 15,-1 0 6-15,-1-1-7 0,0 2 11 0,1 0-5 16,-1 2 6-16,-1-1-14 0,6 21 13 0,-5 0-1 15,-1 1 4-15,-3 3-12 0,-1-2 5 0,-2 3 0 16,-2 3 2-16,-3-1-1 0,0 3-2 0,0 1-3 0,1 0 0 16,2-1 4-16,2-3 7 0,3-3-3 0,-1-5 3 15,2-1-13-15,2-4 13 0,0-1-3 0,1-2 8 16,0-1-4-16,1-3-2 0,1-3 4 0,-1-2-2 16,-1-1 11-16,2-1-12 0,3 3 8 0,4 1-9 15,2-3 6-15,0-3-8 0,1-2 1 0,0-3-2 16,-1-3 10-16,4 1-6 0,-2-16 0 0,1 1-2 15,0-1 1-15,1-3-6 0,1 0 7 0,1 0-7 0,-2 1 1 16,2 2 5-16,-3 0-6 0,-1 2 6 0,-1 1 3 16,3 3-6-16,-3 0 0 0,2 3-3 0,-3 1 2 0,-5 2 2 15,1 2-4-15,-3 3 2 0,1 3-4 0,-4-1 3 16,-1 3-1-16,-1 0 0 0,2-2-12 0,1 1 10 16,-1 1 2-16,0 0 0 0,0 1 3 0,-1 1 1 15,0 0-4-15,0 4 2 0,0 15-9 0,-1 1 7 16,-4 2-3-16,-3 3 3 0,-4 3-13 0,0-2 4 15,1 1-3-15,-1 0 3 0,3 1-6 0,0-4 3 16,2-5-7-16,2-5 4 0,3-6-15 0,1-3 9 16,0-3 2-16,0-2 2 0,1 2 16 0,1-1-24 0,-1-1 0 15,1 0-14-15,3 0-46 0,9 1 15 16,-5-2-2-16,2-2 10 0,0 0 19 0,-6 0 16 0,6-2-4 16,0 1 9-16,-3 0 11 0,2 1 15 0,-3 1-4 15,-3 1 6-15,-1 0-3 0,-1 0 10 0,0 0-4 16,-1 0 4-16,2 0-5 0,-1 0 18 0,0 0-2 0,-1 0 4 15,1 1-9-15,-1 0-2 0,0 2 0 0,-1 6 0 16,-1 7 2-16,-4 3-6 0,-2 1 13 0,-1 0-8 16,0-3 29-16,0-4 5 0,1 2-12 0,3-3 9 15,0-4-20-15,2 0-9 0,1-2 4 0,1-2-7 16,0-1 0-16,0 1-2 0,0-3 4 0,0 0-3 16,0 0-1-16,1 1 19 0,1 1-3 0,4-1 10 15,3-1-4-15,7-1-8 0,0-3-3 0,0-4-2 0,1-4-1 16,-2 8-10-16,1-14 3 0,-3 0-5 0,-3 0-1 15,-2 2-1-15,0 1-2 0,-3 2 0 0,-1 1-5 0,-2 2-4 16,5-2 0-16,-2 2-2 0,0-3 4 0,-4 5-8 16,-1 0 2-16,0 1-6 0,0 3 1 0,0 0-11 15,-1 1 6-15,-4-2-7 0,-8 3 9 0,4-6-43 16,-4 0-18-16,5 5-13 0,-2-1-105 0,2 2-128 16</inkml:trace>
  <inkml:trace contextRef="#ctx0" brushRef="#br0" timeOffset="9440.12">23988 3140 917 0,'0'-1'4'16,"0"0"2"-16,-1 0-3 0,-1-1-1 0,1 1-2 15,0 0-17-15,0 0 4 0,-2 0-6 0,1 1 9 0,-10-2 18 16,-2 2-5-16,-2 2 11 0,-1 0-9 0,-1 2 22 16,0-1-3-16,0-1 2 0,-1 1 0 0,1 0 12 15,-4 1-1-15,2-1 4 0,2 1-4 0,0 1 2 16,3-1-17-16,-2 3 1 0,1 2-6 0,-1 1-3 0,1-8-1 15,2 15-4-15,3-1 3 0,1 2-11 0,3 0 2 16,1 2-2-16,4-1 3 0,1 0 6 0,-12 3-8 16,6 0 3-16,5-2-5 0,1 0 4 0,2-1 5 15,2-3 2-15,5 2 0 0,-1-2-3 0,0-3-6 16,-6-1 0-16,14-4-2 0,2 2-1 0,-1-3 2 16,-1 0-2-16,-2-2 1 0,6-2-7 0,-1-1-7 15,-1 0 3-15,5 9-5 0,-5-5-5 0,4-3-29 0,-1-5-30 16,-1-1-3-16,-1-3-124 0,-2-1 10 0,0-1-14 15</inkml:trace>
  <inkml:trace contextRef="#ctx0" brushRef="#br0" timeOffset="9957.73">24099 3396 485 0,'0'0'30'15,"0"0"1"-15,0 0 23 0,0 2-4 0,-1-1 3 16,0 0 15-16,0 1-1 0,-4 5 10 0,-2 3-7 15,4 3 13-15,-8 3-4 0,-2 1-8 0,-2 0 1 0,1 2-31 16,-2-1-5-16,2 1-7 0,3-3 2 16,-1-1-27-16,4 1 7 0,0-5-4 0,4 1 4 0,1-3-13 15,2-3 3-15,-5 1-1 0,4-3 5 0,1-1 8 0,1-1-5 16,-1 0 12-16,1 0-9 0,0 1 11 0,1-2-12 16,0 0 0-16,1 0-3 0,10-1 2 0,3-1 4 15,1-1-6-15,-1-3 5 0,-1-1-12 0,3-2 9 16,-3 1-6-16,-1-1 6 0,0 2-9 0,-4-6 1 15,2-1 0-15,-2 2-1 0,0 0-4 0,-3 0 11 16,1-1-9-16,-3-2 9 0,-3 4-9 0,0-3-6 16,0 1 8-16,6 3-7 0,-1-2-1 0,-2 2 2 15,-3 0-8-15,-1 2 5 0,0 3-23 0,0-1-7 16,0 1-10-16,0 0 0 0,0-1-43 0,0 0 11 0,0 2-3 16,0-2 9-16,1 0 17 0,2-1 18 0,1-1 0 15,0-1 7-15,15 1 15 0,-4 1 0 0,1 1 10 16,1 1-6-16,-2 1 20 0,4-8-3 0,-3 4 6 15,-2 3-4-15,3 3 15 0,-5 2-7 0,-1 3 3 0,0 1-3 16,-3 0 13-16,0 16-3 0,0 2-2 0,-1 5 0 16,0 2 10-16,0 2-6 0,-3 0 6 0,3-1-7 15,-1 1 4-15,0-2-8 0,1-3 7 0,2-1-3 16,-1-5 34-16,2-3-23 0,1-1 1 0,-2-4-11 16,1-1-17-16,-3-4-2 0,0-1 0 0,0-3 1 15,0-2 3-15,-1 3-8 0,-1-3 4 0,-1 1-6 16,1-2 3-16,1-1-28 0,0-1-4 0,0-3-14 0,-1-1-57 15,-2-15-8-15,0 0-16 0,-1-2 7 0,-1-3-27 16,13-1-34-16,-6-2 4 0</inkml:trace>
  <inkml:trace contextRef="#ctx0" brushRef="#br0" timeOffset="10140.73">24538 3382 219 0,'0'0'57'0,"0"0"-3"0,0 0 45 15,0 0 4-15,0 1-5 0,-1 1 23 0,0 0-43 16,0 0 6-16,-7 14-19 0,0-2-2 0,-2 5-13 15,-2 3-3-15,1-2-3 0,-2 5-8 0,0 0-13 0,1-1-4 16,-3 1-4-16,13-2-11 0,-16-3-4 16,0 0 8-16,1-1-8 0,-2-4-9 0,6-2 8 0,5-2-5 15,2-5 6-15,5-2-6 0,1-2-22 0,-1-2-1 16,-1 2-8-16,0-1-26 0,1 0-105 0,1-1-24 16</inkml:trace>
  <inkml:trace contextRef="#ctx0" brushRef="#br0" timeOffset="10807.92">25040 2723 920 0,'0'-2'3'0,"0"1"-3"0,0-1 4 0,0 0 5 16,0-1-6-16,0 1 5 0,0 1-4 0,0-1-9 16,0 1 9-16,0 0-6 0,0 0 17 0,0 0-7 15,0 0 4-15,0-1-3 0,0 1 20 0,-1 0-9 16,0 0 10-16,0 1-8 0,-1 0 5 0,1 0 8 16,0 0-13-16,0 0 12 0,0 0-6 0,0 1-10 15,-1 0 5-15,1 2-9 0,-1 4-1 0,-2 8-4 16,1 4 7-16,-1 0-7 0,1 1-2 0,-1 2 3 0,1 1-6 15,-1 4 5-15,-1 3-8 0,1-2-6 0,0-1 5 16,0-3-3-16,0-3 15 0,2-1-12 0,-1 0 4 16,2-4-4-16,0-2 9 0,1-4-3 0,0-3 0 15,0-1 1-15,0-2 10 0,1 0-7 0,0-2 2 0,0 1-5 16,2-1 6-16,6 3-10 0,4-3-1 0,2-2-3 16,2-3-6-16,2-6 12 0,1 8-5 0,0-19 6 15,1 1-5-15,-1-2-3 0,-2 4 7 0,-2-1-7 16,-2 0 7-16,-2 3-5 0,2 1 2 0,-3 2-3 15,-2 4-1-15,-4 4 2 0,-4 1-4 0,1 2 4 16,1-2-3-16,-1 2-7 0,0 0 7 0,-1 1-6 16,1 1 12-16,-1 1-1 0,-1 16 1 0,-1 8-1 0,-6 0-4 15,-1 2 2-15,4-1-2 0,-1-3 2 0,4-2 1 16,1-4-1-16,0-2 5 0,2-4-3 0,2-2 10 0,-1-3 3 16,0-1-3-16,11-1 1 0,3-3-9 0,2 10 11 15,2-5 0-15,2-4 3 0,-1-5-4 0,-1-2 6 16,0-5-10-16,1-1 8 0,-2 9-12 0,-2-17 0 15,0-5 2-15,0 1-3 0,-2 0 2 0,1-3-2 16,-4 2 3-16,-3-4-2 0,-3 1 2 0,-1 4 19 16,-4-1-7-16,3 4 10 0,-1 3-7 0,6 1-15 15,-3-1 5-15,-3 5-10 0,-2-1-3 0,-1 4-1 16,-1 1-5-16,0-1 2 0,0 4-3 0,-1-1-14 0,0 2 7 16,0 0-10-16,1 2 4 0,-3-1-7 0,-1-2-25 15,-8-2 5-15,1 3-70 0,0 2-10 0,-2 1-5 16,-1 3-12-16,-1 2-91 0</inkml:trace>
  <inkml:trace contextRef="#ctx0" brushRef="#br0" timeOffset="11159.06">24901 3293 1115 0,'0'0'8'0,"0"0"-3"0,-1-1-14 16,0 0 9-16,0 1-15 0,0 0 1 0,1 0 9 16,0 0-7-16,0 0 9 0,0 1 7 0,0 0 25 15,0 0 7-15,1 0 4 0,0 0 26 0,1 1-11 16,8 1 1-16,7 2-6 0,6-3-1 0,1-2 2 15,8 0 4-15,1 0-1 0,5-2 7 0,3 0-26 16,0-1 1-16,0 2-10 0,-1-1-7 0,-3 0-13 16,-6 1 2-16,-2 1-7 0,-6 0-8 0,-3 0 3 15,-1 0-1-15,-3 0 2 0,0 0-4 0,-4 0 4 0,-1 0-4 16,-2 0 2-16,-1 0-19 0,-2 0 1 0,-2 0-5 16,-1 0 1-16,0 0-31 0,-2 0-47 0,2 0-3 15,-1 0-16-15,-1 0-29 0,0 0-158 0</inkml:trace>
  <inkml:trace contextRef="#ctx0" brushRef="#br0" timeOffset="11475.35">25201 3478 1157 0,'0'0'23'16,"0"0"-3"-16,-1 0-6 0,0 0 0 0,0 1-11 0,0 0-3 15,-1 1 9-15,-1 4 2 0,-8 11 0 0,0 0-10 16,-1 4 15-16,0 1-6 0,0 0 9 0,3 0-2 15,1-3 8-15,-1 0-3 0,2-4 4 0,-1-1-9 0,1-1 4 16,1-2 8-16,1-2-3 0,2-1 12 0,1-1-7 16,0-2-2-16,1-1 0 0,0 0-3 0,1-2 0 15,0 0 0-15,0-1-1 0,0 0-16 0,0 0 8 16,1 2-8-16,2-1 9 0,8 6-13 0,7 1-5 16,3-3 2-16,1-3-2 0,2-1 9 0,1 0-3 15,1-2 0-15,-4 0-1 0,1 0-5 0,-1 0 0 16,-1 1 0-16,-4 0-1 0,-4 0-2 0,-1 0-2 15,0 0-2-15,-2 1 0 0,2-1-5 0,-4-1-5 0,-1 0-10 16,2 0 2-16,-2-1-35 0,0-2-81 0,1 0 3 16,0-2-35-16,2-2-43 0</inkml:trace>
  <inkml:trace contextRef="#ctx0" brushRef="#br0" timeOffset="11942.54">26442 2370 978 0,'0'-1'8'0,"0"-1"-1"0,0 1-11 16,0 0 1-16,-1 0-9 0,0 1 5 0,-1 0 2 16,1 0 9-16,0 0-2 0,-1 1 22 0,-1 0 0 15,-3 3-9-15,-4 3 5 0,-1-4 1 0,-2 14 0 16,2 1 5-16,-4 1-5 0,1 0-11 0,-1 2 8 16,-1 1-8-16,-1 1 7 0,-1 4-15 0,-2-3 11 0,0 0-4 15,-1 2 4-15,3-3-13 0,-1 1 3 0,5 2 1 16,-2 2 1-16,2 4-4 0,1 3 8 0,-1 3-8 15,4 6 7-15,-1 1-11 0,2 5 5 0,0 0 1 16,1 1 1-16,1-2-2 0,1-3-1 0,1 0 3 16,3-1-1-16,-1 1 16 0,-16-3 17 0,11-1 4 15,5-2 4-15,6-3 18 0,1-3-20 0,4 0-2 0,3-4-8 16,0-2-20-16,-2-5-12 0,2-3 6 0,-2-3-6 16,-8 0 3-16,13-1-17 0,-1-3 4 0,0-3-8 15,-5-2 6-15,4 1-32 0,-2-6-1 0,1-2-9 16,7 11 1-16,-2-6-28 0,3-4-8 0,-1-3-15 15,2-4-102-15</inkml:trace>
  <inkml:trace contextRef="#ctx0" brushRef="#br0" timeOffset="12427.3">26956 2565 1375 0,'0'-1'3'0,"0"0"0"0,0-1-8 16,1 1 3-16,0 0-7 0,0 0-4 0,0 1 3 0,2 0-9 16,-1 1 9-16,1 1 4 0,5 13 2 0,-2 2 12 15,-3 6-7-15,-3-2 19 0,-3 1-3 0,-3 3-3 16,-2 1 0-16,-3 1-12 0,0 1 9 0,1 3-7 15,-2 1 9-15,0 1-9 0,0 3 11 0,1 0-6 0,-1 4 7 16,1-2-16-16,1-1 9 0,0-4-8 0,2-3 8 16,1-2-14-16,2-3 17 0,1-2-1 0,1-1 7 15,2 0-7-15,0-2-2 0,1 0 3 0,0-3-3 16,1 1-3-16,2-3 6 0,0 0-8 0,1-3 7 16,0 1-16-16,0-2 5 0,-1-4 3 0,1 0 2 15,-2-2 2-15,-1-3 5 0,1 0-6 0,2 2 7 16,3-1 9-16,0 0 4 0,2-3 3 0,2-4-1 0,1-2-8 15,1 0 6-15,1-16-10 0,3-3 7 0,0-2-21 16,4-2 3-16,4-2-1 0,2-4 1 0,1-4-8 16,2-4 4-16,-1-4-2 0,-2-3 3 0,3 1-1 0,-3 3 0 15,-3 4 5-15,0 5-4 0,-4 5 2 0,-6 7-5 16,-1 2-2-16,-5 6 0 0,0 4 1 0,-2 3-5 16,-2 4-3-16,-3 3-1 0,0 2-18 0,-1 0-5 15,3-2 3-15,-1 1-1 0,0 1 17 0,-1-1-8 16,1 2-16-16,-1 2-7 0,-1-1-139 0,-3 21-133 15</inkml:trace>
  <inkml:trace contextRef="#ctx0" brushRef="#br0" timeOffset="13410.18">27557 3300 1150 0,'1'-1'39'0,"0"0"-43"0,1-8 47 0,2-4-24 15,-1 3-1-15,0 2-18 0,0 1 1 0,0 1-6 0,-2 1-8 16,0-1 4-16,-1 0-6 0,0 2 7 0,-1-4 4 16,0 5 5-16,-2-2 0 0,1 2 3 0,-7-1 0 15,-9 2 2-15,3-1 6 0,-4 1-3 0,1-10 4 16,-1 5 5-16,-1 4-7 0,-1 3 6 0,0 1-13 0,0 4-3 15,-3 3 5-15,1 1-4 0,-3 3 2 16,0 1 1-16,5-1-2 0,0-11 2 0,4 12 0 0,3 0-5 16,2-1 1-16,4-3-1 0,3 0 6 0,2 0 7 15,1-1-1-15,-3-1 3 0,1-1-1 0,2-2 4 16,1 1 2-16,1 0 0 0,1 0-6 0,0-3-7 16,5 0-1-16,11 9 0 0,1-4-2 0,4-1 1 15,-1-4 0-15,0-1 1 0,-1-1 6 0,0-1-10 16,-1-2 8-16,-1-1-8 0,0-1 3 0,-1 0-1 15,-1-1 0-15,-1 0 1 0,-1 0 6 0,2-1-6 0,-2 1-3 16,-4 1 0-16,0 1 3 0,-5 1-2 0,-2 2 0 16,-1 0-2-16,0 1-2 0,0-1-5 0,0 0 6 15,1-1-6-15,-2 1 6 0,0 1 13 0,0 0-8 16,0 1 10-16,-1 1-14 0,0 2 6 0,-7 14-2 0,-1-1 1 16,-1 5-14-16,-2-1 6 0,0 2-3 0,1 1 5 15,-1 2 8-15,2 0-9 0,2-4 5 0,0 3-7 16,1-3 4-16,0-1 4 0,0 1-5 0,0-2 4 15,-1 0-2-15,0-1-1 0,0 0 3 0,0-1-3 16,0-2 0-16,-1 1 1 0,1-3 3 0,0-1-1 16,0-2 6-16,1-1-8 0,0-2 5 0,1-2-4 0,4-2 9 15,-5-2 0-15,3 0-8 0,0-1 7 0,-2 2 3 16,2-2 19-16,-1 0 0 0,1-1 3 0,1 0-18 16,-1-1-2-16,1 0-2 0,1-2 0 0,-4-6-14 0,1-5-1 15,3-1-4-15,1-2 3 0,1 1-2 0,3-1-2 16,2 1 2-16,1-2-2 0,0 2 3 0,1-2-5 15,0 2-2-15,-1 3 0 0,3-2-10 0,-1 3 8 16,-6-3-4-16,11 3 6 0,1-4-5 0,0 2 6 16,5 4-5-16,1-6 6 0,5 3 0 0,4 3 5 15,3-7-1-15,0 2 0 0,1-1-3 0,0-2 7 16,-1 1 0-16,1 1 2 0,0-1-7 0,-5 1 0 16,-2 1-1-16,-2 1 1 0,-6 1 3 0,-3 1 6 0,-2 1-2 15,-3 3 4-15,-3 1-3 0,-2 2-3 16,-2 2 9-16,-3 2-8 0,-1-1-2 0,2 0 10 0,1 0-7 15,-1-1 12-15,-1 2 7 0,0 0-10 0,-1 1 3 16,-1 0-6-16,-1 1 5 0,-9 5-9 0,-6 6 0 0,0-9-4 16,1 14 0-16,4-2 0 0,-2 0 0 0,3 0 0 15,3-1-7-15,2 0 7 0,1 0-3 0,3-1 3 16,1 0 2-16,-7 0-9 0,3-2 2 0,4 2-6 16,2-1 7-16,2 1-2 0,3 0 4 0,2-1-4 15,0-2 6-15,8 3-3 0,0-3 2 0,1 4-1 16,-2-1 7-16,-2-1-4 0,-1 0 0 0,-3 0-1 15,0 0-6-15,-5-3 8 0,1 2-3 0,-4-4 5 0,0 1 3 16,5-1 2-16,-2 0 4 0,-2-1-3 0,-2-1 1 16,0 1-4-16,-1 0 3 0,-1-2-5 0,-3 2 0 15,-6-2-2-15,-4-2-3 0,-1 1 1 0,-1-1-4 0,2 8 1 16,2-4 1-16,2-2 1 0,2-2 4 0,2-1-17 16,2-1-3-16,2 0-12 0,0 0-57 0,1-1-24 15,-1 0-20-15,2-1-4 0,-2-9-114 0</inkml:trace>
  <inkml:trace contextRef="#ctx0" brushRef="#br0" timeOffset="13693.68">28315 3229 1396 0,'0'0'6'0,"0"-1"-2"0,0 0-6 0,0 0 2 0,0 0-5 16,0 0 3-16,1 1-3 0,0 0 5 0,1 0-3 15,0 1 16-15,2 0-9 0,5 4 1 0,4 2-5 16,-1-1-2-16,1-1 4 0,1 1 3 0,2-1-1 16,5 0 1-16,2-2-4 0,3-3-1 0,-2 0 0 15,-1-2-10-15,-2-2-4 0,-2 0-2 0,-1-1-2 0,4-1-14 16,-2 0-29-16,-3 0-27 0,-3 2-9 0,2-3-160 15</inkml:trace>
  <inkml:trace contextRef="#ctx0" brushRef="#br0" timeOffset="14210.92">29158 2768 1086 0,'0'-1'2'16,"0"0"-3"-16,0-1 14 0,0-1-27 0,0 2 11 0,0 0-17 16,0 0 13-16,0 1 7 0,-1 0-1 0,0 1 4 15,0 0-2-15,0 0 7 0,-2 2-6 0,0 3 7 16,-3 1-5-16,2 0 10 0,3 0-3 0,0 0 7 15,-5 0 16-15,1 0 13 0,1 1-1 0,-1 2 2 16,0-1-21-16,1 5-7 0,-1 0 1 0,-1 6-3 16,0 3-2-16,-1 4-14 0,1-3 5 0,-3 5-7 15,-1 1 3-15,0 1 2 0,-3 0-3 0,0 1 2 0,0-4-9 16,1-3 2-16,2 0 3 0,3-5 0 0,-1 0 4 16,4-3 0-16,0 0-6 0,3-3 5 0,1-1 9 15,0-2-8-15,0-1 6 0,1-2-7 0,2-1 10 16,-1-1-10-16,1 0 7 0,0-2-8 0,5-2 11 0,3 5 16 15,2 0-7-15,-2-3 9 0,1-3-12 0,6-4 2 16,1-2-1-16,1-6 0 0,4 9-5 0,0-20-2 16,-1-1-3-16,4 1 0 0,0-3-12 0,-2-3 5 15,0 1 1-15,-3-4 1 0,0 1-1 0,0-1-4 16,-1 0 2-16,-1 0-2 0,-1 2 10 0,-2 5-8 16,0 0 4-16,1 5-6 0,0 3-5 0,-3 3 3 15,-3 2-1-15,-4 6 3 0,-3 1 0 0,-1 2-18 0,2-3-3 16,-4 4-4-16,1-2-7 0,2 2 16 0,1 0-5 15,-2 1 8-15,-1 1-4 0,-1 3-43 0,9 18-47 16,-8 2-5-16,-3 5-202 0</inkml:trace>
  <inkml:trace contextRef="#ctx0" brushRef="#br0" timeOffset="14594.39">29779 3251 1296 0,'0'0'4'0,"0"0"-3"0,0-2-9 16,0 1 9-16,0 1-11 0,0 0-1 0,-1 0 12 16,0 1-2-16,0 2 6 0,-2 6-4 0,-8 6 5 15,-5 1-5-15,2-1 4 0,-1 0-4 0,1 1 1 16,-2-1 4-16,5 0-3 0,1 0 1 0,3-2 1 15,4 0-1-15,-2-2 1 0,0 2 7 0,2 0 5 16,-1 1 0-16,3-1 2 0,0 1 1 0,-10 1 5 16,4 1-4-16,3 1 2 0,1-2-13 0,2 0 7 15,1-1 1-15,0-1 3 0,2 0 5 0,1-3-3 16,0 0-2-16,2-1 0 0,1-1-3 0,0 0-8 0,10-1 2 16,1 1-5-16,0-3 1 0,2-1-10 0,-1 1 1 15,2-2-5-15,-1 0 5 0,-2 8-6 0,0-4 0 16,-1-2-1-16,-1-3 6 0,1 0-8 0,-2-2 2 15,-4-2-5-15,3 0-5 0,-3 0-17 0,-1-2 0 16,1-1-11-16,-3 2-55 0,-3-1-29 0,-1-3-30 0,5-4-3 16,-2-2-143-16</inkml:trace>
  <inkml:trace contextRef="#ctx0" brushRef="#br0" timeOffset="14845.66">29362 3363 1261 0,'0'-1'-4'0,"0"0"-8"0,0 0 4 0,1 0 7 16,0 0-1-16,1 1 2 0,8 0 4 0,4 2-2 15,1 1 6-15,6 5-4 0,-1-1 4 0,3 0 9 16,5 2-8-16,0-1 9 0,2-1-15 0,4 0-3 15,-3 0-7-15,0-2 1 0,0-1-29 0,-3-3-4 0,-2-1-8 16,-2 0 1-16,-2-2-40 0,-4-3-280 16</inkml:trace>
  <inkml:trace contextRef="#ctx0" brushRef="#br0" timeOffset="15261.9">30241 2694 808 0,'0'-1'488'16,"0"-1"-726"-16,0-9 601 0,0 0-355 0,0 6-2 15,0 4-22-15,0-2 6 0,0 2-11 0,0 0 13 16,-1 1-3-16,0 0 0 0,0 1 1 0,-2 0 9 0,1 2 4 15,0 1 2-15,-2 7-1 0,-2-2-4 0,4 1 9 16,-2-1-5-16,-3 2 7 0,3-2-10 0,0 2 9 16,3-1 3-16,1 1 1 0,3 1 11 0,5 1 7 15,-4 1-5-15,16 1 5 0,1 1-1 0,2 3-7 16,-1 1-2-16,2 4 0 0,-2 2 5 0,1-1-16 16,0 5 7-16,-1 2-13 0,-2-2-1 0,-5 3-4 15,-2-2 0-15,-4-2 0 0,-8 1 7 0,1 0-11 0,15 2 4 16,-10 0-8-16,-3 3 10 0,-4 0 4 0,-2 3-4 15,-2 3 4-15,-3-3-7 0,-1-3 1 0,0-1 2 16,0-7-1-16,-1-1-3 0,1 0 7 0,1-7-2 16,-1-3 5-16,-1 0 2 0,6-3-8 0,-10-1 2 0,-4 0-4 15,-2-3-6-15,-2 1-1 0,-4-1-8 0,-1-1 3 16,-1-1-19-16,-1-1-101 0,2-2 0 0,0-3-49 16,0 13-149-16</inkml:trace>
  <inkml:trace contextRef="#ctx0" brushRef="#br0" timeOffset="15778.2">30555 2164 907 0,'0'-1'13'0,"1"0"5"0,1 0-13 0,0-2-2 15,3 0-3-15,9-6 6 0,2 2-10 0,5 1 1 16,1 3-4-16,-1-1 16 0,0 3 4 0,-2-1-2 15,1 0 1-15,0 0 1 0,0 1 18 0,2 1 1 16,0 1 6-16,1 2 16 0,1 0-8 0,0 2 7 0,1 2-7 16,-1 1 4-16,-4 0-29 0,1 3 5 0,-5 0-12 15,-7-4-2-15,-1 13-6 0,-6 1-6 0,11 1 1 16,-8 3-4-16,-5 1 9 0,-4 1-5 0,-5 0 6 16,-3-1-4-16,9-3 3 0,-16 0 2 0,2-7-2 15,1-4-7-15,6-5 9 0,4-4-4 0,2 2 7 0,3 0-13 16,1-4 13-16,-2 2-2 0,1 0 7 0,1-2-1 15,-1 1-1-15,-1 1-1 0,2-1 1 0,2 0-2 16,-1 0-6-16,3 0-3 0,13 5-1 0,2-2-12 16,0-3 11-16,2 0 0 0,-1 1 4 0,-1-1-8 0,2 0 3 15,-5 0-2-15,4 0 4 0,-3 0 4 0,-1 2-10 16,1-1 4-16,-7 0-6 0,0-1 1 0,-2 2-11 16,0-1-9-16,-1 1-4 0,0-1-73 0,-1 1-227 15</inkml:trace>
  <inkml:trace contextRef="#ctx0" brushRef="#br0" timeOffset="17513.64">19744 4575 1130 0,'-1'-1'4'0,"-1"-1"6"15,1 0 16-15,-1-4-2 0,2 5-9 0,-1-1-11 0,0-1-7 16,1 1-6-16,0 1 9 0,0 0 9 0,0-1 5 16,1 1 8-16,0 1-5 0,1 0 2 0,5 0 23 15,3 0-2-15,0 3 9 0,-3-1-5 0,7 4-3 16,-1-2-6-16,2 4 3 0,3 2-13 0,-2-8-9 16,-1 17-2-16,0 6-4 0,-2-3-13 0,0 5 2 15,-1 2 1-15,-2 0 0 0,-3 4 2 0,-4 2-1 16,-2 3 2-16,17 4-2 0,-14 2 5 0,-6 3 4 15,-7 0-7-15,-4-1 6 0,-1-3-6 0,-3-5 4 0,1-5 3 16,12-9-1-16,-16-1-2 0,1-6 1 0,0-1 3 16,1-3-2-16,0-4 1 0,3-2-10 0,-2-1 3 15,3-3-3-15,1 0 9 0,0 6 0 0,3-3-2 16,-1-2 2-16,2-3 5 0,0-1-8 0,1-1 2 16,1-2-3-16,0 0 6 0,2-1-10 0,2-5 2 0,-1-5-3 15,2 0 3-15,0-3-1 0,0 2 1 0,1-3-2 16,-9 2-6-16,2-2 3 0,3-1-7 0,2 4 7 15,2 0-7-15,1 1-4 0,1 4 9 0,2 0-9 16,0 0 7-16,2 1 2 0,0 1-2 0,-4-1 2 16,11 2-4-16,1 4 2 0,3-1-3 0,-2-5 2 0,0 2-1 15,3 2-4-15,-3 3 1 0,6 0-5 16,-1 2-13-16,-1 3-55 0,1-1-30 0,4 2-15 0,1 0-157 16</inkml:trace>
  <inkml:trace contextRef="#ctx0" brushRef="#br0" timeOffset="18014.27">20485 4875 1117 0,'0'-2'11'0,"0"1"-1"0,0 0 10 0,-4-11-3 16,3 4 0-16,0 1-16 0,0 1-5 0,1 3 5 15,0-2-3-15,0 3 2 0,0-1 2 0,0 1-3 16,0 1 3-16,0-2 6 0,0 1-8 0,0 0-4 16,0-1-1-16,0 2-1 0,0 0 26 0,0 0 2 0,0 0 7 15,-2-1-1-15,1 2 2 0,0 2-9 0,0 0 7 16,-5 7-13-16,4 14-2 0,-8 0 0 0,-3 4-4 16,-1 4-11-16,-1 2 8 0,-4 2-4 0,3 0 5 15,-1 2-9-15,2-4 1 0,4-3 5 0,1-5-2 16,-1-5 1-16,3-2 4 0,-3-6-11 0,7-2 7 15,-1-2-9-15,0-3 12 0,3-2-4 0,-4 2 6 16,1-1-11-16,1-2 7 0,-2 0 2 0,0 1 1 0,1-2-5 16,-1 0 6-16,2-1-2 0,0 0 2 0,-1 0-4 15,1-1 4-15,-1 0-6 0,0-1 4 0,2 1-11 16,0 1 10-16,1 0 2 0,1 0 3 0,0 0-9 0,-1 0 2 16,0-1-2-16,0 0 2 0,-1 0-1 0,2 0 5 15,0-1-1-15,0 1 2 0,0 0-2 0,1 1 23 16,0 0-8-16,1 0 12 0,0 0-18 0,3 0-6 15,12-2 0-15,-1 0-3 0,1 1-14 0,-1 1 8 16,-2 0 0-16,1 0 4 0,-1 0-8 0,0 0 8 16,-1 0-6-16,2 0 6 0,-1 0-7 0,-4 0-2 15,2-1 1-15,-1-1-4 0,1-1-13 0,0 0 3 16,0-1-5-16,0-1 5 0,-2-1-10 0,0 2-84 16,2-14-4-16,-2 3-36 0,0-8-108 0</inkml:trace>
  <inkml:trace contextRef="#ctx0" brushRef="#br0" timeOffset="18230.34">20259 4675 1449 0,'0'-2'15'16,"0"1"-1"-16,-1-1 4 0,1 1-3 0,0-3-2 15,0 2-7-15,0 1-3 0,2-2-1 0,14-6 0 0,6 2 5 16,1 5-7-16,1 2 2 0,-2 1-3 0,-1 2 4 15,-2 1-7-15,-1-1 1 0,-2 1-6 0,-1-1-3 16,0 1-1-16,1-1-8 0,-1 1 2 0,-1-2-15 0,0 1-57 16,-2-2-8-16,-1-1-23 0,-1 0-66 0,0 1-69 15</inkml:trace>
  <inkml:trace contextRef="#ctx0" brushRef="#br0" timeOffset="18998.46">20647 5297 326 0,'0'-1'119'0,"0"-1"33"0,0 0-61 16,0-7-65-16,0-2-5 0,0-1 0 0,1 3-20 16,0-2 6-16,0 5-8 0,1 2 6 0,-2 1-6 15,1 1 1-15,0 0-1 0,-1 0 8 0,0 1 5 0,0 0 4 16,0 1 0-16,0 1 19 0,0 0 4 0,-1 5-1 15,-5 11 3-15,0 2-5 0,0-2 8 0,-1 1-7 16,0 0 7-16,0-1 6 0,0 0 4 0,1-3-1 16,1-3-2-16,2 1-19 0,0-5-16 0,1 2 5 0,1-4-9 15,0 0 0-15,1-4 1 0,0 0 6 0,0 2 0 16,0-1 29-16,0-1-17 0,0 1-3 0,0-2-6 16,0 0-20-16,0-2 3 0,0 0 0 0,2-9 1 15,3-4-5-15,1 0-1 0,0 0 0 0,-1 0 1 16,3 0 4-16,-1 0 2 0,0 1-6 0,-1 1 4 15,1 0-5-15,-2 0-5 0,2 1 4 0,1 0-4 16,-3 2 10-16,0 3-8 0,0 1 3 0,-3 2-5 0,8 2 1 16,-1 1 4-16,0-6-1 0,3 1 1 0,0 2 0 15,-3 4-2-15,2 2-3 0,-2 1 1 0,2 3-2 16,1-2 3-16,-3 12 3 0,0 0 0 0,1 2 9 0,-1 0 1 16,1 1 1-16,-4-2-1 0,1 1 2 0,1 1 20 15,-1-2-3-15,2 0 9 0,0-2-8 0,-2 0-11 16,-1-1-6-16,-4-1-1 0,-1 0-14 0,6-2 7 15,0 1 2-15,-3-4 3 0,-3-1 11 0,-1 0 7 16,0-2 2-16,-1-2 0 0,-2 2-10 0,-3-3-17 16,-12 10 1-16,-2-4-7 0,1-3-9 0,5-4-11 15,0-1-16-15,1 0-1 0,-1-2-76 0,-2-2-47 16,3 0-13-16,2-2-17 0,1 0-101 0</inkml:trace>
  <inkml:trace contextRef="#ctx0" brushRef="#br0" timeOffset="19432.02">19636 5605 764 0,'-2'0'17'0,"1"0"-2"16,0 0 16-16,-1 0-2 0,-1 0-19 0,2 0 4 16,-3 0 6-16,0 0-1 0,2 0 9 0,-1 0 23 15,1 1-13-15,0 0 17 0,-1 0-10 0,2 0 1 16,0 2-4-16,1-1 2 0,0 1-9 0,1 1 0 15,0-1-2-15,13 0-2 0,11-1-8 0,3 0 8 16,8 0-2-16,1 16 3 0,7-10 1 0,3-3 13 0,0-4-5 16,1-1 2-16,-2-1-32 0,-4-1-12 15,-1 0 1-15,0 1-3 0,-1 1 3 0,2 0 4 0,-2 2-5 16,-2 1 2-16,6 0-4 0,-5-1 3 0,2 1 2 16,-6-2-1-16,-3-1-2 0,-4 0-8 0,-2 0 3 0,-3 0-4 15,0 0 0-15,-3 1-10 0,-3 0-2 0,0-1-2 16,-4 2-10-16,-1-2-159 0,-3 1 11 0,-3 0-81 15,0 0-189-15</inkml:trace>
  <inkml:trace contextRef="#ctx0" brushRef="#br0" timeOffset="19948.08">19585 5932 1437 0,'-1'-1'46'0,"-1"-1"-50"16,-10-6 47-16,-1 7-23 0,6-4-16 0,3 3-5 15,3 1-4-15,1 0-1 0,-2-2-10 0,-1 1-10 16,2-1 6-16,0 2-7 0,0 0 19 0,0 0 6 16,-1 0 3-16,2 0 1 0,0-1 1 0,0 1 2 15,0 1-3-15,2 0 3 0,-1 0 11 0,1 0-7 16,-1 0 5-16,11 5-5 0,0 1 7 0,1 2-12 0,2-3 5 15,0 11-8-15,0 4-1 0,1 3 5 0,-2 0-3 16,1 4 4-16,1 3-14 0,-5-1 10 0,0 4-4 16,-3-1 6-16,-1-1-4 0,-2-1 0 0,-1-4-5 15,-3-5 5-15,10-2 1 0,-5-3 3 0,-3-1 1 0,-3 1-3 16,-4-1-4-16,-3-1 10 0,-1 1-6 0,3-2 9 16,-11-2-9-16,-2-3 5 0,-1-1 8 0,0-5-6 15,-1 1-3-15,2 9 1 0,-1-5-7 0,-1-3 5 16,0-2-3-16,1-2 2 0,1-2 4 0,1 0-3 15,3 0-1-15,-2-3 9 0,3 0-11 0,3 1 11 16,-3-2-7-16,3 0 0 0,0-1 6 0,5 3-5 0,0 2 5 16,2-6-9-16,-3-1 2 0,1 2-3 0,3 0 1 15,0-3 2-15,2 0 2 0,2-3 3 0,5-1 24 16,0 2-18-16,20-2-2 0,-3 4-7 0,-1-1-14 0,-2 2 5 16,-2 3-2-16,0 2 2 0,-3 1-6 0,0-8 2 15,-1 4-1-15,-1 3 0 0,-1 1-7 0,1 1-7 16,-2 2-2-16,1 0-3 0,-1 1-22 0,-1 1-76 15,2 1 6-15,-1 0-34 0,0 1-39 0,0-2-127 16</inkml:trace>
  <inkml:trace contextRef="#ctx0" brushRef="#br0" timeOffset="20348.61">20092 6061 1054 0,'0'-1'33'0,"0"0"14"16,-4-11 32-16,2 3-49 0,1-1 0 0,0 3-16 16,-1 0-8-16,2 2 0 0,0 3-1 0,0 0 1 15,0-1-2-15,0 1-8 0,0 1 4 0,0 0-5 16,0-1 6-16,0 1 7 0,0 1-8 0,-1 1 6 16,0 2-5-16,-2 8 13 0,-2 12-2 0,1 2 3 15,1 4-12-15,-1-1 7 0,1 0-1 0,-1 1 4 16,1-2 7-16,-1 0-5 0,2-3-3 0,1-1 0 15,-1-3-5-15,2-4-3 0,0-1 1 0,0-3-2 0,0-1 1 16,2-2-3-16,-1-2 8 0,0-1-7 0,0-1 0 16,0-2 4-16,-1 0-10 0,2-1 7 0,-2-1-8 15,1 2 5-15,0-1 8 0,0 0-2 0,1-1 23 0,1 1 1 16,-1-2-5-16,10 0 1 0,0-4-20 0,1-3 1 16,2 4 2-16,0-14-1 0,2-1-4 0,-1 0-5 15,-1-1 0-15,3-1-2 0,0-1 0 0,0-3 2 16,0-1-3-16,1 2 4 0,-3 1 0 0,-2 0-12 15,1 2 4-15,-6 4-7 0,2 2-5 0,0 4-8 16,-2 2-8-16,-2 5-3 0,-4 0-72 0,-3 2-85 16,1 1-14-16,2-2-27 0,-1 1-98 0</inkml:trace>
  <inkml:trace contextRef="#ctx0" brushRef="#br0" timeOffset="21183.08">20493 6326 842 0,'0'0'84'0,"0"0"169"16,0 0-218-16,0 0-12 0,0 0-1 0,0 0-3 16,0 0 5-16,1 0-11 0,0 0 5 0,0 0-7 15,1 0-3-15,-1 0 7 0,0-2-4 0,0 1 5 16,0 0 1-16,0 0-4 0,1-1-3 0,-1-3 1 16,-1-3 0-16,0 1-7 0,0-2 13 0,-1 2-12 0,-2-1 9 15,1 3-5-15,1 3-3 0,-5-3 2 0,-9-3 4 16,0 5-12-16,-3 3 4 0,0 2-6 0,-2 5-2 15,1 2 6-15,0-7-6 0,2 18 7 0,0 0-7 0,4 0 4 16,2 0 0-16,0-4 1 0,6-1-7 0,1-3 10 16,2-3-4-16,-3 0 6 0,1-2-9 0,3-1 9 15,1-1-1-15,0 0 4 0,1-1 1 0,-1-3 17 16,8 0-5-16,6 8 6 0,2-3-16 0,2-3 7 16,1-3-5-16,0-3 4 0,-1 0-12 0,1-3-1 15,-2-1-3-15,1 0 2 0,-4 1-2 0,-3 0 1 16,0 0 2-16,-1 1-1 0,0 0 0 0,-2 1-3 15,-2 2 2-15,0-1-2 0,-2 2-1 0,-1 0-2 0,0 0-1 16,0 0 2-16,1-1-1 0,0 2 0 0,0 0-1 16,-2 0 0-16,2 3-8 0,-3 4 10 0,11 12-4 15,-4 3 6-15,-3 3 1 0,-4 1-4 0,-1 2 5 16,-2 5-5-16,-3-4 6 0,0 5-1 0,-2 0-6 16,0-3 3-16,0 1-1 0,1-10 2 0,0 0 3 0,-1 0 0 15,0-5 2-15,0 0-6 0,0-2 8 0,0-2-8 16,1-3 13-16,-1 1-2 0,6-4-5 0,-10-1 4 15,2-1 2-15,-1-4 16 0,2 1-2 0,0 4 4 16,0-1-12-16,-2-2-8 0,2-2-4 0,-6-1-1 16,8-1-7-16,4 1 5 0,-3-2-4 0,3-2 3 15,-7-10-9-15,2-3 5 0,3-2-3 0,1-3 3 16,3-2-8-16,4-2 4 0,4-2 2 0,5 1-1 0,-12-5 5 16,18 0-6-16,1-1 5 0,2-1-5 0,1 3 9 15,3 1-5-15,2 1 0 0,1 1-2 0,4-1 9 16,4 3-3-16,1 1-3 0,5-1-1 0,1 2-2 0,-4 1-2 15,-3 2 4-15,-3 1-4 0,-9 2 3 0,-4 5 5 16,-4 1-1-16,-7 3 3 0,-2 4 0 0,-6 2-2 16,1 1 0-16,-3 1-1 0,1 1 4 0,0 0-7 15,1-2 2-15,0 1-6 0,-1 1 8 0,-1 1 0 16,0 1 4-16,-5 10-4 0,-7 9 2 0,1-2-7 16,7 0 3-16,-10-2-3 0,3 0 3 0,3-2 3 15,0-2-4-15,6-1 4 0,-3-2-4 0,1 0 1 0,0-3 0 16,-1 1 2-16,3-1-2 0,0 0-3 0,2 0 3 15,2 2-4-15,0-2 2 0,3 1 3 0,2 1-2 16,0 2 3-16,5-1 4 0,-1 1-6 0,1 2 3 16,-1 1-5-16,-2-1 3 0,-1 0 2 0,-2 0-1 15,-1-3 1-15,-2 1 2 0,-1 0 3 0,5-2 1 16,-4-2 0-16,1 0 1 0,-3-1 7 0,-1 0-2 0,-1 0 4 16,-3 1 6-16,-2-1-7 0,-21 0 0 0,1-3-4 15,-4-2-10-15,0 15-5 0,2-9-1 0,-1-5-4 16,0-3-22-16,0-4-72 0,1-3-16 0,0-5-26 15,1 12-125-15</inkml:trace>
  <inkml:trace contextRef="#ctx0" brushRef="#br0" timeOffset="21567.03">18524 5506 1359 0,'0'0'15'16,"0"0"5"-16,0 0-8 0,2 0-5 0,-1 0-1 16,5 0 26-16,17 2-1 0,4 1 5 0,4-1-6 15,3 2-12-15,1-1-18 0,3 1 0 0,2-1-2 16,-1 1 4-16,2-2 0 0,-4 2-3 0,-3-3 1 16,-1 0-6-16,-6-1 4 0,-1 0 1 0,-3-1 0 15,-5-2-8-15,-1 1-8 0,-2 0-5 0,-1-2-1 0,-3 2-21 16,-3-1-120-16,-3 1-2 0,-2 0-61 0,-1 2-206 15</inkml:trace>
  <inkml:trace contextRef="#ctx0" brushRef="#br0" timeOffset="21752.07">18362 5759 1682 0,'-1'-1'50'0,"0"-1"-59"15,0 1 40-15,-1 0-23 0,1 0-50 0,1 0 37 16,1 0-5-16,11-3 13 0,16-1-7 0,1 3-9 16,-4 2-1-16,-1 0-3 0,-3 1-9 0,-4 0 0 0,-3 1-1 15,-4-2-5-15,0 0-65 0,-7 0-89 0,1 0-76 16</inkml:trace>
  <inkml:trace contextRef="#ctx0" brushRef="#br0" timeOffset="22501.04">17564 5323 1588 0,'-2'-3'11'0,"-1"-6"27"0,-2-4-43 15,3 5-17-15,1 2 4 0,1 0-7 0,0 2 14 0,0 1 5 16,0 0 2-16,0 2 0 0,0 0-11 0,1-1 8 16,0-1-7-16,0 1 10 0,0 0-2 0,1 1 8 15,-2-1-1-15,-2 1 4 0,1 0-3 0,-3 1 8 16,-15 0 2-16,-1 0 1 0,-1 2 3 0,-3 2 5 16,-1 2-6-16,3 1 5 0,-6 2-13 0,2 2-4 15,1 1 3-15,1 1-4 0,7-11-3 0,4 16 4 16,4-1-3-16,3 2 5 0,1-3-5 0,4 2 0 0,-10-1 0 15,4-2 0-15,4 0 2 0,2-2 0 0,1 1-2 16,1-2 0-16,2 0 3 0,2-2 0 0,1 0-1 16,2 0-1-16,9-2-2 0,5 2 3 0,0-4-2 15,1-4 2-15,4 0-3 0,-3 11 6 0,1-7 6 16,2-6-2-16,-5-2 0 0,1-4-9 0,0-3 3 0,-4-1-3 16,0 8 10-16,-3-15-3 0,0 0 0 0,-2 0-2 15,0 1-5-15,-2-2 0 0,-1 3 0 0,-2 0 0 16,-1 2 2-16,-3 2-3 0,-1 2 2 0,-3 2-2 15,1 1-3-15,0 2 11 0,0 1-7 0,-2 2 9 16,3-2-11-16,-2 1-2 0,0-1-4 0,0 2 3 16,0 0-5-16,-1 1 12 0,0 1-1 0,0 2 4 15,-9 19-11-15,-2 5 4 0,1 4 0 0,-1 3 2 0,1 3 0 16,-1 3 0-16,0 0 2 0,1 3 1 0,-2-1 2 16,2-2-2-16,-1-1-6 0,2-3 3 0,-1-2 3 0,0-1-5 15,-2-1 8-15,-1 1-6 0,0-2 11 0,-1-1-10 16,0 2 5-16,1-4-5 0,-1 1 8 0,1-4-3 15,10-4 2-15,-11-1-2 0,-3-6 1 0,-1-1 4 16,7-3-1-16,-2-3 2 0,2-4 0 0,0-1 10 16,-3 7 1-16,1-3 3 0,3-4 4 0,-2-1 5 15,2-1-7-15,2-2 5 0,0-2-13 0,1 0-7 16,0-3 1-16,1-7-5 0,1 2-1 0,3-5-8 16,-1 1 0-16,-8-3-4 0,2-3-2 0,6 1 3 0,3-2-1 15,2 0 2-15,4-3 0 0,4-1-2 0,4 0 4 16,-7 0-2-16,19 1 0 0,4 0 2 0,0 4-5 15,-1 2 4-15,-2 3-16 0,-3 4 12 0,-7 3-4 16,-1 1 6-16,-1 4-8 0,-6 2-4 0,2 2-1 16,-4-4-1-16,0 2-5 0,-1 0-10 0,0 2-1 0,0 1-3 15,-2 0 0-15,2 1-93 0,0 2 11 0,-1-1-45 16,2 3-54-16</inkml:trace>
  <inkml:trace contextRef="#ctx0" brushRef="#br0" timeOffset="23151.86">17647 6101 1117 0,'-1'-1'53'0,"0"0"113"0,0-2-153 0,-1 2-11 16,1-1 1-16,0 1-4 0,1-1-1 0,0 1 2 15,0-1-3-15,0 0 3 0,0-1-8 0,0 2 5 16,0 0 3-16,0 0-1 0,1 0-4 0,0 1 9 15,1 0-3-15,-2 0 8 0,0 1 0 0,0 1-3 16,1 10 1-16,-1 4-2 0,0 3-4 0,-1 0 2 16,-2 0-4-16,0-2 3 0,-1 0 6 0,1-2 6 15,-1 0 8-15,2-2-2 0,-1 0 12 0,1-3-8 0,1-1-2 16,0-2-1-16,0 0-12 0,1 0 0 0,0-2-2 16,0 0 0-16,0-3-7 0,0 0 9 0,0 0-6 15,0 0 7-15,0 0 9 0,1 1 23 0,0-2-3 16,0 0 4-16,0 0-29 0,0-1-7 0,2-1 0 0,-1 0 0 15,3-3 3-15,2-5-5 0,0-4 3 0,0-1-3 16,0 0 2-16,-1 0 1 0,0-2-10 0,0 3 3 16,-2 3-7-16,1-2 6 0,0 1 4 0,1 0 0 15,0 1 3-15,-1 4-10 0,2 0 6 0,2 3-7 16,0-1-2-16,1 1 6 0,-2 2-4 0,-1-4 5 16,3-2 1-16,1 2-6 0,1 2 3 0,-2 2-6 15,0 1-2-15,-3 1 7 0,0 2-3 0,0 0 5 16,0 11-5-16,0 1 4 0,-2-1-3 0,-2 0 4 15,0 0 3-15,-1-2-1 0,3 0 3 0,-2-4-4 0,0 0 6 16,-1-1-6-16,0-1 3 0,2-1-4 0,-1 0 0 0,-2-3 0 16,1 0 5-16,-2 0-4 0,2-1 16 0,-1-1 2 15,2 1-3-15,0 0 2 0,2 0-6 0,-1-1 3 16,0 0-7-16,1-2 5 0,-2 0-10 0,3-8-4 16,0-5 7-16,1-2-7 0,-2 1 2 0,3-3 3 15,1 0-7-15,-2 0 5 0,3 1-3 0,0-1 1 16,-1 1 0-16,1 4-1 0,-2 2-6 0,-2 4 7 15,-1 2 0-15,-1 4 3 0,-1 1-3 0,-1 0-12 0,3-2 6 16,-1 3-7-16,-1 0 7 0,1 1 4 0,-2 3-6 16,-1 21 6-16,0-2-2 0,14 3 4 0,-7-1 2 15,-5 1 1-15,-1-4 3 0,-2-2-7 0,0 0 2 16,0-5-4-16,0 0-3 0,2-3 2 0,1 0-14 16,2-4 7-16,-3-3-32 0,20-4-135 0,3 11-17 15,11-10-75-15,8-9-387 0</inkml:trace>
  <inkml:trace contextRef="#ctx0" brushRef="#br0" timeOffset="23703.04">21537 5560 1169 0,'0'-1'25'16,"-1"0"-4"-16,0 0 3 0,0-1-4 0,-1 1-8 0,1 0-27 16,1 0 15-16,0 1 10 0,1 0-1 0,1 0 6 15,0 0 16-15,13 3-4 0,2 2 11 0,4 2 8 0,0 0-11 16,1-1-1-16,5 1-6 0,-1-1-24 0,-1 0-3 16,2 1-4-16,-5 0 3 0,2 0 0 0,-2-1 0 15,-1 0-7-15,-2-1 4 0,-4-2-11 0,0-1-5 16,-4 1-4-16,-1-2-6 0,-2 0-51 0,-3-1-87 15,1 0-3-15,-3 0-35 0,-1 0-87 0</inkml:trace>
  <inkml:trace contextRef="#ctx0" brushRef="#br0" timeOffset="23870.91">21594 5826 832 0,'0'0'127'0,"-2"0"249"15,1-1-323-15,0 0-47 0,0 1-1 0,1 0-12 16,0 0 7-16,0 0 6 0,1 0 0 0,1 0 0 16,16-2-1-16,10 1-5 0,3 1-3 0,5-2-4 15,1-1-14-15,4 0-26 0,-1-1-36 0,0-1-21 16,1-1-352-16</inkml:trace>
  <inkml:trace contextRef="#ctx0" brushRef="#br0" timeOffset="25254.03">22905 5602 861 0,'-1'0'36'0,"-1"0"-33"16,1 0 51-16,-9 0-22 0,0 0 8 0,9 0-18 15,-1 0-14-15,-1 0 4 0,1 0-11 0,0 0 12 16,0 0 10-16,1 0-2 0,1-1 18 0,0-1-1 15,6-12-7-15,6-10 2 0,-11 3-11 0,17-6 4 16,-1 0 5-16,2 0-3 0,0-2-7 0,1 2-7 16,0-2 0-16,0 2-3 0,1 1-10 0,-1 2 1 0,1-2-2 15,0 0 2-15,-2 0 2 0,0-1 0 0,-5 6-3 16,1 3 1-16,-3 2-2 0,-4 5 0 0,3 1 2 16,-4 4-2-16,0 0-6 0,-3 3 0 0,-1 1 1 15,0 1 0-15,-1 0-3 0,0 1 6 0,1 1-3 16,-2 1 5-16,2 14 8 0,-2 11-8 0,-2 1 0 0,-5-1-3 15,-2 3 2-15,-2 0-2 0,-2 2 7 0,-1-1-5 16,1 2 3-16,2-1 2 0,3-4-3 0,2-1 2 16,1-2-7-16,3-6 4 0,0 1 0 0,1-4 3 15,0-3 4-15,0 0 1 0,0-3-1 0,0-5 0 16,2 4-6-16,-1-6 3 0,1 2-2 0,-1-2 3 16,0 0 3-16,0-2 1 0,6 1 3 0,-1 3-1 0,2-1 10 15,1-2-6-15,3-2-6 0,0-2 1 0,1-4-11 16,1 5 4-16,2-18 7 0,-1-2-3 0,-1-2 1 15,-2 0-4-15,1-3-6 0,0 1 2 0,0-1 0 0,-1 0 2 16,0 2 0-16,-2-3-2 0,3 1-5 0,-2-4 9 16,1 1-2-16,1 0 4 0,-1-1-14 0,0 2 10 15,-2 1-3-15,0 2 4 0,-3 5-6 0,-2 6 4 16,-1-1 0-16,-2 8 3 0,1 1-1 0,-2 5-3 16,1-2-4-16,1 1 1 0,-1 1-9 0,-1 0 13 15,0 1 1-15,0 1 3 0,-1 6-5 0,-2 23 8 16,-5 6-6-16,-1 1 5 0,-2 1-6 0,-1 0-2 15,-2 0 3-15,-1 2-2 0,-2 3 0 0,2 0 5 16,0 1-2-16,2-1 1 0,3-6-9 0,2-4 5 0,1-4-6 16,2-8 6-16,2 0 2 0,1-7-13 0,1-1 4 15,1-2-11-15,0-4-14 0,0-3-59 0,1-2-14 16,0 0-23-16,-1-2-131 0</inkml:trace>
  <inkml:trace contextRef="#ctx0" brushRef="#br0" timeOffset="25620.6">23643 5599 952 0,'0'0'58'0,"0"0"103"0,-1 0-139 16,0 0-16-16,0 0-1 0,-1 1-2 0,1 0 6 15,0 2-5-15,-4 7 5 0,-3 9-6 0,0 2-3 16,0-1 8-16,1 0-4 0,0-2 8 0,0-2-4 0,-1 0-1 15,3-1 5-15,0-3-2 0,1-1 11 0,2-1-11 16,1-2 3-16,0-1-4 0,1-1 13 0,0-1 27 16,0-2-4-16,0 0 11 0,1-1-2 0,1 0-18 15,4 3 4-15,9 3-9 0,2-3 0 0,2-2 6 16,-2-3-5-16,3-1 5 0,-3-1-5 0,5-4 1 16,2-1-5-16,0-2 1 0,2-3-15 0,-1 0-11 15,-4 0 8-15,-5 2-10 0,0 5 1 0,-4-9-2 16,-2 0 0-16,-2-3 0 0,-1 4 7 0,-3-3-9 0,-1-1 2 15,7 3-4-15,-2-2 2 0,-3 2 0 0,-4 5-3 16,0 0 2-16,-1 2-10 0,0 2-11 0,-1-3 5 16,0 3-7-16,-2 1 1 0,2 0-26 0,-1 1-16 0,1 0-8 15,1 2-90-15,0 0-143 0,-3-1-91 0</inkml:trace>
  <inkml:trace contextRef="#ctx0" brushRef="#br0" timeOffset="26521.02">24524 5308 1266 0,'0'-1'10'0,"0"0"-3"0,0 0 3 15,0 0 6-15,0 0-8 0,0-1-6 0,0 1-2 16,0 0-3-16,-1 0 2 0,0 0-7 0,-1 0 8 15,1-1-5-15,-1 2 5 0,-15-2 6 0,2 2-2 16,-5 2 10-16,0 2-6 0,-1 2 22 0,0 0-7 16,-2 0-1-16,1 1-1 0,-3 1 2 0,2 0-4 15,-2 1 7-15,4 2-5 0,1 1 3 0,1-8 2 16,3 16-3-16,3 2 3 0,0 0-12 0,1-3-5 0,7 4-2 16,0 0-2-16,1 0-10 0,-8 0 8 0,6-3-6 15,5 3 6-15,4-5-9 0,1 0 1 0,5-1 3 16,-2-5-1-16,-6 2-4 0,13-5-7 0,0 1 0 0,5-1-2 15,0-3 5-15,3 0-4 0,-1-3 3 0,1-1-3 16,2 10-2-16,-2-5 5 0,2-4-5 0,-1-3 6 16,1-4-3-16,-2-2-3 0,1-1 8 0,-1-2-6 15,0-2 8-15,-3 2 4 0,-1-2-2 0,-2 10 3 16,1-11-2-16,-1 4 4 0,-1-2-5 0,-1 0 5 16,-2 4 4-16,-4-1-4 0,1 1 2 0,-6 4-4 15,1-3 0-15,-1 4 0 0,1 0 1 0,-1-1-1 16,-1-1 2-16,0 1 7 0,0 0 3 0,-1 0 0 0,1 1-5 15,-1 1 5-15,-1 0 0 0,0 1 4 0,0 1 6 16,-1 0-3-16,-6 7-8 0,-1 7 5 0,-12-1-3 16,4 1 7-16,0 3 6 0,0-1-2 0,0 1 8 0,1-1-10 15,0-2 3-15,4-1-5 0,1-2 3 0,4-2-17 16,3-1 3-16,2-2-6 0,-1 1 15 0,-2-3-15 16,0-1 11-16,3-1-11 0,0-1 17 0,1 0-13 15,0-1 8-15,0 1-8 0,1-1 13 0,0 0 3 16,2-1-3-16,12 4 3 0,1-4 1 0,0-2-10 15,1-2-3-15,-4-2-2 0,-2 0 3 0,-1-2-2 16,1 0 1-16,-3 4-4 0,3-9-10 0,-7 2 7 16,0 1-2-16,3 0 4 0,-2 0-11 0,-2 2 2 0,0-2-4 15,-2-1 4-15,-1 2-10 0,0 0-14 0,-3-1-1 16,2 4-5-16,-2-3-17 0,-2-2-12 0,2 4 4 16,-2-4-6-16,1 2-9 0,1-2-14 0,0-2 8 15,2 1-5-15,2-5 30 0,4 2 6 0,3-2-1 0,-2-2 3 16,13 3 0-16,5 0 1 0,-2 0-4 0,0 2 6 15,3 4 13-15,-5 0 24 0,0 4 5 0,-2 3 4 16,-3-1 13-16,-2-5-2 0,-1 3 6 0,-3 3-2 16,0 1 17-16,-3 1 12 0,1 2-5 0,-2 0 12 15,-1 3 34-15,-2 14-12 0,0 2 9 0,-1 3-15 16,12-2-25-16,-3 6-3 0,-4-1-3 0,-3 0 2 16,1 4-5-16,-2-5 7 0,0-3-4 0,1 1 5 15,-1-3-16-15,0-1-3 0,2-2-7 0,1-2 4 0,1 1-5 16,-1-5-8-16,1-1 7 0,0-2-9 0,-3 1 6 15,7-4-14-15,2-2-1 0,-3-1-4 0,2 4-1 0,2 0-3 16,-3-4 3-16,6 0-4 0,-5-3-3 0,1-1-15 16,2-4-24-16,-7 1 3 0,6 3-82 0,-1-13 31 15,-4-1-7-15,1 0 15 0,-5-1-16 0,1 2 13 16,0-1-4-16,-1 1 8 0,1-2 13 0,2 4-16 16,-1-4-11-16,2 3-8 0,-1-2-70 0</inkml:trace>
  <inkml:trace contextRef="#ctx0" brushRef="#br0" timeOffset="26689.45">25257 5606 152 0,'0'0'65'0,"0"-1"13"0,0 0 57 15,-2-1 2-15,1 1-43 0,0 0-18 0,0 0-5 16,-2 1-4-16,-12-1-1 0,-4 2 9 0,-1 2-1 16,-2 4 1-16,1 3-17 0,-4 3-10 0,-3-10 3 15,-1 19-5-15,-3-1 5 0,2 3-3 0,-1 1-6 16,-2 1 2-16,0 0-24 0,1-1-8 0,0-1-4 0,5-1-1 16,1-3-7-16,6-4-3 0,5-2-2 0,7-3-2 15,2-3-14-15,2-5 0 0,3 0-4 0,1-2 1 16,-2 1-23-16,0 1-22 0,0-2-22 0,1 0-2 15,1-1-87-15</inkml:trace>
  <inkml:trace contextRef="#ctx0" brushRef="#br0" timeOffset="27320.5">25658 4978 897 0,'0'0'14'0,"0"0"-2"0,0 0 15 16,0-1-7-16,0 0 3 0,0-1-23 0,0 1 5 0,0 1-2 16,0 0 3-16,0 0-5 0,0 0 2 0,1 0 6 15,0 0-4-15,0 0 5 0,0 0 18 0,-1 0-2 16,1 0 10-16,1 1 18 0,-2 1-16 0,1-1 7 15,-1 0-11-15,0 1-2 0,0 2 11 0,-1 9-9 0,-3 4 9 16,-1 2-19-16,-2 5 2 0,-1-1-10 16,-1 1 5-16,-5 6-12 0,1 0 7 0,-2 0 0 0,3 1 0 15,-1-4-12-15,1-1 0 0,0-3 5 0,4-1-3 16,1-1 5-16,2-5-7 0,3 1 1 0,1-4-2 16,-1-2 7-16,2-2-5 0,0-1-2 0,0-2 0 15,0-3 3-15,0 0 10 0,2-1 8 0,-1 0-2 16,1-1 7-16,5 2-9 0,10-3-11 0,0-6 4 15,2-5-11-15,2 8 1 0,-1-17 2 0,0 2-2 0,-1 2 2 16,0-1-5-16,-4 3 0 0,-3 0 0 0,0 2 3 16,-4 3-9-16,0 1 5 0,0 5-8 0,-5 1 7 15,-2 2-12-15,1-2 1 0,1-1-4 0,-2 2 5 0,0 0 8 16,0 1-2-16,0 1 4 0,-1 1 1 0,0 8 2 16,0 6 1-16,0 1 0 0,0-2-2 0,1-1 0 15,2-1 0-15,0 0 0 0,2-2 19 0,1-3-16 16,0-2 11-16,9-2-14 0,2-1 11 0,0 9 5 15,3-5-7-15,1-5 5 0,2-3-9 0,-2-4-2 16,1-3 7-16,-2-2-6 0,-2 0 5 0,-1 7 2 16,-2-9-3-16,-5-1 4 0,4 1 5 0,-7-1 14 15,2 2-4-15,-5 1 6 0,-3-2-11 0,2 1-4 16,-2 1-1-16,7-2-3 0,-4 4-10 0,-2 1-8 0,-1 0 1 16,-1 2-4-16,0 0 5 0,0 1-14 0,0 0 3 15,0 1-7-15,0 0-11 0,0 2-4 0,0 0-4 16,-2-2-2-16,0 1-41 0,-3 0-49 0,-6-2-1 15,2 3-14-15,-1 1 0 0,1 1-69 0,1 0-20 0</inkml:trace>
  <inkml:trace contextRef="#ctx0" brushRef="#br0" timeOffset="27641.63">25561 5617 1216 0,'-1'-2'17'0,"0"1"-9"15,-2 0 15-15,1 0-5 0,0 0-12 0,-1-1-6 16,1 1 5-16,0 0-5 0,0 0 4 0,1 0-1 16,0 0 1-16,0 1 2 0,0 0 19 0,1 0 22 15,0 0-3-15,1 1 10 0,0 0 6 0,9 1 9 16,11 4 1-16,6-1 0 0,3-2-6 0,3 0-16 15,5-2-3-15,-1-1-6 0,1-1-29 0,-1 1 1 16,-3 0-6-16,-4 0 5 0,0 0-10 0,-7 2 1 0,-2-1-3 16,-3 0 0-16,-5 1-8 0,-1-2 7 0,-2 0-2 15,0 0 2-15,-1 0-7 0,-4 0-9 0,-1 0-3 16,-1 0-5-16,-2 0-33 0,3 0-63 0,-2-2-2 16,0 1-26-16,1 0-58 0,-2 0-172 0</inkml:trace>
  <inkml:trace contextRef="#ctx0" brushRef="#br0" timeOffset="27988.81">25789 5754 995 0,'-1'0'301'16,"0"0"-413"-16,0-1 351 0,0 0-199 0,-1 1-39 16,1 0-1-16,0 0 5 0,-1 0-4 0,-1 1 1 0,1 0 1 15,1 1-1-15,-9 14 2 0,2 0 4 0,0 2 0 16,0 0-7-16,-3 0 5 0,1 2-6 0,-2 0 10 15,0 0-2-15,1 0 4 0,2-3 5 0,1-3 18 16,1-1 1-16,1-3 3 0,2-1-14 0,1-2-2 16,0-3-5-16,2 0 1 0,-1 1-12 0,1-2 0 15,1-2 1-15,0 3-2 0,0-3-8 0,0 3 3 16,0-1-4-16,0-1 6 0,0 1 10 0,0-1-10 16,1 0 15-16,0 1-13 0,0-1 19 0,2-1-12 15,-1 1 3-15,12 3-5 0,0-1 6 0,5-2 0 0,-1 1-7 16,2-2 5-16,1 1-8 0,-2-1-4 0,-1 2 5 15,-2-1-6-15,-3 0 1 0,1 2 0 0,-1-1-3 16,1 1 1-16,-1 1-6 0,0-2-4 0,1 1 3 16,0-1-3-16,0 0-4 0,1-1-39 0,-1-2-26 0,1 0-7 15,1-4-109-15,2-3-99 0,5-4-54 0</inkml:trace>
  <inkml:trace contextRef="#ctx0" brushRef="#br0" timeOffset="28443.66">27199 4806 944 0,'-1'-1'7'0,"0"0"-6"0,0 0 30 16,-2-2 5-16,2 3 2 0,-7-2-17 0,1 1-21 16,-3-6 6-16,2 2-8 0,-4 0 11 0,-3 3-5 15,0 2 4-15,-4 1-3 0,1 3 13 0,0 1 0 0,-1-1 2 16,0 2 0-16,0 1 9 0,4 0 6 0,-2 1-6 16,1 3 6-16,-1-9-5 0,0 16-13 0,-1 1 7 15,2 3-9-15,-1 4 9 0,1 2-12 0,1-1 2 16,-1 6-4-16,2-1 1 0,1 1-9 0,1 3 5 15,2-3-6-15,-3 1 16 0,0 1-15 0,-1-4 2 0,-1 3-5 16,4 0 9-16,0 4 4 0,2 2 4 0,1 4-2 16,0 0 10-16,2 2-9 0,1 1 9 0,-14-1-8 15,11-5 7-15,4-6 0 0,4-3-9 0,2-7 6 16,1-2 1-16,3-3-20 0,1-1 11 0,2-1-14 16,1-3 2-16,-9-3-2 0,15-3-2 0,0-2 0 15,-1-2-7-15,0-1-1 0,-3-3-11 0,-3 6 5 0,1-1-25 16,2-2 4-16,2-1 2 0,-1-3-6 0,1-3-59 15,-4 0-67-15,1-3-27 0,-2-1-27 0,1 1-254 16</inkml:trace>
  <inkml:trace contextRef="#ctx0" brushRef="#br0" timeOffset="28855.89">27249 5002 1438 0,'0'-2'9'0,"0"1"-1"0,-2-5 9 0,1-1-9 16,1 5 3-16,0 0-26 0,0-1 7 0,0 2-5 15,0 0 5-15,0 1-7 0,0 0 16 0,0 1-1 16,0 1 4-16,0 16-8 0,0 7 14 0,-1 3-4 16,-1 3 8-16,-3 0-1 0,-1 1-5 0,-1-3 3 15,-1-2-5-15,0 0-3 0,-2-1-3 0,2 0 1 0,0 0-1 16,1 1 16-16,1-1-8 0,0 0 5 0,0-1-6 15,0-1-2-15,1-3 12 0,3-1-7 0,2-2 9 16,0-3-3-16,1-2-11 0,0 0 7 0,2-2-8 16,-1-4 4-16,2 0-2 0,-2-4-3 0,3-1 3 15,6 6 5-15,5-1 1 0,-2-5 0 0,0-2 0 16,4-3 9-16,-1-5-5 0,2 5 6 0,2-22-6 0,-1 0-1 16,1-4-7-16,3 1-5 0,-2 0 1 0,2-1 2 15,2 0-1-15,0 1 0 0,1 1-2 0,-2 1-7 16,-1 0-4-16,-5 2 6 0,-3 0-4 0,1 2 3 0,-6 2 1 15,4 3-9-15,-6 3 4 0,-2 6-23 0,-2 2-1 16,-4 1-8-16,1 2-4 0,-2 2-85 0,3-2-20 16,-2 2-12-16,-1 0 0 0,0 1-57 0</inkml:trace>
  <inkml:trace contextRef="#ctx0" brushRef="#br0" timeOffset="29759.01">27670 5522 823 0,'0'0'44'0,"0"0"-7"0,1 0 39 0,0 0 4 15,0-1-8-15,0 0-20 0,2 0-19 0,-1-1-3 0,0-1-3 16,3-3-1-16,1-2 0 0,0-2-2 0,-2 0 1 16,0 1-7-16,0-2 4 0,-3 2-4 0,0-1 3 15,-1 2-4-15,0 0-4 0,0 2 3 0,-1 0-4 16,1 3 6-16,0 1-8 0,0 1 7 0,-7-3-9 15,-9-4 1-15,-1 5-8 0,-4 3 5 0,-3 6-5 16,2 2 8-16,-2 5 0 0,1-8-2 0,1 17 2 16,2 2-3-16,2-3-9 0,2 3 0 0,6 0-1 0,0-2 12 15,6-4-7-15,0-5 5 0,-3-3-6 0,2-3 0 16,2 2 10-16,1-2-1 0,0-1 5 0,2-4 3 16,0 3-3-16,2-2 2 0,-2-2-3 0,4 3-3 0,14 4-3 15,3-4 1-15,0-4-1 0,4-4-7 0,0-2 0 16,-2-1-4-16,2-1 2 0,-6 1-4 0,-1-1 8 15,-1 1-1-15,-3 0 5 0,-1 0-9 0,-1 1 6 16,-4 1 0-16,-1 1 3 0,-2 2-4 0,-4 2 3 16,0 0-5-16,1-1 4 0,1 0-9 0,-1 0 2 15,0-1-2-15,0 1 3 0,-1 1 4 0,0 0 6 16,0 1 5-16,0 1-1 0,1 2-6 0,-1 13 2 16,-1-1-3-16,-1 1 3 0,-2 0-7 0,0 1 4 0,-1 1-5 15,1 0 5-15,-1-2-11 0,1-2 7 0,-1 3 2 16,0-3 2-16,0 2 1 0,-2-1 1 0,0 1-5 15,-2 0 5-15,-2 2-7 0,0 0 4 0,9 1 1 16,-17 0 1-16,0 0 1 0,0-2-1 0,-1-2-1 0,5-3 0 16,-2-4 1-16,7-1 1 0,-1-5-1 0,2-2 0 15,4 2-9-15,-1 0 7 0,2-2 2 0,1 0 4 16,-1 2 11-16,0-3-6 0,-1 1-7 0,2-1 3 16,-1 0-7-16,1-1 0 0,-1 0 0 0,2-2-2 15,-5-10-9-15,3-1-4 0,1 0 1 0,4 0-3 16,1-1-10-16,3-1 12 0,2 0 0 0,-5 0 5 0,15 0 7 15,4 1-5-15,-1 0 2 0,0-2-2 0,1 0-1 16,5 0 8-16,0-2-6 0,4-1 9 0,1 1 3 16,-4-3-9-16,4 0 2 0,-5 1-4 0,3-1 1 0,-2 1-4 15,-1 0 5-15,-1 0-4 0,-3 0 3 0,-2 7 2 16,-1-2-1-16,-5 7 1 0,-3 1-1 0,-3 3 0 16,-5 3-1-16,-4 1 0 0,2-2 1 0,1 1 10 15,-1-1-3-15,-1 1 4 0,0 1-2 0,0 0 1 16,-1 1 2-16,0 1-3 0,-1 1-8 0,-6 10 3 15,5 8-5-15,-11 2 2 0,4 1-5 0,-2-3 5 16,4 0-3-16,1-3 2 0,0-1-2 0,5 0 0 16,0-3 6-16,-9 0-5 0,4-1-7 0,4-4 8 0,1 1-7 15,1 1 7-15,0-3-2 0,1 1 2 0,1 0 3 16,2-1-1-16,1 2 1 0,-1-2-5 0,-1 0 3 16,1 0-4-16,2 0 2 0,-2-1 5 0,1 0-4 15,-2-1 4-15,-1-1-6 0,0 0 7 0,-1-2 2 0,0 0 3 16,-1 1 6-16,0-1-4 0,0-1 1 0,0 1-2 15,-1 1-7-15,-2-1-1 0,-11 4-2 0,-2-2 1 16,1-3-2-16,-1-1-3 0,3 0-3 0,2-1-1 16,1-1-7-16,3 1-46 0,1-1 10 0,2 1-22 15,-1-2-8-15,4 3-5 0,0 0-10 0,-3-4 2 16,-2-5-41-16,3 1-52 0,-1-1-30 0</inkml:trace>
  <inkml:trace contextRef="#ctx0" brushRef="#br0" timeOffset="30023.84">28387 5493 1429 0,'0'0'14'0,"0"0"-4"0,0-1 2 16,0 0 5-16,0 0-9 0,0 1-10 0,1 0 10 0,0 1-3 15,2 0 7-15,2 1-1 0,11 5 1 0,0 2 2 16,4-2-1-16,4 0 5 0,-1-1-16 0,3-1 6 16,-4 0-8-16,0-1 1 0,1-1 1 0,-3 0-4 15,0-2 3-15,1-1-3 0,-4-1-3 0,-1-2 5 16,-1 1-4-16,-3-1-8 0,-1 1-25 0,-2-1-9 0,-1-1-14 16,2-1-124-16,-1-1-277 0</inkml:trace>
  <inkml:trace contextRef="#ctx0" brushRef="#br0" timeOffset="30590.71">29258 5170 620 0,'0'-1'57'0,"0"-1"-14"0,0 0 18 16,0-9 22-16,0 4-32 0,0 1-14 0,0 2-15 16,0 3 3-16,0-3-8 0,1 2-1 0,-1-1 3 0,2 1-2 15,-2 1 3-15,0 0 12 0,0-1 15 0,0 1 1 16,1 0 0-16,-1 0-13 0,1 1-4 0,-1 0 0 15,0 0-2-15,0 1-11 0,0 1-5 0,0 4-3 0,0 10 1 16,0 2-1-16,0 0-6 0,-1 2 2 16,-3 2-4-16,1-2-3 0,-1 3 1 0,-1 0 2 15,1 2 2-15,-1 1 2 0,-1 0-3 0,0 0-2 0,2-1 1 16,0 3-9-16,2-4 6 0,-1 1-1 0,1 0 5 16,1-5 10-16,0-3-9 0,1-1-1 0,0-4-2 15,0-1 10-15,0 0-2 0,0-4 14 0,0-1-11 16,0 2 14-16,0-6-12 0,0 2 1 0,0-2-4 15,1 0 7-15,0 1 14 0,0-2-8 0,0 0 10 0,1 0-14 16,0-1-3-16,3-1-1 0,8-6-1 0,-1 3-5 16,4-18-4-16,0 1 1 0,3-7-3 0,1 0-2 15,2-1 7-15,2-1-7 0,1-1 7 0,0 2-6 0,0 3-2 16,-4 0 3-16,0 3-3 0,-3-1 3 0,0 2-2 16,-2 0 2-16,-2 4-2 0,-1-1 1 0,-5 1-6 15,4 5 0-15,-7 0-3 0,1 6 2 0,0 1-1 16,-5 1-6-16,2 3 2 0,-3 1-12 0,3 0-9 15,-1-1 9-15,0 0-13 0,1 1-34 0,-2 0-59 16,0 1-2-16,0 1-20 0,-1 0-51 0,0 2-133 16</inkml:trace>
  <inkml:trace contextRef="#ctx0" brushRef="#br0" timeOffset="30974.92">29769 5421 766 0,'0'-1'162'16,"0"0"50"-16,0 0-66 0,0-2-110 0,1 1 12 15,0 0-24-15,0-1-21 0,0 1-5 0,0 1-4 16,1 0-2-16,-1 0 1 0,0-1 3 0,0 1-4 16,0 0-1-16,1 0 13 0,-2 1 1 0,0 0 4 15,0 0-2-15,0 0 11 0,-2 0-6 0,1 1 8 0,0 0-7 16,-1 0-6-16,0-1 4 0,-6 9-5 0,-1 4 8 15,1 2 1-15,-2 2 1 0,1 2-2 0,-1 0-7 16,1 5 3-16,-3-3-6 0,3 5 4 0,-2 0-8 16,3-2 6-16,1 2 0 0,0-2 3 0,2-1-2 0,4-4 20 15,-1-3-8-15,-8-2 11 0,4-1-8 0,3-1-4 16,3-1 3-16,0-2-5 0,0 1 0 0,2-3 1 16,1-1-5-16,-1-2 3 0,1 1-3 0,9-2-5 15,3 1 5-15,1-3-6 0,-2 0-2 0,0 9-4 16,-1-4-2-16,-1-3-1 0,-1 0 3 0,2-3-4 15,-3 0 1-15,-1-2-3 0,-1 0 1 0,-2 0-5 0,0-1 2 16,-1 1-5-16,0 1-9 0,-3-10-72 0,1 1 4 16,6-2-32-16,-2 0-46 0,-3-1-123 0,0-1-45 15</inkml:trace>
  <inkml:trace contextRef="#ctx0" brushRef="#br0" timeOffset="31192.82">29457 5542 1335 0,'0'-1'180'0,"0"0"-264"0,0 0 218 0,1 0-128 0,0 0-4 16,2-1-4-16,7-1 4 0,7 2-2 0,3 1 7 16,1 2-2-16,0 3-5 0,1 1 1 0,2 0-4 15,1-1-4-15,-2 0 2 0,2-1-4 0,-1-1-10 0,-1 0-15 16,-1-2-8-16,-2-1-3 0,-2 0-32 0,-4-3-142 15,0-1-2-15</inkml:trace>
  <inkml:trace contextRef="#ctx0" brushRef="#br0" timeOffset="31675.79">30194 4965 1141 0,'0'-1'17'15,"0"0"-4"-15,0-5 10 0,0-7-3 0,0 5-3 16,0 1-22-16,0 2 5 0,0 3 0 0,0-1 0 16,0 1-11-16,0 1 12 0,0-2-8 0,0 1 9 15,-1 0-7-15,0 0 7 0,0 1 2 0,0 0 3 16,-1 0 10-16,0 0 14 0,0 0 2 0,0 1 4 15,1 0 4-15,0 0-8 0,0 0 2 0,-1 0-3 16,0 0 1-16,1 1-14 0,0 0 1 0,0 0-6 0,0 1-2 16,1 2-6-16,-1 7 3 0,1 0-3 0,2 2 9 15,3 1-14-15,2 3 6 0,1-2-6 0,2 3 12 16,-8-2-6-16,13 3-4 0,1 1 0 0,1 0-4 0,1 4 3 16,-1-1 3-16,1-1 1 0,-1 3 6 0,-1-1-12 15,-1-1 2-15,-3 3-5 0,-2-1 3 0,-1 3-2 16,-5 1 5-16,-1 5-3 0,-2 2 7 0,14-1-3 15,-10 1-4-15,-6 1 3 0,-4-2-3 0,-1 2-3 16,0-4 3-16,-1-1-2 0,0-1 10 0,-1-2-3 16,-2 1 7-16,0-2-6 0,-1-1 6 0,-2 1 1 15,-1 1-5-15,13-2 6 0,-19 0 1 0,1-4-3 16,-1 1 3-16,1-2-4 0,-3 0-3 0,2 1-3 0,1-6 2 16,3-3-2-16,3-1-9 0,1-6 4 0,0 1-6 15,-1-4 6-15,0 0 0 0,-2-2-31 0,0 2-1 16,-3 7-20-16,-2-4-106 0,0-5-149 0,0-4-67 15</inkml:trace>
  <inkml:trace contextRef="#ctx0" brushRef="#br0" timeOffset="32528.15">30583 4414 540 0,'0'0'29'0,"0"-2"3"0,0 1 27 16,0 0-20-16,0 0 10 0,0 0-36 0,2 0-17 15,-1-1 3-15,0 1-7 0,1 1 14 0,1 0 11 16,3 0 1-16,3 0 4 0,4 0 1 0,0 0 27 0,1 0-10 15,-1 1 16-15,-1 1-9 0,1-1-3 0,0 1-2 16,-1 0-1-16,-1 2-9 0,-2-1-1 0,-1 1-6 16,-1-3 2-16,-3 12-15 0,0 4-2 0,-1 0 3 15,-1 1-5-15,9 2-3 0,-2 1 4 0,-6-1-4 16,-3 4 4-16,-1-5 2 0,-3 0-10 0,0 0 13 0,-2-4-11 16,0 0 9-16,0-4-2 0,-1 1-8 0,1-4 6 15,-1 2-3-15,2-3 9 0,4-1-8 0,-4-2 7 16,1 0-16-16,1-2 8 0,2 2 4 0,1-3 0 15,0 0 5-15,0 0 5 0,0 0 10 0,-2 2-3 16,-1-1 26-16,2 0-26 0,0 1-4 0,0-1-7 16,1-1-8-16,0 1 8 0,1-1-8 0,1 0 7 0,6 1-8 15,7 3-8-15,0-3 10 0,2-1-9 0,0 1 6 16,1-2-5-16,1 0-1 0,-2 0-2 0,1 0-1 0,1 0-9 16,3 0-2-16,-3 0-6 0,4 0-22 0,-1 0-149 15,-5 0-57-15</inkml:trace>
  <inkml:trace contextRef="#ctx0" brushRef="#br0" timeOffset="35345.97">21786 7317 723 0,'0'0'0'15,"-1"0"168"-15,0 0 9 0,0 0-3 0,0 0-10 0,-1 0-159 16,2 0-9-16,0 0 20 0,2 0 9 0,0 0-3 16,18 3 12-16,5 2-7 0,1 0 4 0,-1-3-6 15,3 2-4-15,-1-2-17 0,0-1 2 0,1 0-6 16,-3 1 7-16,-1-2-6 0,0 1-1 0,-2 0-1 15,2 0 1-15,-8-1-11 0,1 0 2 0,-3 0-11 16,-5 0-26-16,0 0-104 0,-3 0-2 0,-2 0-39 16,-3 0-47-16</inkml:trace>
  <inkml:trace contextRef="#ctx0" brushRef="#br0" timeOffset="35494.99">21970 7469 1191 0,'0'0'4'0,"1"0"2"0,0 0-6 16,4 0-6-16,21 0 1 0,3 0-12 0,6-4-22 15,4-1-20-15,1 0-11 0,5-4-151 0,4-1-68 16</inkml:trace>
  <inkml:trace contextRef="#ctx0" brushRef="#br0" timeOffset="36495.37">23466 6195 837 0,'0'-1'14'16,"0"0"-4"-16,0 0 6 0,0-1 0 0,0 1-5 15,0 0-21-15,0 0 15 0,1 0-5 0,0-2 9 16,0 1-7-16,0 0 1 0,2 0-4 0,-1 1 2 16,0 0 0-16,3-1-2 0,0-1 11 0,-1 1-8 15,0 1 7-15,0 0 6 0,-1 0-10 0,1 1 11 16,-1 0 3-16,2 0-1 0,0 0 3 0,-1 0-2 16,0 0 5-16,-1 0 2 0,2 2 5 0,0 0-3 0,-1 2 6 15,1 5-13-15,1 1 0 0,-1-1-4 0,-1 0 1 16,1 0-2-16,1 0 3 0,1-1-1 0,0-1 13 0,0 2-10 15,-1-1 4-15,2-2-5 0,3 1 8 0,-4-3-13 16,3 1 1-16,3-1-4 0,-3-1 7 0,3 0-5 16,2-2 2-16,-2 0-5 0,5 11-7 0,3-5 1 15,-1-4 3-15,2-2-1 0,2-1 1 0,-2-2-1 16,1-3-5-16,2 1 4 0,1-2-2 0,0-1-1 16,1 0 2-16,1 0-2 0,2 0-3 0,0-1 6 15,2 0-1-15,1 1 2 0,3 0-3 0,3 0-2 16,-1 1-1-16,-1 0 0 0,-1 3-1 0,-5 0 1 0,-1 1 3 15,-3 2 1-15,-2 0-5 0,-1 4 5 0,-1 2-7 16,-1 1 5-16,-1 2-2 0,0 2 1 0,-1-1 3 16,1-9-4-16,-2 11-9 0,0 2 8 0,-4-1 0 15,-4-1 4-15,2-2 5 0,-6 1-11 0,2 0 5 16,0-3-6-16,-4 0 6 0,1-1 3 0,-1-1-6 16,-3-2 5-16,2-1-1 0,1 1-1 0,-2-3 2 0,2 0-2 15,-4-1-2-15,0 0 3 0,2 2 0 0,-1 1 1 16,0-1 3-16,-1-2-5 0,4 2-2 0,2 1 1 15,1-2-1-15,2-1-3 0,-1-1 5 0,-1-2-3 16,7-3 3-16,-3 1 3 0,4-4-8 0,1 0 5 16,-1 0-10-16,1-2 10 0,3-1 0 0,-1 2 2 0,2-2-13 15,0 0 11-15,3 0-4 0,1 3 6 0,3 0-8 16,0 1 1-16,3 4 1 0,4 0-1 0,-3 4 2 16,1 0 0-16,-2 3 2 0,-2 1-1 0,-1 2-1 0,0 2 0 15,-2 2 0-15,-1-1 0 0,-2 1 9 0,-2-1 0 16,-1-1 4-16,-1 2-3 0,1-1 10 0,0 1 4 15,0 0-3-15,2 1 3 0,2-1-12 0,-1 0-8 16,6 0 3-16,-5-2-5 0,1 0-2 0,0-3 1 16,-1 1-4-16,4-1 3 0,2 0-4 0,2-3-21 15,-2-1-9-15,1-1-25 0,0-1-241 0</inkml:trace>
  <inkml:trace contextRef="#ctx0" brushRef="#br0" timeOffset="48343.05">23553 7046 502 0,'-2'0'0'0,"1"-1"9"16,-1 0 101-16,-3-1-27 0,1-2 6 0,-1 1-42 15,4 3-8-15,-2-1-17 0,2-3 5 0,-4-2-8 16,2 1 8-16,-1-2 0 0,2 0 4 0,1 1-1 0,1-2 9 16,0 1-6-16,2 0 0 0,2-1-2 0,0 1 1 15,-1 0 6-15,10 1 0 0,1 2-1 0,2-2-12 0,2 4-2 16,1 0-4-16,1-10 1 0,0 5-20 0,-4 5 2 16,3 2 1-16,-5 2 1 0,0 3 11 0,0 3-6 15,-4-5-1-15,0 20-1 0,-6 0-4 0,-2 4 1 16,13 4 2-16,-6-1-1 0,-8 1 7 0,-1 0-11 15,-5-3 9-15,-2-1-9 0,-2 1 5 0,-3-1-1 16,-2-1-5-16,6-1 4 0,-18-2 2 0,-1 1 6 16,-3-4 4-16,2 0-1 0,1-3 5 0,2-1 19 15,1-2-6-15,0-2 8 0,2-1-23 0,2 0 6 16,1-3-9-16,3-3 9 0,0 0-5 0,2-3-3 0,2-1 1 16,4 0-4-16,1 5-6 0,2-4 7 0,3 0-5 15,-2-1 5-15,3-1-8 0,-1 1-4 0,0-1-2 16,0 0-3-16,1-1-1 0,1 0 3 0,0-2 5 15,4-3-2-15,-1-7 5 0,16-1-4 0,0 1 0 0,0 0-1 16,1 3-3-16,-1 0-5 0,3 2 6 0,-2 2-2 16,0 2 9-16,-1 0-11 0,-3 3 3 0,2-11-4 15,-4 6 7-15,0 4-3 0,-1 1 0 0,-2 1 0 16,1 2 6-16,-4 1-3 0,-4-1 0 0,1 0-2 16,-2 1 2-16,2 8-2 0,1 0 3 0,0 1-2 15,-1-2 0-15,3 0-2 0,-1-1 1 0,2-2-1 16,4 0 6-16,0-3-8 0,-1-1-4 0,1-2-2 0,0 9-13 15,2-4-25-15,4-3-7 0,-1-3-10 0,0-3-62 16,0-4-1-16,1-3-11 0,1 9 4 0,0-15-50 16,-1-3-11-16,-1 0-5 0</inkml:trace>
  <inkml:trace contextRef="#ctx0" brushRef="#br0" timeOffset="48689.1">24339 6967 847 0,'-1'0'55'0,"0"0"-5"0,-5 0 18 16,-9 1 7-16,1 1-19 0,-2 3-20 0,2 2-4 16,3 1-4-16,2-1 2 0,-1 12-11 0,0 1-2 0,3 1-2 15,0-1 0-15,1-2-6 0,5-3 0 0,0 0 0 16,-10 1 1-16,6 1-2 0,2 0-1 0,2-2-3 16,1-1 5-16,1-2 13 0,2-2 5 0,1 1 6 15,2-2-4-15,0 0-5 0,-3 0 3 0,7-1-11 0,0 2 7 16,-1-2-14-16,-1 2 1 0,-1 1 6 0,-2 0-5 15,-3-1 7-15,-1 1-7 0,6-1 5 0,0 2-5 16,-3 0 6-16,-3 0 7 0,-1-1-3 0,-2 0 4 16,-3 0-5-16,-1-2 10 0,3 2-9 0,-17-2 9 15,3 0-16-15,-4 0-3 0,-1-1 2 0,-1 0-3 16,0-1-4-16,-1 1-1 0,3-1-3 0,0-1 2 0,1-2 0 16,2-3-3-16,3 0 0 0,1 9-3 0,3-6-11 15,3-1-15-15,1-3 3 0,3 0-9 0,2 0-10 16,0-2-34-16,1 0-11 0,-8-16-13 0,6 1-81 0,3-3-90 15,3-2-46-15</inkml:trace>
  <inkml:trace contextRef="#ctx0" brushRef="#br0" timeOffset="48872.6">24223 6989 1364 0,'0'0'35'0,"0"0"-4"0,0-1 25 0,1 0 9 15,0-1-9-15,9 1 9 0,12-2-29 0,-1 1-9 16,2 2-5-16,0 0-26 0,-2 3-4 0,0 0-1 16,-2 2-2-16,0 0-13 0,-3-1-29 0,0 0-26 15,0-1-3-15,-1 1-113 0,2-2-190 0</inkml:trace>
  <inkml:trace contextRef="#ctx0" brushRef="#br0" timeOffset="49507.02">24756 7124 919 0,'-3'0'139'0,"-16"1"299"0,4 2-419 16,5-1-2-16,-3 4-4 0,6-1 4 0,-4 3-3 0,2 12-7 15,2-1 0-15,-4 1-4 0,2 3-3 0,-3-4-1 16,-1 1 2-16,0-4 1 0,2-3 4 0,1-1-1 15,-1-3-3-15,3-1 2 0,-1-3-4 0,0 0-1 16,2-3 1-16,1 0 0 0,2 1 6 0,-1 1 10 16,1-3 0-16,1 0 2 0,2-1-11 0,0 0-1 15,-2 0-6-15,1-1 4 0,1 0 1 0,-1-4-4 16,0-9 8-16,2 0-8 0,1-4-1 0,3 3 1 16,2 0-6-16,1-2 5 0,0 4-5 0,-5-1 5 15,10-1 2-15,4-1 0 0,-2 1-8 0,2-1 2 0,0 2-3 16,0 1 6-16,-1 0 2 0,-1 2 5 0,-1-1-5 15,-4 2 4-15,1 0-4 0,0 5-3 0,-1 2 5 16,-2 2-4-16,-2-4-5 0,-1 3 10 0,2 0-6 0,-3 2 6 16,0 0-9-16,-1 1 11 0,2 3-1 0,4 18 3 15,-6 0-9-15,-2 4 4 0,-3-1-5 0,-2-1 5 16,-1-1-3-16,0-3 12 0,0-4 4 0,-1-2 1 16,1-1 1-16,2-2-8 0,0-3 0 0,2 0-3 15,1-2 3-15,1-2-4 0,0-2 0 0,0 0-2 16,0-1 1-16,0 2 0 0,0-1 2 0,1-1-1 15,0 0 5-15,1-1-9 0,3 0 4 0,8-5-4 0,1-5 5 16,-1 2-9-16,-2-13 2 0,0-2-3 0,2 1 5 16,0-1-2-16,1 1 0 0,-3 1 0 0,-1 0-1 0,1 3 2 15,0 2-1-15,-2 4 1 0,0-1-1 0,0 2-2 16,-2 1-2-16,0 2 1 0,0 3-3 0,-1 2 6 16,0 1-2-16,-2-1 2 0,2-1 1 0,-1 3-1 15,0 1 1-15,-1 0-1 0,1 1-4 0,-1 2 7 16,-2 12 0-16,0 5 3 0,10-1-5 0,-4 3 0 15,-3-2-2-15,-3 3 0 0,-1-1 1 0,-1-1 1 16,-1-2-2-16,-1-1 1 0,0-4-3 0,-1-1 1 16,1-1-4-16,1-3 0 0,1-3-14 0,0-3-8 15,0-2 2-15,0 2-8 0,0-1-24 0,0-1-71 0,0 0 3 16,1-1-30-16,0 0-21 0,1-1-51 0,8-6-44 16</inkml:trace>
  <inkml:trace contextRef="#ctx0" brushRef="#br0" timeOffset="50137.51">25318 6888 1135 0,'0'0'25'0,"-1"-1"22"16,1-1-11-16,0 1-15 0,0 0-3 0,0 1-3 0,0 0-8 15,0 0 6-15,0 1-3 0,0 2 3 0,1 13-3 16,-1 6 10-16,0 2-5 0,-4 3 6 0,-2 0-10 15,-2 1-3-15,-3 3 0 0,1-3-1 0,-3 1 16 16,-1 0 21-16,0-4-3 0,11-1 7 0,-11 0-7 0,-1-6-5 16,0-2-1-16,1-6-3 0,7 0-19 0,-2-5-7 15,6 1-2-15,2-1 0 0,-3-4 4 0,4 0-4 16,-2 2 3-16,1-1-4 0,-1-1 3 0,1 0-6 16,0-1-1-16,1 0-3 0,0-1-4 0,1-1 7 15,6-17-2-15,5-2 2 63,1-4-9-63,-8-2 7 0,12 0-2 0,-1-5 4 15,2 2-2-15,-1-2 3 0,-3 2 0 0,1 0 1 0,-1 2-10 0,-1 3 13 0,-1 2-5 0,-1 4 8 0,-2 1-7 0,-2 3-2 0,-1 2 2 0,-1 4-2 0,-1 0 9 0,-1 5-6 0,-1 1 3 0,0 1-5 0,1 0 4 0,-1 0-3 0,0 1 8 16,1 0-7-16,-1 1 7 0,1 1 1 0,-1 2-9 16,3 6 7-16,2 12-2 0,-3 2-5 0,0 1 10 0,-2 1-9 15,-2 1 9-15,0 0-2 0,0-2 0 0,-1 0 1 47,0 3 0 0,0-2 5-31,0-4-7 15,-2 3 6 0,2-5-7-31,-1 0 0 0,-1 0 0 16,2-6 0-16,0-1-10 0,1-4 9 0,0 0-5 0,0-2 7 0,0-4-7 0,0 1-5 0,0-1 3 0,0 0-2 0,0 1 3 0,0-1-19 0,0-1-2 0,-1 0-7 0,0-1-16 15,-1 0-94-15,1 0 9 0,0-1-41 0,0-1-19 0,-3-4-34 0,-4-8-16 0</inkml:trace>
  <inkml:trace contextRef="#ctx0" brushRef="#br0" timeOffset="50191.76">25214 7077 409 0,'0'0'46'0,"0"0"-2"0,-1-1 38 0,0 0 0 15,0 0 0-15,0-1 16 0,-1 2-59 0,1 0 19 0,0 0-29 0,1 0 39 0,0 0 15 0,0 0 1 0,1 0 5 0,2 0 3 0,6 0-17 0,9 0-4 0,0 0-5 0,2 0-14 0,3-1-31 0,0 1 0 0,0-1-13 0,-2 1-16 0,-2 0-3 0,-2 0-3 0,-2 0 0 0,0 0-15 0,-2 0 3 16,-2 0 0-16,0 0-7 0,-2-1-78 0,-2 0-10 0,-2 1-25 15,-3 0 12-15,1 0-64 0</inkml:trace>
  <inkml:trace contextRef="#ctx0" brushRef="#br0" timeOffset="50607.5">24507 7591 817 0,'0'0'26'0,"-1"0"-4"0,0 0 31 15,0-1-7-15,0 0 1 0,0-1-33 0,-1 2-5 16,1 0-1-16,1-1 1 0,0 1 10 0,0-1 21 15,1 0-4-15,2 0 9 0,7-3 1 0,10-2 19 16,3 2 4-16,3-2 4 0,4 1 13 0,3-1-14 16,4 0-8-16,5 2-1 0,-2-2-11 0,7 1-8 15,-1-1 3-15,0 3-7 0,7-2-6 0,-1 1-5 16,3 1 1-16,-1 0-4 0,-3 1-6 0,1 1-11 16,-4 0 0-16,-2 1-3 0,-6 1-2 0,-6 0-5 0,0 1 1 15,-5 1-2-15,-4-1 6 0,0 0-2 0,-3 2 1 16,0-2-3-16,-1 2-1 0,-6-2-1 0,-6-1 0 15,-1 1 0-15,-3-1-5 0,2 0-10 0,-1 0-1 16,-2-1-3-16,-2 0-17 0,1 1-34 0,-1 0-10 16,0-1-11-16,-1 0-61 0,1 0-67 0,-1 0-22 0</inkml:trace>
  <inkml:trace contextRef="#ctx0" brushRef="#br0" timeOffset="51057.75">25006 7813 1255 0,'-1'-1'186'16,"0"0"-225"-16,-2 0 221 0,-7-6-115 0,4 3-25 0,4 3-23 15,-1 0-3-15,1 0-5 0,-1-1-11 0,1 1-4 16,1 0-3-16,0 0 2 0,0 0 7 0,-1 1-4 16,1 0 4-16,0 0-3 0,0 1 8 0,0 0-6 15,0 1 0-15,1 1-1 0,-5 10 0 0,0 2 2 16,2 0-1-16,-1 5 1 0,1 0 4 0,-1 3-4 15,1 1 1-15,-2 4-3 0,0 1-4 0,0 1 4 16,1 0 3-16,0-3 1 0,1 0 3 0,1-3 7 16,2-1 4-16,0-1 1 0,0-3 2 0,0 0-6 0,2 0-4 15,-1-1 1-15,1 0-6 0,2 0 2 0,-2-4 0 16,0-4 0-16,1 2 1 0,-1-2-6 0,0-3-2 16,1 1 1-16,-2-3 4 0,0-2-4 0,0 1 6 15,-1-3-6-15,0 0 11 0,2 1 11 0,-1 1 0 16,0-2 5-16,0 0 4 0,0 0-17 0,0-1 2 0,1 0-7 15,0-1 2-15,-1 1-11 0,6-12 5 0,3-5-6 16,-1-2 9-16,3-4-6 0,1 0 0 0,3-4-1 16,2-3 0-16,1-1-4 0,1-3 3 0,3 1-2 15,1 0 0-15,-2 5 1 0,-1-1-1 0,-8 6 0 16,4 2 4-16,-6 2-7 0,0 2 4 0,-2 3-3 16,-4 1 9-16,0 5-12 0,-3 0-4 0,0 3-2 0,1 0-5 15,-2 3-20-15,0 1-7 0,-1 0-11 0,0 0-81 16,0-1-58-16,0 1-19 0,2-1-20 0,1 0-151 15</inkml:trace>
  <inkml:trace contextRef="#ctx0" brushRef="#br0" timeOffset="51441.86">25360 7767 1305 0,'-1'0'123'0,"0"-1"-149"0,-2 0 138 16,0 0-72-16,-3 0-21 0,2 1-16 0,2 0 0 16,0 0-5-16,-1 0-10 0,2 1 4 0,0 0 5 15,1 0-2-15,0 1 5 0,0 1-1 0,1-1-3 16,0-1 0-16,2 1 4 0,6 2 2 0,2 0 3 16,-2-2-1-16,2 0 0 0,-4 0-4 0,0 0 0 0,-3-1 0 15,0 0 6-15,-2 1 1 0,1-1 1 0,1 5 0 16,3 7 1-16,-1 3-5 0,-3 0 2 0,-3 2-3 15,-3-1 1-15,-1-2 4 0,-1-3 7 0,-1-2-2 16,1-2 20-16,1 1-7 0,0-2-2 0,2-3-1 16,-1 1-7-16,2-1-9 0,0-1-2 0,1 0-2 15,0-1 4-15,0-1 5 0,0 1 2 0,1 1 0 16,0-2-3-16,2 0-1 0,7 1 2 0,8 0-1 0,0-2-2 16,0-3-7-16,2 0-2 0,-1-2 1 0,5-2 7 15,-1 0-16-15,-2 0 6 0,2 1-12 0,-2-1-11 16,-2 1-18-16,-2 0-16 0,1-1-7 0,0 0-126 0,1-1-93 15,-1-2-40-15</inkml:trace>
  <inkml:trace contextRef="#ctx0" brushRef="#br0" timeOffset="52058.09">26730 6654 871 0,'0'-1'39'15,"0"-1"2"-15,-2-6 50 0,-3-6-19 0,-1 1 12 16,3 5-42-16,1 6-12 0,-1-3-4 0,2 2-1 0,-1 1-4 16,1 0-15-16,-2-1 4 0,-5-2-7 0,3 2 1 15,-1 1 5-15,-3 1-7 0,-2 1 7 0,-3 0 8 16,0 1-5-16,-2 1 10 0,4 2-9 0,-4 2 13 0,0 1 10 16,2 1-9-16,1 0 9 0,-1 1-6 0,3-4-17 15,-2 12 13-15,-1 1-15 0,1 5 12 0,-1 2-18 16,0 2 2-16,1 1-6 0,-1 0 4 0,1 3-2 15,0 2 1-15,0 1-2 0,0 4-3 0,0 1 1 16,-1 0 0-16,2 6 3 0,-4-4 2 0,3 5-3 16,0-3-4-16,-4-3 1 0,9 1-3 0,-4-8 6 15,3 1-1-15,3 1 2 0,-2-1-6 0,3 1 10 16,3-1-4-16,-15 0 7 0,9-1 6 0,6 0 0 16,2-1 7-16,2-4-7 0,4 2 0 0,0-2-5 0,2 0-2 15,0-1 0-15,-1-5-2 0,0-1-2 0,1-2 3 16,-1-1-2-16,0-2 5 0,-1 0-4 0,-1-4-5 15,0-1 2-15,0 0 0 0,-2-3 9 0,2 0 0 16,-1-2 3-16,-1 1 5 0,-2-3-1 0,2 0 1 0,-2 0-4 16,0-1-9-16,0 0 5 0,2 0-5 0,-2 0 4 15,-1-2-8-15,1 1 0 0,0 0 3 0,3 0-2 16,0-1-3-16,-1 0 1 0,0 0-1 0,1 0 2 16,-2 0-5-16,0 1-3 0,2 0-4 0,-3-2 2 15,1 1-15-15,1 0-15 0,-1 1-8 0,2 0-11 16,0 0-130-16,2-1-154 0,1 1-107 0</inkml:trace>
  <inkml:trace contextRef="#ctx0" brushRef="#br0" timeOffset="56196.75">26943 6876 71 0,'0'-1'0'0,"0"0"17"0,0-1 187 0,0 0-27 15,0 0 15-15,0-3-77 0,0-1-23 0,0 0-38 0,0 2 0 16,0 0-4-16,0 1-14 0,0 1 2 0,0 1-8 16,0-1 4-16,0 1-23 0,0-1 13 0,0 1-6 15,0-1 8-15,0 0-9 0,0-1 5 0,0 2-3 16,0 0 4-16,0 0-6 0,0 0 5 0,0-1-2 0,0 1 2 15,0 0-6-15,0 0-2 0,0 0 1 0,0-1-2 16,0 2-5-16,-1 0 2 0,-1 2-3 0,1-1 3 16,0 1-4-16,-1 3 0 0,-5 9 0 0,1 1 2 15,0 2 2-15,0 0-6 0,0 2 0 0,-1 2-1 16,1 2 5-16,0-1-3 0,0 2-1 0,-1 4-2 16,0-1-6-16,0 2 4 0,0-2 0 0,1-1 1 0,-1 1 12 15,1-2-10-15,-1 0 8 0,2-4-8 0,-1-1 11 16,0 0 4-16,0 0-6 0,2-5 6 0,0 1-7 15,0-1 2-15,2-2 4 0,1-1-3 0,-2 1 0 16,1-1-2-16,1-1-7 0,0-2 3 0,-1 1-11 0,1-2 11 16,0 1-3-16,1-2 5 0,0 1-10 0,0-2 5 15,0-1-4-15,0-1 3 0,0-1-1 0,0-1-1 16,0 0 2-16,0-1-1 0,0 1-2 0,0 1 13 16,0-1 0-16,0-1 4 0,0 0-6 0,0 0 1 15,0 1-3-15,1-2 2 0,0 0-14 0,2-2 6 16,-2 2-4-16,12-5 6 0,0-12-9 0,1-1 3 15,1 1-1-15,3-3 1 0,-2-1 0 0,2-3 5 0,2 2-4 16,0-8 4-16,1 2-6 0,0-2 1 0,3-3 3 16,-1 0-1-16,0-3 5 0,2 1-7 0,0 0-1 15,-1 3-2-15,-1 2 3 0,-2 3 1 0,-2 2 1 16,0 5 0-16,-3 2 1 0,-3 4-7 0,-1 2 6 16,-4 4-5-16,-1 1 7 0,0 1-7 0,-2 3 1 0,-1-1-4 15,-1 3 5-15,0-1-7 0,-1-1-3 0,0 1-2 16,1 1-11-16,-1 0-3 0,-1-1-9 0,0 1-5 15,1 1-96-15,0 0-132 0,0 1-86 0</inkml:trace>
  <inkml:trace contextRef="#ctx0" brushRef="#br0" timeOffset="57129.79">27378 7228 690 0,'0'-2'33'16,"0"1"-5"-16,0 0 33 0,-1 0-4 0,0 0 0 15,-1 0-29-15,1-1-9 0,0 1 6 0,0 0-7 16,0 0-3-16,0 0-8 0,-2-1 0 0,0 1-1 16,-6 0 0-16,0 1 5 0,-2 0 3 0,0 1 1 0,-1 2 6 15,-1-1 15-15,1 2-10 0,-2 0 12 0,1 0-9 16,3-1-4-16,-2 1-4 0,1-1 0 0,-1 2-3 0,-2 1-10 16,3 0 9-16,0 0-10 0,2 0 9 0,-3 2-6 15,4-2-1-15,-2-2 0 0,-3 9 8 0,3 0-13 16,-4 0 7-16,-1 2-9 0,7 1 4 0,-5 1 0 15,4 1-6-15,1 1 4 0,-1 0 1 0,1 1-4 16,1 1 6-16,0 2-6 0,-1 0-1 0,1-1 6 16,0 2-3-16,2-1 5 0,2-1 0 0,0-2 3 15,2-2 1-15,-10-3 2 0,6-3 22 0,0 3-3 16,2-4 3-16,2 2-7 0,1 0-13 0,0-5-2 16,3 1 1-16,-2-3-2 0,2 1-3 0,1 0-3 0,-1-1-3 15,-1-1 1-15,11 0-5 0,-5-4 3 0,2 1 0 16,0-1 1-16,-2 5 0 0,3 0 11 0,-2-2-10 15,3-2 10-15,-1-2-1 0,-3-1-6 0,2-1 3 16,-2-2-6-16,-1-1-1 0,4-2-3 0,-2-9 6 0,8 1-6 16,-3 2 5-16,-2-4-1 0,-2-1-5 0,-4-2 1 15,1-1-8-15,0 4 7 0,-2-2-1 0,2 5 1 16,0 1 4-16,-5 0 0 0,3 2 0 0,2 2-1 16,-1-1-2-16,-2 3-5 0,-2 0 4 0,-1 1-4 15,-1 2 8-15,0-1-9 0,0 3 3 0,0-1-6 16,-1 1 8-16,0 0-4 0,0 0 4 0,-10-5-3 0,2 2 7 15,-3 0 0-15,1 3-6 0,3 0 2 0,2 1 1 16,3 1-3-16,0 0 2 0,1 0-3 0,0 0-1 16,0 0-2-16,1 0 1 0,0 0 1 0,0 0 5 15,1 0 0-15,0 0-1 0,1 0 0 0,0 0-1 0,2 0 5 16,7 0 1-16,4-1 1 0,-1 0 0 0,3-2-6 16,-2 2 4-16,1 0-5 0,-1-1 1 0,1 1 6 15,-1-1-5-15,2 1 6 0,-1 0-7 0,-1 0 1 16,1 0 0-16,-2 1-1 0,-2 0 3 0,-2 0 2 15,-2 0-4-15,-1 0 2 0,-2 0-1 0,-1 0-2 16,0 0-1-16,-1 0-2 0,0 0 1 0,1 0-4 16,-1 0 7-16,0 0-5 0,0 0-4 0,-1-1-12 0,0-1-5 15,0 1-1-15,0 0-17 0,0 0-81 0,1 0 1 16,-1-1-34-16,0 0-56 0,0 0-142 0</inkml:trace>
  <inkml:trace contextRef="#ctx0" brushRef="#br0" timeOffset="57696.44">27913 7271 1004 0,'0'0'15'0,"0"0"-1"16,0 0 3-16,0 0 0 0,0 0-6 0,0 0-7 0,0 0-1 15,0 0-2-15,0 0 2 0,0 0 6 0,-1 0 3 16,0 0-4-16,-2 0 3 0,1 0-4 0,-10 4 17 16,-1-2-1-16,0 1 6 0,-1 1 9 0,-1 0 2 15,0-2-1-15,0 0-2 0,-1 1-8 0,2-1 3 16,-1 1-3-16,-2 1 0 0,5-2-21 0,2 1-1 16,-1 0 1-16,2 0 0 0,-2 0-1 0,3 1 1 15,3-2-7-15,4-2 4 0,-2 2-12 0,1-2 7 16,0 3 0-16,0 1 1 0,-3 2 1 0,1 0 2 15,2 0-1-15,-1 1 2 0,0 0 5 0,3 3-9 0,0-2 10 16,1 1-9-16,3 1 15 0,-1-2-6 0,3 2-2 16,0 0 1-16,2 2-1 0,1-1 0 0,-1 1 1 15,0 0-1-15,0 1-2 0,1 0 2 0,-2-2 0 16,1 4 1-16,-2-4-5 0,1 2-3 0,0 1-1 16,-1-2 0-16,-2 1 5 0,1-1 2 0,0 1-1 0,0 1 2 15,-2-1-6-15,-1-1-3 0,1-2 1 0,-2-2-1 16,-1 1 5-16,0-2-3 0,0 0 2 0,0-1-2 15,0-3 4-15,0 1 5 0,-1 0-3 0,1-2 3 16,-1 0-7-16,-1 0 3 0,-10 8-5 0,-4-2 3 16,1-2-2-16,-1-1 3 0,-3-2 4 0,-7-3-3 0,5 0 6 15,-2 0 17-15,6-1-1 0,0 1 7 0,-2-1-2 16,2-2-12-16,-2 1 1 0,5 0-5 0,-1-1-1 16,5 2-12-16,2 0-2 0,2 1-1 0,1 0 3 0,2 0-6 15,0 0 3-15,2 0-5 0,-1 0-10 0,0 0-1 16,-1 0-6-16,2 0 4 0,0 0-23 0,0 0-29 15,0 0-44-15,1-1-2 0,1 0-207 0</inkml:trace>
  <inkml:trace contextRef="#ctx0" brushRef="#br0" timeOffset="58815.61">28238 7373 714 0,'0'0'31'16,"0"-1"-4"-16,0 0 38 0,-2 0 4 0,1 0-4 16,0 0-24-16,0-1-24 0,0 1-1 0,-2 0-5 15,2 0-4-15,-1 0-2 0,-1-1 2 0,1 1 0 0,-7-2 10 16,-3 0-7-16,-1 3 4 0,-5 0-3 0,1 3 9 15,0 0 7-15,0 2-2 0,0 1 4 0,-2 1-7 0,0 1 2 16,1 3-2-16,1-2 2 0,1-7-5 0,3 14-2 16,-1 0 2-16,1 2-2 0,0 0-6 0,1 3-3 15,-1 0-3-15,3 0 4 0,0 3 7 0,3-4-10 16,1 2 6-16,4 0-6 0,-1 1 17 0,-8-3-7 16,4 1 1-16,4-4-3 0,3 0 3 0,3-2 2 15,1-1 1-15,2-1-1 0,1-1-7 0,-4 0-1 16,12-3-1-16,1-2 1 0,3 0 4 0,0-2-2 15,2-2-2-15,0 1-1 0,-1-2-4 0,-1-1 7 16,0 11 6-16,0-5-1 0,1-3 17 0,1-3 3 0,-2-1-6 16,0-2 5-16,-2-2-13 0,1-2-6 0,0-1-2 15,-2-1-1-15,-1-1-5 0,2 5-3 0,-2-10 3 16,-1-5-4-16,0 0-5 0,0-1 1 0,-1-2-4 16,-2 0 2-16,1-2-6 0,-5 1 9 0,-1-1-1 0,-2 2 3 15,-1-1-6-15,8 2-2 0,-5 4 2 0,-5 0-1 16,-1 2 2-16,-2 2 2 0,-1 2-2 0,-2 3 2 15,0 1-5-15,-3 2-1 0,-7 2-3 0,1 0 2 16,-2 1-1-16,2-7-2 0,0 2 7 0,-2 2-5 16,0 3 2-16,0 0 6 0,1 2-5 0,2 0 4 15,-2 0-4-15,5 2 3 0,0-1-1 0,2 0 1 16,2 0 0-16,4-1 1 0,-2 0 1 0,3 0-2 16,-1 1 0-16,0 0-8 0,-1 1 7 0,2-1-8 0,0 0 9 15,0 0 4-15,0 1-4 0,1 1 2 0,-2 5-1 16,1 0 1-16,1 2-2 0,1 0 1 0,1 2-3 0,0 1 1 15,0 0 1-15,2 2 0 0,0-1 8 0,2 3-4 16,0-1 1-16,-1-2-3 0,2 4-1 0,0-2 0 16,0 1 2-16,0-3-2 0,3 2 2 0,-1-1 9 15,-1-2-7-15,-5-2 7 0,8 1-5 0,1 0-4 16,0 0 8-16,1 0-8 0,-1 0 3 0,-2-1-1 16,0-1 0-16,-1-1-1 0,-1 0-2 0,-2-2 2 15,0 0-2-15,-1 0 3 0,-1 1-5 0,2 0 0 16,-2-1-1-16,0-2 1 0,1 3-2 0,1-3-10 0,1 1-9 15,2-1-11-15,1 0-123 0,3-3-430 0</inkml:trace>
  <inkml:trace contextRef="#ctx0" brushRef="#br0" timeOffset="60398.84">28753 7190 260 0,'0'0'58'0,"0"0"-26"16,-2 0 42-16,1 0 8 0,0 0-34 0,-1 0 3 0,-5 0-30 15,-4 0 2-15,2 1-5 0,-1 1-2 0,-2 2 16 16,1 0-9-16,-1 0 12 0,1 0 7 0,1-1 17 16,4 0 3-16,0-1 1 0,3-1-3 0,1-1-4 15,-2 3 7-15,1-3-8 0,1 1-6 0,0 0-25 16,0 0 2-16,1 0-8 0,0 0 7 0,1-1 12 15,0 0-7-15,1 0 7 0,2 0-12 0,11 0-3 16,3 0-4-16,2 0 1 0,0 0-15 0,-3 0 5 0,0 0-1 16,-1 0 1-16,-1 0-14 0,-1 0 7 0,0 2-7 15,0-1 8-15,-1 0-10 0,-2 1-5 0,1 1 0 16,-1-2-3-16,1 1-9 0,1-1-41 0,0 1-43 16,2-1-11-16,0-1-227 0</inkml:trace>
  <inkml:trace contextRef="#ctx0" brushRef="#br0" timeOffset="64768.99">29563 6857 450 0,'0'-1'52'0,"0"0"69"0,-1 0-36 0,-1-1-32 16,1 1-2-16,0-1-11 0,0 0-9 0,0-1-6 15,1 1-1-15,0 0-4 0,0-1-10 0,0 1 28 16,0 1-3-16,0-3 10 0,0 2-4 0,0-2 5 16,0 1-7-16,0-1 5 0,0 1-16 0,0-2 1 15,0 1 2-15,0 1-1 0,0 1 4 0,0-1 1 16,0 1-6-16,0 1 3 0,0-1-11 0,0 0 0 15,0 0 0-15,0-1-2 0,0 2-13 0,0 0 3 16,0 0-1-16,0 0 1 0,0 0-5 0,-1-1 4 0,-1 1 0 16,1 1 1-16,0 0 1 0,0 1-4 0,0 1 1 15,-1-1-2-15,0 1 8 0,-3 6-4 0,0 2 4 16,0 0-5-16,0 1 2 0,2-2 8 0,-1 2-3 16,2-3 5-16,-2 3 10 0,2-2-7 0,-2 0 5 0,1 2-7 15,-1 0 1-15,0 2-4 0,0-2 0 0,1 3-2 16,0 3-6-16,0 1-2 0,-2 0 1 0,-2 6-1 15,-3-1-7-15,1 1 7 0,0 2-3 0,0 0 4 16,0 0-11-16,0 1 6 0,-1-2-5 0,2 3 6 16,0-1-4-16,0-2 4 0,0 0-2 0,3-3 2 15,-1 0-7-15,1-1 5 0,1-4 0 0,1 1 2 16,1-3-7-16,-1-1 4 0,2-2-1 0,1 1 2 0,0-2-7 16,0-2 5-16,0-2-1 0,0-1 3 0,0-1-3 15,0-2 0-15,1 2 0 0,-1-1 0 0,1-1 2 0,-1-1-1 16,0 0 0-16,0-1-1 0,2 1 2 0,-1 0 0 15,0 1 4-15,0-1-3 0,0-1 2 0,2 1-5 16,-1-1-1-16,-1-1-1 0,9 0 4 0,0-1-1 16,4-4 1-16,3-3 0 0,-1-3-1 0,4 5 1 15,-1-13-1-15,2 1 2 0,4-4 3 0,-4-2-11 16,4-2 6-16,-2-4-6 0,3-1 11 0,2-6-9 16,2-2 3-16,-1-4-4 0,1-3 4 0,-2-2 0 15,0-2-2-15,-1 5 2 0,2-1-6 0,1 5 9 16,-2 3-4-16,-3 3 5 0,-5 4-4 0,0 5 1 0,-6 4-1 15,1 2 1-15,-4 2-5 0,-4 2 7 0,-3 5 1 16,-1 4 2-16,0 4-8 0,0 1 2 0,-1 0-7 16,0 0 6-16,1-1 0 0,-2 2-5 0,0 0 1 15,0 0-3-15,0 1-4 0,1 0 5 0,-1 1-4 0,-1 1 2 16,0 5-15-16,-3 9-14 0,0-2-5 0,-1 2-14 16,2-2-131-16,0 2-70 0,-1-2-79 0</inkml:trace>
  <inkml:trace contextRef="#ctx0" brushRef="#br0" timeOffset="65336.84">30094 7363 483 0,'0'0'141'0,"-1"0"41"0,0-1-82 15,0-1-83-15,0 1-5 0,-1 0 0 0,1 0 0 16,0 0-7-16,1-2 5 0,0 1-11 0,0 0 16 0,0-4 2 16,0 1 6-16,1-1 9 0,2-1 8 0,-1 0 3 15,1-2 2-15,0 0 18 0,-2 4-8 16,0 0 0-16,0 0-4 0,-1 4-11 0,0 0-4 0,0 0-3 15,2-2-2-15,-1 1-25 0,0 0 10 0,0-1-6 16,0 1 8-16,0 1-10 0,1 0 1 0,-1-1-5 0,0 1 4 16,-1 0 0-16,0 0-3 0,0 0 0 0,0 1-2 15,-1 0-6-15,0 1 1 0,-1 0 4 0,0 1-2 16,1 7 8-16,-10 2-1 0,1 3 0 0,1 2-1 16,0-1-11-16,0 0 9 0,-1 2-2 0,2 0 5 15,-4 1-11-15,4 0 4 0,1 1 2 0,-4-2 2 16,4 2-3-16,-1 0 2 0,-2 0-4 0,2-1 4 15,0 0 1-15,1-3-3 0,0 2 2 0,2 0-1 0,2-1 6 16,2-1-2-16,-2 0-1 0,2-4 0 0,-8 4-6 16,4-4 11-16,2 1 1 0,0-1 7 0,3-2 16 0,0-1-13 15,3-1 7-15,0 0-10 0,2 0-3 0,7-1-5 16,9-1-3-16,-1-2 1 0,2-1-7 0,0 0 5 16,2-1-6-16,-1 13 3 0,0-7-2 0,-4-5-7 15,-2-1 6-15,0-1-8 0,-3 0 0 0,-2-1 2 16,-2 0-1-16,-2 0 1 0,-1-1-5 0,-2-1-1 15,-1 2 1-15,-1-1-2 0,-2 2-15 0,1-6-55 16,-1-4-14-16,5 2-16 0,-1-2-77 0,0-1-45 16,0-2-27-16</inkml:trace>
  <inkml:trace contextRef="#ctx0" brushRef="#br0" timeOffset="65919.63">29813 7372 601 0,'0'0'42'0,"0"0"1"0,-1 0-12 16,0 0-5-16,0 0-14 0,0 0 1 0,-1 0-10 15,1 0 0-15,0 0-4 0,0 0-10 0,0 1 11 16,-1 1 2-16,1-2 4 0,0 0 8 0,0 0 9 15,0 0 6-15,0 0 0 0,-1 0 21 0,1 0-4 0,0 0-5 16,0 0 2-16,0 0-1 0,0 0-1 0,-1 0-1 16,1-2-2-16,0 1-14 0,0 0-1 0,0 0 0 15,0 1-2-15,-1-1-11 0,1 1-2 0,0 0 3 16,0 0-2-16,0-1 1 0,-1 1-5 0,1 0-2 0,0 0 1 16,1 0 3-16,0 0 23 0,0 0 5 0,0 0 7 15,0 1 15-15,1 0-22 0,0 0-1 0,3 0-6 16,11 5 2-16,4 0-4 0,1 0 2 0,2-1-4 15,1-2 8-15,1-1-3 0,3 2 2 0,1-2-5 16,1 1-12-16,-3-1-9 0,-1 0-1 0,-6 0-2 16,-1 0 5-16,-1-1-4 0,-6 0 2 0,0 0-4 0,-2 1-1 15,-4-2-1-15,2 1 3 0,-2 0-1 0,-2-1 0 16,1 0 2-16,-2 0-7 0,-1 0 5 0,3 0-8 16,-1 0-7-16,1 0-2 0,0 0-4 0,0 0-30 15,2 0-147-15,1 0-13 0,1-2-63 0,4-3-225 0</inkml:trace>
  <inkml:trace contextRef="#ctx0" brushRef="#br0" timeOffset="66587.98">30449 6553 1068 0,'-1'-2'18'0,"0"1"12"0,-1 0 11 16,-1 0-13-16,2 1-8 0,-4-2 0 0,4 2-19 15,0 0-1-15,0 0 1 0,0 0-1 0,-2-2 0 16,1 1 6-16,0 0 0 0,1 0 2 0,-1 0 3 0,1-1 4 16,0 1 11-16,0 1-3 0,0 0 36 0,0 0-16 15,-1 0 7-15,1 0-9 0,0 0 1 0,1 0-7 16,0 1-5-16,0 1 2 0,0-1 1 0,0 0-17 15,1 1 8-15,0 2-11 0,6 10 3 0,2 0-2 16,-1-1-2-16,-2 4 1 0,8-3-6 0,0 4-9 16,-2 0 4-16,-6 0-4 0,5 1 10 0,1-2-2 15,0 0-3-15,3 0 1 0,-3 0-6 0,-2 0 8 16,-1 2-2-16,0-1 6 0,1 1 3 0,0-1-7 0,2 2 5 16,-2 4-7-16,-1 1 0 0,-3 1 2 0,-1 1-6 15,1 1 4-15,-1 1-1 0,-3 3 0 0,0 1 7 16,-1-3-6-16,15 5 8 0,-9-5-10 0,-4 3 4 15,-3 0-4-15,-4-2 10 0,-2 0 2 0,-1 1 0 0,-1 0 0 16,-1 2-4-16,-3 1 5 0,-1-2-5 0,0 0 4 16,-1 2-10-16,-2-2 4 0,0 0-4 0,1-2 4 15,10-5-8-15,-14-2 8 0,3 0 1 0,-3-3 2 16,5-1-2-16,1-4 0 0,0-4-3 0,4-1 2 16,0-4 3-16,2 0-2 0,1-2-1 0,2-2-1 15,0-1-7-15,1 1 1 0,0-2 1 0,1 0 0 0,0 0-5 16,-1 1 1-16,2-2-6 0,0 0 5 0,-1 1-18 15,-2 0-26-15,0 0-11 0,1-1-11 0,1 0-96 0,-1 0-47 16,1-1-19-16,0-3-12 0,-8-14-125 16</inkml:trace>
  <inkml:trace contextRef="#ctx0" brushRef="#br0" timeOffset="67254.98">30823 6264 1030 0,'0'0'20'0,"0"0"-2"16,0-1 15-16,-1 0-8 0,0 0 1 0,1 0-21 15,0 0-7-15,0 1 7 0,1 0-6 0,0 0 14 16,2 0 2-16,5 0 3 0,10 1 3 0,0 0 32 0,2 1-8 15,0-1 5-15,-1 2-9 0,1-1-13 0,-2 1-1 16,-1 0-4-16,0 1 2 0,-2-1 2 0,-1 1-5 16,-1-1 0-16,-3 1-3 0,-1 0-2 0,0 2-4 15,-1-1 7-15,-4-1-5 0,1 7 5 0,0 2-6 16,-2 0-4-16,0 0 2 0,-2 2 0 0,7-2-11 16,-1 3 10-16,-2-2-10 0,-3-3 11 0,-1 2-4 15,-1-1-4-15,-1-1 2 0,-1 1-1 0,-1-2-2 16,0 2 3-16,-1-2-3 0,0 2 11 0,-1-1-7 0,-1-1-1 15,-1 4-3-15,2-5-3 0,-1 0 6 0,-1 1 0 16,1-2 2-16,2 0-7 0,-1-1 5 0,0 0-2 16,1 0 3-16,-1-1-1 0,1-1-6 0,1 1 7 15,2-4-7-15,1-1 8 0,-1 1-4 0,1 0-4 0,0-1 2 16,-2 1 0-16,0 1 2 0,1-1-1 0,0 0 1 16,-1 1 4-16,1-1 1 0,0-1 1 0,1 0-2 15,0 2-4-15,1-2 2 0,2 0 4 0,0 0-3 16,14 5 3-16,-2-2-6 0,4-2 1 0,0 0-2 15,-2-1 3-15,0-1-6 0,-3 2 1 0,0-2-1 16,-2 0 2-16,-1 1-2 0,0 0 4 0,-4 0-4 16,1-1 0-16,-3 0 4 0,-2 0-7 0,1 0 6 0,-3 0-6 15,2 0-16-15,-2 0 3 0,1 0-10 0,0 0-16 16,1 0-193-16,-1 0-42 0</inkml:trace>
  <inkml:trace contextRef="#ctx0" brushRef="#br0" timeOffset="68923.28">23653 8556 530 0,'-2'0'35'0,"1"0"-16"0,-2 0 35 0,-9-1 4 16,-1 0-17-16,4 1 3 0,-1-1-23 0,2 1 7 15,0-1-6-15,-1-1-3 0,1 1 13 0,1 0-12 16,0 0 13-16,0 0-12 0,1 0 0 0,0-1 6 0,0 1-4 15,1 0 4-15,-1 0 3 0,1 0 0 0,-1-2 2 16,3 2-2-16,-1 0-5 0,1 0-5 0,1 1 2 16,0 0-7-16,1 0-9 0,-2-1 2 0,1-1-4 15,0 1 4-15,1 0-12 0,-1 0 8 0,1 0-9 16,0 1 12-16,1 0-2 0,0 0 3 0,1 0-1 16,0 0 15-16,2 0-8 0,7 0-2 0,7 0-1 15,0-1 8-15,5 1-9 0,2 0 6 0,5 0-7 0,-2-2 2 16,3 2 0-16,2 0-3 0,0 0 1 0,2 0-5 0,-2 0-5 15,-1 0 4-15,0 0-5 0,2 0-1 16,-1 0 8-16,-1 2-6 0,2-1 7 0,2 0-2 0,5 1-4 16,0-1 1-16,5 1-1 0,0-1 5 0,1-1 0 15,1 0 1-15,0 0-3 0,-1 0-9 0,2-1 10 16,2-1-7-16,4-1 9 0,4-1 8 0,6 0-11 16,-2-1 7-16,1 2-10 0,0-1 3 0,-4-1-7 15,1 2 3-15,3-1-5 0,2 2 8 0,2 1 0 16,-1 0 2-16,-4-1-1 0,-2 1 3 0,-3 1-2 15,3 0 1-15,4 0-2 0,1 0-2 0,5 0 1 16,-3 0-1-16,-2 0 0 0,0 0-7 0,-1 0 10 0,6 0-2 16,3-2 6-16,2 1-4 0,1-2-3 0,-2 1 0 15,-3 0-1-15,-1-1 4 0,3 2-5 0,3 0 4 16,0 1-5-16,-3 0-1 0,-5-1 4 0,-4 1-1 16,1 0 4-16,0 0 0 0,6 0-6 0,-1 1 2 0,-4 0-3 15,0 0 3-15,-5-1 4 0,-2 1-8 0,7 1 6 16,2-2-6-16,4 0 1 0,1 0 3 0,-4 0 0 15,-3-3 6-15,1 1-3 0,5-2-3 0,-1 1 0 16,7-1 1-16,-4 0-1 0,-3 0 2 0,-2 1-2 16,0-2 3-16,3 0-7 0,1 0 2 0,2 2-2 15,-2-2 11-15,-5 3-7 0,-2-2 5 0,-1 2-6 16,0 0 1-16,0 0 5 0,-2 1-3 0,-3 0 4 0,-3 0-1 16,-3 0 40-16,-1 1-6 0,0 0 13 0,4 0-33 15,0-1-6-15,2 1-5 0,0-2 3 0,-4 1 1 16,-1 0-7-16,-4 0 3 0,-3 0-5 0,-1-1 1 0,-5 2 1 15,2-1-6-15,-5 1 3 0,-4 0 0 0,-1 0-7 16,-8 0 12-16,0 1-10 0,-2 1 7 0,-3-1-2 16,-1 0-4-16,-4 0 2 0,1 0 3 0,-2 1 1 15,-2-1 0-15,-1 0 0 0,-2 0-2 0,-1 0-1 16,-1 0-3-16,-1 1 1 0,0-1-2 0,0 0 2 16,-2-1-7-16,-2 0 4 0,-1 0-12 0,2 1-5 15,-1 0-18-15,-1-1-2 0,0 0-112 0,0 0-129 16,-1 0-89-16</inkml:trace>
  <inkml:trace contextRef="#ctx0" brushRef="#br0" timeOffset="69806.56">23527 8780 335 0,'-1'0'107'0,"-1"0"-106"0,1-1 126 15,-1-1-55-15,0 2-2 0,-6-2-9 0,1 1-6 0,2 0 2 16,0 0 1-16,1-1-16 0,1 2 10 0,2 0-13 16,-1 0 9-16,0 0-20 0,0 0 4 0,-1 0-10 15,2 0 6-15,0 0 26 0,0 0-5 0,1 0 12 16,0 2-6-16,1-1-27 0,0-1 6 0,17 4-14 16,2 1-11-16,1 0 6 0,0-2-4 0,1 1 5 15,7 1-13-15,-2-2 5 0,3 1-4 0,4 0 6 16,-4 0 6-16,5 1-3 0,-1-2-1 0,-1-1-1 0,2 2-5 15,2-2 11-15,2 1-1 0,4 0 3 0,5 0 0 16,5-1-1-16,4 1 1 0,4-3-1 0,-1 0-5 16,3 0-5-16,1-1 0 0,3 0-1 0,3 0-3 0,8 0-2 15,1 1 0-15,0-3 1 0,-3 3 0 0,-1 0-3 16,5 0 2-16,3 0-2 0,1 0 4 0,0 0-3 16,-7 0-2-16,0 0 0 0,4 3 3 0,2-1 2 15,2 0-4-15,-1 1 1 0,-3-2-7 0,0-1 6 16,2 0 0-16,6 0 1 0,2 0 1 0,0 0 4 15,1-2-2-15,2-3 2 0,3 1-14 0,4 0 11 16,1 0-3-16,-1 2 7 0,1-2-10 0,1 2 3 16,2-2-1-16,-3 2 2 0,-4 0-1 0,0-1 2 0,2 3 0 15,-4 0 0-15,-2 0-8 0,-3 0 7 0,-4 3-2 16,2-1 4-16,2 0 4 0,-1 1-7 0,-3-3 2 16,0 0-5-16,1 0 1 0,3 0 6 0,-1 0-3 15,-1 0 6-15,-1 0-7 0,-1 0 0 0,5 0 2 0,-1 0-2 16,1-1 1-16,-5-2-4 0,-1 1 3 0,1 1-3 15,-2 1 4-15,-1 0 2 0,-7 2-4 0,-9 2 4 16,-5 0-1-16,-2 2 0 0,-3-1-1 0,1 1 0 16,-4 0-1-16,-2 0 3 0,-5-1 3 0,-4 0-2 15,-2 0-4-15,-4 0 5 0,-1-1-6 0,-1 1 4 16,-5 0-7-16,4-1 4 0,-4 0 0 0,-7-1 2 16,-1 0 3-16,-3-1-4 0,-3 0 2 0,-1 1-3 0,0-1-9 15,-4-1 2-15,-2 0-12 0,-1 1 5 0,-2-2-30 16,-1 0-180-16,-2 0-29 0</inkml:trace>
  <inkml:trace contextRef="#ctx0" brushRef="#br0" timeOffset="81716.99">18567 3453 256 0,'-1'0'-11'0,"-1"0"16"0,1 0 12 0,-1 0-3 16,-1 0 14-16,-2-1-11 0,-4-1 16 0,0 1-4 16,-3-1 9-16,3 1-22 0,-1 0 22 0,-3-1-14 15,0 1 16-15,-3 0-18 0,0 0-14 0,-1 0 12 0,2 1-14 16,1 0 2-16,-3 0-8 0,-2 0-7 0,1 0 3 15,-2 0 3-15,0 1-4 0,1 1 5 0,-1 1-4 16,0 0 3-16,-3-1 0 0,0 1-3 0,-2 2 4 16,-1-1 5-16,2 3-3 0,-3 3-1 0,-2-1-1 15,0 2-4-15,-5 0 6 0,-3 1-2 0,1 0 3 16,-5 0-8-16,3 1 0 0,3 1 5 0,2 0-3 0,2-1 10 16,1 1-7-16,1 0 2 0,-2 1-1 0,2 1 15 15,0-2-12-15,0 1 3 0,0 0-6 0,-4 2 4 16,-2-16-1-16,3 18 3 0,-5 0-3 0,2 1-1 15,-2 2-2-15,3 0 3 0,3 3-2 0,1 0 2 0,2 4 1 16,0-1-3-16,-2 6 3 0,2-1-5 0,-4 3 5 16,-1 1-4-16,-4-3 4 0,-2 3-13 0,-1-2 13 15,-1-3-7-15,3 1 9 0,1-2-1 0,2 4 0 16,5 1 6-16,4 2-4 0,0-1 4 0,3 1 0 16,1 2-3-16,2 1 3 0,-1 3 3 0,2-1-4 15,-2 1 8-15,0-6-7 0,4 2 6 0,-6 2-9 16,3 0 1-16,1 4-2 0,3 1 10 0,-4 3 3 0,2 3 2 15,1 1 1-15,-5 2 1 0,6-3 3 0,1-3-7 16,1-3 5-16,-1 1-14 0,4 3-7 0,1 1 8 16,0 3-7-16,4 4 9 0,0-2-15 0,1 1 2 15,2 1-4-15,-2-8 4 0,4 2-1 0,0-1-2 0,-19 2 1 16,13 4 1-16,5 2 5 0,4 6-3 0,1-3 2 16,1-2-13-16,2 0 9 0,1-6-6 0,2 1 6 15,2 3-5-15,0 2 6 0,4 4 1 0,-1-1 1 16,4-1-7-16,2-2-2 0,-1-4 5 0,2 2-2 15,-1 0 4-15,-17 3-2 0,24 3-5 0,1 2 2 16,-2-1-1-16,-1-3 0 0,0-3 6 0,1-2-2 16,3 2 4-16,0 2-3 0,-1 4 2 0,5 2 0 15,-2-1 11-15,7-2-9 0,1-3 4 0,1-4-6 0,5 1 4 16,-3 1 0-16,3 0-1 0,-4 3 0 0,0 1 1 16,0-2 3-16,1-3-4 0,2-7 2 0,4-2-12 0,4 1 4 15,2-1-5-15,-1 1 5 0,-2 2 0 0,-4-2 6 16,-2-1-1-16,-1 0 2 0,1-4-6 0,0-3 2 15,0-2-3-15,4-2 2 0,-2-1 7 0,1 4-6 16,-1-5 2-16,-6 7-5 0,1-2 0 0,-5-3 0 16,-2-2 0-16,-1-2 1 0,-1-5 8 0,-2 0-6 15,-1-3 6-15,3-4-6 0,0 1 5 0,-3-3 2 16,-2-4-3-16,-5 1 2 0,1-3-1 0,-2-1 0 16,-1 1 3-16,-4-4-4 0,-1 1-1 0,-2-1 1 15,-2-2-2-15,-1 0 2 0,-2-1-5 0,-2-3-2 0,-1 2 1 16,-1-2-1-16,-1 1 3 0,-1-4-1 0,0 2-7 15,0-2 5-15,-2-2-1 0,1 3-14 0,1-1 6 16,-1 0-13-16,0 1-19 0,1-1-147 0,-2-1-17 0</inkml:trace>
  <inkml:trace contextRef="#ctx0" brushRef="#br0" timeOffset="82132.95">18570 9111 1036 0,'-1'0'51'0,"0"-1"-56"16,0 0 59-16,-2 0-28 0,1 0-9 0,-2 0 3 16,0-2-4-16,3 3 2 0,-1 0-10 0,1 0-8 15,0 0-1-15,-1-1-1 0,-1 0 5 0,1 0-3 16,0-1 0-16,0 2-4 0,1 0-3 0,0 2 13 15,0-1-7-15,0 0 8 0,0 1-10 0,-1 2 3 16,0 9 3-16,1-4 0 0,1 5 5 0,0 2-7 16,1 0 10-16,1 2-8 0,1-1 9 0,0 5-11 15,0-2 0-15,0 2-2 0,1 4 4 0,-1-2 4 0,2 2-6 16,-2 0 5-16,0-1-6 0,-1-2 3 0,-1 0-3 16,1-2 1-16,-1 0-1 0,-1-2-7 0,0-1 8 15,0-1-5-15,0-2 9 0,-1 1-1 0,-2-1-3 16,1-2 2-16,-3 1-1 0,0-1 2 0,-2 1 5 0,-2 1-3 15,3-3 5-15,-9 0 12 0,-4-2 7 0,-3 1 2 16,2 4 23-16,-4-4-18 0,4 0-2 0,-2-3-4 16,-1 0-6-16,2-3-3 0,0 1-5 0,3-2 1 15,2 0-15-15,1-1-3 0,1 0 2 0,3 1-2 16,2-2-5-16,3 2-26 0,1-3-12 0,0 3-13 16,2-2-112-16</inkml:trace>
  <inkml:trace contextRef="#ctx0" brushRef="#br0" timeOffset="82901.52">20195 10523 484 0,'0'0'218'0,"0"0"-290"0,0-2 260 16,0 1-142-16,0-1-6 0,-1-1-4 0,0-4-2 15,-1-3-1-15,0-2-13 0,1 1 4 0,0-1-4 16,0-3 4-16,1 1-6 0,0 0-2 0,0-3 1 16,0-1-2-16,0-1-4 0,0-1 14 0,0 4-13 0,1-1 14 15,0 3-11-15,0 0 14 0,2 1 3 0,-2 1 2 16,0 3-2-16,-1 4-1 0,0 2 0 0,0 1-2 16,0 1-12-16,0-1 1 0,0 0-5 0,0-1 2 15,1 2-19-15,-1 0 4 0,0 1-1 0,0 1 3 16,0 6 4-16,0 26-6 0,-1 3 0 0,-1 1-1 15,-3 2-5-15,-1-2 10 0,0 1-6 0,0 2 5 0,1 0-9 16,-4 0 6-16,1 0 1 0,-1 1 3 0,1-2 0 16,-1-3-3-16,3-3-3 0,1-1 1 0,0-5 3 15,1-1-1-15,1-3 0 0,0-5-1 0,2-1-6 16,0-6-6-16,1-1 5 0,0-2-10 0,0-1-18 0,0 0-31 16,0-2-37-16,1-2 4 0,-1-2-127 0,3 2-137 15</inkml:trace>
  <inkml:trace contextRef="#ctx0" brushRef="#br0" timeOffset="83552.83">20507 10478 1118 0,'-1'0'25'0,"0"0"1"0,-1 0 9 0,1 0-7 16,0 0-3-16,0 0-24 0,0 0 5 0,0 0-2 0,-1 1 4 15,0 0-1-15,0 2 2 0,-7 11-8 0,0 4 7 16,1 4-4-16,1 1-5 0,0 2 7 0,0 0-7 16,1-1 17-16,-1 2-13 0,0 2 8 0,1-2-9 15,0 0 12-15,1-1 9 0,2-6-1 0,-1-2 6 16,1-2 9-16,-1-3-10 0,1-1 0 0,-1-1-4 16,2-3-3-16,1-2-12 0,-1 0 4 0,1-3-7 15,0 1 0-15,0-1 1 0,0 0 0 0,-1 1 2 16,2-2 16-16,0 0-1 0,0 0-5 0,0 0 1 0,0-1-15 15,0-1-3-15,2-1 5 0,2-12-4 0,3-6-2 16,3 0 2-16,0-3-5 0,1 0 5 0,0-1-2 0,-1 2 3 16,0 1 1-16,0 0 0 0,-2 1-5 0,1 2 3 15,-1 2-3-15,-1 1 4 0,0 3 3 0,-1 2-10 16,0 2 4-16,-2 2-7 0,-2 1 11 0,3 3 0 16,1 0-4-16,1-4 1 0,0 2-12 0,0 2 5 15,2 1 5-15,-2 1-1 0,0 2-1 0,-1 2 3 16,-2 1-5-16,1 14 5 0,-1 1-1 0,-2 0 4 15,10 0-2-15,-4 3 2 0,-2-1-4 0,-4-4 2 16,-1-2 5-16,-1-3-3 0,0-4 5 0,0 1-3 16,0-4-3-16,0-2 0 0,0-2-7 0,0 0 9 0,0 0 1 15,0 1 4-15,2-1 3 0,-1-1 0 0,0 0 0 16,0-1 0-16,0 0-3 0,2-1-6 0,-3 0 1 16,6-20-3-16,3 0 0 0,1-1-5 0,2 0 1 0,1 0-2 15,-2-1 8-15,-1 2-2 0,0 0 0 0,0 1-1 16,0 2-2-16,-1 3 1 0,3 2 1 0,-5 1 0 15,1 3 2-15,-1 0-2 0,-4 3-4 0,0 2 2 16,-1 1-5-16,2 0 6 0,-2 2-1 0,3-1 1 16,-3 2-8-16,1 0 8 0,0 0 1 0,2 2 2 15,3 10-2-15,3 14 0 0,-5 2 0 0,-5 3 0 16,-1 0 1-16,-4 0 1 0,0 2-4 0,-2-4 2 16,0-2-2-16,-1 0 2 0,2-4 0 0,2-2 0 0,0-1-5 15,2-4-15-15,1-3 0 0,0-5-8 0,0 1-27 16,0-6-86-16,1 2-26 0,-1-3-32 0,0-1-204 0</inkml:trace>
  <inkml:trace contextRef="#ctx0" brushRef="#br0" timeOffset="84092.01">21120 10464 988 0,'0'0'34'0,"0"0"-3"0,0 0 23 15,0 0-2-15,-2 0-4 0,1 0-10 0,0 0-11 0,0 0-1 16,0 1-4-16,0 0-8 0,1 0 3 0,-12 19-2 16,0 5 0-16,1 2-11 0,0 4-1 0,-1 0 7 15,0 5-4-15,-1 0 2 0,0 4 3 0,0-1-8 0,2-3 7 16,-1-2-1-16,2-3 5 0,1-5-4 0,2-5 3 16,0-2-4-16,3-7 1 0,2-3 8 0,0-2-7 15,1-2 3-15,1-4-5 0,-2 1 3 0,1 1 1 16,1-1 41-16,-1-1-15 0,1 0-1 0,0 0-10 15,0-1-24-15,0-1-3 0,0-1 0 0,1-25-1 16,3-4 3-16,2 0 4 0,1-5 2 0,1 1-2 16,0 0-6-16,2-1 4 0,0 2-5 0,1 0 5 0,-1 0-8 15,1 2 4-15,-1 3-2 0,1 0 2 0,0 2 0 16,-1-3-1-16,1 3 3 0,-1 1-3 0,1 2 3 16,-3 5-2-16,0 0 3 0,-1 5-4 0,-1 3 0 15,-2 4 5-15,-4 6-4 0,0 0 6 0,1 1-5 0,4-4 0 16,1 1 0-16,-2 2 0 0,7-1 3 0,-4 4 2 15,-1 1-1-15,2 5-1 0,-1 16-12 0,0 1 8 16,3-1-4-16,-5 1 5 0,-2 1 1 0,-1 0-1 16,2 1 2-16,11 1-4 0,-4-1 0 0,-3 1 6 15,-3 0-2-15,-1 0 2 0,-1-4-6 0,-3 2 5 16,0-4-1-16,1 1 3 0,0-3-6 0,0-3 1 16,0-1 6-16,0-2-5 0,1 3-2 0,-1-4 5 0,0 0-9 15,0-3 7-15,-1-2-9 0,0-1 4 0,0 0 4 16,0-1-2-16,0-1-3 0,0-1-6 0,0-1-1 15,0-1 0-15,0 0 0 0,0 1-46 0,0-2-34 16,-1 0-6-16,0 0-121 0,0 0-16 0,-1 1-30 16</inkml:trace>
  <inkml:trace contextRef="#ctx0" brushRef="#br0" timeOffset="84301.93">21033 10700 1342 0,'-2'0'81'16,"1"0"-79"-16,0 0 86 0,-1 0-39 0,-1 0-42 15,1 0-5-15,1 0-4 0,0 0 0 0,-1 0-10 16,1 0 15-16,1 1-2 0,0 0 8 0,1 1-3 0,1-1 0 16,-1-1 2-16,19 3-1 0,0 0 1 0,3-3-8 15,3-2 0-15,1-1-3 0,3-2-12 0,1 1-22 16,-2-1-4-16,2-1-19 0,0 0-139 0,-2-1-202 15</inkml:trace>
  <inkml:trace contextRef="#ctx0" brushRef="#br0" timeOffset="84770.12">22022 10488 804 0,'-2'0'58'0,"1"0"117"0,0 0-143 0,0 0-15 16,-1 0-1-16,0 0-7 0,1 0-25 0,0 0 13 16,0 0 3-16,0 0 6 0,-1 0 18 0,2 2 2 15,0-1 1-15,2 0-1 0,-1 0-1 0,6 1 18 16,12 3-4-16,3-1 13 0,2-2 20 0,-1-1-27 0,4-1 1 15,1 0-15-15,-1 0-24 0,-2 0-4 16,-4 0 0-16,-1 0-1 0,0 0 1 0,-1 0-1 0,-3 0 4 16,-1 0-3-16,-2 0-3 0,-3 0 0 0,1 0-6 15,-4 0 4-15,-1 0-9 0,-3 0-8 0,0 0-6 16,-1 1-5-16,0 1-51 0,1-1-17 0,-2 0-19 0,0 0-2 16,0 0-103-16</inkml:trace>
  <inkml:trace contextRef="#ctx0" brushRef="#br0" timeOffset="84987.76">21938 10708 1018 0,'-1'0'55'0,"-1"0"74"16,-3 0-65-16,-3 0 1 0,4 0-15 0,2 0 9 0,-2 0-34 16,2 0-19-16,0 0 5 0,-1 0-9 0,2 0 11 15,0 1 25-15,1 1-1 0,1-1 10 0,1 0 11 16,11 0-2-16,6 0-4 0,5-1-1 0,0 0-33 0,5 0-5 15,0 0-5-15,4 0 2 0,-1 0-10 0,2 0-14 16,-6-1 2-16,1-1-7 0,3-1-6 0,-3 1-20 16,4 0-54-16,0-1 6 0,-2-1-224 0</inkml:trace>
  <inkml:trace contextRef="#ctx0" brushRef="#br0" timeOffset="88939.65">23402 10279 736 0,'0'-1'19'0,"0"0"8"16,-1 0 30-16,0-2 7 0,0 1-4 0,-1-4-11 16,1-3-29-16,0-1-4 0,0-3-2 0,1 1-10 15,0 2 6-15,1-1 2 0,0 3-1 0,0 0-7 0,1 1 9 16,-1 1-5-16,0 1 7 0,0 2-5 0,-1 0 15 16,0 2-6-16,1-1 8 0,0-1-8 0,1 1-1 15,-1 1 2-15,0 0-3 0,0 0-4 0,0-1-5 16,1 1 5-16,-1 1-5 0,-1 0 2 0,0 1-5 15,0 10-1-15,0 18 1 0,-3 3-1 0,0 2 0 16,-2 2-4-16,-2-1 3 0,-1-1-3 0,1-4 6 16,-1 1-2-16,-1-5 3 0,1 0-7 0,0-2 6 0,1-2-3 15,0-2 3-15,0 0-7 0,0-4 9 0,-2 1-3 16,2-3 4-16,0-1-9 0,0-2 0 0,3 0-4 16,0-4 4-16,0 0-1 0,1-1-2 0,2-3-5 15,0 1-1-15,-1-2-21 0,1 1-21 0,0-2-5 0,0 0-11 16,1 0-68-16,1-1-124 0,1-1-21 0</inkml:trace>
  <inkml:trace contextRef="#ctx0" brushRef="#br0" timeOffset="89422.64">23741 10090 1114 0,'0'0'56'0,"0"0"-3"16,-1 0-7-16,-1 0-4 0,2 0-20 0,-1 0-14 15,1 0 19-15,0 0 7 0,0 0 3 0,1 0 10 16,1 0-19-16,0 1-4 0,6 1-4 0,5 3-6 0,0 0-10 16,0 1 7-16,-1-1-9 0,-2 3 2 0,0-7-3 15,-2 15-4-15,1 5 2 0,-3 2 2 0,-1 4 2 16,-3 0 0-16,14 1 0 0,-9 3-12 0,-6 0 6 16,-2 2 3-16,-4-1 2 0,-3-4 7 0,-2-2-8 15,-3-1 1-15,10-3-2 0,-20 0 8 0,0 1 0 16,-1-3-2-16,-1-3 2 0,1 0 1 0,3-3 2 0,0-2 0 15,2 0 1-15,4-2 1 0,-1-3-9 0,2 0 11 16,5-3-7-16,-1-2 25 0,3 4-2 0,0-2-4 16,3-2 2-16,-2-1-10 0,2-1-5 0,1 0-3 15,0 0 0-15,2 0-9 0,-1-2 8 0,-5-9-2 16,1-7 2-16,4-2-7 0,3 0 1 0,2 2-4 0,3 1 4 16,2 1 0-16,2 2-6 0,-8 2 7 0,12 2-7 15,0 2 2-15,2 4 0 0,-5-1-1 0,3 1 1 16,-1 3 1-16,-1-7-2 0,3 2-2 0,1 4 1 15,-2 2 5-15,0 2-5 0,0 3 2 0,-3 1-4 16,2 2-1-16,-3-1 7 0,2-2-2 0,0 8 6 16,-3-1-2-16,0 0-5 0,-1 1 1 0,-1-2-1 0,1-2 1 15,-1 1-4-15,2-2 3 0,0 0-2 16,-2-2 3-16,1-1-2 0,0-2-8 0,0-1 3 0,2 1-22 16,0-1-16-16,2 6-12 0,-1-2-5 0,0-2-82 15,1-2-48-15,-1-2-21 0,2-1-12 0,0-1-120 0</inkml:trace>
  <inkml:trace contextRef="#ctx0" brushRef="#br0" timeOffset="89609.64">24304 10365 1386 0,'-1'0'98'0,"0"-1"0"0,-2 0-31 0,1-1-3 16,-3 1-43-16,3 1-15 0,0 0-6 0,-2 0-5 15,-1 0 2-15,2 1-3 0,0 1-3 0,0 9 4 16,-8 6-4-16,5-3 4 0,3-2-18 0,2-1-3 16,1-2-5-16,0-2-14 0,0-4-73 0,0 0 6 0,1-1-31 15,0 0-15-15,1-1-125 0</inkml:trace>
  <inkml:trace contextRef="#ctx0" brushRef="#br0" timeOffset="90040.44">24678 10132 856 0,'0'0'61'0,"-1"0"89"0,0 0-70 15,-1 0-17-15,0 1-4 0,-1 0-4 0,-9 3-17 0,5-2 3 16,-4 3-2-16,-1 1 2 0,5-1 0 0,-2 1-27 16,0-1 3-16,4-1-12 0,-2-2-2 0,3 6 0 15,1 3 0-15,-1 0 0 0,3 0-4 0,-6 0-7 16,1 0 3-16,1 0-5 0,3-4 0 0,1 3-4 15,1 0 6-15,1 0-3 0,1 3 12 0,4 1-1 16,1-1 0-16,2 0 0 0,-1 0 0 0,-5-2 2 16,14 5 0-16,-2-2 0 0,2 1-7 0,-1 0 12 15,-2-1 0-15,0 1 7 0,-1-2 6 0,1-1 1 16,-3 0-1-16,-3 0 0 0,-1 0 1 0,-3-2-3 0,2 0 4 16,-4-1-3-16,-1-2-1 0,0 0 3 0,5 0 2 15,-4-2 1-15,2 1 8 0,-3-3-3 0,0 1-3 16,-1-2 0-16,0 1-2 0,0-1-3 0,-1 0-5 15,-7 0 2-15,-9 0-8 0,2 8-6 0,-1-1 6 0,-2-3-7 16,-2-3 6-16,1-1-5 0,4 0 2 0,-1-2-4 16,3 0 6-16,1 0-11 0,1-2 7 0,4 1-7 15,-1 0 3-15,1 0 2 0,0-1-8 0,2 0 6 16,0 0-6-16,3 1-19 0,0 0 3 0,-1 0-10 16,1-2-15-16,2 2-60 0,-5-6-5 0,1-2-24 15,-1-3-63-15,3-1-85 0,2 0-25 0</inkml:trace>
  <inkml:trace contextRef="#ctx0" brushRef="#br0" timeOffset="90290.11">24664 10010 1450 0,'-1'0'101'0,"0"0"-109"16,-1-1 99-16,1-1-49 0,0 1-60 0,0 0-17 0,0 1 12 16,1 0-10-16,0 0 26 0,1 0 18 0,0 0-2 15,4 0 10-15,12 2 9 0,8 0 8 0,1-1-5 16,3-1 3-16,4 0-31 0,-3-3-5 0,0 0-4 16,-2-2-1-16,-1 1-10 0,-1-1-12 0,-3 0 5 0,-1 0-8 15,0 0-15-15,0-1-135 0,0-1-11 0</inkml:trace>
  <inkml:trace contextRef="#ctx0" brushRef="#br0" timeOffset="91875.64">25847 9696 641 0,'0'-1'20'0,"0"-1"36"0,0 1-20 0,0-1-19 0,0 0 6 16,0 0-13-16,0-2-6 0,0 0 12 0,0-1-6 15,0 1 9-15,0-1 4 0,0 2 13 0,0-3 0 16,0 2 1-16,0 1-9 0,0-2 17 0,0 3-4 0,0-1 8 16,0 2-3-16,0 0-5 0,0-1-2 0,0 0-1 15,0 1-3-15,0-1-9 0,0-1 5 0,0 1-9 16,-1 0-7-16,-1 1-5 0,1-1 2 0,0 1-3 16,0 0-4-16,-1 1 7 0,-7 0-6 0,-2 4 8 15,-2 1-10-15,-3-3-1 0,0 18 0 0,-2 7 0 16,-1 1-3-16,2 2 3 0,3 5-7 0,-4-1 5 0,0 0-6 15,1 1 6-15,-4-2 1 0,3 0 1 0,3 0-3 16,-1 0 3-16,5-1-1 0,-1 0 0 0,-1 1-5 16,2 1 6-16,1 5-1 0,0-1 3 0,2 0-5 15,0-2 2-15,2-2-1 0,1 0 2 0,3-3 1 0,1 1-4 16,-14-5 3-16,8 0-3 0,5-3 15 0,2-1-1 16,3-2 0-16,1 0-1 0,2 1-2 0,1-1 5 15,-1-2-1-15,1 0 1 0,1-1-3 0,1-2-7 16,0-1-1-16,1 0-2 0,-2-4-1 0,-1 0 2 15,0 0-5-15,0-2 1 0,-2 0-8 0,5 0 3 16,-4-5 2-16,0-1-2 0,2 1-3 0,-1 0-12 16,4 1 6-16,1-3-9 0,-4 4 3 0,-1-1-8 15,6-1-28-15,2-1 0 0,2-3-158 0,3-6-154 0</inkml:trace>
  <inkml:trace contextRef="#ctx0" brushRef="#br0" timeOffset="92409.42">26077 9902 557 0,'0'0'188'0,"0"0"55"15,0-2-95-15,-1 1-114 0,0 0-3 0,0 0-21 0,0 0-10 16,-1 0 0-16,1-1-1 0,0 1 2 16,0 0 16-16,0 1-7 0,0 0 14 0,-1 0 11 0,1 0 1 15,0 1-1-15,0 0-2 0,0 1-7 0,-2 0 3 16,3-1 4-16,-1 11-4 0,-4 1-15 0,3 0 4 16,-1 2-11-16,-1 3 11 0,2 0-10 0,-2 5 10 15,2 0-4-15,1 3 3 0,-2 0-15 0,1 3 8 16,0 2-5-16,-1 3 6 0,1 3-10 0,0 1-3 15,-2 1 2-15,-1-1-1 0,1-1 10 0,-1-5-9 0,1 0 1 16,2-7-1-16,1-2 8 0,-11-4 0 0,5-3 2 16,4 0-2-16,0-2 3 0,2-4-6 0,1 1-1 15,0-3-1-15,0-2 2 0,0-2 1 0,0-1 1 16,0-2-1-16,0 1 0 0,0-1 30 0,1 1-7 16,0 0 14-16,1 0-8 0,-1-1-10 0,1-1-3 0,0-1-3 15,8-4-11-15,4-16 1 0,1-4 0 0,3-3 0 16,3-2 2-16,-1-5-11 0,5-1 3 0,-2-2-5 15,-2-2 2-15,4 2 3 0,-4-2-3 0,3 6 4 16,-2 3-3-16,-2 4-1 0,-1 3 4 0,-4 5-4 16,-1 2 3-16,-2 2 0 0,-1 1-5 0,-2 3 3 15,-1 1-5-15,1 2-6 0,-2 2 1 0,0 3-3 16,-2-2-7-16,3 3-16 0,-3-1-8 0,1 2-7 0,0 0-76 16,0-4-66-16,0 2-36 0,-1 1-28 0,-2 2-310 15</inkml:trace>
  <inkml:trace contextRef="#ctx0" brushRef="#br0" timeOffset="93358.83">26403 10634 1121 0,'0'0'285'0,"0"-1"-405"0,0 0 345 15,0-1-199-15,0-1-19 0,0-10-6 0,1-1-4 16,3-1 1-16,3-4 3 0,3-1-4 0,1 1 3 16,1-1-5-16,0 1-4 0,-2 2 0 0,1-2 1 0,-2 1-1 15,-1 1 7-15,-1-3 1 0,-2 6 1 0,-1-2 1 16,-2 3 9-16,-2 5 9 0,0-2 1 0,-1 2 2 16,0 4 2-16,-1 0 0 0,1 2-7 0,-1 0 3 15,-4-2-11-15,-3 0-7 0,-4 2 4 0,-3 4-6 16,-2 6 3-16,0-6 2 0,-1 23-2 0,1-1 1 15,0 1-1-15,0-1-4 0,3-3 6 0,-1-1-4 0,2 0 11 16,1-3-5-16,3 1-2 0,3-3-2 16,2-2-3-16,4 0 7 0,-6-4-1 0,2 0 2 0,2-2-7 15,1-3 7-15,1 1-1 0,1-1 4 0,0-2-5 0,0-1 23 16,1 2-10-16,1-1 15 0,-1-2-5 0,14 3-8 16,2-3 0-16,1-3-4 0,2-4-9 0,-2-1-6 15,2-3 1-15,-1-1-3 0,-2 2 0 0,-1 0 4 16,-3 1-5-16,-2 1 2 0,-1 2-8 0,-2 0 10 15,-2 2 0-15,-3 2 2 0,-1 2-5 0,-1 0 0 16,0 0 0-16,0 0 1 0,2-2 3 0,-1 1-5 16,0-1 0-16,-1 1-3 0,1 1 4 0,-1 1 4 15,0 1-3-15,0 2 3 0,1 16-8 0,-2 1 2 16,-1 2 1-16,-1 3 0 0,0-1 3 0,-2 3-5 0,-1 1 2 16,1 0-4-16,0 2 9 0,1-3 0 0,-1-2 1 15,-1-3-1-15,2-3 0 0,-2 2-1 0,-1 1-1 16,0-3 0-16,-1 1 2 0,1-2-4 0,1-4 5 15,-1-3-4-15,1-1 5 0,1-4-3 0,1-1-3 16,1-2 3-16,-1 0 10 0,2-3-3 0,-4 3 0 0,-2 0-2 16,1 0 1-16,0-2 8 0,-1-1 3 0,3-1-1 15,-2 0-6-15,2-1-13 0,1 0 2 0,0 0-3 16,-4-9 0-16,0-2 3 0,3-4-5 0,1 1 4 16,3-2-7-16,1-2 4 0,3 1-2 0,3-3 2 15,1 0 2-15,2 1-3 0,1-2 3 0,-9 2-4 16,14-2-3-16,3 3 8 0,0-1-3 0,1 0 4 15,1 0-2-15,0-1 0 0,3 1-2 0,0-1 0 0,1 0 2 16,0 0 0-16,-1-1 4 0,0 4-4 0,1-1 0 16,-5 4 1-16,-3 2-3 0,-3 2 2 0,-2 2-1 0,-4 3 1 15,1 0 2-15,-7 3-1 0,-1 2 1 0,0 1-3 16,2-2 1-16,-1 0-1 0,0-1 12 0,-1 2-14 16,1 0 3-16,-1 0-6 0,-1 1 3 0,0 0 1 15,0 1-3-15,-1 0 2 0,-1 1-3 0,0 3 6 16,-3 7-3-16,1 0 3 0,0 1-3 0,2-2-3 15,1 2 3-15,-1-1-3 0,2 0 4 0,3-2-4 16,2 1 2-16,0-2-3 0,1 0 3 0,-5-2 4 16,11 1-1-16,-2 0 1 0,0-1-3 0,0 0 4 15,-2 0 2-15,-1 0 1 0,1 3 2 0,-2 0-1 0,-1 0-1 16,-2-1-1-16,-2 2-4 0,1-1 7 0,7 3-4 16,-5-3 7-16,-2 1 0 0,-2 0 2 0,-1-4 0 15,-3 4 0-15,-1-3 2 0,2 0-1 0,-14 0 1 16,-1-1-1-16,0-1-9 0,2-1-3 0,3-2-1 15,3 1-1-15,4 0-11 0,2-1-16 0,1-2-4 0,2-1-5 16,-1 1-26-16,-1 1-37 0,1-2-7 0,1 0-13 16,0-2-54-16,2-15-90 0,8-9-50 0</inkml:trace>
  <inkml:trace contextRef="#ctx0" brushRef="#br0" timeOffset="93577.96">27030 10341 1650 0,'0'-1'30'0,"0"0"58"0,0 0-77 0,0 0 6 16,0-2-4-16,1 1 5 0,1 1-5 0,20-10-6 16,6 4-3-16,-4 4-1 0,5 0 2 0,1 3-9 15,-4-1-6-15,1 1-2 0,-6 0-21 0,-3 1-2 16,1 0 3-16,-7 1-4 0,-1-1-5 0,1-1-93 15,-3 0 7-15,3 0-43 0,-1-1-65 0</inkml:trace>
  <inkml:trace contextRef="#ctx0" brushRef="#br0" timeOffset="94061.05">27913 9983 1137 0,'0'-1'149'0,"-1"-2"333"0,-2-4-460 15,1-1-17-15,1 3-2 0,1 3-5 0,0 0-11 16,0 0-3-16,-1 0 3 0,0 0-2 0,-1-1 12 16,2 2-4-16,0 0 4 0,0 0-4 0,0 0 5 15,0 1 0-15,0 0 0 0,0 0 0 0,0 0 8 16,-1 1 12-16,0 0-4 0,0 0 5 0,0 0-8 0,-1 2 14 15,-2 7 0-15,-2 6 3 0,-1 4-12 0,0 1-2 16,0 2-5-16,0 4 2 0,1 1-10 0,0 7-1 16,0-2 2-16,0 3-2 0,0 0 7 0,2-1-9 15,0-1 7-15,1-3-7 0,-1 0 9 0,2-4 0 16,0-2-6-16,1-4 2 0,1-2-5 0,0-4 2 16,0-3 1-16,0-4 1 0,0-1 11 0,0-1-9 15,0-3 7-15,0 0-9 0,0-1-2 0,1 0 12 0,1 1-4 16,-1-1 8-16,0-1-2 0,0 1-3 0,0-2 1 15,13-5-2-15,3-5-7 0,3-3 0 0,1-17-3 16,4-7 0-16,1-3 0 0,2-4-1 0,2-2 3 16,2-1-2-16,1-1 1 0,-3 4 4 0,0 3-6 0,-4 5 4 15,-3 3-1-15,-1 3-6 0,-5 3 5 0,-1 4-5 16,-3 3 9-16,-4 4-3 0,-2 3-2 0,-2 5-1 16,-1 1-9-16,-2 4-3 0,-2 1-4 0,2 0 0 15,0 0-25-15,1 1-1 0,-1-1 1 0,-1 2-7 16,0 2-68-16,0 5-122 0,-1 16-43 0</inkml:trace>
  <inkml:trace contextRef="#ctx0" brushRef="#br0" timeOffset="94393.92">28417 10238 1489 0,'0'0'32'0,"0"-1"-1"0,0 0 11 15,0-1-6-15,-1 1-6 0,0 0-13 0,1 0-12 16,0 0-1-16,-1 1-4 0,1 0-5 0,-1 0 14 16,0 0-1-16,-1 1 5 0,1 0-5 0,0 1-7 15,-3 3 2-15,-3 10-2 0,-4 2 10 0,-1 4-5 16,-1 0 5-16,0 2-6 0,1 0 8 0,-1-2-1 0,3 2-1 16,-1-3 1-16,3 0-10 0,3-2 3 15,1 0-4-15,-7-2 4 0,4 0 6 0,2-2 10 0,3 0 0 16,2-2 4-16,1-1 6 0,0-1-7 0,2-2-1 15,1 2-3-15,2-3-15 0,2 2-2 0,9 0-2 16,-1-2 2-16,1-1-2 0,-1-1-4 0,0-3 1 0,-1 3-3 16,-1-4-7-16,-2 0 2 0,-2 7-3 0,0-4 2 15,-1 0-8-15,0-2-10 0,3-1-11 0,-5-1-5 16,-1-1-74-16,0-1-24 0,-2-1-15 0,0-10-2 16,0-1-63-16,6-1-78 0</inkml:trace>
  <inkml:trace contextRef="#ctx0" brushRef="#br0" timeOffset="94582.9">28098 10425 1686 0,'-2'0'35'0,"1"0"2"0,0 0-6 16,1-1-15-16,0 0-5 0,0 1-19 0,0 0 8 15,1 0 0-15,2 0 5 0,18-2 2 0,1 1-6 16,0 0-1-16,8 0 0 0,-3-1-3 0,2 0-11 15,-1 0 1-15,0-2-6 0,-1 0-12 0,-4-1-61 16,-1 0-25-16,-2-1-20 0,0 1-136 0</inkml:trace>
  <inkml:trace contextRef="#ctx0" brushRef="#br0" timeOffset="94946.67">28761 9860 1791 0,'0'0'13'15,"0"-1"3"-15,0 0 0 0,0 0-11 0,0 0 2 16,0 0-23-16,0-1 10 0,0 2-4 0,0 0 6 16,1 2-4-16,0-1 7 0,-1 0-3 0,11 17 3 0,-2-1-7 15,2 2 4-15,-2 0 1 0,2 0 1 0,-1-1-6 16,1 1 8-16,1 1 0 0,-10-1 5 0,13 0 1 15,2-1-7-15,-1 0-1 0,3 2-1 0,0 3 7 0,0 3 0 16,-1 2-1-16,0 2-1 0,-1 4-3 0,-3 3 2 16,-5 1 2-16,-2 0 1 0,-1 2 4 0,-4 0-4 15,16 0 4-15,-13-1-4 0,-6 0 7 0,-8 0-3 16,-4-3 6-16,-1 2-3 0,-2-4 11 0,15-2 3 16,-16-5-6-16,0-6 3 0,2-3-14 0,2-3-4 15,3-3-1-15,0-5-3 0,2 0-12 0,-1-5-52 16,1 4-5-16,-1-1-20 0,0-1-53 0,-2-1-53 15,2-3-21-15,-2-4-13 0,4-1-87 0</inkml:trace>
  <inkml:trace contextRef="#ctx0" brushRef="#br0" timeOffset="95361.76">29142 9437 1559 0,'0'0'9'0,"0"-1"0"16,0 0-5-16,0 0-2 0,0-1-4 0,0 1-25 0,0 0 19 15,0 0-4-15,1 0 9 0,0 0 3 0,2-1 4 16,0 1-4-16,12-2 5 0,-2 0 0 0,0 2 13 15,0 0 6-15,0 0 1 0,-2 1 3 0,-2 0-7 16,-1 0-7-16,-1 0 2 0,0 1-10 0,-2 0-6 16,-1 1 8-16,-3 4-7 0,11 12 8 0,-5 2 5 15,-4 1 2-15,-3 0 2 0,-1-1 4 0,-1-3-9 16,-2-1 2-16,1-3-3 0,-1 0-4 0,1 0-7 16,0 0 0-16,1 1-1 0,1-1 2 0,1-2-4 0,0-1 1 15,1-2-2-15,1 1 8 0,1-5 4 0,0 1-1 16,3-1 1-16,7-3 6 0,3 1 5 0,0 8-2 15,0-3 1-15,2-3-11 0,-1-1-5 0,1-2 4 16,3-1-6-16,1 0-4 0,-2-1-3 0,3-2-8 16,-3 1 5-16,-5 0-23 0,3-1-26 0,-5 1-38 0,3 0-12 15,1-2-274-15</inkml:trace>
  <inkml:trace contextRef="#ctx0" brushRef="#br0" timeOffset="96445.33">26964 10639 873 0,'0'0'28'0,"0"0"0"0,0-1 17 0,0 0-8 15,0-1 1-15,0 1-9 0,0 0-7 0,0 0-1 16,0 0-4-16,0-2-10 0,0 1 4 0,0 1 6 15,1-4-3-15,0 0 4 0,2 1 2 0,-2 0-3 0,0 2 5 16,0-1 5-16,-1 2 4 0,1-1 1 0,1 0-1 16,-1-1-3-16,0 1-5 0,0 1-2 0,-1 0-1 15,0-1-11-15,0 1 6 0,0 0-6 0,0 1 6 16,-1 0-3-16,0 1 2 0,-2 0 5 0,1 2-4 16,-6 7-5-16,2 6-3 0,-1 0-2 0,1 1-1 15,2-3-2-15,3 1 8 0,0 0-8 0,-7-2 8 16,2 1-5-16,4-1-3 0,0-1 8 0,2-1-7 0,2-2 17 15,-1-2 5-15,0-2 4 0,3 2 0 0,-1-3-3 16,-1-1-1-16,8-1-5 0,3 6 4 0,-1-2-1 16,-1-2-4-16,3-3-3 0,-1-1-1 0,-3-1-9 0,4-2 1 15,1-1-2-15,-2-3 1 0,0 3-1 0,-2-15-8 16,-3 1 6-16,-3-2-6 0,4 2 1 0,-7-1 4 16,1-1-5-16,1 2 6 0,8-2-10 0,-5 3 0 15,-3-2 2-15,-4 4-2 0,0-1-3 0,-3 5 6 16,1 0-2-16,-3 2 4 0,1 2 2 0,0 2 0 15,-7 0 0-15,-3 4 0 0,0 0-3 0,-1-9-5 16,1 5 1-16,0 1-1 0,-2 4 6 0,1 1-3 16,1 4 5-16,0 1-2 0,1 1 9 0,2 0-3 0,2-1 5 15,1 6-4-15,2-1 7 0,2 2-6 0,3-1 2 16,-8 2-2-16,3-1-1 0,4 0 7 0,2 3-7 16,2-1 7-16,3 1 0 0,3 2-11 0,0-4 8 15,-4 5-9-15,16 1 8 0,2-2-3 0,-2 4-5 0,5-5 2 16,-4 2-12-16,-2 0-11 0,3 3 3 0,-3-3-7 15,-2-3-18-15,3 1-70 0,0-4-66 0</inkml:trace>
  <inkml:trace contextRef="#ctx0" brushRef="#br0" timeOffset="98180.73">22934 11628 941 0,'0'0'0'0,"0"-1"47"0,-1 0 13 0,0-1 14 0,0 1 8 16,-1 0-42-16,1 0-8 0,0 0-17 0,0-1 0 15,0 1-3-15,1 0-1 0,-1 0-11 0,1 0-1 16,0 0-1-16,0-1 8 0,0 2-1 0,0 0 11 15,0 0-9-15,-2 2 9 0,2 0 4 0,-2 9-10 16,-3 13 8-16,2 7-11 0,-2 3 0 0,-1 7 0 0,0 5-1 16,-1 0-4-16,0 2 5 0,-1-2 0 0,0-5 1 15,-1 0-5-15,1-3 3 0,1-3 0 0,1 0 0 16,3-1-6-16,0-2 11 0,1-4-2 0,1-1 6 16,0-2 1-16,0-5-6 0,1 0-3 0,0-3 0 15,1-6-7-15,0 1 4 0,1-4 0 0,1-1 1 16,-1-1-8-16,-1-3 26 0,-1-2-5 0,2 1 14 0,1 1 6 15,4-1 3-15,3-1 0 0,2-3 0 0,2-7-21 16,2-2-9-16,0-18-5 0,3-2 1 0,0-1-11 16,0-2 5-16,-1 0 1 0,1-1 2 0,1 0 1 15,2 1 0-15,0 3-6 0,-2-1 2 0,0 1-11 0,-3 3 10 16,-4-1-2-16,3 4 4 0,-5 5-2 0,-2 5-12 16,-2 4-3-16,-3 4-3 0,-3 1-19 0,1 1-33 15,0 4-3-15,0-1-17 0,1 1-63 0,-1 0-122 16,-1 1-51-16</inkml:trace>
  <inkml:trace contextRef="#ctx0" brushRef="#br0" timeOffset="99064.76">23293 12423 1146 0,'0'0'105'0,"0"0"-1"0,0 0-35 0,0 0-1 0,0 0-47 15,-1-1-13-15,1-1 1 0,0 1-4 0,0 0 5 16,0 0-4-16,1-12-3 0,1-1 1 0,0-1-2 16,1 0-2-16,0 0 5 0,0 2-2 0,-1 0 3 15,-1 3-14-15,-1 0 12 0,0 3 2 0,0 3 7 16,0 0 7-16,0 2-15 0,0 1 1 0,-12-1-6 0,-5-8-3 16,-3 5 1-16,-4 5 1 0,2 6 0 0,-5 5 1 15,1-7 7-15,3 21-3 0,-1 1 5 0,3 0-4 16,1-2 7-16,1 1 1 0,4-4 1 0,3-2-1 15,5-5 5-15,2-2-6 0,3-4 4 0,-4-1-19 0,4-2 0 16,-1 0-7-16,1-1 6 0,1 1-1 0,1-1 9 16,0-1 8-16,0-2-1 0,1 2 11 0,1-1 9 15,7 1-10-15,8 0 8 0,4-4-14 0,2-5-13 16,0-4 6-16,4-4-8 0,-1 10 4 0,-1-14-3 16,-2-1 0-16,-2 3-1 0,1 0-1 0,-6 1 7 15,-2 4-4-15,-7 2 5 0,-4 2-12 0,0 5 5 16,0-1-3-16,-1 2 3 0,-1 1-3 0,0 0-2 15,2-2-3-15,-1 1 1 0,-1-1 6 0,0 2-4 0,0 2 8 16,-1 11-5-16,-4 16 6 0,-3 4-6 0,-3-4 2 16,-1 2-4-16,-1-2 7 0,0-1-2 0,0 1 4 15,3-2-2-15,1 0 6 0,-1 0-9 0,1-1 2 16,0 1-2-16,-1-1 8 0,-1 2-1 0,1-1-5 0,0 0 3 16,2 0 0-16,-1-2-5 0,1-2 8 0,0 0-8 15,0-5 0-15,1-2 6 0,1-6-5 0,1 0 7 16,1-5-4-16,1 0 5 0,1-2 1 0,0-1 2 15,-1 0 13-15,1 1-17 0,0-2 1 0,0 0-7 16,-1 0 2-16,-1 0-4 0,1-1 0 0,0 0-2 16,0-1 0-16,1 0-1 0,-1-4-1 0,-3-12-1 15,4-1-1-15,1-1 0 0,3-3 4 0,3-2-4 0,4 0 4 16,0 0-1-16,3-1 0 0,-9 2 0 0,12-2 3 16,3 0 2-16,-1 1-5 0,2 0 3 0,6 0 1 15,-1-2 0-15,3-1 0 0,2-2-2 0,1 0-6 0,-3-2 7 16,1 2 1-16,-4 1 2 0,-3 1-2 0,-3 3 3 15,-2 3-4-15,-4 5 2 0,-3 5-3 0,-3 3 1 16,-2 3 3-16,-4 4 0 0,0-1 8 0,0 2-6 16,2-3 3-16,-1 1-4 0,0 1-4 0,0 0-2 15,-1-1-1-15,0 2 1 0,0 2 0 0,-1 0-2 16,0 14 2-16,-2 6-2 0,-2 1 2 0,2 1 3 16,0-2-2-16,-1-1 1 0,1 0 1 0,1-2-2 15,0 0 4-15,1-1-3 0,0-3 8 0,1-2-6 16,1-2 1-16,0 0-2 0,1 1 4 0,-1-2 2 0,0 0 0 15,1-1 0-15,-1-1-2 0,1 1-2 0,-2-1 2 16,0 0-3-16,0 0-1 0,-1-2 3 0,0 2-2 16,0 1 2-16,-1-1-4 0,0-1 0 0,-2-1 0 15,0 0 0-15,-2 0 3 0,-1-2-2 0,-6 0-4 16,3-3 1-16,0 1-9 0,2 0-15 0,-2 3-5 0,5-2-5 16,0-1-33-16,2-1-43 0,1-1 6 0,-2 2-20 15,1-1-18-15,0 0 4 0,-1 0-7 0,1 0 10 16,1 0 19-16,0-1 47 0,1 0-10 0,0-1 14 15,1 0-72-15</inkml:trace>
  <inkml:trace contextRef="#ctx0" brushRef="#br0" timeOffset="99581.81">23887 12431 771 0,'0'-1'89'0,"0"0"-11"16,0-2 59-16,1-1 2 0,1-8-16 0,0 0-30 0,0 4-25 15,-1 1-8-15,0 2-6 0,-1 3-21 0,0 1 11 16,1-2-3-16,-1 1 4 0,0 0-18 0,0-1-7 15,0 2-6-15,-1 0 1 0,0 0-14 0,0 1 14 16,-4 2-8-16,-10 4 9 0,-3 17-10 0,-2 1 7 16,5 3 2-16,-1-2-1 0,0-2-2 0,7 1-7 15,-2-4-1-15,4 1-1 0,2 0-3 0,-7-1 5 16,5-1 0-16,3 0 2 0,3-2-7 0,1 0 0 16,1-1 4-16,1-2-1 0,3 2 3 0,1-3 4 0,1-2-8 15,0 0 6-15,0-3-3 0,10-1 5 0,1-2 5 16,2-2-2-16,0-1 0 0,0-1 2 0,1 12-2 15,0-6 5-15,1-6 0 0,-2-1-4 0,-2-4 0 16,1-1-2-16,-1-4-10 0,-3 1 1 0,0 7-4 0,0-14 4 16,-5-4 1-16,-2 1 1 0,-1-2-1 0,-5-1 0 15,2 1-9-15,-3-2 7 0,12-1-2 0,-4 0 4 16,-7 0-7-16,-2 3 2 0,-4-2-3 0,-1 3 3 16,-4-1 0-16,1 4-2 0,-1 1 3 0,7 2-3 15,-8 1 3-15,-3 2-4 0,1 3 2 0,2 0-3 16,0 4 6-16,2 2-2 0,1-5-1 0,0 1-3 15,0 2 2-15,2 1 2 0,0 1-3 0,2 1 2 0,1 0-1 16,0 0-1-16,0 0 3 0,1 0-2 0,0 0 3 16,-1 7 1-16,-8 10 2 0,3-3 0 0,2 3 1 15,3 3-3-15,2 0-2 0,1 2 1 0,1-1 0 16,2-1 4-16,1 1-1 0,0 0 2 0,1-1-5 0,1-2 4 16,0 1 2-16,2-2 0 0,-1 0-6 0,-1-3-1 15,1 1 1-15,0-2 0 0,1 0 1 0,-2-3-8 16,-6 0-2-16,9-3-5 0,1-1-18 0,0-4-22 15,-1 5-26-15,1-1 1 0,1-2-101 0,0-3-94 16,1-2-21-16</inkml:trace>
  <inkml:trace contextRef="#ctx0" brushRef="#br0" timeOffset="100098.69">24412 12196 716 0,'-1'0'224'0,"0"0"36"0,-1 0-98 0,-9 0-82 16,0 0-43-16,3 0-21 0,5 0-4 0,0 0-2 16,2 0-2-16,0 0-20 0,-1 0-10 0,-1 0 3 0,2 0-2 15,0 0 20-15,0 0 6 0,1 0-2 0,0 0 4 16,1 0-6-16,0 0 12 0,4 0-8 0,9 0 6 15,1 0-16-15,0-1-1 0,1-2-1 0,0 1-2 16,1 0-22-16,-1-2-18 0,1 2-21 0,-1-1-3 16,3 0-112-16,-2-1-176 0</inkml:trace>
  <inkml:trace contextRef="#ctx0" brushRef="#br0" timeOffset="100532.78">25011 11892 1563 0,'0'0'20'0,"0"0"3"0,-1 0-12 16,-1 0-9-16,1 0-3 0,0 0-10 0,-1 2 11 16,-1 0-3-16,3-1 4 0,-2 16 0 0,-2-1-1 0,0 3 5 15,-1 2-4-15,0-2 3 0,-1 3 1 0,-1 1-2 16,2-1 3-16,-4 3 2 0,3 0-6 0,1 4 5 15,-1 0-5-15,0 2 7 0,1 2-5 0,0 0 4 16,1 3-3-16,0 0 12 0,1-1 1 0,-1 0 1 16,3-3 1-16,0-4 11 0,-13-5 1 0,8-3-7 0,3-3 3 15,3-2-24-15,0-2 1 0,2-1-3 0,0-2 1 16,0 0-10-16,1-3-3 0,-1-3 4 0,0 0-2 16,1-2 9-16,5 0 14 0,0 3-3 0,2-1 6 15,0-3-1-15,3-2 1 0,0-5 2 0,1 4-4 16,0-22-7-16,2-2 5 0,0-2-4 0,0-8 5 15,4-1 0-15,-1-5-10 0,4-3 3 0,-2 3-6 0,-4-2-3 16,3 6 11-16,-4-1-10 0,3 5 11 16,-1 0-17-16,1 4 5 0,-4 3 2 0,0 4 0 0,-4 3-4 15,-2 3-2-15,-2 4 1 0,-5 5 0 0,1 1 5 16,-1 5-16-16,-2 0-5 0,1 2-5 0,1-2-24 0,1 1-13 16,-1 0-7-16,0 1-6 0,1 1-73 0,-2 0-113 15,2 10-57-15</inkml:trace>
  <inkml:trace contextRef="#ctx0" brushRef="#br0" timeOffset="100851.46">25302 12297 840 0,'0'0'72'0,"0"0"-1"0,0 0 46 0,0 0-11 16,-1 1-1-16,0 0-7 0,0 1-18 0,0-1-10 15,0 0-2-15,-1 0-33 0,1 0-11 0,0 0 3 16,0 1-6-16,0-1-3 0,-1 0-10 0,0 1-1 15,1-1-1-15,-6 9 6 0,-1 4-3 0,-2 0 2 16,1 6-2-16,1 2 6 0,1 3-4 0,-2 0 5 16,2-1-5-16,-1 1-2 0,-3-2 13 0,7-3-2 15,3 0 7-15,-10-3 4 0,5 0-13 0,4-2 5 0,2-2-7 16,0 1 4-16,2-2 4 0,3-2-8 0,1 0 7 16,-2-1-6-16,12-2-11 0,2-1 1 0,4-2-7 15,-4-3-8-15,6 13-1 0,-3-8 0 0,1-4-1 16,0-2-4-16,-6-2-5 0,2-4 1 0,-3-1-3 15,-2 1-10-15,0-1-37 0,-4 1-1 0,-2 2-14 0,-1-6-29 16,-1-2-29-16,-3 0-4 0,0 1-9 0,5 0-25 16,-3 2-146-16</inkml:trace>
  <inkml:trace contextRef="#ctx0" brushRef="#br0" timeOffset="101049.24">25094 12459 1375 0,'-1'0'121'0,"0"0"-5"0,0 0-27 16,-2 0 8-16,-4-1-57 0,3 0-8 0,1 0-19 15,1 1-10-15,0 0-2 0,0 0-28 0,1 0 19 0,1 0 2 16,1 0 6-16,1 0 3 0,21-1-11 0,8-1-3 16,-1 0-1-16,6-3 0 0,0-1-18 0,-1-2 3 15,-1 0-18-15,-2-1-92 0,-5 0-138 0,-1 0-68 16</inkml:trace>
  <inkml:trace contextRef="#ctx0" brushRef="#br0" timeOffset="101533.69">25483 11651 1162 0,'-1'0'75'15,"0"0"161"-15,0-1-227 0,-1 0-5 0,-1 1-4 0,1 0 2 16,0 0 3-16,-1 0-5 0,1 1 3 0,0 0-3 16,0 2 8-16,-1 3-3 0,-3 8 0 0,2 1-2 15,4 1-4-15,2 2 12 0,1 1 1 0,3 2 5 16,2 1-1-16,2 3 10 0,0 0-9 0,2 4 9 15,1 4-12-15,2 4 0 0,0-1 2 0,0-1-4 16,-1 2-11-16,1 0 11 0,0 2-7 0,-1 2 9 16,2 2-6-16,-3 0 2 0,-2 0-2 0,-1 1 2 15,-4 1-2-15,-4 0-11 0,-2-1 3 0,-4 0-6 0,-4-1 6 16,-5 0 6-16,-3 0-1 0,11 1 3 0,-24 2-1 16,-3 1-8-16,-1-3 3 0,0 0-6 0,0-4-24 0,0-3-130 15,2-4-55-15</inkml:trace>
  <inkml:trace contextRef="#ctx0" brushRef="#br0" timeOffset="102000.64">22497 11723 906 0,'-2'0'507'0,"1"0"-694"16,-1 1 589-16,-9 3-333 0,-2 2-84 0,0-2 10 16,1 23-2-16,-3 10 4 0,0 5 2 0,0 2 6 15,-4 3 3-15,0 0 0 0,-3 0-6 0,-3 2 2 16,3 3-1-16,-2 4 3 0,7 2-2 0,5-1 3 15,0-2 1-15,7-5 0 0,-15-3-7 0,15-8 7 16,5-4-5-16,5-4 7 0,3-5-5 0,1-3-9 16,3-1-11-16,-5-4-1 0,17 1-37 0,6-3 12 15,5-5 0-15,2-2 4 0,3-5 0 0,1-3-59 0,2 17-46 16,7-16-23-16,5-6-326 0</inkml:trace>
  <inkml:trace contextRef="#ctx0" brushRef="#br0" timeOffset="102549.65">25774 11548 1517 0,'0'-1'20'0,"-1"0"53"0,0-1-77 0,-1 1-10 0,1 0 4 16,1-1-4-16,0-1 9 0,1 1 1 0,-1 1 3 15,16-3 0-15,-1 2 9 0,1 0-2 0,3-1 3 16,0 2-3-16,-1 0 0 0,-2-10-6 0,1 4 4 16,-2 5-2-16,-1 2 8 0,-2 1-6 0,-2 3-4 0,-3-1 0 15,1 2-1-15,-4 3 6 0,1 6 7 0,-2 0-1 16,0 0 7-16,-2-2 9 0,0 1-3 0,7-1 6 15,-2 0 6-15,-2-2-13 0,-2 1 1 0,0 1-7 16,0-3-17-16,-1 0 10 0,-1 0-6 0,1 0 8 16,1-1-8-16,2 2 1 0,1-1 0 0,-3-5-1 15,4 3-4-15,2-3 0 0,9 0-4 0,3-1 3 16,2 0-6-16,0-2-2 0,3 13 4 0,1-6-5 0,-2-4-7 16,4-4-1-16,-4 0-8 0,0-1 4 0,-3-3-14 15,-2 2-70-15,-2-2 10 0,0 1-36 0,-4 0-44 16,0 0-170-16</inkml:trace>
  <inkml:trace contextRef="#ctx0" brushRef="#br0" timeOffset="102869.35">26226 12198 665 0,'-2'0'176'0,"1"0"369"16,0 0-495-16,0 0-9 0,0 0-8 0,-1 0 0 15,1 0-19-15,1 0 14 0,0 0-11 0,1 1 11 16,1 1-16-16,0-1 4 0,10 1 0 0,5 2-1 15,1-2-5-15,1 0 5 0,0-1-5 0,-1 1 3 16,1-1-13-16,-2 0-4 0,-1 0 1 0,-2 0-2 0,-2 1-14 16,-1-1-4-16,-3 0-6 0,-1 0 1 0,-1 0-28 15,-3-1-128-15,0 0-13 0,-1 1-57 0,0 1-215 16</inkml:trace>
  <inkml:trace contextRef="#ctx0" brushRef="#br0" timeOffset="103019.69">26136 12459 1262 0,'0'0'68'0,"0"0"0"0,0 0-7 16,0 0-12-16,0 0-19 0,0 0-20 0,0 0 9 15,0 0-6-15,1 0 4 0,3 0-17 0,19 0 4 0,6 0-3 16,4 0 1-16,2-3-22 0,1-3-8 0,3-1-12 16,1-3-12-16,2-4-192 0</inkml:trace>
  <inkml:trace contextRef="#ctx0" brushRef="#br0" timeOffset="103818.67">28159 11769 917 0,'0'0'117'0,"0"0"14"0,0-1-51 0,-1 0-25 16,-1-1-34-16,1 0 13 0,0-3-9 0,0-5-6 16,1-3 0-16,0-1-18 0,3 0 14 0,3-4-8 0,2-2 10 15,3-1-12-15,1-3-1 0,1 0 5 0,1-1-5 16,0-1 0-16,-1 1-4 0,0 1 0 0,-1 0 0 15,-2 3 11-15,-2 1 5 0,-2 5 7 0,-1 1-2 16,-1 3 24-16,-3 5-11 0,0 0-1 0,-1 4-5 16,0 1-3-16,1-2-26 0,0 1 7 0,0 1-12 15,1 0 3-15,-1 1 8 0,-1 1-4 0,0 0 9 16,0 20 11-16,0 2 3 0,-1-1 1 0,-3 3-2 0,1-2-10 16,-2 1 2-16,0 0 1 0,-1 2 0 0,0 0 4 15,-1 0-7-15,0 0 4 0,0-3-4 0,0 1 9 16,1-2-8-16,2-1-3 0,-1 1 1 0,3-5 3 0,-1-2-12 15,2-3 9-15,0-1-11 0,0-3 1 0,1-2 3 16,0 1-4-16,0-1 4 0,0-1 0 0,0-2-7 16,0-1 1-16,0 1-3 0,0-1 3 0,0 0-9 15,-2 0 2-15,1 0-4 0,0-1 4 0,-1 0-9 16,-8 4 2-16,-5 1-3 0,-3-1 15 0,-3-2 5 16,-1 1 3-16,-2-2 0 0,2 0-2 0,1 0 1 15,1-1 0-15,3-1 0 0,2 1 2 0,5 0-3 16,-2 0-2-16,4 0 0 0,1 1 4 0,1-2 0 15,2 0 2-15,2 0-2 0,1 0 3 0,-1 0 4 0,0 0-6 16,0 0 5-16,-1 0-12 0,2 0 2 0,0 0 3 16,0 0-1-16,0 0-4 0,1 0 14 0,1 0-4 15,0 0 8-15,3 0-11 0,13-3 0 0,2 2 5 16,1 0-2-16,3 0 3 0,0 0-2 0,-1-1-9 0,1 1 6 16,-1 1-9-16,0 0-4 0,-1 0-3 0,-1 0-1 15,-2 1-16-15,-2 2-12 0,-1-1 4 0,-1 0-8 16,-1 1-21-16,-4-1-82 0,0 1-6 0,-2-2-27 15,1 0-55-15,-5 0-194 0</inkml:trace>
  <inkml:trace contextRef="#ctx0" brushRef="#br0" timeOffset="104188.46">27357 12158 1504 0,'-1'0'38'0,"-1"0"4"0,1-1-17 15,-1 0-8-15,0 1-12 0,-2-1-1 0,2 1-24 16,-1-1 5-16,1-1-11 0,1 1 18 0,0 1-10 16,-1 0 4-16,2 0-5 0,0 0 19 0,2 1 4 0,0 1 10 15,14 2-3-15,8 1 19 0,2-3-6 0,3 1 7 16,11-1-5-16,-1-1 20 0,8-1 21 0,4-1-11 15,-1-1 12-15,5-2-22 0,4-1-11 0,-1 1 3 16,4-1-5-16,3 1-1 0,5 0-11 0,3-1-1 0,1 0-4 16,-2 2-5-16,-4 0-5 0,-3 0 3 0,1 1-4 15,0 0-6-15,1 0 2 0,-5 1 0 0,-7 0 3 16,-5 1-2-16,-12 0-7 0,-3 0-2 0,-5 1-1 16,-4 1 7-16,-5 1-5 0,-4-1 4 0,-1 0-4 15,-1 1 3-15,-4-1-17 0,-4-1 1 0,-2 0-8 16,-1 1-15-16,-1-2-42 0,0 1 0 0,0 0-17 15,-1 0-31-15,-1 0-102 0,0-1-56 0</inkml:trace>
  <inkml:trace contextRef="#ctx0" brushRef="#br0" timeOffset="104468.94">27767 12412 1945 0,'-1'0'34'0,"0"0"3"0,0-1-24 15,-2 0-12-15,1 0-11 0,0 0-20 0,-1 1-3 0,2 0 5 16,0 1-3-16,0 0 9 0,0 1 6 0,-9 17-4 16,2 0 5-16,1 2 0 0,0 0 12 0,-1-1 0 15,-2 0 3-15,0 1-3 0,-1-1 13 0,0 0-6 0,1 0 8 16,-1-1-7-16,2-1 0 0,2-3 2 15,0-1-1-15,2-2-2 0,1-1-3 0,2-3-7 0,1-1 2 16,1 0-19-16,0-5-41 0,0 3-29 0,0-3-11 16,1 1-133-16,1-1-172 0</inkml:trace>
  <inkml:trace contextRef="#ctx0" brushRef="#br0" timeOffset="104918.74">27964 12359 1846 0,'0'0'5'0,"0"0"4"0,0 0-5 15,0 0-7-15,1 1 2 0,1 1 5 0,4 0-4 16,10 7 2-16,-4-6-5 0,2 18 0 0,-1 2-6 16,-2 2 2-16,-3 0-2 0,-2 0 5 0,-3-1-2 15,12 0 3-15,-8-2-2 0,-4 0 6 0,-3-2 9 16,-1 0-1-16,-4-1 3 0,-3-1 2 0,-1-2 0 15,4 0 4-15,-12-1-3 0,1 0 5 0,-2 0-6 16,-2-2-3-16,2-2 0 0,-2-2-5 0,1 1 2 0,1-3-2 16,0 1 2-16,4-1-2 0,0-3-9 0,1-1 3 15,3-2-4-15,-1 6 13 0,4-3-7 0,0-2 4 16,1 0-6-16,-1-1-6 0,2-1 1 0,1 0-1 16,-1 0 1-16,3 0-8 0,0 0 6 0,1 0-2 0,-1-3 6 15,-2-1 8-15,0-6-1 0,0-2-1 0,3 1-1 16,2 1-5-16,3 0 3 0,0 0 1 0,2 2 3 15,2 0 6-15,5 2-7 0,0 1-3 0,-1 2-1 16,-1 0-2-16,-1-4 1 0,2 1 3 0,-1 3-2 16,0 2 1-16,-1 1-1 0,-1 1-4 0,-1 1 2 0,-1 2-2 15,1 0-3-15,-3 1 2 0,2 8-3 16,-1-1 2-16,0 2 3 0,-1-3-5 0,-4-2 4 0,5 0-18 16,-1 1 3-16,-1-2-2 0,2-1 0 0,0-1-20 15,0-5-53-15,0 4-3 0,5 2-21 0,-6-5-59 0,8 2-155 16</inkml:trace>
  <inkml:trace contextRef="#ctx0" brushRef="#br0" timeOffset="105102.5">28300 12599 1749 0,'-1'0'47'0,"-1"0"95"0,1 0-142 0,0 0-20 0,0 0 2 15,0 0-5-15,0 1 4 0,-1 1-17 0,1 0-5 16,0 5-6-16,0 2-49 0,1 0-103 0,0-1-28 16,0-3-44-16,1 2-294 0</inkml:trace>
  <inkml:trace contextRef="#ctx0" brushRef="#br0" timeOffset="105486.71">28680 12515 1487 0,'-2'0'179'0,"1"0"-227"0,-1 0 207 0,-12 0-113 0,1 0-36 15,-2 2 8-15,2 0-11 0,2 2 9 0,-1 2-13 16,3 0 6-16,2-4-4 0,-3 10 4 0,2-2-8 16,4 1-5-16,0-1 3 0,2 1-5 0,-5 0-3 0,3-3 4 15,2 1-6-15,2-1 6 0,0 2-3 0,1-1 5 16,1-1 4-16,2 2 0 0,0-1 2 0,2 0 5 15,-2 2 1-15,10 0 3 0,0-1 7 0,1 3 4 16,1-1-7-16,-1 2 4 0,-1 0-16 0,-1-1 13 16,0 1-8-16,-1 2 9 0,-1-1-10 0,-2-3-6 15,0-1 4-15,-3 0-6 0,0 0 6 0,-3 2-2 16,1-3 1-16,-3-2-3 0,5 1-8 0,-2-3 12 16,-1 1 1-16,-2-4 7 0,-1-1 14 0,0 2-1 0,0-3-4 15,-2 2 1-15,-3 0-14 0,-9 6-8 0,-1-1 5 16,-2-4-5-16,3-1 6 0,-2-2-6 0,4-1 0 15,3 0-2-15,-2 0-2 0,4 0-12 0,0 0-1 0,2 0-5 16,-2-3-20-16,4 2-20 0,-3-1-8 0,1 0-5 16,0-1-44-16,-2 0-62 0,4 0-1 0,-6-3-27 15,0 4-79-15</inkml:trace>
  <inkml:trace contextRef="#ctx0" brushRef="#br0" timeOffset="105705.67">28574 12478 1569 0,'0'0'97'0,"0"-1"189"0,0 0-256 0,0 0-14 16,0-1 0-16,1 1-2 0,0 0 15 0,6-1 7 15,16-3-1-15,4 1 2 0,4 3-10 0,-1 0-10 16,2 1-5-16,-1 0-2 0,0 0-16 0,-2 1-24 15,-3 0-4-15,0-1-6 0,-2 0-20 0,-3 0-73 16,-3 0-12-16,4-1-33 0,-1-2-171 0</inkml:trace>
  <inkml:trace contextRef="#ctx0" brushRef="#br0" timeOffset="107821.67">26962 12630 996 0,'0'0'303'0,"0"0"-416"16,-2-1 357-16,1-1-203 0,0 1-45 0,0 0-5 16,0 0 0-16,0 0 0 0,1 0 7 0,0-1 4 0,0 1 2 15,0 0 0-15,0 0-6 0,0 0 10 16,0-1-2-16,1 2 6 0,0 0 2 0,0 0 6 0,0 0-1 15,2 2 4-15,-1-1-1 0,3 6-4 0,5 12-1 16,0 3-2-16,-2 3-5 0,-2 3 3 0,-2 4 1 0,-1-1 0 16,-1 4-3-16,-1-4 12 0,-1 1-4 0,0-3 9 15,0 0 6-15,2-2-3 0,-1-4-3 0,0-3 0 16,1 0-3-16,1-3-5 0,0-3 7 0,-1-1-7 16,1-4-1-16,-1 1-3 0,2-2-3 0,-1-1 1 15,1-1-3-15,-3-2-3 0,1 0 2 0,2-3-1 16,-2 0-2-16,1 2 18 0,-1-1-6 0,0-1 9 15,3 0-4-15,0-1-4 0,-1-1 0 0,-1 0-1 0,6-12-9 16,2-12-8-16,-3-3 3 0,-1-5-4 0,0-6 3 16,0-1-6-16,0-1 3 0,1-2-2 0,1 0 11 15,-1 1-14-15,1 0 4 0,1 1-7 0,1 1 10 0,1 0-7 16,-1-3 4-16,-2 1-6 0,1-3 6 0,-2-1-3 16,0 1-2-16,-1-2 0 0,1 4 0 0,1 2 4 15,-2 1-5-15,0 2 4 0,0 2-7 0,-1 1 11 16,-2 1-2-16,1 0 3 0,-1 1-10 0,-1-2 5 15,1 4 0-15,-1 0 2 0,1 2 0 0,0 1-1 16,0 0 1-16,1 0-3 0,-2 4 1 0,3-2 4 16,0 1-4-16,0 4 2 0,1-1 0 0,0 2-3 15,0 1 6-15,0 1-4 0,-1 2 4 0,0 1-2 0,-2 1 0 16,0 4 0-16,-1-1 0 0,1 3-4 0,0 0 3 16,-2 1-5-16,0 0 6 0,1 0 3 0,-1 1-4 15,0 1 2-15,1-1-3 0,-1 1-2 0,0 2 2 16,2-2-2-16,-3-1 2 0,8-1 2 0,3 0-1 15,0-2 1-15,1-2-1 0,-1-1 1 0,2 0 0 0,-2-1 0 16,0 2-7-16,0 2 8 0,-2 0-6 0,-1 3 6 16,-1-2-4-16,-1 4-3 0,-2 0 7 0,-1 0-5 15,0 2 0-15,-3 1 3 0,1-1 0 0,0 0 0 16,2 0-4-16,-1 0 5 0,-1 1-4 0,2-1 5 16,-1 0 0-16,5 0-1 0,-3-3 1 0,1 0-2 15,0 2-1-15,-2 0 2 0,2 0-1 0,-2-1 2 16,1 1-3-16,0-1 3 0,-3 3 1 0,3-1-1 0,-2-1-1 15,3 0-2-15,-2 2 2 0,-3 1-3 0,2-1-4 16,0-1 6-16,1 0 0 0,1 1 3 0,-1 0-2 16,2-1-1-16,-1 2-1 0,5-1 1 0,2 0 0 0,1 0 5 15,3 0-5-15,3 0 4 0,3-1-9 0,4 0 3 16,2 0-2-16,6-1 3 0,4 0-1 0,4-1 2 16,5 0 4-16,4-1-2 0,2-2-2 0,3-3 5 15,2 1-8-15,-2-2 7 0,1 1-11 0,3-3 4 16,1-1-2-16,4 2-2 0,-2 1-33 0,-4 2-84 15,-7 0-41-15,-8-1-25 0,-3 0-219 0</inkml:trace>
  <inkml:trace contextRef="#ctx0" brushRef="#br0" timeOffset="108472.9">25956 11328 1437 0,'0'0'43'0,"0"0"0"16,-1 0 8-16,0 0-6 0,0 0-8 0,0 0-15 0,-1 0-6 15,1 0 4-15,1 1-2 0,0 4 25 0,3 18-3 16,4 6 1-16,3 1-2 0,4 3-7 0,-10 1-13 15,23 3-5-15,6 0-2 0,0 3-8 0,8 3-22 16,-1-2 3-16,1 1-15 0,5 3-35 0,-5 2-344 16</inkml:trace>
  <inkml:trace contextRef="#ctx0" brushRef="#br0" timeOffset="110160">29573 12061 1324 0,'0'0'0'0,"0"0"8"0,0-2 79 0,0 1-36 16,0 0 1-16,0 0-47 0,0 0 1 0,0 0-1 15,2-1-2-15,-1 1 2 0,1 0-3 0,11-4 6 0,7 1-6 16,2 0 5-16,4 1-12 0,-3 0 0 0,0 1 0 16,-2 1-3-16,-1 0-26 0,-2-1-24 0,-3 2-21 15,0 0-2-15,-2 0-88 0,-1 0-161 0</inkml:trace>
  <inkml:trace contextRef="#ctx0" brushRef="#br0" timeOffset="110340.53">29565 12215 1690 0,'0'0'64'0,"0"0"129"0,0 0-194 16,0 0-3-16,1 0-6 0,0 0 5 0,8 0-8 0,17 2-2 15,8 2-4-15,2-1 0 0,5-1-19 0,2 0-19 16,2-2-65-16,6-5-13 0,7-2-508 0</inkml:trace>
  <inkml:trace contextRef="#ctx0" brushRef="#br0" timeOffset="141082.13">30661 11634 522 0,'0'0'133'0,"0"0"-53"0,-1-1 45 0,0-1 0 16,0 1-93-16,-1-1-10 0,1 0-11 0,0-1 5 16,0 1-5-16,0-1 3 0,0 1 0 0,-2 0-5 15,1-1 3-15,-1 2 3 0,0-1 10 0,-2 0 6 16,2-1-3-16,-4 1-3 0,1 1-10 0,0-1-1 0,-1 2-1 16,0 0 5-16,-3 0-4 0,1 2 7 0,-2 0-6 15,4 0-2-15,-2 3 1 0,0 1-8 0,-1-3 7 16,2 10-4-16,-5 2-11 0,2 2 6 0,2 3-6 15,-5 4 9-15,6 2-9 0,-2 1 2 0,2-3-3 16,1 3 6-16,0 3-6 0,0-6 2 0,1 5-3 16,-2-1 9-16,3-5-4 0,-1 4-1 0,3-2-1 15,-1-1 1-15,-1-2-2 0,3-2 5 0,1 0-3 16,0 0 7-16,-11-2-1 0,4-1-2 0,3-1 3 0,3-2 3 16,0-3 0-16,2 0 7 0,0-4-5 0,0 0-3 15,0 0 4-15,0-3-2 0,2 0 4 0,-1-1-8 16,0-1 15-16,1 0-10 0,1 0 13 0,5-1 2 0,2-1 2 15,1-3 2-15,0-1-1 0,2-5 1 0,-1 4-11 16,4-12-6-16,-1-2-1 0,2 2-14 0,-3-1 9 16,0-1 2-16,-4-2 1 0,3 1-9 0,-1-1 6 15,0 1-1-15,0-2 4 0,-4 0 1 0,-1 1-2 16,-2-1-3-16,-2 1 2 0,1 0-8 0,-3-1-1 16,11 4 0-16,-5 0-1 0,-4 1 11 0,-2 1-10 15,-1 1 1-15,-1-2-4 0,-1 2 5 0,-2 2-5 16,-2 0 2-16,0 3-4 0,5-1 1 0,-13 4 7 0,-1 0-1 15,0 1 3-15,-2 1-7 0,1 1 0 0,-2 1 2 16,3-7 0-16,2 4 3 0,0 1-2 0,1 4-1 16,-1 1 0-16,0 1 3 0,0 3-3 0,0 1 1 15,2 3-1-15,-1-1 4 0,1 13-6 0,2 3-1 0,2 3-3 16,0 0 5-16,3 1-5 0,2 0 5 0,-12-2-7 16,4 4-1-16,7-4 9 0,2-2-8 0,1 0 7 15,0-7-8-15,1 0-5 0,1-1 2 0,1-4-4 16,0 1 1-16,1-1-40 0,-1-2 0 0,1-1-19 15,-1-1-37-15,0-1-46 0,-1-1-22 0,0-2-23 16,4 2-212-16</inkml:trace>
  <inkml:trace contextRef="#ctx0" brushRef="#br0" timeOffset="141301.76">30907 11887 1501 0,'-1'0'48'0,"0"0"-2"0,-1 0-17 15,0 1 4-15,0 0-25 0,-1 0-2 0,-1 1-7 16,0 9-4-16,2 1 2 0,-1 1 3 0,2-1-5 16,-1-4-1-16,1 0-3 0,-1-1-11 0,1-2-6 0,-3 1 2 15,2-4-9-15,1 0-49 0,-1 1-36 0,0-1-13 16,0 0-10-16,1 0-111 0</inkml:trace>
  <inkml:trace contextRef="#ctx0" brushRef="#br0" timeOffset="141820.1">31147 11617 658 0,'-1'0'256'0,"-1"0"62"16,1-1-141-16,-1 0-132 0,0 0-25 0,-1 0-15 16,1-1-14-16,-1 1-8 0,2 0 0 0,0 0 3 15,0 0 8-15,0 0 8 0,0-1-3 0,1 1 1 0,0 0 6 16,1 0 2-16,0 0 2 0,1-1 13 0,1 2-6 16,7-2 0-16,0 1-2 0,-2 1-2 0,-2 0 0 15,0 0-4-15,0 1 2 0,1 1-14 0,-3 1 6 16,2-1-1-16,-4 13 2 0,0 2-10 0,9 2 8 15,-4 1 0-15,-3 1 6 0,-3 1 10 0,-1 2-10 16,-3 0 1-16,-2 1-3 0,-2 1 7 0,0-4-10 16,-3 2 5-16,0-1-6 0,-1-1 4 0,-2 0 3 15,2-3 3-15,7-3 0 0,-12-2 8 0,0-2-10 0,0-1 5 16,2-2-4-16,2-1 5 0,1-1 1 0,3-1-4 16,1-1 4-16,2 0-7 0,1-3-1 0,1-1 0 15,2 2 1-15,1-2 7 0,-2 1-17 0,-1 0 6 16,1 1-8-16,0-1 2 0,1-1 11 0,-1 0-4 0,1 1 7 15,1-1-3-15,0 0-9 0,1 0 4 0,1 0-4 16,0 1 6-16,12 0 4 0,1-1-3 0,3 0 4 16,-2-1-3-16,3 0-5 0,-1 0 1 0,-2 0-3 15,-2 0-3-15,-1 1 3 0,-1 1-2 0,-2-1 3 16,0 0 0-16,-2 0-1 0,1 1-2 0,-2 0-1 16,-3-1-9-16,1 0 10 0,-1 0-2 0,-2-1 4 0,1 1-11 15,0 0-1-15,-1 1 1 0,2-1-1 0,-2-1-10 16,0 0-35-16,3 1 3 0,-1-1-22 0,-1 0-97 15,2 0-43-15,1-2-34 0,2-3 5 0,0 3-103 16</inkml:trace>
  <inkml:trace contextRef="#ctx0" brushRef="#br0" timeOffset="142433.19">31551 11587 840 0,'-1'0'262'0,"0"0"-342"0,0-1 311 16,-2-1-168-16,1 1-18 0,1 0-30 0,0 0-5 15,0 0-7-15,-1-1-5 0,2 1-6 0,0 0 11 16,2 0-8-16,-1 0 5 0,1-2 9 0,0 2-4 16,8-5 7-16,0 1 2 0,3-1 32 0,0 0-10 0,-1 2 17 15,0 1-14-15,-2 0-6 0,1 2-3 0,-4 0-3 16,0 1-19-16,-1 0-6 0,-1 0 1 0,-2 0-3 15,0 0-1-15,-1 1 8 0,0 2-2 0,1 0 5 16,1 8-4-16,-1-2-1 0,-1 3 4 0,-2 0-1 16,-1 0 10-16,-2 1 3 0,-1 2-3 0,-3-1 3 15,-3 2-6-15,0 1 2 0,7 1-2 0,-11 2 1 0,-1-2-8 16,1-2-2-16,-1 2 0 0,3 0-1 0,-1-1-6 16,1 1 1-16,2 0-1 0,0-2 2 0,3 1-1 15,2-3 1-15,-1 1 3 0,2-3-2 0,0 1-2 0,2-3 4 16,0 0-1-16,0-2 3 0,-4 0-2 0,3-2-4 15,1 1-1-15,0-1-1 0,2-1-2 0,0-2 0 16,0 1 1-16,0-1 0 0,0 0 3 0,3 0 2 16,-3-2 1-16,6 4 2 0,3 1 3 0,4 0 3 15,1-3-7-15,-3-2 4 0,-1-1-11 0,1 0 9 16,-3-1-3-16,0-1 7 0,2-2 1 0,-6 2-4 16,3-1 4-16,-1-1-5 0,-2 2 1 0,-1-4-4 15,-1-4 3-15,0 3-2 0,-1-2 1 0,0-2 8 16,0 0-10-16,8-1 9 0,-3 0-10 0,-3 4-2 0,-1-4 1 15,0 0-1-15,-2 2 10 0,-3-6-10 0,0 6 5 16,-4-4-6-16,-2 1 17 0,6 2-9 0,-15-1 4 16,-1 0-7-16,4 1 7 0,-5-1-3 0,3 4 0 15,0 2-2-15,-3 3 0 0,4-2-4 0,4 0 3 0,2 2-4 16,5-1-1-16,-1 2-3 0,1-1 2 0,2 2-1 16,-1 0 3-16,3 0-13 0,0 1 3 0,-2-3-7 15,1 1 1-15,0 0-25 0,-1 1 4 0,2-1-10 16,0 1-2-16,0 0-68 0,0 0-6 0,1-1-28 15,0-1-86-15</inkml:trace>
  <inkml:trace contextRef="#ctx0" brushRef="#br0" timeOffset="143084.44">31929 11434 1324 0,'-1'0'23'0,"-2"-1"34"0,-3 0-31 0,-1-1-10 15,3 1-3-15,-1 0-3 0,0 0-10 0,2 0-3 0,-1-1 0 16,1 1-2-16,0 0 2 0,1 0 3 0,1 0-1 16,0 0 1-16,-1-1 8 0,1 1 12 0,1 0 3 15,0 0 3-15,1 0 12 0,1 0 3 0,-1 1-6 16,14-4 4-16,0 2-13 0,4 0-1 0,-1 2-1 15,1 0-2-15,4 2-18 0,-2 0 0 0,0 2 0 16,1 0 0-16,-7 1-2 0,1 1 0 0,0 1-5 0,-6-1 3 16,0 0 0-16,-3-2 0 0,-3 1 2 0,1 8-2 15,3-1 6-15,-2-2 8 0,-1 2 1 0,-3-1 2 16,-1-1 15-16,-1 1 6 0,-1 1-2 0,-2-2 0 16,-3 3-13-16,-1-2 1 0,1-1 0 0,-8 0-2 15,-2-1-2-15,2-1-10 0,3-1 5 0,-2-1-8 16,-1-1-2-16,7-3 3 0,-1 2-4 0,5-2 3 0,1 1-6 15,-2-2 0-15,2 0 5 0,-2 1-5 0,2 1-1 16,-1-1-6-16,1-1-2 0,1 0 1 0,0 0 5 0,0 1-6 16,-1-1 1-16,1 0-2 0,0 0 3 0,1 0-9 15,0 1 5-15,1-1-4 0,0 0 11 16,2-1-2-16,12 5 0 0,2-1 0 0,-1 1 3 0,0 0-8 16,1-1 3-16,-2 2-4 0,2 0 11 0,-2 1 1 15,-1 0-1-15,0 1 0 0,-1-5-7 0,-2 9 1 16,-1 1 7-16,-2 1-2 0,-2 0 6 0,-2 1-5 15,-3-1 1-15,8-1 0 0,-3 1 13 0,-3-2 7 16,-3 1-2-16,-1-1 4 0,-2-2 3 0,0-3-7 16,-3 3 8-16,-1-2-8 0,-9-1-4 0,0 1 10 0,-4-1-10 15,0-2 10-15,-2 1-14 0,-2-3 4 0,4 0 1 16,-3 1 2-16,-1-1 1 0,4-1-3 0,-1-1-6 16,8 0 3-16,-1 1-3 0,2-1-7 0,-2 0 4 15,3 6-7-15,7-5 0 0,-2 2 2 0,2-3 2 0,-2 1-2 16,2 0-5-16,0-1-1 0,3-1-12 0,-1 1 6 15,-1 0-28-15,1 0-26 0,0-1-8 0,0 0-14 16,0 0-98-16,1 0-163 0,0 0-159 0</inkml:trace>
  <inkml:trace contextRef="#ctx0" brushRef="#br0" timeOffset="145101.84">31217 7184 635 0,'0'-1'0'0,"-1"0"7"0,0-2 92 0,0 1-12 16,1 1 6-16,-1-3-36 0,-1 2-22 0,1 0-11 16,1 0-1-16,-1 0 1 0,1 1-5 0,0 0-6 15,-1-2-1-15,0 1 0 0,0 1-2 0,-1 0 9 16,1-1-6-16,0 1 9 0,0 0 15 0,1 0-5 16,0 1 5-16,0 0-9 0,0 0-13 0,0 1-1 15,0 0 1-15,0 5-1 0,0 14-9 0,-1 1 4 16,-2 3-4-16,1-1 5 0,-2 0 0 0,1-1-6 0,-1-3 9 15,1-4-8-15,1-2 6 0,-1-2 10 0,2-4-8 16,0-1 10-16,0 0-7 0,1-2 0 0,0 0-4 16,0-2 2-16,0-1-1 0,1 2 5 0,1-1 2 0,5 0-2 15,11 1-17-15,1-5 1 0,3-3-2 0,4-6 0 16,2-3 1-16,7 10 7 0,7-18-5 0,1-6 6 16,4-2 0-16,4-4 3 0,-5-1 3 0,3 4-1 15,-2 0 2-15,-4 3 5 0,2-1-5 0,-3 1 3 16,2 3-15-16,-3 5-7 0,-4 4 3 0,-3 2-1 15,-5 3 7-15,-4 2-6 0,-6 2-5 0,-8 3 0 16,-2 1-6-16,-6 2-5 0,2-3 2 0,-3 3-5 0,1 0-7 16,-1-1 3-16,0 1-16 0,1 0-5 0,-2 1-172 15</inkml:trace>
  <inkml:trace contextRef="#ctx0" brushRef="#br0" timeOffset="147270.49">22773 15133 539 0,'-1'0'44'16,"0"0"2"-16,-1 0 32 0,0 0 9 0,0 0-17 15,-1 1-13-15,2 1-28 0,0-1 0 0,0 0-10 16,0-1-4-16,0 1 29 0,-1 0-2 0,1 1 10 16,1-1-6-16,0 0 4 0,0 0-7 0,1 0 4 15,1 0-17-15,0 2-3 0,10 4 6 0,6 1-5 16,1-2 3-16,0-1-6 0,3-2-1 0,0 0-1 0,-2-2 0 15,2-1-23-15,-1 0 7 0,1 0-11 0,0-1 7 0,-1-1-1 16,-1 0-2-16,0 0 0 0,2 0-2 0,-4 1-2 16,-1 0 4-16,2 0-3 0,-4 0-1 0,4 0-6 15,-2-1-1-15,-5 1 0 0,-1 0 3 0,-3 1-17 16,4 0-9-16,-5 0-8 0,0 0-72 0,3 0-117 16,-4 0-18-16</inkml:trace>
  <inkml:trace contextRef="#ctx0" brushRef="#br0" timeOffset="147488.54">22915 15321 877 0,'-1'0'101'0,"0"0"-73"0,-1 2 100 16,-5-1-36-16,-5 2-54 0,7-1-10 0,-1-1-2 0,4 0-3 15,-1 0-20-15,1 0-2 0,1 0 4 0,0 1-2 16,0-1 1-16,1 0 10 0,1 0-6 0,0 0 9 15,1 0-3-15,8 1-19 0,5-2-1 0,1 0-6 16,2-2 0-16,-3 0 8 0,2-1-4 0,-1-1 3 16,0-1-7-16,-1 1-1 0,0-1-1 0,0 0-3 15,1 1-18-15,-1-1-97 0,1 0-79 0</inkml:trace>
  <inkml:trace contextRef="#ctx0" brushRef="#br0" timeOffset="149155.56">24553 14431 859 0,'0'0'57'0,"-1"0"-1"0,0 0 7 0,0 0-7 16,0 0-13-16,-1 0-21 0,1 0-15 16,0 0 5-16,0 0-7 0,0 0 13 0,0 0-6 0,-1 0 3 15,2-1-3-15,0 0 4 0,0 0-5 0,2 0 5 16,-1-1-1-16,1 0 17 0,8-5-11 0,2-1 7 16,1 0-7-16,0 0 10 0,1 1-17 0,-1 2 2 0,-3 1-7 15,4-1 3-15,-1 2 2 0,1 0-1 0,1 3 2 16,-2 0 0-16,1 2-6 0,-1 0-3 0,1 3 0 15,-1 2 1-15,-1 1-5 0,-3-6 9 0,-2 16-6 16,1-3 11-16,-3 5 4 0,0 1-1 0,0 2 5 16,-4 0 9-16,13 2-19 0,-6 0 8 0,-5-2-12 0,-3 0 7 15,-4 0-7-15,-2-1 2 0,-1 2-4 0,-1-1-2 16,-3 1 5-16,1-4-7 0,7 1 7 0,-14-2-2 16,-1 0-4-16,-2 0 3 0,7-4-5 0,-3 0 1 15,-1-2 10-15,2-4-2 0,0-2 5 0,2 1 3 0,2-5-9 16,2 1 6-16,-1-1-6 0,3 3-1 0,-1-1-4 15,2-3-2-15,0 0 0 0,2 0-8 0,-1-2 5 16,0 0-5-16,2 0 5 0,0 0-7 0,2 0 2 16,-1-2-1-16,0 1 0 0,-1 0-3 0,2-1 5 15,0-1 2-15,0 0 0 0,-2-4 2 0,2 0-7 16,1 0 3-16,0 0-5 0,1 1 13 0,0 1-6 16,1 0 3-16,0 1-4 0,0 0 2 0,0-2 0 15,5 3-3-15,5-2 2 0,0 1-5 0,2 2 3 0,-1-7-1 16,0 3 1-16,0 1-5 0,0 3 6 0,4 1-4 15,-7 1 5-15,4 1 1 0,0 1-6 0,-2 2 3 16,2 2-4-16,-3-1 7 0,-2 2-4 0,1-2 6 16,-1 6-4-16,0-2 7 0,0 3-4 0,0 1-1 0,-2-1 0 15,-1-2 0-15,0 0 3 0,0-3 0 0,-2-3-1 16,2 3-9-16,0 0 5 0,0 1-6 0,0-3 6 16,0-1-13-16,0-2 3 0,0 3-6 0,0-1 3 15,2-1-23-15,-1-1-4 0,0 0 3 0,1-2-4 16,-1 0-11-16,3-3 6 0,0-1-4 0,2-4 9 15,0 3 18-15,1-17-14 0,0-1 1 0,1-2-8 16,2 2-11-16,2-4-22 0,1 1 2 0,4 0-7 0,1-1 16 16,-2 1 34-16,-4 0 4 0,-1 1 10 0,-4 1 20 15,5-1 5-15,-2 2 3 0,-3 1 1 0,0-4 0 16,-3 3 18-16,-3 1-10 0,0 2 14 0,1 10 3 0,-5 1 7 16,2 2 6-16,-4 3 0 0,2 1 25 0,-1 0 18 15,0 1-4-15,0 0 4 0,-1-1-36 0,0 2-30 16,0 0 5-16,0 0-12 0,-1 1 6 0,0 0-4 15,0 1-3-15,0 0 0 0,0 1-4 0,-1 10-2 16,0 2-1-16,0 4-2 0,1 1-7 0,1-2 3 16,0 0-3-16,1-1 2 0,2-2-3 0,1-1 0 15,1 2 1-15,-1-5-1 0,2 2 3 0,-5-2 3 16,9 1-3-16,2-2 2 0,1 1-7 0,-1-2 11 16,-1 1-4-16,-1 0 7 0,-2-2-12 0,-1 1 1 0,1-1 1 15,-2 0 0-15,0 0 8 0,-3-1-8 0,0 0 3 16,-3 0-3-16,1 0 6 0,3 0 0 0,-1-2-2 15,-1 3 1-15,0-1 1 0,-2 1 8 0,-1 1 4 16,0 1 0-16,-3-1 9 0,-1 3-3 0,-2-2-1 0,3 3-2 16,-12 1-12-16,-1-3 7 0,0 2-6 0,1-3 4 15,0 3-18-15,-2 0 5 0,1-3-2 0,2 0 3 16,-5-2-11-16,4-3-7 0,1 1-7 0,-4 0-2 16,4 4-46-16,0-3-73 0,6-4-7 0,-2 1-28 15,4-3-79-15</inkml:trace>
  <inkml:trace contextRef="#ctx0" brushRef="#br0" timeOffset="149339.57">25333 14261 1684 0,'0'0'143'0,"0"0"-161"15,0 0 146-15,0 0-72 0,0 0-61 0,0 0 4 16,1 0 1-16,1 0-2 0,7 1-12 0,6 2 1 15,0 0-4-15,2-2 0 0,-1 0-13 0,1 0-15 16,2 1 0-16,-2-1-10 0,1-1-54 0,-1-1-165 16,0-1-71-16</inkml:trace>
  <inkml:trace contextRef="#ctx0" brushRef="#br0" timeOffset="150022.72">25869 14362 1650 0,'-1'0'12'16,"0"0"3"-16,0 0-4 0,-1 0-9 0,1 1 2 16,-1 0-6-16,2 0-7 0,-9 17 0 0,1-3-2 0,1 7 4 15,2 2-2-15,0 3 1 0,-1 7-1 0,0-3 9 0,-1-2 5 16,0-2-2-16,-1-4 1 0,-2 0-2 0,2-3 7 15,0-3 3-15,1-3 0 0,2-4 9 0,2-1 5 16,-1-3 1-16,3-3 0 0,0-1-5 0,0 1 14 16,-1-1-6-16,0 0 8 0,1 1-5 0,-2-2-19 15,2 0 1-15,0 0-8 0,0 1-7 0,0-1 0 16,0-1 0-16,-1 0 0 0,1-1-11 0,0-1 3 16,1 0-2-16,0-9 4 0,2-5 10 0,2 1-9 15,2-3 4-15,2 0-7 0,1 0 7 0,2-4 1 16,1 1 0-16,1-3 0 0,-1 0 0 0,-1 2-3 0,2-1 1 15,-1 3-1-15,-11 3 6 0,11 3-6 0,0 1 3 16,-1 4-6-16,-1 2 1 0,-3 5-12 0,1 0 8 16,-2-3-9-16,2 0 6 0,-2 3 12 0,1 2-6 15,-2 1 9-15,0 1 5 0,-2 4 1 0,-2 11 9 16,2 3-4-16,10 1 17 0,-6 0-11 0,-3 0 1 0,-2-2-3 16,-2-1 5-16,0-4-6 0,-2 0-2 0,1-3-2 15,0-1-4-15,0-2-8 0,0-1 4 0,1-2-5 16,0-1 12-16,0-2-5 0,0-1 1 0,0 1-3 15,0 1 0-15,0-1-5 0,0-1-1 0,0 1-3 16,0-1-6-16,0 0 9 0,0-1 1 0,0 0 2 16,0-1-2-16,0-2-3 0,2-4 0 0,4-13-1 15,1 2 0-15,0-1 4 0,1-2-3 0,0 2 3 16,2 0-7-16,-1 0 8 0,-1 5-4 0,0 1 4 0,0 0-6 16,-2 4 5-16,0 0 0 0,-4 4 0 0,6 0-13 15,-2 4 8-15,-1-3-5 0,1 1 6 0,-1 0-5 0,3 2 1 16,-5 1 3-16,2 1 0 0,-2 2 12 0,1 5 6 15,-1 10-1-15,-2 2 2 0,2 1-1 0,9 0 3 16,-5 0-6-16,-4-1 3 0,-2-1-16 0,-1-2 3 16,0 0 0-16,0-2 2 0,0-1-1 0,0-3-15 15,0-2-1-15,0-2-8 0,0-1-20 0,0-2-56 16,0-3 7-16,0 0-26 0,0 0-23 0,0 2-38 16,2-1-13-16,-1-1-12 0,0 0-81 0</inkml:trace>
  <inkml:trace contextRef="#ctx0" brushRef="#br0" timeOffset="150489.91">26517 14161 1274 0,'0'0'70'16,"0"0"1"-16,-1 0-16 0,0 0-6 0,0 1-25 15,-1 0-4-15,1 0-12 0,0 2 4 0,-2 7-5 16,-2 9 16-16,-1 3-9 0,0 4 2 0,0 5-5 0,0 5-1 15,-1 3 2-15,0-1 0 0,-1-1 1 0,-1-1 1 16,-1-2-4-16,2-2 8 0,0-3-3 0,1-6 38 16,1-4-4-16,1-3 3 0,0-4-6 0,3-2-19 15,0-2-6-15,-1-1-8 0,2-3 3 0,1-2-14 0,0-1 4 16,0 0 1-16,-1 2-1 0,0-1-3 0,0 0 0 16,-1 0-2-16,1-1 0 0,0 0-14 0,1-1 5 15,0-1-1-15,0-2 4 0,0-14 6 0,2-9-4 16,2-1 4-16,2-4-3 0,0 0 9 0,0-1-7 15,1-2-1-15,0 2-3 0,0 1 8 0,-1 4-4 16,-2 4 1-16,1 2-2 0,0 3 2 0,-1 2 4 16,0 1 5-16,-2 5-3 0,1 2 4 0,-1 1 0 15,-1 3-8-15,0 2 5 0,1-1-8 0,0 1 0 16,0 0 5-16,-1 2-4 0,9-5 0 0,-3 4 8 16,5 0-5-16,-1 2 6 0,5 3-8 0,-5 2-4 0,5 5 4 15,-4-6-2-15,-2 13 6 0,4 1-6 0,-3 1-2 16,2 1-1-16,-4 1 4 0,1-1 0 0,0 1-1 15,-3-2-1-15,3 0-1 0,-1-1-2 0,-5-3 2 16,3 2-4-16,-5-7-10 0,1 0-13 0,3-1-3 0,-2-3-12 16,-1 0-93-16,-1-2-44 0,0-2-25 0,-1-1-2 15,0 1-90-15</inkml:trace>
  <inkml:trace contextRef="#ctx0" brushRef="#br0" timeOffset="150607.63">26568 14538 1124 0,'-1'0'68'0,"-1"0"108"0,1 0-110 15,0 0-38-15,1 0 4 0,0 0-15 0,0 0-1 16,1-1 4-16,2 0-1 0,14-4 3 0,7-2-4 16,7-3-15-16,2-1-3 0,4-4-5 0,5 11-38 0,2-28-232 15</inkml:trace>
  <inkml:trace contextRef="#ctx0" brushRef="#br0" timeOffset="151675.45">30881 6103 1017 0,'0'0'16'0,"0"0"1"0,0 0 22 0,-1-1-15 0,0 1 8 16,-1 0-32-16,1 0 6 0,0 0 2 0,1 1 3 15,0 1 8-15,0 0-4 0,-1 11 8 0,-1 8-6 16,0 3 6-16,2 0-4 0,0 1 0 0,2-3 2 15,1-1 18-15,2-1 2 0,2-1 4 0,1 0-2 16,2-1 4-16,-7-1-10 0,15 1 2 0,0 0-5 0,4-2 3 16,1 2-12-16,1-1-3 0,3 0-2 0,0 0-6 15,-3 0-6-15,1-1-1 0,-5 1-2 0,0-2 0 16,-3 2 1-16,-3-2-4 0,-1-2 2 0,-3 2-4 0,-2-2-1 16,0 0 4-16,-3 0-4 0,-1-5 0 0,-1-1-5 15,0 0 6-15,-2-1-4 0,0 1-1 0,0-3-39 16,2-2-40-16,-1 0-4 0,0 1-177 0</inkml:trace>
  <inkml:trace contextRef="#ctx0" brushRef="#br0" timeOffset="152258.54">30449 4311 626 0,'0'0'429'0,"0"0"-646"16,2 0 532-16,-1 0-315 0,1 1 19 0,15 8-13 16,3 2 6-16,3-4-8 0,3 17 8 0,1 3-8 0,2 2-4 15,-4 2 1-15,2 2 5 0,-4-2-4 0,-1-2 12 16,-1 2-8-16,-1-7 18 0,-1-1 57 0,1 0-22 15,0-5 30-15,-1-1-47 0,1-3-9 0,-2-2-2 16,-1 0-3-16,2 0-20 0,-2-1-3 0,1 1-2 0,-2-2-1 16,-1 0-2-16,-1 0-1 0,-1-1 1 0,2 0 0 15,-2 0-4-15,0-2-18 0,0 0 1 0,-4-1-9 16,2 0-16-16,2-3-245 0,0 1-37 0</inkml:trace>
  <inkml:trace contextRef="#ctx0" brushRef="#br0" timeOffset="155377.6">25872 15110 192 0,'-2'0'0'0,"1"0"194"0,-2 0 24 0,-15 0 18 0,2 0 8 16,-2 0-175-16,4 1-13 0,1 0-18 0,-2 0 13 15,4 1-15-15,0-1 6 0,1 0-28 0,6-1 2 16,0 0-9-16,-2 1 12 0,3-1-14 0,1 0 2 0,0 0-7 15,1 0-9-15,-1 0 17 0,2 0-3 0,0 1 10 16,2-1 12-16,3 0-5 0,14 1 2 0,7-1-4 16,0-2-2-16,2-1 10 0,4-2 2 0,2 0 2 15,1 0-6-15,4 1-6 0,2-1 3 0,4-1-3 16,1 0 4-16,3 2 7 0,-2-1-6 0,0 0 7 16,-1 2-2-16,-2-1-10 0,-2 1-4 0,-2-1-2 0,1 0-13 15,-1 2 7-15,1 0-4 0,-3-2 3 16,-3 2-8-16,-3 1 1 0,-4 1 1 0,0 0 1 0,-3 0 3 15,-5 0-2-15,-2 0 1 0,-4 0-3 0,-1 0-11 0,-3 1 1 16,1 0-2-16,-3 0 2 0,-1 0-5 0,-2-1-4 16,-2 0-9-16,0 0-1 0,-2 0-56 0,1 2-82 15,1-1-24-15,-1 0-35 0,0 0-228 0</inkml:trace>
  <inkml:trace contextRef="#ctx0" brushRef="#br0" timeOffset="155861.4">25881 15456 1793 0,'-1'0'43'0,"0"0"0"0,-2 0-31 0,-7 1-2 0,1-1-23 16,6 0-11-16,2 0-4 0,-2 0 0 0,1 1 1 15,0 0 12-15,0 1 3 0,1 2 4 0,-3 8-2 16,0-1 0-16,2 6 0 0,1-1 1 0,1 2 0 16,0 1 2-16,1 2 5 0,1 1 1 0,0 1 1 15,1 3 11-15,-1-1-11 0,-1 4 5 0,0 1-5 16,-1 2 3-16,2 3 14 0,-1 3-1 0,-1 3 4 0,0-2 5 16,0 0 7-16,0-1 2 0,-1-1 1 0,1 1 10 15,0-3-11-15,0-6-2 0,0-4-1 0,0-4-4 16,1-2-12-16,0-1 7 0,1-4-9 0,1-1 4 0,-1-4-17 15,0-1 3-15,1-1-4 0,-1-1 7 0,-1-2-6 16,2-1-1-16,-3-2-2 0,2 2 1 0,0-2 14 16,4 2-1-16,1 1 6 0,-1-3 1 0,4 0-12 15,-1-2 5-15,2-4-7 0,0 4 2 0,1-21 4 16,-1-5 1-16,-1-5 0 0,2-3-3 0,0-5 1 16,0-4-6-16,0-3 3 0,1 0-6 0,2 4 0 15,1-1 0-15,-3 8 0 0,3 5 0 0,-4 5 3 0,-2 4-1 16,-3 4 2-16,-2 4 0 0,0 3-4 15,1 1 0-15,-2 4-4 0,-3 2-8 0,1 1 5 0,-2 2-8 16,1 1 4-16,0 0-27 0,2-2-7 0,-1-1-1 16,1 2-8-16,-2 1-51 0,1 0-101 0,2 0-30 15,0 0-47-15,5 0-353 0</inkml:trace>
  <inkml:trace contextRef="#ctx0" brushRef="#br0" timeOffset="156295.15">26333 15650 1642 0,'-2'0'53'0,"0"0"107"0,0 0-143 15,-2 0-21-15,2 0-4 0,-1 0-7 0,1 0-21 0,0 0 10 16,1 0 5-16,-1 0 3 0,2 0 23 0,0-2-3 15,2 1-4-15,-1 0 2 0,0 1 6 0,12-11 9 16,0 1 4-16,0-1-1 0,1 3-1 0,-1 1-17 16,0 1 4-16,-3 5-6 0,1-6 3 0,-4 3 1 15,0 2 1-15,-2 2 1 0,1 0 8 0,-2 1 9 16,-1 0-6-16,-1 9 6 0,10 7-12 0,-5 3-5 0,-4 2 3 16,-3 0-4-16,-1-1-3 0,-2-1 7 0,-2-1-1 15,0-3 2-15,0 0-5 0,1-3 5 0,-1-3-6 16,0 0 7-16,2-3-7 0,-1 0 7 0,2-3-2 15,1-1 1-15,0-1-8 0,-1 0 3 0,1 1-2 16,0-1 2-16,0-1-13 0,1 0 7 0,0 1-7 0,0-1 8 16,1-1-4-16,0 0 5 0,2 0 4 0,1 0-1 15,7-4 7-15,2 0-3 0,0-1 0 0,2-1-1 16,0 0-4-16,1 0-2 0,-2 0 0 0,0 2-3 16,0-1-5-16,-3 1-2 0,1 1-8 0,-2 1 3 15,-1-1-28-15,2 1-119 0,-3-1-21 0,0 1-57 16,3-1-296-16</inkml:trace>
  <inkml:trace contextRef="#ctx0" brushRef="#br0" timeOffset="156811.68">27289 14659 874 0,'-2'0'263'16,"1"0"34"-16,-1 0-105 0,-13-1-86 0,3 0-57 16,2 1-33-16,5 0-10 0,1 0 1 0,0 0-4 0,3 0-3 15,-1 0-1-15,0 0 2 0,-1 0-1 0,2 1 5 16,0 0 4-16,0 1-6 0,1 0 5 0,0 3 0 15,3 8-7-15,4 2 9 0,2 0-9 0,1 2 13 16,-8 3 0-16,13-2-1 0,-1 2 0 0,1 2-8 0,0-1 5 16,-1-1-4-16,2 2 3 0,-2 2-5 0,-1-4 11 15,0 1-2-15,-3-2 5 0,1-1-4 0,-1 0-8 16,-1-3 4-16,1-1-6 0,0 1-2 0,-2-5-1 16,1 1-4-16,-3-2 3 0,-1-3-11 0,-2 0-11 15,0-3-1-15,-1 0-4 0,0 0-12 0,-2-2-79 16,2 1-1-16,0 0-30 0,0 0-38 0,1 1-172 15</inkml:trace>
  <inkml:trace contextRef="#ctx0" brushRef="#br0" timeOffset="157079.5">27504 14607 1687 0,'-1'0'32'15,"-1"0"4"-15,1 0-7 0,-1 0-12 0,0 0-5 16,-6 2-8-16,5-1-5 0,-2 1 1 0,1 2-1 16,0 1 3-16,0 6-7 0,1 2 7 0,-1 1-8 15,0 1 3-15,0-1-2 0,-2 3 1 0,-2 2 1 0,0 2 3 16,-3 3 0-16,-1 2 1 0,-2 2 1 0,-1 4 7 16,-1-2-2-16,-3 3-1 0,-1 1 1 0,-1-2 4 0,1 2-9 15,0-3-1-15,6-3-1 0,1-3-10 16,2-3-10-16,6-2-2 0,-1-2-4 0,1-3-28 0,-2-5-70 15,2 1-3-15,4-5-25 0,1-1-34 0,0-4-131 16</inkml:trace>
  <inkml:trace contextRef="#ctx0" brushRef="#br0" timeOffset="157863.43">28181 14472 769 0,'0'0'215'0,"0"0"-247"0,-1 0 243 0,0-1-121 0,0 0-35 16,-2 0 0-16,2 1-1 0,-5-2-1 0,1 0-13 16,2 1-13-16,-3-1-4 0,1 1-2 0,1 0-9 15,-2-2-6-15,2 2 7 0,3 1-6 0,-1 0 13 0,-1 0-2 16,1-1 2-16,0 0-1 0,-1 1 10 0,1-2-7 16,0 1 5-16,-1 1-6 0,1 0 2 0,0 0-9 15,-1 0 0-15,1 0-2 0,-1 0-7 0,1 0 5 16,0 0-3-16,-5 1 5 0,-3 3 7 0,3 1-12 15,1-1 9-15,-2 3-10 0,2 8 2 0,-2-1 4 16,3 3-11-16,2 2 9 0,-3-1-10 0,1-1 0 16,-2 3 1-16,4 0 0 0,-2 3 4 0,-1-1-5 15,4 2 6-15,-3-1-6 0,3 1 3 0,0-3 10 0,0 0 1 16,1-3 2-16,-11 0 0 0,5 0-1 0,2 1-4 16,4 0 3-16,1-2-5 0,0-1-4 0,1-3 2 15,2-3-3-15,0 0 2 0,1-1 0 0,-1-2 0 16,2 1 0-16,-1-3-6 0,3 0 4 0,6 1 3 15,-3 1-1-15,4 0 3 0,-1-3-5 0,-2-2 1 0,2-2-1 16,1-2 0-16,2-1 3 0,0-2-3 0,-1 0 4 16,-1 0 3-16,-1-3-8 0,1-1 7 0,-3 7-6 15,0-16 6-15,0 2 2 0,-2-2-7 0,1-1 6 16,-1 0-8-16,-1 1 0 0,-1-4 1 0,1 0-1 16,-3-2-3-16,1 2-1 0,-1 0-1 0,-2-2 0 15,1 2 6-15,-3 1-7 0,11 2 3 0,-5 0-4 16,-3 3 4-16,-3 2 4 0,-1-2-2 0,-1 3 1 0,-2 0-2 15,0 3-1-15,-2 0 0 0,0 2 0 0,2 3 10 16,0-2 1-16,-6 4-1 0,1 2 1 0,-6-2-5 16,4-4-6-16,-2 1 2 0,1 4-3 0,2 2 6 0,-2 2-6 15,1 2-1-15,-1 3-2 0,-1-2 4 0,1 12-2 16,2 3 2-16,1 0 0 0,1 0 2 0,-3 2-11 16,1 0 7-16,-1 3-10 0,1-1 12 0,3 1-5 15,0 1 0-15,-1 0 0 0,1 0-2 0,0 1 2 16,0-4 1-16,-1-2 1 0,3 0 0 0,-1-2-3 15,3 0-3-15,-9-1 0 0,5-3-8 0,3-3-34 16,1-3 0-16,2-2-14 0,0-1-17 0,0-4-7 16,2 1-13-16,2 0-1 0,10 4-65 0,4-3-141 0,3-5-45 15</inkml:trace>
  <inkml:trace contextRef="#ctx0" brushRef="#br0" timeOffset="158085.82">28516 14704 1903 0,'-1'0'27'16,"0"0"2"-16,0 0-15 0,0 0-1 0,-1 0-13 16,1 0 5-16,0 1-4 0,0 0-4 0,0 1 2 0,-1 0-1 15,1 4-4-15,0 4-1 0,1 1-4 0,0 0-14 16,0-3 4-16,0 0-3 0,0-3 0 0,0 2-32 0,0-4-54 15,0-1 5-15,0-1-21 0,1 1 8 0,0 0-15 16,2 0-48-16,2-1-1 0,7 0-277 0</inkml:trace>
  <inkml:trace contextRef="#ctx0" brushRef="#br0" timeOffset="158664.38">28880 14408 1315 0,'-2'0'252'0,"1"0"-332"0,0 0 292 0,-1 0-161 16,-3 0-44-16,1 0-4 0,1-1-3 0,1 1-1 16,-1 0-6-16,1-2-12 0,1 1 7 0,0 0-7 15,-1 1 12-15,1-1 2 0,0 0-2 0,1 0 2 16,0-1 8-16,0 1 6 0,1-1 0 0,0-1 1 15,-1 2 9-15,4-5 10 0,8 1-2 0,-1 0 3 16,1 1-11-16,3 3-4 0,-2 0 0 0,3-8-3 16,-6 4-8-16,2 1-3 0,3 4 2 0,-6 2 0 0,2 1 8 15,-2 2-8-15,-6 1-2 0,3 12-1 0,0 2 7 16,-4 3-7-16,11-1 6 0,-6 0-7 0,-6 2 6 16,-1-1 4-16,-3 0 0 0,-2-2 1 0,-2-2-5 0,-4 1 16 15,10 0-6-15,-20 0 10 0,3 0-4 0,1-1-5 16,-1-2-1-16,2 1-2 0,-1-2-6 0,3 0 5 15,1-3 2-15,4-2 0 0,-1-1-1 0,3-3-10 16,1-1 4-16,2-2-5 0,0 0 7 0,3-2-9 16,0-1 2-16,1 1-3 0,-1-2 7 0,-2 2-8 15,1 0-1-15,0 1-2 0,0-1 10 0,1-1-5 16,0 0 4-16,1 1-5 0,0-1 6 0,0 0-5 16,1 0 0-16,0-1-1 0,2 0 2 0,11 0 2 15,0 0-3-15,0-1 1 0,1-1 3 0,2-1-7 0,-2 1 4 16,2-1-5-16,-3 2 5 0,0 0 0 0,0 0 5 15,-2 1-4-15,1 0 1 0,-2 1-3 0,4 1-3 16,-6 0 2-16,0 0 6 0,1 0 1 0,-4 1 3 16,2 0-2-16,-1 1 3 0,0-1-9 0,1 2 2 0,-1 0-3 15,-1-2 4-15,0 1-3 0,1 0 0 0,0 0-1 16,1 0-9-16,1-1 7 0,-2-1-7 0,-3 0 6 16,2-1-20-16,1-1-15 0,0 0-9 0,2 0-2 15,-2-1-32-15,-1-1-45 0,-1 0-30 0,1-1-13 16,1-2-149-16</inkml:trace>
  <inkml:trace contextRef="#ctx0" brushRef="#br0" timeOffset="159531.79">29412 14329 1047 0,'0'0'76'15,"0"0"2"-15,-1 0-18 0,0 0-12 0,0-1-24 16,0 0-5-16,-2-1-3 0,1 1 6 0,0 0-6 16,-1 0 0-16,2 0-3 0,0 0-5 0,0-1 3 0,-1 1-6 15,1-1-5-15,0 0 6 0,1-2-4 0,-1-3 16 16,1 0 6-16,0 0-7 0,1 1 9 0,1 0 7 15,1 0 4-15,-1 1 0 0,2 1-3 0,0 0-16 0,8 2 7 16,0 0 1-16,1 0 2 0,1 1-1 0,-1-8-13 16,0 3 2-16,0 1-6 0,1 2-7 0,1 2 4 15,-4 1 0-15,2 0 3 0,-2 1 2 0,-1 1-6 16,-2 0-1-16,0 2 0 0,-3-2 10 0,1 1-5 16,0 8 3-16,-5 2-4 0,1 1 2 0,-1-1 6 15,9 3-1-15,-4-2 2 0,-3 2-1 0,-2-2-3 16,-1 4 3-16,-1-4-4 0,-1 0 0 0,-4 3-6 15,0-3-1-15,-2 3-1 0,0 2 8 0,-2 0-7 16,-1 1 2-16,-1 0-4 0,9-1 6 0,-12 1-4 0,3-1 3 16,1 1-3-16,-3 1-1 0,-1-1-4 0,0 0 3 15,2-1-2-15,1-2 8 0,5-1-6 0,1-1 1 16,3-3-1-16,1-1 2 0,-1-2-7 0,1-2 1 16,-3-2-2-16,2 0 9 0,0 0-6 0,2-2 0 0,0 1-2 15,1-2 3-15,0 1-4 0,0-2 2 0,0 1-3 16,1 1-3-16,0-1 6 0,2 0 0 0,-1-1 3 15,11 5-1-15,-5-3-1 0,3-1-3 0,-1-1 1 16,-1-1 7-16,1 0-4 0,3 0 8 0,-3-1-8 16,0-1 6-16,1-2-3 0,-3 2 2 0,1-2-1 15,2 0 4-15,-3 0-5 0,0-1-5 0,-2 2 3 16,2-3 1-16,2-1 1 0,-5 6 3 0,2-6-3 0,-3-2 5 16,-2 1-1-16,1 0-4 0,-1-3 1 0,4 2-1 15,-1-3-1-15,-3 2 7 0,-2-1-7 0,0-1-6 16,-2 0 3-16,-2 2-2 0,0-1 5 0,-4 0 2 0,4-1 1 15,-11-1 1-15,-5-1-1 0,4 0-4 16,0 2-1-16,1-1-2 0,-2 2 2 0,1-2-2 0,-1 2 4 16,1 0-6-16,4 2 3 0,1 3-7 0,1 0 1 15,2 0 2-15,2 1-2 0,0 1-13 0,4 2-16 16,-2 0-11-16,2 1-2 0,1 1-43 0,-1 0-2 16,1-2-4-16,-2-3-2 0,0 0-38 0,1 0-52 15,0-2-25-15,0 0-14 0,2-4-159 0</inkml:trace>
  <inkml:trace contextRef="#ctx0" brushRef="#br0" timeOffset="160131.46">29818 14135 1484 0,'0'0'27'16,"0"0"2"-16,0 0-6 0,-1 0-3 0,0 0-9 16,-1 0-11-16,2 0 0 0,0 0 0 0,0 0 1 0,0 0 6 15,0 0 1-15,2 0 3 0,-1 0-1 0,1 0 11 16,8 0 3-16,4 0 4 0,2-1 1 0,1 1 16 16,0-1-7-16,0 1 1 0,0 0-4 0,0 1-10 0,2 1-14 15,-4 0 1-15,-3 2-6 0,1 1-8 0,-8-2 5 16,5 3-7-16,-4-2 8 0,0 10 1 0,-4 1 2 15,7 0 4-15,-3 2-3 0,-3-2 3 0,-3 0-3 16,-3 2 6-16,-1-2-4 0,-1-1 10 0,-3 2-7 16,6-4-4-16,-12 0 0 0,-7 1-1 0,6 1 3 15,2 2-5-15,-1-6 2 0,2 0-8 0,0-5 3 16,3 0 3-16,2 1 0 0,1 0 3 0,1-3-9 0,1 1 6 16,0-3-6-16,1 1 3 0,0 0-4 0,2-2 1 15,-1 2-4-15,-1 0-10 0,1 1-1 0,1-2 0 16,0 0 1-16,-1 0 12 0,2 0 2 0,0 1-6 15,0-1 4-15,2 0-7 0,0 0 7 0,5 3 2 16,6 2 0-16,0-2 0 0,0 1-6 0,3 0 2 16,-3-1-2-16,1 2 6 0,-3-1 1 0,-6-3-3 0,2-1 3 15,-3 11-1-15,0 0-2 0,-3 0-1 0,7-1 0 16,-2 2 6-16,-1-1 3 0,-3 0 3 0,-2 0-2 16,0-2 7-16,-2 1 2 0,-2-2-2 0,0-1 2 15,-1 1 3-15,3-3-1 0,-8 1-1 0,0-3-1 16,-2 1 0-16,1-1 10 0,-1-1 0 0,2-2 0 15,2 0-13-15,1 5-9 0,-2-1 1 0,2-1-4 0,0-2-2 16,1-1-11-16,2 0-1 0,-1-1-4 0,0 0-16 16,1 0-23-16,-1 0-7 0,0 0-6 0,2 0-27 15,-1 0-10-15,3 0-5 0,0 0-5 0,-2 0-41 0,1 0-165 16</inkml:trace>
  <inkml:trace contextRef="#ctx0" brushRef="#br0" timeOffset="160682.75">30733 14126 1428 0,'0'0'36'16,"-1"-2"-2"-16,-1 1 6 0,1 0 1 0,0-1-11 16,0-1 1-16,0 1-2 0,0-2 0 0,-1 1-1 15,1 1 0-15,0-2-12 0,0 2 5 0,1 1-7 16,0-1 9-16,-1 0-1 0,0 0 4 0,-1-1-1 16,1 1 15-16,0 1 1 0,0 0 1 0,0-1 1 15,-1 1 2-15,1 0-10 0,0 0 1 0,0 0-4 0,0 1-2 16,0 0-3-16,-1 0-5 0,1 1 2 0,1 0-9 0,0 0-8 15,0 2 2-15,0-1-5 0,0 6 2 0,1 4-6 16,1 1 6-16,-1 0-6 0,1 2 0 16,0 2 6-16,1-1-3 0,-1 4 5 0,1 0-7 0,-1 1 6 15,0 3-7-15,1-1 6 0,-2 2-15 0,1 2 8 16,-1-2-3-16,0-1 5 0,2 5-1 0,-1-4 6 16,-1 1-5-16,2 0 5 0,-2-5-6 0,0-1-5 15,0-2 5-15,-1-3-5 0,1 1 7 0,1-4 2 16,-1 0 1-16,0 1-1 0,-1-2-1 0,0-1 1 15,0 0 0-15,0-2 2 0,1 0-5 0,0-1-1 0,0-1 4 16,1 0-1-16,-1-1 10 0,-1-2-5 16,1 1 1-16,-1-3-1 0,0 0-1 0,1 1 3 0,2 1-3 15,-1-1 4-15,0-1-1 0,5 2 9 0,3-2 2 16,1-2 2-16,2-5 10 0,3 2-25 0,2-22 1 16,4-5-10-16,2-7-7 0,5-8-15 0,0-6 3 0,4-6-8 15,3-4-14-15,2-1-48 0,1-2-22 0,-2 3-12 16,0 0-113-16,-5-4-161 0</inkml:trace>
  <inkml:trace contextRef="#ctx0" brushRef="#br0" timeOffset="161599.51">30669 13956 1101 0,'0'0'107'0,"0"0"6"0,0 0-20 16,-1-1-24-16,0 0-26 0,0 0-10 0,0 0-19 16,-1-1 6-16,1 1-11 0,0 0 6 0,1 0-5 15,0 0 2-15,0-1 0 0,0 2 14 0,1 0-8 16,0 2 5-16,-1-1-6 0,10 18 5 0,-1 4 7 16,1 3 3-16,-1 2 3 0,-1-1 14 0,2 4 2 15,0-1 0-15,2 2 0 0,3 2 7 0,-13 3-2 16,21-1 1-16,5 2-4 0,4 1-16 0,6-3-16 15,0-1 2-15,1 1-7 0,2-7-11 0,1 0-6 0,-1-3-11 16,0-6 4-16,-5 0-25 0,-5-4-30 0,-3-2-14 16,-3-1-16-16,-3-3-156 0,-2 1-281 0</inkml:trace>
  <inkml:trace contextRef="#ctx0" brushRef="#br0" timeOffset="162254.32">26364 15417 1212 0,'0'0'265'0,"0"0"-320"0,-1 0 302 0,0 0-156 16,0 0-59-16,0 0-12 0,-1 0-9 0,1 0 2 15,0 0-8-15,0 0 6 0,0 1 2 0,1 0-1 0,0 0-5 16,1 4-3-16,6 11 3 0,2 2-3 0,3 3 4 16,-10 3-9-16,15 0 0 0,2 5-3 0,1-2 5 15,3 2-22-15,4 2 1 0,4 0-12 0,1 2-26 16,3 1-278-16,-1 3-75 0</inkml:trace>
  <inkml:trace contextRef="#ctx0" brushRef="#br0" timeOffset="163300.73">26886 16347 679 0,'0'0'51'16,"-1"0"-1"-16,0 0 20 0,0 0-3 0,-2 0-9 15,-2 0-13-15,-1 0-5 0,-1-1 1 0,2 1 2 16,0 0 18-16,2 0-19 0,2 0 0 0,-1 0-9 15,1 0-16-15,-1 0-13 0,0 0 3 0,0 0-5 16,1 0 9-16,0 0 14 0,1 0 2 0,1 0 5 0,0 0 8 16,2 0-5-16,5-1 0 0,8-1-2 0,1 1-4 0,0 0-11 15,3 0 2-15,-1 0-5 0,2-1-8 0,-1 1-1 16,3 1-8-16,-6-1 3 0,1 1-3 0,1 0-2 16,-3 0-3-16,2 0 0 0,-3 0-9 0,1 1-4 15,-2 0-3-15,0 1-5 0,0-1-41 0,-4 0-117 16,-1 0-22-16,-1 0-44 0,-1 1-192 0</inkml:trace>
  <inkml:trace contextRef="#ctx0" brushRef="#br0" timeOffset="163517.82">26801 16663 1507 0,'-2'0'84'0,"1"0"1"0,0 0-40 0,-1 0 0 0,-1 0-43 15,1 0-16-15,1 0-4 0,0 0 0 0,-1 0 3 16,2 0 24-16,2 0-1 0,0 0-2 0,12 0 0 16,8-1-6-16,2-1-3 0,1-2 1 0,0-1-4 15,3 1-2-15,-1-2-13 0,0 1 1 0,2-1-7 16,-2 2-14-16,4 0-19 0,-5 1-19 0,-1-1-22 16,4 0-302-16</inkml:trace>
  <inkml:trace contextRef="#ctx0" brushRef="#br0" timeOffset="173945.59">27994 15780 938 0,'-1'0'0'0,"-1"0"8"16,-2 0 85-16,-2 0-24 0,4 0 6 0,-1 0-45 16,1 0-10-16,1 0-12 0,-1 0-8 0,-1 0 2 15,1 0-9-15,1 0 7 0,0 0 0 0,-1 0 2 16,1 0 9-16,1 0 31 0,0 0-8 0,0 0 16 0,1 0-2 16,1 1-4-16,1-1 9 0,10 1-7 0,1 1 9 15,5-1-6-15,-3 0-4 0,1-1 0 0,0 1-17 16,1-1-3-16,0 0-4 0,2 0 0 0,0 0-21 0,-4 1 7 15,-1 0-6-15,-2 2 7 0,0-1-6 0,-1 1 2 16,-1 0 2-16,-1 2-2 0,0-1-8 0,-2 2 4 16,-2-4-2-16,0 10 4 0,-2 1-2 0,-1 3 1 15,-1 0 2-15,10 4 0 0,-5-1 7 0,-2 0-3 16,-3 1-6-16,-2-1 4 0,-1 3 3 0,-2 1-1 16,0 0 2-16,-2 1-3 0,-1-1-6 0,2-3 4 15,-2 1-1-15,0 0 2 0,-1 0 2 0,0 3-4 0,1-2 0 16,-1 1-2-16,0 0-4 0,0-2 8 0,-2 2-4 15,1-1 5-15,0 1-3 0,0 0-2 0,0-1 4 16,-1-2-4-16,1 0 5 0,-1-1-1 0,2-4 1 16,0-1-1-16,-2 2-6 0,2-3 4 0,0 1-5 15,1 0 4-15,2-5-2 0,-1 1-5 0,1-1 5 16,2-2-4-16,0 0-2 0,1-1-1 0,-2 0-7 0,1 0 5 16,-1-2-5-16,1 0-9 0,1-2 1 0,1-1-6 15,0 1-17-15,-1 0-49 0,0 0 4 0,-1 1-20 16,1-2-6-16,1 0-50 0,0-1-6 0,0-1-26 15,0-1-122-15</inkml:trace>
  <inkml:trace contextRef="#ctx0" brushRef="#br0" timeOffset="174226.81">27920 16210 1408 0,'-1'0'40'0,"-2"2"70"0,1-2-85 0,-3 1-7 16,4-1-5-16,-1 1 1 0,0 0-10 0,0 0 0 15,1 1 0-15,1-1 1 0,0 0 15 0,1 0 28 16,3-1-11-16,16 1 13 0,3-1-29 0,4-2-8 0,1-3 3 16,0-2-7-16,1-1-2 0,1 0-7 0,-3-1 2 15,0 2-2-15,-5 0 1 0,-4 1-2 0,-3 3-2 16,-2 1 1-16,-3-1 1 0,-1 2-3 0,-2 0-2 0,-3 1 0 15,0 0-8-15,1 0-4 0,-2 0-3 16,1 0 0-16,-1 0-13 0,1 0-44 0,0 0 3 0,1 0-21 16,1 1-28-16,0 0-54 0,2 0-27 0</inkml:trace>
  <inkml:trace contextRef="#ctx0" brushRef="#br0" timeOffset="174477.27">28614 16172 1435 0,'-1'0'44'0,"-1"0"0"0,1 0-2 16,0 0-1-16,0 0-15 0,0 0 0 0,0 0-10 16,-1 0-4-16,1 0 0 0,0 0-2 0,0 0-9 15,1 0 6-15,0 0-7 0,0 1 7 0,0 0-7 16,0 0 3-16,0 0-3 0,0 1 7 0,0-1-4 15,0 0-1-15,0 0 0 0,1 0-8 0,0 0 2 16,0 1-6-16,1-1 3 0,-1 1-7 0,0 0-14 16,0 1-8-16,-1-1-13 0,0-1-138 0,0 1-231 0</inkml:trace>
  <inkml:trace contextRef="#ctx0" brushRef="#br0" timeOffset="174946.4">28962 15949 1062 0,'-1'0'82'0,"0"0"-96"0,-1-1 95 0,1 0-47 0,0 0-1 16,-1 0-21-16,0-2 6 0,-1-5-10 0,-1-4 3 0,2-1-9 15,2 2 2-15,1-1-4 0,0-1 0 0,3 1 0 16,1 2-1-16,-1-1 1 0,0 3-4 0,-1 1 13 16,0 1-4-16,-2 2 11 0,0 1 24 0,-1 0 11 15,0 1 13-15,0 1-7 0,0 0 1 0,0 0-21 16,0-1-2-16,0 0-6 0,0 0 0 0,0-1-11 16,0 2-5-16,0 0-2 0,0 0-9 0,0 0 2 15,0-1 3-15,0 1-3 0,0 0-4 0,0 0 0 16,0 0-2-16,0 1 2 0,0 0 0 0,0 0-4 15,0 1 5-15,0 1-3 0,0 5 3 0,-2 11-1 0,-1 1-4 16,1 4 1-16,0 0-5 0,-1 4 10 0,1 1-2 16,0 1 4-16,-1 1-8 0,1-1 2 0,-2 1 3 15,2-6-1-15,0 1 1 0,-2-3 4 0,1-1-5 0,0-1 5 16,1 0 0-16,-2-1-6 0,2 0-1 0,0-2-2 16,-2-1 4-16,2-1 0 0,-1-1 6 0,1 0-4 15,0 1-3-15,-1-2 3 0,1-2-5 0,0 3 6 16,1-4-3-16,-1 0-7 0,1 0-4 0,1-5-3 15,0 0-21-15,0-1-78 0,0-2-15 0,0 1-33 16,0-2-144-16</inkml:trace>
  <inkml:trace contextRef="#ctx0" brushRef="#br0" timeOffset="175777.4">29449 15693 708 0,'0'0'117'0,"0"0"-92"0,-1 0 126 0,-1 0-48 16,1 0-31-16,0 0-24 0,0 0-6 0,0 0-7 15,-1 0-23-15,1 0-4 0,0 0 4 0,0 0-5 16,0 1-2-16,0 0 0 0,-1 2-1 0,-5 9 0 16,0 5-2-16,0 4 6 0,1 4-4 0,2 1 3 15,-2 3-1-15,1 2 9 0,-1 1 3 0,0 2 2 16,-1-1 17-16,0-4 26 0,0-2-3 0,0-3 10 15,0-3-10-15,0-4-13 0,1-1-7 0,3-6-1 16,-1 0-16-16,1-3-15 0,0-1 1 0,2-3-7 16,0 0-2-16,1-2-8 0,0 0 4 0,-1 1-4 0,-1 1 3 15,1-1 5-15,0-1-1 0,1 0 2 0,0-1 10 0,0 0-11 16,0-1 7-16,0-1-7 0,2-8 10 0,4-11-4 16,1-1 2-16,2-3-4 0,-2 2-3 0,2-3-1 15,1 1-1-15,0 2-2 0,2-3-4 0,0 3 10 16,-1 2-2-16,-9-1 3 0,14 3-4 0,3 3-2 15,-5 3 2-15,0 2 0 0,-3 3 10 0,-4 3-9 16,2 2-3-16,1 1-2 0,-1-5 1 0,2 3-1 16,-2 1 4-16,-3 3-2 0,2 1 2 0,-2 2-1 15,-3-1 3-15,2 8-2 0,-4 7 3 0,11 3-2 16,-5 0 1-16,-2 3 0 0,-4-2 6 0,-1-3 4 0,-1 0-6 16,-2-4 7-16,1-1 3 0,0-2-10 0,1-3 11 15,-1 0-11-15,1-3-1 0,1-2 5 0,-1 0-11 16,0-1 9-16,1 1-9 0,0-2 6 0,0 0 1 15,0 0 1-15,0-1-11 0,0 0 8 0,0-1-3 16,1-1 6-16,4-11-13 0,3-7 4 0,-1 1 1 0,2-1 1 16,1-1 2-16,0 1-2 0,1-2-3 0,1 1 1 15,-2 2 0-15,1 1-2 0,0 1 8 0,-2 2-5 16,0 1 5-16,-2 3-5 0,-1 2 1 0,0 1-3 16,-1 2 1-16,-3 2 1 0,2 1 1 0,2 1 0 15,-2 1 5-15,3-5-3 0,0 3-2 0,1-1 0 16,0 2 0-16,-1 2-7 0,-1 0 6 0,0 1-5 0,-1 2 8 15,-1-1-1-15,-3 5-6 0,9 7 2 0,-2 3-2 16,-4 0-1-16,-1 3 5 0,-3-1-5 0,0 0 0 16,-1 0-2-16,-2-3-8 0,0-1 3 0,-1 2-23 0,1-3-26 15,-1-2 3-15,1 1-12 0,0-4-5 0,2-3-10 16,0-1-3-16,1-3-6 0,-1 0-44 0,0 1-28 16,1-2-14-16,0 0-6 0,0-1-67 0</inkml:trace>
  <inkml:trace contextRef="#ctx0" brushRef="#br0" timeOffset="176295.3">30054 15571 728 0,'0'0'101'0,"0"0"0"0,0 0 26 0,0 0-21 16,0 0-15-16,0 0-42 0,0 0-15 0,0 0 1 16,0 0-4-16,0 0 7 0,0 0-15 0,0 0-2 15,0 1-4-15,0 1 2 0,0 7-12 0,0 11 12 16,-1 0-11-16,-1 3 18 0,-3 2-9 0,-1 1 0 0,-1 1-2 15,0 0 13-15,0 1-3 0,-1 0 2 0,0 3 1 16,-1-3 23-16,0-2-4 0,0 0 9 0,0-3-11 16,3-4-8-16,2-3-11 0,0-1-7 0,2-6-1 15,-1-1-16-15,1 0-8 0,1-3 1 0,1-1-5 16,0-2 0-16,0 0-7 0,0 1 3 0,0-1-4 16,0-1-1-16,0 0 4 0,0-1-2 0,0-1 2 0,0-1-8 15,3-16 6-15,3-8-1 0,0 1 4 0,1-4 8 16,0 3-4-16,-1 1 3 0,1-1-2 0,-1 1 5 15,1 0-3-15,0 1 7 0,0-1-6 0,3-1 9 0,-2 0-6 16,0 1 3-16,3 1-2 0,-2 1 1 0,2 1 1 16,-1 2-1-16,0 1 1 0,-3 5 8 0,-1 5-1 15,-2 1 0-15,-1 4 2 0,-1 0 7 0,0 1-7 16,0 1 1-16,0-1-2 0,0 1 8 0,3 0-1 16,2-1 3-16,-1 3-4 0,1 1-2 0,-1 2-7 15,2 3 5-15,-1 3-4 0,0 10 6 0,0 0-5 16,-1 1 0-16,-1 0-1 0,0 2 3 0,-2 0-5 15,1 2 3-15,-2-1-4 0,2 0 9 0,-1-1-7 0,-1 0 3 16,1 0-5-16,-2-4 1 0,1 2 2 0,-1-2-2 16,1-3 3-16,0 1-2 0,-1-5-2 0,0 2-2 15,1-1 0-15,5-3-7 0,-2 1 8 0,-1-2-7 16,-2-3 5-16,1 1-15 0,-3-4-16 0,0 0 0 16,0 1-11-16,0-1-52 0,1 0-18 0,-1 1-18 15,0-1 3-15,0-1-46 0,-1 0-37 0,0 1-24 0,-1-1-2 16,0-1-60-16</inkml:trace>
  <inkml:trace contextRef="#ctx0" brushRef="#br0" timeOffset="176495.4">30058 15926 285 0,'-1'0'127'0,"-1"-1"-66"0,-5-2 124 0,-5-1-32 15,3 0-44-15,-1-1-14 0,3 2 7 0,1 1-11 0,-1-2-3 16,6 4-33-16,-4-2 5 0,2 0-14 0,1 0-3 16,0 0-9-16,1-1-1 0,-1 1-2 0,2 0 3 15,0-2 28-15,0 1-8 0,2-1 13 0,1 2-11 0,15-1-3 16,-1 0 3-16,5 1-4 0,1-1-12 0,2 2-23 15,1 0-3-15,-5-1-6 0,2-1-9 0,0 2-3 16,-2-12-3-16,1 5 0 0,-3 3-17 0,-3 3-9 16,0 1 1-16,-2-1-11 0,0 1-66 0,-2 0-64 15,1 0-15-15,-4 0-15 0,2-2-76 0</inkml:trace>
  <inkml:trace contextRef="#ctx0" brushRef="#br0" timeOffset="176811.63">30813 15330 1322 0,'0'0'112'16,"-1"0"5"-16,-1 0-35 0,1 0-10 0,0 0-41 16,-1 0-6-16,-1 0-15 0,1 0-1 0,-3 1-5 15,1 1-12-15,-2 3-2 0,0 11-3 0,-1 8 1 16,-1-1 2-16,-2 6 8 0,0-2 2 0,-2 4 0 15,-1 4 2-15,-5 0 7 0,-3 5 1 0,-8-3 2 16,-3 5 3-16,-1 3 21 0,-1 2-6 0,2 5 12 16,-2 2 1-16,-1-1-2 0,4 0 12 0,3-5-9 0,2-5 11 15,6-4-25-15,1-7-5 0,4-3-4 0,3-5-13 16,4-2-12-16,2-6 1 0,3-3-7 0,1-4-1 16,1-2-45-16,-3-1 2 0,0-1-18 0,2-2-10 0,1 0 5 15,-1-1-20-15,2 1 8 0,0-1-70 0,0-1 0 16,2 0-25-16,-1-1 0 0,0-1-166 0</inkml:trace>
  <inkml:trace contextRef="#ctx0" brushRef="#br0" timeOffset="177228.55">30633 15785 1034 0,'0'0'101'0,"0"0"-2"0,-1 0 6 0,0 0-9 16,-1 0-29-16,1 0-26 0,0 0-9 0,1 0-3 15,0 0-1-15,0 1-3 0,0 0 4 0,0 0 2 16,0 0-2-16,0 2-7 0,0 0-8 0,0 8-5 16,0-2 0-16,0 4 1 0,1 1-3 0,0 4 6 0,3 3-5 15,-2-1 4-15,1 5 8 0,-1-2-7 0,-2 3 7 16,0 4-13-16,0 1 2 0,0 1 4 0,0 2-2 16,0-2-2-16,0 0 8 0,-1 1-4 0,0-2 5 15,1 0 1-15,-2-2 9 0,1-3 1 0,0 0 5 16,1 0 8-16,0-2-6 0,1-3-4 0,2-1-2 15,-1-3-13-15,-1-3-13 0,0-2 10 0,0-4-12 0,1 1 6 16,-1-2-4-16,0-3-4 0,-1-1 2 0,0-2 0 16,1 1-2-16,0 1 2 0,1-1-1 0,-1-1 10 15,0 0-6-15,0 1 6 0,0-2-5 0,0-2 10 0,1-1-2 16,5-22-1-16,1-5 0 0,1-2 0 0,1-3-11 16,0-3 4-16,4-4-6 0,2-1-4 0,1-3 0 15,3-1-4-15,-19 2 5 0,19 0 4 0,0 2-5 16,-1 4 1-16,-1 6-5 0,0 3 7 0,-3 7-14 15,-3 3 4-15,-1 3-10 0,2 1-12 0,-3 2-44 16,-1 2-5-16,-2 1-15 0,-3 2-35 0,-1 3-49 16,1 0-7-16,-2 3-21 0,-2 1-84 0</inkml:trace>
  <inkml:trace contextRef="#ctx0" brushRef="#br0" timeOffset="177979.47">28602 16743 885 0,'-1'0'59'15,"0"0"-3"-15,-6 0 19 0,-13 0 3 0,1 0-16 16,0-1-6-16,7 1 0 0,-1 0-8 0,2 0 4 16,0 0-19-16,3 0-18 0,0 0 7 0,2 0-10 15,0 0 2-15,1 0-2 0,3 0 0 0,-2 0 2 0,2 0 1 16,-1 0-6-16,1 0-10 0,0 0 3 0,1 0-4 16,-1 0 0-16,1 0 7 0,0 0-5 0,0 0 0 15,0 0 20-15,1 0 0 0,0 0 9 0,1 0 25 0,1 0-16 16,5-1 4-16,13-2-9 0,3 0-2 0,1 1-1 15,5-2-2-15,0 1 0 0,5-2 2 0,4 0 0 16,0 0 2-16,2 0-1 0,-1-1 10 0,2-3-12 16,4 1 1-16,3-1-6 0,4-1-3 0,1 0-10 15,2-1 6-15,-3 1-8 0,0-1 3 0,-4 0-8 16,-1 2-1-16,-5 2-2 0,1-1 2 0,-2 0-2 16,-2 2 0-16,-5 1-1 0,-1 3 3 0,-6-1 2 15,1 2-3-15,-3 1 3 0,-4 1-3 0,-2 2-2 16,-4-1 0-16,-2 0 0 0,-3 1 0 0,0-1-1 0,-2 0-1 15,-2 1-3-15,0-1-7 0,-3-1-3 0,1 0-9 16,-2 1 4-16,-1-2-21 0,2 1-23 0,-1 0-12 16,-1 0-9-16,0 0-75 0,1 0-80 0,-2 1-19 15</inkml:trace>
  <inkml:trace contextRef="#ctx0" brushRef="#br0" timeOffset="178413.11">28593 16884 799 0,'-7'1'196'0,"-22"4"412"0,3 0-552 16,9-2-32-16,-3 0 2 0,7-2-11 0,1 0-4 0,4-1-11 16,3 0-1-16,2 0-3 0,0 0-2 0,1 0-14 15,0 0 7-15,-1 0-8 0,2 0 21 0,0 0-3 16,0 0 4-16,1 0-2 0,0 0 7 0,1 0-6 15,1 0 6-15,8 0-5 0,4-1 6 0,3 0 10 16,-2 1-2-16,-1 0 9 0,6 0 20 0,3 0-2 16,4 0 2-16,5 1-2 0,-1 0-8 0,0 0-6 15,3 0-7-15,-1 2 3 0,5-1-9 0,0-2 13 16,3 0 4-16,5-1 1 0,4-1 8 0,2-1-12 0,1-1 0 16,-1-1-4-16,-2-1-4 0,0-2-10 0,-1 0 0 15,1-2-3-15,0 1-2 0,-1-2-4 0,1 1-1 16,-3 0 0-16,-6 2-1 0,-1 1 1 0,-5 1 6 15,-5 1-3-15,-3 2-2 0,-6 0 4 0,-4 1-7 0,0 1 5 16,-3 0-1-16,-2-1 3 0,-3 2 4 0,-1 0-3 16,-1 0 9-16,-2 0 5 0,-1 0-4 0,-2 0 4 15,0 0-7-15,-1 0-3 0,1 0 0 0,-1 0-2 16,1 2-7-16,1-1-4 0,-1 0-1 0,0 0-2 16,-1 0-7-16,1 1-26 0,-1-1-1 0,0-1-18 15,0 0-94-15,0 0-208 0,0 0-117 0</inkml:trace>
  <inkml:trace contextRef="#ctx0" brushRef="#br0" timeOffset="180382.49">5069 3358 439 0,'0'0'90'0,"0"0"-52"16,0 0 21-16,0 0 2 0,0 0-68 0,0 0 8 0,2 0 10 15,-1 0-7-15,0 0 6 0,0 1-8 0,0 0-3 16,0 0 7-16,1 0-6 0,-2 0 22 0,0 1 5 15,0-1 0-15,-2 1 2 0,1 1-3 0,0-1 18 16,0 0-8-16,-1-1 12 0,-1 1-5 0,1-1 1 16,1-1-4-16,-2 1 2 0,0 0-8 0,2-1-10 15,-1 0 2-15,0 1-8 0,0 0-11 0,-1 1 11 16,2-1 0-16,0 0 5 0,0 0-2 0,1 0 12 16,0 1-9-16,1-1 8 0,1 0-22 0,11 4 1 0,11 2-2 15,1-4 1-15,-2 0-10 0,4-3 2 0,-2 0 3 16,1 0 0-16,1 0-5 0,-1 0 3 15,-2 0-7-15,-4 0 7 0,0 0 2 0,-3 0-6 0,-1 0 7 16,-2-2-8-16,-1 1 1 0,-1 0-3 0,-1 0-3 0,-3 0 0 16,0-1-7-16,-2 1-5 0,-1 0-5 0,-1-1 0 15,0 1-34-15,-2-1-103 0,1 1 10 0,-2-7-46 16,0 1-65-16</inkml:trace>
  <inkml:trace contextRef="#ctx0" brushRef="#br0" timeOffset="180632.33">5073 3601 1347 0,'0'-1'6'0,"-1"0"3"0,0-1 0 0,1 1-12 16,0 0 0-16,0 0-4 0,1 0 11 0,1 1-4 15,9 0-3-15,6 3-2 0,2 3-7 0,1 0 5 16,2 0 6-16,2 0-3 0,2-1 2 0,-1-2-1 16,-1 1-10-16,-1-3 6 0,-5-1-22 0,0 0-53 15,-4 0-1-15,1 0-20 0,-2-3-22 0,0 0-29 0,0-3-10 16</inkml:trace>
  <inkml:trace contextRef="#ctx0" brushRef="#br0" timeOffset="181199.59">5957 2978 391 0,'0'0'58'0,"-1"0"-3"0,0-1 36 15,0 1-6-15,0 0-7 0,-2 0-28 0,1 0-12 16,-1-2-4-16,2 1-3 0,0 0-11 0,0 0 9 15,0 1 3-15,1 0 3 0,0 0 23 0,1 0-22 0,0 0 10 16,1 0-17-16,13 0-4 0,1 0-1 0,2 1-9 16,1 1 5-16,0 0-13 0,4 1-7 0,0 2 4 15,-1 0-5-15,0 0 1 0,-6 0 2 0,-2 0-3 16,-1 1 2-16,-3-2-1 0,3 5 5 0,-4-2-2 0,-1-1 3 16,-1 4 1-16,-1 0 9 0,3 2-1 0,-4 0 4 15,-1 2 4-15,1 3-7 0,-4-1 1 0,9 1-5 16,0 2-7-16,-4-1 3 0,-4 2-4 0,-1 0 3 15,-1 2-6-15,0-1 1 0,0 2 4 0,-2 1-1 16,0-1 3-16,-1 2-10 0,0 0 4 0,-1 2-3 16,-2 0 10-16,2-4-6 0,-2 0 2 0,1-2-4 15,0-4 0-15,-2 5 8 0,1-2-9 0,-1-4 8 0,0 2-11 16,0-1 2-16,-1-1 5 0,1-3-3 0,6-2 4 16,-10 0-2-16,4-3-3 0,1 0 1 0,0-1-2 15,2-1-3-15,1-1-2 0,1-2 2 0,0 1 4 0,-1-2-15 16,1 1 8-16,1-1-11 0,-1 0-1 0,1 0-107 15,0-1-4-15,0 0-45 0,0-1-111 0</inkml:trace>
  <inkml:trace contextRef="#ctx0" brushRef="#br0" timeOffset="181483.66">5921 3447 1399 0,'0'-1'25'0,"0"0"-29"0,-1-1 26 0,1 1-13 15,0 0-12-15,0 0 7 0,1 0-3 0,7 0 6 16,16-1-4-16,0 2 4 0,2 3-5 0,2 0 4 16,5 2-11-16,-1 0 7 0,-1-2 1 0,-3 2 2 15,-4-3-5-15,2 1-2 0,1-2-5 0,-5-1 2 16,-5 0-3-16,-2 0 8 0,-4-1-2 0,0-1 3 0,-3 1 4 15,-1-1-5-15,-2 0 2 0,-2-1-3 0,2 0-1 16,-2-4 5-16,2-4-6 0,0-2 4 0,1 4-14 16,1-1-15-16,2-1-1 0,1 1-20 0,0 0-149 15,2-1-224-15</inkml:trace>
  <inkml:trace contextRef="#ctx0" brushRef="#br0" timeOffset="181666.68">6730 3352 1545 0,'-1'0'3'0,"1"0"8"0,0 0-5 0,0 0-12 0,0 0 2 16,0 1-6-16,1 1 9 0,0 3-14 0,5 10 8 16,-1-1-12-16,-1 0-9 0,0-3-60 0,-1 0-2 15,0-4-23-15,-1 0-36 0,-2-5-47 0,1 0-14 16</inkml:trace>
  <inkml:trace contextRef="#ctx0" brushRef="#br0" timeOffset="182016.56">7174 3007 1628 0,'-1'-1'-3'0,"0"-1"-16"0,-1-1 27 0,0 1-21 15,1 1 5-15,0 0-9 0,1-1 13 0,0 2-3 16,0 0 3-16,0 2-4 0,1 0-3 0,2 12 5 16,0 6-4-16,0-1 4 0,-2 2-10 0,-1-2 10 15,-3 0 1-15,0 1 4 0,-2-3 4 0,0 1-3 16,-2 0 2-16,-1-2-2 0,-1 2 3 0,-2 2 4 15,2 0-3-15,-1 2 3 0,0 2 0 0,-1 0-7 16,1 2 5-16,-1 2-5 0,0 2 6 0,2-1-5 16,2-2 0-16,0-2-1 0,0-2 3 0,2-1-6 0,0-2-1 15,2-4-2-15,1-4-1 0,0-4-9 0,1-1-3 16,1-5-12-16,0 0-98 0,0 0-75 0,0-1-21 16,0 0-15-16,0-1-94 0</inkml:trace>
  <inkml:trace contextRef="#ctx0" brushRef="#br0" timeOffset="182649.98">7442 3161 1083 0,'0'0'3'0,"0"0"0"16,0 0 4-16,0 1-1 0,0 1 1 0,0 0-1 0,2 11 0 15,0 7-2-15,0 2 1 0,-1 2-3 0,-1 3 0 16,-2 0-2-16,-3 0-1 0,0 1-2 0,-2 0 2 16,-2-3 1-16,2-3 0 0,0-2 4 0,1-6 3 15,2-3-2-15,1-5-1 0,1-1-7 0,2-4 35 16,0 0 13-16,-2 1 6 0,-1 1 33 0,1-2-37 16,-1 0-7-16,2 0-8 0,0-1-9 0,0 0-18 15,0-1 13-15,0 0-15 0,-1-2 6 0,-2-11-11 16,0-1-2-16,4 0-2 0,0-3 6 0,3 1 0 0,1-1 0 15,2-1 0-15,1 1-3 0,3 0 7 0,-1 0-2 16,-1 3 4-16,2-1-6 0,-1 2 0 0,0 1-2 16,-7 3 1-16,8 0-3 0,-2 3 4 0,1 3 0 0,-2 1 1 15,-1 2 3-15,1-5-3 0,-1 3 1 0,-3 1-2 16,1 2-6-16,-2 0 6 0,1 2 0 0,-1-2 2 16,-1 14 7-16,11 6-9 0,-4 1 0 0,-3 0-1 15,-3-1-1-15,-1-2 5 0,0-3-2 0,0-2 4 16,2-2 0-16,-2-3 3 0,0-1 4 0,0-2-2 15,0-2 0-15,-1-2 3 0,0 0 0 0,3 2 1 16,-1-1-4-16,-1-1 3 0,1 0-8 0,0-1 6 0,0 0-12 16,2-1 1-16,4-3 5 0,0-2-1 0,3-4 1 15,-1-5-5-15,1-1-1 0,0-1-1 0,1 2 7 16,0 0-3-16,4-2 0 0,-1 3-2 0,-3 0-1 0,2 1 2 16,-1 1-1-16,-2 3 3 0,2-1-4 0,-2 4-5 15,-2 2 5-15,0 0-4 0,-2 3 4 0,0-4 4 16,-3 3-4-16,1 1 4 0,-1 1-6 0,-2 0 2 15,0 1 1-15,2 5 0 0,4 15 4 0,-6 4-3 16,-2 1 0-16,-3-1-1 0,-2 2 0 0,-1-2 2 16,0-2-2-16,1-6 1 0,0-3-6 0,2-4 2 15,1-2-1-15,0 0 2 0,2-4 2 0,0-2 0 16,-1 0 0-16,1 1-1 0,0-1-6 0,0-1-27 0,0 0-30 16,1-1-4-16,0-1-139 0,1-7-48 0,15-17-5 15</inkml:trace>
  <inkml:trace contextRef="#ctx0" brushRef="#br0" timeOffset="183317.45">8179 2941 429 0,'0'1'30'16,"0"1"-3"-16,0 0 29 0,0 6-2 0,-2 13-2 16,1 3-19-16,1 2 11 0,0 3-7 0,-2 1 12 15,-2-1 18-15,2-3 12 0,-2-1 7 0,1-3-5 16,-2 1-23-16,1 1-12 0,-2-1-9 0,0 0 3 0,0-1-20 15,0-2-1-15,0-1 2 0,0-6 1 0,2-1 12 16,1-6 18-16,1-2-2 0,2-3 6 0,-1 2-14 0,-1-1-14 16,1-1-4-16,0 0-2 0,-1 1-20 15,-1-2 3-15,2 0-6 0,0-2 4 0,0 1-4 0,-1-3 1 16,-3-12 0-16,2 0-1 0,2-2-2 0,1 1 2 16,3 0-1-16,1-2 2 0,3 0 0 0,2 1-2 15,0-2 2-15,3-2-2 0,-2 0 1 0,2 2 1 16,0-1 0-16,-1 1 0 0,-9 1-3 0,10-2 5 15,-1 3-3-15,0 3 4 0,-3 2-6 0,0 7 2 16,-1-1 1-16,-2 5 0 0,0 1-1 0,-2 0-1 0,2-3-2 16,0 2 3-16,-4 2 5 0,3 0 2 0,-3 0 1 15,1 1 0-15,2 16-7 0,-3 2 3 0,0 2-3 16,1 1 2-16,1-2-5 0,-1 1 2 0,2-2 1 16,0-1 1-16,0 0 6 0,2 0-3 0,-2-1-1 15,2 1 1-15,-1 0 0 0,0-2 0 0,-1 1-2 0,1-2 0 16,0-1-3-16,-2-2-1 0,1-1 7 0,-3-1-4 15,0-2 1-15,0-3 1 0,3-1-7 0,-4-2 4 16,0-1-3-16,2 1-3 0,-1 1-2 0,1-2-1 16,-2 0-17-16,0 0-11 0,-2-1-5 0,1-1-2 15,-4-1-23-15,-9-1 25 0,-2-12-8 0,3 0 14 16,-5-1-4-16,2 0 31 0,-3 1 0 0,0 0 9 16,3 3-2-16,1 0 5 0,3 0-4 0,-2 1 4 0,4 3 2 15,2 2-5-15,0 2 5 0,3 1-5 0,2 1 3 16,1 2-2-16,0-2-5 0,1-1 2 0,0 2-3 15,-1 0 5-15,1 1 3 0,1 0 1 0,1 0 7 16,1 1-7-16,2 0 5 0,10 4-7 0,9 2 7 0,3 0 4 16,2 0 1-16,1-2 1 0,-3-2-4 0,-2 1-12 15,-2-2 1-15,-1 1-4 0,-3-2 8 0,-3 0-5 16,0-1-2-16,-2 0-2 0,-1-1 1 0,-1-2-4 16,-1 0 7-16,1-2-6 0,-1-2 10 0,2 4-10 15,-1-14-5-15,3-3 0 0,1-1 6 0,4-4-16 16,3-2 6-16,1-1-18 0,-2 0-84 0,1-2-44 15,-2 2-29-15,4 2 1 0,-2-1-84 0</inkml:trace>
  <inkml:trace contextRef="#ctx0" brushRef="#br0" timeOffset="183551.58">8864 2811 99 0,'0'0'51'0,"0"0"24"0,0 1 47 0,0 0 6 16,0 1-28-16,0 3-15 0,-2 10-7 0,-3 5 1 16,-1 0-3-16,-1 4-7 0,-1 0 4 0,-2 1-6 15,-1 5-4-15,0-2-12 0,1-1-2 0,-2-1-3 16,1-1-20-16,1-3 8 0,-2 0-7 0,0-1 8 15,-1 1-13-15,10-2-6 0,-14 1-3 0,0 2 0 16,-2 3-3-16,-4 4-1 0,0-1 0 0,-3 0-2 16,0 4 1-16,-1-1-7 0,1 1 5 0,2-1-6 15,1-4 11-15,6-1-7 0,-2-1 0 0,1-3-4 0,3 1-3 16,1-4 5-16,2-4-3 0,1-2 3 0,2-1-3 16,2-2-4-16,0 0 8 0,3-2-5 0,2-1 5 0,1-1-23 15,-3-2-13-15,2-2-10 0,1 0-101 0,0-1-49 16,1 1-37-16,0-2-4 0,1 0-157 0</inkml:trace>
  <inkml:trace contextRef="#ctx0" brushRef="#br0" timeOffset="183917.42">8798 3398 445 0,'0'0'93'0,"0"0"-8"0,1 1 64 0,1 0-18 15,-1 1-4-15,0 1-49 0,5 7-20 0,0 1 1 16,1 1-10-16,-1-1-9 0,1 3-10 0,-1 1-3 16,-1 2-4-16,-1 0-10 0,0 3-5 0,-2 1 7 0,-1-1-7 15,-1 3 6-15,-1-3 7 0,-1 1-8 0,-2 1 8 16,0-1-5-16,1-1-14 0,-1 0 7 0,1-1-9 16,-1-1 15-16,2-2-3 0,1-2 5 0,0-2-2 15,1-2 18-15,0-3-2 0,0-1 3 0,0-1-5 16,0-1-9-16,0 0-5 0,0-2-9 0,1 1 6 15,0-1-4-15,0 0 5 0,2 1 4 0,-2-3-1 0,8 1 3 16,3-2 2-16,4-5-4 0,2-6 3 0,3 2-10 16,2-15-8-16,1-1 4 0,4-2-5 0,4-4 7 15,-4-1 1-15,-1-5-3 0,-5 1 2 0,-4-1-7 0,1-1 0 16,0 3-2-16,1 2 1 0,-3 1 4 0,-2 5-4 16,-3 2 2-16,-2 3-4 0,-2 5-4 0,-2 1-14 15,-1 2-8-15,-2 1-15 0,3 0-153 0</inkml:trace>
  <inkml:trace contextRef="#ctx0" brushRef="#br0" timeOffset="-190349.92">2312 6081 68 0,'0'0'19'0,"-1"0"14"0,0 0 44 0,-1 0 7 0,0 1-6 16,-3 2-18-16,-4 1-36 0,-1 1 5 0,2 1-6 15,-1-5 3-15,-1 12 6 0,-1 0-5 0,-2 3 4 16,1 2-6-16,1 1 8 0,0-3 4 0,0 0-1 16,2-1-4-16,-1-1-2 0,2 1-7 0,1-1 6 15,1-2 9-15,1 0 3 0,1-4 6 0,0-3-5 16,1 1-1-16,-1-3-3 0,-1 0-2 0,2-2 2 0,-2 0 11 16,2 1 10-16,-2 1-3 0,0-1 2 0,2-2-30 15,-1 0-20-15,2 0 4 0,1 0-8 0,-9-14 15 16,2-5-6-16,3 0-3 0,4-3-1 0,1-2-12 0,4 2 6 15,0 0-2-15,2-1 3 0,0 6-3 0,2-4-1 16,2 1 1-16,-1 1-1 0,3-1 5 0,-10 4-5 16,15 1-1-16,2 3-2 0,2 3 4 0,1 2-2 15,2 0 6-15,-2 5-6 0,1 0 4 0,4-13 1 16,2 8 2-16,2 4 0 0,1 3 8 0,0 2 5 16,-1 3-1-16,-2 0 4 0,0 1 10 0,1 1-13 15,-1 2 6-15,2-1-9 0,0 1 5 0,0-1-6 16,3 0 2-16,-1-1-3 0,-2-2-4 0,-3 0-5 0,-5 0 3 15,0-2-3-15,-4 0 0 0,-2-1-2 0,-2 2-1 16,-5-3 1-16,-2 0 2 0,-1-1-4 0,-5 0 3 16,2 0-2-16,-2 0 9 0,0 0-11 0,0 0 0 15,0 0-3-15,1-1-2 0,-2 0-16 0,0-1-4 0,0 1-7 16,-1 0-56-16,0-1-48 0,-1-2-6 0,-1-2-10 16,-4-2-6-16,3 2-46 0,-11 2-2 0</inkml:trace>
  <inkml:trace contextRef="#ctx0" brushRef="#br0" timeOffset="-190015.56">2702 5996 513 0,'0'0'54'0,"0"0"-6"16,0 0 22-16,0 0-4 0,0 0-13 0,0 0-29 0,0 0 34 16,0 0 4-16,0 0 9 0,0 0 9 0,0 2-29 15,0-1-1-15,-1 1-8 0,-5 12-15 0,-2 4-4 16,-4 4-4-16,-1 2 0 0,-1 2-7 0,13 2 3 15,-15 1 6-15,-1 4 0 0,3-2 15 0,0 2-14 16,0-3-5-16,2 2-2 0,1 0-9 0,1 1 8 16,3 1-5-16,-3 2 4 0,2 1-13 0,0 1 7 15,1 2 3-15,2-2-1 0,2 0 5 0,1-4 18 16,1-5-4-16,-13-3 8 0,7-5-12 0,5-2 12 16,2-3-4-16,1-3 6 0,1-2-12 0,2-2 4 0,-1-2-6 15,2-1 5-15,3-1-8 0,8-3-6 0,0 1-2 16,2 9-1-16,2-4-4 0,0-4-7 0,2-1 2 15,-1-2-3-15,-1-1 4 0,-2 0-9 0,-4 0-2 16,-1 0-7-16,-3-1-19 0,0 0-2 0,0-1-7 16,0 1-7-16,0-1-108 0,0-2-13 0,-1 1-31 0,-1-2 14 15,3-1-77-15</inkml:trace>
  <inkml:trace contextRef="#ctx0" brushRef="#br0" timeOffset="-189496.49">3121 6830 1238 0,'-1'-1'19'0,"0"0"41"0,-1 0-61 0,1-1 1 16,0 1-4-16,0 0 3 0,0 0-16 0,1 0-1 15,0 0 5-15,0-1-2 0,0 1 15 0,0 1 0 16,0 0-5-16,-1 1 2 0,-1 2-4 0,-2 4 11 16,-6 7-2-16,9 2 7 0,-12 1-3 0,1-1 15 15,1 1 2-15,-1-1 4 0,0 2 9 0,1-1-16 16,1 2 5-16,0-1-8 0,1 1 1 0,2-3-2 0,1 1-6 16,0 0 2-16,4 0-11 0,1-1 3 0,-9-2 0 15,4-2 0-15,3-1-3 0,1-2 5 0,0-2-1 16,2-1 4-16,0-1 8 0,0-4 0 0,0 1 1 0,0-1-1 15,3 2 8-15,-1-1 3 0,4 0 5 0,2 1-1 16,3-3 6-16,-1-1-5 0,2-4-2 0,1-2 0 16,1 5-8-16,-1-17 3 0,1 1-6 0,-1-1 4 15,0 0-7-15,-1-2 1 0,0-1 0 0,-2 0-2 16,0-1-5-16,-2 2-7 0,1 1 6 0,-1 1-6 16,-3 2 5-16,-2-1-9 0,-2 3 2 0,8-1-3 0,-2 1 6 15,-3 3 7-15,-3 1-9 0,-1-1 8 0,-2 2-15 16,-1 3 5-16,1 3 1 0,1 1 1 0,-9-4-8 0,0 1-2 15,-1 3 0-15,-1 2-1 0,2 2-4 0,-3 4-3 16,1 2-8-16,1-4 4 0,2 15-8 0,2 1-21 16,1-1-19-16,3 1-5 0,-1 1-89 0,-9 1-7 15,6-1-5-15,2-2-7 0,4-3-68 0</inkml:trace>
  <inkml:trace contextRef="#ctx0" brushRef="#br0" timeOffset="-189199.07">3502 6834 1175 0,'-1'-2'55'0,"0"1"91"16,-2 0-92-16,0 0-19 0,-2-1-8 0,1 0-4 15,1 1-22-15,-1 1-1 0,0 0 3 0,-3 0-2 16,-2 3 5-16,2 1-12 0,-2-3 5 0,-2 15-7 15,1-1 15-15,-4 4-4 0,0 0-1 0,-3 3 0 16,-2 0 3-16,-2 4-6 0,0 2 2 0,-1 3-3 16,-2 2 7-16,-2 0 8 0,0 3-3 0,-1-2 3 15,3-1 3-15,4-1-13 0,1-4 11 0,4-5-14 0,2-2 0 16,3-4 3-16,4-2-7 0,3-2 6 0,2-3-5 16,-6 1-20-16,3-3 6 0,3-2-12 0,1-2-3 15,0-1-110-15,1-1-15 0,0 1-43 0,2-2-138 0</inkml:trace>
  <inkml:trace contextRef="#ctx0" brushRef="#br0" timeOffset="-188896.83">3568 7112 319 0,'0'0'93'0,"0"0"-4"0,0 0 47 15,0 0-14-15,0 0-9 0,0 0-30 0,0 0-5 0,0 0-3 16,0 0-2-16,-1 0-12 0,-1 0-22 0,1 0 0 15,-1 0-7-15,-2 0 3 0,-6 4-8 0,-1-1-2 16,-1 3-4-16,1 0-7 0,-1 1 0 0,0-6 4 16,2 15-3-16,-5-1 10 0,0 0-10 0,0 3 1 15,-4-2-4-15,5 3-2 0,0-1-5 0,0 2 0 0,3 0-2 16,-1 0-4-16,-1 1 7 0,3 0-1 0,-1-1 4 16,0 0-5-16,6-1 6 0,2-3-3 0,1-2 5 15,-6 1 2-15,3-5 10 0,3 2 0 0,2-3 3 16,0 0 4-16,2-2 11 0,1-4-3 0,0-2 5 15,17 0-10-15,4 11-9 0,-1-7-2 0,3-5-4 16,0-2-16-16,1-5-9 0,1-3 0 0,-1 0-6 0,1-3-24 16,-1-1-58-16,2 12-12 0,2-16-19 0,-1-2-96 15</inkml:trace>
  <inkml:trace contextRef="#ctx0" brushRef="#br0" timeOffset="-186980.52">3624 5413 117 0,'0'0'20'0,"0"0"40"16,0 0-36-16,0 0 12 0,0 0 1 0,0 0 4 15,0 0 18-15,0-1-5 0,0 0 9 0,1 0-11 0,-1-1-7 16,0 1-18-16,0 0 5 0,0 0-7 0,2 0 6 0,-2 0 7 15,0-1-5-15,0 1 6 0,0 0-5 16,0 0 8-16,0 0-6 0,0-1 7 0,0 1-9 0,0-1 0 16,0 0 4-16,0-1-3 0,0 1 4 0,0 0-13 15,0 0 0-15,0 0-5 0,0-2-2 0,0 2-11 16,0 0 4-16,0-1-5 0,0 1 1 0,0 1 4 16,-2-1-6-16,1-1 5 0,0 1-4 0,-1-1-4 15,-2 1 5-15,-3-1-4 0,-1 0 12 0,0 1-5 16,-2 1 1-16,0 1-4 0,-2 0-2 0,0 0 4 15,0 2 1-15,2 0 1 0,-2 3 2 0,3 0-9 16,-3 1 4-16,-1 2-4 0,-2-6 8 0,1 12-5 0,-1 5-1 16,0 1-1-16,2 3-3 0,-1 0 6 0,-2-1-5 15,3 2 4-15,2 1-8 0,1-1 1 0,5 1 2 16,-1-3-3-16,2 1-3 0,3-3 6 0,0-1-4 16,-10-3 6-16,6-3-4 0,1 0 11 0,3-3-5 0,1 0 5 15,0 0-5-15,1 0 4 0,1-2 2 0,1-2-1 16,0 0-2-16,1-1 6 0,8-2-8 0,-2 1 6 15,2-2-4-15,-1 0-9 0,1-1 8 0,-1 1-9 16,0 5 8-16,-1-1-11 0,0-2 6 0,0 0-7 16,0-2 5-16,-1-1-7 0,0 1-5 0,1-2 0 15,-1 0-9-15,1 0 4 0,0 0-3 0,0 0 1 0,-2-2-17 16,0 1-44-16,-1 0-14 0,3-1-10 0,-1-1-48 16,2 0-60-16,0-1-17 0</inkml:trace>
  <inkml:trace contextRef="#ctx0" brushRef="#br0" timeOffset="-186629.37">3869 5748 791 0,'0'0'21'0,"0"0"-4"0,0-1-1 0,0 0 1 15,1 0-10-15,0-2-1 0,0 1-10 0,-1 1 9 16,3-3-9-16,-1 0 7 0,-1 0 4 0,0 2-9 16,1-2 7-16,-2 3-2 0,0-1 13 0,0 1 4 15,1-2 2-15,-1 1 10 0,0-1 26 0,0 2-4 0,0 0 10 16,-1 0-11-16,-1 0-13 0,1 0-1 0,0-1-4 16,0 1-10-16,0 1-7 0,0 0 0 0,-1 1-2 15,1 1 8-15,0 0-8 0,-6 9 2 0,-1 7-4 16,1 0 1-16,0 2-9 0,1 0 4 0,-1 1-5 15,-2 1 3-15,2 1 2 0,0-1-3 0,0-1 2 16,1-1-12-16,2-1 5 0,-1 0-6 0,0-3 5 0,1 0-6 16,-1-2-5-16,0-2-2 0,2-2-6 0,0 1-40 15,2-4-163-15,0-4-38 0</inkml:trace>
  <inkml:trace contextRef="#ctx0" brushRef="#br0" timeOffset="-186029.15">4337 6297 100 0,'0'0'33'0,"0"0"-2"0,-1 0 26 15,-1 0-6-15,1 0 1 0,-1 0 2 0,-2 0 9 16,-1 0 5-16,-3 0-3 0,3 0-6 0,0 0 6 16,-1 0-2-16,0 0 3 0,-2 0-14 0,1 0-4 15,0 0-9-15,0 0 4 0,0 0-12 0,-2-1 4 16,5 1-1-16,1 0 1 0,2 0-10 0,-1 0-21 15,0 0 7-15,0 0-10 0,1 0 9 0,0 0 0 0,1 0 1 16,0 0 1-16,1 0 15 0,0 0 11 0,2 0 2 16,7 0 1-16,9 0 0 0,2 0-2 0,3 0-5 15,-1 0 2-15,0 0 0 0,-1 0-8 0,-1-1 0 16,1 1-3-16,2-1-2 0,0 1-12 0,-1-1 0 16,-1 0-6-16,0 1-5 0,-1 0 3 0,-1 0-2 0,-1 0 3 15,-3 0-1-15,-2 0-10 0,0 0 8 0,-4 0-8 16,-2 0 13-16,-1 0-14 0,-6 0 1 0,1 0-7 15,2 0 2-15,-2 0-11 0,1 0-8 0,-1 0-9 16,-1 0-102-16,0 0-17 0,1 0-13 0,-1 0 1 16,0 0-68-16</inkml:trace>
  <inkml:trace contextRef="#ctx0" brushRef="#br0" timeOffset="-185728.82">4379 6477 933 0,'-1'0'30'0,"0"0"-2"0,0 0 10 16,-1 0-1-16,1 0-8 0,0 0-26 0,0 0 0 16,0 0-4-16,0 2 2 0,-1-1-6 0,1 0 7 15,1 0-2-15,0 0 3 0,0 0-9 0,0 2 10 0,0-2-5 16,1 0 7-16,1 0 4 0,0 0 14 0,0 1 1 15,8 2 5-15,0 0 10 0,2-2 14 0,1-1 2 16,1-1 1-16,4-1-14 0,-1-1-10 0,2-1 0 16,2 0-4-16,2-1-11 0,-1 1 0 0,5-1-13 15,-2 2 9-15,2 0-15 0,-1-1-12 0,-4 2 7 16,-1 0-11-16,0 0-5 0,-1 1-78 0,1 0-42 0,3 0-36 16,-2-1-368-16</inkml:trace>
  <inkml:trace contextRef="#ctx0" brushRef="#br0" timeOffset="-184608.9">6005 5939 528 0,'0'0'44'15,"0"-1"-7"-15,0-1 36 0,0 1-3 0,0 0-32 0,0 0-14 16,2-1 5-16,-1-1-7 0,0 1 16 0,0-1 2 15,0 1-1-15,-1 1 1 0,3-4-7 0,-2 3-1 16,2-3-4-16,0 0 2 0,0 0-1 0,2-4 11 16,0 2 0-16,-2 0 2 0,2-1-10 0,-3 2-4 15,2-1-2-15,-2 1-1 0,-1-1-9 0,0 1 0 16,-1 2 3-16,0-2-3 0,0 2 7 0,0 1-1 16,0-1 2-16,0 2-2 0,-1-1-7 0,1 2-2 15,0 0-6-15,-9-6 3 0,-2 1-8 0,0 3 2 0,-5 0-1 16,0 3 0-16,-2 1-4 0,-1 3-1 15,-1 3 0-15,-1 1 1 0,-2 3 8 0,-2 2-7 0,0 0 10 16,-1-11-10-16,3 14 7 0,1 3-5 0,-3 0-5 16,4 2 3-16,0 3-4 0,2 2 3 0,1 0 1 15,3 2 0-15,1-1 1 0,3 1 1 0,1 1-1 0,2 0 1 16,0-1-3-16,4-1 4 0,0-2-6 0,2-3 5 16,-11-1-4-16,7-3 2 0,2-1 2 0,4-1-1 15,1-1 6-15,2-1-3 0,2 0 0 0,2-2 0 16,-6 0 6-16,13-3 2 0,4-1 7 0,0 1-3 15,0-4 13-15,5 3-12 0,0-5 5 0,3 1-7 16,3-2-9-16,-1-1 4 0,-1 0-10 0,-2 0 8 16,0 14-16-16,-3-8 5 0,-1-3-6 0,-1-1 4 0,0-3-8 15,-2 0 2-15,0 0 3 0,-3-1-2 0,1-2-6 16,0 1-19-16,-4-2-18 0,5 0-7 0,-2-1-125 0,-1 0-91 16,2-1-44-16</inkml:trace>
  <inkml:trace contextRef="#ctx0" brushRef="#br0" timeOffset="-184243.34">6394 6319 1320 0,'0'-2'73'0,"0"1"-99"0,-2 0 87 16,1-1-48-16,0-1-1 0,0 1-9 0,0 0 0 15,1-1-3-15,0 1-1 0,0 1 1 0,0 0-2 0,0-1 0 16,0 1-10-16,0 0 10 0,0 0-3 0,0 1 6 16,0 0 6-16,0 0-4 0,0 0 0 0,-2 1-2 15,1 0 4-15,0 0 5 0,0 2 4 0,1-2-3 16,-7 10-3-16,-3 3 8 0,1 2-5 0,-2 3 6 16,1 2-6-16,0 3 1 0,1 0 1 0,0 3 0 15,-1 2-8-15,1 0 3 0,2 0-4 0,0 1 4 16,0 0-2-16,1 0 1 0,1 0 3 0,3 0-2 0,-1-6 4 15,2-1-9-15,0-3 3 0,0-1-4 0,1-2 6 16,0 0-4-16,0-3-2 0,0-4-1 0,0 0-1 16,0-3-12-16,0-1 5 0,0-3-7 0,0 0 1 0,1-1-26 15,0 0 4-15,0 1-18 0,1-2-63 0,0 0-95 16,9-1-17-16</inkml:trace>
  <inkml:trace contextRef="#ctx0" brushRef="#br0" timeOffset="-183843.52">7018 6359 804 0,'0'-2'52'0,"0"1"103"16,0 0-147-16,0 0 2 0,0 0-10 0,1 0 7 15,0-1-13-15,0 1 9 0,1 0 0 0,-1 0 3 16,0 0-7-16,0-1 1 0,0 1-2 0,1 0 2 16,-1 1 2-16,0 0 11 0,-1 0 8 0,0 0 2 15,0 0 41-15,-1 0-2 0,0 0 6 0,-2 0-7 16,-6 0-1-16,-2 1-18 0,2 2-2 0,-1-1-6 16,2 2-15-16,1-1-9 0,1 1-3 0,4-3 0 0,-1 0-7 15,2-1 1-15,-2 5 1 0,0-2 0 0,2-1 3 16,1 0-3-16,0-1 11 0,0 0-6 0,-1 1 17 15,1 1 5-15,0-2 2 0,0 0 2 0,1 0 10 0,0 0-14 16,1-1 3-16,0 0-7 0,0 0-3 0,1 0-7 16,-1 0-6-16,-1 0 1 0,0 0-6 0,1 0 1 15,-1 0-2-15,0 0 1 0,0 0-12 0,0 0 2 16,0 0-9-16,1 0 4 0,-1 0-28 0,0 0-75 16,-1 0-30-16,0 0-26 0,0 0-204 0</inkml:trace>
  <inkml:trace contextRef="#ctx0" brushRef="#br0" timeOffset="-182909.58">8167 5350 636 0,'-1'-2'56'16,"-1"0"90"-16,2 0-52 0,-2-6-41 0,0-2 8 16,1 4-22-16,-1 2-23 0,1 0 6 0,1 3-3 15,0 0 5-15,0-1-4 0,-1 0-13 0,0 0 5 0,0-1-7 16,0 2 6-16,-1 0 12 0,1 0 0 15,0 1 5-15,0 0-2 0,0 1-2 0,-3 1 6 0,-6 9-1 16,1 13 17-16,-2 5-12 0,1 5-6 0,-3 6 0 16,-1 5-5-16,-1 6-12 0,1 5 4 0,-3 1-7 15,-2 0-4-15,-2 0 6 0,-1-3-3 0,2-2 5 16,0-2 5-16,3-6 2 0,3 1 3 0,4-7-2 16,2-3-8-16,2-2 0 0,0-7-9 0,2 1 6 0,0-4-15 15,0-3 7-15,2-3-2 0,-2-6 2 0,3 0-2 16,0-2-5-16,0-3 5 0,-1-2-5 0,2-3 0 15,-2 1-13-15,0 1-3 0,1-2-5 0,-1 0-31 0,1-1-75 16,0-1 0-16,1-4-30 0,1-23-61 0</inkml:trace>
  <inkml:trace contextRef="#ctx0" brushRef="#br0" timeOffset="-182392.05">8136 5251 1095 0,'0'-1'36'0,"0"-1"-5"0,1 1 25 0,1-1 1 16,0-2-7-16,12-4-13 0,8 5 17 0,4 0-9 15,1 2 11-15,-1-13-20 0,-1 8-14 0,1 5 2 16,-3 3-6-16,0 3-4 0,-2 2-11 0,-2 2 1 16,-3 2-4-16,-1-5 2 0,-2 10-1 0,-2 2 4 0,-2 1-4 15,-2 1 2-15,-1-1-1 0,0 2 3 0,-4-1-1 16,2-1 11-16,8-1-15 0,-5 1 2 0,-4 0-6 15,-2-2 5-15,-1 0 1 0,-2 3 1 0,-1-3 1 16,-3 1 3-16,0 0-5 0,-1 0 0 0,-1-2-2 16,-1 1-2-16,0-1 0 0,0-2-2 0,6 3 1 15,-11-1 6-15,1-2-1 0,-1 2 0 0,0-3-2 0,-3-1-7 16,0 0 5-16,-2-1 1 0,0-2 1 0,-1 1 6 16,0-5-4-16,1 3 1 0,1-4-3 0,0 0 2 15,3 0 2-15,-3-1 1 0,2-1-1 0,3 1-4 0,-2-1 6 16,3 0-4-16,3-1 5 0,1 2-3 0,5-2-3 15,-2 1 0-15,2-1 0 0,-1 1-1 0,4-1 2 16,-1 1-7-16,-1 1 5 0,0 0-7 0,1 1 7 16,0-1 8-16,1 2-4 0,1 1-3 0,1 0-1 15,4 1-3-15,1 0 3 0,5 1 7 0,6 2-3 16,-2 0 1-16,2 2-3 0,-1-1-6 0,0 2 1 16,-1 0 4-16,2 1-1 0,0 2 2 0,-2-2 7 15,-2-1-9-15,0 2 10 0,-1-2-1 0,0 1-4 0,0 3 5 16,-2-5-6-16,-1 3 5 0,0-6-6 15,-2 4-2-15,0-3-1 0,-1 1-3 0,0 3 6 0,-1-4-2 16,0-1 3-16,0 0-15 0,-1-2-6 0,-1 2-3 16,2-3-2-16,-1-3-21 0,1 1-172 0,1 0 23 0,0-1-81 15,1 0-98-15</inkml:trace>
  <inkml:trace contextRef="#ctx0" brushRef="#br0" timeOffset="-181959.54">8870 6187 1181 0,'0'-1'123'16,"-1"0"-128"-16,0-1 132 0,-1 1-61 0,1 0-39 0,0 0-15 16,0 0-2-16,0 1-5 0,0 0-8 0,-1 0 2 15,1 1 1-15,-1 1 0 0,-2 3 0 0,-5 13-4 16,1-1 5-16,-3 2-3 0,1-4 7 0,-1-1-2 15,3 0-6-15,2-2 3 0,0-1-2 0,2-3 5 16,0-1 0-16,0-1 0 0,2-1-3 0,0-2 23 16,-1 1 4-16,2-2 5 0,0 0 12 0,1 0-5 15,-1 0-8-15,1 0 3 0,0 1-14 0,1-1-1 16,1-1-5-16,4 2 2 0,6 0-3 0,3-1-10 16,0-2 8-16,-1 0-8 0,2-2 9 0,-2-1-10 0,-1-2 2 15,0 0-4-15,-3 0 11 0,1 0-7 0,0-2 3 16,-4 2-5-16,-2 1 6 0,-1-5 1 0,-2-2 2 0,1 1-2 15,-2-3-4-15,7 1-1 0,-2-1 1 0,-2 0-1 16,-3 3 6-16,-1-3-9 0,-1 2 1 0,-4-3-3 16,0 5-3-16,2 3-5 0,-2 0 2 0,1 3-3 15,-6 0-5-15,0 2 1 0,1-6-4 0,-2 1 3 16,1 2-10-16,-1 3-5 0,3 1-19 0,1 1 4 16,0 0-74-16,2 1-28 0,0 0-3 0,3-1-14 15,-4 7-59-15</inkml:trace>
  <inkml:trace contextRef="#ctx0" brushRef="#br0" timeOffset="-181658.38">9310 6128 1344 0,'0'0'12'0,"0"0"0"0,0 0 3 15,0 0-3-15,0 0-2 0,0 0-5 0,0 0-5 16,-1 1 0-16,-1 0-2 0,1 2 10 0,-2 4-6 0,-7 8 6 16,1-1-8-16,-2 4 0 0,9-4 8 0,-13 0-7 15,-3 0 7-15,-2-1 0 0,2 0 1 0,1 0 2 16,2 0-1-16,-1 0 8 0,-3 2 1 0,3 0 4 16,-2 1-4-16,-2 1-3 0,3 1-3 0,-4 1-8 15,3 0 5-15,3-1-5 0,0 2-4 0,4-1 1 0,0 0-2 16,2 1-7-16,3-3-5 0,1-1 5 0,4-2-7 15,0-1-6-15,-6-2-22 0,3-3-12 0,3-5-3 16,1 0-56-16,0-1-94 0,1 0-7 0</inkml:trace>
  <inkml:trace contextRef="#ctx0" brushRef="#br0" timeOffset="-181325.35">9337 6397 716 0,'0'0'124'0,"0"0"25"0,-1-1-18 16,-1 0-64-16,1 0-1 0,0 0-31 0,0-1-18 16,0 2 4-16,0 0-7 0,-2 0 11 0,-5 2-16 15,-3 1 6-15,0 2-10 0,-2 2 8 0,1 0-1 16,-1 2 2-16,1-6-1 0,1 6 10 0,-2 3-8 16,1-1 1-16,0 0-3 0,2 0 5 0,2 1-7 15,1 1 3-15,3-1-5 0,-3 0-3 0,0-4 1 16,2 1-4-16,1-1 3 0,3 3-5 0,-7 0 6 0,3 0-7 15,3-2 6-15,1 1-3 0,1-2 11 0,0 2 4 16,0-2 0-16,1 1 8 0,1-2 0 0,1-1 1 16,1 1-1-16,0 0-8 0,10-1 2 0,1-1 1 15,5-2-1-15,-2-2-8 0,-1 11-3 0,3-4-4 0,-1-2 1 16,1-2-7-16,-1-2-5 0,1-2-1 0,0-1-3 16,0-1-18-16,0-2-10 0,0-2-15 0,0-2-3 15,-2-3-96-15,3 8-73 0,1-17-33 0</inkml:trace>
  <inkml:trace contextRef="#ctx0" brushRef="#br0" timeOffset="-180172.1">9331 4662 654 0,'-1'-1'71'16,"0"-1"112"-16,-1 0-105 0,1 0-50 0,0-1 3 15,0 1-20-15,0 0-4 0,0-1 6 0,-1 2 1 16,1 0 2-16,0 0 8 0,0 0 1 0,0-1 1 0,0 1-1 16,-1 0 2-16,1 0 1 0,0-2 0 0,0 1 0 15,-2 0-5-15,0-1-5 0,-6-2-6 0,-2 0 1 16,-1 0-11-16,-2 0 6 0,-1 3 5 0,-3 1-2 16,-1 1 1-16,2 2-2 0,-4 4-2 0,2 0 2 15,-5 3 3-15,3 2-8 0,1 0 3 0,-1-10-5 16,2 15-8-16,1 2 10 0,1 1-5 0,1-1 7 0,2 1-16 15,3 0 11-15,-1 1-5 0,5-1 7 0,1 0-5 16,1-2 9-16,4 1-5 0,-8-4 8 0,2 1 6 16,3-2 4-16,3 1 10 0,1-1-7 0,2 0 12 15,3-1-15-15,1-1 3 0,1-1-6 0,0 0 2 0,9-1-15 16,1-2 2-16,4 0-5 0,3 1 8 0,-2-2-11 16,-1 1 5-16,-2-4-8 0,0 0 0 0,5 2 1 15,1-3-5-15,-1 4 5 0,-3-3-16 0,-4 7 4 16,2-3-6-16,1-4 5 0,-1-3-17 0,-1-2-96 15,-1-1 10-15,3-2-40 0,-2-1-18 0,-2 0-45 16,0-1-19-16</inkml:trace>
  <inkml:trace contextRef="#ctx0" brushRef="#br0" timeOffset="-179907.64">9687 4856 1003 0,'-1'0'46'16,"0"-1"-8"-16,0-1 18 0,0 1-4 0,1 0-12 16,0-1-32-16,0-1 1 0,0 2-1 0,0 0-1 15,0 0-11-15,0 0 7 0,0-1 3 0,0 1 3 16,0 0 15-16,0 1 4 0,0 0 1 0,-2 1 0 16,1 0-9-16,0 2 14 0,-4 5-2 0,-3 8 7 0,0 2 4 15,-2 4-2-15,2 1-3 0,0 2 1 0,0 0-19 16,0 0-10-16,-2 0-1 0,2 1-4 0,1-3-9 15,-1 2 4-15,2-2-9 0,1-3 6 0,2 0-13 0,-1-2-11 16,0-2-5-16,2-1-14 0,0-4-136 0,1-1-119 16</inkml:trace>
  <inkml:trace contextRef="#ctx0" brushRef="#br0" timeOffset="-178556.87">7854 6994 767 0,'0'0'43'0,"0"0"-10"0,-1 0 19 16,0 0 10-16,-1 0-21 0,1 0-31 0,0 0-4 15,1 0 3-15,0 0-1 0,0 1 4 0,0 0 14 16,0 1-11-16,0 2 15 0,0 6 12 0,-1 2 3 0,1 0 6 15,0 1-6-15,0 0-2 0,0 1 0 0,-1-1-5 16,0-1 2-16,-1 3-15 0,1 0 7 0,0 4-3 16,1-3 5-16,-1 0-4 0,0-5-5 0,1 0 3 15,0 0-5-15,0 0-2 0,0 0-12 0,0 1 4 16,0-3-6-16,0-1 2 0,0-2-3 0,0 0-4 0,0-1 3 16,0-2-5-16,0 1-3 0,0-1 4 0,0 0-1 15,1 0 9-15,-1-2-5 0,0 1-3 0,1 0-1 16,0 0-5-16,0 1 7 0,1-1-1 0,-1-1 4 15,0 0 0-15,1 1-4 0,1-2 4 0,-1 0-4 16,2 0 6-16,1-3-6 0,2 0-1 0,1-2-1 16,0 3 6-16,0-14-4 0,1 3-1 0,1 0-1 0,0-3-4 15,2 3 5-15,1-1-1 0,2 1 1 0,-1 0-2 16,6 1-4-16,0 1 7 0,2-4-6 0,1 5 4 16,-1-1-2-16,0 3-1 0,0 1 2 0,-1 1 7 15,4 1-7-15,0 3 2 0,-2-1-3 0,1 1 10 0,-4-9-5 16,0 4 0-16,-2 3-2 0,1 3-3 0,0 1 2 15,0 2-2-15,-2 1 2 0,1 0 3 0,1 3-1 16,-1 1 0-16,0 1-1 0,0 2 0 0,1-1 0 16,0 0 0-16,-3 0 0 0,2 0 1 0,-2-1-1 15,-1 1 0-15,3 1-3 0,-1 0-3 0,-6-3 8 16,5 2 2-16,-6-2 1 0,-2-1-1 0,4 2-5 16,-6-3 1-16,-2-3-3 0,5-1 5 0,-4 3-2 0,-1-2 4 15,2 1-3-15,-2-1 7 0,1 0-10 0,-3 0 2 16,0-1-4-16,1 0 9 0,-2-1-2 0,2 2-4 15,0-1 1-15,1 2-7 0,1-2 6 0,1-1 5 16,2 0-2-16,-2-1 0 0,2-2-5 0,1 0-1 16,-1 2-1-16,0-10 5 0,1-1 0 0,1 1 1 0,0 0 0 15,3-2-2-15,-2 1-1 0,2 1-1 0,1 0 3 16,0 2 3-16,1 2-6 0,1-2 1 0,-1 3-2 16,1-1 5-16,0 3-3 0,1 0 5 0,2 2-4 15,-1 1 4-15,3-12-3 0,-1 6-1 0,1 5 1 16,-1 4 0-16,0 1-2 0,0 3-3 0,1 2 1 15,3 2 3-15,2 0 3 0,-2 1 2 0,-3-3 0 16,3 1-5-16,-3 0 1 0,0-2-3 0,2 1 3 0,-1-2 0 16,-1 0-1-16,2 0 5 0,0-2-4 0,2 1-5 15,-1 0 8-15,1-1-3 0,-1-1 5 0,3-1-4 16,-3-1 0-16,3-1-1 0,-4 2 0 0,0-1 1 0,1 0 0 16,-4-1 3-16,1 1-3 0,-6-1 1 0,-1 0 3 15,-2 0-7-15,0 0 4 0,-2 0-1 0,1 0-5 16,0-1 4-16,-1 0-5 0,1 0-3 0,-2-2-75 15,3 1-43-15,1-2-23 0,1 0-242 0</inkml:trace>
  <inkml:trace contextRef="#ctx0" brushRef="#br0" timeOffset="-141709.05">8146 7932 256 0,'0'0'71'15,"0"0"-20"-15,-2-1 35 0,1 0 6 0,0-1-46 16,0 1-10-16,0 0-7 0,-2 0 3 0,1 0 1 16,1 0 22-16,0-2-25 0,-2 1 13 0,1-1-17 15,0 1 1-15,-1 1 2 0,2 0-7 0,0 0 7 16,0-1-8-16,0 1-14 0,-1 0 11 0,2 0-8 16,0 0 31-16,0 0 0 0,2-1-5 0,0 1 3 0,4-1-12 15,9-2-12-15,3 3-1 0,-1 1-4 0,1 2-5 16,-2 2-8-16,0 2 7 0,-3 0-6 0,2 4 11 0,-3-5-7 15,-4 12 2-15,-1 0-3 0,-1 1 5 0,-1 2 6 16,-2 0-8-16,0 3 8 0,9 0-10 0,-2 3 8 16,-7-3-3-16,-3 3 2 0,-1 0-4 0,-5 3-1 15,-2 3 6-15,-4-1-5 0,-2 1 7 0,0-6 1 16,8 0-5-16,-17-2 4 0,3-1-10 0,1-2 9 16,1-1-8-16,2-2 8 0,-2 0-5 0,1-4-6 15,2-1 8-15,4-4-8 0,-1-1 9 0,5-2-1 16,-1-2-1-16,2-2 1 0,2 0 13 0,-3 4-7 15,4-3 7-15,-2-1-6 0,1-1 15 0,1-1-7 0,-1 0-1 16,2 0-3-16,0 0-19 0,-1-1 3 0,2-1-8 16,-6-12 5-16,4-2-5 0,1 1 7 0,4 1 0 15,2 0 2-15,2 0-5 0,0 3-4 0,0 2 5 0,-1 0-4 16,-1 4 1-16,-1 1 6 0,4 2-7 0,-1-3 7 16,2 0-3-16,-2 3 2 0,1 0 0 0,1 2 0 15,0 0-2-15,-2 2-5 0,-5-2 5 0,6 10-4 16,-1 9 11-16,0-1-7 0,1 0 0 0,-2-2-3 15,-2-1 1-15,3-2 0 0,4 0 2 0,-2-5 0 16,1-1 7-16,2-1-7 0,-4-2 0 0,1-2-1 0,4-1-4 16,-2 6 3-16,2-1 1 0,1-3 1 0,-1-3 3 15,3-3-1-15,2-3-1 0,0-4 2 0,1 6-1 16,1-14-5-16,0-2 1 0,-2-2-3 0,2 2 6 16,-4 2-1-16,3-1 0 0,-2 1 0 0,-4-1 5 15,2 1-5-15,-1 0 1 0,-3-2-3 0,0 1 2 0,-2 0 5 16,-2 0 0-16,3 4 3 0,-6 0-4 0,1 5-1 15,-1 2-3-15,2 2 2 0,-3 3 1 0,2-2 6 16,-4 4 2-16,1-1-1 0,0-1-2 0,0 2-3 16,0 0-4-16,1 0 1 0,-1 0-2 0,0 1-1 15,-1 1 3-15,0 1-1 0,-4 20 0 0,-3 7-1 16,-1 2-2-16,0-2 2 0,1 0-6 0,1-3 5 16,0 0-1-16,3-2 2 0,1-1 6 0,1-3-6 15,1-3 0-15,0-1-2 0,3-2 6 0,0-2-5 0,1-2 6 16,-1-2-6-16,1-1 10 0,-1-1-2 0,-2-2 2 15,9-2-2-15,2 1 9 0,3 7-12 0,-2-4 6 16,4-1-8-16,-1-4 5 0,-1-1 3 0,-2-1-1 16,-5-2 1-16,6-4-9 0,0-1 6 0,-2 1-5 0,2-2 5 15,-3 6-5-15,-3-10 10 0,0-2-1 0,1 0 2 16,-5-2-11-16,2-2 11 0,-2-1-9 0,-3-1 10 16,2-1-11-16,-1-4 0 0,12 0 1 0,-5-4 0 15,-4 1-4-15,-5-1 2 0,-1 0 0 0,-3 6 1 16,-2-1 2-16,-1 6 1 0,-1 2 0 0,0 4-1 15,4 0-4-15,-12 3 2 0,-4 4-2 0,2 4 2 16,-2 1-5-16,1-10-10 0,3 7 3 0,-2 2-5 0,0 4 3 16,2 2-6-16,0 5-2 0,-1 1-1 0,2 0-5 15,3 7 1-15,3 2-2 0,4 2-1 0,3-6-18 16,-9 2-16-16,5-2 1 0,5-4-6 0,1-1 9 0,1-5-19 16,0-3 4-16,8 4-9 0,12 3-3 0,0-7-74 15,2-3-10-15,4-6-29 0,-3-3-104 0</inkml:trace>
  <inkml:trace contextRef="#ctx0" brushRef="#br0" timeOffset="-140808.03">9138 7911 778 0,'0'0'52'16,"-1"-1"79"-16,0-1-33 0,0 1-29 0,-1 0 10 15,1 0-20-15,0 0-23 0,0 0-22 0,0-1 0 16,0 1-5-16,-2 1 3 0,1 0-8 0,-1 0 1 15,1 0-1-15,0 1 7 0,-5 4-7 0,2-1 2 0,3 4-3 16,-2 6 4-16,1 1 0 0,1 3 2 0,-1 1 0 16,1 1 9-16,-2 1-9 0,-1 2 4 0,2 2-6 15,-2 4 0-15,0 3 3 0,0 0 1 0,-3 4 0 16,1 1-4-16,0 2 4 0,-1-1-11 0,-2 1 10 16,-2-2-11-16,1-1-3 0,-1-3 8 0,2-3-5 15,0-3 3-15,3-4 2 0,2-3-7 0,1-1 3 16,0-5-4-16,2-3-8 0,-5-2 1 0,2-1-5 0,3-3-19 15,2-4-18-15,-1 1 5 0,1 0-8 0,0-1 0 16,1-1-27-16,1-1 7 0,11-10-10 0,7-16 36 0,3 1-5 16,-1-1 10-16,4 1-10 0,-4-2 2 0,4 1 22 15,1-2 1-15,-1-2 11 0,1-1 13 0,-1-1 6 16,-1 3-5-16,-4-1 5 0,-1 4 0 0,-5 4 6 16,0-1 1-16,-2 8 5 0,-2-1 20 0,-4 4 2 15,0 5 11-15,-4-1-6 0,0 4 11 0,-1 3 6 16,-1 2-1-16,2-3 4 0,-1 1 11 0,-1 1-36 15,0-1 7-15,1 1-17 0,-2 1-4 0,0 1-3 16,-2 2 4-16,-2 4-2 0,-6 10 18 0,-9-1-7 0,-1 1-4 16,-1 1 1-16,-2 0 1 0,0 1 4 0,1-3-1 15,2 0 1-15,-1-1 7 0,2-3-2 0,3-1-1 16,2-3-4-16,5 1-20 0,5-4-3 0,-1 2-1 16,1 2-2-16,3-3-7 0,-5 2 1 0,2-1 0 15,1-1 0-15,1 2-3 0,1 0-3 0,1 2 6 0,1-2-4 16,2 0 4-16,2 0-5 0,-1 1 3 0,9-2-2 15,1 1 2-15,3-1 3 0,-1 0-8 0,4-1 7 16,2 0-1-16,0-2-10 0,4 0 2 0,-1-2-7 16,0 12-15-16,0-7-39 0,1-4-14 0,0-6-13 15,0-2-76-15,1-6 4 0,3-3-11 0,0 13 10 16,1-20 3-16,0-2 75 0,1 0 8 0,-2-3 23 16,0-2 49-16,-4-3 10 0,-4 0 6 0,-2-1-1 0,-2 0 7 15,0 1 0-15,-3 4-5 0,0 4 3 0,0 1-14 16,0 2 5-16,-2 3-2 0,-3 0 3 0,0 3 1 0,-5 4 38 15,1 1-4-15,-3 6 22 0,-2-1 59 0,1 2-7 16,0 0-4-16,0-1-10 0,-1 2-70 0,0 0 10 16,-1 1-3-16,0 0 6 0,-1 1 6 0,-2 1-9 15,0 10 0-15,-11 4-4 0,2 1-4 0,0 4-6 16,-1 1 3-16,2 0-2 0,-2 1 14 0,0-4 0 16,0 2 1-16,-1-1-1 0,1 2-6 0,-1-2-2 15,4-1-3-15,4 0 2 0,-1-1 2 0,5-3-3 16,-3-2 5-16,2 0-4 0,2-2-3 0,-6-2 3 15,1 2-7-15,3-3 5 0,2 1-16 0,1-2 6 0,0 0-2 16,0 0 1-16,0-1-19 0,0-1 9 0,0 0-2 16,0-2 7-16,0 2 1 0,0 0-6 0,0-2 0 15,0 1-3-15,0-1-6 0,0 1 8 0,0 1-3 16,-1-2 4-16,-1 1-15 0,0-2 3 0,-12-1-11 16,-2 10 8-16,-1-4-17 0,2-4-16 0,0-2-12 0,2-1-3 15,1-1-41-15,3-1 9 0,0-2-11 0,5 1 6 16,0-3-19-16,-8-12 18 0,7 0-16 0,3-4 3 15,2 1-106-15</inkml:trace>
  <inkml:trace contextRef="#ctx0" brushRef="#br0" timeOffset="-140440.89">9744 8005 695 0,'-1'0'127'0,"-1"0"257"0,1 0-337 16,0 0-17-16,0 0-7 0,0 0-2 0,-1 0-22 0,1 0 26 15,1 0 2-15,0 0 11 0,0 0 22 0,1 0-14 16,1 0 2-16,0 0-7 0,0 0-10 0,8-1-13 16,2 1-1-16,-2 0-4 0,3 1-9 0,-1 1-4 15,-2 2 0-15,1 0 1 0,-2 2 6 0,1 1-4 16,-1-2 0-16,-1 12-2 0,-1-2-1 0,-2 2-4 16,-1 5 3-16,10 1-2 0,-6 3 4 0,-3 2-4 15,-5 3 3-15,-1-2-4 0,-4 1 5 0,-2-2-1 0,-3-1-2 16,0-2 2-16,-1-3 11 0,1-2-1 0,0-1 4 15,3-5-4-15,-1 1 5 0,2-3-4 0,0 0 0 16,3-2-1-16,-1 1-2 0,3-2-10 0,1-1 7 16,1 0-8-16,3-3 6 0,0-1 13 0,19-2-13 15,0 11 12-15,5-7-16 0,1-6 2 0,1-5 5 0,4-2-3 16,0-3-1-16,3-2 3 0,-5 1-4 0,-1 0 3 16,-4-1-6-16,-1 0-1 0,-1 0-1 0,-6 3-2 15,0-2-15-15,-8 4-20 0,0 0-27 0,-4 5 0 16,-3-9-123-16,3 1-70 0,-1-2-67 0</inkml:trace>
  <inkml:trace contextRef="#ctx0" brushRef="#br0" timeOffset="-140038.39">7435 8020 2220 0,'0'0'3'0,"0"0"16"16,0 0-53-16,0 0 14 0,0 0-1 0,2 1 7 0,-1 2 5 15,6 7-31-15,0 10-5 0,7 3-17 0,1-1-105 16,-1 1-416-16</inkml:trace>
  <inkml:trace contextRef="#ctx0" brushRef="#br0" timeOffset="-134720.48">4264 8090 926 0,'-1'0'0'16,"0"0"2"-16,-5 0 33 0,-3 0-8 0,-1 0-1 16,4 1-12-16,0 0-7 0,1 0-9 0,3 0 6 0,1-1-6 15,1 1 5-15,-5 5 4 0,2 0-2 0,0 0 3 16,2-2 4-16,0 0 8 0,1-1 3 0,0-1 2 15,1 0 23-15,0 1-2 0,2-2-3 0,0 0-1 16,10 3-12-16,4-2-15 0,1-2 5 0,1-1-8 16,1-2-3-16,1 0 1 0,-1-1-8 0,-2 1 6 15,-3-1-8-15,-1 1-1 0,-2-1 5 0,0 2-5 16,-2 1 1-16,1 0-1 0,-2-1-9 0,1 2 6 16,-1 0-13-16,1-1-12 0,-2 1 0 0,1 0-10 0,-2 0-57 15,0 0-239-15</inkml:trace>
  <inkml:trace contextRef="#ctx0" brushRef="#br0" timeOffset="-134486.24">4227 8409 1033 0,'-1'0'35'0,"0"0"63"0,0-1-75 0,0 0-8 16,1 0 0-16,0 0-2 0,1-1 4 0,0 1 15 0,1 0-8 15,9-2 9-15,2-2-9 0,8 0 1 0,-2 2-3 16,3-1 1-16,2 2-8 0,-1 1-3 0,1-1 1 16,-1 2-3-16,-1-1-16 0,-1 1 3 0,-1 0-3 15,-1 0 2-15,-1 0-16 0,-2 0-20 0,-1 0-6 16,-2 0-7-16,-1 0-42 0,1 0-354 0</inkml:trace>
  <inkml:trace contextRef="#ctx0" brushRef="#br0" timeOffset="-133919.36">5167 7836 1212 0,'-1'-2'14'0,"0"1"0"0,-2 0 3 16,-6-6-2-16,4 3-2 0,2 2-8 0,0 1-8 16,1 0-4-16,0 0-2 0,0-1-9 0,1 1 12 15,0 0-6-15,1 0 9 0,1 0 3 0,0-1 0 16,2 1 0-16,5 0-1 0,7 0 2 0,1 1 0 0,0 0 8 16,-4 0-5-16,3 0 23 0,-1-1 8 0,-2 1-5 15,4 0 5-15,-1 1-13 0,-5 0-1 0,0 1 1 16,-5 1-1-16,-2-2 10 0,-1 0-5 0,-1 9 7 15,9 5-7-15,-4 0-5 0,-5 4-13 0,-4 0-1 16,-4 2-2-16,-3 0-5 0,9 1 0 0,-17 1-1 0,-2-1 2 16,-2 0 0-16,-3 2 1 0,0-3-4 0,1 0 3 15,0-1 5-15,2-1-5 0,1-1 3 0,2-3-4 16,2 2 0-16,1-2 4 0,2 0-6 0,0-2 5 16,1 1 2-16,3-2-10 0,0 0 9 0,3-1-10 15,0-1 10-15,2 0-4 0,1-3 0 0,2 1-1 16,0-3-6-16,-2 0 10 0,2-1-3 0,-1 0 5 0,2 0 3 15,0 1-2-15,1-2 3 0,0-1-2 0,0 0 6 16,1 0 1-16,2 0 3 0,2 2-3 0,10 3-2 16,1-1 11-16,3-3-8 0,1-1 10 0,2-1-10 15,0-1 6-15,3 0-6 0,2 0 5 0,-3-1-15 0,2 1-2 16,-4 0 3-16,-2 0-2 0,6 0 3 0,-3 0-2 16,1 0-2-16,-1 0-1 0,-6 0-5 0,0 0-5 15,0 0 3-15,-5 0-3 0,1 0 1 0,-3 0-19 16,0 0-4-16,-3 0-7 0,-1 0-33 0,-3 0-86 15,2-2 3-15,-2 1-34 0,1-1-29 0,2-12-61 16</inkml:trace>
  <inkml:trace contextRef="#ctx0" brushRef="#br0" timeOffset="-133302.95">5526 7823 1246 0,'0'-2'20'16,"0"1"-3"-16,0 0 27 0,0-1 1 0,0-4-1 15,0 0-16-15,1 2-17 0,0 2 7 0,0 0-8 16,2-1 4-16,1 0-6 0,7-3-7 0,-1 2 4 16,2 3-6-16,-1 1 6 0,-3 1-1 0,0 3 3 0,-2-1-9 15,0 2 0-15,0-1 4 0,-1 6-2 0,0 2 6 16,-1-3 3-16,1 2-9 0,-2 0 7 0,-2-2-6 15,4 3 9-15,-3-2-3 0,1 1 3 0,-1 1-1 16,8 1-5-16,-5 0 10 0,-1 1-8 0,-2 1 10 0,-2 1-14 16,-2 3 6-16,-3 0-8 0,-3 0 8 0,-3 1 0 15,0 1-4-15,-1 1 3 0,-2 4-7 0,2-2-1 16,0-1-3-16,3 1 1 0,1-2 2 0,-1 1 1 16,4-5 1-16,0-1 0 0,1-4-1 0,2-3 4 15,0 1-5-15,0-3 3 0,2-1-3 0,0 0 1 16,0-1 6-16,0-4-3 0,0 1 6 0,0-1-3 15,0-1 0-15,0 1 0 0,2 0 2 0,0 0 8 16,1 1-5-16,8 0 5 0,1-1-1 0,1-2-10 0,0-1 8 16,1-2-10-16,-5-2 4 0,3-2 3 0,-1 0-6 15,-3 3 6-15,1-6-8 0,-2 2 7 0,-2-4-4 16,-2-2 5-16,1 3-2 0,7-4-4 0,-6 2 5 16,-1-1-6-16,-3-1 4 0,-1-2 0 0,-2 2-2 15,-3 1 1-15,-2 0 2 0,-1-1-6 0,5 1 1 0,-12 1-2 16,-2-1 5-16,-1 1-6 0,3 0 5 0,-3 0-5 15,2 2 11-15,-1 0-3 0,2 2 1 0,-1 2-1 16,4 0 2-16,-3 2 5 0,1-1 3 0,3 3-1 16,-2-1-7-16,2 3-5 0,2-6-2 0,0 2 2 15,1 2 2-15,2 0-9 0,3 2 1 0,-1 1-5 0,2 0-2 16,0 0 3-16,-1 0-5 0,1 0 4 0,1 0-3 16,0 0-4-16,-1 1-1 0,1 0-1 0,1 1-11 15,0-1 3-15,1 0-4 0,1 0 1 0,-1 0-26 16,1-1-63-16,11 0 7 0,2 0-28 0,1-1-19 0,0 0-73 15,3-3-14-15</inkml:trace>
  <inkml:trace contextRef="#ctx0" brushRef="#br0" timeOffset="-133061.96">5869 8037 1620 0,'-1'0'17'0,"0"0"1"0,0-2 5 0,-1 1-11 15,1 0 1-15,0 0-19 0,0 1 1 0,0 0-3 0,-1 0 3 16,2 0-1-16,0 1-2 0,0 0 1 0,0 2-2 16,2 2-9-16,0 5-11 0,-1 0 4 0,0 0-10 15,-1-1-39-15,0-4-30 0,0-1-5 0,0-3-2 16,0 1 4-16,0 0-31 0,0 0-22 0,0-1-13 15,2-1-158-15</inkml:trace>
  <inkml:trace contextRef="#ctx0" brushRef="#br0" timeOffset="-132634.45">6224 7752 1284 0,'0'0'41'0,"0"0"-4"0,-1 0 37 16,0-1-9-16,0 1-1 0,-1 0-49 0,1 0-7 15,0 0-3-15,0 0 1 0,0 1-2 0,0-1 1 16,-9 5-8-16,-2 11 5 0,-3 3-2 0,2 2-2 16,-2 0 2-16,-2 1-4 0,-3-1 1 0,3 1 3 0,0 0-1 15,2 1 1-15,1-1 9 0,0-2-9 0,2-1 7 16,3-3-9-16,-1 0 3 0,4-2 0 0,2-3-1 15,1-2 1-15,1-1 9 0,-2-3 13 0,1-1 0 0,1 1 5 16,0-1 9-16,2-3-16 0,-1 1 4 0,1 0-8 16,0 1 0-16,1-1-6 0,1 1 0 0,1-1-2 15,10 5-6-15,0-2 5 0,2-2-6 0,-3 0 4 16,4-1-12-16,0-1 10 0,-4 0-1 0,2 0 4 16,-4 1-3-16,1-1-4 0,4 0 2 0,-2 0-2 15,-1 0-1-15,0-1 2 0,-8 0-1 0,0 0 2 16,-1 0 1-16,0 0-7 0,3 0 1 0,-3 0-3 15,2 0 6-15,-3 0-18 0,-1 0 3 0,3-1-10 0,-1-1-11 16,2-2-59-16,0 1 2 0,-4-4-24 0,2-5-36 16,1-2-27-16,1 1-9 0,2 0-7 0,0-1-62 15</inkml:trace>
  <inkml:trace contextRef="#ctx0" brushRef="#br0" timeOffset="-132351.23">6278 7830 402 0,'0'0'67'0,"0"-2"87"0,-1 1-48 0,0 0-8 16,0 0-6-16,0 0 0 0,-1 0-21 0,1-2-7 0,0 2 1 15,0 0-4-15,0 0-8 0,0 0-9 0,-1-1 0 16,1 1-2-16,0 0-1 0,0 0-6 0,-2 0-5 16,1 1 1-16,1 0-14 0,-7 2 2 0,1 2-3 15,-2 0 0-15,1 2-15 0,0 0 2 0,1 8-1 16,1 0 1-16,-1 0 1 0,3 0 3 0,3 2-5 0,-8 0 3 15,2 2-10-15,1 2 7 0,2 1 0 16,0 3 3-16,1 0 1 0,2 1-4 0,0 0 3 0,1 0-4 16,0 3 5-16,0-3 0 0,0 4 1 0,1-4-2 15,0 0-7-15,-1 0-2 0,3-2-2 0,-2 1 1 16,2-3-7-16,0-2-29 0,-1-1-19 0,2-3-13 16,-1-1-160-16</inkml:trace>
  <inkml:trace contextRef="#ctx0" brushRef="#br0" timeOffset="-131284.35">6613 7895 449 0,'0'0'93'0,"-1"0"17"0,0-1-24 0,0 0-46 16,0 0-5-16,0 0-18 0,-1 0-14 0,1-1 6 15,0 2-8-15,0 0 1 0,0 0 14 0,-1 0-4 16,1 2 8-16,0-1-6 0,0 1 1 0,0 0 1 16,-3 7 1-16,0 2 12 0,-1 4 25 0,1-1-5 0,1 2 10 15,-2 3-23-15,0 1-2 0,1 0-3 0,-1 2 2 16,-1 2-4-16,-1 3-12 0,0 6 4 0,-2 1-7 16,-2 4 1-16,0 0 0 0,-2-1-2 0,1-1 3 15,-1-2 8-15,1-2 0 0,0-3-1 0,1 0 1 16,2-3-8-16,2-4-1 0,0-1 0 0,2-2-2 15,2-1-15-15,0-4 3 0,2-1-2 0,0 0 3 16,1-5-7-16,0-2-5 0,0-2-1 0,0-2-1 0,0-1-2 16,1 1-17-16,0-1 5 0,1 0-9 0,-1-1-15 15,1-1-28-15,-1-1 3 0,6-22-10 0,0 0-10 16,-1 0-14-16,0-2-2 0,0-2-2 0,0 1 11 0,-1-5 2 16,0 1 21-16,-1-2-5 0,0-2 82 0,12 4 14 15,-8-1-7-15,-4 3 10 0,-4 4-1 0,0 3 8 16,-1 2 4-16,-1 3-3 0,1 1-10 0,-1 0-3 15,1 3-4-15,0 2 0 0,-1-2-9 0,2 2 25 16,0 1 4-16,0 0 11 0,0 1 31 0,0 2 7 16,0-2-2-16,0 4 3 0,0-1-13 0,0-1 3 15,0 2-6-15,2-1 4 0,-1 1-18 0,0 1-13 16,1-1 0-16,1 1-3 0,-1 1 2 0,-1-1 8 0,10 1 0 16,0 0 2-16,1 1 3 0,4 0 5 0,0-9-4 15,2 3 1-15,0 3-32 0,0 3-3 0,0 2-6 16,-2 1 4-16,2 3-10 0,-4 0 5 0,-2 2-4 15,-4-1 5-15,4 3-4 0,-4-2 0 0,2-4 2 16,-4 7-2-16,-2-2 9 0,-2-1-5 0,1-3 5 0,0 2-5 16,-2-3 8-16,2 3-3 0,-2 0-2 0,-1 0-1 15,-1 2-1-15,-2-1-1 0,-1 1 0 0,1 2-1 16,-12-4-5-16,2 5-4 0,-2-3 3 0,-1 0-3 16,4 1 5-16,0-2-1 0,1 1 0 0,2-1-1 15,1-1-12-15,0 1 2 0,0 0-5 0,4-2 5 16,-2 3-9-16,3 0-5 0,0 3-19 0,2 0 5 0,-6 0-60 15,3-4 11-15,2-2-4 0,2-1 2 16,-2-1-26-16,2-1 5 0,2 0-10 0,-1-1-4 0,22-7-117 16</inkml:trace>
  <inkml:trace contextRef="#ctx0" brushRef="#br0" timeOffset="-130850.31">7056 7749 812 0,'0'-2'85'0,"-2"1"152"0,1 0-149 0,0-1-26 16,0-1-2-16,0 2-11 0,0 0-25 0,-1 0-11 0,0 0 9 15,0-1-8-15,0 2 6 0,-5 0-14 0,0 3 2 16,0 0-5-16,0 2 8 0,0 0-4 0,-1 9-4 16,0-1 2-16,-1 3-3 0,2 1-2 0,-1-3 4 15,1 1-4-15,0-1 9 0,0 1-6 0,0 1 3 16,0 0-4-16,1 1 5 0,0-1 3 0,0 1-4 15,2 0 4-15,-1 2-7 0,1 0 3 0,1 1-2 0,2 2 1 16,-12-1-5-16,4 3 1 0,5 1 3 0,1-1-1 16,3 2 3-16,0 4-4 0,2-6-1 0,0 4 0 15,0 1-4-15,1-2 2 0,-1 0-2 0,-1 0 3 16,0 1 9-16,-1 0-11 0,0 0 5 0,-1 0-7 16,-1-3 10-16,-1-2-7 0,1-3 9 0,0-1-8 15,-1-2 6-15,1-4 7 0,0-1-4 0,1-3 8 0,-2 0 16 16,1-2-6-16,-1 1-1 0,2-2-2 0,-1 0-6 15,-2 1-9-15,1-2 6 0,-2-3-8 0,-4 4-3 16,-3-4 0-16,0 1 0 0,-1-1 1 0,3 0 3 0,-2 6-10 16,3-3 0-16,3-3-3 0,-1 1 9 0,1-2-10 15,2-1 2-15,1 0-8 0,-2 0-11 0,3-1-16 16,-1-1-2-16,3 1-6 0,-7-14-36 0,3-6-41 16,4-2-17-16,2 0-5 0,5-2-50 0,4 1-74 15</inkml:trace>
  <inkml:trace contextRef="#ctx0" brushRef="#br0" timeOffset="-130633.35">6737 8291 1111 0,'0'0'46'0,"0"0"-3"0,0 0 13 0,0 0-4 0,0 0-11 15,0 0-22-15,0 0 5 0,0 0 1 0,1 0 2 16,1 0 7-16,8 0 5 0,7 0-5 0,-1 0 5 15,4 0-12-15,0 0-9 0,-1 0-3 0,-1 0-4 16,1 0-13-16,-1 0-10 0,-1 0-8 0,1-2-2 16,-3 0-31-16,1-1-106 0,-1-3-13 0,1-3-43 15,1 1-138-15</inkml:trace>
  <inkml:trace contextRef="#ctx0" brushRef="#br0" timeOffset="-129664.52">4612 9509 789 0,'0'0'32'0,"-1"0"16"16,0 0 37-16,-1 0-54 0,1 0 1 0,0 0-18 0,1 0 6 15,0 0 8-15,0 0 7 0,1 0-3 0,0 0 4 16,2 0-2-16,7 0-1 0,8 0 1 0,2 0-8 16,1-1 5-16,0-2-1 0,1 1 2 0,-2 0-6 0,2-2-17 15,3 1 4-15,-3-1-8 0,0 2 5 0,-2-1-15 16,-1 0 2-16,-4 0-9 0,1 1-24 0,-2 0-25 15,-5 1-66-15,-1-1 5 0,-3 1-311 0</inkml:trace>
  <inkml:trace contextRef="#ctx0" brushRef="#br0" timeOffset="-129498.65">4634 9684 777 0,'0'0'43'16,"0"1"102"-16,2 0-113 0,-1 1 57 0,0-1-1 15,1 0 17-15,11 4-6 0,8 2-17 0,3 0-2 16,-1 0-7-16,1-2-25 0,5-2-15 0,4-2-4 0,2-1-3 16,3-1-12-16,1-2-14 0,2-2-4 0,1-2-6 15,3-3-27-15,2-4-95 0,5-1-128 0</inkml:trace>
  <inkml:trace contextRef="#ctx0" brushRef="#br0" timeOffset="-117957.31">5918 9276 189 0,'0'0'0'0,"0"-1"7"0,-1 0 72 0,0 0-30 16,1-1-3-16,0 1-35 0,0 0-9 0,0 0 1 15,-1 0 1-15,1-1-1 0,0 1-3 0,0 0 8 16,-1 0-2-16,1 0 3 0,-1 0-3 0,-1-1 29 15,1 1 2-15,0 0 10 0,0 0 10 0,0 0-2 16,0 0-6-16,-1-1 1 0,1 1-13 0,-1 0-5 16,-1 0 3-16,1 0-6 0,0-1-5 0,-1 1 2 0,1 0-8 15,0 0 5-15,-1 0-7 0,2 0-10 0,0-1 0 16,0 1-5-16,0 0-8 0,-1 0 12 0,1 0 2 16,1 0 4-16,0-1-7 0,0 2 17 0,1 0-7 15,1 0 12-15,0 0 5 0,10 0-7 0,3 0 7 0,4 2-8 16,0-2-1-16,-2 0-11 0,1 0-1 0,-3 0-4 15,2 1-3-15,-3 0-3 0,-2 1 4 0,2 1-3 16,-3-2 5-16,-4 0-5 0,2 0 5 0,-2 0-4 16,-5-1 5-16,2 1-3 0,-2-1-2 0,0 2 2 15,1-1-1-15,-1 0 9 0,0 0-2 0,0 0 5 16,-1 1 1-16,0-1-5 0,0 0 0 0,-1 0-2 16,0 0-9-16,-1 0 1 0,0 1 0 0,0-2 1 0,-9 4-2 15,-2 0 2-15,2-2-2 0,-1 1 3 0,-1-1 4 16,2-1-4-16,-1 0 1 0,-2 0-2 0,3 1-2 0,-2-1-1 15,0-1 3-15,2 1-2 0,-2 0-4 0,1 0 12 16,1 0-8-16,-3 1 9 0,0-1-12 0,-1 1 5 16,0 0 2-16,0 2 1 0,-1 1 0 0,0-1 1 15,-1 2-5-15,0 1 3 0,-4 2-7 0,3-2 3 16,-2 1 1-16,0 1 2 0,-1 2 5 0,4-2-4 16,0-8 0-16,-1 11-1 0,3 2-1 0,0-1-2 15,1-1 4-15,3 0-3 0,1-2 6 0,1 1-2 16,1-2 0-16,2-2 1 0,1 2 6 0,-2-2-11 0,3-1 11 15,-1 1-11-15,2-1 9 0,0-1-7 0,0 1 0 16,1-1-1-16,1 0-1 0,0-1-1 0,0 0-4 16,0-1 3-16,0 0 5 0,0-1-4 0,1 2 4 15,-1-3-5-15,0 0-4 0,0 0 8 0,0 0-4 16,4 2 4-16,5 4 0 0,0-3-3 0,0 1 10 0,0-1-8 16,-1-2 10-16,3 2-10 0,1-2-2 0,3 1-1 15,2 0 6-15,-3-1 7 0,1 1 0 0,-1-1 0 16,5 1-9-16,1 1 5 0,1-1-5 0,-1 2 4 15,0 1-7-15,-2 1 3 0,-4 0-3 0,0 1 0 16,-1 2-5-16,-2-3 9 0,-1 9-3 0,0 1 4 16,-4-1-5-16,1 1-4 0,-3-1 7 0,0-1-4 15,-1 0 6-15,-2-4-3 0,9 3 2 0,-5-3-2 0,-2 0 3 16,-2-2 6-16,-1-1-7 0,0 3 6 0,-2-1-4 16,-3 3-3-16,-2-1 6 0,5-2-5 0,-13 0 2 0,-2-2 6 15,-1 1 0-15,-3 0 3 0,-1-1 14 0,-2-1-15 16,0 0 6-16,3-1-9 0,-1-1 2 0,1 0-5 15,2-2 3-15,2-2-4 0,0 2-1 0,0 8 1 16,1-4-6-16,0-2 5 0,3-2-6 0,2-2-2 16,1 0 5-16,-1-1-3 0,3 0 1 0,0 0-5 15,1 0-1-15,1 0 0 0,1 0 4 0,2 0 1 16,0 0-7-16,1 0 4 0,1 0-9 0,0 0-17 16,-2 0 6-16,1 0-13 0,-1 0-13 0,2 0-95 15,0-1 1-15,0 0-41 0,1-1-80 0</inkml:trace>
  <inkml:trace contextRef="#ctx0" brushRef="#br0" timeOffset="-117556.39">5837 9395 1063 0,'-1'0'6'0,"0"-1"2"15,-1-1 1-15,-11-3-2 0,6 2 0 0,4 3-4 0,1 0-14 16,0-1-4-16,-1 0-2 0,1 1 4 0,-1 0 5 16,1 0 6-16,0 1-3 0,-1 0 3 0,1 0 4 15,0 2-1-15,-1-1 4 0,2 0-1 0,0 1 1 16,0-2 6-16,0 0 1 0,1 0 34 0,0 1 16 15,1-1 2-15,0 0 6 0,1-1 5 0,17 3-9 16,1-1-3-16,0-2-4 0,4-3-26 0,0 1-8 16,2-2-6-16,1 1 0 0,0-1-10 0,-2 1-3 15,2 0 1-15,-2 2-3 0,-3 0-6 0,-2 0 3 16,-2 0-1-16,-2 1 4 0,0 0 4 0,-2 0-7 0,-5 0 1 16,-2 0-4-16,-5 0 0 0,0 0 4 0,0 0-3 15,0 0 2-15,1 0-3 0,-2 0-14 0,1 0 5 16,1 1-10-16,-1 0 0 0,0 0-27 0,-1-1-45 15,5 1 1-15,-2 1-174 0</inkml:trace>
  <inkml:trace contextRef="#ctx0" brushRef="#br0" timeOffset="-116954.87">6673 9330 947 0,'-1'-1'136'0,"0"0"272"0,-7-2-374 0,0 1-12 15,-1 0-10-15,2-1 3 0,0 2-16 0,-2 1-4 16,3 0 5-16,-1 3-2 0,-3 1 6 0,0 3-7 16,-2 2-3-16,0-5-1 0,-1 8 4 0,-1 0 2 15,0-2 3-15,-2 1-1 0,-1 2 2 0,1-4 5 16,-3 3-3-16,1 0 6 0,0-2 18 0,-1 1 11 15,-2 1 0-15,1-1 1 0,3 1-19 0,-1 1-3 16,2 0-7-16,1 0 4 0,2 1-7 0,0-1-8 0,3 1 7 16,2 1-8-16,0 3 0 0,3-1 2 0,3 0-2 15,-2 1 2-15,2-1-4 0,-1 2 3 0,-10 4-1 16,6-2 3-16,3 0 0 0,2 1-4 0,0-1 1 16,1 2-2-16,1-2-1 0,0 0-2 0,1-3 1 0,1-3 0 15,0 0 0-15,0-2 4 0,3 0-3 0,1-1 3 16,0-3 6-16,-4 1 0 0,11-4 5 0,0 0-4 15,0-1 5-15,2-1 0 0,1-2-2 0,0 1 2 16,0-2-3-16,-1 8-3 0,-1-2 3 0,-4-3-4 16,2-2 5-16,-3-1 17 0,2-1-6 0,0 0 10 15,-2 0-7-15,-3 0 9 0,0-1-1 0,-3 1 2 16,1-1-12-16,-2 0-1 0,1 0-1 0,-1 0 0 0,0-2-6 16,1 1-8-16,-2-2-2 0,1-3-1 0,-1-1 0 15,-1 1 3-15,-1 0-4 0,-2-1 4 0,-3-1-6 16,1 1-1-16,-9 0 2 0,-1 2-2 0,-3-1-1 0,0 0 2 15,1 0 1-15,-2 1 2 0,-1-1-1 0,1 3-2 16,1 1-4-16,3-1 2 0,2-5-3 0,4 4-14 16,-2 2 11-16,3 2-13 0,0-1 1 0,0 2 1 15,0 0-4-15,5 0 5 0,1 0-10 0,-1 2-16 16,1-1-21-16,0 1 0 0,0 0-89 0,-1 6 26 16,2-3-15-16,1 1 17 0,0-3-36 0,0-2 1 15,21 11-24-15,4-8 11 0,5-4-55 0</inkml:trace>
  <inkml:trace contextRef="#ctx0" brushRef="#br0" timeOffset="-116454.78">6764 9630 180 0,'1'0'71'0,"0"0"-5"0,0 0 66 0,1 0-3 0,-1 0 0 16,0 0-14-16,0 0-23 0,0-1 0 0,-1 0-9 15,0-1-15-15,0 1-13 0,0 0 2 0,0 0-6 16,-1 0 4-16,0 0-3 0,0-1-5 0,0 1 1 15,-1 0-23-15,0 0 6 0,0 0-5 0,-1 0 4 16,1-1-16-16,0 1 3 0,1 1-2 0,-5-3 2 16,1 0-5-16,3 2 7 0,-3 0-6 0,1 1 5 0,0 0-18 15,-2 0 2-15,1 0 1 0,-2 2 3 0,-2 3 3 16,0 1 0-16,1 0-6 0,1 9 4 0,5 2-6 16,-3 0-1-16,2 0 4 0,0 0-4 0,1-3 3 0,-8 0-1 15,3 3-2-15,4-3 2 0,2 3 8 0,1-3-14 16,0-1 6-16,1-1-8 0,1 3 15 0,3-1-9 15,0-1 5-15,0 0-6 0,3-2 6 0,-3-1-5 16,2 0 2-16,-1-1-2 0,-1-1-4 0,7-1 13 16,1-1-2-16,1-2 6 0,-4 0-7 0,5-2 3 15,-4-1 0-15,3 9 3 0,1-3 5 0,-1-2-2 16,1-3-4-16,-1-1 2 0,0-1 0 0,-1-1-1 16,0-1 3-16,0-2-2 0,0-1 8 0,-1 0-5 0,-1-1 4 15,0 0-6-15,0-1-3 0,-3 1 2 0,0-1-4 16,-1-6 4-16,-1-1-2 0,-3 1-5 0,1-1 2 15,-3 0-2-15,10-2 13 0,-5 2-8 0,-3-1 3 16,-3-2-5-16,0 1-2 0,-3-5 7 0,-3 3-9 0,-1-2 7 16,-2 0-9-16,-1 0-1 0,-1 1 2 15,1 3-4-15,6-1-3 0,-11 5-1 0,-2-1 1 0,2 2-1 16,-1 3-4-16,-2 2-4 0,3 1-1 0,-5 4-1 16,0 0-2-16,0-11-13 0,2 6 1 0,3 4-6 15,2 2-13-15,4 1-85 0,3 0 1 0,1 2-35 16,-1 0-52-16,4-1-116 0</inkml:trace>
  <inkml:trace contextRef="#ctx0" brushRef="#br0" timeOffset="-115921.43">7355 9556 675 0,'0'0'63'16,"0"-1"-7"-16,-1 0 53 0,0-1-3 0,0 1-7 16,0-1-40-16,1 1-5 0,-5-5-5 0,3 2 1 15,-2 0-15-15,3 1-12 0,1 2 0 0,0 0-3 16,0 0-2-16,-2-2-8 0,-1 1-5 0,1 0 0 16,0-1 1-16,0 2-7 0,1 0 6 0,0 0-7 15,0 0 2-15,0 1 6 0,1 0 0 0,0 0 4 0,1 1 7 16,0 0-2-16,0 1 4 0,5 8-3 0,-2 3 3 15,7 0-13-15,1 3 7 0,1 0-7 0,-1 3 14 16,0-1-7-16,-2 0-4 0,2 2 0 0,0-3-9 0,-2 0 8 16,2 0 7-16,-3-1-2 0,2-1 0 0,-2 0 2 15,1-2-3-15,-1-2 5 0,2-2 3 0,-4-2-8 16,0-2-4-16,2 0-1 0,-2 0-9 0,0-2 1 16,-1 1 2-16,-2-1-1 0,4-1 0 0,-2 2 6 15,-1-3-7-15,-1 0 4 0,0 1-21 0,-2 0 3 16,3 1-6-16,-2-1 4 0,2 1-17 0,0-1-9 15,-3-1-46-15,2-1 11 0,-3 0-157 0,2 0-30 16,2-1-3-16</inkml:trace>
  <inkml:trace contextRef="#ctx0" brushRef="#br0" timeOffset="-115604.49">7655 9546 943 0,'0'0'98'0,"-1"-1"-75"0,0 0 112 0,0 0-42 16,-2 0-21-16,1 0-29 0,0-1-2 0,-1 1-9 15,1 0-8-15,1 1-13 0,-4-2 1 0,3 1-5 0,-1-1-6 16,-2 0 0-16,1 1-3 0,-5 0 1 0,-3 1-6 16,1 2 13-16,-4 3-6 0,2 1 8 0,-1 3-8 15,-3-5 3-15,1 11 4 0,-2 1-2 0,2 2 6 16,-2 0 0-16,-1 0 6 0,-1 4 0 0,-1-2 35 0,1 1-16 15,0-1 3-15,-1-3-9 0,3 1-12 0,2-2-9 16,3 2-1-16,5-3-3 0,-2-2-5 0,2-1 0 16,1 1-5-16,0-4 3 0,4 1-10 0,0-1-8 15,-3-2 5-15,3-1-6 0,0-1-8 0,2-2-4 16,1 0-12-16,0-2 2 0,0 0-54 0,1 1-154 16,1 0-44-16</inkml:trace>
  <inkml:trace contextRef="#ctx0" brushRef="#br0" timeOffset="-113919.45">7486 9670 86 0,'0'0'50'0,"0"0"1"0,0-1 27 0,0 0-15 15,0-2 4-15,0 1 1 0,0-6-8 0,0-2 2 16,0-1-8-16,0 0-17 0,0 0-9 0,0 1 3 16,0 0-3-16,0 1 11 0,0 1 5 0,-1-1 0 15,0 4 0-15,-1-2-6 0,1 2-3 0,0 0-1 0,0 2-1 16,0 0-13-16,0 1 0 0,1 1-1 0,0 0 2 16,0-1 10-16,-3 0 2 0,2 0-3 0,0-1 3 15,0 1-9-15,-1 1 6 0,1 0-2 0,0-1 1 16,0 1-5-16,0 0-14 0,0 0 5 0,-1 0-8 15,1 0 7-15,0 1-6 0,0 0 2 0,0 1-3 16,0 0 2-16,-3 5-9 0,-7 11 4 0,1 3-5 0,0 2 8 16,-1 3-5-16,0 3-1 0,-2 2-1 0,-1 1-4 15,-1 2 7-15,-2 0-5 0,14 1 4 0,-16 1-7 16,-1-3 7-16,2-3 5 0,3-5 0 0,0-4-4 0,4-3 7 16,1-3-6-16,5 0 7 0,-2-1 2 0,1 0-3 15,1-2 5-15,3-2-5 0,-2 0-5 0,3-4-3 16,0 0-2-16,-3-3 0 0,3 1-3 0,0-1 3 15,1-1 0-15,-2 2 0 0,-1-1-5 0,1 0 15 16,0 0 1-16,1-1 7 0,-1 0 6 0,1 0 2 16,1-1-4-16,0-1 2 0,0 0-3 0,3-8-6 15,2-8 0-15,2-2-4 0,2 0-11 0,1-2 3 16,2-1-2-16,0-3 5 0,-2 0 5 0,2-2-6 0,-1-2-1 16,-1 1-2-16,1-1 4 0,0 1-6 0,-2 1 5 15,0 0-6-15,1 1-2 0,0 2 8 0,1 2-7 16,1 1 7-16,-10 2-5 0,11 2 3 0,1-1 0 15,0 3 1-15,1 2-4 0,1 0 0 0,0 2 3 16,-1 1-2-16,1 2 1 0,0 1 6 0,1 2 0 0,-3 1 3 16,2 2-6-16,0 1 7 0,0-10-9 0,2 4 8 15,0 4-12-15,-6 3 0 0,-2 1-2 0,-7 0 2 16,-2-1-3-16,5 5 5 0,-2 3 3 0,-1 7 0 16,-2 3-1-16,10-1 7 0,-4 3-3 0,-3 3 3 15,-3 0-10-15,-1 2 6 0,-3-1-3 0,-1 0 5 16,-1 1-7-16,0-5 5 0,2 1-5 0,-1-3 4 0,1-1-6 15,-1 2 4-15,1-2-1 0,-1-3 3 0,1-1-4 16,-1 0 9-16,1-2-2 0,-1 0 2 0,-1 1-10 16,1-3 7-16,-1 3-4 0,0-2 5 0,1 0-7 0,-1 0 5 15,0 0-5-15,0-1 4 0,1-1-6 0,0 0 1 16,1-3 0-16,0 0 1 0,1 0-2 0,1-3-1 16,0 1 2-16,-1-1-3 0,1 0-5 0,0 1 2 15,0-1-1-15,0 0-1 0,0-1-14 0,-1 1-14 16,1-1-5-16,0 0-10 0,0 0-93 0,1-1-70 15,0 0-22-15,0-1-19 0,1-1-143 0</inkml:trace>
  <inkml:trace contextRef="#ctx0" brushRef="#br0" timeOffset="-113252.68">7466 9516 1189 0,'0'0'3'16,"-1"-1"0"-16,0 0 6 0,-1-1-6 0,1 1 3 15,0 0-16-15,0 0-7 0,0 0 2 0,0 0-2 0,-1-1 11 16,1 2-4-16,0 0 8 0,0 0-7 0,0 2 12 15,-1 0-3-15,0 4 3 0,-4 10-2 0,0-1 12 0,-1 5 15 16,-1 2-8-16,-1-1 10 0,-3 2-3 0,0 3-4 16,0 1 5-16,-1 1-6 0,-1 5 1 0,0-1-15 15,-1 0 5-15,10 0-7 0,-16-2 16 0,1-3-1 16,0-1 3-16,5-6-1 0,-2-2 13 0,4-4-10 16,4-2 3-16,4-3-9 0,3-2-14 0,0 1 0 15,-3-3-7-15,3 0 3 0,-2-2-8 0,3 0-8 16,0-1 5-16,1-1-6 0,0 0 13 0,-1 2 5 15,1-1 0-15,0-1 3 0,0 0 3 0,1-1 0 16,1 0 5-16,3-2-5 0,11-7-3 0,2 6 0 0,-2-13 2 16,-2-3 0-16,1-1 6 0,-3-4 1 0,3 0-1 15,-1-6 3-15,-1 0 6 0,1 0 0 0,0 0-2 16,0 0 1-16,1 2-8 0,-2 2-6 0,1-1-2 0,2 3-2 16,-1 0-4-16,0 3 3 0,2 1 5 0,-2 3-1 15,0 3-7-15,0 1 4 0,1 4-7 0,-1 1 6 16,-2 1-4-16,-1 3 1 0,-1 2 3 0,0 1 0 15,6-10 1-15,-7 6-4 0,-2 3-2 0,-3 2 1 16,-1 0 1-16,0 0 2 0,-3 0-1 0,2 1 2 16,-1 2 6-16,3 4-4 0,3 7 8 0,-2 1-7 15,-1 1 6-15,-3 2-3 0,-2 0-3 0,-1 3 2 0,0 1-4 16,-3 6 9-16,1-2-6 0,-2-1 6 0,0 0-15 16,1-6 6-16,-2 2-5 0,1-1 3 0,0 1-4 15,1-1 1-15,0-2 3 0,2-2-1 0,-1-2 9 0,1 1-10 16,1-2 3-16,0 0-4 0,-1 0 3 0,1-2-4 15,1-2 2-15,0 1-3 0,0-2 3 0,0-1-1 16,0 0-1-16,0-1-1 0,0 0 3 0,0-2-13 16,0 1 1-16,0 0-7 0,0-3-13 0,1 2-54 15,-1-3-2-15,3 1-21 0,4 3-46 0,5 1-77 16,3-3-39-16</inkml:trace>
  <inkml:trace contextRef="#ctx0" brushRef="#br0" timeOffset="-112751.35">8570 9425 1542 0,'0'-1'34'15,"-1"0"-1"-15,0 0 12 0,0-2-4 0,-1 1-7 16,1 0-18-16,1 1-9 0,-2-3-7 0,-5 3 1 15,0-5-12-15,-4 0 0 0,-2 3 0 0,-2 1 0 16,-6 4 10-16,0 1 2 0,-2 4 10 0,-3 3-5 0,1 0 11 16,-1 3-3-16,-4 1 1 0,2 0 1 0,0 0 14 15,2-1-21-15,5 0 9 0,1-9-12 0,3 11 0 0,0-2-3 16,3 1 0-16,1-1 1 0,0 1 4 16,5-1 0-16,-1-1-8 0,3-1 6 0,4-2-5 0,-5 2-6 15,1 0 4-15,3-1-6 0,0 3 5 0,3-4-6 16,0 4 2-16,4 0-2 0,2-3 13 0,-5 2-5 15,15-2 1-15,2 0-2 0,2 2 1 0,1 2 1 16,1 0 2-16,0 0-1 0,-5-1 7 0,0-3-7 16,-3 0 4-16,-5 0-6 0,1-1 5 0,-2 2-5 15,-1-2 5-15,-1 0-4 0,-4 1 5 0,0-3 3 16,4 1-1-16,-2-2 4 0,-1 1 15 0,-1 0-1 0,-2 0-1 16,-2 1-2-16,-1 1-6 0,-2-2 9 0,-10 1 1 15,-10-2 2-15,-2 0 2 0,0-2 11 0,0 1 1 16,1 0 2-16,0 0 5 0,0-3-23 0,4 1 1 15,0-1-9-15,2 0-6 0,2 10-4 0,1-4-2 0,2-3-1 16,1-3-7-16,1 0 1 0,2 0-1 0,1-1 1 16,1-1-10-16,1 0-15 0,-1 0-7 0,2 0-9 15,-1 0-85-15,0 0-115 0,2-1-54 0</inkml:trace>
  <inkml:trace contextRef="#ctx0" brushRef="#br0" timeOffset="-111717.73">5582 10267 462 0,'0'0'-8'0,"0"0"1"0,-1-1 0 0,0 1-3 15,0 0 6-15,-1-1-4 0,1 0 5 0,-1 1 3 16,0 0-1-16,-1 0 4 0,-4 0 8 0,-1 0 13 0,1 1 1 16,0 0 78-16,1-1 7 0,-1 0-7 0,1 0 3 15,0 0-23-15,0 0-6 0,2 0 4 0,-1 0-8 16,0 0-12-16,2 0-13 0,1 0-7 0,1 0-3 16,-1 0-25-16,0 0-17 0,-1 0 3 0,2 0-7 15,0 0 8-15,0 0-1 0,1 0 4 0,0 1-2 16,1 1 12-16,0-1-7 0,4 0 5 0,12 4-5 15,6-2-1-15,3 2 5 0,1-2-7 0,8 1 7 0,3-1-5 16,3-1 14-16,3 0 3 0,-1-1 4 0,0-2 13 16,2 0-7-16,1 0 2 0,2-2-5 0,5 2-1 15,2 0-7-15,4 0-4 0,3 0-1 0,-2-2-10 0,0 1-4 16,-2 1 3-16,-3-1-4 0,3 1 2 0,-1 1-1 16,3 1-2-16,3 2 2 0,-5-1-1 0,-1-1 2 15,-4-1 3-15,-4 0-2 0,1 0 2 0,-1 0-3 16,3 2 0-16,-3 0-1 0,-2 0-1 0,-1 1 8 15,-1-1-6-15,-5-1 6 0,2 0-6 0,-7 0 9 16,-3-1-1-16,-3 2 2 0,0 0-5 0,-5 1-4 16,-1 0 0-16,-3 0-1 0,-2 2-2 0,-1-1-4 15,-2 0-2-15,-4 0-2 0,-4-2 2 0,-5-2-11 0,2 1 3 16,-2 1-6-16,0-1 3 0,1 0-30 16,-2 0-13-16,0 0-10 0,-1 0-85 0,-1 1-118 0,-1 0-106 15</inkml:trace>
  <inkml:trace contextRef="#ctx0" brushRef="#br0" timeOffset="-111300.54">5475 10499 1469 0,'-1'0'11'0,"0"0"3"0,-5-1-2 15,-6 0-14-15,5 1 3 0,2 0-14 0,4 0-18 16,0 0 6-16,-1 0-8 0,-1 0 9 0,2 1-2 16,0 0 4-16,0 0-2 0,1 0 12 0,0 2 3 15,1-1 5-15,1 0-1 0,5 3 8 0,9 3 8 16,0-2-3-16,2-1 7 0,1-2 10 0,2-1 14 15,1-1-4-15,3-1 6 0,5 0-6 0,3 0-11 16,0 0 7-16,6-1-8 0,-1-1 10 0,4 1-12 0,0 0-3 16,2 0-3-16,2-1-13 0,1-1 7 0,4 1-5 15,2-2 5-15,7 1-6 0,5 0-6 0,-1 0 5 16,0 1-5-16,-4-2 6 0,-2 3 2 0,3-1-5 16,1 0 4-16,2 1-5 0,2 0-3 0,-5 0 5 15,-2 0-2-15,-3-1 0 0,-5 1-1 0,-1 0 0 0,1 1 2 16,-2 0 0-16,-1 0-9 0,-2 1-10 0,-2 0-1 15,-6 1-29-15,-1-1-290 0</inkml:trace>
  <inkml:trace contextRef="#ctx0" brushRef="#br0" timeOffset="-108081.04">2332 11470 550 0,'0'-1'0'0,"-1"0"56"0,0 0 8 0,-1-2 23 0,-6-8 4 15,1-2-49-15,2 3-4 0,-1-5-13 0,3 1-3 16,1 2 2-16,-1 0 2 0,3 8 14 0,0 1 5 16,0 1 0-16,0 0-5 0,0-1-20 0,0 1-2 15,0 1-5-15,0 0-4 0,0 1-4 0,-1 1 2 0,1 0-2 16,-12 21 9-16,-1 2 2 0,3-2 0 0,-1-1-1 16,-1 2 2-16,2-5 10 0,-1-1 2 0,3-4 2 15,1-4 5-15,1 0-6 0,4-5-4 0,-2 0 1 16,1-2-1-16,0-1 3 0,2-1 5 0,-1 3-3 15,-1-1-7-15,2-1-16 0,0 0 2 0,0-1-5 16,1 0 2-16,1-1 2 0,1-1-9 0,10-13 6 0,12-4-3 16,2-2-2-16,3-2 5 0,4 0-4 0,-1-1 10 15,2 2 0-15,1 2 9 0,-1 5-4 0,1 3 20 16,-3-2-7-16,3 4-3 0,1 3-1 0,1 5-8 0,3-15-9 16,0 14 3-16,0 4-6 0,-1 5 1 0,-2 2-1 15,-2 3-3-15,-3-1 2 0,-2 3-11 0,-7-2 12 16,-5-2-4-16,-2-1 7 0,-2 1-12 0,-1-1 3 15,-3-1 0-15,0-1 1 0,-2-1-3 0,-2-2-1 16,0 1-2-16,-3-3 2 0,0 0-4 0,-1-1-10 16,0 1-5-16,1-1-4 0,-1 0-30 0,-1-1-79 15,0 0 8-15,-1 0-33 0,3-12-2 0,-3 1 13 16,0 0 0-16,-3 2 7 0,0 0 27 0,-1 3 38 16,-2-2 16-16,-1-2 6 0,3-1 54 0,-8 2 7 0,1-1-4 15,-2 3 8-15,2 2 0 0,-4-2 14 0,4 4-5 16,-3 0 7-16,-1 0-12 0,3 3 21 0,-4 0-9 15,4-7 11-15,-3 0-20 0,1 4 12 0,-1 0 4 16,1 2 2-16,0 2 0 0,-2 0 1 0,1 3-1 0,-5 3 5 16,4 3 29-16,-2 1 5 0,1-4 1 0,2 13-3 15,-1 2-12-15,-1 5-13 0,-2 2 0 0,2 3-5 16,-1-1 1-16,1 3 0 0,-1 0 0 0,1 1-1 16,1 1-3-16,2 2-8 0,-1-1 2 0,2 2-6 15,-2 0-11-15,5-1 0 0,2 1-6 0,2-3 3 16,3 2-9-16,-13-4-4 0,8-2 7 0,5-4-6 0,3-3 13 15,3-3 17-15,0-2-3 0,2-2 7 0,0 0-5 16,1-2-3-16,-1-2-5 0,1-1 2 0,1 0-1 16,-4-2-7-16,8 1 1 0,5-4-5 0,-1 0-8 0,2-1-1 15,-1 0-3-15,0-4 0 0,2 2-3 0,-1-3-4 16,-2 9 2-16,0-3-3 0,0-3-9 0,-2-3-28 16,0-1-24-16,-1 0-7 0,-3-2-128 0,6-3-55 15,-4-1-14-15,2-1-18 0,4-2-108 0</inkml:trace>
  <inkml:trace contextRef="#ctx0" brushRef="#br0" timeOffset="-107680.98">3114 12101 1497 0,'0'0'24'15,"-1"0"5"-15,0 1-3 0,-2 0-12 0,-6 4 0 16,-2 2-10-16,2 3 3 0,-1 11-6 0,2 2 5 16,-1 4-4-16,-1 0-1 0,2 1 0 0,1-1-1 15,1-3-4-15,4-3 5 0,-1-5 2 0,-7 0 1 16,4-3-4-16,4-5-4 0,-1 1 6 0,2-2-3 16,1-2 7-16,0-3 6 0,0 1-3 0,1-1 7 0,0-1 12 15,1 0 16-15,-1 1 2 0,1-2 4 0,0 0 10 16,6-3-24-16,2-2 5 0,2-2-12 0,-2 0 1 0,2 3-15 15,-1-13-2-15,-2-5-2 0,2 3 2 0,-1-3-10 16,0 1 8-16,-2 1-9 0,0-3 6 0,-3 1-6 16,-2 0-2-16,1 2 0 0,-2-3 0 0,10 2 1 15,-5 2 1-15,-4-1-1 0,-3 1-5 0,-2 2 5 16,-1 1-3-16,-3 2 4 0,-1 0-1 0,0 4-5 16,2 0 5-16,-9 7-4 0,0 0 3 0,1-6-10 15,1 4 0-15,3 4-5 0,2 1-9 0,2 1-7 16,2 0-2-16,0 1-4 0,-5 9-33 0,1 5-60 15,3-1-12-15,3 4-17 0,2 0-62 0,4 1-212 16</inkml:trace>
  <inkml:trace contextRef="#ctx0" brushRef="#br0" timeOffset="-107412.14">3664 12014 1242 0,'-1'0'38'0,"0"0"69"16,0 0-77-16,-2 0-4 0,-1 0-5 0,-6 2 0 16,2 1-17-16,-3 3 1 0,0 1 3 0,-1-3-1 15,-2 10 12-15,-3 3-11 0,0 0 1 0,-3 3-4 0,-3 4 3 16,1 0 4-16,-4 5-4 0,-2 1 4 0,1 1 4 16,-3 0 16-16,5 0-1 0,0 0 4 0,0-1-10 15,4-2-21-15,0-1 5 0,6-4-9 0,3-6 2 0,5-2-10 16,0-3-1-16,3-3-6 0,2-1-1 0,1-3-17 15,-2-2-1-15,2 0-12 0,1-2-63 0,-1 1-49 16,1 0-7-16,0 0-14 0,1-1-46 0</inkml:trace>
  <inkml:trace contextRef="#ctx0" brushRef="#br0" timeOffset="-107094.46">3723 12305 1176 0,'0'0'37'0,"0"0"-1"0,-1 0 49 0,0 0-9 16,-1 0 7-16,0 0-30 0,0 1-16 0,-6 1-6 15,-2 0-1-15,1 0-14 0,-1 2-12 0,-1 1 1 0,0-1-5 16,-2 3 10-16,1 0-8 0,-1 3 2 0,0-9-4 16,0 11-4-16,-1 1 4 0,0 3 2 0,0 2 2 15,0 1 4-15,1 1-4 0,1 1-1 0,1 1-1 16,-1 0 6-16,0 1 2 0,1-2-2 0,2 1-1 15,-2 1-7-15,6-2 10 0,2-1-2 0,-9 0 7 16,7-1 2-16,2-2 10 0,3 0 1 0,3-1 1 16,1-3-5-16,3-1-2 0,-5-2-6 0,14 0 3 0,0-2-5 15,4-2-4-15,2-1 6 0,1 8-7 0,2-5-7 16,0-6-2-16,2-2-5 0,-2-2 4 0,1-5-9 0,3-3-25 16,-5-1-2-16,2 6-17 0,1-16-97 0,-2-6-143 15,3-3-61-15</inkml:trace>
  <inkml:trace contextRef="#ctx0" brushRef="#br0" timeOffset="-106613.24">3716 10727 1038 0,'-1'-1'39'0,"-10"-6"38"0,-8 5 3 16,6-10-24-16,-1 1 2 0,3 2-10 0,-1-1-10 0,0 3-11 15,0 1 0-15,1 3-2 0,-1 1 6 0,1 0-19 16,-2-7 5-16,1 4-11 0,0 3-5 0,-1 2 3 16,0 3-2-16,-1 7 3 0,1 4 1 0,0 14-7 15,-1 7 1-15,1-2-1 0,2 4 12 0,3-3-13 16,2-2 5-16,5-2-8 0,0-5 8 0,-11-3 10 15,7-4-6-15,4-2 11 0,2 0 25 0,3-3-7 16,2-2 8-16,-5 0-12 0,14-2-15 0,1-2-12 16,3-2-1-16,1-1-4 0,3-3 0 0,-1 0-6 0,0 12-2 15,2-6-2-15,2-5-9 0,1-2-10 0,4-3-15 16,1-3-6-16,-1-1-122 0,-1-4-129 0,0 1-58 16</inkml:trace>
  <inkml:trace contextRef="#ctx0" brushRef="#br0" timeOffset="-106212.22">3972 10986 1453 0,'-1'0'42'0,"0"0"-1"16,0-1-3-16,-2-1-5 0,1 1-11 0,0 0-7 0,-1 0-18 15,2 0 6-15,0 0-9 0,0-1 14 0,1 1-4 16,0 0 2-16,1 0-5 0,0 0-3 0,2-2 2 16,1 1-1-16,7-4 1 0,-1 3 0 0,-1 1-3 15,-1 2 0-15,-2 2-2 0,-3-1 6 0,0 0-1 16,4 10 2-16,0 4-2 0,-3 1-1 0,-4 0 12 16,-1 0-7-16,-2 1 10 0,-4-1 0 0,0-2 15 15,-2 0-3-15,1-1 6 0,1-2-4 0,1-3-12 16,4-1 4-16,-3-2-9 0,2-1-6 0,1 1 3 15,1-3-6-15,0 1 5 0,0-2-7 0,-1 1-3 0,-1 1 0 16,2-1-2-16,0 0 0 0,0 1 10 0,1-1 0 16,0 0 4-16,1 1-6 0,0-1-2 0,1 1 0 15,0-3 1-15,11 7 6 0,-1-3-6 0,3 0 2 0,-1-2-4 16,1-1-7-16,-1 0 6 0,0-1-11 0,0 0 9 16,-2 0-21-16,1 0-20 0,-1 0-31 0,-3 0-2 15,1 0-144-15,-2 0-93 0,-4 0-19 0</inkml:trace>
  <inkml:trace contextRef="#ctx0" brushRef="#br0" timeOffset="-105845.75">4411 11591 931 0,'-1'0'56'0,"0"0"-72"16,-2 0 71-16,-3 0-39 0,-1 2-6 0,1-1 1 0,2 0-3 16,-1 0 2-16,-1 0-7 0,4-1 3 0,1 0-8 15,-2 1 5-15,1 1-8 0,1 0 9 0,0 0 2 16,1 2 4-16,0 2 15 0,0-3 11 0,0 1 17 15,0-2-2-15,1 2 54 0,-1-3-24 0,6 1 0 16,4 1-7-16,0-2-8 0,1 1-21 0,0-1-2 16,1 8-7-16,1-2-15 0,0-3-20 0,-2 0 9 0,2-2-12 15,-1 1 7-15,-1-2-7 0,0 0-5 0,1 0-1 16,-3-1-4-16,2 0-18 0,-3 0-1 0,-1 0-12 16,-1 0-68-16,-2 0-88 0,-1 0-12 0,0 0-27 15,-1 0-88-15</inkml:trace>
  <inkml:trace contextRef="#ctx0" brushRef="#br0" timeOffset="-105678.25">4441 11758 937 0,'0'0'43'0,"0"2"0"15,-1-1 18-15,1 0-9 0,-1 0-4 0,0 1-12 0,1 1-16 16,0 6 1-16,0-1-6 0,2 0-8 0,1-3 12 16,-2 0-9-16,18-1 7 0,1-1-15 0,2 1 1 15,1-2-3-15,3 12 1 0,3-6 4 0,4-5-12 16,3-4-1-16,2-5-9 0,-2-3-32 0,4-2-210 15,0-3-30-15</inkml:trace>
  <inkml:trace contextRef="#ctx0" brushRef="#br0" timeOffset="-105161.85">6137 11455 1223 0,'0'0'69'15,"0"-1"-2"-15,0 0-18 0,0-1-6 0,0 0-26 16,0 0-11-16,1-5-9 0,3-5 6 0,1 1-7 16,2 0 1-16,-3 2-2 0,1 2-1 0,0 0 0 0,-1 1-5 15,-1 1 6-15,1-1-4 0,0 1 6 0,0 0 5 16,-1 1 5-16,-1-1 3 0,2-3 2 0,-3 3 17 15,0-5 22-15,0 1-2 0,-1 1 8 0,-1-2 2 16,0 5-11-16,0 0 2 0,-1-1-7 0,-1 0-14 0,1 1-2 16,-2 1-8-16,3 0 4 0,-11-1-14 0,5 0-4 15,-3-2 1-15,-3 1-2 0,1 2 2 0,-4 1 0 16,0 1 0-16,2 2 0 0,-2 3-4 0,-2 3-2 16,-1 3 0-16,-2 3 0 0,0-5 1 0,0 15-1 15,-2 2 3-15,3 7-2 0,-2 1 6 0,0 2-4 16,-2 0-3-16,-2-2-1 0,3 1-4 0,2-1 4 15,0 1 3-15,6 1 0 0,3-4 5 0,1 0-9 16,4-1 2-16,-1-4-4 0,2 0 4 0,-8-1-1 0,8-1 1 16,6-4 1-16,3 0 1 0,2-2 4 0,1-4-5 15,3 3 5-15,-6-4-4 0,17-1 6 0,4 2-4 16,0-4 5-16,3 0-3 0,-2 0 6 0,-3-3 3 16,3-3-2-16,1-1 2 0,1 0-15 0,1-1 0 15,0 14-5-15,0-7 1 0,3-4 0 0,-2-4-1 0,1-1-1 16,-1-5-22-16,-1 0-5 0,4-4-10 0,-3 1-4 15,2-1-91-15,-3-2-34 0,-4 11-18 0,-3-18-3 16,-1 2-84-16</inkml:trace>
  <inkml:trace contextRef="#ctx0" brushRef="#br0" timeOffset="-104678.27">6518 11845 1029 0,'-1'0'52'0,"0"0"87"0,-2 0-61 0,1 0-5 16,-3 0-3-16,1 0-4 0,-2 0-18 0,3 0 2 16,0 0-1-16,1 0-1 0,-1 0-9 0,2 0-19 15,-1 0-1-15,-1 0-8 0,1 0-13 0,0 0 8 16,0 0-6-16,1 0 7 0,0 0-10 0,1-1 7 16,0 0 4-16,0 0-1 0,1 1-6 0,0 0 2 15,2 0-3-15,6 1 5 0,4 4 6 0,-2-1-8 0,1 5 5 16,-3-3-5-16,-2 12 5 0,-1 2-5 0,-1 3 0 15,-2-2-1-15,2 0-1 0,8 1 3 0,-5 1-3 16,-5-2 1-16,-4 0 0 0,-3 0-2 0,-6 0 1 16,8 1-1-16,-18 0 5 0,-2-1 4 0,-1-2 1 15,0-1 0-15,0-4 7 0,2-1 7 0,1-2 0 0,1-5 3 16,2-1 8-16,1 6-6 0,1-4 2 0,3-4-5 16,2-1-12-16,-1 0-8 0,2-2-2 0,3 0 0 15,0 0 2-15,1-2-8 0,4 2 2 0,-1-1-6 16,-1-1 5-16,2 0-2 0,-1-3 1 0,1-1 0 15,1 0 2-15,0-1 0 0,1 2 0 0,0 2 0 16,1-1-1-16,9 2-1 0,3 1 4 0,3-10-2 16,-1 4 6-16,2 2-8 0,1 3 0 0,1 2-2 0,0 1 14 15,-1 3-6-15,3 2-1 0,-2 0-3 0,0 1-7 16,-3 0 6-16,2 0 1 0,0 0 1 0,-1 0 1 16,-2-1-3-16,-1 0-1 0,2-2-1 0,-3 0-3 0,-1-1-17 15,-1 0 3-15,-7-2-8 0,6 0-6 0,-2-1-38 16,0 0-17-16,1 0-9 0,1-2-62 0,2-3-87 15,0 0 28-15,0-1-54 0,0-1-50 0</inkml:trace>
  <inkml:trace contextRef="#ctx0" brushRef="#br0" timeOffset="-104443.74">7292 11820 1789 0,'-2'0'93'0,"-8"0"211"15,-3 0-285-15,5 0-13 0,3 0 1 0,2 0-6 16,2 0-2-16,-2 1-2 0,1 0-1 0,1 1-1 16,-3 11-5-16,4 0-6 0,1 1-4 0,3-2-2 15,1-3-16-15,-2-3-49 0,2 0-15 0,-4-2-17 16,6-3-88-16,4 6-43 0,-2-2-24 0</inkml:trace>
  <inkml:trace contextRef="#ctx0" brushRef="#br0" timeOffset="-103811.31">8337 11074 621 0,'0'0'13'0,"0"0"5"0,0-1-16 16,0 0-15-16,0-2 2 0,0 1 1 0,0 0 6 16,0-5 1-16,0 2-1 0,1-1 2 0,-1 2 3 15,2 1 13-15,-2 1-2 0,1-2 54 0,-1 2 33 16,0-1 1-16,0 2 9 0,0-1-1 0,0 1-17 16,0-1 3-16,0 1-9 0,0 0-5 0,0-1-35 15,0-1-6-15,0 2-10 0,0 0-27 0,0 0 4 16,0 1 5-16,-1 1-2 0,-3 10 4 0,-4 16-4 15,0 3 1-15,-1 3-2 0,0 4-3 0,-2 3-2 0,0 4 3 16,-2 5-2-16,-3 1 5 0,-1 2 1 0,-3-2 1 16,1 0 3-16,16-3 20 0,-19-1-6 0,2-2-4 15,0-2-1-15,0-3-8 0,2-2-15 0,2-3 5 16,1-2-7-16,4-2 2 0,4-4-6 0,0-5 4 0,3-5-5 16,1-5-4-16,0-3-9 0,2-4-4 15,1-3-2-15,-3 2-28 0,1-1-77 0,-1-1 9 0,2 0-32 16,0-1-5-16,0-2-61 0,0-27-16 0</inkml:trace>
  <inkml:trace contextRef="#ctx0" brushRef="#br0" timeOffset="-103410.55">8322 10992 672 0,'0'0'76'0,"0"0"109"0,0-1-101 15,0-1-20-15,1 1-3 0,0 0-2 0,2 0 10 0,3 0-8 16,8-2 6-16,-1 2-7 0,1 0 10 0,0 1-12 15,0 0 3-15,0 1-5 0,0 1 4 0,2 2-25 16,-1 2-4-16,-1 0-6 0,0 1-10 0,-3 0-2 16,-1 0 1-16,-2-1-2 0,-1 7-1 0,1 2-9 15,-5-1 4-15,1 1-6 0,-3 1 3 0,8-1 0 16,-3 0-1-16,-2 2 0 0,-4-2 6 0,-2 3-1 16,-2-1 2-16,-5 2-3 0,-2 1-6 0,6-1 7 15,-14 2 0-15,-2 0 5 0,-1 4-2 0,-1 0-6 16,-1-2 0-16,1 4-2 0,0-7 4 0,2 0 2 0,1 0-6 15,3-5 4-15,3 1-6 0,3-3 3 0,2-2 0 16,-3 0-1-16,4-2-2 0,2 0 0 0,1-1 1 16,1-1 1-16,0-1-4 0,2-1 0 0,0-1 1 0,-1 0 1 15,1 2 7-15,1 0-5 0,-1 1 5 0,2 0-4 16,0 0 4-16,2 2-7 0,1 2 2 0,1-2-1 16,0 2 9-16,2-1-7 0,1 1 1 0,-2 1-3 15,9 1-1-15,0-1-6 0,0 1 2 0,2-1-4 16,-1 0 2-16,1-3-2 0,1 1-7 0,-1-1 2 15,0-2-24-15,0-1-64 0,1-1-4 0,-1 5-26 16,0-1-66-16,1-3-73 0,1-3-55 0</inkml:trace>
  <inkml:trace contextRef="#ctx0" brushRef="#br0" timeOffset="-103044.25">8815 11709 736 0,'0'0'55'0,"0"0"2"0,0 0 14 16,0 0-11-16,0 0-6 0,0 1-6 0,0 0 3 16,0 1-1-16,0 0 2 0,-4 8-6 0,1 2-10 15,-3 2 3-15,0 2-5 0,-2 4-5 0,-2-2 0 16,1 1-4-16,2-2 3 0,1-3-2 0,1 0-18 0,2-5 5 16,-1 0-9-16,2-4 17 0,1 0-1 0,-1 0 2 15,2-2-2-15,0 1 4 0,0-2 0 0,0-1 2 0,2 2-1 16,-1-1 5-16,1-1 12 0,10 4-2 15,1-3 3-15,2-2-16 0,2-1 3 0,-3-3-6 0,3-5 5 16,1-1-10-16,0 9-7 0,2-9 2 0,-4-4-4 16,2 2-5-16,-5 2-5 0,-3-1 2 0,0 2-2 15,-3-3 9-15,-1 5-2 0,-4-3 5 0,0 6-4 16,4-3 8-16,-1-2 1 0,-2-1-3 0,0-1 0 16,-3 2-15-16,0-1 6 0,-3 3-6 0,0 0 7 15,-1 1-13-15,3 3-8 0,-9 1-1 0,-1 0-4 16,2-5-15-16,2 3-30 0,-2 0-9 0,3 2-9 15,1-1-51-15,0 2-30 0,1 1-7 0,1 0-12 0,0 0-71 16</inkml:trace>
  <inkml:trace contextRef="#ctx0" brushRef="#br0" timeOffset="-102727.22">9425 11716 1247 0,'0'0'60'0,"0"0"116"0,0 0-145 0,0 0-9 0,0 0-2 16,0 0-1-16,0 0-4 0,0 0-3 0,0 0-1 15,0 0-2-15,-1 1-12 0,0 0 3 0,0 1 0 16,-2-1 0-16,-3 3-1 0,-7-1 1 0,2 7 1 16,-2 1 1-16,0 1 5 0,0-2-7 0,0 1 1 15,1-2-1-15,2 2 5 0,-3-3 10 0,1 2-3 0,1-2 6 16,1 0 8-16,0-2-7 0,6 1 4 0,-2-1-5 15,1 0 7-15,3 0-14 0,-2-3 0 0,1 1-6 16,1-3-7-16,1 1-9 0,1-1 0 0,-1 2-2 16,-1-1 2-16,0 0 0 0,1 1 1 0,0-1-1 15,0 0-4-15,1 1-16 0,0-2-20 0,0 0-4 16,0 0-119-16,1-1-40 0,0-1-16 0,2 0-9 0,1-1-100 16</inkml:trace>
  <inkml:trace contextRef="#ctx0" brushRef="#br0" timeOffset="-102424.46">9383 11760 1265 0,'0'0'51'0,"0"0"0"0,-1-2 7 16,-1 1-9-16,1 0-10 0,0 0-20 0,0 0-2 0,0 0 2 15,-1-1-4-15,1 1-15 0,0 0 5 0,0 0-10 16,0 0 8-16,0-1-9 0,-1 2-1 0,1 0 8 16,-1 2-4-16,-13 2 11 0,-1 19 4 0,-1 4-12 15,-4-1 9-15,1 1-6 0,-6 1 16 0,0-1-3 16,-2 0 5-16,2 0-14 0,1-3 17 0,-1-3-7 16,5-2 7-16,0-2-21 0,4-2 0 0,4-3-2 0,4-1 0 15,0-2-6-15,2-3-1 0,3-1-4 0,-1-2 0 16,4 0-26-16,0-1-52 0,1-1-7 0,-2 2-20 15,0-1-58-15,1 0-16 0,0 1-14 0,1-2-9 16,0 0-136-16</inkml:trace>
  <inkml:trace contextRef="#ctx0" brushRef="#br0" timeOffset="-102109.68">9559 12056 1242 0,'0'0'77'0,"-1"0"150"0,1 0-174 0,0 0 0 16,0 0 0-16,0-1-3 0,-1 0-23 0,0-1-7 16,-1 1-6-16,1 0 1 0,0 0-2 0,0 0-11 15,0 0 5-15,0-1-6 0,-2 1 3 0,-4-2-8 16,-5-2 5-16,-1 1-5 0,-1 1 4 0,-1 2 3 16,0 1-1-16,-2 0 4 0,2 1 6 0,1 1-11 15,-1 3 4-15,-1 2-5 0,2 0 2 0,1 1 2 0,-1-4-3 16,4 9 3-16,0 1-4 0,1 1 0 0,3 0 1 15,1 3 2-15,4 0 3 0,-10-1-3 0,6-1-1 16,2 0-1-16,3-1-2 0,3-2 2 0,2 1 0 16,2-2 2-16,-2 1-1 0,15-3 1 0,0-3-2 0,4-4 2 15,0 1-3-15,3-3-3 0,5 15-3 0,2-9-1 16,2-7-27-16,1-7-57 0,2-6-22 0,0-3-24 16,1 8-194-16</inkml:trace>
  <inkml:trace contextRef="#ctx0" brushRef="#br0" timeOffset="-101375.58">9022 10472 577 0,'0'0'51'0,"0"0"0"16,-1-1 7-16,-1 0 3 0,1-2-17 0,0 1-3 0,0-3-6 16,-2-2-8-16,0-1 4 0,1 2-2 0,-2-3 11 15,1 0-1-15,0 2 4 0,0-2-8 0,0 2-9 16,1-1 2-16,0-1-3 0,-1-1 11 0,1 2-5 16,0 1-3-16,0 1 0 0,1 1-1 0,0-1 2 15,1 5 0-15,-1-1-2 0,0-1-17 0,-1 1-1 16,1 1 0-16,0-1 1 0,0 1-1 0,-1 0-2 15,-1 0 3-15,-3 1-2 0,-2 0-1 0,-2 2 5 16,-1 2-6-16,-2 3 6 0,0 1-8 0,-1-4 4 16,-1 9-4-16,-1 1 4 0,0 1 4 0,-3-1-8 0,3 1 8 15,-2 1-8-15,-2-1 5 0,1 1 2 0,-3 2 0 16,7 0 2-16,-2 1 7 0,7-1-11 0,-1 0 2 16,2 0-5-16,2-2 4 0,1-1-9 0,3 1 6 0,-7 0-6 15,3-1 11-15,2 0-8 0,3-1 2 0,2 0-3 16,3 1 7-16,2 0 6 0,1-1-4 0,1-1 5 15,0-3-2-15,5-3-15 0,6 1 5 0,1-2-8 16,2 0 1-16,-2 0-3 0,-2-3-3 0,-1 1 0 16,1 0-13-16,-3 6-6 0,2-3-9 0,-2-4-6 15,2 0-96-15,-2-3-97 0,-1 0-18 0,2-3-35 16,-1 0-178-16</inkml:trace>
  <inkml:trace contextRef="#ctx0" brushRef="#br0" timeOffset="-101008.4">9100 10759 936 0,'0'0'200'0,"-1"0"426"0,0-1-596 0,0 0-17 16,-1-1-6-16,-1 1-2 0,1 0-10 0,1 0 1 15,0 0-2-15,-1-1 3 0,2 1 2 0,0 0 4 16,2 0-4-16,-1 0 3 0,1 0-2 0,4-1 3 0,2 1 4 15,-1 0-4-15,4 1-8 0,-2 0 7 0,1 1-5 16,-3 2 4-16,-3-1-4 0,-1 5-1 0,-1 7 4 16,8 1-3-16,-3 7 8 0,-6-2 2 0,-2 2-3 15,-5 0 1-15,0-3-3 0,-1-2 8 0,-1-3 1 16,0-3 2-16,3-2 3 0,-1-1-11 0,2-2 4 0,1 0-7 16,-1-1 4-16,2 0-6 0,-1 1 3 0,3-2-3 15,0-1 7-15,0 1-5 0,0-2 0 0,2 0-1 16,5 4 4-16,10 4 0 0,3-4-2 0,-1-4 0 15,3-1-3-15,1-2-5 0,-2-1 3 0,2-3-4 16,-3 0 9-16,-2 0-14 0,0 1-4 0,-5 0-7 16,-2 1-20-16,-1 0-94 0,-3 2-7 0,-2 0-36 0,-2 1-84 15</inkml:trace>
  <inkml:trace contextRef="#ctx0" brushRef="#br0" timeOffset="-100090.93">7809 12682 224 0,'0'0'72'0,"0"0"-4"0,-1 0 60 16,0 0-12-16,-1 1 2 0,-1-1-14 0,-4 2 1 15,1-1 2-15,0 2-5 0,-1-1-11 0,-1 0-19 16,1 1-2-16,-1-2-6 0,2 0-20 0,4-1-12 15,-2 0 2-15,2 0-4 0,1 0 2 0,-2 0-11 16,1 0 4-16,1 0-6 0,0 0-1 0,-2 0 3 16,1-1-13-16,-1 0 10 0,2-1-13 0,0 1 3 15,0-1 5-15,0 0-5 0,0-5-3 0,1-3 2 0,1 0 0 16,1-2 1-16,2 1-2 0,2-1 2 0,1 2-7 16,0-1 6-16,-1 2-1 0,8-3-4 0,0 0 4 15,1 1-6-15,2-1 2 0,0 0 1 0,1-1 0 16,1 1 0-16,-1 3-5 0,1 0 2 0,0 1 2 0,-1 4 2 15,-1-1-1-15,1-7 2 0,0 5-5 0,0 3 3 16,-1 2-10-16,-2 2 13 0,-1 3-6 0,0 0 9 16,0 4-9-16,-1 0 0 0,2 3 1 0,-7-4 1 15,1 7 7-15,1 1-3 0,-2 0 2 0,1-1-1 16,-2 1 7-16,0-1 0 0,-3 1 3 0,3 0-3 16,0-2-4-16,1 1 0 0,0-2-4 0,-2 0 3 15,0 0 4-15,-2-2 1 0,2 0 1 0,-2 1-3 0,1-3-8 16,0-1 1-16,-2 0-5 0,0-2 4 0,0 1-1 15,2-1 5-15,-2-2 0 0,1-1 0 0,1 0 2 0,-3 0-4 16,3 3 4-16,-1-2-4 0,2 2 14 0,1-2-10 16,0-1 4-16,4-1-6 0,1-1 4 0,2-2-6 15,0-3-4-15,2-2 0 0,2-2-4 0,1 0 4 16,0-2-1-16,3 0 2 0,-2 2-10 0,2 0 7 16,-1 2-2-16,1 1 2 0,-1 1-3 0,1 2 3 15,2 2-3-15,-1 1 2 0,3 1-9 0,1 3 5 16,1 2 3-16,2 2-1 0,-1 1-1 0,1 2 3 15,-1 2-4-15,0-1 5 0,3 2 7 0,-1 0-8 16,2-1 3-16,4 0-3 0,2-3 4 0,1-2-1 0,0-1 2 16,-1 1 0-16,-2-1 5 0,1-1 0 0,1-1 1 15,-5 0-1-15,0 1 0 0,-3-2-5 0,-1 1-3 16,1-1 1-16,-2-2-4 0,-3 1-6 0,-2-2 5 16,-2 0-5-16,-1 0-11 0,-2-2-98 0,-1-1-23 15,-1-3-40-15,1-3-228 0</inkml:trace>
  <inkml:trace contextRef="#ctx0" brushRef="#br0" timeOffset="-67929.77">7999 13379 723 0,'0'0'104'0,"-2"-1"-31"0,1-1 35 0,0 1 2 0,-1 0-71 16,-1 0-18-16,2 1-9 0,-3-4 8 0,1 3-8 15,0-1 5-15,0 1-13 0,2 1-4 0,0-1 0 16,0-2 0-16,1 2 13 0,-3-1 1 0,1-1 3 15,0 1 2-15,1 0-3 0,-1-1 6 0,1 2-3 16,0 0 16-16,1 0-3 0,0-2-2 0,1 2 1 16,0-1 9-16,1 1-9 0,0 0 4 0,6-2-6 0,5 2-1 15,1 1-8-15,-1 4 2 0,0 1-4 0,-1-1-1 16,-2 21-12-16,2 4-1 0,-1 6-3 0,-5 3-4 0,1 2 7 16,-3-1-5-16,0 0 4 0,2-2-4 15,11 0-3-15,-8-1 6 0,-7 0-4 0,-3 1-3 0,-5 1 9 16,-2-1-4-16,-3-2 6 0,-3 2-6 0,-2-4 1 15,9 0-1-15,-17-6 1 0,-1-1 5 0,-1-3 8 16,-1-3 10-16,2-3-4 0,0-2 19 0,1-4-4 16,3-2-6-16,1-3 3 0,0-3-12 0,6 0 5 15,-1 7-3-15,3-5 3 0,0-1-6 0,3-4-2 16,2 0-4-16,3 0 2 0,3 0-11 0,-1-2-11 0,-5-7-1 16,0-10-5-16,3-2-3 0,8-1 9 0,4-3 3 15,6-3 1-15,-12 2 3 0,17 0 0 0,-1-1 0 16,1 5 1-16,-2-2-9 0,2 4 9 0,1 2-4 15,0 3 5-15,1 1 0 0,-2 2-7 0,1 4 5 16,0 3-5-16,-4 3 5 0,2 1 1 0,0-10-1 0,-2 5 0 16,3 5 0-16,-6 2-1 0,5 5-1 0,-7 2 0 15,1 7-1-15,-1 10-2 0,-2 4 1 0,0-1-1 16,1-1-1-16,2-4 9 0,-3 1-7 0,2-5 7 16,0-2-8-16,2-2 7 0,-1-4 1 0,-1-1 1 15,2-2-6-15,0-3 2 0,-1-1 0 0,1-2 2 16,0 7 2-16,1-2 0 0,1-3 0 0,0-3 0 0,1-2 2 15,-2-3-6-15,3-3 2 0,-2-1-3 0,3 4 1 16,-1-13-4-16,1-3 3 0,0 1-4 0,-2 0 8 16,-1 1-3-16,-3 2 3 0,0-2-3 0,-5 3 7 15,1 0-2-15,1 0-2 0,-4 3 0 0,1-1 0 0,-5 2 12 16,1 2-3-16,5-1 6 0,-3 3-7 0,0 1 11 16,-3 3-5-16,0-1 6 0,-1 0-9 0,0 2 1 15,0 0-6-15,0 0 4 0,0-1-4 0,-1 1-5 16,0 0 1-16,0 0-4 0,0 1 2 0,-1 0-5 15,0 1 2-15,-2 0-4 0,0 2-1 0,-2 3 4 16,-1 5-3-16,2 8 3 0,2 1-5 0,0-2 7 16,-7-2-2-16,3 0 3 0,2-1-5 0,1 2 1 15,3 1 2-15,1-1-2 0,1-1 0 0,2-1 2 0,0-2-3 16,2-1 3-16,0 0-6 0,-2-3 6 0,2-1 0 16,-2-2 2-16,2 0 1 0,7-2-1 0,-4 0-2 15,5-1 0-15,0-1 3 0,-1 7-4 0,3-1 5 16,-1-2-5-16,0-3 5 0,5 0-7 0,-1-2 3 15,-1-3-4-15,-1 0 11 0,-1-3-2 0,-1-1-1 0,-1 6 1 16,-1-17 5-16,0-2 0 0,-2-1 2 0,1 0-1 16,-2 1 6-16,0-4-8 0,0 4 3 0,-2-3-4 15,-3-1 0-15,0 3 7 0,-2-3 3 0,11 3 1 16,-6 1 3-16,-3 0 2 0,-3 3-7 0,-2 0 6 16,-3 1-2-16,-2 0 13 0,-1 2-7 0,6 1 6 0,-15 2-23 15,-4 1-9-15,-6 0-1 0,2 3-6 0,-3-2-31 16,-2 2-52-16,1 0-9 0,-4 1-21 0,-1-1-82 15,-2 4-196-15</inkml:trace>
  <inkml:trace contextRef="#ctx0" brushRef="#br0" timeOffset="-67130.15">4367 13355 1062 0,'-1'0'91'0,"-1"0"192"0,-5 0-260 0,-1 0 0 16,2 0-3-16,3 0 1 0,1 0-19 0,0 0 5 15,0 0-7-15,1 0 5 0,1 0 4 0,0 0 9 16,1 1 1-16,1 1 2 0,0-1-3 0,11 4 8 16,5-1-1-16,-1 0 4 0,-2-2 8 0,2-1 8 0,-2 0-1 15,3 1 1-15,0-1-17 0,-2-1-14 0,0 0 1 16,1 1-6-16,-2-1-11 0,-1 0 3 0,0 0-3 15,-2 0 5-15,0 0 4 0,0 0-7 0,-3 0 3 16,1 0-6-16,1 0-8 0,-2 0-13 0,0 0-11 16,-2 1-2-16,-1-1-60 0,-4 0-85 0,3 0-1 0,-4 0-30 15,0 0-31-15</inkml:trace>
  <inkml:trace contextRef="#ctx0" brushRef="#br0" timeOffset="-66946.53">4438 13618 766 0,'0'0'71'0,"-1"0"136"16,0 0-153-16,-1 0 16 0,1 0-16 0,0 0 12 0,0 0-36 16,0 1 8-16,0 0 7 0,1-1-3 0,0 1 5 15,0-1 10-15,1 0-4 0,1 0 5 0,3 0-16 0,12 1-8 16,3-1-9-16,2 0 3 0,0-1-16 0,-1 0-12 16,3-1 1-16,-1-2-4 0,1 0-1 0,0 1-30 15,5-2-7-15,-5 1-25 0,1-1-173 0</inkml:trace>
  <inkml:trace contextRef="#ctx0" brushRef="#br0" timeOffset="-62209.73">5613 13164 486 0,'0'-2'0'0,"0"1"109"16,0 0 12-16,0-2 17 0,-3-9 4 0,2 0-96 15,0-1-6-15,1 0-25 0,1 0 12 0,2-1-17 0,0 0 1 16,2 0 7-16,-2 1-10 0,0 2 9 0,-2 6-9 16,1-3 28-16,-1 4 2 0,1 0 7 15,-2 2-1-15,0 0 4 0,0 0 1 0,1 0 1 0,0 0-1 0,-1-1-24 16,0 2 0-16,0 0-6 0,0 1 1 0,0 1 1 16,0 0-2-16,-10 28 2 0,2 0-1 0,-1 6-7 15,-1 3 1-15,2 3-4 0,0 5 2 0,1 1-9 16,1 3 6-16,0 1-7 0,1 1 6 0,3-5-2 15,0-3 1-15,-1-6 1 0,2-5 13 0,1-4 17 16,0-3-1-16,0-1 4 0,0-3-17 0,0 0-11 16,0-2 0-16,0-2-2 0,0 0 1 0,0 0-10 15,0-4 3-15,0 0-5 0,0 2 6 0,0-3-6 16,0 1-5-16,0-1 0 0,1-3-22 0,1-3-39 0,-1 2 0 16,-1-4-18-16,1 1-42 0,0-3-53 0,0 0-19 15,0-1-13-15,1-2-84 0</inkml:trace>
  <inkml:trace contextRef="#ctx0" brushRef="#br0" timeOffset="-62005.59">5775 13607 1606 0,'-1'0'53'15,"0"0"1"-15,-1 0 13 0,0 0-9 0,-1 0-8 16,0 0-11-16,-3 2-25 0,3-1 1 0,0 1-10 0,0 0-7 15,1-1 0-15,0-1 0 0,0 3-1 0,-3 2-9 16,3-1-22-16,0 1-5 0,0-3-8 0,2-1-35 0,0 0-39 16,-1 2-4-16,0-1-10 0,1-1-3 0,0 0-50 15,0-1 9-15,1 0-32 0,2-1-72 0</inkml:trace>
  <inkml:trace contextRef="#ctx0" brushRef="#br0" timeOffset="-61476.94">6063 13332 1341 0,'0'0'65'16,"-1"0"110"-16,0 0-108 0,0 0-6 0,-1-1-8 16,1-1 0-16,0 1-32 0,0 0-14 0,0 0 7 15,-1 0-9-15,1 0 4 0,0-1-10 0,1 1 0 0,0-1-3 16,0 0 4-16,0-1-1 0,2-3 0 0,1 3 0 15,0-2 2-15,9 2-1 0,2 0 2 0,-1 2-2 16,2 0 3-16,2-10 1 0,-1 5-1 0,2 4 1 16,-3 2-9-16,-2 2 6 0,-2 3-2 0,1 3 4 15,-3 2-1-15,2 11 6 0,-2 2-1 0,-5 6 2 16,-2 0-10-16,13 0 5 0,-8 4-6 0,-4 0 6 0,-5-2-1 16,-3 1-7-16,-5-2 7 0,-3 0-7 0,12-2 7 15,-18-2 4-15,3-2-1 0,-2-2 3 0,3-4 3 16,-2 0-3-16,3-5 1 0,2-1 0 0,1 1 2 0,1-5-1 15,1-1-3-15,1-1 3 0,-1-2-2 0,4 0-3 16,1 2 4-16,0-5-3 0,1 0 6 0,1 0-2 16,0-1 5-16,1 0-3 0,0 0 5 0,-1 2-11 15,-1-1 0-15,2 0-3 0,0-1-1 0,0 0-1 16,1-1-2-16,0-2 1 0,1-1 2 0,4-7-4 16,-1 3 1-16,-1 0-3 0,11 1-1 0,-1 1 3 15,1 0 0-15,1 2 1 0,-3 2 0 0,4-9 1 16,-4 7-3-16,2 0 2 0,5 3 3 0,-7 1-4 0,6 3 2 15,-3 2-3-15,0 2 4 0,0 3 2 0,-2-2 1 16,1-6-2-16,-2 9 0 0,1-3 5 0,1 1-1 16,-1 2 3-16,0-3-4 0,1-1-3 0,-1-2-1 15,0-4-1-15,0 9-2 0,-1-5-6 0,1 0-9 16,-2-1-4-16,2-2-78 0,-1-2-66 0,0-2-16 0,1-3-22 16,0-2-113-16</inkml:trace>
  <inkml:trace contextRef="#ctx0" brushRef="#br0" timeOffset="-59991.96">9246 13543 352 0,'0'-1'205'0,"-1"0"12"16,1-1-48-16,-6-16-41 0,2-1-56 0,0-1-32 0,2 0 0 15,0-2-5-15,2 2 2 0,0 1-13 0,0 3-13 16,0 2-1-16,0 4-4 0,0 1-6 0,0 4 12 16,0 2-6-16,0 0 11 0,2 1 5 0,-2 0-2 15,0-1 7-15,0 1-7 0,0 1 11 0,0-1 1 16,0 2-3-16,0 2 1 0,1 6-6 0,-1 21-3 15,-3 4 4-15,-2 5-4 0,-2-1-2 0,-2 3-2 16,-1 0-1-16,-1-1 0 0,1-1 0 0,-1-2 1 0,0 1-4 16,4-3 4-16,1-1 3 0,2-1-10 0,-1-4 6 15,2-1-8-15,-2-3-2 0,1-2-3 0,2-1 2 16,1-4-2-16,1-1-2 0,0-3-10 0,0-3-1 16,0-2-5-16,0 0-20 0,0-5-23 0,0-1-12 15,0 1-2-15,1-1-37 0,0 0 2 0,0 0 13 0,2-1-2 16,-2-1 57-16,13-4-14 0,0-4 7 0,1-7-7 15,-2-12 32-15,-1-1 21 0,2 0 2 0,-2 3 5 16,-2 0 6-16,2 1 4 0,0 2 0 0,-1 0 2 16,0 2 10-16,0 1-10 0,-2 1 9 0,0 2-12 15,-1-1-1-15,-1 3-3 0,-1 2-4 0,-2 1 3 16,-1 2 8-16,-2 2 22 0,4 2 9 0,-3 1 3 16,-1 2 21-16,0-2-13 0,-1 2-9 0,0 1 0 15,0-1-21-15,0 0-12 0,-1 0 3 0,0 1-5 0,-1-1 10 16,-5 2-4-16,-6 2 3 0,-3 2-3 0,0 4 17 0,2 2-9 15,-3-4 9-15,4 9-11 0,0 2-4 0,5-3-12 16,2 0-2-16,4 1-2 0,-6-2-1 0,1 1-4 16,3 0-6-16,3 1 2 0,1 1-3 0,2-4-3 15,3 2 3-15,0-3-6 0,1 0-14 0,-5 2-12 16,14-5-6-16,2-3-2 0,0-2-17 0,2 9-55 16,1-6 1-16,2-4-23 0,3-3-36 0,-3-4-38 15,3-3-2-15,-1-4-12 0,-2 1 9 0,3-2 116 16,-4 10 15-16,0-13 44 0,0-2 146 0,0 0 7 15,-1-1 4-15,-1 0-10 0,2-1-37 0,-2 0-9 16,1-1-5-16,-1 1-1 0,0 0-14 0,-4 3-10 0,0 1 5 16,-4 1-7-16,-3 2 3 0,-1 2 18 0,-3 3-4 15,-1 1 10-15,-2 2 12 0,2 2 11 0,0-2 1 16,-2 2-1-16,1 1-30 0,-1 0-8 0,0 1-12 16,-1-1 4-16,0 1-24 0,-1 1 3 0,0 1-1 0,-1 1 2 15,1 0-2-15,-1 12-1 0,-3 1-3 0,1-1 1 16,0 1 0-16,2-1-3 0,-1 0 4 0,-6-1-4 15,3 0 11-15,3-2 2 0,0 1 0 0,3 2 0 16,1 0 3-16,2 2-4 0,1 1 7 0,1 1-7 16,1 1 4-16,0-2 0 0,0 1-2 0,-2 1 2 15,0-1-8-15,-2-1-2 0,-1 0-5 0,-1-1 4 16,0 1-3-16,-2 0 1 0,-3 1 2 0,1-4-2 0,-3 0-7 16,1-2 2-16,-1-3-3 0,2-1 4 0,-9-1-10 15,-1-3-9-15,3-2 2 0,0 7-4 0,4-5-2 16,-2-1-17-16,2-2-15 0,0-1 0 0,1-1-46 0,2-2-4 15,4 1 0-15,-13-23-3 0,6-4-10 0,7-3 15 16,2-2-2-16,3 0 9 0,3 2 25 0,1 3 44 16,0 2-1-16,1 2 15 0,-1 4 9 0,1 0 2 15,-1 1 8-15,0 2-4 0,0 0 4 0,1 3-7 16,-1 0 3-16,0 1-2 0,0-2 15 0,1 2 8 16,-2 3-7-16,2-4 8 0,-1 4 0 0,-2 1 14 15,1 0 8-15,-2 3 1 0,-2 2 28 0,2-1 4 16,-3 3 5-16,2 0-4 0,1 0-6 0,-1 0-11 0,3 1-6 15,-2 1 0-15,2 0-12 0,0 1-8 0,0 0 0 16,0 2-2-16,0 1-5 0,0 3-10 0,0 4-1 16,-2 5-2-16,-1 3 1 0,-2-1-5 0,-1 3 3 15,12 1-3-15,-6 1-7 0,-3 1-3 0,-3 0 1 16,-1-3-2-16,0 1-2 0,-1-4 4 0,1-1-6 0,0-1 7 16,0-2-2-16,0-3 4 0,0 0 3 0,0-2 0 15,1-1 12-15,1 0 1 0,2 0-1 0,-1-1-1 16,2 0-3-16,4-4-10 0,8 1 3 0,3 8-6 15,2-2 6-15,2-7-13 0,4-2 7 0,-2-4-8 16,1-3-1-16,0 0-12 0,-6-1 0 0,0-1-5 16,-1-2-13-16,-7 3-34 0,1-1-7 0,-5 7-7 0,-4-8-25 15,-3 0-13-15,5 1-3 0,-3 0-9 0,-2 1-61 16,-4 3-73-16,0 1-46 0</inkml:trace>
  <inkml:trace contextRef="#ctx0" brushRef="#br0" timeOffset="-59423.85">6699 13394 1103 0,'0'0'60'0,"-1"0"-2"0,0 0-5 16,0-1-1-16,0 0-23 0,-1 1-14 0,1-1-7 15,0 1 4-15,0 0-3 0,0 0 7 0,-1 0-2 16,1 1-6-16,0 1 6 0,-9 23 3 0,-1 3-2 0,3 4 7 16,0 0-6-16,-1 2 1 0,1-3 0 0,0 2-3 15,-2-1 3-15,2-1 7 0,1-2-8 0,-1-2 7 16,1 1-7-16,1 1 12 0,1-4-21 0,1 2 8 16,-1-3-11-16,0-3 10 0,2-2-12 0,-1 1-2 15,2-5-1-15,-1-1-3 0,2-2-1 0,1-5-1 0,0-2-2 16,0-2-23-16,0-1-15 0,0-1-23 0,0 1 1 15,0 0-103-15,-1 0-30 0,0-1-12 0,0-1-12 16,1-3-118-16</inkml:trace>
  <inkml:trace contextRef="#ctx0" brushRef="#br0" timeOffset="-59124.01">6604 13389 524 0,'0'-1'83'0,"0"0"-2"16,0 0 32-16,1-1-6 0,-1-2-14 0,3-4-9 0,-1 0-4 15,0 2-3-15,1 1 2 0,0-1 4 16,14 4-39-16,-4-2 12 0,5 3-21 0,1-11 12 0,1 4-16 16,1 3 0-16,-2 4-6 0,-1 1-12 0,-2 1-12 15,0 3 3-15,-4 2-4 0,-1 0 5 0,-3 0-1 16,-1 2 1-16,-3 5 1 0,-2 0 15 0,6-2 5 16,-1 2-2-16,-2 0 1 0,-2 3-6 0,-3-5 10 15,-2 2-2-15,-1-2 2 0,-2-1-8 0,-2 2-10 16,5 0 3-16,-12-2-6 0,-4 0 0 0,2-1-6 0,1 0-2 15,1-2 0-15,5-2-6 0,3 0-15 16,2-1 0-16,2-2-7 0,2-1-27 0,0 0-26 0,0 1-2 16,0-1-7-16,0 0-3 0,-1 1-49 0,1 1 6 15,1-1-24-15,1-1-25 0,7 3-65 0</inkml:trace>
  <inkml:trace contextRef="#ctx0" brushRef="#br0" timeOffset="-58823.46">7204 13107 715 0,'-1'0'136'15,"-1"0"-2"-15,1 0 14 0,-1 0-16 0,-13 3-31 0,-1 0-22 16,2 2-22-16,-3 4 5 0,1 1-12 0,0-3-10 16,-2 11-9-16,3 5-2 0,0 0-1 0,0 3-4 0,3 1-7 15,1-1 2-15,2 1-3 0,1-2-11 0,3 0 2 16,1 0-5-16,2 1 4 0,1 0-2 0,-15 1 0 15,9-2-1-15,4-2 1 0,1 1 5 0,2-4 3 16,2 1 4-16,0 0-2 0,0 0 0 0,2 1-3 16,-1-1 1-16,1 0 0 0,1 2 13 0,-2 0-9 15,1-1 0-15,-2 2-4 0,-1 0-8 0,0 0 4 16,-1 2-2-16,0-2 3 0,-1-1-7 0,-1 0-2 16,-2-2-2-16,1-2 1 0,-2 0 2 0,-1-1-13 15,0-1-3-15,0 0-9 0,1-5-47 0,-2-1-76 0,5-2-8 16,-12 0-27-16,-1-2-62 0,0-2-72 0</inkml:trace>
  <inkml:trace contextRef="#ctx0" brushRef="#br0" timeOffset="-58607.7">6733 14082 192 0,'-1'-2'25'16,"-8"-21"58"-16,-3-4-70 0,3-1 14 0,0 0-2 15,6 3 5-15,-1 2 1 0,3 3 14 0,0 2-6 0,0-2 9 16,1 5-1-16,2-1 11 0,2 4 2 0,-1 1 2 16,3 0 0-16,0 2 27 0,-5 1-2 0,13 1 11 15,2 1 14-15,-2 1 2 0,3 0 1 0,-1 3-5 16,0-2-40-16,2 3-3 0,-1-1-7 0,3 1 3 15,0 0-24-15,0-11-10 0,1 4-11 0,-1 3 3 16,3 1-16-16,-4 3-8 0,-2 1 8 0,-1 0-7 0,-2 0 6 16,0 1-7-16,0 1-4 0,-1-1-1 0,0 0-9 15,-6 0-32-15,1-1 4 0,3 1-14 0,-2-1-21 0,3 0-48 16,0 0-11-16,-1 0-16 0,1 0-66 0,3-1-128 16</inkml:trace>
  <inkml:trace contextRef="#ctx0" brushRef="#br0" timeOffset="-58406.5">7386 13694 2113 0,'-1'0'70'0,"0"0"4"0,-1 0-8 0,0 0-15 15,1 0-16-15,0 0-14 0,0 0-12 0,-1 0-2 16,1 0-2-16,0 1-5 0,1 0-9 0,0 1-4 15,0-1-5-15,1 1-38 0,2 0-60 0,0 1-13 16,9 5-23-16,1-2-103 0,3-3-239 0</inkml:trace>
  <inkml:trace contextRef="#ctx0" brushRef="#br0" timeOffset="-57572.82">10749 13494 924 0,'-1'0'113'0,"0"0"0"0,-2-1-16 16,-2-1-11-16,-4-2-38 0,2 0-21 0,1 2-9 15,5 2-5-15,-3-1 1 0,0 0-3 0,3 1-11 16,-4 0 8-16,3 0-8 0,1 0 20 0,-1 0 0 16,0-1-2-16,0 1 0 0,-1 0-5 0,2 0 23 15,0 0-5-15,0 0 10 0,0 0 1 0,1 0 6 0,0 0-2 16,1 0 1-16,0 0-17 0,1 0-2 0,10 1 4 15,7 0-4-15,0-1 9 0,2 0-14 0,1-1 0 16,2 1-5-16,-1-1-2 0,1-2-10 0,-1 1 0 16,-3 1-4-16,1 0-4 0,-1-1 2 0,-1 2 2 0,-1 0 1 15,0 0-7-15,-7 0-1 0,1 0-6 0,-5 0 3 16,-3 0-13-16,2 0-31 0,-3 0-5 0,-1 0-8 16,0 0-19-16,0 0 4 0,0 0-4 0,1 0-1 15,-2 0-40-15,0 0-32 0,0 0-5 0,-1 0-13 16,0 0-66-16</inkml:trace>
  <inkml:trace contextRef="#ctx0" brushRef="#br0" timeOffset="-57373.04">10724 13685 430 0,'-1'0'145'0,"0"0"-8"0,-1 0 35 16,1 0-7-16,-8 0-38 0,6 0-36 0,-1 0-19 15,2 0-5-15,0 0-7 0,-1 0-38 0,2 0 0 16,0 0 1-16,0 0 3 0,1 0 30 0,0 0-15 15,1 0 6-15,1 0-11 0,16 1-8 0,1 0-6 16,1-1-4-16,1 0 1 0,1 0-5 0,3 0-10 16,0-1 6-16,2 0-7 0,1-2-4 0,1 0-22 15,3-1-28-15,1-1 0 0,-1 0-140 0,2-1-167 16</inkml:trace>
  <inkml:trace contextRef="#ctx0" brushRef="#br0" timeOffset="-54069.98">11749 13115 799 0,'0'0'44'0,"-1"-1"0"0,-1 0 3 15,1 0 1-15,0 0-12 0,0-2 17 0,1 2-15 16,-4-5 0-16,1 0-5 0,-2-1-8 0,2 0 1 16,-1 0-6-16,2 1 5 0,-2-1-13 0,2 1 14 15,-1-1 1-15,2 3 3 0,-1-2-4 0,1 0-7 16,1 1-2-16,0-1 1 0,0 3 3 0,0-2-6 0,0 0 3 15,0 3-4-15,1-1-1 0,0 0 9 16,7 2-5-16,4-7 5 0,3 1-15 0,-1 1-2 0,3 2-1 16,2 3 1-16,-2 1 2 0,2 2-1 0,0 3 0 15,0 2-1-15,0 3-3 0,-2 0 5 0,0-9-6 16,-2 18 5-16,0-1-4 0,-4 2 3 0,-3 0 6 0,-2 2-2 16,7 3 14-16,-6 2 5 0,-3 4 0 0,-7 3-1 15,-2-1-13-15,-6 2-7 0,-6 1 2 0,15 0-3 16,-24 0 7-16,2-3 3 0,-3-1 0 0,2-4 2 15,-1-3 7-15,2-3-5 0,-1-3 1 0,2-3-3 16,-1 0 8-16,2-4-10 0,0 0 5 0,-1-1-7 16,5-2 1-16,2-2-3 0,3-2 0 0,5-3-1 0,2-1 0 15,2 3 10-15,0-2-9 0,2 0 9 0,-1-1-10 16,1 0-5-16,0 0 3 0,0-1-5 0,1 0 0 16,0-1 0-16,0-1-2 0,0-8 2 0,2-3 1 0,2 0-2 15,3 1 3-15,1 2-3 0,-5-2-1 16,12 2 0-16,-3 0 0 0,7 2 0 0,-1 0 0 0,-3 1 3 15,0 1-5-15,1 1 4 0,-1 3-5 0,0-8 1 16,2 3 3-16,-1 4-2 0,1 2-9 0,1 1 8 16,0 3-2-16,0 3 4 0,-1 2-2 0,0-1 0 15,-2 1-2-15,-1 1 2 0,-2-1 8 0,-2-2-10 16,-1-3 6-16,-1 6-7 0,-1-1 2 0,-3 0-1 16,3 0-7-16,-5-1 2 0,6 0-16 0,-5 2-17 15,0-4-8-15,3 0-4 0,-3-1-36 0,2-2-57 0,-2-1-2 16,-1-1-23-16,4 4-51 0,4 0-121 0</inkml:trace>
  <inkml:trace contextRef="#ctx0" brushRef="#br0" timeOffset="-53569.72">12467 13037 1545 0,'0'0'85'0,"-1"-2"188"0,0 1-259 16,0 0-11-16,-1 0 1 0,1 0-4 0,0 0-11 0,1-1 9 15,-1 1-7-15,0 1 8 0,0 0 0 0,1 0-3 16,0 0 3-16,-2 1-5 0,1 1 5 0,0 0 6 16,0 0 0-16,-5 7 3 0,4 1 2 0,-12 3-1 15,-2 1 7-15,-3 1-5 0,2 2 7 0,0-2 6 16,0 2-4-16,-1-1 6 0,-1-1-2 0,4 2-7 15,0-3-1-15,-1 0-2 0,6-1-2 0,0-1-2 16,2-2 0-16,5 1-1 0,-1-4 3 0,1 0-5 16,0 0 1-16,2-3-3 0,-1 0 0 0,1-1 7 15,-2 0-2-15,1 1 1 0,-1-1-9 0,1 2 0 0,1 0 4 16,1-1-2-16,0 1 6 0,0 0 0 0,1-2 0 16,1 1 0-16,1-3-3 0,12 1 3 0,2 0-4 15,1-1 5-15,1 2-3 0,0 0-3 0,1 0 0 16,4 11 0-16,1-4 8 0,4-4-3 0,0-3 1 15,-1-1-2-15,-3 0 2 0,0-2-6 0,-4 0 3 16,5 1-5-16,-3 0-1 0,-2-1-2 0,2 0 3 0,-6 0-3 16,-1 0 0-16,-5 0 0 0,-2 0-1 0,-4 0 0 15,-1 0-5-15,-2 0-20 0,1 0-1 0,-1 0-6 16,0 0-9-16,1 0-20 0,-2 0-3 0,0 0-6 16,0-1-14-16,0 0-26 0,-1-1 4 0,0 1-14 15,0-1-16-15,-1-2-3 0,0 0-11 0,-1-1 2 0,1 3-51 16</inkml:trace>
  <inkml:trace contextRef="#ctx0" brushRef="#br0" timeOffset="-53251.79">12597 13054 1445 0,'-2'0'72'0,"1"-1"0"0,0 0-1 15,-1 0-9-15,-1 0-19 0,1-1-12 0,0 1-11 16,0 0-1-16,1 0-4 0,0 0-9 0,0 0-7 16,0-1-1-16,0 1-3 0,-1 0-2 0,1 0 0 0,0 0 7 15,0 1-3-15,0 0 9 0,-1 0 0 0,1 1-2 16,0 0 4-16,-1 1 17 0,2 0 2 0,-5 10-3 16,2 3 0-16,-5 1-9 0,-1 4 8 0,-2 2 1 0,3 5 2 15,-2 2-5-15,0 2-7 0,6 2 7 0,-5 3-7 16,1 1 5-16,1-2-6 0,-1 4-6 0,2-2 3 15,1-2-10-15,1-2 8 0,0-5-7 0,3-4 6 16,-2-1-6-16,2-2-11 0,0-1 5 0,-2-1-10 16,1-4 1-16,-7 0-37 0,3-4-10 0,3-2-14 15,0-1-71-15,2-3-73 0,1-2-20 0,0 1-28 16,0-2-169-16</inkml:trace>
  <inkml:trace contextRef="#ctx0" brushRef="#br0" timeOffset="-52501.21">12910 13105 1176 0,'0'0'83'0,"0"0"1"15,0-1-32-15,0-1-7 0,0 1-36 0,0 0-20 16,0 1 3-16,0 0-1 0,0 0 3 0,0 0 11 0,0 1-8 16,0 0 6-16,0 1-5 0,0 1 9 0,3 11-1 15,-2 2-2-15,-1 0 3 0,0 1 12 0,-1 1 13 16,-2 1 14-16,0 1-2 0,-1-1 35 0,0 0-6 15,-2 2 1-15,1-1-3 0,0-2-8 0,2-2-22 16,-1-2-5-16,2-2-6 0,0 2-21 0,1-3-1 16,-1-1-1-16,1 1 0 0,0-2-1 0,1-3-3 15,-1 1 0-15,1-6-1 0,0 0 0 0,0 2-2 0,0-2 4 16,0 1-4-16,0 1 7 0,0-1 10 0,0 0 0 16,0 0 4-16,0-1 4 0,0 0-11 0,0-1 3 15,0-1-5-15,0 0-5 0,0-5 2 0,3-10-6 16,2-2 6-16,0-1-8 0,1 0 2 0,-1-1-2 15,3 2 2-15,-1 2 4 0,0 1-4 0,1-1 1 16,-1 2-2-16,0 0 0 0,0 1-3 0,1-1 2 0,-5 1-1 16,12 1 1-16,0-1-5 0,-3 0 4 0,2 3-5 15,4-1 5-15,-3 4-3 0,1 1-2 0,-1 3 1 16,-2-1 4-16,-2 2-5 0,1-6 4 0,-1 2-7 16,-2 2-1-16,2 2 6 0,-1 2-5 0,1 1 6 15,-2 1-2-15,-3 2-1 0,0 1 5 0,-4 4 0 16,2 6 16-16,-3 2-9 0,0 1 2 0,11 0-4 0,-5 0 2 15,-3 0-5-15,-3-1 2 0,-1 1-4 0,0-2-8 16,-1 3-5-16,-1-4-1 0,0 1-1 0,1-6-7 0,0 0-26 16,1-3-8-16,0 0-8 0,0 0-44 0,0-2-16 15,0 0-7-15,1-2-5 0,0-1-46 0,0-1-34 16,2 1-37-16</inkml:trace>
  <inkml:trace contextRef="#ctx0" brushRef="#br0" timeOffset="-52102.12">13796 12920 1567 0,'0'0'70'0,"0"0"-2"0,-1-1 9 0,0 0-8 16,-1 0-19-16,0 0-30 0,1 1 3 0,-10-3-6 15,0 2 4-15,-2 1-14 0,-3 2 4 0,0 4-5 0,-2 5 4 16,-1-5-9-16,1 11 0 0,-1 2 1 0,-4 0-2 15,5 0 0-15,-1 1-3 0,1-1 1 0,8-2 0 16,-1 1 2-16,0-2 2 0,7 1-4 0,-3-2 3 16,1 0-3-16,5-1 2 0,-8-1 5 0,5-1 0 15,3-1 11-15,1-2 2 0,1 2 2 0,2-1-2 16,2 1-15-16,2 1 6 0,-2-1-4 0,12 1 6 16,2 0-3-16,1-3-4 0,-3 5-2 0,-1-2 1 15,-3 1 8-15,-4 0-11 0,0-4 3 0,-2 2-4 0,-3-2 1 16,-1-1 8-16,-2 1-1 0,0-1 5 0,6 2 11 15,-1 0 5-15,-4 0 4 0,-2-1 0 0,0 0 15 0,-2-2-13 16,-3 1 0-16,-5-1-6 0,-15 0 1 0,3-2-3 16,-3 1 1-16,-1-1-5 0,4-3-17 0,-4 13-1 15,0-7-1-15,1-4 2 0,2-1 1 0,0-2-21 16,4-1-7-16,0 0-9 0,1-2-47 0,2-1-104 16,-3 0-2-16,-2-2-46 0,-1 0-125 0</inkml:trace>
  <inkml:trace contextRef="#ctx0" brushRef="#br0" timeOffset="-49832.74">10863 14385 855 0,'0'0'0'0,"-1"0"82"16,0-1 7-16,0 0 21 0,-2 0 10 0,-1-1-69 16,-3-2 2-16,2 2-21 0,-1-1 0 0,0 2-7 15,0 0-14-15,2 0-3 0,-1 1-1 0,0 0 0 0,0 0 4 16,0 0-12-16,-1 1 1 0,-1 1-4 0,0 2 5 16,-1 1 10-16,1-4-4 0,0 10 5 0,-2 2-8 15,0 3 15-15,-1 0-2 0,1 3 6 0,-2 1-9 0,-2 2 11 16,0 1-7-16,-2 1 7 0,0 1-8 15,1 0-9-15,-2 2 5 0,5 0-6 0,-6 2 5 0,3 2-4 16,1 1-4-16,1 2 0 0,5 0-2 0,-1 2 3 16,3-1-1-16,-1 1 1 0,2 1 1 0,1-1 1 15,-1-5 5-15,-13 1-3 0,10-5 11 0,4-1-3 16,3 0 5-16,0-4-4 0,1-1 13 0,0-1-5 16,0 0-1-16,0-1 1 0,-1-1 9 0,0 1-10 15,0-2 11-15,-1 1-10 0,-1-2 11 0,-1 1-1 16,0-3-3-16,-2 0 1 0,1 0-7 0,-1-1-7 0,-2 4-1 15,1-6-2-15,-2 2-9 0,6-2 1 0,-10-2-1 16,-3 2 2-16,1-2-7 0,0 0 0 0,1-2-3 16,-1-3 3-16,1-1 2 0,0-1-11 0,0-1 3 15,2 7-7-15,-1-1-1 0,1-2-9 0,2-2-1 0,-1-2-3 16,1 0-6-16,1-1-25 0,0 0 0 0,2 0-13 16,0-1-54-16,2 0-33 0,2-1-28 0,0 1 1 15,-1-1-97-15</inkml:trace>
  <inkml:trace contextRef="#ctx0" brushRef="#br0" timeOffset="-49499.6">10082 15046 1309 0,'-1'0'133'0,"0"0"276"0,-1 0-389 0,-1 0-35 15,1 0-9-15,1 0-4 0,0-1 7 0,1 0 18 16,1 0 3-16,1 0 1 0,17-4 0 0,6-1 2 16,5-1 2-16,2-1-1 0,-1-1 6 0,1 0 14 15,0-1-6-15,0 0 9 0,3 1 0 0,-1-1 13 0,4 2 2 16,0-1 1-16,0-1-11 0,1 2-11 0,-2 0-3 15,-2 1-2-15,-2 2-12 0,-4 0-3 0,-2 3 1 16,-4 1 0-16,-3 0 4 0,-4-1-9 0,1 2-1 0,-3 0-6 16,0 0-30-16,-2 0-46 0,-1 2-32 15,-1-1-9-15,0-1-156 0,1 0-160 0</inkml:trace>
  <inkml:trace contextRef="#ctx0" brushRef="#br0" timeOffset="-48515.86">10917 15565 276 0,'0'0'200'0,"0"-1"-232"0,0 0 221 0,0-1-112 16,0 1-43-16,0 0-13 0,0 0 8 0,0 1-10 16,0-1-3-16,0-1 10 0,0 2-7 0,0-1 10 0,0 0-7 15,0 0 8-15,0 0-5 0,0 0 3 0,0-1-16 16,0 1 12-16,0 0-5 0,0 0 7 0,0-1-9 15,0-1 14-15,0 0-6 0,0-3 8 0,0 1-8 0,0 0 1 16,0-1-2-16,0 2 1 0,0-1-7 0,0 2-2 16,0-1 3-16,0-2-2 0,0 4 2 0,0-2-1 15,0 3-8-15,0-1 4 0,0-1-9 0,0 1-5 16,0 0 8-16,0-1-7 0,0 1 11 0,0 0-9 16,0 0 4-16,0 0-4 0,0 0 4 0,0-1-3 15,0 2-3-15,1-1 1 0,1 0-5 0,-1-1 6 16,0 1-4-16,0-1 5 0,0 1-3 0,1 0 1 15,-2-1 3-15,1 1-3 0,0 0-1 0,-1-1 1 0,0 1-2 16,0 0 1-16,0-1-2 0,0 1 9 0,0 0-2 16,0 0 4-16,0 1-10 0,0 0 6 0,0 0-3 15,0 0 4-15,0 0-7 0,0-1 4 0,0 1-2 16,0 0 2-16,0 0-6 0,0 0 4 0,0-1-2 0,0 1 3 16,0 0-3-16,0 0-2 0,0 0 0 0,0 0 0 15,0-1 2-15,0 1 5 0,0 1-3 0,0 0 4 16,0 0-2-16,0 0-4 0,0 0 7 0,0 0-7 15,0 0 8-15,0 0 5 0,0 0-5 0,0 0 5 16,0 0-13-16,0 0 3 0,0 0-1 0,0 0 2 16,0 0 2-16,0 0-9 0,0 0 0 0,0 0-3 15,0 0 7-15,0-1 3 0,0 0 0 0,0 0 0 16,1 0-4-16,0-1-4 0,0 1 3 0,1 0-3 0,-1 0 5 16,0 0 7-16,0-2-2 0,0 1 4 0,0 0-4 0,1-1 0 15,-1 1-7-15,0 0 4 0,-1-1 0 0,0 1 5 16,0 0 3-16,0-1-2 0,0 2-1 0,0-1 9 15,0 0-3-15,1 1 5 0,-1 0-4 0,0 0 3 16,0 0-1-16,0 0 1 0,0-1 2 0,0 1-11 16,0 1 5-16,0 0-6 0,0 1 1 0,0 1-5 15,-2 6-1-15,-6 19 0 0,-2 1 5 0,1 4-9 16,-1 0 4-16,0 2-6 0,-1 0 1 0,1-2 5 16,-1-1-7-16,3-4 7 0,0-2 2 0,1-3-4 15,1-2 3-15,0-2-4 0,0 0-3 0,0-1 0 16,0 1 1-16,1 0 0 0,1-2 9 0,0-1-12 0,1-1 3 15,-1-2-7-15,2 1 2 0,1-3-18 0,-1-3-1 16,1-2-9-16,1-1-24 0,0-2-27 0,0 2-4 16,0-2-9-16,0 1-39 0,1-2-60 0,1 0-12 15,1-1-27-15,12-5-164 0</inkml:trace>
  <inkml:trace contextRef="#ctx0" brushRef="#br0" timeOffset="-48164.77">11289 15244 1302 0,'-1'0'94'0,"0"0"-3"16,-1 0-18-16,0 0 3 0,1 0-42 0,-5 1-13 0,0 0-5 16,1 0-3-16,-1 2 1 0,3-2-3 0,-2 1-8 15,-1 3 5-15,4-3-6 0,-3 7 8 0,1 0-5 16,0 0-1-16,1 2-1 0,-2 1-5 0,0-1 2 15,2 7 0-15,-2 2 1 0,1 4 11 0,-1 5 9 16,-4 0 0-16,0 3 3 0,-2 0 1 0,1-3-3 16,-1 2 2-16,5-4-2 0,-1 0 1 0,0-1-6 15,5-3-3-15,-2 0 1 0,1-3-4 0,-1-1-3 16,-6-3 3-16,1 0-3 0,5 1-4 0,1-3-5 0,2 0 1 16,1-2 0-16,0-3 2 0,0 1-11 0,0-4-6 15,1 1-1-15,1 0-6 0,-1-1-11 0,0-2 4 16,0 0-9-16,0-2-13 0,2 1-42 0,-1-1 1 15,0-1-17-15,1 0-34 0,-1 0 22 0,0-1-25 16,7 0 20-16,-2-2-65 0,-2-1-93 0</inkml:trace>
  <inkml:trace contextRef="#ctx0" brushRef="#br0" timeOffset="-47897.72">10893 15597 1501 0,'-2'0'56'0,"1"0"112"0,0 0-146 0,-1 0-22 16,-1 1 1-16,2 0-7 0,0 0 0 0,0 0 5 16,0 1 0-16,1-1 1 0,0 0-4 0,0 0 4 15,1 0-4-15,1 0 6 0,8 4 3 0,7 2-1 16,2-1 2-16,0-1-3 0,3-2 4 0,1 0-4 15,0-2-1-15,2 0-1 0,1-1-11 0,3 0-19 16,-1-2-4-16,3-1-6 0,-4 0-20 0,-1-3-50 16,1-1-23-16,0-3-18 0,1 0-150 0</inkml:trace>
  <inkml:trace contextRef="#ctx0" brushRef="#br0" timeOffset="-47248.08">11842 14982 606 0,'-2'0'149'0,"1"0"-130"0,-1 0 154 0,-9-2-63 16,-2 1-63-16,4 0-6 0,1 1 2 0,2 0-4 15,0 0-6-15,2 0-3 0,2 0-7 0,0 0 5 16,1 0-5-16,-1 0-7 0,0-1 4 0,0 1-7 16,-1 0-8-16,2 0 4 0,0 0 7 0,0 0-2 0,1 0 23 15,0 0-4-15,1 0 2 0,0 0-2 0,0 0-2 16,13 0-13-16,2 0 5 0,1 0-5 0,1 0 4 16,1 0-4-16,0 0-7 0,-1 0 4 0,2 0-1 15,2 1-11-15,-2 0 7 0,2 2-9 0,-2 0 10 0,-1 0-9 16,-3-1 2-16,-2 0-4 0,-3-1 0 0,1 2-8 15,1-1 0-15,-4 0-4 0,2 1 1 0,-3-1-10 16,-3-1 0-16,0 0-5 0,1 2-20 0,-1-2-20 16,2 3-12-16,-3-3-3 0,-1 0-49 0,1 0-36 15,-2 0-21-15,1 0-12 0,0 1-140 0</inkml:trace>
  <inkml:trace contextRef="#ctx0" brushRef="#br0" timeOffset="-46913">11709 15254 420 0,'-1'0'286'16,"-1"0"-318"-16,1 0 308 0,-1 0-152 0,-2 0-90 16,1 0 3-16,0 0 2 0,1 0-1 0,0 0 1 15,-1 0 6-15,1 0-10 0,1 0 6 0,0 0-28 0,-1 0 5 16,1 0 0-16,0 0 3 0,1 0 6 0,0 0 11 16,1 0 5-16,2 0 0 0,7 0 5 0,7-1-4 15,-1 1 2-15,3-1-3 0,2 1-3 0,0 0-12 16,4-1-11-16,2-1 1 0,2-1-20 0,3 0-11 15,5-3 0-15,-3 0-7 0,2-1-32 0,2-1-36 16,-6-1-13-16,3 0-15 0,-2-2-135 0</inkml:trace>
  <inkml:trace contextRef="#ctx0" brushRef="#br0" timeOffset="-44244.81">14451 13970 720 0,'0'0'32'15,"0"0"1"-15,0 0 10 0,0 0-9 0,0 0-1 0,0 0-5 16,0 0-3-16,0 0 1 0,0 0-4 0,0-1-12 16,0 0 7-16,0 0-2 0,0 1 4 0,0 0-6 15,0-1 5-15,-1-1 2 0,0 1 2 0,-1 0 10 0,1 0 0 16,0 0 6-16,0 0-3 0,0-1 4 0,-2 1 7 15,1 0-8-15,0 0 8 0,-1 0-5 0,1 0-11 16,0-1 4-16,-1 1-6 0,1 0 7 0,0 0-9 16,0 0 0-16,1-1-3 0,0 1-7 0,0 0 2 15,0 0-9-15,0 0 6 0,1-2-4 0,0-2-7 16,0-10 6-16,3 1-6 0,3 0 8 0,2-1-3 16,-6 1 0-16,9-1-3 0,1-2-12 0,0 2 6 15,-2 1 2-15,-2 1 1 0,1 1-3 0,-3 1 9 16,-1 2-5-16,-2 2 9 0,1 2-8 0,-2 0-1 0,-1 3-2 15,0 0 3-15,-1 1 4 0,2-2 10 0,1 1-4 16,-1 0 3-16,0 0-17 0,1 1 7 0,-2 0-2 16,0 0 5-16,0 0 5 0,0 1-9 0,-1 0 4 15,0 1-6-15,0 1 10 0,0 4-6 0,-1 7-1 16,0 2-1-16,0 1-1 0,0 0-3 0,-2 1 1 0,1 0-3 16,0 3 0-16,-2-1 5 0,2 1 0 0,-2 3 2 15,1 0-2-15,-1 3-2 0,0 2-2 0,-1-3 1 16,1-1-6-16,0-1 8 0,-1-2-4 0,1-2 6 15,0-1-2-15,-1 1-8 0,0-2 8 0,1-2-8 16,0-1 5-16,0-2 7 0,2 0-9 0,0-2 7 0,-2 0-14 16,1-2 10-16,-1 0-4 0,1 0 5 0,0-2-7 15,0 1 1-15,-1 0 4 0,1 0-2 0,0-2 1 16,0 0-1-16,-1-1-5 0,2 0 3 0,0 1 1 0,-4-3-3 16,0 0 2-16,0 1-2 0,0-1-2 0,-1 2 6 15,-2-3-1-15,2 2 3 0,-2-1-2 0,1 0 5 16,-1 1-5-16,0 0 5 0,0-1-7 0,1 0 4 15,2 2 3-15,0-3 0 0,3 2-1 0,0-2-4 16,2-1 6-16,0 0-4 0,-1 2 6 0,-1 0-6 16,1 1-2-16,1-2 0 0,-1 0 3 0,1 0 7 15,0 0-3-15,0 1 3 0,0-1-7 0,1-1 0 16,0 0 7-16,1 0-4 0,0 0 5 0,3 0-3 16,11-4-6-16,1 1 3 0,1-2-1 0,3 0-3 15,1-1 5-15,0 2-5 0,4-2 2 0,-3 1 0 0,-2 2 1 16,3-1-1-16,-3 2-3 0,2-2-1 0,-1 2 1 15,-5 1 0-15,0 0 1 0,-2-1 4 0,-1 1-8 16,-3 1 5-16,-1 0-9 0,-3 0-1 0,1 0 0 0,-3 0-2 16,2 0-17-16,-2 0-44 0,0 0-1 0,-1 0-18 15,-1 0-41-15,-1 0-65 0,2 0-4 0,-1 0-31 16,0 0-132-16</inkml:trace>
  <inkml:trace contextRef="#ctx0" brushRef="#br0" timeOffset="-43644.98">13722 14702 886 0,'-1'0'41'0,"0"0"92"0,-15-4-133 0,1 1 3 0,-2-1-3 15,5 1 4-15,-4-2-1 0,1 1 17 0,2 1-3 16,-5-2 10-16,8 3 17 0,-4-1-2 0,2 1 7 16,1 0-6-16,1 1 0 0,-1-1 0 0,2 1-1 15,2 0 2-15,-4 0-2 0,3 0-1 0,2 1-6 0,1 0 3 16,4 0-18-16,0 0-1 0,-1 0-5 0,-1 0 2 15,2 0-12-15,0 0 5 0,0 0 0 0,1 0 0 16,0 0 4-16,1 0 3 0,1 0 7 0,12 0-4 16,8 0 3-16,5 0-13 0,4 0 5 0,2 0-6 15,0 0 5-15,2 0-1 0,3 0-1 0,6 0 1 16,1 0-3-16,6-1 6 0,6-2-6 0,5 2 6 16,3-3-5-16,2 1 9 0,-2-1-6 0,2 0 7 0,3-2-11 15,3 1 3-15,0 0 1 0,1 3 0 0,-3 0-1 16,-2-1 2-16,1 1-1 0,2 0 0 0,1-1 0 15,1-1-6-15,1 0 6 0,-4-1-6 0,-2 2 3 16,-1 2 1-16,1-3-2 0,0 2 4 0,-1-1 6 0,-3 0 2 16,-5 2-1-16,-7 0 3 0,-4 1 6 0,-4 0-8 15,-1 1 7-15,0 1-8 0,-9 2 2 0,5-1-8 16,-5 2-2-16,0 0-2 0,2 0-7 0,-5 0 5 16,-1 1-4-16,-3-1 3 0,-5-1-3 0,1 1-4 15,-4 0 2-15,-3 0-2 0,-1-2 5 0,-2 1-7 16,0-1 2-16,-2 1-3 0,-1-1 3 0,0 0-3 15,-3-1-1-15,-2-1-3 0,0 0-13 0,-2-1-19 16,-3 0-11-16,1 1-7 0,0 1-82 0,1-2-60 0,-1 0-34 16,-1 0-25-16,0 0-296 0</inkml:trace>
  <inkml:trace contextRef="#ctx0" brushRef="#br0" timeOffset="-42977.36">13697 15140 1226 0,'-1'0'112'15,"0"0"227"-15,-2 0-316 0,1 0-16 0,-4-1-2 16,2 0-4-16,0 1-4 0,0 0 4 0,1 0-7 16,1 0 6-16,0 0-17 0,0 0 9 0,0 0-3 15,-1 0 4-15,0 0 3 0,-4 0 4 0,-4 0-1 0,-1 0 1 16,-3 1 12-16,-4 3 8 0,4-1 5 0,-5 3 0 16,1 0 15-16,-3 1 0 0,1 0 6 0,3 0-4 15,0 0-1-15,3 0-15 0,2-1-1 0,3 0-4 16,3-1-9-16,2-3-15 0,3-1 0 0,0 4-4 15,-3 3 7-15,-1 2-3 0,2 0 4 0,3 1-3 16,1 1 3-16,2-1-1 0,4 1 1 0,1 0-1 16,-6 2-2-16,18 0 10 0,-5 3-8 0,6 0 11 0,-4 0-10 15,-2-1 1-15,-1 1 4 0,1 0-2 0,-1 0 9 16,-3-2-6-16,1 0 2 0,-5-3-4 0,-2 1-3 0,1-3 8 16,-3 1-2-16,0-2 3 0,5 1 0 0,-3-2 3 15,1 2 5-15,-3-2 0 0,-2-2 7 0,0 2-9 16,-2-2-5-16,-1 0 1 0,-6 1-5 0,-9-3 6 15,-1 1 0-15,-4 0 0 0,3-2-10 0,-4 1 3 16,1-2-6-16,5 1 5 0,-4-2-9 0,7 1-2 16,1 7-1-16,2-3-1 0,-1-1-7 0,3-3-24 15,0 0 1-15,1-1-13 0,2-1-49 0,1 0-9 16,1 0-22-16,2 0 10 0,2 0-41 0,-1 0-62 16,0-3-10-16,-5-13-34 0,5-4-180 0</inkml:trace>
  <inkml:trace contextRef="#ctx0" brushRef="#br0" timeOffset="-42759.96">13460 15073 1117 0,'0'0'188'0,"0"0"336"16,0 0-423-16,0 0-61 0,0 0-7 0,1 0-11 15,0 0-2-15,1 0 11 0,5 0 0 0,11 3 3 16,4-1-13-16,2 2-12 0,3-1-7 0,0-2-2 0,2-1-37 15,-2-1-23-15,-2-1 5 0,0-2-8 0,-3 0 14 16,-2-1-5-16,-2 0-8 0,-2 2 1 0,-3-1-24 16,-2 1-86-16,-1-1 7 0,0 0-41 0,-1 1-70 15</inkml:trace>
  <inkml:trace contextRef="#ctx0" brushRef="#br0" timeOffset="-42309.89">13939 15076 177 0,'0'0'132'0,"0"0"-8"0,0 0 55 16,0 0-5-16,0 0-28 0,0 0-33 0,0 0-7 16,0 0-2-16,0 0-1 0,0 1-13 0,-1 0-24 0,0 0 7 15,0 0-13-15,0 1 3 0,-2 0-11 0,0 0-5 16,-7 1 0-16,2 5-5 0,0 1-16 0,-1 1 1 16,0 1-8-16,0 2-2 0,0 0 2 0,-1 3-6 15,1-1 3-15,-1 3-11 0,1-1 4 0,-1 2 0 16,3 0 0-16,0 0 4 0,3 1-11 0,-1-2 5 15,3 2-6-15,-2-1 6 0,-9 2 4 0,6-2-1 0,2-1 2 16,3 2-5-16,1-4 5 0,1 0-2 0,1 0 2 16,3 2-1-16,-1 0 4 0,2-1 1 0,0-2 0 15,0-2-7-15,1-2 0 0,1 1-4 0,-1-3 4 16,-5-1 6-16,9-1-2 0,0-2 1 0,-1-2-1 0,0 1 5 16,2-2-6-16,-3 0 6 0,1 5-6 0,2-2 9 15,-2 0-7-15,2-1 0 0,1-3-2 0,-7-1-2 16,1 0-3-16,1 0 0 0,-1-1 0 0,5-3 7 0,-3-1-9 15,-3 2 4-15,-1-5-5 0,-2-6 2 0,-1-1-9 16,1 0 1-16,9-1-5 0,-5 3 4 0,-4-4 3 16,-2 3-5-16,0 5 2 0,-2-3-8 0,-2 3-8 15,1 2 2-15,-1 1-6 0,-1 0-12 0,2 3 10 16,-4 2-11-16,-4 0 8 0,4-4-26 0,-3 1-5 16,0 0-1-16,1 3-1 0,-1 1-14 0,4 0-16 15,1 1-1-15,1 0-6 0,2 1-12 0,1-2-30 16,-2 2-1-16,1 0-12 0,1-1-25 0,-1 1 10 15,2-1-8-15</inkml:trace>
  <inkml:trace contextRef="#ctx0" brushRef="#br0" timeOffset="-41776.77">14295 15180 1216 0,'0'0'192'0,"0"0"-197"0,0 0 206 0,-2 0-96 15,1 0-69-15,0 0-8 0,0 0-3 0,0 0-1 16,0 0-7-16,-1 0-6 0,1 0-5 0,0 0 1 16,0 0-4-16,0 2-3 0,-2-1 5 0,1 1-5 15,0 3 2-15,-5 7 7 0,-1-1-7 0,3 3 7 16,-4-1-2-16,3 1 7 0,1 2 1 0,0-2 0 16,1 1 7-16,2 0 4 0,-2 3-2 0,2 1 1 0,1 0-6 15,0-1-4-15,-11 2-2 0,5-3-2 0,2-3-5 16,3 3 6-16,1-5 1 0,1 3 0 0,1 0-10 0,1-2 12 15,1-1-7-15,0-3 8 0,1-1-15 0,0 0 12 16,0-2-9-16,-3 0 11 0,7-1 0 0,2-3-9 16,-1 2 6-16,3-2-7 0,-2 0 6 0,1 6-1 15,0-3 3-15,-2 0-2 0,0-1 0 0,0-2-1 16,-2-1-1-16,1-1 0 0,-1 0-2 0,0 0-1 16,-2 0 2-16,-1 0-1 0,2-1 10 0,-1 0-7 15,0 0 2-15,-2-1-2 0,0 1 16 0,-1 0-13 0,2-1 9 16,-2 1-9-16,1-5 11 0,2-5-7 0,-3-3-1 15,3 1-2-15,0 2-1 0,1 0-6 0,-3 0-1 16,0-4-2-16,-1-2-4 0,9 1-2 0,-3-3 3 16,-4 3-1-16,-1-1-4 0,-2 0 4 0,-1 1-3 0,-1 1 3 15,-2 0-4-15,0 1-1 0,-2-2 0 16,-2 1 0-16,0 2-6 0,-2 0-1 0,4 1-6 0,-8 3 4 16,1 1-8-16,1 1 0 0,0 2 2 0,2 3-1 15,-2-2-6-15,0-3-10 0,2 1 3 0,-2 1-6 16,3 3-4-16,1 2-13 0,-1 0 0 0,1 1-3 15,0 2 5-15,1 0-25 0,0-2-8 0,4 12-8 16,-7-1-45-16,4 1-23 0,2-4-5 0,2 1-7 16,1-6-45-16,1-1-99 0</inkml:trace>
  <inkml:trace contextRef="#ctx0" brushRef="#br0" timeOffset="-41425.74">14750 15291 1284 0,'0'0'115'0,"0"0"-1"0,-2 0-44 16,1 0 1-16,0 0-55 0,-1 0-16 0,-1 0 0 15,1 0 0-15,0 0 0 0,-1 0-3 0,2 0 10 0,0 0-12 16,0 0 10-16,0 0-21 0,-1 0 24 0,2 0 1 15,0 0 9-15,0 0 18 0,2 0 0 0,-1 0 6 16,2 0-3-16,10-2 7 0,1-1-2 0,2 0-3 16,-1 0 0-16,3 1-11 0,-1 0 3 0,2 0-7 0,3 1 4 15,2 0-19-15,-1 0-3 0,-1 1 1 16,1 0-1-16,-2 0-6 0,-1 0-1 0,1 0-2 0,-4 0 1 16,-3 0-2-16,-1 0-16 0,0 0-2 0,-4 0-5 15,0 0-23-15,-1 1-35 0,-5-1 5 0,2 0-19 16,-1 0-34-16,-1 0-35 0,-1 0-1 0,1 0-11 15,-1 0-20-15,0 0-52 0,1 0-18 0</inkml:trace>
  <inkml:trace contextRef="#ctx0" brushRef="#br0" timeOffset="-41125.73">14986 15117 536 0,'-1'-1'401'0,"0"0"-440"15,-1-1 441-15,1 1-215 0,0 0-131 0,-1 0-21 16,-1 0-3-16,1-1-3 0,0 1-1 0,-1 0-16 16,2 0 4-16,0 0-8 0,0 0 2 0,0-1-6 15,-1 2-4-15,1 0 1 0,0 0 6 0,0 2 4 0,0-1 7 16,0 1-5-16,-1 3 0 0,-1 11 17 0,1 2-8 16,-1 2 11-16,1 1-11 0,-2 1-9 0,1 4 9 15,-2 1-10-15,0 2 7 0,1 1-3 0,-1 1-1 16,1-1 0-16,1 1-4 0,1-3-9 0,-1-1 2 0,1-2-4 15,1-2 0-15,0-3 0 0,1-1-3 0,0-4 0 16,1-2-8-16,0-2-12 0,-1-3 0 0,1 0-6 16,0-1-17-16,0-2-65 0,1 0 1 0,-1-2-26 15,0 0-23-15,2-1-57 0,9 5-26 0</inkml:trace>
  <inkml:trace contextRef="#ctx0" brushRef="#br0" timeOffset="-40575.7">15319 15091 1678 0,'0'0'101'0,"0"0"205"0,0-1-287 0,0 0-21 15,0-1-7-15,0 1-2 0,0 0-12 0,0 0 10 16,1 0-2-16,1 0 4 0,14-3-7 0,7 1 2 15,-2 0 3-15,5 1 0 0,-3 1 9 0,-6-1 4 16,3 1 0-16,-5 1 0 0,2 0 0 0,-3 0 11 0,0 1-5 16,0 2 8-16,0 0-10 0,2 3 11 0,-3 1 1 15,-1 2 3-15,1-8 5 0,-1 12-6 0,-1 0 0 16,-3-1-3-16,-1 1 0 0,-3 0-4 0,-2 3 0 16,-1-1-2-16,10 1-5 0,-4 3 3 0,-5 0-7 15,-2 0 4-15,-3 0-13 0,-4-1 7 0,-2-1-1 0,7 1 3 16,-16-2 3-16,1 1 0 0,-3-3 6 0,-2-3-4 15,3 2 6-15,-1-6 0 0,0 2 3 0,2-5-1 16,3 1-1-16,-2-1-1 0,4-2-5 0,1 1 3 16,-2 7-9-16,5-5 11 0,-2-1-9 0,1 0 11 15,0-2-9-15,1-1 5 0,3-1-1 0,1 0 1 16,2 0 0-16,2 0-3 0,-1 0 7 0,0 0-6 0,0 0-6 16,-1-1-4-16,2 0-4 0,0 0 1 0,1 0 4 15,0-1-2-15,1 0 5 0,0 2-2 0,18-6 4 16,1 0-1-16,-1 3-6 0,7-2 4 0,-1 3 0 0,2-14 2 15,-1 7 2-15,-5 4-3 0,2 2 0 0,0 2 5 16,-1 1-5-16,-1 2 4 0,0 3-6 0,-3-1 2 16,0 2 4-16,-2 1-1 0,-2 0 0 0,0 2-3 15,-1-1 0-15,-1 0-1 0,-2-1-4 0,-1-1-4 16,0-5-4-16,-2 5 1 0,0-1-9 0,0 1-20 16,-2-3-14-16,-3-2-4 0,3 3-56 0,0-2-42 15,-2-1-4-15,7 1-15 0,0-2-32 0,4-6-34 16,2 2-35-16</inkml:trace>
  <inkml:trace contextRef="#ctx0" brushRef="#br0" timeOffset="-40207.76">16222 14979 1771 0,'0'0'55'16,"0"0"4"-16,0 0-16 0,0 0-15 0,0 0-14 15,0 0-15-15,0 0 7 0,0 1 1 0,0 1 3 16,-1 0-1-16,0 3-17 0,-4 9 1 0,-2 3-8 16,-1 0 3-16,-3 1 6 0,-1-1-4 0,8 1 5 0,-14 1 0 15,0-3 14-15,-2 2 0 0,1-2 7 0,3-1 9 16,1-2 4-16,4 0 4 0,3-1-2 0,2 0 0 16,0-3 0-16,1 0 2 0,-2 0-2 0,3-2-2 15,0 0-4-15,2 0-3 0,1 0 0 0,1 0-2 0,0 1-6 16,3 2 6-16,1-4-4 0,-1 0 8 0,14-2-4 15,0 0-3-15,2-1 1 0,2 2-4 0,0-3-1 16,2 1 3-16,-1-2-2 0,2 13-2 0,-3-7 1 16,2-2-2-16,4-2 3 0,-1 0-2 0,1-2-8 15,-3-1 4-15,-1 0-7 0,0 0-1 0,-2-1-8 16,0-2-5-16,-2 1 1 0,-3 0-19 0,-2-1-34 16,-2 1-15-16,0 0-7 0,0-2-56 0,-2 1-42 0,1-2 2 15,-2-1-19-15,-1 5-35 0,1-11-144 0</inkml:trace>
  <inkml:trace contextRef="#ctx0" brushRef="#br0" timeOffset="-39907.78">16394 15011 1442 0,'0'0'90'0,"0"0"155"16,0-1-178-16,0 0-23 0,0-1-6 0,0 1-2 0,0 0-3 15,0 0-5-15,0 0 0 0,0 0-4 0,0 1-17 16,0 0 2-16,0 0-7 0,0 0 6 0,0 0 2 16,0 0 5-16,0 1 9 0,-2 0-3 0,1 1 16 15,-1 8-12-15,-2 6 2 0,1 4-4 0,-2 0 4 0,-1 3-2 16,0 1 5-16,2 1-4 0,0 2-2 0,-1 1-5 16,-2 3 1-16,1 2-2 0,-1 2 3 0,-1 3-5 15,1 0 0-15,-1-1-2 0,1-1-8 0,1 0-1 16,1-2-2-16,3-4 1 0,0-2-3 0,0-4-1 15,1-5-5-15,1-4 0 0,0-1-15 0,0-3-38 16,0-4-24-16,0-1-12 0,0-3-148 0,0-2-150 16,0 2-76-16</inkml:trace>
  <inkml:trace contextRef="#ctx0" brushRef="#br0" timeOffset="-38606.97">8631 9351 852 0,'0'0'38'0,"0"0"-12"0,0 0 23 0,0 0 1 16,0 0-23-16,0 0-6 0,0 0-16 0,0 0 2 15,0 0-5-15,0 0-1 0,0 0 23 0,0 0-4 16,0 0 10-16,0 0-12 0,0 0 19 0,0-1-5 0,0 0 10 16,1 0-3-16,-1 0-3 0,0-1 6 0,0 1-6 15,2 0 4-15,-1 0 0 0,0 0-7 0,0 0 6 16,0-1-7-16,1 1-7 0,-1 0-6 0,-1 0 0 15,0 0-15-15,1-1 8 0,0 1 1 0,0 1 1 16,0 0-6-16,1 0 7 0,-1 1-4 0,0 1 6 0,-1-1-5 16,2 11 5-16,1 1-3 0,-1 2 3 0,-1-1-2 15,-1 0-6-15,1 1 8 0,-1 1-7 0,2-2 6 16,-1 1 1-16,0 0-5 0,-1 1 5 0,0-1-7 16,0-1 5-16,0 0-2 0,0-1 2 0,0 0-5 15,0-2-2-15,0-2 3 0,0-1-1 0,0 0 9 0,0-3 4 16,0 0 1-16,1 0 3 0,-1-4 19 0,0 0 6 15,9 5-1-15,7 0-1 0,4-6-27 0,6-6 0 16,2-7-10-16,7 2 5 0,3-22-18 0,6-4-6 16,7-6 1-16,7 0-3 0,3-7-4 0,2-2-20 15,2-1-9-15,-3-4-5 0,-2 3-43 0,1 2-45 16,4 1-15-16,6 1-32 0,5 2-261 0</inkml:trace>
  <inkml:trace contextRef="#ctx0" brushRef="#br0" timeOffset="-21892.96">16790 14304 126 0,'-1'0'0'16,"0"0"67"-16,-1 0 23 0,1 0 14 0,0 0 5 0,0 0-68 15,-2 0-20-15,1-1 2 0,0 0-7 0,-1 0 12 16,2 1 1-16,-1 0 6 0,0 0-3 0,0 0 3 15,0 0-7-15,0-1 15 0,-1-1-2 0,1 1 5 16,0 0-4-16,-1 0-4 0,1 0 5 0,0 0-6 16,-1-1 6-16,1 1-14 0,1 0 0 0,-2 0-4 15,2 0 1-15,0-1-7 0,-1 1 5 0,0 0-5 16,0 0-2-16,1 1 4 0,0 0-2 0,-2 0 4 0,1 0 6 16,1 0-17-16,-2 0 6 0,2 0-10 0,0 0 5 15,0 0-8-15,0 0-3 0,0 0 1 0,-1 0 8 0,1 0-10 16,0 0 1-16,0 0-3 0,0 0 2 0,0 0 0 15,-1 0 3-15,2 0-3 0,0 0 17 0,0 0-2 16,2 0 7-16,-1 0-6 0,1 1 3 0,6 0-2 16,9 3-4-16,2-2 2 0,2 1 0 0,1-2-2 15,4-1 2-15,-4 0-4 0,1 0-11 0,3-1 4 16,-6-1-2-16,3 1 3 0,-3 0 2 0,-1 1-2 16,-3 0-6-16,2 0 1 0,-3 0-5 0,-2 0 6 15,-1 0 2-15,-4 0 0 0,2 1-9 0,-3 0 5 16,-1 1-5-16,-3-2 4 0,1 0-4 0,-2 0 3 0,0 0-1 15,1 0 0-15,-1 1-18 0,0 0-21 0,1 0-9 16,-1 0-5-16,0-1-51 0,0 0-67 0,-1 0-19 16,0 0-21-16,0 0-111 0</inkml:trace>
  <inkml:trace contextRef="#ctx0" brushRef="#br0" timeOffset="-21625.98">16740 14530 1242 0,'0'0'155'0,"-1"0"-171"16,0 0 168-16,0 0-84 0,0 0-59 0,0 0-15 15,-1 0 3-15,1 0-6 0,0 0 8 0,1 0 8 16,0 0-7-16,1 1 7 0,0 0-4 0,2-1 0 15,14 5 5-15,3-1-3 0,2-1 3 0,1 0-3 16,-1-2 5-16,2-1-5 0,-2 0-3 0,1-1 5 16,0-2-8-16,-4 1 5 0,3-1-33 0,-5 1-17 15,-1 0-4-15,0-2-5 0,-2 1-27 0,-1 0-105 16,1-1-36-16</inkml:trace>
  <inkml:trace contextRef="#ctx0" brushRef="#br0" timeOffset="-17805.73">17513 14026 151 0,'-1'0'36'16,"0"0"2"-16,0 0 5 0,1 0-11 0,0 0-3 0,0 0-7 15,0 0-15-15,-2 0 7 0,2 0-12 0,0 0-2 16,0 0 5-16,0 0-9 0,0 0 7 0,0 0-6 0,0 0 1 15,-1 0 4-15,0 0-2 0,1 0 0 16,0 0 5-16,0 0-6 0,0 0 7 0,0 0 8 0,0 0-10 16,0 0 9-16,0 0-10 0,0 0 1 0,0 0 2 15,0 0-6-15,0 0 4 0,0 0 0 0,0 0 0 16,0 0 6-16,0 0-5 0,0 0 1 0,0 0-1 16,0 0-7-16,0 0 3 0,0 0-2 0,0 0 3 15,0 0 3-15,0 0-2 0,1 0-13 0,0 0 10 16,1 0-6-16,-1 0 7 0,0 0 3 0,0 0-5 0,0 0 6 15,0 0-5-15,1 0 6 0,-1 0-8 0,0 0 3 16,-1 0-3-16,0 0 8 0,0 0-1 0,0 0-4 16,0 0 2-16,0 0-3 0,1 0 0 15,-1 0-1-15,0 0-1 0,0 0-4 0,0 0 9 0,0 0-7 16,0 0 7-16,0 0 0 0,0 0-3 0,0 0 4 0,1 0-5 16,-1 0-4-16,0 0 5 0,0 0 2 0,0 0 1 15,0 0-7-15,0 0 8 0,0 0-4 0,0 0 8 16,0 0 3-16,0 0-10 0,0 0 2 0,0 0-3 15,0 0 9-15,0 0-9 0,0 0 4 0,0 0-6 16,0 0 0-16,0 0-3 0,0 0 5 0,0 0-3 16,0 0 0-16,0 0 3 0,0 0 0 0,0 0 2 15,0 0 6-15,0 0-4 0,0 0 0 0,0 0-2 16,0 0-7-16,0 0 9 0,0 0-12 0,1 0 12 0,1 0-14 16,-1 1 5-16,0 0 9 0,0 0-4 0,0 0 3 15,1 0-9-15,-1 1 1 0,0-1-3 0,0 0 2 0,0 0-35 16,0 0-16-16,1 1-8 0,-1-1-73 0</inkml:trace>
  <inkml:trace contextRef="#ctx0" brushRef="#br0" timeOffset="-9882.97">17692 14095 210 0,'0'0'34'0,"0"0"-4"16,0 0 33-16,0 0 4 0,0 0-5 0,0-1-9 0,0 0-26 15,0-1-5-15,0 1-4 0,0 0 0 0,0 0 2 16,0-1-1-16,0-1-1 0,1 1-11 0,0 0 5 16,0-1 1-16,1 1 2 0,-1-1-2 0,0 1 14 15,0 0-5-15,0 1 10 0,0-1 15 0,1 1 24 16,-1 0-7-16,0 0 8 0,-1 0-33 0,1-2-9 15,0 1-7-15,0 0 2 0,1-1-6 0,-1-1-11 16,1-2 9-16,2-3-11 0,-1 2 4 0,1 0-9 16,-1 0 1-16,3-2-2 0,-2 2 7 0,2-4-2 15,-2 2 3-15,0 2-4 0,0-3-4 0,1 2 8 0,0-2-6 16,0 0 9-16,-2 0-1 0,2-3 11 0,-3 3-1 16,1 2 4-16,-1 0-5 0,0 1-10 0,1 0 9 15,-1-3-10-15,0 2 6 0,-1 2-7 0,-1 1 3 16,0 2-3-16,2-1 9 0,-2 2-1 0,0 1-5 0,0-1 3 15,0 0 2-15,1 0 4 0,0 0 3 0,0-1-4 16,-1 1-8-16,1 1 8 0,-1 0-3 0,0-1 5 16,0 1-9-16,0 0 0 0,0 0-2 0,2 0 3 15,-2 0 10-15,0-1-12 0,0 1 5 0,1 0-8 16,-1 0 6-16,0 0-8 0,0-1 5 0,0 2-4 16,0 0 8-16,0-1 12 0,0 1-6 0,0 0 8 15,0 0-17-15,0 0-1 0,0 0-1 0,0 0 0 0,0 0-11 16,0 0 4-16,1 0-4 0,-1 0 4 0,1 0-5 15,0 0 6-15,-1 0 2 0,1 1 1 0,1 1 1 16,-1-1-5-16,0 1-2 0,-1-1 1 0,2 6-1 0,-1 0 9 16,1 2-3-16,-1-2 4 0,-1 1-7 0,0 4 2 15,0-3 2-15,0 4-2 0,0 0-4 0,0 0 8 16,0 6-5-16,0 2 5 0,-3 2-6 0,1 1-4 16,-1-1 0-16,-1 1-1 0,1 0 6 0,-1-2-4 15,2-1 4-15,-2-1-4 0,2-1 11 0,-2-2-7 16,2 0-2-16,-2-2-1 0,1 1 2 0,0-2-3 15,1-1 0-15,0-2 0 0,-1 0-1 0,1-2 1 16,0 1 5-16,1-3-3 0,-2 1-4 0,2-1 6 0,0 0-2 16,0-1 4-16,-1-2-8 0,1 0 1 0,0 0 0 15,0-1 2-15,0 1 7 0,0-1-9 0,-1 1 1 16,0 3-1-16,2-5 4 0,-2 3 0 0,-1 2-3 16,2-5 0-16,-1 3-6 0,1-1 6 0,1-3-3 15,-3 2 4-15,-1 3 1 0,2-2 2 0,-2-1-4 0,-2 1 1 16,1-1-4-16,2 0 6 0,-1-1 1 0,2-1 1 15,-1 2-9-15,1-2 5 0,0 0 2 0,-1 0 2 16,1 0-1-16,0 0 0 0,-1 1-5 0,1-1 3 16,0 0-2-16,-2 1 1 0,1-1 3 0,0 1-3 15,-2 0 1-15,2-1-3 0,-2 2 2 0,1-2-1 16,0 0 10-16,-1 0-7 0,2 0 1 0,-2 0-3 0,2 1 7 16,-1-1 0-16,0-1 2 0,1 0-2 0,-1 0 9 15,1 0-9-15,1 0 5 0,-1 0-7 0,1 0 11 16,-1 0-5-16,2 0 0 0,0 0-1 0,-1 0-1 0,-1 0 10 15,1 0-7-15,0 0 7 0,1 0-12 0,-1 0-4 16,1 0-1-16,0 0-2 0,0 0-2 0,0 0-3 16,0 0 6-16,1 0-4 0,0-1 3 0,1-1 1 15,0 1 0-15,1 0 0 0,2-1 0 0,6-3-2 16,3-1-3-16,-1 1 1 0,1 1 2 0,-2 0-3 16,0-1 3-16,0 2-2 0,-1-1 5 0,1 1 1 15,1-1-5-15,2 0 1 0,0-1-5 0,1 1 4 16,2 1 4-16,-1-1-2 0,2 1 0 0,-4-1-2 0,1 1 0 15,-4 0-1-15,-3 1 4 0,4 0-2 0,-3-1 0 16,3 1 0-16,-1 1-1 0,-4 1 2 0,-1 0-3 16,-2 0 2-16,1 0-3 0,-4 0 1 0,3 0-1 15,-2 0 1-15,0 0-2 0,1 0 3 0,-1 0 3 16,-1 0-1-16,0 0-1 0,1 0 1 0,-1 0-3 0,0 0 4 16,0 0-2-16,0 0-4 0,0 0-5 0,1 0 1 15,-1 0 3-15,0 0-17 0,0 0 4 0,0 0-11 16,1 0-8-16,-1 0 7 0,0 0-1 0,0 0 2 15,-1 0-8-15,0 0-1 0,0 0 1 0,0 1 0 16,1 0 2-16,0 0-37 0,1 1 3 0,-1-1-15 16,0 0-17-16,0 0-38 0,0 0 0 0,0 0-14 15,1 1-24-15,0 0-112 0</inkml:trace>
  <inkml:trace contextRef="#ctx0" brushRef="#br0" timeOffset="-9615.8">18176 14218 1255 0,'0'0'93'0,"0"0"-1"0,-1 0-7 16,0 0-3-16,0 0-32 0,0 0-18 0,-1 0-7 16,1 0-10-16,0 0 4 0,0 0-7 0,0 0-9 15,1 0 7-15,0 0-8 0,0 0 6 0,0 0-8 0,0 2 0 16,0-1-1-16,0 0 1 0,0 0-1 0,1 0 2 15,0 2-1-15,0-1 3 0,0 0-10 0,1 1-2 16,-1-1-4-16,0 0-5 0,0 1-11 0,0-1-1 16,0 0-7-16,1 1-32 0,-1-1-34 0,0 1-11 0,0-2-6 15,0 1-29-15,1-1-27 0,-1 0 8 0,0 1-18 16,0-1-7-16</inkml:trace>
  <inkml:trace contextRef="#ctx0" brushRef="#br0" timeOffset="-8981.5">18423 13902 1092 0,'-1'-1'113'0,"0"0"-2"0,-1 0-36 16,-11-5 0-16,2 1-51 0,2 0-3 0,3 3-10 15,0 0-5-15,2 0-2 0,3 2-12 0,-1-1 4 16,-1 0 1-16,1 0-1 0,0 0-9 0,1 0 9 16,-1-1-9-16,1 1 10 0,0 0 3 0,0 0 1 0,0 1 10 15,0 0-4-15,-1 0 22 0,1 0 25 0,0-1-3 16,0 1 9-16,1 0-5 0,0-2-12 0,0 2-4 16,1 0-4-16,0 0-21 0,0 0 0 0,2 0-1 15,13 0-1-15,4 0-13 0,0 0 1 0,0 0 1 16,0 0 3-16,0 2 4 0,0-1-5 0,1 1-3 0,-2-1 1 15,0 2-9-15,-1-1 14 0,0-1-6 0,-1 0 9 16,-1-1-9-16,0 2 0 0,-2-1 0 0,-3-1 0 16,2 1 0-16,-3-1-2 0,-1 0 4 0,1 1-2 15,-5-1 0-15,1 0 5 0,-3 0-5 0,-2 0 6 16,2 0-11-16,-1 0 3 0,-1 0 0 0,1 0 2 16,-1 0 9-16,0 0-9 0,1 0 4 0,0 0-6 15,0 0 3-15,1 0 6 0,-2 0-3 0,0 0 3 0,0 1-5 16,0 0 3-16,1-1-3 0,-1 2 1 0,0-1-2 15,0 0 0-15,0 0 4 0,-1 0-3 0,0 1 0 16,0 0-2-16,-1 7 2 0,-1 3 0 0,-1 3 7 0,0-1-4 16,-1 2-2-16,0 0 1 0,-1 1 0 0,0 0 5 15,1 3 0-15,-1-1 2 0,-1 1-6 0,0 1 4 16,1-1-6-16,2 0 6 0,-2 1-5 0,2-1 3 16,-1 0-1-16,2 0 1 0,-1-2-4 0,1 0 0 15,1-3 1-15,1-1-1 0,-1-2 5 0,1 1-9 16,0-1 5-16,0-3-5 0,0 2 6 0,0-7-3 15,0 2-1-15,0-2-1 0,0 0 0 0,0 1-2 16,0 0 0-16,0-2-2 0,0-2-4 0,0 2-7 0,0-1-6 16,0 0 0-16,0 1-12 0,1-1-33 0,-1 1-1 15,0-2-12-15,0 0-12 0,0 0-8 0,0 0 6 16,0 0-9-16,0 1-29 0,0-2-69 0,0 0-10 16,0 0-24-16,0-2-94 0</inkml:trace>
  <inkml:trace contextRef="#ctx0" brushRef="#br0" timeOffset="-8714.8">18506 14155 947 0,'0'0'184'0,"-2"0"8"15,1 0-32-15,0 0-35 0,0-1-50 0,0 0-47 0,-1-1-17 16,1 2 4-16,0 0-8 0,1 0 5 15,0 0 6-15,1 0-1 0,2 0 2 0,8-2-4 0,9 1 0 16,3 0-3-16,3 0 2 0,-3 1-12 0,2 0 2 16,0 0-3-16,-1 0 2 0,0-2-3 0,0 2 4 15,-1 0-3-15,-6 0 3 0,-2 0-7 0,-4 0 3 16,3 0-5-16,1 0 2 0,-3-1-19 0,-2 1-54 16,0 0 0-16,-2-1-26 0,1 0-62 0,0 0-23 15,-3-1-15-15,2 1-2 0,1-1-69 0</inkml:trace>
  <inkml:trace contextRef="#ctx0" brushRef="#br0" timeOffset="-8315.53">19017 13936 1475 0,'0'0'61'15,"-1"0"3"-15,0-1-22 0,0 0-7 0,-1 0-22 0,1 0 3 16,0-2-14-16,1 2 3 0,-2-8-6 0,2 3-3 16,0-3 4-16,0 1-5 0,0 4 4 0,2-4-4 15,0 3-4-15,1-1 5 0,-2 2-5 0,0 2 0 16,0-1 1-16,0 1 1 0,1 0 3 0,-1-1 18 0,0 2 10 16,0 0-2-16,0 0 4 0,0 0 1 0,1 0 4 15,-1-1 0-15,0 1 0 0,0 0-13 0,0 0-2 16,1 1-4-16,-2 0 1 0,0 1-12 0,0 0 4 15,0 4-1-15,1 11 2 0,0 3 0 0,0 4-5 16,1 1 2-16,1 1-2 0,-1 0-5 0,0-2 7 16,1 1-3-16,-2 0 5 0,0 2-3 0,0-1-2 15,-1 0-1-15,0-1 1 0,2 2 1 0,-1-1-4 16,-1 2 3-16,1-2-5 0,0-1-2 0,0-1-3 0,0-3-3 16,1-4 2-16,-1-2-3 0,0-1-16 0,0-2 1 15,0-3-8-15,0 1-14 0,1-4-54 0,-2-3-9 16,0 1-21-16,1-1-84 0,1 0-64 0</inkml:trace>
  <inkml:trace contextRef="#ctx0" brushRef="#br0" timeOffset="-7430.67">19359 13882 919 0,'0'0'442'16,"0"0"-545"-16,-1-1 498 0,0 0-263 0,0 0-107 0,0-1-15 16,-2 1-4-16,2 0-3 0,0 0-8 0,0 0-3 15,0 0 1-15,-1-1-1 0,1 2 3 0,0 2-4 16,0-1 6-16,-2 7-6 0,0 12 11 0,1 2-8 16,-1 4 6-16,1 1-7 0,1 0 10 0,-2-2-2 15,2 0 2-15,-1-3-2 0,-2 0 0 0,1-2 7 16,-2-1-2-16,2-2 6 0,-1-2 10 0,3-5-7 15,0 2-3-15,1-4 1 0,0 1 9 0,0-1-5 16,0-2 2-16,0-1-6 0,0-2-10 0,0 1-3 16,0-3 1-16,0 0-1 0,1 1 0 0,0 1-3 0,0-1 2 15,0 0-3-15,1 1 6 0,-1-2 5 0,0 0-1 16,0 0 2-16,-1 0-1 0,0 1-8 0,1-2 1 16,0-2-4-16,1 0 0 0,0-6-1 0,1-11 3 15,0 1-1-15,-1 0 10 0,1-1-8 0,-1-1 2 0,1-1-2 16,0 1 3-16,-2-2 4 0,1 2-9 0,-1-2 6 15,2 1-3-15,-1 2-3 0,1-1 3 0,-1 5-2 16,1 0 2-16,0 2-5 0,0 2 5 0,1 0-4 16,-2 2 4-16,2 1-8 0,-2 2 7 0,0 1-6 15,-2 4 9-15,0 0-6 0,4 0-4 0,1-3 1 16,-2 2 7-16,2-1-7 0,0 2 6 0,0 1-7 16,1 0 13-16,-1 1-8 0,0 3 3 0,-1 8-4 0,0 8 9 15,1 4 1-15,1-1-3 0,-3-1 2 16,2 0-11-16,-1-4 11 0,0 0-4 0,2-4 8 0,0 0-9 0,-2-2 3 15,1-2-3-15,0 0 4 0,1-1 0 16,0-1-3-16,-1-1 3 0,0-1-4 0,-2 0 0 0,-1-2 6 16,0-1-6-16,1 0 5 0,-1-1-8 0,-1-1 6 15,1 0-3-15,1 2 6 0,-1-1 2 0,1 0 1 16,-1 1 5-16,0-2-4 0,1 0 6 0,-1 0-15 16,-1-1 6-16,6 0-7 0,0-2 6 0,1-3-4 15,2 0-2-15,-1-12-1 0,2-1-4 0,-2 1 2 16,3-2 1-16,-1 0 0 0,-1 0 2 0,1-1-1 15,-2 0 1-15,2 1-1 0,-2 3-2 0,1-1 6 16,1 4-4-16,2-3 5 0,-3 1-2 0,4 3-5 0,-1 1 5 16,-5 2-5-16,4 3 6 0,-8 0-4 0,1 3-4 15,1 0 0-15,-2 2 1 0,0-2 4 0,0 0 4 16,-1 1-3-16,0 1-2 0,-1 0 1 0,-1 1-1 0,2 0 1 16,0 0 10-16,-1 0-4 0,3 2 3 0,-4 0-4 15,10 15 3-15,-4-1 1 0,-4 3-4 0,-1-1 3 16,-1 3-8-16,-1-2 2 0,-1 1 1 0,-1 0-1 15,1 0 0-15,0-2 6 0,0 2-4 0,0 0 5 16,-2 2 0-16,0-1 1 0,-1 1 6 0,1-2-4 16,-2 4 10-16,0-2 5 0,0 0-4 0,-1 1 3 15,2 0-9-15,2-4-4 0,-1-3 0 0,2 1-2 0,0-4-2 16,0 2-1-16,0-2 2 0,1-1-4 16,1-3-10-16,0-1 5 0,0 1-3 0,0-5 4 0,1 1-3 15,-1 0-6-15,-1-4-7 0,0 0 0 0,0 0-15 0,2 2-9 16,0-1-4-16,3 0-7 0,1 1-57 0,6-1-48 15,3-3-25-15,3-6-10 0,6-7-140 0</inkml:trace>
  <inkml:trace contextRef="#ctx0" brushRef="#br0" timeOffset="-6914.62">20199 13921 752 0,'0'0'24'15,"0"0"4"-15,0-1-26 0,0 0-2 0,0-1-12 16,0 0 12-16,0-4 0 0,0-4 5 0,0 0-2 0,1 1 18 15,-1 4 0-15,1-1 9 0,0-1 1 16,-1 4 54-16,2-4 8 0,-2 3 6 0,1-1-2 0,-1 2 6 16,0 0-11-16,0 1 0 0,0 1-4 0,0 0 1 15,0 0-27-15,0-1-1 0,1 0-12 0,0 0-18 0,0-1-3 16,0 2-1-16,1 0-2 0,-2 0-11 0,0 0-11 16,0-1 4-16,0 1-5 0,1 0 4 0,-1 1-2 15,1 0-3-15,-1 1 1 0,0 0 1 0,1 2-1 16,2 11 1-16,-1 6-2 0,0 3 1 0,1 0 3 15,-1-3 5-15,-1 1-4 0,0 0 0 0,-1 1 2 16,0 1 0-16,0-1 0 0,0 0-2 0,-2 1 4 16,0-2 1-16,-3 2 3 0,-1 0 6 0,-1 0-5 15,0 3-4-15,0 1 1 0,-1-1-8 0,1-2 2 16,-1-2 0-16,3-3 0 0,-1 1-10 0,1-3 4 16,1 0-2-16,2-5 3 0,1-2 2 0,0-3-8 0,1-2-3 15,0-1-5-15,0-3-31 0,0 1-11 0,0 0-6 16,0 1-3-16,1-1-19 0,0-1-9 0,1 0-3 15,15-3-2-15,4-8-16 0,4-2-54 0,1-19 8 16,-3 1-21-16,2-2 25 0,-3 2-30 0,1 3 0 0</inkml:trace>
  <inkml:trace contextRef="#ctx0" brushRef="#br0" timeOffset="-6597.32">20498 13928 74 0,'0'-1'82'16,"0"0"-7"-16,0-1 41 0,3-14-1 0,-1 3-15 15,1 1 5-15,-2 4 7 0,-1 0 3 0,0-2-2 16,0 5-13-16,0-4-18 0,0 3 4 0,0 2-7 0,0-2 5 15,0 2-23-15,0 0 4 0,0 1-11 0,0 1-7 16,-1 0-11-16,0-1-6 0,-1 1 0 0,1 1-14 0,0 0-3 16,0-1 2-16,0 1-4 0,0 0-5 0,-1 0 2 15,1 1-3-15,0 0 2 0,0 1-5 0,0 0 2 16,1 0-1-16,-6 16 2 0,2 3 9 0,1 0-4 16,0 4-2-16,2-1-2 0,0-1-1 0,1 3 8 15,0-2 0-15,0 2 2 0,0 1-1 0,0-3 3 16,0 1 0-16,0-2 1 0,0-1-4 0,2-1 5 15,1-1-8-15,-2-1 4 0,1 1-16 0,-1-3 3 16,2 3 3-16,-1-3 0 0,2 0-4 0,-2-2-4 0,0-2-4 16,1-2 0-16,-2-2-5 0,0-2-16 0,0 0 5 15,0-1-10-15,-1-3-5 0,0-1-34 0,2 2-1 16,-2-1-10-16,0-1-2 0,0 1-61 0,0-1-29 16,0 0-25-16,0-1-205 0</inkml:trace>
  <inkml:trace contextRef="#ctx0" brushRef="#br0" timeOffset="-6363.06">20052 14133 1157 0,'0'0'406'0,"0"0"-471"0,0 0 446 0,-1-2-227 0,0 1-134 15,-1 1-26-15,1-1 7 0,1 1-11 0,0-1 9 16,0 1 12-16,0 0-10 0,1 0 13 0,2 0-10 0,5 0-5 15,12-1 1-15,2 1-3 0,3 0 2 0,3 0-6 16,-1-1-2-16,4 1-3 0,1-2-29 0,-5 1-46 16,1 0 4-16,-3 0-17 0,-1-2-2 0,1 1-11 15,-2 0-7-15,1-2-2 0,-1 1-34 0,2-2-56 16,1-1-21-16</inkml:trace>
  <inkml:trace contextRef="#ctx0" brushRef="#br0" timeOffset="-5897.01">20776 13812 1541 0,'-1'0'110'16,"0"0"200"-16,0 0-259 0,0 0-26 0,-1 0-8 0,1 0-1 16,0 0-16-16,0 0 7 0,0 0-3 0,-1 0 4 15,1 0-9-15,0 0 1 0,1 0-4 0,0 0 4 16,0 1-2-16,1 0 2 0,2 0 1 0,-1-1 1 15,12 6 9-15,1-1 4 0,1-1 1 0,0 0 0 16,-1-1 3-16,1 1-7 0,-1 1-1 0,3 1-2 0,-2-1 4 16,-2 2-2-16,-2 1-2 0,-1-3-1 0,-1-3-8 15,-2 11 0-15,-1-1 4 0,-1 6-3 0,-4-3 5 16,8 1-3-16,-3 4 3 0,-4 0-2 0,-3 3 7 0,-5 1-8 16,-5 0 2-16,-1-1-2 0,1 0 6 0,-14 1 2 15,-4-2-3-15,3-1 3 0,1 2 0 0,1-2-2 16,-1 0 8-16,5-2-6 0,2-3 0 0,1-3-5 15,7-1-3-15,1-1 1 0,3-2-5 0,0-3 1 16,3 0-1-16,-2-3 2 0,1 2-1 0,-1 0 4 16,4-4-3-16,-2 2 4 0,1 0-9 0,0 0 4 15,-1 2 5-15,2 1 0 0,0-4 5 0,2 4 3 16,0-1-7-16,-1-2 7 0,13 1-3 0,3-3-3 0,3 0 5 16,-1 0-5-16,3 12-4 0,3-5 0 0,-1-3-3 15,3-4 1-15,-1-1-1 0,-1-1 0 0,0-1 1 16,-2-1-1-16,-1 0-4 0,-2-1-9 0,0 1 0 15,-1-2-7-15,-3 0-33 0,-1 0-22 0,-2 0-10 16,-3 0-5-16,2 0-47 0,-4 1 5 0,-1-1-7 16,-2 2 4-16,0-3-49 0,2-7-146 0</inkml:trace>
  <inkml:trace contextRef="#ctx0" brushRef="#br0" timeOffset="-5629.13">20700 14148 1731 0,'0'0'99'0,"0"0"0"15,-1 0-18-15,-1 0-7 0,1-1-36 0,0 0-19 0,0 1-7 16,0 0-2-16,0 0-1 0,-1 0-7 0,2 0-2 16,0 0-2-16,0 0 1 0,2 0 4 0,2 0 1 15,17 0-1-15,4 1 0 0,-3 0 2 0,7-1 7 16,-1 0-2-16,3 0 3 0,0 0-2 0,-1-1-2 15,0-2 2-15,2 1-5 0,-3-2-6 0,1 2 1 16,-2 0 1-16,-2-1-2 0,-1 1-4 0,-4 1-22 16,-4 0-13-16,1 0-3 0,-2 1-61 0,-6 0-34 0,-2 0-6 15,-6 0-13-15,0 0-55 0,0 0-72 0,0 0-48 16</inkml:trace>
  <inkml:trace contextRef="#ctx0" brushRef="#br0" timeOffset="-5112.64">17778 14742 923 0,'-2'0'109'0,"1"0"177"0,-1 0-190 0,-3-1-29 16,-4-2-6-16,2 2-4 0,1 0-12 0,0 0 6 15,1 0-3-15,-1-1 3 0,2 1-7 0,-1 0-14 16,3 1 5-16,-1 0-8 0,1-1-1 0,0 0-13 15,-1 1-4-15,2 0-2 0,0 0-12 0,0 0 18 0,1 0-3 16,0 0 10-16,1 0 7 0,0 0-5 16,23 0 3-16,4 1-5 0,5 0 5 0,6 0 0 0,2 0 2 15,3-1 0-15,2 0 9 0,5 0 4 0,2 0 2 16,4 0-1-16,8 0-14 0,4 0 7 0,4-1-13 16,5 1 10-16,0 0-20 0,-1 0 9 0,4 0-3 0,2 0 3 15,0 0-13-15,4 0 4 0,-5 0 1 0,-3 0 0 16,0 0-2-16,-6 0-2 0,-1 0-7 0,-4 0 4 15,-5 1-7-15,-7 1-2 0,-5-1 4 0,-8 0-4 16,-3-1-2-16,-6 0-5 0,-5 1-2 0,-4-1-3 16,-6 1-19-16,-8-1-32 0,-1 0 2 0,-7 0-10 15,0 0 15-15,-1 0 15 0,0 0-1 0,0 0 1 16,-1 0-46-16,-1 0-58 0,-1-1-16 0,-2 0-20 0,-16-4-128 16</inkml:trace>
  <inkml:trace contextRef="#ctx0" brushRef="#br0" timeOffset="-4795.63">17996 14958 1897 0,'-2'0'204'0,"-13"0"-210"15,-17-1 207-15,5 0-97 0,6 0-102 0,8-1-2 16,5 2 0-16,2 0-3 0,5 0-9 0,-2 0-24 0,1 0 12 15,1 0-12-15,1 0 30 0,1 0 6 0,21 0-2 16,19 0 2-16,8 0 2 0,-1-1 13 0,6-2 1 16,5 2 3-16,2-2 1 0,8 2 23 0,3-3-7 15,1 0 12-15,4 0-9 0,-4 1-3 0,3 3-3 16,2 0 1-16,4 0-5 0,2 0-8 0,0 0-1 0,-3 2-3 16,1 3-9-16,0 2-2 0,2-1 2 0,-3-2-2 15,-2 3 0-15,-7 1-4 0,-2 1 0 0,-4 2-2 16,-1-1 2-16,-3 2-2 0,-6-3-7 0,-6-1-5 15,-8-4-70-15,-8-2-140 0,-3 0-18 0,-5-2-57 16,-2 0-239-16</inkml:trace>
  <inkml:trace contextRef="#ctx0" brushRef="#br0" timeOffset="208231.58">13240 14761 356 0,'0'0'0'0,"-1"0"37"0,-1 0 321 0,1 0-148 15,-1 0 5-15,0 0-192 0,-1 0 1 0,1 0 0 0,1 0 0 16,-4 0 1-16,0 1 2 0,-1 0-4 0,3 0-6 16,-3 1 2-16,2 0-10 0,0 0 2 0,-3 3 2 15,1-1 1-15,1 0 10 0,-2-1 10 0,3 3-4 16,-1 3 5-16,-2 0-4 0,-2 2-4 0,1 0 6 15,-1 3-7-15,0 2-4 0,-1 1-3 0,-1 3-6 0,0 3 4 16,-1 0-7-16,0 4-3 0,1 5-3 0,2 1 1 16,-6 2-3-16,2 0-4 0,-2 0 2 0,2 1-3 15,3 2 11-15,1-2 3 0,6 3-2 0,-1-1 1 16,3 0-1-16,-2-1 4 0,-13-4 6 0,10-2-4 16,6-1 8-16,1-1-6 0,3 1 2 0,0-6-3 0,2 1-3 15,4-1-1-15,0-3-4 0,3 1 2 0,-1-1-7 16,1 2 2-16,-1-3-2 0,-1 1 2 0,-8 0-2 15,14-1-4-15,-1 0 0 0,2-1-4 0,1 0-8 16,-4-1-20-16,2 0-4 0,-3-2-8 0,1-1-30 0,1-1-20 16,-1 0-3-16,3-6-10 0,0 0-51 0,2-1-197 15</inkml:trace>
  <inkml:trace contextRef="#ctx0" brushRef="#br0" timeOffset="208897.95">16651 14766 1566 0,'-1'0'52'16,"0"0"113"-16,0 0-156 0,-1 0-14 0,1 0 0 16,0 0-4-16,1 0 1 0,0 0 11 0,0 2-3 0,1-1 5 15,0 0-4-15,-1 0-3 0,5 9 2 0,6 4-4 16,2 0 0-16,-2 2 9 0,2 1 0 0,-1 2 4 16,1 0 1-16,-1 5 6 0,1 2 2 0,1 1 3 15,-1-1 12-15,3 0 7 0,2 0-4 0,-2-2 4 16,0 2 0-16,-1-1-10 0,-5-1 9 0,1 0-9 15,-2 1 6-15,0 1-8 0,-1 1 0 0,-3 3-2 0,-2 2-4 16,-2 4-12-16,15 0 2 0,-12 0-4 0,-4 2 5 16,-6-1-12-16,-3 2 0 0,-5-1-3 0,12-2-2 15,-24 1-4-15,-1-2-4 0,1 3 0 0,1-3-5 16,0-1-20-16,4 0-8 0,1-4-9 0,1-3-62 0,4-2-75 16,0-3-40-16,2-8-29 0,1 1-297 0</inkml:trace>
  <inkml:trace contextRef="#ctx0" brushRef="#br0" timeOffset="209982.76">12146 15391 341 0,'-1'0'35'0,"0"0"70"15,0 0-67-15,-1 0 13 0,1 0 6 0,0 0 1 16,0 0 12-16,-1 0-18 0,-1 0 7 0,1 0-8 16,-1 0 7-16,1 0-8 0,1 0-2 0,-1 0-1 0,0 0 11 15,1 0-11-15,0 0 3 0,0 0-6 0,0 0 1 16,-2 0-5-16,1 0 0 0,-1 0-2 0,1 0 0 16,1 0-19-16,-1 0 2 0,-1 0-8 0,1 0-1 0,1 0-6 15,0-1 6-15,0-1-6 0,-1 1 3 0,2 0 7 16,0 0-8-16,0 0 7 0,2 0-8 0,-1-1 10 15,0 0-3-15,1 0 3 0,4-2-6 0,2 0 2 16,1-1 2-16,1 0-1 0,1 0 11 0,-1 2 5 16,2-1 2-16,-1 3 0 0,0 0 6 0,0 1-10 15,1 0 3-15,-2 0-7 0,2 1-10 0,-2 2 8 16,0 0-8-16,0 2 8 0,-2 1-10 0,0 2-3 16,-2 8-1-16,-3 3-1 0,2 0 0 0,-4-1-17 15,0 0 6-15,14 6-10 0,-10-3 10 0,-2 4 0 16,-4 1 2-16,-4-3-1 0,-2 0-2 0,-4-2 6 0,0-1 0 15,6-2 4-15,-13 1 0 0,-2-2 1 0,0 0 1 16,-1 0 0-16,-4-3 3 0,2 1-6 0,-1-1 4 16,1-1-4-16,2-1 13 0,-2-1-6 0,3-3 1 15,1-1-2-15,3-2 4 0,1-3-1 0,2 0-5 0,1 7 1 16,3-5-16-16,-1 0 6 0,2-3 1 0,0-1 1 16,2 0 1-16,0 0-4 0,1 0-1 0,2-1-1 15,-1 0-1-15,2-1 5 0,1 2 0 0,-2-2 1 16,0-3-1-16,0 1-2 0,1-1-1 0,0 0 0 15,1 1 6-15,-1-1 0 0,2 0-3 0,0-1 1 16,0 3-8-16,0-1 3 0,2 1 3 0,-1 0 0 0,0 1 1 16,2 0 2-16,12-8-1 0,-1 3 3 0,-3 2-2 15,4 1-2-15,-4 1-1 0,6 1 0 0,3 1 1 0,-5 1-1 16,0 1 0-16,-4 0-1 0,0 2 12 0,4 2-5 16,-2 1 2-16,2 1-5 0,-4-1-3 0,-2 1 2 15,-2-5-1-15,0 7 3 0,1 0-6 0,-1 0-3 16,3-1-5-16,-4-1 1 0,1-4-19 0,0 2 0 15,-1 0-7-15,0-3 0 0,-1-1-30 0,1 4-31 16,1-1-2-16,2-2-13 0,0-2-28 0,0-1-49 16,2-4-23-16,0 3-23 0,-1-22-207 0</inkml:trace>
  <inkml:trace contextRef="#ctx0" brushRef="#br0" timeOffset="210482.61">12404 15350 1520 0,'0'0'68'16,"0"0"-1"-16,-2 0-13 0,1 0 2 0,0 1-30 15,0 0-11-15,0 0-1 0,0 0-9 0,-1 1 6 16,1-1-9-16,0 1 0 0,0 3 2 0,0 7-3 16,1 3 3-16,0-2-4 0,2 3 1 0,2 1-1 15,0 2 0-15,1 2 0 0,-1 0-2 0,-3 1 1 16,0 2 4-16,0-1 4 0,-1-2 3 0,0 1-1 0,-1-5 12 15,-1 1-10-15,0-2 3 0,0-2-7 0,0-2-2 16,0-2-10-16,1-2 5 0,1-3-8 0,0-1 2 16,0 0-15-16,0-3-6 0,0 1-2 0,0-1-25 0,0 2 17 15,0-1-5-15,0 1 10 0,1-2 4 0,1 0-10 16,0-1 0-16,0 0-3 0,8-6-3 0,-1-1 13 16,-1-13 9-16,2 1-1 0,0-2 15 0,0 1-5 15,-4-1 3-15,0 0-2 0,-5 2 12 0,2 2 9 16,1 3 4-16,-2 4 5 0,3-1 25 0,1 4-11 15,-4 2-1-15,2-3-3 0,-3 5 0 0,0-2 14 16,-1 4 0-16,1-2 3 0,0 1-5 0,1 0-6 16,-2 0-2-16,1 1-2 0,0 0-9 0,0 1-6 15,-1 0-1-15,0 1-2 0,0 3 1 0,1 13 2 16,-1 6 6-16,1-2-3 0,1-1 4 0,-2 2 6 0,0-2-5 16,0 1 4-16,0-1-4 0,0 0 1 0,0 0 0 15,-2-2 1-15,2-1-8 0,-1-3-7 0,0-1-2 16,1-3-1-16,0 1-5 0,0-4-14 0,0-1-1 15,0-3-7-15,0-2-29 0,0 2-28 0,0-1-3 0,0 0-6 16,0 0-8-16,0-1-25 0,0-1-7 0,0 0-10 16,0-1-55-16,0-6-84 0,0-16-12 0</inkml:trace>
  <inkml:trace contextRef="#ctx0" brushRef="#br0" timeOffset="210700.78">12305 15240 980 0,'0'0'138'0,"0"0"3"0,-1 0-7 16,0 0-15-16,-1 0-39 0,1-1-3 0,0 0-28 15,0 1 10-15,0-1-17 0,-1 1-2 0,1 0-1 16,1 0 0-16,0 0 1 0,0 0 4 0,1 0-6 16,2 0-2-16,2 0-3 0,11 2-16 0,3 2 1 15,3 0-11-15,2 1 8 0,2 1-16 0,2-1 0 16,0-2-9-16,5 0-1 0,-3-2-56 0,2-1-59 15,1-3-28-15,-1-1-18 0,1-3-173 0</inkml:trace>
  <inkml:trace contextRef="#ctx0" brushRef="#br0" timeOffset="212451.78">17756 14819 1207 0,'-1'0'78'16,"0"0"2"-16,-2 0-26 0,-15 0-11 0,1 0-27 16,2 0-8-16,2 0 5 0,0 0 4 0,2 0-2 15,0 0-6-15,2 0 7 0,2 0-7 0,-1 0 9 0,1 0 0 16,3 0 14-16,-1 0 2 0,3 0 2 0,-2 0-4 16,2 0 6-16,1 0-5 0,-1 0 6 0,1 0-12 0,-1 0 7 15,0 0-2-15,-1 0 2 0,2 0-7 0,0 0-10 16,0 0 1-16,0 0-2 0,1 0 4 0,0 0 0 15,1 0-3-15,0 2 2 0,6 0-8 0,13 5 5 16,3 0-5-16,3 2 4 0,5 1-5 0,4-1 2 16,6 1 1-16,2-3-1 0,2 0 7 0,6 1-4 15,-3-1 4-15,9 1-3 0,-2-3 7 0,3 0-3 16,3-2 0-16,5 2-2 0,3 1-5 0,2-2-2 16,0-1 4-16,-1-2-3 0,-3-1-2 0,2 0 0 15,-2 0-9-15,0 0 6 0,2 0-10 0,-6 1 4 0,-2 0 5 16,-7 3-2-16,-3-1-1 0,-4 2 6 0,-3 0-7 15,2 0 7-15,-5-1-12 0,-2 1 6 0,-2 1-2 16,-8-3 3-16,-1 2-5 0,-4-1 1 0,-4-1-2 16,-5-1 2-16,-3 1 0 0,-4-2-2 0,-3-1 2 0,-3 0-1 15,-1 0 9-15,2 1-8 0,-1-1 3 0,0 0-4 16,-1 0 0-16,1 0-4 0,-2 0-2 0,-2-1-2 16,-8-4-11-16,-18-6 4 0,-8-1 0 0,-4 1 3 15,-2 3 5-15,-8-1-3 0,-3-1 0 0,-5 4-1 16,-3 0-1-16,-6 0 6 0,-5 2-1 0,-6-1 2 15,-4 3 2-15,3-2 4 0,-1 3 0 0,-1 1 1 16,2 1 3-16,-2 3 15 0,0-1-2 0,7 0 5 0,1-1-2 16,7 0 3-16,1-1-3 0,5 3 3 0,1-3-9 15,2 0 3-15,9-1-2 0,1 0 2 0,6-2-9 0,7 0 0 16,4-2 0-16,6 1 0 0,4-1-6 0,6 1 4 16,3 0-5-16,4 2 3 0,5 1-12 0,0 0-1 15,0-1 1-15,1 0 0 0,0-1 6 0,1 1 3 16,1 0 1-16,8-5 3 0,24-9 5 0,6 4-2 15,7 1 3-15,6 0-3 0,2 1-2 0,8 1 8 16,0 1-4-16,3 1 6 0,2 0-4 0,4 1 1 16,0 1 2-16,5 1-1 0,1 1-6 0,0-1 6 15,0 2-6-15,0 0 6 0,-1 1-12 0,2-1 0 16,3 1 3-16,-3 0-2 0,-2 0 1 0,-2 0-2 16,-2 0-2-16,-4 0 1 0,-1 1-2 0,-5 0 1 0,-5 0-2 15,-7 1 3-15,-5-1 1 0,-9 0 1 0,-4 1-2 16,-7 1 1-16,-4-2-4 0,-4 0-2 0,-3 1 2 15,-4 0-3-15,-3-1 1 0,-3-1 2 0,-2 0 3 0,1 0-1 16,-1 0-1-16,-1 0-2 0,0 0-5 0,0 0 2 16,-1 0-11-16,-1 0-6 0,-2 0-1 0,-21-1-1 15,-2-1 10-15,-3 1-6 0,-5 0 6 0,-6 0-6 16,-5 0 5-16,-3 1 1 0,-6 0-6 0,-5 0 3 16,-2 0-9-16,0 1 5 0,-4 0 1 0,-5 1-1 15,-7 2-5-15,-6-2 1 0,-4 1-3 0,1 0 4 16,2 1 6-16,-2 0 26 0,4 1 2 0,3 1 9 15,3 0 9-15,9-1 1 0,5-1-1 0,6 0 0 0,7-3-15 16,5 1-3-16,0 0-4 0,1-2 1 0,7 0-7 16,-3 0 3-16,10 0-2 0,2 0 3 0,0-2-3 0,8 1 2 15,1 0-1-15,6 0 0 0,4 1-8 0,5 0 4 16,-1 0-1-16,2 0 2 0,-1 0-3 0,2 0-1 16,0 0 5-16,1 0-2 0,1 0 22 0,13-1 1 15,18 1-3-15,3-2 2 0,5 1-2 0,7 0-4 16,4 1 5-16,7 1-5 0,-2 0 6 0,4 1 1 15,7-2-7-15,5 0 4 0,-1 1-7 0,7 0 3 16,-2 1 4-16,1 1-3 0,5 0-4 0,-1 1 6 16,2-1-5-16,-1 2 6 0,-1-3-10 0,-2 3-1 0,3 0 1 15,-4-1-2-15,1 2 0 0,-1 0 5 0,-3 0-4 16,-3 1 3-16,-2-2-9 0,-6 0 4 0,0-1 0 16,-4 2 2-16,-5-1-3 0,-4-2-3 0,-8 1 2 15,-5-2-2-15,-4-1 4 0,-10 1-4 0,-4-2 0 16,-6 0-4-16,-4 0-17 0,-4 0-22 0,-4 0-3 15,0 0-8-15,0 0-33 0,0 0-78 0,0 0-16 0,-1-2-31 16,-1 1-153-16</inkml:trace>
  <inkml:trace contextRef="#ctx0" brushRef="#br0" timeOffset="213118.45">17973 15243 1250 0,'-1'0'64'0,"-1"0"3"0,1 0-19 0,0 0-9 16,-1 0-20-16,-1 0-8 0,1-1 14 0,0-1-6 15,1 2 7-15,-1 0-10 0,1-1 16 0,0 0-3 16,0 0 8-16,1 0-2 0,0 1 2 0,1-2 0 16,1 2 1-16,1 0 6 0,8-1 11 0,5 1-1 0,-3 0 4 15,3 3-2-15,1 1-6 0,-2 2 3 0,3 4-5 16,-2 0-15-16,-2-4-8 0,0 11-5 0,0 3 2 15,-1 0-8-15,-1 0-9 0,-1 4 4 0,-3 1-6 16,-3-2 1-16,-2 3-10 0,-2-2 2 0,12-1-5 16,-6 3 0-16,-6-1-3 0,-3 0-2 0,-5-1 1 15,-4 1 5-15,-1-2 14 0,8 1-2 0,-15-4 7 0,-1-1-7 16,-2-4-2-16,2-1 3 0,-5-1-2 0,2-1 7 16,1-2-1-16,-1 0 3 0,8-3-2 0,-3-1 12 15,-1-3-4-15,6 0-4 0,-1-2-1 0,4 6-17 0,-1-1 3 16,0-1 2-16,4-3 0 0,-4-1-3 0,5-1 4 15,1 0-7-15,3 0 5 0,-1-1-17 0,1 0 7 16,0 0-2-16,0-2 6 0,2 2 7 0,0-8-2 16,2 0 3-16,0 1-5 0,3 0 3 0,-4 0 6 15,9-1-2-15,8 2 5 0,1 2-1 0,-3-3-1 16,4 4 1-16,2-1-1 0,-3 2 1 0,4 1 0 16,-1 1 2-16,-1-12-1 0,1 6 0 0,-1 4 3 15,0 3-4-15,-1 1 4 0,0 1 2 0,-4 2-14 0,0-1 3 16,-3 2-6-16,-1 0 3 0,-1-2-15 0,1 2-3 15,-3-2-6-15,-1 1-17 0,1-1-18 0,-5 0-5 16,2 0-6-16,0 0-32 0,2 0-35 0,1 1-3 16,2-1-14-16,0 0-37 0,3-2-6 0,4-1-14 15,-1-4 0-15,7-4-89 0</inkml:trace>
  <inkml:trace contextRef="#ctx0" brushRef="#br0" timeOffset="213568.71">18704 15341 1128 0,'0'0'107'16,"0"0"-2"-16,0 0 42 0,-1 0-15 0,0 0-13 16,0 2-27-16,-2-1-7 0,1 0-5 0,-5 3 0 0,-1 0-26 15,-2 2-2-15,1 8-8 0,0 7 4 0,-2 2-19 16,-1 1 1-16,-1 3-2 0,0 2 1 0,2-1-5 0,-1 0 0 16,1-1-3-16,3-3 1 0,2-2-3 0,1-3-6 15,2-2 2-15,1-2-6 0,0-2-9 0,-6-2-4 16,3-2-4-16,3-1-2 0,1-2-28 0,1-2 10 15,0 1-6-15,0-1 8 0,1-2-7 0,1 0 9 16,4 3-2-16,6 1 5 0,2-3 4 0,1-3-6 16,0-2-1-16,2-4-3 0,0-2-11 0,-1 4 7 15,2-14-5-15,1-2 7 0,1 1 5 0,-3 1 5 16,1 0 10-16,-3 1-4 0,0-1 13 0,0 2 5 16,-3 0-6-16,0 1 4 0,-2 3-5 0,-2 3 6 0,-2 0-1 15,2 4 3-15,-3-2-4 0,-3 3 11 0,2 2 2 16,-3 0 3-16,2-1 22 0,0 2-8 0,-1 0 2 15,0 0-6-15,1 0-6 0,-1 1 6 0,0 1-3 16,0 1 3-16,2 10 1 0,0 10 1 0,-3 1-1 0,-1-1 0 16,-1 0-4-16,-3 1-8 0,1-1 5 0,-1-3-5 15,2 1 4-15,0-3-15 0,0-1 1 0,2-1-6 16,0-1-4-16,4-2-16 0,1 0 3 0,-1-4-9 16,1-2-13-16,0-3-12 0,6 0-5 0,4 6-2 15,2-2-20-15,-2-5-26 0,2-2-11 0,-1-3-5 16,0-4-41-16,-1-3-82 0,1 2-15 0,-1-13-39 15,-4-1-209-15</inkml:trace>
  <inkml:trace contextRef="#ctx0" brushRef="#br0" timeOffset="213819.09">18575 15259 1974 0,'-1'0'204'0,"-2"0"-207"16,-7 1 208-16,-8 0-98 0,4-1-101 0,7 0 0 15,2 0 1-15,3 0 0 0,0 0-3 0,-1 0-6 0,1 0-3 16,1 0-2-16,0 0-4 0,1 2 12 0,1-1-1 16,1 0 5-16,13 5-3 0,8 1 2 0,0 0 5 15,3 0-2-15,0-1 11 0,5 0-18 0,0-1 5 0,5-1-8 16,2-1-7-16,2-2-61 0,7-2-7 15,3-4-22-15,-1-3-71 0,2-4-96 0,-3-2-69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549 231 2048 0 0,'0'0'3812'0'0,"0"-27"1169"0"0,-1-2-4687 0 0,1 12-195 0 0,2-35 0 0 0,0 45-103 0 0,-1 0 0 0 0,1 0 0 0 0,0 0 0 0 0,0 1 0 0 0,1-1 0 0 0,0 1 0 0 0,0 0 0 0 0,5-9 0 0 0,-5 12 323 0 0,-1 0-1 0 0,0-1 0 0 0,0 0 1 0 0,0 1-1 0 0,-1-1 1 0 0,1 0-1 0 0,-1 0 1 0 0,1-5-1 0 0,-3 10-266 0 0,0-1 0 0 0,1 1 0 0 0,-1 0 0 0 0,0-1 1 0 0,0 1-1 0 0,0 0 0 0 0,1 0 0 0 0,-1 0 0 0 0,0-1 0 0 0,1 1 0 0 0,-1 0 0 0 0,1 0 0 0 0,-1 0 0 0 0,0 2 1 0 0,-6 39 179 0 0,1 1 1 0 0,2-1 0 0 0,3 53-1 0 0,15 130 507 0 0,-11-198-712 0 0,15 120 147 0 0,-8-82 22 0 0,-3 0-1 0 0,-2 84 0 0 0,-6-142-114 0 0,1 1 0 0 0,-1-1-1 0 0,-1 0 1 0 0,1 0 0 0 0,-1 0 0 0 0,0 0-1 0 0,-1 0 1 0 0,-4 8 0 0 0,7-15-74 0 0,1 0-1 0 0,-1 0 1 0 0,0 0 0 0 0,0 0 0 0 0,0 0 0 0 0,0 0-1 0 0,0 0 1 0 0,0 0 0 0 0,0 0 0 0 0,0 0 0 0 0,0 0-1 0 0,0-1 1 0 0,0 1 0 0 0,0 0 0 0 0,0 0 0 0 0,0 0-1 0 0,-1 0 1 0 0,1 0 0 0 0,0 0 0 0 0,0 0 0 0 0,0 0-1 0 0,0 0 1 0 0,0 0 0 0 0,0 0 0 0 0,0 0-1 0 0,0 0 1 0 0,0 0 0 0 0,0 0 0 0 0,0 0 0 0 0,0 0-1 0 0,0-1 1 0 0,0 1 0 0 0,0 0 0 0 0,0 0 0 0 0,0 0-1 0 0,0 0 1 0 0,0 0 0 0 0,0 0 0 0 0,-1 0 0 0 0,1 0-1 0 0,0 0 1 0 0,0 0 0 0 0,0 0 0 0 0,0 0 0 0 0,0 0-1 0 0,0 0 1 0 0,0 0 0 0 0,0 0 0 0 0,0 0 0 0 0,0 0-1 0 0,0 0 1 0 0,0 0 0 0 0,0 0 0 0 0,0 0-1 0 0,0 0 1 0 0,-1 0 0 0 0,1 0 0 0 0,0 0 0 0 0,0 1-1 0 0,0-13 79 0 0,3-13-82 0 0,11-62 79 0 0,-5 34-2 0 0,6-107-1 0 0,-15 111-81 0 0,2 14 14 0 0,-3 0 0 0 0,0 0 0 0 0,-13-67-1 0 0,14 102-24 0 0,0-1-1 0 0,0 0 0 0 0,-1 1 0 0 0,1-1 1 0 0,0 0-1 0 0,0 1 0 0 0,0-1 0 0 0,-1 0 1 0 0,1 1-1 0 0,0-1 0 0 0,-1 1 0 0 0,1-1 1 0 0,0 0-1 0 0,-1 1 0 0 0,1-1 0 0 0,-1 1 1 0 0,1-1-1 0 0,-1 1 0 0 0,0-1 0 0 0,0 1 9 0 0,1 0-1 0 0,0 0 1 0 0,-1 0-1 0 0,1 0 1 0 0,0 0-1 0 0,-1 0 0 0 0,1 0 1 0 0,0 1-1 0 0,-1-1 1 0 0,1 0-1 0 0,0 0 1 0 0,-1 0-1 0 0,1 1 0 0 0,0-1 1 0 0,-1 0-1 0 0,1 0 1 0 0,0 1-1 0 0,0-1 1 0 0,-1 0-1 0 0,1 0 0 0 0,0 1 1 0 0,0-1-1 0 0,0 0 1 0 0,-1 1-1 0 0,-10 25-5 0 0,6-3 11 0 0,0 0 0 0 0,2 0 1 0 0,-1 46-1 0 0,10 73 71 0 0,-1-60-68 0 0,-4-48 8 0 0,15 215 164 0 0,-6-66 588 0 0,-10-182-751 0 0,0 0-1 0 0,0 0 0 0 0,0 0 1 0 0,-1-1-1 0 0,1 1 1 0 0,0 0-1 0 0,-1 0 1 0 0,1 0-1 0 0,-1 0 1 0 0,1-1-1 0 0,-1 1 0 0 0,0 0 1 0 0,1 0-1 0 0,-1-1 1 0 0,1 1-1 0 0,-1-1 1 0 0,0 1-1 0 0,0 0 1 0 0,1-1-1 0 0,-1 1 0 0 0,0-1 1 0 0,-1 1-1 0 0,-20 5 290 0 0,-217 5 1148 0 0,212-9-1355 0 0,0-2-1 0 0,1 0 1 0 0,-1-2 0 0 0,0-1 0 0 0,0 0 0 0 0,-29-10 0 0 0,48 11-87 0 0,1-1 0 0 0,-1-1 0 0 0,1 1 1 0 0,0-1-1 0 0,-12-8 0 0 0,-12-7 46 0 0,30 18-57 0 0,0 1 0 0 0,0-1 0 0 0,0 1 0 0 0,1 0 0 0 0,-1-1 0 0 0,0 1 0 0 0,0 0 1 0 0,0 0-1 0 0,0 0 0 0 0,0-1 0 0 0,0 1 0 0 0,0 0 0 0 0,1 0 0 0 0,-1 0 0 0 0,0 0 0 0 0,0 1 0 0 0,0-1 0 0 0,0 0 0 0 0,0 0 0 0 0,0 0 0 0 0,0 1 0 0 0,0-1 0 0 0,1 0 0 0 0,-1 1 0 0 0,0-1 1 0 0,-1 2-1 0 0,0-1 1 0 0,1 1 1 0 0,0 0-1 0 0,0-1 1 0 0,-1 1 0 0 0,1 0-1 0 0,0 0 1 0 0,0 0 0 0 0,1 0-1 0 0,-1-1 1 0 0,0 1 0 0 0,0 3-1 0 0,-1 6-9 0 0,0 0-1 0 0,1-1 0 0 0,1 16 1 0 0,21 316-12 0 0,-16-289 0 0 0,18 212 58 0 0,-20-203-34 0 0,-3-35 22 0 0,2 0 0 0 0,0 0 0 0 0,9 35 0 0 0,-7-45 5 0 0,-1 1 0 0 0,0-1-1 0 0,-1 1 1 0 0,-1 18 0 0 0,-1-35-19 0 0,0 0 0 0 0,0 0 0 0 0,0 0 0 0 0,1 0 0 0 0,-1 0 0 0 0,1 0 0 0 0,-1 0 1 0 0,0 0-1 0 0,1 0 0 0 0,0-1 0 0 0,-1 1 0 0 0,1 0 0 0 0,-1 0 0 0 0,1 0 0 0 0,0-1 0 0 0,0 1 0 0 0,-1 0 1 0 0,1-1-1 0 0,0 1 0 0 0,0-1 0 0 0,0 1 0 0 0,0-1 0 0 0,0 1 0 0 0,0-1 0 0 0,0 1 0 0 0,0-1 0 0 0,0 0 0 0 0,0 0 1 0 0,0 0-1 0 0,0 1 0 0 0,0-1 0 0 0,0 0 0 0 0,2 0 0 0 0,39-2-7 0 0,-36 2-12 0 0,123-19 56 0 0,48-3-95 0 0,-21 16 92 0 0,24-1-27 0 0,-172 7-259 0 0,-3 1-2146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21 5289 0 0,'-25'-20'11262'0'0,"25"20"-11162"0"0,7 12 821 0 0,15 16-731 0 0,2-11-17 0 0,-3-1 158 0 0,30 27 0 0 0,-47-39-229 0 0,-1 0 0 0 0,0 0 1 0 0,0 1-1 0 0,0-1 0 0 0,0 1 0 0 0,-1 0 0 0 0,0 0 0 0 0,0 0 0 0 0,0 0 0 0 0,0 0 0 0 0,-1 0 0 0 0,0 0 1 0 0,0 1-1 0 0,-1-1 0 0 0,1 1 0 0 0,-1-1 0 0 0,-1 10 0 0 0,-1-9-51 0 0,0-1 1 0 0,0 0-1 0 0,0 0 1 0 0,-1-1-1 0 0,1 1 0 0 0,-1 0 1 0 0,0-1-1 0 0,-1 0 1 0 0,1 0-1 0 0,-1 0 0 0 0,-6 5 1 0 0,-5 4 167 0 0,-31 19 0 0 0,13-11-67 0 0,16-11-546 0 0,-11 7 1257 0 0,18-6-3904 0 0,6 1-4784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44 8130 0 0,'0'-2'789'0'0,"0"-1"0"0"0,0 0 0 0 0,0 1 0 0 0,0-1 0 0 0,-1 0 1 0 0,1 1-1 0 0,-1-1 0 0 0,0 1 0 0 0,1-1 0 0 0,-3-3 0 0 0,3 6-749 0 0,0 0 0 0 0,-1-1 0 0 0,1 1 0 0 0,0 0 0 0 0,0 0 0 0 0,0 0-1 0 0,-1-1 1 0 0,1 1 0 0 0,0 0 0 0 0,0 0 0 0 0,0-1 0 0 0,0 1 0 0 0,0 0 0 0 0,-1 0 0 0 0,1-1-1 0 0,0 1 1 0 0,0 0 0 0 0,0 0 0 0 0,0-1 0 0 0,0 1 0 0 0,0 0 0 0 0,0 0 0 0 0,0-1 0 0 0,0 1-1 0 0,0 0 1 0 0,0-1 0 0 0,0 1 0 0 0,0 0 0 0 0,0 0 0 0 0,0-1 0 0 0,1 1 0 0 0,-1 0-1 0 0,0 0 1 0 0,0-1 0 0 0,0 1 0 0 0,0 0 0 0 0,0 0 0 0 0,1-1 0 0 0,-1 1 0 0 0,0 0 0 0 0,0 0-1 0 0,0 0 1 0 0,1-1 0 0 0,-1 1 0 0 0,0 0 0 0 0,0 0 0 0 0,1 0 0 0 0,-1 0 0 0 0,0 0 0 0 0,0 0-1 0 0,1-1 1 0 0,0 2 2 0 0,-1-1 0 0 0,1 0 0 0 0,0 0 0 0 0,-1 1 0 0 0,1-1-1 0 0,0 0 1 0 0,-1 1 0 0 0,1-1 0 0 0,0 1 0 0 0,-1-1 0 0 0,1 1 0 0 0,-1-1-1 0 0,1 1 1 0 0,-1-1 0 0 0,1 1 0 0 0,-1 0 0 0 0,0-1 0 0 0,1 1 0 0 0,-1 0-1 0 0,0-1 1 0 0,1 1 0 0 0,-1 1 0 0 0,17 48 55 0 0,-2 0 1 0 0,-3 1-1 0 0,-2 0 0 0 0,3 54 1 0 0,51 327 125 0 0,-34-249-149 0 0,-5-61 78 0 0,48 142-1 0 0,-48-182-41 0 0,-12-33 35 0 0,-2 1-1 0 0,8 101 1 0 0,-13 104 165 0 0,-1-21-257 0 0,-2-88 267 0 0,-3-90-162 0 0,2 0 1 0 0,16 102 0 0 0,-1-64 17 0 0,-11-52 42 0 0,22 76 0 0 0,-25-111-430 0 0,5 15 398 0 0,-7-13-4566 0 0,-4-8 1842 0 0,3-1 2221 0 0,0 0 0 0 0,-1 0 0 0 0,1 0 0 0 0,-1 0-1 0 0,-5-4-4920 0 0,1 1 2070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42 262 2577 0 0,'-3'-4'5256'0'0,"-6"-7"-2221"0"0,4 1-2142 0 0,1 0 0 0 0,0 0 0 0 0,0 0 0 0 0,1-1 0 0 0,0 0 0 0 0,1 1 0 0 0,0-1 0 0 0,1 0 0 0 0,-1-18 0 0 0,5 29-36 0 0,3 7-502 0 0,4 6-224 0 0,24 45 555 0 0,-2 2 0 0 0,41 105 1 0 0,-73-164-679 0 0,1 0 1 0 0,0 0-1 0 0,-1 0 0 0 0,1 0 1 0 0,0 0-1 0 0,0 0 1 0 0,0 0-1 0 0,0 0 1 0 0,0-1-1 0 0,0 1 1 0 0,0 0-1 0 0,0-1 1 0 0,0 1-1 0 0,0-1 1 0 0,0 1-1 0 0,1-1 0 0 0,-1 0 1 0 0,0 1-1 0 0,0-1 1 0 0,0 0-1 0 0,1 0 1 0 0,-1 0-1 0 0,0 0 1 0 0,0 0-1 0 0,1 0 1 0 0,-1 0-1 0 0,0 0 0 0 0,0 0 1 0 0,2-1-1 0 0,2 0 9 0 0,1 0-1 0 0,0 0 0 0 0,-1 0 0 0 0,1-1 0 0 0,5-3 0 0 0,5-2-16 0 0,-11 5 3 0 0,0 0 0 0 0,0 0 0 0 0,-1-1 1 0 0,1 1-1 0 0,-1-1 0 0 0,1-1 0 0 0,-1 1 0 0 0,0 0 0 0 0,5-6 0 0 0,14-22-128 0 0,-1-2-1 0 0,-1 0 1 0 0,-2-1 0 0 0,15-37-1 0 0,-8 9-1192 0 0,13-26-3554 0 0,-20 52 1407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707 162 464 0 0,'0'0'156'0'0,"0"-29"7104"0"0,0-104 1560 0 0,0 133-8734 0 0,0 14-35 0 0,-11 211 9 0 0,1-27-16 0 0,8 55 48 0 0,-1 79 140 0 0,1-271-26 0 0,-2 229 1857 0 0,-23-271-1834 0 0,-5-1-189 0 0,-18 8 41 0 0,39-21-66 0 0,1 1 0 0 0,0-1-1 0 0,-12 10 1 0 0,-16 10 25 0 0,-113 46 194 0 0,91-45-68 0 0,-84 49-1 0 0,130-66-109 0 0,-31 21 81 0 0,42-27-134 0 0,0-1-1 0 0,0 1 1 0 0,1 0 0 0 0,-1 0 0 0 0,1 0 0 0 0,0 0 0 0 0,0 0 0 0 0,0 0 0 0 0,0 1-1 0 0,0-1 1 0 0,-1 6 0 0 0,-16 41 24 0 0,12-35-813 0 0,2-6-4329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2913 0 0,'0'-44'9562'0'0,"0"37"-6258"0"0,0 28-2946 0 0,6 304 812 0 0,-14 358-520 0 0,-5-359-294 0 0,15-302-279 0 0,2 0-1 0 0,0 0 1 0 0,1 0-1 0 0,12 34 1 0 0,-13-47-80 0 0,1 6 30 0 0,-3-7-5101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6705 0 0,'-6'2'6941'0'0,"-6"2"-4425"0"0,13 4-2252 0 0,1 0-1 0 0,0-1 1 0 0,0 1-1 0 0,1-1 1 0 0,0 0 0 0 0,0 0-1 0 0,0 0 1 0 0,1 0-1 0 0,0-1 1 0 0,9 11-1 0 0,13 26 23 0 0,-19-34-242 0 0,0 0 1 0 0,0 0 0 0 0,1 0-1 0 0,0-1 1 0 0,0 0-1 0 0,19 13 1 0 0,-11-9-25 0 0,7 5 18 0 0,1 0 0 0 0,46 22 0 0 0,-46-27-15 0 0,1 2 0 0 0,-2 0-1 0 0,28 23 1 0 0,-30-18-22 0 0,147 133 989 0 0,-163-146-944 0 0,0 1 0 0 0,0 0 0 0 0,-1 0 0 0 0,7 14 0 0 0,-7-14-94 0 0,-1 0-1267 0 0,5 6-6086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10 278 9002 0 0,'-10'-10'5200'0'0,"10"9"-5102"0"0,0 0 0 0 0,0 0 0 0 0,0 0 0 0 0,1 0 0 0 0,-1 0 0 0 0,0 0 0 0 0,0 0 0 0 0,1 0 0 0 0,-1 0 0 0 0,0 0 0 0 0,1 0 0 0 0,-1 0 0 0 0,1 0 0 0 0,-1 0 0 0 0,1 0 0 0 0,0 0 0 0 0,-1 1 1 0 0,1-1-1 0 0,0 0 0 0 0,0 0 0 0 0,0 1 0 0 0,-1-1 0 0 0,1 0 0 0 0,1 0 0 0 0,0 0-40 0 0,1 0 0 0 0,-1 0 1 0 0,1 1-1 0 0,-1-1 0 0 0,1 0 0 0 0,0 1 0 0 0,-1 0 1 0 0,1-1-1 0 0,4 2 0 0 0,4-1-24 0 0,0 2 0 0 0,-1 0 0 0 0,21 6-1 0 0,2 4 132 0 0,24 7 279 0 0,-52-18-391 0 0,0 0-1 0 0,0 0 0 0 0,0 0 0 0 0,0-1 0 0 0,1 1 1 0 0,-1-1-1 0 0,0-1 0 0 0,10-1 0 0 0,-12 1-39 0 0,0 0 1 0 0,-1 0-1 0 0,1-1 0 0 0,-1 1 0 0 0,1-1 0 0 0,-1 0 0 0 0,0 0 1 0 0,0 0-1 0 0,0 0 0 0 0,0 0 0 0 0,0 0 0 0 0,0 0 0 0 0,0-1 1 0 0,-1 1-1 0 0,1-1 0 0 0,-1 1 0 0 0,1-1 0 0 0,-1 0 1 0 0,0 1-1 0 0,1-5 0 0 0,1-5 25 0 0,0 0 0 0 0,0 0-1 0 0,1-17 1 0 0,-3 23-32 0 0,0 1 0 0 0,0-1 0 0 0,1 1-1 0 0,0-1 1 0 0,4-7 0 0 0,-3 7 18 0 0,0 0 0 0 0,-1 0 0 0 0,0-1 0 0 0,2-10 0 0 0,-2 6-204 0 0,-1 0 0 0 0,0 1 0 0 0,-1-1 0 0 0,0 0 0 0 0,-2-15 0 0 0,-3 17-3586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9 904 0 0,'0'0'1367'0'0,"-25"-3"3978"0"0,24 2-5021 0 0,0 0-1 0 0,1 1 1 0 0,-1-1-1 0 0,0 1 1 0 0,0-1-1 0 0,0 1 1 0 0,0-1-1 0 0,0 1 1 0 0,-1 0-1 0 0,1 0 1 0 0,0 0-1 0 0,0-1 1 0 0,0 1-1 0 0,0 0 1 0 0,0 0-1 0 0,0 0 0 0 0,-2 1 1 0 0,-3-1 440 0 0,6 2-688 0 0,0 0-1 0 0,0 0 1 0 0,0 0 0 0 0,1 0-1 0 0,-1 0 1 0 0,1 0 0 0 0,-1 0-1 0 0,1 0 1 0 0,-1 0 0 0 0,2 2-1 0 0,2 4-13 0 0,-1 0-1 0 0,2 0 1 0 0,-1-1-1 0 0,1 1 1 0 0,0-1-1 0 0,9 9 1 0 0,41 38 413 0 0,-21-22-155 0 0,-17-15 247 0 0,1 0-1 0 0,1-2 1 0 0,38 24 0 0 0,-50-34-790 0 0,20 12 1014 0 0,-14-2-4717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28 1704 0 0,'-1'-8'9362'0'0,"-2"-7"-4694"0"0,2 15-4601 0 0,1-1 0 0 0,0 1 0 0 0,-1-1 0 0 0,1 1 0 0 0,0 0-1 0 0,-1-1 1 0 0,1 1 0 0 0,-1 0 0 0 0,1 0 0 0 0,0-1 0 0 0,-1 1 0 0 0,1 0 0 0 0,-1 0 0 0 0,1 0 0 0 0,-1-1 0 0 0,1 1 0 0 0,-1 0-1 0 0,1 0 1 0 0,-1 0 0 0 0,1 0 0 0 0,-1 0 0 0 0,1 0 0 0 0,-1 0 0 0 0,1 0 0 0 0,-1 0 0 0 0,1 0 0 0 0,-1 0 0 0 0,1 1-1 0 0,-1-1 1 0 0,0 0 0 0 0,-10 14 472 0 0,-2 25-490 0 0,9-16 32 0 0,0 0-1 0 0,2 1 1 0 0,1 37-1 0 0,10 73 206 0 0,-4-70-173 0 0,26 201 149 0 0,-2-22-78 0 0,-19-114-66 0 0,37 294 447 0 0,-35-347-112 0 0,4 151-1 0 0,-14-96-2710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76 3041 0 0,'-13'0'3794'0'0,"-208"-15"4968"0"0,184 15-6427 0 0,26 0-1682 0 0,28 0-807 0 0,-7 0 161 0 0,306-14 54 0 0,109-14 48 0 0,-312 25 346 0 0,-50-4 4 0 0,39-1 415 0 0,-102 8-857 0 0,0 0-1 0 0,1 0 0 0 0,-1 0 0 0 0,0 0 0 0 0,1 0 1 0 0,-1 0-1 0 0,0 0 0 0 0,0 0 0 0 0,1 0 0 0 0,-1 0 0 0 0,0 0 1 0 0,1 0-1 0 0,-1 0 0 0 0,0 0 0 0 0,0 0 0 0 0,1 1 1 0 0,-1-1-1 0 0,0 0 0 0 0,0 0 0 0 0,1 0 0 0 0,-1 0 1 0 0,0 1-1 0 0,0-1 0 0 0,0 0 0 0 0,1 0 0 0 0,-1 1 1 0 0,0-1-1 0 0,0 0 0 0 0,0 0 0 0 0,0 1 0 0 0,0-1 1 0 0,1 0-1 0 0,-1 0 0 0 0,0 1 0 0 0,0-1 0 0 0,0 0 1 0 0,0 0-1 0 0,0 1 0 0 0,0-1 0 0 0,0 0 0 0 0,0 1 1 0 0,0-1-1 0 0,0 0 0 0 0,0 0 0 0 0,0 1 0 0 0,0-1 1 0 0,0 0-1 0 0,0 1 0 0 0,-1-1 0 0 0,1 0 0 0 0,0 0 0 0 0,0 1 1 0 0,0-1-1 0 0,0 0 0 0 0,0 0 0 0 0,-1 1 0 0 0,1-1 1 0 0,0 0-1 0 0,0 0 0 0 0,0 0 0 0 0,-1 1 0 0 0,0 0-7 0 0,1 0 0 0 0,-1 0-1 0 0,0 0 1 0 0,0 0-1 0 0,0 0 1 0 0,0 0-1 0 0,0 0 1 0 0,0-1-1 0 0,0 1 1 0 0,0 0-1 0 0,0-1 1 0 0,0 1 0 0 0,-1 0-1 0 0,-1 0 1 0 0,-277 15 115 0 0,94-8-60 0 0,-215 20-48 0 0,99-28 0 0 0,210-5 12 0 0,-104-2-256 0 0,196 7 229 0 0,-1 0 0 0 0,0 0 0 0 0,1 0 1 0 0,-1 0-1 0 0,0 0 0 0 0,1 0 1 0 0,-1 1-1 0 0,0-1 0 0 0,1 0 1 0 0,-1 1-1 0 0,0-1 0 0 0,1 0 0 0 0,-1 1 1 0 0,1-1-1 0 0,-1 0 0 0 0,1 1 1 0 0,-1-1-1 0 0,1 1 0 0 0,-1-1 1 0 0,1 1-1 0 0,0 0 0 0 0,-1-1 0 0 0,1 1 1 0 0,0-1-1 0 0,-1 1 0 0 0,1 0 1 0 0,0-1-1 0 0,0 1 0 0 0,-1 0 0 0 0,1-1 1 0 0,0 1-1 0 0,0 0 0 0 0,0-1 1 0 0,0 1-1 0 0,0 0 0 0 0,0-1 1 0 0,0 1-1 0 0,0 1 0 0 0,5 28-23 0 0,-4-27 22 0 0,16 55 0 0 0,-10-40 1 0 0,-1 1 0 0 0,-2 0 0 0 0,5 35 0 0 0,0 174 30 0 0,-6-85-13 0 0,-2-120 7 0 0,11 144 334 0 0,-7-136-97 0 0,2 15-13 0 0,-3-35 82 0 0,-1-6-2044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9866 0 0,'-35'2'5151'0'0,"30"-2"-4806"0"0,-1 1 1 0 0,1 0-1 0 0,0 0 1 0 0,0 0-1 0 0,0 1 1 0 0,-1-1 0 0 0,-8 6-1 0 0,14-7-323 0 0,-1 0 0 0 0,1 0 0 0 0,0 0 1 0 0,0 0-1 0 0,0 0 0 0 0,0 0 0 0 0,-1 0 0 0 0,1 0 0 0 0,0 0 0 0 0,0 0 0 0 0,0 0 0 0 0,0 1 0 0 0,-1-1 0 0 0,1 0 1 0 0,0 0-1 0 0,0 0 0 0 0,0 0 0 0 0,0 0 0 0 0,0 0 0 0 0,0 1 0 0 0,-1-1 0 0 0,1 0 0 0 0,0 0 0 0 0,0 0 1 0 0,0 0-1 0 0,0 1 0 0 0,0-1 0 0 0,0 0 0 0 0,0 0 0 0 0,0 0 0 0 0,0 0 0 0 0,0 1 0 0 0,0-1 0 0 0,0 0 1 0 0,0 0-1 0 0,0 0 0 0 0,0 1 0 0 0,0-1 0 0 0,0 0 0 0 0,0 0 0 0 0,0 0 0 0 0,0 0 0 0 0,0 1 0 0 0,0-1 1 0 0,0 0-1 0 0,0 0 0 0 0,1 0 0 0 0,-1 0 0 0 0,0 1 0 0 0,0-1 0 0 0,0 0 0 0 0,0 0 0 0 0,0 0 0 0 0,0 0 0 0 0,1 0 1 0 0,-1 0-1 0 0,0 0 0 0 0,0 1 0 0 0,0-1 0 0 0,0 0 0 0 0,0 0 0 0 0,1 0 0 0 0,-1 0 0 0 0,0 0 0 0 0,22 4 390 0 0,35-2-439 0 0,-52-2 132 0 0,184 9 35 0 0,0 0 1044 0 0,-130-9-1122 0 0,-50-7-7436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12859 0 0,'3'-1'4752'0'0,"17"-7"-4347"0"0,23-8 104 0 0,28-9-23 0 0,-67 24-1271 0 0,3-1-1226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6417 0 0,'0'0'9218'0'0,"27"0"-7117"0"0,-20 1-2550 0 0,0-1 0 0 0,0 1 0 0 0,-1 1 1 0 0,8 1-1 0 0,-13-2 268 0 0,7 0-3856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481 203 2641 0 0,'0'0'420'0'0,"1"-8"3981"0"0,1-11-2912 0 0,1-2 170 0 0,0-1-1 0 0,-2 0 0 0 0,-1-37 0 0 0,-1 19-232 0 0,1 40-1402 0 0,0-1-1 0 0,0 1 1 0 0,0-1-1 0 0,0 1 1 0 0,0 0-1 0 0,0-1 1 0 0,0 1 0 0 0,0-1-1 0 0,0 1 1 0 0,0-1-1 0 0,-1 1 1 0 0,1-1-1 0 0,0 1 1 0 0,0 0-1 0 0,0-1 1 0 0,-1 1-1 0 0,1-1 1 0 0,0 1-1 0 0,0 0 1 0 0,-1-1-1 0 0,1 1 1 0 0,0 0-1 0 0,-1-1 1 0 0,1 1-1 0 0,0 0 1 0 0,-1 0 0 0 0,1-1-1 0 0,-1 1 1 0 0,1 0-1 0 0,-1 0 1 0 0,1 0-12 0 0,-1 0-1 0 0,1 0 1 0 0,-1 0 0 0 0,1 0 0 0 0,-1 0 0 0 0,1 0 0 0 0,0 1 0 0 0,-1-1 0 0 0,1 0 0 0 0,-1 0 0 0 0,1 1 0 0 0,0-1 0 0 0,-1 0 0 0 0,1 0 0 0 0,0 1 0 0 0,-1-1-1 0 0,1 0 1 0 0,0 1 0 0 0,0-1 0 0 0,-1 1 0 0 0,1-1 0 0 0,0 0 0 0 0,0 1 0 0 0,0-1 0 0 0,0 1 0 0 0,-1-1 0 0 0,1 0 0 0 0,0 1 0 0 0,0-1 0 0 0,0 1-1 0 0,0-1 1 0 0,0 1 0 0 0,0-1 0 0 0,0 1 0 0 0,-8 67 78 0 0,1 124-1 0 0,20 70-72 0 0,-12-238 1 0 0,6 62 34 0 0,3 81 1123 0 0,-10-166-1156 0 0,0 0 1 0 0,-1 0-1 0 0,1 0 1 0 0,0 0 0 0 0,-1 0-1 0 0,1 0 1 0 0,-1 0 0 0 0,1 0-1 0 0,-1 0 1 0 0,1 0 0 0 0,-1 0-1 0 0,0-1 1 0 0,1 1 0 0 0,-1 0-1 0 0,0 0 1 0 0,0-1 0 0 0,0 1-1 0 0,-1 1 1 0 0,-21 11-24 0 0,18-11 20 0 0,-21 10 49 0 0,0-1-1 0 0,0-1 1 0 0,-29 6 0 0 0,-86 15 442 0 0,62-15-261 0 0,43-12-141 0 0,28-4-56 0 0,1 0 0 0 0,0 1 0 0 0,-15 3 1 0 0,22-4-52 0 0,-1 0 1 0 0,1 0 0 0 0,-1 0 0 0 0,1 1 0 0 0,-1-1 0 0 0,1 0 0 0 0,-1 0 0 0 0,1 0 0 0 0,-1 0-1 0 0,1 0 1 0 0,-1 1 0 0 0,1-1 0 0 0,-1 0 0 0 0,1 0 0 0 0,-1 1 0 0 0,1-1 0 0 0,-1 0 0 0 0,1 1-1 0 0,0-1 1 0 0,-1 0 0 0 0,1 1 0 0 0,0-1 0 0 0,-1 0 0 0 0,1 1 0 0 0,0-1 0 0 0,0 1 0 0 0,-1-1-1 0 0,1 1 1 0 0,0-1 0 0 0,0 1 0 0 0,0-1 0 0 0,-1 1 0 0 0,1-1 0 0 0,0 1 0 0 0,0-1 0 0 0,0 1-1 0 0,0-1 1 0 0,0 1 0 0 0,0-1 0 0 0,0 1 0 0 0,0-1 0 0 0,0 1 0 0 0,1-1 0 0 0,-1 1 0 0 0,0-1 0 0 0,0 1-1 0 0,0-1 1 0 0,0 1 0 0 0,1-1 0 0 0,-1 1 0 0 0,0-1 0 0 0,1 1 0 0 0,-1-1 0 0 0,0 0 0 0 0,1 1-1 0 0,-1-1 1 0 0,0 0 0 0 0,1 1 0 0 0,-1-1 0 0 0,1 0 0 0 0,-1 1 0 0 0,1-1 0 0 0,29 19 36 0 0,-13-13-25 0 0,0 0 0 0 0,0-1 1 0 0,0 0-1 0 0,27 2 0 0 0,74 3 38 0 0,5 0-36 0 0,6 11 54 0 0,-128-21-52 0 0,0 0-1 0 0,0 0 1 0 0,0 1-1 0 0,0-1 1 0 0,0 0-1 0 0,0 0 1 0 0,0 1-1 0 0,0-1 1 0 0,0 0-1 0 0,0 1 1 0 0,0-1-1 0 0,-1 1 1 0 0,1-1-1 0 0,0 1 1 0 0,0-1-1 0 0,1 2 1 0 0,-2-1-9 0 0,0-1 1 0 0,0 0-1 0 0,0 1 1 0 0,0-1-1 0 0,0 0 1 0 0,0 1-1 0 0,0-1 1 0 0,-1 0 0 0 0,1 1-1 0 0,0-1 1 0 0,0 1-1 0 0,0-1 1 0 0,0 0-1 0 0,-1 1 1 0 0,1-1-1 0 0,0 0 1 0 0,0 0 0 0 0,0 1-1 0 0,-1-1 1 0 0,1 0-1 0 0,0 0 1 0 0,-1 1-1 0 0,1-1 1 0 0,0 0-1 0 0,-1 0 1 0 0,1 1 0 0 0,0-1-1 0 0,-1 0 1 0 0,-36 17 139 0 0,29-14-141 0 0,-157 50 684 0 0,50-19-397 0 0,67-19-180 0 0,29-9-75 0 0,-1 0-1 0 0,1 1 1 0 0,1 1-1 0 0,-34 18 0 0 0,50-24-38 0 0,-1 0-1 0 0,1 0 0 0 0,0-1 0 0 0,0 1 1 0 0,0 1-1 0 0,0-1 0 0 0,0 0 0 0 0,0 0 0 0 0,0 1 1 0 0,1-1-1 0 0,-1 1 0 0 0,1 0 0 0 0,-1-1 1 0 0,1 1-1 0 0,0 0 0 0 0,0 0 0 0 0,1-1 1 0 0,-1 1-1 0 0,1 0 0 0 0,-1 0 0 0 0,1 5 1 0 0,1-7 2 0 0,0 0 0 0 0,0-1 0 0 0,0 1 0 0 0,0 0 0 0 0,0-1 1 0 0,0 1-1 0 0,1 0 0 0 0,-1-1 0 0 0,0 0 0 0 0,0 1 0 0 0,1-1 1 0 0,-1 0-1 0 0,0 0 0 0 0,1 1 0 0 0,-1-1 0 0 0,0 0 0 0 0,1 0 0 0 0,1-1 1 0 0,2 1 6 0 0,4 2 7 0 0,1 0-1 0 0,-1 0 1 0 0,1 1-1 0 0,12 5 1 0 0,-13-4-12 0 0,1-1 1 0 0,0 0 0 0 0,21 4 0 0 0,78-2 0 0 0,-78-5-5 0 0,1 1-1 0 0,-1 2 0 0 0,44 9 1 0 0,-67-11-1 0 0,-4 0 11 0 0,0 0 1 0 0,0 0-1 0 0,-1 0 1 0 0,1 0-1 0 0,0 1 1 0 0,-1 0-1 0 0,7 3 1 0 0,-10-4-6 0 0,1-1 0 0 0,0 1 0 0 0,0 0 0 0 0,-1 0 1 0 0,1 0-1 0 0,-1 0 0 0 0,1 0 0 0 0,-1 0 1 0 0,1 0-1 0 0,-1 0 0 0 0,0 0 0 0 0,1 0 0 0 0,-1 0 1 0 0,0 0-1 0 0,0 1 0 0 0,0-1 0 0 0,1 0 1 0 0,-1 0-1 0 0,-1 0 0 0 0,1 0 0 0 0,0 0 1 0 0,0 0-1 0 0,0 1 0 0 0,-1-1 0 0 0,1 0 0 0 0,0 0 1 0 0,-1 0-1 0 0,1 0 0 0 0,-1 0 0 0 0,1 0 1 0 0,-1 0-1 0 0,0 1 0 0 0,-2 1-1 0 0,1 0-1 0 0,0 1 1 0 0,-1-1 0 0 0,0 0-1 0 0,0 0 1 0 0,1-1-1 0 0,-2 1 1 0 0,1-1 0 0 0,0 1-1 0 0,0-1 1 0 0,-1 0 0 0 0,0 0-1 0 0,-5 2 1 0 0,-10 3 23 0 0,-29 7 1 0 0,17-5 12 0 0,27-8-48 0 0,-1 1-1 0 0,1-1 1 0 0,0 1 0 0 0,0 0 0 0 0,0 0 0 0 0,0 0 0 0 0,0 1-1 0 0,0-1 1 0 0,1 1 0 0 0,-7 6 0 0 0,8-6 6 0 0,0 0 0 0 0,1 0 0 0 0,-1 0 0 0 0,1 0 0 0 0,-1 0 0 0 0,1 1 0 0 0,0-1 0 0 0,1 1 0 0 0,-1-1 0 0 0,0 0 0 0 0,1 1 0 0 0,0-1 0 0 0,0 1 0 0 0,0-1 0 0 0,1 5 0 0 0,15 123-61 0 0,0-5 24 0 0,-6-12 66 0 0,29 133 0 0 0,-13-105 101 0 0,-24-132 190 0 0,0 1-1 0 0,0 18 0 0 0,-2-27-310 0 0,1-1 0 0 0,-1 0 0 0 0,0 0 0 0 0,1 0 0 0 0,-1 0 0 0 0,1 0 0 0 0,-1 0 0 0 0,1 0 0 0 0,-1 0 0 0 0,1 0 0 0 0,0 0 0 0 0,-1 0 0 0 0,1 0 0 0 0,0-1 0 0 0,0 1 0 0 0,1 1 0 0 0,-1-1 20 0 0,0-1 0 0 0,0 1 0 0 0,0 0-1 0 0,0 0 1 0 0,0 0 0 0 0,0 0 0 0 0,-1 0-1 0 0,1 0 1 0 0,0 0 0 0 0,-1 0 0 0 0,1 0-1 0 0,-1 0 1 0 0,1 0 0 0 0,-1 1 0 0 0,1-1 0 0 0,-1 2-1 0 0,5-10 1087 0 0,-4 6-1111 0 0,0-1 0 0 0,0 1 1 0 0,0-1-1 0 0,-1 1 1 0 0,1-1-1 0 0,0 1 0 0 0,0-1 1 0 0,-1 1-1 0 0,1-1 1 0 0,-1 1-1 0 0,1-1 0 0 0,-1-2 1 0 0,0 3 0 0 0,0 1 1 0 0,-1-1-1 0 0,1 0 1 0 0,0 0-1 0 0,0 0 1 0 0,0 0-1 0 0,0 0 1 0 0,0 1-1 0 0,0-1 1 0 0,0 0-1 0 0,0 0 1 0 0,1 0-1 0 0,-1 0 1 0 0,0 1-1 0 0,0-1 1 0 0,1 0-1 0 0,-1 0 1 0 0,0 0-1 0 0,1 1 0 0 0,-1-1 1 0 0,1 0-1 0 0,-1 1 1 0 0,2-2-1 0 0,1-1 1 0 0,-3 3-22 0 0,8-40 46 0 0,-8 38-23 0 0,0 0 1 0 0,0 0 0 0 0,1 1-1 0 0,-1-1 1 0 0,1 0-1 0 0,0 0 1 0 0,-1 1-1 0 0,1-1 1 0 0,0 0 0 0 0,0 1-1 0 0,0-1 1 0 0,0 0-1 0 0,0 1 1 0 0,0 0-1 0 0,2-2 1 0 0,8-12-39 0 0,-9 8 23 0 0,-1 1-1 0 0,0-1 0 0 0,0 0 1 0 0,0-12-1 0 0,-1 12-3259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37 13635 0 0,'-15'-1'4226'0'0,"28"-3"-2850"0"0,0 2-1550 0 0,34-8 278 0 0,1 2 0 0 0,1 2 0 0 0,-1 2 1 0 0,1 2-1 0 0,71 7 0 0 0,-97-1-32 0 0,42 11-1 0 0,-42-9-417 0 0,37 6 0 0 0,-47-12-2403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8450 0 0,'0'0'5606'0'0,"0"0"-5458"0"0,0 1-1 0 0,0-1 1 0 0,1 0-1 0 0,-1 1 0 0 0,0-1 1 0 0,0 0-1 0 0,0 1 1 0 0,0-1-1 0 0,1 0 1 0 0,-1 1-1 0 0,0-1 0 0 0,0 0 1 0 0,0 0-1 0 0,1 1 1 0 0,-1-1-1 0 0,0 0 1 0 0,0 0-1 0 0,1 1 0 0 0,-1-1 1 0 0,0 0-1 0 0,1 0 1 0 0,-1 0-1 0 0,0 0 1 0 0,1 0-1 0 0,-1 1 0 0 0,0-1 1 0 0,1 0-1 0 0,-1 0 1 0 0,0 0-1 0 0,1 0 1 0 0,113 16 1101 0 0,-53-16-2211 0 0,-49-1-682 0 0,-1 0 0 0 0,23-6 0 0 0,-15 1-2584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71 268 9426 0 0,'-1'-3'123'0'0,"1"0"0"0"0,-1 0-1 0 0,0 0 1 0 0,0 1 0 0 0,0-1 0 0 0,0 0-1 0 0,-2-3 1 0 0,-2-5 17 0 0,-1-8 1013 0 0,0-1 1 0 0,1 0 0 0 0,1-1 0 0 0,1 1 0 0 0,-1-29-1 0 0,4 49-1093 0 0,0 18 374 0 0,1 98 154 0 0,-2 132 592 0 0,1-224-1228 0 0,-2 13 1034 0 0,2-37-973 0 0,0 0 1 0 0,0 0-1 0 0,0 0 1 0 0,0 0 0 0 0,0 0-1 0 0,0 0 1 0 0,0 0-1 0 0,0 0 1 0 0,0 0 0 0 0,-1 0-1 0 0,1 0 1 0 0,0 0 0 0 0,0 0-1 0 0,0 0 1 0 0,0 0-1 0 0,0 0 1 0 0,0 0 0 0 0,0 0-1 0 0,0 0 1 0 0,0 0-1 0 0,0 0 1 0 0,0 0 0 0 0,0 0-1 0 0,0 0 1 0 0,0 0-1 0 0,0 0 1 0 0,-1 1 0 0 0,1-1-1 0 0,0 0 1 0 0,0 0 0 0 0,0 0-1 0 0,0 0 1 0 0,0 0-1 0 0,0 0 1 0 0,-3-22 121 0 0,-4-35-72 0 0,0 9-27 0 0,-1-86 0 0 0,9 120-33 0 0,-1 0-1 0 0,2-1 0 0 0,0 1 1 0 0,1 1-1 0 0,0-1 0 0 0,1 0 1 0 0,0 1-1 0 0,2 0 0 0 0,-1 0 1 0 0,13-21-1 0 0,-15 29-7 0 0,1-1 1 0 0,0 1-1 0 0,0 0 0 0 0,0 0 1 0 0,1 0-1 0 0,-1 0 1 0 0,1 1-1 0 0,0 0 0 0 0,1 0 1 0 0,-1 0-1 0 0,1 1 0 0 0,-1 0 1 0 0,1 0-1 0 0,12-4 1 0 0,4-5-8 0 0,-20 11 10 0 0,0-1 0 0 0,1 1 0 0 0,-1-1 0 0 0,0 1 0 0 0,1 0 0 0 0,-1 0 0 0 0,1 0 0 0 0,-1 0 0 0 0,1 0 0 0 0,0 1 0 0 0,-1-1-1 0 0,1 1 1 0 0,0-1 0 0 0,-1 1 0 0 0,1 0 0 0 0,0 0 0 0 0,0 0 0 0 0,5 2 0 0 0,-7-1 6 0 0,1 0 0 0 0,-1 0 0 0 0,1 0-1 0 0,-1 0 1 0 0,0 0 0 0 0,1 1 0 0 0,-1-1 0 0 0,0 1 0 0 0,0-1 0 0 0,0 1 0 0 0,0-1-1 0 0,0 1 1 0 0,0-1 0 0 0,-1 1 0 0 0,1 0 0 0 0,0 0 0 0 0,-1-1 0 0 0,1 5 0 0 0,3 32 99 0 0,-4-28-78 0 0,-1-1 0 0 0,0 0 0 0 0,0 0 0 0 0,-1 0 0 0 0,-5 14 0 0 0,6-18-5 0 0,-1-1 0 0 0,0 1 0 0 0,0-1 0 0 0,-1 1 0 0 0,1-1 1 0 0,-1 0-1 0 0,0 0 0 0 0,0 0 0 0 0,0 0 0 0 0,0-1 0 0 0,-8 7 0 0 0,-13 5 67 0 0,10-7-14 0 0,1 1 0 0 0,-12 10 1 0 0,22-16-70 0 0,1-1 1 0 0,-1 1 0 0 0,0 0 0 0 0,1 0 0 0 0,0 0 0 0 0,-1 0 0 0 0,1 0 0 0 0,0 0 0 0 0,1 0 0 0 0,-1 1 0 0 0,1-1 0 0 0,-1 1 0 0 0,0 5 0 0 0,-10 24-36 0 0,10-29 34 0 0,0 0-1 0 0,0 0 1 0 0,0 0 0 0 0,1 1-1 0 0,0-1 1 0 0,0 0-1 0 0,0 1 1 0 0,0 6-1 0 0,1-8 10 0 0,0 0-1 0 0,0 0 1 0 0,0 0 0 0 0,1 0-1 0 0,-1 0 1 0 0,1 0 0 0 0,0 0-1 0 0,0 0 1 0 0,0 0 0 0 0,0 0-1 0 0,1 0 1 0 0,-1-1 0 0 0,1 1-1 0 0,-1-1 1 0 0,1 1 0 0 0,0-1-1 0 0,0 0 1 0 0,0 1 0 0 0,0-1-1 0 0,1 0 1 0 0,-1 0 0 0 0,1-1-1 0 0,-1 1 1 0 0,1 0 0 0 0,3 1-1 0 0,6 2 58 0 0,0-1 0 0 0,0 0 0 0 0,0-1 0 0 0,24 3-1 0 0,-9-1 35 0 0,-23-4-31 0 0,1 1 0 0 0,-1-1 0 0 0,0 1 0 0 0,0 0 0 0 0,5 3 1 0 0,16 7-1597 0 0,-5-9-5286 0 0,-12-3 1561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11 10298 0 0,'-9'-5'4695'0'0,"-6"-1"-1984"0"0,14 6-2673 0 0,1 0 1 0 0,-1 0 0 0 0,1 0 0 0 0,0 0-1 0 0,-1 0 1 0 0,1 0 0 0 0,-1 1-1 0 0,1-1 1 0 0,-1 0 0 0 0,1 0 0 0 0,0 0-1 0 0,-1 1 1 0 0,1-1 0 0 0,-1 0-1 0 0,1 0 1 0 0,0 1 0 0 0,-1-1 0 0 0,1 0-1 0 0,0 0 1 0 0,-1 1 0 0 0,1-1-1 0 0,0 1 1 0 0,0-1 0 0 0,-1 0 0 0 0,1 1-1 0 0,0-1 1 0 0,0 0 0 0 0,0 1-1 0 0,0-1 1 0 0,-1 1 0 0 0,1-1 0 0 0,0 1-1 0 0,0-1 1 0 0,0 1 0 0 0,-4 19 221 0 0,2-1 1 0 0,-1 30 0 0 0,-2 13 118 0 0,-6 1 163 0 0,6-37-106 0 0,1-1 0 0 0,1 1 0 0 0,0 48 0 0 0,3-73-415 0 0,0 1 1 0 0,1-1-1 0 0,-1 1 0 0 0,0-1 0 0 0,0 1 1 0 0,1-1-1 0 0,-1 1 0 0 0,1-1 1 0 0,-1 0-1 0 0,1 1 0 0 0,0-1 0 0 0,0 0 1 0 0,-1 1-1 0 0,1-1 0 0 0,0 0 0 0 0,0 0 1 0 0,0 0-1 0 0,0 0 0 0 0,0 0 0 0 0,1 0 1 0 0,-1 0-1 0 0,0 0 0 0 0,0 0 1 0 0,1 0-1 0 0,-1-1 0 0 0,0 1 0 0 0,1-1 1 0 0,-1 1-1 0 0,1-1 0 0 0,-1 1 0 0 0,1-1 1 0 0,-1 0-1 0 0,1 0 0 0 0,-1 1 0 0 0,1-1 1 0 0,1-1-1 0 0,22 8 139 0 0,-14-3-108 0 0,0 1 18 0 0,0-1 1 0 0,0 1-1 0 0,0-2 1 0 0,1 0-1 0 0,-1 0 1 0 0,22 1-1 0 0,8-4 142 0 0,0-2 0 0 0,48-8-1 0 0,-71 3-742 0 0,-16 5-406 0 0,-1 1 1 0 0,1-1 0 0 0,-1 0 0 0 0,1 0-1 0 0,-1 0 1 0 0,0 0 0 0 0,0 0 0 0 0,0 0-1 0 0,1-5 1 0 0,1 0-2721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12291 0 0,'-20'1'7076'0'0,"23"1"-7015"0"0,1-1 1 0 0,0 0 0 0 0,-1 0-1 0 0,1-1 1 0 0,0 1 0 0 0,0-1-1 0 0,0 1 1 0 0,6-2 0 0 0,-2 1-12 0 0,51 1-110 0 0,-32-1-6066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7786 0 0,'3'4'7111'0'0,"4"4"-6473"0"0,18-8-2497 0 0,-14 0-151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59 12907 0 0,'-17'-19'3853'0'0,"17"19"-3796"0"0,0-1 0 0 0,-1 0 0 0 0,1 1 0 0 0,0-1 0 0 0,0 0 0 0 0,-1 0 1 0 0,1 1-1 0 0,0-1 0 0 0,0 0 0 0 0,0 1 0 0 0,0-1 0 0 0,0 0 0 0 0,0 0 1 0 0,0 1-1 0 0,0-1 0 0 0,0 0 0 0 0,0 0 0 0 0,1 1 0 0 0,-1-1 0 0 0,0 0 1 0 0,0 1-1 0 0,1-1 0 0 0,-1 0 0 0 0,0 1 0 0 0,1-1 0 0 0,-1 1 0 0 0,1-1 1 0 0,0-1-1 0 0,1 1-13 0 0,-1 0 0 0 0,1-1 1 0 0,0 1-1 0 0,0 0 0 0 0,0 0 0 0 0,0 0 1 0 0,1 0-1 0 0,-1 0 0 0 0,3-1 0 0 0,3 0 3 0 0,1 1 0 0 0,-1-1 0 0 0,0 1 0 0 0,12 0-1 0 0,-11 2 52 0 0,0 0 0 0 0,0 0-1 0 0,0 1 1 0 0,0 0-1 0 0,0 0 1 0 0,0 1-1 0 0,-1 0 1 0 0,0 1-1 0 0,1 0 1 0 0,-1 0 0 0 0,0 1-1 0 0,10 8 1 0 0,-13-8-46 0 0,-1 0 1 0 0,1 1-1 0 0,-1-1 1 0 0,0 1-1 0 0,0 0 1 0 0,-1 1-1 0 0,0-1 1 0 0,0 1-1 0 0,0-1 1 0 0,-1 1-1 0 0,3 11 1 0 0,-3-7 45 0 0,2 0 0 0 0,0-1-1 0 0,6 12 1 0 0,-7-16-55 0 0,-1-1 0 0 0,1 0-1 0 0,-1 1 1 0 0,0-1-1 0 0,-1 1 1 0 0,1 0 0 0 0,-1 0-1 0 0,0-1 1 0 0,-1 1 0 0 0,1 0-1 0 0,-1 0 1 0 0,0 0 0 0 0,-1 0-1 0 0,1 0 1 0 0,-1 0-1 0 0,0-1 1 0 0,-1 1 0 0 0,0 0-1 0 0,1-1 1 0 0,-2 1 0 0 0,1-1-1 0 0,-1 1 1 0 0,0-1 0 0 0,0 0-1 0 0,0 0 1 0 0,0-1-1 0 0,-1 1 1 0 0,0-1 0 0 0,0 1-1 0 0,0-1 1 0 0,-1 0 0 0 0,0-1-1 0 0,1 1 1 0 0,-1-1 0 0 0,0 0-1 0 0,-6 3 1 0 0,-36 8 92 0 0,38-12-95 0 0,0 1 0 0 0,0 0 0 0 0,0 0 0 0 0,-9 5 0 0 0,15-6-12 0 0,-1 0 0 0 0,0 0 0 0 0,0 0 0 0 0,0-1 0 0 0,0 0 0 0 0,0 1 0 0 0,0-1 0 0 0,-1-1 0 0 0,1 1 0 0 0,0-1 0 0 0,-1 0 0 0 0,1 0 0 0 0,0 0 0 0 0,0 0 0 0 0,-1-1 0 0 0,1 1 0 0 0,-4-2 0 0 0,6 1-28 0 0,1 0 1 0 0,0 0-1 0 0,0 0 1 0 0,0 0-1 0 0,0 0 1 0 0,0 0-1 0 0,0 0 1 0 0,0 0 0 0 0,0 0-1 0 0,0 0 1 0 0,0 0-1 0 0,0-1 1 0 0,1 1-1 0 0,-1 0 1 0 0,1 0-1 0 0,-1-1 1 0 0,1 1-1 0 0,-1-1 1 0 0,1 1-1 0 0,0 0 1 0 0,0-1-1 0 0,-1 1 1 0 0,1-1 0 0 0,0 1-1 0 0,0-1 1 0 0,1 1-1 0 0,-1-1 1 0 0,0 1-1 0 0,0 0 1 0 0,1-1-1 0 0,-1 1 1 0 0,1-1-1 0 0,-1 1 1 0 0,1 0-1 0 0,-1 0 1 0 0,1-1-1 0 0,0 1 1 0 0,0 0 0 0 0,1-2-1 0 0,5-1 3 0 0,1 0-1 0 0,-1 1 1 0 0,0 0 0 0 0,1 0 0 0 0,0 1-1 0 0,-1 0 1 0 0,1 0 0 0 0,0 1-1 0 0,0 0 1 0 0,0 0 0 0 0,0 1-1 0 0,9 1 1 0 0,14 1-195 0 0,56 14 0 0 0,-42-7-987 0 0,-38-8-96 0 0,1 0 0 0 0,0-1 0 0 0,0 0 0 0 0,0 0 0 0 0,0-1 0 0 0,0 0 0 0 0,0-1 0 0 0,10-2 0 0 0,2-2-3158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55 9554 0 0,'0'-1'378'0'0,"0"-1"-1"0"0,0 1 1 0 0,0 0-1 0 0,0 0 0 0 0,-1 0 1 0 0,1 0-1 0 0,0 0 1 0 0,-1 0-1 0 0,1 0 1 0 0,-1 0-1 0 0,1 0 1 0 0,-1 0-1 0 0,0 0 1 0 0,0-1-1 0 0,-22-15 1649 0 0,19 14-1491 0 0,3 2-512 0 0,0 0 0 0 0,0 1 0 0 0,1-1 0 0 0,-1 1 0 0 0,0-1-1 0 0,0 1 1 0 0,0-1 0 0 0,1 1 0 0 0,-1-1 0 0 0,0 1 0 0 0,0 0 0 0 0,0 0 0 0 0,0-1-1 0 0,0 1 1 0 0,0 0 0 0 0,0 0 0 0 0,0 0 0 0 0,0 0 0 0 0,0 0 0 0 0,0 0 0 0 0,1 0-1 0 0,-1 0 1 0 0,0 0 0 0 0,0 1 0 0 0,0-1 0 0 0,0 0 0 0 0,0 1 0 0 0,0-1 0 0 0,0 1-1 0 0,1-1 1 0 0,-1 0 0 0 0,0 1 0 0 0,0 0 0 0 0,0-1 0 0 0,1 1 0 0 0,-1 0 0 0 0,0-1 0 0 0,1 1-1 0 0,-1 0 1 0 0,1-1 0 0 0,-1 1 0 0 0,1 0 0 0 0,-1 0 0 0 0,1 0 0 0 0,-1 0 0 0 0,1 0-1 0 0,0-1 1 0 0,0 1 0 0 0,-1 0 0 0 0,1 1 0 0 0,-2 8 24 0 0,0 0 0 0 0,0 0-1 0 0,1 0 1 0 0,0 10 0 0 0,0-6 66 0 0,0 2-34 0 0,1-8-38 0 0,-1 0 0 0 0,0 0 0 0 0,0 0 0 0 0,-1 0 0 0 0,0 0 0 0 0,0 0 0 0 0,0 0 0 0 0,-5 8 0 0 0,3-9-1 0 0,1 0 1 0 0,0 1-1 0 0,0-1 0 0 0,1 1 1 0 0,0 0-1 0 0,-2 12 0 0 0,3-16 12 0 0,1 1 0 0 0,0 0 0 0 0,0-1 0 0 0,0 1-1 0 0,0-1 1 0 0,1 1 0 0 0,-1 0 0 0 0,1-1 0 0 0,0 1 0 0 0,1-1-1 0 0,-1 0 1 0 0,5 9 0 0 0,-4-11-11 0 0,0 0-1 0 0,0 0 1 0 0,0 0 0 0 0,0 0-1 0 0,0 0 1 0 0,1 0-1 0 0,-1-1 1 0 0,1 1 0 0 0,-1-1-1 0 0,1 1 1 0 0,-1-1-1 0 0,1 0 1 0 0,0 0 0 0 0,0 0-1 0 0,0-1 1 0 0,0 1-1 0 0,-1-1 1 0 0,1 1 0 0 0,4-1-1 0 0,1 0 45 0 0,0 0-1 0 0,0 0 1 0 0,0-1 0 0 0,0 0-1 0 0,-1 0 1 0 0,9-3-1 0 0,-7 2-12 0 0,0-1 0 0 0,0-1 0 0 0,11-6-1 0 0,-16 8-50 0 0,-1 0 0 0 0,0 0 0 0 0,0 0 0 0 0,-1-1 0 0 0,1 1 0 0 0,0-1-1 0 0,-1 0 1 0 0,0 0 0 0 0,1 0 0 0 0,-1 0 0 0 0,2-5 0 0 0,6-10 110 0 0,-2 0 1 0 0,0-1 0 0 0,10-38-1 0 0,-17 49-81 0 0,1 1 0 0 0,-2-1-1 0 0,1 0 1 0 0,-1 1-1 0 0,0-1 1 0 0,-1 0-1 0 0,0 0 1 0 0,0 1-1 0 0,0-1 1 0 0,-1 0-1 0 0,0 1 1 0 0,-1 0 0 0 0,-4-11-1 0 0,6 16-43 0 0,0-1 0 0 0,0 1-1 0 0,0 0 1 0 0,0 0 0 0 0,-1-1 0 0 0,1 1-1 0 0,0 0 1 0 0,-1 0 0 0 0,0 0 0 0 0,1 0-1 0 0,-1 1 1 0 0,0-1 0 0 0,0 0 0 0 0,0 1-1 0 0,0-1 1 0 0,0 1 0 0 0,0 0-1 0 0,-1 0 1 0 0,1-1 0 0 0,0 2 0 0 0,-1-1-1 0 0,1 0 1 0 0,-1 0 0 0 0,1 1 0 0 0,-4-1-1 0 0,-38-12-195 0 0,40 11 153 0 0,-1 0 0 0 0,1 0-1 0 0,0 1 1 0 0,0-1 0 0 0,-1 1 0 0 0,1 0-1 0 0,-1 1 1 0 0,1-1 0 0 0,-1 1 0 0 0,1-1 0 0 0,-1 1-1 0 0,1 1 1 0 0,-1-1 0 0 0,1 1 0 0 0,0 0 0 0 0,-1 0-1 0 0,1 0 1 0 0,-8 3 0 0 0,9-2-146 0 0,0-1 0 0 0,-1 1 1 0 0,1 0-1 0 0,1 0 0 0 0,-1 0 0 0 0,0 0 1 0 0,0 1-1 0 0,1-1 0 0 0,-1 1 0 0 0,1 0 0 0 0,0 0 1 0 0,0 0-1 0 0,0 0 0 0 0,0 0 0 0 0,1 0 1 0 0,-1 0-1 0 0,1 0 0 0 0,-1 1 0 0 0,1-1 1 0 0,-1 6-1 0 0,-11 41-4318 0 0,11-23-59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33 13947 0 0,'-7'-11'2573'0'0,"7"10"-2366"0"0,0-1-1 0 0,-1 1 1 0 0,1 0 0 0 0,-1-1-1 0 0,0 1 1 0 0,1 0-1 0 0,-1 0 1 0 0,0-1 0 0 0,0 1-1 0 0,0 0 1 0 0,0 0-1 0 0,0 0 1 0 0,0 0 0 0 0,0 0-1 0 0,0 0 1 0 0,0 1-1 0 0,-2-2 1 0 0,2 3-160 0 0,0 1 1 0 0,0 0-1 0 0,0 0 0 0 0,0 0 1 0 0,1 0-1 0 0,-1 0 1 0 0,1 0-1 0 0,0 0 0 0 0,-1 0 1 0 0,1 0-1 0 0,0 0 0 0 0,0 0 1 0 0,0 0-1 0 0,1 2 1 0 0,-1 0 24 0 0,4 173 1212 0 0,2-17-1517 0 0,-8-125-1569 0 0,-5 37 0 0 0,6-63-401 0 0,0-4-380 0 0</inkml:trace>
  <inkml:trace contextRef="#ctx0" brushRef="#br0" timeOffset="1">257 168 11658 0 0,'0'0'1301'0'0,"-14"-8"3756"0"0,9 7-4861 0 0,1 1 0 0 0,0 0 1 0 0,0 0-1 0 0,0 0 0 0 0,0 0 0 0 0,0 1 1 0 0,-1-1-1 0 0,1 1 0 0 0,0 0 1 0 0,0 0-1 0 0,0 1 0 0 0,-3 1 0 0 0,4-1-164 0 0,0 0-1 0 0,0 0 0 0 0,0 1 1 0 0,1-1-1 0 0,-1 1 1 0 0,1-1-1 0 0,-1 1 0 0 0,1 0 1 0 0,0 0-1 0 0,0 0 0 0 0,1 0 1 0 0,-1 1-1 0 0,1-1 0 0 0,-2 4 1 0 0,-3 9 25 0 0,0 0 1 0 0,2 1-1 0 0,0-1 0 0 0,-3 29 1 0 0,6-39-57 0 0,0 0 1 0 0,-1-1 0 0 0,1 1-1 0 0,-1 0 1 0 0,0-1 0 0 0,-4 7 0 0 0,4-7-2 0 0,-1 0 0 0 0,1 0 0 0 0,1 0 1 0 0,-1 1-1 0 0,1-1 0 0 0,-1 0 1 0 0,1 1-1 0 0,0 6 0 0 0,1-10-159 0 0,0 0 1 0 0,0 0-1 0 0,0 0 0 0 0,0-1 1 0 0,1 1-1 0 0,-1 0 0 0 0,0 0 0 0 0,1 0 1 0 0,-1-1-1 0 0,1 1 0 0 0,0 0 0 0 0,-1 0 1 0 0,1-1-1 0 0,0 1 0 0 0,0-1 0 0 0,0 1 1 0 0,0 0-1 0 0,1-1 0 0 0,-1 0 1 0 0,0 1-1 0 0,1-1 0 0 0,-1 0 0 0 0,0 0 1 0 0,1 0-1 0 0,0 0 0 0 0,-1 0 0 0 0,1 0 1 0 0,-1 0-1 0 0,1 0 0 0 0,0-1 0 0 0,0 1 1 0 0,0-1-1 0 0,-1 1 0 0 0,1-1 0 0 0,0 0 1 0 0,0 1-1 0 0,3-1 0 0 0,3 0-251 0 0,-1 0-1 0 0,1 0 0 0 0,-1-1 0 0 0,1 0 1 0 0,-1 0-1 0 0,1-1 0 0 0,-1 0 0 0 0,0 0 0 0 0,0-1 1 0 0,0 0-1 0 0,7-4 0 0 0,11-6-1717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 3841 0 0,'-5'-3'8332'0'0,"-6"-3"-5902"0"0,9 6-2280 0 0,0 1 0 0 0,0-1 0 0 0,0 1-1 0 0,0 0 1 0 0,0 0 0 0 0,0 0 0 0 0,0 0 0 0 0,1 0 0 0 0,-1 0-1 0 0,0 0 1 0 0,0 1 0 0 0,1-1 0 0 0,-1 1 0 0 0,1-1-1 0 0,0 1 1 0 0,-1 0 0 0 0,1-1 0 0 0,0 1 0 0 0,0 0 0 0 0,0 0-1 0 0,0 0 1 0 0,0 0 0 0 0,0 0 0 0 0,1 0 0 0 0,-1 0 0 0 0,0 3-1 0 0,-1 5 76 0 0,-1-1 0 0 0,1 1 0 0 0,1-1-1 0 0,-1 16 1 0 0,3-15 43 0 0,0 0 0 0 0,1 0-1 0 0,0 0 1 0 0,1 0 0 0 0,0 0-1 0 0,0-1 1 0 0,1 0 0 0 0,0 1-1 0 0,1-2 1 0 0,7 13 0 0 0,-5-9 5 0 0,0 0 1 0 0,-1 0-1 0 0,-1 0 0 0 0,7 23 1 0 0,-11-33-258 0 0,-1 0 1 0 0,0 0 0 0 0,1 0-1 0 0,-1 0 1 0 0,0 0 0 0 0,0 0-1 0 0,0 0 1 0 0,0 0-1 0 0,0 0 1 0 0,0 0 0 0 0,-1-1-1 0 0,1 1 1 0 0,-1 0-1 0 0,1 0 1 0 0,-1 0 0 0 0,0 0-1 0 0,0-1 1 0 0,0 1 0 0 0,0 0-1 0 0,0-1 1 0 0,0 1-1 0 0,0 0 1 0 0,0-1 0 0 0,-1 1-1 0 0,1-1 1 0 0,0 0-1 0 0,-1 0 1 0 0,0 1 0 0 0,-2 0-1 0 0,-4 2-33 0 0,0 0 0 0 0,-1-1 0 0 0,1 0-1 0 0,-1 0 1 0 0,-12 2 0 0 0,13-4-250 0 0,0 1 0 0 0,0 1 1 0 0,-14 5-1 0 0,16-5-272 0 0,1 0 1 0 0,-1-1-1 0 0,0 1 1 0 0,0-1 0 0 0,-9 2-1 0 0,-16-2-8002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11018 0 0,'0'-1'250'0'0,"0"1"0"0"0,0-1 0 0 0,1 0 0 0 0,-1 1-1 0 0,0-1 1 0 0,1 0 0 0 0,-1 1 0 0 0,1-1 0 0 0,-1 0-1 0 0,1 1 1 0 0,-1-1 0 0 0,1 1 0 0 0,-1-1 0 0 0,1 1-1 0 0,-1-1 1 0 0,1 1 0 0 0,0 0 0 0 0,-1-1 0 0 0,1 1-1 0 0,1-1 1 0 0,19-8 798 0 0,-12 5-403 0 0,34-10 703 0 0,-36 12-1181 0 0,1 0 1 0 0,-1-1-1 0 0,0 1 0 0 0,10-6 1 0 0,-13 6-119 0 0,-1 0 1 0 0,1 0 0 0 0,-1 0 0 0 0,1 1 0 0 0,0-1 0 0 0,-1 1-1 0 0,1 0 1 0 0,0 0 0 0 0,0 1 0 0 0,0-1 0 0 0,0 1 0 0 0,0 0-1 0 0,0 0 1 0 0,0 0 0 0 0,0 0 0 0 0,0 1 0 0 0,0 0 0 0 0,7 2 0 0 0,-9-2-46 0 0,0 1 1 0 0,0 0-1 0 0,0 0 1 0 0,0 0-1 0 0,-1 0 1 0 0,1 0-1 0 0,0 0 1 0 0,-1 0-1 0 0,0 1 1 0 0,1-1 0 0 0,-1 1-1 0 0,0-1 1 0 0,0 1-1 0 0,0 3 1 0 0,5 8 9 0 0,-2-5 4 0 0,0 0 0 0 0,0 0 1 0 0,-2 1-1 0 0,1-1 0 0 0,-1 1 0 0 0,0 0 0 0 0,-1 0 0 0 0,0 0 1 0 0,-1 10-1 0 0,-2 10 256 0 0,-9 48-1 0 0,6-49 233 0 0,-2 54 0 0 0,7-81-477 0 0,0 1 0 0 0,0-1 0 0 0,0 0 0 0 0,0 1 1 0 0,1-1-1 0 0,-1 0 0 0 0,1 1 0 0 0,-1-1 1 0 0,1 0-1 0 0,0 0 0 0 0,0 0 0 0 0,0 0 0 0 0,0 0 1 0 0,0 0-1 0 0,1 0 0 0 0,-1 0 0 0 0,1 0 0 0 0,-1 0 1 0 0,1-1-1 0 0,2 2 0 0 0,-2-1-2 0 0,1 0-1 0 0,0-1 1 0 0,0 1-1 0 0,0-1 1 0 0,0 0-1 0 0,0 0 1 0 0,0 0-1 0 0,0 0 1 0 0,1-1-1 0 0,-1 1 1 0 0,0-1-1 0 0,0 0 1 0 0,4 0-1 0 0,0 0-51 0 0,-1-1 0 0 0,0 1 0 0 0,0-1 0 0 0,1-1 0 0 0,-1 1 0 0 0,0-1 0 0 0,0-1 0 0 0,0 1 0 0 0,-1-1 0 0 0,1 0 0 0 0,0 0 0 0 0,-1 0 0 0 0,0-1 0 0 0,9-7 0 0 0,-1-4-861 0 0,-1 0 0 0 0,12-21 0 0 0,16-38-6745 0 0,-28 48 2137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41 163 1376 0 0,'-1'-15'3313'0'0,"0"7"-2976"0"0,-8-67 1991 0 0,6 24 377 0 0,-2 37-1035 0 0,5 14-1644 0 0,0 0 1 0 0,0 1-1 0 0,0-1 1 0 0,0 0-1 0 0,0 0 1 0 0,0 0-1 0 0,0 1 1 0 0,0-1-1 0 0,0 0 1 0 0,0 0 0 0 0,0 0-1 0 0,0 1 1 0 0,-1-1-1 0 0,1 0 1 0 0,0 0-1 0 0,0 0 1 0 0,0 0-1 0 0,0 1 1 0 0,0-1-1 0 0,0 0 1 0 0,-1 0-1 0 0,1 0 1 0 0,0 0 0 0 0,0 0-1 0 0,0 0 1 0 0,0 1-1 0 0,0-1 1 0 0,-1 0-1 0 0,1 0 1 0 0,0 0-1 0 0,0 0 1 0 0,0 0-1 0 0,-1 0 1 0 0,1 0-1 0 0,0 0 1 0 0,0 0 0 0 0,0 0-1 0 0,-1 0 1 0 0,1 0-1 0 0,0 0 1 0 0,0 0-1 0 0,0 0 1 0 0,-1 0-1 0 0,1 0 1 0 0,0 0-1 0 0,0 0 1 0 0,0 0-1 0 0,0 0 1 0 0,-1 0-1 0 0,1 0 1 0 0,0-1 0 0 0,0 1-1 0 0,0 0 1 0 0,0 0-1 0 0,-1 0 1 0 0,1 0-1 0 0,0 0 1 0 0,0-1-1 0 0,0 1 1 0 0,0 0-1 0 0,0 0 1 0 0,0 0-1 0 0,-1 0 1 0 0,1-1 0 0 0,-5 36 98 0 0,0 0 1 0 0,3 0-1 0 0,3 71 1 0 0,0-72-27 0 0,22 242 696 0 0,-3-59 430 0 0,-12 25 963 0 0,-9-234-2352 0 0,0-1 1 0 0,0 1-1 0 0,0 0 1 0 0,-1-1 0 0 0,-5 12-1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657 114 6097 0 0,'0'0'206'0'0,"-23"-20"7069"0"0,14 16-7027 0 0,0 1 0 0 0,-1 0 1 0 0,1 1-1 0 0,-1 0 0 0 0,0 0 0 0 0,1 1 1 0 0,-1 0-1 0 0,0 1 0 0 0,0 0 1 0 0,1 1-1 0 0,-1 0 0 0 0,0 0 1 0 0,-17 5-1 0 0,-9 5 16 0 0,0 1 0 0 0,-38 18 0 0 0,70-28-246 0 0,-33 16 36 0 0,-9 4-17 0 0,40-19-34 0 0,-1 1 1 0 0,1-1 0 0 0,0 1 0 0 0,0 0 0 0 0,0 1 0 0 0,1-1 0 0 0,-1 1 0 0 0,1 0-1 0 0,1 0 1 0 0,-1 1 0 0 0,1 0 0 0 0,-6 8 0 0 0,-5 10-11 0 0,-20 47 1 0 0,22-42 13 0 0,3 1 0 0 0,0 0 0 0 0,-6 35 0 0 0,-8 96 28 0 0,22-151-35 0 0,0 1 1 0 0,-1-1 0 0 0,-1 1 0 0 0,-5 11 0 0 0,4-10 5 0 0,1-1 0 0 0,-7 26 0 0 0,7-8 14 0 0,0 0-1 0 0,2 0 1 0 0,3 50-1 0 0,0-63-5 0 0,1 0-1 0 0,1-1 0 0 0,0 0 0 0 0,1 1 1 0 0,0-1-1 0 0,2 0 0 0 0,-1-1 0 0 0,14 23 1 0 0,-14-28-9 0 0,1-1 0 0 0,-1 0 0 0 0,2 0 0 0 0,-1-1 0 0 0,1 0 0 0 0,0 0 0 0 0,1 0 0 0 0,-1-1 0 0 0,18 10 0 0 0,5 0 70 0 0,60 24-1 0 0,-45-22-47 0 0,2 0 6 0 0,95 21 0 0 0,-122-35 10 0 0,-7-1-8 0 0,0 0 0 0 0,0 1 0 0 0,16 7-1 0 0,-15-6-21 0 0,1 1 0 0 0,-1-2 0 0 0,1 0 0 0 0,0-1-1 0 0,0 0 1 0 0,0-1 0 0 0,0-1 0 0 0,24-1 0 0 0,12-3 66 0 0,57-11 0 0 0,-106 13-78 0 0,46-7 47 0 0,61-18 0 0 0,-89 20-7 0 0,0-1-1 0 0,-1-1 1 0 0,0-1 0 0 0,-1 0-1 0 0,29-21 1 0 0,-42 26-25 0 0,0 0-1 0 0,0 0 1 0 0,-1 0-1 0 0,0 0 0 0 0,0-1 1 0 0,0 0-1 0 0,0 0 1 0 0,-1 0-1 0 0,6-10 1 0 0,38-64 104 0 0,-29 50-84 0 0,0-1 1 0 0,-2 0 0 0 0,-1-2 0 0 0,18-52 0 0 0,-27 60-3 0 0,-1 0-1 0 0,4-46 1 0 0,-8 63-18 0 0,0-1 0 0 0,1 1 0 0 0,0 0 0 0 0,0 0 0 0 0,6-12 0 0 0,-5 12 1 0 0,0-1 0 0 0,-1 1-1 0 0,1-1 1 0 0,-2 0 0 0 0,3-10-1 0 0,-4 0 17 0 0,-1 0 0 0 0,0-1 0 0 0,-1 1 0 0 0,-1 0 0 0 0,-1 0 0 0 0,0 0 0 0 0,-1 1 0 0 0,-1 0 0 0 0,-16-31 0 0 0,9 12 30 0 0,10 28-49 0 0,1 1-1 0 0,-1 0 1 0 0,0-1-1 0 0,-1 1 0 0 0,-8-12 1 0 0,-15-14-1 0 0,-2 1 1 0 0,-1 1 0 0 0,-1 2 0 0 0,-2 1-1 0 0,-1 2 1 0 0,-1 1 0 0 0,-1 2 0 0 0,-1 1-1 0 0,-1 2 1 0 0,-1 2 0 0 0,0 1 0 0 0,-70-19-1 0 0,75 28-60 0 0,19 5-7 0 0,1-1 1 0 0,-27-10-1 0 0,34 11 4 0 0,-1 1 0 0 0,1-1 0 0 0,0 1 0 0 0,-1 1 0 0 0,1-1 0 0 0,-1 1 0 0 0,0 0 0 0 0,1 1 0 0 0,-1 0 0 0 0,0 0 0 0 0,1 1 0 0 0,-1 0 0 0 0,1 0 0 0 0,-1 1 0 0 0,1 0 0 0 0,-1 0 0 0 0,1 1 0 0 0,0 0 0 0 0,0 0 0 0 0,0 0 0 0 0,0 1 0 0 0,1 0 0 0 0,-7 6 0 0 0,-4 3-882 0 0,2 1 0 0 0,0 0 1 0 0,0 1-1 0 0,2 1 0 0 0,0 0 0 0 0,0 1 0 0 0,-13 24 0 0 0,10-9-1711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30 174 2633 0 0,'-3'-9'4144'0'0,"-3"-25"-1597"0"0,2 0 0 0 0,1-44 0 0 0,-1 63-1165 0 0,0 11-1074 0 0,1 10-237 0 0,1 35-5 0 0,2 0 0 0 0,1-1 0 0 0,9 48-1 0 0,2 64 330 0 0,-13-138-600 0 0,0 10 453 0 0,4-11-6138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6113 0 0,'0'0'934'0'0,"-9"-17"2864"0"0,11 33-2682 0 0,1-1 0 0 0,0 0 1 0 0,10 28-1 0 0,26 59-1064 0 0,26 70 2024 0 0,-55-156-810 0 0,-10-16-1244 0 0,0 0 0 0 0,0 0 0 0 0,1 0 0 0 0,-1 0 0 0 0,0 1 0 0 0,0-1 0 0 0,1 0 0 0 0,-1 0 1 0 0,0 0-1 0 0,0 0 0 0 0,1 0 0 0 0,-1 0 0 0 0,0 0 0 0 0,1 0 0 0 0,-1 0 0 0 0,0 0 0 0 0,0-1 0 0 0,1 1 1 0 0,-1 0-1 0 0,0 0 0 0 0,0 0 0 0 0,1 0 0 0 0,-1 0 0 0 0,0 0 0 0 0,0 0 0 0 0,0-1 0 0 0,1 1 1 0 0,-1 0-1 0 0,0 0 0 0 0,0 0 0 0 0,0-1 0 0 0,1 1 0 0 0,-1 0 0 0 0,13-30 432 0 0,-9 16-508 0 0,81-209 335 0 0,-84 219-261 0 0,1 0-1 0 0,0 1 1 0 0,0-1-1 0 0,1 1 1 0 0,4-7-1 0 0,2 2-5536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98 391 4889 0 0,'-3'0'461'0'0,"0"1"-1"0"0,-1 0 1 0 0,1 0-1 0 0,0 0 1 0 0,0 0-1 0 0,0 0 1 0 0,0 1 0 0 0,0-1-1 0 0,1 1 1 0 0,-1 0-1 0 0,0 0 1 0 0,1 0-1 0 0,-1 0 1 0 0,-2 3 0 0 0,0 1 153 0 0,0-1 0 0 0,0 1 0 0 0,0 0 0 0 0,1 0 0 0 0,-5 8 0 0 0,-9 11 2083 0 0,18-31-1967 0 0,9-26-549 0 0,0 0-1 0 0,17-34 0 0 0,-13 33-83 0 0,16-60 0 0 0,-2-4 36 0 0,1-3 334 0 0,-28 98-456 0 0,1 0 0 0 0,-1 0-1 0 0,0 0 1 0 0,1 1-1 0 0,0-1 1 0 0,-1 0 0 0 0,1 0-1 0 0,0 1 1 0 0,1-4-1 0 0,-1 5-10 0 0,-1 0 0 0 0,1-1-1 0 0,0 1 1 0 0,-1 0-1 0 0,1-1 1 0 0,0 1-1 0 0,-1 0 1 0 0,1 0 0 0 0,0 0-1 0 0,0-1 1 0 0,-1 1-1 0 0,1 0 1 0 0,0 0-1 0 0,-1 0 1 0 0,1 0 0 0 0,0 0-1 0 0,0 0 1 0 0,-1 0-1 0 0,1 1 1 0 0,0-1 0 0 0,-1 0-1 0 0,1 0 1 0 0,0 0-1 0 0,-1 1 1 0 0,1-1-1 0 0,0 1 1 0 0,2 0 6 0 0,0 1 0 0 0,-1-1 0 0 0,1 1 0 0 0,-1 0 0 0 0,1 0-1 0 0,-1-1 1 0 0,0 2 0 0 0,0-1 0 0 0,0 0 0 0 0,0 0 0 0 0,0 1 0 0 0,2 2 0 0 0,18 37 109 0 0,-7-12-55 0 0,12 14-21 0 0,-6-12-190 0 0,-2 0 1 0 0,29 69 0 0 0,-41-87-4060 0 0,-2-8 508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42 145 6753 0 0,'-2'-8'1663'0'0,"-25"-114"5016"0"0,21 108-5761 0 0,6 14-911 0 0,0 0 1 0 0,0 0-1 0 0,0 0 1 0 0,0 0-1 0 0,0 1 1 0 0,0-1-1 0 0,0 0 1 0 0,0 0-1 0 0,0 0 0 0 0,0 0 1 0 0,0 1-1 0 0,-1-1 1 0 0,1 0-1 0 0,0 0 1 0 0,0 0-1 0 0,0 0 1 0 0,0 0-1 0 0,0 0 1 0 0,0 0-1 0 0,-1 1 1 0 0,1-1-1 0 0,0 0 0 0 0,0 0 1 0 0,0 0-1 0 0,0 0 1 0 0,0 0-1 0 0,-1 0 1 0 0,1 0-1 0 0,0 0 1 0 0,0 0-1 0 0,0 0 1 0 0,0 0-1 0 0,-1 0 1 0 0,1 0-1 0 0,0 0 0 0 0,0 0 1 0 0,0 0-1 0 0,0 0 1 0 0,-1 0-1 0 0,1 0 1 0 0,0 0-1 0 0,0 0 1 0 0,0 0-1 0 0,0 0 1 0 0,0 0-1 0 0,-1-1 1 0 0,1 1-1 0 0,0 0 0 0 0,0 0 1 0 0,0 0-1 0 0,0 0 1 0 0,2 294 1306 0 0,4-100-449 0 0,3 5-1156 0 0,-5-188-4927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69 5585 0 0,'-20'-20'8169'0'0,"19"20"-8118"0"0,1 0 0 0 0,-1-1 0 0 0,1 1 1 0 0,0-1-1 0 0,-1 1 0 0 0,1 0 0 0 0,-1-1 1 0 0,1 1-1 0 0,-1 0 0 0 0,0 0 0 0 0,1 0 1 0 0,-1-1-1 0 0,1 1 0 0 0,-1 0 0 0 0,1 0 1 0 0,-1 0-1 0 0,0 0 0 0 0,1 0 0 0 0,-1 0 1 0 0,1 0-1 0 0,-1 0 0 0 0,1 0 0 0 0,-1 0 1 0 0,0 0-1 0 0,1 0 0 0 0,-1 0 0 0 0,1 1 1 0 0,-1-1-1 0 0,1 0 0 0 0,-1 0 0 0 0,1 1 1 0 0,-1-1-1 0 0,1 0 0 0 0,-1 1 0 0 0,1-1 1 0 0,-1 1-1 0 0,1-1 0 0 0,-1 0 0 0 0,1 1 1 0 0,0-1-1 0 0,-1 1 0 0 0,1-1 0 0 0,0 1 0 0 0,-1-1 1 0 0,1 1-1 0 0,0-1 0 0 0,0 1 0 0 0,0-1 1 0 0,-1 1-1 0 0,1 1 0 0 0,-10 28-191 0 0,-4 41 954 0 0,-7 106-1 0 0,20-92 656 0 0,1-85-1457 0 0,0 0-1 0 0,0 1 1 0 0,0-1 0 0 0,0 0 0 0 0,0 0 0 0 0,0 0-1 0 0,0 0 1 0 0,0 0 0 0 0,0 1 0 0 0,0-1 0 0 0,0 0-1 0 0,0 0 1 0 0,0 0 0 0 0,0 0 0 0 0,0 1 0 0 0,0-1-1 0 0,0 0 1 0 0,0 0 0 0 0,0 0 0 0 0,0 0 0 0 0,0 0-1 0 0,0 1 1 0 0,0-1 0 0 0,0 0 0 0 0,0 0 0 0 0,0 0-1 0 0,1 0 1 0 0,-1 0 0 0 0,0 1 0 0 0,0-1 0 0 0,0 0-1 0 0,0 0 1 0 0,0 0 0 0 0,0 0 0 0 0,0 0 0 0 0,1 0-1 0 0,-1 0 1 0 0,0 0 0 0 0,0 0 0 0 0,0 1 0 0 0,0-1-1 0 0,1 0 1 0 0,-1 0 0 0 0,0 0 0 0 0,0 0 0 0 0,0 0-1 0 0,0 0 1 0 0,0 0 0 0 0,1 0 0 0 0,-1 0 0 0 0,0 0-1 0 0,0 0 1 0 0,0 0 0 0 0,0 0 0 0 0,1 0 0 0 0,-1 0-1 0 0,0 0 1 0 0,0-1 0 0 0,0 1 0 0 0,1 0-1 0 0,5-10 187 0 0,1-51-86 0 0,6-36-64 0 0,-10 84-57 0 0,1 0-1 0 0,0 1 0 0 0,0-1 0 0 0,1 1 0 0 0,11-18 1 0 0,-6 13 19 0 0,-5 8-14 0 0,0 1 0 0 0,12-16 1 0 0,-14 21 2 0 0,-1 0 1 0 0,1 1 0 0 0,0 0 0 0 0,0 0-1 0 0,-1-1 1 0 0,1 2 0 0 0,1-1 0 0 0,-1 0 0 0 0,0 1-1 0 0,0-1 1 0 0,1 1 0 0 0,3-1 0 0 0,8-5 2 0 0,11-5-176 0 0,-25 12 171 0 0,0 0-1 0 0,0-1 1 0 0,-1 1-1 0 0,1 0 1 0 0,0 0 0 0 0,0 0-1 0 0,0 0 1 0 0,0 0 0 0 0,-1 0-1 0 0,1 0 1 0 0,0 0-1 0 0,0 1 1 0 0,0-1 0 0 0,-1 0-1 0 0,1 0 1 0 0,0 1 0 0 0,0-1-1 0 0,0 0 1 0 0,-1 1 0 0 0,1-1-1 0 0,0 1 1 0 0,-1-1-1 0 0,1 1 1 0 0,0-1 0 0 0,-1 1-1 0 0,1-1 1 0 0,-1 1 0 0 0,1 1-1 0 0,5 7-2 0 0,-1 1 0 0 0,0 0 0 0 0,0 0 0 0 0,-1 0 0 0 0,-1 0 0 0 0,1 1 0 0 0,1 11 0 0 0,6 81 150 0 0,-11-99-138 0 0,2 23 54 0 0,0 2 192 0 0,-2-21 26 0 0,1-10 147 0 0,0-18-395 0 0,0 0 1 0 0,2 0 0 0 0,1 1 0 0 0,11-37 0 0 0,36-75-31 0 0,-48 125-18 0 0,-1 0 0 0 0,2 0-1 0 0,-1 0 1 0 0,0 0 0 0 0,1 1-1 0 0,9-10 1 0 0,-12 14 11 0 0,1-1-1 0 0,-1 1 1 0 0,1 0 0 0 0,0 0-1 0 0,-1 0 1 0 0,1 0 0 0 0,0 0-1 0 0,0 0 1 0 0,-1 0 0 0 0,1 1-1 0 0,0-1 1 0 0,0 1 0 0 0,0-1-1 0 0,0 1 1 0 0,0 0 0 0 0,0 0-1 0 0,0 0 1 0 0,0 0 0 0 0,0 0-1 0 0,0 0 1 0 0,0 0 0 0 0,-1 1-1 0 0,1-1 1 0 0,0 1 0 0 0,0-1-1 0 0,0 1 1 0 0,2 1 0 0 0,-3-1 9 0 0,1 0 0 0 0,0 1 0 0 0,-1-1 0 0 0,1 1 0 0 0,-1-1 1 0 0,0 1-1 0 0,1 0 0 0 0,-1-1 0 0 0,0 1 0 0 0,0 0 0 0 0,0 0 0 0 0,0 0 0 0 0,0 0 1 0 0,0 4-1 0 0,10 31-3 0 0,-10-32-1 0 0,34 195 161 0 0,-34-194-138 0 0,0-1 1 0 0,1 1-1 0 0,-1-1 0 0 0,1 0 1 0 0,4 9-1 0 0,-3-10-130 0 0,-1 1 0 0 0,0 0 0 0 0,0 0-1 0 0,-1 0 1 0 0,1 0 0 0 0,-1 0 0 0 0,0 0-1 0 0,0 6 1 0 0,-1 0-3836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211 141 12579 0 0,'-10'5'1099'0'0,"6"0"-861"0"0,0-1 0 0 0,0 0 0 0 0,0 1 0 0 0,1 0 0 0 0,0 0 0 0 0,0 0 0 0 0,0 0 0 0 0,0 1 0 0 0,1-1 0 0 0,-2 6 0 0 0,-3 7 136 0 0,-6 11 11 0 0,-4 10 743 0 0,-40 65 0 0 0,6-31-181 0 0,48-68-847 0 0,3-4-55 0 0,-1 1 0 0 0,1-1-1 0 0,-1 0 1 0 0,1 0 0 0 0,-1 0 0 0 0,0 0 0 0 0,1 0 0 0 0,-1 0 0 0 0,0-1 0 0 0,0 1 0 0 0,0 0 0 0 0,0 0-1 0 0,0-1 1 0 0,0 1 0 0 0,0 0 0 0 0,0-1 0 0 0,-2 2 0 0 0,7-22 148 0 0,48-110-66 0 0,7-26 41 0 0,-47 116-129 0 0,-5 15-64 0 0,0 0-1 0 0,2 0 1 0 0,18-34-1 0 0,-27 58 22 0 0,0 1 0 0 0,1-1 0 0 0,-1 0 0 0 0,1 1 0 0 0,-1-1 0 0 0,1 1 0 0 0,-1-1 0 0 0,1 0 0 0 0,-1 1 0 0 0,1-1 0 0 0,0 1-1 0 0,-1 0 1 0 0,1-1 0 0 0,0 1 0 0 0,-1-1 0 0 0,1 1 0 0 0,0 0 0 0 0,-1-1 0 0 0,1 1 0 0 0,0 0 0 0 0,0 0 0 0 0,0 0 0 0 0,-1 0 0 0 0,1 0 0 0 0,0 0 0 0 0,0 0-1 0 0,-1 0 1 0 0,1 0 0 0 0,0 0 0 0 0,0 0 0 0 0,0 0 0 0 0,-1 0 0 0 0,1 1 0 0 0,0-1 0 0 0,0 0 0 0 0,-1 1 0 0 0,1-1 0 0 0,0 0 0 0 0,-1 1 0 0 0,2 0-1 0 0,0 0 3 0 0,0 1 0 0 0,0-1-1 0 0,0 1 1 0 0,0 0 0 0 0,-1 0 0 0 0,1 0-1 0 0,0 0 1 0 0,-1 0 0 0 0,1 0-1 0 0,-1 0 1 0 0,2 3 0 0 0,14 45 145 0 0,21 101 1 0 0,-4-14 38 0 0,-24-103-115 0 0,2 3 15 0 0,-2 0 1 0 0,-1 0 0 0 0,4 43-1 0 0,-13-74-70 0 0,1 0 0 0 0,1-1-1 0 0,-1 1 1 0 0,1-1 0 0 0,0 0-1 0 0,3 7 1 0 0,-2-7-7 0 0,-1 0 0 0 0,0-1 0 0 0,-1 1 0 0 0,1 0 0 0 0,-1 1 0 0 0,0-1 0 0 0,0 0 0 0 0,0 6 0 0 0,-1-10-136 0 0,0 0 0 0 0,0 0 1 0 0,0 0-1 0 0,0 1 0 0 0,0-1 0 0 0,0 0 0 0 0,0 0 0 0 0,-1 0 1 0 0,1 0-1 0 0,0 0 0 0 0,-1 0 0 0 0,1 0 0 0 0,-1 0 0 0 0,1 0 0 0 0,-1 0 1 0 0,1 0-1 0 0,-1 0 0 0 0,0 0 0 0 0,1-1 0 0 0,-1 1 0 0 0,0 0 1 0 0,0 0-1 0 0,0-1 0 0 0,-1 2 0 0 0,0-1-128 0 0,1-1 1 0 0,-1 0-1 0 0,0 1 1 0 0,1-1-1 0 0,-1 0 1 0 0,0 0-1 0 0,1 0 0 0 0,-1 0 1 0 0,0 0-1 0 0,1 0 1 0 0,-1 0-1 0 0,1-1 0 0 0,-1 1 1 0 0,0 0-1 0 0,1-1 1 0 0,-1 1-1 0 0,-1-2 0 0 0,1 1-54 0 0,0 0-1 0 0,0 0 0 0 0,0-1 1 0 0,0 1-1 0 0,0 0 0 0 0,0-1 1 0 0,0 0-1 0 0,1 1 0 0 0,-1-1 1 0 0,1 0-1 0 0,-1 0 0 0 0,1 0 1 0 0,-1 0-1 0 0,1 0 0 0 0,0 0 0 0 0,0 0 1 0 0,0 0-1 0 0,0 0 0 0 0,0-4 1 0 0,-5-8-995 0 0,-5-8-654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63 1704 0 0,'-3'-10'5359'0'0,"-10"-9"-2849"0"0,4 6-381 0 0,9 13-2019 0 0,-1-1 0 0 0,1 1-1 0 0,0-1 1 0 0,0 1 0 0 0,-1-1-1 0 0,1 1 1 0 0,0-1-1 0 0,0 1 1 0 0,0-1 0 0 0,0 0-1 0 0,0 1 1 0 0,0-1-1 0 0,0 1 1 0 0,0-1 0 0 0,0 1-1 0 0,0-1 1 0 0,0 0-1 0 0,0 1 1 0 0,0-1 0 0 0,1 1-1 0 0,-1-1 1 0 0,0 1 0 0 0,0-1-1 0 0,0 1 1 0 0,1-1-1 0 0,-1 1 1 0 0,0-1 0 0 0,1 1-1 0 0,-1-1 1 0 0,1 1-1 0 0,-1 0 1 0 0,0-1 0 0 0,1 1-1 0 0,-1 0 1 0 0,1-1-1 0 0,-1 1 1 0 0,1 0 0 0 0,-1-1-1 0 0,1 1 1 0 0,-1 0 0 0 0,1 0-1 0 0,-1 0 1 0 0,1-1-1 0 0,0 1 1 0 0,-1 0 0 0 0,1 0-1 0 0,-1 0 1 0 0,1 0-1 0 0,0 0 1 0 0,36-1-159 0 0,-32 1 483 0 0,137 14 1178 0 0,-17 0-1325 0 0,-76-13-3665 0 0,-39-1-292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 3153 0 0,'0'0'512'0'0,"9"-27"9993"0"0,-9 26-10316 0 0,0 0 0 0 0,0 0 0 0 0,0 0 0 0 0,0 0-1 0 0,-1 0 1 0 0,1 0 0 0 0,0 0 0 0 0,0 0 0 0 0,-1 0 0 0 0,1 0 0 0 0,-1 0 0 0 0,1 0 0 0 0,-1 1 0 0 0,1-1 0 0 0,-1 0 0 0 0,1 0 0 0 0,-1 0 0 0 0,0 0 0 0 0,0 1 0 0 0,1-1 0 0 0,-2 0 0 0 0,1 0-177 0 0,1 1 185 0 0,14 0 4 0 0,36-1-205 0 0,0 3-1 0 0,0 2 1 0 0,57 11-1 0 0,-67-8-13 0 0,798 70-27 0 0,6-69 105 0 0,-585-14-58 0 0,146-2-11 0 0,328 18 42 0 0,-2-1 30 0 0,-582-11-16 0 0,-44-1-3 0 0,187 18 0 0 0,-287-14-380 0 0,9 3-5665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73 553 3713 0 0,'-23'0'5046'0'0,"19"0"-4582"0"0,0 0-1 0 0,1 0 0 0 0,-1-1 0 0 0,1 0 1 0 0,-1 0-1 0 0,1 0 0 0 0,-1 0 1 0 0,1 0-1 0 0,0 0 0 0 0,-6-4 1 0 0,4 2-1 0 0,36 26 568 0 0,-13-14-976 0 0,1-1 0 0 0,0-1 0 0 0,1-1 1 0 0,-1 0-1 0 0,1-2 0 0 0,28 4 0 0 0,126 1 197 0 0,-132-8-206 0 0,28-1 115 0 0,103-14 0 0 0,70-26 177 0 0,286-84-106 0 0,-71 24-103 0 0,-255 61-143 0 0,-55 10 46 0 0,343-77 99 0 0,-80 27-36 0 0,-229 49 40 0 0,136-9 475 0 0,-208 29-462 0 0,41 2-1 0 0,-150 8-346 0 0,-1 0 1 0 0,1 0-1 0 0,-1 0 0 0 0,1 0 1 0 0,-1 0-1 0 0,0 0 1 0 0,1 0-1 0 0,-1 0 1 0 0,1 0-1 0 0,-1 1 1 0 0,0-1-1 0 0,1 0 1 0 0,-1 0-1 0 0,1 0 1 0 0,-1 1-1 0 0,0-1 0 0 0,1 0 1 0 0,-1 0-1 0 0,0 1 1 0 0,0-1-1 0 0,1 0 1 0 0,-1 1-1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26 187 8714 0 0,'-1'0'58'0'0,"0"0"0"0"0,0 0 1 0 0,0 0-1 0 0,0-1 0 0 0,0 2 0 0 0,0-1 1 0 0,0 0-1 0 0,0 0 0 0 0,0 0 0 0 0,0 0 1 0 0,0 1-1 0 0,0-1 0 0 0,0 0 0 0 0,0 1 1 0 0,0-1-1 0 0,0 1 0 0 0,0-1 0 0 0,1 1 1 0 0,-1-1-1 0 0,0 1 0 0 0,0 0 0 0 0,1-1 1 0 0,-1 1-1 0 0,0 0 0 0 0,1 0 0 0 0,-2 0 1 0 0,2 1-45 0 0,0 0 1 0 0,0-1-1 0 0,0 1 1 0 0,0-1-1 0 0,0 1 1 0 0,0 0-1 0 0,0-1 1 0 0,0 1-1 0 0,1-1 0 0 0,-1 1 1 0 0,1-1-1 0 0,-1 1 1 0 0,1-1-1 0 0,0 1 1 0 0,-1-1-1 0 0,2 2 1 0 0,0 1 37 0 0,1-1 1 0 0,-1 0-1 0 0,0 1 0 0 0,1-1 1 0 0,0 0-1 0 0,0 0 1 0 0,0-1-1 0 0,0 1 0 0 0,0-1 1 0 0,0 1-1 0 0,1-1 1 0 0,-1 0-1 0 0,1 0 0 0 0,-1 0 1 0 0,6 1-1 0 0,5 1 250 0 0,1 0 0 0 0,-1-2 0 0 0,16 2 0 0 0,-15-2-133 0 0,0 0 1 0 0,20 7-1 0 0,-4 1 37 0 0,-15-3-108 0 0,0-2-1 0 0,1 0 0 0 0,0-1 1 0 0,18 2-1 0 0,32-4 397 0 0,0-2 0 0 0,108-15-1 0 0,-28 2-235 0 0,554-17 26 0 0,35-33-141 0 0,-368 21-64 0 0,323 0-31 0 0,4-19 1203 0 0,-408 30-531 0 0,83 1-284 0 0,463 23 0 0 0,-748 12-173 0 0,-10 1-675 0 0,-25-5-2965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73 151 8314 0 0,'0'-87'2474'0'0,"0"29"2571"0"0,0 58-5011 0 0,0 0 0 0 0,0 0 0 0 0,0-1 0 0 0,0 1 0 0 0,1 0 0 0 0,-1 0 0 0 0,0 0 0 0 0,0 0 0 0 0,-1-1 0 0 0,1 1 0 0 0,0 0 0 0 0,0 0 0 0 0,0 0 0 0 0,0-1 1 0 0,0 1-1 0 0,0 0 0 0 0,0 0 0 0 0,0 0 0 0 0,0-1 0 0 0,0 1 0 0 0,0 0 0 0 0,-1 0 0 0 0,1 0 0 0 0,0 0 0 0 0,0 0 0 0 0,0-1 0 0 0,0 1 0 0 0,0 0 0 0 0,-1 0 0 0 0,1 0 0 0 0,0 0 0 0 0,0 0 0 0 0,0 0 1 0 0,0 0-1 0 0,-1-1 0 0 0,1 1 0 0 0,0 0 0 0 0,0 0 0 0 0,0 0 0 0 0,-1 0 0 0 0,1 0 0 0 0,0 0 0 0 0,0 0 0 0 0,0 0 0 0 0,-1 0 0 0 0,1 0 0 0 0,0 0 0 0 0,0 0 0 0 0,0 0 0 0 0,-1 1 0 0 0,1-1 1 0 0,0 0-1 0 0,0 0 0 0 0,-1 0 9 0 0,0 1 0 0 0,1-1 0 0 0,-1 1 0 0 0,0-1 0 0 0,1 1 1 0 0,-1-1-1 0 0,0 1 0 0 0,1-1 0 0 0,-1 1 0 0 0,1 0 0 0 0,0-1 0 0 0,-1 1 1 0 0,1 0-1 0 0,-1 0 0 0 0,1-1 0 0 0,-1 2 0 0 0,-17 44 355 0 0,11-31-260 0 0,1 0-1 0 0,-6 23 0 0 0,6 0 132 0 0,1 1-1 0 0,3-1 1 0 0,3 66 0 0 0,0-67-97 0 0,1 1 11 0 0,1 0-1 0 0,15 62 1 0 0,29 72 242 0 0,-30-115-257 0 0,-10-31-72 0 0,-2-1-1 0 0,4 40 1 0 0,-7-15-4047 0 0,-2-50 3708 0 0,0 1 0 0 0,0-1 1 0 0,0 1-1 0 0,0-1 1 0 0,0 0-1 0 0,0 1 1 0 0,0-1-1 0 0,-1 1 1 0 0,1-1-1 0 0,0 0 1 0 0,0 1-1 0 0,0-1 0 0 0,-1 1 1 0 0,1-1-1 0 0,0 0 1 0 0,-1 0-1 0 0,1 1 1 0 0,0-1-1 0 0,-1 0 1 0 0,1 1-1 0 0,0-1 1 0 0,-1 0-1 0 0,-8 3-6304 0 0,-3-2 3207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5 1008 0 0,'-61'0'6938'0'0,"-29"-2"-2152"0"0,-64-1 1409 0 0,152 5-5823 0 0,6 1-123 0 0,7 2-81 0 0,27 4 89 0 0,0-3-1 0 0,75 4 1 0 0,81-11 275 0 0,-106 0-399 0 0,-23-1-33 0 0,19 0 45 0 0,0 3-1 0 0,101 15 1 0 0,-185-16-234 0 0,1 0 1 0 0,0 0 0 0 0,-1 0 0 0 0,1 0-1 0 0,-1 0 1 0 0,1 1 0 0 0,-1-1-1 0 0,1 0 1 0 0,-1 0 0 0 0,1 0 0 0 0,-1 0-1 0 0,1 1 1 0 0,-1-1 0 0 0,1 0-1 0 0,-1 1 1 0 0,1-1 0 0 0,-1 0 0 0 0,1 1-1 0 0,-1-1 1 0 0,1 0 0 0 0,-1 1-1 0 0,0-1 1 0 0,1 1 0 0 0,-1-1 0 0 0,1 1-1 0 0,-2 0-137 0 0,1 0 1 0 0,0-1-1 0 0,-1 1 0 0 0,1-1 0 0 0,0 1 0 0 0,-1-1 0 0 0,1 1 0 0 0,0-1 0 0 0,-1 1 1 0 0,1-1-1 0 0,-1 0 0 0 0,1 1 0 0 0,-1-1 0 0 0,1 1 0 0 0,-1-1 0 0 0,0 0 0 0 0,1 0 1 0 0,-1 1-1 0 0,1-1 0 0 0,-1 0 0 0 0,0 0 0 0 0,1 0 0 0 0,-2 1 0 0 0,-15 4-2092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9490 0 0,'-12'1'1163'0'0,"0"0"-1"0"0,0 0 1 0 0,0 1-1 0 0,1 0 1 0 0,-1 1-1 0 0,-21 9 1 0 0,33-12-1133 0 0,0 1 0 0 0,-1-1 1 0 0,1 0-1 0 0,-1 1 0 0 0,1-1 0 0 0,-1 1 0 0 0,1-1 1 0 0,0 0-1 0 0,-1 1 0 0 0,1-1 0 0 0,0 1 1 0 0,0-1-1 0 0,-1 1 0 0 0,1 0 0 0 0,0-1 1 0 0,0 1-1 0 0,0-1 0 0 0,0 1 0 0 0,-1-1 1 0 0,1 1-1 0 0,0 0 0 0 0,0-1 0 0 0,0 1 1 0 0,0-1-1 0 0,0 1 0 0 0,1-1 0 0 0,-1 1 1 0 0,0 0-1 0 0,0-1 0 0 0,0 1 0 0 0,0-1 1 0 0,1 1-1 0 0,-1-1 0 0 0,0 1 0 0 0,0-1 1 0 0,1 1-1 0 0,-1-1 0 0 0,0 1 0 0 0,1-1 1 0 0,-1 0-1 0 0,1 1 0 0 0,-1-1 0 0 0,0 1 1 0 0,1-1-1 0 0,-1 0 0 0 0,1 1 0 0 0,-1-1 1 0 0,1 0-1 0 0,-1 0 0 0 0,1 1 0 0 0,0-1 1 0 0,0 0-1 0 0,15 3 144 0 0,0 0 1 0 0,19 1 0 0 0,-17-3-53 0 0,0 1 1 0 0,26 7 0 0 0,-10 3-7 0 0,-19-7-51 0 0,1 0 0 0 0,22 4 0 0 0,55 1 95 0 0,153-4 0 0 0,-176-7-172 0 0,-31 0-106 0 0,-18 0-1783 0 0,-1 0-4962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 10978 0 0,'-21'-14'7786'0'0,"19"17"-7693"0"0,0 1 0 0 0,0-1 0 0 0,1 1 0 0 0,-1 0-1 0 0,1-1 1 0 0,0 1 0 0 0,0 0 0 0 0,1 0 0 0 0,-1 0 0 0 0,1 0 0 0 0,0 5 0 0 0,-1 0 39 0 0,-2 207 977 0 0,4-120-931 0 0,0-22-60 0 0,-12 265 556 0 0,9-316-315 0 0,4 38 0 0 0,-1-38-2379 0 0,-1 0-3355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69 10962 0 0,'-8'-2'7525'0'0,"18"-3"-7230"0"0,-1 1 0 0 0,1 0 0 0 0,0 0 0 0 0,0 1 1 0 0,15-3-1 0 0,-3 0-51 0 0,16-4-245 0 0,-1 2 1 0 0,1 1 0 0 0,1 3-1 0 0,-1 0 1 0 0,1 3-1 0 0,49 4 1 0 0,-59 1-1745 0 0,-11 0-4352 0 0</inkml:trace>
  <inkml:trace contextRef="#ctx0" brushRef="#br0" timeOffset="1">251 166 11634 0 0,'-1'0'177'0'0,"-1"0"15"0"0,0 0 176 0 0,1 0 48 0 0,-1 0 16 0 0,-1 3 1952 0 0,5-3-2088 0 0,-1 0-208 0 0,12 0 32 0 0,11-6-88 0 0,10-7-48 0 0,0-2-1512 0 0,0-2-320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377 311 9938 0 0,'0'-3'377'0'0,"-1"0"0"0"0,0 0-1 0 0,0 0 1 0 0,0 0 0 0 0,0 0 0 0 0,0 0-1 0 0,-3-4 1 0 0,-1-3-41 0 0,-3-22 910 0 0,0 0-1 0 0,2 0 1 0 0,2 0 0 0 0,0-1-1 0 0,3-58 1 0 0,1 91-1220 0 0,-1-1 1 0 0,1 0-1 0 0,-1 0 1 0 0,1 0-1 0 0,-1 1 1 0 0,1-1-1 0 0,-1 0 1 0 0,0 0-1 0 0,1 1 1 0 0,-1-1-1 0 0,0 0 1 0 0,0 1-1 0 0,1-1 1 0 0,-1 1-1 0 0,0-1 1 0 0,0 1-1 0 0,0 0 1 0 0,0-1-1 0 0,1 1 1 0 0,-3-1-1 0 0,-18-5 182 0 0,16 5-172 0 0,-1 1 0 0 0,0 0 1 0 0,0 0-1 0 0,0 0 0 0 0,0 0 1 0 0,0 1-1 0 0,0 0 0 0 0,0 1 0 0 0,1-1 1 0 0,-9 4-1 0 0,-4 3 80 0 0,-30 17 0 0 0,37-18-85 0 0,2 1 0 0 0,-1 1 0 0 0,1-1 0 0 0,0 1 0 0 0,1 1 0 0 0,0-1 0 0 0,1 2 0 0 0,0-1 0 0 0,-9 17 0 0 0,12-17-7 0 0,0 1 0 0 0,1-1 0 0 0,0 0 0 0 0,-2 15 0 0 0,3-14-15 0 0,0-1 0 0 0,-1 1 0 0 0,0-1 1 0 0,-4 10-1 0 0,2-8-2 0 0,0 0 0 0 0,1 0 0 0 0,1 0-1 0 0,0 0 1 0 0,1 1 0 0 0,0-1 0 0 0,1 1 0 0 0,1-1 0 0 0,1 25 0 0 0,2-11 53 0 0,1 0-1 0 0,1-1 1 0 0,15 46 0 0 0,-18-64-18 0 0,1-1 0 0 0,-1 1 0 0 0,1-1 0 0 0,1 0 1 0 0,-1 0-1 0 0,1 0 0 0 0,0 0 0 0 0,0-1 0 0 0,9 9 0 0 0,-9-10-1 0 0,1-1 1 0 0,-1 0-1 0 0,1 0 1 0 0,0 0-1 0 0,0-1 0 0 0,0 0 1 0 0,0 0-1 0 0,0 0 0 0 0,0 0 1 0 0,1-1-1 0 0,-1 0 0 0 0,9 1 1 0 0,-7-1-13 0 0,0 0 1 0 0,-1 1-1 0 0,0 0 0 0 0,1 0 1 0 0,6 4-1 0 0,-7-3-5 0 0,1 0 0 0 0,-1-1-1 0 0,1 1 1 0 0,12 1-1 0 0,1-3-23 0 0,0-1 0 0 0,-1-1-1 0 0,1-1 1 0 0,-1 0-1 0 0,1-2 1 0 0,-1 0-1 0 0,0-1 1 0 0,27-11 0 0 0,-24 4-3985 0 0,-12 2-4448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35 11114 0 0,'0'0'199'0'0,"0"-34"7700"0"0,0 50-7081 0 0,0 16-427 0 0,0 0 1 0 0,-3-1-1 0 0,-8 49 0 0 0,-11-3-43 0 0,11-43-33 0 0,2 0 1 0 0,-7 51 0 0 0,15-84-288 0 0,1 1 0 0 0,0 0 0 0 0,0-1-1 0 0,0 1 1 0 0,0-1 0 0 0,0 1 0 0 0,0-1 0 0 0,0 1 0 0 0,0-1-1 0 0,1 1 1 0 0,-1-1 0 0 0,1 1 0 0 0,-1-1 0 0 0,1 1-1 0 0,0-1 1 0 0,-1 0 0 0 0,1 1 0 0 0,0-1 0 0 0,0 0-1 0 0,0 0 1 0 0,0 1 0 0 0,0-1 0 0 0,0 0 0 0 0,2 2 0 0 0,1-2-2 0 0,-1 1 0 0 0,0-1 0 0 0,1 0 0 0 0,-1 0 1 0 0,1 0-1 0 0,-1 0 0 0 0,1 0 0 0 0,0-1 1 0 0,6 0-1 0 0,39 0 94 0 0,74-10 0 0 0,25-1 353 0 0,-145 11-826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 10778 0 0,'-9'0'9836'0'0,"15"0"-9902"0"0,27-1 955 0 0,-12-2-4921 0 0,-18 3 1934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0 473 10330 0 0,'0'0'2937'0'0,"2"0"-2825"0"0,-1 0-96 0 0,1 0 616 0 0,1 0-56 0 0,11 0 72 0 0,1-1-144 0 0,5-4-328 0 0,-3-1-104 0 0,4-5-40 0 0,1-1-32 0 0,-2 0-376 0 0,8 10-1400 0 0,-7-18-256 0 0</inkml:trace>
  <inkml:trace contextRef="#ctx0" brushRef="#br0" timeOffset="1">648 59 11194 0 0,'-12'-13'4080'0'0,"9"9"-3581"0"0,-23-22 2395 0 0,25 24-2678 0 0,-1 1 0 0 0,0-1 0 0 0,1 1 1 0 0,-1 0-1 0 0,0 0 0 0 0,0 0 0 0 0,0 0 0 0 0,0 0 1 0 0,0 0-1 0 0,0 0 0 0 0,0 0 0 0 0,-1 1 1 0 0,-2-1-1 0 0,5 1-183 0 0,-1 0-1 0 0,1 1 1 0 0,-1-1 0 0 0,1 0-1 0 0,-1 1 1 0 0,1-1 0 0 0,0 1-1 0 0,-1-1 1 0 0,1 0 0 0 0,0 1-1 0 0,-1-1 1 0 0,1 1 0 0 0,0-1-1 0 0,-1 1 1 0 0,1-1 0 0 0,0 1-1 0 0,0-1 1 0 0,0 1 0 0 0,0 0 0 0 0,-1-1-1 0 0,1 1 1 0 0,0-1 0 0 0,0 1-1 0 0,0-1 1 0 0,0 2 0 0 0,-1 17-48 0 0,1-17 80 0 0,0 28 61 0 0,1 0 0 0 0,2 1 0 0 0,12 51 0 0 0,-3-10-83 0 0,4 93-317 0 0,-15-95-8666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70 14491 0 0,'-4'-5'405'0'0,"2"4"-60"0"0,1-1 0 0 0,-1 0-1 0 0,0 1 1 0 0,1-1 0 0 0,-1 1 0 0 0,0 0-1 0 0,0-1 1 0 0,0 1 0 0 0,-3-1-1 0 0,5 2-295 0 0,-1 0-1 0 0,0 0 1 0 0,0 0-1 0 0,1 0 1 0 0,-1 0-1 0 0,0 1 0 0 0,0-1 1 0 0,1 0-1 0 0,-1 1 1 0 0,0-1-1 0 0,1 0 0 0 0,-1 1 1 0 0,0-1-1 0 0,1 1 1 0 0,-1-1-1 0 0,1 1 1 0 0,-1-1-1 0 0,1 1 0 0 0,-1-1 1 0 0,1 1-1 0 0,-1 0 1 0 0,1-1-1 0 0,-1 1 0 0 0,1 0 1 0 0,0-1-1 0 0,-1 1 1 0 0,1 0-1 0 0,0-1 1 0 0,0 1-1 0 0,0 0 0 0 0,-1 0 1 0 0,1-1-1 0 0,0 2 1 0 0,-4 11 83 0 0,1 0 1 0 0,0 0 0 0 0,1 0 0 0 0,1 0 0 0 0,0 1-1 0 0,0-1 1 0 0,2 16 0 0 0,16 98 610 0 0,-6-61-549 0 0,-7-33-289 0 0,-1 0 1 0 0,-1 0 0 0 0,-2 0 0 0 0,-1 1-1 0 0,-9 55 1 0 0,8-80-453 0 0,0 10-2255 0 0,-4-11-2167 0 0,-2-23 371 0 0,8 13 4413 0 0,-27-150 215 0 0,22 86 3042 0 0,2-105 0 0 0,6 154-2629 0 0,0-1 0 0 0,0 1 0 0 0,2 0 0 0 0,0 1 0 0 0,1-1 0 0 0,0 1 0 0 0,1 0 0 0 0,10-15 0 0 0,-8 14-110 0 0,-6 12-220 0 0,1 0 0 0 0,0 0 1 0 0,0 1-1 0 0,1-1 0 0 0,-1 1 0 0 0,1 0 0 0 0,0 0 0 0 0,0 0 1 0 0,1 1-1 0 0,-1 0 0 0 0,1 0 0 0 0,-1 0 0 0 0,1 1 0 0 0,7-2 1 0 0,18-11 314 0 0,-26 13-372 0 0,0 0 0 0 0,0 1 0 0 0,0-1 0 0 0,0 1 0 0 0,0 0 0 0 0,0 0-1 0 0,0 1 1 0 0,0 0 0 0 0,0 0 0 0 0,0 0 0 0 0,0 0 0 0 0,0 1 0 0 0,1 0 0 0 0,-1 0 0 0 0,0 0 0 0 0,-1 0 0 0 0,1 1 0 0 0,0 0 0 0 0,0 0 0 0 0,-1 1 0 0 0,1-1 0 0 0,6 6 0 0 0,-7-3-7 0 0,1 0 0 0 0,-1 1 0 0 0,-1 0 1 0 0,1 0-1 0 0,-1 0 0 0 0,0 0 0 0 0,0 0 0 0 0,1 8 1 0 0,-3-11-26 0 0,1 0 0 0 0,-2 1 0 0 0,1-1 0 0 0,0 0 0 0 0,-1 0 0 0 0,0 1 0 0 0,1-1 0 0 0,-1 0 0 0 0,-1 1 1 0 0,1-1-1 0 0,0 0 0 0 0,-1 1 0 0 0,1-1 0 0 0,-1 0 0 0 0,0 0 0 0 0,0 1 0 0 0,-1-1 0 0 0,1 0 0 0 0,-3 4 1 0 0,1-3-18 0 0,-1 1 0 0 0,1-1 0 0 0,-1 0 0 0 0,0 0 0 0 0,0-1 0 0 0,0 1 0 0 0,-1-1 0 0 0,1 0 0 0 0,-1 0 1 0 0,-7 3-1 0 0,-79 34-370 0 0,52-24-3105 0 0,39-16 3348 0 0,-9 5-3778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133 116 13795 0 0,'-1'-6'408'0'0,"0"1"0"0"0,0-1 0 0 0,-1 1 0 0 0,0-1 0 0 0,-4-9 0 0 0,0 2 339 0 0,4 7-603 0 0,0-1 438 0 0,-1 0 0 0 0,1 0 1 0 0,-8-12-1 0 0,9 19-545 0 0,1-1 1 0 0,-1 0-1 0 0,1 0 0 0 0,-1 0 1 0 0,0 0-1 0 0,1 0 0 0 0,-1 1 1 0 0,0-1-1 0 0,0 0 1 0 0,0 0-1 0 0,1 1 0 0 0,-1-1 1 0 0,0 1-1 0 0,0-1 0 0 0,0 1 1 0 0,0-1-1 0 0,0 1 1 0 0,0-1-1 0 0,0 1 0 0 0,0 0 1 0 0,0 0-1 0 0,0 0 1 0 0,0-1-1 0 0,0 1 0 0 0,0 0 1 0 0,0 0-1 0 0,0 0 0 0 0,0 0 1 0 0,0 1-1 0 0,0-1 1 0 0,0 0-1 0 0,0 0 0 0 0,0 1 1 0 0,-2 0-1 0 0,2-1-28 0 0,0 1 0 0 0,0 0 0 0 0,1 0 1 0 0,-1 0-1 0 0,0 0 0 0 0,1 0 0 0 0,-1 0 0 0 0,0 0 0 0 0,1 0 0 0 0,-1 0 0 0 0,1 0 0 0 0,0 0 1 0 0,-1 1-1 0 0,1-1 0 0 0,0 0 0 0 0,-1 2 0 0 0,-2 26 83 0 0,2-17-31 0 0,0-6-37 0 0,-1 11 73 0 0,0-1 0 0 0,-1 0 0 0 0,-1 0 1 0 0,-9 21-1 0 0,8-22-11 0 0,0 1 0 0 0,1 0 0 0 0,1 0 0 0 0,1 0 0 0 0,0 0 0 0 0,1 0 0 0 0,0 0 0 0 0,3 21 0 0 0,21 130 501 0 0,-23-165-580 0 0,21 99 335 0 0,9 51 83 0 0,-26-126-407 0 0,-2-1-1 0 0,-1 1 1 0 0,-4 49-1 0 0,2-69-269 0 0,0 1 0 0 0,0-1 0 0 0,-1 0-1 0 0,0 0 1 0 0,0 0 0 0 0,-5 8 0 0 0,5-11-176 0 0,1-1 0 0 0,-1 1 0 0 0,1 0 0 0 0,-1-1 1 0 0,0 1-1 0 0,0-1 0 0 0,-1 0 0 0 0,1 0 0 0 0,0 0 0 0 0,-1 0 1 0 0,1 0-1 0 0,-1 0 0 0 0,1-1 0 0 0,-5 2 0 0 0,-11 3-2548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15763 0 0,'0'-2'144'0'0,"0"0"0"0"0,1 0-1 0 0,-1 0 1 0 0,1 1-1 0 0,-1-1 1 0 0,1 0 0 0 0,0 0-1 0 0,0 1 1 0 0,0-1-1 0 0,-1 0 1 0 0,2 1 0 0 0,-1-1-1 0 0,0 1 1 0 0,0-1-1 0 0,0 1 1 0 0,1 0 0 0 0,-1-1-1 0 0,1 1 1 0 0,-1 0-1 0 0,1 0 1 0 0,0 0 0 0 0,-1 0-1 0 0,3-1 1 0 0,6-2 114 0 0,0 0 0 0 0,20-6 0 0 0,-22 8-32 0 0,112-22 449 0 0,-94 20-1222 0 0,1 0 0 0 0,-1-2 0 0 0,0-1-1 0 0,49-19 1 0 0,-61 17-1101 0 0,-1 1-578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262 434 3897 0 0,'-63'-3'135'0'0,"41"1"526"0"0,0 1 1 0 0,-23 1-1 0 0,13 6 685 0 0,-9 1 921 0 0,16-9 3183 0 0,25 2-5343 0 0,-1 0 0 0 0,1 0-1 0 0,-1-1 1 0 0,0 1 0 0 0,1 0-1 0 0,-1 0 1 0 0,1-1 0 0 0,-1 1-1 0 0,1 0 1 0 0,-1 0 0 0 0,1-1 0 0 0,-1 1-1 0 0,1-1 1 0 0,-1 1 0 0 0,1 0-1 0 0,-1-1 1 0 0,1 1 0 0 0,-1-1-1 0 0,1 1 1 0 0,0-1 0 0 0,-1 1 0 0 0,1-2-1 0 0,0 2-67 0 0,0 0 0 0 0,0-1 0 0 0,0 1 0 0 0,0-1 0 0 0,1 1 0 0 0,-1-1 0 0 0,0 1 0 0 0,0-1 0 0 0,0 1 0 0 0,1 0 0 0 0,-1-1 0 0 0,0 1 0 0 0,1 0 0 0 0,-1-1 0 0 0,0 1 0 0 0,1 0 0 0 0,-1-1 0 0 0,0 1 0 0 0,1 0 0 0 0,-1 0 0 0 0,1-1 0 0 0,27-11 55 0 0,-1 7-62 0 0,0 0-1 0 0,0 2 1 0 0,0 1 0 0 0,1 1-1 0 0,30 2 1 0 0,-19 0-14 0 0,-6 0 10 0 0,767-8 458 0 0,571-50 359 0 0,-1321 55-767 0 0,348-19 147 0 0,-2-28 775 0 0,-363 43-731 0 0,-3 1 351 0 0,44-14 1 0 0,-67 17-559 0 0,0 1 0 0 0,0 0 0 0 0,0 0 0 0 0,-1 0-1 0 0,13 1 1 0 0,-17 0-25 0 0,-1 0 19 0 0,25 0 135 0 0,-27-14-140 0 0,2 0 0 0 0,-1 1 1 0 0,6-24-1 0 0,-5 31-48 0 0,0 0 0 0 0,-1 0-1 0 0,1 0 1 0 0,-1 0 0 0 0,-1 0 0 0 0,0-8-1 0 0,0-7 547 0 0,1 20-542 0 0,0 0 1 0 0,-1 0-1 0 0,1 0 0 0 0,0 1 0 0 0,0-1 0 0 0,-1 0 1 0 0,1 0-1 0 0,0 0 0 0 0,-1 1 0 0 0,1-1 0 0 0,-1 0 0 0 0,1 0 1 0 0,-1 1-1 0 0,1-1 0 0 0,-1 0 0 0 0,1 1 0 0 0,-1-1 1 0 0,0 1-1 0 0,0-1 0 0 0,1 1 0 0 0,-1-1 0 0 0,0 1 0 0 0,1 0 1 0 0,-1-1-1 0 0,0 1 0 0 0,0 0 0 0 0,0-1 0 0 0,0 1 1 0 0,1 0-1 0 0,-1 0 0 0 0,0 0 0 0 0,0 0 0 0 0,0 0 1 0 0,0 0-1 0 0,0 0 0 0 0,1 0 0 0 0,-1 0 0 0 0,0 0 0 0 0,0 0 1 0 0,0 1-1 0 0,0-1 0 0 0,1 0 0 0 0,-1 1 0 0 0,0-1 1 0 0,0 0-1 0 0,0 1 0 0 0,1-1 0 0 0,-1 1 0 0 0,0-1 1 0 0,1 1-1 0 0,-1-1 0 0 0,1 1 0 0 0,-2 1 0 0 0,-2 9 6 0 0,0 1 0 0 0,0 0 0 0 0,2 0 0 0 0,-1 0 0 0 0,2 0 0 0 0,-1 0 0 0 0,2 0 0 0 0,-1 0 0 0 0,2 0-1 0 0,0 1 1 0 0,0-1 0 0 0,1 0 0 0 0,1 0 0 0 0,0-1 0 0 0,0 1 0 0 0,1 0 0 0 0,1-1 0 0 0,5 12 0 0 0,-7-20 1 0 0,-1 0 0 0 0,0 0 0 0 0,0 0 0 0 0,1-1 0 0 0,0 1 0 0 0,-1-1 0 0 0,1 1 0 0 0,0-1 0 0 0,0 0 0 0 0,1 0 0 0 0,-1 0 0 0 0,0-1 0 0 0,0 1 0 0 0,7 1 0 0 0,21 12 66 0 0,-27-12-59 0 0,2 0-1 0 0,-1-1 0 0 0,0 0 1 0 0,0 0-1 0 0,1-1 0 0 0,-1 1 1 0 0,1-1-1 0 0,-1-1 1 0 0,1 1-1 0 0,-1-1 0 0 0,1 1 1 0 0,0-2-1 0 0,-1 1 0 0 0,1-1 1 0 0,0 1-1 0 0,-1-2 0 0 0,1 1 1 0 0,-1-1-1 0 0,0 1 0 0 0,1-1 1 0 0,-1-1-1 0 0,9-5 0 0 0,-12 7-12 0 0,-1 0 0 0 0,0-1-1 0 0,1 1 1 0 0,-1-1-1 0 0,0 1 1 0 0,0-1-1 0 0,0 0 1 0 0,0 1-1 0 0,0-1 1 0 0,0 0-1 0 0,-1 0 1 0 0,1 0-1 0 0,0 0 1 0 0,0-2-1 0 0,2-33 62 0 0,2-2-13 0 0,4 15-30 0 0,-6 15-22 0 0,1 0 0 0 0,-2 0 1 0 0,1 1-1 0 0,-1-2 0 0 0,0 1 1 0 0,0-10-1 0 0,-2 10-4 0 0,0-1 0 0 0,0 0 1 0 0,-1 0-1 0 0,0 1 0 0 0,-5-19 0 0 0,5 24 1 0 0,-1 1 0 0 0,1 0 0 0 0,-1-1 0 0 0,1 1 0 0 0,-1 0 0 0 0,0 0 0 0 0,0 0-1 0 0,0 0 1 0 0,0 0 0 0 0,-1 1 0 0 0,1-1 0 0 0,-1 1 0 0 0,0-1 0 0 0,0 1 0 0 0,1 0 0 0 0,-1 0 0 0 0,-1 0 0 0 0,-5-2 0 0 0,-7-3-13 0 0,12 5-1 0 0,0 0-1 0 0,0 0 1 0 0,0 0-1 0 0,0 1 1 0 0,0 0-1 0 0,-1 0 0 0 0,1 0 1 0 0,0 0-1 0 0,0 1 1 0 0,-1 0-1 0 0,1 0 1 0 0,0 0-1 0 0,-1 0 0 0 0,-4 1 1 0 0,4 0 7 0 0,0 0 0 0 0,0 1 1 0 0,-1-1-1 0 0,1 1 0 0 0,0 0 1 0 0,0 1-1 0 0,1-1 0 0 0,-1 1 1 0 0,0 0-1 0 0,1 0 0 0 0,0 0 1 0 0,0 1-1 0 0,0 0 0 0 0,-5 5 1 0 0,4-3-710 0 0,0 1 0 0 0,1 0 0 0 0,0 0 0 0 0,0 0 0 0 0,-4 11 1 0 0,4-9-947 0 0,-2 7-2916 0 0,6-10 1577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104 140 11002 0 0,'-3'-5'442'0'0,"0"1"-1"0"0,0-1 1 0 0,1 0-1 0 0,0 0 1 0 0,0 0-1 0 0,0 0 1 0 0,-2-9-1 0 0,-4-11 1690 0 0,7 22-1292 0 0,-5-11 716 0 0,1 12-1155 0 0,0 9-175 0 0,-4 18-93 0 0,2 1 0 0 0,0-1-1 0 0,-2 29 1 0 0,-6 85 295 0 0,9-71-105 0 0,4-52-187 0 0,1 0 0 0 0,0 0 0 0 0,1 0-1 0 0,0 0 1 0 0,2 0 0 0 0,0 0-1 0 0,0 0 1 0 0,2 0 0 0 0,0 0-1 0 0,1-1 1 0 0,8 19 0 0 0,-12-32-80 0 0,0-1 1 0 0,1 1-1 0 0,-1 0 1 0 0,0-1-1 0 0,1 1 0 0 0,0-1 1 0 0,-1 0-1 0 0,1 0 1 0 0,0 1-1 0 0,0-1 0 0 0,-1 0 1 0 0,1 0-1 0 0,0 0 1 0 0,0-1-1 0 0,0 1 1 0 0,0 0-1 0 0,0-1 0 0 0,0 0 1 0 0,0 1-1 0 0,1-1 1 0 0,-1 0-1 0 0,0 0 1 0 0,0 0-1 0 0,0 0 0 0 0,0 0 1 0 0,0-1-1 0 0,0 1 1 0 0,3-1-1 0 0,-1 0 6 0 0,1 0 0 0 0,-1 0 0 0 0,1-1-1 0 0,-1 1 1 0 0,1-1 0 0 0,-1 0 0 0 0,0 0 0 0 0,0-1-1 0 0,0 1 1 0 0,0-1 0 0 0,-1 0 0 0 0,4-3 0 0 0,5-11 57 0 0,0-1 0 0 0,-2 0 1 0 0,0-1-1 0 0,12-33 0 0 0,-7 15-21 0 0,41-111 107 0 0,-35 87-112 0 0,30-60 0 0 0,1 30-155 0 0,-48 87 117 0 0,-1-2-1511 0 0,-13 11-178 0 0,-2 1 1062 0 0,7-4 117 0 0,0 1 0 0 0,0-1 0 0 0,0 1 0 0 0,0 0 0 0 0,1 1 0 0 0,-1-1 0 0 0,1 1 0 0 0,0 0 0 0 0,0 0 0 0 0,-5 7 0 0 0,-9 19-2302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13411 0 0,'0'0'29'0'0,"-2"12"4213"0"0,-13 47-2291 0 0,7-29-1331 0 0,1 1 0 0 0,-6 55 0 0 0,13-80-554 0 0,0-1 0 0 0,1 1 0 0 0,-1 0 0 0 0,1-1 0 0 0,0 1 0 0 0,0 0 0 0 0,1-1 0 0 0,4 11 0 0 0,-5-14-25 0 0,0 0 0 0 0,0 1 0 0 0,1-1 0 0 0,-1 0 0 0 0,1 0 0 0 0,-1 0 0 0 0,1 0 0 0 0,0 0-1 0 0,0 0 1 0 0,0 0 0 0 0,0-1 0 0 0,0 1 0 0 0,0-1 0 0 0,0 1 0 0 0,0-1 0 0 0,1 0 0 0 0,-1 0 0 0 0,0 0 0 0 0,1 0 0 0 0,-1 0 0 0 0,4 0 0 0 0,-1 0 30 0 0,0 0 1 0 0,0 0 0 0 0,-1 1 0 0 0,1 0 0 0 0,7 3-1 0 0,-8-2-4 0 0,0-1 0 0 0,1 0-1 0 0,-1-1 1 0 0,1 1 0 0 0,0-1-1 0 0,-1 0 1 0 0,6 1 0 0 0,0-2 45 0 0,-1-1 0 0 0,1 0 0 0 0,-1 0 0 0 0,0 0 0 0 0,1-2 1 0 0,-1 1-1 0 0,0-1 0 0 0,0 0 0 0 0,0-1 0 0 0,-1 0 0 0 0,13-7 0 0 0,-7 3 44 0 0,-10 6-127 0 0,-1-1 0 0 0,1 0 0 0 0,-1 1 0 0 0,0-1 0 0 0,0-1 0 0 0,0 1 0 0 0,-1 0 0 0 0,1-1 0 0 0,-1 1 0 0 0,1-1 0 0 0,-1 0 0 0 0,0 0 0 0 0,-1 0 0 0 0,1 0 0 0 0,-1 0 0 0 0,0 0 0 0 0,0 0 0 0 0,0 0 0 0 0,0-1 0 0 0,-1-5 0 0 0,1 6-18 0 0,0-1 1 0 0,0 0-1 0 0,1 0 1 0 0,-1 1-1 0 0,4-8 1 0 0,-3 10-16 0 0,-1 0-1 0 0,0-1 1 0 0,0 1 0 0 0,0 0 0 0 0,0-1-1 0 0,0 1 1 0 0,0-1 0 0 0,-1 0-1 0 0,1 1 1 0 0,-1-1 0 0 0,0 0-1 0 0,0 1 1 0 0,0-1 0 0 0,0 1 0 0 0,0-1-1 0 0,-1 0 1 0 0,1 1 0 0 0,-1-1-1 0 0,1 0 1 0 0,-1 1 0 0 0,0-1 0 0 0,-2-3-1 0 0,1 3-14 0 0,-1 0 0 0 0,1 0 1 0 0,0 0-1 0 0,-1 0 0 0 0,0 1 0 0 0,0-1 0 0 0,0 1 0 0 0,0 0 0 0 0,0 0 0 0 0,0 0 1 0 0,0 0-1 0 0,-5-2 0 0 0,-47-13-295 0 0,21 7-290 0 0,13 2-1371 0 0,-1 1-1 0 0,-34-6 1 0 0,36 11-1741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107 404 504 0 0,'0'0'1544'0'0,"-8"-23"5173"0"0,7 0-4935 0 0,-8-41 0 0 0,1 3-775 0 0,3 27-400 0 0,-9-34 0 0 0,1 2 942 0 0,4 40 331 0 0,9 25-1856 0 0,0 1 0 0 0,0 0 0 0 0,-1-1 0 0 0,1 1 0 0 0,0 0 0 0 0,0-1 0 0 0,0 1 0 0 0,-1-1 0 0 0,1 1 0 0 0,0 0 0 0 0,0 0 0 0 0,-1-1 0 0 0,1 1 0 0 0,0 0 0 0 0,-1-1 0 0 0,1 1 0 0 0,0 0 0 0 0,-1 0 0 0 0,1-1 0 0 0,0 1 0 0 0,-1 0 0 0 0,1 0 0 0 0,0 0 1 0 0,-1 0-1 0 0,1 0 0 0 0,-1 0 0 0 0,1-1 0 0 0,0 1 0 0 0,-1 0 0 0 0,1 0 0 0 0,-1 0 0 0 0,1 0 0 0 0,-1 0 0 0 0,1 1 0 0 0,0-1 0 0 0,-1 0 0 0 0,1 0 0 0 0,-1 0 0 0 0,1 0 0 0 0,0 0 0 0 0,-1 0 0 0 0,1 1 0 0 0,0-1 0 0 0,-1 0 0 0 0,1 0 0 0 0,0 1 0 0 0,-1-1 0 0 0,1 0 0 0 0,0 0 0 0 0,-1 1 0 0 0,1-1 0 0 0,0 0 0 0 0,0 1 0 0 0,-1-1 0 0 0,1 0 0 0 0,0 1 0 0 0,0-1 0 0 0,0 1 0 0 0,0-1 0 0 0,-1 0 0 0 0,1 1 0 0 0,0-1 0 0 0,0 1 0 0 0,0 0 0 0 0,-4 8-4 0 0,1-1-1 0 0,0 2 0 0 0,0-1 1 0 0,0 0-1 0 0,2 0 1 0 0,-1 1-1 0 0,1-1 1 0 0,0 1-1 0 0,2 17 0 0 0,2 12 20 0 0,8 43 0 0 0,-3-32 60 0 0,5 37 243 0 0,-1-13 520 0 0,2 106 1 0 0,-15-198-793 0 0,-6-35 1 0 0,0 8-95 0 0,-2-161 121 0 0,2 29-18 0 0,4 114-79 0 0,-4-38 4 0 0,13 255 62 0 0,0-89 137 0 0,26 123 1 0 0,-30-180-202 0 0,4 13 36 0 0,-2 0 1 0 0,0 0-1 0 0,0 27 1 0 0,-2-35-5651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286 389 2272 0 0,'-21'0'4015'0'0,"-39"-1"456"0"0,23-1-1695 0 0,-50 5 0 0 0,83-2-2703 0 0,-2-1 233 0 0,0 0 0 0 0,0 1 0 0 0,0 0-1 0 0,0 0 1 0 0,1 0 0 0 0,-1 1 0 0 0,0 0 0 0 0,1 0 0 0 0,-1 1 0 0 0,1-1 0 0 0,-9 6 0 0 0,14-7-238 0 0,13-1-23 0 0,113 10 29 0 0,1-6 0 0 0,155-15-1 0 0,-201 3-44 0 0,105-8 157 0 0,-155 16-152 0 0,0 0 1 0 0,0 2-1 0 0,58 12 0 0 0,-81-12 153 0 0,0 0-1 0 0,0 0 0 0 0,0 1 0 0 0,-1 0 0 0 0,1 0 0 0 0,-1 1 1 0 0,0 0-1 0 0,0 0 0 0 0,10 9 0 0 0,-17-13-22 0 0,-10-19-109 0 0,6 15-32 0 0,-11-24-16 0 0,0-1 1 0 0,2-1-1 0 0,1 0 1 0 0,2 0 0 0 0,1-1-1 0 0,1-1 1 0 0,2 1-1 0 0,1-1 1 0 0,-1-42 0 0 0,4 57-36 0 0,1 10 3 0 0,1-1-1 0 0,-1 1 1 0 0,1-1 0 0 0,1 1 0 0 0,2-15 0 0 0,0 20 6 0 0,1 7-8 0 0,3 10-14 0 0,-6-15 40 0 0,69 206 31 0 0,-22-58-4 0 0,56 100 112 0 0,-98-233-92 0 0,-5-14-58 0 0,12 22 357 0 0,-12-22-337 0 0,-1-1 0 0 0,0 0 0 0 0,0 0-1 0 0,0 0 1 0 0,0 0 0 0 0,1 0 0 0 0,-1 0 0 0 0,0 0-1 0 0,0 1 1 0 0,0-1 0 0 0,1 0 0 0 0,-1 0-1 0 0,0 0 1 0 0,0 0 0 0 0,0 0 0 0 0,1 0 0 0 0,-1 0-1 0 0,0 0 1 0 0,0 0 0 0 0,1 0 0 0 0,-1 0-1 0 0,0 0 1 0 0,0 0 0 0 0,0-1 0 0 0,1 1 0 0 0,-1 0-1 0 0,0 0 1 0 0,0 0 0 0 0,0 0 0 0 0,0 0 0 0 0,1 0-1 0 0,-1 0 1 0 0,0 0 0 0 0,0-1 0 0 0,8-13 57 0 0,-4-1-58 0 0,-1 0 1 0 0,0 0 0 0 0,-1 0-1 0 0,0 0 1 0 0,-1-20 0 0 0,-9-80 57 0 0,4 66-67 0 0,-1-168-42 0 0,5 172 28 0 0,0 44 7 0 0,0 0 1 0 0,0 0-1 0 0,0 0 0 0 0,0 0 0 0 0,1 0 1 0 0,-1 0-1 0 0,0 0 0 0 0,1 0 0 0 0,-1 0 1 0 0,0 0-1 0 0,1 0 0 0 0,-1 1 0 0 0,1-1 1 0 0,-1 0-1 0 0,1 0 0 0 0,0 0 1 0 0,-1 0-1 0 0,2 0 0 0 0,-2 0 6 0 0,1 1 0 0 0,-1 0-1 0 0,1 0 1 0 0,-1 0 0 0 0,1 0-1 0 0,-1-1 1 0 0,1 1 0 0 0,-1 0 0 0 0,1 0-1 0 0,-1 0 1 0 0,1 0 0 0 0,-1 0 0 0 0,1 0-1 0 0,-1 0 1 0 0,1 0 0 0 0,-1 0 0 0 0,1 0-1 0 0,-1 1 1 0 0,1-1 0 0 0,-1 0-1 0 0,1 0 1 0 0,-1 0 0 0 0,0 1 0 0 0,1-1-1 0 0,-1 0 1 0 0,1 0 0 0 0,-1 1 0 0 0,0-1-1 0 0,1 0 1 0 0,-1 1 0 0 0,0-1 0 0 0,1 0-1 0 0,-1 1 1 0 0,0-1 0 0 0,1 1-1 0 0,-1-1 1 0 0,0 1 0 0 0,1 0 0 0 0,4 7 2 0 0,-1 1 0 0 0,0 0 0 0 0,0-1 0 0 0,0 2 0 0 0,3 14 0 0 0,9 53 11 0 0,-12-56-4 0 0,12 64 52 0 0,39 116-1 0 0,-54-197-36 0 0,0 0 0 0 0,1 1 0 0 0,0-1 0 0 0,-1 0 0 0 0,1 0 0 0 0,1 0 0 0 0,-1 0 0 0 0,1 0 0 0 0,-1-1 0 0 0,1 1 0 0 0,0-1 0 0 0,1 1 0 0 0,-1-1 0 0 0,0 0 0 0 0,1-1 0 0 0,0 1 0 0 0,0 0 0 0 0,-1-1 0 0 0,1 0 0 0 0,8 3 0 0 0,-12-5-13 0 0,1 0 0 0 0,-1 0 0 0 0,1-1-1 0 0,0 1 1 0 0,-1 0 0 0 0,1 0 0 0 0,-1-1-1 0 0,1 1 1 0 0,0 0 0 0 0,-1-1 0 0 0,1 1-1 0 0,-1 0 1 0 0,1-1 0 0 0,-1 1 0 0 0,1-1-1 0 0,-1 1 1 0 0,0-1 0 0 0,1 1 0 0 0,-1-1-1 0 0,1 1 1 0 0,-1-1 0 0 0,0 1 0 0 0,0-1-1 0 0,1 0 1 0 0,-1 1 0 0 0,0-2 0 0 0,8-19-4 0 0,-7 18 10 0 0,3-11 8 0 0,-1-1-1 0 0,0 0 0 0 0,-1 0 0 0 0,0-22 0 0 0,-5-65-36 0 0,0 22-49 0 0,3 80 59 0 0,0-1-1 0 0,-1 0 1 0 0,1 0-1 0 0,0 1 1 0 0,1-1-1 0 0,-1 0 1 0 0,0 0-1 0 0,0 0 1 0 0,0 1-1 0 0,0-1 1 0 0,0 0-1 0 0,1 0 1 0 0,-1 1-1 0 0,0-1 1 0 0,1 0-1 0 0,-1 1 1 0 0,1-1-1 0 0,0-1 1 0 0,-1 2 3 0 0,1 0 1 0 0,-1 0-1 0 0,0 0 0 0 0,1 0 1 0 0,-1 0-1 0 0,1 0 1 0 0,-1 0-1 0 0,1 0 1 0 0,-1 0-1 0 0,0 0 1 0 0,1 0-1 0 0,-1 0 1 0 0,1 0-1 0 0,-1 0 0 0 0,0 1 1 0 0,1-1-1 0 0,-1 0 1 0 0,0 0-1 0 0,1 0 1 0 0,-1 0-1 0 0,0 1 1 0 0,1-1-1 0 0,-1 0 0 0 0,0 1 1 0 0,1-1-1 0 0,21 27 19 0 0,-17-22-9 0 0,-4-3-5 0 0,1-1-1 0 0,-1 0 1 0 0,1 0-1 0 0,0 0 1 0 0,-1 1-1 0 0,1-2 1 0 0,0 1-1 0 0,0 0 1 0 0,0 0-1 0 0,0 0 1 0 0,0-1-1 0 0,0 1 1 0 0,2-1-1 0 0,33 4-13 0 0,-14-2-17 0 0,50 12 17 0 0,48 5-1 0 0,-116-18 18 0 0,1 0-1 0 0,-1 1 0 0 0,0-1 1 0 0,1 1-1 0 0,-1 0 0 0 0,0 0 0 0 0,6 3 1 0 0,-5-2-1 0 0,0 0-1 0 0,0 0 1 0 0,1-1 0 0 0,12 4 0 0 0,2-5-3 0 0,1 0 0 0 0,-1-1-1 0 0,0-1 1 0 0,0-1 0 0 0,0-1 0 0 0,0-1-1 0 0,27-9 1 0 0,-21 6 3 0 0,1 1-1 0 0,-1 2 1 0 0,42-3-1 0 0,-51 6 4 0 0,-1-1 1 0 0,0 0-1 0 0,0-2 0 0 0,24-7 1 0 0,-19 5 12 0 0,34-6 0 0 0,-27 11-11 0 0,-25 1 3 0 0,1 1 0 0 0,-1-1 0 0 0,0-1 0 0 0,0 1 0 0 0,0-1 0 0 0,1 1 0 0 0,-1-1 0 0 0,0 0 0 0 0,5-3 0 0 0,-5 3-9 0 0,0 1 0 0 0,1-1-1 0 0,-1 1 1 0 0,0-1 0 0 0,1 1 0 0 0,-1 1-1 0 0,8 0 1 0 0,3 0-22 0 0,-15-1 18 0 0,16 0 15 0 0,0 0 1 0 0,0 1-1 0 0,27 5 1 0 0,-35-4 25 0 0,-1-2 0 0 0,1 1 0 0 0,0-1 0 0 0,13-1 1 0 0,2 0-711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127 463 2048 0 0,'-4'-2'6365'0'0,"-7"-4"-4929"0"0,0 0-568 0 0,8 5-707 0 0,1 0 0 0 0,-1 0 0 0 0,1-1 0 0 0,-1 1 0 0 0,1-1 0 0 0,0 1 0 0 0,0-1 0 0 0,0 0 0 0 0,0 0 0 0 0,0 0 0 0 0,0 0 0 0 0,0 0 0 0 0,1 0 0 0 0,-1-1 0 0 0,1 1 0 0 0,-1 0 0 0 0,1-1 0 0 0,0 1 0 0 0,0-1 0 0 0,-1-4 0 0 0,-8-23 380 0 0,8 27-492 0 0,1 0 1 0 0,-1 0 0 0 0,1 0-1 0 0,0 0 1 0 0,0 0 0 0 0,0 0-1 0 0,1-1 1 0 0,-1 1 0 0 0,1 0 0 0 0,0 0-1 0 0,0 0 1 0 0,0-1 0 0 0,0 1-1 0 0,0 0 1 0 0,1 0 0 0 0,-1-1 0 0 0,1 1-1 0 0,0 0 1 0 0,2-5 0 0 0,0 3 19 0 0,1 0 0 0 0,0 0 0 0 0,0 0 0 0 0,0 1 1 0 0,0 0-1 0 0,1 0 0 0 0,0 0 0 0 0,0 0 0 0 0,0 1 0 0 0,0-1 1 0 0,0 1-1 0 0,1 1 0 0 0,-1-1 0 0 0,1 1 0 0 0,10-3 1 0 0,-13 4-45 0 0,1-1 0 0 0,-1 1 1 0 0,0 1-1 0 0,1-1 1 0 0,-1 0-1 0 0,1 1 0 0 0,-1 0 1 0 0,1 0-1 0 0,-1 0 0 0 0,1 0 1 0 0,-1 0-1 0 0,1 1 1 0 0,-1 0-1 0 0,1 0 0 0 0,-1 0 1 0 0,0 0-1 0 0,0 0 1 0 0,1 0-1 0 0,-1 1 0 0 0,0 0 1 0 0,0-1-1 0 0,0 1 0 0 0,0 0 1 0 0,-1 1-1 0 0,1-1 1 0 0,-1 0-1 0 0,4 5 0 0 0,-2 1 10 0 0,0 0-1 0 0,-1 0 0 0 0,0 1 0 0 0,-1-1 0 0 0,0 1 0 0 0,1 9 0 0 0,10 32 179 0 0,-6-30-126 0 0,-3-11-25 0 0,0 0 1 0 0,-1 0-1 0 0,0 0 0 0 0,-1 1 1 0 0,0-1-1 0 0,0 1 0 0 0,-1 0 0 0 0,0 0 1 0 0,-1 14-1 0 0,-2-12 37 0 0,-1 1 0 0 0,0-1 1 0 0,-1 0-1 0 0,0-1 0 0 0,-1 1 0 0 0,-9 16 0 0 0,-2 8 202 0 0,12-29-242 0 0,-1-1 1 0 0,1 1 0 0 0,-1-1-1 0 0,0 0 1 0 0,-1 0 0 0 0,1 0-1 0 0,-1-1 1 0 0,0 1-1 0 0,-1-1 1 0 0,1-1 0 0 0,-1 0-1 0 0,0 0 1 0 0,0 0 0 0 0,0 0-1 0 0,-1-1 1 0 0,-11 3-1 0 0,-14 8 252 0 0,31-12-254 0 0,-1-1 0 0 0,0 1-1 0 0,0 0 1 0 0,0-1 0 0 0,0 0 0 0 0,0 0 0 0 0,0 0-1 0 0,-1 0 1 0 0,1 0 0 0 0,0 0 0 0 0,0-1-1 0 0,-1 0 1 0 0,1 0 0 0 0,0 0 0 0 0,-1 0 0 0 0,1 0-1 0 0,0 0 1 0 0,-6-2 0 0 0,7 0-45 0 0,1 0 0 0 0,0 1 0 0 0,-1-1 0 0 0,1 0-1 0 0,0 0 1 0 0,0 0 0 0 0,0 0 0 0 0,-1-3 0 0 0,0-1 10 0 0,0 3-21 0 0,0 0-1 0 0,1-1 1 0 0,-1 1-1 0 0,1-1 1 0 0,0 0-1 0 0,0 0 0 0 0,1 1 1 0 0,-1-1-1 0 0,1 0 1 0 0,0 0-1 0 0,0 0 1 0 0,0 1-1 0 0,0-1 1 0 0,0 0-1 0 0,1 0 0 0 0,0 0 1 0 0,0 1-1 0 0,0-1 1 0 0,2-3-1 0 0,-2 5 3 0 0,0-1-1 0 0,0 1 1 0 0,1 0-1 0 0,-1 0 1 0 0,1 0-1 0 0,-1 0 1 0 0,1 0 0 0 0,0 0-1 0 0,0 1 1 0 0,0-1-1 0 0,0 1 1 0 0,0-1-1 0 0,0 1 1 0 0,0 0-1 0 0,0-1 1 0 0,1 1 0 0 0,-1 0-1 0 0,0 1 1 0 0,1-1-1 0 0,-1 0 1 0 0,1 1-1 0 0,-1-1 1 0 0,1 1-1 0 0,-1 0 1 0 0,1 0 0 0 0,-1 0-1 0 0,1 0 1 0 0,-1 0-1 0 0,5 1 1 0 0,0 1-4 0 0,-1 0 0 0 0,1 1 1 0 0,-1-1-1 0 0,0 1 0 0 0,0 0 1 0 0,0 1-1 0 0,-1-1 0 0 0,1 1 0 0 0,8 8 1 0 0,-8-6 6 0 0,0-2 1 0 0,0 1-1 0 0,1-1 0 0 0,-1 0 1 0 0,1 0-1 0 0,0-1 0 0 0,7 3 1 0 0,31 13 10 0 0,-6-2-12 0 0,-34-15-15 0 0,0 0 0 0 0,0-1 0 0 0,0 0 0 0 0,1 0 0 0 0,-1-1 0 0 0,0 1 0 0 0,1-1-1 0 0,-1 0 1 0 0,0 0 0 0 0,1-1 0 0 0,-1 0 0 0 0,0 0 0 0 0,0 0 0 0 0,1-1-1 0 0,-1 1 1 0 0,0-1 0 0 0,0 0 0 0 0,-1-1 0 0 0,1 1 0 0 0,0-1 0 0 0,5-4 0 0 0,-2 0-4 0 0,0-1 0 0 0,-1 1 0 0 0,1-1 0 0 0,-2-1 0 0 0,1 1 0 0 0,-1-1 0 0 0,0-1 0 0 0,-1 1 0 0 0,7-17 0 0 0,-10 21 17 0 0,8-17 1 0 0,-1-1 0 0 0,-1 0 0 0 0,0 0 0 0 0,3-26 1 0 0,-9 36 4 0 0,1 1 0 0 0,1 0 1 0 0,4-13-1 0 0,-4 15-8 0 0,0 1 0 0 0,-2 0 0 0 0,1-1 1 0 0,-1 0-1 0 0,0 1 0 0 0,0-15 0 0 0,-2 21 6 0 0,0-1 0 0 0,-1 0 0 0 0,1 0 0 0 0,-1 1 0 0 0,1-1 0 0 0,-1 0 0 0 0,-2-4 0 0 0,3 8-10 0 0,0-1 0 0 0,-1 0 0 0 0,1 1 0 0 0,0-1 0 0 0,-1 0 0 0 0,1 1 0 0 0,-1-1 0 0 0,1 1 0 0 0,-1-1 0 0 0,1 1 0 0 0,-1-1 0 0 0,1 1 0 0 0,-1-1 0 0 0,0 1 0 0 0,1 0 1 0 0,-1-1-1 0 0,0 1 0 0 0,1 0 0 0 0,-1-1 0 0 0,0 1 0 0 0,1 0 0 0 0,-1 0 0 0 0,0 0 0 0 0,0 0 0 0 0,1 0 0 0 0,-1 0 0 0 0,0 0 0 0 0,1 0 0 0 0,-1 0 0 0 0,0 0 0 0 0,0 0 0 0 0,1 0 0 0 0,-1 0 0 0 0,0 0 0 0 0,1 1 0 0 0,-1-1 0 0 0,0 0 0 0 0,1 1 0 0 0,-1-1 0 0 0,0 0 0 0 0,1 1 0 0 0,-1-1 0 0 0,0 1 0 0 0,-1 1 3 0 0,0 0 0 0 0,0-1 0 0 0,0 1 0 0 0,1 0 0 0 0,-1 0 0 0 0,1 0 0 0 0,-1 0 0 0 0,1 0 0 0 0,0 0 0 0 0,-1 1 0 0 0,1-1 0 0 0,0 0 0 0 0,1 1 0 0 0,-1-1 0 0 0,0 1 0 0 0,0 3 0 0 0,-4 46 22 0 0,4-43-21 0 0,0-2-2 0 0,0 0 1 0 0,-1 0-1 0 0,1 0 0 0 0,-2 0 1 0 0,-5 12-1 0 0,5-12 2 0 0,1 0-1 0 0,-1-1 1 0 0,1 1-1 0 0,0 0 1 0 0,1 0-1 0 0,-2 10 1 0 0,3-16 1 0 0,1 37 8 0 0,0-36-6 0 0,-1-1 0 0 0,0 0 0 0 0,0 1 0 0 0,0-1 0 0 0,1 0 0 0 0,-1 1 0 0 0,1-1 0 0 0,-1 0 0 0 0,1 1 0 0 0,0-1 0 0 0,-1 0 0 0 0,1 0 0 0 0,0 0 0 0 0,0 1 0 0 0,0-1 0 0 0,0 0 0 0 0,0 0 0 0 0,0 0 0 0 0,0-1 0 0 0,0 1 0 0 0,0 0 0 0 0,0 0 0 0 0,3 1 0 0 0,26 8 87 0 0,-22-7-60 0 0,1 0 0 0 0,0 0 1 0 0,18 2-1 0 0,-23-4-20 0 0,0-1 0 0 0,0 0 1 0 0,0-1-1 0 0,0 1 0 0 0,0-1 1 0 0,0 1-1 0 0,0-1 1 0 0,-1 0-1 0 0,1-1 0 0 0,0 1 1 0 0,0-1-1 0 0,-1 1 0 0 0,5-4 1 0 0,-4 3 5 0 0,0 0 0 0 0,0-1 0 0 0,0 0 1 0 0,-1 0-1 0 0,1 0 0 0 0,-1-1 0 0 0,1 1 0 0 0,-1-1 0 0 0,0 0 1 0 0,0 0-1 0 0,-1 0 0 0 0,1 0 0 0 0,-1 0 0 0 0,0 0 0 0 0,0-1 1 0 0,2-8-1 0 0,10-25 118 0 0,-12 33-106 0 0,1-1-1 0 0,-1 0 0 0 0,0 1 1 0 0,0-1-1 0 0,-1 0 1 0 0,0 0-1 0 0,0 0 0 0 0,0 0 1 0 0,-1 0-1 0 0,0 0 1 0 0,-1-10-1 0 0,0 12-11 0 0,1-1 0 0 0,-2 0 0 0 0,1 1 1 0 0,0-1-1 0 0,-1 1 0 0 0,0-1 0 0 0,0 1 0 0 0,-5-8 1 0 0,5 10-12 0 0,1 0 1 0 0,-1 0 0 0 0,0 0-1 0 0,0 0 1 0 0,-1 0 0 0 0,1 0-1 0 0,0 1 1 0 0,-1-1 0 0 0,1 1-1 0 0,-1-1 1 0 0,1 1 0 0 0,-1 0-1 0 0,1 0 1 0 0,-1 0 0 0 0,-5 0-1 0 0,-36-14 31 0 0,37 12-41 0 0,1 0 0 0 0,-1 1 0 0 0,0 0 0 0 0,1 0 0 0 0,-1 1 0 0 0,0 0 0 0 0,0 0 1 0 0,-8 0-1 0 0,8 1-115 0 0,1 0-1 0 0,-1 1 1 0 0,0 0 0 0 0,1 1 0 0 0,-1-1 0 0 0,1 1 0 0 0,-9 4 0 0 0,13-5-152 0 0,0 0 1 0 0,0 0-1 0 0,0 0 0 0 0,0 0 1 0 0,0 1-1 0 0,1-1 1 0 0,-1 1-1 0 0,0-1 0 0 0,1 1 1 0 0,-1-1-1 0 0,1 1 1 0 0,0 0-1 0 0,-1 0 0 0 0,1 0 1 0 0,0 0-1 0 0,0 0 1 0 0,0 0-1 0 0,0 0 0 0 0,1 0 1 0 0,-1 0-1 0 0,1 0 1 0 0,-1 0-1 0 0,1 1 1 0 0,0-1-1 0 0,-1 3 0 0 0,1-5 223 0 0,1 1-1 0 0,-1-1 0 0 0,0 0 1 0 0,0 1-1 0 0,1-1 0 0 0,-1 1 0 0 0,0-1 1 0 0,0 1-1 0 0,1-1 0 0 0,-1 0 1 0 0,0 1-1 0 0,1-1 0 0 0,-1 0 0 0 0,0 1 1 0 0,1-1-1 0 0,-1 0 0 0 0,1 0 1 0 0,-1 1-1 0 0,1-1 0 0 0,-1 0 1 0 0,1 0-1 0 0,-1 0 0 0 0,1 1 0 0 0,2 0-94 0 0,3 1 87 0 0,0 1-1 0 0,0-1 1 0 0,0-1 0 0 0,1 1 0 0 0,-1-1-1 0 0,0 0 1 0 0,1 0 0 0 0,-1-1-1 0 0,1 0 1 0 0,-1 0 0 0 0,1-1-1 0 0,-1 1 1 0 0,11-4 0 0 0,-2 0 38 0 0,1 0 1 0 0,-1-2 0 0 0,0 0 0 0 0,22-12-1 0 0,-2 2-14 0 0,-29 14 28 0 0,0 0 0 0 0,1-1 0 0 0,-1 0-1 0 0,0 0 1 0 0,0-1 0 0 0,7-5 0 0 0,31-30 564 0 0,-2-1 0 0 0,73-91 0 0 0,-111 125-213 0 0,0-1 0 0 0,-1 1 0 0 0,0 0 0 0 0,4-14 1 0 0,8-16 2089 0 0,-15 36-2410 0 0,0 1 0 0 0,0-1 1 0 0,0 0-1 0 0,0 0 0 0 0,0 0 0 0 0,0 0 0 0 0,0 0 0 0 0,0 0 0 0 0,0 0 1 0 0,0 0-1 0 0,0 1 0 0 0,0-1 0 0 0,0 0 0 0 0,0 0 0 0 0,0 0 0 0 0,0 0 1 0 0,0 0-1 0 0,0 0 0 0 0,1 0 0 0 0,-1 0 0 0 0,0 1 0 0 0,0-1 0 0 0,0 0 1 0 0,0 0-1 0 0,0 0 0 0 0,0 0 0 0 0,0 0 0 0 0,0 0 0 0 0,0 0 0 0 0,0 0 1 0 0,1 0-1 0 0,-1 0 0 0 0,0 0 0 0 0,0 0 0 0 0,0 0 0 0 0,0 0 0 0 0,0 0 1 0 0,0 0-1 0 0,0 0 0 0 0,0 0 0 0 0,1 0 0 0 0,-1 0 0 0 0,0 0 0 0 0,0 0 1 0 0,0 0-1 0 0,0 0 0 0 0,0 0 0 0 0,0 0 0 0 0,0 0 0 0 0,1 0 0 0 0,-1 0 1 0 0,0 0-1 0 0,0 0 0 0 0,0 0 0 0 0,0 0 0 0 0,0 0 0 0 0,0 0 0 0 0,0 0 1 0 0,1 21 530 0 0,-4 44-608 0 0,1-44 314 0 0,2 132 44 0 0,-2 31 419 0 0,0-160-1314 0 0,-1 0 1 0 0,-1-1 0 0 0,-1 1 0 0 0,-1-1 0 0 0,-13 33 0 0 0,13-45-8899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53 1792 0 0,'11'-9'4081'0'0,"-9"7"-3446"0"0,1 0 0 0 0,-1 0 0 0 0,1 0 0 0 0,-1 0 0 0 0,0 0 1 0 0,1-1-1 0 0,-1 1 0 0 0,0-1 0 0 0,-1 1 0 0 0,1-1 0 0 0,0 0 0 0 0,-1 0 0 0 0,0 0 0 0 0,2-3 0 0 0,-4 6-571 0 0,1-1 0 0 0,0 1 1 0 0,-1 0-1 0 0,1 0 0 0 0,-1-1 0 0 0,1 1 0 0 0,0 0 0 0 0,-1 0 0 0 0,1 0 0 0 0,-1-1 0 0 0,1 1 0 0 0,-1 0 0 0 0,1 0 0 0 0,-1 0 0 0 0,1 0 1 0 0,-1 0-1 0 0,1 0 0 0 0,-1 0 0 0 0,1 0 0 0 0,0 0 0 0 0,-1 0 0 0 0,1 0 0 0 0,-1 0 0 0 0,1 0 0 0 0,-1 1 0 0 0,1-1 0 0 0,-1 0 0 0 0,1 0 1 0 0,-1 0-1 0 0,1 1 0 0 0,-18 5 114 0 0,18-6-96 0 0,-75 37 1045 0 0,68-34-1035 0 0,0 1-1 0 0,0 1 1 0 0,0-1-1 0 0,0 1 0 0 0,1 0 1 0 0,0 1-1 0 0,0 0 1 0 0,0 0-1 0 0,1 0 1 0 0,0 0-1 0 0,-8 13 1 0 0,5-7 0 0 0,1 1 1 0 0,0 1 0 0 0,1-1 0 0 0,0 1 0 0 0,-6 25 0 0 0,-6 9 41 0 0,15-41-114 0 0,0 0 1 0 0,0 0-1 0 0,1 0 1 0 0,0 0-1 0 0,0 1 1 0 0,0-1-1 0 0,1 1 1 0 0,0-1 0 0 0,1 11-1 0 0,0-11 11 0 0,1 0-1 0 0,0 0 1 0 0,0-1-1 0 0,4 13 1 0 0,-4-17-20 0 0,0 1 1 0 0,1 0-1 0 0,-1-1 1 0 0,0 1-1 0 0,1-1 1 0 0,-1 0-1 0 0,1 1 1 0 0,0-1-1 0 0,0 0 1 0 0,0 0-1 0 0,0 0 1 0 0,0 0-1 0 0,5 3 1 0 0,13 7 462 0 0,-12-6-729 0 0,1-1 0 0 0,-1-1-1 0 0,1 1 1 0 0,0-1 0 0 0,10 3 0 0 0,-16-7-20 0 0,0 1 0 0 0,-1-1 0 0 0,1 1 0 0 0,0-1 0 0 0,0 0 1 0 0,-1 0-1 0 0,1 0 0 0 0,0-1 0 0 0,-1 1 0 0 0,1-1 0 0 0,0 1 0 0 0,-1-1 0 0 0,1 0 1 0 0,0 0-1 0 0,-1 0 0 0 0,1 0 0 0 0,-1 0 0 0 0,0-1 0 0 0,1 1 0 0 0,-1-1 0 0 0,0 0 1 0 0,0 1-1 0 0,2-4 0 0 0,34-33-4584 0 0,44-61 0 0 0,-64 74 4079 0 0,29-53-1 0 0,-14 1 5835 0 0,-18 38-842 0 0,-14 38-3940 0 0,-1-1 0 0 0,1 0-1 0 0,-1 0 1 0 0,0 0 0 0 0,1 1-1 0 0,-1-1 1 0 0,0 0-1 0 0,0 0 1 0 0,0 0 0 0 0,-1 0-1 0 0,1 1 1 0 0,0-1-1 0 0,-1 0 1 0 0,1 0 0 0 0,-1 0-1 0 0,0 1 1 0 0,1-1-1 0 0,-1 0 1 0 0,0 1 0 0 0,-1-3-1 0 0,1 4-239 0 0,1 0-1 0 0,0 0 1 0 0,-1-1-1 0 0,1 1 1 0 0,-1 0-1 0 0,1 0 1 0 0,-1 0-1 0 0,1 0 1 0 0,-1 0-1 0 0,1 0 1 0 0,0 0-1 0 0,-1 0 1 0 0,1 0-1 0 0,-1 0 1 0 0,1 0-1 0 0,-1 0 1 0 0,1 0-1 0 0,-1 0 1 0 0,1 0-1 0 0,0 0 1 0 0,-1 0-1 0 0,1 1 1 0 0,-1-1-1 0 0,1 0 1 0 0,-1 0-1 0 0,1 0 1 0 0,0 1-1 0 0,-1-1 1 0 0,1 0-1 0 0,0 1 0 0 0,-1-1 1 0 0,1 0-1 0 0,0 1 1 0 0,0-1-1 0 0,-1 0 1 0 0,1 1-1 0 0,-11 14 199 0 0,11-15-227 0 0,-4 7 86 0 0,1 0-1 0 0,0 0 1 0 0,0 0 0 0 0,0 1 0 0 0,1-1-1 0 0,0 1 1 0 0,1 0 0 0 0,0-1 0 0 0,0 1-1 0 0,0 0 1 0 0,1 9 0 0 0,2 10 449 0 0,11 52 0 0 0,-8-54-83 0 0,-2-1-1 0 0,2 31 1 0 0,-5-53-439 0 0,0 0 1 0 0,0 0 0 0 0,0 0 0 0 0,0-1-1 0 0,0 1 1 0 0,0 0 0 0 0,-1 0-1 0 0,1 0 1 0 0,-1-1 0 0 0,1 1 0 0 0,-1 0-1 0 0,0 0 1 0 0,0-1 0 0 0,0 1-1 0 0,0-1 1 0 0,0 1 0 0 0,0-1 0 0 0,-2 3-1 0 0,2-3-103 0 0,-1-1 1 0 0,1 1-1 0 0,-1 0 0 0 0,1-1 0 0 0,-1 1 0 0 0,1-1 0 0 0,-1 0 0 0 0,1 1 0 0 0,-1-1 0 0 0,1 0 0 0 0,-1 0 0 0 0,0 0 0 0 0,1 0 0 0 0,-1 0 0 0 0,1-1 1 0 0,-1 1-1 0 0,1 0 0 0 0,-1-1 0 0 0,0 1 0 0 0,1-1 0 0 0,0 1 0 0 0,-3-2 0 0 0,2 1-68 0 0,0 0 0 0 0,0 0 1 0 0,0 0-1 0 0,-1-1 0 0 0,2 1 0 0 0,-1 0 0 0 0,0-1 0 0 0,0 0 1 0 0,0 1-1 0 0,1-1 0 0 0,-1 0 0 0 0,1 0 0 0 0,-1 0 0 0 0,1 0 1 0 0,0 0-1 0 0,-2-3 0 0 0,1-2-105 0 0,-1 0 0 0 0,1-1 1 0 0,-2-13-1 0 0,-5-17-418 0 0,3 22 496 0 0,2 8 101 0 0,1 0 0 0 0,0 0 0 0 0,1 0 0 0 0,0-1 0 0 0,0 1 0 0 0,0-1 0 0 0,1 1 0 0 0,1-1 0 0 0,0-12 0 0 0,1 8 45 0 0,2 0 1 0 0,0 0-1 0 0,0 0 1 0 0,1 0 0 0 0,0 1-1 0 0,1-1 1 0 0,1 1-1 0 0,0 1 1 0 0,13-19-1 0 0,-11 17 29 0 0,-7 11 4 0 0,1 0-1 0 0,-1-1 1 0 0,1 1 0 0 0,-1 0 0 0 0,1 0-1 0 0,0 0 1 0 0,0 0 0 0 0,0 0-1 0 0,0 1 1 0 0,0-1 0 0 0,3-1-1 0 0,2-1 42 0 0,-1 0 78 0 0,-1 1 0 0 0,1 0 0 0 0,-1 1 0 0 0,13-5 0 0 0,-16 7-63 0 0,1-1 0 0 0,-1 1-1 0 0,1 0 1 0 0,-1 0 0 0 0,1 0 0 0 0,-1 0-1 0 0,1 0 1 0 0,-1 1 0 0 0,1-1 0 0 0,-1 1-1 0 0,1 0 1 0 0,-1-1 0 0 0,1 1 0 0 0,-1 0-1 0 0,4 3 1 0 0,4 2 290 0 0,0 1 0 0 0,-1 1 0 0 0,0 0 0 0 0,0 0 1 0 0,12 14-1 0 0,-16-14-92 0 0,2-1 0 0 0,-1 0 1 0 0,1-1-1 0 0,0 1 1 0 0,0-1-1 0 0,1-1 0 0 0,0 0 1 0 0,0 0-1 0 0,0 0 0 0 0,13 5 1 0 0,17 5 236 0 0,-31-12-440 0 0,1 0 0 0 0,-1 0-1 0 0,0 0 1 0 0,1-1 0 0 0,-1 0 0 0 0,1-1-1 0 0,-1 1 1 0 0,1-1 0 0 0,9-1-1 0 0,-12 0-23 0 0,0 0 0 0 0,0 0 0 0 0,-1-1 0 0 0,1 0 0 0 0,0 0 0 0 0,0 0-1 0 0,0-1 1 0 0,-1 0 0 0 0,1 0 0 0 0,-1 0 0 0 0,8-4 0 0 0,-9 3-36 0 0,0 0 0 0 0,0 0 0 0 0,0 0 0 0 0,-1 0 0 0 0,1 0 0 0 0,-1 0 0 0 0,1-1 0 0 0,-1 1 0 0 0,0-1 0 0 0,-1 0 0 0 0,1 1 0 0 0,0-1 0 0 0,-1 0 0 0 0,1-6 0 0 0,12-22-1029 0 0,-11 27 216 0 0,-1 0 1 0 0,0 0-1 0 0,1 0 1 0 0,-2 0 0 0 0,3-10-1 0 0,-2 6-1186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151 235 4913 0 0,'-3'-61'2036'0'0,"2"40"-965"0"0,0 0 1 0 0,1-1 0 0 0,1 1 0 0 0,4-27 0 0 0,-4 46-965 0 0,-1 0 1 0 0,1 0-1 0 0,-1 0 0 0 0,1 0 1 0 0,0 0-1 0 0,0 0 0 0 0,0 0 1 0 0,0 1-1 0 0,0-1 0 0 0,0 0 1 0 0,0 0-1 0 0,1 1 0 0 0,-1-1 0 0 0,1 1 1 0 0,-1-1-1 0 0,1 1 0 0 0,-1 0 1 0 0,1-1-1 0 0,0 1 0 0 0,0 0 1 0 0,0 0-1 0 0,-1 0 0 0 0,1 0 1 0 0,0 1-1 0 0,0-1 0 0 0,0 1 1 0 0,1-1-1 0 0,-1 1 0 0 0,0-1 1 0 0,0 1-1 0 0,0 0 0 0 0,0 0 1 0 0,0 0-1 0 0,0 0 0 0 0,0 1 1 0 0,0-1-1 0 0,0 0 0 0 0,0 1 1 0 0,3 1-1 0 0,-4-2-91 0 0,0 1 0 0 0,0 0 0 0 0,0 0 0 0 0,-1 0 0 0 0,1 0 0 0 0,0 0 0 0 0,0 0 0 0 0,-1 0 0 0 0,1 0 0 0 0,-1 0 0 0 0,1 0 0 0 0,-1 0 0 0 0,1 0 0 0 0,-1 0 0 0 0,0 1 0 0 0,1-1 0 0 0,-1 0 0 0 0,0 0 0 0 0,0 0 0 0 0,0 1 0 0 0,0-1 0 0 0,0 0 0 0 0,0 2 0 0 0,0 3 55 0 0,3 27 168 0 0,1 1 1 0 0,2-2 0 0 0,14 45 0 0 0,-14-54-159 0 0,0 0 0 0 0,-2 1 1 0 0,0-1-1 0 0,0 30 1 0 0,-6 98 382 0 0,0-74-139 0 0,1-3 66 0 0,3 1 1 0 0,3-1-1 0 0,3-1 0 0 0,4 1 1 0 0,27 92-1 0 0,11-34 982 0 0,-49-130-1349 0 0,-1-1 0 0 0,1 0 0 0 0,0 0 0 0 0,0 0 1 0 0,0 1-1 0 0,0-1 0 0 0,1 0 0 0 0,-1 0 0 0 0,0 0 1 0 0,0-1-1 0 0,1 1 0 0 0,-1 0 0 0 0,0 0 0 0 0,1-1 1 0 0,-1 1-1 0 0,2 0 0 0 0,-1-1-10 0 0,0 1 1 0 0,0 0-1 0 0,-1 0 1 0 0,1 0-1 0 0,0 0 1 0 0,-1 0-1 0 0,1 0 0 0 0,0 0 1 0 0,-1 1-1 0 0,0-1 1 0 0,1 0-1 0 0,-1 1 1 0 0,2 1-1 0 0,-3-2-10 0 0,0 0 1 0 0,1 0-1 0 0,-1 0 0 0 0,0 0 1 0 0,1-1-1 0 0,-1 1 0 0 0,1 0 0 0 0,-1 0 1 0 0,1-1-1 0 0,0 1 0 0 0,-1 0 1 0 0,1-1-1 0 0,0 1 0 0 0,-1-1 0 0 0,1 1 1 0 0,0-1-1 0 0,0 1 0 0 0,-1-1 1 0 0,1 1-1 0 0,2 0 0 0 0,-3-1-1 0 0,1-1-1 0 0,-1 1 1 0 0,1 0 0 0 0,-1 0-1 0 0,1 0 1 0 0,0 0 0 0 0,-1-1-1 0 0,0 1 1 0 0,1 0-1 0 0,-1-1 1 0 0,1 1 0 0 0,-1 0-1 0 0,1-1 1 0 0,-1 1 0 0 0,1 0-1 0 0,-1-1 1 0 0,0 1-1 0 0,1-1 1 0 0,-1 1 0 0 0,0-1-1 0 0,0 1 1 0 0,1-1-1 0 0,-1 1 1 0 0,0-2 0 0 0,1 0 4 0 0,0 0 0 0 0,0 0 0 0 0,-1 0 0 0 0,1-1 1 0 0,-1 1-1 0 0,1 0 0 0 0,-1-1 0 0 0,0 1 0 0 0,0-1 1 0 0,0 1-1 0 0,0 0 0 0 0,-1-1 0 0 0,1 1 0 0 0,0 0 1 0 0,-2-4-1 0 0,0 4-4 0 0,1 0 1 0 0,-1-1-1 0 0,0 1 0 0 0,0 0 1 0 0,0 1-1 0 0,0-1 1 0 0,-1 0-1 0 0,1 1 1 0 0,0-1-1 0 0,-1 1 0 0 0,1-1 1 0 0,-1 1-1 0 0,1 0 1 0 0,-1 0-1 0 0,0 0 1 0 0,1 1-1 0 0,-1-1 0 0 0,0 1 1 0 0,-3-1-1 0 0,-9-1 24 0 0,-1 1-1 0 0,-17 1 0 0 0,21 0-21 0 0,2 1 1 0 0,-1 0 0 0 0,1 1-1 0 0,-1 0 1 0 0,1 1 0 0 0,-1 0 0 0 0,1 1 0 0 0,0 0 0 0 0,1 0 0 0 0,-15 9 0 0 0,-17 7 0 0 0,36-17-13 0 0,-1 1 0 0 0,1-1 0 0 0,0 1 1 0 0,1 0-1 0 0,-1 0 0 0 0,1 0 0 0 0,0 0 0 0 0,0 1 0 0 0,0 0 0 0 0,0 0 0 0 0,1 0 0 0 0,-4 7 0 0 0,-5 11-2 0 0,-13 35-1 0 0,15-28 1 0 0,0 0 0 0 0,2 1 0 0 0,1 0 1 0 0,-4 62-1 0 0,9-84 6 0 0,1 0 0 0 0,-1 0 0 0 0,-1 0 0 0 0,0 0-1 0 0,-5 12 1 0 0,3-11 5 0 0,2 1 0 0 0,-1-1 0 0 0,-3 22 0 0 0,4 11-8 0 0,2 0-1 0 0,3 1 1 0 0,1-1-1 0 0,2 0 1 0 0,13 53-1 0 0,-14-76-2 0 0,1-1 0 0 0,1 0-1 0 0,1 0 1 0 0,0 0 0 0 0,2-1-1 0 0,17 30 1 0 0,-15-31 51 0 0,-10-13-41 0 0,1 0 0 0 0,1-1 0 0 0,-1 1 1 0 0,0-1-1 0 0,1 1 0 0 0,-1-1 0 0 0,1 0 0 0 0,6 5 0 0 0,8 2-2 0 0,1 0 0 0 0,0-1 1 0 0,0 0-1 0 0,1-2 0 0 0,0 0 0 0 0,0-1 0 0 0,1-1 0 0 0,-1-1 0 0 0,1-1 1 0 0,27 1-1 0 0,-40-3-3 0 0,0 0 1 0 0,0 1-1 0 0,0 0 1 0 0,-1 0 0 0 0,11 4-1 0 0,-11-3 1 0 0,1-1 0 0 0,0 0 0 0 0,0 0 0 0 0,-1 0 0 0 0,13 1 0 0 0,-3-3 16 0 0,1-1-1 0 0,-1 0 1 0 0,1-1-1 0 0,-1-1 1 0 0,0 0-1 0 0,0-1 1 0 0,26-11 0 0 0,0-3 9 0 0,59-35 0 0 0,-68 39 12 0 0,-27 12-27 0 0,0 0 0 0 0,0-1 0 0 0,-1 0 0 0 0,1 0 0 0 0,8-6 0 0 0,11-13 12 0 0,-1-2-1 0 0,-2 0 0 0 0,0-2 1 0 0,-1-1-1 0 0,-2 0 0 0 0,27-50 0 0 0,-39 61 8 0 0,0 0 0 0 0,-1 0 0 0 0,-1 0 0 0 0,0 0 0 0 0,-1-1 0 0 0,-1 0-1 0 0,1-23 1 0 0,-2 33-11 0 0,-1 0 0 0 0,1 0 0 0 0,0 0 0 0 0,0 0 0 0 0,6-9 1 0 0,-5 9-1 0 0,0-1 1 0 0,0 1-1 0 0,-1 0 1 0 0,3-13-1 0 0,-3 6 10 0 0,-2 1-1 0 0,0 0 1 0 0,0-1-1 0 0,-1 1 1 0 0,-1-1-1 0 0,0 1 0 0 0,-7-23 1 0 0,-4-2 56 0 0,-23-47 0 0 0,16 30-52 0 0,16 42-19 0 0,-1 0 1 0 0,0 0-1 0 0,0 1 1 0 0,-14-23-1 0 0,2 11 19 0 0,-1 1 0 0 0,0 1 0 0 0,-2 0 1 0 0,-1 1-1 0 0,0 2 0 0 0,-37-27 0 0 0,48 40-22 0 0,0 1 0 0 0,-1 1 0 0 0,0 0 0 0 0,1 0 0 0 0,-1 1 0 0 0,-12-2 0 0 0,9 2-13 0 0,0-1 0 0 0,-16-6 0 0 0,24 7-3 0 0,1 1 0 0 0,-1 0 0 0 0,0 1 0 0 0,0 0 0 0 0,0-1 0 0 0,0 2 0 0 0,0-1-1 0 0,0 1 1 0 0,0 0 0 0 0,0 0 0 0 0,0 0 0 0 0,0 1 0 0 0,-10 2 0 0 0,7 0-76 0 0,1 0-1 0 0,-1 1 0 0 0,1 0 0 0 0,0 0 0 0 0,0 1 1 0 0,0 0-1 0 0,1 0 0 0 0,-9 8 0 0 0,-7 10-842 0 0,1 1-1 0 0,1 1 1 0 0,-35 54 0 0 0,50-71 609 0 0,-19 28-995 0 0,11-17 121 0 0,0 1 0 0 0,2 0 0 0 0,0 1 0 0 0,1 0 0 0 0,-10 28 0 0 0,12-13-1489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5 286 7338 0 0,'-5'-3'7252'0'0,"12"-5"-6641"0"0,0 0-1 0 0,-1 0 1 0 0,-1-1 0 0 0,1 0 0 0 0,4-12 0 0 0,-4 9-230 0 0,0 1 0 0 0,14-20-1 0 0,-15 24-263 0 0,-3 4-79 0 0,1 0 0 0 0,-1 0 0 0 0,0 0 0 0 0,1 1 0 0 0,-1-1-1 0 0,1 0 1 0 0,0 1 0 0 0,0 0 0 0 0,0 0 0 0 0,0 0 0 0 0,0 0 0 0 0,0 0 0 0 0,1 1 0 0 0,-1-1 0 0 0,1 1 0 0 0,3-1 0 0 0,29-11 111 0 0,-33 11-138 0 0,0 0 0 0 0,0 1 0 0 0,1-1 1 0 0,-1 1-1 0 0,1 0 0 0 0,-1 0 0 0 0,1 0 0 0 0,-1 0 1 0 0,1 1-1 0 0,0 0 0 0 0,-1-1 0 0 0,1 1 0 0 0,0 1 1 0 0,-1-1-1 0 0,7 2 0 0 0,-5-1 8 0 0,0 1-1 0 0,-1 0 1 0 0,1 0-1 0 0,0 1 1 0 0,-1-1-1 0 0,0 1 1 0 0,0 0-1 0 0,0 0 1 0 0,0 0-1 0 0,0 1 1 0 0,0 0-1 0 0,-1-1 1 0 0,0 1-1 0 0,0 0 1 0 0,0 1-1 0 0,0-1 1 0 0,3 7-1 0 0,23 30 345 0 0,-23-36-230 0 0,0 0-1 0 0,0-1 0 0 0,0 0 0 0 0,1 0 1 0 0,-1 0-1 0 0,1-1 0 0 0,0 0 1 0 0,10 3-1 0 0,-12-5-90 0 0,-1-1 0 0 0,0 1 0 0 0,1-1 0 0 0,-1 1 0 0 0,0-1 0 0 0,1-1 0 0 0,-1 1 0 0 0,0-1 0 0 0,1 1 0 0 0,-1-1 0 0 0,0 0 0 0 0,0-1 0 0 0,1 1 0 0 0,-1-1 0 0 0,0 0 0 0 0,-1 0 0 0 0,1 0 0 0 0,0 0 0 0 0,0-1 0 0 0,3-3 0 0 0,5-4 9 0 0,0-1 1 0 0,-1 0 0 0 0,0-1 0 0 0,10-14-1 0 0,-10 12-6 0 0,0-1-1 0 0,-1 0 1 0 0,-1 0-1 0 0,-1-1 1 0 0,10-24-1 0 0,-12 27 249 0 0,2-6-2458 0 0,-15 31-5996 0 0,-8 16 4551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19 13171 0 0,'-22'-10'1496'0'0,"16"8"-1120"0"0,0 1 0 0 0,0-1 0 0 0,0 1 0 0 0,0 0 0 0 0,0 0 0 0 0,0 1 0 0 0,-7 0 0 0 0,11 0-340 0 0,-1 0-1 0 0,1 1 0 0 0,-1-1 0 0 0,1 1 0 0 0,-1-1 0 0 0,1 1 0 0 0,0 0 0 0 0,-1 0 0 0 0,1 0 0 0 0,0 0 0 0 0,0 0 0 0 0,0 0 0 0 0,-1 1 0 0 0,1-1 1 0 0,1 1-1 0 0,-1-1 0 0 0,0 1 0 0 0,0 0 0 0 0,1 0 0 0 0,-3 3 0 0 0,-7 17 231 0 0,2 0-1 0 0,1 1 1 0 0,1 0 0 0 0,-5 28-1 0 0,7-6 248 0 0,4-36-390 0 0,1 0 0 0 0,-1 0-1 0 0,-1 0 1 0 0,-4 16 0 0 0,-5 4 114 0 0,5-16-80 0 0,1 0 1 0 0,0 1-1 0 0,-4 23 0 0 0,5 19 236 0 0,2-1 0 0 0,2 0 1 0 0,9 60-1 0 0,0 36-185 0 0,-8-112-211 0 0,0 12-10 0 0,-8 86 1 0 0,2-116-334 0 0,1-4-2812 0 0,3-5-4773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12939 0 0,'-8'0'633'0'0,"0"0"0"0"0,1 1-1 0 0,-1 0 1 0 0,0 1 0 0 0,1-1 0 0 0,0 2 0 0 0,-1-1 0 0 0,-8 5 0 0 0,16-7-602 0 0,-1 0 1 0 0,1 0 0 0 0,0 0-1 0 0,0 0 1 0 0,0 0 0 0 0,0 0-1 0 0,-1 0 1 0 0,1 1-1 0 0,0-1 1 0 0,0 0 0 0 0,0 0-1 0 0,0 0 1 0 0,0 0 0 0 0,-1 0-1 0 0,1 1 1 0 0,0-1 0 0 0,0 0-1 0 0,0 0 1 0 0,0 0-1 0 0,0 0 1 0 0,0 1 0 0 0,0-1-1 0 0,0 0 1 0 0,0 0 0 0 0,0 0-1 0 0,0 1 1 0 0,0-1 0 0 0,0 0-1 0 0,0 0 1 0 0,0 0 0 0 0,0 1-1 0 0,0-1 1 0 0,0 0-1 0 0,0 0 1 0 0,0 0 0 0 0,0 1-1 0 0,0-1 1 0 0,0 0 0 0 0,0 0-1 0 0,0 0 1 0 0,0 0 0 0 0,0 1-1 0 0,10 5 523 0 0,12 0-399 0 0,-22-6-145 0 0,28 4 76 0 0,0-2-1 0 0,0-1 1 0 0,0-1 0 0 0,33-4 0 0 0,4 0-4 0 0,-1 4-5 0 0,-24 0-34 0 0,0-1 0 0 0,70-11 0 0 0,-38 0 33 0 0,-41 11-4122 0 0,-38 5 313 0 0,-56 28 2571 0 0,-20 9 1762 0 0,71-36 311 0 0,0 0 0 0 0,-1-1 0 0 0,1-1 0 0 0,-25 4 0 0 0,16-8 2135 0 0,19-4-1952 0 0,12-3-933 0 0,-3 5-131 0 0,-1-1 0 0 0,1 2-1 0 0,1-1 1 0 0,-1 1 0 0 0,0 0-1 0 0,0 0 1 0 0,1 1 0 0 0,-1 0 0 0 0,1 0-1 0 0,-1 1 1 0 0,1 0 0 0 0,9 1 0 0 0,6 3 16 0 0,-1 1 1 0 0,40 14 0 0 0,-17-8-366 0 0,-42-10-455 0 0,-1-1 1 0 0,1 0-1 0 0,0 0 0 0 0,0 0 1 0 0,-1 0-1 0 0,1 0 1 0 0,0-1-1 0 0,4-1 0 0 0,-1 0-3419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40 252 6769 0 0,'0'-4'272'0'0,"-1"1"0"0"0,1 0-1 0 0,-1-1 1 0 0,0 1-1 0 0,0 0 1 0 0,-3-6-1 0 0,-3-9 868 0 0,-1-16 706 0 0,2 0 0 0 0,1-1 0 0 0,-1-65 0 0 0,6 100-1836 0 0,0 0 0 0 0,1 0 0 0 0,-1 0 0 0 0,0 1 0 0 0,0-1 0 0 0,0 0 0 0 0,0 0 0 0 0,0 0 0 0 0,0 0 0 0 0,0 0 0 0 0,0 0 0 0 0,0 0 0 0 0,0 0 0 0 0,0 0 0 0 0,0 0 0 0 0,1 0 0 0 0,-1 0 0 0 0,0 0 0 0 0,0 0 0 0 0,0 0 0 0 0,0 0 0 0 0,0 0 0 0 0,0 0 0 0 0,0 0 0 0 0,0 0-1 0 0,0 0 1 0 0,1 0 0 0 0,-1 0 0 0 0,0 0 0 0 0,0 0 0 0 0,0 0 0 0 0,0 0 0 0 0,0 0 0 0 0,0 0 0 0 0,0 0 0 0 0,0 0 0 0 0,0-1 0 0 0,0 1 0 0 0,0 0 0 0 0,0 0 0 0 0,0 0 0 0 0,1 0 0 0 0,-1 0 0 0 0,0 0 0 0 0,0 0 0 0 0,0 0 0 0 0,0 0 0 0 0,0 0 0 0 0,0 0 0 0 0,0 0 0 0 0,0-1 0 0 0,0 1 0 0 0,0 0 0 0 0,0 0 0 0 0,0 0 0 0 0,0 0 0 0 0,0 0 0 0 0,5 11 170 0 0,7 41 16 0 0,10 107 0 0 0,-1-4 219 0 0,-16-133-120 0 0,2 0 0 0 0,13 32 0 0 0,-15-41-159 0 0,-4-11-111 0 0,0-1 0 0 0,0 0 0 0 0,0 0 0 0 0,0 0 0 0 0,0 0 0 0 0,0 0 0 0 0,0 0 0 0 0,0 0 0 0 0,0 0 0 0 0,1 0 0 0 0,-1-1 0 0 0,0 1 0 0 0,0 0 0 0 0,1-1 0 0 0,-1 1 0 0 0,0-1 0 0 0,1 1 0 0 0,-1-1 0 0 0,1 0 0 0 0,-1 0 0 0 0,1 1 0 0 0,-1-1 0 0 0,0 0 0 0 0,1 0 0 0 0,-1 0 0 0 0,1-1 0 0 0,-1 1 0 0 0,1 0 0 0 0,-1 0 0 0 0,0-1 0 0 0,1 1 0 0 0,-1-1 0 0 0,0 0 0 0 0,1 1 0 0 0,-1-1 0 0 0,0 0 0 0 0,0 1 0 0 0,1-1 0 0 0,-1 0 0 0 0,0 0 0 0 0,0 0 0 0 0,0 0 0 0 0,0 0 0 0 0,0-1 0 0 0,0 1 0 0 0,-1 0 0 0 0,1 0 0 0 0,0-2 0 0 0,27-82 440 0 0,18-91 1 0 0,-39 147-417 0 0,24-70 131 0 0,-25 89-4454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14195 0 0,'-1'1'38'0'0,"0"-1"-1"0"0,-1 1 1 0 0,1 0-1 0 0,0 0 1 0 0,0 0-1 0 0,0 0 1 0 0,0 0-1 0 0,0 0 1 0 0,0 0-1 0 0,0 0 1 0 0,1 1-1 0 0,-1-1 1 0 0,0 0-1 0 0,1 1 1 0 0,-1-1 0 0 0,1 0-1 0 0,-1 1 1 0 0,1-1-1 0 0,-1 3 1 0 0,-1 3 13 0 0,-9 16 107 0 0,2 2 0 0 0,1-1 0 0 0,1 1 1 0 0,1 0-1 0 0,-4 40 0 0 0,-2-18 171 0 0,9-37-259 0 0,0-1 0 0 0,1 1 0 0 0,0 0 0 0 0,0 0 0 0 0,0 10 0 0 0,2-17-24 0 0,1-1-1 0 0,-1 1 0 0 0,0-1 1 0 0,1 1-1 0 0,-1 0 0 0 0,1-1 1 0 0,0 1-1 0 0,0-1 0 0 0,0 0 1 0 0,0 1-1 0 0,0-1 1 0 0,0 0-1 0 0,1 1 0 0 0,-1-1 1 0 0,1 0-1 0 0,0 0 0 0 0,-1 0 1 0 0,1 0-1 0 0,0-1 0 0 0,0 1 1 0 0,0 0-1 0 0,0-1 0 0 0,1 0 1 0 0,2 2-1 0 0,7 3 295 0 0,1-1 0 0 0,1 0 0 0 0,15 3 0 0 0,-17-5-46 0 0,0 1-1 0 0,-1-1 1 0 0,0 2 0 0 0,1 0-1 0 0,12 7 1 0 0,-21-9-207 0 0,-1-1 0 0 0,1 0 1 0 0,-1 1-1 0 0,1 0 0 0 0,-1 0 0 0 0,0-1 0 0 0,0 1 1 0 0,0 0-1 0 0,-1 1 0 0 0,1-1 0 0 0,1 4 0 0 0,-3-6-71 0 0,1 0-1 0 0,0 1 1 0 0,-1-1 0 0 0,0 1-1 0 0,1-1 1 0 0,-1 1-1 0 0,0-1 1 0 0,1 1 0 0 0,-1-1-1 0 0,0 1 1 0 0,0-1-1 0 0,0 1 1 0 0,-1-1-1 0 0,1 1 1 0 0,0-1 0 0 0,-1 1-1 0 0,1-1 1 0 0,0 0-1 0 0,-1 1 1 0 0,0-1 0 0 0,1 0-1 0 0,-1 1 1 0 0,0-1-1 0 0,0 0 1 0 0,1 1-1 0 0,-1-1 1 0 0,0 0 0 0 0,0 0-1 0 0,-2 2 1 0 0,-9 2-266 0 0,1 1-1 0 0,-1-2 1 0 0,0 0 0 0 0,0 0 0 0 0,-1-1-1 0 0,-16 2 1 0 0,-8 3-1806 0 0,-6 3-1926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60 1040 0 0,'0'0'9842'0'0,"-18"-16"-5878"0"0,5 13-3494 0 0,0 0 0 0 0,-24-10 0 0 0,26 8-352 0 0,0 1 0 0 0,-1 0 0 0 0,0 0 0 0 0,-21-2 0 0 0,21 5-79 0 0,-1 1 0 0 0,0 0-1 0 0,1 1 1 0 0,-1 0 0 0 0,1 1-1 0 0,-1 0 1 0 0,1 1 0 0 0,0 0-1 0 0,-1 1 1 0 0,2 1 0 0 0,-15 7-1 0 0,-2 0-29 0 0,21-10-2 0 0,0 1-1 0 0,0 0 0 0 0,1 1 0 0 0,-1-1 0 0 0,1 1 1 0 0,0 0-1 0 0,-9 8 0 0 0,-11 15-10 0 0,1 2 0 0 0,1 0 0 0 0,2 2 0 0 0,1 0 0 0 0,1 1 0 0 0,2 2 0 0 0,1 0 0 0 0,2 0 0 0 0,-20 67 0 0 0,16-51-126 0 0,14-40 103 0 0,0 1 0 0 0,1 0 1 0 0,-2 11-1 0 0,5-17 24 0 0,0-1 0 0 0,1 1 0 0 0,0-1 0 0 0,-1 0 0 0 0,2 1 0 0 0,-1-1 1 0 0,0 1-1 0 0,1-1 0 0 0,0 1 0 0 0,0-1 0 0 0,3 7 0 0 0,-3-8 8 0 0,0 0 0 0 0,0-1 1 0 0,0 1-1 0 0,1 0 0 0 0,-1-1 1 0 0,1 1-1 0 0,0-1 0 0 0,-1 0 0 0 0,1 1 1 0 0,0-1-1 0 0,1 0 0 0 0,-1 0 0 0 0,4 2 1 0 0,-1-1 22 0 0,1-1 0 0 0,-1 1 0 0 0,1-1 0 0 0,-1-1 1 0 0,12 3-1 0 0,11-1 98 0 0,13 4 41 0 0,-5 5-56 0 0,-25-7-86 0 0,1-1 1 0 0,0 0-1 0 0,0-1 1 0 0,1 0 0 0 0,20 1-1 0 0,27-4 146 0 0,0-4-1 0 0,0-1 0 0 0,72-18 1 0 0,-68 9 297 0 0,-39 7-786 0 0,0 1-1 0 0,1 1 1 0 0,41-2-1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0 184 0 0,'0'0'4028'0'0,"7"5"-1351"0"0,-39-1-884 0 0,32-4-1773 0 0,-29 1 1522 0 0,19 0-1504 0 0,0 0 0 0 0,1 1 1 0 0,-1 0-1 0 0,1 1 1 0 0,-1 0-1 0 0,1 0 1 0 0,0 1-1 0 0,0 0 1 0 0,0 1-1 0 0,1-1 1 0 0,-1 2-1 0 0,-12 10 1 0 0,17-11-41 0 0,0 0 1 0 0,0 0-1 0 0,0 0 0 0 0,1 1 1 0 0,0-1-1 0 0,0 1 1 0 0,0 0-1 0 0,1 0 1 0 0,0 0-1 0 0,-2 7 1 0 0,1-4 0 0 0,0 0 0 0 0,0 0 0 0 0,-7 11 1 0 0,7-15 7 0 0,0 0 0 0 0,0 0 0 0 0,0 0 0 0 0,1 1 0 0 0,0 0 0 0 0,0-1 0 0 0,0 1 0 0 0,1 0 1 0 0,0 0-1 0 0,-1 11 0 0 0,2-14 0 0 0,0-1 0 0 0,0 1 0 0 0,1-1 1 0 0,-1 1-1 0 0,1-1 0 0 0,-1 1 0 0 0,1-1 0 0 0,0 1 0 0 0,0-1 1 0 0,0 1-1 0 0,0-1 0 0 0,1 0 0 0 0,-1 0 0 0 0,1 1 1 0 0,-1-1-1 0 0,1 0 0 0 0,0 0 0 0 0,-1-1 0 0 0,1 1 0 0 0,0 0 1 0 0,0-1-1 0 0,1 1 0 0 0,-1-1 0 0 0,0 1 0 0 0,0-1 1 0 0,4 1-1 0 0,0 1 7 0 0,1-1 0 0 0,0 0 0 0 0,0 0 0 0 0,-1-1 0 0 0,1 1 1 0 0,0-2-1 0 0,0 1 0 0 0,0-1 0 0 0,0 0 0 0 0,0 0 0 0 0,0-1 0 0 0,0 0 0 0 0,0 0 1 0 0,0-1-1 0 0,0 0 0 0 0,-1 0 0 0 0,1-1 0 0 0,-1 1 0 0 0,1-1 0 0 0,-1-1 1 0 0,0 1-1 0 0,0-1 0 0 0,0 0 0 0 0,8-9 0 0 0,17-30 85 0 0,-25 36-87 0 0,0 0 0 0 0,-1-1 0 0 0,0 1 0 0 0,0-1 0 0 0,5-11 0 0 0,10-18 493 0 0,-8 23 4 0 0,-12 14-505 0 0,1 0 0 0 0,-1 0 1 0 0,0 0-1 0 0,0 0 0 0 0,0 0 0 0 0,0 0 1 0 0,0 0-1 0 0,1 0 0 0 0,-1 0 0 0 0,0 0 1 0 0,0 0-1 0 0,0-1 0 0 0,0 1 0 0 0,0 0 0 0 0,1 0 1 0 0,-1 0-1 0 0,0 0 0 0 0,0 0 0 0 0,0 0 1 0 0,0 0-1 0 0,0 1 0 0 0,1-1 0 0 0,-1 0 1 0 0,0 0-1 0 0,0 0 0 0 0,0 0 0 0 0,0 0 1 0 0,0 0-1 0 0,1 0 0 0 0,-1 0 0 0 0,0 0 1 0 0,0 0-1 0 0,0 0 0 0 0,0 0 0 0 0,0 1 0 0 0,0-1 1 0 0,0 0-1 0 0,1 0 0 0 0,-1 0 0 0 0,0 0 1 0 0,0 0-1 0 0,0 0 0 0 0,0 1 0 0 0,0-1 1 0 0,0 0-1 0 0,0 0 0 0 0,0 0 0 0 0,1 31-19 0 0,-2-13 40 0 0,6 133-30 0 0,-2-65-42 0 0,-8 103 0 0 0,3-171 81 0 0,-2 0-1 0 0,0 1 1 0 0,-2-1 0 0 0,0-1-1 0 0,-1 1 1 0 0,0-1 0 0 0,-15 24-1 0 0,17-31 18 0 0,4-7-41 0 0,0 0-1 0 0,-1 0 1 0 0,1-1 0 0 0,-1 1 0 0 0,1 0 0 0 0,-1-1 0 0 0,0 1-1 0 0,0-1 1 0 0,0 0 0 0 0,0 1 0 0 0,0-1 0 0 0,-1 0-1 0 0,1 0 1 0 0,0 0 0 0 0,-1-1 0 0 0,0 1 0 0 0,1-1 0 0 0,-1 1-1 0 0,-4 0 1 0 0,-16 12 93 0 0,22-13-88 0 0,-1 0-1 0 0,1 1 1 0 0,-1-1 0 0 0,0 0-1 0 0,0 0 1 0 0,1 0-1 0 0,-1 0 1 0 0,0 0-1 0 0,0 0 1 0 0,0-1 0 0 0,0 1-1 0 0,0 0 1 0 0,0-1-1 0 0,0 0 1 0 0,0 1 0 0 0,0-1-1 0 0,0 0 1 0 0,-3 0-1 0 0,4-2-20 0 0,-1 1 0 0 0,1 0-1 0 0,-1-1 1 0 0,1 1 0 0 0,0-1 0 0 0,0 1-1 0 0,0-1 1 0 0,0 1 0 0 0,0-1-1 0 0,0 0 1 0 0,0 0 0 0 0,1 1 0 0 0,-1-1-1 0 0,0-4 1 0 0,0 3-2 0 0,-1-4 0 0 0,0-1 1 0 0,1 1-1 0 0,0-1 1 0 0,1 0 0 0 0,-1 1-1 0 0,1-1 1 0 0,1 0 0 0 0,0 1-1 0 0,0-1 1 0 0,0 0 0 0 0,1 1-1 0 0,0 0 1 0 0,5-13 0 0 0,6-9-32 0 0,31-53 0 0 0,-38 72 38 0 0,78-144-94 0 0,-77 144 99 0 0,1-1 0 0 0,0 1 0 0 0,1 0 0 0 0,0 1-1 0 0,17-14 1 0 0,-14 12-13 0 0,-4 4 8 0 0,1 0 0 0 0,-1 0 1 0 0,2 0-1 0 0,-1 1 0 0 0,0 1 1 0 0,1-1-1 0 0,15-5 0 0 0,-25 11-15 0 0,1 0-1 0 0,0 0 0 0 0,-1 0 0 0 0,1 0 0 0 0,-1 0 0 0 0,1 0 0 0 0,-1 0 0 0 0,1 0 0 0 0,-1 0 0 0 0,1 0 0 0 0,-1 0 0 0 0,1 0 0 0 0,-1 0 0 0 0,1 0 0 0 0,-1 1 0 0 0,1-1 1 0 0,-1 0-1 0 0,1 0 0 0 0,-1 1 0 0 0,1-1 0 0 0,-1 0 0 0 0,0 1 0 0 0,1-1 0 0 0,-1 0 0 0 0,1 1 0 0 0,-1 0 0 0 0,11 4-3609 0 0,-8-5 1914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22 2345 0 0,'0'0'584'0'0,"-3"-5"3546"0"0,-5-6-2088 0 0,1 10-1906 0 0,0-1 0 0 0,-1 1 0 0 0,1 0 1 0 0,0 1-1 0 0,-1 0 0 0 0,1 0 1 0 0,-1 1-1 0 0,1-1 0 0 0,-1 2 0 0 0,1-1 1 0 0,0 1-1 0 0,-12 4 0 0 0,5-1 31 0 0,0 1 0 0 0,1 1 0 0 0,0 0 0 0 0,0 0-1 0 0,-17 14 1 0 0,24-15-157 0 0,0 0 1 0 0,1 1-1 0 0,0 0 0 0 0,0 0 0 0 0,0 0 1 0 0,1 0-1 0 0,0 1 0 0 0,0 0 1 0 0,1 0-1 0 0,0 0 0 0 0,0 0 0 0 0,-1 11 1 0 0,3-14-23 0 0,-1 0 0 0 0,1 0 1 0 0,-1-1-1 0 0,0 1 1 0 0,-4 6-1 0 0,4-7 5 0 0,0 0-1 0 0,0 0 0 0 0,0 0 1 0 0,0 0-1 0 0,1 1 1 0 0,0-1-1 0 0,0 0 1 0 0,-1 7-1 0 0,2-4 6 0 0,1 0 1 0 0,0 1-1 0 0,0-1 0 0 0,1 0 1 0 0,0 1-1 0 0,0-1 0 0 0,0 0 0 0 0,1 0 1 0 0,0-1-1 0 0,1 1 0 0 0,0 0 1 0 0,0-1-1 0 0,0 0 0 0 0,0 0 0 0 0,1 0 1 0 0,0-1-1 0 0,0 0 0 0 0,1 1 1 0 0,0-2-1 0 0,11 9 0 0 0,-10-8 7 0 0,-1 0-1 0 0,1 1 1 0 0,8 9-1 0 0,13 11 68 0 0,-26-24-11 0 0,1-1 0 0 0,-1 1 0 0 0,0 0 0 0 0,0 0 0 0 0,0 0 0 0 0,0 0 0 0 0,-1 0 0 0 0,1 1 1 0 0,0-1-1 0 0,-1 0 0 0 0,0 1 0 0 0,1-1 0 0 0,-1 1 0 0 0,0 0 0 0 0,0-1 0 0 0,0 1 1 0 0,-1 0-1 0 0,1-1 0 0 0,-1 1 0 0 0,0 0 0 0 0,1 0 0 0 0,-1 0 0 0 0,0-1 0 0 0,-1 1 0 0 0,1 0 1 0 0,0 0-1 0 0,-1 0 0 0 0,-1 3 0 0 0,1-5-35 0 0,-1 1 0 0 0,-1 0 0 0 0,1-1 0 0 0,0 1 0 0 0,0-1 0 0 0,-1 0 0 0 0,1 0 0 0 0,0 1 0 0 0,-1-2 0 0 0,1 1 0 0 0,-1 0 0 0 0,0 0 0 0 0,1-1 0 0 0,-1 0 0 0 0,-3 1 0 0 0,-2 0 29 0 0,-12 3-6 0 0,11-3-21 0 0,1 1-1 0 0,-1-1 1 0 0,1 2-1 0 0,-1-1 1 0 0,1 1-1 0 0,0 0 1 0 0,-10 7-1 0 0,13-7-305 0 0,0 0-1 0 0,0 0 0 0 0,0 0 1 0 0,-1-1-1 0 0,1 1 1 0 0,-7 0-1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3409 0 0,'1'0'7604'0'0,"2"0"-6156"0"0,4 1-1317 0 0,1 0 0 0 0,0 1-1 0 0,-1 0 1 0 0,1 0 0 0 0,10 5-1 0 0,14 3-80 0 0,66 12-3216 0 0,-86-20 1487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3537 0 0,'-2'3'4247'0'0,"-8"9"-1629"0"0,11-10-2568 0 0,-1-1 0 0 0,0 1 0 0 0,1-1 0 0 0,-1 1 0 0 0,1-1 0 0 0,0 1 0 0 0,-1-1 0 0 0,1 1 0 0 0,0-1 0 0 0,0 0 0 0 0,0 1 0 0 0,0-1 0 0 0,0 0 0 0 0,1 0 0 0 0,-1 1 0 0 0,0-1 0 0 0,0 0 0 0 0,1 0 0 0 0,-1-1 0 0 0,0 1 0 0 0,1 0 0 0 0,-1 0 0 0 0,1-1 0 0 0,-1 1 0 0 0,1-1 0 0 0,2 1 0 0 0,4 2-250 0 0,-1-1 0 0 0,1-1 0 0 0,0 1 1 0 0,9-1-1 0 0,-11 0-37 0 0,1-2 1 0 0,0 1-1 0 0,-1 0 0 0 0,1-1 0 0 0,11-3 1 0 0,6-4-1223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160 148 4601 0 0,'0'0'624'0'0,"-8"-2"3451"0"0,-9-2-2474 0 0,12 4-1434 0 0,-1-1 1 0 0,1 0-1 0 0,-1 1 0 0 0,1 0 0 0 0,-1 0 1 0 0,-7 2-1 0 0,11-2-151 0 0,1 1 0 0 0,-1-1-1 0 0,0 1 1 0 0,0 0 0 0 0,1 0 0 0 0,-1 0-1 0 0,0 0 1 0 0,1 0 0 0 0,-1 0 0 0 0,1 0 0 0 0,0 0-1 0 0,-1 0 1 0 0,1 1 0 0 0,0-1 0 0 0,0 0-1 0 0,-1 1 1 0 0,1 0 0 0 0,0-1 0 0 0,0 1 0 0 0,1-1-1 0 0,-1 1 1 0 0,0 0 0 0 0,0 2 0 0 0,-6 23-22 0 0,1 0 0 0 0,1 1 0 0 0,-1 28 0 0 0,5-50 4 0 0,0-1-1 0 0,-1 1 1 0 0,0 0 0 0 0,0 0 0 0 0,0-1 0 0 0,-4 8 0 0 0,3-8-5 0 0,1 0 1 0 0,0 1-1 0 0,0-1 0 0 0,0 0 1 0 0,0 1-1 0 0,1 0 0 0 0,0-1 1 0 0,-1 9-1 0 0,2-7-13 0 0,0-1 0 0 0,1 0 0 0 0,-1 1 0 0 0,1-1 0 0 0,1 0 0 0 0,-1 1 0 0 0,1-1 0 0 0,0 0 0 0 0,5 10 0 0 0,15-7-130 0 0,-4-3 32 0 0,-13-3 93 0 0,-1-1-1 0 0,1 0 1 0 0,-1 0-1 0 0,1 0 1 0 0,0 0 0 0 0,0-1-1 0 0,0 0 1 0 0,0 0 0 0 0,0 0-1 0 0,0-1 1 0 0,0 1-1 0 0,0-1 1 0 0,7-1 0 0 0,-3 0 18 0 0,-1-1 0 0 0,0 0 1 0 0,0 0-1 0 0,1 0 1 0 0,-1-1-1 0 0,0-1 0 0 0,8-4 1 0 0,10-3 1 0 0,-22 10 6 0 0,0-1-1 0 0,0 1 1 0 0,0-1-1 0 0,0 0 1 0 0,0 0-1 0 0,0-1 1 0 0,-1 1-1 0 0,4-4 1 0 0,7-8 7 0 0,0-1 1 0 0,-1-1 0 0 0,-1 0-1 0 0,-1-1 1 0 0,0 0 0 0 0,-1-1-1 0 0,12-30 1 0 0,-19 39-1 0 0,0-1 0 0 0,-1 1 0 0 0,2-19 1 0 0,-4 21 4 0 0,1 0 1 0 0,0-1-1 0 0,1 1 1 0 0,-1 0 0 0 0,1 0-1 0 0,1 0 1 0 0,5-11-1 0 0,-5 11 15 0 0,1 1 0 0 0,-1-1-1 0 0,-1 0 1 0 0,0 0 0 0 0,0 0-1 0 0,0 0 1 0 0,-1 0-1 0 0,0 0 1 0 0,0-1 0 0 0,0 1-1 0 0,-1 0 1 0 0,-1 0 0 0 0,1-1-1 0 0,-1 1 1 0 0,0 0-1 0 0,-1 0 1 0 0,1 0 0 0 0,-1 0-1 0 0,-1 0 1 0 0,-5-11 0 0 0,7 16-18 0 0,0 1 0 0 0,-1-1 0 0 0,1 1 1 0 0,-1-1-1 0 0,1 1 0 0 0,-1 0 1 0 0,0 0-1 0 0,1 0 0 0 0,-1 0 1 0 0,0 0-1 0 0,0 0 0 0 0,0 0 0 0 0,0 1 1 0 0,1-1-1 0 0,-1 0 0 0 0,0 1 1 0 0,0 0-1 0 0,0 0 0 0 0,-4-1 0 0 0,1 1 0 0 0,-1 0-1 0 0,1 0 0 0 0,0 0 1 0 0,-1 0-1 0 0,1 1 0 0 0,-6 1 0 0 0,8 0-10 0 0,0-1 0 0 0,0 0 0 0 0,0 0 0 0 0,0 1 0 0 0,1 0 1 0 0,-1 0-1 0 0,1-1 0 0 0,-1 1 0 0 0,1 1 0 0 0,0-1 0 0 0,0 0 0 0 0,0 0 0 0 0,0 1 0 0 0,0-1 0 0 0,0 1 0 0 0,1 0 0 0 0,-2 3 0 0 0,-2 5 10 0 0,1 1 0 0 0,0 0 0 0 0,-2 13-1 0 0,-2 6-20 0 0,-36 153 59 0 0,38-154 0 0 0,5-23-49 0 0,-1 0-1 0 0,-1 0 1 0 0,0-1 0 0 0,-4 10-1 0 0,4-11-10 0 0,0 0 1 0 0,1 1-1 0 0,-1-1 1 0 0,1 1-1 0 0,1 0 0 0 0,-1 0 1 0 0,-1 9-1 0 0,3-13-75 0 0,0 1 0 0 0,0 0 0 0 0,0 0 0 0 0,0 0 0 0 0,0-1 1 0 0,0 1-1 0 0,1 0 0 0 0,-1 0 0 0 0,1-1 0 0 0,1 5 0 0 0,-1-6-56 0 0,0 1-1 0 0,0-1 1 0 0,0 0-1 0 0,0 0 1 0 0,0 0-1 0 0,0 0 1 0 0,1 0 0 0 0,-1 0-1 0 0,0 0 1 0 0,1 0-1 0 0,-1-1 1 0 0,0 1-1 0 0,1 0 1 0 0,-1-1 0 0 0,1 1-1 0 0,-1-1 1 0 0,1 1-1 0 0,-1-1 1 0 0,4 0 0 0 0,10 2-1828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6017 0 0,'0'0'2015'0'0,"2"8"1605"0"0,2 7-3558 0 0,-4-14-147 0 0,0-1 0 0 0,0 0 0 0 0,1 0 0 0 0,-1 1-1 0 0,0-1 1 0 0,0 0 0 0 0,1 0 0 0 0,-1 1 0 0 0,0-1-1 0 0,1 0 1 0 0,-1 0 0 0 0,0 0 0 0 0,0 0-1 0 0,1 1 1 0 0,-1-1 0 0 0,0 0 0 0 0,1 0 0 0 0,-1 0-1 0 0,1 0 1 0 0,-1 0 0 0 0,0 0 0 0 0,1 0-1 0 0,-1 0 1 0 0,0 0 0 0 0,1 0 0 0 0,-1 0 0 0 0,0 0-1 0 0,1 0 1 0 0,-1 0 0 0 0,1-1 0 0 0,0 0-1346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45 130 2409 0 0,'-25'-14'5353'0'0,"8"-18"-4617"0"0,16 30-670 0 0,1 0-1 0 0,-1 0 1 0 0,1 0 0 0 0,-1 0-1 0 0,1 0 1 0 0,0 0-1 0 0,0 0 1 0 0,0 0-1 0 0,0 0 1 0 0,1 0-1 0 0,-1 0 1 0 0,0 0 0 0 0,1 0-1 0 0,0 0 1 0 0,-1 0-1 0 0,2-3 1 0 0,0 4-6 0 0,0-1 1 0 0,0 0 0 0 0,0 1-1 0 0,1-1 1 0 0,-1 1 0 0 0,0 0-1 0 0,0 0 1 0 0,1 0 0 0 0,-1 0-1 0 0,6-1 1 0 0,10-6 189 0 0,-13 5-180 0 0,1 0 1 0 0,0 0-1 0 0,0 0 0 0 0,0 1 0 0 0,0 0 0 0 0,0 0 0 0 0,0 0 1 0 0,0 1-1 0 0,1 0 0 0 0,-1 0 0 0 0,1 1 0 0 0,-1 0 1 0 0,10 1-1 0 0,-12-1-49 0 0,-1 0 1 0 0,1 1 0 0 0,-1 0-1 0 0,0 0 1 0 0,1 0 0 0 0,-1 0-1 0 0,0 1 1 0 0,0-1 0 0 0,0 1-1 0 0,0 0 1 0 0,0-1 0 0 0,0 2-1 0 0,0-1 1 0 0,0 0 0 0 0,-1 0-1 0 0,1 1 1 0 0,-1-1 0 0 0,0 1-1 0 0,0 0 1 0 0,0 0 0 0 0,0 0-1 0 0,0 0 1 0 0,-1 0 0 0 0,1 0-1 0 0,1 7 1 0 0,8 37 157 0 0,-9-35-141 0 0,0 1 1 0 0,2-1-1 0 0,-1 0 0 0 0,8 15 1 0 0,-7-19-16 0 0,-1 1 1 0 0,0 0-1 0 0,0 0 1 0 0,0 1 0 0 0,-2-1-1 0 0,1 0 1 0 0,-1 1-1 0 0,0-1 1 0 0,-1 1 0 0 0,-1 17-1 0 0,-1-10 49 0 0,-1 0-1 0 0,0-1 1 0 0,-2 1 0 0 0,1-1-1 0 0,-10 19 1 0 0,11-32-78 0 0,1 0 1 0 0,-2 0-1 0 0,1 0 0 0 0,0-1 1 0 0,0 1-1 0 0,-1-1 0 0 0,0 0 0 0 0,1 0 1 0 0,-1 0-1 0 0,0 0 0 0 0,0-1 0 0 0,0 1 1 0 0,0-1-1 0 0,0 0 0 0 0,0 0 1 0 0,-5 0-1 0 0,7-3-127 0 0,6-4 97 0 0,9-2 151 0 0,-7 7-96 0 0,0 0 0 0 0,0 0-1 0 0,0 1 1 0 0,0-1 0 0 0,0 2-1 0 0,0-1 1 0 0,0 1 0 0 0,0-1-1 0 0,0 2 1 0 0,0-1 0 0 0,6 3-1 0 0,4 2 49 0 0,-1 1 0 0 0,24 16 0 0 0,0-1 174 0 0,-28-16-116 0 0,1 0 0 0 0,24 7 0 0 0,-31-12-509 0 0,0 0 1 0 0,0 0-1 0 0,0 0 0 0 0,0 0 0 0 0,0-1 1 0 0,0 0-1 0 0,1 0 0 0 0,-1 0 0 0 0,0-1 1 0 0,8-1-1 0 0,-4-1-2588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3177 0 0,'0'0'513'0'0,"-17"5"4071"0"0,15-2-4418 0 0,0 0 1 0 0,1 0 0 0 0,-1 0-1 0 0,0 0 1 0 0,1 1-1 0 0,0-1 1 0 0,0 0 0 0 0,0 1-1 0 0,-1 5 1 0 0,-2 6 101 0 0,-29 142 947 0 0,1-3-930 0 0,-17 71-22 0 0,45-175-634 0 0,8-32-3742 0 0,-3-15 1859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81 126 3057 0 0,'1'-12'685'0'0,"1"1"0"0"0,0 0 0 0 0,0 0 0 0 0,1 0-1 0 0,9-20 1 0 0,-3 6 783 0 0,-9 25-1364 0 0,0-1 0 0 0,0 0 0 0 0,0 1 0 0 0,0-1 0 0 0,0 0 0 0 0,1 1 0 0 0,-1-1 0 0 0,0 1 0 0 0,0-1 0 0 0,1 1 0 0 0,-1-1 0 0 0,0 0 0 0 0,1 1 1 0 0,-1-1-1 0 0,1 1 0 0 0,-1-1 0 0 0,1 1 0 0 0,-1 0 0 0 0,1-1 0 0 0,-1 1 0 0 0,1 0 0 0 0,-1-1 0 0 0,1 1 0 0 0,0 0 0 0 0,-1-1 0 0 0,1 1 0 0 0,-1 0 0 0 0,1 0 0 0 0,0 0 0 0 0,-1 0 0 0 0,1-1 0 0 0,0 1 1 0 0,-1 0-1 0 0,2 0 0 0 0,-1 1-68 0 0,-1-1 1 0 0,1 1-1 0 0,-1-1 1 0 0,1 1-1 0 0,-1-1 1 0 0,1 1-1 0 0,-1-1 1 0 0,1 1-1 0 0,-1-1 1 0 0,1 1-1 0 0,-1-1 1 0 0,0 1-1 0 0,1 0 1 0 0,-1-1-1 0 0,0 1 1 0 0,1 0-1 0 0,-1-1 1 0 0,0 1-1 0 0,0 0 1 0 0,0-1 0 0 0,0 1-1 0 0,0 0 1 0 0,0-1-1 0 0,0 1 1 0 0,0 0-1 0 0,0 0 1 0 0,0-1-1 0 0,0 1 1 0 0,0 0-1 0 0,0-1 1 0 0,-1 2-1 0 0,-2 7 21 0 0,0-1-1 0 0,-1 1 0 0 0,0-1 0 0 0,-1 0 1 0 0,1 0-1 0 0,-1-1 0 0 0,-1 1 1 0 0,0-1-1 0 0,0 0 0 0 0,0 0 0 0 0,-12 9 1 0 0,2-1-10 0 0,7-6-407 0 0,-17 18 555 0 0,24-25-698 0 0,1 0 0 0 0,-1 0 0 0 0,1 0 0 0 0,0-1-1 0 0,0 1 1 0 0,0 1 0 0 0,0-1 0 0 0,0 0 0 0 0,0 0 0 0 0,1 0 0 0 0,-1 0 0 0 0,0 5 0 0 0,3-3-2518 0 0,1-3 949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211 130 1000 0 0,'7'-16'5193'0'0,"-4"-26"-2395"0"0,-3 39-2616 0 0,0 0 1 0 0,0 0 0 0 0,0 0-1 0 0,-1 0 1 0 0,0 0 0 0 0,1 0-1 0 0,-1 0 1 0 0,0 0 0 0 0,-1 0-1 0 0,1 1 1 0 0,0-1-1 0 0,-3-3 1 0 0,-11-3 829 0 0,3 5-729 0 0,10 2-200 0 0,-1 0-1 0 0,0 0 1 0 0,1 0 0 0 0,-1 1 0 0 0,0-1-1 0 0,0 1 1 0 0,0 0 0 0 0,0 0 0 0 0,0 0-1 0 0,0 0 1 0 0,-1 1 0 0 0,1-1-1 0 0,0 1 1 0 0,0 0 0 0 0,0 0 0 0 0,-7 1-1 0 0,8-1-64 0 0,-1 1-1 0 0,1 0 0 0 0,-1 0 1 0 0,1 0-1 0 0,0 0 0 0 0,-1 0 0 0 0,1 1 1 0 0,0-1-1 0 0,0 1 0 0 0,0-1 1 0 0,0 1-1 0 0,0 0 0 0 0,1 0 1 0 0,-1 0-1 0 0,0 0 0 0 0,1 0 1 0 0,-1 0-1 0 0,1 0 0 0 0,0 0 0 0 0,-2 5 1 0 0,-9 28 1 0 0,9-25-21 0 0,-1 0 0 0 0,0-1 1 0 0,-6 11-1 0 0,2-4-17 0 0,1 0 1 0 0,0 1 0 0 0,1-1-1 0 0,1 1 1 0 0,0 1 0 0 0,1-1-1 0 0,1 0 1 0 0,1 1-1 0 0,-1 25 1 0 0,4 0-39 0 0,1-1 1 0 0,13 75-1 0 0,8-13 35 0 0,-13-68 6 0 0,-3 1 0 0 0,0 0 1 0 0,2 58-1 0 0,-9-68-32 0 0,0 38-293 0 0,-1-61 299 0 0,1 1 1 0 0,-1 0 0 0 0,0 0 0 0 0,0 0-1 0 0,-1 0 1 0 0,0-1 0 0 0,1 1 0 0 0,-1-1 0 0 0,-1 1-1 0 0,-2 4 1 0 0,4-8-193 0 0,0 1-1 0 0,-1-1 1 0 0,1 0 0 0 0,0 0-1 0 0,0 0 1 0 0,-1 0 0 0 0,1 0-1 0 0,0-1 1 0 0,-1 1 0 0 0,1 0-1 0 0,-1-1 1 0 0,1 1-1 0 0,-1-1 1 0 0,-2 1 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5361 0 0,'0'0'56'0'0,"9"0"2877"0"0,18-2-2121 0 0,0 0 1 0 0,0-1-1 0 0,-1-2 1 0 0,0-1-1 0 0,1-1 1 0 0,36-15-1 0 0,44-27-1525 0 0,-6-7-3694 0 0,-98 54 2051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65 101 3585 0 0,'-18'-13'4433'0'0,"18"12"-4338"0"0,0 0 1 0 0,0 1 0 0 0,0-1-1 0 0,0 0 1 0 0,1 1-1 0 0,-1-1 1 0 0,0 0 0 0 0,1 1-1 0 0,-1-1 1 0 0,0 0-1 0 0,1 1 1 0 0,-1-1 0 0 0,0 1-1 0 0,1-1 1 0 0,-1 1-1 0 0,1-1 1 0 0,-1 1 0 0 0,1-1-1 0 0,-1 1 1 0 0,1-1-1 0 0,0 1 1 0 0,-1-1 0 0 0,1 1-1 0 0,1-1 1 0 0,19-11 406 0 0,-18 11-371 0 0,15-9 274 0 0,0 1-1 0 0,1 1 1 0 0,0 0 0 0 0,0 2-1 0 0,22-5 1 0 0,-29 9-347 0 0,1 0 1 0 0,-1 0-1 0 0,1 1 0 0 0,0 1 0 0 0,-1 0 0 0 0,1 1 0 0 0,0 0 1 0 0,-1 1-1 0 0,15 3 0 0 0,-24-4-43 0 0,-1-1 0 0 0,1 1-1 0 0,-1 0 1 0 0,0 0 0 0 0,1 0 0 0 0,-1 0-1 0 0,0 1 1 0 0,0-1 0 0 0,1 1 0 0 0,-1-1 0 0 0,0 1-1 0 0,-1 0 1 0 0,1 0 0 0 0,0-1 0 0 0,0 1-1 0 0,-1 0 1 0 0,1 1 0 0 0,-1-1 0 0 0,0 0 0 0 0,0 0-1 0 0,1 1 1 0 0,-2-1 0 0 0,3 5 0 0 0,-2-3 3 0 0,4 7 108 0 0,0 0 0 0 0,6 22 0 0 0,-11-28-93 0 0,1 0 1 0 0,0 0-1 0 0,-1 0 0 0 0,0 0 1 0 0,0 0-1 0 0,-1 0 0 0 0,1 0 1 0 0,-1 0-1 0 0,-2 9 0 0 0,-21 42 226 0 0,22-53-243 0 0,0 0 0 0 0,0 1 0 0 0,0-1 0 0 0,0 0 0 0 0,0 0 0 0 0,-1 0 0 0 0,1 0 0 0 0,-1-1 0 0 0,0 1 0 0 0,0-1-1 0 0,-4 3 1 0 0,-41 24 106 0 0,26-17-42 0 0,10-6-79 0 0,-1 0-1 0 0,0-1 0 0 0,0-1 1 0 0,-1 0-1 0 0,1 0 0 0 0,-1-2 0 0 0,0 1 1 0 0,-16-1-1 0 0,21 0-15 0 0,0 0-1 0 0,0 0 1 0 0,0 1 0 0 0,1 0-1 0 0,-11 5 1 0 0,-27 10-1504 0 0,13-14-2416 0 0,24-4 1475 0 0,3 0-1915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643 246 1504 0 0,'-8'-17'3089'0'0,"6"12"-2901"0"0,-9-25 1115 0 0,-1 0-1 0 0,-21-36 1 0 0,24 49-931 0 0,8 15-331 0 0,0 0 1 0 0,0 0-1 0 0,0 1 0 0 0,0-1 0 0 0,0 0 1 0 0,0 1-1 0 0,0-1 0 0 0,-1 1 1 0 0,1-1-1 0 0,0 1 0 0 0,-1-1 0 0 0,0 1 1 0 0,1 0-1 0 0,-1 0 0 0 0,0 0 0 0 0,1 0 1 0 0,-1 0-1 0 0,0 0 0 0 0,0 0 0 0 0,0 1 1 0 0,0-1-1 0 0,1 1 0 0 0,-4-1 0 0 0,-26-6 436 0 0,21 5-300 0 0,-1 0-1 0 0,1-1 0 0 0,0 0 0 0 0,-19-9 0 0 0,22 8-138 0 0,0 1 0 0 0,-1 0 0 0 0,1 0 0 0 0,-1 1 0 0 0,0 0 0 0 0,0 0 0 0 0,0 1 0 0 0,0 0 0 0 0,0 1 0 0 0,0-1 0 0 0,0 2 0 0 0,0-1 0 0 0,0 1 0 0 0,0 0 0 0 0,1 1 0 0 0,-1-1 0 0 0,0 2 0 0 0,0-1 0 0 0,1 1 0 0 0,-12 6 0 0 0,-4 2 32 0 0,17-9-50 0 0,0 1-1 0 0,0 0 1 0 0,0 0 0 0 0,1 1 0 0 0,0 0 0 0 0,-8 5 0 0 0,-4 11 37 0 0,1 0 0 0 0,1 1 0 0 0,1 1-1 0 0,1 0 1 0 0,-13 30 0 0 0,21-44-57 0 0,-2 7 0 0 0,0 0 0 0 0,1 1 0 0 0,0-1 0 0 0,1 1 0 0 0,1 0 0 0 0,-3 23 0 0 0,6-29-4 0 0,-2 0 0 0 0,1-1 0 0 0,-1 1 0 0 0,-6 12-1 0 0,6-13 11 0 0,-1 1 0 0 0,1-1-1 0 0,0 1 1 0 0,-1 14-1 0 0,3-10-9 0 0,0 0 0 0 0,1 0 0 0 0,1 0 0 0 0,0 0-1 0 0,2 0 1 0 0,-1 0 0 0 0,6 15 0 0 0,-1-6 26 0 0,2-1 0 0 0,0-1 0 0 0,18 31 0 0 0,-17-31 36 0 0,-9-18-41 0 0,0 0 0 0 0,1 0 1 0 0,-1 0-1 0 0,0 0 0 0 0,1 0 0 0 0,0-1 1 0 0,0 1-1 0 0,0-1 0 0 0,0 1 1 0 0,4 3-1 0 0,0-1 40 0 0,-1-1 0 0 0,1 0 0 0 0,0 0 0 0 0,0 0 0 0 0,1-1 1 0 0,-1 0-1 0 0,1 0 0 0 0,0-1 0 0 0,-1 1 0 0 0,1-2 0 0 0,12 3 0 0 0,-14-3-50 0 0,0 0 0 0 0,0 0-1 0 0,0 1 1 0 0,0-1 0 0 0,8 5-1 0 0,-8-4-49 0 0,-1 0-1 0 0,1 0 0 0 0,0 0 1 0 0,0-1-1 0 0,0 1 1 0 0,10 0-1 0 0,-10-2-26 0 0,1 0 0 0 0,-1 0 0 0 0,1-1 0 0 0,-1 0 0 0 0,0 0 0 0 0,0 0 0 0 0,1 0 0 0 0,-1-1 0 0 0,0 0 0 0 0,0 0 0 0 0,0-1 0 0 0,-1 1 0 0 0,7-6 0 0 0,0 0-380 0 0,0-1 0 0 0,-1-1 0 0 0,0 0 0 0 0,8-11 0 0 0,4-5-1101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121 168 384 0 0,'0'0'756'0'0,"0"-13"4532"0"0,2-135 565 0 0,-2 149-5840 0 0,0-1 0 0 0,0 1 0 0 0,-1 0 0 0 0,1-1 0 0 0,0 1 0 0 0,-1-1 0 0 0,1 1 0 0 0,0-1 0 0 0,-1 1 0 0 0,1-1 0 0 0,0 1 0 0 0,-1-1 0 0 0,1 0 0 0 0,-1 1 0 0 0,1-1 0 0 0,-1 1 0 0 0,1-1-1 0 0,-1 0 1 0 0,1 0 0 0 0,-1 1 0 0 0,1-1 0 0 0,-1 0 0 0 0,0 0 0 0 0,1 1 0 0 0,-1-1 0 0 0,1 0 0 0 0,-1 0 0 0 0,0 0 0 0 0,1 0 0 0 0,-1 0 0 0 0,1 0 0 0 0,-1 0 0 0 0,0 0 0 0 0,1 0 0 0 0,-1 0 0 0 0,0-1 0 0 0,1 1 0 0 0,-1 0 0 0 0,1 0-1 0 0,-1 0 1 0 0,1-1 0 0 0,-1 1 0 0 0,1 0 0 0 0,-1-1 0 0 0,1 1 0 0 0,-1-1 0 0 0,1 1 0 0 0,-1 0 0 0 0,1-1 0 0 0,-1 1 0 0 0,1-1 0 0 0,0 1 0 0 0,-1-1 0 0 0,1 1 0 0 0,0-1 0 0 0,0 1 0 0 0,-1-1 0 0 0,1 0 0 0 0,0 1 0 0 0,0-1 0 0 0,0 1-1 0 0,0-1 1 0 0,-1 0 0 0 0,1 1 0 0 0,0-1 0 0 0,0 1 0 0 0,0-1 0 0 0,0 0 0 0 0,1 0 0 0 0,-10 26 20 0 0,2 0-1 0 0,1 1 1 0 0,-5 46-1 0 0,10-70-31 0 0,0 7-10 0 0,-1-1 0 0 0,-1 1 0 0 0,0-1 1 0 0,-6 14-1 0 0,6-15 19 0 0,0-1 0 0 0,0 1 1 0 0,1 0-1 0 0,0 0 0 0 0,0 0 0 0 0,0 0 0 0 0,1 0 1 0 0,0 9-1 0 0,1-14-1 0 0,0-1 1 0 0,0 0 0 0 0,0 1-1 0 0,0-1 1 0 0,0 1-1 0 0,0-1 1 0 0,1 0-1 0 0,-1 1 1 0 0,0-1 0 0 0,1 0-1 0 0,0 1 1 0 0,-1-1-1 0 0,1 0 1 0 0,-1 0-1 0 0,1 0 1 0 0,0 1 0 0 0,0-1-1 0 0,0 0 1 0 0,0 0-1 0 0,0 0 1 0 0,0 0-1 0 0,2 1 1 0 0,-1-1-3 0 0,0 0-1 0 0,0 0 1 0 0,0-1-1 0 0,0 1 1 0 0,0-1 0 0 0,1 1-1 0 0,-1-1 1 0 0,0 0-1 0 0,0 0 1 0 0,0 0 0 0 0,1 0-1 0 0,-1 0 1 0 0,3-1-1 0 0,0 0 4 0 0,0 0 0 0 0,1 0 0 0 0,-1-1-1 0 0,-1 0 1 0 0,1 0 0 0 0,0 0-1 0 0,0 0 1 0 0,-1-1 0 0 0,1 0 0 0 0,-1 0-1 0 0,0 0 1 0 0,5-5 0 0 0,12-27 47 0 0,-19 30-35 0 0,0 0 0 0 0,1 0 0 0 0,0 1-1 0 0,-1-1 1 0 0,1 1 0 0 0,1 0 0 0 0,-1 0-1 0 0,1 0 1 0 0,0 0 0 0 0,-1 0 0 0 0,9-5-1 0 0,-11 9-23 0 0,-1 0 0 0 0,1-1 0 0 0,-1 1 0 0 0,1 0 0 0 0,-1 0 0 0 0,1 0 0 0 0,-1 0 0 0 0,1 0 0 0 0,-1 0 0 0 0,1 0 0 0 0,-1 0 0 0 0,1 0 0 0 0,-1 0 0 0 0,1 0 0 0 0,-1 0 0 0 0,1 0 0 0 0,-1 0 0 0 0,1 0 0 0 0,-1 0-1 0 0,1 1 1 0 0,-1-1 0 0 0,1 0 0 0 0,-1 0 0 0 0,1 1 0 0 0,-1-1 0 0 0,0 0 0 0 0,1 1 0 0 0,-1-1 0 0 0,1 0 0 0 0,-1 1 0 0 0,0-1 0 0 0,1 0 0 0 0,-1 1 0 0 0,0-1 0 0 0,0 1 0 0 0,1-1 0 0 0,-1 1 0 0 0,0-1 0 0 0,0 1 0 0 0,0-1 0 0 0,0 1 0 0 0,1-1 0 0 0,-1 1-1 0 0,0 0 1 0 0,5 30-6 0 0,-4-19-13 0 0,13 76-80 0 0,-13-81 97 0 0,1 1 0 0 0,-1 0 0 0 0,2 0 1 0 0,-1-1-1 0 0,1 1 0 0 0,4 7 0 0 0,-4-8 8 0 0,0 1 0 0 0,0 0 0 0 0,0 0 0 0 0,-1 0 0 0 0,3 15 0 0 0,-5-8 26 0 0,1-1 1 0 0,-2 0-1 0 0,0 1 1 0 0,-1-1-1 0 0,0 0 1 0 0,-1 0-1 0 0,-1 0 1 0 0,0-1-1 0 0,-1 1 1 0 0,0-1-1 0 0,-1 0 1 0 0,-11 18-1 0 0,16-29-13 0 0,0-1 0 0 0,-1 1-1 0 0,1 0 1 0 0,-1-1 0 0 0,0 1 0 0 0,1-1-1 0 0,-1 1 1 0 0,0-1 0 0 0,0 0 0 0 0,0 0-1 0 0,0 0 1 0 0,0 0 0 0 0,0 0 0 0 0,-3 1 0 0 0,-33 4 226 0 0,32-6-181 0 0,1 0 0 0 0,0 1 0 0 0,0 0 0 0 0,0 0 0 0 0,0 0 0 0 0,0 0-1 0 0,0 1 1 0 0,-7 3 0 0 0,6-2 1 0 0,0 0-1 0 0,0 0 0 0 0,0-1 1 0 0,0 0-1 0 0,0 0 0 0 0,-8 1 1 0 0,10-2-116 0 0,0-1 1 0 0,0 1-1 0 0,0-1 1 0 0,0 0-1 0 0,1 0 1 0 0,-1 0-1 0 0,0-1 1 0 0,0 1-1 0 0,0-1 1 0 0,0 0-1 0 0,-6-2 1 0 0,10 3-1 0 0,-1 0 0 0 0,1-1 0 0 0,-1 1 0 0 0,1 0 0 0 0,-1 0-1 0 0,1 0 1 0 0,0-1 0 0 0,-1 1 0 0 0,1 0 0 0 0,0 0 0 0 0,-1-1 0 0 0,1 1 0 0 0,0 0 0 0 0,-1-1 0 0 0,1 1 0 0 0,0 0 0 0 0,0-1-1 0 0,-1 1 1 0 0,1 0 0 0 0,0-1 0 0 0,0 1 0 0 0,0 0 0 0 0,0-1 0 0 0,-1 1 0 0 0,1-1 0 0 0,0 1 0 0 0,0-1 0 0 0,0 1 0 0 0,0 0-1 0 0,0-1 1 0 0,0 1 0 0 0,0-1 0 0 0,0 1 0 0 0,0-1 0 0 0,0 1 0 0 0,0 0 0 0 0,0-1 0 0 0,1 1 0 0 0,-1-1 0 0 0,0 1 0 0 0,0 0 0 0 0,0-1-1 0 0,1 1 1 0 0,-1-1 0 0 0,0 1 0 0 0,0 0 0 0 0,1-1 0 0 0,-1 1 0 0 0,1-1 0 0 0,18-14-2496 0 0,-17 14 2427 0 0,20-11-1897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1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306 503 3841 0 0,'6'-1'6923'0'0,"-12"-4"-6594"0"0,-1 0 0 0 0,0 0 0 0 0,0 1 1 0 0,0 0-1 0 0,-12-4 0 0 0,1 0-60 0 0,4 1-135 0 0,0 0 0 0 0,0 1 0 0 0,-29-7 0 0 0,39 12-131 0 0,0 0 0 0 0,0 1 0 0 0,0-1 1 0 0,0 1-1 0 0,0 0 0 0 0,1 0 1 0 0,-1 0-1 0 0,0 0 0 0 0,0 0 1 0 0,0 1-1 0 0,0 0 0 0 0,0 0 1 0 0,1 0-1 0 0,-1 0 0 0 0,0 1 0 0 0,1-1 1 0 0,-1 1-1 0 0,1 0 0 0 0,-1 0 1 0 0,1 0-1 0 0,-3 3 0 0 0,2 1-10 0 0,0-1-1 0 0,1 1 0 0 0,-1 0 1 0 0,2-1-1 0 0,-1 1 0 0 0,0 1 1 0 0,1-1-1 0 0,0 0 0 0 0,1 0 1 0 0,0 1-1 0 0,-1 9 1 0 0,0-8-9 0 0,1 1 1 0 0,-1-1-1 0 0,0 0 1 0 0,-1 0-1 0 0,1 0 1 0 0,-5 7-1 0 0,4-11 9 0 0,0 0-1 0 0,1 1 1 0 0,0-1-1 0 0,0 1 1 0 0,0-1-1 0 0,1 1 1 0 0,-1 0-1 0 0,1 0 1 0 0,0-1-1 0 0,1 1 1 0 0,-1 0-1 0 0,1 0 1 0 0,0 0-1 0 0,0 0 1 0 0,0 0-1 0 0,1 0 1 0 0,0 0-1 0 0,0-1 1 0 0,0 1-1 0 0,3 9 1 0 0,0-11 6 0 0,-1 0 0 0 0,1 0 0 0 0,0 0 0 0 0,0 0 0 0 0,0 0-1 0 0,0-1 1 0 0,0 1 0 0 0,0-1 0 0 0,9 2 0 0 0,-8-2-5 0 0,1-1 0 0 0,-1 1-1 0 0,1-1 1 0 0,0-1 0 0 0,-1 1-1 0 0,1-1 1 0 0,-1 0 0 0 0,1-1-1 0 0,0 1 1 0 0,-1-1 0 0 0,1 0-1 0 0,-1-1 1 0 0,1 1 0 0 0,-1-1-1 0 0,1 0 1 0 0,-1 0 0 0 0,0-1 0 0 0,0 1-1 0 0,0-1 1 0 0,-1 0 0 0 0,1-1-1 0 0,0 1 1 0 0,-1-1 0 0 0,0 0-1 0 0,0 0 1 0 0,0 0 0 0 0,-1-1-1 0 0,1 1 1 0 0,2-6 0 0 0,17-29 50 0 0,-1-1 0 0 0,-3-1 0 0 0,-1-1 0 0 0,24-84 0 0 0,-1-89 347 0 0,-39 206-379 0 0,0 0 1 0 0,0 0 0 0 0,1 1 0 0 0,7-14 0 0 0,-7 16 6 0 0,0-1 0 0 0,0 0 1 0 0,-1 0-1 0 0,0 0 0 0 0,0-1 1 0 0,0 1-1 0 0,0-15 0 0 0,-2 18-15 0 0,0-19 174 0 0,0 22-175 0 0,0 1 0 0 0,0-1 0 0 0,-1 0 1 0 0,1 1-1 0 0,0-1 0 0 0,0 1 0 0 0,0-1 0 0 0,0 0 0 0 0,0 1 0 0 0,-1-1 0 0 0,1 1 0 0 0,0-1 0 0 0,0 1 0 0 0,-1-1 0 0 0,1 1 0 0 0,0-1 0 0 0,-1 1 0 0 0,1-1 0 0 0,-1 1 0 0 0,1 0 0 0 0,-1-1 0 0 0,1 1 0 0 0,-1 0 0 0 0,1-1 0 0 0,-1 1 0 0 0,1 0 0 0 0,-1-1 0 0 0,1 1 0 0 0,-1 0 0 0 0,0 0 0 0 0,-1 1-7 0 0,1 1 0 0 0,0-1 0 0 0,0 1-1 0 0,0 0 1 0 0,0-1 0 0 0,0 1 0 0 0,0 0 0 0 0,0 0-1 0 0,0 0 1 0 0,1-1 0 0 0,-1 1 0 0 0,1 0-1 0 0,-1 0 1 0 0,1 4 0 0 0,-1-3 2 0 0,-4 29-7 0 0,1 0 1 0 0,1-1-1 0 0,2 1 1 0 0,4 48-1 0 0,0-47 22 0 0,1-1-1 0 0,16 58 1 0 0,27 62 40 0 0,-33-112-48 0 0,-13-37-37 0 0,0 0-1 0 0,0-1 0 0 0,0 1 0 0 0,1-1 0 0 0,-1 1 0 0 0,1-1 1 0 0,-1 1-1 0 0,1-1 0 0 0,0 0 0 0 0,0 0 0 0 0,0 0 0 0 0,0 0 1 0 0,1 0-1 0 0,-1 0 0 0 0,0-1 0 0 0,1 1 0 0 0,-1-1 1 0 0,5 2-1 0 0,-2-1-205 0 0,0-1 0 0 0,0 1 0 0 0,-1-1 0 0 0,1-1 0 0 0,0 1 0 0 0,1-1 0 0 0,-1 0 0 0 0,0 0 0 0 0,0 0 1 0 0,6-2-1 0 0,6-1-2016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5113 0 0,'0'0'3082'0'0,"20"-5"-648"0"0,1 2-2293 0 0,1-1 1 0 0,23-7-1 0 0,-14 3-782 0 0,-28 7-280 0 0,-1 1-632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6209 0 0,'-2'1'188'0'0,"1"1"0"0"0,0-1-1 0 0,-1 1 1 0 0,1 0 0 0 0,0-1-1 0 0,0 1 1 0 0,0 0 0 0 0,0 0-1 0 0,1 0 1 0 0,-1 0 0 0 0,0 0-1 0 0,1 0 1 0 0,-1 0 0 0 0,1 0-1 0 0,0 0 1 0 0,0 0 0 0 0,-1 0-1 0 0,1 0 1 0 0,1 0 0 0 0,-1 2-1 0 0,1-2-231 0 0,-1 1 0 0 0,1-1-1 0 0,-1 0 1 0 0,1 1 0 0 0,0-1-1 0 0,0 0 1 0 0,0 0 0 0 0,1 0-1 0 0,-1 0 1 0 0,0 0 0 0 0,1 0-1 0 0,-1 0 1 0 0,1-1 0 0 0,0 1-1 0 0,-1 0 1 0 0,1-1 0 0 0,0 0 0 0 0,0 1-1 0 0,0-1 1 0 0,0 0 0 0 0,0 0-1 0 0,0 0 1 0 0,1 0 0 0 0,-1 0-1 0 0,4 1 1 0 0,1-1-145 0 0,1-1 0 0 0,-1 1 0 0 0,0-1 0 0 0,0-1 0 0 0,1 1 0 0 0,-1-1 0 0 0,0 0 0 0 0,12-4 1 0 0,19-7-1621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266 212 3689 0 0,'0'0'3669'0'0,"-16"0"-158"0"0,-8-2-2882 0 0,-1 1 1 0 0,-25 3-1 0 0,43-2-555 0 0,0 1 1 0 0,1 0-1 0 0,0 0 1 0 0,-1 0 0 0 0,1 1-1 0 0,0 0 1 0 0,-1 1-1 0 0,1-1 1 0 0,0 1-1 0 0,1 0 1 0 0,-1 0-1 0 0,0 1 1 0 0,-6 5-1 0 0,10-6-63 0 0,0 0 0 0 0,0 0 0 0 0,0 0 0 0 0,1 0 0 0 0,-1 0 0 0 0,1 0 0 0 0,0 0 0 0 0,0 0 0 0 0,0 1 0 0 0,0-1 0 0 0,1 0 1 0 0,-1 1-1 0 0,1 4 0 0 0,-7 23 45 0 0,-2-10-46 0 0,4-12-16 0 0,2-1 0 0 0,-1 1 0 0 0,1 0 0 0 0,0 0-1 0 0,1 0 1 0 0,0 0 0 0 0,-1 15 0 0 0,3-14 9 0 0,0 1 1 0 0,1-1-1 0 0,0 1 0 0 0,1-1 0 0 0,0 0 0 0 0,0 0 0 0 0,1 0 1 0 0,0 0-1 0 0,1 0 0 0 0,10 18 0 0 0,-13-27 2 0 0,0 0 0 0 0,1 0 0 0 0,-1 0 0 0 0,0 0 0 0 0,1 0 0 0 0,-1 0 0 0 0,1 0 0 0 0,-1 0 0 0 0,1 0 0 0 0,0-1 0 0 0,-1 1 0 0 0,1-1 0 0 0,0 1 0 0 0,-1-1 0 0 0,3 0 0 0 0,15 7 12 0 0,-15-5-14 0 0,-1 0 0 0 0,1-1 0 0 0,0 1-1 0 0,0-1 1 0 0,-1 0 0 0 0,1 0 0 0 0,0 0-1 0 0,0-1 1 0 0,0 1 0 0 0,0-1 0 0 0,0 0 0 0 0,1 0-1 0 0,-1 0 1 0 0,0-1 0 0 0,0 1 0 0 0,0-1-1 0 0,7-2 1 0 0,-6 1-3 0 0,0 0 1 0 0,-1 0-1 0 0,1-1 0 0 0,-1 1 0 0 0,1-1 1 0 0,-1 0-1 0 0,0 0 0 0 0,0 0 0 0 0,0-1 1 0 0,-1 1-1 0 0,1-1 0 0 0,-1 0 0 0 0,6-8 1 0 0,14-26-7 0 0,-10 20 10 0 0,-1-1-1 0 0,-1 0 0 0 0,-1-1 1 0 0,-1-1-1 0 0,11-33 0 0 0,-3 6 63 0 0,-13 40-60 0 0,-1-1 1 0 0,0 1-1 0 0,0-1 0 0 0,-1 0 0 0 0,0 1 1 0 0,2-17-1 0 0,-5 12 6 0 0,0-1 1 0 0,0 1-1 0 0,-1 0 1 0 0,-1 0-1 0 0,0 0 1 0 0,0 0-1 0 0,-2 0 1 0 0,1 0-1 0 0,-2 1 1 0 0,-9-16-1 0 0,9 16-31 0 0,6 10 21 0 0,-1 1 0 0 0,1-1-1 0 0,-1 1 1 0 0,0-1 0 0 0,0 1 0 0 0,0-1-1 0 0,0 1 1 0 0,0 0 0 0 0,0-1 0 0 0,0 1-1 0 0,0 0 1 0 0,0 0 0 0 0,-1 0 0 0 0,1 0-1 0 0,0 0 1 0 0,-1 0 0 0 0,1 0 0 0 0,-1 0-1 0 0,-2-1 1 0 0,-27-10 69 0 0,26 9-68 0 0,1 1 1 0 0,0 0 0 0 0,-1 0-1 0 0,0 0 1 0 0,1 0 0 0 0,-1 1-1 0 0,0 0 1 0 0,0 0 0 0 0,0 0-1 0 0,0 1 1 0 0,0 0 0 0 0,0 0-1 0 0,0 0 1 0 0,0 0 0 0 0,-7 2-1 0 0,8 0 3 0 0,0-1-1 0 0,0 1 0 0 0,0 0 0 0 0,0 0 1 0 0,1 0-1 0 0,-1 0 0 0 0,1 0 0 0 0,-1 1 1 0 0,1 0-1 0 0,0 0 0 0 0,0 0 0 0 0,0 0 1 0 0,0 0-1 0 0,1 0 0 0 0,-1 1 0 0 0,1 0 1 0 0,0-1-1 0 0,-3 7 0 0 0,0 0-14 0 0,-5 6 8 0 0,1 1-1 0 0,1 0 1 0 0,0 0 0 0 0,1 1-1 0 0,1 0 1 0 0,-5 28 0 0 0,9-40 4 0 0,1 0 1 0 0,-1 0-1 0 0,0 0 1 0 0,-7 11-1 0 0,7-12-17 0 0,0-1-1 0 0,0 1 1 0 0,0-1 0 0 0,0 1 0 0 0,1 0-1 0 0,0 0 1 0 0,0 0 0 0 0,0 0 0 0 0,0 5-1 0 0,1-7 0 0 0,0 0 0 0 0,0 0 0 0 0,0 0 0 0 0,1 0 1 0 0,-1 0-1 0 0,1 0 0 0 0,0-1 0 0 0,0 1 0 0 0,0 0 0 0 0,0 0 0 0 0,0-1 0 0 0,0 1 0 0 0,1-1 0 0 0,0 1 0 0 0,-1-1 0 0 0,1 0 0 0 0,0 1 0 0 0,0-1 0 0 0,0 0 0 0 0,0 0 0 0 0,4 2 0 0 0,2 1-195 0 0,1-1 0 0 0,0 1 0 0 0,0-2 0 0 0,0 1 0 0 0,11 2 0 0 0,26 11-3758 0 0,-28-9 1558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6673 0 0,'0'0'863'0'0,"-6"11"4897"0"0,9 84-5772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48 151 4121 0 0,'-23'-20'5257'0'0,"19"12"-4926"0"0,-1-1 1 0 0,1 1-1 0 0,-4-13 1 0 0,8 19-250 0 0,-1 0 0 0 0,0 0 0 0 0,1 0 0 0 0,-1 0 0 0 0,1 0 0 0 0,0 0 0 0 0,0 0 0 0 0,0-1 1 0 0,0 1-1 0 0,0 0 0 0 0,0 0 0 0 0,0 0 0 0 0,1 0 0 0 0,-1 0 0 0 0,1 0 0 0 0,0 0 0 0 0,-1 0 1 0 0,1 0-1 0 0,0 0 0 0 0,0 0 0 0 0,0 1 0 0 0,2-4 0 0 0,0 3-23 0 0,0 1 0 0 0,-1 0 1 0 0,1-1-1 0 0,0 1 0 0 0,0 0 0 0 0,-1 0 1 0 0,1 0-1 0 0,0 1 0 0 0,0-1 0 0 0,0 1 1 0 0,0-1-1 0 0,0 1 0 0 0,0 0 0 0 0,6 1 0 0 0,-5-1 8 0 0,1 0-1 0 0,0-1 1 0 0,0 1-1 0 0,-1-1 1 0 0,9-2-1 0 0,-3-1-17 0 0,-2 1 1 0 0,1 0 1 0 0,-1 0 0 0 0,16-3 0 0 0,-20 6-45 0 0,-1-1 0 0 0,1 1 0 0 0,0 0 0 0 0,-1 1 0 0 0,1-1 0 0 0,-1 0 0 0 0,1 1 0 0 0,-1 0 0 0 0,1 0 0 0 0,-1 0 0 0 0,1 0 0 0 0,-1 1 0 0 0,4 1 0 0 0,-3-1 0 0 0,0 1 1 0 0,0-1-1 0 0,0 1 0 0 0,0 0 1 0 0,-1 0-1 0 0,0 0 0 0 0,1 1 0 0 0,-1-1 1 0 0,0 1-1 0 0,0 0 0 0 0,2 4 1 0 0,-2-1 9 0 0,0 0 0 0 0,0 0 1 0 0,0 0-1 0 0,-1 1 1 0 0,-1-1-1 0 0,2 11 1 0 0,-1-10 5 0 0,0-1 0 0 0,0 1 0 0 0,1-1 0 0 0,6 13 0 0 0,-5-13 3 0 0,-1 0-1 0 0,0 0 0 0 0,-1 0 0 0 0,0 0 1 0 0,2 10-1 0 0,-3-8 8 0 0,-1 0 1 0 0,0 0 0 0 0,-1-1-1 0 0,0 1 1 0 0,0-1 0 0 0,-1 1-1 0 0,0-1 1 0 0,0 1 0 0 0,-1-1-1 0 0,-7 15 1 0 0,-4 12 60 0 0,12-30-79 0 0,-1 0 0 0 0,-1 0 0 0 0,1 0 0 0 0,-1 0 0 0 0,0 0 0 0 0,0-1 0 0 0,0 1 0 0 0,-1-1 0 0 0,1 0 0 0 0,-1 0 0 0 0,0-1 0 0 0,-7 5 0 0 0,-13 6 30 0 0,-32 14 1 0 0,15-15 22 0 0,0 1-34 0 0,32-8-258 0 0,9-3 91 0 0,18-3 80 0 0,-6 0 105 0 0,342-2-730 0 0,-345 2-227 0 0,0-1 0 0 0,0 0 1 0 0,0 0-1 0 0,0-1 0 0 0,13-5 0 0 0,-6 2-1318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 4697 0 0,'-1'0'270'0'0,"0"0"-1"0"0,0-1 1 0 0,0 1-1 0 0,0 0 1 0 0,1-1-1 0 0,-1 1 1 0 0,0-1-1 0 0,0 1 1 0 0,0-1 0 0 0,1 0-1 0 0,-1 1 1 0 0,0-1-1 0 0,1 0 1 0 0,-1 0-1 0 0,-12-9 2388 0 0,12 10-2604 0 0,1 0 0 0 0,-1 0-1 0 0,0 0 1 0 0,1 0 0 0 0,-1 0 0 0 0,1 0 0 0 0,-1 0 0 0 0,1 0 0 0 0,-1 1 0 0 0,0-1 0 0 0,1 0 0 0 0,-1 0 0 0 0,1 1-1 0 0,-1-1 1 0 0,1 0 0 0 0,-1 1 0 0 0,1-1 0 0 0,-1 0 0 0 0,1 1 0 0 0,0-1 0 0 0,-1 1 0 0 0,1-1 0 0 0,0 1 0 0 0,-1-1 0 0 0,1 1-1 0 0,0-1 1 0 0,-1 1 0 0 0,1-1 0 0 0,0 2 0 0 0,-10 18 203 0 0,0 0 0 0 0,2 0-1 0 0,-8 30 1 0 0,-12 71 187 0 0,8-34-266 0 0,-8 17-145 0 0,-14 64-228 0 0,41-160-193 0 0,1-7 78 0 0,-1 0 0 0 0,1 1 0 0 0,0-1 0 0 0,0 0 0 0 0,0 0 0 0 0,-1 0 0 0 0,1 0 0 0 0,0 0 0 0 0,-1 0-1 0 0,1 0 1 0 0,-1 0 0 0 0,0 0 0 0 0,1 0 0 0 0,-1 0 0 0 0,0 0 0 0 0,0 0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60 5401 0 0,'1'-3'172'0'0,"-1"1"0"0"0,1 0 0 0 0,0 0 0 0 0,0 0 0 0 0,0 0 0 0 0,0 0 0 0 0,0 0 0 0 0,0 1 0 0 0,0-1 0 0 0,1 0-1 0 0,-1 0 1 0 0,1 1 0 0 0,-1-1 0 0 0,1 1 0 0 0,0-1 0 0 0,-1 1 0 0 0,1 0 0 0 0,4-2 0 0 0,35-18 1433 0 0,-40 21-1475 0 0,1-1 0 0 0,-1 0 1 0 0,1 1-1 0 0,-1 0 0 0 0,0-1 0 0 0,1 1 1 0 0,0 0-1 0 0,-1-1 0 0 0,1 1 0 0 0,-1 0 0 0 0,1 0 1 0 0,-1 1-1 0 0,1-1 0 0 0,-1 0 0 0 0,1 0 1 0 0,-1 1-1 0 0,1-1 0 0 0,-1 1 0 0 0,1-1 1 0 0,-1 1-1 0 0,2 1 0 0 0,-1-1-21 0 0,0 1 0 0 0,-1 0 1 0 0,1 0-1 0 0,0 0 0 0 0,-1 0 0 0 0,0 0 0 0 0,1 0 1 0 0,-1 0-1 0 0,0 0 0 0 0,1 5 0 0 0,1 1-11 0 0,0-2-23 0 0,0 0 1 0 0,-1 1-1 0 0,1-1 1 0 0,-1 1-1 0 0,-1-1 1 0 0,0 1-1 0 0,0 0 1 0 0,0 0-1 0 0,-1 0 1 0 0,1-1-1 0 0,-2 1 0 0 0,-1 12 1 0 0,0-10-38 0 0,0 1 0 0 0,-1-1 0 0 0,-1 1 0 0 0,1-1 0 0 0,-2 0 0 0 0,1 0 0 0 0,-1-1 0 0 0,0 0 1 0 0,-1 1-1 0 0,0-2 0 0 0,0 1 0 0 0,-1-1 0 0 0,0 0 0 0 0,0 0 0 0 0,-1-1 0 0 0,0 0 0 0 0,0 0 0 0 0,0-1 0 0 0,-1 0 0 0 0,1 0 0 0 0,-1-1 0 0 0,0 0 0 0 0,-12 3 0 0 0,-20 10 57 0 0,35-14-381 0 0,1 0 1 0 0,-1 0 0 0 0,0-1-1 0 0,0 0 1 0 0,0 0 0 0 0,0-1-1 0 0,0 1 1 0 0,0-1 0 0 0,-8 0-1 0 0,14-1 245 0 0,0 0 0 0 0,0 0 0 0 0,0 0 0 0 0,-1 0 0 0 0,1 0 0 0 0,0 0 0 0 0,0 0 0 0 0,0 0-1 0 0,0 0 1 0 0,0-1 0 0 0,0 1 0 0 0,0 0 0 0 0,0 0 0 0 0,0 0 0 0 0,0 0 0 0 0,0 0 0 0 0,0 0 0 0 0,0 0 0 0 0,0 0 0 0 0,0 0-1 0 0,0 0 1 0 0,0 0 0 0 0,0-1 0 0 0,0 1 0 0 0,0 0 0 0 0,0 0 0 0 0,0 0 0 0 0,0 0 0 0 0,0 0 0 0 0,0 0 0 0 0,0 0 0 0 0,0 0-1 0 0,0 0 1 0 0,0-1 0 0 0,0 1 0 0 0,0 0 0 0 0,0 0 0 0 0,0 0 0 0 0,0 0 0 0 0,0 0 0 0 0,0 0 0 0 0,0 0 0 0 0,0 0 0 0 0,0 0-1 0 0,0 0 1 0 0,0 0 0 0 0,0 0 0 0 0,1 0 0 0 0,-1-1 0 0 0,0 1 0 0 0,0 0 0 0 0,0 0 0 0 0,0 0 0 0 0,0 0 0 0 0,0 0-1 0 0,0 0 1 0 0,0 0 0 0 0,0 0 0 0 0,0 0 0 0 0,1 0 0 0 0,-1 0 0 0 0,0 0 0 0 0,0 0 0 0 0,0 0 0 0 0,0 0 0 0 0,0 0 0 0 0,0 0-1 0 0,0 0 1 0 0,0 0 0 0 0,11-6-1454 0 0,15-6-59 0 0,5-1-588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287 130 3489 0 0,'2'-1'147'0'0,"1"0"1"0"0,-1 0 0 0 0,0 1-1 0 0,0-1 1 0 0,1 0 0 0 0,-1 1-1 0 0,1-1 1 0 0,3 1-1 0 0,11-4 509 0 0,-6-2-227 0 0,0-1-1 0 0,-1-1 1 0 0,1 1 0 0 0,-2-2-1 0 0,1 1 1 0 0,-2-1-1 0 0,16-19 1 0 0,-23 26-124 0 0,1 0 1 0 0,-1 0-1 0 0,0 0 1 0 0,0 0-1 0 0,1 0 1 0 0,-2 0-1 0 0,1-1 1 0 0,0 1-1 0 0,0-3 1 0 0,-1 4-253 0 0,0 1-1 0 0,0-1 1 0 0,0 1 0 0 0,0-1 0 0 0,0 1-1 0 0,0-1 1 0 0,0 1 0 0 0,0-1-1 0 0,0 1 1 0 0,-1-1 0 0 0,1 1 0 0 0,0-1-1 0 0,0 1 1 0 0,-1-1 0 0 0,1 1 0 0 0,0-1-1 0 0,-1 1 1 0 0,1 0 0 0 0,0-1-1 0 0,-1 1 1 0 0,1 0 0 0 0,-1-1 0 0 0,1 1-1 0 0,-1 0 1 0 0,1-1 0 0 0,0 1 0 0 0,-1 0-1 0 0,1 0 1 0 0,-1 0 0 0 0,1-1-1 0 0,-1 1 1 0 0,0 0 0 0 0,1 0 0 0 0,-1 0-1 0 0,1 0 1 0 0,-1 0 0 0 0,1 0 0 0 0,-1 0-1 0 0,1 0 1 0 0,-1 0 0 0 0,1 0 0 0 0,-1 0-1 0 0,1 0 1 0 0,-2 1 0 0 0,-7 0 6 0 0,-1 0 1 0 0,1 1-1 0 0,-1 0 1 0 0,1 1-1 0 0,0 0 1 0 0,0 0-1 0 0,-9 5 1 0 0,13-5-50 0 0,0-1 1 0 0,0 1 0 0 0,1 0-1 0 0,-1 0 1 0 0,1 0 0 0 0,0 1-1 0 0,0-1 1 0 0,0 1 0 0 0,0 0-1 0 0,1 1 1 0 0,-1-1 0 0 0,1 0-1 0 0,0 1 1 0 0,-2 5 0 0 0,-2 7 32 0 0,0-1-35 0 0,1-1 0 0 0,0 2-1 0 0,1-1 1 0 0,1 0 0 0 0,-3 29-1 0 0,5-36-1 0 0,1 0-1 0 0,-1 0 1 0 0,0-1-1 0 0,-1 1 0 0 0,-7 15 1 0 0,6-13 3 0 0,0 0 0 0 0,0 0 0 0 0,-3 17 1 0 0,4-4-9 0 0,2-1 0 0 0,0 1 0 0 0,3 36 0 0 0,17 73 46 0 0,0 17 20 0 0,-10-36 8 0 0,3 49-59 0 0,-12-129 109 0 0,-1 1 0 0 0,-9 57 0 0 0,10-90-182 0 0,0 0 0 0 0,-1 0 1 0 0,1 0-1 0 0,-1-1 0 0 0,0 1 1 0 0,1 0-1 0 0,-1 0 1 0 0,0-1-1 0 0,0 1 0 0 0,0 0 1 0 0,0-1-1 0 0,0 1 0 0 0,-1-1 1 0 0,1 0-1 0 0,0 1 0 0 0,-1-1 1 0 0,1 0-1 0 0,-1 0 0 0 0,1 0 1 0 0,-1 0-1 0 0,-2 1 0 0 0,2-1-324 0 0,0 0-1 0 0,0 0 1 0 0,-1-1 0 0 0,1 1-1 0 0,0-1 1 0 0,-1 0-1 0 0,1 0 1 0 0,0 1-1 0 0,-1-2 1 0 0,-3 1-1 0 0,-1-1-2010 0 0</inkml:trace>
  <inkml:trace contextRef="#ctx0" brushRef="#br0" timeOffset="1">1 674 6201 0 0,'0'0'566'0'0,"1"-2"90"0"0,1 1 1 0 0,-1-1 0 0 0,1 1-1 0 0,0 0 1 0 0,-1-1-1 0 0,1 1 1 0 0,0 0-1 0 0,3-2 1 0 0,93-6 2241 0 0,9-2-1692 0 0,-53 3-1172 0 0,57-11 688 0 0,-99 16-1191 0 0,0 0 1 0 0,-1-1-1 0 0,0-1 1 0 0,1 0-1 0 0,-2 0 0 0 0,1-1 1 0 0,10-7-1 0 0,-18 10-1335 0 0,0-1-897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701 146 5993 0 0,'-9'-12'2684'0'0,"2"3"-2505"0"0,0 1 1 0 0,-1-1 0 0 0,0 1-1 0 0,0 0 1 0 0,-1 1 0 0 0,0 0-1 0 0,0 0 1 0 0,-1 1 0 0 0,0 0 0 0 0,0 1-1 0 0,0 0 1 0 0,-1 1 0 0 0,1 0-1 0 0,-1 0 1 0 0,-17-2 0 0 0,22 4-94 0 0,0 1 1 0 0,0-1-1 0 0,0-1 1 0 0,-9-4-1 0 0,11 5-30 0 0,-1-1 1 0 0,0 1-1 0 0,0 0 1 0 0,0 1-1 0 0,0-1 1 0 0,0 1-1 0 0,0 0 1 0 0,-6 0-1 0 0,5 1-22 0 0,-1 0 0 0 0,0 1 0 0 0,1 0 0 0 0,-1 0 0 0 0,1 1 0 0 0,-1 0 0 0 0,1 0 0 0 0,0 0 0 0 0,-8 4 0 0 0,-17 7 134 0 0,19-8-131 0 0,0 0-1 0 0,1 1 0 0 0,0 0 1 0 0,1 1-1 0 0,-1 0 1 0 0,1 1-1 0 0,0 0 1 0 0,-11 12-1 0 0,-2 5 56 0 0,1 1 1 0 0,-18 28 0 0 0,17-21 25 0 0,-24 46 1 0 0,40-65-98 0 0,1 1 0 0 0,0 0 0 0 0,1 0 0 0 0,0 0 0 0 0,1 0 0 0 0,-2 23 0 0 0,4-21-8 0 0,-2 0 0 0 0,-6 22 0 0 0,6-27-1 0 0,1 0 0 0 0,0 0 1 0 0,0 1-1 0 0,2-1 1 0 0,-1 26-1 0 0,3-21 18 0 0,0 0 0 0 0,2 1 0 0 0,0-1 0 0 0,1 0 0 0 0,1 0 0 0 0,0-1 0 0 0,1 1-1 0 0,16 28 1 0 0,-11-23 61 0 0,-8-16-53 0 0,0 0-1 0 0,0-1 0 0 0,1 1 1 0 0,-1-1-1 0 0,1 1 0 0 0,0-1 1 0 0,0-1-1 0 0,1 1 0 0 0,0 0 1 0 0,0-1-1 0 0,7 5 0 0 0,-2-3 37 0 0,-1-2 0 0 0,1 1 0 0 0,0-1 0 0 0,0-1 0 0 0,14 3-1 0 0,10 4 91 0 0,-6 1-227 0 0,-24-8 15 0 0,-1-1-1 0 0,1-1 1 0 0,0 1 0 0 0,0-1-1 0 0,0 1 1 0 0,0-1-1 0 0,1 0 1 0 0,-1 0 0 0 0,0-1-1 0 0,0 1 1 0 0,1-1-1 0 0,-1 0 1 0 0,0 0 0 0 0,1-1-1 0 0,-1 1 1 0 0,8-3-1 0 0,-7 1-44 0 0,0 0 0 0 0,0 0 0 0 0,0-1 0 0 0,-1 1-1 0 0,1-1 1 0 0,-1 0 0 0 0,0 0 0 0 0,0-1-1 0 0,0 1 1 0 0,6-8 0 0 0,0-2-438 0 0,-1-1 1 0 0,9-16-1 0 0,-4 7-768 0 0,0-1-1039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6097 0 0,'0'0'3273'0'0,"9"-21"-118"0"0,-1-2-2435 0 0,-8 23-718 0 0,0 1 1 0 0,0-1-1 0 0,0 0 1 0 0,0 0-1 0 0,0 1 1 0 0,0-1-1 0 0,0 0 1 0 0,0 1-1 0 0,1-1 1 0 0,-1 0 0 0 0,0 0-1 0 0,0 1 1 0 0,0-1-1 0 0,1 0 1 0 0,-1 0-1 0 0,0 0 1 0 0,0 1-1 0 0,0-1 1 0 0,1 0-1 0 0,-1 0 1 0 0,0 0-1 0 0,0 0 1 0 0,1 1-1 0 0,-1-1 1 0 0,0 0-1 0 0,1 0 1 0 0,-1 0 0 0 0,0 0-1 0 0,0 0 1 0 0,1 0-1 0 0,-1 0 1 0 0,0 0-1 0 0,1 0 1 0 0,-1 0-1 0 0,0 0 1 0 0,1 0-1 0 0,-1 0 1 0 0,0 0-1 0 0,0 0 1 0 0,1 0-1 0 0,-1 0 1 0 0,0 0 0 0 0,1 0-1 0 0,-1-1 1 0 0,0 1-1 0 0,0 0 1 0 0,1 0-1 0 0,-1 0 1 0 0,0 0-1 0 0,0-1 1 0 0,1 1-1 0 0,-1 0 1 0 0,0 0-1 0 0,0-1 1 0 0,0 1-1 0 0,0 0 1 0 0,1 0 0 0 0,-1-1-1 0 0,0 1 1 0 0,0 0-1 0 0,0 0 1 0 0,0-1-1 0 0,47 171 68 0 0,-39-136-10 0 0,-8-33-62 0 0,1 0 1 0 0,-1 0 0 0 0,0 0 0 0 0,1 0 0 0 0,-1 0 0 0 0,1 1 0 0 0,-1-1 0 0 0,1 0 0 0 0,0 0-1 0 0,-1 0 1 0 0,1 0 0 0 0,0-1 0 0 0,0 1 0 0 0,-1 0 0 0 0,1 0 0 0 0,0 0 0 0 0,0-1 0 0 0,0 1-1 0 0,0 0 1 0 0,0-1 0 0 0,0 1 0 0 0,0-1 0 0 0,1 1 0 0 0,-1-1 0 0 0,0 0 0 0 0,0 1 0 0 0,0-1-1 0 0,0 0 1 0 0,1 0 0 0 0,-1 0 0 0 0,0 0 0 0 0,0 0 0 0 0,0 0 0 0 0,0 0 0 0 0,1 0 0 0 0,-1 0-1 0 0,0 0 1 0 0,0-1 0 0 0,1 0 0 0 0,1 1-3 0 0,0-1 0 0 0,0 0 0 0 0,-1-1 0 0 0,1 1 0 0 0,0 0 0 0 0,-1-1 0 0 0,0 1 0 0 0,1-1 0 0 0,-1 0 0 0 0,0 0 0 0 0,0 0 0 0 0,0 0 0 0 0,0 0 0 0 0,0 0 1 0 0,2-4-1 0 0,-4 6 4 0 0,8-16-15 0 0,1 1 0 0 0,13-19-1 0 0,-19 30 13 0 0,1 0 0 0 0,-1 0 0 0 0,1 1 0 0 0,-1-1 0 0 0,1 1 0 0 0,0 0 0 0 0,1 0 1 0 0,-1 0-1 0 0,0 1 0 0 0,1 0 0 0 0,0-1 0 0 0,7-1 0 0 0,0-2 64 0 0,11-3 218 0 0,-22 9-267 0 0,0-1-1 0 0,0 1 1 0 0,-1 0-1 0 0,1 0 1 0 0,0 0 0 0 0,0 0-1 0 0,0 0 1 0 0,0 0-1 0 0,0 1 1 0 0,0-1-1 0 0,0 0 1 0 0,-1 0-1 0 0,1 1 1 0 0,0-1-1 0 0,0 0 1 0 0,0 1 0 0 0,0-1-1 0 0,-1 1 1 0 0,1-1-1 0 0,0 1 1 0 0,-1-1-1 0 0,1 1 1 0 0,0 0-1 0 0,0 0 1 0 0,7 11-31 0 0,-1 0-1 0 0,0 1 1 0 0,0 0 0 0 0,-2 0 0 0 0,1 0-1 0 0,-2 1 1 0 0,0 0 0 0 0,0 0-1 0 0,-2 0 1 0 0,1 0 0 0 0,-2 0 0 0 0,0 18-1 0 0,4-20-3670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83 136 6681 0 0,'-38'-1'2393'0'0,"6"-1"-251"0"0,19 3 2544 0 0,66-14-4585 0 0,-1-2-1 0 0,51-22 0 0 0,53-16-3159 0 0,-102 41-406 0 0,-29 9 948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341 135 3209 0 0,'0'0'600'0'0,"-10"-17"4276"0"0,0-2-3917 0 0,6 8-587 0 0,-1 1 1 0 0,0 0 0 0 0,-1 0-1 0 0,0 1 1 0 0,-9-12 0 0 0,12 18-327 0 0,0 0 1 0 0,0 1-1 0 0,-1 0 1 0 0,1-1 0 0 0,0 1-1 0 0,-1 0 1 0 0,0 1-1 0 0,1-1 1 0 0,-1 0-1 0 0,0 1 1 0 0,0 0-1 0 0,0 0 1 0 0,0 0-1 0 0,0 1 1 0 0,0-1-1 0 0,0 1 1 0 0,0 0-1 0 0,0 0 1 0 0,0 0-1 0 0,0 1 1 0 0,0-1 0 0 0,0 1-1 0 0,0 0 1 0 0,1 0-1 0 0,-1 1 1 0 0,-7 2-1 0 0,6-1-26 0 0,0 0 1 0 0,0 1-1 0 0,0-1 0 0 0,0 1 0 0 0,1 0 0 0 0,-1 1 1 0 0,1-1-1 0 0,0 1 0 0 0,0-1 0 0 0,1 1 0 0 0,-1 0 1 0 0,-2 7-1 0 0,-3 2 0 0 0,0 1 1 0 0,1 0-1 0 0,1 0 0 0 0,0 1 1 0 0,1 0-1 0 0,1 0 1 0 0,1 1-1 0 0,0 0 1 0 0,-3 32-1 0 0,6-35 2 0 0,0 0 0 0 0,-2 0 0 0 0,1 0 0 0 0,-2 0 0 0 0,0 0 1 0 0,-7 16-1 0 0,7-21-11 0 0,0 0 1 0 0,1 1 0 0 0,1-1-1 0 0,-1 0 1 0 0,1 1 0 0 0,1 0-1 0 0,0-1 1 0 0,0 1 0 0 0,1 0-1 0 0,0 0 1 0 0,4 18 0 0 0,-2-14-9 0 0,1-1 1 0 0,1 1-1 0 0,0-1 1 0 0,1 0-1 0 0,1 0 1 0 0,0-1-1 0 0,13 21 1 0 0,-16-30-33 0 0,0 0 0 0 0,0 0 0 0 0,1 0 0 0 0,-1 0 1 0 0,1-1-1 0 0,0 0 0 0 0,0 1 0 0 0,-1-1 0 0 0,1-1 1 0 0,1 1-1 0 0,-1 0 0 0 0,0-1 0 0 0,0 0 0 0 0,7 1 1 0 0,-4-1-105 0 0,0 1 0 0 0,0 1-1 0 0,13 5 1 0 0,-14-5-112 0 0,0-1 0 0 0,0 1 0 0 0,0-1 0 0 0,0-1 0 0 0,0 1 0 0 0,0-1 0 0 0,1 0 0 0 0,-1 0 0 0 0,0-1 0 0 0,1 0 0 0 0,-1 0 0 0 0,0 0 0 0 0,1-1 0 0 0,9-2 0 0 0,6-3-1927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14 310 4489 0 0,'-5'23'2172'0'0,"2"-12"-1969"0"0,-2 12 3063 0 0,5-23-3246 0 0,0 0 1 0 0,0 0-1 0 0,0 0 1 0 0,0 0-1 0 0,0 0 1 0 0,0 0-1 0 0,0 0 0 0 0,0 0 1 0 0,0 0-1 0 0,0 0 1 0 0,0 0-1 0 0,0 0 0 0 0,0 0 1 0 0,0 0-1 0 0,1 0 1 0 0,-1 0-1 0 0,0 0 0 0 0,0 0 1 0 0,0 0-1 0 0,0 0 1 0 0,0 0-1 0 0,0 0 1 0 0,0 0-1 0 0,0 0 0 0 0,0 0 1 0 0,0 0-1 0 0,0 0 1 0 0,0 0-1 0 0,0 0 0 0 0,0 0 1 0 0,1 0-1 0 0,-1 0 1 0 0,0 0-1 0 0,0 0 0 0 0,0 0 1 0 0,0 0-1 0 0,0 0 1 0 0,0 0-1 0 0,0 0 0 0 0,0 0 1 0 0,0 1-1 0 0,0-1 1 0 0,0 0-1 0 0,0 0 1 0 0,0 0-1 0 0,0 0 0 0 0,0 0 1 0 0,0 0-1 0 0,0 0 1 0 0,0 0-1 0 0,0 0 0 0 0,0 0 1 0 0,0 0-1 0 0,0 0 1 0 0,0 0-1 0 0,0 0 0 0 0,0 0 1 0 0,0 1-1 0 0,0-1 1 0 0,0 0-1 0 0,0 0 0 0 0,0 0 1 0 0,0 0-1 0 0,0 0 1 0 0,0 0-1 0 0,0 0 1 0 0,0 0-1 0 0,9-12 94 0 0,19-47-50 0 0,60-63 3 0 0,-71 93-13 0 0,-14 23-43 0 0,0 0 0 0 0,0 1 0 0 0,1-1 1 0 0,0 1-1 0 0,7-9 0 0 0,-8 11-2 0 0,0 0 0 0 0,0 0 0 0 0,-1-1 0 0 0,1 1 0 0 0,-1-1 0 0 0,2-4-1 0 0,-3 6 35 0 0,0-1-1 0 0,0 1 1 0 0,1-1-1 0 0,-1 1 0 0 0,1 0 1 0 0,0-1-1 0 0,-1 1 0 0 0,1 0 1 0 0,0 0-1 0 0,0 0 1 0 0,1 0-1 0 0,3-2 0 0 0,-6 4-41 0 0,0 0-1 0 0,1 1 1 0 0,-1-1-1 0 0,0 0 1 0 0,0 0-1 0 0,1 0 0 0 0,-1 0 1 0 0,0 1-1 0 0,0-1 1 0 0,1 0-1 0 0,-1 0 1 0 0,0 1-1 0 0,0-1 1 0 0,0 0-1 0 0,0 0 0 0 0,1 1 1 0 0,-1-1-1 0 0,0 0 1 0 0,0 1-1 0 0,0-1 1 0 0,0 0-1 0 0,0 0 1 0 0,0 1-1 0 0,0-1 1 0 0,0 0-1 0 0,0 1 0 0 0,0-1 1 0 0,0 0-1 0 0,0 1 1 0 0,0-1-1 0 0,0 0 1 0 0,0 1-1 0 0,0-1 1 0 0,0 0-1 0 0,0 1 0 0 0,0-1 1 0 0,0 0-1 0 0,-1 1 1 0 0,1 1 3 0 0,-6 81 66 0 0,3-65-58 0 0,1 0 0 0 0,1 1-1 0 0,0-1 1 0 0,2 1 0 0 0,0-1-1 0 0,1 0 1 0 0,7 32 0 0 0,-7-47 10 0 0,-1 0 0 0 0,1 0 1 0 0,0 0-1 0 0,0 0 0 0 0,0 0 0 0 0,0-1 1 0 0,0 1-1 0 0,1-1 0 0 0,-1 0 1 0 0,1 1-1 0 0,0-1 0 0 0,-1 0 0 0 0,6 2 1 0 0,-6-3-8 0 0,-1 0 0 0 0,0 0 0 0 0,0-1 0 0 0,1 1 0 0 0,-1-1 0 0 0,0 1 0 0 0,1-1 0 0 0,-1 0 1 0 0,0 1-1 0 0,1-1 0 0 0,-1 0 0 0 0,0 0 0 0 0,1 0 0 0 0,-1 0 0 0 0,1 0 0 0 0,-1 0 0 0 0,0 0 0 0 0,1-1 0 0 0,-1 1 1 0 0,0 0-1 0 0,1-1 0 0 0,-1 1 0 0 0,0-1 0 0 0,1 1 0 0 0,-1-1 0 0 0,0 0 0 0 0,0 0 0 0 0,0 1 0 0 0,0-1 1 0 0,1 0-1 0 0,-1 0 0 0 0,0 0 0 0 0,-1 0 0 0 0,1 0 0 0 0,0-1 0 0 0,0 1 0 0 0,0-1 0 0 0,5-12-4 0 0,0 0-1 0 0,-1 0 1 0 0,-1-1 0 0 0,-1 0-1 0 0,0 1 1 0 0,1-19-1 0 0,0 8-35 0 0,7-27-1 0 0,-3 22 9 0 0,-5 17 3 0 0,0 1 0 0 0,0-1 0 0 0,1 1 1 0 0,1 0-1 0 0,0 1 0 0 0,10-16 1 0 0,-14 25 11 0 0,1 0 0 0 0,0 0 0 0 0,1 0 0 0 0,-1 1 1 0 0,0-1-1 0 0,0 1 0 0 0,1-1 0 0 0,-1 1 0 0 0,5-2 1 0 0,-6 3 6 0 0,-1-1 0 0 0,1 1 0 0 0,0 0 0 0 0,0-1 0 0 0,0 1 0 0 0,-1 0 0 0 0,1 0 0 0 0,0 0 0 0 0,0-1 0 0 0,0 1 0 0 0,0 0 1 0 0,0 0-1 0 0,0 1 0 0 0,-1-1 0 0 0,1 0 0 0 0,0 0 0 0 0,0 0 0 0 0,0 0 0 0 0,0 1 0 0 0,-1-1 0 0 0,1 0 0 0 0,0 1 1 0 0,0-1-1 0 0,0 1 0 0 0,-1-1 0 0 0,1 1 0 0 0,0-1 0 0 0,-1 1 0 0 0,1-1 0 0 0,0 1 0 0 0,-1 0 0 0 0,1-1 0 0 0,-1 1 1 0 0,2 1-1 0 0,4 19 10 0 0,1 1 1 0 0,-2-1-1 0 0,-1 1 1 0 0,-1 0-1 0 0,0 24 1 0 0,-1-26 11 0 0,4 62 140 0 0,6 61-103 0 0,-9-128-85 0 0,0 1 0 0 0,1-1 0 0 0,0 0 0 0 0,1 0 0 0 0,1-1 0 0 0,14 26 0 0 0,-18-37-145 0 0,0 0 1 0 0,1 0-1 0 0,0 0 1 0 0,-1 0-1 0 0,1 0 1 0 0,0-1-1 0 0,0 1 1 0 0,0-1 0 0 0,1 0-1 0 0,-1 0 1 0 0,1 0-1 0 0,-1-1 1 0 0,6 3-1 0 0,2 1-753 0 0,2 3-757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9042 0 0,'0'0'483'0'0,"-6"12"2804"0"0,6-11-3287 0 0,1 0 0 0 0,-1 0 0 0 0,1 0 1 0 0,0-1-1 0 0,0 1 0 0 0,-1 0 0 0 0,1 0 0 0 0,0-1 0 0 0,0 1 0 0 0,0-1 1 0 0,0 1-1 0 0,0-1 0 0 0,0 1 0 0 0,0-1 0 0 0,0 1 0 0 0,0-1 0 0 0,0 0 1 0 0,0 1-1 0 0,0-1 0 0 0,2 0 0 0 0,25 0-1557 0 0,-17 0-154 0 0,-1 0-474 0 0</inkml:trace>
  <inkml:trace contextRef="#ctx0" brushRef="#br0" timeOffset="1">46 254 8258 0 0,'0'0'136'0'0,"0"2"-192"0"0,0 0-16 0 0,0-1 72 0 0,2-1 24 0 0,-1 0-24 0 0,1 0 0 0 0,0 0-160 0 0,1 0-224 0 0,1 0-8 0 0,9-5-89 0 0,2-2-135 0 0,2-3-880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41 360 0 0,'0'-7'5133'0'0,"0"-17"-1455"0"0,0 24-3610 0 0,0-1 1 0 0,0 1-1 0 0,-1-1 0 0 0,1 1 0 0 0,0-1 0 0 0,0 1 0 0 0,0-1 0 0 0,-1 1 1 0 0,1 0-1 0 0,0-1 0 0 0,-1 1 0 0 0,1-1 0 0 0,0 1 0 0 0,-1 0 0 0 0,1-1 1 0 0,0 1-1 0 0,-1 0 0 0 0,1-1 0 0 0,-1 1 0 0 0,1 0 0 0 0,-1 0 0 0 0,1-1 1 0 0,0 1-1 0 0,-1 0 0 0 0,1 0 0 0 0,-1 0 0 0 0,0-1 0 0 0,0 2-29 0 0,0-1 0 0 0,1 1 0 0 0,-1-1 0 0 0,1 1 0 0 0,-1-1 0 0 0,1 1 0 0 0,-1-1 0 0 0,1 1 0 0 0,0-1 0 0 0,-1 1 0 0 0,1 0 0 0 0,0-1-1 0 0,-1 1 1 0 0,1 0 0 0 0,0-1 0 0 0,0 1 0 0 0,-1 1 0 0 0,-6 36 21 0 0,7-35 13 0 0,-29 209 296 0 0,-20 167-54 0 0,43-315-277 0 0,-39 284 168 0 0,17-200-107 0 0,-50 212 21 0 0,64-312-3438 0 0,14-46 2050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26 161 6585 0 0,'-13'-16'1361'0'0,"10"11"-1226"0"0,1 0 0 0 0,1 0 1 0 0,-1-1-1 0 0,1 1 1 0 0,0 0-1 0 0,0-1 0 0 0,0-6 1 0 0,1 9-32 0 0,0 1 0 0 0,0 0 0 0 0,0-1 0 0 0,0 1 0 0 0,1 0 0 0 0,-1-1 0 0 0,1 1 0 0 0,0 0 0 0 0,0 0 0 0 0,0-1 0 0 0,0 1 0 0 0,0 0 0 0 0,0 0 0 0 0,0 0 0 0 0,1 0 0 0 0,-1 0 0 0 0,1 0 0 0 0,-1 1 0 0 0,1-1 0 0 0,3-2 0 0 0,2 0 2 0 0,1 0 1 0 0,-1 0-1 0 0,1 1 0 0 0,-1 0 0 0 0,17-3 0 0 0,17-8 212 0 0,-37 13-287 0 0,0-1-1 0 0,0 0 1 0 0,0 1 0 0 0,0 0 0 0 0,0 0-1 0 0,1 0 1 0 0,-1 0 0 0 0,0 1-1 0 0,1 0 1 0 0,-1 0 0 0 0,0 0 0 0 0,8 1-1 0 0,-1 2 32 0 0,-1 0-1 0 0,0 0 0 0 0,16 8 0 0 0,-21-9-37 0 0,-3-1-8 0 0,0 0-1 0 0,0 1 1 0 0,-1-1 0 0 0,1 0-1 0 0,0 0 1 0 0,-1 1-1 0 0,1-1 1 0 0,0 1 0 0 0,-1 0-1 0 0,0-1 1 0 0,1 1-1 0 0,-1 0 1 0 0,0 0 0 0 0,0 0-1 0 0,1 2 1 0 0,9 36 272 0 0,-9-33-246 0 0,-1 0 1 0 0,1 0-1 0 0,0 0 0 0 0,4 7 1 0 0,-3-8-8 0 0,0 0 0 0 0,-1 1 0 0 0,0-1 1 0 0,0 1-1 0 0,0 0 0 0 0,-1-1 0 0 0,0 1 1 0 0,0 0-1 0 0,-1 0 0 0 0,0 0 0 0 0,0 0 1 0 0,-1 0-1 0 0,0-1 0 0 0,-2 12 0 0 0,-1-4 3 0 0,0-1-1 0 0,-1 0 1 0 0,0 0-1 0 0,-1-1 1 0 0,0 0-1 0 0,-13 18 0 0 0,14-24-15 0 0,0 0-1 0 0,-1-1 0 0 0,1 0 1 0 0,-1 1-1 0 0,-13 7 0 0 0,13-9-9 0 0,-1 1-1 0 0,1 0 1 0 0,0 0-1 0 0,1 0 0 0 0,-1 1 1 0 0,-5 7-1 0 0,5-6-6 0 0,-5 11-446 0 0,11-17 428 0 0,0-1-1 0 0,0 1 1 0 0,0 0-1 0 0,0 0 1 0 0,0 0-1 0 0,0-1 1 0 0,0 1-1 0 0,1 0 1 0 0,-1 0-1 0 0,0 0 1 0 0,0-1-1 0 0,1 1 1 0 0,-1 0-1 0 0,0-1 1 0 0,1 1-1 0 0,-1 0 0 0 0,1 0 1 0 0,-1-1-1 0 0,1 1 1 0 0,-1-1-1 0 0,1 1 1 0 0,0-1-1 0 0,-1 1 1 0 0,1-1-1 0 0,0 1 1 0 0,-1-1-1 0 0,1 1 1 0 0,1 0-1 0 0,14 6 7 0 0,0 1-1 0 0,0-2 1 0 0,1 0-1 0 0,-1-1 1 0 0,24 3 0 0 0,-20-4 34 0 0,-1 1 0 0 0,0 1 0 0 0,0 0 0 0 0,27 13 0 0 0,-44-17-6 0 0,-1 0 0 0 0,1 0 0 0 0,0 0 0 0 0,-1 0 0 0 0,1 0 0 0 0,-1 0-1 0 0,0 0 1 0 0,0 0 0 0 0,0 1 0 0 0,0-1 0 0 0,0 0 0 0 0,0 1 0 0 0,0 3 0 0 0,7 15 162 0 0,-5-17-155 0 0,-1 0-1 0 0,0 0 1 0 0,0 0-1 0 0,-1 1 1 0 0,1-1-1 0 0,-1 1 1 0 0,0-1-1 0 0,-1 1 0 0 0,1-1 1 0 0,-1 1-1 0 0,1-1 1 0 0,-1 1-1 0 0,-1 0 1 0 0,1-1-1 0 0,-1 1 1 0 0,-1 6-1 0 0,1-7-14 0 0,0-1-1 0 0,0 1 0 0 0,-1-1 1 0 0,1 1-1 0 0,-1-1 1 0 0,0 0-1 0 0,0 1 0 0 0,0-1 1 0 0,0 0-1 0 0,-1 0 0 0 0,1-1 1 0 0,-1 1-1 0 0,0 0 0 0 0,1-1 1 0 0,-1 0-1 0 0,0 1 0 0 0,-1-1 1 0 0,1 0-1 0 0,0-1 1 0 0,-6 3-1 0 0,-24 6 87 0 0,-1-2 1 0 0,0-1-1 0 0,-37 2 0 0 0,63-7-89 0 0,1 0-1 0 0,-1 0 1 0 0,1 1-1 0 0,0-1 0 0 0,-13 8 1 0 0,-18 7-363 0 0,27-10-2837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4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 5361 0 0,'-29'2'3584'0'0,"7"3"-2042"0"0,19-4-814 0 0,13-5-54 0 0,11-2-172 0 0,1 1 0 0 0,-1 1-1 0 0,1 1 1 0 0,0 0 0 0 0,37 2-1 0 0,-57 1-498 0 0,-1 0-1 0 0,0 0 1 0 0,0 0 0 0 0,0 1-1 0 0,0-1 1 0 0,0 1-1 0 0,0-1 1 0 0,0 1-1 0 0,0-1 1 0 0,-1 1 0 0 0,1-1-1 0 0,0 1 1 0 0,0 0-1 0 0,0-1 1 0 0,-1 1-1 0 0,1 0 1 0 0,1 2 0 0 0,1 4-3276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4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22 4457 0 0,'-26'0'3361'0'0,"8"3"-1886"0"0,19-3-1429 0 0,-1 0 1 0 0,0 0-1 0 0,0 1 1 0 0,0-1-1 0 0,0 0 1 0 0,1 0-1 0 0,-1 0 1 0 0,0 0-1 0 0,0 0 1 0 0,0 0 0 0 0,0 1-1 0 0,0-1 1 0 0,1 0-1 0 0,-1 0 1 0 0,0 0-1 0 0,0 0 1 0 0,0 1-1 0 0,0-1 1 0 0,0 0-1 0 0,0 0 1 0 0,0 0-1 0 0,0 1 1 0 0,0-1-1 0 0,0 0 1 0 0,0 0-1 0 0,0 0 1 0 0,0 1-1 0 0,0-1 1 0 0,0 0-1 0 0,0 0 1 0 0,0 0 0 0 0,0 1-1 0 0,0-1 1 0 0,0 0-1 0 0,0 0 1 0 0,0 0-1 0 0,0 1 1 0 0,0-1-1 0 0,0 0 1 0 0,-1 0-1 0 0,1 0 1 0 0,0 0-1 0 0,0 1 1 0 0,0-1-1 0 0,0 0 1 0 0,0 0-1 0 0,0 0 1 0 0,-1 0-1 0 0,1 0 1 0 0,0 0-1 0 0,0 1 1 0 0,0-1 0 0 0,-1 0-1 0 0,1 0 1 0 0,0 0-1 0 0,0 0 1 0 0,0 0-1 0 0,0 0 1 0 0,-1 0-1 0 0,1 0 1 0 0,0 0-1 0 0,4 1 78 0 0,0 0-1 0 0,1-1 1 0 0,-1 1-1 0 0,1-1 0 0 0,-1 0 1 0 0,1 0-1 0 0,6-2 1 0 0,1 1-54 0 0,21-2-789 0 0,0-2 1 0 0,63-17 0 0 0,-84 18-1248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1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346 142 1632 0 0,'0'0'426'0'0,"-24"-14"3505"0"0,-20 0-2481 0 0,27 10-502 0 0,0-1 0 0 0,-23-11-1 0 0,39 16-923 0 0,1 0-1 0 0,-1 0 1 0 0,0 0-1 0 0,1-1 1 0 0,-1 1-1 0 0,0 0 0 0 0,1-1 1 0 0,-1 1-1 0 0,0 0 1 0 0,1-1-1 0 0,-1 1 1 0 0,1-1-1 0 0,-1 1 1 0 0,1-1-1 0 0,-1 1 1 0 0,1-1-1 0 0,0 1 1 0 0,-1-1-1 0 0,1 0 1 0 0,0 1-1 0 0,-1-1 0 0 0,1 1 1 0 0,0-1-1 0 0,-1 0 1 0 0,1 1-1 0 0,0-1 1 0 0,0 0-1 0 0,0 1 1 0 0,0-1-1 0 0,0 0 1 0 0,0 0-1 0 0,0 1 1 0 0,0-1-1 0 0,0 0 1 0 0,0 1-1 0 0,0-1 0 0 0,0 0 1 0 0,1 1-1 0 0,-1-1 1 0 0,0 0-1 0 0,0 1 1 0 0,1-1-1 0 0,-1 0 1 0 0,0 1-1 0 0,1-1 1 0 0,-1 1-1 0 0,1-1 1 0 0,-1 1-1 0 0,1-1 1 0 0,-1 1-1 0 0,2-2 0 0 0,1 0 70 0 0,0-1-1 0 0,1 0 0 0 0,-1 1 0 0 0,1-1 1 0 0,0 1-1 0 0,6-3 0 0 0,22-10 189 0 0,-23 10-232 0 0,0 0 0 0 0,0 1 0 0 0,14-4-1 0 0,-20 7-13 0 0,0 1 1 0 0,0-1-1 0 0,1 1 0 0 0,-1-1 0 0 0,0 1 0 0 0,0 0 0 0 0,1 0 0 0 0,-1 1 0 0 0,0-1 0 0 0,0 1 0 0 0,0-1 1 0 0,0 1-1 0 0,0 0 0 0 0,6 3 0 0 0,-8-3-23 0 0,1 0 1 0 0,-1 0 0 0 0,0 0-1 0 0,0 0 1 0 0,0 1-1 0 0,0-1 1 0 0,0 0 0 0 0,-1 0-1 0 0,1 1 1 0 0,0-1-1 0 0,-1 1 1 0 0,1-1 0 0 0,-1 1-1 0 0,1-1 1 0 0,-1 1-1 0 0,1-1 1 0 0,-1 1 0 0 0,0-1-1 0 0,0 1 1 0 0,0-1-1 0 0,0 1 1 0 0,0 2 0 0 0,3 17 68 0 0,4-1-35 0 0,-3-11-23 0 0,0 1 0 0 0,0 0 0 0 0,-1 0 0 0 0,-1 1 0 0 0,0-1 1 0 0,1 18-1 0 0,-3-11 9 0 0,-1 0 0 0 0,-1 0 1 0 0,0 0-1 0 0,-1 0 1 0 0,-10 31-1 0 0,2-19-5 0 0,-1 0 0 0 0,-21 36-1 0 0,18-34 28 0 0,12-24-36 0 0,-1 1-1 0 0,1-1 0 0 0,-1 0 0 0 0,0-1 1 0 0,-1 1-1 0 0,-5 6 0 0 0,0-4 5 0 0,-1 0-1 0 0,0-1 1 0 0,-21 12 0 0 0,-11 8 19 0 0,33-21-23 0 0,-1-1 0 0 0,0-1-1 0 0,-21 9 1 0 0,-3 1 78 0 0,-2 0 5 0 0,35-15-120 0 0,1 1 1 0 0,-1-1-1 0 0,0 1 1 0 0,0-1-1 0 0,0 0 1 0 0,0 0-1 0 0,0 0 1 0 0,0 0-1 0 0,0 0 1 0 0,0 0-1 0 0,0 0 1 0 0,0-1-1 0 0,0 1 1 0 0,0-1-1 0 0,0 1 1 0 0,-3-3-1 0 0,4 3 15 0 0,1-1 0 0 0,-1 0 0 0 0,1 0 0 0 0,-1 0-1 0 0,1 0 1 0 0,-1 0 0 0 0,1 0 0 0 0,0 0 0 0 0,-1 0-1 0 0,1 0 1 0 0,0 0 0 0 0,0 0 0 0 0,0 0 0 0 0,0 0-1 0 0,0 0 1 0 0,0 0 0 0 0,0 0 0 0 0,0-2 0 0 0,3-20 39 0 0,-3 21-29 0 0,1-1 8 0 0,0-1 0 0 0,0 1 0 0 0,0 0 0 0 0,0 0 1 0 0,0 0-1 0 0,1 0 0 0 0,-1 0 0 0 0,1 0 0 0 0,0 0 0 0 0,0 1 1 0 0,0-1-1 0 0,0 0 0 0 0,1 1 0 0 0,-1 0 0 0 0,1-1 0 0 0,-1 1 1 0 0,5-2-1 0 0,3-2-26 0 0,0 1 0 0 0,0 0 0 0 0,20-6-1 0 0,16-8 73 0 0,-35 14-64 0 0,1 0-1 0 0,-1 0 0 0 0,1 1 0 0 0,0 1 0 0 0,1 0 1 0 0,-1 0-1 0 0,0 1 0 0 0,20 0 0 0 0,103 5 352 0 0,-118-1-218 0 0,52 7 276 0 0,-4-1-1603 0 0,-21-7-3988 0 0,-30-3 3614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47 2513 0 0,'0'-31'7194'0'0,"-1"30"-7063"0"0,1 0 0 0 0,0 0 0 0 0,0 0-1 0 0,-1 0 1 0 0,1 0 0 0 0,-1 0 0 0 0,1 0-1 0 0,-1 0 1 0 0,0 0 0 0 0,1 0-1 0 0,-1 1 1 0 0,0-1 0 0 0,1 0 0 0 0,-1 0-1 0 0,-1 0 1 0 0,1 1-85 0 0,1-1-1 0 0,0 1 0 0 0,-1 0 1 0 0,1 0-1 0 0,-1 0 1 0 0,1 0-1 0 0,0 0 0 0 0,-1 0 1 0 0,1 0-1 0 0,0 0 1 0 0,-1 0-1 0 0,1 1 0 0 0,-1-1 1 0 0,1 0-1 0 0,0 0 1 0 0,-1 0-1 0 0,1 0 0 0 0,0 0 1 0 0,-1 1-1 0 0,1-1 1 0 0,0 0-1 0 0,-1 0 0 0 0,1 1 1 0 0,0-1-1 0 0,0 0 1 0 0,-1 0-1 0 0,1 1 0 0 0,-3 2 19 0 0,1 1 0 0 0,0-1 1 0 0,0 1-1 0 0,1-1 0 0 0,-1 1 0 0 0,-1 5 0 0 0,-4 15-42 0 0,1 1 1 0 0,1 0-1 0 0,-1 31 1 0 0,1 78 63 0 0,-1 17-89 0 0,-38 131 19 0 0,19-146-22 0 0,23-125-163 0 0,-2 12-150 0 0,3-10-3804 0 0,1-11 2714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70 221 4665 0 0,'-2'-48'2249'0'0,"1"36"-1885"0"0,0-1 0 0 0,0 1 0 0 0,1-1-1 0 0,1 1 1 0 0,0-1 0 0 0,1 1 0 0 0,1-1-1 0 0,0 1 1 0 0,0 0 0 0 0,6-13 0 0 0,-8 24-307 0 0,0-1 0 0 0,1 0 0 0 0,-1 0 1 0 0,1 1-1 0 0,0-1 0 0 0,0 1 0 0 0,-1-1 1 0 0,1 1-1 0 0,0 0 0 0 0,0 0 0 0 0,0 0 0 0 0,0 0 1 0 0,0 0-1 0 0,1 0 0 0 0,-1 0 0 0 0,0 1 1 0 0,0-1-1 0 0,0 1 0 0 0,1 0 0 0 0,2-1 0 0 0,-1 1-12 0 0,0 0-1 0 0,0 0 0 0 0,-1 0 0 0 0,1 0 1 0 0,0 1-1 0 0,0-1 0 0 0,0 1 0 0 0,0 0 1 0 0,0 0-1 0 0,6 3 0 0 0,-8-2-6 0 0,-1-1 1 0 0,1 1-1 0 0,-1-1 0 0 0,0 1 0 0 0,0 0 1 0 0,0 0-1 0 0,0 0 0 0 0,0 0 1 0 0,0-1-1 0 0,0 1 0 0 0,-1 0 0 0 0,1 3 1 0 0,6 11 186 0 0,-5-11-179 0 0,0-1 0 0 0,0 1 0 0 0,-1-1 1 0 0,1 1-1 0 0,-1-1 0 0 0,0 1 0 0 0,0 0 0 0 0,-1 0 0 0 0,1 0 1 0 0,-1-1-1 0 0,0 1 0 0 0,0 0 0 0 0,-1 0 0 0 0,1 0 0 0 0,-1-1 1 0 0,0 1-1 0 0,0 0 0 0 0,-1-1 0 0 0,1 1 0 0 0,-1-1 1 0 0,0 1-1 0 0,-1-1 0 0 0,1 0 0 0 0,-1 0 0 0 0,1 0 0 0 0,-1 0 1 0 0,0 0-1 0 0,-1-1 0 0 0,1 1 0 0 0,-1-1 0 0 0,-5 4 0 0 0,-111 59-339 0 0,115-62 117 0 0,0 0 1 0 0,0 0-1 0 0,0 0 1 0 0,-5 7-1 0 0,-4 12-5466 0 0,12-18 3116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60 6937 0 0,'13'-31'4543'0'0,"-7"9"-2719"0"0,-11 15-1019 0 0,-9 8-610 0 0,7 2-176 0 0,1 0 0 0 0,-1 0 0 0 0,1 1 0 0 0,0 0-1 0 0,0 0 1 0 0,0 0 0 0 0,0 1 0 0 0,1 0-1 0 0,-1 0 1 0 0,1 0 0 0 0,1 1 0 0 0,-1 0 0 0 0,1 0-1 0 0,0 0 1 0 0,-4 7 0 0 0,-2 8-26 0 0,0 0 0 0 0,1 1 1 0 0,-9 35-1 0 0,7-7-53 0 0,9-37 32 0 0,0-1 1 0 0,-1 0-1 0 0,-1 0 1 0 0,-8 21-1 0 0,6-20 26 0 0,1 1-1 0 0,1 0 0 0 0,0 0 1 0 0,0 0-1 0 0,2 0 0 0 0,-1 1 0 0 0,2-1 1 0 0,0 1-1 0 0,1-1 0 0 0,0 1 1 0 0,4 17-1 0 0,4 18 6 0 0,26 90 0 0 0,-27-115 18 0 0,-5-16-33 0 0,10 32 51 0 0,-2 0-1 0 0,8 69 1 0 0,-17-99-12 0 0,-1 0 0 0 0,1 0 0 0 0,-2 0 1 0 0,0 0-1 0 0,0 0 0 0 0,-1 0 1 0 0,0 0-1 0 0,-1 0 0 0 0,0 0 0 0 0,0-1 1 0 0,-1 0-1 0 0,-1 1 0 0 0,0-2 1 0 0,0 1-1 0 0,-11 13 0 0 0,14-20-28 0 0,0-1-1 0 0,-1 0 1 0 0,1-1 0 0 0,-1 1-1 0 0,0 0 1 0 0,0-1-1 0 0,1 1 1 0 0,-1-1 0 0 0,0 0-1 0 0,0 0 1 0 0,0 0-1 0 0,0 0 1 0 0,-1-1 0 0 0,-2 1-1 0 0,2 0-114 0 0,-1 0 0 0 0,1 0 0 0 0,0 0 0 0 0,-1 1 0 0 0,1-1 0 0 0,-7 5 0 0 0,8-4-355 0 0,-1 0 0 0 0,1 0 1 0 0,-1-1-1 0 0,0 0 0 0 0,0 1 1 0 0,1-1-1 0 0,-1 0 0 0 0,0-1 1 0 0,0 1-1 0 0,0-1 0 0 0,-5 1 1 0 0,2-1-3003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5937 0 0,'0'0'1243'0'0,"11"0"2765"0"0,46 6-1907 0 0,-15-1-1188 0 0,-1-2 1 0 0,64-2-1 0 0,-3-16-630 0 0,-89 12-513 0 0,0 0 0 0 0,1-2 0 0 0,-1 1 0 0 0,-1-2 1 0 0,19-9-1 0 0,-15 6-1203 0 0,2 5-352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7250 0 0,'0'0'1086'0'0,"8"0"1895"0"0,48 1-1191 0 0,74 8 0 0 0,-127-8-1990 0 0,0-1 0 0 0,0 1 0 0 0,0 0 0 0 0,0 0 0 0 0,0 0 0 0 0,0 0 0 0 0,4 3 1 0 0,-2-2-1530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7202 0 0,'0'0'2962'0'0,"11"7"-143"0"0,6-3-2892 0 0,-1 0 0 0 0,0-2 1 0 0,1 0-1 0 0,0 0 0 0 0,-1-1 0 0 0,1-1 0 0 0,0-1 1 0 0,19-3-1 0 0,-25 2-1333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61 616 0 0,'0'0'263'0'0,"-1"-5"3131"0"0,-3-15-1226 0 0,2 16-1563 0 0,-1 0 0 0 0,1 1-1 0 0,0-1 1 0 0,-1 1 0 0 0,0 0-1 0 0,-5-6 1 0 0,7 8-557 0 0,1 1 0 0 0,-1-1 1 0 0,1 1-1 0 0,-1 0 0 0 0,0-1 0 0 0,1 1 0 0 0,-1-1 1 0 0,0 1-1 0 0,1 0 0 0 0,-1-1 0 0 0,0 1 1 0 0,1 0-1 0 0,-1 0 0 0 0,0 0 0 0 0,0 0 0 0 0,1-1 1 0 0,-1 1-1 0 0,0 0 0 0 0,0 0 0 0 0,1 1 0 0 0,-1-1 1 0 0,0 0-1 0 0,0 0 0 0 0,1 0 0 0 0,-1 0 0 0 0,0 0 1 0 0,0 1-1 0 0,1-1 0 0 0,-1 0 0 0 0,0 1 1 0 0,1-1-1 0 0,-1 1 0 0 0,1-1 0 0 0,-1 1 0 0 0,0-1 1 0 0,1 1-1 0 0,-1-1 0 0 0,1 1 0 0 0,-1-1 0 0 0,1 1 1 0 0,0-1-1 0 0,-1 1 0 0 0,1 0 0 0 0,-1-1 0 0 0,1 1 1 0 0,0 0-1 0 0,-1 1 0 0 0,-7 17-14 0 0,0 1 0 0 0,1 0 0 0 0,1 0 0 0 0,-4 23-1 0 0,-9 89 4 0 0,14-88 36 0 0,-1 1-1 0 0,-21 73 1 0 0,24-109-65 0 0,-19 56 27 0 0,-38 81 0 0 0,58-126-2106 0 0,2-13-149 0 0,0-4-210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95 3745 0 0,'0'0'1043'0'0,"-5"-22"4575"0"0,3 20-5553 0 0,1 0 0 0 0,-1 1 0 0 0,0-1 0 0 0,1 1 0 0 0,-1 0 0 0 0,0-1 0 0 0,0 1 1 0 0,0 0-1 0 0,0 0 0 0 0,0 0 0 0 0,0 1 0 0 0,0-1 0 0 0,0 0 0 0 0,0 1 0 0 0,0-1 0 0 0,0 1 0 0 0,-1 0 0 0 0,1 0 0 0 0,0 0 0 0 0,0 0 0 0 0,0 0 0 0 0,-1 0 0 0 0,1 0 0 0 0,0 1 0 0 0,0-1 0 0 0,0 1 0 0 0,0 0 0 0 0,0 0 0 0 0,0-1 0 0 0,0 1 0 0 0,0 0 0 0 0,0 1 0 0 0,0-1 0 0 0,0 0 0 0 0,1 1 0 0 0,-1-1 1 0 0,0 1-1 0 0,1-1 0 0 0,-1 1 0 0 0,1 0 0 0 0,0-1 0 0 0,-1 1 0 0 0,1 0 0 0 0,0 0 0 0 0,0 0 0 0 0,-1 3 0 0 0,-8 33-15 0 0,1 1 0 0 0,-7 67 1 0 0,15-100-49 0 0,0-1 0 0 0,-1 0 0 0 0,1 0 1 0 0,-1 0-1 0 0,0 1 0 0 0,-1-2 1 0 0,-3 7-1 0 0,3-5-5 0 0,0-1-1 0 0,1 1 1 0 0,-1 0 0 0 0,1 0 0 0 0,-2 10-1 0 0,2-3 14 0 0,0 0-1 0 0,1 0 0 0 0,2 24 0 0 0,-1-32-17 0 0,1 0-1 0 0,-1-1 1 0 0,1 1-1 0 0,0 0 1 0 0,1 0-1 0 0,-1-1 1 0 0,1 1-1 0 0,0-1 0 0 0,0 1 1 0 0,0-1-1 0 0,1 0 1 0 0,-1 0-1 0 0,6 6 1 0 0,-6-8 10 0 0,1-1 0 0 0,-1 0 0 0 0,0 0 0 0 0,0 0 0 0 0,1 0 0 0 0,-1 0 0 0 0,1 0 0 0 0,2 0 0 0 0,15 6-3 0 0,-13-3 2 0 0,0-1 0 0 0,0 0 0 0 0,0 0 0 0 0,1-1 0 0 0,-1 0 0 0 0,1 0-1 0 0,-1-1 1 0 0,1 0 0 0 0,0 0 0 0 0,-1-1 0 0 0,1 0 0 0 0,0 0 0 0 0,0 0 0 0 0,-1-1 0 0 0,14-4 0 0 0,-4 1 25 0 0,-1-1-1 0 0,1-1 1 0 0,-1-1 0 0 0,0 0 0 0 0,28-18-1 0 0,-39 21-12 0 0,0-1 0 0 0,0 1 1 0 0,0-1-1 0 0,0 0 0 0 0,-1 0 0 0 0,0-1 0 0 0,0 1 0 0 0,-1-1 0 0 0,1 0 0 0 0,-1 0 0 0 0,0 0 0 0 0,-1 0 1 0 0,0 0-1 0 0,0-1 0 0 0,0 1 0 0 0,1-13 0 0 0,-2 14-7 0 0,1-1 0 0 0,-1 0 1 0 0,1 1-1 0 0,0 0 0 0 0,5-9 0 0 0,-4 8 3 0 0,0 0-1 0 0,-1 0 1 0 0,0 0-1 0 0,3-11 1 0 0,-3 6 8 0 0,-1 1 0 0 0,-1 0-1 0 0,1 0 1 0 0,-2-1 0 0 0,1 1 0 0 0,-1 0 0 0 0,-1 0-1 0 0,0 0 1 0 0,-1 0 0 0 0,1 0 0 0 0,-2 0 0 0 0,0 1-1 0 0,0-1 1 0 0,-9-14 0 0 0,5 10 23 0 0,5 8-37 0 0,0 1 0 0 0,0 0 1 0 0,-1 0-1 0 0,1 0 1 0 0,-1 0-1 0 0,0 0 0 0 0,-1 1 1 0 0,1 0-1 0 0,-6-4 0 0 0,2 2 16 0 0,-1 1 0 0 0,-1 1 0 0 0,1 0 0 0 0,-17-6 0 0 0,16 7 6 0 0,-1-1 0 0 0,1 0 0 0 0,-11-7 0 0 0,17 9-28 0 0,0 0 0 0 0,-1-1 0 0 0,1 2 1 0 0,-1-1-1 0 0,1 0 0 0 0,-1 1 0 0 0,1 0 0 0 0,-1 0 0 0 0,0 0 0 0 0,0 1 0 0 0,1-1 0 0 0,-1 1 1 0 0,-6 1-1 0 0,9-1-10 0 0,-1 1 1 0 0,1-1-1 0 0,0 1 1 0 0,-1-1-1 0 0,1 1 1 0 0,0 0-1 0 0,0 0 1 0 0,0 0-1 0 0,-1 0 1 0 0,1 0-1 0 0,0 0 1 0 0,1 1-1 0 0,-1-1 1 0 0,0 1-1 0 0,0 0 1 0 0,0-1-1 0 0,1 1 0 0 0,-1 0 1 0 0,1 0-1 0 0,0 0 1 0 0,-1 0-1 0 0,1 0 1 0 0,0 0-1 0 0,0 0 1 0 0,0 0-1 0 0,0 1 1 0 0,0 1-1 0 0,-1 7-115 0 0,1-6 39 0 0,-1 0 0 0 0,1 1 0 0 0,-1-1 0 0 0,0 0 0 0 0,0 0 0 0 0,-4 5 1 0 0,4-6-63 0 0,1-1 0 0 0,-1 0 1 0 0,1 0-1 0 0,-1 1 0 0 0,1-1 1 0 0,0 0-1 0 0,0 1 1 0 0,1 0-1 0 0,-1-1 0 0 0,0 7 1 0 0,1-7-401 0 0,1 0 0 0 0,-1 0 0 0 0,0 0 0 0 0,1 0 0 0 0,0 0 0 0 0,-1 0 0 0 0,3 4 1 0 0,2 2-1871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32 4329 0 0,'0'0'3035'0'0,"-4"-26"2724"0"0,3 27-5723 0 0,0-1 1 0 0,0 0 0 0 0,0 0-1 0 0,0 1 1 0 0,0-1-1 0 0,0 1 1 0 0,0-1-1 0 0,0 1 1 0 0,1-1 0 0 0,-1 1-1 0 0,0 0 1 0 0,0-1-1 0 0,0 1 1 0 0,1 0-1 0 0,-1 0 1 0 0,0-1 0 0 0,1 1-1 0 0,-2 2 1 0 0,-10 18-63 0 0,11-19 64 0 0,-7 16-36 0 0,2-1 1 0 0,0 1 0 0 0,0 0 0 0 0,2 0 0 0 0,0 1 0 0 0,1-1-1 0 0,0 31 1 0 0,3-19-12 0 0,1 0 0 0 0,1 0-1 0 0,1 0 1 0 0,9 31 0 0 0,-9-49-9 0 0,1 1 1 0 0,1-1-1 0 0,0 0 1 0 0,0 0-1 0 0,1 0 0 0 0,9 12 1 0 0,-13-22 19 0 0,-1-1 0 0 0,1 1 1 0 0,0-1-1 0 0,-1 0 0 0 0,1 0 0 0 0,0 0 0 0 0,0 0 0 0 0,0 0 1 0 0,-1 0-1 0 0,1 0 0 0 0,0-1 0 0 0,3 1 0 0 0,14 7-13 0 0,-16-6 11 0 0,0 1-1 0 0,1-1 0 0 0,-1-1 0 0 0,1 1 1 0 0,-1 0-1 0 0,1-1 0 0 0,0 0 0 0 0,0 0 1 0 0,0 0-1 0 0,0 0 0 0 0,-1-1 0 0 0,1 1 1 0 0,0-1-1 0 0,0 0 0 0 0,0 0 0 0 0,0-1 1 0 0,0 1-1 0 0,4-2 0 0 0,5-1 5 0 0,0-1 0 0 0,-1-1 0 0 0,24-12 0 0 0,-26 12-27 0 0,-5 2 29 0 0,-1 0 0 0 0,0-1 0 0 0,0 1 0 0 0,0-1 0 0 0,0 0 0 0 0,0 0 0 0 0,-1 0 0 0 0,5-6 1 0 0,22-39 26 0 0,-29 48-32 0 0,38-80 189 0 0,-36 72-174 0 0,0 1 1 0 0,0 0-1 0 0,2-17 1 0 0,-3 17 17 0 0,0 0-1 0 0,0 1 1 0 0,0-1-1 0 0,1 1 1 0 0,4-8 0 0 0,-5 9 2 0 0,1 1 0 0 0,-1 0 0 0 0,0-1 0 0 0,0 1 1 0 0,-1-1-1 0 0,0 0 0 0 0,0 1 0 0 0,0-1 0 0 0,0 0 0 0 0,-1 0 1 0 0,0 1-1 0 0,-1-10 0 0 0,0 11-4 0 0,1 0 0 0 0,-1 0 1 0 0,0 1-1 0 0,0-1 0 0 0,0 0 0 0 0,-1 1 1 0 0,1-1-1 0 0,-1 1 0 0 0,0 0 0 0 0,0-1 1 0 0,0 1-1 0 0,0 0 0 0 0,0 0 0 0 0,-1 0 0 0 0,1 0 1 0 0,-1 1-1 0 0,0-1 0 0 0,0 1 0 0 0,-5-3 1 0 0,-6-3-18 0 0,-2 1 0 0 0,1 0 0 0 0,-1 2 0 0 0,0 0 0 0 0,0 0 1 0 0,-1 2-1 0 0,-16-3 0 0 0,26 5-54 0 0,1 0 1 0 0,-1-1-1 0 0,1 0 0 0 0,-1 0 1 0 0,-7-5-1 0 0,10 5-202 0 0,0 0 0 0 0,0 0 0 0 0,0 0 0 0 0,-1 1 0 0 0,1-1 0 0 0,-1 1-1 0 0,1 0 1 0 0,-1 0 0 0 0,1 1 0 0 0,-1-1 0 0 0,1 1 0 0 0,-1 0 0 0 0,-8 2 0 0 0,2 1-2180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67 2048 0 0,'0'0'1659'0'0,"-2"-5"1903"0"0,-9-12-1770 0 0,9 15-1721 0 0,1 1 0 0 0,-1-1 0 0 0,1 1 0 0 0,-1 0 0 0 0,0 0 0 0 0,0 0 0 0 0,0 0 0 0 0,1 0 0 0 0,-1 0 0 0 0,0 0 0 0 0,0 0 0 0 0,-3 0 0 0 0,-11-6 270 0 0,11 4-229 0 0,0 0 0 0 0,-1 1 0 0 0,1-1 0 0 0,0 1 0 0 0,-1 0 0 0 0,1 1 0 0 0,-1-1 0 0 0,-6 0 0 0 0,10 1-63 0 0,-1 1 0 0 0,1-1 0 0 0,0 1 0 0 0,-1 0-1 0 0,1 0 1 0 0,0 0 0 0 0,-1 0 0 0 0,1 0 0 0 0,-1 1-1 0 0,1-1 1 0 0,0 1 0 0 0,-1-1 0 0 0,1 1 0 0 0,0 0-1 0 0,0 0 1 0 0,0 0 0 0 0,-1 0 0 0 0,1 0 0 0 0,0 0 0 0 0,0 1-1 0 0,1-1 1 0 0,-3 3 0 0 0,2 0-45 0 0,0 0 1 0 0,0 0-1 0 0,1 0 0 0 0,0 0 1 0 0,0 0-1 0 0,0 0 1 0 0,0 0-1 0 0,1 1 0 0 0,-1-1 1 0 0,1 0-1 0 0,1 6 0 0 0,-1-4 5 0 0,0 0-1 0 0,-1 0 0 0 0,1 0 0 0 0,-4 12 0 0 0,-9 13 27 0 0,9-23-20 0 0,0 1 0 0 0,1 0 0 0 0,0 0 1 0 0,-2 10-1 0 0,1 22 8 0 0,2 0 0 0 0,1 0-1 0 0,2 0 1 0 0,7 42 0 0 0,2 64 15 0 0,-11-102 29 0 0,-2 0 1 0 0,-1-1-1 0 0,-3 0 1 0 0,-12 45-1 0 0,10-57 36 0 0,-2 0 0 0 0,-1-1 0 0 0,-1 0 0 0 0,-2-1 0 0 0,-36 56 0 0 0,49-84-94 0 0,0 1-1 0 0,-1-1 1 0 0,1 0-1 0 0,0 0 1 0 0,-1 0 0 0 0,1 0-1 0 0,-1-1 1 0 0,0 1 0 0 0,0-1-1 0 0,0 1 1 0 0,1-1-1 0 0,-1 0 1 0 0,-6 1 0 0 0,-14 7 35 0 0,18-6-142 0 0,0-1 0 0 0,1 0 1 0 0,-1 0-1 0 0,0 0 0 0 0,0-1 0 0 0,0 1 0 0 0,0-1 0 0 0,-1 0 0 0 0,1-1 0 0 0,0 1 0 0 0,0-1 0 0 0,0 0 0 0 0,-6-1 0 0 0,9 0-20 0 0,1 0 0 0 0,0 1-1 0 0,1-1 1 0 0,-1 0 0 0 0,0 0-1 0 0,0 0 1 0 0,0 0 0 0 0,1 0-1 0 0,-1-1 1 0 0,0 1-1 0 0,1 0 1 0 0,-1 0 0 0 0,1 0-1 0 0,-1 0 1 0 0,1-1 0 0 0,0 1-1 0 0,-1 0 1 0 0,1 0 0 0 0,0-1-1 0 0,0 1 1 0 0,0-2 0 0 0,0 0-109 0 0,-2-18-1361 0 0,3 0-282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4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43 2032 0 0,'-30'2'5533'0'0,"29"-2"-5488"0"0,0 0-1 0 0,0 0 1 0 0,0 0-1 0 0,0 0 1 0 0,0 1-1 0 0,0-1 1 0 0,0 0-1 0 0,0 0 1 0 0,0 1-1 0 0,0-1 1 0 0,1 0-1 0 0,-1 1 1 0 0,0-1-1 0 0,0 1 1 0 0,0-1-1 0 0,0 1 1 0 0,1 0-1 0 0,-1-1 1 0 0,0 1-1 0 0,1 0 1 0 0,-1-1-1 0 0,1 1 1 0 0,-1 0-1 0 0,0 0 1 0 0,1 0-1 0 0,0-1 1 0 0,-1 3-1 0 0,1-3 13 0 0,0 1 0 0 0,0-1 0 0 0,1 1 0 0 0,-1-1-1 0 0,1 1 1 0 0,-1-1 0 0 0,0 1 0 0 0,1-1 0 0 0,-1 1 0 0 0,1-1-1 0 0,-1 1 1 0 0,1-1 0 0 0,-1 0 0 0 0,1 1 0 0 0,0-1 0 0 0,-1 0-1 0 0,1 0 1 0 0,-1 1 0 0 0,1-1 0 0 0,0 0 0 0 0,-1 0 0 0 0,2 0-1 0 0,15 5 250 0 0,-15-5-220 0 0,12 2 109 0 0,0-1-1 0 0,-1 0 1 0 0,1 0-1 0 0,0-2 0 0 0,0 0 1 0 0,24-4-1 0 0,84-28 403 0 0,-58 14-549 0 0,-39 13-167 0 0,0 1-1 0 0,0 2 1 0 0,0 0 0 0 0,1 1-1 0 0,45 4 1 0 0,-27-2-2700 0 0,-29 0 631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183 139 4841 0 0,'-9'-14'2782'0'0,"9"13"-2731"0"0,-5-24 904 0 0,1 1-1 0 0,-1-36 0 0 0,5 60-914 0 0,0-1 0 0 0,0 1 0 0 0,0-1 0 0 0,0 1 0 0 0,0-1 0 0 0,0 0 0 0 0,0 1 1 0 0,0-1-1 0 0,-1 1 0 0 0,1-1 0 0 0,0 0 0 0 0,0 1 0 0 0,0-1 0 0 0,-1 1 0 0 0,1-1 0 0 0,0 1 0 0 0,-1-1 0 0 0,1 1 0 0 0,0-1 0 0 0,-1 1 1 0 0,1 0-1 0 0,-1-1 0 0 0,1 1 0 0 0,0-1 0 0 0,-1 1 0 0 0,1 0 0 0 0,-1-1 0 0 0,0 1 0 0 0,0 0-33 0 0,0 0 1 0 0,1 0-1 0 0,-1 0 0 0 0,0 0 1 0 0,0 0-1 0 0,1 1 0 0 0,-1-1 1 0 0,0 0-1 0 0,1 0 0 0 0,-1 1 1 0 0,0-1-1 0 0,1 0 0 0 0,-1 1 0 0 0,0-1 1 0 0,1 1-1 0 0,-1-1 0 0 0,1 1 1 0 0,-1-1-1 0 0,1 1 0 0 0,-1 0 1 0 0,1-1-1 0 0,-1 1 0 0 0,1-1 1 0 0,0 1-1 0 0,-1 1 0 0 0,-16 28 16 0 0,1 1 0 0 0,1 1 0 0 0,2 0 1 0 0,1 1-1 0 0,2 0 0 0 0,-8 45 0 0 0,8-12-1 0 0,2 0 0 0 0,2 93 0 0 0,6-144-152 0 0,0-1-304 0 0,0 0-1 0 0,-1 1 0 0 0,-4 20 1 0 0,2-28-2629 0 0,2-3 678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69 5209 0 0,'-15'-2'4898'0'0,"17"0"-4733"0"0,-1 1-1 0 0,1 0 0 0 0,0-1 1 0 0,-1 1-1 0 0,1 0 0 0 0,0 0 1 0 0,0 0-1 0 0,-1 0 0 0 0,1 0 1 0 0,0 0-1 0 0,0 0 0 0 0,3 0 1 0 0,2-1-54 0 0,19-8 21 0 0,2 1 0 0 0,-1 2 0 0 0,1 0 1 0 0,56-4-1 0 0,116 6-2578 0 0,-150 5-50 0 0,-35 0-1289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5913 0 0,'-10'1'2510'0'0,"10"3"-925"0"0,16 2-408 0 0,22-2-922 0 0,62-3 0 0 0,-49-2-2365 0 0,-49 1 783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5185 0 0,'1'0'4030'0'0,"3"0"-2612"0"0,21 0-955 0 0,-1-2 0 0 0,1-1 0 0 0,-1-1 1 0 0,47-13-1 0 0,-28 2-500 0 0,74-37 1 0 0,37-31-2411 0 0,-123 65-60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3 320 0 0,'-9'6'4634'0'0,"-11"5"-2657"0"0,18-11-1815 0 0,0 1 0 0 0,0 0 0 0 0,-1-1 0 0 0,1 0 0 0 0,-1 0 0 0 0,1 1 0 0 0,0-2 0 0 0,-5 1 0 0 0,-1-1 612 0 0,33-7-219 0 0,-11 5-473 0 0,0 0 0 0 0,1 0 0 0 0,-1 1 1 0 0,1 1-1 0 0,0 1 0 0 0,-1 0 0 0 0,1 1 0 0 0,-1 0 0 0 0,1 1 0 0 0,-1 1 0 0 0,15 4 1 0 0,-24-5-52 0 0,0-1 1 0 0,0 2 0 0 0,0-1-1 0 0,-1 0 1 0 0,1 1 0 0 0,-1 0 0 0 0,0 0-1 0 0,0 0 1 0 0,0 0 0 0 0,0 1-1 0 0,0 0 1 0 0,-1 0 0 0 0,0 0-1 0 0,1 0 1 0 0,-2 0 0 0 0,1 1 0 0 0,0-1-1 0 0,-1 1 1 0 0,0-1 0 0 0,0 1-1 0 0,1 5 1 0 0,5 16 108 0 0,-2 0 1 0 0,0 1-1 0 0,2 48 0 0 0,-5 84 41 0 0,-4-94-137 0 0,-3-11 17 0 0,-1 0 0 0 0,-4-1 0 0 0,-23 84 0 0 0,18-79-51 0 0,5-29 54 0 0,-2 1-1 0 0,0-1 0 0 0,-2-1 1 0 0,-2 0-1 0 0,-23 34 0 0 0,36-59-98 0 0,0 1 1 0 0,-1-1-1 0 0,1 0 0 0 0,-1 0 0 0 0,0 0 0 0 0,0 0 0 0 0,0-1 0 0 0,-5 4 0 0 0,-9 1-4341 0 0,14-6 2270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33 768 0 0,'0'0'1898'0'0,"-7"5"2392"0"0,8-4-4165 0 0,0 1 0 0 0,1-1 0 0 0,-1 0 0 0 0,0 1 0 0 0,1-1 0 0 0,-1 0 0 0 0,1 0 0 0 0,-1 0 0 0 0,1 0 0 0 0,0 0 0 0 0,-1 0 0 0 0,1 0-1 0 0,0-1 1 0 0,2 2 0 0 0,27 4 412 0 0,-10-4-355 0 0,0-1 0 0 0,1-1 0 0 0,-1 0-1 0 0,30-6 1 0 0,83-22-73 0 0,-118 25-73 0 0,3-2-55 0 0,-8 2-233 0 0,1 0-1 0 0,-1 1 1 0 0,20-1 0 0 0,-22-1-1334 0 0,-1-2-260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54 1584 0 0,'0'0'123'0'0,"-8"-24"4305"0"0,8 23-4266 0 0,0 0 1 0 0,0 0 0 0 0,0 0 0 0 0,0 0 0 0 0,1 0-1 0 0,-1 0 1 0 0,0 0 0 0 0,1 0 0 0 0,-1 0 0 0 0,0 0-1 0 0,1 0 1 0 0,-1 0 0 0 0,1 0 0 0 0,0 0-1 0 0,-1 1 1 0 0,1-1 0 0 0,0 0 0 0 0,-1 0 0 0 0,1 1-1 0 0,0-1 1 0 0,0 0 0 0 0,1 0 0 0 0,0 0-80 0 0,0 0 1 0 0,1 0 0 0 0,-1 0 0 0 0,1 0-1 0 0,-1 0 1 0 0,1 0 0 0 0,0 1-1 0 0,4-1 1 0 0,-1 0 12 0 0,-1 1 0 0 0,0 0 0 0 0,1 1-1 0 0,-1-1 1 0 0,1 1 0 0 0,-1 0 0 0 0,0 0 0 0 0,0 1 0 0 0,6 2-1 0 0,-10-3-70 0 0,1 1 0 0 0,-1 0 0 0 0,0-1 0 0 0,0 1 0 0 0,0 0-1 0 0,0 0 1 0 0,-1 0 0 0 0,1-1 0 0 0,0 1 0 0 0,-1 0-1 0 0,0 0 1 0 0,1 4 0 0 0,4 11 86 0 0,1-6-41 0 0,-1-4-41 0 0,-1 1-1 0 0,0 0 1 0 0,0 0-1 0 0,-1 0 0 0 0,0 0 1 0 0,-1 0-1 0 0,0 1 1 0 0,0-1-1 0 0,1 15 1 0 0,-3 9 2 0 0,-2 1 0 0 0,-1 0 0 0 0,-2-1 0 0 0,-1 0 0 0 0,-1 0 0 0 0,-2 0 0 0 0,-14 33 0 0 0,-11 15-38 0 0,-65 110 0 0 0,33-75 13 0 0,62-111-6 0 0,0 0 0 0 0,0-1 0 0 0,0 1 0 0 0,0-1 0 0 0,-1 1 0 0 0,0-1 0 0 0,0-1 0 0 0,1 1 0 0 0,-2-1 0 0 0,-8 4 0 0 0,-3 2-48 0 0,16-8 11 0 0,0 1 1 0 0,-1 0-1 0 0,1-1 1 0 0,0 0-1 0 0,0 1 1 0 0,0-1-1 0 0,0 0 1 0 0,0 1-1 0 0,0-1 1 0 0,0 0-1 0 0,-1 0 1 0 0,1 0-1 0 0,0 0 1 0 0,0 0-1 0 0,0 0 1 0 0,0 0-1 0 0,-1 0 1 0 0,1-1-1 0 0,0 1 1 0 0,0 0-1 0 0,0-1 1 0 0,0 1 0 0 0,0-1-1 0 0,0 1 1 0 0,-2-2-1 0 0,2 0 16 0 0,-1 1 0 0 0,0-1 0 0 0,1 0 1 0 0,-1 0-1 0 0,1 0 0 0 0,0 0 0 0 0,-1 0 0 0 0,1-1 0 0 0,0 1 0 0 0,0 0 0 0 0,0-4 0 0 0,-2-4 5 0 0,1 0-1 0 0,0 0 1 0 0,1 0-1 0 0,1 0 0 0 0,0-11 1 0 0,0 14 4 0 0,1 0 0 0 0,0 0 1 0 0,0 0-1 0 0,0 0 0 0 0,1 0 0 0 0,1 0 1 0 0,2-6-1 0 0,-4 10 10 0 0,1 0 0 0 0,0 0 0 0 0,-1 0 0 0 0,1 0 0 0 0,0 1 0 0 0,0-1 0 0 0,1 1 0 0 0,-1-1 0 0 0,0 1 1 0 0,1 0-1 0 0,-1 0 0 0 0,1 0 0 0 0,0 0 0 0 0,0 1 0 0 0,0-1 0 0 0,5-1 0 0 0,11-4 16 0 0,59-21-75 0 0,-73 26 74 0 0,0 0-1 0 0,0 0 0 0 0,0 0 1 0 0,1 1-1 0 0,-1 0 1 0 0,0 0-1 0 0,1 1 0 0 0,-1-1 1 0 0,0 1-1 0 0,1 1 0 0 0,-1-1 1 0 0,1 1-1 0 0,5 1 1 0 0,4 2 73 0 0,-2 1-1 0 0,1 0 1 0 0,18 10 0 0 0,3 2-7 0 0,-4-7-2691 0 0,-27-10 852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145 123 3817 0 0,'0'0'2506'0'0,"-27"2"2709"0"0,24 4-5194 0 0,1 0 0 0 0,0 0 0 0 0,0 1-1 0 0,0-1 1 0 0,1 1 0 0 0,0-1-1 0 0,0 12 1 0 0,-1-2-15 0 0,-12 113 83 0 0,-21 134-80 0 0,14-176 206 0 0,11-66 31 0 0,2-15-205 0 0,7-6-50 0 0,1 0 1 0 0,-1 0 0 0 0,1-1-1 0 0,0 1 1 0 0,-1 0 0 0 0,1-1-1 0 0,0 1 1 0 0,-1 0 0 0 0,1-1-1 0 0,0 1 1 0 0,-1 0 0 0 0,1-1-1 0 0,0 1 1 0 0,-1 0 0 0 0,1-1 0 0 0,0 1-1 0 0,0-1 1 0 0,0 1 0 0 0,0-1-1 0 0,-1 1 1 0 0,1-1 0 0 0,0 1-1 0 0,0-1 1 0 0,0 1 0 0 0,0-1-1 0 0,-2-12-30 0 0,0 1-1 0 0,0-1 0 0 0,2 1 1 0 0,-1-1-1 0 0,2 0 0 0 0,0 0 1 0 0,2-13-1 0 0,25-93-103 0 0,-10 50 115 0 0,-9 29 87 0 0,18-70-37 0 0,-22 95-34 0 0,1 0-1 0 0,0 0 1 0 0,1 0-1 0 0,17-26 1 0 0,-21 38 28 0 0,-1 0 0 0 0,1 0 0 0 0,0 0 0 0 0,1 1-1 0 0,-1-1 1 0 0,0 1 0 0 0,1 0 0 0 0,-1-1 0 0 0,1 2 0 0 0,0-1 0 0 0,0 0 0 0 0,-1 1 0 0 0,1 0 0 0 0,0 0 0 0 0,0 0 0 0 0,1 0 0 0 0,-1 0 0 0 0,6 1 0 0 0,-3 6 269 0 0,-5-2-237 0 0,4 5 1 0 0,-1 1 0 0 0,0 1 1 0 0,-1-1-1 0 0,0 0 0 0 0,-1 1 0 0 0,0 0 0 0 0,0 0 0 0 0,-1 0 1 0 0,0 11-1 0 0,1 22 83 0 0,-3 45-1 0 0,-2-32 89 0 0,3-61-230 0 0,0-1 0 0 0,-1 1 1 0 0,1-1-1 0 0,1 1 0 0 0,-1 0 0 0 0,0 0 1 0 0,4-7-1 0 0,4-9 28 0 0,-1-9-41 0 0,2 0 0 0 0,2 0 1 0 0,22-41-1 0 0,-25 53 16 0 0,-7 14 3 0 0,0-1 1 0 0,0 1 0 0 0,0 0 0 0 0,0-1 0 0 0,0 1 0 0 0,1 0 0 0 0,4-5 0 0 0,59-41-20 0 0,8-8-18 0 0,-68 53 34 0 0,-1 0 1 0 0,1 1-1 0 0,-1 0 1 0 0,1 0-1 0 0,12-5 0 0 0,3 0 2 0 0,-16 5 39 0 0,26-11-31 0 0,-29 14 21 0 0,0-1 1 0 0,-1 0-1 0 0,1 1 0 0 0,0 0 0 0 0,0-1 1 0 0,0 1-1 0 0,-1 0 0 0 0,1 0 0 0 0,0 0 1 0 0,0 0-1 0 0,0 0 0 0 0,0 0 0 0 0,-1 1 1 0 0,1-1-1 0 0,2 1 0 0 0,-2 1-1 0 0,-1 1-1 0 0,1-1 0 0 0,-1 1 0 0 0,0-1 1 0 0,1 1-1 0 0,-1-1 0 0 0,-1 1 1 0 0,1 0-1 0 0,0 0 0 0 0,0-1 1 0 0,-1 1-1 0 0,1 5 0 0 0,0-1 3 0 0,5 32 10 0 0,-2-1 0 0 0,-2 1 0 0 0,-3 55 0 0 0,0-27-31 0 0,1-24 64 0 0,-8 53 0 0 0,5-78-29 0 0,0 0 0 0 0,-1 0 0 0 0,-1 0 1 0 0,-1-1-1 0 0,-12 26 0 0 0,10-24-8 0 0,0 0 1 0 0,1 1 0 0 0,1 0 0 0 0,1 0-1 0 0,-4 26 1 0 0,9-46-30 0 0,-16 56 6 0 0,12-45-12 0 0,0 0 1 0 0,1 0 0 0 0,1 1 0 0 0,-1-1 0 0 0,0 19 0 0 0,-1-11-1575 0 0,7-33-567 0 0,22-42-913 0 0,-8 26-139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32 3793 0 0,'-22'-25'6576'0'0,"21"24"-6558"0"0,0 0 1 0 0,0 0-1 0 0,0 1 1 0 0,0-1-1 0 0,0 1 1 0 0,0-1-1 0 0,-1 1 1 0 0,1-1-1 0 0,0 1 1 0 0,0 0-1 0 0,0 0 1 0 0,-1-1-1 0 0,1 1 1 0 0,0 0-1 0 0,0 0 1 0 0,-1 0-1 0 0,1 0 1 0 0,0 1-1 0 0,0-1 1 0 0,-1 0-1 0 0,1 0 1 0 0,-2 1-1 0 0,2 0 44 0 0,-1 1 1 0 0,0-1-1 0 0,0 0 0 0 0,0 1 1 0 0,1-1-1 0 0,-1 1 0 0 0,1-1 1 0 0,-1 1-1 0 0,1 0 0 0 0,0-1 1 0 0,-3 5-1 0 0,-1 5 244 0 0,0 0 1 0 0,1 1-1 0 0,-6 20 0 0 0,8-24-270 0 0,-58 299 120 0 0,44-209-130 0 0,-3 8-81 0 0,-50 157 0 0 0,67-256-291 0 0,-3 6-1015 0 0,4-6-3904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2537 0 0,'0'0'3952'0'0,"-17"5"115"0"0,11 2-3789 0 0,1 0 0 0 0,0 1 0 0 0,0 0 0 0 0,1 0 0 0 0,0 0 1 0 0,1 0-1 0 0,-5 14 0 0 0,-3 8-55 0 0,-23 40 63 0 0,20-43-220 0 0,-19 50 0 0 0,-41 109 121 0 0,5-14-86 0 0,49-117-111 0 0,8-24-10 0 0,-15 59-1 0 0,14-56 124 0 0,0-8-1222 0 0,11-19 419 0 0,-2 6-4015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3585 0 0,'0'0'2592'0'0,"5"-10"738"0"0,-2 9-3186 0 0,1 0 0 0 0,-1 1 0 0 0,0-1 0 0 0,1 1-1 0 0,-1 0 1 0 0,0 0 0 0 0,7 2 0 0 0,3-2-126 0 0,-1 1-349 0 0,0-2 0 0 0,0 0 0 0 0,0 0 0 0 0,0-1 0 0 0,0-1 0 0 0,0 0 0 0 0,-1-1 1 0 0,16-6-1 0 0,-9 1-1094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 3729 0 0,'-7'0'3391'0'0,"-19"0"-1494"0"0,19 0-1265 0 0,5-1-626 0 0,0 1 1 0 0,-1 0-1 0 0,1 0 1 0 0,0 0-1 0 0,-1 0 1 0 0,1 0-1 0 0,0 1 1 0 0,0-1-1 0 0,-1 1 0 0 0,1-1 1 0 0,0 1-1 0 0,0 0 1 0 0,0 0-1 0 0,0 0 1 0 0,0 0-1 0 0,0 0 1 0 0,0 1-1 0 0,0-1 1 0 0,0 0-1 0 0,-2 3 1 0 0,0-1 64 0 0,4-3-196 0 0,0 0 0 0 0,0 0-1 0 0,-1 0 1 0 0,1 0 0 0 0,0 1-1 0 0,0-1 1 0 0,0 0-1 0 0,0 0 1 0 0,-1 0 0 0 0,1 1-1 0 0,0-1 1 0 0,0 0 0 0 0,0 0-1 0 0,0 0 1 0 0,0 1 0 0 0,-1-1-1 0 0,1 0 1 0 0,0 0 0 0 0,0 1-1 0 0,0-1 1 0 0,0 0 0 0 0,0 0-1 0 0,0 1 1 0 0,0-1 0 0 0,0 0-1 0 0,0 0 1 0 0,0 1 0 0 0,0-1-1 0 0,0 0 1 0 0,0 0 0 0 0,0 1-1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53 1712 0 0,'0'0'705'0'0,"-6"-1"4147"0"0,-15-2-2695 0 0,22 2-2022 0 0,-1 0 0 0 0,0 0 0 0 0,1-1 0 0 0,0 1 0 0 0,-1 0 0 0 0,1 0 0 0 0,0 0 0 0 0,-1 0 0 0 0,1 0 0 0 0,0 0 0 0 0,0 0 0 0 0,0 0 0 0 0,0 1-1 0 0,0-1 1 0 0,0 0 0 0 0,0 0 0 0 0,0 1 0 0 0,0-1 0 0 0,1 1 0 0 0,-1-1 0 0 0,2 0 0 0 0,32-11-225 0 0,-30 11 268 0 0,5-3-102 0 0,1 1 1 0 0,0 0 0 0 0,-1 1 0 0 0,1 1-1 0 0,0-1 1 0 0,0 2 0 0 0,0-1 0 0 0,20 3-1 0 0,-28-1-41 0 0,-1 0-1 0 0,1 0 1 0 0,0 1-1 0 0,-1-1 1 0 0,1 1-1 0 0,-1 0 1 0 0,0-1-1 0 0,1 1 1 0 0,-1 0-1 0 0,0 0 1 0 0,0 0-1 0 0,0 1 1 0 0,-1-1-1 0 0,1 0 1 0 0,0 1-1 0 0,-1-1 1 0 0,0 1-1 0 0,1-1 1 0 0,-1 1-1 0 0,0 0 1 0 0,0 0-1 0 0,-1-1 0 0 0,1 1 1 0 0,-1 0-1 0 0,1 3 1 0 0,0 2 15 0 0,0-1 0 0 0,-1 1 1 0 0,0 0-1 0 0,0 0 0 0 0,0-1 0 0 0,-1 1 0 0 0,-1-1 1 0 0,-2 13-1 0 0,-24 59 152 0 0,21-65-174 0 0,0-1 0 0 0,-1 0-1 0 0,0 0 1 0 0,-1 0 0 0 0,-12 11-1 0 0,-9 16 21 0 0,-101 171-103 0 0,93-146-37 0 0,4 5-316 0 0,34-68 374 0 0,-1-1 1 0 0,0 0-1 0 0,1 1 0 0 0,-1-1 1 0 0,1 1-1 0 0,-1-1 0 0 0,1 1 1 0 0,-1 0-1 0 0,1-1 0 0 0,0 1 1 0 0,0-1-1 0 0,0 1 0 0 0,0 0 1 0 0,0-1-1 0 0,0 1 0 0 0,1-1 1 0 0,-1 1-1 0 0,0-1 0 0 0,1 1 1 0 0,-1-1-1 0 0,1 1 0 0 0,1 2 1 0 0,0-2 17 0 0,0 1 1 0 0,0-1 0 0 0,0 0 0 0 0,0 0 0 0 0,0 0 0 0 0,0-1 0 0 0,1 1 0 0 0,-1 0 0 0 0,1-1 0 0 0,-1 0 0 0 0,6 3 0 0 0,2-1 18 0 0,0 0 0 0 0,0 0 1 0 0,1-1-1 0 0,-1 0 0 0 0,1-1 1 0 0,10 0-1 0 0,37-5 57 0 0,0-2 1 0 0,111-28-1 0 0,-124 24-200 0 0,-43 9-115 0 0,0 1 0 0 0,0-1 0 0 0,0 0 0 0 0,0 0 0 0 0,0 0 0 0 0,-1 0 0 0 0,1 0 0 0 0,0-1 0 0 0,-1 1 0 0 0,1 0-1 0 0,0-1 1 0 0,1-2 0 0 0,-2 4-112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4873 0 0,'0'0'4968'0'0,"11"0"-2810"0"0,186-12 7 0 0,-64 9-2471 0 0,-125 3-493 0 0,1-1 1 0 0,-1 0 0 0 0,12-4 0 0 0,-16 4-1393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41 8 0 0,'0'0'1407'0'0,"-19"-5"3287"0"0,-18-23-1028 0 0,33 26-3636 0 0,1 1-1 0 0,-1 0 0 0 0,1 0 1 0 0,-1 0-1 0 0,1 0 0 0 0,-1 1 1 0 0,1 0-1 0 0,-1 0 0 0 0,0 0 1 0 0,1 0-1 0 0,-1 0 0 0 0,1 0 0 0 0,-1 1 1 0 0,-5 1-1 0 0,-1 1 95 0 0,0 1-1 0 0,1 0 0 0 0,-17 9 1 0 0,20-9-77 0 0,0 0 0 0 0,1 0 1 0 0,-1 0-1 0 0,1 1 0 0 0,0 0 0 0 0,0 0 1 0 0,-7 10-1 0 0,-24 44-12 0 0,26-42 8 0 0,-7 13 15 0 0,2 1 1 0 0,-18 50-1 0 0,23-43-70 0 0,1 1 0 0 0,-6 77 0 0 0,15-115 9 0 0,-1 8 11 0 0,-1 0 0 0 0,-1-1 0 0 0,1 0 0 0 0,-1 0 0 0 0,-8 15 0 0 0,6-13-2 0 0,0 0 0 0 0,1 1-1 0 0,-3 12 1 0 0,3-5 14 0 0,1 0 0 0 0,1 0 0 0 0,1 0 1 0 0,0 0-1 0 0,1 1 0 0 0,4 21 0 0 0,-3-27-39 0 0,2-1 0 0 0,0 0 0 0 0,0 0 0 0 0,1 0 0 0 0,1 0 0 0 0,0 0 0 0 0,1-1 0 0 0,0 0 0 0 0,14 19-1 0 0,-17-27 21 0 0,0 1 0 0 0,1-1 0 0 0,-1 0 0 0 0,1 0 0 0 0,0 0 0 0 0,0 0 0 0 0,0-1 0 0 0,0 1 0 0 0,1-1 0 0 0,-1 0 0 0 0,9 2 0 0 0,0 0 28 0 0,1-1 0 0 0,24 3 0 0 0,-32-5-20 0 0,-1 0 0 0 0,1 0 0 0 0,-1 1 0 0 0,0 0 0 0 0,0 1 0 0 0,7 3-1 0 0,-7-3-6 0 0,0-1 0 0 0,0 1 0 0 0,1-1 0 0 0,-1 0 0 0 0,0-1 0 0 0,1 1 0 0 0,7 0-1 0 0,-2-1-241 0 0,0-1-1 0 0,0 0 0 0 0,0-1 0 0 0,0 0 0 0 0,0-1 0 0 0,0 0 0 0 0,0-1 0 0 0,-1 0 1 0 0,1 0-1 0 0,-1-1 0 0 0,0-1 0 0 0,11-6 0 0 0,-4 1-1293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5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27 2288 0 0,'-9'-7'4097'0'0,"9"6"-3972"0"0,-1 0 0 0 0,1-1 0 0 0,-1 1 0 0 0,1 0 0 0 0,-1 0 0 0 0,0 0 0 0 0,1 0 0 0 0,-1 0 0 0 0,0 1 0 0 0,0-1 0 0 0,0 0 0 0 0,0 0-1 0 0,0 0 1 0 0,0 1 0 0 0,0-1 0 0 0,0 0 0 0 0,0 1 0 0 0,0-1 0 0 0,0 1 0 0 0,0-1 0 0 0,0 1 0 0 0,0 0 0 0 0,-1 0 0 0 0,1-1 0 0 0,0 1 0 0 0,0 0-1 0 0,0 0 1 0 0,-1 0 0 0 0,1 0 0 0 0,-2 1 0 0 0,0-1-109 0 0,1 1 0 0 0,0 1 0 0 0,0-1 0 0 0,0 0 0 0 0,1 0-1 0 0,-1 1 1 0 0,0-1 0 0 0,0 1 0 0 0,1 0 0 0 0,-1-1 0 0 0,1 1 0 0 0,-1 0-1 0 0,1 0 1 0 0,0 0 0 0 0,-2 3 0 0 0,-11 37 117 0 0,8-22-104 0 0,2-3-17 0 0,0-1 0 0 0,1 1-1 0 0,-1 24 1 0 0,3-35-11 0 0,0 0 0 0 0,0 0 0 0 0,-1-1 1 0 0,0 1-1 0 0,0 0 0 0 0,-3 5 0 0 0,2-6 0 0 0,1 0 0 0 0,-1 0 0 0 0,2 0-1 0 0,-1 1 1 0 0,0-1 0 0 0,1 0 0 0 0,0 1 0 0 0,0 6 0 0 0,1-4-2 0 0,1 0 0 0 0,0-1 0 0 0,0 1 0 0 0,1 0 0 0 0,0-1 0 0 0,0 0 0 0 0,0 1 1 0 0,1-1-1 0 0,1 0 0 0 0,-1 0 0 0 0,1-1 0 0 0,6 9 0 0 0,-8-13 0 0 0,0 0 0 0 0,0 0 0 0 0,0-1 0 0 0,0 1 0 0 0,0-1 0 0 0,0 0 0 0 0,0 1 0 0 0,1-1 0 0 0,-1 0 0 0 0,0 0 0 0 0,6 1 0 0 0,14 7 22 0 0,-18-6 0 0 0,0-1 0 0 0,0 0 0 0 0,0 0 0 0 0,1 0-1 0 0,-1 0 1 0 0,1-1 0 0 0,-1 0 0 0 0,1 0 0 0 0,-1 0 0 0 0,1 0-1 0 0,8-1 1 0 0,-11 1-2 0 0,0-1-1 0 0,0-1 0 0 0,0 1 1 0 0,0 0-1 0 0,0 0 0 0 0,0-1 1 0 0,0 1-1 0 0,-1-1 0 0 0,1 0 1 0 0,0 1-1 0 0,0-1 0 0 0,-1 0 1 0 0,1 0-1 0 0,0 0 0 0 0,-1 0 1 0 0,1 0-1 0 0,-1 0 0 0 0,0-1 1 0 0,1 1-1 0 0,-1 0 0 0 0,0-1 1 0 0,0 1-1 0 0,1-1 0 0 0,-1 0 1 0 0,-1 1-1 0 0,1-1 0 0 0,0 0 1 0 0,0 0-1 0 0,0-2 0 0 0,2-4 60 0 0,-1 1-1 0 0,1 0 0 0 0,6-12 0 0 0,-6 15-48 0 0,0-1 0 0 0,-1 0 0 0 0,0 0 0 0 0,0 0 0 0 0,0 0-1 0 0,-1 0 1 0 0,1-1 0 0 0,-1 1 0 0 0,0-10 0 0 0,-1 9-16 0 0,0 0 0 0 0,0-1 0 0 0,-1 1-1 0 0,0 0 1 0 0,0 0 0 0 0,-1 0 0 0 0,0-1 0 0 0,0 2 0 0 0,0-1 0 0 0,-1 0 0 0 0,0 0-1 0 0,0 1 1 0 0,0-1 0 0 0,-1 1 0 0 0,1 0 0 0 0,-1 0 0 0 0,-1 1 0 0 0,1-1 0 0 0,-1 1-1 0 0,1 0 1 0 0,-1 0 0 0 0,-9-6 0 0 0,-71-32-1153 0 0,85 42 1076 0 0,0 0 1 0 0,0 0-1 0 0,-1 0 1 0 0,1 0-1 0 0,0 0 1 0 0,0 0 0 0 0,-1 0-1 0 0,1 1 1 0 0,0-1-1 0 0,0 0 1 0 0,0 0-1 0 0,-1 0 1 0 0,1 0-1 0 0,0 0 1 0 0,0 0-1 0 0,0 1 1 0 0,-1-1 0 0 0,1 0-1 0 0,0 0 1 0 0,0 0-1 0 0,0 0 1 0 0,0 1-1 0 0,0-1 1 0 0,-1 0-1 0 0,1 0 1 0 0,0 0-1 0 0,0 1 1 0 0,0-1 0 0 0,0 0-1 0 0,0 0 1 0 0,0 1-1 0 0,0-1 1 0 0,0 0-1 0 0,0 0 1 0 0,0 1-1 0 0,0-1 1 0 0,0 0-1 0 0,0 0 1 0 0,0 1 0 0 0,0-1-1 0 0,0 0 1 0 0,0 0-1 0 0,0 0 1 0 0,0 1-1 0 0,0-1 1 0 0,0 0-1 0 0,1 0 1 0 0,-1 1-1 0 0,0-1 1 0 0,0 0-1 0 0,0 0 1 0 0,0 0 0 0 0,1 1-1 0 0,-1 2-2004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3209 0 0,'0'0'3524'0'0,"-17"5"615"0"0,15-2-4042 0 0,0 1 1 0 0,0-1 0 0 0,0 0 0 0 0,0 1 0 0 0,0-1 0 0 0,1 1-1 0 0,0-1 1 0 0,0 1 0 0 0,0 0 0 0 0,0-1 0 0 0,0 1 0 0 0,1 0-1 0 0,0 0 1 0 0,-1 0 0 0 0,2 6 0 0 0,-1 1-92 0 0,1 0 1 0 0,1-1-1 0 0,0 1 1 0 0,5 14-1 0 0,-3-12-1 0 0,2 0 0 0 0,0 0-1 0 0,0 0 1 0 0,1-1 0 0 0,1 0 0 0 0,13 17-1 0 0,4-2 38 0 0,36 33-1 0 0,-10-6-2 0 0,4 5 129 0 0,-50-54-288 0 0,1 0-1 0 0,0-1 1 0 0,0 1 0 0 0,1-1-1 0 0,-1-1 1 0 0,1 1 0 0 0,0-1-1 0 0,8 3 1 0 0,8 8-3093 0 0,-16-11 806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14 2657 0 0,'0'0'877'0'0,"-22"-14"5666"0"0,20 14-6488 0 0,0 0 0 0 0,0 1 0 0 0,0-1 0 0 0,0 0 0 0 0,0 1 0 0 0,0-1 0 0 0,0 1 0 0 0,0 0 0 0 0,0 0 0 0 0,0 0 1 0 0,0 0-1 0 0,1 0 0 0 0,-1 0 0 0 0,0 0 0 0 0,1 0 0 0 0,-1 1 0 0 0,-2 2 0 0 0,-19 31 123 0 0,10-13-52 0 0,-100 165 464 0 0,51-80-463 0 0,49-85-466 0 0,1 1 0 0 0,0 0-1 0 0,2 1 1 0 0,1 0 0 0 0,0 0-1 0 0,-7 42 1 0 0,14-51-1285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322 453 2425 0 0,'0'0'784'0'0,"-7"9"1976"0"0,-20 43-419 0 0,-47 72-1 0 0,63-105-2000 0 0,-6 7 36 0 0,-1-4-115 0 0,1 1 0 0 0,-25 41-1 0 0,11-15 7 0 0,-25 47 407 0 0,55-93-595 0 0,-1 0-1 0 0,0-1 0 0 0,0 1 0 0 0,1-1 1 0 0,-2 1-1 0 0,1-1 0 0 0,0 0 0 0 0,-4 3 1 0 0,12-17-107 0 0,54-99-11 0 0,-45 84 37 0 0,9-14 78 0 0,25-61-1 0 0,28-116 12 0 0,-2 8-88 0 0,-67 183 14 0 0,-1 0 0 0 0,-1-1 0 0 0,3-53 0 0 0,-7 75-20 0 0,-1-1 1 0 0,1 1 0 0 0,1 0-1 0 0,-1 0 1 0 0,1 0 0 0 0,0 0 0 0 0,4-6-1 0 0,2-5-1 0 0,-4 12 5 0 0,-2 12-2 0 0,-2 19-3 0 0,-1-20 11 0 0,22 606 10 0 0,-22-609 1 0 0,0 7-10 0 0,1 0-1 0 0,0 0 1 0 0,0 0 0 0 0,0-1 0 0 0,2 1-1 0 0,4 13 1 0 0,-6-21-20 0 0,0 0 1 0 0,1 0-1 0 0,-1 0 0 0 0,1 0 1 0 0,0 0-1 0 0,-1 0 0 0 0,1-1 1 0 0,0 1-1 0 0,0-1 0 0 0,0 1 1 0 0,0-1-1 0 0,0 0 0 0 0,1 0 1 0 0,-1 0-1 0 0,0 0 0 0 0,1 0 1 0 0,-1 0-1 0 0,0-1 0 0 0,1 1 1 0 0,-1-1-1 0 0,1 1 0 0 0,-1-1 1 0 0,1 0-1 0 0,-1 0 0 0 0,1 0 1 0 0,-1-1-1 0 0,0 1 0 0 0,1-1 1 0 0,2 0-1 0 0,1 0-12 0 0,-1-1 0 0 0,0 1 0 0 0,1-1 0 0 0,-1 0 0 0 0,0 0 0 0 0,0-1 0 0 0,-1 0 0 0 0,1 0 0 0 0,0 0 0 0 0,-1 0 0 0 0,0-1 0 0 0,6-5 0 0 0,1-6 26 0 0,0-1 0 0 0,0-1-1 0 0,-2 0 1 0 0,0-1-1 0 0,13-36 1 0 0,21-100-10 0 0,-42 151 13 0 0,56-198-135 0 0,-33 123 108 0 0,-17 52 7 0 0,-6 19 48 0 0,0 1 1 0 0,1 0 0 0 0,-1-1-1 0 0,1 1 1 0 0,1 0 0 0 0,-1 0-1 0 0,1 1 1 0 0,0-1 0 0 0,1 1-1 0 0,6-9 1 0 0,1-3 222 0 0,-11 17-220 0 0,1-1 1 0 0,-1 0-1 0 0,0 1 0 0 0,1-1 1 0 0,-1 0-1 0 0,0 1 0 0 0,1-1 1 0 0,-1 0-1 0 0,0 1 1 0 0,0-1-1 0 0,0 0 0 0 0,0 0 1 0 0,1 1-1 0 0,-1-1 0 0 0,0 0 1 0 0,0 0-1 0 0,-1 0 0 0 0,1 1 1 0 0,0-1-1 0 0,0 0 0 0 0,0 1 1 0 0,-1-2-1 0 0,-1 2 149 0 0,-2 8-91 0 0,-29 120 90 0 0,-19 156 0 0 0,49-255-165 0 0,1 0 0 0 0,2-1-1 0 0,2 31 1 0 0,-1-48-65 0 0,0 0-1 0 0,1-1 1 0 0,1 1-1 0 0,0 0 1 0 0,0-1-1 0 0,1 0 1 0 0,0 1-1 0 0,1-2 1 0 0,0 1-1 0 0,0 0 1 0 0,8 8-1 0 0,-11-16-185 0 0,0 0-1 0 0,0-1 1 0 0,0 1 0 0 0,0-1-1 0 0,0 1 1 0 0,0-1 0 0 0,1 0-1 0 0,-1 0 1 0 0,4 1 0 0 0,4 3-1718 0 0,-1-1-210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3529 0 0,'0'0'1213'0'0,"-20"5"4394"0"0,11 11-5417 0 0,2 0 1 0 0,0 0-1 0 0,0 0 0 0 0,2 1 0 0 0,-7 33 1 0 0,-4 8 95 0 0,-40 140 657 0 0,55-195-812 0 0,-4 18-537 0 0,6-18 20 0 0,6-12 182 0 0,46-93 42 0 0,-30 56 117 0 0,40-62-1 0 0,-60 104 63 0 0,0 1 0 0 0,0-1 0 0 0,1 0-1 0 0,-1 1 1 0 0,1 0 0 0 0,0-1 0 0 0,0 2-1 0 0,0-1 1 0 0,1 0 0 0 0,7-3 0 0 0,-10 5-1 0 0,1 0 1 0 0,-1 0 0 0 0,1 0 0 0 0,-1 0 0 0 0,1 0-1 0 0,-1 0 1 0 0,1 1 0 0 0,0-1 0 0 0,-1 1 0 0 0,1 0 0 0 0,0-1-1 0 0,-1 1 1 0 0,1 1 0 0 0,0-1 0 0 0,-1 0 0 0 0,1 1-1 0 0,0-1 1 0 0,-1 1 0 0 0,1 0 0 0 0,0 0 0 0 0,-1 0 0 0 0,0 0-1 0 0,1 0 1 0 0,-1 0 0 0 0,0 1 0 0 0,1-1 0 0 0,-1 1-1 0 0,0 0 1 0 0,0 0 0 0 0,0-1 0 0 0,0 1 0 0 0,1 3 0 0 0,5 6 47 0 0,-1 0 0 0 0,0 1 0 0 0,0 0 0 0 0,-2 0 0 0 0,6 16 0 0 0,-3-9-17 0 0,8 24 78 0 0,-12-28-73 0 0,2-1 0 0 0,14 29-1 0 0,-19-41-94 0 0,1 1 0 0 0,-1-1 0 0 0,1 0 0 0 0,-1 0 0 0 0,1 0-1 0 0,0 0 1 0 0,0 0 0 0 0,0 0 0 0 0,0 0 0 0 0,0-1 0 0 0,0 1 0 0 0,1-1-1 0 0,-1 0 1 0 0,0 1 0 0 0,1-1 0 0 0,-1 0 0 0 0,1 0 0 0 0,-1-1-1 0 0,1 1 1 0 0,0 0 0 0 0,3 0 0 0 0,17 9-1221 0 0,-19-7 866 0 0,11 4-1698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121 153 1968 0 0,'0'0'51'0'0,"-12"-25"2626"0"0,-6-21-909 0 0,11 30-75 0 0,-10-30 0 0 0,17 45-1595 0 0,0 0-1 0 0,0-1 1 0 0,0 1-1 0 0,-1 0 1 0 0,1 0 0 0 0,-1-1-1 0 0,1 1 1 0 0,-1 0-1 0 0,1 0 1 0 0,-1 0 0 0 0,0 0-1 0 0,1 0 1 0 0,-1 0-1 0 0,0 0 1 0 0,-2-2-1 0 0,3 3-75 0 0,0 0 0 0 0,-1 0-1 0 0,1 0 1 0 0,-1 0-1 0 0,1 0 1 0 0,0 0 0 0 0,-1 0-1 0 0,1 0 1 0 0,-1 1-1 0 0,1-1 1 0 0,0 0 0 0 0,-1 0-1 0 0,1 0 1 0 0,0 0-1 0 0,-1 0 1 0 0,1 1-1 0 0,-1-1 1 0 0,1 0 0 0 0,0 0-1 0 0,0 1 1 0 0,-1-1-1 0 0,1 0 1 0 0,0 1 0 0 0,-1-1-1 0 0,1 0 1 0 0,0 1-1 0 0,0-1 1 0 0,0 0 0 0 0,-1 1-1 0 0,1-1 1 0 0,-3 7 32 0 0,0-1 1 0 0,0 0-1 0 0,1 1 1 0 0,-2 6-1 0 0,-6 28 56 0 0,3 0 1 0 0,-6 82-1 0 0,12 88-7 0 0,3-103 57 0 0,-3-85-143 0 0,0-16-2 0 0,1 0 0 0 0,0 0 0 0 0,0 0 0 0 0,2 12 0 0 0,-2-18-25 0 0,0-1 0 0 0,0 1 0 0 0,0-1 0 0 0,0 0 0 0 0,0 1 0 0 0,1-1 0 0 0,-1 0 0 0 0,0 1 0 0 0,0-1 0 0 0,0 1 0 0 0,1-1 0 0 0,-1 0 0 0 0,0 1 0 0 0,0-1 0 0 0,0 0 0 0 0,1 1 0 0 0,-1-1 0 0 0,0 0 0 0 0,1 0 0 0 0,-1 1 0 0 0,0-1 0 0 0,1 0 0 0 0,-1 0 0 0 0,0 0 0 0 0,1 1 0 0 0,-1-1 0 0 0,1 0 0 0 0,-1 0 0 0 0,0 0 0 0 0,1 0 0 0 0,-1 0 0 0 0,1 0 0 0 0,-1 0 0 0 0,0 0 0 0 0,1 0 0 0 0,-1 0 0 0 0,1 0 0 0 0,-1 0 0 0 0,0 0 0 0 0,1 0 0 0 0,-1 0 0 0 0,1 0 0 0 0,-1 0 0 0 0,0 0 0 0 0,1-1 0 0 0,-1 1 0 0 0,0 0 0 0 0,1 0 0 0 0,-1-1 0 0 0,0 1 0 0 0,1 0 0 0 0,-1 0 0 0 0,0-1 0 0 0,1 1 0 0 0,17-19-44 0 0,35-77-124 0 0,0 1 156 0 0,-38 71 40 0 0,-9 13-7 0 0,0 0 1 0 0,1 1-1 0 0,16-18 0 0 0,-22 26 2 0 0,1 0 0 0 0,-1 1 0 0 0,1-1-1 0 0,0 1 1 0 0,0-1 0 0 0,0 1 0 0 0,0 0 0 0 0,0 0-1 0 0,0 0 1 0 0,0 0 0 0 0,0 0 0 0 0,0 0 0 0 0,1 0 0 0 0,-1 1-1 0 0,0-1 1 0 0,1 1 0 0 0,-1-1 0 0 0,0 1 0 0 0,1 0-1 0 0,-1 0 1 0 0,0 0 0 0 0,1 1 0 0 0,-1-1 0 0 0,0 0-1 0 0,0 1 1 0 0,3 0 0 0 0,-4 0-3 0 0,0 0 1 0 0,0-1-1 0 0,0 1 1 0 0,0 0-1 0 0,0 0 1 0 0,0 0-1 0 0,-1 0 0 0 0,1 0 1 0 0,0 0-1 0 0,-1 0 1 0 0,1 0-1 0 0,-1 0 0 0 0,1 0 1 0 0,-1 0-1 0 0,1 1 1 0 0,-1-1-1 0 0,0 0 1 0 0,1 2-1 0 0,3 27 58 0 0,-2-22-39 0 0,4 61 180 0 0,-5-47-150 0 0,1-1 0 0 0,1 0-1 0 0,9 34 1 0 0,-11-52-59 0 0,1 0 0 0 0,-1 0 1 0 0,1 0-1 0 0,0 0 0 0 0,0 0 0 0 0,0-1 0 0 0,1 1 1 0 0,-1-1-1 0 0,1 1 0 0 0,-1-1 0 0 0,1 0 1 0 0,0 0-1 0 0,0 0 0 0 0,-1-1 0 0 0,1 1 0 0 0,1 0 1 0 0,3 1-1 0 0,14 8-49 0 0,-19-10 46 0 0,0 1 1 0 0,1-1-1 0 0,-1 1 1 0 0,0-1-1 0 0,1 0 1 0 0,0 0-1 0 0,-1 0 1 0 0,1-1-1 0 0,0 1 1 0 0,-1 0-1 0 0,1-1 1 0 0,0 0 0 0 0,0 0-1 0 0,0 0 1 0 0,-1 0-1 0 0,1 0 1 0 0,0 0-1 0 0,0-1 1 0 0,-1 1-1 0 0,1-1 1 0 0,0 0-1 0 0,-1 0 1 0 0,1 0 0 0 0,-1 0-1 0 0,1 0 1 0 0,-1 0-1 0 0,1-1 1 0 0,-1 1-1 0 0,0-1 1 0 0,0 0-1 0 0,0 0 1 0 0,0 0-1 0 0,0 0 1 0 0,0 0 0 0 0,0 0-1 0 0,0 0 1 0 0,2-5-1 0 0,7-17 47 0 0,0 0-1 0 0,-1-1 0 0 0,-2 0 1 0 0,0 0-1 0 0,7-49 0 0 0,-15 70-34 0 0,1-8 17 0 0,0-1 0 0 0,1 1-1 0 0,0 0 1 0 0,1 0-1 0 0,0 0 1 0 0,8-19-1 0 0,-5 16 21 0 0,-1 0-1 0 0,0-1 1 0 0,-1 1-1 0 0,-1-1 1 0 0,0 0-1 0 0,-1 0 0 0 0,-1-1 1 0 0,-1 1-1 0 0,0 0 1 0 0,-1 0-1 0 0,-4-23 1 0 0,-2 14-320 0 0,1 16-2370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38 151 4993 0 0,'-37'-6'4842'0'0,"47"13"-4376"0"0,15 1-308 0 0,1-1 1 0 0,-1-2-1 0 0,1 0 0 0 0,0-2 1 0 0,0-1-1 0 0,1-1 1 0 0,-1-1-1 0 0,0-1 0 0 0,31-6 1 0 0,26-9 404 0 0,123-40 0 0 0,8-2-351 0 0,-151 44-165 0 0,-18 3 58 0 0,78-8 0 0 0,-86 18-410 0 0,-20 2-3193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7162 0 0,'-1'0'58'0'0,"0"0"1"0"0,0 0 0 0 0,0 0-1 0 0,0 0 1 0 0,0 0-1 0 0,0 0 1 0 0,0 0 0 0 0,0 0-1 0 0,0 1 1 0 0,0-1 0 0 0,0 0-1 0 0,0 1 1 0 0,0-1 0 0 0,0 0-1 0 0,0 1 1 0 0,0-1 0 0 0,1 1-1 0 0,-1 0 1 0 0,0-1 0 0 0,0 1-1 0 0,0 0 1 0 0,1 0 0 0 0,-1-1-1 0 0,0 1 1 0 0,1 0 0 0 0,-1 0-1 0 0,1 0 1 0 0,-1 0 0 0 0,1 0-1 0 0,-1-1 1 0 0,1 1 0 0 0,0 0-1 0 0,-1 0 1 0 0,1 0 0 0 0,0 0-1 0 0,0 1 1 0 0,0-1 0 0 0,0 0-1 0 0,0 1 1 0 0,-1 0 14 0 0,-34 170 1510 0 0,25-110-792 0 0,-20 65-1 0 0,-31 64 244 0 0,61-189-1051 0 0,-1 0 1 0 0,0 1-1 0 0,1-1 1 0 0,-1 0-1 0 0,1 0 1 0 0,0 1-1 0 0,0-1 1 0 0,0 0-1 0 0,0 0 1 0 0,0 1-1 0 0,0-1 0 0 0,1 0 1 0 0,-1 0-1 0 0,1 1 1 0 0,-1-1-1 0 0,1 0 1 0 0,0 0-1 0 0,0 0 1 0 0,0 0-1 0 0,0 0 1 0 0,0 0-1 0 0,1 0 1 0 0,-1 0-1 0 0,0 0 0 0 0,1-1 1 0 0,0 1-1 0 0,2 2 1 0 0,0-2-3 0 0,1 1 1 0 0,-1 0-1 0 0,1-1 1 0 0,0 0-1 0 0,0 0 1 0 0,0 0-1 0 0,0-1 1 0 0,0 1-1 0 0,0-1 1 0 0,0 0-1 0 0,6 0 0 0 0,6-1 79 0 0,-1 0-1 0 0,0-1 0 0 0,1 0 0 0 0,-1-2 0 0 0,27-6 0 0 0,79-32 639 0 0,-77 25-424 0 0,-10 3-124 0 0,1 2 0 0 0,1 1 1 0 0,57-7-1 0 0,-77 16-40 0 0,-3-1-1400 0 0,-3 2-4244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62 5145 0 0,'-56'0'6787'0'0,"63"-1"-5596"0"0,197-33-354 0 0,-187 31-790 0 0,59-19-1916 0 0,-72 21 1188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9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87 5657 0 0,'-3'0'4184'0'0,"19"-2"-3552"0"0,0 0-1 0 0,0-1 1 0 0,-1 0 0 0 0,1-1 0 0 0,-1-1 0 0 0,0-1-1 0 0,28-14 1 0 0,-19 9-311 0 0,43-14 0 0 0,-36 20 164 0 0,-30 5-699 0 0,0 0-1 0 0,1 0 1 0 0,-1 0-1 0 0,1 0 1 0 0,-1 0-1 0 0,0 0 1 0 0,1 0-1 0 0,-1 1 1 0 0,0-1-1 0 0,0 1 0 0 0,1-1 1 0 0,-1 1-1 0 0,0-1 1 0 0,0 1-1 0 0,0-1 1 0 0,1 1-1 0 0,-1 0 1 0 0,0 0-1 0 0,0 0 1 0 0,1 1-1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20 1504 0 0,'-145'10'7763'0'0,"144"-10"-7757"0"0,1 0 0 0 0,0 0 0 0 0,0 0 0 0 0,-1 0 0 0 0,1 1 0 0 0,0-1 0 0 0,0 0 0 0 0,-1 0 0 0 0,1 0 0 0 0,0 0-1 0 0,0 0 1 0 0,-1-1 0 0 0,1 1 0 0 0,0 0 0 0 0,-1 0 0 0 0,1 0 0 0 0,0 0 0 0 0,0 0 0 0 0,0 0 0 0 0,-1 0 0 0 0,1 0 0 0 0,0-1 0 0 0,0 1-1 0 0,-1 0 1 0 0,1 0 0 0 0,0 0 0 0 0,0 0 0 0 0,0-1 0 0 0,0 1 0 0 0,-1 0 0 0 0,1 0 0 0 0,0-1 0 0 0,5-5 212 0 0,13-5-49 0 0,-10 8-140 0 0,-1 1 0 0 0,1 1 0 0 0,0-1 0 0 0,0 1 0 0 0,-1 1-1 0 0,1-1 1 0 0,0 1 0 0 0,0 1 0 0 0,0 0 0 0 0,-1 0 0 0 0,1 0 0 0 0,0 1 0 0 0,-1 0 0 0 0,1 0 0 0 0,-1 1-1 0 0,0 0 1 0 0,1 0 0 0 0,-2 1 0 0 0,1 0 0 0 0,10 7 0 0 0,-15-8 11 0 0,1 0 0 0 0,-1-1 0 0 0,0 1 1 0 0,0 0-1 0 0,0 1 0 0 0,-1-1 0 0 0,1 0 0 0 0,-1 1 0 0 0,1-1 0 0 0,0 5 1 0 0,1 0 17 0 0,17 38 290 0 0,-15-36-295 0 0,0 1 0 0 0,-1-1 0 0 0,0 1 0 0 0,-1 0 0 0 0,0 0 0 0 0,0 0 0 0 0,1 21 0 0 0,-4-18-24 0 0,-2 0 0 0 0,1 0 0 0 0,-2-1 0 0 0,1 1 0 0 0,-2-1 0 0 0,0 0-1 0 0,-11 25 1 0 0,-5 2 118 0 0,-27 41-1 0 0,44-75-151 0 0,-5 7 46 0 0,1-1 0 0 0,-2 0 1 0 0,1 0-1 0 0,-2-1 1 0 0,-18 18-1 0 0,24-25-21 0 0,0-1 0 0 0,-1 1 1 0 0,1-1-1 0 0,-1 0 0 0 0,0-1 0 0 0,0 1 1 0 0,0-1-1 0 0,0 0 0 0 0,0 0 0 0 0,-11 2 1 0 0,11-2-31 0 0,1-1 0 0 0,-1 0 1 0 0,0 1-1 0 0,1 0 0 0 0,-1 0 0 0 0,-8 6 1 0 0,-20 8 83 0 0,25-13-279 0 0,-1-1 0 0 0,1 0 0 0 0,-1-1 0 0 0,-16 1 0 0 0,38-23-21 0 0,-5 12 242 0 0,1-1 0 0 0,-1 1-1 0 0,2 1 1 0 0,-1-1-1 0 0,1 2 1 0 0,0-1 0 0 0,1 1-1 0 0,0 1 1 0 0,0 0-1 0 0,0 1 1 0 0,1 0-1 0 0,-1 0 1 0 0,1 1 0 0 0,0 1-1 0 0,18-3 1 0 0,-25 5 4 0 0,0-1 1 0 0,0 1-1 0 0,0-1 1 0 0,-1 0-1 0 0,10-6 0 0 0,-10 5 5 0 0,2 0 0 0 0,-1 1 0 0 0,0 0 0 0 0,0 0 0 0 0,9-2 0 0 0,-2 2 9 0 0,0 1 0 0 0,1 1 0 0 0,-1 0 0 0 0,0 1 0 0 0,1 0 0 0 0,-1 1 0 0 0,22 6-1 0 0,-6-3-17 0 0,18 8-2141 0 0,-39-12-231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6137 0 0,'0'0'240'0'0,"-29"0"4005"0"0,28 1-4236 0 0,-1-1-1 0 0,0 1 1 0 0,1-1-1 0 0,-1 1 1 0 0,1-1-1 0 0,-1 1 1 0 0,1 0-1 0 0,-1 0 1 0 0,1 0-1 0 0,-1 0 1 0 0,1 0-1 0 0,0 0 1 0 0,-1 0-1 0 0,1 0 1 0 0,0 1-1 0 0,0-1 1 0 0,0 0-1 0 0,0 1 1 0 0,0-1 0 0 0,0 1-1 0 0,1-1 1 0 0,-1 1-1 0 0,0-1 1 0 0,1 1-1 0 0,-1 0 1 0 0,1-1-1 0 0,0 1 1 0 0,-1 0-1 0 0,1 1 1 0 0,-2 6 26 0 0,1 0 0 0 0,0 0 0 0 0,0 0 0 0 0,2 11 0 0 0,1-5 31 0 0,1 0-1 0 0,1-1 1 0 0,1 1 0 0 0,0-1 0 0 0,1-1-1 0 0,0 1 1 0 0,16 24 0 0 0,-1 3 586 0 0,-12-25-458 0 0,-2 0 0 0 0,0 1 1 0 0,-1 0-1 0 0,-1 0 1 0 0,4 26-1 0 0,-8-36-91 0 0,0 1 0 0 0,-1-1 0 0 0,1 1-1 0 0,-2-1 1 0 0,1 1 0 0 0,-1-1 0 0 0,0 1-1 0 0,-1-1 1 0 0,1 0 0 0 0,-1 1 0 0 0,-1-1 0 0 0,0 0-1 0 0,0 0 1 0 0,0-1 0 0 0,-8 12 0 0 0,9-16-110 0 0,0 0 0 0 0,0 0-1 0 0,0 0 1 0 0,0 0 0 0 0,-1-1 0 0 0,1 1 0 0 0,-1-1 0 0 0,1 0-1 0 0,-5 2 1 0 0,-8 5-175 0 0,12-6 12 0 0,-1-1 0 0 0,1 1 0 0 0,-1 0-1 0 0,1-1 1 0 0,-1 0 0 0 0,0 0-1 0 0,0 0 1 0 0,1 0 0 0 0,-1 0-1 0 0,0-1 1 0 0,0 0 0 0 0,0 1 0 0 0,0-2-1 0 0,1 1 1 0 0,-1 0 0 0 0,0-1-1 0 0,0 0 1 0 0,0 1 0 0 0,-3-3-1 0 0,2-1-1258 0 0,3-12-922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2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4649 0 0,'0'0'645'0'0,"12"-8"3454"0"0,51-24-2238 0 0,97-35 0 0 0,-144 61-1939 0 0,-1-1 1 0 0,23-13-1 0 0,5-8-2946 0 0,-31 20 912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3153 0 0,'0'0'366'0'0,"0"-7"3414"0"0,0-9-2779 0 0,0-25 1900 0 0,0 41-2793 0 0,0 7 68 0 0,9 365 1175 0 0,-9-408-1423 0 0,10-69-1 0 0,-8 92 76 0 0,0 0 0 0 0,2 0-1 0 0,-1 0 1 0 0,2 0 0 0 0,0 0 0 0 0,0 1-1 0 0,1 0 1 0 0,0 0 0 0 0,13-17 0 0 0,-15 25 4 0 0,0 0 1 0 0,0 0 0 0 0,0 0-1 0 0,0 0 1 0 0,1 1 0 0 0,4-3-1 0 0,-7 5 6 0 0,0 0 0 0 0,-1 0 1 0 0,1 0-1 0 0,0 0 0 0 0,0 0 0 0 0,0 1 0 0 0,-1-1 0 0 0,1 1 0 0 0,0-1 1 0 0,0 1-1 0 0,0 0 0 0 0,0 0 0 0 0,0 0 0 0 0,0 0 0 0 0,0 0 0 0 0,0 0 1 0 0,0 1-1 0 0,0-1 0 0 0,-1 0 0 0 0,5 2 0 0 0,-4 1 4 0 0,0-1 0 0 0,0 1 0 0 0,0-1 0 0 0,0 1 0 0 0,-1 0 0 0 0,1 0 0 0 0,-1 0 0 0 0,2 4 0 0 0,1 3 14 0 0,1-1 2 0 0,-1 0 0 0 0,-1 0-1 0 0,0 0 1 0 0,0 0 0 0 0,-1 1-1 0 0,0-1 1 0 0,1 13 0 0 0,-1 68 130 0 0,-3-53-41 0 0,1-35-121 0 0,0-1 0 0 0,0 1 0 0 0,0-1-1 0 0,0 1 1 0 0,-1-1 0 0 0,1 1 0 0 0,0-1 0 0 0,-1 0 0 0 0,0 1 0 0 0,1-1-1 0 0,-1 1 1 0 0,0-1 0 0 0,1 0 0 0 0,-1 0 0 0 0,0 1 0 0 0,-2 0 0 0 0,3-1-44 0 0,0-24-12 0 0,1 1 1 0 0,1 0 0 0 0,0 0-1 0 0,2-1 1 0 0,1 2-1 0 0,1-1 1 0 0,0 1-1 0 0,2 0 1 0 0,0 0-1 0 0,1 1 1 0 0,18-28-1 0 0,-24 45 64 0 0,0 0 0 0 0,0 0-1 0 0,0 1 1 0 0,1-1-1 0 0,-1 1 1 0 0,1 0 0 0 0,-1 0-1 0 0,1 0 1 0 0,6-2-1 0 0,4-2 70 0 0,-13 5-54 0 0,0 1-1 0 0,0-1 0 0 0,0 1 1 0 0,0-1-1 0 0,0 1 0 0 0,0 0 0 0 0,0 0 1 0 0,0-1-1 0 0,0 1 0 0 0,0 0 0 0 0,0 0 1 0 0,0 0-1 0 0,0 0 0 0 0,0 0 1 0 0,0 0-1 0 0,0 1 0 0 0,0-1 0 0 0,0 0 1 0 0,0 0-1 0 0,0 1 0 0 0,0-1 0 0 0,0 1 1 0 0,0-1-1 0 0,1 2 0 0 0,0-1-9 0 0,0 1 0 0 0,0 0 0 0 0,0 0 0 0 0,-1 0 0 0 0,1 0 0 0 0,-1 0 0 0 0,0 0 1 0 0,0 0-1 0 0,1 1 0 0 0,0 2 0 0 0,2 7-20 0 0,-1 0 1 0 0,0 1-1 0 0,2 14 1 0 0,-5-25 21 0 0,3 23-640 0 0,-2 38-1 0 0,-1-42-3806 0 0,0-18 2152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22 3049 0 0,'3'-16'5508'0'0,"-2"11"-4029"0"0,-4 11-241 0 0,-3 10-1106 0 0,-146 424 2476 0 0,138-401-3304 0 0,14-75-103 0 0,3 3 769 0 0,0-1 0 0 0,2 1 0 0 0,2 0 1 0 0,1 1-1 0 0,1 0 0 0 0,2 0 1 0 0,1 1-1 0 0,1 0 0 0 0,25-39 0 0 0,-35 64 150 0 0,1 1-1 0 0,0-1 1 0 0,1 1-1 0 0,-1 0 1 0 0,8-5-1 0 0,-11 9-60 0 0,0 0-1 0 0,1 0 1 0 0,-1-1-1 0 0,1 1 1 0 0,-1 0-1 0 0,1 0 1 0 0,-1 1-1 0 0,1-1 1 0 0,0 0-1 0 0,-1 0 1 0 0,1 1-1 0 0,0-1 1 0 0,0 1-1 0 0,-1 0 1 0 0,1-1-1 0 0,0 1 1 0 0,0 0-1 0 0,0 0 1 0 0,0 0-1 0 0,-1 0 1 0 0,1 0-1 0 0,0 1 0 0 0,0-1 1 0 0,2 1-1 0 0,-1 2-47 0 0,-1 0 0 0 0,1 0-1 0 0,-1 0 1 0 0,1 1 0 0 0,-1-1-1 0 0,0 1 1 0 0,0-1-1 0 0,0 1 1 0 0,-1 0 0 0 0,3 7-1 0 0,0 0 12 0 0,8 21 24 0 0,12 50 0 0 0,8 22-54 0 0,-25-87 59 0 0,-1 0-1 0 0,5 22 1 0 0,-8-7-4891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94 3081 0 0,'-13'-1'6175'0'0,"17"-2"-3516"0"0,22-4-2388 0 0,-16 5 183 0 0,62-24 300 0 0,25-6-616 0 0,-21 11-3222 0 0,-67 20 942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76 105 4761 0 0,'-30'0'4302'0'0,"-16"0"-2123"0"0,47 1-2163 0 0,-1-1 0 0 0,0 1-1 0 0,0-1 1 0 0,0 1-1 0 0,1-1 1 0 0,-1 1 0 0 0,0-1-1 0 0,0 0 1 0 0,1 1-1 0 0,-1-1 1 0 0,0 1-1 0 0,1-1 1 0 0,-1 0 0 0 0,1 1-1 0 0,-1-1 1 0 0,0 0-1 0 0,1 1 1 0 0,-1-1 0 0 0,1 0-1 0 0,-1 0 1 0 0,1 0-1 0 0,-1 1 1 0 0,1-1 0 0 0,-1 0-1 0 0,1 0 1 0 0,-1 0-1 0 0,1 0 1 0 0,0 0-1 0 0,35 3 145 0 0,0-1-1 0 0,0-2 0 0 0,1-2 1 0 0,44-7-1 0 0,144-38 680 0 0,-69 12-399 0 0,-80 23-715 0 0,1 4 1 0 0,108 2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7170 0 0,'0'0'288'0'0,"-7"4"4574"0"0,18 239-3870 0 0,0-86-843 0 0,-3-63-143 0 0,14 126 63 0 0,-11-117-23 0 0,-10-90-53 0 0,-1-9-4 0 0,0 0 0 0 0,0 1-1 0 0,0-1 1 0 0,1 0 0 0 0,-1 0 0 0 0,1 0 0 0 0,0 0-1 0 0,1 0 1 0 0,2 8 0 0 0,-3-12 11 0 0,-1 0 0 0 0,0 0 0 0 0,0 1 0 0 0,1-1 0 0 0,-1 0 0 0 0,0 1 0 0 0,1-1 0 0 0,-1 0 0 0 0,1 0 0 0 0,-1 0 0 0 0,0 1 0 0 0,1-1 1 0 0,-1 0-1 0 0,1 0 0 0 0,-1 0 0 0 0,0 0 0 0 0,1 0 0 0 0,-1 0 0 0 0,1 0 0 0 0,-1 0 0 0 0,1 0 0 0 0,-1 0 0 0 0,0 0 0 0 0,1 0 0 0 0,-1 0 0 0 0,1 0 0 0 0,-1 0 0 0 0,1 0 0 0 0,-1-1 0 0 0,0 1 0 0 0,1 0 0 0 0,-1 0 0 0 0,1 0 1 0 0,-1-1-1 0 0,0 1 0 0 0,1 0 0 0 0,-1 0 0 0 0,0-1 0 0 0,0 1 0 0 0,1 0 0 0 0,-1-1 0 0 0,0 1 0 0 0,1 0 0 0 0,-1-1 0 0 0,0 1 0 0 0,0-1 0 0 0,0 1 0 0 0,0 0 0 0 0,1-1 0 0 0,-1 1 0 0 0,0-1 0 0 0,8-23 68 0 0,-8 22-94 0 0,45-144 23 0 0,3-7 65 0 0,70-294 1011 0 0,-117 445-1034 0 0,0 0-1 0 0,0-1 0 0 0,0 1 1 0 0,1 0-1 0 0,-1-1 0 0 0,0 1 1 0 0,1 0-1 0 0,-1 0 1 0 0,1 0-1 0 0,2-2 0 0 0,10-13 184 0 0,-14 7-1495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74 4881 0 0,'-5'-9'4273'0'0,"5"6"-4072"0"0,0 1-1 0 0,0 0 1 0 0,0-1-1 0 0,1 1 1 0 0,-1 0 0 0 0,1-1-1 0 0,0 1 1 0 0,0 0-1 0 0,0 0 1 0 0,0-1 0 0 0,0 1-1 0 0,0 0 1 0 0,1 0-1 0 0,-1 0 1 0 0,1 0-1 0 0,-1 1 1 0 0,1-1 0 0 0,0 0-1 0 0,-1 1 1 0 0,1-1-1 0 0,0 1 1 0 0,0-1 0 0 0,0 1-1 0 0,3-1 1 0 0,0-1-127 0 0,1 1 1 0 0,0 0 0 0 0,-1 0-1 0 0,1 1 1 0 0,0-1 0 0 0,0 1-1 0 0,0 1 1 0 0,10-1 0 0 0,-10 10-33 0 0,-1 0-29 0 0,-1 0 0 0 0,0 1-1 0 0,0 0 1 0 0,-1-1 0 0 0,0 2 0 0 0,0-1-1 0 0,-1 0 1 0 0,-1 0 0 0 0,0 1 0 0 0,0-1-1 0 0,-1 1 1 0 0,0-1 0 0 0,-1 1 0 0 0,0-1-1 0 0,-1 0 1 0 0,0 1 0 0 0,-5 14 0 0 0,6-24-20 0 0,1 0 1 0 0,-1 1-1 0 0,1-1 1 0 0,0 0 0 0 0,-1 1-1 0 0,1-1 1 0 0,0 1 0 0 0,0-1-1 0 0,0 1 1 0 0,0-1 0 0 0,0 1-1 0 0,0-1 1 0 0,0 1-1 0 0,0-1 1 0 0,1 0 0 0 0,-1 1-1 0 0,1-1 1 0 0,-1 1 0 0 0,1-1-1 0 0,-1 0 1 0 0,1 1 0 0 0,0-1-1 0 0,1 2 1 0 0,0-1 7 0 0,0-1 1 0 0,-1 0-1 0 0,1 0 0 0 0,0 0 1 0 0,0 0-1 0 0,0 0 1 0 0,0-1-1 0 0,0 1 1 0 0,0 0-1 0 0,0-1 0 0 0,0 0 1 0 0,0 1-1 0 0,0-1 1 0 0,4 0-1 0 0,6-1 66 0 0,-1 0-1 0 0,1 0 1 0 0,0-1-1 0 0,19-6 1 0 0,-20 4 56 0 0,1 1 0 0 0,-1 1 1 0 0,0 0-1 0 0,22-1 0 0 0,-23 1-2079 0 0,-6 1-400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47:54.03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9993 12898 256 0,'0'0'161'16,"0"0"-67"-16,-1-1 59 0,0 0 7 0,-1-1-111 0,1 0-7 15,1 1-19-15,-3-6 8 0,-1 1-8 0,1-2 7 0,-2-2-9 16,2 2 4-16,0 0-5 0,1 1 4 0,1 1-5 15,-1 0-2-15,0-2 1 0,0-2 6 0,1 3 5 16,-2-1 1-16,2 2 2 0,0 1 0 0,-1 0 6 16,0 1 2-16,0-2 1 0,0 1-3 0,0 2-11 15,0-2-1-15,0 2-5 0,-1-1-23 0,-5 1 6 16,-1 0-4-16,-1-4 8 0,0 1-2 0,-1 3-1 16,-1 0-3-16,-2 3 2 0,0 3 0 0,-1 2 1 15,0 3 2-15,-4-6 0 0,2 17-7 0,2 1 4 16,-3-1-3-16,4 1 3 0,-3-3-4 0,0 7 0 0,1-3 2 15,3 4-1-15,1 1-1 0,0 0 5 0,3 1-6 16,-4-3 6-16,5 1-8 0,-3-3 8 0,9 1 1 16,1-2 4-16,-1-2-1 0,-9 1 9 0,4-3 2 15,3 1 3-15,4 0 0 0,4-2 1 0,1 2-5 16,4-2 4-16,0 1-7 0,-4-1-2 0,12-3-1 0,7 0 0 16,-3 0 1-16,2-1 9 0,1-4-4 0,0 0 5 15,2-4-12-15,-2-3 5 0,3 2-8 0,3 13 4 16,-2-9-20-16,3-4-4 0,0-3-6 0,1-3-1 15,3-4-34-15,-2-2-20 0,0-1-7 0,1-4-7 16,-2-2-37-16,4 13-160 0,-1-18-87 0</inkml:trace>
  <inkml:trace contextRef="#ctx0" brushRef="#br0" timeOffset="5168.92">10969 12980 1518 0,'-1'0'40'0,"0"-1"76"16,-2 0-106-16,1 0 4 0,-4-2-2 0,4 2 4 15,-1 0-1-15,1 0-4 0,0 0-7 0,1-1 4 0,-1 2-3 16,1 0 22-16,1 0 0 0,1 0 6 15,2 2-12-15,18 5 0 0,6 2-9 0,3-1 5 16,5 1-15-16,0-2 2 0,0-2 3 0,2-1-2 0,-1-2-3 16,2 0 0-16,-1-1-7 0,0-1 5 0,3-1-13 15,2-2-5-15,2 0-5 0,-1-2-2 0,-2-1-35 16,5-2-127-16,-4 0-10 0,0-2-65 0,1 0-281 0</inkml:trace>
  <inkml:trace contextRef="#ctx0" brushRef="#br0" timeOffset="5770.05">12379 12703 1190 0,'0'0'44'0,"-1"-1"2"0,0-1 2 16,-2 1-13-16,-3-2-6 0,-2-2-11 0,1 1-2 15,-2 0 6-15,-2 0-6 0,-1 1-6 0,1 0-1 16,-4 1-1-16,3 1 3 0,-3 1 11 0,3 0-9 0,0 0 3 16,-1 1-5-16,0 1 4 0,0 3-9 0,-5 2 2 15,1 2-5-15,-1-7 6 0,-3 16-7 0,3 6 7 16,4-1-6-16,0 3 4 0,7 0 10 0,1-1-7 16,3-2 7-16,1 1-13 0,-9-4 12 0,4 0-6 15,4 0 7-15,3-1-7 0,3-2 12 0,1 0-4 0,2-2 6 16,1-2 4-16,-4 1-13 0,13 0 10 0,4-2-11 15,0 1 6-15,0-1-9 0,2-1-1 0,-3 0-2 16,3-2 3-16,1-3-4 0,0 0-2 0,2-3-2 16,1-1-17-16,0 12-19 0,2-7-14 0,3-7-5 15,3-3-77-15,0-6-116 0,2-4-41 0</inkml:trace>
  <inkml:trace contextRef="#ctx0" brushRef="#br0" timeOffset="6470.89">12938 12610 1053 0,'0'0'330'0,"-2"-1"69"0,1-1-162 15,-1 1-154-15,-9-5-44 0,4 3-39 0,1 0 6 0,3 2-9 16,2 1 6-16,-2 0-16 0,2 0 8 0,-2 0 2 15,-1 0 0-15,-1 1-7 0,2 2 6 0,-2 13-5 16,0 15 6-16,1 3-3 0,-1 6 6 0,0 3-1 16,-1 3 1-16,1 1-5 0,0 0 9 0,0-1-4 15,3-3 4-15,-2-6-12 0,3-4 11 0,-14-3-2 0,8-6 5 16,3 0-9-16,3-5 8 0,1-3-1 0,0-3 5 16,0-2-3-16,0-6-5 0,0-1 2 0,1 0-3 15,0-1-1-15,-1-1-14 0,0 1-4 0,2-1-4 16,-1 0-14-16,0 0-17 0,0-1-2 0,-1-1-7 15,0-1-10-15,0-2 27 0,0-25 4 0,0-4 9 16,-2 1 26-16,-1 0 7 0,1-2 3 0,0-2 0 0,0-1 2 16,1 0 1-16,0-2-2 0,1 3 1 0,0-1-3 15,0-1 8-15,0 5 0 0,1 1 4 0,2 2 4 16,0 5-7-16,2 0 0 0,1 3-2 0,0 2-1 16,0 4 7-16,1 1 3 0,-2 3 3 0,1 2 8 0,1 0-8 15,-3 1 0-15,8 3-1 0,-2-2 2 0,4 3 3 16,-2 0-5-16,6-7 2 0,-2 5-12 0,1 3 6 15,-1 3-3-15,-1 4 1 0,2 4-10 0,1 3 19 16,-2-4-5-16,-7 14 7 0,2 1-17 0,-4 4-8 16,-5 0-4-16,0 4 0 0,12-1-1 0,-10 1 11 15,-5-1 1-15,-3-7 4 0,-2-2 6 0,1-7-14 16,0-2 9-16,2-3-10 0,-1-1 10 0,1-1-10 0,-1 0 4 16,3-4-6-16,0 0 8 0,0 1-11 15,-1-1 2-15,1 0-4 0,0 1 5 0,0-1-12 0,0-1-2 16,0 0-4-16,-1 1 4 0,2-1 10 0,0 0-4 15,2-1 6-15,-1 1 3 0,6 0-3 0,9 3 2 16,4 2-3-16,-2 0-3 0,2 2 6 0,1 4 0 0,-1-10 1 16,-1 18-1-16,0-2 2 0,1 2-2 0,-4 1 2 15,1-4 14-15,-4 0 14 0,-2-3-1 0,0-1 4 16,-3-3-5-16,-3 1 1 0,-2 0 3 0,1-1-3 16,-3 1-9-16,6-1-16 0,-2 2 0 0,-4 2-3 15,-3 0 2-15,-7 2-3 0,-1-1-2 0,-21 0-2 16,-1-3-18-16,0-1-44 0,-7-1-15 0,-2-5-17 15,-6 1-133-15,-8 15-204 0</inkml:trace>
  <inkml:trace contextRef="#ctx0" brushRef="#br0" timeOffset="6953.8">10641 12713 936 0,'0'-1'94'0,"-1"0"207"15,0-1-283-15,-1-2-18 0,-1-4 3 0,-1 2-7 16,2 1 5-16,1 3 1 0,-2-2 1 0,2 2-1 16,1 1 1-16,-9 0 8 0,-9-10-4 0,-1 5 6 15,-3 4 7-15,-1 3 16 0,0 4 3 0,0 4 3 16,0 2 5-16,3 0-1 0,2-2-7 0,2 11 3 16,3 1-17-16,5-1-9 0,1 1 1 0,4 1-5 0,1 1-3 15,-11 1 1-15,8 2 1 0,3-1-2 0,5 0-2 16,4-3-4-16,3-1 1 0,-4 0-1 0,18-2 14 15,3-2 15-15,0-2 4 0,5-1 4 0,-3-1 12 0,-1 0-10 16,2-1-2-16,-2-1-3 0,2 2-15 0,-3-2-5 16,-1 1 1-16,-4-2-2 0,-4 2-1 0,-1 1-7 15,-2-2-2-15,-4 1-1 0,-2 0-1 0,-2-2 13 16,-3 0 0-16,2-2 4 0,-2 1 6 0,-1 1-20 16,-3 1 5-16,-6 3-12 0,3-1-1 0,-24 2-53 15,-2-2-9-15,-6-3-23 0,-2 0-123 0,-4-5-254 16</inkml:trace>
  <inkml:trace contextRef="#ctx0" brushRef="#br0" timeOffset="7538.68">10133 13598 680 0,'0'0'181'15,"-1"0"4"-15,0 0-1 0,-2-2-26 0,-6 0-42 16,-1 0-18-16,6 1-13 0,-1-1-4 0,1 1-6 16,3 1-31-16,-1-1-20 0,0 0-3 0,-1 1-5 15,2 0-13-15,0 0 0 0,1 0 0 0,1 0 1 16,1 0 6-16,14 0-2 0,8 0 3 0,3 0-3 15,4 0 2-15,2 0-1 0,2 0-1 0,1-1 1 16,2-1-2-16,1 0-5 0,2 0 1 0,4-1-3 0,-2 0-4 16,3-1-2-16,-1 1-4 0,-3-1 2 0,3 1-15 15,-5-1-14-15,-2 1-4 0,0-1-6 0,1-1-40 16,1 1-50-16,1-1-17 0,5 2-14 0,0-1-96 0</inkml:trace>
  <inkml:trace contextRef="#ctx0" brushRef="#br0" timeOffset="7871.76">12448 13551 1796 0,'-1'0'99'16,"0"0"-1"-16,-1 0-26 0,-2-2-6 0,-2 1-40 16,4 1-11-16,1 0-17 0,-2-1 4 0,1 0-9 15,1 1 1-15,0 0 5 0,1 0-3 0,1 0 4 16,0 1 8-16,12 4-9 0,12 3 4 0,1-1-5 16,5 0 12-16,5-1-4 0,-5-1 6 0,7-1-3 15,-3-1 18-15,-1-2-1 0,2 1 0 0,1-1-1 0,1 1-4 16,3-2-12-16,2 0-3 0,1 0-2 0,1 0-5 15,2-2-2-15,-3 0-8 0,0 0 0 0,-1-2-43 0,-1 1-51 16,0-2-27-16,1-2-12 0,3-1-129 0</inkml:trace>
  <inkml:trace contextRef="#ctx0" brushRef="#br0" timeOffset="36229.21">9867 15532 256 0,'0'0'187'0,"0"0"-81"16,0 0 60-16,-1 0 2 0,0-1-136 0,0 0-9 0,-1-1-17 15,1 1 2-15,0 0-3 0,0 0 9 0,0 0-15 16,0 0 6-16,-2-1-8 0,1 0 10 0,0 0 4 16,-1 0-7-16,-3-1 6 0,0-3 4 0,1 0 2 15,-4 0 5-15,0-1-2 0,0 0 13 0,-3 3-1 16,1 1-2-16,-2 0-1 0,-2-1-6 0,1 1-6 16,-4-2 6-16,1 4-7 0,-2 0-1 0,0-2-2 15,0-9-1-15,1 5 0 0,-2 3-9 0,-2 0 0 0,1 4 0 16,0 1 2-16,1 3 3 0,0 3 2 0,1 0 3 15,-1 2-1-15,2 1 4 0,0-1 4 0,0 1-8 16,0 0 8-16,1 1-10 0,-1-9-8 0,2 11 4 16,-1 0-5-16,-1-1-2 0,0-1 2 0,0 2 1 15,0 2 2-15,2-3 3 0,-3 1 2 0,4 0 1 0,-3 0 0 16,2 1 0-16,-1 0 15 0,1 3-7 0,0-1 8 16,2 1-6-16,-2 2-8 0,-1 1 2 0,5 0-5 15,-3 2 0-15,5 0 3 0,2 1-2 0,-1-1 2 16,3 0-3-16,3 1-3 0,1 0 0 0,-11 0 0 15,4-2 7-15,5 0-10 0,3 0 2 0,1-1-4 16,0 0 4-16,2 0-2 0,1-2 2 0,2-1-3 16,2 3-5-16,0-1 4 0,3-1 1 0,-1-1 2 0,2 1 2 15,-1-1 4-15,-7-2-4 0,15 1 3 0,-2-2-6 16,-1 2 2-16,3-1 2 0,2 0-2 0,2-2-6 0,3 0 2 16,-3 0-2-16,1-1 2 0,1 0 0 0,0-2 3 15,0-3-4-15,1-3 2 0,0-1-5 0,0-2 2 16,3 15 1-16,0-9 0 0,1-5 2 0,2-2 0 15,-1-2 1-15,2-1-1 0,-1 1-3 0,0-1 0 16,1-2 4-16,-2 0-1 0,0 0 0 0,-3 1-1 16,-1 0-6-16,-2 1 4 0,0-2 0 0,0 0-8 15,-1 1 8-15,0-2-8 0,-2 0 5 0,0-1-2 16,0 0-6-16,0-2 5 0,0 1-3 0,2-1 10 16,0-2-1-16,0-1 3 0,0 0 1 0,-3 8 0 15,0-15 1-15,1 0-1 0,-4 1-6 0,-1-1 6 0,-2-1-2 16,-2 0 3-16,-1-1 8 0,-3-3 3 0,-1 2 1 15,-1-3 0-15,-3-3 0 0,1 1 6 0,-3-5-1 16,16 0 0-16,-9 2-19 0,-4-1 12 0,-4 3-1 0,0 1 4 16,-2 1-4-16,0 0 1 0,-4 0-5 0,-2 2 5 15,-2-1 2-15,0 3-4 0,-2 0 2 0,11 2-3 16,-18 0 7-16,-5 0 2 0,4 2-2 0,-4-2 0 16,0 2-4-16,-3 3-1 0,-2 1 3 0,-1 4-5 15,-3-3-6-15,-1 6-8 0,-3 0-5 0,-2 0-2 16,-2 4-22-16,-2 1 0 0,-2-16 1 0,2 14 1 15,2 6 6-15,3 5-67 0,4 2-9 0,4-1-32 0,2 0-153 16</inkml:trace>
  <inkml:trace contextRef="#ctx0" brushRef="#br0" timeOffset="37496.39">8012 2925 1047 0,'-2'1'0'0,"-9"4"0"0,-8 5 6 16,1-1-1-16,3 14-10 0,0 6-2 0,-2 1-8 15,4 2 8-15,-1 1 4 0,-1-2-1 0,3 0 3 0,-2-2-2 16,-1 1 0-16,3-1 0 0,0 2 4 0,0 2 2 16,4-2 4-16,-2 3-2 0,-1 3 3 0,4-1 8 15,-1 2 2-15,3 2 2 0,3-1 6 0,-15-2-11 16,10-1 4-16,7-6-6 0,6 0 3 0,2-3-1 15,5-1-6-15,1-1 4 0,-8 0-13 0,18 1 2 16,-1-1-5-16,5 1 3 0,2 1 3 0,2-2-2 16,4 1 8-16,3-2-9 0,6-2-1 0,4 1 4 15,3-3-3-15,2-3 5 0,-3-2 3 0,-1-3-3 0,-1 0-5 16,-2-6 1-16,3-1-4 0,3 16 1 0,0-13 8 16,2-7-4-16,-2-2 6 0,-2-3 13 0,-6-1 0 15,-3 0 7-15,-3-2 14 0,-6-3 1 0,1 0 3 0,-4-3-1 16,0-1-3-16,0 11-10 0,-2-17-4 0,0-1 0 15,0-3-13-15,1-1 4 0,-2-1-8 0,-6 0 7 16,2-1-9-16,-5 0 2 0,0 0 0 0,-3 0 0 16,-5-1-2-16,-3-3 1 0,-1-2 2 0,-3-2-1 15,14-5-5-15,-10-1 4 0,-7 1 1 0,-4-1 1 16,-6 3 1-16,-4-1-3 0,13 2 0 0,-25 4-1 16,-4 0 4-16,-6 2 1 0,0 3-1 0,-6 1 1 15,0 2-5-15,-1 2-9 0,-4-1 0 0,-4 3-4 0,-1 3-10 16,-5 4-4-16,-2 2 1 0,0 4-3 0,0 4-6 15,4 0-22-15,3-15-10 0,5 14-4 0,3 8-41 0,0 4-65 16,0 6-16-16,-1 4-33 0,-5-14-199 0</inkml:trace>
  <inkml:trace contextRef="#ctx0" brushRef="#br0" timeOffset="38246.61">9383 4818 1076 0,'0'0'48'0,"-1"0"120"15,-1 0-177-15,1 0-4 0,0 0 3 0,0 1-2 16,0 2 3-16,-2 5 12 0,0 11-3 0,0 2 6 16,3 1-3-16,0-1-3 0,2 2 3 0,0-3-1 0,1 0 13 15,2-2-5-15,0-3 10 0,0-2-5 16,0-2 20-16,0-2 6 0,1-1 0 0,-4-2 4 0,11-2 13 16,1-2-6-16,4 1-2 0,1 8-2 0,2-5-3 15,8-5-18-15,2-7 7 0,8-7-12 0,3 9-4 16,3-31-5-16,4 0-10 0,3-8 5 0,2 0-14 0,4-3-17 15,3-2-4-15,4-6-7 0,3-4-31 0,2-7-26 16,-4-3-48-16,-2 2 2 0,-4 2-202 0</inkml:trace>
  <inkml:trace contextRef="#ctx0" brushRef="#br0" timeOffset="68740.37">8949 10027 421 0,'0'0'47'0,"0"0"4"0,-1 0 39 15,-1 0 5-15,1 0-28 0,-1 0-21 0,0 0-35 16,0 0-1-16,1 0-6 0,0 0-13 0,0 0-6 16,0 0 6-16,0 0-4 0,-1 0 9 0,1 0-3 15,0 0 0-15,1 0 0 0,0 2 5 0,0-1-5 0,0 0 3 16,0 0-2-16,0 0 18 0,0 1-18 0,0-1 6 15,0 0-13-15,1 0-12 0,0 0-15 0,1 0-10 16,-1 1-3-16,0-2-61 0</inkml:trace>
  <inkml:trace contextRef="#ctx0" brushRef="#br0" timeOffset="72542.64">8757 9992 834 0,'-1'0'26'0,"0"0"8"0,0 0 32 15,-1 0 5-15,-5 0-14 0,0 0-15 0,5 0-15 0,0 0-8 16,0 0 4-16,1 0-19 0,-1 0-4 0,0 0 6 16,-1 0-5-16,1 0 7 0,1 0-17 0,-1 0 0 15,1 0-7-15,0 0-1 0,0 1-11 0,1 1-7 16,0-1-2-16,0 0-37 0,1 0-247 0</inkml:trace>
  <inkml:trace contextRef="#ctx0" brushRef="#br0" timeOffset="73261.98">6930 8541 264 0,'0'0'49'0,"0"0"-6"0,0 0 25 0,0 0 0 15,0 0-13-15,0 0-20 0,0 0-31 0,0 0 7 0,0 0-11 16,0 0 7-16,0 0-10 0,0 0 0 0,0 0-5 15,0 0 0-15,0 0-9 0,1 1 1 0,0 0-5 16,0-1-17-16,2 0-15 0,-1 0-1 0,0 0-6 16,5 0-31-16</inkml:trace>
  <inkml:trace contextRef="#ctx0" brushRef="#br0" timeOffset="73559.32">8669 9957 503 0,'0'0'117'0,"-1"0"36"0,0 0-82 0,-1-1-77 16,0 0-5-16,0-1-11 0,-1 1-98 0,2 1-59 0</inkml:trace>
  <inkml:trace contextRef="#ctx0" brushRef="#br0" timeOffset="73793.59">6878 8425 1601 0,'-2'-2'-9'0,"-14"-7"-27"0,3 1 31 0,8 4-64 16,3 4-17-16,0-1-21 0,1 0-93 0,1 0-165 16</inkml:trace>
  <inkml:trace contextRef="#ctx0" brushRef="#br0" timeOffset="-90450.21">24518 2937 458 0,'0'0'77'15,"0"0"-35"-15,0-2 24 0,-1 1-2 0,0 0-60 0,1 1-5 16,-1 0 1-16,-1 0 6 0,2 1 1 0,0 2 7 15,-2 8-5-15,0 8-1 0,0 0 2 0,1 1 6 0,1 1 7 16,0 0-7-16,0 0 5 0,0 2-6 0,0-3 17 16,1 0-3-16,-1-4 7 0,2 0-10 0,-1-3 13 15,0-2-2-15,-1-3 5 0,1 1-4 0,0-3 0 16,1-2 2-16,-1 0-2 0,0-1 0 0,-1-1 2 16,0-1-6-16,5 2 5 0,9 4 1 0,1-3-11 15,5-3 0-15,5-3-6 0,1-4-13 0,2-5-2 16,0-3-2-16,1 12 0 0,2-21-6 0,3-1-1 15,0-2 1-15,-2-2-1 0,-2-1-10 0,-4 4-1 16,0-4-2-16,-1 3 2 0,-3 2 1 0,-1-2-1 0,-1 2 2 16,-1 3-1-16,-2 1-5 0,0 4-2 0,-1 3-5 15,-8 2 3-15,0 4 0 0,-4 2-31 0,-2 3-8 16,3-1-15-16,-2 0-100 0,0 2-55 0,-1 0-27 16</inkml:trace>
  <inkml:trace contextRef="#ctx0" brushRef="#br0" timeOffset="-90049.32">24577 4403 571 0,'0'0'402'0,"-1"0"-596"0,-1 0 501 15,1 0-295-15,-1 0 3 0,0 0-12 0,-1 0-5 16,2 1 2-16,0 0 9 0,0 2-6 0,-7 18 6 15,2-1-6-15,2 3 1 0,3 0 2 0,1-2 1 16,1 1 0-16,0-5 2 0,3-2 12 0,1-2-3 16,-2-4 7-16,2 0 4 0,-3-6 6 0,4 1 4 0,8 5 2 15,4-1 28-15,-1-4-24 0,8-5 4 0,0-6-12 16,3-6-9-16,7 4-1 0,2-21-4 0,5-5 1 16,0-4-10-16,3 0-12 0,3 0 2 0,9 0-6 15,-1 2-19-15,6 0-62 0,0 3-3 0,-6-1-33 16,-1 0-138-16</inkml:trace>
  <inkml:trace contextRef="#ctx0" brushRef="#br0" timeOffset="-89265.53">25380 8452 800 0,'-1'0'147'15,"0"0"44"-15,-1 0-90 0,1 0-99 0,-1 1-1 0,0 0-13 16,-2 5 12-16,-4 13-3 0,2 2 4 0,4 1-12 16,2-4 11-16,2-2 2 0,3-2 3 0,1-1 3 15,-1-2 30-15,-1-4-10 0,12-3 16 0,3 7-15 0,2-4 13 16,5-4-3-16,7-4 5 0,1-8-11 0,12-4-2 16,2-5-7-16,2 15 2 0,2-20-22 0,-5 0-6 15,0 0-4-15,-3 2-3 0,-1 0-15 0,-6 2-25 16,0 0 3-16,1 1-11 0,0-2 1 0,1-1-42 15,0-4-10-15,0-2-17 0,-2-3-99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48:17.62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3449 3295 647 0,'0'0'-16'16,"-1"0"16"-16,0 0-1 0,-1 0 6 0,1 0 7 15,0 0-8-15,0 0-8 0,0 0-5 0,0 1 4 0,-1 1 5 16,1-1 5-16,0 1 4 0,1-1 1 0,-5 10 5 16,1-2 16-16,0 1-3 0,1-1 7 0,-1 2-4 15,1-2 1-15,-1 2 2 0,0 0-2 0,2 1-7 16,0 1 2-16,1 1-10 0,-1 2 8 0,2-1-1 0,0 4-9 16,0-1 1-16,2 2-4 0,0-1 9 0,0 5-9 15,2 0 7-15,-1 0-10 0,2 4 1 0,-1-2 3 16,-2-1-4-16,0 2 3 0,2 0-8 0,-2 0 4 15,1 1-4-15,-1 0 4 0,-1 1-5 0,0-1 1 16,0 1 2-16,2 3 0 0,-2-1 3 0,0-2-4 16,-1-1 3-16,0-2-4 0,0 0 0 0,0-4 8 0,0-1-2 15,0-2 3-15,-1-5-7 0,0 0 0 0,0-3-4 16,1-4 3-16,-2 1-1 0,2-2 5 0,0-2-2 16,-1 0 3-16,1-1-4 0,0-1-12 0,0-1 3 0,0 2-8 15,0-1 1-15,0 0-3 0,0 1-3 0,0-2 2 16,0 0-10-16,0 0 9 0,0 0 0 0,0 1 2 15,0-2-8-15,0 0 3 0,0 0 2 0,0-2 2 16,0 1 15-16,0 0-8 0,0 0 1 0,0 0-4 16,0 0-4-16,0-2 7 0,0 2 0 0,0 0 4 15,0-2 0-15,0 1 4 0,0 0-6 0,0-1 6 16,0 1 1-16,0 1-6 0,0-1 5 0,1 0-5 0,1 1 7 16,-1 0 5-16,0 0-3 0,0 0 4 0,0 0-7 15,-1-1 11-15,0 1-5 0,0 0 7 0,0 0-5 16,0 0 5-16,0-1-2 0,0 1 2 0,0 0-3 15,-1 0-4-15,0 0 1 0,0 1-1 0,-2 0 4 0,1 0-1 16,-14 2 4-16,3 0-3 0,-1 2 2 0,-8 2-6 16,8-1 0-16,-5 2-1 0,-2 1 0 0,6-1 4 15,-5 2-5-15,4 0 4 0,-1 0-11 0,-2 3 8 16,4-2-9-16,-4-7 9 0,4 12-3 0,1 1-6 16,0 1 8-16,1-1-9 0,1 1 4 0,1 2 2 15,2-2-3-15,0 2 2 0,-2 2-3 0,4 2-2 16,-1 2 3-16,2 2-1 0,1 2 3 0,0 2 3 15,2 0-5-15,-1 1 3 0,2 1-8 0,1-5 9 0,-14 0-5 16,7-3 4-16,5-3-7 0,2 1 4 0,1-1 2 16,2-1 0-16,2 1 9 0,0-3-8 0,2 1 4 15,1 0-6-15,2 0 1 0,0 0 9 0,2 0-6 16,-10 2 6-16,13-2-8 0,1 2 2 0,4-4 1 0,2-2 0 16,1 0-2-16,4 1-2 0,-1-1 4 0,0-2-3 15,2-4 1-15,-1-3 8 0,2-3-5 0,0 0 7 16,-2 10-6-16,-1-6 7 0,-3-4 0 0,-1-4 5 15,3-1-1-15,-2-3-6 0,0-3 0 0,2-1-1 16,-2-2-1-16,-1-1 2 0,3-2-4 0,-1 0 2 16,0 0-6-16,-4 1 2 0,1 9 4 0,-6-13-1 0,1 0 4 15,-1 2 1-15,-7 0-3 0,0-4 3 0,0 0 2 16,0-1-10-16,3 0 1 0,-3-4-4 0,-3 0-2 16,-1-4 5-16,-1 0-5 0,2-3 4 0,-2 0-5 15,14-5 5-15,-6-1-4 0,-8-4 4 0,-3-1-8 16,-1-1 6-16,-4-2-4 0,-2 3 3 0,-2 2-6 0,0 6 3 15,-1 1 2-15,-3 3 0 0,1 3 5 0,9 3-1 16,-17 1 4-16,0 6-3 0,-2-2 0 0,-2 4 2 16,0 2-4-16,1 4 3 0,-4 2-14 0,0 4 6 15,-1-13-7-15,-4 8 7 0,-6 5-4 0,-2 7-13 16,-4 6 0-16,3 3-7 0,0 2-9 0,0 2-7 16,5 0-3-16,3-17-3 0,4 20-24 0,6 0-30 15,-1 0-7-15,5 2-13 0,0 0-78 0,5 1-22 0,1 3-23 16</inkml:trace>
  <inkml:trace contextRef="#ctx0" brushRef="#br0" timeOffset="568.86">3210 4817 240 0,'0'0'61'0,"0"0"-8"0,-1 0 67 15,0 0-2-15,0 0 1 0,-3 0-19 0,-2-1-23 16,-1-2 3-16,4 2-13 0,-2-2-25 0,0-1 1 16,2-1-12-16,-1-5 7 0,3 0-24 0,0 1 4 15,0 0-4-15,0 0 3 0,-6-1-9 0,1-1-7 0,2 2 5 16,1-2-5-16,1 3-1 0,2 0 6 0,0-3-6 16,2 1 6-16,0-3-9 0,0 3 7 0,3 1-3 15,0 1 7-15,-4 1-8 0,11-3 2 0,2 3-3 16,-1 2 3-16,6 2 8 0,-5 2-10 0,3-10 4 15,-4 8-5-15,-1 1 5 0,1 4-3 0,-1 1 5 0,-1 3-5 16,0-5 5-16,0 17 8 0,-3-1-4 0,-2-1 3 16,1-1-3-16,1-1 2 0,1-1 1 0,0-5 0 15,-4-1 1-15,0-2 3 0,1-3-4 0,-2 0 5 16,1-1-5-16,4 5 10 0,-2-2-6 0,3 1 5 16,-3-4-15-16,3 0 4 0,-1-1 1 0,1-2 1 15,1-3 3-15,0-1-7 0,0-1 1 0,-1 6-2 0,0-12 1 16,-3 0 4-16,1 2-5 0,0-1 4 0,-1 1-5 15,0 2-4-15,-2-2 1 0,1 4-3 0,-3-1-9 16,0 0 8-16,-1 2-7 0,4-2 7 0,-1-1-13 0,-2 2-16 16,1-1 4-16,-2-1-8 0,-1 3 5 0,-1-2-62 15,0 2 7-15,0 2-29 0,-1 1-16 0,0 0-81 16,0 1-8-16</inkml:trace>
  <inkml:trace contextRef="#ctx0" brushRef="#br0" timeOffset="1201.01">4044 4249 1056 0,'0'-1'21'0,"0"0"-2"0,-1-1 14 15,0 1 4-15,-1 0-7 0,1 0-19 0,0 0-18 16,0 0-1-16,0-1-4 0,0 2 15 0,1 0 0 16,0 2 1-16,0-1-1 0,0 1-2 0,-2 5 3 15,1 5-1-15,1 1 0 0,0 1-3 0,0 1 6 16,0-1-2-16,0 2 4 0,0 0-1 0,1 1 8 16,1 1-3-16,-2 1 5 0,0 0 2 0,0 3 6 15,0 2 0-15,0-2 3 0,-2 1 4 0,1-3-11 0,0-2 6 16,1-1-10-16,-1 0-1 0,1-2-7 0,0 0-3 15,0-2 1-15,0-3 3 0,0 1-8 0,0-4 3 16,1 0-5-16,0-1 4 0,0-1-1 0,1-2-1 16,-1 0 1-16,-1-2 4 0,0 0 0 0,2 1 4 15,2 1-4-15,0-1 1 0,2-1 12 0,0-1-1 0,2-2 4 16,1-3-2-16,-1 3 4 0,0-17-5 0,-1-3 5 16,3 2-10-16,-1 1-3 0,-1-4-2 0,2 5-1 15,-5-4-5-15,0 2-4 0,0 2 1 0,0-2-1 16,0 1-3-16,0 0-1 0,2 1 2 0,-2 0-1 15,-4 0 3-15,1 0 3 0,9 3-5 0,-5 2 4 16,-3 1-7-16,0 3-5 0,-2 1 6 0,-1 2-6 0,0 1-1 16,0 2-11-16,0 0-1 0,0 1-5 15,0-1-36-15,0 1-94 0,0 0-3 0,0 1-32 0,0-1-45 16</inkml:trace>
  <inkml:trace contextRef="#ctx0" brushRef="#br0" timeOffset="1617.67">4563 4509 810 0,'0'0'72'0,"0"-1"18"0,0-1 16 16,-2 0-49-16,1 0 19 0,1-1-19 0,-1-4-32 0,1 4 8 15,0 0-16-15,0 1 2 0,-1 0-7 0,0-1-2 16,0 2-1-16,-1 0-1 0,1 0-5 0,-1 1 1 15,-2 0-2-15,-11 5 1 0,0 3-1 0,-4-3 4 16,1 17-1-16,1 1 8 0,-2-3-6 0,0 3-2 0,1-3-1 16,3-4-7-16,1 1 8 0,2-3-4 0,-2-2 6 15,4-1-7-15,1-4 3 0,3-1 2 0,4-2 1 16,0-1-2-16,-3 3-5 0,3-2 2 0,-1 0-2 16,2 1 6-16,1 0-5 0,1 2-3 0,2 0 1 15,1 0 1-15,6 1-3 0,7 0 7 0,1 1-6 16,0-1 0-16,-4 0 6 0,2 2-3 0,-2-1 6 15,0-2-4-15,-1 1 8 0,-1-2-8 0,-2-1 8 0,-2 1-2 16,-3-2 3-16,-1 0 8 0,-1-1-4 0,-2 0-1 16,-1-2 22-16,0 0-13 0,1 1 15 0,-1 2-25 0,0 1-6 15,-2-2-4-15,-14 2 0 0,-10-2-10 0,1 1-8 16,-6 0-3-16,-1-1-4 0,0-1-21 0,-5 0-50 16,5 14 5-16,-2-8-22 0,2-3-16 0,3-4-29 15,-1-1-21-15,3 0-6 0,0 0-116 0</inkml:trace>
  <inkml:trace contextRef="#ctx0" brushRef="#br0" timeOffset="2001.82">3548 5154 956 0,'-1'-1'99'0,"-1"-1"-137"0,0-4 115 0,0 0-67 15,1 1-19-15,1 3-13 0,0 1 1 0,0-1-5 16,0 0 4-16,0 1 0 0,1 0 1 0,0 1 2 16,0 1 18-16,0 2-5 0,3 12 6 0,-1 2-5 15,0 1 11-15,-2 0 21 0,-1-2-5 0,0 1 11 0,-3 1 18 16,0 0 12-16,-2 2 0 0,1 1 1 0,-2-1-8 15,-1 5-17-15,0 1 4 0,1 1-10 0,-1 5 0 0,1-1-16 16,-1 5 1-16,1 0-6 0,0 1-7 0,0 3-2 16,1 0-1-16,-1 0 0 0,1-3 2 0,0-4 5 15,-1-4-4-15,1-1 3 0,1-4-7 0,0-3 4 16,1-1-3-16,0-1 2 0,0-1-7 0,-1 1 6 16,2 1-3-16,-2 1 2 0,1-2-6 0,-1 1 0 15,2-5-3-15,-1-1 0 0,2 0-28 0,1-1-19 16,0 0-41-16,0-4 1 0,0 1-208 0</inkml:trace>
  <inkml:trace contextRef="#ctx0" brushRef="#br0" timeOffset="2354.06">2947 6312 996 0,'-1'0'4'0,"0"0"4"0,-2-2-2 16,1 1-13-16,1 1 0 0,-1 0-5 0,1 0 3 0,1 0 6 15,0 0 7-15,1 0-2 0,1 0 8 0,15 5-3 16,1-2-5-16,3 1 4 0,1-1 5 0,1 0 30 15,1-1 1-15,1 1 10 0,1-2 23 0,3 0-23 16,2 0 2-16,1 0-12 0,-4-1-22 0,0 0-8 16,-1 0-1-16,-2 0-2 0,1 0-5 0,-4 0 5 15,-3 0-8-15,-1 0 6 0,-3 0-10 0,-2-1 7 16,-3 0 0-16,0 0 1 0,-2-2-17 0,-1 1 5 16,-2 1-6-16,-2 0 5 0,1-1-12 0,-3 2-26 15,0 0-19-15,-1-1-15 0,5-5-189 0</inkml:trace>
  <inkml:trace contextRef="#ctx0" brushRef="#br0" timeOffset="2523.23">3306 6481 1032 0,'0'0'23'0,"0"0"1"0,0 0-8 0,0 0 8 0,0 1-12 15,1 0 20-15,1 0-14 0,7 2-1 0,13 0-3 16,-1 0-4-16,2-3-14 0,-2-2-5 0,-1-1-4 15,0-3-24-15,-1-1-18 0,1-2-7 0,-1-3-7 0,0 4-53 16</inkml:trace>
  <inkml:trace contextRef="#ctx0" brushRef="#br0" timeOffset="4253.74">3443 3409 476 0,'0'0'11'0,"0"0"4"0,-1 0-4 0,0-1-11 16,0 1 2-16,-1 0-7 0,2 0-6 0,0 0 10 15,0 0-8-15,0 0 10 0,0 1-1 0,0 1 0 16,0-1 1-16,0 0 2 0,0 0 11 0,0 0 4 16,0 0 5-16,0 1 31 0,0-1 15 0,0-1 1 15,0 0 3-15,0 0-7 0,0 0-17 0,0 0-2 0,0 0-5 16,0 0-9-16,0 0-12 0,0 0-5 0,0 0-2 15,0 0-7-15,2 0 1 0,-1 0 2 0,0 0-2 16,0 0 5-16,0 0-5 0,0 0 4 0,1 0-5 16,0 0-4-16,3 0 6 0,6 1-1 0,2 0 3 0,3-1-2 15,0 0 1-15,2-1-1 0,1-1 2 16,3-2 5-16,4-1-8 0,0 2 3 0,4-2-5 0,2-1 1 16,1 2 3-16,3-1-3 0,1 1 3 0,0 1-1 15,0 0-6-15,-4 1 5 0,0 1-6 0,0 0 2 0,0 0-4 16,2-1 2-16,0 1-1 0,3 0 11 0,2 0-5 15,1 0 2-15,2-2-2 0,0 2 5 0,-1-1 3 16,-3-1-4-16,-3 1 2 0,0 1-8 0,-5 0 2 16,2 0 2-16,-2-1 0 0,1 2 3 0,-2 0-2 15,2 0-4-15,-1 0 2 0,-1 0-3 0,-4 2-7 16,-2-1 8-16,0 1-8 0,-4-1 0 0,0 0 10 16,0 2-8-16,-5-2 10 0,0 0-10 0,-2 0 4 15,-1 0-4-15,0 1 1 0,-1-2 2 0,-3 0-5 16,0 0 8-16,2 0-7 0,-4 0 8 0,1 0-7 0,0 0 4 15,-1 0-4-15,-1 0 1 0,0 0 1 0,0 0-1 16,-2 0 1-16,1 0 4 0,-1 0-3 0,0 0 1 16,-2 0-1-16,0 0 1 0,1-2 6 0,0 2-4 15,-1-2 4-15,6-7-14 0,-1-2 8 0,-2 1-4 0,0-1 7 16,0-1-3-16,-2-1-3 0,0 0 1 0,-1 0-2 16,1-1 2-16,-1 1-2 0,0-1 2 0,-1 1-2 15,1 0 4-15,-1 0-1 0,0 1-3 0,1 0 1 16,-1 0 0-16,0 1-6 0,0 1 5 0,1 0-5 15,-1 2 8-15,0 3-1 0,2 0 1 0,-2 0-3 16,0 0-8-16,0 2 8 0,0 1-6 0,1 0 6 16,0 0-10-16,0 1 11 0,0-1 0 0,0 1 4 0,1 1 0 15,-1 0-5-15,0 1 2 0,0 2-3 0,3 4 6 16,3 8 1-16,1 3-1 0,-2-3-1 0,0 2-5 0,0-2 8 16,0 0-6-16,-1 0 7 0,1 1-10 0,3 0 4 15,-2-1-2-15,2 3 2 0,2 0-2 0,-3-2 0 16,1 3 5-16,-1-1-5 0,2 0 5 0,-1 4 6 15,1-2-6-15,-2-2 6 0,1 5-9 0,-4-7 4 16,1 2 1-16,-1-3-1 0,-2-2-3 0,1-2 13 16,-2-2-6-16,0 0 8 0,0-3-10 0,-2-2 0 15,1-1-1-15,0 0 1 0,0-1-3 0,0 0 5 16,-1 1-5-16,0-1 5 0,0-1-1 0,0 1 5 0,1-1 0 16,1 0 0-16,-1-1-8 0,0-1-2 0,0 0-2 15,-1-2 1-15,2-9-6 0,3-9 3 0,-1 1 0 16,0-2 1-16,1-3-1 0,0 2 6 0,0-4-6 15,0 1 5-15,0 0-5 0,1 1-6 0,1 2 7 16,-1 0-7-16,2 2 5 0,0 1 1 0,-1 1-3 0,0 3 3 16,1 1 4-16,-1-2-4 0,-2 2 1 0,1 2-2 15,-1 2-2-15,0 3-4 0,-4 6 1 0,0-1-2 16,0 1 0-16,2 0 8 0,-2 2 0 0,2-3 3 16,3 1-6-16,-1 1 2 0,1 1 0 0,-3 1 1 15,3 3 3-15,-2 4-1 0,-1 9-2 0,2 1-1 16,-1 0-1-16,-2 0 0 0,0 1 6 0,1 2-3 0,-1 1 4 15,1 0-2-15,0 0-2 0,-1-1 0 0,0 1-1 16,2-4 1-16,0 1 0 0,-2-2 1 0,3-3 2 16,-1-2 0-16,0-3-2 0,1-2 2 0,-1 2 1 0,0-1-4 15,0-4-2-15,1 1 0 0,0-2 3 0,0-1-2 16,0 0 8-16,1 0-8 0,-1 2 1 0,1-1 3 16,0 0-1-16,0-2 3 0,0-1 0 0,-1 0 1 15,1-2-5-15,-1-2 3 0,1-10-2 0,-1-5 0 16,0-1-3-16,0 1 0 0,0-1-7 0,0 3 7 15,-2-2 2-15,1 2 0 0,2 1-7 0,-1 0 5 16,-1 0-3-16,2 2 3 0,-1 0-1 0,0 2-1 16,2 0-2-16,1 3 2 0,-3 2 2 0,-1 0 0 0,2 2 0 15,-4 2 0-15,1-1-3 0,0 3-8 0,4-4 9 16,-1 2-8-16,2-1 7 0,2 3 2 0,-3 1-4 16,2 1 5-16,-2 0 1 0,-1 2 1 0,5 3 0 15,-2 0 0-15,0-5-6 0,3 9 5 0,0 0-3 16,3 0 4-16,2 1-1 0,1-2 1 0,-2 1 0 0,1-2-1 15,2-1-4-15,0-1 1 0,2 0 2 0,2-2 1 16,0 0 1-16,1 0 6 0,0-3-8 0,2 13 7 16,2-5-5-16,-1-4-2 0,0-3 1 0,2-1-1 15,-6-1 3-15,1 0-1 0,3 0 5 0,-5 0-5 16,0 0-3-16,-3 0 3 0,-6 0-4 0,0 0 4 16,-1 0-8-16,-4 0 6 0,-1-1 1 0,-4 1 3 15,-1 0-4-15,0 0-5 0,1-1-3 0,-1 0-2 16,-1-1-26-16,0-2-55 0,2-8-11 0,-3-1-16 0,-5-1-66 15,-3 0-103-15</inkml:trace>
  <inkml:trace contextRef="#ctx0" brushRef="#br0" timeOffset="4753.45">4904 2179 1233 0,'0'-1'8'0,"0"0"-1"16,0-1 4-16,0 0-1 0,0-3-3 0,0 3-24 0,0 0 8 15,1 1-13-15,0 0 12 0,1 1-6 0,1 0 8 16,-1 1 2-16,-1 7 0 0,3 13 2 0,-2 3-1 15,2-1 4-15,-2 2-1 0,-1 0 8 0,0 2 6 16,0-1-1-16,15 2 3 0,-8 1 0 0,-3-1 17 16,-4 5-7-16,-1 1 8 0,0-2-15 0,-2 1-3 15,-2-1 3-15,-1-3-3 0,-1 1-10 0,2-1-3 16,-2-1-2-16,0 1 1 0,0-2 10 0,1-3-5 16,1 0-1-16,-1-7-2 0,1-1-6 0,2-3 4 15,1-4-2-15,0-3 2 0,1-3-22 0,-1 0 9 0,1-1-12 16,-2-1 7-16,1 1-61 0,0-1-135 0,1-1-30 15</inkml:trace>
  <inkml:trace contextRef="#ctx0" brushRef="#br0" timeOffset="5254.28">4921 2215 411 0,'0'-2'97'0,"0"0"138"0,-1-9-119 15,1 0-47-15,0-1-9 0,2-1-11 0,2 2-31 16,2 1 10-16,1 0-3 0,0 2 4 0,6 0-10 16,2 1 1-16,0 2-2 0,2 3 1 0,-1 0-1 0,0-9-11 15,-2 5 3-15,1 3-4 0,0 3 7 0,-1 2-4 16,-3 1 2-16,-3 3-3 0,-3-1 11 0,-1 11-7 16,0-1 6-16,7 0-7 0,-4 0 8 0,-2 0-1 15,-3 1-2-15,-2-2 1 0,-1 1-7 0,-2-1 9 16,-1 0-3-16,-3-1 3 0,-2 0-11 0,6 3-3 15,-10-2 5-15,-1 1-3 0,1-1-2 0,0-2 1 16,1 0-6-16,2-3 5 0,0-1 3 0,1-2-7 16,-2 1 1-16,3-1-3 0,-1 0 1 0,0 0 2 15,2-2 1-15,0 0 1 0,0 0 5 0,1-2-6 0,2 0 1 16,-1 3-4-16,1-2-1 0,2 0 3 0,0 3-2 16,-2-3 2-16,1 0-5 0,1 1 5 0,-1 1-1 15,-2 2 2-15,2-1-3 0,-1 3 8 0,3-2-2 16,0 4 3-16,1 3-5 0,2-2-2 0,2 1 3 0,2-1-1 15,-1-3 10-15,-3-1 8 0,11 0 1 0,2-1 2 16,1 0 3-16,1-1 4 0,0-2-8 0,2-1 4 16,-1-1-18-16,-1 0-7 0,2 0 5 0,-1 2-7 15,1-1 0-15,-5 1 7 0,1-2-6 0,-2-1 7 16,-4 6-12-16,2-1 3 0,-2-1-3 0,-4-4 3 16,1 0-6-16,0 1 5 0,-4-2-7 0,4 0 4 15,-2 0-19-15,2-2-6 0,-1 1-5 0,3-1-3 0,0-3-30 16,-2 2-103-16,1-1 1 0,0-5-43 0,0-2-81 15</inkml:trace>
  <inkml:trace contextRef="#ctx0" brushRef="#br0" timeOffset="5704.66">5548 2332 1236 0,'0'-1'4'0,"0"0"0"0,-1-2 1 0,1 2-5 0,0 0-2 16,-1-1-34-16,-1 1 14 0,1-1-10 0,0 2 11 15,0 2-2-15,-7 18 0 0,-6 16 8 0,-2 2-4 16,-1 3 18-16,14 5 19 0,-19-3-3 0,-3-2 10 15,-2-3 9-15,5-9-16 0,3-3 12 0,3-2-15 16,5-3 3-16,4-2-7 0,0-2 0 0,5-2-2 16,-8-3 5-16,5-2 12 0,3-3-2 0,1-4 7 15,1 2 8-15,0-3-11 0,0 1 3 0,0-2-7 0,8 5 3 16,9 2-9-16,-1-3-3 0,4-3-3 0,0-2-12 16,-1 0 2-16,0 0 0 0,-2 0 2 0,1 0-4 15,-3 0-2-15,2 1 3 0,-3 1-1 0,-1 0 10 0,-4 0-8 16,2 2 1-16,-3-1-2 0,-2 0 10 0,-3-2 0 15,0 1 2-15,-1 1-1 0,-1-1 5 0,3 7 2 16,-3 1 0-16,-3 3 0 0,-5 1-7 0,1 1-12 16,-18-1 2-16,1 3-6 0,-1-6 1 0,2-2-16 15,-2 0-10-15,4-1-1 0,-1-1-20 0,4-3-62 16,-1-3-4-16,5 7-27 0,2-3-69 0</inkml:trace>
  <inkml:trace contextRef="#ctx0" brushRef="#br0" timeOffset="7005.36">6399 3294 636 0,'0'0'13'0,"0"-1"-1"0,0 0 11 16,0 0-9-16,0-1 1 0,0 1-43 0,0 0 9 15,0 0-2-15,2 0 6 0,-1 0 5 0,0-1 2 16,0 1 3-16,0 0-1 0,0 1 1 0,1 0 7 15,-1 0-8-15,1 0 10 0,1 0 2 0,-2 0 16 0,0 0 10 16,0 0 2-16,0 0 36 0,0 0 5 0,1 0-6 16,-1 0 2-16,0 0-33 0,0 0-3 0,0 0-9 15,0 0 3-15,1 0-27 0,-1 0 2 0,0 0 1 16,0 0 0-16,-1 0 6 0,0 0-3 0,0-1 8 0,0 1-6 16,0-1 12-16,0 1-6 0,0-2-3 0,0 2 1 15,0 0 3-15,0 0 3 0,-1 0-4 0,0 0 3 16,0 0-9-16,-1 0-9 0,1 0 4 0,0 0-5 15,0 0-2-15,0 2 8 0,0-1-2 0,-1 0 4 16,1 1-12-16,0 1 10 0,-1 1-5 0,-2 5 8 16,2-3-7-16,-1 1 11 0,2-3-4 0,0 1 5 15,0 0-10-15,1-2 2 0,0 2-1 0,0-2 2 16,0 0 1-16,0 0 7 0,0-2-3 0,0 3 4 0,0-3-9 16,0 0 10-16,1 2-2 0,1-1 4 0,0-2 0 15,5 4-3-15,-1-2 5 0,2 0-5 0,-2-2 1 16,0 0-8-16,1 0 6 0,-3 0-5 0,1-1 3 0,0-1-3 15,-3 1-3-15,2-1 1 0,-1-7-2 0,-1-2-4 16,1 1 2-16,-2-1-1 0,6 1 5 0,-1-1-7 16,-3 2 3-16,0 0-4 0,-3 2 5 0,0 0 1 15,0 1 2-15,-1 2-1 0,-1 0-5 0,1 1 3 16,1 2-8-16,0-1 7 0,-2 0-4 0,0 1-1 16,-5-4-2-16,1 3 0 0,0 1-1 0,-1 1 1 15,1 0 4-15,0 1-2 0,0 1 1 0,3 0 2 16,0 0-5-16,2 7 3 0,0 2-1 0,-6-1 0 0,1 1 3 15,2-1-3-15,2 1-1 0,2 0 3 0,0-1-1 16,0-2 4-16,1 1 4 0,0-4-6 0,2 1 0 16,-1-1-3-16,3 1-2 0,-3-1 3 0,8-1 6 15,0 0-3-15,1-3 6 0,-1 6-6 0,1-1-3 16,-2-1 0-16,1-3 1 0,-1 0-1 0,-1 0 6 0,-1-2-6 16,2 0 10-16,-2-2-6 0,1 0 0 0,-1 0-2 15,0-3 3-15,-1 0 3 0,-5-2-6 0,3-6 5 16,-2 0 1-16,6 2-2 0,-2-2 1 0,-2 2-3 15,-2-1 0-15,-2 3 2 0,0 0 1 0,-2 0-1 16,-1 2-8-16,-1 0 2 0,-1 1 3 0,4 2-2 16,-8 0 1-16,0 2 6 0,1-1-6 0,-2-4 6 0,3 3-9 15,-1 0 5-15,1 2-2 0,-1 1 4 0,2 1-7 16,-1 0 3-16,1 1-3 0,0 1 3 0,-1 2-8 16,4-2 8-16,-1 3-5 0,2 5 5 0,-1 1-11 0,-3-3-6 15,2 0-4-15,0-1-3 0,2-1-26 0,-1-1-66 16,2 0-41-16,0-2-15 0,1 0-177 0</inkml:trace>
  <inkml:trace contextRef="#ctx0" brushRef="#br0" timeOffset="21317.98">8114 3534 256 0,'0'0'3'0,"0"0"9"0,0 0 9 0,0 0-4 0,0 0-3 15,0 0-14-15,0 0 9 0,0 0-1 0,0 0 8 16,0 0-2-16,0 0 3 0,0 0-4 0,1 0 3 0,-1 0 6 16,1 0 5-16,0 0 8 0,-1 0-3 0,2 0 18 15,-1 0-13-15,-1 0 0 0,0 0-4 0,0 0 5 16,0-1-4-16,0 0 1 0,0-1-4 0,0 1-10 0,0-1-5 16,0-2 4-16,0-6-5 0,0 2-9 0,0 1 8 15,0-3-6-15,0 4 7 0,0-1-14 0,0 2 7 16,0 0-7-16,0-1 6 0,0 2-7 0,0-1 5 15,0 2 0-15,0 2 2 0,0-3 8 0,0 2-17 16,0 0 7-16,0-1-10 0,0 2 5 0,0-1 0 16,0-1 0-16,0 1 1 0,0 0-2 0,0 0 7 15,0 1-7-15,0 0 7 0,0 0 0 0,0 0 5 16,0 0-1-16,0-1-1 0,0 1-9 0,0 0 7 16,0 0-1-16,0 0 5 0,0 0-2 0,0-1-4 0,0 1-2 15,0 0 0-15,0 0 4 0,0 0-4 0,0-1 3 16,0 1-5-16,0 0-1 0,0-1 3 0,0-1 4 15,0 2-1-15,-1-5-1 0,-1-1-5 0,1 1-2 0,0 1 0 16,1-1 6-16,0 1-6 0,0-2 4 0,0 2-6 16,0-1 2-16,0 0 2 0,0 2-1 0,0 0 1 15,0-1 0-15,0 3 5 0,0-1 0 0,0 0 1 16,0 1-5-16,0 0 4 0,-1-1-4 0,1 2 3 16,0 0-4-16,0 0 0 0,0 0 3 0,0-1-2 15,0 1 4-15,0 0-2 0,-1-1-4 0,0-1 2 16,-1 1-1-16,1 0-4 0,0-1 4 0,0 1-3 15,0 0 10-15,-1 0-9 0,1 0 2 0,0 1-4 0,1 0 15 16,0-1-10-16,0 1 6 0,-1 0-6 0,1 0 11 16,0 0-5-16,-1 0 0 0,0-1-2 0,-1 1 2 15,2 0 11-15,0 0-3 0,-1 0 3 0,0 0-15 0,0-1 6 16,0 1-1-16,0 0 2 0,-1 0-6 0,1 0 4 16,0 1 0-16,0 0 3 0,0 0 1 0,-1 0-4 15,2 0 0-15,-1 0-1 0,0 0-8 0,1 0 6 16,0 0-1-16,0 1 4 0,0 0-6 0,0 0 4 15,0 2-6-15,0 2 4 0,-1 7-4 0,1 0 3 16,0 1 1-16,1 0 0 0,1 2-9 0,2 0 9 16,-2 2-4-16,1 0 6 0,-2 0-7 0,1 3-2 15,2-2 2-15,0 3-1 0,0-4 7 0,-2 0-3 0,2 0 2 16,-2-2-2-16,1 1 7 0,-1 2-11 0,0-3 5 16,-1 0-6-16,2 4 3 0,-1-2 2 0,1 1-2 15,-1 0 3-15,-1-2-5 0,-1 1 1 0,0-2 1 16,0-1 2-16,0 0 1 0,0-2-3 0,0 0-2 15,0-3 2-15,0 0 5 0,0-4-3 0,0 0 0 0,0 0-2 16,0-2 3-16,0-1-5 0,0 1 5 0,0-2-4 16,0 0 3-16,0 2 1 0,1-1 1 0,0 1-1 15,1-1-3-15,-1 0 1 0,0 1 0 0,0-2 1 16,0 0 0-16,0 0 2 0,1 0-5 0,-1 0 2 16,0 1-4-16,-1-1 2 0,1 0 3 0,-1 0 0 15,0 0-1-15,0 0-1 0,0 1 1 0,1-1 0 0,-1 0 6 16,0 0-6-16,0 0-1 0,0 1 0 0,0-1-11 15,0-1 4-15,0 0-1 0,0 0 2 0,0 0-7 16,0 0 1-16,2 0 0 0,-2 0 0 0,0-1 0 0,0-1-11 16,0 1-1-16,1 0-2 0,0-1 0 0,0-1-48 15,0 1-15-15,0 0-17 0,1-1-98 0</inkml:trace>
  <inkml:trace contextRef="#ctx0" brushRef="#br0" timeOffset="21701.95">8172 3861 342 0,'0'0'145'0,"-2"0"27"0,1 0-53 0,0-1-66 16,0 0-15-16,0-1-16 0,-1 1-15 0,1 1 7 16,0 0-9-16,0 0 10 0,0 0 8 0,-2 0 0 0,1 0 3 15,0 0 0-15,-5 3-7 0,-3 1-2 0,1-3-1 16,1 16-5-16,-3 2 12 0,0 2-11 15,0 1 11-15,-3 2-11 0,-1-1 7 0,1 3 1 0,-1 2-1 16,0-1-9-16,-2 3 5 0,1-1-3 0,-2-2 4 16,1 0 4-16,0-2-11 0,2-2 5 0,2 0-7 15,-1-1 5-15,3-2 1 0,-1 0-1 0,3-2 0 16,0-3-1-16,0-2 1 0,3 1-2 0,2-2 1 0,0-2-1 16,3-1-5-16,-2-3 6 0,-1-2-6 15,1 2-1-15,-1 0-4 0,2-1-1 0,0-2-3 0,2 0-16 16,0-2 15-16,0 1-11 0,0 1 11 0,0-1-11 0,0 0 6 15,0-1-2-15,0 1 1 0,0-1-14 0,2-1-15 16,-1 0 2-16,0-1-7 0,0-1-9 0,4-5 17 16,4-8-8-16,1-3 11 0,-2 1-7 0,-1 0 10 15,0-2-7-15,0 3 2 0,0-3-70 0,0 2-34 16,0-2-6-16,1-1-9 0,1 1-47 0</inkml:trace>
  <inkml:trace contextRef="#ctx0" brushRef="#br0" timeOffset="22068.1">8156 3881 208 0,'0'0'81'0,"0"0"-6"0,0-1 64 0,-1 0-17 15,0-1 1-15,0 1-35 0,0 0-17 0,-1 0 0 0,1 0-10 16,0 1-22-16,0 0-15 0,1 0 0 0,0 0-6 16,0 0-14-16,0 0 6 0,0 0-8 0,0 1 7 15,0 0-10-15,0 1 4 0,0 0-1 0,0 6 4 16,2 4 1-16,1-2-2 0,0 3 1 0,3 0-2 15,0-1 1-15,2 1 1 0,-6 2 2 0,13 0-1 16,0 3 6-16,0-2-6 0,-1 0 2 0,3 1-2 16,-2 0 3-16,1 0-2 0,1 1 10 0,-3-3-4 0,0 2 38 15,0-3-22-15,-1 0 9 0,-1-1-13 0,1-1 6 16,-1 1-16-16,1-2 3 0,-1 1-8 0,1 2 1 16,0-2-4-16,0 1-5 0,0 0 2 0,1 1-10 0,2-1 2 15,-3 1 5-15,2-1-1 0,-3-1 8 0,-1-1-5 16,1 1-5-16,-4 1 1 0,1 0-1 0,-1-2 4 15,-2-1 6-15,-2-3-4 0,3 2-5 0,-5-1 3 16,3-1-4-16,-2-1 2 0,-1-3-5 0,1 0 1 16,-1-1-7-16,0 0 3 0,1 1-24 0,-2-2-17 15,0 0-16-15,0 0-3 0,0 0-80 0,-1-1-112 16,0 0-28-16</inkml:trace>
  <inkml:trace contextRef="#ctx0" brushRef="#br0" timeOffset="22584.73">7766 4383 905 0,'0'0'-7'0,"-1"0"1"16,-1 1-32-16,1 0 10 0,0 1-10 0,0 0 32 0,-3 10 1 15,2 1 0-15,1 0 1 0,1 2-1 0,0-2-1 16,1-2 3-16,0 0-1 0,2 1 18 0,-1-3 1 16,0 1 8-16,2 0 0 0,-3-5 48 0,1 0-7 15,2 1 7-15,-2-3-9 0,2 2-2 0,0 2-6 16,2 1-5-16,-1-2 0 0,-1 3-7 0,3 2-14 15,0-1 0-15,1 5-5 0,0-1-2 0,0-1-9 16,3 1 2-16,-2 0-6 0,2-1-2 0,1 0 0 16,-1 1 4-16,2-2-3 0,-1-1 3 0,0 1-8 15,0 0 3-15,-1 0-2 0,0-2 9 0,3-2-1 0,0 2-6 16,0-2 2-16,-2 0-8 0,0-1 11 0,-3 0-3 16,2-2 5-16,-2 0-10 0,0-2 0 0,-1 2 2 15,-2-3-2-15,-4 2 4 0,3-2-6 0,-1 1 4 16,-2-1-4-16,5-1 4 0,-6 0-6 0,-1 1 3 0,0-1-4 15,0 0-1-15,2 1-3 0,0 1-5 0,1-1 2 16,-1 0-5-16,1 1-1 0,-1-2 1 0,0 0-2 16,1 0-6-16,1 0 1 0,2-1-8 0,7-2 5 15,-2-2-18-15,-1-1-36 0,6 3-14 0,-3-11-12 16,2-1-86-16,0 0-28 0,-1 0-26 0</inkml:trace>
  <inkml:trace contextRef="#ctx0" brushRef="#br0" timeOffset="22952.79">8556 4285 956 0,'0'0'30'0,"-1"-1"30"0,0 0-14 0,0 0-11 15,-1 0-12-15,1 0 2 0,0 1-29 0,0 0 20 16,0 0-9-16,-1 1 13 0,0 0-10 0,-1 1 7 15,-4 2-2-15,-2 11 1 0,2-1-19 0,0 0 11 0,0 2-5 16,-2-2 8-16,-1 2-9 0,1 2 6 0,-2-1 6 16,0 5-1-16,-1-1 2 0,-2 1 7 0,-2 5-3 15,0 1 5-15,-1 3 5 0,0 1-6 0,0-4 1 16,-3 0-3-16,2-4 3 0,0-2-13 0,0 0 4 0,4-2-6 16,0 0-3-16,1-2-1 0,3-2 1 15,2 1-1-15,-2-3-3 0,2 0-1 0,1-2-4 0,0 0 2 16,2-2 3-16,4-2-2 0,-5 1 0 0,2-3-1 15,2-2 4-15,0 1-12 0,-1 0 2 0,2-2-7 16,0 1 2-16,0-2-12 0,0 0 6 0,-1 1-9 16,2-2 3-16,0 0-20 0,0 0-12 0,0 0-4 15,0-1-46-15,2 0-54 0,-1-1-17 0,0-3-21 0,5-15-128 16</inkml:trace>
  <inkml:trace contextRef="#ctx0" brushRef="#br0" timeOffset="23386.9">8176 4300 1156 0,'-1'-2'4'0,"-1"1"-1"0,-5-4 4 0,0 1-5 0,5 4-2 15,0-3 0-15,0 1-3 0,-1 0-6 0,2 1-3 16,-1-1-2-16,-1 1-3 0,2 0-3 0,0 0 9 16,0 0-7-16,0-1 9 0,0 0 9 0,-1 0-2 0,2-1 5 15,-1 1 6-15,0 0 21 0,1 1-7 0,-1-5 13 16,0 1-3-16,0 0 14 0,1 3 4 0,-2-2 2 16,2 3 11-16,-1-2-32 0,0 0 1 0,1 2-13 15,-1-1-6-15,0-1-9 0,-1 1 2 0,1 1-4 16,0 0-1-16,0 0 0 0,0-1-1 0,0 2 2 15,-1 0 3-15,1 2-6 0,0 0 0 0,-1 3-1 16,-4 10-1-16,2 1 4 0,2 1-3 0,1 0 2 0,1 1-6 16,0-1 6-16,0-1 1 0,-1-1 1 0,1 1-6 15,0-1 9-15,0 0-6 0,0 0 8 0,0 2-10 16,0-2 4-16,-2-1-2 0,1-3 4 0,-1-1-1 0,0 1-4 16,-1-2 7-16,2 0-8 0,0-3-3 0,1-4-9 15,0 0-4-15,0 1 0 0,0-2-3 0,-1 1-45 16,-1 1 2-16,1-2-21 0,0 0-48 0,0 0-101 15,0-1-52-15</inkml:trace>
  <inkml:trace contextRef="#ctx0" brushRef="#br0" timeOffset="23786.58">7945 4447 424 0,'0'0'182'0,"0"0"-198"0,-2 0 208 0,1 0-98 16,0 0-14-16,0 0-33 0,0 0 4 0,0 0-15 16,-1 0 0-16,1 0-15 0,0 0 1 0,0 0-7 15,0 0-15-15,1 0 2 0,0 0-2 0,0 0 2 16,0 0 9-16,0 0-7 0,0 1 1 0,1 0-4 16,0 0 10-16,0 0-6 0,0 2 7 0,1-1-8 15,2 5 8-15,2 1 8 0,-1 0 0 0,1 2 1 16,0-1-12-16,-1-1 9 0,1 1-4 0,0-2 7 15,-3 1-12-15,4-2 1 0,-2 0 1 0,0 0 0 0,0-3 1 16,0 3-3-16,0-1-2 0,-1-2 1 0,0 0 7 16,-1-1 6-16,-1-1-2 0,3 3 4 0,0-2 3 15,-3-1-7-15,4 2 5 0,-4-3-7 0,4 1-12 0,3-1 6 16,1-1-3-16,3-3 4 0,1-1-5 0,-2 1-6 16,-3-1 1-16,1-1-2 0,-1 0 7 0,2-1-1 15,2-1-5-15,1 0 1 0,-1 1-8 0,-2 0-1 16,-2 2 2-16,-1 0-2 0,-2 2 7 0,1-2-18 15,0 3 6-15,-1-7-13 0,0-1-12 0,0-1-13 16,-1-2-24-16,2 0 0 0,-1 0-109 0,3-2-168 16</inkml:trace>
  <inkml:trace contextRef="#ctx0" brushRef="#br0" timeOffset="24686.59">9212 4181 1103 0,'1'-1'-4'0,"1"-1"-5"0,-1 1 2 15,1-1-8-15,3-4-3 0,1-2-5 0,3 1-22 0,0 3 12 16,-3-1-2-16,-3 2 7 0,-2 2 14 0,-1 0 14 16,0-1 7-16,2-1 3 0,-1-1 23 0,1-2 13 15,-2 1 0-15,0 0 6 0,-3-2 20 0,-1-1 11 16,-4 2-2-16,-8-1 2 0,0 1-15 0,-2 1-26 16,3 0-4-16,-4 1-8 0,2 3-20 0,0-2 2 15,-2-9 0-15,2 8-1 0,-1 3-9 0,1 2 0 16,2 3-7-16,-3 5 4 0,3 1-1 0,1 0-2 15,0 12 5-15,0 0-4 0,1 1 5 0,2-3-2 0,1-2 1 16,2-1-1-16,3-1 1 0,0-2 3 0,1-2-2 16,2 0 2-16,1-1 0 0,-6-1-5 0,1 0 1 15,2-1-3-15,2-1 4 0,1 0 0 0,1 0-1 16,0-3 0-16,1 1 9 0,0-1-2 0,0-2-2 16,-1-1 0-16,3-1-5 0,7 6 6 0,2-1-2 0,0-2 2 15,0-2-7-15,1-2 3 0,1-3-1 0,1-1 2 16,1-3 4-16,0-2-9 0,0 0 7 0,-1-2-7 15,2 9 7-15,-1-11-5 0,-3-1 0 0,-2 0-2 16,-2 0-1-16,2 2 9 0,1 0-4 0,-3 2 6 16,0-1-13-16,-3 3 6 0,-2-2-5 0,-1 6 4 15,0 0 1-15,-1 3-1 0,0 0 7 0,1 0-6 16,-1-2-2-16,0 1 1 0,1 1-2 0,-2 0 3 0,0 1-1 16,0 1 6-16,-1 0-6 0,0 2 6 0,2 14-4 0,-2-1-5 15,-2 2 3-15,-1-2-4 0,-1 2 5 0,1 1-4 16,-2-1 3-16,3 0-4 0,1 0 12 0,-1 1-8 15,2 1 4-15,0 1-5 0,0-1 4 0,0 1-2 16,0 3-4-16,0-2 3 0,0 6 5 0,0-3-5 16,0 0 3-16,0-2-4 0,-1-3-3 0,0-1 7 15,0-1-2-15,1-4 4 0,-1 0-1 0,-2-2-7 16,1-3 9-16,0 0-8 0,-2 1 7 0,1-2-1 16,-1-2 0-16,0-1 0 0,1-1-2 0,-10-1 5 15,1-1-2-15,0 6 4 0,-3-1 3 0,1-3 1 0,1-3-5 16,0-1 5-16,0-1 1 0,6 0-6 0,-1-3 3 15,0-1-4-15,2 2 0 0,0-3-4 0,4-6 0 16,-1 0-2-16,1-2-2 0,-7 1 3 0,1-1-4 16,3-2 3-16,2-1 0 0,3 2-10 0,1 0 7 0,3 0-9 15,1 0 17-15,3 0-7 0,1-1 1 0,-2 5-2 16,2 1 7-16,5 1-2 0,5 3 2 0,-4-1-5 16,0 1-7-16,3 4 7 0,-4-3-4 0,0-4 4 15,1 2-2-15,1 2-15 0,-2 2 6 16,2 0-7-16,-1 2 5 0,-3 0-5 0,2 1-6 0,-4-1 2 15,-2 0-13-15,0-1-55 0,0 0 13 0,-2 0-28 0,1-1-1 16,0 0-21-16,0-1-32 0,-1 1 8 0,1-1-65 16,0 0 117-16,0-1-11 0,1 0 36 0,0-1-80 15</inkml:trace>
  <inkml:trace contextRef="#ctx0" brushRef="#br0" timeOffset="25354.55">9517 4509 554 0,'0'0'272'0,"-1"0"-334"16,-1-1 323-16,1-1-168 0,0 1-14 0,0 0-23 15,0 0-10-15,0 0-3 0,-1 0-31 0,1-1 10 16,0 1-9-16,0 0 6 0,0 0-26 0,-1 1 6 0,1 0 1 16,0 1 0-16,0 0 0 0,1 0 3 0,-6 15-4 15,1-1 3-15,-1 1 3 0,1 1 10 0,0-2-5 16,0-1 4-16,1 2-18 0,0-1 9 0,0-2-3 15,2-3 5-15,0 0-4 0,1-1 8 0,-1-1 0 16,2-2 2-16,0-1-2 0,0 0-2 0,0-2 5 0,0 0-5 16,0-1-3-16,0-1 5 0,0 0-12 0,0 1 10 15,0 0-12-15,0 0 7 0,0 1 10 0,0-1-3 16,0-1 15-16,0 0-11 0,0 0-1 0,0 1-3 16,0-2-3-16,0 0-7 0,0-2 6 0,0 1-7 15,0-1 2-15,0-6-4 0,0-6-1 0,2-1 1 16,-1 3 5-16,2-4-9 0,0 2 3 0,1-2-5 0,2-3 13 15,-1 4-5-15,0-1 1 0,-1 6-2 16,0 1-2-16,-1 4 0 0,0 0 1 0,-1 1 0 0,0 1 7 16,1 0-12-16,-1 1 7 0,0 1-9 0,1 0 14 0,2 0-7 15,-2 1 2-15,-2 0-5 0,2 1 1 0,7 14 8 16,-2 6-2-16,-2 3 5 0,-3-2-6 0,-2-2 1 16,-1-3 0-16,0-5 2 0,0 0 0 0,0-4 0 15,0 1-2-15,0-3 1 0,0-2 0 0,0-1 4 16,0-1-7-16,0-1 5 0,0 0-7 0,0 1 6 15,1 0 1-15,0 0 1 0,0-1-7 0,2 1 2 16,-2-1 1-16,1-1 1 0,1 0-2 0,-1-1 2 16,1-2-3-16,2-10 1 0,-1-4 0 0,2-1-3 0,-1 3 4 15,-1-2-3-15,1 2 8 0,-1 2-7 0,-1 0 1 16,-1 3-3-16,3-2 0 0,-3 0 2 0,0 4-4 16,4 2 4-16,-2 2-1 0,1 3 4 0,-1-1-1 15,-1 1 3-15,0-2-6 0,0 2-2 0,-1 0 3 0,1 0-2 16,0 1 9-16,1 0-6 0,0 2 5 0,-2 9-5 15,1 11 1-15,12 6 0 0,-7-3-5 0,-2 2 3 16,-1 0 2-16,-3-7-2 0,1-1 3 0,-2-6-3 16,0-3 1-16,0-1-7 0,0-2 7 0,0-1-8 15,1-3 4-15,-1 1-9 0,-1-3-2 0,1 1-2 16,0 0-7-16,0 1-7 0,2-2-5 0,-1 0-2 16,0 0-45-16,1-1-24 0,4-1-11 0,0-2-3 15,1-3-60-15,0-8-92 0</inkml:trace>
  <inkml:trace contextRef="#ctx0" brushRef="#br0" timeOffset="25921.24">9964 4089 1137 0,'-2'-1'35'0,"1"0"-16"16,0-1 37-16,0 1-10 0,0 0-8 0,0 0-14 15,-1 0-7-15,1 0 0 0,0-1-12 0,0 1 2 0,0 0 5 16,0 1-4-16,-1 0 7 0,1 0-13 0,0 1 5 16,0 0-7-16,0 2 3 0,-2 6-2 0,1 5 2 15,0 3-1-15,0-2 8 0,1 0-7 0,1-1 6 16,0-1-5-16,0 0 8 0,0 1 2 0,0-1 0 0,1 1 1 16,1 1 3-16,-1 0 0 0,1 1-5 0,0 1 4 15,2 0-10-15,0 2 1 0,-1 0-3 0,1 0 2 16,-1 1 0-16,1 1-3 0,-1-1 8 0,0-1-7 15,-1-2 0-15,0 0-2 0,2-1 1 0,-1-1 1 16,1 0 1-16,-2-5 0 0,2 3-1 0,-2-4 0 16,0-1-5-16,0-3 4 0,0 0-1 0,-1-2 4 15,-1-2 1-15,0 0-3 0,2 1 2 0,3 2 0 0,5 1 15 16,-1-4-8-16,4-1 1 0,-4-1-3 0,3-4 8 16,0-3-12-16,-4-2 3 0,4-12-5 0,0 0 8 0,2-1-6 15,2 0 0-15,-3-1-2 0,2-2-4 0,-2 3 1 16,0-2-2-16,-2 3 2 0,-1 1-3 0,-1 1 1 15,-2 1-1-15,0 2 0 0,0 1 1 0,-3 2-1 16,1 3 4-16,-1 2-5 0,-1 2-8 0,0 1 6 16,-2 2-3-16,-1 3 4 0,2-1-10 0,0-1-17 15,1 1-2-15,-1 1-5 0,-1 0-9 0,1 0-55 16,-1-1 2-16,0 2-24 0,0 0-42 0,0 2-18 16,0-1 12-16,1 1-9 0,-2 8 33 0,0-1 44 0,0-2-45 15,0 0 45-15,0-1-8 0,0 0 154 0,0-3-12 16,0 0 46-16,0 0-71 0,0 0-6 0,1 0-2 15,0-1-2-15,2 4-6 0,1 0 10 0,-3 2-1 16,9 2 3-16,0-1-3 0,0 3-9 0,1 1-9 16,3-1-7-16,1-1-93 0</inkml:trace>
  <inkml:trace contextRef="#ctx0" brushRef="#br0" timeOffset="26889.68">10495 4452 130 0,'0'0'139'16,"0"0"-14"-16,0 0 108 0,0 0-15 0,1 0-11 16,0 0-75-16,-1 0-28 0,2 0-5 0,-2 0-9 15,1 0-48-15,0 0-14 0,0 0 0 0,-1 0-4 16,0 0-6-16,0 0-8 0,0 0-7 0,0 0 4 15,0 0-1-15,0 0-6 0,0 0 3 0,0 0-5 0,0 0 3 16,-1 0 1-16,0 0 4 0,0 0-2 0,-2 0 3 16,-5 2 3-16,-5 3-6 0,0 2 4 0,-2-1-5 15,-2 17 2-15,1 0 0 0,0 4 0 0,0 0-1 16,1 0 5-16,0 0-2 0,3-2 3 0,0-5 7 0,6-6-14 16,2-3 5-16,2-3-8 0,-3 0 3 0,1-2-2 15,2 0-1-15,0-2 0 0,1-1 6 0,1-1-5 16,0 0 1-16,0 0-2 0,0 0 3 0,0 1 5 15,0-2 2-15,1 0-1 0,1 0-7 0,-1-1 2 16,1 0 3-16,1-1-1 0,6-5 3 0,-1 1-5 16,3-8-4-16,-3 1 1 0,3-4 4 0,-1 2 2 15,0-2-3-15,-2 0 2 0,0-1-6 0,0-1 2 0,0 2 4 16,1 2-3-16,-3-1-2 0,-1 4-2 0,1 2-2 16,-1 1 2-16,-1 6 5 0,-3 0 8 0,1-2-3 15,0 2 2-15,1-1-2 0,-2 1-8 0,0 1 8 16,0 0-9-16,1-1 9 0,-1 1-9 0,0 0 1 15,0 1-2-15,0 0 3 0,-1 0 4 0,0 0-6 0,0 1 3 16,0 0-6-16,0 2 5 0,1 4-1 0,1 0 2 16,0 2-8-16,0 0 5 0,1 0 1 0,1 5 1 15,1-1 4-15,2 3-8 0,-1-1 0 0,0 1-2 16,0 3 9-16,1 2-9 0,0 1 5 0,1 3-6 16,-1-1 10-16,-1-1-5 0,-1 2 1 0,-2-2-2 15,1 2 0-15,-2-2 1 0,-1 0 0 0,0-3 2 16,2 0-2-16,-1-4 3 0,-1 0-3 0,-1-6 2 0,0 2 3 15,0-4-1-15,-1-1 1 0,0 1-1 0,1-3 3 16,-1 2-5-16,0-2 3 0,-1-2-5 0,0 2 4 16,2-4 2-16,0 0-3 0,-6 4 2 0,0-1-5 0,-2-1 7 15,-1 0-2-15,-2-3 3 0,2 0-7 0,0 0 1 16,2-2 0-16,2 0 1 0,-4-3 3 0,1-1-8 16,0 2 2-16,1-8-4 0,1-1 3 0,2-1 1 15,0 0-2-15,1-3 2 0,1 2-6 0,-9 0 4 16,4 0-3-16,3 0 2 0,1 1-9 0,2 1 8 15,1 2-4-15,0 0 5 0,0 2-3 0,1 0 0 16,2 1 0-16,-1 0-2 0,2 1-2 0,0-3 3 16,1 2 3-16,2-2-1 0,-1-1 4 0,9 0-4 15,4-3 1-15,-1 0-2 0,3-1 7 0,0-4-2 0,-1 0 2 16,5 1-3-16,-3-1-3 0,0 0 6 0,1-1-1 16,-5 2 3-16,0-2-5 0,-1 5 2 0,-3 0-2 15,-3-1 3-15,0 6 4 0,-4 2-5 0,-2 1 4 0,-1 2-4 16,-1 2 8-16,-1 0 0 0,1 1-2 0,-1-1 2 15,0 1 7-15,-1 1-5 0,1 0 1 0,-1-1-4 16,0 1-2-16,0 0 2 0,0 0-1 0,-1 1 0 16,0 0-7-16,0 0 2 0,0 1-2 0,-1 0 3 15,0 2-3-15,0 2 1 0,-3 6 0 0,1 0 1 16,-1 2-3-16,2-4 1 0,1 2 0 0,-1 0 1 0,2-1-1 16,0 0 2-16,0 3-1 0,2-1 0 0,1 3-5 15,2-2 4-15,0-1-2 0,0 0 2 0,1-3-1 16,1 3 5-16,2 0-4 0,-2-3 4 0,-6 2-2 15,7-1-4-15,-2-3 4 0,0 1-4 0,-3-2 10 0,0 0-2 16,0 1-1-16,-2-2-2 0,1 1-2 0,1-1 0 16,0-2 3-16,-2-1 0 0,0 1 8 0,0 0-5 15,-1 0 1-15,0-1-2 0,0-1 0 0,0 0 2 16,-2 2-3-16,-4 1 2 0,-8 5-2 0,1-5 0 16,2 0 0-16,1-2-1 0,0 1-8 0,3-2 1 15,-1 0-1-15,-2 0 0 0,1-1-17 0,0 0-8 16,-1 0-19-16,3 0 2 0,-1-1-84 0,-4-3-29 15,2 1-16-15,-2-2-11 0,0-1-131 0</inkml:trace>
  <inkml:trace contextRef="#ctx0" brushRef="#br0" timeOffset="28256.21">8297 4802 193 0,'0'0'44'0,"0"0"16"0,-1 0 30 0,0 0 6 16,0 0-56-16,0 0-39 0,-1 0 13 0,1 0-20 15,0 0 15-15,0 0-8 0,0 0-2 0,0 0-1 16,-1 0 0-16,1 0-5 0,0 0 6 0,0 1-6 16,0 0-9-16,0 0-4 0,-1 0-6 0,1 1 5 0,-1-1 14 15,-1 0 10-15,1 0 2 0,0 0 4 0,-1 0 12 16,1 1 20-16,-1-2 6 0,-3 1 2 0,1-1 13 15,0 0-10-15,1 0-5 0,1 0 0 0,-2 0 0 0,2 0-20 16,-1 0 12-16,3 0-15 0,-2 0-3 0,0 0-15 16,1 0-2-16,1 0-4 0,0 0-2 0,-1 0 2 15,0 0 4-15,1 0 1 0,0 0 2 0,0 0 3 16,-1 0 0-16,1 1 3 0,0 0 11 0,0 0 9 16,0 0-6-16,0 1 8 0,-1-1 5 0,1 0 0 15,-1 0 2-15,0 0-5 0,-1 1-20 0,1-2 1 16,-1 1-3-16,1-1 3 0,1 1-4 0,0 0-9 15,-2 0 3-15,1 0-5 0,0 1 0 0,1-1 9 0,-1 0-6 16,1 0 6-16,0 0-14 0,0 0 10 0,0 2-4 16,-2 3 7-16,-3 10-8 0,2 3 10 0,0 3-6 15,2 4 6-15,1 5-10 0,1 2 14 0,0 1 2 16,2 3 4-16,0 0-5 0,2 0 4 0,-1 1-8 0,0-1 7 16,-2-3-4-16,2-1-4 0,1 0-1 0,1-1-1 15,-1 1-5-15,2 4 2 0,-1-2-4 0,-1 3 1 16,-1-3-4-16,-1-1 0 0,1 0 5 0,-1-2-5 15,0 2 5-15,1-5-4 0,-1 1 4 0,0-4-5 16,1-3 6-16,-1-3-5 0,1-1 0 0,-2-4-1 16,1-1 10-16,-1-3-6 0,2 0 4 0,-2-4-5 15,0 0 4-15,0-1-5 0,0-1 2 0,0 0-3 0,1 1 3 16,0 1-5-16,0-1 1 0,1 1-2 0,-1 0 2 16,0 0-1-16,1 0 0 0,-1 1 0 0,0 0 7 0,1 1-2 15,-1-2-1-15,-1-1-1 0,1 0 2 0,-1 0-5 16,-1-2 2-16,0 1-3 0,0-3 3 0,0 0 3 15,0 0-3-15,0-1 2 0,0 0-8 0,0 2 4 16,0-1 4-16,0 0 0 0,0 1-6 0,0-1 8 16,0 0-7-16,0 1 9 0,0-2-8 0,0 0-1 15,0 0 2-15,0 0-2 0,0 1-1 0,0-1 1 16,0 0-7-16,0 0 5 0,0 0-13 0,0 0-9 16,0 1 7-16,0-1-10 0,0 0-13 0,1 0-50 0,0 0 0 15,-1 1-16-15,0-2 1 0,0 0-52 16,0 0-29-16,1 0-21 0,0 0-224 0</inkml:trace>
  <inkml:trace contextRef="#ctx0" brushRef="#br0" timeOffset="28873.39">7813 6201 688 0,'-1'0'7'0,"0"0"9"0,-2 0-2 0,1 0-23 15,-4-1 12-15,2 1-14 0,3 0-25 0,0 0 8 16,-1 0-13-16,-1 0 14 0,2 0 24 0,0 0-8 0,0 0 11 15,0 1-9-15,-1 0 10 0,1 0 6 0,0 1 4 16,0-1 45-16,0 0-9 0,0 0 11 0,-1 0-10 16,2 0 6-16,0 1-14 0,0-1 3 0,0 0-7 15,2 0 7-15,-1 0-5 0,0 0-1 0,1 1 0 16,5-2-7-16,5 1-3 0,1-1-2 0,2 0-1 16,4-3-5-16,2 0-8 0,4-2 8 0,2 2-8 15,1-2 4-15,4 0 3 0,3 2-8 0,3-1 8 0,0 1-3 16,3-1-5-16,-4 1 1 0,2 1-2 0,1 1-4 15,-5 0-1-15,-1 0-1 0,-2-3 0 0,1 2-4 16,-1 1 9-16,1 0-2 0,0 1 5 0,-1-1-5 0,-2-2 3 16,-1 2-4-16,-1 0 3 0,-5-2-1 0,-1 2 0 15,-4-1 2-15,-1 1-2 0,-1 0 0 0,-2-1-4 16,-5 2-2-16,0 0-1 0,-2 0-3 0,-4 0 7 16,2 0-3-16,-3 0 3 0,0 0-11 0,-1 0 3 15,1 0-6-15,0 0 2 0,1-1-26 0,-2 0-55 16,0 0-7-16,0 0-23 0,-1-2-81 0,0 0-63 15</inkml:trace>
  <inkml:trace contextRef="#ctx0" brushRef="#br0" timeOffset="29223.71">8227 6355 1064 0,'-1'0'34'0,"-1"0"8"16,-1 0-23-16,-4 0-18 0,6 0-6 0,-1 0-26 16,0 0 7-16,0 0 5 0,1 1 1 0,-1 0 15 15,1 2 7-15,1-1-4 0,0 2 4 0,3 4-12 0,-1-1 8 16,0-2 0-16,1-1 5 0,-1 0 0 0,2-2 15 15,3-1-5-15,2 2 11 0,-1-2 19 0,2 0 9 16,-3 5 6-16,-1-3-4 0,1 1-22 0,1 0-11 16,-1-2-5-16,1 0 0 0,-1 1-14 0,3-1 1 15,-2 0-3-15,0-1 3 0,0 1-5 0,-1-1-10 16,2-1 0-16,-2 0-5 0,1 0-15 0,0 0-26 16,0-1-38-16,3-3-15 0,-3 1-332 0</inkml:trace>
  <inkml:trace contextRef="#ctx0" brushRef="#br0" timeOffset="29908.78">8095 5753 840 0,'0'0'19'16,"0"0"-4"-16,-1 0 51 0,0 0-11 0,0 0 12 16,-1 0-51-16,2 0 2 0,0 0-8 0,0 0 6 15,0 0 1-15,0 1-4 0,0 0-2 0,2 2-1 16,-1-1-6-16,0 0 5 0,1 2 0 0,4 2-2 16,1-2-10-16,3 0 7 0,0-2 3 0,0 5 3 15,-1-1 6-15,0-2-4 0,-2-2 5 0,-2-1-3 16,3 1 14-16,1-2-4 0,-3 0 0 0,2 0-1 0,-6 0 0 15,2-2 5-15,-1 1-9 0,1 0 6 0,-2 0-15 16,0 0 3-16,2-4 1 0,1-3-1 0,-2-1-5 16,1 1-6-16,-2 1 1 0,0 1-3 0,0 0 9 0,-1 1 0 15,-1 0 8-15,0 1-3 0,0 3 34 0,0-1-6 16,0-2 0-16,0 2-5 0,0-2-14 0,0 2-8 16,-1 0 3-16,-1 1-6 0,1-1-7 0,0 1-1 15,0 0-1-15,0 0 1 0,-1 0-4 0,1 1 0 16,0 0-6-16,0 0 3 0,0 0-21 0,0 1-8 15,-1 0-14-15,1-1-2 0,0 0-85 0,0 0-62 16,0 0-25-16,0 0-28 0,-2 0-259 0</inkml:trace>
  <inkml:trace contextRef="#ctx0" brushRef="#br0" timeOffset="30424.69">7477 5647 1339 0,'0'0'-2'0,"-2"0"0"0,1-1-13 16,0 0-1-16,0 0-4 0,0-1-13 0,1 1-7 15,0 0 1-15,0 1-1 0,0 0 7 0,0 0-53 16,0 0 21-16,0 0-25 0,0 0 67 0,0 1 17 16,0 0 6-16,-2 2 6 0,2-2 46 0,-1 11 36 15,-13-2-4-15,0 0 11 0,-2-1-18 0,-2 1-5 16,0 1-8-16,2 0 1 0,-1-1-33 0,3 0-18 16,4 0 2-16,-1-1-9 0,4 0-3 0,2-1 3 15,1-2-7-15,3 0 3 0,-4 0-8 0,1-1-1 16,2-1 5-16,0 2-4 0,2-1-4 0,0 0 4 0,1 1-4 15,0-3 5-15,2 2 1 0,7-1 2 0,5 1 3 16,2 0-2-16,0 0-1 0,1-1 8 0,1 1-5 16,0 0 6-16,-2-1-1 0,2 0 2 0,-1-1-5 0,-2 1 3 15,1 1-3-15,-2-1-4 0,-1 1 12 0,-3 0-10 16,-3-1 17-16,-4 0-5 0,1 1 2 0,0-1-2 16,0 0 5-16,-3-1 16 0,0 1-4 0,-1-2 9 15,1 3-8-15,-2 1 0 0,-2 1-9 0,-3 2 6 16,-6 0-8-16,-13 1-7 0,0 1 0 0,-2-2-5 15,0 4-8-15,0-3 0 0,1-3 2 0,4-2-3 16,0-2-13-16,5-2-29 0,-2 11-10 0,5-8-14 16,-1-1-122-16,-1-3-102 0,2-1-109 0</inkml:trace>
  <inkml:trace contextRef="#ctx0" brushRef="#br0" timeOffset="31792.88">6660 2238 29 0,'0'0'48'16,"0"0"-10"-16,-1 0 28 0,0-1 1 0,0 0-12 15,0 0-28-15,0-1 34 0,-2 1-6 0,1 0 12 16,-3 0-24-16,-1-1 11 0,-2-1-2 0,-1 1 3 16,-2 1-19-16,-1-2 1 0,3 2-13 0,2 1 9 0,-1 0-24 15,-1 0 12-15,1 0 4 0,-1 0 3 16,-2 0 8-16,-2 1 0 0,0 2 2 0,-3 0 0 0,2 1 6 16,0 0-12-16,-2 2-1 0,2 1-4 0,1 0-4 15,2 2-13-15,-2-5-2 0,-4 13-4 0,3 0-6 16,2 5 7-16,0 0-1 0,7 3 3 0,-4-2-7 0,5 0-1 15,-1-4 1-15,0 1-1 0,3-4 2 0,-9-1 8 16,5-2-9-16,3 0 7 0,2 0-7 0,1-4 11 16,0 0 3-16,1-5 3 0,-1-3 7 0,1 2-4 15,1-1 2-15,1 0-2 0,5 4 5 0,0-2-13 16,3-1 0-16,-2-3-4 0,-1 0 0 0,3-2 0 16,-2-2-4-16,2 0 2 0,0-2-3 0,-1-1-2 15,1 0 4-15,-1-7-4 0,0-2 0 0,-1 3 0 16,3-1 0-16,-3 0 1 0,2 0 4 0,-3 0-5 0,-2-1 6 15,0 2-4-15,-3 2 7 0,2 5-9 0,-1 0 1 16,0 4-2-16,-2-1 3 0,-2 1-5 0,0 1 6 16,0 0-4-16,2-1 4 0,0-1-5 0,1 2-1 15,-1 0-1-15,0 1 5 0,1 0 0 0,-2 1-2 0,0 2 1 16,5 11 5-16,-1 2-6 0,-2 3 3 0,0 1-4 16,-1 1 11-16,0 0-10 0,-1 2 4 0,2 0-5 15,-2-2 2-15,0 2 3 0,0-2 0 0,0-1 0 16,-1 0-5-16,0-1 7 0,0 1-4 0,-1-2 6 15,-1 2-14-15,0-2 13 0,-2 0-6 0,2-3 10 0,-2 1-8 16,-1-3 0-16,0 1 1 0,-1-1-1 0,0-1-2 16,1-4 8-16,0 1-4 0,3-6 5 0,1-1-2 15,0 1 9-15,-2-1 2 0,1 1 3 0,0-2 13 16,-1 0-22-16,1 0 0 0,0-1-7 0,-1-1-5 0,1 0 8 16,0-2-3-16,-6-10 3 0,3-3-18 0,1-2 8 15,3 0-4-15,1-1 6 0,2-2 1 0,2 1-3 16,0-2 3-16,2 5-4 0,0-1-1 0,0 3 2 15,1-2-1-15,1 1 2 0,-1 2-7 0,1-2-15 16,-1 2-2-16,0 1-4 0,1 2-20 0,0-1-49 16,-7 4-49-16,11-1-7 0,1-1-207 0</inkml:trace>
  <inkml:trace contextRef="#ctx0" brushRef="#br0" timeOffset="35646.48">8069 3193 24 0,'0'0'13'16,"0"0"6"-16,0 0 12 0,0 0-4 0,0 0-7 15,-1-1-15-15,0 0 17 0,0-1 7 0,-2 1 5 0,2 1 23 16,-8-3-11-16,-1 0-4 0,1 1-2 0,0 0-3 16,1 1-5-16,0-1 10 0,1 1-11 0,-1-1-9 0,1 1-5 15,1-1-7-15,-1 1 6 0,1 0-2 0,3 1 6 16,-2-1-6-16,1 0 5 0,1 0-8 0,0 1 13 15,0-2-3-15,1 1 5 0,-1 0-2 0,2 1-4 16,0 0 6-16,-1-1-6 0,-1 0-7 0,1 0-5 16,1-1-7-16,-1 1 3 0,1 0-7 0,0 0 6 15,0 1-1-15,0 0 2 0,1 0-4 0,0 0 2 16,1 0 8-16,0 0-4 0,1 0 0 0,4 0 5 16,7 0-8-16,0 0 7 0,4 1-1 0,0 0-4 15,3-1 4-15,0 0-4 0,0 0 5 0,3 0-8 0,-1 0 7 16,1 0-5-16,1-1 5 0,1 0-2 0,-1-2 1 15,1 2 1-15,-1-1 6 0,-1 0-6 0,2-1-2 16,-3 0 1-16,4 0-3 0,-1-1-6 0,2 0 1 0,2-1-1 16,-1 1 11-16,3 0-9 0,2 1 6 0,2 0-7 15,2 1 4-15,-3 0-5 0,0 0 0 0,0 0-1 16,-1 1 15-16,1 0-3 0,-2-2 0 0,-2 1-3 16,3 0-4-16,-1-1 6 0,2 2-2 0,6-1 3 15,0 2 4-15,5 0-12 0,-1 0 5 0,-1-1-7 16,-1 1 4-16,-1 0 6 0,-1-2-9 0,-2 1 7 0,-3-1-12 15,0 0 4-15,2-1 2 0,0 2 0 0,2 1 4 16,2-2-4-16,-1 0 2 0,2 2-3 0,-4 0 1 16,1 0 5-16,-1 0-8 0,-4 0 5 0,-1 0-3 15,1 0 6-15,0 0 0 0,0 0-1 0,4 0-6 0,-1-1 2 16,3 1 3-16,2 0 0 0,2 0-5 0,-3 0 8 16,-1-1-10-16,-1-1 6 0,-5-1-8 0,0 1 3 15,-1 0 1-15,3 1 0 0,-1-1 9 0,0 1-5 16,4 0 1-16,-4-1-4 0,5 1-6 0,1-1 7 15,-3 1-2-15,2 0 4 0,-5 0-2 0,-2 0-2 16,0-1 1-16,-1 0-1 0,1 1 1 0,-1 0 7 16,2 0-7-16,1-3 6 0,0-1-6 0,5 2-4 15,0-1 7-15,0 1-5 0,2 0 2 0,-3 0 0 0,-3-2-1 16,-1 0 0-16,-5 1 0 0,1-1 2 0,1 2 0 16,-3-2 3-16,2 1 4 0,-1 0-11 0,-2-2 2 15,4 0-3-15,-5 1 3 0,3 0 1 0,0 2-1 0,-2-1 0 16,3 1-1-16,-5 2 1 0,-1-1-4 0,-3 1 3 15,0 0 1-15,-3 0 2 0,0 0 2 0,0-2-4 16,-2 2-5-16,1 0 6 0,0 0 0 0,-2 0 1 16,-2 0-5-16,3 1 4 0,-2-2 1 0,-1 1 1 15,-1 0-9-15,-1 0 3 0,0 0-2 0,-1 0 4 16,1-1 5-16,0 1-1 0,-2 1-3 0,-1 0 1 16,-1 0-8-16,0 0 8 0,-3 0-2 0,0 0 4 15,0 0-1-15,-2 0-5 0,1 0 5 0,1 0-5 0,-4 0 1 16,0 0 1-16,2 0-5 0,-1 0 6 0,1 0 1 15,-1 0-6-15,-1 0-2 0,0 0-8 0,0 0-50 16,1 0-293-16</inkml:trace>
  <inkml:trace contextRef="#ctx0" brushRef="#br0" timeOffset="36296.29">11515 2994 51 0,'0'0'5'0,"0"0"-2"16,0 0-10-16,0 0 3 0,0 0-8 0,0 0 0 16</inkml:trace>
  <inkml:trace contextRef="#ctx0" brushRef="#br0" timeOffset="38031.48">11525 2998 165 0,'0'0'37'0,"0"0"-4"0,0 0 22 15,0 0-3-15,0-1-5 0,-1-1-14 0,0 1-21 16,0 0 9-16,0 0-13 0,-1 0 2 0,1 0-11 15,0-1 1-15,0 1-3 0,0 0 7 0,-1 0 1 16,1 0 0-16,0 1 0 0,0 0-5 0,0 0 8 16,0 0-8-16,-1-2 10 0,1 1 1 0,0 0 16 0,0 0-3 15,1 0 4-15,-1 0-17 0,0-1 13 0,1 1 3 16,0 0 3-16,0 0 8 0,0 0-9 0,-2 0-2 16,1-1 0-16,0 1 0 0,0 0-5 0,1 0-4 15,0 0 0-15,0-1-9 0,0 1-5 0,0 0 5 0,0 1-6 16,0 0-2-16,0 0-5 0,0 0 4 0,0 0-3 15,0 0 12-15,0 0-6 0,0 0 2 0,0 0-3 16,0 0 12-16,0 0-1 0,0 0-1 0,-1 0 1 16,0 0-9-16,1 0 0 0,0 0 1 0,0 0 1 15,0 0 15-15,0 0-12 0,0 0 2 0,0 0-6 16,0 0 0-16,0 0 10 0,0 0-4 0,0 0 5 16,0 0-10-16,0 0 5 0,0 0 1 0,0 0 1 0,0 0 7 15,0 0-12-15,0 0 1 0,0 0-5 16,0 0 12-16,0 0-15 0,0 0 13 0,0 0-14 0,0 0 0 15,0 0 1-15,0 0-1 0,0 0 4 0,0 0 0 0,0 0-4 16,0 0 2-16,0 0-2 0,0 0 4 0,0 0 0 16,0 0-3-16,0 0 4 0,0 0 5 0,0 0-5 15,0 0 4-15,0 0-5 0,0 0 4 0,0 0 0 16,0 0-2-16,0 0 1 0,0 0-2 0,0 0-1 16,0 0 2-16,0 0-1 0,0 0-1 0,0 0 1 15,0 0-4-15,0 0 3 0,0 0-9 0,0 0 10 16,0 1-5-16,0 0 8 0,0 1-7 0,0 0 0 15,0 0 1-15,0 7-2 0,0 2-7 0,1 3 13 16,2 4-6-16,0 1 9 0,-2-3-6 0,1 2-1 0,-1 0 4 16,0-1-3-16,1 0 0 0,-1 0 7 0,0 0-9 15,0 1 7-15,0-1-14 0,2 2 9 0,-1 1-2 16,0 0 3-16,2 1-5 0,-2 1 1 0,1 2 1 16,-1 1 2-16,1-2 3 0,1-3-7 0,0-1 1 0,-1-1-2 15,1-2 3-15,0 1 7 0,0-5-2 0,-1 0 3 16,1-2-4-16,-2-3-5 0,3 3 4 0,1 1-4 15,-1-2 11-15,0 4-6 0,0-3-1 0,0 1-1 16,0 1-6-16,-1 0 2 0,0-2 1 0,-2 1 0 16,0 0 3-16,0-1 2 0,-1 1-2 0,0-2 2 15,-1-2-5-15,0 0 8 0,0-2-5 0,0 0 5 16,0-1-8-16,0 0 10 0,-1 1-4 0,1-3 6 0,0 0-6 16,-1 1-2-16,-1-1 2 0,0 2-3 0,1-2 0 15,0 0-1-15,-2 1 3 0,-5-2-2 0,2 1 5 0,-3-1-2 16,2 1-3-16,1-1 1 0,-7 0 2 0,4 6-3 15,-2-1 2-15,0-1-4 0,6-3-4 0,-4 1 4 16,2 0 0-16,0-1 2 0,0-1-7 0,-1 2 4 16,-3-1-1-16,7-2 3 0,-6 1 3 0,4 0-5 15,0 1 6-15,1-2-5 0,1 0 3 0,-1 0-2 16,3 0-2-16,0 0 2 0,-1 0-2 0,1 0-1 16,0 0-1-16,-1 0 1 0,1 0 1 0,0 0-7 15,0 0 1-15,1 0-4 0,0 1 14 0,0 0-8 16,0 0 2-16,1 0-5 0,0 0 5 0,1 1-1 0,0-1 3 15,0 0-2-15,2 0 2 0,5 1 0 0,5 2-2 16,-2-2 2-16,5 2 5 0,-1-2-4 0,-1 1 2 16,3-2-4-16,-7 0 0 0,8 0 1 0,-1 1 1 15,2 0 0-15,-1-1 6 0,1 0-7 0,-2 0 3 0,2 0-4 16,1 2-1-16,-1-1 3 0,-1 0-1 0,-5 0 1 16,1 0-4-16,-3 0 4 0,1 2-1 0,0-1 3 15,-1 1 1-15,-4-2-1 0,1 2 0 0,-2-2-1 16,0 2 3-16,-3-2-3 0,1 0 3 0,-2-1-3 15,0 2 6-15,0 3 4 0,2 0 0 0,1 1 0 16,-2 0-10-16,0 0 8 0,-2 2-8 0,-1-2 10 0,-1 0-8 16,0-2 4-16,-3 2-1 0,2-2 1 0,-2-1-6 15,-3 2-2-15,-5-3 2 0,1 1-2 0,-2 2 5 16,-3-2 0-16,4 3-4 0,-5-2 2 0,1-1-5 16,-3 1 2-16,-4 1 1 0,5 0 1 0,-1 0-3 0,0 3 2 15,4-3-2-15,-2 2 3 0,2-1-1 0,0-3 2 16,1 0 3-16,2 0-1 0,0-3 1 0,6 1-1 15,-1 0-5-15,2 0 3 0,2 0-12 0,-3 3 9 16,4-4 1-16,-1 0 3 0,2-1-6 0,-1 3 5 16,-1-1-7-16,1 0 6 0,1 1-12 0,0-1 6 15,0 1 0-15,-1-1 3 0,2 0 5 0,0 1-7 16,0 1 5-16,0-1-5 0,4 3 6 0,1 1-7 16,4 1 1-16,7-1-3 0,2 0 10 0,-4-2-4 0,0-1-1 15,4 2-1-15,-2-2 2 0,6 5-3 0,-4-2 6 16,1 0-4-16,0 1 1 0,-3-3 3 0,0 1-4 15,-2-1 2-15,0-2-6 0,-1 2 9 0,0-1-5 16,0-1 5-16,-3 1-3 0,0 1-1 0,-2 0 3 0,-1-1-3 16,-1-1-2-16,-3 1 3 0,1-1 2 0,-2 1-1 15,0-1 4-15,1 2-1 0,-1-1 2 0,1 0-2 16,-1 2-3-16,-1 1 7 0,-1 0-2 0,-1-1 5 16,0-1-2-16,-1 0 1 0,-1-2-5 0,-5 1 4 15,-4-2-10-15,0 0 0 0,2 1 1 0,-1 0 0 16,1 0 0-16,-2 0 1 0,-2-1-1 0,1 1 1 0,0-1-2 15,2 0 0-15,4 2 2 0,-2-2 0 0,-2 1 2 16,2-1-3-16,0 0 0 0,4 1-1 0,1-1-7 16,0-1 7-16,0 3-4 0,-1-3 5 0,4 1-5 15,0 1 4-15,1-2-6 0,-2 2 5 0,-1 1 1 0,0 2-5 16,-1 1 5-16,2 1-6 0,1 3 7 0,1-2-2 16,0 3 5-16,2 0-5 0,0-1-2 0,2 5 1 15,2 0-2-15,0 2 3 0,0 3 1 0,-1 0 1 16,1 1 0-16,1 5-1 0,0 2-1 0,-2-1 1 15,0 1-1-15,-2 0 1 0,1-2 0 0,-1 0 3 16,0-2-4-16,-1-1 1 0,-1 0-3 0,-1 0 5 16,0 1-2-16,0 1 4 0,0 0-3 0,0 2-3 15,0-1 4-15,-1 0-4 0,1 2 2 0,-1 0 2 16,0 1-4-16,1 1 3 0,-3-1-1 0,2 1-2 0,-1-3 3 16,-2-1-1-16,2 0 5 0,1-3 0 0,0-1-4 15,0 0 1-15,-1-1-2 0,1-1-1 0,1-1 5 16,-1-1-4-16,1-1 1 0,0-1-2 0,0 0-1 15,-1 0 0-15,0 2 7 0,1-2-4 0,-2 0 3 0,2 0-4 16,0-1 6-16,0-1-3 0,0 1-2 0,0-5 1 16,-1-1-4-16,0 0 6 0,1-1 0 0,-1-2 2 15,1 0-6-15,0 0 1 0,0 0-1 0,0 0 0 16,0-4 0-16,0 1-1 0,0-2 0 0,0 1-2 16,0 3 3-16,0-5-1 0,0 2 2 0,0 0-1 15,0-1-2-15,0 0-2 0,0 1-4 0,0-1 4 0,0 0 0 16,0 0-14-16,0-1-1 0,0 0-6 0,0 0-13 15,0 1-43-15,0 0-3 0,0-1-21 0,0 0-80 16,0 0-127-16</inkml:trace>
  <inkml:trace contextRef="#ctx0" brushRef="#br0" timeOffset="38548.69">11251 5885 1077 0,'-1'0'7'0,"0"0"-4"16,0-2-3-16,0 1 1 0,-1 1-8 0,1-1-21 0,0 1 9 15,1 0 5-15,0 0 0 0,1 0 6 0,0 0-3 16,2 0 3-16,7 0-3 0,8 1 11 0,-2 0 0 16,2 1 2-16,-1-1 1 0,-1 0 4 0,2 0 7 15,-2 0-1-15,2 1 6 0,1-1 17 0,1 0 10 16,1-1-2-16,0 0 3 0,-3 0-8 0,0 0-7 16,-1 0 3-16,-2 0-6 0,4 1-5 0,0 0-1 15,-2 0-6-15,1 2 3 0,-3-2-14 0,-2 1 0 16,0 1-1-16,0-1 0 0,-1 0 4 0,-3 0-6 0,1-1-3 15,-3 0 0-15,0 0-7 0,-1 0-4 0,-2-1 5 16,0 0-7-16,-2 0 1 0,1 0-3 0,-2 0-7 16,0 0 0-16,0 0-31 0,0 0-114 0,2-1-22 15</inkml:trace>
  <inkml:trace contextRef="#ctx0" brushRef="#br0" timeOffset="38831.87">11359 6062 1468 0,'-1'0'14'0,"0"0"-1"0,0 0-11 15,0-1-1-15,0 1-7 0,1 0 6 0,1 0 6 16,0 0-4-16,14-1 4 0,13 0-4 0,8 1-9 15,-2 1 7-15,6 2-8 0,-3 1 5 0,-1-1-12 16,0 1-4-16,-8-2-2 0,-2 1-13 0,-5-1 13 16,-2-1-7-16,-2 0 8 0,-4-1-6 0,-3 0-1 15,-2-1-1-15,-2 0-3 0,-1-1-20 0,-3 1-28 16,1-18-6-16,-2-4-8 0,0-1-30 0,0-2-65 0</inkml:trace>
  <inkml:trace contextRef="#ctx0" brushRef="#br0" timeOffset="39516.36">12165 4278 815 0,'-1'0'68'0,"0"-1"-12"0,-1 0 38 16,0 0 7-16,-6-4-20 0,-2-1-27 0,3 2-16 15,0-1 3-15,4 2-8 0,0 2 0 0,1 0-10 16,0 0-5-16,1 1-3 0,-3-2-21 0,2 0-4 16,-1 1 6-16,2 0-6 0,0 0-4 0,0 0 16 0,0 1-5 15,1 0 11-15,0 1 2 0,0 0 1 0,0 4-3 16,1 11 2-16,2 4 1 0,0-1-8 0,0 2 6 16,1 2-6-16,-1-1 14 0,1 1-12 0,-1 3 5 15,-2-3-8-15,2-2 9 0,-1-1-1 0,1-3-1 0,-1 1 1 16,0-4-3-16,1-3 3 0,-1-2-5 0,0-2 4 15,2 3 1-15,-2-6-10 0,1 2 10 0,-1-1-10 16,-2-4 6-16,1 1-3 0,-1 0 5 0,1 0-3 16,0 0 14-16,1 1-6 0,-1-2-2 0,-1 0 1 15,0 0-8-15,0-1 5 0,-1 0-5 0,-1-1 6 0,1-1 1 16,-6-8-1-16,4-10 9 0,-8-2-6 0,-1-3 10 16,4 1-15-16,2 1-3 0,-2 1-3 0,1 0-10 15,5-1 0-15,-1 1 0 0,2-2 1 0,-11 2 5 16,5 1 0-16,5 0 2 0,2 1-2 0,3 1-3 15,3 0 6-15,1 1-1 0,3-2 3 0,0 2-1 0,3-4-1 16,-9 1-1-16,15 4 2 0,-2 0 4 0,1 5-6 16,-3 4 2-16,-1 1-3 0,2 5 2 0,-3-2-4 15,-1-5 0-15,-1 4-4 0,-2 2-6 0,0 1 8 16,-1 2-7-16,0 0 6 0,-1 2-3 0,0 0-1 16,-1 0 5-16,0 1-4 0,-1-1 9 0,-3-1-3 15,2 2 0-15,-2-2-2 0,0 0-5 0,2 0-20 0,-2 0-7 16,3 2-9-16,0-2-61 0,-1 0-26 0,2-1-6 15,-2 0-7-15,-1 0-47 0,0 0-101 0</inkml:trace>
  <inkml:trace contextRef="#ctx0" brushRef="#br0" timeOffset="39933.71">12318 4549 1382 0,'0'0'10'16,"-1"-1"-1"-16,-1-1 1 0,1 1-6 0,0 0-1 0,0 0-18 15,1 1 8-15,0 0-5 0,0 0 6 0,0 1-3 16,0 3-7-16,5 12 4 0,2 5-6 0,0 0 3 0,-1-2 11 16,1 2-5-16,-3-4 7 0,1-1-1 0,0 0-1 15,-2-5 9-15,0-2-6 0,-1-1 6 0,-1-3 13 16,0-2-10-16,1 1 14 0,-2-3 0 0,0 0 3 15,1 1 8-15,1 1-6 0,0-1-2 0,1 0 0 16,4 2-9-16,3-1 5 0,1-1-15 0,-2-2 0 16,3 0-4-16,-2-2 2 0,4 0 2 0,-3-1-8 15,-1-1 10-15,2-1-8 0,-5 2 14 0,3-2-5 16,-3 2-4-16,2-2 2 0,-2 0 5 0,-2 3 14 0,4-5 2 16,-3-1 3-16,-3 0 8 0,1 1 4 0,0 2-2 15,0-1 1-15,-1 0-8 0,0 0-4 0,-2-2-3 16,-1-1-2-16,-2 1-10 0,-2 1-8 0,-1 0 2 15,-3 0-4-15,-13 1 6 0,2 4 13 0,-3-2-10 16,1-8 9-16,-1 4-32 0,-3 4-17 0,2 2-1 16,2 2-10-16,2 2-55 0,4-1-36 0,1 0-26 0,2 0-6 15,3 0-138-15</inkml:trace>
  <inkml:trace contextRef="#ctx0" brushRef="#br0" timeOffset="54744.85">11846 2851 256 0,'0'0'-17'0,"0"0"20"0,0 0 23 15,-1 0 9-15,0-1 27 0,0-1-3 0,0 1-34 16,-1 0 7-16,1 0-13 0,-1 0-2 0,0 0-4 0,-1 1-4 15,2 0 4-15,0 0 10 0,0 0-8 0,-1 0 11 16,1 0-11-16,0 0 9 0,0 0-13 0,0 0 13 16,0 0-8-16,-1 0 35 0,1 0-23 0,0 0 3 15,1 0-7-15,0 0 12 0,0 0-15 0,1 0 1 0,0 0-5 16,2 0 2-16,1 0-7 0,8 3 2 0,2 2-4 16,2-1 1-16,0 1 3 0,4 1-7 0,-3-1 4 15,-1-1-8-15,0 1 11 0,2 1-2 0,4 2 4 16,-2-2-1-16,5 0 6 0,0-1 4 0,-2-2-1 15,4 1 5-15,-2-2-1 0,-3-1 1 0,4 1-3 16,0-2-6-16,0 0-1 0,3 0-2 0,0-3 1 0,0 2-2 16,2-1-1-16,4-1-3 0,0 1 2 0,2 0-11 15,-2-1 2-15,-1 2 3 0,1 0-1 0,-1 1 8 16,-2 0-4-16,-2-1-4 0,-3 1 0 0,-2-1-12 16,1 1 7-16,-1 0 1 0,-1 0 3 0,-1 0-2 0,-1 0 8 15,1 0-6-15,-3 0 5 0,-3 0-11 0,1 0 8 16,-3 0-2-16,-1 0 3 0,2 0-10 0,-6 0 7 15,0 0-4-15,4 0 7 0,-4 0-5 0,1 0-3 16,1 0 1-16,-3 0-1 0,1 0 8 0,0 0-6 16,-3 0 0-16,0 0-2 0,4 0-4 0,-3 0 6 15,3 0-2-15,-2 0 4 0,-2 0-10 0,0 0 4 16,0 0 1-16,-1 0 1 0,1 0 4 0,-2 0-5 0,0 0 0 16,-3 0 0-16,1 0 9 0,1 0-10 0,-2 0 5 15,2 0-7-15,-1 0 3 0,1 0 1 0,2 1-1 16,-3-1 2-16,1 0 4 0,-1 0-8 0,2 0 0 15,-1 0-3-15,0 0 8 0,1 0-1 0,-1 0-2 16,-1 0-1-16,2 0 3 0,-2 0-4 0,2 0 3 0,-1 0-4 16,0 0 7-16,2 0-4 0,0 0 1 0,0 0-2 15,1 0 5-15,0 0-4 0,0 0 4 0,0 0-4 16,-1-1 1-16,1-1-1 0,0 1-1 0,-2 0 0 16,-1 1 1-16,0 0 3 0,1-1-5 0,-1 1 4 15,0 0-4-15,1 0 2 0,-3 0 3 0,0 0-1 16,0 0 2-16,-1 0-2 0,1 0-2 0,0 0 0 0,3 0 1 15,-4 0 2-15,4 0-1 0,0 0 1 0,-3 0-1 16,3 1-5-16,-1-1 6 0,1 0-5 0,-1 0 3 16,0 0 7-16,1 0-9 0,-1 0 6 0,0 0-7 0,2 0 3 15,1 0 3-15,1-1 0 0,1 0 4 0,-2-1-6 16,0 1 3-16,-2 0-4 0,-1 0 7 0,1 0-12 16,-3 1 4-16,-1 0-4 0,4-1 13 0,-4 1-10 15,2 0 4-15,-2 0-6 0,1-2 5 0,1 1-1 16,-1 0-1-16,0 0 0 0,1 0 0 0,-1 0 3 15,0 1-3-15,1 0 3 0,-1 0 4 0,-1 0-8 16,0 0 3-16,1 0-4 0,-1 0 8 0,1 0-4 16,-1 0 2-16,2 0-4 0,-2 0-2 0,1 0 4 0,1 0-2 15,-1 0 5-15,0 0-3 0,1 0 0 0,-2 0-1 16,0 0 1-16,0 0 6 0,0 0-4 0,0 0 2 16,1 0-4-16,-1 0-2 0,0 0 5 0,0 0 1 15,0 0 4-15,1 0 2 0,-1 0-9 0,0 0 3 16,0 0-4-16,0 0 8 0,0 0-9 0,1 0 6 0,-1 0-6 15,-1 0 4-15,0 0-3 0,1 0-2 0,0 0 1 16,0 0-1-16,0 0 5 0,-1 0-2 0,0 0 3 16,0 0 0-16,0 0-2 0,2 0 2 0,-1 0-2 15,-1 1 5-15,0 0-7 0,0 0 5 0,0 0-6 16,0 0 3-16,0 2 1 0,0-1-3 0,0 0 4 16,-1 6-3-16,-2 1-1 0,0 2 0 0,-1 0 0 0,1 1 0 15,0-1 0-15,1 0-1 0,0 1 1 0,0 0-4 16,1 1 4-16,1 1-5 0,0 0 3 0,0 1-4 15,0 1 4-15,0-1 0 0,0 0 3 0,0 2 5 0,0-2-6 16,0-1-1-16,0-1-1 0,0 1-6 0,0-2 10 16,0 0-2-16,0-1 3 0,0 0-8 0,0 0 4 15,0-2 0-15,0 0 2 0,1 1-3 0,-1-2 0 16,0 0 3-16,0 0-1 0,0 0 2 0,0 0-6 16,0-2 2-16,0 1-2 0,0-1 2 0,0 1 7 15,0-3-6-15,-1 3 6 0,0-1-7 0,0-1 5 16,0 0-3-16,0-2 3 0,-3 2-3 0,-1-2 4 15,-9 2 0-15,2 0 1 0,-2 0-7 0,0-2-1 0,1-1 1 16,-2 1 0-16,-1-1 0 0,4 2 3 0,-2-2-3 16,3 0 4-16,1 5 2 0,-1-1-2 0,2-1 0 15,-2 0-3-15,2-2-2 0,-1 0 1 0,2-2 0 16,1 0 2-16,0 1 2 0,1-1-4 0,1 1 5 16,1-1-5-16,-1-1-8 0,1 0 9 0,1 0-2 0,0 0 4 15,1 0 1-15,0 0-8 0,-1 1 2 0,2-1-4 16,0 0 6-16,-1 1-1 0,-1 0-4 0,1 1 0 15,1-1-3-15,0 0 5 0,-1 1 0 0,1 1 2 16,1-1 4-16,0 0-4 0,0 1 2 0,1-1-4 16,2 0 1-16,1 2 2 0,11 4 3 0,1 0 0 15,0-2-3-15,2 0 2 0,2-2-2 0,1 0 2 16,0 1-5-16,1-1 3 0,1 0-1 0,-3 0 2 0,1-1 5 16,-1 1-6-16,-3-1 1 0,-1 1-1 0,1-1 5 15,3 3-2-15,-4 0 4 0,-1 0-4 0,2 1 2 0,-4-1-3 16,0 0-2-16,-1 0 0 0,-3-2 0 0,-1 1-2 15,-2-1 8-15,0-1-6 0,-3 0 1 0,1-1 7 16,-2-1-4-16,1 1 5 0,-1 1-7 0,0-1 11 16,1-1-6-16,-2 0 7 0,0 1-8 0,0-1-3 15,-1 1-4-15,0 1 1 0,0-2 1 0,-3 5 2 16,-4 2 2-16,-9-2-2 0,-1 0 1 0,-2-1-7 16,-1 3 6-16,2 0-7 0,-1 0 4 0,2-2 0 15,-1 1 0-15,-1-1 2 0,-1 0 6 0,4 1-9 16,-2-3 2-16,4 2-2 0,2-1 2 0,1 0 2 0,2-1-2 15,1 0 0-15,0 1-6 0,1-2 4 0,0 2-1 16,2-2 2-16,2 1 0 0,0-1-3 0,2 1 0 16,0 0-1-16,-1-1 4 0,-2 2-7 0,2-2 5 0,-1 2-5 15,2 1 12-15,1 1-9 0,1-1 4 0,2 0-4 16,0 0 11-16,1-1-10 0,13 1 1 0,3 0-6 16,-1 0 8-16,2-1 5 0,1-1-5 0,-2 1 2 15,3-1-7-15,1 0 4 0,-4-1 1 0,1-1 0 16,-4 0 7-16,-1 9-9 0,-1-4 3 0,-2-2-4 15,-1-2 8-15,-3 0-5 0,-1-1 3 0,-1-1-3 16,-2-1 2-16,-1 0-3 0,-1 0 2 0,-2 0-1 0,2 1 7 16,-1 1-2-16,0-2 4 0,-1 0-3 0,1 0-1 15,-1 1-3-15,0-1-2 0,0 1 1 0,-1 0-2 0,0 0 1 16,0 0 0-16,-1 1 0 0,0-1 2 0,-2 1-1 16,-4-1-3-16,-3 9 2 0,0-1-2 0,1 1 4 15,0-2-1-15,3 1 3 0,0 3-4 0,0 2-1 16,2 5-2-16,-3-3 0 0,3 3-4 0,-3-2 7 15,0-1 1-15,3 5 2 0,-2-1-3 0,0 3 0 16,0-2-3-16,1 1 2 0,-4-1-6 0,5 3 7 16,-1-2 1-16,0 0 2 0,4 1-7 0,-3 2 6 15,3-2-6-15,0 2 8 0,-1 2-4 0,-2-1-5 16,2 0 4-16,0 2-6 0,-1 2 7 0,-13 3 6 16,9-2-5-16,4 4 4 0,3-3-10 0,0-2 5 0,0 2-2 15,2-2 2-15,-2-2 1 0,0-1-2 0,2 0 2 16,-1 0-2-16,1 1 2 0,1-1-4 0,-1 1 0 15,2 1-2-15,-2-3 13 0,-1-1-8 0,0-1 3 0,1-4-6 16,-2 1 2-16,1-1 0 0,0 2 1 0,0-2 1 16,0 2 6-16,0-5-5 0,1 1-1 0,-2-4-2 15,0 0-4-15,0 1 4 0,0-1 1 0,0 1 1 16,0 0 2-16,0-2-3 0,0 0 0 0,0-2-1 16,0 1 4-16,0 1-2 0,0-1 0 0,0 0 0 15,0-2 3-15,-2 2-2 0,1-3-2 0,0 1 0 16,1-3 1-16,0 1 2 0,0-1-3 0,0-1 1 15,0 0 0-15,0-3-1 0,0 1 4 0,0 0-4 0,0-2-3 16,0 0 1-16,0 1 3 0,0-1 0 0,0 0 6 16,0-1-8-16,0 1 1 0,0 0-4 0,0-1 4 0,0 0-6 15,0 1 1-15,0 0-4 0,0 0-10 0,0 1-14 16,0-1-4-16,0-1-3 0,0 0-18 0,0 0-35 16,0 1-1-16,0-2-14 0,0 0-24 0,0-2-42 15,0 1-1-15,0-1-15 0,0-4-9 0,-1-2-52 16</inkml:trace>
  <inkml:trace contextRef="#ctx0" brushRef="#br0" timeOffset="55114.88">13216 5482 1267 0,'-1'0'13'16,"0"-1"3"-16,0 0-3 0,-2 0-6 0,1 0 0 16,0 0-1-16,0-1-28 0,1 1 11 0,0 0-16 15,0 0 16-15,0 1 2 0,1 0-6 0,0 0 5 16,0 0-6-16,1 0 15 0,0 1-4 0,0 0 7 16,2 0-2-16,0 1-1 0,4 0 6 0,1 0-3 0,0-1 21 15,1 2 12-15,0-1 0 0,1 1 6 0,0-1 2 16,2 0-9-16,0 1 1 0,3 0-3 0,-2 1-8 15,2-1-3-15,1 1-7 0,-1-1 3 0,0 0-19 16,-1 0 4-16,0 1-2 0,1-1 2 0,0 1 5 0,-2-2-5 16,1 2 2-16,-4-2-3 0,-2-1 5 0,1 0-3 15,-1-1-3-15,2 0 0 0,-1 0-1 0,-1 0 1 16,0 0 2-16,1 0-1 0,-3 0-14 0,1-1-4 16,-3 0-3-16,-1 1 0 0,0-1-13 0,0 0-29 15,-1-2-19-15,-1 1-3 0,4-4-61 0,-1-1-59 16,-1 2-16-16</inkml:trace>
  <inkml:trace contextRef="#ctx0" brushRef="#br0" timeOffset="55346.06">13240 5709 1254 0,'0'0'50'0,"0"0"104"15,0 0-150-15,0 0 1 0,0-1 3 0,1 0 1 16,1 1 20-16,15-1-7 0,5 1-1 0,2 0-3 16,3 1-12-16,2 1 3 0,5 2-7 0,1 0 6 15,0 0-11-15,1 1-3 0,-3-2-8 0,-1 1 0 0,-2-2-45 16,-4-2-25-16,-2 0-24 0,-4-1 0 0,-3-2-87 16,1-3-145-16</inkml:trace>
  <inkml:trace contextRef="#ctx0" brushRef="#br0" timeOffset="56128.96">14099 3755 1245 0,'0'-1'107'15,"-1"0"-154"-15,0-2 129 0,-1-7-75 0,-7 2-7 16,7 2-8-16,0 3-5 0,2 2-3 0,-3-1-26 0,1-1 1 16,0 2 2-16,0 0 1 0,1 0 14 0,0 0 15 15,0 1-4-15,0 0 7 0,0 0 2 0,-1 0 4 16,1 0 2-16,0 0 3 0,0 1 23 0,0 0 3 15,0 0 7-15,-1 0-4 0,0 1 11 0,1-1-15 16,-2 1-1-16,2 0-5 0,-6 13-5 0,0 1 3 16,1 2-1-16,0 2 0 0,2 2-16 0,0 2 3 15,3 0-3-15,1 3 3 0,0 0-7 0,0 0 3 16,0 5 2-16,2-2 0 0,1-5 6 0,-1 1-10 0,2-2 4 16,-1-3-4-16,1 1 12 0,0-4-13 0,0-2 8 15,1-1-9-15,-1-1 6 0,0-3-3 0,-1 0 0 16,1 0 1-16,-2-3 4 0,1-2-2 0,-1 0-1 15,-1-3 0-15,0 1-6 0,-1-2 10 0,0-1-5 0,1 1 8 16,1 1-3-16,-1-1-2 0,0 1 5 0,-1-2-4 16,0 0 4-16,0 0-9 0,-1-1 0 0,0 0-2 15,-1 0 1-15,0-1 4 0,0 0-3 0,-1-2 4 16,-2-5-10-16,-4-6 11 0,2-2-7 0,3-2 9 16,1-2-11-16,2-2 4 0,0-2-1 0,1 1 3 15,0-2-5-15,0 0 2 0,2 2 1 0,1-2-2 16,-1 0-6-16,1 1 2 0,1 1 2 0,1 1 0 0,-1 2 2 15,1 2 2-15,0 3-6 0,1 0 4 0,-2 2-6 16,2 2 6-16,1 1 2 0,0 0 1 0,-2 1-5 16,7 2 5-16,1 0-5 0,0 1 6 0,2 2-3 0,-1 1 1 15,1 2 0-15,-1-9-1 0,1 3-4 0,-2 4 3 16,-2 1 0-16,1 2 2 0,-1 0-8 0,-2 2 5 16,-2 0-5-16,-1 0 5 0,-1 1-6 0,-3-2-1 15,2 0-4-15,-2 0-1 0,-1-1-21 0,1 1-51 16,1 0 0-16,-1 1-22 0,-1-1-58 0,0 0-115 15</inkml:trace>
  <inkml:trace contextRef="#ctx0" brushRef="#br0" timeOffset="56780.97">14305 4171 1016 0,'0'0'73'0,"-1"0"-120"0,0-1 86 0,0 0-58 0,-1 1-27 15,2 0 14-15,0 0-18 0,0 0 9 0,0 1-79 16,2 0 33-16,-1 1-4 0,0-1 21 0,0 0 40 0,0 0 19 15,0 0-2-15,2 0 9 0,-1 1 22 0,-1-1 118 16,1 0-8-16,-1 0 41 0,0 0-25 0,0 0-66 16,0 1 1-16,0-1-24 0,1 0-28 0,-1 0-6 15,0 0 1-15,0 2-2 0,-1-1-2 0,0 5-3 16,0 4-9-16,0 0 5 0,-1 2-7 0,0 0-4 16,0 0 5-16,-1 0-5 0,1-1 4 0,1-1-3 15,0-1 4-15,0 0-4 0,0-1-4 0,1-2 6 0,1-1-6 16,-1-1 7-16,0-2-3 0,-1-2-2 0,0 0-2 15,0 1 0-15,1 0-3 0,0 0-5 0,0 1-2 16,2-2-1-16,-2 0-19 0,1 0 6 0,1-1-2 16,-1-1 4-16,0 0 7 0,1-2 8 0,-2-4 7 15,2-6-1-15,1 2 8 0,0-2-13 0,-2-1 0 0,3 1-5 16,0 1 0-16,4 0-24 0,-1 3 13 0,-3-1-14 16,-2 1 26-16,3 0-6 0,1 2-6 0,-2 1 5 15,3 1 11-15,-4 3-2 0,-2-1 11 0,0 1-9 16,1 0 12-16,-1 0 12 0,0 1 3 0,1 0 2 15,-2 1 4-15,0 1 3 0,0 0-6 0,0 2 5 16,4 11-4-16,-1 3-5 0,-3 1 3 0,-1 0-3 16,-1-1 6-16,-2 1 5 0,2-1-2 0,0-3 2 15,1 0-13-15,0-1 6 0,0 0-8 0,0-2 7 0,0 2-9 16,0-4-5-16,0-2 2 0,1-2-5 0,-1 0-3 16,0-1 5-16,0-2-1 0,1 0 5 0,0 1 0 0,1-1-1 15,-1-1-2-15,-1 0-1 0,0 1 2 0,0-1-23 16,0 0 3-16,0-1-14 0,0 0-26 0,0 0-54 15,0-1-6-15,0 0-19 0,-1-6-54 0,-4-10-35 16</inkml:trace>
  <inkml:trace contextRef="#ctx0" brushRef="#br0" timeOffset="57087.02">14317 4002 1505 0,'0'-1'6'16,"-1"0"1"-16,0-1-10 0,-1 0-4 0,1 1-4 16,1 0-3-16,0 0 11 0,1-1 3 0,1 2-1 15,0 0-7-15,0 2 4 0,8 3-1 0,0 3 4 16,1 0 8-16,-1 2-7 0,3 4 2 0,-3-3-4 0,0-3 7 15,1-2-2-15,0-3 1 0,-1 0-3 0,-1-2-1 16,2 6 8-16,0-1 0 0,0-2 3 0,2-3 0 16,1-1-8-16,2-3 5 0,-1-1-6 0,2-3 4 0,-1-1-19 15,-1-2-5-15,-1 9-6 0,-2-14-23 0,1-1-119 16,-4 3-9-16,3-2-49 0,0-1-161 0</inkml:trace>
  <inkml:trace contextRef="#ctx0" brushRef="#br0" timeOffset="57917.34">12839 4950 566 0,'0'0'37'0,"-1"-1"52"0,-1-1-10 0,1 1-45 16,0 0 9-16,1 1-24 0,0 0-6 0,0 0 18 15,1 0-5-15,0 0 9 0,2 0 0 0,10-2 1 16,6-1-7-16,2 1 3 0,1 0-15 0,3 1-11 16,-2-1 9-16,-4 1-12 0,3 1 0 0,0-1 10 15,-4 1-6-15,-1 0 8 0,-3 0-5 0,0 0 0 0,-1-1-6 16,1 1 3-16,-4 0-1 0,-2 0-4 0,-1 0 8 15,-2 0-9-15,2-1-1 0,-4 1 0 0,3-2 0 16,-3 1 0-16,1 0-5 0,0 0-33 0,-1 0-8 0,-1 0-15 16,2-2-107-16</inkml:trace>
  <inkml:trace contextRef="#ctx0" brushRef="#br0" timeOffset="58182.47">13060 4784 1327 0,'-1'-1'8'0,"-1"0"0"0,1-1 0 16,-1 1 1-16,1 0-3 0,0 0 1 0,-1 1-3 16,1 0-4-16,0 0 2 0,0 1 2 0,1 0-6 15,0 5 3-15,0 12-4 0,0 1 3 0,1 1 0 16,1 1 0-16,1 1 0 0,0-1 0 0,1 0-2 15,-1 2 1-15,1-1-2 0,-3-2-5 0,0 0-5 16,-1-2 2-16,0-4-1 0,0 0-3 0,0-6-6 16,1 2-6-16,-1-6 1 0,0-2-18 0,0-1-107 0,2 1 15 15,-1-1-57-15,0 0-107 0</inkml:trace>
  <inkml:trace contextRef="#ctx0" brushRef="#br0" timeOffset="58748.73">12693 3375 920 0,'0'0'18'16,"-1"-1"-1"-16,0 0 16 0,-1 0-10 0,1 0 4 16,0-1-29-16,1 1-5 0,0 0 4 0,0 1-4 0,0 0 9 15,1 0 0-15,0 0 2 0,2 0 0 0,3 1 4 16,8 3-7-16,2-1 1 0,3 2-2 0,0-2 15 0,2 0-15 16,0-1 9-16,3-1-10 0,-2 1 5 0,0-2 1 15,1 0-5-15,-1 0 4 0,-1 0 0 0,0 0-21 16,-4-2-4-16,3-1-28 0,0-3-218 0</inkml:trace>
  <inkml:trace contextRef="#ctx0" brushRef="#br0" timeOffset="60185.4">13494 2837 257 0,'0'0'52'0,"0"0"-6"15,-1 0 22-15,-1-2 5 0,1 1-17 0,-1 0-15 0,0 0-4 16,0 1-6-16,-1-1 3 0,-1 0-14 0,1 1-14 16,-1 0 5-16,2 0-7 0,-2 0-4 0,3 0 4 15,-1 0 1-15,1 0 3 0,-2 1 5 0,1 0 1 16,0 0-6-16,0 0 7 0,1 2 14 0,0-1 17 16,1 0-7-16,0 1 6 0,1-1-23 0,0 0-1 15,2 1 0-15,1 0-2 0,9 4-7 0,6 0 13 0,1-1-8 16,4-1 8-16,-2-3-20 0,2 0 3 0,-2-2-3 15,-1 0 3-15,3 0 2 0,-1 0-8 0,1 0 8 16,0 0-9-16,1 0 5 0,0 0 3 0,1 0-6 16,1 0 5-16,2 0-1 0,4 0 4 0,-2 0 2 0,4 0-1 15,-3 0 3-15,-1 0-2 0,5-2-3 0,-5 2 2 16,3 0-4-16,-2 0 6 0,1 0 0 0,0 0 1 16,0 0-13-16,1 0 3 0,3-1-4 0,-1 1 4 15,4 0 4-15,-4 0-8 0,4 0 5 0,-5 0-7 16,-6 0 1-16,-1 0 6 0,-6 0-3 0,2-1 3 15,-2 0-12-15,0-2 11 0,-2 1-7 0,-2 0 8 16,1-1-3-16,0 0-2 0,0-1 0 0,0 1-1 16,1 0 2-16,0 1-3 0,-2 0 4 0,5-1-5 0,-4 2 3 15,1 0-1-15,-2 0 1 0,1 0-1 0,0 0-5 16,-4 1 6-16,1 0-1 0,-9 0 2 0,4 0 3 0,-1 0-6 16,-1 0 5-16,1 1-5 0,-5 0 6 0,1 0-2 15,-1 0-2-15,1 0 1 0,-3 1 3 0,2-1-9 16,0 0 3-16,0 0-5 0,-2 0 7 0,1 0 6 15,-1 1-5-15,-1-1 3 0,4 1-6 0,-1-1 1 16,-1 1-1-16,0-1 1 0,0 0 6 0,-2-1-7 16,2 1 7-16,-3-1-7 0,2 1-1 0,-1-1 3 15,0 0-4-15,-1 0 5 0,0 0 2 0,2 0-1 16,-1 0-2-16,2 0 0 0,-2 0-7 0,0 0 6 16,2 0 2-16,0 0 2 0,1 0-4 0,0 0 0 0,1 0-2 15,-2 0 3-15,2 0 6 0,-1 0-10 0,0 0 3 16,-2 0-5-16,1 0 12 0,-1 0-10 0,0 0 2 15,-2 0-5-15,1 0 11 0,1 0-8 0,-1 0 3 16,0 0-6-16,1 0 6 0,-2 0-23 0,0 0-6 0,0 0-15 16,0 0-101-16,0 0-74 0,1-1-41 0</inkml:trace>
  <inkml:trace contextRef="#ctx0" brushRef="#br0" timeOffset="61016.76">15695 2323 1236 0,'0'-1'8'0,"0"-1"32"0,0-7-59 0,0 4-8 15,0 4-3-15,1-1-2 0,0-1-21 0,2 2-24 16,-2 1 12-16,4-2-12 0,-1 1 38 0,0 0 21 16,-3 1-1-16,0 0 9 0,0 0 8 0,2-2 17 0,-1 2 4 15,0 0 7-15,1 0 23 0,-2-1 2 0,0 0 3 16,0 0-1-16,1 0 11 0,-1 0-29 0,0-1 7 16,-1 1-15-16,0 0-6 0,0 0-12 0,0 0-7 15,0 1 1-15,-1 0-3 0,0 0 1 0,-1 1 2 0,0 0-1 16,0 1 4-16,-3 1-9 0,-2 7 6 0,0 3-8 15,-1 1 6-15,-1 0 7 0,0-1-10 0,0 1 8 16,-1-1 0-16,1 3-7 0,-3 0 8 0,0-1-8 16,-2 3 1-16,-1-4 1 0,0 3-1 0,-2-1 3 15,-2-2 6-15,0-1-6 0,-2 1 2 0,2-2-3 16,2 1 5-16,0-1-3 0,-3-2 0 0,3 2-1 16,-2-1 1-16,1 0-4 0,2 2 3 0,-2-1-4 0,4 2-4 15,-1 0 8-15,-2 0-4 0,1 2 4 0,-2-1-9 16,2 0 11-16,0-1-2 0,4-1 4 0,-1-1-15 15,2-2 12-15,2-3-3 0,0-2 7 0,1 1-4 0,2-1-3 16,-1 0 6-16,0-2-3 0,1 1 12 0,0-1-10 16,1 1-5-16,0 1 0 0,-2-1-5 0,1 0 4 15,1-1 2-15,-2 0 0 0,0-1-1 0,4 0 5 16,-2 0-1-16,4 0 3 0,1-1-5 0,-2 1-3 16,2 0 4-16,-2-1-3 0,0 1 2 0,-1 0 5 15,1 1-6-15,1-1 8 0,0-1 3 0,0 1 11 16,-1-1-8-16,1 0 8 0,1 0-18 0,0 0 4 15,0 0-2-15,1 1 1 0,1-1-1 0,-1 0-4 16,0 0 1-16,0 0-3 0,0 0 2 0,0 1-5 0,1-1 4 16,-1 0-4-16,1 0 4 0,0 0 0 0,1 1-1 15,-1-1 0-15,1 0-7 0,-1 0 6 0,0 0-4 16,1-1 5-16,2 3-6 0,3-1 7 0,-1 0-6 16,1 2 6-16,0-1-3 0,1 2 0 0,1 0 0 0,0 1 0 15,2 1 2-15,0-6-4 0,1 8 2 0,1 4-4 16,-1-3 2-16,0 0-3 0,1 4 7 0,2-1-4 15,1 1 11-15,1-1-8 0,3-1-2 0,-2-1-1 16,-1-3 4-16,1 0 0 0,-4 0 2 0,2 1-2 16,2 1-1-16,-3-2-3 0,1 2 5 0,-3-3-5 15,-2 0 2-15,2-1 1 0,-4 2-1 0,0-2 2 16,-1-1-3-16,-4 0 5 0,1-1-6 0,-3 0 6 0,1-2-7 16,-2 0 6-16,-1-1 0 0,0 1 1 0,2 0-3 15,-1 0-6-15,0 1 1 0,1-1-3 0,-2-1 0 0,0 0-32 16,0 1-16-16,0-1-15 0,1-1-128 0,-1 0-79 15,-1-1-69-15</inkml:trace>
  <inkml:trace contextRef="#ctx0" brushRef="#br0" timeOffset="61234.38">15661 2373 219 0,'0'0'-13'0</inkml:trace>
  <inkml:trace contextRef="#ctx0" brushRef="#br0" timeOffset="62120.76">15679 2364 678 0,'0'0'77'0,"0"0"-7"15,0-1 33-15,0 0-8 0,0-1-17 0,0 0-60 0,0 0-8 16,1-1-3-16,0 1 0 0,0 0-1 0,2-1-6 16,-1 2 2-16,6-2-4 0,0-1 2 0,1 2 1 15,0 1 2-15,0 1-2 0,0 0-4 0,1 0 3 16,0 1 0-16,0 1 3 0,1 0-1 0,1 2-6 15,-1-1 5-15,5 2-2 0,0 1 9 0,3 1-8 16,0 0 0-16,1 0-1 0,1 1 2 0,2 0 5 16,2-1-4-16,0 0 5 0,1-1 0 0,-1-1 1 15,3 1 4-15,0 0-2 0,-1 1 0 0,0 0-5 0,1 3-2 16,1-2 1-16,1 1 4 0,0 1-7 16,2 0 4-16,0 0-5 0,0-1 13 0,-2 1-11 0,1 0 4 15,-2 2-5-15,2 0 2 0,-2-2 8 0,-3 0-4 16,0-2 5-16,-1-1-2 0,-1 1 11 0,2 0 0 15,-1-1 3-15,0 2-6 0,-3-2-8 0,3 0-3 0,-2 0 0 16,-2 0 5-16,0 0-10 0,3 0 3 0,-5-2-5 16,3 1 2-16,-5-2 5 0,-1 1-6 0,-1 0 4 15,-1-1-5-15,2 0 0 0,-8-2 6 0,0 1-4 16,-1-2 1-16,-1 0 0 0,1 0-4 0,0 0 1 16,-2 0-3-16,2 1 8 0,-1-1-1 0,-3-1 3 15,3 1-5-15,-2-1-4 0,-1 1 5 0,0-1-3 0,0 1 4 16,-2-1-4-16,1 0 2 0,-1 0-2 15,1 0 10-15,-1 0-7 0,0 0-1 0,2 2-2 0,-1-1-2 16,1 0 2-16,-1 0 5 0,-1 1-1 0,0 1-1 0,0-1 4 16,1 0-4-16,-2 0 7 0,0 2-2 0,-2 2 0 15,1-1-5-15,-1 0 4 0,-2-1 0 0,1 1-4 16,-8 0-1-16,1 1-2 0,-3 0 3 0,-3-2-5 16,2 3 9-16,1 0-7 0,-3-1 2 0,1 0 1 15,-1 0-3-15,-1 1 3 0,1 0 3 0,-2 1-4 16,-1 1-2-16,0-4 0 0,0 1 1 0,0-2-1 15,1 3 2-15,-2-2-2 0,-2 2-1 0,1-1 5 16,-1-1-4-16,-3 1 3 0,-1-1-7 0,-1 2 4 16,-1 0 2-16,-5 0 1 0,4 3 1 0,-2-5 1 0,-3 2-5 15,6 2 4-15,0-5-3 0,-4 2-1 0,5-1-1 16,-3 0 0-16,2 1 1 0,3-1 1 0,0 1 4 16,-1 0-5-16,1 0-7 0,-1-1 6 0,4 0 1 15,-2-1 3-15,-3 0-2 0,1-1 4 0,1 0-8 0,-5 0 7 16,5 1-2-16,-2 0-2 0,2 0 4 0,2-2-4 15,0 3 0-15,0-3-2 0,1 1 2 0,1-1 0 16,0-1 0-16,2 3-2 0,0 0 2 0,1 1-1 16,2-1 1-16,-1-1 2 0,0-2-5 0,-1 2 5 15,2 1 9-15,3 0-11 0,-3-2 6 0,5 1-10 16,-1-2 3-16,1 0 5 0,8 4-4 0,-3-4 4 0,-1 1 0 16,2 2-4-16,1-1 2 0,1-2-2 0,-2 2 0 15,4-3-1-15,0 0 3 0,-2 2-1 0,0 1 0 0,1-1-1 16,1 0 0-16,0 1 1 0,-1-1 7 0,1 0-4 15,0 1-5-15,1-1 2 0,0 0-5 0,0 1 4 16,0-1 7-16,0-1-4 0,0 2 2 0,0-2 1 16,0 0-3-16,0 0 2 0,0 0 2 0,-1 0-4 15,0 1-2-15,-1-1-1 0,1 0-5 0,0 0 9 16,0 0-5-16,0-1 4 0,0 0-12 0,-1 0-13 16,1 0 6-16,0 0-10 0,0 0-16 0,0-1-66 15,1 0-19-15,0 0-22 0,0-2-122 0</inkml:trace>
  <inkml:trace contextRef="#ctx0" brushRef="#br0" timeOffset="62702.27">15663 2766 521 0,'-1'-1'259'0,"0"0"-371"15,0 0 319-15,0-1-184 0,-1 0-7 0,1 0-9 16,0 1-11-16,0-1 4 0,0 1-11 0,0 0 9 0,-1 0-1 16,1 0 2-16,0-1-10 0,0 1 11 0,1 1-5 15,0 0 6-15,0 0-6 0,0 0 8 0,0 0 1 16,0 0 3-16,0 0 7 0,0 0 7 0,0 0 8 15,1 0-3-15,0 0 10 0,0 0 3 0,2 0-2 0,-1 0 2 16,8-1-10-16,0 0 0 0,3 0-6 0,0 0 3 16,3-1-12-16,1 1-5 0,-1 0 1 0,4 0-2 15,3 0 10-15,0 0-7 0,2 1 6 0,-2-2-8 16,-3 2-2-16,2 0 4 0,-1 0-2 0,-1 0 2 16,-1 2-4-16,-5-1-2 0,-3 0-3 0,1 0 2 15,1 0 9-15,-2-1 2 0,-1 0 6 0,-1 0-5 16,-1 0 0-16,0 0-5 0,-2 0-5 0,1 0 1 15,-2 0-8-15,-1 0-1 0,0 0 2 0,-2 0 0 0,1 0 4 16,-2 0-8-16,0 0-7 0,0 0-2 0,0 0-23 16,2-2-33-16,-2 0-12 0,5-7-7 0,0-1-28 15,-3-1 8-15,-1 1 4 0,0 0-3 0,-2 1-6 0,0 1-14 16,-3-3-11-16</inkml:trace>
  <inkml:trace contextRef="#ctx0" brushRef="#br0" timeOffset="63121.39">15775 2525 1328 0,'0'-1'5'0,"0"0"0"0,0 0-13 0,0-1 0 0,0 1-7 16,0 0 7-16,1 1-9 0,0 0 6 0,1 1-9 15,-1 2-1-15,0 0-1 0,2 10 0 0,-1 2 0 16,-2-3 9-16,-2 0 11 0,1-4-2 0,0-3 4 16,-1-1 0-16,-1 0 17 0,1-3-3 0,-7 0 7 15,-1 6 0-15,1-1 2 0,-2-1-2 0,1-2 0 16,-1 0-8-16,-1-1-8 0,2-1 6 0,-2 1-6 16,0-1-1-16,2 0-1 0,-1 0-5 0,2 0 3 0,-2 0 0 15,-1 2-3-15,1-1 8 0,0 0-7 0,-1 2 3 16,3-2-3-16,-1 2-2 0,0 1-1 0,2-2 0 15,-1 2 4-15,0 0 0 0,4-3 1 0,1 1 5 0,1-1-4 16,1 1 1-16,-2 2-3 0,2-1 0 0,0 1-1 16,-1 0-1-16,2 0 2 0,0-1 14 0,1 1-4 15,1 0 4-15,0-2-5 0,2 1-4 0,8-1 4 16,3 0-3-16,3-1 3 0,-2 0-5 0,-2 0-4 16,1 0 1-16,-3-1-3 0,2 1-4 0,-4 1 4 15,1-2-12-15,-1 6 8 0,-1-2-24 0,0-2-19 16,1 1-37-16,-1-2-2 0,1-1-180 0</inkml:trace>
  <inkml:trace contextRef="#ctx0" brushRef="#br0" timeOffset="64106.88">15895 3341 1161 0,'-1'-1'7'0,"0"0"1"0,-1-2 3 16,0-1-3-16,1 0 0 0,0 2-6 0,0-1-16 0,-1 1 5 15,1 0-9-15,0 1 6 0,-1-1-6 0,-1 1 5 16,-3 1-3-16,-4 1 21 0,0 2-7 0,0 0 1 15,2 1-4-15,-3 2 9 0,1 0 6 0,-2 1 1 0,-4 1 1 16,4-1 15-16,-3 0-3 0,1 0 7 16,0 0-7-16,0 0 9 0,-1 1-18 0,2 1 3 0,-1-8-8 15,1 11 0-15,3 1-11 0,0-2 4 0,4 5-5 16,0-5 6-16,1 1-1 0,1 0-4 0,-1 0 1 16,0-3-1-16,3 0 3 0,0-2-2 0,-4 2 0 15,1-1 0-15,1-1 2 0,2 2 10 0,1-4-5 16,1 0 13-16,0-1-13 0,0 0 7 0,1 0-7 15,0-2 11-15,-1-1-8 0,12 7-4 0,3-1 0 16,-1-2-11-16,-1-1 10 0,1-2-6 0,1-2 6 0,0 0-1 16,0-2-2-16,0-2 9 0,2-3-8 0,-1-1 5 15,0 0 3-15,1-3-9 0,-1 0 6 0,0 7-8 0,0-12 3 16,-4-1 3-16,2 1 1 0,-2-1-1 0,-1 3-1 16,-2 0-1-16,-2 1-1 0,-1 2-3 0,-2 3 12 15,-1 2-9-15,-2 1 10 0,3 1-9 0,-3 1-1 16,-1 2 9-16,0 0-8 0,2-1 4 0,1-1-6 15,-2 1-3-15,0 1 0 0,0-1-3 0,0 1 9 16,-1 1-2-16,0 0 5 0,0 1-15 0,-1 1 8 16,1-1-1-16,-7 13 4 0,-2 1-3 0,2 0-5 15,-3 7 3-15,4-6-4 0,1 2 12 0,0 1-6 16,1-3 0-16,1 4-1 0,-1 0 3 0,1 2-6 0,0 0 1 16,2-2-4-16,1 0 6 0,-1-3 6 0,0 2-1 15,0 0 2-15,-2 0-9 0,2-2 2 0,0 1 0 16,0 0 1-16,0-2 5 0,-2 0-6 0,1 1 5 0,0-2-5 15,-1-2 1-15,0-1 1 0,-1 0-4 0,1-3 2 16,-1 0 6-16,1 0 1 0,-1-2 2 0,2-3-2 16,-2 1-5-16,-2 0 6 0,-3-2-7 0,-2 1 7 15,1-1-5-15,-1 0-4 0,-1 5 7 0,2-2-6 16,-1-3 7-16,3-1 1 0,0-2-1 0,1 0 0 16,1 0-5-16,0-2 6 0,0 0-4 0,1 0 7 0,1-2-1 15,1-2-5-15,2-5 3 0,-7-1-4 0,1-3 4 16,3-1-6-16,3 1 0 0,1-3-3 0,1 3-4 15,2 0 7-15,0 2-2 0,2 1 4 0,1 0-7 16,0 3 5-16,-2 2-2 0,-1 0 4 0,8 1-4 0,1 1 0 16,0 2 2-16,0 0-1 0,1 2-6 0,-3-6-1 15,1 1 3-15,-2 1 0 0,1 2 4 0,0 1-13 16,0 0 0-16,-3 1-5 0,2 0-3 0,-2 1-7 16,-1 0-1-16,3-1-1 0,-3 0-3 0,3 0-114 15,-2-1 16-15,1 0-54 0,-1 0-46 0</inkml:trace>
  <inkml:trace contextRef="#ctx0" brushRef="#br0" timeOffset="64774.21">16111 3750 879 0,'0'0'80'0,"-1"-1"169"15,0 0-216-15,0 0-16 0,0 0-1 0,-1-1-6 16,1 1-12-16,0 0 2 0,1 0-1 0,0 1 1 16,0 0-3-16,0 1-2 0,0 0 5 0,-1 2-4 15,-1 6 1-15,-3 5 6 0,-1 1-5 0,-1 2 5 0,0-1-3 16,0 0-1-16,1-2 2 0,0-1 0 0,3-4 6 16,-1 1-7-16,2-3 7 0,-1-2-7 0,2-1 4 15,0 0 10-15,1-2-9 0,0-1 9 0,0 0-4 0,-1 2-6 16,0-1 3-16,-1 0-4 0,2 1 0 0,0-1 14 15,0-1-3-15,0 0 5 0,0 1-10 0,0-1 9 16,0 0-6-16,0-1 8 0,-1 0-8 0,0 0-4 16,1-1 2-16,0 0-3 0,0-2 2 0,0 0-9 15,0-8 1-15,0-1-2 0,0 2 5 0,1-2-2 16,0 1-1-16,3 0-1 0,0-1 0 0,-1 0 3 16,2 2-3-16,-1-1 0 0,0 3-9 0,0 1 14 15,-2 2-1-15,0 1 4 0,-1 2-14 0,-1 1 2 16,3 0 3-16,0-2-1 0,1 1 1 0,0 0 3 0,0 0-5 15,0 2 6-15,-1 0-1 0,-1 0-2 0,1 2 0 16,-1 1-2-16,0 10 1 0,2-1 2 0,-3-2 0 16,2 1 2-16,-1-2-3 0,0-2 3 0,1 1 2 15,-2-4 0-15,1 0-4 0,0-1-1 0,1 2-1 0,-1-4 1 16,2 3 8-16,-3-3-4 0,1 0 1 0,1 0-2 16,0 2 1-16,2-1 3 0,-2-1-1 0,3-1 0 15,0 0-8-15,0-2 2 0,1-3 4 0,0 0-1 16,0-1 1-16,-1-5 0 0,1 0-6 0,-1 2 4 15,0-2 4-15,0 2-3 0,-2 1-2 0,1 0-1 16,0 3-5-16,-2 0 7 0,3 1 1 0,-3 3 1 16,-1-1-9-16,0 1 2 0,-1 1-2 0,2-2 3 0,-1 1 2 15,1 1-2-15,-1-1 2 0,0 1-4 0,1 1 12 16,-1 2-11-16,3 5 8 0,1 8-9 0,-3 2 9 0,-2-3-2 16,0-1-4-16,-1 0 1 0,0-3-5 0,0-3 7 15,0 1-3-15,0-5 4 0,0 0-4 0,0-2-5 16,0 0-4-16,2 1 0 0,-1-1-4 0,0 1-26 15,0-2 2-15,-1 0-19 0,1 0-75 0,0-1-89 16,1 0-43-16</inkml:trace>
  <inkml:trace contextRef="#ctx0" brushRef="#br0" timeOffset="65320.1">16556 3429 858 0,'-1'-1'120'0,"0"0"282"16,-1 0-400-16,1 0-5 0,0-1-4 0,0 1-1 16,0 0 3-16,1 1-2 0,0 0 5 0,0 1-5 15,1 2 7-15,4 10-2 0,0 8-2 0,1 1 0 16,-1 2 3-16,-1-2-7 0,-2-1 9 0,0 3-7 0,-1-7 11 15,1 1-1-15,-2-2 2 0,0-2-3 0,0 1 0 16,0-2 7-16,1-2-4 0,-1 0 6 0,0 1-6 16,0-1-2-16,0 0 4 0,0 0-3 0,0-1 2 0,0 0-4 15,0-1-3-15,0-1 1 0,0-1-2 0,0 0 5 16,0-2-3-16,0-3 4 0,0 1-5 0,0-1 3 16,1 0 3-16,0 1-1 0,0-1 3 0,0 0 12 15,1 0-2-15,-1-1 5 0,0 0-7 0,0 0-4 16,0-1-1-16,2 0 0 0,-1-1 3 0,3-3-10 15,3 1 7-15,-1-10-7 0,0-2 11 0,-1-3-9 16,0 0 1-16,0 0-2 0,0-2 12 0,-2 0-7 16,0-3 3-16,-1 2-4 0,1 0 7 0,-2 0 2 15,1 3-1-15,-1-1-1 0,0 2-15 0,1 1 9 0,6 2-9 16,-4 5 7-16,-1-1-11 0,-1 5 7 0,-3 2-1 16,0 2 3-16,0 0-2 0,1-1-14 0,0-1 4 15,0 1-8-15,0 1 0 0,1-1-5 0,-1 2 1 0,-1 0-4 16,0 2-13-16,0 1-22 0,1 12-50 0,0 3 15 15,-1-4-119-15,0 0 50 0,0-1 6 0,0-3 14 16,0-4 40-16,0-4 61 0,1 0 5 0,1-1 17 16,-1 1 26-16,0-1 0 0,0 0 2 15,0 0-3-15,0-1-11 0,1 0 3 0,-1 0-8 0,1 0-1 16,0 1-84-16</inkml:trace>
  <inkml:trace contextRef="#ctx0" brushRef="#br0" timeOffset="65737.6">16823 3714 315 0,'0'0'107'0,"0"0"141"0,0 0-97 0,0 0-39 16,0 0-12-16,0 0-8 0,1 0-44 0,0 0-7 16,0 1-7-16,1 0 1 0,-1 2-16 0,0 1-5 15,1 10-2-15,1 4-2 0,-3 0-7 0,0 3 0 16,-2-1 0-16,0-1 0 0,0-1-3 0,-1 0 1 16,2-3 4-16,0 2 0 0,1-2-1 0,0-5 0 15,0-1-2-15,0-3 3 0,0-4-2 0,0 1 11 16,0-2-6-16,0 1 6 0,0 0-13 0,0 1 13 15,0-2-4-15,0 0 6 0,0 0-14 0,0-1-6 16,1 0-2-16,0-1-1 0,1-1 7 0,3-11-5 16,2-2 2-16,-1-1-4 0,0 2 1 0,0-1 2 0,0 1 2 15,-1 1 0-15,1-1-3 0,-2 1 9 16,0 1-3-16,-1 1 5 0,1 1-5 0,-2 3-4 0,2 0-1 16,-3 3 0-16,0 1 0 0,-1 2 0 0,2-2-2 0,1 1 1 15,-1 1 1-15,0-1 2 0,1 1 7 0,-1 1-3 16,1 1 5-16,-2 1-1 0,2 5-6 0,5 13 3 15,-2 1-3-15,-2 1 5 0,-2 2 2 0,-2 0 0 16,0 0 0-16,0-3 1 0,0 1-2 0,0-2 3 16,0-2 2-16,0-1-7 0,0-5 2 0,0-2-5 15,1-1 2-15,-1-3-7 0,0-2 7 0,0-1-5 0,0 0 5 16,0-1 5-16,0 0-6 0,2-1 6 0,-1 1-12 16,0-1-23-16,0-1 1 0,0-1-12 0,0-2-30 0,5-17-49 15,-2-2-9-15,-3 1-18 0,0-2-93 16</inkml:trace>
  <inkml:trace contextRef="#ctx0" brushRef="#br0" timeOffset="66021.53">16789 3676 1502 0,'-1'-1'3'16,"-1"-1"12"-16,1-1-23 0,0 1-11 0,1 1 0 0,0 0-1 15,0 0 15-15,1-1-3 0,0 2 7 0,2 0-6 16,5 0-4-16,10 4 10 0,2-1-4 0,4 2 5 16,0 0-10-16,-1-2 10 0,4 1 0 0,-2-2 4 15,2 1 9-15,-2-3 1 0,1 0-2 0,-3-2 2 16,2 0-7-16,0 0-6 0,-1-2 2 0,1 1-3 15,-3-1-5-15,2-1-43 0,-2 1-66 0,0-3-1 0,1-2-301 16</inkml:trace>
  <inkml:trace contextRef="#ctx0" brushRef="#br0" timeOffset="67022">12744 4046 646 0,'0'-2'18'0,"0"1"1"0,0 0 5 16,0-5-5-16,1-6-1 0,0 3-10 0,1 1-2 16,2-2 0-16,-1 2-2 0,2 0-2 0,0 0-6 15,-3 3 1-15,0 1-2 0,2 0 15 0,-2 0-10 0,1-1 7 16,-1 2-8-16,-1 1 9 0,0-1 11 0,0 1-4 16,1 0 8-16,-1-1 14 0,0 1 0 0,0 1-5 15,0-1 0-15,1 1-13 0,-1 0 8 0,0 0-3 0,0 0 3 16,0 1-17-16,0 0 2 0,1 1 1 0,-2 0-1 15,0 0 0-15,1 18-6 0,-1-1-2 0,0 2-1 16,-1 0 0-16,-1-3-5 0,1 6 5 0,0-3-4 16,1-2 0-16,0-1 5 0,0-3-4 0,0-1 6 15,0-1-8-15,0 0 2 0,0-4 1 0,0 0 3 16,0-1 2-16,0 0-2 0,1-1-3 0,-1-1 2 0,0-1-6 16,0-2 6-16,0 0-1 0,0-1 5 0,0 0-5 15,1 2 8-15,1-1-1 0,-1 0 3 0,-1 1 5 16,0-2 5-16,0 0-1 0,0 0 1 0,0-1-3 15,0 0 5-15,0 0-7 0,1-1 6 0,0-1-6 16,1-8-6-16,4-9 4 0,1 1-5 0,2-5 4 0,0-3-9 16,0 1 4-16,2-2-6 0,-2 2-2 0,1 1 1 15,0 1 1-15,0 3 0 0,-1 0 2 0,-2 5-3 16,-1 0 0-16,-1 6-2 0,-2 1 3 0,0 3-3 16,-1-1 2-16,-1 4-1 0,0-1 8 0,-1 2-9 15,0 0 0-15,2-1-5 0,-1-1-11 0,1 1 3 16,-1 0 1-16,2 1-2 0,-1-1-21 0,0 1-61 0,3 0-25 15,1 0-18-15,-2 1-142 0</inkml:trace>
  <inkml:trace contextRef="#ctx0" brushRef="#br0" timeOffset="67589.46">13137 4161 739 0,'-1'-1'83'0,"-1"-1"192"0,0 0-274 16,-1 1-6-16,2 0-7 0,0 0 0 0,0-1-17 0,0 2 15 15,-1 0-5-15,1 2 6 0,0 0-11 0,-5 8 10 16,-1 7 2-16,0-2 2 0,0-1 14 0,0 2-3 15,0-3 0-15,1-1-1 0,1 0 5 0,-1 0 12 16,0 0-2-16,2-3 5 0,-1 2 10 0,3-4-11 16,-1 0 9-16,1 0-10 0,1-2 2 0,0-1-9 15,-1 1 2-15,1-1-5 0,1-2-6 0,0-1 2 16,0 1-1-16,0 1 3 0,0-1 9 0,0 0-14 16,0 0 7-16,0-1-8 0,0 0 13 0,1-1-15 0,1-1 2 15,-1 0-8-15,1-2 10 0,6-7-8 0,2-4 5 16,2 1-7-16,-2-3 3 0,2 1 0 0,0-1-3 15,-2 2 3-15,1-1 1 0,-4 2 6 0,1 3 1 16,-3-3 2-16,0 6-3 0,-4 0-2 0,1 2 1 0,-1 4-1 16,0-1 0-16,2-1 2 0,-1 1-2 0,0 1 2 15,1 0 10-15,-1 1-9 0,1 0 1 0,-2 1-4 16,0 1-1-16,5 12 3 0,-2 4 5 0,-1-1-1 16,-2 2-3-16,-1 0 7 0,0 0-2 0,0-1 4 15,0-2-6-15,-1-2-3 0,0-1-3 0,1-2 2 16,-2 0 3-16,2-2 0 0,0-2-3 0,0-1 0 15,0-4-5-15,0 0 4 0,0-1 4 0,0 2 1 16,0-1 9-16,0 1-19 0,0-2 3 0,0 0-11 0,0-1-8 16,0-1-7-16,0 0-1 0,0-7-7 0,0-7-58 15,0 0 5-15,0 0-12 0,0 0 13 0,0 0-11 0,0 2-1 16,0-2-5-16,0 2 0 0,-1-1-38 0</inkml:trace>
  <inkml:trace contextRef="#ctx0" brushRef="#br0" timeOffset="67790.17">12945 4115 1041 0,'-2'0'93'0,"1"-1"-108"0,0 0 105 16,0-1-55-16,0 1-25 0,0 0-9 0,1 0-1 15,0 0-2-15,1-1 2 0,1 1 4 0,12-5 1 16,5 1 0-16,3 0-6 0,5 1 4 0,0 2-4 0,3 1 5 15,-1 0-4-15,-2-1-7 0,1 2-6 0,-2-2-3 16,0 1-31-16,-1 0-92 0,-3 0-17 0,2-2-28 16,-1-1-74-16</inkml:trace>
  <inkml:trace contextRef="#ctx0" brushRef="#br0" timeOffset="69674.81">17025 2694 217 0,'0'0'69'0,"0"0"-85"16,-1-1 80-16,0 0-43 0,0 0-17 0,-1 0-5 16,2-1 1-16,0 1-2 0,0 0 5 0,0 0-1 15,0 0-2-15,0 1 2 0,0 0-2 0,0 0 0 16,0 0 0-16,0 0 0 0,0 0 1 0,0 0 6 15,0 0 7-15,0 0-2 0,0 0 10 0,0 0 18 0,0 0-9 16,0 0 15-16,-1-1 6 0,0-1-12 16,0 1 5-16,0 0-7 0,-1 1 10 0,1-1-9 0,0 1 1 15,0 0-5-15,0-1-5 0,0 1-21 0,-1 0 5 16,1 0-12-16,0 0 4 0,0 0-3 0,0 0 0 16,0 0 0-16,-1 0 10 0,1 0 2 0,0 0 2 15,0 0-1-15,1 0-1 0,0 1-5 0,0 0 3 0,0 0-3 16,0 0 9-16,1 1 6 0,0-1-1 0,2 0 2 15,6 5-5-15,5 1 1 0,-1-1-3 0,1 0 2 16,1-2-2-16,1 1 3 0,0-1-3 0,3-1 1 16,1 1-10-16,1-2-1 0,1 0 2 0,4 1-2 15,1-1 2-15,0-1-3 0,8 0 3 0,-3 1-4 16,5-1 0-16,2-1-7 0,-2 0-1 0,-1 0-1 0,-1 0 4 16,-2 0 1-16,0 0 0 0,1 0 1 0,1-1 3 15,2 1-1-15,3 0 2 0,0 0-2 0,3 0-5 16,1 0 4-16,-3 1-5 0,1-1 5 0,0 1-5 0,-2 0 7 15,2 0-5-15,-4-1 6 0,2 1-9 0,0 1 3 16,3-1-1-16,0-1 2 0,1 1-2 0,0-1 2 16,-1 0 3-16,0 0-3 0,-3 0-4 0,-3-1-2 15,-2 0 2-15,-3-1 0 0,1 0 1 0,-1 1 6 16,3-1-3-16,-1-1 3 0,2 1-6 0,-2 0 0 16,0-1-3-16,-1 1 3 0,-2 1 3 0,1-1-7 15,-4 1 8-15,-3 0-7 0,-2 1 9 0,-3 0-6 0,-2 0 0 16,-3 0-1-16,-1 0 5 0,-2 1-5 0,-2 0 2 15,1 1-2-15,0-1 6 0,-1 0-6 0,-2 0 5 16,-1 0-6-16,0 1 2 0,-1-1 2 0,1 0-2 16,0 0 4-16,1 0 2 0,-1 2-6 0,-2-2 0 15,1 0 0-15,0 0 7 0,0 0-9 0,1 2 1 0,-3-2-5 16,0 0 7-16,-2-1 8 0,0 1-4 0,0 0 4 16,1 1-2-16,-1-1-4 0,-1-1 9 0,0 0-7 15,1 0 3-15,-1 0-1 0,0 0 0 0,0 0 1 16,0 0 4-16,0 0-11 0,1 0 1 0,-1 0-4 15,0 0-2-15,0 0 5 0,0 0-1 0,0 0 3 16,1 0-4-16,-1 0 3 0,0 0-2 0,0 0 3 16,0 0-4-16,0 0 4 0,1 0-3 0,-1 0 4 0,-1 0-5 15,0 0 2-15,0 0-1 0,0 0 2 0,0 0-4 16,0 0 7-16,0 0-5 0,0 0 5 0,0 0-8 16,0 0 2-16,0 0 1 0,0 0 1 0,0 0 5 15,0 0-4-15,0 0 3 0,1 0-3 0,-1 0-3 0,0 0-2 16,1 0 3-16,0 0-1 0,-1 0 1 0,0 0 3 15,0-1-3-15,0-1 4 0,0 1-5 0,0 0 6 16,0 0-3-16,0 0 6 0,0-1-7 0,0 1 5 16,0 0-4-16,0 0 5 0,-1 0-3 0,0 1-4 15,0 0 6-15,0 0-6 0,-2 0 4 0,2 0-1 16,-4 0-3-16,1 0 2 0,0 0-4 0,1 0 0 16,0 0 2-16,1 0-1 0,1 0 7 0,-2 0-10 15,1 1 0-15,0 0-2 0,1 0 5 0,-1 0 0 0,1 1 2 16,0-1-1-16,0 0-2 0,0 0 2 0,0 0 1 15,1 1 3-15,0 0 5 0,0-1-2 0,1 1-2 16,0 0 1-16,1-1 0 0,2 0-3 0,6 4 2 0,-1-2-3 16,0 0 2-16,3-1-4 0,-3-2 4 0,-1 0-2 15,2 0 7-15,-7 0-4 0,3-1 1 0,-2 0-1 16,-2-1 2-16,2 0 0 0,-2 0-1 0,-2 0 0 16,5-3 4-16,-3 0-3 0,0-1 3 0,0 1-3 15,-1-1 4-15,-1 2-6 0,0 0 1 0,-1 1-3 16,1 1-3-16,-9 1 0 0,-5-8 0 0,1 3 1 15,0 2 3-15,-1 3-8 0,-1 2 2 0,1 3-4 0,1 1 3 16,0 2 3-16,1 1-3 0,3-6 3 0,2 9 8 16,3-3-13-16,2 0 4 0,-4-1-8 0,4-2 12 15,-1 0-2-15,2-2 7 0,1 0-6 0,0-2 5 0,0 1 5 16,1 1-5-16,0-1 6 0,2-1-5 16,16 5 1-16,-1-5-1 0,1-2 0 0,2-2-14 0,1-3 9 15,0-1-1-15,-2 0 5 0,-5 1-4 0,-1 1 0 16,-5 1 0-16,1 1 1 0,-4 1 8 0,-1 0-5 15,-3 1 1-15,0 0-2 0,1 0-7 0,-1 0 2 16,-1-1-3-16,0 1 2 0,1 0-8 0,-1 0-21 16,0 0-10-16,0 1-12 0,0-1-107 0,-1-1-163 15,0 1-98-15</inkml:trace>
  <inkml:trace contextRef="#ctx0" brushRef="#br0" timeOffset="78281.81">19340 2853 203 0,'0'0'0'0,"0"0"8"16,0 0 84-16,0 0-32 0,0 0 3 0,0 0-43 15,0 0-8-15,0 0-3 0,0-1-9 0,0 1 5 16,0-1-2-16,0 0 9 0,2-1 0 0,-1 1 1 16,0 0-9-16,0 0 19 0,0 0 7 0,-1 0 3 15,0-1 14-15,0 1-5 0,0 0-5 0,0 0 3 16,0 0 0-16,0-1-8 0,0 1 4 0,0 0-7 0,0 0 0 15,0 0-8-15,0-2 5 0,0 1-5 0,0 0 7 16,0 1-14-16,0-4 5 0,0 0-7 0,0 0 5 0,0-2-7 16,0 2 2-16,0-1-2 0,0 1 3 0,0 0-6 15,0 1-7-15,-1-1 2 0,1 1-9 0,0 2 10 16,0 0 3-16,0 0 2 0,0 0-7 0,0 1 2 16,0 0-7-16,0 0 4 0,0-1-6 0,0 0 12 15,0 1 5-15,0 0 4 0,0-2 9 0,0 2-4 16,0 0 1-16,0 0-2 0,-1-2 3 0,0 1-4 15,0 0-4-15,-1-1 0 0,1 1-1 0,0 1-10 16,0 0 3-16,0-1-5 0,-2 1 4 0,1 0 5 16,0 0-1-16,-1 0 1 0,1 1-4 0,0 0 0 15,-1 0-4-15,1 0 2 0,0 0-4 0,-1 0 5 0,1 1 2 16,0 0 2-16,-1 0 3 0,1 2-1 0,-1 1 2 16,-2 8-1-16,0 2-2 0,0 2-9 0,2-1 7 15,-1 2-7-15,2 2 2 0,1 1 7 0,-1 0-11 16,1 1 10-16,-1 4-8 0,0-1 6 0,-1 1 2 0,2 1 0 15,0 1-9-15,0 0 10 0,-2 2-4 0,2-5 6 16,0 2-8-16,1-1 6 0,0 0-4 0,0-1 4 16,0 2-4-16,0 0-4 0,0 1 6 0,0 1-5 15,0 1 7-15,1 0-9 0,-1-4 5 0,0-1-4 16,0-1 12-16,0-6-4 0,2 3 4 0,0-4-3 16,0 0 1-16,0-3-3 0,1 0 1 0,0 0 0 0,1-1-4 15,-3-4 3-15,0-1-9 0,0-2 9 0,0-2-2 16,1 1-5-16,-2-3 6 0,0 0-5 0,0 0 9 15,1 2 4-15,0-1-6 0,0 0 5 0,0 1-7 16,-1-2-5-16,0 0 3 0,-1 0-5 0,0 0 4 0,-1 0-2 16,-9 3-1-16,-5 0-1 0,-1-3 4 0,1 0-2 15,-1-1 2-15,1 0-4 0,-1 1-5 0,2-1 4 16,1 1 1-16,0 0 2 0,0 1 1 0,2 0-2 16,-2 0 0-16,1-1-1 0,1 2-4 0,-1-1 4 15,3 2-5-15,-1-1 4 0,0 1-4 0,3-1 2 16,0 1 3-16,1-2-1 0,1 1-1 0,1-2 1 15,2 0-3-15,0 0 3 0,2-1-7 0,0 0 1 0,-1 1 3 16,-1 2-2-16,2-1 9 0,0 0-11 0,1-1 7 16,0 4-8-16,0-1 8 0,0 0-1 0,1 1-4 15,2 0 1-15,1 0 2 0,10 0 1 0,3-1 3 16,0 1-1-16,1-2 3 0,0 1 4 0,1-1-4 16,2 1 4-16,0-2-5 0,1 0 3 0,2 2-5 0,2-2 2 15,-2 2-6-15,2-1 5 0,0 1-2 0,-6 1 3 16,2-1-3-16,-7 1 1 0,1 0 3 0,-3-1-1 15,-1 2 0-15,2-1-3 0,-5 0-1 0,-1-1 0 16,-2 1 1-16,-3-3 4 0,-1 2 2 0,-1-2 1 16,0 1 5-16,2 0-3 0,-2 0 1 0,0-1-1 15,1 1 10-15,0 1-7 0,-1 1 4 0,-1-1-6 0,-3 2-2 16,0 0-2-16,-4 0-1 0,-12 1 0 0,4-1-3 16,-4 0-1-16,-1 0 2 0,0-2-2 0,-2 1 7 0,2 1-8 15,-2-1 2-15,2-1-3 0,0 1 6 0,3 1-3 16,-1 0 0-16,1 1-2 0,1 0-4 0,2-1 5 15,-1 0-1-15,1 0 2 0,-2 2 2 0,4-1-6 16,-3 1 5-16,4 0-5 0,0-1 7 0,3 0-8 16,0-1 2-16,4-1-4 0,-1-4 5 0,-1 4-4 15,4 0 3-15,-1-2-3 0,-2 3 0 0,3-2-1 16,-1 0 0-16,1 1 2 0,2-3 3 0,-1 4-4 16,1-1 1-16,0 0-3 0,1-1 6 0,1 2 2 15,2 0-3-15,3 0 1 0,7 0-4 0,1 4 1 16,2-3-1-16,-1 1 0 0,1-1 5 0,-1-3 0 0,1 2 5 15,-1 1-5-15,0 0-6 0,1 0 6 0,-2 0-2 16,-1-2 3-16,0 1-5 0,-3 1 6 0,0-2-5 16,-2 1 5-16,-2 0-6 0,-3-2 3 0,1 0 2 15,0-2 2-15,-3-1 0 0,1 0 2 0,-3 1-2 0,1-1 2 16,-1 0 0-16,2 1 0 0,0 1 1 0,-1-1-1 16,-1 0-4-16,0 1-1 0,0-1-1 0,-1-1 0 15,-1 0 2-15,1 1-5 0,-1 0 2 0,-1-1-4 16,-1 1 4-16,-2 2-5 0,0 0 4 0,-2 1-4 15,2-2 4-15,0 9-3 0,0 0 0 0,3 6 1 16,-2 3 3-16,0 2 1 0,-1 1-2 0,0 3 1 0,-1 3-4 16,2 2 5-16,-3 2-1 0,3 1 1 0,-1-1-6 15,0 4 7-15,1-2-3 0,-1-4 5 0,2 2-6 0,0-3 5 16,0-2-2-16,1 3 3 0,1-2-11 0,0 4 6 16,1 2 2-16,0-2 1 0,-17 3 2 0,10-1-2 15,4-1-1-15,1 0 0 0,3-3-4 0,0-3 7 16,1 1-4-16,1-6 4 0,-1 1-8 0,0 0 4 15,0-3 0-15,1-1 2 0,0-1 9 0,-1-3-9 16,1 0 3-16,-1 0-4 0,0 1 2 0,1-1-1 16,-2 2-1-16,0 0 0 0,0 1-3 0,0-1 3 15,0-3 0-15,-2 2 2 0,1-4-2 0,0-1 2 16,0 0-1-16,0-5 2 0,0 1-1 0,-1 0 0 16,2-6-1-16,0 2 1 0,0-1 6 0,0-1-3 0,0 0-4 15,0 0 0-15,0-1-8 0,0 0 1 0,0 1 2 16,0-1-2-16,0 0-2 0,0 0-23 0,0-1-1 15,0 0-10-15,0 0-24 0,0 0-33 0,0 1-6 0,0-2-14 16,0 0-74-16,0 0-44 0,0-2-22 0</inkml:trace>
  <inkml:trace contextRef="#ctx0" brushRef="#br0" timeOffset="78664.63">18698 5615 1121 0,'-1'0'35'0,"-1"-1"78"0,-4-1-102 0,2 1-26 16,2-1-8-16,0 1-8 0,1 1-18 0,-1 0 12 15,1 1 1-15,1 1 2 0,0 0-2 0,1 0 12 16,1 1 2-16,3 5 5 0,6-5 18 0,9-1 33 16,1 11 6-16,3-6 10 0,-1-4 43 0,3-2-14 0,1-1-2 15,3-2-8-15,1-2-27 0,1 0-18 0,0-1 1 16,-4 0-8-16,0 1-11 0,-4 1-8 0,-1 2 3 16,-2 0-3-16,-1 1 9 0,-2 0-1 0,-1 0 2 15,0 1-2-15,0 0 8 0,-1 2-5 0,-2-1-4 16,0 0 0-16,2 1 1 0,-3-2-7 0,1 0 6 0,-4 0-6 15,0 0-3-15,-2 1-2 0,2-1-15 0,-1-1 4 16,-1 0-52-16,1 0-134 0,0 0-7 0,1-1-58 16,0-1-165-16</inkml:trace>
  <inkml:trace contextRef="#ctx0" brushRef="#br0" timeOffset="78918.82">18836 5912 1521 0,'0'0'4'0,"-1"0"1"0,0-1-15 16,1-1 6-16,0 1-9 0,2 1 13 0,18-1 3 0,9 1-2 15,4 1 3-15,5 3-8 0,-4 0-11 0,0 2-12 16,-3 1-6-16,-1 2-114 0,-3-2-79 0,2 1 10 16,-4-2-28-16,1 0 11 0</inkml:trace>
  <inkml:trace contextRef="#ctx0" brushRef="#br0" timeOffset="79816.95">19788 3607 265 0,'0'0'77'0,"-1"-1"77"0,0 0-22 0,0-1-51 0,0 1-6 15,1 0-15-15,0 1-18 0,0 0 20 16,0 0 5-16,0 0 5 0,0 0 9 0,0 1-33 0,0 0-1 15,0 2-11-15,0 11-7 0,0 5-9 0,0 4 2 0,0 0-5 16,0 1-5-16,-1 1-6 0,1 2-1 0,0 1 0 16,0 3-3-16,0 0 14 0,-2 2-5 0,0 0 8 15,0 0-2-15,-1-3 3 0,1-1-1 0,0-3 0 16,-2 1-10-16,3-2 3 0,-1-5 2 0,0-2-1 16,1-2 0-16,0-4-5 0,0-1-2 0,1-4 0 15,0-1 2-15,0-2-3 0,0-1 3 0,0 0-1 16,0-1 16-16,0 0-1 0,0 0-3 0,0-1-1 15,0-1-14-15,0 0 6 0,0-1-3 0,0-3 2 0,0-17-9 16,0-6 5-16,0 0-1 0,-1-6 3 0,1 0-3 16,0-1-3-16,1-3 2 0,4 4-3 0,2-2-1 0,0 2 0 15,-1 3-2-15,-1 0 2 0,1 3-7 0,0 2 9 16,1 1-3-16,2-1 4 0,0 3-14 0,0 2 8 16,3 0-2-16,-10 2 4 0,13 2 2 0,-1 2-5 15,1 3 4-15,-1 4-4 0,0 1-1 0,-1 0 0 16,-2 4-3-16,-1-5 3 0,0 2 0 0,0 2 4 15,-1 3 2-15,0 0 0 0,0 3 1 0,0 2 8 16,-1-1-4-16,-2 15 4 0,-2 0 2 0,0-2-3 16,-2-1 5-16,10 3-5 0,-5-4 0 0,-3 2-4 0,-2-1-2 15,-2-1 1-15,-1 2 0 0,-2-3-1 0,-1-1 4 16,-1-1-3-16,-2-1 4 0,0 0 0 0,6-2-4 16,-12 0 1-16,0-2-3 0,-1-3 1 0,0 3 5 15,-2-2-5-15,3 0 5 0,-1-2-2 0,0 0-5 16,4-1 2-16,-3 2-5 0,6-1 1 0,1 3 3 15,1-1-1-15,2-4 1 0,0 2-6 0,1-1 2 0,-1 1-3 16,0 2 3-16,2-3 1 0,-2 3-1 0,2-2 2 16,1 1 5-16,0 1-3 0,0 0-1 0,1-1-1 15,3 3 1-15,-1-1 1 0,0-3 1 0,9 5 0 16,-1-4 3-16,1 0-2 0,0 2 3 0,-3 1-4 16,2 2-4-16,-2 2 2 0,1-3 0 0,-1 2 0 15,0 1-1-15,-1-3-1 0,-1-1 2 0,0 0-2 0,-2-1 0 16,3 0 4-16,-3 0-4 0,1-2 3 0,0-1-1 15,0-1-36-15,0 3 0 0,1 0-15 0,0-2-32 0,1 1 2 16,3-3 1-16,1-1-1 0,1-2-15 0,0-4-32 16,-2-1 6-16,1 6-9 0,1-15 46 0,0 3-16 15,1-4-5-15,1-3-10 0,3 3-54 0</inkml:trace>
  <inkml:trace contextRef="#ctx0" brushRef="#br0" timeOffset="80186.97">20336 3826 226 0,'0'0'45'0,"0"0"-2"0,0 0 10 16,0 0 3-16,0 0-13 0,0 0 13 0,0 0 38 0,0 0-9 16,0 0 16-16,2 0-22 0,-1 0-1 0,-1 0-4 15,0 0 1-15,0 0-14 0,0 0 3 0,0 1-4 16,0 0 2-16,0 0-29 0,0 0-10 0,0 0-9 16,0 12 3-16,0 4-7 0,-1-1 0 0,-3 3 2 15,-1 1-3-15,0 3-7 0,-1-1 8 0,1 0-8 0,0-2 8 16,1-1-8-16,-1 0 3 0,0 0 4 0,0-4-2 15,1 0 2-15,-1-1 0 0,1 0-5 0,2-1 5 16,0 0 2-16,1-3 5 0,-1-3 5 0,1 1-4 16,0-1-3-16,1-1 3 0,0 0-6 0,0-1 5 15,0-2-7-15,1 1 5 0,0-2-2 0,2 1 2 0,0 0 1 16,9-2-1-16,3 10 1 0,7-3-2 0,-4-5-7 16,5-3 1-16,0-1 1 0,-2-2-1 0,2-2-5 15,-2-1 5-15,-2 1-1 0,0-1 1 0,-4 2-8 0,-1-1 6 16,0 0-3-16,-3 2 7 0,-2 0-5 15,-2 2-6-15,-1 0 2 0,0 0-3 0,0 0 10 0,-2 1-6 16,0 0 0-16,-1 0-1 0,1 0 5 0,0 0-9 16,-1 0 1-16,-1 0-8 0,2 0-34 0,-1 0-49 15,1-1-12-15,2-2-17 0,0 1-105 0</inkml:trace>
  <inkml:trace contextRef="#ctx0" brushRef="#br0" timeOffset="84603.55">19359 2670 148 0,'-1'0'0'0,"-1"0"12"0,-12-3 119 15,2 1-37-15,-1 1 4 0,1 0-61 0,4 1-13 0,-4 0-13 16,6 0-2-16,0 0 0 0,2 0-7 0,0 0-5 15,1 0 6-15,1 0-4 0,-1 0 6 0,2 0 15 16,-2 0 2-16,2 0 9 0,-1 0 44 0,0 0 21 16,-1 0-11-16,1 0 8 0,-1 0-35 0,2 0-26 15,0-2 9-15,0 1-16 0,0 0-8 0,0 0-2 16,-1 0-6-16,1 1 5 0,0 0-7 0,0 0-5 16,0 0 1-16,0 0-2 0,1 0 11 0,0 0-5 15,0 0 3-15,0 1-4 0,0 0 5 0,1 0 7 0,0 0 2 16,1 2 2-16,3 0 7 0,8 0-9 0,5 3 4 15,0-2-5-15,4 1-4 0,3-2-4 0,2 1-2 16,3-2-1-16,2 1-5 0,-3-2 8 0,2 0-6 0,0 1 7 16,3 0-5-16,1 0-4 0,2-1 6 0,3 0-4 15,1 2 11-15,6-2 8 0,0 0-10 0,3 0 8 16,0 2-15-16,-3-1 3 0,0-1-2 0,-2 1 0 16,0 2-2-16,4-2 1 0,5 3-1 0,-1-3 0 15,-1 2-6-15,0-3 2 0,-4 1 1 0,1 18-1 16,1-10 4-16,-3-7-5 0,2-1 2 0,2-2-2 15,0 0 5-15,2 0-8 0,-1 0 3 0,-3 0-4 16,2-2 10-16,-3 0-9 0,0 0 6 0,-2-2-6 0,4 1 4 16,1-1 0-16,-2-1-1 0,1 2 1 0,-2-2 1 15,-4 2-1-15,1 0-3 0,-8 1 1 0,0 0 5 16,-3 0-8-16,-2 1 5 0,-3 1-6 0,0 0 7 0,1 0-3 16,-1 0 0-16,3 1-1 0,0 1-3 0,-3 0 8 15,-1 0-5-15,-1 2 5 0,-1-2-6 0,0 2 1 16,0-1 3-16,-4 1-2 0,1-1 2 0,-6 0 1 15,1-1-2-15,-3 0 2 0,0 1-2 0,0-1-1 16,-4-1-4-16,-1 0 2 0,-3 1-4 0,0-1 6 16,0 0 4-16,0 0-3 0,-1-1-5 0,-2 0 4 15,0 0-4-15,-3 0 5 0,2 0 0 0,-1 0-3 16,0 0 0-16,-1 0-3 0,2 0-11 0,-1 0-25 16,-1 0-29-16,2 0-3 0,-1 0-133 0,0 0-116 0</inkml:trace>
  <inkml:trace contextRef="#ctx0" brushRef="#br0" timeOffset="85136.85">21776 2844 851 0,'0'-1'328'0,"0"-1"-476"16,-1-2 397-16,-2-7-231 0,1 4-12 0,2 3-16 15,0 3-11-15,-1-1-4 0,1 0-49 0,0-1-20 16,0 2 6-16,0 0-9 0,0 0 17 0,0 0 19 16,0-1 8-16,0 2 5 0,0 0 38 0,0 0 19 15,0 0 10-15,0 0 8 0,0 0 74 0,0 0 4 16,0 0 3-16,0 0-6 0,0-1-21 0,0 0-23 15,0 0-1-15,0 0-8 0,0 1-16 0,-1 0-19 16,-1 0-5-16,1 0-4 0,0 0-8 0,0 0 12 0,0 1-1 16,0 0 4-16,1 3-10 0,-3 11-1 0,1 2-4 15,-1 3 2-15,0 3-4 0,1 0 5 0,-1 6 4 16,1-2-1-16,0 2 6 0,0 2-7 0,1-2-2 16,0 2 0-16,1-4-6 0,0 0 9 0,0-1-6 0,1-3 6 15,-1-1-7-15,1 0 7 0,1-1 0 0,-1 1 2 16,1 2-9-16,0-1 7 0,1 2 0 0,-2 1 5 15,-1 0 2-15,0 1-2 0,0 2-7 0,0-1 4 16,0 2-5-16,-1-2 5 0,-2-2 0 0,0 1 0 16,-1-3-10-16,1-1 5 0,-1-2 3 0,3-5 1 15,0 0-2-15,0-2 2 0,0-2 0 0,1-3 2 0,0-1 2 16,0-2-9-16,0 0 1 0,0-1-3 0,0-1 4 16,0-1 4-16,0-1-3 0,0-1 3 0,0 2-3 15,0-1-29-15,0 0-9 0,0-1-9 0,0 1-37 0,0-1-55 16,0 0-6-16,0 0-26 0,0-1-90 0</inkml:trace>
  <inkml:trace contextRef="#ctx0" brushRef="#br0" timeOffset="85570.32">21322 3875 1409 0,'-1'0'1'16,"0"-1"2"-16,-1 0-10 0,1-1-18 16,0 2 2-16,0 0-47 0,0 0 15 0,-1 2-4 0,1-1 7 15,0 1 10-15,0 2 4 0,-3 6 1 0,2 3 2 16,1-2 17-16,0-2 9 0,1-1 9 0,0-3 0 15,0-1 31-15,0-1 26 0,0-2 1 0,0 1 7 16,0-1-1-16,2 0-2 0,12 7-3 0,4-1 0 16,-4-4-20-16,9-1 0 0,0-2-8 0,3 0 4 15,1-2-13-15,2 0-12 0,3 1 4 0,3-1-6 0,3 1 2 16,3-1-5-16,1 1 1 0,2 1-2 0,0 0 2 0,-6 0 0 16,0 0-6-16,-4 0 3 0,-6 0-2 0,-2 1-1 15,-3-1 5-15,-3 0-5 0,-1 2 0 0,-2-2 4 16,-2 0 0-16,0 0 1 0,-2 0-9 0,-1 0 4 15,-4 0-4-15,-2 0 4 0,-1 0 0 0,-3 0-2 16,0 0 2-16,0 0-4 0,0-2 2 0,0 1-8 16,1 0-6-16,-2 0-2 0,0-1-36 0,0-1-95 15,0 1 14-15,-1 0-48 0,0-1-70 0</inkml:trace>
  <inkml:trace contextRef="#ctx0" brushRef="#br0" timeOffset="85954.07">21268 4458 1174 0,'-1'-1'55'16,"-1"0"12"-16,1 1-32 0,-10-7-26 0,5 3-8 0,-1 1-2 15,4 3-8-15,1 0 3 0,1 0-6 0,0 0 7 16,-2 0-6-16,1 1 5 0,-1 0-4 0,1 2-1 16,1-1-10-16,-1 5 2 0,2 2-2 0,0-3 23 0,1 0 8 15,1-1 1-15,0-4 1 0,14 8 2 0,1 0 33 16,5-5 2-16,3-1 10 0,2-3 4 0,3-3-4 16,0 0-5-16,1-2 1 0,3 0-7 0,1-1-19 15,1 2 2-15,4 0-8 0,-2 1-3 0,4 2-13 16,-1 1 1-16,-5 0-5 0,1 2-3 0,-8-1 0 15,0 1 1-15,-3 2-1 0,-2-1-1 0,-3 2 1 16,-3-1 0-16,-3-2 0 0,-2 0-3 0,-3 0-1 16,1-1 3-16,-3-1-1 0,1 0 5 0,-4 0-8 0,1 0-5 15,-2 0-3-15,1 0-13 0,-3 0-76 0,1-1-8 16,-1 1-32-16,0-2-115 0,1-2-52 0</inkml:trace>
  <inkml:trace contextRef="#ctx0" brushRef="#br0" timeOffset="86323.2">21619 4668 892 0,'-1'-2'163'0,"1"1"371"0,-7-12-518 16,5 9-7-16,1 1-3 0,1 2-3 0,-2-1-22 15,1-1 6-15,0 2-3 0,0 0 5 0,0 1 3 0,1 1 2 16,0 0-5-16,0 2 4 0,-3 13-6 0,1 1 7 16,-1 1-2-16,0-2 4 0,1 0 4 0,-2 1-3 15,1-1 5-15,-2 2-5 0,0-2 4 0,-1 3 10 16,1 1-4-16,-2 2 7 0,-2 2 1 0,1 3 7 16,0 1-7-16,0 2 6 0,-1 2-6 0,2-3-2 15,0 0-1-15,0 1-2 0,1-3 2 0,2 1-6 16,-1-4 7-16,1-1-7 0,2-3 3 0,1-3-7 15,1 0-3-15,0-3 0 0,0 0-9 0,0-2 8 0,0-2-6 16,0-1 5-16,0-3-23 0,0-2-5 0,0-1-14 16,0-2 6-16,0 0-31 0,0 1-4 0,0 1 2 15,0-1-8-15,0 0-23 0,0 0-29 0,0-1 9 16,0 0-15-16,0 0 18 0</inkml:trace>
  <inkml:trace contextRef="#ctx0" brushRef="#br0" timeOffset="86689.08">21146 5480 1103 0,'-2'-1'64'0,"1"0"134"0,0 0-193 0,0-1-28 16,0 1 10-16,-1 0-13 0,2 1 27 0,0 0-1 16,2 1-6-16,-1 0 3 0,1 1-5 0,15 8 7 15,3 1 3-15,0-2 2 0,2 1-1 0,0-3 7 16,-5-3-7-16,6 3 8 0,-2-2 9 0,-1-1 17 16,3-1 5-16,-6 0 1 0,0-2-16 0,-1 0-14 0,1 0-2 15,-2 0-2-15,0 0-5 0,-3 1 4 0,1-2-6 16,-2 0 5-16,-2 0 0 0,0-2-7 0,1 1 4 15,-3 0-6-15,-1 0-3 0,-2 0 10 0,0 0-9 16,-2 1 7-16,2-2-12 0,-3 2-19 0,0 0 8 16,0 0-14-16,2-1-16 0,-1 0-82 0,0-1-10 15,0-1-26-15,-2 2-75 0</inkml:trace>
  <inkml:trace contextRef="#ctx0" brushRef="#br0" timeOffset="86876.82">21135 5715 1518 0,'0'-1'23'0,"0"0"-2"16,-1 0-5-16,1 0 0 0,0-1-12 0,1 1-4 0,1 1 3 16,28-1-3-16,3 1 3 0,3 0 5 0,2 1-15 15,0 0 8-15,1 2-11 0,-1-2-12 0,-3 1-113 16,-2 0-39-16,-2-1-30 0,-2-1-165 0</inkml:trace>
  <inkml:trace contextRef="#ctx0" brushRef="#br0" timeOffset="87489.08">22961 4061 361 0,'0'-1'82'0,"0"-2"98"0,-1-6-19 0,0-5-44 15,-2 0 3-15,1 0-20 0,0 2-19 0,-1 0-10 16,1 1-4-16,1 4-3 0,0 1-26 0,-1 2 0 16,2 1-9-16,-1 1 5 0,0-1-27 0,1 1-2 15,0 1-5-15,-6-3 1 0,-3-2-6 0,-4 0 9 16,1 3-3-16,-5 2 5 0,1 1-2 0,0 1-2 15,-3 4 5-15,4 1-6 0,-7 5 8 0,0 0-1 0,0-8-1 16,-3 15 1-16,-1 4 2 0,0 2-4 16,1 0 1-16,1 1-3 0,2-2-4 0,2 4 6 0,1-1-5 15,2-1 5-15,2 2-6 0,1-3 0 0,2 1 3 16,3 0-2-16,2-2 3 0,2-1-2 0,2-3 0 0,1-1-1 16,-7-4-1-16,2 2 8 0,3-5 4 0,3 0 4 15,1 1 21-15,1-3 5 0,2 2-4 0,0-3 4 16,3 2-13-16,-4-5-12 0,2 2-2 0,9-1-3 15,1-1-7-15,1 2-2 0,1-1-2 0,0 0 1 16,-2-1-7-16,3-3-4 0,-1-1 2 0,-2 8-2 16,5-1 1-16,-2-4-3 0,0-3-3 0,0-1 0 15,-2-2-11-15,3-3-23 0,-3 0 5 0,1-2-11 0,1-1 9 16,-3 1-20-16,2-1 1 0,-2 0-9 0,2-1-5 16,-6 2-5-16,0 1-3 0,-1 1-3 0,-2 0-28 15,0 0-29-15,-1 2-2 0,-2 0-14 0,3-1-76 16</inkml:trace>
  <inkml:trace contextRef="#ctx0" brushRef="#br0" timeOffset="87873.94">23027 4375 713 0,'0'-1'140'0,"0"-1"278"0,-1 1-344 0,0-1-22 15,-1 0-4-15,1 0-7 0,1 1-31 0,0 0-8 16,0 0-1-16,0 0 0 0,0-1 5 0,0 1-3 0,0 1 1 15,0 0-1-15,0 0 6 0,0 1-9 0,-1 2 2 16,0 0-4-16,-4 13 12 0,1-2-4 0,-4 2 2 16,1 2-3-16,2-3 2 0,-3 3 3 0,3-3-1 0,-1 0 0 15,0 3-7-15,0 0 9 0,1-2-8 0,2 1 9 16,0-3-5-16,1-1-6 0,1 0 5 0,0-2-6 16,-1 2 2-16,1-1 2 0,1-3 0 0,0 2 0 15,0-3-3-15,0 2 7 0,1-2-2 0,1-1 4 16,-1-1 7-16,0-1-4 0,0-1 3 0,2 1-4 15,-1-2 7-15,0 1-13 0,3-2 7 0,6-1-9 16,-1 1-1-16,2 6 5 0,2-1-10 0,0-2 8 0,3-3-3 16,-1-1-2-16,3-1 7 0,1-1-7 0,1-3 0 15,-1 1 6-15,-2-1-3 0,3 0 4 0,-4 0-4 16,1 1 5-16,2 0-6 0,-2 1 5 0,-1 0-9 0,1 0 2 16,-4 2 0-16,-1 0 1 0,-2 0-7 0,-2 0 5 15,0 0-1-15,-2 0 1 0,2 0 0 0,-3 0-85 16,1 0-4-16,-1 0-37 0,-2 0-108 0</inkml:trace>
  <inkml:trace contextRef="#ctx0" brushRef="#br0" timeOffset="90407.85">6466 3381 20 0,'0'0'0'0,"0"0"8"16,0-1 89-16,0 0-7 0,0 0 13 0,0-1-32 15,0 1-9-15,0-1-17 0,0 0-11 0,0-2 6 0,0-2-23 16,0 0-8-16,0 0 6 0,0 3-7 0,0-2 8 16,0 2 1-16,0-1-1 0,0 1 1 0,0-2-5 15,0 2 11-15,0 1-9 0,0 0 8 0,0 1-14 0,0-1 17 16,0 1 6-16,0 0 5 0,2-1 19 0,-2 1-16 15,0-1-3-15,0 1-5 0,1-1-10 0,0 0 2 16,0-1-4-16,0 1 2 0,0 1-13 0,1-1 7 16,-1 1 0-16,0 0 2 0,0 0-7 0,0 0-3 15,1 0-4-15,-2-1 2 0,0 1 0 0,1 0-5 16,-1 0 5-16,0 0-4 0,0 0 13 0,0 1-14 16,0 0 4-16,0 0-6 0,0 0 9 0,0 0 9 15,0 0 0-15,0 0 2 0,0 0-2 0,0 0-7 16,0 0 2-16,0 0-4 0,0 0 3 0,0 0 3 0,0 0-2 15,0 0 2-15,0 0-7 0,0 0 1 0,0 0-3 16,0 0 1-16,0 0-5 0,0 0 5 0,0 1 0 16,0 0 1-16,0 0-4 0,0 0-3 0,-1 0 2 15,-1 1-1-15,1-1 11 0,0 1-10 0,0 0 5 0,1 0-6 16,-4 6 13-16,1 1-10 0,-2 2 3 0,0 2-4 16,1 2 10-16,-1 3-8 0,0-1 1 0,-1 6-4 15,0 0-1-15,1 3 0 0,-1 2 1 0,0 2-1 16,0-2 4-16,0-2-2 0,-1 2-2 0,1-4 1 15,0 0 8-15,0 1-9 0,1-3 5 0,0 1-7 16,0 0-5-16,3 1 7 0,-1-1-4 0,2 2 5 0,0 0 1 16,1 0-1-16,0 4 2 0,0-1-2 0,0-1 3 15,0 0-4-15,1-5 1 0,0 1-1 0,-1 0 5 16,0-4-8-16,0 1 3 0,0-2-3 0,-1-2 9 16,0 2-2-16,-1-3-4 0,-1-1 0 0,2-1 1 0,-1-1-2 15,-1-3 2-15,1 1-2 0,0-2 8 0,-1-1-10 16,2-1 3-16,0-2-6 0,1-1-1 0,0 0-8 15,0-1-11-15,-1 0-3 0,0 0-85 0,0 1-118 16,1-1-15-16</inkml:trace>
  <inkml:trace contextRef="#ctx0" brushRef="#br0" timeOffset="90642.97">5922 4318 225 0,'0'0'-4'0,"-1"0"-20"0,0 0-17 15</inkml:trace>
  <inkml:trace contextRef="#ctx0" brushRef="#br0" timeOffset="90925.63">5828 4388 200 0,'0'0'97'0,"-1"0"-11"0,0 0 62 15,-1 0 7-15,0 0-22 0,0 0-30 0,-1 0-38 16,-1 0-2-16,1 0-11 0,1 1-16 0,0 0-14 16,0 0 5-16,1-1-6 0,0 1 14 0,1-1-11 15,1 0-8-15,2 0 1 0,8 2-13 0,6-1 1 16,-1 0 0-16,3 0-3 0,0 0-4 0,1 0 3 15,1 1 1-15,1-2 1 0,1 0-4 0,1 0 10 16,1 0 5-16,3 0 4 0,3-2 21 0,-1 0-19 16,3-3-2-16,0 1-7 0,1-2-2 0,2-1-3 0,0 0 5 15,-3 1-6-15,-2-1-4 0,-4 1 0 0,0 0-3 16,0 0 2-16,-3 1 1 0,-2 2-1 0,-1-1 2 16,-4 2-2-16,1 0 0 0,-3 1 5 0,-2-1-5 15,-2 2 5-15,2-1-5 0,-5 1 0 0,-1 0 5 16,-3 0-3-16,0 0-4 0,-1 0 2 0,1 0 0 0,0 0 3 15,-1 0-3-15,0 0 2 0,-1-1-4 0,1 0 3 16,-2 0-15-16,0-1-50 0,0 1-10 0,0 0-18 16,0 0-83-16,1 0-107 0,-1 0-1 0</inkml:trace>
  <inkml:trace contextRef="#ctx0" brushRef="#br0" timeOffset="91342.26">5891 4829 555 0,'-1'0'36'0,"0"0"79"0,-1 0-109 0,1 0-1 0,-1 0-4 16,1 1 0-16,0 0-11 0,0 0 12 0,0 2-2 16,1 0 6-16,0 5-2 0,0-1-1 0,2 0-3 15,0-1 1-15,1-1-1 0,-2-3 20 0,8 0 4 16,4 7 7-16,1-3 30 0,2-3 6 0,0-1 9 16,3-2-5-16,1-3 5 0,0 0-34 0,1-3 0 0,1 0-12 15,2 0-10-15,2 0-14 0,0 0 0 0,-5 2-5 16,2-1 8-16,-2 0-6 0,-1 2 6 15,4-1-8-15,-5 1-6 0,0 0 6 0,-2 1-1 0,-4 1 2 16,1-2-2-16,-3 2 4 0,-1 1-4 0,-1 0 4 16,-2 0-4-16,-1 0-8 0,-2 0 1 0,0 0-4 15,-1 0 5-15,0 0-1 0,-2 0-3 0,1 0-3 0,1 0-37 16,-1 0-55-16,0 0-12 0,0 0-18 0,-1 0-80 16</inkml:trace>
  <inkml:trace contextRef="#ctx0" brushRef="#br0" timeOffset="91775.52">6128 5011 1042 0,'-1'0'17'0,"-1"0"-2"0,1-1 31 15,0 0-9-15,0-1 6 0,0 1-34 0,0 0-5 0,-1 0 0 16,1 0-2-16,1 0-3 0,0-1 1 0,0 1-3 15,0 0 3-15,0 0 0 0,0 0-3 0,0-1 3 16,0 2-2-16,0 0 16 0,0 0 14 0,0 0 2 16,0 0 2-16,-1 2-3 0,0-1-15 0,0 0 0 0,-1 0-4 15,1 2 7-15,0 1-7 0,-2 8 0 0,-1 3-3 16,1 3-5-16,0 0-1 0,1 3 0 0,-1 2 0 16,2 1-1-16,0 2 0 0,1 1 2 0,0 2 1 15,0 0-3-15,-1 3 1 0,0-1-2 0,0 1 2 16,-2 2 3-16,1-3-4 0,0 2 5 0,-2-1-5 15,0-6 6-15,0 3 0 0,-1-4-2 0,2-4 3 16,-2 4 15-16,1-6-5 0,1 1 3 0,-2-1-5 0,2-2-9 16,-1 1 0-16,0-2 0 0,2-2 0 0,0-2-3 15,-1-1 3-15,1-2-6 0,1-1 6 0,0-1-4 0,0-1 2 16,1-1-3-16,-2 0 1 0,2-2 1 0,0 0-3 16,0-1 4-16,0-1-5 0,0 0 2 0,0 0-7 15,0 1-8-15,0 0-5 0,0 0-65 0,0 1-31 16,0-1 5-16,0-1-7 0,0 0 40 0,0 1-93 15,0-1-14-15,0 0-31 0,0 0-82 0</inkml:trace>
  <inkml:trace contextRef="#ctx0" brushRef="#br0" timeOffset="92193.69">5757 6136 134 0,'0'0'106'16,"0"0"-11"-16,0 0 93 0,0 0-11 0,0 0-90 0,0 0-36 16,0 0-1-16,0 0-7 0,2 0 14 0,-1 0 12 15,0 0-5-15,12-1 4 0,-1-1-27 0,2-3-16 16,2 0-10-16,2-1 1 0,2 1-9 0,-4 1-7 16,2 1 5-16,-2-1-8 0,2-1 7 0,-3 2-2 15,2-1 2-15,-2 2-4 0,0 1-3 0,-1 0 6 16,1-1-2-16,-3 1 5 0,4 1-6 0,-2 0-3 15,0-1 4-15,-2 0-2 0,-2 0 4 0,1 0-2 16,-2-1-7-16,0 1 3 0,-2 0-9 0,1 0 2 0,-3 0-3 16,2-1-2-16,-2 1-27 0,-3 1-105 0,0-1 11 15,0 0-50-15,0 0-66 0</inkml:trace>
  <inkml:trace contextRef="#ctx0" brushRef="#br0" timeOffset="92394.54">5787 6320 1266 0,'-1'0'67'0,"-1"0"-87"0,1 0 75 0,0 0-41 0,1 0-8 15,0 0 1-15,1 0 2 0,2 0-1 0,12 0-7 16,6 0 3-16,3 1-4 0,-1-1 3 0,3 0-17 0,-1 0-70 15,0 0-27-15,-1 0-21 0,0 0-161 0</inkml:trace>
  <inkml:trace contextRef="#ctx0" brushRef="#br0" timeOffset="93094.98">6699 4812 649 0,'-1'0'120'0,"0"-1"-169"16,0 0 149-16,0 0-86 0,-1-2-6 0,1 1-13 16,1 0-4-16,0-3-4 0,0 0-28 0,0 1 9 15,0 0-10-15,0 0 11 0,0 0-7 0,0 0 23 0,0 0-2 16,0 0 11-16,0 0 15 0,0 1 24 0,-1-3 15 16,-1-1 4-16,-2 1 52 0,3-1-6 0,-10 4-7 15,-3-2 0-15,3 2-32 0,-5 0-24 16,1 1 4-16,3-7-12 0,-2 2-6 0,2 4-4 0,1 2-7 15,-2 1 1-15,1 1-16 0,0 1 9 0,0 2-2 0,1 2 4 16,0 1-13-16,3-4 8 0,-2 11-1 0,2 0 6 16,0 2-3-16,0 0-1 0,1 1-1 0,0-1 1 15,2 1 1-15,0 0-5 0,2 1 3 0,-1 3-3 16,-1-3 2-16,2 3 3 0,1 1-2 0,0-3 1 16,-11 2-5-16,6-2 3 0,3 1-1 0,1-2 3 15,3-1-2-15,1-3 6 0,2-1-3 0,0 1 7 16,1-3 16-16,-1-3-4 0,2 2 5 0,-1-5-5 0,-2 0 24 15,10-1-19-15,-1 4 6 0,4-1-12 0,-1-2-4 16,1-2-12-16,-1 0-1 0,0-3-4 0,0 0-7 16,0-2 7-16,2 0-6 0,-2 0 4 0,-2-2-27 0,-1 1-11 15,1-3-2-15,-1 0-5 0,-1-1-22 0,0 4-13 16,-8-11-6-16,4 1-1 0,0-2-18 0,0-1-20 16,4 3 6-16,-5-1-12 0,1-1-29 0,-3 3-9 15</inkml:trace>
  <inkml:trace contextRef="#ctx0" brushRef="#br0" timeOffset="94195.04">6860 4980 610 0,'-1'0'95'15,"0"-1"166"-15,0 0-149 0,0 0-41 0,-1 0 2 16,1-1-19-16,0 1-34 0,0 0-19 0,0 0 2 0,0 0-4 15,-1 0 12-15,1-2-14 0,0 1 8 0,1 0-11 16,0-1 11-16,0 1-3 0,0 0 2 0,0-1-1 16,0 1-5-16,0-2 2 0,0 0-3 0,0-1 4 15,0 0 6-15,0 2-3 0,0-1 0 0,-1 1-1 16,1 1-3-16,0 1 31 0,0 0-14 0,-1-1 19 0,-2-1-31 16,0 2-3-16,-4-1 3 0,-1 2-4 15,-3 0-3-15,-1 5 5 0,2 2-7 0,-6-2 7 0,7 17-5 16,1-2 5-16,-1 0 0 0,7 3 1 0,-5-3-5 0,5 0 1 15,1-1 1-15,-9-5 1 0,4-1 0 0,2-1 2 16,1-2-4-16,3 1 1 0,0-3 0 0,0-4 6 16,0-2 0-16,0-1 2 0,0 0 0 0,0 1 18 15,1 0 1-15,2 0 3 0,-1-1-7 0,7 5-12 16,1-1-3-16,-2-3-2 0,-2 0-6 0,0-2 6 16,2 0-4-16,-2 0 3 0,1-2-3 0,0-1 1 15,1-2-2-15,-1 0 1 0,0 1-6 0,0 1 8 16,-1-5-2-16,-1-1 4 0,-1-1-8 0,-1 0 3 15,-1-1 2-15,2 2 0 0,-2 1-2 0,0-1 3 0,-1 2-3 16,0 1 3-16,0-2-3 0,4 2 1 0,-2 2-3 16,0-1 2-16,-2 1-7 0,-1 3 19 0,0-1-3 15,1-1 9-15,0 1-6 0,0 0-13 0,-1 1 5 16,0-1-7-16,0 1 7 0,0 1-10 0,0 0 6 0,0 1-6 16,0 1 11-16,-1 0-6 0,0 6 0 0,-1 5-1 15,-1 0-2-15,1 3 2 0,1-1-1 0,0 1 2 16,1-2 0-16,0 0-1 0,0 0 2 0,0-2-1 15,0 2 0-15,0-2 7 0,0 2-8 0,0 0 6 16,0-2-8-16,0 3-2 0,0-1 2 0,0 2-1 16,0-1 3-16,0 1 2 0,0 0-2 0,-2-1 4 0,0 1 0 15,0-1-3-15,-1-1 0 0,0 0 0 16,-1-1 3-16,0-3-3 0,-2 1 7 0,1-3-5 0,0-1 8 16,1 0-8-16,2-4 2 0,-2 1-2 0,-4-1 12 15,-2 4-6-15,4-4 4 0,-1 1-4 0,-1-1 3 0,1 0 3 16,-1-2-6-16,-2-1 4 0,1 0-6 0,1-1-1 15,-1-2 1-15,3 1-1 0,2 0 3 0,-4-3-2 16,0 0 0-16,1 4-1 0,4-8-3 0,1 2 2 16,0-2-4-16,0 2 2 0,-3 0-5 0,-1 0 4 15,2 0 3-15,1 1-1 0,2-1-11 0,0 0 5 16,1-1-3-16,2-2 5 0,2 2 5 0,3-2-8 16,-6-1 2-16,11-1-4 0,2 2 12 0,4-1-8 15,-4 1 2-15,-1-1-4 0,-2 3-2 0,2-1 5 0,-1 2 0 16,3 0 1-16,-3 0-1 0,-2-2-8 0,1 1 3 15,0-1-4-15,0 1-1 0,0 0-4 0,1-3-4 16,0-2 1-16,0-1 3 0,-1 0 0 0,2 1 3 16,-1-2-2-16,1 2 9 0,0-2 5 0,-1-2 2 0,-1 2 0 15,1-3-3-15,-2 3 0 0,0 1-1 0,0 0-1 16,-1 2-6-16,-2 3 10 0,-2-1 1 0,-1 1 3 16,-1 2-5-16,-1 1-3 0,2 1 1 0,-2 2-2 15,0-1 1-15,-2 3 1 0,2-1-3 0,-2-1 3 16,0 1-3-16,0 1-1 0,-2 0 1 0,1 1 0 15,-1 0 4-15,-2 0 1 0,-5 3 0 0,3 1-1 16,0 0-3-16,1 0 4 0,2 8 0 0,-1-3 1 0,3-2-7 16,-6 3 10-16,4-5-5 0,0 0 6 0,1 1-6 15,1 2 0-15,1-2 3 0,0 5-1 0,1-3 2 0,0-3-2 16,4 3-1-16,-2-2 0 0,1 2-1 0,9 0-2 16,-1 2 3-16,2 0-1 0,0-3 5 0,-5 0-1 15,2 2-3-15,-1 0 2 0,-3 0-3 0,0 0 1 16,-2-1-1-16,1-1 0 0,-1-1 0 0,-1 1 6 15,0 1-2-15,-3-3 3 0,0 2 3 0,-1 0-9 16,-1-1 7-16,-2 2-8 0,-3-1 2 0,-2 0-2 16,-8 0-3-16,0-2 1 0,-2-3-14 0,2 1-48 15,-1 7-19-15,3-4-11 0,1-2-71 0,1-3-88 0,3-1-3 16</inkml:trace>
  <inkml:trace contextRef="#ctx0" brushRef="#br0" timeOffset="95195.76">6458 3267 228 0,'0'0'57'0,"0"0"-5"0,0 0 40 0,0-1-2 0,0 0-7 16,0 0-14-16,0-1 2 0,0 1 6 0,0 0-4 15,0 0-14-15,0 0-36 0,0-1-1 0,0 1-9 16,0 1 3-16,0 0-11 0,0 0 2 0,0 0-4 16,0 0 3-16,0 0-5 0,0 1 7 0,0 1-5 15,1-1 3-15,1 0 8 0,-1 0 3 0,1 2 4 16,6 1 14-16,6 3 0 0,2-2-2 0,3 0 2 15,2-2-7-15,1 0-3 0,2-2-1 0,0-1 1 0,1 0 9 16,0-1-15-16,3-1 6 0,-1 1-8 0,0-1 5 16,-2 0-15-16,-3 0 5 0,-2 1-8 0,-2 0 6 15,-3 1-5-15,0 0-3 0,-2 0 1 0,0 0-2 0,-1 0 2 16,0 0 0-16,-3 0 1 0,2 0-1 0,-3 0 1 16,-1 0-1-16,0 0 0 0,-1 0 4 0,0 0-7 15,-2 0 4-15,1 0-4 0,1 0 8 0,1 0-3 16,1 0-2-16,-1-1-2 0,-1 0-10 0,0-1 13 15,0 1-5-15,-1 0 6 0,3-1-11 0,-3 1-3 16,-1-1 0-16,0 1-5 0,-3 1-28 0,1-1-42 16,1 0-8-16,-1 0-10 0,0 0-22 0,1-1-42 15,-1 1-8-15,-1 0-21 0,0 0-90 0</inkml:trace>
  <inkml:trace contextRef="#ctx0" brushRef="#br0" timeOffset="95629.02">7132 3098 822 0,'0'-1'49'16,"-1"-1"2"-16,-3-8 57 0,1-3-32 0,0 2 18 0,1 4-65 15,1 3-22-15,0-1 4 0,1 4-9 0,-1-2 3 16,1 1-8-16,0 0 2 0,0-1-4 0,-2 1 8 15,2 0 0-15,-1 0-3 0,0 1 0 0,0 0 0 16,1 0 1-16,0 0-1 0,0-1 0 0,-1 1 6 0,-1 0 4 16,1 0 10-16,0 0-4 0,0 0 16 0,0-1 3 15,1 1-9-15,0 0 7 0,0 0-13 0,0 0 3 16,0 0 1-16,-1-1-3 0,-1 1-17 0,1 0-3 16,0 1 1-16,1 0 1 0,0 0 4 0,0 0-7 15,0 1 0-15,0 0-1 0,-1 2 2 0,-1 7-4 16,-2 8 3-16,2 4-2 0,-2 1 8 0,2-1-9 15,-1 1 2-15,2 0-4 0,0-2 10 0,0-1-5 0,0-1 2 16,0 0-2-16,-1-2-1 0,1 2 2 0,0-1-1 16,1 1 2-16,-1-1-4 0,0 2 5 0,1 0-3 15,-2 1 4-15,1 1-9 0,0-1 5 0,0 0 0 16,0-3 3-16,0-2-3 0,-1-4-1 0,0 2-3 0,1-1 3 16,1-3 1-16,0-1-5 0,0-2-7 0,0-3-4 15,0-2-45-15,0 0-28 0,1 0-1 0,0 1-9 16,0-2-20-16,1 0-64 0,-1-1-3 0</inkml:trace>
  <inkml:trace contextRef="#ctx0" brushRef="#br0" timeOffset="95996.22">7332 2921 944 0,'-1'-1'47'0,"0"0"-6"16,-1 0 45-16,0 0-7 0,0-1-32 0,-1 1-35 16,2 0 0-16,0 0-11 0,0 0 2 0,0 1-3 15,-2 0 1-15,2 1-2 0,0 0 0 0,0 1 1 16,-6 14 1-16,1 4 0 0,1 0 2 0,2 0-3 16,-1 2 2-16,3-2-3 0,0 4 4 0,0-2 0 0,1-1 1 15,0-1-1-15,-2-1 5 0,1 1 10 16,-1-1-5-16,-1-1 7 0,2 1 5 0,-1 0-16 0,0-1 11 15,-1 1-14-15,0-2 4 0,0 1-5 0,1-1 0 16,-2-1 0-16,2-1 7 0,0-2-11 0,1 0 4 16,-1-1-5-16,2-2 8 0,0 0-2 0,0-3-5 15,0-4 2-15,0 1-5 0,0-2 1 0,0 1 3 0,0-1-2 16,0-1-8-16,0 1-13 0,0 1-11 0,0-1 0 16,0-1-33-16,0 0-34 0,2 1-3 0,-1-2-12 15,0-2-18-15,0 1 7 0,0-1 0 0,-1-3 2 16,3-8 5-16</inkml:trace>
  <inkml:trace contextRef="#ctx0" brushRef="#br0" timeOffset="96329.87">7346 3205 125 0,'0'0'48'0,"0"0"-1"16,0 0 53-16,0 0-7 0,0 0-10 0,0 0 0 15,0 0-11-15,0 0 7 0,0 0-24 0,0 0 9 16,0 0-1-16,0 1 1 0,0 0-26 0,0 0-11 15,0 0-3-15,0 1-1 0,0-1-18 0,0 1 5 16,0 0-8-16,0 0 9 0,1 1 0 0,0 1 4 16,1-2 4-16,-1 0-2 0,8 5 7 0,5 1 0 15,2-3 5-15,1 0-2 0,2-3 6 0,3-2-8 16,4-2-5-16,1-3 2 0,3 0 5 0,3-4-10 0,1 1 4 16,0 0-7-16,3 0 3 0,-4 1-8 0,1-2 1 15,-3 2-3-15,-2 0 2 0,-2 0-6 0,2-1 2 16,-1 0-5-16,0 2 2 0,0 0-2 0,1 0 5 15,-2 0-4-15,-2 0 6 0,-1 2-4 0,-2 0-2 0,-6 2 0 16,2-1-2-16,-2 1 0 0,-6 1 4 0,3 0-2 16,-7-1 0-16,-1 1 0 0,0 0-4 0,-3 1 3 15,0 0-3-15,2-1-24 0,-3 1-14 0,2-1-9 16,-1 1-91-16,0-3-79 0,-1 1-24 0</inkml:trace>
  <inkml:trace contextRef="#ctx0" brushRef="#br0" timeOffset="96963.92">7758 2333 431 0,'-2'-1'81'15,"1"0"11"-15,-3-6 7 0,0-12-34 0,-2 3-1 16,3-1-25-16,-1 3-25 0,-5 1 8 0,2 1-13 16,1 2 4-16,0-1-13 0,1 1-1 0,0 0-4 15,1 1 6-15,-1-1 3 0,0 1-3 0,1 1 3 16,0 1 5-16,-1 0 10 0,4 0 6 0,-7 2 1 0,-3-2 19 16,1 1-15-16,2 4 4 0,-2 0-9 0,1 1-1 15,-3-7-14-15,1 3 1 0,-2 3-5 0,-1 2 0 0,1 1-1 16,-3 3 1-16,0 2-2 0,-1 2-4 0,2 1 2 15,1-8 2-15,1 15 1 0,0 0 7 0,0 1-10 16,2 0 0-16,1 1-3 0,-1 0 0 0,5 0 7 16,-2 0-3-16,1 0 4 0,2 0-1 0,1 2-7 15,0-1 6-15,3 0-7 0,0 1 1 0,-12 1 6 16,6-1-5-16,3 1 5 0,4-3-3 0,0-3 4 16,2 4 3-16,2-2 0 0,1-3 3 0,1 0-3 15,-1-5 0-15,3 1 1 0,-4-2 14 0,8-2-10 16,0 0 5-16,2-2-6 0,1 1 3 0,2-1-14 15,-2-3 4-15,1 1-5 0,0 9 9 0,-1-4-8 0,1-1 2 16,-1-3-3-16,-1-1 3 0,0 0-4 0,-3-2 1 16,4 0-3-16,-1 0-9 0,-4-2-39 0,3 0-4 15,-1 0-14-15,-1-2-41 0,2 0-27 0,-2-1-8 0,2-1-6 16,1-1-33-16,-3 1 5 0,-2 2 24 0</inkml:trace>
  <inkml:trace contextRef="#ctx0" brushRef="#br0" timeOffset="97682.11">7973 2352 205 0,'0'0'40'15,"0"0"-2"-15,0 0 48 0,0 0-12 0,0 0 8 0,0 0-28 16,0 0 20-16,0 0-4 0,0 0 7 0,0 0-13 0,0 0-16 16,0 0 1-16,0 0-8 0,0 0-11 0,-1 1-4 15,-1 1-1-15,1-1-1 0,-1 0-12 0,-2 0-4 16,-5 11-2-16,-2 1 1 0,1 1 6 0,-1 2-5 15,2 1-1-15,-2 0-1 0,2 2-6 0,1-3 6 16,-1-2-1-16,2 1 2 0,3-3-4 0,-2-3 0 16,3-1-1-16,2-3 2 0,-1-1-3 0,-1-1 14 15,2-1-5-15,1 0 7 0,0-1 0 0,-1 1 3 16,0 0 0-16,0 0 0 0,0-1 2 0,1 0-5 16,0 0 2-16,0-1-4 0,1 0-5 0,0-1-9 0,1-1 6 15,5-7-7-15,5-6 8 0,-1 0-8 0,0 1-1 16,1 1-1-16,-1 0 6 0,-2 3 0 0,-2 0 1 15,-1 0-2-15,-1 3-9 0,-2 2 9 0,1 0-3 16,-2 1 6-16,2 0-5 0,-3 1 3 0,1 0-3 0,-2 2 5 16,1-2-5-16,-1 2-1 0,3-1 1 0,-2-1-1 15,0 1-2-15,0 1 6 0,1 0-7 0,-1-1 7 16,0 1-3-16,0 0 2 0,-1 1-2 0,0 0 0 16,0 1-5-16,0 0 3 0,0 1 2 0,0 0 0 15,0 6 0-15,0 4-1 0,0-3 0 0,0 0 0 16,0 0 0-16,1 0 4 0,0 1-4 0,1 0 2 15,-1 0 1-15,1 4-4 0,0-2 1 0,0-1-1 0,0 5 6 16,0-5-5-16,1 4 3 0,-1-2-5 0,0 1 1 16,0-1 5-16,-1 0-2 0,0-1 4 0,-1 1-2 15,0 2 0-15,0-3-4 0,0 1 2 0,-1-1-3 0,0 1 1 16,-2-1 4-16,0 0 0 0,-1-3 9 0,-1 0-6 16,1 0 1-16,-2-1-2 0,0 0 0 0,2-2 0 15,-4 0 4-15,-1-3-2 0,2 2 2 0,-1-3-7 16,-1 1 1-16,2-1-2 0,0-1-1 0,-1 5 6 15,0-1-7-15,1-2 5 0,-2 1-2 0,2-2 0 16,2-1 3-16,-3 1-3 0,3-2 0 0,0 0 0 16,1 0 0-16,0 0 0 0,-2-2 13 0,1 1-15 15,0 0 7-15,2 0-8 0,-1-1 5 0,3 2 2 0,-5-9 0 16,0-1 1-16,2-1 2 0,1-1-8 0,2 1 2 16,1-1-4-16,1 0 2 0,3-1-2 0,2 0 1 15,1 0-1-15,1 0 8 0,0 2-9 0,-4-1 3 0,10 1-4 16,0 1 3-16,0 0-1 0,0 1-4 0,0 2 1 15,-1 0-4-15,-2 2 10 0,-2 0-3 0,0 1 3 16,-1 0-7-16,0-1-7 0,-1 2-9 0,4-4-1 16,-2 0-51-16,4-3-48 0,1-1-12 0,-2 0-15 15,4-1-73-15,1-2-128 0</inkml:trace>
  <inkml:trace contextRef="#ctx0" brushRef="#br0" timeOffset="99031.69">8395 2453 287 0,'0'0'30'0,"0"0"-4"0,0-1 3 15,0 0 2-15,0 0-14 0,0 0-19 0,0-1 1 16,0 1 3-16,0 0 0 0,0 0 6 0,0 0-8 15,0 0 8-15,0-1-3 0,0 1 47 0,0-1 16 16,0-1-2-16,0 1 7 0,0 0 8 0,-1-1-43 0,0 1 17 16,-1 0-26-16,1-1 5 0,-1 1-17 0,0 1-3 15,-6-4-3-15,0 2 0 0,1 0-10 0,-3 2 8 16,-1 1-8-16,-1 2 12 0,-2 3-6 0,1 1-4 16,1 1 1-16,1 1 0 0,-1-3-5 0,1 9 2 15,1-1-3-15,0 0 3 0,1-1-1 0,3 2 1 0,4 1-2 16,-4-3 1-16,5 1 0 0,-3-1 2 0,1-2 0 15,-6 2-1-15,4-1 1 0,1-2-2 0,2-1 4 16,-1 0 7-16,2 1-2 0,1 0 2 0,0-2-1 16,0 1 11-16,1-2-2 0,2 1 1 0,-1-2-1 15,0 0 2-15,2-1-4 0,1 1 3 0,5-3-2 16,2 1 3-16,0-2-8 0,-2 6 0 0,2 0-3 0,-1-3 5 16,-1-2-9-16,1-1 8 0,1-1-8 0,0-1 10 15,1-1-5-15,0-3 1 0,-1-1 0 0,0-2 9 16,-2 3-4-16,2-11-1 0,-1-6-1 0,-2 0-10 0,1 1 5 15,-1-3-2-15,-1 2 3 0,-1 0-3 0,-1-4-5 16,0 2 2-16,-2 0-4 0,-1 0-2 0,-1 4 5 16,1-1-4-16,-2 1 6 0,0 2 0 0,9 3 2 15,-5 0 2-15,-2 2-2 0,-2-2-8 0,-1 2 5 16,0 0-2-16,0 2 3 0,-1 1-6 0,0 0 0 16,-1 1-1-16,1 0 1 0,0 1 7 0,0 0-7 15,0 0 2-15,-2 0-3 0,2 0 6 0,0 3-6 16,0-2 5-16,0 1-7 0,-1 1 2 0,2 3 4 15,0-1-3-15,-1 1 5 0,1 0-4 0,0-1-2 16,0 1 1-16,-1 1-2 0,1 0-3 0,0-1 0 0,0 2-1 16,0 0 1-16,0 2 2 0,0-1 6 0,-2 19-4 15,1 3 4-15,-1 2-2 0,1 3-4 0,0 3 3 0,1 0-4 16,0 1 8-16,0 2-2 0,0-2-2 0,1-1 0 16,2-3-5-16,0-3 4 0,2-2 3 0,0-3-1 15,2-2-1-15,0-2 5 0,2-1-5 0,-5-3 3 16,12 0-1-16,3-4 2 0,-4-1-1 0,2 0-1 15,-1-3 0-15,4-1-22 0,2-1-45 0,3 12-8 16,1-7-250-16</inkml:trace>
  <inkml:trace contextRef="#ctx0" brushRef="#br0" timeOffset="101251.18">14748 2897 256 0,'0'0'-35'15,"0"0"32"-15,0 0 5 0,0-2 12 0,0 1 33 0,0 0-7 16,0 0 3-16,0 0-9 0,0 0 9 0,-1-1 0 15,0 1-2-15,0 0 2 0,0 0-3 0,0 0 2 16,-1 0-10-16,1-1 7 0,0 1-9 0,0 0-3 0,0 0 3 16,0 0-2-16,-1-1 5 0,1 1-1 15,0 0-14-15,0 0-5 0,0 0-2 0,-2 0-1 0,1-1 5 16,1 2 0-16,-5-1 1 0,1 1 1 0,-1 0 3 16,0 0 1-16,2 0-1 0,-2 0-2 0,1 1-6 15,0 1-2-15,1 0-1 0,-2 3-3 0,1-3 4 16,2 9 2-16,-2 0-2 0,3 1-3 0,-7 0 4 15,2 0-1-15,3-2 4 0,0 2 11 0,3-5-7 16,1 1 4-16,0-1-5 0,0-1 12 0,1 1-5 16,0-2 4-16,0-2-5 0,1 0-1 0,-1-1-2 0,1 2 0 15,8 3 0-15,-2-3 2 0,0 0-6 0,-1-2-2 16,0 1-1-16,0-2 3 0,-1-1-11 0,0 0 5 16,-1-1-7-16,-1 0 4 0,0-1 4 0,-1 0-5 0,-1-7 4 15,0-7-9-15,7 2 2 0,-3 1 0 0,-1 0 1 16,-2 0-2-16,0 0 3 0,-2 1-3 0,-1 0 2 15,0 4-8-15,0-1 4 0,-1 1 1 0,0 3 2 16,-1-1-1-16,2 4-5 0,-1-1-2 0,0 0-1 16,0 1 6-16,0 0-6 0,0 0 0 0,-1 1-3 15,1 0 9-15,-1 0 1 0,-1 1 2 0,1 0-3 16,0 1-5-16,1-1 3 0,-3 6 0 0,1 4 2 0,-1 1 0 16,3-3 2-16,0 1-1 0,-5-1 3 0,3-4 2 15,1 1-3-15,0 0-3 0,2-3 1 0,-1 1-1 16,-1-1 9-16,2 0 0 0,0-1 5 0,0 1-2 15,0-1-9-15,2-1 6 0,-1 0-7 0,0 0 1 0,0 0 4 16,1-1-8-16,1-1 5 0,-1 1-9 0,-1 1 5 16,3-2 1-16,-1 0 1 0,-1 2 2 0,-1 0-4 15,0-3 6-15,1 1-6 0,1 0 5 0,-1-1-5 16,0 1 1-16,-1-1-1 0,1 1 1 0,-1 0 4 16,0 1-5-16,0-1 3 0,0 1-4 0,1 0 1 15,-1 0 2-15,0 0-1 0,0 0-2 0,-1-1 4 16,0 1-4-16,0 1 4 0,0 0-6 0,0 0 1 15,0 1 4-15,0 1-2 0,0-1 3 0,0 0-4 0,0 1 0 16,0 4-3-16,0 7 2 0,0 3 6 0,0 1-2 16,0 3 5-16,-1-1-11 0,0 2 2 0,0 0 2 15,-1 4 0-15,1-1-4 0,-1 4 7 0,-1-1-3 16,0 0 4-16,-1 2-6 0,1-1 3 0,-1 0-1 16,1 0 2-16,-1-1 0 0,2-4-2 0,1 1-2 0,0-4 0 15,-1 0 1-15,1 0 1 0,0 0 6 0,1 0-4 16,0 0-5-16,0-5 3 0,0 0-4 0,0-2 4 15,0 1 7-15,0-2-8 0,0-3 4 0,1 1-4 16,0-3 4-16,1 0 2 0,-1-1-3 0,0 0 2 16,-1-3-5-16,0 1 6 0,0-3-3 0,1 1 5 15,0 1-7-15,0-1-2 0,1 0 5 0,-1 1-4 0,0-2 5 16,-1 0-5-16,0 0 1 0,0 0-3 0,0 0-8 16,1 1-76-16,0-1 0 0,1-1-28 0,-1 0-33 15,0 0-36-15,0-1 5 0,0-1-13 0,0 1 18 0,1-1 20 16,2-7 10-16,1-1 6 0,-1 0 70 0</inkml:trace>
  <inkml:trace contextRef="#ctx0" brushRef="#br0" timeOffset="101667.09">14552 3635 1105 0,'-1'-1'109'0,"0"0"-122"0,-4-2 123 16,-6-2-61-16,7 2-31 0,1 2-10 0,0 0-6 16,2 1 1-16,-2-1-9 0,1-1 3 0,0 2-2 0,0 0 2 15,1 0 0-15,-1 2 3 0,0-1 0 0,-1 0 0 16,1 1-4-16,1 1 5 0,0-1-1 0,-1 2 0 16,1-1-5-16,0-1 12 0,0 1-5 0,0-1 8 15,-1 1-3-15,1-1 4 0,0-1 5 0,1 0-2 16,0 0 8-16,0 1-3 0,1-1-2 0,0 0-1 15,2-1-7-15,9 0-1 0,4 0-3 0,4 0 1 0,0-1-3 16,0 0 1-16,-2-1-1 0,0 1-1 0,1 0-9 16,1-1 11-16,0 1-4 0,0-1 7 0,1 1-8 15,-2 1 1-15,1 0-1 0,-1 0 1 0,0 0 2 0,0-1 2 16,-1 1-3-16,0-1 1 0,-3 0 1 0,2-1-4 16,-3 1 2-16,-5 0-2 0,3 0 6 0,-1 1-5 15,-2-1 0-15,2 0 0 0,-3 1 1 0,-3 0-2 16,-3 0 3-16,0 0-4 0,1 0 3 0,-1 0-5 15,0 0 0-15,0 0-3 0,-1 0-23 0,0 0-22 16,0 0-20-16,0 0 0 0,-1 0-67 0,0 0-32 16,0 0 5-16,0 0-15 0,0 0-15 0</inkml:trace>
  <inkml:trace contextRef="#ctx0" brushRef="#br0" timeOffset="102089.74">14687 3888 556 0,'-1'0'167'16,"0"-1"29"-16,-1 0-82 0,-9-4-62 0,0 1-33 15,3 2-14-15,2 1-9 0,0 1 1 0,1 0-5 16,-1 1 4-16,1 0 2 0,-3 4 3 0,2 0-1 0,-1 3 1 15,1 2 2-15,-1 1-3 0,2 0 2 0,-3-3-2 16,3-2 0-16,1-2-3 0,-1-1 2 0,0-2 4 0,2 0 4 16,-2 3 2-16,5-3 2 0,-1-1 27 0,-3 2 18 15,3-2 6-15,-2 2 0 0,-1 1 1 0,3-3-22 16,-2 1 3-16,1 0-11 0,1 0-22 0,0 1-2 16,1-1-3-16,1 0 3 0,0 0-1 0,3-1-4 15,16 0-4-15,0-1 1 0,2 0-1 0,-1 0 8 16,1-2-3-16,0 1 4 0,-1-2-7 0,-1 2-5 15,-1 0 4-15,-2 0-3 0,-1 1 7 0,-4 1-4 0,1 0-2 16,-1 0 0-16,0 0-2 0,-2 1 2 0,-1-1 1 16,-2 0-1-16,-3 0 1 0,2 0 4 0,4 2-4 15,-3-1 2-15,-1 0-11 0,-4-1-12 0,0 0 0 16,1 0-5-16,-1 0-15 0,-1 0-31 0,0 0-15 16,1 0-11-16,-1 0-106 0,0 0-112 0</inkml:trace>
  <inkml:trace contextRef="#ctx0" brushRef="#br0" timeOffset="102585.82">14814 4033 551 0,'0'0'39'0,"-1"0"47"0,1 0-18 15,-1-2-15-15,0 1 8 0,0 0-8 0,-1 0 17 0,1 0-19 16,0 0-6-16,0-1-4 0,0 1-16 0,0 0-9 15,-1 0 4-15,0 1-7 0,0 0-6 0,-1 0-5 16,1 0 3-16,0 0-3 0,-1 0 9 0,1 0-8 16,0 1 0-16,-1 0-2 0,1 0 1 0,0 1 6 15,-1-1-5-15,1 1 5 0,2-1 3 0,-5 6-2 16,0 2 2-16,1 0-4 0,-1 3 1 0,0 2-6 16,2 2 7-16,0 4-7 0,2 0 6 0,0 1-4 0,0 1 1 15,1 0 1-15,-1 1 7 0,1 4-1 16,0 3 0-16,-1-1 0 0,-1 5-8 0,1 0 7 0,0 2-4 15,0 3 6-15,0 1-1 0,1 0-4 0,-2 2-2 16,1-1 0-16,0 0 10 0,0-1-7 0,0-3 6 16,1-4-6-16,-1 1 10 0,1-4 2 0,0 0-1 15,0-3 1-15,0 1 2 0,1-3-7 0,0-1 3 0,0 1-6 16,0-3 0-16,0-1-6 0,2 1 2 0,-2-4-3 16,0 4 4-16,0 0 2 0,-1-4 0 0,0-2 0 15,0-1-1-15,0-1-8 0,0-2 8 0,0 1-6 16,0-2 12-16,-1-2-5 0,0 1-1 0,1-3 0 15,-1 0-2-15,1-1 0 0,0-2-4 0,0 1 3 16,0-2-6-16,0 1 1 0,0-2 3 0,0 0-1 16,0-1 6-16,-1 1-8 0,-1 0 0 0,2 1-2 0,0-1-8 15,0-1-16-15,0 0-1 0,0 1-8 0,0-1-42 16,0 0-34-16,0 0-2 0,0-1-12 0,0 0-44 16,0-1-128-16,2 0-14 0</inkml:trace>
  <inkml:trace contextRef="#ctx0" brushRef="#br0" timeOffset="102985.83">14447 5378 1046 0,'-2'0'16'0,"-4"-1"35"16,0-1-44-16,4 2-34 0,0-1 1 0,-1 1-13 15,2 0 3-15,0 0-6 0,0 0 1 0,1 1-4 16,0 1-5-16,1-1 38 0,0 0-5 0,0 1 17 16,2 0 9-16,7 5 38 0,-3-3 8 0,4 2 10 15,-2-1 34-15,3 0 1 0,4-1-4 0,0 0 1 16,-3-2-34-16,2 2-25 0,0-1-5 0,-1 0-5 15,4 0-17-15,-2-1-2 0,0 1-1 0,-1-1 0 16,0 1-2-16,-1-1-4 0,1 0 5 0,-1 1-4 0,-3-2-1 16,2 0 2-16,-1 0-1 0,-2 0 1 0,1 0-2 15,-2-1 3-15,0 0-8 0,-2 0 5 0,0 0 2 0,0 0-7 16,0-1 3-16,0 0-8 0,1-1-9 0,1-2-45 16,-2 0 0-16,-1-1-20 0,2 1-42 0,-2-5-30 15,3-2-9-15,-2 2-6 0,-2-2-17 0,0 2-14 16</inkml:trace>
  <inkml:trace contextRef="#ctx0" brushRef="#br0" timeOffset="103241.07">14498 5547 1479 0,'-1'0'18'0,"0"0"30"15,-1 0-34-15,1 0-13 0,0 0 3 0,1 0-4 16,0 0 6-16,1 0-4 0,4 0 2 0,19 1-3 16,-1 2 1-16,1-1-5 0,-1 0-3 0,2 1-1 15,-5-1-8-15,1-1-40 0,-1 0 3 0,-1-1-14 16,0-2 3-16,-3 0 12 0,0-3-10 0,0-1 9 16,-2 0-16-16,0-2 9 0,0 5-6 0,-1-16 2 0,0-1-21 15,0-3-28-15,0 2 3 0,1-1-19 0,0 0-66 16</inkml:trace>
  <inkml:trace contextRef="#ctx0" brushRef="#br0" timeOffset="103719.63">15327 4435 1436 0,'0'-1'9'0,"0"-1"-2"0,0-1 4 0,-2-8-4 16,0 4-1-16,2 0-6 0,0 0-13 0,0 2 9 15,0 3-9-15,0-1 4 0,0 0-3 0,2 0-1 16,-2-1 0-16,1-1-6 0,0 1 8 0,0-2 0 16,-1 0 4-16,0 0 7 0,0 0 13 0,-1 0-2 0,0 3 8 15,-2-2 5-15,1 2 2 0,1 0-4 0,-6 2 2 16,-5 0-2-16,-1 0-5 0,-1-9 4 0,-1 4-5 15,0 4-2-15,-1 2-10 0,2 2-1 0,1 3-2 16,0 2-2-16,2 0 3 0,0 13-1 0,-1 4 2 16,2-1-3-16,0 3-4 0,3 1 5 0,2 0-4 15,0-1 4-15,1-2 1 0,0-3-3 0,3-2 2 0,-10-1 8 16,5 1-14-16,3-2 9 0,3-2-8 0,1-2 12 16,2-3-4-16,0 1-1 0,2 1 0 0,1-2 10 15,0 0-4-15,-4 0 6 0,11-1-5 0,1 0 1 0,0-1-2 16,2-1 1-16,-1-1-1 0,0-1 3 0,-1 0-10 15,0-2 4-15,1 1-6 0,-4-2 0 0,1 0 6 16,-1 0-4-16,0-1 6 0,1 7-1 0,2-1-7 16,-1-2-2-16,1-3-1 0,-1-1-1 0,-1-1 1 15,2-1-9-15,-4 0 1 0,1-1-43 0,1-2-11 16,-5 2-8-16,3-3 0 0,-1 0-24 0,1-1-35 16,3-1-2-16,-1 1-17 0,-1 1-53 0,-2-1-60 15</inkml:trace>
  <inkml:trace contextRef="#ctx0" brushRef="#br0" timeOffset="104286.02">15588 4663 162 0,'0'0'86'0,"0"0"-33"0,0 0 83 0,0 0-20 16,0 0-53-16,0 0 17 0,0 0-11 0,0 0 12 16,0 0-21-16,0 0-1 0,0 0 2 0,0 0-2 15,0 1-2-15,0 0-15 0,0 0-2 0,0 1-3 16,0-1-7-16,0-1 6 0,0 1-5 0,0 0 5 15,0 0-19-15,0 0-2 0,0 1 0 0,0 0-1 16,0 0 0-16,0 2-6 0,-1 6-2 0,0 0-1 0,0 3-2 16,-1 1 1-16,2 0 4 0,0 1-3 0,0-1 3 15,0 2-9-15,0-1 2 0,0 1-2 0,0 1 2 16,0-3 5-16,0-1-6 0,0-1 5 0,0-2 1 0,0-1-8 16,2-2 5-16,-1-2-6 0,0 0 10 0,-1-2-10 15,1 0 1-15,-1-2-4 0,2 2 6 0,1-1-43 16,-1-1 0-16,2 0-16 0,3 0-6 0,1-1 36 15,0-2-3-15,0-3 13 0,1 4 5 0,-2-16 1 16,0 0 4-16,1-1-4 0,0 1-12 0,2-1 7 16,-1 1-10-16,2-1 11 0,-1 0-10 0,0-1-5 15,-1 2 3-15,0-1-4 0,0 1-1 0,-2 1 1 16,0 0 7-16,-1 2-1 0,-4 1 25 0,-1 5-1 16,4 2 0-16,-2 0 1 0,-3 5 17 0,0-1 43 0,2 0-9 15,-1 0 16-15,0-1-30 0,0 2-6 0,0 0-4 16,0 0 2-16,-1 1 1 0,0 0-3 0,0 1 4 15,0 1-5-15,-2 8-5 0,-1 6-3 0,0-2-3 0,1 2 2 16,0-2-5-16,-1 1-1 0,1-1 4 0,-1 0-2 16,2 0 11-16,0-1 7 0,0 0-3 0,0 0 4 15,0-1-8-15,-1 0 0 0,1-3-2 0,0 1 1 16,0-1-9-16,1-3 2 0,0 1-6 0,0-2 4 16,0 0-9-16,0 0 1 0,0 0 2 0,0 0 0 15,0-3-2-15,0 1-6 0,0-1-2 0,0 0 0 16,0 0 12-16,0-1-13 0,0 1 6 0,0 0-10 15,0 0-4-15,0 1-58 0,0-1 11 0,0-1-24 0,0 0 29 16,0 1-67-16,0-1-6 0,0-1-28 0,0 0-90 0,0-1 25 16</inkml:trace>
  <inkml:trace contextRef="#ctx0" brushRef="#br0" timeOffset="104587.2">15401 4501 1375 0,'-1'0'6'0,"0"0"1"0,-2-2 7 0,1 2-16 15,0 0 6-15,1 0-22 0,-1 0 12 0,1 0 1 0,1 2 4 16,0-1 1-16,1 1-2 0,2 5 3 0,17 1-1 15,-1-3 6-15,2 2-6 0,1-3 6 0,0-3-2 16,1 2 33-16,0-1-14 0,0 11 0 0,0-5-6 16,1-2-17-16,-3-3 6 0,0-2-1 0,-2 1 2 15,0-2-7-15,-3 0-9 0,0 0 0 0,0-2-6 0,-1 0-27 16,0-2-80-16,1 0-5 0,2-2-29 16,0-2-59-16</inkml:trace>
  <inkml:trace contextRef="#ctx0" brushRef="#br0" timeOffset="105887.21">20803 2718 349 0,'0'-1'281'0,"0"0"-393"16,-1-1 329-16,0 1-189 0,0-1-34 0,0 1 1 16,1-1-4-16,0 1 4 0,0 0 2 0,1 0-18 15,0 0 7-15,1 0-13 0,4-1-8 0,7 1 16 16,0 1-1-16,-4 0 8 0,4 0 8 0,-1 0 4 15,-2 0 1-15,3-1 2 0,-6 0 3 0,-3 1-2 0,2-1-6 16,-4 1 2-16,2 0 0 0,-3 0 48 0,2 0 4 16,-1-1 13-16,0-1-2 0,1 1-7 0,-2 0-13 15,0 0 3-15,0 0-34 0,0-1-7 0,0 1-3 0,1 1-1 16,-1-1-4-16,0 1 10 0,0 0-3 0,-1 0 5 16,0 0-16-16,0 0 13 0,0 0-4 0,0 0 9 15,-1 0 0-15,0 0 2 0,-2 0 1 0,-7 2 1 16,-3 2 5-16,-1 1-6 0,-3 2 3 0,1 0-5 15,-1 1 0-15,1 0 1 0,2 1-4 0,3-2 3 16,1-5-1-16,1 6 6 0,1 0 0 0,4-1 1 16,1-1 5-16,2 0-10 0,-1-2 9 0,0-1-8 0,-1 2 19 15,2-3-8-15,0 2 0 0,1-2-4 16,0-1-3-16,0 2 9 0,0-1-5 0,1-1 6 0,0 0-9 16,0 1 0-16,0-1 1 0,2-1-1 0,-1 0-6 0,6-3 0 15,0 0-1-15,0-1 1 0,-4 2-3 0,1-1-9 16,-4 3 0-16,3-5-1 0,-1-1 7 0,-2 2-3 15,2 0-2-15,-2 1-1 0,-1 1-1 0,0 1-1 16,0-2 5-16,0 1-4 0,0 0 0 0,-1 1 0 16,-2-1 0-16,1 2 2 0,-12-2-9 0,2 2 11 15,2 1-6-15,0 0 9 0,4 1-7 0,2-1 5 16,0 0-3-16,3-1 2 0,-1 1-5 0,-1 1-3 16,2 1 5-16,0-1-2 0,0 1 7 0,-1-1-2 15,1 0-3-15,1 1 2 0,0-1 4 0,1-1-1 0,1 0 3 16,-1 0-3-16,0 1-5 0,0-1 1 0,0-1 2 15,5 0 1-15,4 0 2 0,-6 0-1 0,-1 0-5 16,-2 0 4-16,1-1-2 0,1-1-2 0,-1 1 0 16,0-1-1-16,-1 0 0 0,1-1 6 0,-1 1-4 0,-1 1 3 15,1-3-2-15,-1 3-3 0,0 0 2 0,0 0-3 16,1-2-1-16,0 1 0 0,0 0-2 0,1 0 1 16,-1 1-1-16,0 0 2 0,-1 0 2 0,0 0 0 15,0 0 0-15,0-1 1 0,0 1-2 0,0 0 1 16,1 1-5-16,0 0 7 0,1 0 2 0,-1 0 1 15,0 1-6-15,0 0-2 0,0 1 3 0,0 0 0 16,1 5 3-16,0 7-4 0,0 3 1 0,1 0-2 0,-2 2 5 16,1 4 1-16,-1 0-5 0,-1 2 2 0,0-1 2 15,0 1-6-15,0 1 7 0,-1-2-6 0,1 4 6 16,1-4-4-16,-1 1 1 0,0 1-1 0,0-4 4 0,-1-1 1 16,1 2-5-16,0-2 3 0,-1 1-11 0,0-1 11 15,0 0 1-15,-1 1 4 0,0-2-6 0,1 0-1 16,-1-3 0-16,0 0 1 0,1-1 5 0,0-3-2 15,1-1 1-15,0-2-2 0,-1 0 3 0,0-3-8 16,1 1 2-16,0-1-2 0,0-1 8 0,0-1-7 16,1 1 4-16,0-2-4 0,0 0 6 0,-1-3-3 15,1 1 4-15,1 1-3 0,-1-2 4 0,0 0-12 16,0 0 4-16,0 0-4 0,0 1 4 0,1-1-14 0,-1-1-8 16,-1 0-1-16,0-1-28 0,0-1-19 0,0 0 0 15,0-4-5-15,0-6 2 0,0 1-19 0,0 0 3 16,-1 1-10-16,-1-1-13 0,1 3-21 0,0 1-6 15,0 1-10-15,0 1-73 0</inkml:trace>
  <inkml:trace contextRef="#ctx0" brushRef="#br0" timeOffset="106287.4">20516 3510 329 0,'-1'0'182'0,"0"0"-173"0,0-1 202 0,-2 0-87 0,1 0-40 15,-4-1-25-15,-2-2-6 0,2 2-8 0,-1-1-31 16,1 1-2-16,0 1-5 0,0 0 1 0,3 1-8 16,-1 0 0-16,1 0 5 0,-1 0-3 0,2 0 3 0,0 0-1 15,-1 0-6-15,1 0 3 0,1 1 5 16,0-1 11-16,-1 0 6 0,1 1-1 0,0-1 11 0,1 0 3 16,0 0-6-16,1 0 4 0,2 0-12 0,1 0 3 15,13-2-4-15,2 0 2 0,-1 1-15 0,2 0 9 16,3 1 4-16,-2 0 1 0,2 0 13 0,2 0-18 15,0 0 5-15,3 0-8 0,1 1 8 0,1 3-14 16,-3-1-2-16,-2 0-3 0,-1 0-1 0,-3 1-2 16,2 0 4-16,-6 0-3 0,1 0 1 0,-3-2 4 0,-2 0-1 15,-1 1 2-15,-1-1 0 0,-3-1-7 0,0 1 6 16,-2 0-5-16,-1-1 5 0,-3-1 6 0,2 0-9 16,-3 0 9-16,1 0-7 0,0 0 1 0,1 0-5 0,-1 0 2 15,0 0-5-15,0 0-12 0,-1 0-3 0,0 0-8 16,0-1-32-16,0-1-32 0,1 0 1 0,-1 0-12 15,1-8-7-15,0 1-1 0,0 0 1 0,-2 0-3 16,0 1-3-16,0-1 19 0,0 2-10 0,-2 0 7 16,2 3-70-16</inkml:trace>
  <inkml:trace contextRef="#ctx0" brushRef="#br0" timeOffset="106638.96">20626 3733 1063 0,'-1'-1'63'0,"-1"-1"130"0,0 2-169 0,-4-2-19 15,3 1 3-15,-1 0-8 0,2 1 6 0,-1 0-3 16,0 0-1-16,1 0-1 0,-1 0-4 0,2 0 3 16,0 0-4-16,-2 1 4 0,1 0-6 0,0 1 4 15,1 1 6-15,-1-1-1 0,1 0 15 0,0 1 18 0,0-1-5 16,1 0 10-16,0 1 6 0,0-1-11 0,1-1 7 15,1 1-10-15,3 0 1 0,10 5-16 0,4-2-4 16,0-2-3-16,0 0-2 0,1-2-9 0,1 0 5 16,-2 0-6-16,0 0 0 0,-4-1 3 0,-5 0-2 15,1 0 4-15,-2 0-6 0,2 0 2 0,1 0-5 0,-2 0 3 16,1 0-13-16,-3 0-62 0,-1-1 7 0,-1 0-27 16,0 0-6-16,0-2 11 0,-4 2 6 0,1 0-1 15,0-1 7-15,-2-1 13 0,1-1-10 0,0-3 9 16,3 1-27-16,-2 0-21 0,1-1-6 0,-2 2-3 15,0 0-5-15</inkml:trace>
  <inkml:trace contextRef="#ctx0" brushRef="#br0" timeOffset="107126.1">20766 3803 726 0,'0'0'125'0,"-2"-1"5"0,1 0-8 16,0 0-29-16,-1 0-26 0,1-1-39 0,-1 1-19 15,1 0-2-15,0 0-4 0,0 0-3 0,0 0-2 16,0-1 3-16,-1 2-2 0,1 0 4 0,1 0-5 16,0 0 1-16,0 2-2 0,0-1 0 0,0 0 7 15,0 0-3-15,0 0 4 0,0 2-5 0,-1-1 4 16,0 0-2-16,-1 5 3 0,-2 3 2 0,-1 1-1 16,1 1 6-16,-3 5-4 0,1-1 2 0,-3 7-2 0,1 1-1 15,-1 2 0-15,-1 5 1 0,1-1-1 0,-2 7-5 16,1 1 1-16,0 0-4 0,0 2 3 0,-1 0 2 15,1-1 0-15,-3 4-6 0,0 3 6 0,-3 2-6 16,1 8 6-16,0-2-5 0,-2 3 1 0,0 1 5 0,2-5-3 16,-2 2-4-16,2-3 2 0,1 0-1 0,-2-1 2 15,2 1 4-15,1-2 0 0,5-2 6 0,1-6-1 16,2-2 32-16,-1-5-8 0,1-2 6 0,-2-6-7 16,2 0 1-16,0-2-20 0,2-4 4 0,0 0-10 15,0 1 3-15,-1-2-7 0,-1 1-1 0,0 0-1 16,-1 0-2-16,0-1 2 0,0 1 2 0,1-1-2 0,-2 1 0 15,0 1 7-15,0-5 3 0,0 0 3 94,0-3 20-94,3-6-11 0,-1 3-4 0,1-3-1 0,2-3-9 0,-2 2 7 0,3-3-6 0,1-1 5 0,-1 1-11 16,0-1-6-16,-1-1 2 0,1 0-5 0,1 1-2 0,0-1-6 0,0 0-2 0,0 1-6 0,0-2-54 0,0 0-23 0,0 0-3 0,0 1-3 0,0-1-10 0,0 0-84 0,0-1 0 0,0 0-29 0,1 0-18 0</inkml:trace>
  <inkml:trace contextRef="#ctx0" brushRef="#br0" timeOffset="107543.43">19899 5641 713 0,'-2'-1'195'0,"-7"-5"424"0,4 1-612 15,2 4-12-15,1-1-5 0,1 0 0 0,0-1 5 0,1 2 2 0,1 0 4 0,3-1-1 0,16-4 7 0,3 2-6 0,-1 3-1 0,-1 0-1 0,2 1-5 0,-3 0 10 0,-2 0-7 0,0 1 7 0,-4 0-11 0,-1 1 5 0,-1 2 1 0,-3-2 1 0,-1 1 6 0,-3-1-4 0,-1-1 3 0,-2 0-4 0,-1-1 1 0,2 2 0 0,-1-1-2 16,0 0 1-16,1 0-2 0,-1 0-2 0,-1 0-3 0,0-1-3 0,1 0-65 0,-1 0-95 0,0 0-16 0,0 0-27 0,0 0-89 0</inkml:trace>
  <inkml:trace contextRef="#ctx0" brushRef="#br0" timeOffset="107591.82">20025 5661 768 0,'0'0'32'0,"0"0"72"0,0 0-89 0,1 0 25 0,0 0 2 0,0 1 9 0,2 1 16 0,7 1-26 0,7 2-5 15,2 0-9-15,-2-1-27 0,3 2 0 0,0 0 2 0,1 1-2 0,1-1-6 0,-1-3-4 0,1 0-13 16,-1-2 5-16,2-2-39 0,1-3-37 0,1-2-30 0,2-4-18 16,1-4-247-16</inkml:trace>
  <inkml:trace contextRef="#ctx0" brushRef="#br0" timeOffset="108473.61">20024 5664 1003 0,'0'0'29'16,"-2"0"-3"-16,1-2 14 0,0 1 1 0,0 0-9 0,1 0-18 16,0 0-5-16,0 0 2 0,1-1-1 0,0 1 22 15,3 0-2-15,16-7 2 0,6 0-3 0,2 2 0 16,5 0-14-16,6 1-1 0,-2 3-7 0,0-1-13 15,-1 1 6-15,-5 2-1 0,-2-1 2 0,-1 1-4 0,-5 0-3 16,-4 0 4-16,-4 0-2 0,-5 0 5 0,-1 0 0 16,-3-1-1-16,-2-1 1 0,0 1-1 0,-1 0 1 15,-2 1-1-15,1 0 1 0,-1 0-3 0,1-1-18 16,1 0-16-16,-2 0-4 0,0-1-91 0,0 1-131 16,0 0-31-16</inkml:trace>
  <inkml:trace contextRef="#ctx0" brushRef="#br0" timeOffset="108657.97">20040 5856 1557 0,'-1'0'39'16,"0"0"1"-16,0-1 4 0,-2 0-10 0,2 0-8 16,0 0-29-16,0 0 6 0,1-1-3 0,1 1 6 15,1 1-3-15,15-2-2 0,10 0-7 0,5-1-1 16,2 2-38-16,3-1-81 0,1 0 15 0,-3 0-37 15,-1 0 2-15,-6-1-3 0,-3 0-14 0,-4-2 3 16,-2-2-70-16</inkml:trace>
  <inkml:trace contextRef="#ctx0" brushRef="#br0" timeOffset="109024.67">21193 3601 103 0,'0'0'-20'0,"0"0"3"16</inkml:trace>
  <inkml:trace contextRef="#ctx0" brushRef="#br0" timeOffset="109424.34">21198 3468 554 0,'0'-1'81'0,"-1"0"103"0,1-3-74 0,-2-5-45 16,0-1-3-16,0 3-14 0,1 2-18 0,1 0-24 15,0 0 8-15,0 2-13 0,0-1 7 0,0-1-8 16,0 3-1-16,0 0 0 0,0-1 6 0,0 1 1 16,0 0-2-16,0 0 1 0,0 0-11 0,-1-1 6 0,1 1-2 15,-1 0 3-15,0 0 6 0,-2-1-4 0,1 2 3 16,-3-1-2-16,-2-1 15 0,-2 1 6 0,-2 1 2 16,2 1 0-16,-2 0 0 0,1 0-7 0,-1 1-1 15,3 1-4-15,-3 2-11 0,2 1 4 0,-2 2-3 0,2-1 2 16,-2 11-7-16,2 3-1 0,-1 0-1 0,0 3-1 15,0-2 5-15,3 1-2 0,-1 0 2 0,1 1-2 16,0-2 5-16,0-1-5 0,2-4 4 0,3 1-3 16,1-3 7-16,-9-1 5 0,4-1 1 0,4-3 2 15,1 0 8-15,1 0-5 0,0-1-2 0,1-1 0 16,1 0-2-16,2 0-2 0,0-1 0 0,-1-1-2 0,3-1-8 16,6 0 0-16,-1-2 0 0,2-1 0 0,0 9 1 15,0-4-5-15,-2-3 1 0,1 0-5 0,-2-3-8 16,0 0-40-16,-1-3 0 0,2 0-15 0,-2-2-16 15,2-1-10-15,-2-1 1 0,-2 4-3 0,2-7 3 0,-3 0 30 16,1 0-8-16,-2 1 15 0,-1 0-12 0,-1 0-33 16,-1 3-24-16,3-1 0 0,-2-1-62 0</inkml:trace>
  <inkml:trace contextRef="#ctx0" brushRef="#br0" timeOffset="110107.12">21101 3683 1042 0,'0'0'27'0,"0"0"1"0,-1-1-5 0,-1 0-11 16,1 0-5-16,1 0-23 0,0 1 3 0,0 0-2 0,0 0 2 16,0 1-8-16,0 0 5 0,0 0 5 0,-1 2 0 15,1-2 11-15,-1 3-6 0,0 2 3 0,1-2-2 16,0 0 6-16,0 1 8 0,0-2-8 0,0-1 8 15,0-1-3-15,0 0 16 0,0 2 2 0,0-1 3 16,0 0-3-16,0 1 6 0,0-2-1 0,0 0 4 16,0 0 5-16,0 0-16 0,1 1 5 0,0-1-7 15,0-1 5-15,0 0-4 0,1 0-5 0,0-1 1 0,4-3-12 16,6-3 1-16,-1-1 2 0,2 5-1 0,-1-8 1 16,2-1-9-16,0-1 2 0,0 1-4 0,-2 2 3 0,-1-1 6 15,1 3-4-15,-5 0 5 0,0-2-13 0,-1 2 5 16,-4 1 2-16,3 1 3 0,-2 4 14 0,-2-1-11 15,0 1 5-15,-1 1-5 0,2-2 7 0,-2 2-9 16,0 0-2-16,1-1-1 0,0-1-2 0,0 1-2 16,0 1 2-16,0 0-1 0,1-1 4 0,-1 1-3 15,0 0 1-15,0 0-1 0,-1 1-5 0,0 0 9 16,0 1-4-16,0 0 7 0,0 2-5 0,-2 10-2 16,-2 1 0-16,1 0-2 0,-1-1 2 0,1 1-4 0,-1 0 7 15,2-1-4-15,1-1 9 0,0-1-8 0,-1-1 1 16,2-1-2-16,0-1 2 0,0-1-1 0,0-1 1 15,0-1 0-15,0 0 5 0,0-2 2 0,0 0-4 16,0-2 4-16,0 1-8 0,2 1 13 0,-1-1-4 16,0 0 9-16,0 1-6 0,0-2 3 0,2 0-2 0,-1 0 2 15,0 0-4-15,2-1-2 0,3 0-3 0,0-1 0 16,0-2-6-16,2-2 6 0,-3 1-5 0,2 3 6 16,1-7-7-16,-6-1 2 0,2 1 2 0,-4 0-2 15,0 0-2-15,2 3 0 0,1-1 2 0,0 2-1 16,-3 1 0-16,1 0-1 0,-2 2 0 0,0 0 0 15,0-1 2-15,2 0-7 0,-1 0 4 0,0 0-5 0,0 1 11 16,-1 0-8-16,0 1 0 0,0 1-3 0,0 0 7 16,0 2-1-16,0 7 3 0,0 4-3 0,0-1 0 0,1 0 3 15,0-1-3-15,2 0 2 0,-1-2-2 0,2 0 0 16,-1-2 0-16,1-2 1 0,3-1-1 0,6-2 2 16,1 0-20-16,0 6 1 0,2-2-122 0,2-5-129 15,1-2 4-15</inkml:trace>
  <inkml:trace contextRef="#ctx0" brushRef="#br0" timeOffset="118765.08">26579 1915 256 0,'0'-1'60'0,"0"-1"-18"0,0 1 29 16,3-11 12-16,-1 2-47 0,1-1-5 0,-1 4-11 15,1 0-7-15,0 1 6 0,-1 2 0 0,2-3 8 16,-2 3-3-16,-1 2 5 0,0-2-5 0,1 2-6 15,-2 1 5-15,0-1-5 0,1 0 6 0,0 0 6 16,0-1-5-16,0 1 5 0,0 1-6 0,1 0 0 16,-2-1-4-16,0 1 1 0,0 0-14 0,-2 0 6 0,1 0 0 15,-5 1 2-15,-9 0-1 0,0 1 6 0,2 2 3 16,-5 5 2-16,1 1 4 0,2 0-9 0,0-3 0 16,2 13-2-16,0 0-2 0,-1 3-9 0,2 3-3 15,-1-3 0-15,2 2 1 0,-1-4 3 0,0 0 3 0,2 2-2 16,-2-3-6-16,2 0 10 0,3-2-3 0,-1 1 5 15,0 0-7-15,2-2 3 0,-1 3-2 0,2 1 3 16,2 1-9-16,-1 1 12 0,1 2-10 0,0-1 10 16,2 3-6-16,0 5-7 0,-1 1 8 0,-1 1-8 15,2 1 8-15,0 1-3 0,-16-2 2 0,9-3-3 16,5-1-3-16,2-7 6 0,1-2-6 0,1-2 5 16,-1-2-6-16,1 1 6 0,0-2-1 0,-1-1 3 0,0-1-1 15,1-1-7-15,-1-2 0 0,0 0-2 0,0-2 9 16,0-1-7-16,0-1 9 0,0 0-10 0,0-2 3 15,0 1-2-15,-1 0 5 0,0-2-1 0,-1 1 9 16,-1-1-7-16,-2 0-3 0,1 0 2 0,-4-2 5 0,-4 1-6 16,1-1 1-16,-2 8-3 0,5-4 2 0,-4 0-1 15,1-2-1-15,1-2 1 0,-3 0-4 0,1-1-2 16,-2 0 1-16,3 0-2 0,1 0 7 0,3 0-4 16,1 0 0-16,-1-1-1 0,1 0-8 0,-4-1-9 15,3 1-2-15,-2-1-4 0,0 0-34 0,1 1-26 16,0-1-17-16,2 0-4 0,0 0-82 0,0 0-125 0,1-1 40 15</inkml:trace>
  <inkml:trace contextRef="#ctx0" brushRef="#br0" timeOffset="119215.32">25968 2492 384 0,'0'0'60'0,"0"0"-7"0,0 0 43 16,0 0-8-16,0 0-6 0,0-1-33 0,0 0-19 15,0 0 10-15,0-1-12 0,0 1 9 0,0 0-14 16,1 0 1-16,0 0-3 0,1 0 1 0,-1-1 0 0,1 0-10 16,7-4 8-16,4 0-3 0,-1 0 13 0,2 0 3 15,4-1 1-15,0 2 3 0,-1-1 4 0,4 1 1 16,-2 0 0-16,1-1-1 0,6 1-8 0,-1-3-4 15,2 1-1-15,0 0-13 0,-4 1-13 0,0 1 3 16,-5 1-6-16,0 2 2 0,-3 1 6 0,-2-1-6 16,-3 2 5-16,-2 0-11 0,-1 0 7 0,-2 0 3 0,-3 0 0 15,2 0-4-15,-3 0-10 0,0 0 1 0,1 0-5 16,1 0-2-16,-1 0-28 0,0 0-1 0,1 0-12 16,-2 0-36-16,0 0-92 0,1 0-50 0</inkml:trace>
  <inkml:trace contextRef="#ctx0" brushRef="#br0" timeOffset="119765.46">26432 2979 414 0,'-1'-1'70'16,"0"0"76"-16,0-2-31 0,-1-1-51 0,-2-1-8 0,-1-2-12 15,1-1-14-15,-2-2-14 0,0-2 8 0,2 3-12 16,0-3-3-16,1 2 5 0,1 0-7 0,0-2 5 16,0 1-17-16,1-1 7 0,1-1-4 0,0 2 6 15,0 1 2-15,0 0 4 0,1 2 0 0,-1 1 1 16,0 1 8-16,2 0 5 0,-2 4 1 0,0-1-1 16,0 1-8-16,0 1 2 0,1-1 0 0,-1-1-1 0,0 1-6 15,0 1 10-15,1 0 3 0,0 0 5 0,0-1 12 16,0 2-19-16,1 0-3 0,-1 2-4 0,0-1-7 15,-1 1 1-15,4 15-2 0,-1 0 1 0,-1 2-1 16,1 2-9-16,-2 3 3 0,0 3-5 0,-1 2 11 0,0 2-3 16,-1-2 1-16,-1 2-2 0,-2 0 4 0,1-2-8 15,-2-1 4-15,1-7-3 0,2-1 9 0,0-3-7 16,-1-3 8-16,2-4-8 0,0 1-1 0,0-3 1 16,0 0-4-16,1-3 3 0,0 0-2 0,0-2-8 15,0 0-2-15,0-2-4 0,0 0-29 0,0 1-39 16,0 1-2-16,1-1-11 0,0-1-7 0,1 0-5 15,3-1-11-15,10-4-6 0,2-5-110 0</inkml:trace>
  <inkml:trace contextRef="#ctx0" brushRef="#br0" timeOffset="120115.77">26809 2696 705 0,'-1'0'38'0,"-1"0"29"16,0 0 26-16,0 0-47 0,-2 0-2 0,-3 0-16 16,1 0-13-16,3 0-7 0,-1 1 13 0,2-1-11 0,-1 1 14 15,1 0-6-15,0 0-8 0,-1 2 5 0,1-1-3 16,0 0-6-16,-1 1 5 0,1 0-7 0,1 4-2 16,-3 0 6-16,2 3-2 0,-5-1 5 0,0 2-4 15,0 2 8-15,0 1-4 0,0 2 6 0,0 2-13 0,-2 2 8 16,1 2-7-16,0 3 6 0,0 0-9 0,1-1 6 15,1 3 1-15,1-6 2 0,0 1-5 0,2-2-5 16,-1-4 0-16,2 3-1 0,2-1 1 0,0-4 3 16,0-1 1-16,1-4 0 0,0 0 8 0,0 0-7 15,2-1 1-15,-1-2-3 0,2 1 7 0,-1-1-13 16,0-3 0-16,-1 1-6 0,4 0-1 0,0-1-29 16,-2-2 5-16,3 1-17 0,-2 2-37 0,0-1-17 15,1 1-3-15,-3-3-7 0,2-1-62 0,1 0-64 0</inkml:trace>
  <inkml:trace contextRef="#ctx0" brushRef="#br0" timeOffset="120500.15">26447 2910 567 0,'-2'0'-5'0,"1"0"5"16,0 0 0-16,0 0-23 0,-1 0 12 0,-1 0-51 0,1 1-21 16,1-1-1-16,-2 1-2 0,0 1 37 0,0 4 31 15,0 2 15-15,-3-2 0 0,1-1 21 0,-1 1 53 16,1-1 0-16,0-2 23 0,-2 1 37 0,2-1-21 15,-1 2 6-15,1-3-11 0,1 1 3 0,1-2-34 16,0 0 7-16,2-1-18 0,0 0-14 0,-1 0-18 16,0 1-6-16,0-1-1 0,1 0-10 0,-1 0-5 15,2 0 2-15,0 0-1 0,2-1 17 0,3 0-10 16,18-6 5-16,4 0-7 0,3 0 12 0,4 1-23 16,3 1 3-16,2 1-13 0,-3 1-31 0,-2 1-17 0,-2 0-7 15,-5 1-1-15,-1 1-7 0,-4-1-5 0,-2-1-13 16,0-1-2-16,-2 0-86 0</inkml:trace>
  <inkml:trace contextRef="#ctx0" brushRef="#br0" timeOffset="121716.87">27080 2365 57 0,'0'0'10'16,"0"0"-6"-16,0 0 18 0,0 0 6 0,2 0 3 15,-1 0 8-15,0 0-6 0,0 0 7 0,0 0-7 16,2 0-2-16,-1 1 25 0,7 2 2 0,6-1 11 16,-1 0 11-16,4 0-11 0,0-2 2 0,0 0-3 15,2 0 0-15,1-2 4 0,0 1-12 0,0-1 10 0,2-1-16 16,0 0-19-16,1 1 0 0,-1-1-9 15,1 1-22-15,-3 1 3 0,1 1-3 0,-3 0 2 0,-3 0-6 16,2 2 2-16,-7-1-1 0,3 2 1 0,-1-1-5 16,-4 0-3-16,-1 1 2 0,-3-2 0 0,-4-1 4 0,2 1-1 15,-1 0 1-15,0 0-1 0,1 1 9 0,-1-1-18 16,-1 0 3-16,0-1-10 0,0 0-18 0,1 0-48 16,-1 0-8-16,0 0-15 0,0 0-49 0</inkml:trace>
  <inkml:trace contextRef="#ctx0" brushRef="#br0" timeOffset="122035.1">27165 2590 701 0,'0'0'1'16,"0"0"0"-16,0 0 0 0,-1 0-1 0,1 0 0 15,0 1 3-15,0 0 2 0,1 0-4 0,1 2 2 16,1-1-1-16,4 3 27 0,0-1-2 0,3 2 10 0,2 0 14 16,0-1 14-16,3 0 2 0,-1-3 1 0,2 0-9 15,-1-1-26-15,1 1 0 0,1-2-11 0,-1 1-18 16,2 0-8-16,-2-1 4 0,0 1-7 0,-1-1-11 0,1 0-6 15,3 1-6-15,-1-1 0 0,2-1-34 0,3-1-26 16,1-3-18-16,3-2-7 0,5-4-121 0</inkml:trace>
  <inkml:trace contextRef="#ctx0" brushRef="#br0" timeOffset="123587.71">28916 1776 149 0,'1'-1'30'0,"0"0"2"0,-1-1 30 15,10-12-3-15,-2 1-14 0,-4-1-32 0,7 0 3 16,0 1-12-16,-2 0 3 0,0 0-3 0,-1 2 1 15,-4-2 0-15,4 1 13 0,-5 1 14 0,5 0 0 0,-1-1 6 16,-2 0 12-16,-1 0-3 0,-3 3 10 0,-1-2-8 16,0 2 3-16,0 1-7 0,0-2-2 0,0 4-1 15,0 2-4-15,0 1-12 0,0 2-2 0,0-1-3 16,-1-1-13-16,-1 1 10 0,1 1-7 0,-1 0 7 0,-4 0-14 16,-3 1 8-16,3 1-3 0,-3 2 3 0,1 3-4 15,1 2 4-15,-1 10-7 0,3 0 4 0,1 0-12 16,-1 0 7-16,2 0-3 0,0 1 4 0,-1 1-9 15,2-2 6-15,-11 4 1 0,6-5 3 0,2 2 5 0,3-3 4 16,0 0-4-16,0-1 2 0,1-1-11 0,0 0-1 16,0 0 1-16,0-1-1 0,0 3 9 0,-1-2-9 15,1-1 7-15,0-3-8 0,0-4 10 0,-1 1-6 16,-1-1 5-16,1 0-5 0,-2 0-1 0,2-2 8 16,0 0-12-16,2-3 8 0,-5 0-13 0,-1 3 6 15,1-1 2-15,1 1 1 0,-2-1-2 0,0 0 2 16,0 2-2-16,0-2 3 0,0 1-2 0,-1-1 2 15,0 1-2-15,-1-1 0 0,-2 1-9 0,2-2 6 16,-2 2-1-16,-1-2 3 0,1 0 1 0,-1 1 6 0,-1-1-7 16,3-1 6-16,-1 0-9 0,3 1 2 0,5-2 4 15,0 0-2-15,0 0-2 0,0 1-3 0,0 0 0 16,-1 0 1-16,2 0 3 0,0 0 12 0,0 1-4 16,1-1 6-16,0 0-3 0,1 0-9 0,1 0 4 0,8 4-5 15,6 0 10-15,1-2 2 0,0-2-3 0,3-1 1 16,1 0-5-16,2-1 11 0,-2 0-4 0,4 0 4 15,-1 1-4-15,0 0-7 0,1 0 4 0,-2 0-6 16,1 0-9-16,-3 1 2 0,-8 0-3 0,-2 0 4 16,1 1 7-16,-2-1-16 0,4 0 3 0,-4 0-9 15,-4-1-5-15,-1 0-14 0,-2 0-6 0,0 0-7 16,0 0-63-16,0 0-44 0,-1 0-30 0,0 0-15 0,1-1-220 16</inkml:trace>
  <inkml:trace contextRef="#ctx0" brushRef="#br0" timeOffset="124086.83">28141 2375 425 0,'0'0'2'15,"-1"0"0"-15,0 1 3 0,0-1-6 0,-9 4 2 16,-3 5-6-16,3-8 1 0,-1 12 4 0,0-5 1 16,4 0 25-16,0-3 22 0,6 0-2 0,-1-2 9 15,-1-1 8-15,2 1 15 0,0-1 4 0,0 1 1 16,0-2 2-16,1 0-19 0,1 0-3 0,1-1-5 15,23 2-10-15,4-4-15 0,3-4 6 0,3-3-9 0,3-1-1 16,2 1 0-16,4 0-4 0,5-1 3 0,5 2-1 16,6 2-12-16,6 0 10 0,2 1-12 0,0 2 8 0,-1-1-7 15,0 2-3-15,4 1 2 0,1 1-2 0,4 0-5 16,-1 2 4-16,-4 1-5 0,-3 0 5 0,-4 2-6 16,0 0 0-16,2 0-3 0,0 1-6 0,0-1 7 15,-6-1-1-15,-4-1 6 0,-3-1 4 0,-5 1 3 16,2-1-2-16,-3 2 1 0,1-1-7 0,-1 2-6 15,-6-3 3-15,-2 2-3 0,-4-2 1 0,-2 0 0 16,-3 1 0-16,-8-2 0 0,-3 0-1 0,-3-1 2 16,-3 0-1-16,-1 1 3 0,-4-1-8 0,-2 0-21 15,-2 0-11-15,-2 0-4 0,-1 0-35 0,0 0-43 0,2 0-21 16,-1 0-15-16,-1-1-138 0</inkml:trace>
  <inkml:trace contextRef="#ctx0" brushRef="#br0" timeOffset="124820.64">27700 3165 1007 0,'-1'-1'6'16,"-1"-1"-21"-16,0 2 39 0,-2-3-28 0,1 1 2 15,1-1-11-15,1 2-4 0,0 0 12 0,-1 0-8 16,2-1 11-16,0 1 6 0,2 1-5 0,-1 0 2 16,0 0-3-16,1 1 12 0,5 2 10 0,2 0-1 0,0 2 3 15,-2-1-3-15,0 0 14 0,0 1-7 0,-1-1 7 16,-1 7-12-16,-2 5-1 0,2-1 2 0,-3 1-2 15,0 3 1-15,10 2-11 0,-4 0 4 0,-5 4-8 16,-2 2 0-16,-2 3 1 0,-5 3 3 0,-2-2 0 16,-3 2 2-16,-2 0-12 0,-1-6-1 0,7-1-1 15,-15-2 14-15,-3-7-8 0,3 0 3 0,3-1-5 0,-4-4 8 16,3 0-8-16,-2-3 4 0,1-3-6 16,4 0 7-16,1-3-2 0,1 0 2 0,2 6-3 0,3-4 0 15,-1-2 8-15,3-2 0 0,1-1 3 0,0-1 11 0,3 0-13 16,1 0 2-16,-1-1-5 0,2-5 4 0,0-5 2 15,1-2-2-15,-8 0-1 0,3 1-13 0,1-3 1 16,3 3 1-16,1 0 1 0,1 2-2 0,0 1-2 16,0 2 1-16,0 3 0 0,1 1 8 0,0-1-12 15,-1 3 3-15,1-1-6 0,0 1 3 0,1 0 4 16,0-1 0-16,0 2 1 0,3-1-1 0,4-1-5 16,2 3-1-16,1 2 2 0,1 2 7 0,-1 3-1 15,-1-6-1-15,3 15-1 0,-2-3 1 0,2 1-1 0,-1-2-2 16,-5 0-1-16,2-2 3 0,-1 0-1 0,3 0 2 15,-1-3-3-15,-1 1-5 0,1-1 3 0,-5-1-3 16,4 0 2-16,0 0-20 0,-1-3-24 0,0 1 2 16,-2-3-9-16,3 0 1 0,-1 6-13 0,1-2 1 0,1-1-5 15,1-3 0-15,0-1-27 0,2-4-9 0,1-3-12 16,-1-1-86-16</inkml:trace>
  <inkml:trace contextRef="#ctx0" brushRef="#br0" timeOffset="125390.63">28059 3318 365 0,'-1'0'58'0,"-1"0"46"0,1 0 9 15,0 0-61-15,1 0 3 0,-1 0-21 0,0 1-6 16,0 0 4-16,-1 0-5 0,1 1 5 0,0 1-5 0,0 2 8 16,-2 3 2-16,1 1 1 0,1-1-6 0,0 3-12 15,0 1-2-15,-1 2 0 0,2-1 10 0,-1 1-12 16,1 2 1-16,-1 2-5 0,0 1 0 0,0 0 2 15,-2 1-3-15,0-2 2 0,-1 2 3 0,-2 3-7 16,1-2 7-16,-2 1-8 0,-1-2 5 0,0 1-5 16,1-2 2-16,0 0-3 0,1-2-5 0,0-2 1 15,2-1-1-15,-1-1 3 0,1-1 1 0,2-2-6 16,1 0 4-16,0-1-4 0,1-3 2 0,0-1 4 16,0-2-7-16,0 0 5 0,0-2-7 0,0 1 9 0,0 0-2 15,0 1 3-15,1-2-17 0,0 0 3 0,1-1-2 16,8-2 3-16,3-5 6 0,3 4-11 0,1-13 5 15,-2-2-10-15,3 1-1 0,-3 0 3 0,3-2 2 0,-2 2 1 16,2-3 2-16,-2-1 6 0,-5-4-11 0,0 6 11 16,-1-1-5-16,0 4 8 0,0 0 0 0,-4 0 2 15,1 4-5-15,-4 1 7 0,1 0-3 0,-3 4 5 16,0 1-11-16,2 2 2 0,-1 2 3 0,0 0 2 16,1-1 14-16,-2 2 1 0,0 0-1 0,0 0 3 15,0 1 5-15,0 0-11 0,1 1 4 0,-2 0-6 16,0 0 3-16,-4 18-12 0,-2 0 5 0,-2 1-7 0,-1 1 3 15,-2 0 3-15,0-1-2 0,2-2 4 0,-2-1-1 16,3-2-4-16,-1-1-3 0,1-1 1 0,-1-2 7 16,2 1-3-16,1-1 0 0,3-3-3 0,-1 0-6 0,2-2 5 15,0 1 7-15,2-2-1 0,0-1 2 0,0 0 0 16,0 0-2-16,0-3 2 0,1 1-5 0,-1-1-4 16,6 0-3-16,8 9 0 0,0-3-13 0,0-4-11 15,1-1-3-15,-1-2-5 0,1-2-22 0,1-2-13 16,2-3 0-16,-2-2-6 0,1 0-28 0,-2 8-31 15,0-14-26-15,-2-2-5 0,0-1-127 0</inkml:trace>
  <inkml:trace contextRef="#ctx0" brushRef="#br0" timeOffset="125753.74">28079 3141 726 0,'-1'-1'13'16,"-2"0"10"-16,-14-4-2 0,-1 2-25 0,4 0 11 0,2 3-21 15,-1 0-7-15,3 3 2 0,1-1-2 0,1 2 18 16,0-1-1-16,0 1 6 0,1-1-3 0,-2 1 12 15,3-1 21-15,1 1-2 0,0-2 11 0,3-1 17 0,0-1 0 16,0 1 10-16,0 1-7 0,-1-1 5 0,2 0-18 16,0 0 3-16,0 0-5 0,1-1 3 0,0 0-15 15,1 0 2-15,7-1-5 0,16-4-3 0,5 0 0 16,8-3-10-16,-2 4 6 0,2-2-24 0,-1 1 5 16,-5 2-2-16,-1 0 2 0,-3 1-10 0,-4 1-3 15,0 1-7-15,-6 0 2 0,2 0-21 0,-3 0-24 16,-2 1-2-16,-1-1-12 0,0 0-48 0,-2 0-93 15,1 0-67-15</inkml:trace>
  <inkml:trace contextRef="#ctx0" brushRef="#br0" timeOffset="127572.83">28875 2877 226 0,'0'0'15'0,"0"0"29"0,0-2 11 0,0 2 9 0,0 0-27 15,0 0-25-15,0 0-3 0,0 0-5 0,0 0 6 0,0 0 11 16,0 0 6-16,0 0 0 0,0 0 11 16,0 0 3-16,0 0 0 0,1 0 3 0,0 2 11 0,0-1 7 15,1 0-1-15,0 0 2 0,1 0 0 0,10 5-15 16,4 0-1-16,3 0-4 0,3 0-6 0,1-1-7 15,5-2 3-15,1-1-7 0,0 0-17 0,4-1 2 16,-2 0-11-16,-4 0 7 0,-1 2-13 0,-3-2 8 16,-4 0 2-16,0 0 2 0,-4-1-4 0,0 0-2 15,-2 0 0-15,-3 0 0 0,0 0 2 0,-3 0 6 16,-1 0-5-16,-1 0 5 0,-1 0-5 0,-2 0 4 0,2 0-2 16,-1 0 1-16,-2 0-7 0,-1 0 0 0,2 0 1 15,-1 0 0-15,0 0 12 0,1 0-10 0,-2-1 1 16,0 0-3-16,0 0 3 0,0-1-10 0,-1 1 2 15,0 0-5-15,0 0 10 0,-1 0-1 0,-1-1 1 16,-4 0-3-16,-8-4 10 0,0 2-12 0,-2 0 12 0,0 0-11 16,-1 2 13-16,1 1-5 0,-2 1-1 0,-2 0 0 15,0 0-4-15,-2 1 0 0,-1 1 2 0,0 2 1 16,0 0-2-16,-2-1 7 0,0-1-7 0,2 2 8 16,-1 1-10-16,1-1 8 0,3 1-5 0,-3 1 8 15,3 0-9-15,2 1 2 0,-1 0 1 0,1 0 1 16,-1 0-3-16,2 0 1 0,0 0-2 0,2 0 0 0,1 0-1 15,1-1 5-15,2 0-1 0,2-1 2 0,1-2-2 16,2 0-2-16,0-1 1 0,1 0-1 0,3-1 1 16,0 1-3-16,-1-1 1 0,1 0-3 0,-1 1 2 15,2 1 8-15,0-1-7 0,0-1 7 0,1 2-10 16,0-1 4-16,0 0 5 0,2 7-2 0,2-2 3 0,-2-4 0 16,3 3-2-16,9 0 1 0,0-1-7 0,1 2 3 15,2 0-4-15,0-1 4 0,2 2 1 0,0-2 4 16,3 0 2-16,1-2-2 0,1 2-11 0,2-2 11 15,0 0-7-15,0 1 9 0,-1-1-8 0,-1 0 2 16,0 1 0-16,-2-1 0 0,-2 0 2 0,0 0-3 16,0 0 5-16,-4 0-5 0,-1 1-3 0,-2-2 2 15,-3 1-1-15,0-1 4 0,-3 0 2 0,-1-1-6 0,0 1 0 16,-3 0 0-16,0-2 5 0,-2 1 0 0,0 0-1 16,0-1-2-16,0 0-7 0,-1 0 15 0,0 0-8 15,0 0 10-15,0 1-9 0,0-1 3 0,3 2 4 16,-3 0-3-16,0 0-7 0,0 2 1 0,-2 1-1 0,0 0 1 15,-3 1 2-15,-2 0-5 0,-13 1 4 0,1 1-4 16,-3 3 2-16,-3 1-2 0,2 1 2 0,-3 1 0 16,-1 2 1-16,-1 2 5 0,0 1-7 0,-3 2 5 15,3-1-10-15,1-1 3 0,0 3 4 0,1-3-1 16,1 0 1-16,4 2 6 0,1-3-7 0,2-2 4 16,3-3-9-16,1 2 4 0,2-4 0 0,2-2 1 0,-1 2 4 15,5-4 1-15,-2 0-2 0,3-1 1 0,2-2-10 16,0 0 7-16,0 0 0 0,-1 0 3 0,2 0-2 15,1-1 6-15,0 0-7 0,1 1 6 0,0 0-5 0,2 1 3 16,1-1 1-16,2 1-2 0,8-1-8 0,4 2 11 16,0-2-3-16,3-2 8 0,4 3 3 0,0-2-9 15,3-2 8-15,3 2-7 0,6-2 9 0,2-1 1 16,1 0-8-16,2 1 5 0,-5-1-14 0,1 0 3 16,-2 0 2-16,-7 0-1 0,-1 2-6 0,-6-1 2 15,-4 0 4-15,-2-1-1 0,-2 2 2 0,-3-1-1 16,-2-1-1-16,-4 1 1 0,1-1-4 0,-1 0 8 15,-2 0-7-15,-1 0 7 0,-1 0-6 0,1-1-1 0,2 3 2 16,-1-1-2-16,0 0-2 0,1 1-4 0,-2-2-1 16,0 0-2-16,0 0-16 0,1 1-34 0,-1-1-9 15,0 0-12-15,0 0-67 0,0-1-120 0,2 0-60 16</inkml:trace>
  <inkml:trace contextRef="#ctx0" brushRef="#br0" timeOffset="150390.6">7709 1676 6 0,'0'0'0'0,"0"0"13"16,0 0 118-16,0 0-59 0,0 0-2 0,0 0-69 15,0 0-4-15,0 0 15 0,2 0-6 0,-1 0 9 16,0 0-2-16,0 0 6 0,0 0-4 0,0 0 1 15,2 0-19-15,-1 0 2 0,0 0 9 0,0 0-2 16,2 0 22-16,0 0 15 0,-2 0-3 0,2 0 8 0,-2 0 5 16,0 0-7-16,0 0-4 0,0 0-1 0,0 0-7 15,0 0-3-15,-1 0-3 0,0 0 0 0,1 0-3 16,1 1-9-16,-1 0 8 0,0 2-11 0,1-1 1 16,-1 2-2-16,2 3-11 0,0 2 7 0,0-1-9 0,-1 2 3 15,1-1 0-15,-1 2 1 0,0-3-7 0,-1 0 2 16,0-1 6-16,1-1-3 0,-2-2 1 0,0 0 7 15,0-1-2-15,0-1 6 0,1 2-1 0,-1-2 0 16,-1-1-4-16,1 1 4 0,1 1 1 0,1-1-2 16,-2 0 3-16,1 1-3 0,1-2 2 0,-1 0 6 15,0 0-3-15,1 1 3 0,-1-1-3 0,0-1-9 16,-1 0 6-16,8-3-7 0,1-1 2 0,2-5-1 0,2 2-5 16,4-11 2-16,-1-2-4 0,2-2 0 0,2 1 4 15,5-1-1-15,0-2 2 0,2 3-22 0,4-1-2 16,-11-3-10-16,6 2-18 0,-2-1-11 0,-5 2-9 15,5 3-2-15,-3-1-45 0</inkml:trace>
  <inkml:trace contextRef="#ctx0" brushRef="#br0" timeOffset="151158.92">6839 4297 898 0,'0'0'-3'0,"0"0"-10"16,0 0 11-16,0 0-3 0,0 0 5 0,0 1-4 15,0 1-2-15,1-1 7 0,1 1-1 0,-1 3 5 16,3 7-3-16,1 0 4 0,0 1-2 0,0 1 4 16,-2-1-1-16,1 0 15 0,-1-1-4 0,1 0 10 15,-1-2 7-15,0 0 7 0,-1-3-5 0,-1-4 5 0,0 2 6 16,-1-4-4-16,1 3 6 0,1-2-8 0,-1 1 5 16,1-1 11-16,0-1-1 0,3 0 2 0,5 0-19 15,0-1-14-15,3-4-8 0,2-6 0 0,4 4-9 0,4-16-7 16,2-3 3-16,5 1-5 0,4-3-13 0,0-3-1 15,4-1-7-15,-2-5 1 0,1-1-43 0,-2-7-27 16,-3-2-14-16,-2-2-11 0,-3-3-125 0</inkml:trace>
  <inkml:trace contextRef="#ctx0" brushRef="#br0" timeOffset="153627.65">15995 4852 652 0,'-1'0'0'0,"0"0"4"0,-1 0 43 0,1-1-15 16,0 1 3-16,0 0-24 0,0 0-3 0,0 0-8 15,-1 0 1-15,1 0 0 0,0 0 26 0,0 0-4 16,0 1 2-16,-1 0-4 0,1 1-9 0,0-1 1 15,1 1 6-15,0 0-2 0,-1 7 10 0,1-1-8 0,0 0 2 16,0 0-1-16,0 1 2 0,0-2 0 0,0-1-5 16,0-2 5-16,0 2 4 0,0-2 5 0,0-1 2 15,0 0-1-15,1-1-7 0,0 0-5 0,2 1 0 0,-1-2-2 16,5 3-2-16,5 2-2 0,1-1-2 0,3-3 0 16,2 0-8-16,0-2-1 0,1-3 2 0,4-3 0 15,0-2 2-15,6-2-23 0,1-5-12 0,5-2-6 16,7 13-54-16,7-22-101 0,7-3-83 0</inkml:trace>
  <inkml:trace contextRef="#ctx0" brushRef="#br0" timeOffset="155829">29919 3079 685 0,'0'0'0'16,"0"0"2"-16,0 0 20 0,-1 0-3 0,0 1-1 16,0 0-15-16,-1 2-2 0,1 0-1 0,-5 9-1 0,-1 1 2 15,0 0 1-15,0-3 8 0,1 0-4 0,5-2 6 16,-7-1 10-16,1-1 11 0,1 1 0 0,0-3 3 16,-1-1 0-16,2-1 4 0,-1 1 6 0,1 1-4 15,1-1-9-15,-1-1-3 0,1 0-14 0,1 0 9 16,0-1-13-16,-1 0-3 0,1-1 5 0,0 0-6 15,0 0 3-15,-1 0-8 0,2 0 5 0,1 0-7 0,-2-1 4 16,2 1 6-16,-1-7-4 0,1-3 6 0,0 2-2 16,-7-1-5-16,3-2 1 0,1 2-1 0,2-1 7 15,1 3-18-15,1-1 4 0,0 0-8 0,1 2 11 0,1-2-1 16,2 1-2-16,0 0-1 0,3 0-5 0,9-1 10 16,-1 1-4-16,3 3 4 0,2-2-7 0,0 5 4 15,1-12 5-15,2 5-3 0,1 4 2 0,2 3-4 16,-3 1 5-16,1 2-5 0,-2 2 6 0,3 0 7 15,1 3-12-15,1 3 11 0,0 0-14 0,-3 0 2 16,-1-2 5-16,-2 0-2 0,-2-1-2 0,1 2 1 16,-3-2-3-16,-3 0 2 0,1 0 8 0,-4-1-3 15,0-2 3-15,-4 0-4 0,-1-2 0 0,0 2 1 0,-3-2 1 16,2 0-1-16,-3 0-5 0,-1-2 3 0,2 1-4 16,-1 1 6-16,0-1 11 0,1 1-2 0,-1-1 4 15,-1 0-7-15,1 0-8 0,-1 0-17 0,0 0-5 16,-1 1-6-16,0-2-19 0,0 0-15 0,-1 0-1 15,0 0-5-15,-1-2-1 0,0 1 4 0,-5-2 7 0,-4-4-1 16,1 0 20-16,-2 0 22 0,-1-2-2 0,-1 0 8 16,1 1-12-16,-1-1-1 0,1 2-8 0,-1 0 4 15,-1 0-13-15,0 3 1 0,0 0-9 0,2 2 3 16,0 0-30-16,2 1-18 0,-1 0 12 0,-1 0-11 16,2 1 34-16,0 0 43 0,3 0-1 0,3 0 17 15,-1 0 20-15,1 0 46 0,-2 0-7 0,2 0 22 0,3 0 12 16,-2 0-17-16,3 0 6 0,-1 0-11 0,-4 1-6 15,2 0-14-15,1 0 0 0,-1 1-5 0,1-1-4 16,1 1-12-16,-1-1 3 0,2 2-6 0,-1 6-4 0,-2 2-10 16,2 2-5-16,-1 1 0 0,-2 1-1 0,-3 0 4 15,1 2-2-15,-1 0 2 0,2 2-6 0,0 0-4 16,-1 1 6-16,-1 0-6 0,1 1 1 0,-1-2 3 16,2 1-1-16,1-2 3 0,-5-2 7 0,3-1 3 15,2 0 4-15,3-4-3 0,-1 1-3 0,2 0 1 16,1 0-7-16,1 0 5 0,3 1-5 0,-1-3-5 15,2 0 2-15,0-1-5 0,-2-2-1 0,11 2 4 16,2 1-1-16,-5-3 1 0,3-2-8 0,3-1-10 0,3 0 3 16,1-1-7-16,-3 9-3 0,3-4-26 0,-3-3-5 15,3-2-8-15,0-2-37 0,-1-1-26 0,3-3-11 16,0-3-18-16,-1-1-183 0</inkml:trace>
  <inkml:trace contextRef="#ctx0" brushRef="#br0" timeOffset="183751.78">28726 4176 394 0,'0'0'15'0,"-2"0"7"0,1-1 34 0,0 0 7 0,-1 0-7 15,-1-1-9-15,-1 1-25 0,-5 0-3 0,1 1 1 16,0 0-4-16,0 1-1 0,-3 2 4 0,2 0-4 16,-4 4-3-16,0 0 13 0,3-6-7 0,0 10 11 15,3 1 0-15,1 1 1 0,-4-2 7 0,2 2-5 16,4 1 6-16,-1 1 1 0,2 0-5 0,-7 0 4 15,2 0-12-15,2-1 1 0,1 1-7 0,2-1 4 0,0-1-9 16,2-2 6-16,0 1 3 0,1-1-1 0,0-1-9 16,0-1-1-16,1-2-5 0,0-1 2 0,2 1-8 15,-1-2-2-15,0 0-6 0,-1-1 2 0,5-3-8 16,4 6 0-16,1 0 1 0,-3-4-1 0,6 1 2 0,0-3-19 16,-1-1 7-16,1-2-12 0,-2-2-4 0,0 0-14 15,-1-2-7-15,1-3 0 0,-3 7-12 0,-2-11-38 16,2 1-5-16,-4 0-17 0,0 0-53 0</inkml:trace>
  <inkml:trace contextRef="#ctx0" brushRef="#br0" timeOffset="183971.24">28706 3906 1563 0,'-2'-2'24'0,"1"1"5"0,0-1-7 0,-5-8-14 0,4 7-1 16,-1 1-32-16,2-1-3 0,0 2-9 0,1 0 6 15,0 1-5-15,1 1 7 0,0 0-11 0,1-1 6 16,7 8-35-16,0 7-139 0,2-2 28 0,-3 2-62 16,-1-5 42-16</inkml:trace>
  <inkml:trace contextRef="#ctx0" brushRef="#br0" timeOffset="184204.45">28922 4295 661 0,'-1'0'30'0,"1"0"-68"0,-1 0 26 16,-1 0-32-16,1 0-77 0,0 0-36 0</inkml:trace>
  <inkml:trace contextRef="#ctx0" brushRef="#br0" timeOffset="184385.52">28893 4335 349 0,'0'0'66'0,"0"0"-6"0,0 0 53 0,0 0-7 0,0-1-3 16,0-1-23-16,0 1-41 0,1 0 13 0,0 0-24 16,0 0-1-16,0-2-13 0,2 2-3 0,8-6 0 15,5 0-1-15,-2 2-6 0,3 1 6 0,3 0-6 0,-3 3 1 16,2 1-12-16,-3 0-1 0,2 1-4 16,-3 0-8-16,0 1 11 0,-3 0-9 0,-4-1 10 0,3 1-13 15,-5 0 10-15,0-1-8 0,-2 0 6 0,1 0-22 16,-1 0-56-16,-1-1-18 0,1 1-18 0,-1-1-101 15</inkml:trace>
  <inkml:trace contextRef="#ctx0" brushRef="#br0" timeOffset="184603.78">28965 4436 836 0,'0'-1'60'15,"0"0"145"-15,0-1-210 0,0 1-6 0,0 0 0 16,0 0-1-16,2 1-2 0,0 0-11 0,4 0-4 0,9 5-3 16,-9-3-28-16,5 4-121 0,-2 0 18 0</inkml:trace>
  <inkml:trace contextRef="#ctx0" brushRef="#br0" timeOffset="185005.55">29318 4311 951 0,'0'0'18'0,"-1"-1"14"0,0 0 11 0,0 0-37 15,-1 0 3-15,1-1-15 0,1 1-5 0,0 0 2 16,0 0 0-16,0 0 1 0,0 1-3 0,0 0 5 0,0 0 3 16,0 0 0-16,0 0 9 0,0 0-8 0,0 0 0 15,0 0-3-15,0 0 8 0,0 0 27 0,0 0-4 16,0 0 10-16,0 0-9 0,0 0-3 0,0 0 4 15,0 0-3-15,0 0 1 0,0 0-8 0,0 0-7 0,0 0 1 16,0 0-12-16,0 0 5 0,0 0-1 0,0 0 3 16,0 0-7-16,0 0 6 0,0 0 3 0,0 1 1 15,0 0 6-15,0 4-7 0,0 11 1 0,0 3-3 16,0 2-3-16,0 4 1 0,-2 1-2 0,0 1 2 16,-2 1-6-16,1-2-1 0,-1 3 3 0,-1 0 1 15,2-6 15-15,0 1-17 0,1-6 1 0,0-4-6 16,1 1 3-16,-1-6-26 0,2-2 1 0,0-2-16 15,0-2-55-15,0-2-303 0</inkml:trace>
  <inkml:trace contextRef="#ctx0" brushRef="#br0" timeOffset="186053.8">29198 2530 371 0,'-1'-1'72'0,"0"-1"16"0,0 1-1 0,0 0-51 16,-1 0 11-16,1 0-39 0,0 0-12 0,0-1 3 15,0 2-7-15,-1 0 0 0,1 2 9 0,-1-1 2 16,0 0 4-16,-7 5-4 0,-5 4 7 0,0 3-4 16,0-3 8-16,1 1 15 0,0-1 9 0,-1-2 5 0,-1-2-1 15,5 0 8-15,1-1-14 0,-3-1 6 16,3 0-9-16,-2-2-2 0,3 2-12 0,2-2-3 0,5 0-3 15,-1 1-16-15,2-2 6 0,-2 1 0 0,1 1 5 16,-1 0 0-16,0 1-7 0,0-1 6 0,1 1-5 16,1-3 8-16,0 2 7 0,1 0-3 0,1-1 5 15,8 0-9-15,8 0 3 0,1-1-4 0,1 0 5 16,2 0 1-16,1 13-3 0,1-6 4 0,1-3-5 16,-1-1-2-16,-1-1-10 0,-2 0-1 0,-2-1-2 0,-2 0 8 15,-1-1-6-15,-2 1 2 0,-1-1-4 0,-2 0 4 16,0 0 2-16,-3-1-1 0,-3 0 1 0,0 0-12 0,-2 0 4 15,-2 0 0-15,0 0 2 0,1 0 0 0,0 0-24 16,0 0-6-16,1 0-11 0,-2 0-60 0,0 0-8 16,0-1-10-16,-1 0 6 0,0 0-16 0,-1-1-27 15,0 1 2-15</inkml:trace>
  <inkml:trace contextRef="#ctx0" brushRef="#br0" timeOffset="186304.99">29105 2558 1183 0,'0'0'15'0,"0"-1"-7"0,0 0 36 0,0-1-7 0,0 1 4 16,0 0-47-16,0 0 5 0,0 0 0 0,2 1 2 16,-1 0-1-16,1 1-1 0,3 2 2 0,1 6-1 15,0 8 4-15,-4 4 0 0,11 1-4 0,-6 0 3 16,-4-1-6-16,-3-1 8 0,-1 1-4 0,-2-2 5 15,-1 0-13-15,2-3 7 0,-1-1-4 0,1-1 4 16,1-4-11-16,1 1-9 0,0-1 1 0,0-1-7 16,1 1-41-16,1-2-72 0,2-1-59 0,1 3-6 15,15-3-202-15</inkml:trace>
  <inkml:trace contextRef="#ctx0" brushRef="#br0" timeOffset="187138.56">30347 3619 626 0,'0'-2'11'0,"0"1"9"16,0 0 7-16,0-1 4 0,0 1-15 0,0-1-30 16,0 0 5-16,0 0-13 0,1-1 22 0,0 1-8 15,1 0 5-15,-1 0-7 0,0 1 4 0,0 0 6 0,0 0 0 16,1 0 4-16,-1 0 13 0,0-1 40 0,-1 1-9 16,0 1 17-16,0 0-11 0,0 0-3 0,0 0 1 0,-1 0-4 15,0 1-12-15,-1 1 0 0,0 0-8 0,-6-1 2 16,-3 11-21-16,2 1 8 0,-1 0-7 0,2 0 6 15,0 1-16-15,2 0-2 0,0-1 2 0,3-3-1 16,-1 1 6-16,-3-2-7 0,1 1 6 0,4-3-6 16,-1 0 4-16,2 0 0 0,1-2 0 0,0-2 3 15,0 0 9-15,1-1-9 0,-1-1 3 0,10 6-5 16,2-1 3-16,-1-2 6 0,1-2-2 0,0-2 4 0,0-1-4 16,-1-2-5-16,1 0 1 0,-1-2 1 0,2-1 16 15,-4 2-13-15,1-2 8 0,-3 0-11 0,-4 2 0 16,4-6 3-16,-2 0-3 0,1 2 4 0,0-1-4 0,-4 0-2 15,-1-1-1-15,6 0 1 0,-1 0 3 0,-2 0-8 16,-3 3 10-16,-1-1-9 0,0 3 12 0,-1 0-3 16,-2-1-4-16,1 1 4 0,-2-1 4 0,2 4-7 15,-11 1 2-15,0-9-4 0,1 5-2 0,1 2-3 16,0 2 0-16,0 1-2 0,1 0-7 0,-1 1-11 16,1 2 0-16,0 1-3 0,2 1 0 0,2-2-23 15,0 0 5-15,3 4-15 0,0 2-37 0,2-4-31 16,-1-2-1-16,0 1-8 0,0-2-3 0,2 1-42 15,0-2-6-15</inkml:trace>
  <inkml:trace contextRef="#ctx0" brushRef="#br0" timeOffset="187455.56">30875 3472 1130 0,'0'0'13'16,"-1"0"0"-16,0-2 18 0,0 1-5 0,-1 0 3 0,1 0-23 16,0 1-5-16,-1 0-3 0,-1 1 1 0,-3 3-1 15,-2 2 3-15,-2 3 0 0,-2 5 0 0,0 3-7 16,-1 1 4-16,-1 0 3 0,0 3 1 0,0-2 1 16,0 0 5-16,-4 0-1 0,-1-3 3 0,-2-1-2 0,-2 1 9 15,-2 0-5-15,0-1 6 0,-1 2-3 0,6 0 2 16,2-1-6-16,0 0 4 0,5 0-15 0,-3-1 1 15,1-1 4-15,4-2-3 0,2 2-8 0,1-2 10 16,3 0-7-16,2 0 8 0,-1-1-8 0,2-3-14 16,-4 0 5-16,4-4-9 0,-1 1-1 0,2-2-29 15,0 1-6-15,1-2-8 0,0-1-29 0,0 0-35 16,0 2-13-16,0-1-8 0,0 0-47 0</inkml:trace>
  <inkml:trace contextRef="#ctx0" brushRef="#br0" timeOffset="187805.68">30826 3788 973 0,'0'-1'45'0,"-1"0"82"15,-1-1-80-15,1 0-19 0,0 0-5 0,0 1-7 16,0-1-23-16,-1 1-2 0,1 0 1 0,0 0 0 0,0 0 7 15,0 0 1-15,0-1 0 0,-1 1 0 0,1 1-6 16,0 0 6-16,0 0 1 0,-1 0 2 0,0 0 5 16,-7 3 5-16,-2 0-3 0,0 3 4 0,-2 0 9 0,1 1-10 15,-1 0 6-15,0 1-9 0,0 0-1 0,1 1-1 16,2-7 3-16,3 6-3 0,0 2-4 0,4-1-1 16,0 0-4-16,-4 1 2 0,2-1 3 0,3 1-1 15,1-1 6-15,1-1-5 0,1 2 6 0,1-3-8 16,2-3-2-16,4 4 0 0,8-5-1 0,3 1-3 15,2-1 3-15,0 10-2 0,3-4-7 0,-2-4-7 16,3-1 2-16,-3-3-4 0,2-1-11 0,1-1-1 16,-2-3-8-16,-1-1 5 0,0-2-16 0,-4 0-10 15,0-2-21-15,1-3-2 0,1 11-125 0</inkml:trace>
  <inkml:trace contextRef="#ctx0" brushRef="#br0" timeOffset="189390.95">30505 2780 167 0,'0'0'24'0,"0"0"-1"0,0 0 11 16,0 0 4-16,0 0-8 0,0 0-14 0,0 0-8 15,0 0-3-15,0-1 2 0,0 0 10 0,-1 1-3 16,1-1 0-16,-2 0-1 0,2 1 10 0,0 0-9 16,0 0 10-16,0 0-9 0,0 0 11 0,0 0-13 0,0 0-2 15,0 0-2-15,0 0-7 0,0 0 16 0,0 0-12 16,-1 0 12-16,1 0-18 0,0 0 0 0,0 0 6 16,0 0-5-16,0 0-2 0,0 0 0 0,0 0 1 0,0 0 1 15,0 0 1-15,0 0 11 0,0 0 0 0,-1 0 7 16,1 0 9-16,0 0-13 0,0 0 0 0,0 0-2 15,-1 0 7-15,0 0-3 0,-1 0-1 0,2 0-2 16,0 0-17-16,0 0 5 0,0 0-3 0,0 0 4 16,0 0-6-16,0 0 0 0,0 0 5 0,0 0-1 15,0 0-2-15,0 0 7 0,0 0-12 0,0 0 12 0,0 0-4 16,0 0 8-16,0 0-1 0,0 0 0 0,0 0-10 16,0 0 3-16,0 0 3 0,0 0 0 0,0-2-8 15,0 2 7-15,0 0-2 0,0 0 5 0,0 0-12 0,0 0 15 16,0 0-10-16,0 0 11 0,0 0-17 0,0 0 2 15,0 0 2-15,0 0 1 0,0 0 3 0,0 0-2 16,0 0 2-16,0 0-2 0,0 0-1 0,0 0 4 16,0 0-2-16,-1 0 5 0,1-1-3 0,0 1 4 15,-1-1-3-15,0 1 3 0,1 0-4 0,0 0-2 16,0-1 4-16,0 1-3 0,0-1 6 0,0-1 4 16,0 2-10-16,-1-1 7 0,1 1-14 0,0 0 1 15,0-1 7-15,0 0-4 0,0 0 10 0,0 0 2 16,0-1-4-16,1 1 3 0,0 0 3 0,0 0-12 15,0 0 13-15,2 0-13 0,-1-1 5 0,1 0 3 0,-1 1-8 16,1-2 7-16,1 1-16 0,2 1 18 0,-1-3-9 16,-3 1 13-16,-1 1-12 0,-1 0-1 0,0 1 2 15,0 0-2-15,4-1 2 0,-3 2 1 0,0 0-4 0,1-3 2 16,1 1-6-16,-2 1 0 0,0 0 4 0,0-1-1 16,0 1 12-16,1 0-5 0,-1 0 6 0,0 0-5 15,0 1 4-15,0 0-1 0,-1 0-2 0,0 1 2 16,-1 1-3-16,-1 3 3 0,-8 9-5 0,2 1 3 15,-1 1-10-15,0-2 6 0,2-1-6 0,-1 0 7 16,2-3-11-16,2 1 10 0,0-1-2 0,3-1 5 16,0-2-3-16,1 0-1 0,0 0 0 0,0-3 0 0,0 2 1 15,1-2 5-15,0-1-3 0,3 2 3 0,-2-4-5 16,12 9-9-16,4-2 3 0,-1-3-6 0,0-3 3 16,0-2-10-16,1 0 6 0,-2-2-5 0,1-3 10 0,-1 0-11 15,-3-1 3-15,0 0-7 0,0 1-5 0,-2 0-7 16,-1 0-7-16,0-1 3 0,-1 0-14 0,-2 2-61 15,0-1 14-15,-3 3-32 0,-1 0-19 0,1-5-36 16</inkml:trace>
  <inkml:trace contextRef="#ctx0" brushRef="#br0" timeOffset="189623.78">30671 2411 930 0,'0'-1'172'15,"-2"0"59"-15,0-5-96 0,-3-11-123 0,3 7 11 16,1 4-10-16,1 5-14 0,0-2-7 0,0 1 1 16,0 1 6-16,0 0-17 0,1-1 5 0,0 2-12 15,0 0-8-15,0 0-11 0,1 0-56 0,-1 0 13 16,0 0-190-16</inkml:trace>
  <inkml:trace contextRef="#ctx0" brushRef="#br0" timeOffset="196696.14">4892 7372 69 0,'0'0'0'0,"0"0"3"16,0 0 36-16,0 0-2 0,0 0 9 0,0-1-9 15,0 0 1-15,0 0 9 0,0 0-6 0,0-1 6 16,0 1-11-16,-1 0 19 0,0 0-7 0,-1-2 10 15,1 1-18-15,1 1-9 0,-1-4 0 0,-1-1-2 0,-1 0 0 16,1 1-9-16,-2-2 5 0,1-2-5 0,1 2 4 0,-2-1-6 16,2 1-6-16,-1 0 2 0,2 1-9 0,-1 0 17 15,1 0-3-15,-2-1 6 0,1 0-6 0,-2 0 6 16,2 1 4-16,0 2-2 0,0 1-11 0,1 0 0 16,0 0 1-16,0 1 0 0,0 0 1 0,0-1-4 15,-2 2-9-15,2 0 6 0,0 0-7 0,-1 0-4 16,0-1 9-16,0 1-9 0,0 0 0 0,-1 1 9 15,1 0-9-15,0 0 11 0,-4 2-7 0,0 2 1 16,-1 1 1-16,-1-2-2 0,5 11-6 0,-4 0 2 16,2 2 2-16,4-1 2 0,-6 1 1 0,1 2-7 15,2 2 1-15,-6 2-3 0,3-1 8 0,1 5-4 0,-2 0 0 16,3 1-2-16,2 2 2 0,-2 1 5 0,0 3-1 16,4 1 2-16,-2 0-6 0,0 1 0 0,-13 1-3 15,8-1 2-15,5 0-6 0,3-2 10 0,0-2-3 0,0-2 5 16,0 2-8-16,-1-3 4 0,0-1-1 0,1 0 4 15,0-1 0-15,-1-3-4 0,0 1 2 0,-1-2-2 16,1-3 7-16,-1 1-1 0,1-5-6 0,-2 2 4 16,1-3-2-16,0-2 10 0,-1 2-2 0,0-4 3 15,-2 6-7-15,-1-4 3 0,-1 0-1 0,-1 0 2 16,3-1 4-16,-9 1-5 0,0-2 7 0,0 1-5 16,-1-3 26-16,-1-2 7 0,2 1-1 0,-1-5-1 0,1 3-18 15,3-3-9-15,-1 1-6 0,3-1 1 0,0 5-10 16,0-2 4-16,1-2 1 0,-1 1 0 0,2-2-9 15,0-1 5-15,0 1-4 0,2-2 5 0,-1 0 1 0,4 0-7 16,-1 0-3-16,2 0-5 0,0 0-18 16,0 0-2-16,-2 0-4 0,1 0 1 0,0 0-16 0,-1 0-96 15,2 0-6-15,0 0-46 0,0 0-164 0</inkml:trace>
  <inkml:trace contextRef="#ctx0" brushRef="#br0" timeOffset="197046.51">4379 7857 815 0,'-1'0'8'0,"0"0"12"16,0 0 3-16,-1 0-23 0,1 0 5 0,0 0-11 16,0 0 3-16,1 0 0 0,0 1 8 0,0 0-4 15,1 0 17-15,0 0 21 0,3 1-1 0,8 1 10 16,2 1 13-16,-1-2-9 0,2-1 4 0,1 0-4 0,1-1 10 16,-1 0-10-16,2 0-6 0,0-1 0 0,-1-1-13 15,1-1-18-15,-1 1 0 0,0 0-8 0,1-1-4 0,-4 1-3 16,2 0-1-16,-2-1-3 0,-2 1-6 0,0-2 1 15,0 1-2-15,-4 1-1 0,-1-1-8 0,1 1-15 16,-7 2 8-16,6-4-11 0,-2 2-4 0,0 0-155 16,2-3-48-16</inkml:trace>
  <inkml:trace contextRef="#ctx0" brushRef="#br0" timeOffset="197515.04">4945 8338 473 0,'0'-2'24'0,"0"1"37"16,0 0-39-16,0 0-23 0,0 0 6 0,0 0-10 0,0-1 5 16,0 0 9-16,0 1-10 0,2-7 12 0,0-2 11 15,1 0 22-15,-1 1 2 0,1 1 5 0,-2 0 1 16,0 1 11-16,0-1-4 0,0 1 4 0,-1 2-20 0,0 1-1 16,0 2-1-16,0 1-2 0,0-3-12 0,0 3-15 15,0-1-4-15,0-1-2 0,0 2-6 0,0 0 0 16,-1 1-2-16,0 1-1 0,-3 10 3 0,-3 16 0 15,1-1 1-15,2-2-2 0,0 1-5 0,1-2 10 16,0 0-4-16,1-2 6 0,0-1-5 0,0-3 2 16,1-1 5-16,0-1-3 0,0 0-1 0,0-3 5 15,1 0-5-15,0 0 6 0,0-1-5 0,0-2 2 0,0 0-3 16,0 1 1-16,0-2-4 0,0 0-1 0,0-1 2 16,0-2-2-16,0 0 1 0,0-3-6 0,0 0-3 15,0 0-2-15,0 0-6 0,0 0-4 0,1-1-1 16,0 1-2-16,0-2-4 0,0 0-9 0,2-2-4 15,-1-5-4-15,10-15-28 0,0-3-103 0,-1 1-4 0</inkml:trace>
  <inkml:trace contextRef="#ctx0" brushRef="#br0" timeOffset="197814.62">5287 8059 358 0,'0'0'79'15,"0"0"-9"-15,0 0 7 0,0 0 4 0,0 0-31 0,0 1-5 16,0 0 8-16,0 0 3 0,0 1-1 0,0 0-10 15,0-1-7-15,-2 11 1 0,-2-1-3 0,-1 0-2 16,-1 3 5-16,-1 1-3 0,-1 3 3 0,0 1-7 16,1-5-6-16,0 4-2 0,0 0-2 0,-1 0 1 15,-1 2-7-15,2-1 4 0,-1-1-6 0,2-2-2 16,3 0-8-16,-1-2 2 0,1-1-4 0,-1 0 4 0,-1-2 0 16,2 1 3-16,0 0-2 0,2-2-8 0,0 1 8 15,0 0-7-15,1-3 9 0,0 1-10 0,0-1 6 16,0 1-4-16,1-2 4 0,1 0-13 0,1-1 13 15,-1 0-10-15,1-1 10 0,-1 0-11 0,-1-1 2 16,0-1 6-16,0 0-2 0,1-1 1 0,-1 0-19 16,0 1 2-16,0-1-9 0,0 0-3 0,0-1-2 0,1 1-11 15,-1-1-4-15,0 0-117 0,0 0-137 0</inkml:trace>
  <inkml:trace contextRef="#ctx0" brushRef="#br0" timeOffset="198064.72">4960 8378 1282 0,'0'0'16'0,"-1"0"-3"15,0-2 4-15,0 1 3 0,-1 0-8 0,2 0-12 16,0 0 0-16,2 0 5 0,0-1-2 0,8 0 11 15,10-1-7-15,3-1-5 0,0 2 1 0,3 0-4 0,2 2-7 16,1 0-1-16,0 0-3 0,-1 0-15 0,-1 0-9 16,-1 0-4-16,-1 0-3 0,-2 0-18 0,-1 0-22 15,-1 0-137-15</inkml:trace>
  <inkml:trace contextRef="#ctx0" brushRef="#br0" timeOffset="198533.53">5682 7886 1047 0,'-1'0'36'0,"0"0"-8"0,0 0 30 15,-1 0-4-15,1 0-7 0,0-1-44 0,0 1 2 16,1 0 5-16,0 0-1 0,1 0 9 0,1 0-12 16,4 0 2-16,15 0-5 0,2 0 2 0,-2 0 6 15,5 1-4-15,-5 0 2 0,1 0-16 0,-1 1 11 16,-1-1-7-16,-2 0 9 0,1 0-7 0,-4 0-2 16,0 0 4-16,-2 1-4 0,-1-1-4 0,-1-1 4 0,-2 0 0 15,-2 0 2-15,-1 0-8 0,-2 0 1 0,-3 0-8 16,1 0 6-16,1 0-10 0,-1 0 4 0,0 0-1 15,1-1 3-15,-2-1-1 0,0 1-15 0,0 0 5 16,0 0-17-16,0 0-81 0,-1 0-125 0</inkml:trace>
  <inkml:trace contextRef="#ctx0" brushRef="#br0" timeOffset="198747.81">5780 8093 1014 0,'-2'0'49'0,"1"0"-7"0,-1 0 43 0,-7 0-4 0,2 0-32 16,2 0-21-16,4 0-5 0,-1 0-6 0,0 1-22 16,0 0 9-16,1 1 1 0,-1-1 2 0,1 0-3 15,0 0 2-15,1 0 4 0,1 0-1 0,0 1 8 0,6 1-11 16,12 4-2-16,1-3-1 0,-1-3-3 0,2-1-6 16,0 0 1-16,-2-1-5 0,1-3-8 0,-3 1-1 15,0-2-1-15,0 0-1 0,-1-1-16 0,1-1-80 16,0-1-53-16,1-1-25 0,-2-2-323 0</inkml:trace>
  <inkml:trace contextRef="#ctx0" brushRef="#br0" timeOffset="199765.45">8756 7029 324 0,'0'0'121'16,"-1"-1"30"-16,0-1-2 0,-1 1-80 0,1 0 19 0,0 0-48 15,0 0-28-15,0 0 9 0,0-1-15 0,1 1 4 16,0 0 1-16,0-1-2 0,0-2 5 0,2-5 3 16,1-3-3-16,2 0-1 0,1-1 0 0,0 0 4 0,0 0 15 15,-2 2 0-15,1-1 8 0,-1 1 19 0,-1 1-15 16,0 0 5-16,-1 0-9 0,-1 2-2 0,0-1-13 15,0 2-1-15,1 0-3 0,-1 1-11 0,-1 4 0 16,0-2-5-16,0 3 1 0,0-1-10 0,0 0-4 16,1-1 2-16,0 2-3 0,-1 0-1 0,1 0 2 15,1 0 2-15,-1 1 0 0,0 0 6 0,0 1 0 16,0 1 0-16,0 7 2 0,2 9 5 0,-2 1 3 16,-1 2-5-16,0 1 3 0,-1 1-12 0,-2-2 7 15,1 1 4-15,-1 1 2 0,-1-3 1 0,0-2-8 0,1 1-2 16,-1-1-1-16,0 0 1 0,0-2 0 0,1-1 1 15,0-3 0-15,1 1 3 0,0-4-3 0,-1-2-1 16,1 0 0-16,1-3-8 0,-2 1 11 0,1-1-5 0,0 0 6 16,0 2-11-16,-8-1 8 0,-3-3-3 0,0 7 3 15,-1-2-7-15,2-2 6 0,-1-1 0 0,0-1 1 16,3-1 8-16,-6 2-9 0,1-2 3 0,1 1-5 16,-2-2 2-16,0 0 1 0,3 0-4 0,-2 0 2 15,0 1 4-15,4-1-5 0,1 0 3 0,1 0-3 16,2 0 1-16,0 0 2 0,3-1 0 0,0 0 0 15,3 0-2-15,0 0-1 0,-2 2 2 0,1-1 0 16,0 0-9-16,0 0 8 0,1 0-7 0,0 0 8 0,1 1 0 16,1-1-1-16,0 0 4 0,2 0-1 0,12 2 5 15,4-2 2-15,6-1-4 0,-3 0 2 0,3-1-5 16,0-1 0-16,-1 1-2 0,2 0 1 0,0 0 0 0,1 0 0 16,-1-2 2-16,-2 1-3 0,2 0-12 0,-2-1-1 15,-1 1 0-15,-2-2 2 0,2 1-4 0,-4-2-4 16,-1 0-8-16,-1 1 3 0,-2-1-24 0,-2 2-105 15,0-2-5-15,-2 1-47 0,-3 1-152 0</inkml:trace>
  <inkml:trace contextRef="#ctx0" brushRef="#br0" timeOffset="201786.15">6740 8466 817 0,'-1'0'29'0,"-1"-1"-7"0,-12-4 46 0,3 1-1 15,2 1 1-15,1-1-44 0,3 2-2 0,-2-2-15 16,3 3 9-16,3 1-16 0,0 0-12 0,-1-1 12 15,0 0-12-15,1 0 12 0,1 0 9 0,1-1 3 16,1 1 3-16,3-2 7 0,19-8-3 0,1 3-8 0,-3 3 5 16,4 0-9-16,-5 3-7 0,-1 1 2 0,-1 1-2 15,1 1 12-15,-4 1-2 0,2 3 7 0,-3 1-5 16,2 2 10-16,-3-5-6 0,-1 14 4 0,0 4-6 16,-3-1-2-16,0 4 2 0,-3 1-7 0,-5 1 5 15,2 2-10-15,11 0 6 0,-7 1 2 0,-6-2 2 0,-2-1 8 16,-3-1-3-16,-3-1 2 0,-2-3-1 0,-2 0 2 15,1-5-3-15,7 0-5 0,-15-2 1 0,0-1-12 16,-1-3 3-16,0 1 2 0,2-3 0 0,-1-2-2 0,2-3 4 16,1 1-4-16,0 5 4 0,-1-2-4 0,2-2 2 15,-5-1 0-15,3-4 0 0,1 0-5 0,2-2 5 16,1 0 2-16,3 0 2 0,-1-2 7 0,0 1-2 16,3-1-4-16,-1 1 2 0,3 0-1 0,0 1 2 15,1 1 2-15,-1-4-3 0,1 0-8 0,3 4-5 16,-3-3 1-16,2 0-1 0,0 0 1 0,1 1-4 15,0 1-1-15,0 0 0 0,0 1 2 0,2 0 0 16,12-8 3-16,-1 3-1 0,3 2 3 0,-3 3-5 0,1 1 0 16,0 1 0-16,-2 2 3 0,2 0 5 0,0 2-5 15,0 0 6-15,0-1-8 0,0 1 9 0,0 0-5 16,1 1 6-16,2-1-12 0,-2 1 7 0,3 0-3 16,-2 0 4-16,1 0-8 0,-1 0-2 0,1-2 0 15,-3 1 0-15,0-1 5 0,-1-1-18 0,-3 0 7 0,0-2-13 16,0 1-13-16,-3-1-13 0,3 0-6 0,-1-1-3 15,-2 0-32-15,5-2 18 0,-2 0-4 0,-2-2 13 16,0-2 17-16,-3-1 21 0,-1-10-9 0,0-1 12 16,2-1-16-16,3-1-7 0,3 0 3 0,0-1-6 15,-2 1 4-15,-1 1 8 0,-2 0 5 0,2 4 2 16,-2 0 31-16,0-2-1 0,0 7 2 0,0-1-2 16,0-1 2-16,2 7 2 0,-5-2 4 0,-1 1-2 15,-2 3 3-15,1 0 15 0,-1 0 0 0,2 1 8 0,-1 0 17 16,-1-1 0-16,0 2 3 0,1 0-4 0,-1 0-9 15,0 0-9-15,0 0 3 0,-1-1-1 0,0 2 5 0,0 0 5 16,0 0-4-16,0 0 5 0,0 0 0 0,-1 2-7 16,0-1-4-16,0 0 0 0,-1 0-11 0,1 0-14 15,0 0 4-15,0 2-9 0,-3 5 0 0,-2 6 3 16,-1 5-7-16,1 2 4 0,1 1-2 0,0 3 0 16,-1 1-1-16,0 0-1 0,-1-1-2 0,1-5 4 15,0 0 1-15,2-5-1 0,-1 0 0 0,3-3 0 16,-1-3 1-16,2-2-1 0,0 0 0 0,1-2-6 15,0-3-5-15,0 1 2 0,0-2-4 0,1 1-14 0,0 1 9 16,0-2-9-16,1 0 23 0,-1-1-4 0,1 0 2 16,10-5-1-16,-3-1 10 0,-1-1-5 0,0-11 3 15,0-1-4-15,1-1 5 0,-2-4-2 0,3 1-1 16,-2 0 0-16,0 1 1 0,0 2 0 0,1 1 2 0,-4 2-2 16,2 0 1-16,-1 2 0 0,0 3-4 0,0 3 2 15,-2 2-3-15,-2 3 7 0,0 2-1 0,0 1 2 16,-1 1-9-16,0 0 13 0,1-2-7 0,-1 2 11 15,2 0-5-15,-2 0-7 0,0 0 8 0,0 0-7 16,9 13 6-16,-1 11 2 0,-4-3-2 0,-3 4 3 16,-2-2 5-16,0 2 5 0,-2 1-2 0,-1-5 2 15,0 0-1-15,-1-3-4 0,2-2 3 0,0-3-6 0,-1-1-5 16,2-3-2-16,0 1-3 0,1-3 1 0,0-3-2 16,0 1-1-16,0-1-1 0,0-3-1 0,0 1-4 0,0 1-10 15,0-1 2-15,1 0-5 0,0-1 4 0,1 1-2 16,-1-1-2-16,0-1 0 0,1 0-3 0,1-1-10 15,-1-1-11-15,3-5-6 0,-2-8-79 0,0 0-1 16,-2-2-10-16,0 1 3 0,0-5-73 0</inkml:trace>
  <inkml:trace contextRef="#ctx0" brushRef="#br0" timeOffset="202019.19">7281 8455 990 0,'0'0'66'0,"-1"0"-54"0,0-1 77 0,-1 0-31 15,-3 0-5-15,3 1-41 0,-1-1 4 0,1-1-16 16,1 1-2-16,0 0 1 0,-1 1 1 0,2 0 0 16,2 0 2-16,-1 0 5 0,0 0-7 0,14 1 6 15,0 2 1-15,0-1-9 0,1 0 3 0,2 1-7 16,-1 0 2-16,1-1-23 0,0 1 2 0,-1-1-13 15,1-1-19-15,-2 1-113 0,1-2-24 0</inkml:trace>
  <inkml:trace contextRef="#ctx0" brushRef="#br0" timeOffset="203301.72">7993 8039 437 0,'0'0'42'0,"0"-1"26"15,0 0 15-15,0-1-39 0,0 0 2 0,0-3-15 16,0-2-6-16,0 0 1 0,0 0-6 0,0 1 5 15,1 0-4-15,-1 3 11 0,0 1-8 0,0-1 9 16,0 1 2-16,0 1 8 0,0 0 4 0,1-2-2 16,0 1 7-16,0-1-9 0,1 2 1 0,-1 0-7 0,0 0-11 15,-1 0-10-15,0 0 4 0,0-1-5 0,0 1 5 16,0 0 4-16,0 0-6 0,0 1 6 0,0 0-4 0,-1 0-6 16,0 1 5-16,-1 0-5 0,0 2 0 0,-1 0-5 15,-8 11-1-15,0 4 0 0,2 2-5 0,0 2 2 16,-2 4-4-16,0 2 3 0,3 5 0 0,-1 4-3 15,1-1 0-15,1 2-1 0,-2-1-4 0,2-1 3 16,-1 0 1-16,1 1 1 0,1 0 5 0,0 4-5 16,1 4 3-16,0 3-4 0,-1 4-2 0,-1 8 1 15,-2 3-3-15,1 1 2 0,1-3 1 0,-1-7 0 16,3-6 5-16,3-3-3 0,-16-5 2 0,11-5-2 0,6 3 0 16,3-4 2-16,3-1 9 0,3 1-5 0,2-3 0 15,-1-3-2-15,2-1-1 0,-2-4 4 0,0-3-2 16,1-2 1-16,-1-1-5 0,2-1-2 0,-9-2-1 15,11 0-2-15,-1-1-3 0,2-1-5 0,-2-3 1 0,-2-2-2 16,1-1-10-16,-3-2-23 0,-2-1-1 0,3 4-13 16,2-1-47-16</inkml:trace>
  <inkml:trace contextRef="#ctx0" brushRef="#br0" timeOffset="207405.48">8805 8427 466 0,'0'0'0'16,"0"0"9"-16,0 0 96 0,-1 0-21 0,1 0 7 0,0 0-48 15,0 0-10-15,0-1-1 0,0 0-6 0,0-1 10 16,0 1-8-16,0 0-10 0,0 0 5 0,0 0-5 16,0 0-1-16,0-1 4 0,0 1-5 0,0 0 6 15,0 0 1-15,0 0 1 0,-1 0 7 0,0-2-2 16,0 1 12-16,-1-1-4 0,1 1-9 0,0 0 3 16,0-1-21-16,0 1 0 0,-2 0 1 0,1 1 0 15,0-1 7-15,-4-1-18 0,-1-1 7 0,-4 1-7 16,1-1 9-16,-1 2 0 0,-2 0 4 0,2 0-5 0,-1 2-7 15,-3 0 3-15,4 2-4 0,-2 0 5 0,-1 1-2 16,-3 2 1-16,2 1-3 0,-2 2 3 0,1 0-9 16,1 2 5-16,-1-5-2 0,3 10 4 0,1 0 2 0,-1 0-4 15,2 3 2-15,2-1-2 0,2-2-3 0,-1 0 3 16,3 0-4-16,1 1 4 0,-1 1 3 0,3 0-3 16,-2-1 3-16,2 0-3 0,0 0-2 0,1 3 3 15,-1-3 1-15,-7-2 1 0,1 4 3 0,3-3-10 16,3-2 4-16,-1 4-5 0,2-3 11 0,1-2-6 15,0 2 2-15,1-4-3 0,1 1 0 0,0-1 1 16,0-2 0-16,2 0 0 0,-1-1 0 0,1-1 3 0,-2-3 2 16,5 2 0-16,1-2 4 0,2 1-9 0,-2-2 5 15,3 2-5-15,-2-2-3 0,1 1 3 0,-1-2-1 16,-2 1 1-16,2-1 0 0,1 0-4 0,-2 2-3 16,-1-2 2-16,0 1 5 0,-1 3-3 0,1 0 2 15,-1-2-5-15,-1 0 0 0,-2-2-14 0,1 0 3 0,-1 0-6 16,0 0-7-16,0 0-1 0,3 2-4 0,-1-2 3 15,3 1 0-15,-1 0-47 0,-3-2-10 0,1 0-18 16,4 0-82-16</inkml:trace>
  <inkml:trace contextRef="#ctx0" brushRef="#br0" timeOffset="208572.84">8852 8933 124 0,'0'0'71'15,"0"0"-14"-15,0 0 77 0,2 0-12 0,-1 0 4 0,0 0-36 16,0 0 3-16,0 0-15 0,0-2-23 0,1 1-23 16,-1 0 2-16,0 0-7 0,0 0 7 0,0 0-9 15,0-1 5-15,1 1-7 0,-2-1-3 0,0 0-5 16,0-1-2-16,1-3 1 0,-1 3 3 0,0-2 0 16,0-1 0-16,0 3 0 0,0-2 4 0,0 0 7 15,0 3-1-15,0-2 2 0,0 1-11 0,0 2-5 16,0-2 0-16,-1 1-1 0,-1 0-2 0,1 0-6 15,-1 1 4-15,0 1-4 0,-3 0 6 0,-6 3-5 0,0 3-5 16,-1-5 1-16,0 15 7 0,1-1-11 0,1-2 7 16,2 0-9-16,1-1 8 0,0-4 6 0,2 1-4 15,-1-2 3-15,1-2-14 0,3 0 6 0,0 1-4 16,0-2 5-16,1-1 4 0,1 1-11 0,0-1 7 0,0 1-7 16,0-1 11-16,0 0-3 0,1 0-4 0,-1-2 2 15,2 2 2-15,5-2 0 0,0 0 1 0,-3 0-2 16,2 4-11-16,-1-2 11 0,2 1-2 0,-1-2 6 15,1 1 4-15,0-2 3 0,-1-1 5 0,1 0-3 16,2 0-4-16,-2-1-8 0,0-2 1 0,0 0 0 16,-1-1 6-16,0 1-7 0,0-2 2 0,-2 1-3 15,0-4 1-15,-1 1 0 0,-1 1-2 0,-1 0 1 0,4 1 8 16,-3 1-9-16,1-1 7 0,-2 2-8 0,0-1 3 16,-1 2 10-16,0 0-10 0,0 0 9 0,1 0-10 0,0 0 13 15,-1-1-6-15,0 1 6 0,0 1-22 0,0 0 8 16,0-1-7-16,0 1 6 0,0 0-6 0,0 0 5 15,0 0 2-15,0 0 1 0,0-1 0 0,2 2 0 16,-1 0 0-16,0 0 0 0,0 0 1 0,0 0-2 16,0 2 0-16,1-1-1 0,-1 0 0 0,0 1 0 15,2 6-1-15,2 4 1 0,-1 1 2 0,-1 2-6 16,1 1 4-16,-2 1-6 0,0 2 8 0,0 2 2 16,-1 4-2-16,-1 2 2 0,-1 3-8 0,-3-2 9 15,-1-1-4-15,0 2 7 0,-3-3-1 0,0-1 3 0,0-2 0 16,1-4 0-16,0-1 0 0,-1-2-4 0,1-2 4 15,1-3-5-15,-1-1-2 0,2-2 7 0,4-1-3 16,-6-3 4-16,-2 1-4 0,0-3-3 0,1 1 5 16,0 3-4-16,-3-1 6 0,2 0 0 0,-3-1-3 0,-3-3 3 15,3-1 5-15,-1 0-4 0,1-1-2 0,5-1-2 16,-3-1-1-16,-1-1-3 0,4 1 7 0,-3-2-5 16,3 0 5-16,3 2-5 0,-5 2-1 0,8-5-2 15,0-2-1-15,-1-1 3 0,-4 1-4 0,1-1 2 16,0-3-9-16,4 3 8 0,1-5-2 0,3-1 3 15,1 2 0-15,3-1-2 0,4-1 0 0,-7 3-1 0,14-1 4 16,-1 2-3-16,0 1 2 0,0 1-4 16,-2 3-6-16,-2-1 1 0,0 2 3 0,-2 2 0 0,-2 1 4 15,0 1-5-15,0 0-3 0,0-6-1 0,-1 2 4 0,1 1-12 16,-1 0 4-16,1 1-8 0,1-1-10 0,1-1-2 16,2-1 1-16,0 1-1 0,1-2-11 0,-1 0-38 15,1-3 12-15,2 9-14 0,-2-13 56 0,2 0 23 16,-2 1-3-16,2 0 8 0,0 1-5 0,2-2 3 15,-2 1 2-15,-1 0-1 0,1 0-5 0,-4 1 7 16,0 2-3-16,0 0 4 0,-1 2-6 0,-1 2 9 16,-1 0-7-16,-3 2 7 0,-2 0-5 0,-3 2 2 15,1 1 12-15,-1-1-5 0,1 0 28 0,0 0-8 16,0-1 2-16,-1 1-6 0,0 1-6 0,-1 0 8 16,0 0-3-16,-1-1 4 0,0 2-1 0,-2 0-14 0,-4 2 4 15,-6 2-7-15,0 2-3 0,-3 4 6 0,2-9-8 16,3 15 6-16,-1-1-8 0,5-2 0 0,-1 0 7 15,1 0-5-15,2-2-5 0,4 1 5 0,-7-1-6 0,3-1 7 16,3-1-4-16,2-2-3 0,0 1 1 0,1 1-4 16,1-2-1-16,3 2 7 0,2 1-5 0,3-2 6 15,7 1 1-15,0-1-3 0,-3-1 5 0,1-1-4 16,-1 1 6-16,-1-2 3 0,0-1-3 0,-2 2 1 16,-1-1-12-16,0 1 7 0,-4-2-4 0,-2 1 6 15,0-2-4-15,-2 1 2 0,2 0 8 0,-4-3-4 16,2 3 16-16,0 1-5 0,0 1-4 0,-2 1 1 15,-2-1-8-15,-1-1 0 0,-5 0-1 0,-11 0-1 0,-1 1-11 16,1-4 1-16,3 9-1 0,1-4 2 0,0-3-3 16,2-1-39-16,1-2-1 0,1-1-18 0,4-1-71 0,-2-3-36 15,0-1-27-15,4 2-7 0,2-9-157 0</inkml:trace>
  <inkml:trace contextRef="#ctx0" brushRef="#br0" timeOffset="213693.51">10827 8719 583 0,'0'0'67'15,"0"0"-9"-15,0 0 32 0,0 0 3 0,0 0-19 16,0 0-38-16,0 0-15 0,0 0-6 0,0 0-1 16,0 0-5-16,0 0-7 0,0 0 3 0,0 0-3 15,0 0 13-15,0 0-4 0,1 0 7 0,0 0-6 16,0 0 11-16,2 0 3 0,-2 0-2 0,8 0 4 16,1 0 3-16,0 0-3 0,1 0 2 0,-2 0-5 0,2 0-15 15,1-2 5-15,0 2-10 0,0 0 7 0,0 0-12 16,2 0 2-16,-2 0 1 0,3 0 1 0,-2 0-3 15,-2 0-1-15,-2 0-2 0,-2 0 0 0,-1 0 1 16,-1 0-11-16,-2 0 6 0,0 0-8 0,-2 0 5 0,0 0-6 16,1 0 2-16,4-1-3 0,-1 0-4 0,0 0-7 15,-1-1-2-15,-1 0-3 0,-1 1-18 0,3-7-177 16,-2-3 6-16</inkml:trace>
  <inkml:trace contextRef="#ctx0" brushRef="#br0" timeOffset="214044.57">11055 8561 1032 0,'0'0'172'0,"-1"-1"-218"0,0 0 209 0,-2 0-112 15,2 1-15-15,0 0-27 0,-2-3-9 0,1 2-3 16,0 0-22-16,1 0 15 0,-1-1-1 0,1 1 6 15,0 0-5-15,0 0 5 0,0 0-4 0,1 0 5 16,0 1-2-16,0 0 8 0,0 0 1 0,0 0 4 16,0 0 12-16,0 1-3 0,0 0 5 0,0 0-4 15,0 0 4-15,0 0 1 0,0 1-1 0,-1-1 1 0,-1 0-3 16,1 1-6-16,0 7 2 0,-3 4-2 0,1 1 12 16,-2 4-18-16,-1 2 11 0,2 3-13 15,-1-1 9-15,1 3-14 0,2-3 0 0,0-1-3 0,-1 1 13 16,1-4-7-16,1 2 2 0,1-2-5 0,0-2-6 0,0-3 8 15,0 0 0-15,0-2 2 0,0-1-8 0,0 0-3 16,0-2-8-16,0-2 4 0,0 0-14 0,0-3-15 16,0 0-53-16,0-2 8 0,0 0-199 0</inkml:trace>
  <inkml:trace contextRef="#ctx0" brushRef="#br0" timeOffset="-214352.51">11877 8272 466 0,'0'-1'33'16,"0"-1"24"-16,0 0-14 0,0 0-32 0,0-3-2 0,0-1-7 15,0 0 0-15,0 2 10 0,0-2-10 0,0 2 11 16,-1-2-5-16,-2-2 20 0,2 3-1 0,-1-2 7 15,1 4 11-15,-2-1-1 0,1 1 6 0,1 0-5 16,-3-3 3-16,0 2-4 0,-2 1 3 0,-1 0-3 16,1 2-12-16,-3 0-8 0,1-5-4 0,-1 1 1 15,-2 3-5-15,-1 0-6 0,1 2 4 0,-2 3-5 0,1 1-8 16,-3 4 8-16,-1 2-5 0,2-2 7 0,0 14-15 16,1 1 9-16,2-3-9 0,0-1 10 0,-3-2-9 15,6 1 6-15,-2-1-2 0,3-1 3 0,1-1-5 0,0 2 4 16,3-1-1-16,-2 1 2 0,-7 0-5 0,5 1 9 15,3 0-4-15,0 2 6 0,2 0-1 0,2-2-1 16,0 2 11-16,1-1-6 0,1 0 18 0,2-2 0 16,-1-1-3-16,2-1 2 0,1 1-1 0,2 0-13 15,0-2 3-15,2-1-8 0,-7-1-1 0,11-3-6 16,2 2 1-16,-1-5-3 0,3 1 4 0,-2 0-9 16,1-2 0-16,-2 3-4 0,1 0-1 0,0-4-5 15,-2 1-7-15,-1-3 1 0,-2 6-17 0,1-1 2 0,-1-2-3 16,-2-3 0-16,2 0-10 0,-2-1-69 0,2-1 13 15,-1 0-36-15,2-2-37 0</inkml:trace>
  <inkml:trace contextRef="#ctx0" brushRef="#br0" timeOffset="-213701.21">12188 8657 974 0,'0'0'49'0,"0"0"-5"16,0-1 27-16,0 0-6 0,0 0-8 0,0-1-30 16,-1-1-15-16,1 1 2 0,-1-2-9 0,-1-1-5 15,1 1 0-15,-1 0 0 0,1 1 0 0,0 1-15 0,-1-2 15 16,-1 3-1-16,-5-5 5 0,-2 0-5 0,-3 1 4 16,-4 3-3-16,0 2 5 0,2 2-2 0,-3 5 5 15,1 2-1-15,1 0 2 0,-3-5-6 0,5 11 7 16,2 1-1-16,3-3 2 0,-1 0-5 0,3 0 2 15,1 0-3-15,4 1 4 0,0 0-1 0,-1-1-4 16,2-1 5-16,-1-3-4 0,-5 1 3 0,3-3 0 16,1 2-2-16,1 0 1 0,2-4-3 0,0 0 3 15,0-3-5-15,0 1 3 0,2-1-5 0,-1 1 4 0,1-1 0 16,4 1 2-16,1 1-2 0,0-2 10 0,1 1-6 16,-2-3 6-16,4 0-12 0,-1-3 2 0,-1 1 4 15,-1-2-3-15,0 0 1 0,2 0-2 0,-4-6 0 16,0-1 0-16,0 0-3 0,-4 1 1 0,6 0 1 15,-2 2 1-15,-3 4 11 0,0-1-12 0,0 2 3 0,-2 2-4 16,0-1 10-16,0 1 2 0,1-2-3 0,0 1 0 16,-1 0-9-16,0 1 2 0,0-1-4 0,0 1 1 15,0 0-8-15,0 0 7 0,0 0 3 0,0 1 2 16,0 0-1-16,0 0-4 0,0 1-2 0,0 0 0 16,0 0-2-16,0 2 4 0,0 0 3 0,2 9-1 0,1 0-2 15,-1-3 1-15,2 4-5 0,-1 0 4 0,1 2-6 16,0-1 5-16,1 0-2 0,-1 2 3 0,-1-1 0 15,-1 0 4-15,0 0-1 0,-1 0 2 0,0-2-3 16,0-1-3-16,-1-1 0 0,0 0-1 0,-1-2 14 0,0 0-9 16,0 0 6-16,-1-2-9 0,0 1-9 0,0-1 9 15,-1 0-2-15,2-2 6 0,0-2 7 0,0 0-4 16,1-2 6-16,-2 0-7 0,-3 3 0 0,-3 0 1 16,3-1-4-16,-5 0 4 0,2-2 4 0,1-1-7 15,-1 0 4-15,3 0-6 0,-1 0 0 0,-1-1-5 16,0 0 1-16,0-1-2 0,3 0 3 0,-1 0-12 15,-1 0-1-15,2 1-6 0,1-2-18 0,1 2-15 16,0 1 0-16,0-1-6 0,0 0-28 0,0-3 1 0,-2-3-10 16,0 0 5-16,2 0-40 0,2-1-110 0</inkml:trace>
  <inkml:trace contextRef="#ctx0" brushRef="#br0" timeOffset="-213017.05">12391 8880 1189 0,'0'0'25'16,"-1"-1"-3"-16,-1-1 30 0,1 1-10 0,0-1 3 0,0 0-37 16,0-1-12-16,1 2 3 0,-2-3-7 0,2 2 5 15,-1-1-5-15,0-2-2 0,0 0 0 0,0 0-3 16,-2 0 8-16,3 2 5 0,-1 1 0 0,1 1 2 0,-1-2 14 15,0 1-5-15,-4-4 9 0,4 4-3 0,-2-4 10 16,-5 2-6-16,3 1 8 0,-2-1-2 0,-1-2-8 16,1 2 2-16,-2-1-7 0,0 3-6 0,0 0-5 15,0 2 3-15,1 0-3 0,-1 3 1 0,1 0-9 16,1 2 3-16,3-1-4 0,-1 0 6 0,1 7 2 16,1-1-2-16,-2 1 2 0,2-3 1 0,1 2-11 15,1-2 9-15,-5 0-9 0,2 0 10 0,0 1-3 16,2-1-1-16,1-1-1 0,1 0-1 0,0 0 4 15,0 1-7-15,1-2 7 0,0 0-11 0,1-1 14 0,-1-2-2 16,2 1 6-16,-2-2-7 0,7 0 5 0,3 0 0 16,-2 5 1-16,1-1-7 0,-2-3 3 0,0-1 0 15,1 1 2-15,1-2-1 0,-1-1 1 0,-1 0 1 0,2-2-1 16,-2-2 0-16,2-1 9 0,-2 0-1 0,0-5 3 16,-1-8-11-16,-1 0 4 0,0-2-6 0,-2-3 5 15,0 0-2-15,1-2-4 0,9 0 3 0,-5 3-4 16,-3-3 1-16,-4 1 3 0,0-1-1 0,-2 0 0 15,0 3-9-15,0 2 13 0,0 1-7 0,0 3 11 16,-2-1-11-16,1 3 3 0,0 0-1 0,1 3 1 16,0 1-7-16,0 3 3 0,0 1 2 0,0 0 0 0,0 3-1 15,0 0-3-15,0 2-2 0,0-1 2 0,0-1 3 16,0 1-12-16,0 1-1 0,0 0-2 0,0-1 11 16,0 1 4-16,0 0 7 0,0 1-3 0,0 0 4 15,0 1 1-15,1 2-3 0,2 10 1 0,0 4-10 0,1 4 5 16,-1 3 1-16,0-1 2 0,-1 1 0 0,0 1 0 15,1-4-4-15,0 3 3 0,2 2-2 0,0-3-2 16,0 0 3-16,1-1-3 0,1-2 1 0,0-1 1 16,2-1 1-16,-2-3-2 0,-1-1-6 0,0-1 6 15,-1 0-2-15,-1-3 4 0,-1-2-2 0,0-2-3 16,-1 0-1-16,0-2-1 0,0 0-7 0,-1-2-17 16,-1-1-4-16,2 2-9 0,1-1-53 0,-1 0-52 15,0 0-49-15,1-1 3 0,-2-1-128 0</inkml:trace>
  <inkml:trace contextRef="#ctx0" brushRef="#br0" timeOffset="-212731.14">12760 8469 1164 0,'-1'0'139'0,"0"0"-178"0,-1-1 165 0,1 0-91 0,0 0-27 16,0 0-24-16,0-1 1 0,0 2-5 0,1 0 25 15,0 0-8-15,1 2 5 0,0-1-7 0,1 0-5 16,4 1 5-16,9 5-6 0,1-1 7 0,0-1 4 16,1 0 5-16,-2-2-4 0,1 0 3 0,0-2-7 0,-2 0-3 15,-2 0 6-15,-1-1-3 0,-1 0 0 0,-2 0-16 16,-1 0 0-16,-2 0-5 0,1 0-2 0,-3 0-99 15,-1-1-10-15,1 0-39 0,-1 0-113 0</inkml:trace>
  <inkml:trace contextRef="#ctx0" brushRef="#br0" timeOffset="-212450.47">12862 8374 1141 0,'0'0'41'0,"-1"-1"-6"0,0 0 38 0,0 0-4 0,0-1-3 16,-1 1-32-16,1 0-15 0,0 0-3 0,-1 0-5 15,-1 0-16-15,1-1 0 0,0 2-2 0,-1 0 3 16,1 0 3-16,0 2 0 0,0-2-3 0,0 7 1 16,-1 8-2-16,0 2 4 0,0 3 1 0,-1 0-1 15,2 3-1-15,-2-1 8 0,1 3-4 0,0 2 6 0,-1 1-7 16,2 3 0-16,0-2 3 0,0 0-3 0,1-3-1 15,-12-3 2-15,4-1-5 0,5-1 3 0,1-1-2 16,3-3-16-16,0-4 6 0,0-5-13 0,0 0-5 0,2-1-152 16,-1-1-34-16</inkml:trace>
  <inkml:trace contextRef="#ctx0" brushRef="#br0" timeOffset="-210397.74">12807 8556 335 0,'0'0'76'0,"0"0"-6"15,0 0 34-15,0-1-5 0,0 0-12 0,0 0-10 16,0 0-14-16,0-1 0 0,0 0-8 0,0 0-15 0,0-1-9 15,0 2 2-15,0 0-6 0,0 0-5 0,0-1-3 16,0-1 3-16,0 1-1 0,0-1 5 0,0 1-11 16,0 1-3-16,0 0-2 0,0 0-8 0,0-1 15 15,0 2-3-15,0 0 6 0,0 2-5 0,0-1 12 16,0 0-4-16,0 1 5 0,0 2-10 0,-1 4 0 16,1 1-1-16,0 1 0 0,1-3-6 0,0 0-5 15,2 0 0-15,-1-1 0 0,0-1-2 0,2-1 9 16,-2 0 0-16,5 2 3 0,1-2-1 0,1 1 13 15,-3-2-5-15,-1-1 8 0,1-1-4 0,-2-1 0 0,-3 0 5 16,3 0-4-16,-2 0-11 0,-1 0-13 0,1-1 3 16,1-1-4-16,3-8 9 0,-1-4-9 0,-2 1 0 15,-2 1-2-15,-1 1-3 0,-1-1 9 0,-2 1-7 16,-1 1 9-16,-2 0-6 0,0 2-2 0,0 1 5 0,3 0-4 16,-6 1 10-16,0 1-5 0,0 2 5 0,2 2-5 15,1-1 4-15,2 0-9 0,-1-1-2 0,1 0 0 16,-1 1-6-16,0 1 4 0,1 1-1 0,-1 1 2 15,1 0 1-15,2 0-1 0,0 12 0 0,0 2 0 16,1 1-2-16,-8-2 0 0,2 1 1 0,3-1 0 16,3 0 3-16,1-1-1 0,0 0 2 0,1-3-1 15,1-3 8-15,-1-1-9 0,0-2 2 0,1 2-3 0,2 0 9 16,-2-2-3-16,0-1-4 0,0-2 1 0,5 5-2 16,0-2 6-16,-1-2 5 0,1-1-1 0,-1-1 5 15,-2 0-3-15,1-1-3 0,0-1 1 0,-2-1-12 0,1-10 4 16,-1-2-2-16,-2 0 3 0,1-1-6 0,6 4 9 15,-2-1-7-15,-3-2 8 0,-2 4-4 0,-1 0-7 16,-1 1 5-16,-1 1-6 0,0 2 5 0,-1 1 7 16,1 3-4-16,-1-1 5 0,-2 3-4 0,-2 0 1 15,-1-5 0-15,0 1 0 0,-1 3-8 0,-3 1-3 16,0 3-1-16,1 4 1 0,-2 4 8 0,2-1-2 16,0 12 1-16,3-2-1 0,1-1-3 0,4-2 6 15,0-4-3-15,-7 3 4 0,4-1-5 0,2-2-3 0,2 1 5 16,2-6-2-16,0 1 4 0,1-1-4 0,0-1-3 15,2-1 0-15,-1-2 3 0,0 1 0 0,9 3 2 16,0-1-1-16,0-3 10 0,-1-2-11 0,1-1 3 16,-1 0-4-16,2-2 13 0,-2-1-9 0,2-3 9 15,0-1-10-15,-2 2 11 0,1-10-8 0,-3-2 0 0,2 2 0 16,-3 2 4-16,-4-1-10 0,1 2 2 0,5-1-5 16,-3 1 5-16,-3 2 7 0,0-1-3 0,-2 2 6 15,-1-2-8-15,-1 4-1 0,-2-1 5 0,1 2-4 16,0 1 6-16,-1 2 4 0,1-1-7 0,1 2 6 15,0 1-1-15,-3-2-8 0,2 2 4 0,-2-1-6 16,0 0-3-16,-1 0 1 0,-1 2 2 0,0 0 0 0,1 2 1 16,3-1-2-16,0 5 0 0,-8 7-1 0,4 0 7 15,2-1-4-15,1 3-3 0,3-3-1 0,2 1-4 16,0-2-3-16,1 1 1 0,2-3-3 0,0-1-24 16,-3-2-45-16,13-2-27 0,2-3-7 0,2 0-109 0,2 11-212 15</inkml:trace>
  <inkml:trace contextRef="#ctx0" brushRef="#br0" timeOffset="-205744.24">12510 7177 823 0,'-2'0'26'0,"1"-1"-2"0,0 0 23 15,-4-2-11-15,1 1 1 0,-2-2-37 0,3 3-11 16,-1-1-2-16,0 1-1 0,2 1 2 0,1 0-10 0,-2 1 7 16,1 0-8-16,0 0 23 0,0 2-10 0,1-1 6 15,0 0-8-15,1 1 12 0,0-1 8 0,1 0 6 16,2 0 3-16,0-1 29 0,10 3-16 0,1-1 8 16,1-1-12-16,1-2-4 0,4 0-5 0,0 0-3 15,3-2 2-15,-2 1 0 0,-1-2-9 0,1 1 5 16,-1 1-6-16,2 0 5 0,-2-1-9 0,2 2 0 0,2 0-2 15,-1 2 8-15,4-1-2 0,1 0 1 0,5 0-1 16,1 0 7-16,2 0 11 0,4-1 6 0,-2 0 1 16,5 0 14-16,1-1-19 0,0-1-2 0,2 1-6 15,-2 0-1-15,7-2-8 0,3 2 1 0,5-1-5 16,3 0-5-16,3 1 8 0,-4-1-4 0,0-2 4 16,-1 2-4-16,1 0-3 0,9 1 7 0,-6-3-6 0,6 3 0 15,-1-2 0-15,-5 0-2 0,1 1 1 0,-1 0 10 16,1 1-12-16,3 0 2 0,2-1-4 0,2-3 2 0,-2 0 8 15,-1-1-4-15,0 2 5 0,3-1-14 0,7-2 11 16,3-1-9-16,0 1 9 0,2 1-9 0,-4-1 3 16,5 1 7-16,2-2-4 0,1 1 3 0,0 1-4 15,-6 1-2-15,3 3 1 0,1-2 0 0,3 2-6 16,1-1 3-16,-5 2-3 0,-2 1 6 0,-2-1-1 16,6 1 0-16,-2-1-2 0,3 1-1 0,-2 0 2 15,-8 0 1-15,6 0 0 0,2-1-3 0,3-2 7 16,-1-1-1-16,-2 1 4 0,-5-1-3 0,5-1 2 0,2 1-5 15,0 1 1-15,-1 0-6 0,-7 1-3 0,2-1 8 16,-1 0-6-16,1 1 5 0,0 0 3 0,-5-1-2 16,-7 3 5-16,-1 0 2 0,-2 0-11 0,0 0 2 15,0 0-4-15,-4 1 9 0,-4 1-8 0,-4-1 2 0,-7 0-5 16,-5 0 10-16,-3 0-4 0,-4 2 4 0,-1-2-3 16,0 0-2-16,-7-1 4 0,-1 0-3 0,-4 1 3 15,-4-1-19-15,0 0-17 0,-7 0-34 0,-4 0 3 16,-2 0-161-16</inkml:trace>
  <inkml:trace contextRef="#ctx0" brushRef="#br0" timeOffset="-204960.78">14894 8245 719 0,'0'0'38'0,"0"0"-5"0,-1-1 30 0,0-1-12 0,0 1-1 15,0 0-46-15,-1 0-5 0,1 0-3 0,0 1-3 16,0 0-8-16,0 0 21 0,0 0-5 0,1 0 10 15,0 0-9-15,0 0-4 0,0 0 9 0,0 1-5 16,0 0 36-16,0 0 29 0,0 0-7 0,1 1 14 16,0-1-10-16,1 0-17 0,1-1 10 0,10 2-14 15,3 1-3-15,2-1-18 0,3-1 0 0,3-1-5 16,0 0 2-16,4-2-10 0,-3-1-1 0,0 0-2 16,-2-1-3-16,-2 2-5 0,0 1 1 0,-1 0-3 15,-2 0 5-15,-3 1-3 0,-2 0-2 0,-1 0-1 0,-1 0-2 16,-2 0 7-16,-1 0 0 0,-3 0 1 0,1 0-20 0,-3 0 3 15,2 0-9-15,0-2 7 0,0 1-7 0,-1-1-21 16,1-1-2-16,0 1-12 0,1-1-58 0,-2-1-207 16</inkml:trace>
  <inkml:trace contextRef="#ctx0" brushRef="#br0" timeOffset="-204592.88">15196 8013 695 0,'0'-1'123'0,"-1"0"26"0,0-2-11 0,-1 0-67 0,-3-5 5 16,0 1-47-16,3 2-19 0,1 1-3 0,0 2-3 16,1 1-4-16,-1-2-12 0,-1 1-8 0,1 0 1 15,0 1-10-15,0-1 16 0,0 1 8 0,-1 0-1 16,2 1 22-16,0 0-3 0,0 0-4 0,-1 1 1 15,0 2 1-15,-1 4 19 0,-3 10 0 0,0 2 5 16,-1 2-4-16,-1 3-2 0,0 0 0 0,0 5-2 16,0-2-8-16,1-1 5 0,-1-1-1 0,0 1 4 0,0 1 3 15,0-3-1-15,1 1-6 0,3-5 3 0,-1-4-18 16,1 1-3-16,0-2 0 0,1 1-2 0,1 1-3 16,0-2-2-16,-1-2 3 0,2 0-3 0,0-1 7 15,0-3-10-15,0 0 1 0,0-1-6 0,0-1-2 0,0-3-8 16,0 1-4-16,0-3-2 0,0 1-16 0,2-1-97 15,-1 0-27-15,1 1-53 0,5 0-370 0</inkml:trace>
  <inkml:trace contextRef="#ctx0" brushRef="#br0" timeOffset="-203960.18">16189 7865 220 0,'0'0'55'16,"0"-1"66"-16,-1 0 26 0,0-1 31 0,-1 1-79 15,1-1-22-15,-1-3 2 0,-2-2-9 0,0-1-5 0,0 0-27 16,1 2 8-16,-1-1-15 0,1 1 2 0,0 1-17 16,1 2 8-16,1 0-9 0,-2 0 9 0,1-1-17 15,-3-1-1-15,-1 3-3 0,-1 0 13 0,-1-2-7 16,1-2-1-16,-2 0-2 0,0 3 6 0,-2 1-3 15,-1 0 3-15,-2 2-4 0,1 2 1 0,1 0 0 16,-3 4-1-16,3 0-2 0,-1 2-7 0,1-7 6 16,3 11-3-16,0 2 4 0,0-1-5 0,0-1-1 15,1 1 4-15,-2-4-4 0,1 3-2 0,3-3 2 0,-2 2-4 16,2-1 4-16,0 2 7 0,-2-1-6 0,1 2 6 16,-2-2-7-16,1 4 9 0,2-1-9 0,2 0 2 15,0 1-3-15,3 0 4 0,0-2-1 0,-9 1-1 16,2 3 0-16,3-2-5 0,3-1 6 0,1 4 0 15,1-3 4-15,1 4 1 0,1-3-2 0,2-1-1 0,1 1 0 16,2 0 2-16,-1-1 14 0,1 0 0 0,1-2 4 16,0-1-4-16,-6-2-12 0,14 3-2 0,-1-4-3 15,3 1-3-15,-1-1 6 0,1-2-4 0,0 0 5 16,-2-1-7-16,-1-2-5 0,-1-1 6 0,1 0-5 16,-2-2 8-16,-1 0 4 0,4 0-1 0,-3 0 3 15,0 9-1-15,0-4-2 0,-1-2-4 0,0-1 1 0,0-1-12 16,-1-1 4-16,-2-1-5 0,0 0 5 0,0 0-5 15,-2 0-15-15,0 0 0 0,0 0-9 0,0 0-33 16,-1 0-222-16,0-1-84 0</inkml:trace>
  <inkml:trace contextRef="#ctx0" brushRef="#br0" timeOffset="-203224.99">16375 8333 1106 0,'-1'-1'5'0,"-1"0"1"0,1-1 5 15,0 1-16-15,0 0 5 0,1 0-50 0,0 0 10 16,0 0 3-16,0 1 5 0,0 0 31 0,0 0 6 16,0 1 0-16,1 0 3 0,0 1 7 0,-1 5 4 15,1 5 3-15,-1 0-1 0,-1 1 9 0,-1 1 10 16,-2 1 0-16,0 0 3 0,-1 2 1 0,0-1 2 16,1 2-4-16,-1 0 3 0,-1-1-5 0,1 2-3 15,-1-1-2-15,1 1-2 0,-1-2-17 0,1-4-8 0,0 4 0 16,2-6-3-16,-1 1-3 0,2-4-5 0,-1 2-1 15,1-1-2-15,1-4-4 0,0 0 1 0,1-3-2 16,-1 0 0-16,1 1-9 0,0-2 3 0,0 0-10 16,-2 0 5-16,2 0-31 0,0 0 15 0,0-1 3 15,0-1 5-15,2-1 23 0,3-12-4 0,6-7 9 0,-2 0-6 16,2-2 14-16,-2 3-6 0,1 0 0 0,-1 0-3 16,2 1-7-16,-2 3 5 0,1 2-2 0,-2 2 4 15,-2 3 6-15,-2 2 3 0,0 1 1 0,-3 3-2 16,0 1-5-16,1 0-3 0,-1-1-1 0,0 1 1 15,0 1 15-15,0 0 34 0,0-1-13 0,1 1 16 16,-1 1-32-16,0 0-6 0,0 1 6 0,-1 2-6 16,0 4-6-16,0 8 2 0,0 0-7 0,0 0 6 0,-1-1-6 15,1 0 2-15,0 0 6 0,0-2-4 0,0 1-2 0,1-3-1 16,0 2 1-16,2-3 1 0,0 2 11 0,0-3-13 16,-1-2 4-16,0 2-5 0,-1-3 4 0,1-2 1 15,-1 0-9-15,-1-2 4 0,1 1-16 0,1 1 10 16,1-1-3-16,-1 0 3 0,0 0-18 0,1-1-27 15,-1 0-17-15,0 0-8 0,1-1-104 0,-1 0-100 16</inkml:trace>
  <inkml:trace contextRef="#ctx0" brushRef="#br0" timeOffset="-202971.9">16240 8289 1225 0,'0'-1'64'0,"0"0"-1"0,0 0-6 0,-2 0-13 0,1 0-18 15,1-1-33-15,0 1 2 0,0 0 4 0,1 0-2 16,1 0 4-16,0 1 6 0,7-2-2 0,10 2 3 16,2 4-1-16,4 0-6 0,0 0 2 0,1 0-3 15,1 0-13-15,1 0 0 0,-1 0-8 0,-2-2 5 0,-5-1-8 16,-3 0-3-16,-3-1-7 0,-2 0 0 0,-1 0-26 15,-3 0-188-15</inkml:trace>
  <inkml:trace contextRef="#ctx0" brushRef="#br0" timeOffset="-195485.41">7491 16381 525 0,'-2'0'0'0,"1"1"117"0,0 0-8 15,-1 1-73-15,-5 0-70 0</inkml:trace>
  <inkml:trace contextRef="#ctx0" brushRef="#br0" timeOffset="-179323.08">9512 8309 14 0,'0'-1'0'0,"0"0"13"0,-1 0 143 16,0-1-37-16,-2-7 13 0,0-5-60 0,0 2-11 0,2 2-31 15,1-3 4-15,0 0-10 0,0-1-7 0,0-1 3 16,0 4-1-16,0 3 4 0,0 1 19 0,0 1-4 16,0 1 5-16,0 3-5 0,0-1 3 0,0 1 8 15,0 0-9-15,0-1 7 0,0 2-13 0,0 0 0 16,0 0 3-16,0-2-3 0,0 2-12 0,0-1-6 15,0 1 1-15,0 0-2 0,0-1 1 0,0 1-16 16,0 0 0-16,0 0-5 0,0 0 5 0,0 0 6 16,0-1-6-16,0 1 6 0,0 1-5 0,0 0 2 15,0 0 3-15,0 1-4 0,0 1-3 0,0 0 1 0,0 5 1 16,1 6 2-16,1 1 4 0,-2 2-3 0,0 1 4 16,0 2-2-16,0 1 3 0,0 0-3 0,0 1-6 15,-2 0 3-15,2 0-4 0,0 0 3 0,-1 3-1 0,0-2 2 16,-1 2-7-16,1-3 2 0,-1 0 6 0,2 1-1 15,0 0 13-15,0 0-16 0,0 3 6 0,-1-1-7 16,0 3 7-16,-2 0-5 0,-1 0 3 0,0-2-3 16,-1 3 7-16,0-2-5 0,0-1-5 0,1 1 2 15,0-7 5-15,2-3-5 0,-1-3 5 0,1-2-5 16,0-3-1-16,0-1 3 0,1-1 0 0,1-3 3 16,0 0 7-16,0-2-7 0,-1 1 0 0,0 1-4 0,0-1-1 15,0-1 0-15,-1 0-1 0,2 0-1 0,-1 1-12 16,0-1-28-16,0 0 1 0,1-1-10 0,-1 0-1 15,1-1-8-15,0-2-9 0,-2-9-5 0,1-12-68 0,1-2-60 16,0-1 17-16,0-2-26 0,0 0 63 0,0 2 104 16,-1-4-5-16,0 0 41 0,0 1 21 0,0 0 10 15,-1 3 11-15,1-1 2 0,1 2 47 0,0 1-7 16,0 2-10-16,-1 2 0 0,1-1-40 0,-1 2 3 16,1 3-1-16,-1-1 1 0,1 3-6 0,0 3-6 15,0-1 5-15,0 0-4 0,0 1 7 0,0 0-13 16,0 2 12-16,0 2-7 0,1-3 45 0,0 4 4 15,0-2 1-15,0-2 1 0,1 4 7 0,-1 1-11 0,1-2 3 16,-1 3-7-16,3-4-13 0,-1 1-5 0,1 1 0 16,1-2-1-16,-3 4-9 0,11-2-2 0,0-1-12 15,1 0 8-15,1 1-15 0,2 1-9 0,0 0 7 16,1 4-8-16,-4 0 10 0,0-1-10 0,0-6 1 16,-2 3-2-16,1 1-7 0,1 3 5 0,-3 1 2 0,0 1 3 15,1 1 2-15,-4 0-1 0,3 3-1 0,-2-1 0 16,2 1 0-16,1 1-3 0,-3-2 2 0,2 2 0 15,-3-1 3-15,0 1-1 0,0 0-2 0,1 1 1 16,-2-2-3-16,0 2 9 0,-1-1-5 0,-2-1 7 16,2-1-14-16,-2 3 7 0,-2 2-4 0,0-1 7 15,0 3 4-15,4-2-5 0,-2 0 5 0,0 3-6 16,-2 2 8-16,-2 3-12 0,-2 3 5 0,-3 0-6 0,-3-2 3 16,-2 1 0-16,1-2-3 0,8-1 0 0,-14 0 0 0,-1-3 2 15,3-2 3-15,-2 1-1 0,2-2-3 0,-6-1 5 16,0 1-5-16,1-2 5 0,1 0-11 0,3-1 3 15,0 1-1-15,-1-1 2 0,-4-1 1 0,5 0 2 16,0 1 3-16,4-2-2 0,1 0 2 0,1 0-5 16,1-2 0-16,1-1-1 0,1 1 1 0,0-1 3 15,3 0 2-15,1-1-1 0,-2 2 8 0,1 1-11 16,0-1-1-16,0 0-3 0,1-1 2 0,0 1-7 16,0-1 8-16,0 0-9 0,0 0 9 0,-1 0-3 15,1 1 3-15,0-1-2 0,0 0 8 0,1 0-9 0,0 0 3 16,0 0-3-16,0 1 6 0,0-1-4 0,0 0 1 15,1 1-2-15,0 1 2 0,0-1-1 0,3 5-1 16,-1 0 2-16,2 0-3 0,2 3 3 0,-4-1 1 16,7 0 0-16,3 3 1 0,-1-1-2 0,1-2 0 15,-1 2 0-15,-1 0 4 0,1 1-5 0,0-1 1 0,1 1-1 16,0-2 4-16,0 1-1 0,-2-1-3 0,-2 1 1 16,0-2-6-16,-2 2 8 0,1 2 2 0,-1-6 2 15,-2 3-4-15,0-2 2 0,-2-1 1 0,1 2 0 16,-2-3-9-16,1-1 12 0,-1-2-8 0,-1-1 10 15,0 2-10-15,0-1 6 0,1 1 0 0,-1-3 2 16,0 2-13-16,1-1 6 0,1 0-1 0,-1 1 6 16,0-1-1-16,1 0-5 0,-2 1 5 0,0-2-6 0,0 0 2 15,0 0 3-15,1 0-4 0,-1 1 4 0,0-1 0 16,0 0-3-16,0 0-1 0,0 0 0 0,1 0-5 16,-1 1 3-16,0-1-2 0,0 0 3 0,0 0 1 0,1 0-4 15,-1 0 4-15,0 1-5 0,0-1 11 0,0 0-7 16,0 0 2-16,1 0-2 0,-1 1 1 0,0-1 3 15,0 0-2-15,0 0 1 0,0 0-2 0,1 0-2 16,-1 1 1-16,0-1-2 0,0 0 3 0,0 0 0 16,1 0 0-16,-1 0 0 0,0 1-6 0,0-1 8 15,0 0-3-15,0 0 5 0,1 2-5 0,-1-2-1 16,0 0 3-16,0 0-1 0,0 0 3 0,0 0-3 16,1 1-4-16,-1-1 3 0,0 0 9 0,0 0-8 0,0 0 7 15,1 0-7-15,-1 1-3 0,0-1 1 0,0 0 2 16,-1 0 0-16,0 0 8 0,0 1-9 0,0-1-3 15,0 0-1-15,0 0 0 0,0 0-8 0,0-1-4 16,0 0-4-16,0 0-40 0,0 0-67 0,0 0-9 0,0 0-32 16,0 0-160-16</inkml:trace>
  <inkml:trace contextRef="#ctx0" brushRef="#br0" timeOffset="-178521.84">9933 8796 581 0,'0'0'31'0,"-1"0"64"16,0 0-97-16,0 0-24 0,-1-1 7 0,2 0-10 16,0 1 23-16,0 0-6 0,0 0 3 0,0 0-4 15,2 0 6-15,-1 0 7 0,0 0 0 0,0 0 4 16,0 1 9-16,0 0 20 0,1 0 5 0,-1 1 11 16,0-1 57-16,0 0-3 0,0 0-2 0,-1 0-5 0,0 0-41 15,0 1-18-15,0-1-2 0,0 0-5 0,0 0-3 16,-1 0-22-16,0 1 5 0,0 0-11 0,0 0 2 15,-2 4 4-15,0 2 1 0,-2 3 0 0,0 0 1 16,1 0-5-16,0 1-2 0,1 0 0 0,-1 0-8 0,2-2 13 16,0 0-6-16,1-2 7 0,1 0-6 0,0-1-2 15,0 0 6-15,0-1-4 0,0-1 11 0,0-1-5 16,1 1 0-16,1-1-1 0,-1 0 2 0,0-1-7 16,0 0 6-16,-1-2-6 0,1 2 6 0,2-1 1 15,-2-2-5-15,5 5 3 0,0-2-13 0,-2 0 13 16,1-1-5-16,-1-1 9 0,-1 0 0 0,1-1 0 15,-2 0 1-15,0 0 1 0,3 0 18 0,-3 0-7 0,3-2 4 16,-1 0-7-16,-2 1 3 0,2-10-12 0,-3-1 6 16,0-2-9-16,1 0-2 0,1 0 1 0,-2 0-8 15,1-2 5-15,-1 2 2 0,9 0-10 0,-4 2 7 16,-3 2-8-16,-2 0 11 0,0 3-1 0,-1-2 0 0,0 2 0 16,0 0 3-16,-1 1-2 0,0 2 0 0,-1 1-2 15,-1-1-4-15,3 3 4 0,-6 0-3 0,1-4 4 16,-4 1-5-16,1 0-3 0,0 2 1 0,0 1-1 15,-1 1 4-15,2 0-4 0,2 1 2 0,-1 1-3 16,1 0 3-16,1 1-2 0,1 4 3 0,-1 3-3 16,2 1 0-16,1 0-10 0,-9 2-1 0,5-2-5 15,1-1-16-15,2-2-27 0,0 0 5 0,2-1-13 16,0 2-5-16,2-4-27 0,0 0-3 0,-1-1-7 0,-1-3-24 16,5 0-57-16,4 6-6 0</inkml:trace>
  <inkml:trace contextRef="#ctx0" brushRef="#br0" timeOffset="-178221.29">10235 8741 706 0,'0'0'71'0,"0"0"-47"16,-1 0 75-16,0-1-25 0,0 1-24 0,0 0-21 15,-1 0 0-15,2 0-6 0,0 0 8 0,0 0-3 0,0 0-1 16,-1 0-3-16,1 0-15 0,-1 0-7 0,0 0 1 15,0 0-2-15,0 1 12 0,-1 0-10 0,0 2 3 16,-4 5-5-16,4 9 5 0,-9 1 6 0,-3 1 3 0,2-3 0 16,1 2-1-16,-2 0-3 0,0 0 2 15,1 0 0-15,-2 0 7 0,0-2-14 0,2 2 2 0,-1-2-5 16,2 0 6-16,4 0-6 0,0-2-3 0,0 0 0 16,0 0-3-16,2-2 5 0,2-1-3 0,1-2 1 15,-4-1-5-15,2-2-17 0,3-2 10 0,-1 0-13 16,0 0 7-16,2-1-7 0,0 0-3 0,0-2-2 15,0 1-11-15,0 1-16 0,2-2 6 0,-1 0-9 0,0 0 10 16,0-1-117-16,2 0-13 0</inkml:trace>
  <inkml:trace contextRef="#ctx0" brushRef="#br0" timeOffset="-177854.46">10325 8931 557 0,'0'0'51'0,"0"0"78"0,0 0-45 0,-2 0-14 16,1 0-7-16,0 0-5 0,0 0-31 0,0 0 17 16,-2 2-1-16,1-1 4 0,-5 1-13 0,-1 1-7 15,-2 0-3-15,1 2 0 0,0-1-10 0,-2 1 1 16,2 0-2-16,-1 0 1 0,2-2-7 0,-3 2 7 0,2 0 5 16,0-1-1-16,-2 1 1 0,0 0-5 0,2-1-6 15,1 1 4-15,-1 0-11 0,2-1 2 0,3 0-3 16,-5 0 2-16,2 6 4 0,2 1-2 0,-1 0 2 15,2 1-3-15,-5 1 1 0,3-1-4 0,1 0 9 16,2-1-8-16,1 0 13 0,2-2-3 0,0 1-4 0,0-3 3 16,3 2-2-16,-1-2 11 0,2 0-3 0,0 2 6 15,1-4 0-15,2 1-6 0,7-1-2 0,2-3-2 16,-1 0-8-16,0 8 6 0,2-2-7 0,-2-3 6 16,-1-1-13-16,0-2 0 0,-1-1 6 0,0 0-3 0,-1-1-10 15,-3 0 1-15,-1 0-9 0,-1-1 7 16,-1 0-6-16,-1 0-19 0,0 0 4 0,-2-1-11 0,1 0-22 15,-2 0-120-15,0-11-16 0</inkml:trace>
  <inkml:trace contextRef="#ctx0" brushRef="#br0" timeOffset="-175852.96">10099 7939 251 0,'0'0'25'0,"0"0"-4"0,0 0 28 15,0-1-7-15,0 0 2 0,0-1-26 0,0 1 10 16,0 0 0-16,0 0 3 0,0-1 0 0,0-1 3 16,0 1-4-16,0-2 3 0,0-2-8 0,0 1 12 15,0 0 3-15,0 0 1 0,0 2-1 0,0-1 1 16,0-1-2-16,-1 1 1 0,-1-1-5 0,2 2-8 15,-1-1 2-15,0 0-5 0,1 2-8 0,-1-1 4 16,1 1-11-16,0 1 10 0,-1-1-12 0,-2 0 1 0,1-1 1 16,0 1-1-16,-1-1-1 0,1 2-4 0,-3-1 1 15,-2-2-4-15,0 2 0 0,-1 1 6 0,2 1-4 16,-3 0 5-16,-2 1-8 0,4 0 7 0,-1 2 4 16,1 0 0-16,0 1-2 0,0 0 5 0,0 1-10 15,0 0 7-15,1-4-11 0,0 8 7 0,0 1 1 0,2-1 1 16,1 1 2-16,1-1-9 0,0-1 3 0,-5 2-5 15,1-1-6-15,3-2 5 0,1 0 2 0,-1 0 1 16,3-2 8-16,0 0-10 0,0 0 0 0,0-1-3 16,0 0 14-16,0-1-9 0,0-1 5 0,0 0-7 15,1 0 4-15,-1-1 1 0,3 1-4 0,-1 1 4 16,-1-3-4-16,6 5 2 0,0-2-1 0,3-1 2 0,-2-2-3 16,1 0 0-16,7-1 5 0,-9 0-4 0,4-2 3 15,0-2-4-15,-2 0 0 0,2-2-2 0,-3 1 2 16,2 3 8-16,-4-8-3 0,-1 0 4 0,5 2-14 0,-3-2 9 15,0 3-3-15,0 0 6 0,-6 1-13 0,5 1 9 16,-2 3-4-16,-2-1 7 0,0 2-3 0,-2 0 11 16,3 0-4-16,-1 0 6 0,0-1 1 0,0 2 0 15,-1 0 3-15,0 0-4 0,0 0-10 0,0 0-2 16,0 1 2-16,1 0-1 0,-2 1 1 0,0 0 0 16,0 2-1-16,-5 12 1 0,1 0-6 0,1 0 0 15,-2 0 0-15,0 3 0 0,2-1 4 0,-1-1 0 16,1 3-1-16,-1-2 0 0,1 3-8 0,-1-1 11 15,1 1-9-15,-1 0 10 0,0-2-4 0,-2-1-4 0,-1 1 3 16,1-1-4-16,0-2 4 0,1-1 3 0,2-3-3 16,-1-3 2-16,1-1-1 0,0-2 1 0,0 0 2 15,0 0-2-15,3-4-1 0,-1 2 6 0,-1-1-5 0,-1 0 5 16,1 0 10-16,0-1-3 0,-1 0 7 16,-1 0-8-16,0-1-3 0,1 0-7 0,-1 0-3 0,2-1 0 15,-2-1 0-15,2 0-2 0,1-6 5 0,-9-5-5 16,4 3-8-16,3-2 9 0,1 0-6 0,0 4 6 15,2-2-2-15,0 1 1 0,0 1 3 0,0-2-2 16,2 1-2-16,-1 2 5 0,1-1-4 0,0 2 4 16,1 1-4-16,0 0-2 0,-2 2 1 0,8-1-3 0,-2 1-4 15,3 1 7-15,-3-2-6 0,5 3 6 0,0-2-1 16,-2 2-3-16,3-1 6 0,-3 0-3 0,0-1 1 16,3 0-2-16,1-2-3 0,-1 0 2 0,3-1-3 0,-6 1 6 15,2-4-1-15,0 1 2 0,1 0 9 0,1-2-10 16,-1 0 2-16,1-1-4 0,-1-2 0 0,0 0 1 15,1 0 0-15,-2 1 0 0,-1-3 0 0,-1 2 0 16,-1 1 1-16,-2 1-1 0,0 2 6 0,-2 0-7 16,-1 3 4-16,-2 3-4 0,-1-2 10 0,1 2 3 15,-2 2 1-15,2-2 1 0,-1 1 7 0,0-1-11 16,0 1-1-16,0 0-4 0,-1 1-7 0,0-1 6 16,0 2-3-16,-1 0 4 0,0 2-2 0,0-1 2 0,-2 1 2 15,-1 4-2-15,-3 5-9 0,-3 6 1 16,7-10 5-16,0 0-2 0,1 0 2 0,1-1 1 15,1 1 1-15,0 0-2 0,1-1-1 0,1 1 1 16,2-1 0-16,2 2 1 0,-4 2-1 0,10-2-2 16,0 0 2-16,1 1 6 0,-1-4-6 0,1 2 6 15,0 0-6-15,-2 1 3 0,-2-1 0 0,-2-2 2 0,-2 1-2 16,0-1 4-16,-3 0-7 0,2-1 1 0,-3-1-1 16,2 2 10-16,0-1-1 0,-2 3-1 0,-1 3-1 15,-4-2-3-15,-3 1-3 0,-9 0 3 0,-8-1-4 16,1-1-6-16,-1-1-2 0,3-2-13 0,-2 9-2 15,0-4-105-15,2-5-119 0,-1-3-58 0</inkml:trace>
  <inkml:trace contextRef="#ctx0" brushRef="#br0" timeOffset="-174619.13">7057 7763 447 0,'-1'0'27'0,"-1"-2"-2"0,0 1 20 15,-5-2-10-15,-1-1-1 0,1 1-37 0,1 0 5 0,1 1-5 16,0 1 3-16,3 1 1 0,0 0-6 0,-1 0 8 16,1 0-9-16,0 0 2 0,0 0 21 0,0 0-4 15,1 0 14-15,0 0 22 0,-2 0 23 0,2 0-8 16,-1-1 9-16,0-1-18 0,-1 1-11 0,1 0 2 16,1 1-6-16,-1 0-13 0,1 0-8 0,0 0-3 15,0 0-1-15,0 0-3 0,0 0 1 0,1 0 7 0,0 0-4 16,0 0-4-16,1 1-5 0,0 0 1 0,1 1-1 15,10 2 0-15,2 1 4 0,1-1-5 0,3-1 5 16,2-1-1-16,4 0-5 0,-1-2 5 0,2 0-4 16,-2 0 6-16,6-2 5 0,-1 0-9 0,4-3 6 15,-2 1-17-15,0-2 14 0,-1 0-8 0,0 1 10 0,3-1-11 16,1 0-4-16,2-1 5 0,8-2-4 0,-1 1 9 16,3 1-5-16,2-3-4 0,-3 2 0 0,3-3-7 15,-3 1 6-15,-1-1 5 0,0 2-1 0,-2 0 8 0,4-1-4 16,-1 1-3-16,3-2 0 0,4 1 2 0,-1 0-5 15,2 1 1-15,-2 0-2 0,-3 4 0 0,-5 0 4 16,0 0 2-16,1 0-1 0,-1 1-8 0,5-1 5 16,0 2 1-16,2-2 4 0,0 0 2 0,-2 2-9 15,1-2 3-15,-2 0-3 0,1-1 1 0,-3 0 5 16,3 1-7-16,2-1 6 0,1 1-4 0,3-1 2 16,-3 1 0-16,-1 1-1 0,-3 0 2 0,-3 1-3 15,2-1 1-15,-5 1-1 0,1-1 4 0,4-1-5 16,1 2 5-16,2-2-4 0,-2 0 1 0,3 1 7 0,-4-2-7 15,-3 1 7-15,2-1-6 0,-6 2-2 0,2-1-1 16,0 0 0-16,2 0 12 0,-1 1-13 0,2 0 9 16,0 2-10-16,0-2 10 0,-1 2-4 0,-2 0-5 15,0-1 2-15,-3 2-3 0,-3 0 4 0,0 0 6 16,2-2-2-16,1 2 7 0,1 0 4 0,-1 0-3 0,3 0 3 16,0-2 0-16,4 1-6 0,2 0 1 0,-5-2-3 15,-1 1 2-15,-3-1-10 0,0 1 2 0,0-1-3 16,0 2 5-16,2-2 3 0,-1 2 1 0,2 1-2 15,2-1-11-15,-5 1 5 0,1-1 0 0,1 1 2 16,-2-2 0-16,1 1-1 0,0 0 0 0,-4-1-1 16,1 0 1-16,1-1 4 0,2 1-5 0,6-2 5 15,-2 0-2-15,1-2-3 0,3 1 0 0,-7 0-2 0,3-1 4 16,-2 0 1-16,-2-1-1 0,0 0 1 0,-3 0 3 16,1 1-5-16,2 1 0 0,2 0-2 0,0 2 2 15,-4-2 0-15,2 2 0 0,0 1-1 0,-2 1-1 0,3 1 1 16,-1-1 4-16,-6 0-2 0,3 0-2 0,-1 1 0 15,0 0-2-15,0 1 0 0,1-2 2 0,3 0-1 16,2 0 5-16,-3-1-1 0,3 1 9 0,0-1-5 16,-1-2 3-16,1 0-3 0,-2-1 4 0,-2 0 3 15,1 2-2-15,0 0 3 0,3 1 2 0,-1-1-12 16,2 1 1-16,0-1-3 0,1 1 1 0,0-1-2 16,-1 0 0-16,-1 1-2 0,-4-1 1 0,-3 2-2 15,-1-1 0-15,0 0-3 0,0 0-7 0,2-2-7 0,-1 0-6 16,3-3-1-16,3 0-31 0,0-3-213 0,3-1-56 15</inkml:trace>
  <inkml:trace contextRef="#ctx0" brushRef="#br0" timeOffset="-162008.11">13335 7903 355 0,'0'0'31'0,"0"0"3"0,0 0 40 0,0 0 17 15,0 0-9-15,0 0-4 0,0 0-34 0,0 0-8 16,0 0-2-16,0 0-9 0,0 0-20 0,0 0 13 15,0 0-16-15,0 0 8 0,0 0-5 0,0 0 2 16,0 0-1-16,0 0 19 0,0 0-2 0,0 0 4 16,0 0-2-16,0 0 5 0,0 0 4 0,0 0-1 0,0 0 2 15,0 0-11-15,0 0 5 0,0 0-2 0,0 0 3 16,0 0-11-16,0 0-11 0,0 0 1 0,0 0-3 16,0 0-1-16,0 0-4 0,0 0-3 0,0 0 1 15,0 1 4-15,0 0 1 0,0 0 6 0,0 1-5 16,0 0-2-16,-1 7 4 0,0 2-4 0,1 0 3 15,0 2-10-15,0 3 8 0,0 2-8 0,0 1 9 16,0 4-5-16,0 1 5 0,0 1 3 0,0 2-2 0,0 2-7 16,-2 2 1-16,1 1-1 0,-2 2 2 0,-1-1-2 15,0-2 4-15,-1-2 6 0,0-2-1 0,0-1-1 16,1-3-2-16,0-1-5 0,1 0 2 0,-1-1-6 0,1-2 3 16,-1-1 2-16,1 0 1 0,-1-1 7 0,2-3-6 15,-1 1-5-15,2-3 2 0,0-2 0 0,1-1 0 16,0-4 4-16,0 1-3 0,0 0 11 0,0 1-8 15,0-3 0-15,0-2-4 0,0 0-6 0,0 1 9 16,0-1-3-16,0 1 5 0,0-1-5 0,0-1 14 16,0 0-7-16,0 0 9 0,0-1-7 0,0 0-14 15,0-1 7-15,0-1-9 0,-4-13 12 0,0-5-5 16,-2-4 7-16,1-1-5 0,0 1 12 0,1-2-6 0,0-4 0 16,2 0-2-16,1-2-6 0,1-4 0 0,1-3 0 15,1-2 2-15,2-4-1 0,2 0-6 0,1 3 2 16,1 0-3-16,-1 4 6 0,0 5 6 0,0 4-5 15,0 4 7-15,0 3-8 0,-2 4 3 0,0 2 2 0,-2 3 0 16,2 1-7-16,0 2 7 0,-2 3-3 0,2 0 7 16,-2 3 4-16,0-1-13 0,7 1 8 0,1 3-8 15,1-1 8-15,3-8-8 0,-1 5 0 0,1 1-1 16,1 4 1-16,-2 0 1 0,-3 1 1 0,5 3-1 16,-6-1 7-16,2 3-8 0,-1 0 6 0,-2 0-5 15,-2-5 13-15,4 11-6 0,-2 0-3 0,-1 1 0 0,2-1-1 16,-7 4-4-16,0-2 7 0,-1 2-6 0,-1 2 13 15,11 1-8-15,-5 2 6 0,-5-2-7 0,-2 0 1 16,-3-2 1-16,-2 0 0 0,-1 2 2 0,-2-3-1 0,-1-1 0 16,7-2-5-16,-12-1 5 0,-2-1 3 0,1 0-8 15,-3 2 3-15,1-2-4 0,2-1-2 0,0-3 3 16,0 1-1-16,0-4 2 0,3 0 7 0,0-1-11 16,0-2 2-16,3 2-5 0,-2-1 7 0,2 5 1 15,0-1-3-15,0-1 1 0,0-1-8 0,-1 1 9 16,1 0-2-16,2-2 3 0,-2 1-3 0,4-1 1 15,-1 0-2-15,1-1 0 0,0 1 2 0,3-2-7 16,0 0 4-16,0-1-7 0,0 2-8 0,0 1 15 16,-1-1-8-16,2 0 10 0,0 1-8 0,1-1 4 15,-1 3-1-15,1-2 2 0,0 2 0 0,1 1 1 0,1 0-4 16,2 0 1-16,2 2-5 0,-5 0 7 0,10 3 1 16,-2-2 0-16,1 2 7 0,1-1-7 0,1 1 0 15,1 1-1-15,-1-1 0 0,2 1 0 0,0 0 1 16,-2-3-2-16,-1 2 1 0,1-3 6 0,4 1-5 0,-1 2 6 15,-4-3-5-15,1 2-3 0,-5-3 7 0,3 0-6 16,3 1 8-16,-5-2-9 0,0 0 2 0,-1-2-4 16,-3 1 2-16,0 0 3 0,1-2-3 0,-1 1 3 15,1-1 1-15,-3-1 1 0,0 1-1 0,0-2 0 16,1 2-2-16,-1-1-1 0,0 0 0 0,-1 0-1 16,1-1-4-16,-1 0-23 0,0 0 4 0,0 0-12 0,0 0-15 15,1 1-62-15,-1-1 1 0,0 0-24 0,0 0-39 16,1-1-112-16</inkml:trace>
  <inkml:trace contextRef="#ctx0" brushRef="#br0" timeOffset="-161440.79">13829 8555 1155 0,'-1'0'56'0,"0"0"1"0,-1-1-23 0,1 0 2 16,0 0-27-16,0-1-1 0,0 1-11 0,-1 0-9 15,1 0 1-15,0 0-10 0,0 0 16 0,0-1-2 16,0 1 3-16,-1 0-13 0,1 0 6 0,0 0-3 16,0 1 6-16,0 0 10 0,-2 0 5 0,1 0 1 0,-3 0 1 15,-3 1 5-15,-2 1 10 0,-1 2 3 0,0 0 1 16,0 2 7-16,1 0-10 0,0 1-4 0,0-3-2 15,0 9-15-15,3 1 8 0,-1 0-2 0,3 0 1 16,0 3-16-16,1-1 4 0,2-2-3 0,1-1 4 16,-7-1 0-16,3-3 3 0,0 4-3 0,3-3 4 15,1-1-8-15,1-1 2 0,0 0 4 0,0-2-1 0,1 0 6 16,0-2-8-16,0-1 1 0,0 1-1 0,1-1 2 16,-2-2 9-16,2 1-8 0,7 5 8 0,-2-4 0 0,2 1-10 15,0-2 13-15,0-1-10 0,1 0 17 0,-1-1-6 16,1-1-2-16,-3 0 0 0,0-1 3 0,0-2-6 15,-2 2 7-15,-1-2-6 0,0 0 8 0,-1-8-4 16,1-2-5-16,-2 0 4 0,1 1 7 0,7-4-6 16,-3 1-1-16,-2-1-3 0,-2 1-4 0,-1 1-2 15,-2-1 5-15,0 2-6 0,0 0-2 0,-2 1 7 16,0 0-3-16,-2 1 4 0,2 3-8 0,0 2 5 16,-1 0-6-16,1 1 5 0,0 1-9 0,-1 2 3 15,1-1-6-15,2 3 4 0,-5 0-8 0,-2-5 5 0,1 3 4 16,-1-1-1-16,1 2-1 0,-1 1-8 0,2 1 2 15,-1 0-3-15,1 0 5 0,1 1-14 0,2 0-1 16,1-1-5-16,1 1-11 0,-7 8-67 0,2 0-10 16,2 0-27-16,0 2-86 0,3-1-47 0</inkml:trace>
  <inkml:trace contextRef="#ctx0" brushRef="#br0" timeOffset="-161091.02">14151 8429 1297 0,'-1'0'52'0,"0"0"0"0,0 0-22 16,-2-1-3-16,1 1-24 0,0 0-8 0,0 0-5 15,1 0-1-15,0 0 0 0,0 0 2 0,-2 0 4 16,1 0-3-16,0 1 2 0,-1 1-8 0,1 0 2 15,2-1 1-15,-6 7 0 0,-1 2 15 0,0-1-3 16,6 1 0-16,-10 1-1 0,-3 1 5 0,4 1 2 16,-3 1-2-16,-3 0 0 0,5 3-9 0,-5 1 12 15,2 4-1-15,1 0 5 0,0 0-3 0,0-1-5 16,2 1 0-16,0-6-2 0,2 1 7 0,0-4-9 0,5-2 7 16,1 3-7-16,0-3 3 0,-5 1-3 0,2-3-5 15,1 1 2-15,2-2-3 0,0 0-8 0,1 0 4 16,-1 0-6-16,2 0 0 0,0-1-1 0,0-2-4 15,0 3-1-15,0-3-39 0,-1 1-60 0,1-2 6 0,0-1-21 16,0 1 16-16,1-3-43 0,0 0-1 0</inkml:trace>
  <inkml:trace contextRef="#ctx0" brushRef="#br0" timeOffset="-160723.83">14198 8655 1029 0,'-1'0'108'0,"0"0"8"0,0 0-35 15,-1 0-25-15,0-1-29 0,0 0-21 0,-1 0 4 16,1 1-3-16,0 0 3 0,-1 0-10 0,1 0-3 16,0 0 0-16,-1 0-2 0,1 0 3 0,0 0-6 15,-4 1 6-15,-1 1-4 0,-3 2 11 0,2-1 0 16,-3 2-2-16,0 2 2 0,0-1 1 0,-1 1 0 15,-1 0 2-15,0 0-2 0,-1 1 8 0,3-1-9 16,0-6 3-16,4 9-5 0,0 4 9 0,1-1-6 0,1 0 6 16,4 1-7-16,-1-2 5 0,1-1-9 0,-3-1 8 15,3 0-8-15,-6 1 6 0,3-3 8 0,3 2-9 16,1-2 9-16,1 0-6 0,3-1 2 0,-2 0-3 16,16-1 1-16,2-1-7 0,1-2 4 0,0 1-5 0,1 9 1 15,-2-6-9-15,3-1 1 0,-1-4-2 0,-1-2-1 16,-1-1-15-16,-1-1-2 0,-1-2 1 0,-1 1-1 15,1-2-5-15,-3-1 0 0,-1 0-11 0,-1-1-1 16,3-2-69-16,-3-1-287 0</inkml:trace>
  <inkml:trace contextRef="#ctx0" brushRef="#br0" timeOffset="-158971.89">13945 7459 398 0,'-1'-1'55'0,"0"0"72"0,0 0-54 0,1 0-16 0,-3-7-4 15,1 1-2-15,0 2 3 0,1 0-14 0,-2 0 11 16,2 2-12-16,0 0 5 0,0 1-8 0,1 1-11 15,-4 0 4-15,-3-5-11 0,-3 0-11 0,1 2 12 16,2 2-12-16,-3 0 6 0,-2 0 2 0,0 2-2 0,-1 2 3 16,0 1-8-16,1 2 13 0,-2 2-12 0,1 0 11 15,-1 2-12-15,4-2 7 0,-2-2-1 0,1 7 2 16,2 0-10-16,0 2-6 0,2-1 3 0,-1 1-3 16,3 0-1-16,0 0 7 0,0 0-6 0,4-1 8 15,0 0-4-15,-7-1-4 0,3-2 1 0,3-1-1 16,-1 0 6-16,2-1-7 0,1-2 6 0,0 0-7 0,0-3 11 15,0 0-5-15,0-2 6 0,1 1-6 0,2 1 1 16,-1-1 3-16,3 0-5 0,3 2 5 0,1-2-3 16,1-2 4-16,0 0-1 0,1-3 1 0,-3-1-7 15,1-2 10-15,0 0-6 0,-2 3 7 0,-1-5-17 0,0-2 8 16,-2 3 1-16,0 0 3 0,-1 1-1 0,-2 2 0 16,2 1 0-16,-2 0 2 0,-1 2-2 0,0-1 1 15,0 1-2-15,2-1 2 0,1-1-4 0,-1 1-5 16,0 1 1-16,0 0-2 0,-1 0 3 0,0 1 5 15,0 0-3-15,0 1 4 0,0 1-3 0,3 6-1 16,2 11 3-16,-3 1-2 0,0-1 3 0,-2 2-3 16,0-1-4-16,-1 1 0 0,0 0-5 0,1 1 8 15,0-1-1-15,-1-4 3 0,0 2-9 0,0-1 8 0,0-3-5 16,0-1 5-16,0 0-7 0,-1-1 7 0,-1 0-1 16,-2-1 4-16,1 1-1 0,-1-2-4 0,1-2 2 15,-1 0-3-15,1-2-1 0,-1-1 5 0,2-1 1 16,-1-1 1-16,2-2 3 0,0 0-6 0,1-1 1 15,-2 2-1-15,-1-1 4 0,1-1 8 0,-3 2-6 0,0-1 5 16,0-1-14-16,1-1 4 0,1 0 3 16,-1 0 0-16,2 0 4 0,0 0-5 0,0 0-3 0,1 0 0 15,-1-1-4-15,-1 0-2 0,1-2-1 0,1 1 0 16,-1-3-1-16,-1 0-1 0,2-1 1 0,1-1-1 16,0 0 2-16,1 1 3 0,2-1 0 0,-1 0 0 0,3-2 0 15,-1 1-1-15,-1 0-1 0,7-3 0 0,2 2 0 16,-1 2-2-16,-1-1-4 0,0 1 2 0,-2 1-2 15,2 1 2-15,0 0 1 0,-3 1-2 0,1 0-5 16,-2 2-2-16,-2-2-2 0,5 2 0 0,-7-1-8 0,3 2 0 16,-1 0-2-16,-2 0 1 0,5 0-7 0,-4-3-45 15,6 3-18-15,-3-1-11 0,2-1-57 0,2 2 45 16,-3-1-4-16,2-2 15 0,-5 1-10 0,2-4 27 16,5 3-8-16,-3-3 11 0,3 1-17 0,3 1 21 15,-2-4 11-15,2 6 5 0,-4-2 61 0,1 1 8 16,-2 3 5-16,1-2 0 0,0 0-3 0,-2 0 6 15,2 0-1-15,-3 0 3 0,0-1 4 0,0 3 19 16,-1-2-6-16,-3 1 13 0,2-1 22 0,-3 2 16 0,2-2 10 16,-2 2-1-16,1-1 20 0,-1 0-8 0,0-1 2 15,1 1-5-15,-2-1-15 0,0 1-19 0,0 0-5 16,0-1-2-16,1 1-4 0,-1 0-13 0,0-1 3 16,-1 1-7-16,0 0 1 0,0 0-15 0,-1 1 8 0,0 0-11 15,-2 0 0-15,0 0 6 0,-10 0-12 0,0 1 11 16,-1 1-15-16,-3 2 0 0,1 2-2 0,-2 2 0 15,5 0-6-15,-1 3 2 0,1-9 0 0,1 13 0 16,0-1-1-16,0 2 3 0,1 0 0 0,3-2 0 16,0 1-7-16,3-2 1 0,3-1-3 0,0-2 3 15,-5 2 1-15,3-2-5 0,0 1 5 0,3-1-3 16,1-1 6-16,0 0 1 0,2-1-3 0,2 0 2 0,1 1-3 16,-4-3-3-16,8 1 0 0,4-1-1 0,-2 0 6 15,-1-3 4-15,3 0-1 0,-1 7 1 0,1-2-5 16,1-3-1-16,-1-1 2 0,-2-2-1 0,-1-1 5 15,1 0-5-15,-3-1-1 0,1-2 0 0,0 0 4 0,-1-2 7 16,0-1 1-16,-1 0 2 0,-1-9 3 0,0-3-2 16,-1 1-3-16,0-3 1 0,3 1-5 0,-3-3-6 15,1 1 2-15,0-2-3 0,-1-1 2 0,-2 2 2 16,1-4-5-16,-2 2 2 0,-1 1-3 0,1 1 1 16,9 4 5-16,-4 3-4 0,-2 0-4 0,-3 3 7 15,0 2-4-15,-2-1 5 0,0 3-2 0,0 1 3 16,0 1-1-16,0 2 0 0,0 0-9 0,0 1 4 15,0 1 1-15,0-1 2 0,-2 1 5 0,1 0-10 0,0 1 4 16,0-1-5-16,0 1 3 0,0 0 3 0,-1 1-4 16,1 0 5-16,0 1-2 0,0 2-2 0,-4 8 0 15,2 6-2-15,0 0 3 0,2 2-2 0,1 0-1 16,0 0-3-16,1 2 2 0,3 3 1 0,1-1 3 0,-1 2-1 16,1 0-3-16,0-1 3 0,-1 0-1 0,0-2 1 15,1 3 7-15,-1-4-9 0,1-2 4 0,0-2-7 16,1 1-8-16,-1-3 2 0,1-1-9 0,-1-2 5 15,1 0-22-15,-1-3-96 0,1 0-57 0,-4-2-29 16,17-4-328-16</inkml:trace>
  <inkml:trace contextRef="#ctx0" brushRef="#br0" timeOffset="-156586.39">17725 7344 551 0,'0'0'21'0,"0"-1"14"0,0 0 36 0,-1-1 9 0,-1 1-6 16,1 0-15-16,0-1-42 0,0-1 4 0,0 1-10 16,1 0 10-16,0-1-4 0,0 2-3 0,-2-4-1 15,2 1-16-15,-1-3 11 0,1 2 1 0,-1-1 5 16,1 3 7-16,-1-3 8 0,0-1 6 0,1 3-1 15,-1-4 9-15,1 3-3 0,-2 0 3 0,1 0-2 0,0 1 2 16,1 2-17-16,-2-3-2 0,1 2-4 0,-2-1-11 16,2 2 1-16,-4-2-3 0,-4-2 3 0,-2 3 0 15,0 2-6-15,-4 2 6 0,0 2-7 0,-1 5-3 16,-1 3 7-16,1-3-9 0,-1 11 9 0,1 1-5 0,2-3-3 16,1-2 3-16,1 1-3 0,3-2 11 0,0 1-8 15,2 0 0-15,1-2-2 0,1 1 3 0,0-1-5 16,0-1 3-16,-2-2-3 0,1 1 6 0,3-1-2 15,2-1 3-15,1-1-3 0,0 0 6 0,1 0-6 16,1 2 2-16,2-2-3 0,0-1-1 0,1 0 6 16,-1 0-6-16,4 0 6 0,4 0-5 0,-1-3-8 15,1 0 5-15,1-2-6 0,-1-1 1 0,0 1-2 16,-1 6-2-16,1-1 0 0,1-2-3 0,-2-3-17 0,1 1 2 16,-1-3-8-16,1 0-11 0,-2-1-8 0,1-3-13 15,-2 1 1-15,1-1-45 0,-3 0 3 0,0 0 14 16,0-1-1-16,1 4 65 0,-3-10 12 0,1 1 3 15,2-2 3-15,-2 1 8 0,2 2 9 0,0 0-3 0,-2 0 5 16,0 2 4-16,0 1-9 0,-2 2 0 0,1 0-2 16,4-1 7-16,-2 3-10 0,1 1 6 0,-2-4-7 15,0 2 10-15,-2 0-7 0,2 1 4 0,-1 0-4 16,0 0 5-16,-3 2 28 0,0 0-4 0,3 0 14 16,-3 0 16-16,1 0 25 0,-1 0-8 0,-1 0 11 15,1 2-29-15,-1-1-10 0,0 0 1 0,0 1-5 16,0 9-11-16,-1 4 2 0,0 2-11 0,-3 0 7 15,-3 3-9-15,-1 0-6 0,0 0 6 0,-2 0-7 0,2-3 6 16,3-3-17-16,0-1 6 0,1-1-7 0,1-4 8 0,1-2-3 16,1-2 0-16,0-2-2 0,0 0 2 0,0-1 2 15,0 1-5-15,0 1 3 0,0-1-7 0,0-1 1 16,0 0 2-16,1 1-1 0,1-1-4 0,-1-1 10 16,1 0-6-16,10-4 7 0,0-2-12 0,-1-2 5 15,4 5-4-15,-4-13 5 0,3 5-1 0,-1-1 0 16,-1 1 3-16,-4 2-2 0,2-1-4 0,-4 3 2 15,-2 3 3-15,1-2 0 0,0 2-3 0,-3 3 3 16,3 0-2-16,-4 1 4 0,1-1 0 0,1 0 0 0,-1-1 1 16,0 1 0-16,1 0 6 0,-1 0-4 15,0 1-1-15,1 0 0 0,-2 1 6 0,0 0-7 0,1 5 4 16,3 8-5-16,-1 0 4 0,-3-1-6 0,0-2 0 16,0 2-1-16,-1-5-1 0,0-1 1 0,0-1-1 15,0-1 1-15,0-3 5 0,1 4-12 0,-1-3 5 16,0-1-10-16,0-1 4 0,2 1-9 0,-1 0-1 0,0 1-3 15,-1-1-2-15,0-1-58 0,0 1 9 16,0-2-28-16,0 0-17 0,0-2-55 0,0 1-21 0</inkml:trace>
  <inkml:trace contextRef="#ctx0" brushRef="#br0" timeOffset="-156369.93">17802 7413 1172 0,'-1'0'73'0,"0"0"-2"0,0 0 7 16,0-1-11-16,-1 0-19 0,1 1-44 0,0 0-13 15,0 0 4-15,0 0-6 0,0 0 11 0,1 1 7 16,0 0-5-16,1 1 6 0,0-1-9 0,1 0-4 16,15 1-6-16,-4 2 3 0,1 0 3 0,2-2-15 15,4 0 6-15,3 11-13 0,-2-6-17 0,0-3 4 16,0-4-14-16,-1-2 3 0,2-1-81 0,-3-2-244 15</inkml:trace>
  <inkml:trace contextRef="#ctx0" brushRef="#br0" timeOffset="-155686.92">18208 7881 898 0,'-1'0'8'0,"0"-1"30"0,0 0-37 15,-2 0-13-15,1 1-3 0,-1 0-9 0,1 0-30 16,0 0 28-16,-2 0-4 0,2 0 13 0,0 1 14 16,-1 0-10-16,1 2 11 0,1-1-9 0,-1 0 29 0,1 1-1 15,1-1 13-15,0 0-7 0,0-1 32 0,1 1 25 16,2-1-13-16,0 0 17 0,13 5-12 0,1-3-7 16,3 0 3-16,1-2-6 0,2 0-5 0,-1-1-25 15,2 0 3-15,-2 0-12 0,1 0-20 0,1 0 2 16,-3 0-9-16,0 1 6 0,-3 0-11 0,-3 1 0 15,-2-1 2-15,-2 0-1 0,-2 0-3 0,-3 0-3 16,1 1 4-16,-3-2-6 0,-1 0-7 0,0 0-17 16,-1 0-18-16,-1 0-1 0,0 0-82 0,2 0-89 15,-1 0-43-15</inkml:trace>
  <inkml:trace contextRef="#ctx0" brushRef="#br0" timeOffset="-155385.08">18435 7766 1357 0,'-1'0'27'16,"0"0"2"-16,-1-1 0 0,0 0-7 0,0 0-6 16,-1-1-16-16,2 1-6 0,0 0 0 0,0 1 2 0,0 0 10 15,0 0-6-15,-1 1-1 0,1 0-3 0,0 1-2 16,0 0 3-16,-2 4 4 0,0 7 0 0,1 0 7 15,-2 2-8-15,2 1 0 0,-1 1 0 0,0 1 9 0,-1 2-8 16,1 1 6-16,-2 0-5 0,-1 2 7 0,0 1 6 16,-1 1-4-16,0-1 6 0,-1 2-7 0,-1 1-5 15,-1-1-1-15,2 0 0 0,0-3 0 0,1-1 0 16,2-1-6-16,1-4 2 0,2 0-15 16,0-4-16-16,1-1-2 0,1-4-6 0,0-1-17 0,0-2-85 15,1-2 5-15,0-1-36 0,1 1-13 0</inkml:trace>
  <inkml:trace contextRef="#ctx0" brushRef="#br0" timeOffset="-154816.41">19161 7650 882 0,'0'-1'244'0,"0"-1"-323"15,0 0 284-15,-2-5-158 0,1 0-47 0,0-1-1 16,1 3 1-16,0 0 0 0,0 2 4 0,0 2-4 16,0-2 0-16,0 2-2 0,0 0-4 0,0-1-5 15,0-1 6-15,0 1-4 0,-1-1 6 0,0 1 14 0,-1 1-7 16,1 0 12-16,-1 0-1 0,-4-2 9 0,-5 1 8 15,1 1-2-15,-2 1 12 0,-1 0-20 0,-1 2 0 16,-2 4-6-16,-3 3 1 0,-5 4 3 0,0-8-6 16,-3 15 4-16,-3 5-9 0,3 3-1 0,0 0 1 0,2 2-3 15,2-1-11-15,4-2 2 0,1-1-1 0,8-1 3 16,0-3 2-16,7-1 2 0,1-2-1 0,-10-2 0 16,5 1-3-16,3-4-1 0,4 0-3 0,0 0 1 15,3-2 2-15,1-1 4 0,3-1-2 0,-6 1 3 16,16-3-3-16,-2 2 0 0,2-1 6 0,2-3-5 15,1 0-2-15,1-4 4 0,-3-1-6 0,6 2 4 16,-3 10-12-16,3-5-5 0,-2-3 1 0,-1-4-4 0,-1-1-14 16,0-1-7-16,-1-2-3 0,-1 0-1 0,-1-3-20 15,1 0-171-15,-2 0-14 0</inkml:trace>
  <inkml:trace contextRef="#ctx0" brushRef="#br0" timeOffset="-154132.8">19097 8365 1446 0,'-1'0'37'15,"0"-1"86"-15,0-1-111 0,-1 1-23 0,1 0 0 16,0 0-11-16,0 0-21 0,0 1 16 0,-1 0 1 0,2 0 6 15,0 0 3-15,0 0 0 0,2 0-4 0,-1 0 1 16,0-2-6-16,1 1 18 0,1 0-3 0,5-4 10 16,3 4 10-16,-2-12 6 0,1-4 3 0,0-1 0 15,0-2 11-15,2-2-1 0,1-1 3 0,0 0-3 16,-1 0-14-16,1-1 2 0,1 0-5 0,-1 1 3 16,1 0-11-16,0 3-3 0,-2 3 2 0,-3 1-2 15,-1 4-1-15,0 1 2 0,-5 3-5 0,5 2 3 0,-4 1-7 16,-2 3 10-16,1-1 1 0,-1 1 3 0,0 0 5 15,-1-1-5-15,1 1 3 0,-1 1-6 0,0 0-3 16,0 0 5-16,0-1-2 0,0 1 5 0,1 1 0 0,-1 0 0 16,-1 1 1-16,0 1-1 0,-1 15-1 0,-2 1-6 15,1 2 5-15,-2-3-5 0,2 2 6 0,0 0-8 16,1-1 1-16,1-1-1 0,0-1 7 0,0-3-4 16,0-3 0-16,0 0-1 0,0-5 4 0,1 4-6 15,0-5 1-15,0 0-2 0,1 1 10 0,1-2-1 16,-1 1 3-16,6-3-4 0,2 0-9 0,-1 0 6 15,1 6-2-15,-3-3 4 0,4 0-9 0,-1-4 12 16,0 0-9-16,2-2 9 0,0-1-12 0,0-2 4 16,-2-1 0-16,0 0 2 0,-2 3 4 0,0-13 2 15,-1-1-5-15,0-2 2 0,-1 0-10 0,0 4 6 0,-1-2 3 16,-2 1 0-16,0 3-2 0,-2-1 1 0,0 2-1 16,6 1 2-16,-2 3 2 0,-3 2-2 0,0 0 4 15,-2 4-3-15,0 0-3 0,0 1 3 0,2-2-5 0,-1 1 5 16,0 0-8-16,-1 0 4 0,0 1-1 0,0 1 4 15,0 1 6-15,-4 12-9 0,-4 15 8 0,0 4-7 16,0 2 7-16,-2 4-8 0,2-3-1 0,1 1 0 16,2-5-5-16,2-4 8 0,0-1-3 0,3-7 6 15,0-1-1-15,2-3-5 0,0-3 0 0,1-1-1 16,1 0-2-16,-1-3-5 0,1-1-2 0,0-2-3 16,-2-1-16-16,4-2-18 0,3 5 1 0,3-1-6 0,-1-3-4 15,1-1-137-15,1-2-31 0</inkml:trace>
  <inkml:trace contextRef="#ctx0" brushRef="#br0" timeOffset="-151666.18">20809 7313 972 0,'0'-1'49'0,"0"0"-3"0,0 0 22 0,0 0-11 0,-2-6-6 15,-2-3-40-15,3 6-3 0,0-1 2 0,-1 0-3 16,2 4-3-16,0 0-4 0,-3-2 0 0,-1 1-2 16,-9-4-5-16,-4 3 10 0,-3 3-4 0,3 3 6 15,-2 5-4-15,-1 4 5 0,2-7 2 0,0 10 0 16,3-1 6-16,1-2 0 0,2 0 8 0,1 0-6 16,1-2 2-16,1 0-7 0,0 0 2 0,2 0 0 0,2-1 6 15,2 0-13-15,1 2 1 0,-1-2-3 0,2 3 7 16,-7 0-6-16,1 1-2 0,2 1-1 0,2-1 2 15,0 1-2-15,3 2 8 0,0-1-8 0,3-3 3 0,0 0-4 16,2-1-6-16,1-3 1 0,-3 1-14 0,10-1 12 16,1-3-6-16,1-1 5 0,1 7-25 0,2-3-11 15,2-5-3-15,2-3-3 0,2-1-16 0,-2-2-140 16,4-3-1-16</inkml:trace>
  <inkml:trace contextRef="#ctx0" brushRef="#br0" timeOffset="-151049.21">20775 7579 1269 0,'0'0'13'15,"0"0"-1"-15,0 0-16 0,0 0-7 0,0 0-10 16,0-1-31-16,0 1 30 0,0 0 2 0,0 0 10 16,0 0 4-16,0 1-3 0,1 0-3 0,0 1 3 15,1-1 1-15,-1 0 5 0,1 0-1 0,0 0 4 16,1 0 24-16,2 1 2 0,0-1 8 0,1-1-5 0,-1 0 8 16,2 0 0-16,-3 0-7 0,5-4 4 0,-1 1-11 15,-1-1 3-15,3-1-7 0,-7 3 3 0,2-1-11 0,-2 0 2 16,0 0 2-16,2-2-3 0,-3 0-12 15,0 2 2-15,3-2-2 0,-4 3 1 0,0-1 0 0,-1 2 4 16,0 0-4-16,3-1 3 0,-1-1-6 0,0 1-11 16,1 1 9-16,-1 0-8 0,-1-1 11 0,0 1 2 15,1 1-1-15,-1 0 3 0,0 1 5 0,0 1-3 16,0 1-4-16,4 15 1 0,-2 1-3 0,-1-3 3 16,0 2-1-16,0-4 3 0,1-2-1 0,-1-2-1 15,0-2 3-15,0-2-3 0,-1-2 1 0,-1-3 3 16,2 1 2-16,0-1 1 0,6 4 10 0,0 0-9 0,2-2 2 15,0-1-4-15,0-2-2 0,2-3 1 0,-1-1 2 16,0-5-1-16,1 1 3 0,-2-7-7 0,-2-2-2 16,1 0-1-16,-1 0 2 0,0 1-2 0,0 3 5 0,-2 1-3 15,0 0 5-15,-2 3 2 0,0 1-4 0,-1 1 3 16,0 1-7-16,0 1 5 0,-2 3-3 0,1-1 5 16,-2 2 1-16,2-1-3 0,-1-1 3 0,0 1-4 15,0 1-4-15,1 0 2 0,-1 1-5 0,0 1 4 16,-1 1 3-16,0 11-5 0,-1 8 10 0,0 2-10 15,-2-3 10-15,2-3-8 0,1 5-3 0,0-6 0 16,1-1 4-16,3 1-4 0,-1-5 3 0,2 0-6 16,0-3-6-16,-2-2-1 0,-2-1-9 0,14-3 4 15,-5 2-28-15,5 5-18 0,1-4-39 0,-2-4 4 0,5-5-160 16</inkml:trace>
  <inkml:trace contextRef="#ctx0" brushRef="#br0" timeOffset="-150011.08">18382 6983 718 0,'0'0'48'0,"0"-1"68"15,-1 0-42-15,0-1-31 0,0 1-2 0,-1 0-12 16,1 0-29-16,0 1-6 0,1 0 4 0,0 0-3 16,0 0 12-16,1 0-1 0,0 0-4 0,2 0 1 0,10-1-3 15,3 1 1-15,1 0 5 0,0-1-4 0,2 1 0 0,1 0 12 16,0 0 0-16,1-2 6 0,-1 1 4 0,1 1 27 15,-1-1-12-15,2 0 17 0,1-1-25 0,-1-1-2 16,5 1-4-16,-1-1 0 0,2 1-14 0,5 0-6 16,0-1 4-16,3 0-4 0,4 1 10 0,1-2-8 15,-2 0 2-15,2 1-3 0,-2-1 2 0,-3 1-1 16,4-1 0-16,1 2-1 0,4-2 1 0,7 2-2 16,0-1-5-16,4-1 1 0,-2 1 0 0,-4-1 4 15,2 0 3-15,0 1-3 0,0-2-1 0,5 2-2 16,3-2 3-16,6 1-3 0,1 0 2 0,-2-1 2 0,-3 0-3 15,-2 1 3-15,2-1-2 0,7 0 0 0,2 1-2 16,2-2 1-16,-2 0-3 0,-4 1 6 0,-3-1-5 16,2 0 4-16,1 0-2 0,6 1-1 0,-1-2 1 15,1 1-2-15,-4 0 0 0,-4-1 1 0,0 1 4 16,1-1-3-16,1 2 1 0,2 0 0 0,-1-1-4 0,-4 3 1 16,-4-2-8-16,-6 2 4 0,-1-1 5 0,2 1-1 15,1-1 5-15,2 1-3 0,2-3-6 0,-6 1 3 16,-2-1 0-16,-4 0 4 0,-5 0 3 0,0-1-3 15,-1 0-5-15,3 1 11 0,1 1-5 0,2 2 11 16,-3 1 3-16,0-2-4 0,-5 2 4 0,-5 0-6 16,-1-1-4-16,-5 2-6 0,-3 0-3 0,-3 0 0 15,0 0-5-15,-7 1 1 0,-1 0-2 0,-2 0 1 0,-4 0-4 16,-3 0-9-16,-2 0 0 0,-1 1-5 0,-1 0-6 16,0 0-66-16,-1-1 5 0,1 0-32 0,-1 0-59 0,-1 0-94 15</inkml:trace>
  <inkml:trace contextRef="#ctx0" brushRef="#br0" timeOffset="-149548.24">21782 7082 527 0,'0'0'357'15,"0"-1"-456"-15,-2-1 429 0,1 1-229 0,0 0-31 16,-1 0-24-16,-1 0-11 0,1 0-1 0,0-1-20 0,-1 1-7 16,1 0-2-16,0 0-1 0,-1 1-1 15,2 1 5-15,0 1-2 0,-3 9 2 0,3 11-1 0,4 2 3 16,4 0 2-16,3 4 0 0,4-4 15 0,-5 3 0 16,13-2-2-16,4 0 0 0,2 2-5 0,-2 2-6 15,2 2 4-15,-2 3-5 0,-1 5 7 0,-1 3-11 16,1 5 6-16,-3 5-6 0,3 2 13 0,-4 5 0 15,-1-1 4-15,-2 1-2 0,-5 2 13 0,0 2 13 16,-5 1-2-16,-4 6 4 0,-2 1-8 0,18 2-20 16,-20-1-1-16,-7-3-7 0,-10 1-14 0,13 2-17 15,-30 4-11-15,-10 2-8 0,1 2-88 0,-9-2-378 0</inkml:trace>
  <inkml:trace contextRef="#ctx0" brushRef="#br0" timeOffset="-133268.2">17013 7602 747 0,'0'-2'0'0,"-1"1"12"15,0 0 124-15,0 0-57 0,1 0 1 0,0-1-70 0,0 1-12 16,0 0 12-16,0 1-3 0,0 0 7 0,0 1-8 15,0 2 5-15,-1 13-1 0,-1 10 2 0,0-1-4 16,0 5 0-16,-2 0-1 0,1-2 1 0,-3 1 2 16,0-2-1-16,0 2 1 0,0-4 0 0,0 2 13 0,0 0-10 15,-2 2 5-15,-1 2-7 0,-1 1 15 0,0 2 6 16,0 0 0-16,2 3 1 0,0-5-3 0,-3 4-3 16,1-1-6-16,-2-3 2 0,-2 1-10 0,2-6-8 15,-1 0 2-15,3-3-5 0,0-4-2 0,1 0 6 16,1-4-4-16,2-2 4 0,1-1-6 0,1-3 1 15,3-6 1-15,0 0 1 0,1-3-3 0,-1 1 5 0,0 1-1 16,0-1 2-16,-1-1-2 0,1 0 0 0,0 1-5 16,0-2 1-16,0-2-11 0,-1 0 4 0,-1-13-1 15,-1-8 1-15,3-3-8 0,1-4 12 0,3-4-12 16,4-6 12-16,2-5-6 0,3-1 1 0,1-3 9 16,1 3-6-16,1 0 8 0,0 7-4 0,1 2-2 0,-3 4 0 15,-2 2 0-15,1 3 3 0,-1 1-2 0,-2 3 2 16,1 2 9-16,-2 1-8 0,0 3 5 0,-1 4-6 15,1 2 1-15,-1 2-1 0,-5-1-1 0,9 3 0 16,1 1 14-16,2 2-7 0,3-1 11 0,-2 2-9 16,1 0 4-16,1-1 7 0,1 2-12 0,1 1 11 15,1-10-17-15,-1 4 0 0,0 3 5 0,-2 4-3 16,-2 1 2-16,-2 1-6 0,0 2 3 0,0 3-2 0,-2 0 10 16,-1 1 3-16,-1-1-5 0,-3 7 5 0,0 2-4 15,-2-1 3-15,-1 2 4 0,-2 0-2 0,11 2 4 0,-5-1-11 16,-5 0 4-16,-2 2-6 0,-1-3 9 15,-3 3-9-15,-2-1 7 0,-4-1-7 0,1 1 8 0,-2 0-8 16,9-2-4-16,-13 1 0 0,-2 0-4 0,-1-2 6 16,3 2-3-16,0-3 5 0,0-2 4 0,1 0-6 15,-1-2 1-15,2-2-3 0,-1 1 2 0,3 0 6 16,-2-2-2-16,-3 2 1 0,5 3-11 0,-2-4 5 16,2 1 0-16,1-3 2 0,-2 1-7 0,1 2 3 15,1 0-1-15,-1 0 2 0,2 0-3 0,5-1 2 16,-1 1 0-16,-2 0 0 0,1 0-3 0,3 0 2 0,1-1-1 15,0 0 1-15,1-1 3 0,1 1-2 0,0 2 4 16,1-2-4-16,4 1 4 0,0 0-2 0,-1-1-4 16,12 1 2-16,0 1-4 0,3-1 7 0,-2-1-3 15,0 2 3-15,-2-1-2 0,1-1-1 0,-1 1 1 16,-1-1-2-16,0-1 2 0,-1 0 2 0,0-1-1 0,1 0 0 16,-2-2-11-16,-1 1 10 0,-1 0 2 0,-2-1 4 15,2 0-1-15,-1 0-3 0,-1-1-3 0,1-1 1 16,-1 1 2-16,0-1-2 0,2 0 1 0,-2 0-1 15,-4 0-4-15,4-1 7 0,-6 0-3 0,4 1 5 16,-2 0-11-16,0-1 9 0,0 1-7 0,-3-2 8 16,1 2-5-16,0 0 2 0,1 0 1 0,-1 1 0 0,-1-2-9 15,0 0 7-15,1 0-3 0,-1 0 3 0,0 1-5 16,0-1-11-16,0 0-8 0,1 0-1 0,-1 0-27 16,0 0-65-16,0-1 6 0,0 0-32 0,-1 0-59 15</inkml:trace>
  <inkml:trace contextRef="#ctx0" brushRef="#br0" timeOffset="-132384.16">17497 8399 638 0,'0'0'112'0,"0"0"-68"0,-2-1 114 0,1-1-36 0,0 1-47 16,-1 0-29-16,-1 0-2 0,-1 0-10 0,-2-2-12 16,-1 1-15-16,2 1 2 0,-3 1-7 0,0 0-6 0,-3 1 5 15,2 3 0-15,-2 1 3 0,0-3-4 0,-2 12 4 16,2 0-5-16,0 1 4 0,1-2-1 0,4-1 0 16,1-2 1-16,1-1-2 0,3-1-1 0,0-1 0 15,-5 1 10-15,3-2-7 0,0 1 11 0,2-2-5 16,1-2-6-16,0 2 5 0,0-3 3 0,0 2-1 15,0-2 10-15,1 1-6 0,2-1 22 0,-1 0-5 16,3 2-1-16,5 1-2 0,1-2-4 0,2-2-12 16,-1-1 2-16,3-1-7 0,0-2 5 0,-2-1 2 15,2-2-1-15,-5 1 1 0,3-2-10 0,-2 0 6 16,-1 1-4-16,-1-1 4 0,1 5-5 0,-7-6 5 0,1 0 0 16,-2 1 2-16,3-1 2 0,0 1 6 0,-2 0-2 15,-2 0 2-15,0 0-13 0,-1 1 4 0,0 0-2 16,-1 2 1-16,0-1-13 0,-1 2 7 0,1 0-10 15,-9-4 10-15,-2 0-9 0,-2 2-1 0,0 3 6 0,-1 1-6 16,-2 1-1-16,7 1-2 0,-1 1-7 0,2 2 3 16,1-1-16-16,2 1-14 0,0-1 6 0,3 0-10 15,1-1-11-15,0 1-16 0,1-1-6 0,-1 0 2 16,1 1 15-16,0-2 12 0,1 0 6 0,0 0-3 16,1 0-9-16,2-1-10 0,6-1-3 0,12-5-1 15,2-1-8-15,-6 0 5 0,2 0-1 0,-4 0 4 16,1 0 22-16,-1-1 18 0,0 0 11 0,-1-1 0 0,0 2 26 15,-1 0-7-15,0 0 6 0,0 1-5 0,1-1 8 16,-2 2 7-16,1 0-1 0,-2 0 5 0,-2 1 16 0,-1 1 6 16,-1 0 3-16,-2 2 4 0,-2 0 34 0,-1 1 17 15,-1 0-1-15,1-1 4 0,1 0-14 0,-1 0-10 16,0-1-8-16,-1 1-2 0,1 0-33 0,-1 0-11 16,0 1 3-16,-1 0-5 0,0 1 4 0,0 0-14 15,-1 2 10-15,-5 6-10 0,-4 4 5 0,8 2-7 16,-11 2-1-16,1-1 1 0,-2 4 9 0,3-1-11 15,-2 1 1-15,-2 0-3 0,3 0-2 0,0 0 3 16,-1 1-4-16,1-2 3 0,0 2-7 0,1 0 0 0,0-1 0 16,-1 0 1-16,4-2 0 0,-1-4-3 0,3 2-1 15,2-5-2-15,3 1-15 0,0-5-9 0,0 0 1 16,-3-2-4-16,2-2-2 0,-1 1-17 0,3-3-8 16,0 1 0-16,0 1-3 0,0-1-8 0,0-1 4 0,2 0-13 15,0-1-60-15,4 0-34 0,10-6-8 0</inkml:trace>
  <inkml:trace contextRef="#ctx0" brushRef="#br0" timeOffset="-132133.12">17745 8511 142 0,'1'0'49'0,"0"-2"54"15,1 1-24-15,1 0 30 0,-2 1-12 0,1-1 19 16,1 0-5-16,-1-1-3 0,0 1-2 0,1 0-2 16,-1 0-17-16,-1 0-21 0,0 0 2 0,1-1-10 0,-1 1-24 15,0 0-6-15,0 1-7 0,-1 0 4 0,0 0 0 16,-1 1-8-16,-1 0 6 0,-3 3-8 0,-8 4-2 0,-2 7 6 15,1 2-6-15,-2-1 6 0,3 1-7 16,2 0-11-16,0 1 6 0,2 1-7 0,0 0 2 0,5-3 1 16,-1-1-4-16,4-3 4 0,-6-2 2 0,2-1-1 15,3-1 1-15,2-1-2 0,0-2 0 0,1 0-7 16,1-2 4-16,16 0-7 0,5 11-3 0,6-6-9 16,2-7-7-16,7-4 0 0,3-3-22 0,5-5 4 15,-1-2-40-15,1-1 7 0,-3-2-223 0</inkml:trace>
  <inkml:trace contextRef="#ctx0" brushRef="#br0" timeOffset="-130899.59">20153 7739 1048 0,'0'-1'54'0,"-1"0"-55"15,0-2 56-15,-1 1-28 0,1 0-27 0,0 1-6 16,0-1-6-16,0 1 5 0,0 1 6 0,-1 1 4 0,1 2 7 16,-9 20-3-16,-2 5 10 0,0 4-4 15,0 2-1-15,1 0 0 0,-2 3-2 0,1-2 2 0,-1 4-7 16,1 2 3-16,2 0-5 0,-1-1 10 0,0-1 10 16,2-3-1-16,2-3 38 0,1-2-19 0,1-5 6 15,3-7-12-15,-1-1-6 0,0-3-17 0,1-1 1 16,0-1-7-16,0 0-11 0,0-2 9 15,1-2-5-15,0-2 7 0,1-4 3 0,0-2-6 0,0 0 1 0,0 2-2 16,0-1 9-16,-2-1-12 0,1 1 1 0,0-1-8 16,0-1-8-16,0 0 5 0,0-1 2 0,-1-4 0 15,-2-14 7-15,0-4 2 0,2-3 2 0,1-4 1 16,1 0-3-16,3-3 0 0,3-1-7 0,2-2 5 16,2 0-1-16,-1 4 2 0,2 0 3 0,-2 4-1 0,0 0 3 15,2 2-4-15,0 3 0 0,-1 0-1 0,2 2 2 16,-1 2-1-16,0 0 3 0,-9 4-3 0,12 2 0 15,-1 1 0-15,1 2-1 0,0 2 2 0,1-1 17 16,0 4-8-16,2 1 11 0,-1 2-11 0,0 0 0 0,2-9-7 16,-1 5-3-16,-2 6 1 0,2 2 10 0,-7 2-11 15,0 2 5-15,-3 3-7 0,-4 10 5 0,-2 2 1 16,12 0 3-16,-6 0-2 0,-7 0 9 0,-2 2-5 16,-4-2 1-16,-3 1-2 0,-4 1 2 0,7-3 1 15,-18 1 1-15,4-2 0 0,-1-2 3 0,-1 1-6 16,0-2 0-16,-1 0 0 0,1-1 1 0,2-4-7 15,0-2 4-15,2 2-5 0,1-2 3 0,1-1 2 16,2 0-1-16,-1-1 2 0,4-1-1 0,3 1-6 0,0-3-1 16,6-1 0-16,-3 1-1 0,2-3 0 0,1 3-1 15,0-2 1-15,-1 0-1 0,1 1 0 0,0-1 1 16,1 0-2-16,-1 1-1 0,2-2 1 0,-1 5 6 0,1 0-3 16,1 2 13-16,2 0-14 0,0-1 0 0,2 0-5 15,-3-1 2-15,10 1 4 0,0 0-1 0,0 0 2 16,-2 0 3-16,1-1-5 0,-1 1 1 0,0-1-5 15,0 2-4-15,1 0-4 0,-1-3 0 0,1 1 0 16,1 0-4-16,1-1-9 0,0 0-1 0,2-1-4 16,-1 0-11-16,0-3 10 0,0 0-2 0,-1 0-1 15,3 10-63-15,-2-5-14 0,-1-3-16 0,-4 0 9 16,0-2-1-16,1-1 3 0,0 0 11 0,2-1-5 0,-1-2 15 16,-3 1-22-16,4-4-3 0</inkml:trace>
  <inkml:trace contextRef="#ctx0" brushRef="#br0" timeOffset="-130531.9">20481 8302 177 0,'0'0'104'0,"0"0"-8"16,0 0 91-16,0 0-9 0,0 0-73 0,0 0-30 15,0 0-2-15,0 0-9 0,0 0-4 0,0 0-22 16,0 0 3-16,0 0-11 0,0 0-5 0,0 0-3 16,-1 0 1-16,0 0-2 0,0 2-4 0,-1-1-6 15,1 0 2-15,0 0-3 0,0 0-2 0,0 2 3 0,-2 2-4 16,-3 7 3-16,1 0-8 0,-2 1 4 0,1-1-3 15,0-1 3-15,0 1-11 0,0 0 6 0,1-3-1 16,2 1 3-16,0-3 9 0,2-2-7 0,0 0 14 16,1-2-9-16,0 0 31 0,0-2-21 0,0 2-3 15,0-2-6-15,1 1-7 0,0 1 12 0,2-1 3 0,1 0 2 16,12 4-3-16,-3-3 0 0,0-3-2 0,1-2 3 16,-1 0 4-16,1-4-6 0,-1 0 0 0,-2-1-1 15,-2 1 2-15,-2 5-1 0,-3-8-1 0,-1 1 1 16,-1-2 6-16,-1 1-6 0,6-2 2 0,-1 1-6 15,-1-1-10-15,-3 0 4 0,0 1-5 0,-2 2 4 16,0-1-15-16,-3 0 9 0,0 0-4 0,-1 0 4 0,1 3-18 16,0 3 3-16,0 1-6 0,-6-2 5 0,1 1-6 15,1 1-28-15,1 1-13 0,2 0-10 0,1 0-88 16,0-2-27-16,-1 1-12 0,1 1-11 0,-1 0-101 0</inkml:trace>
  <inkml:trace contextRef="#ctx0" brushRef="#br0" timeOffset="-130080.2">20719 8311 826 0,'0'-2'36'0,"-2"1"71"16,2 0-104-16,-2-6-6 0,1 2-14 0,1 3 4 16,-1 0-21-16,1-1 11 0,0 1 5 0,0 1-1 15,0 0 3-15,0-1 13 0,0 1-3 0,0 0 8 16,0 0 19-16,0 0 38 0,0-1-1 0,0 1 16 16,0 0 19-16,0 0-16 0,0-1 2 0,0 0-9 15,0 1-12-15,0 0-15 0,0 0 5 0,0 0-10 0,0 0-8 16,0-1-17-16,0 1 0 0,0 0-5 0,0 0-4 15,0 0 2-15,0 0-5 0,0-1 3 0,0 1-10 16,0 1 10-16,0 0-5 0,0 0 4 0,0 1-7 0,-1 1 6 16,-1 0 3-16,-3 8 0 0,-4 5-6 0,0 2 0 15,1 0-2-15,-3 1 3 0,0 1 4 0,0 1 5 16,10 1-1-16,-14 2 0 0,0 1-8 0,1-2 5 16,0-1-4-16,3-1 5 0,1-1 8 0,2-4-17 15,0 3 10-15,4-3-12 0,-1-2 8 0,2-3 0 16,-1 1-6-16,2-4 3 0,0 0-8 0,1-1-3 15,0-4 2-15,-1 2-5 0,1-2-17 0,-1 1-37 16,0 0-23-16,1-1-6 0,0 1-95 0,1-1-31 16,0 0-31-16</inkml:trace>
  <inkml:trace contextRef="#ctx0" brushRef="#br0" timeOffset="-129781.48">20883 8491 978 0,'0'0'73'16,"0"0"-1"-16,0 0 13 0,-1-2-1 0,0 1-21 15,0 0-8-15,0 1-24 0,-1 0-6 0,1 0-4 16,0 0-13-16,0 0 2 0,-1 0-1 0,-3 0 1 0,-7 0 3 16,-1 1-8-16,0 2 3 0,1 0-4 0,-6 4 6 15,0 1-3-15,1 2 5 0,0 0-5 0,6-7 0 16,0 10 3-16,-1 2-9 0,5 0 6 0,0 0-16 0,4 0 11 15,1-1-2-15,-6-3 6 0,2 1 3 0,1 0-5 16,4-1 3-16,1 1-5 0,2-1 4 0,3-2 6 16,2 1-2-16,2-8 3 0,10 2-4 0,5-3-17 15,0 13 7-15,5-5-11 0,0-4-5 0,4-5-12 16,1-2-10-16,-1-4 1 0,2-3-23 0,-5-1-129 16,-1-2-55-16</inkml:trace>
  <inkml:trace contextRef="#ctx0" brushRef="#br0" timeOffset="-122791.34">9859 9423 296 0,'0'-1'0'0,"-1"0"15"16,0-1 152-16,-1 1-47 0,1-1 12 0,0 0-73 0,0-1-3 16,0 1-23-16,0 0 8 0,-1 0-8 15,1 1 9-15,0 0-3 0,0 0-4 0,0 0 2 0,-1 0-7 16,2-1-1-16,-1 1-10 0,1 0 5 0,0 0-17 15,0 0 3-15,0-1 3 0,0 1-1 0,0 0 18 0,0 0 9 16,1 0 0-16,1 0 1 0,0-1-5 0,0 2-12 16,10-3 3-16,1 1-7 0,1-1-2 0,-1 2-3 15,4 0 2-15,-4 0-1 0,2 1 6 0,2 0-8 16,1 0 9-16,4 1-5 0,-2 0 22 0,3 0-6 16,-4 2-7-16,3-1 1 0,0 0-11 0,3 2 4 15,-2-1-3-15,0 0 2 0,2-1-10 0,-3-1 10 16,1 2 0-16,0-2 2 0,-2 0-9 0,0 0 6 15,-1 0-4-15,2-1 3 0,0 0-5 0,-2 0-4 0,2 0 3 16,-3 0-3-16,0 0-4 0,-2 0 0 0,-3 0-5 16,2 0 2-16,-5 0 0 0,-5 0-6 0,-2 0 1 15,-2 0-5-15,-1 0 0 0,2 0-12 0,-1 0-4 16,0 0-10-16,-1 0-74 0,1 0-128 0,-1 1-24 0</inkml:trace>
  <inkml:trace contextRef="#ctx0" brushRef="#br0" timeOffset="-122035.46">13756 9182 824 0,'-1'-1'159'0,"-2"-2"343"0,-1-6-476 0,-7 0-2 15,3-1-8-15,0 7 4 0,1 0-15 0,0 2-6 16,-2-5 4-16,1 2-3 0,-1-1 5 0,0 1-8 16,1 2 2-16,0 1-3 0,1 0 5 0,2 1 5 15,-1 0-6-15,2 0 5 0,-2 0-3 0,3 0 11 16,-1 0 0-16,-1 0 3 0,2 0 0 0,-3-2 14 15,3 2-2-15,1-1 5 0,0 0-9 0,-1 0-14 16,2 0 4-16,0 0-7 0,0-1 1 0,0 1-7 16,-1 0-1-16,1 0-2 0,0 1-5 0,1 0 14 0,0 0-8 15,0 0 9-15,1 0 0 0,2 0-2 0,7 0 2 16,9 1-3-16,1 0 2 0,0 2 9 0,2-1-2 16,3 1 3-16,1 1-2 0,2 0 4 0,1-2 0 15,3-1-1-15,2-1-2 0,4 0-10 0,1 0 5 0,0 0-7 16,-3 0 4-16,0-1-4 0,-1 0 0 0,-6-2-2 15,-1 2-5-15,-5 0 5 0,-4 0-2 0,-2 1 3 16,-3 0-4-16,-5 0-1 0,-1 0 2 0,-4 0 0 16,0 0 3-16,-3 0-3 0,1 0-1 0,1 0-2 15,-1 0-6-15,0 0-8 0,0 0-2 0,-1 0-5 16,0 0-28-16,0 0-128 0,0 0-7 0,-1 1-51 16,0 1-111-16</inkml:trace>
  <inkml:trace contextRef="#ctx0" brushRef="#br0" timeOffset="-121057.48">17132 8936 888 0,'0'0'75'0,"-1"0"7"0,0-1-28 15,0 0-22-15,-1 0-19 0,1-1-14 0,0 1 1 16,0 0 0-16,0 0 0 0,-1 0 3 0,1 0 4 0,1 1 0 16,0 0 1-16,0 0 1 0,0 0 14 0,0 0 4 15,0 0 5-15,0 0 23 0,0 0 10 0,0 0 1 16,1-2 1-16,1 1-7 0,-1 0-23 0,1 0 4 16,5 0-11-16,6-3-1 0,5-1 0 0,-1 2-8 0,5-1 4 15,1 2-18-15,1 0 5 0,4-2-1 16,-2 2 2-16,1 1-2 0,0 0-8 0,-4 1 2 0,3 0-3 15,-6 0 3-15,3 0-5 0,-3 0 0 0,-4 0-3 16,2 1-7-16,-8 0 0 0,1 0-4 0,-2 0 1 16,-1 0-15-16,0 1-37 0,-3-1-54 0,0 0 4 15,0 1-183-15,0 1-60 0</inkml:trace>
  <inkml:trace contextRef="#ctx0" brushRef="#br0" timeOffset="-120490.78">20291 8906 1188 0,'-2'0'45'0,"1"0"2"0,0-2 3 15,0 1-20-15,0 0-4 0,0 1-37 0,1 0 8 16,0 0 8-16,0 0 0 0,0 0 19 0,1 0 0 16,1 0-5-16,5 0 3 0,14 0-10 0,0 0 2 15,4 1-1-15,1 0 1 0,0 1-1 0,1-2-2 16,1 0 3-16,0 0-1 0,-3 0 5 0,1 0-12 16,0 0 1-16,-1 0-5 0,-1 0 0 0,2 0-1 0,2 0-2 15,-1 0 0-15,0 0-9 0,-3 0-3 0,-5 0-6 16,-5 0 1-16,2 0-19 0,-5 0-38 0,-1 0-39 15,-2 0-5-15,-6 0-164 0</inkml:trace>
  <inkml:trace contextRef="#ctx0" brushRef="#br0" timeOffset="-107479.33">26059 6323 139 0,'-2'-1'0'0,"1"0"24"0,0 0 220 0,0 0-97 16,-2-2 4-16,1 1-130 0,1 0-11 0,1 0-3 15,-2-2-5-15,-3-3 4 0,1 1-6 0,1-4 17 16,-1-1-6-16,1-5 9 0,0 2-7 0,1-3 7 15,0 0 0-15,1 3 2 0,-2-4 4 0,1 4 6 16,-1-1 5-16,1 3 0 0,-1 0 11 0,-1 2 2 16,1-1-7-16,-1 3 3 0,2 3-33 0,-1 2-7 0,-5-3-1 15,-4-1-1-15,-2 1-2 0,-1 4-3 0,-2 3-1 16,-4 6-2-16,1 5-3 0,-4-8 8 0,-3 20-3 16,-3 0 5-16,0 2 4 0,-3 3-3 0,3-1 3 0,1 1-4 15,-1-1 5-15,7 3-5 0,2-3 4 0,2 0-3 16,6 3 3-16,2-2-8 0,0 1 4 0,5 0-4 15,0 0 11-15,4-1-4 0,-14 2-2 0,8-2 1 16,6-5 12-16,2 0-1 0,3 1-1 0,3-4-1 16,2 0-1-16,3-2 4 0,-2-2 5 0,11-3-4 15,3 1 0-15,1-3 13 0,1-2-4 0,1-1 8 16,1-1-3-16,-1-1-22 0,-1-2 9 0,-1-2-12 0,2 0 3 16,-1-2-6-16,-1 0-4 0,0 13 0 0,0-7 3 15,-3-3-2-15,-1-3-2 0,-1-1-3 0,-1-1-15 16,-1-1-5-16,-1-1-5 0,2-2 0 0,0 0-24 0,-2 0-108 15,3-2-18-15,-3-1-51 0,1 0-239 0</inkml:trace>
  <inkml:trace contextRef="#ctx0" brushRef="#br0" timeOffset="-106860.99">26229 6849 1453 0,'-1'-1'22'0,"0"0"-38"0,0-1 31 0,-1 1-22 16,1 0-17-16,0 0-6 0,0 0-7 0,1 0 6 15,1-2 13-15,0 1 2 0,2-1 4 0,1 1-2 16,4-3 4-16,-2 2 6 0,-1 1-2 0,0-1 3 15,-3 2 4-15,-1 1 3 0,2-1 0 0,-1 0 1 16,0-1 8-16,1 1 13 0,-2 0-7 0,0 0 5 0,0 0-17 16,0 1 10-16,1 0 3 0,-1 0-1 0,-1 1-2 15,0 1 1-15,-3 9-8 0,-3 8 6 0,-2 3-16 16,-2 3 4-16,-1 3-3 0,-1 3 2 0,1 0-3 0,-1 2 5 16,4-1 0-16,2-6 0 0,1-1-8 0,1-7-1 15,3-2 4-15,1-5-1 0,0-1 10 0,1-2-9 16,1-4 0-16,-1-1-4 0,-1-2 0 0,2 2 9 15,-1-3-3-15,5 2 7 0,0-1-5 0,4-1 3 16,0-2-1-16,1-4-1 0,0-1-10 0,14-38 6 16,-12 20 2-16,1 1 0 0,-1-1-9 15,0 2 5-15,0-1-7 0,-1 3 12 0,-3 2-2 16,1 0 1-16,-2 2-3 0,0 1-2 0,0 1 3 16,-1 2-3-16,-2 3 2 0,0-1-5 0,-2 5 4 0,0 1 1 15,-2 4 0-15,-1 0 0 0,1 1-1 0,1-2-3 16,1-1 1-16,-1 2 1 0,0 0 7 0,0 1-3 15,-1 1 3-15,0 1-8 0,0 17 8 0,-2 6-1 16,-4 1 3-16,-2 2-7 0,0 0-2 0,-1 2 2 16,1-1 0-16,-1 0 9 0,0 0-2 0,3-6-1 0,0-3 0 15,0 0 1-15,2-3-7 0,0-3 2 0,1-1-2 16,1-4 2-16,0-3 1 0,1 0 1 0,0-3-1 16,0 0-1-16,0-2-3 0,0 0-1 0,0 1-1 15,0 1 2-15,0-2-16 0,1-1-2 0,0-1-8 16,0-2-43-16,7-13-120 0,4-10-23 0,-2 1-39 15,-1-3-152-15</inkml:trace>
  <inkml:trace contextRef="#ctx0" brushRef="#br0" timeOffset="-106545.06">26110 6588 1368 0,'-1'0'76'0,"-1"-1"-92"15,-10-4 85-15,3 1-45 0,6 4-20 0,0-1-24 0,0 0 4 16,1 1-10-16,1 0 7 0,0 1 6 0,1 0 5 16,0 2-1-16,1 4 2 0,5 3 4 0,-3-1-10 15,14-2 10-15,0-3 3 0,9 2 9 0,1-3 7 16,1-1-3-16,2-1 5 0,-8 11-9 0,-1-6 0 15,-2-5-3-15,-1-1-6 0,-2-1 7 0,-3-2-6 0,0 0 7 16,-1-1-9-16,0 1-4 0,-1-1 3 0,0 1-4 16,1-3-7-16,0 0-3 0,-1-1-12 0,1 0 4 15,1 0-42-15,1-1-94 0,0-1-21 0,3 0-40 16,0-2-205-16</inkml:trace>
  <inkml:trace contextRef="#ctx0" brushRef="#br0" timeOffset="-106211.29">26871 6449 273 0,'0'0'32'15,"0"0"33"-15,0 0 27 0,0 0-8 0,0 1 11 16,0 0-10-16,0 1 1 0,1-1-11 0,0 0-6 16,1 0-2-16,-1 0-26 0,1 1-12 0,5 1-1 0,5 3-4 15,0-1-12-15,-1-2-8 0,4 1-3 0,-4-1 0 16,3 1-5-16,-1-2 2 0,-4 0-2 0,4 1 2 15,-8-2-7-15,2 0-6 0,3 1-5 0,-2 1-3 16,2-1-33-16,-2-1-114 0,-4 1-25 0</inkml:trace>
  <inkml:trace contextRef="#ctx0" brushRef="#br0" timeOffset="-106044.84">26970 6661 871 0,'0'0'51'0,"0"0"0"0,0 0 10 16,0 0 2-16,1 0-11 0,0 0 25 0,10 0-28 16,10 1 2-16,4 1-13 0,4 1-21 0,8-2-11 15,2 0-6-15,3-1 1 0,-4-4-18 0,1 0-37 16,0-2-55-16,1-4-26 0,0-1-502 0</inkml:trace>
  <inkml:trace contextRef="#ctx0" brushRef="#br0" timeOffset="-105241.21">29139 5713 1323 0,'-1'-1'8'0,"0"-2"-5"15,-2-5 9-15,-2-6-5 0,1 4-19 0,3 4-29 0,1-1 9 16,0 0-11-16,3-1 30 0,1-1 7 0,-1 0-1 16,10 2 3-16,1-2-4 0,-3 1 2 0,0-2 1 15,-2-3 1-15,1 1 4 0,-1 0-1 0,-1 2 1 16,2-2-1-16,-3 0 9 0,0 1 11 0,0 1-4 0,-2 0 7 15,-1 2 9-15,-1 0 1 0,-1 2 11 0,-1 3-7 16,0-1 14-16,2 1-18 0,-3 1-4 0,2 0-5 16,1 0-23-16,-2-1-5 0,0 2 3 0,0 0-5 15,0 1 5-15,-1 0 4 0,0 1-2 0,-1 7 5 16,-6 16 6-16,-1 3-13 0,1-4 7 0,-2 4-8 16,1 1 6-16,1-3 2 0,0 2-4 0,0 0 3 15,1-3-1-15,1-3-1 0,2 1-2 0,1-3 1 0,-1-2 2 16,1-2-3-16,0 0 10 0,-1-1-8 0,1 3 4 15,-1-3-6-15,1 1 0 0,0 1 0 0,-1-2 0 0,0 1 1 16,1-1-1-16,-1 0 0 0,1-1 1 0,-1-2 6 16,0-1-2-16,1 0 2 0,-2-1-9 0,2-2 2 15,-2 1 0-15,3-4 2 0,-1-1 2 0,1 0 0 16,-5 0 2-16,-1 1-1 0,-4-2 5 0,2 2-6 16,-3 4 2-16,2-2-4 0,1-1 2 0,1-2 7 15,0 1-9-15,2-2 8 0,2-1-6 0,-1 2-1 16,2-2 3-16,2-1-5 0,-2 1-5 0,1 0 6 15,0 0 0-15,-1 0 4 0,1 1-6 0,1-1-6 16,0 0 2-16,-1 0-2 0,1 0 11 0,0 0 0 0,1-1 7 16,0 0-5-16,1 0 4 0,2 0 1 0,7 0-9 15,14 0 7-15,2-1-8 0,2-1 2 0,1-2 2 16,-3 1-1-16,-4-1-1 0,0 2-11 0,-5 0 3 0,-1 0-5 16,-2 2 14-16,-3 0-5 0,0 0-2 0,-4 0-3 15,-1 0-16-15,-1 0 3 0,-2 0-7 0,1 0 1 16,-2 0-37-16,-1 0-78 0,0 0-10 0,2 0-33 15,-1 0-142-15</inkml:trace>
  <inkml:trace contextRef="#ctx0" brushRef="#br0" timeOffset="-104793.45">28103 6357 1404 0,'-1'0'1'0,"0"0"0"0,0 0-13 16,0 0-1-16,0 0-8 0,-1 0-23 0,1 0 22 15,0 0-8-15,0 2 15 0,1-1 10 0,0 1-12 0,1 0 11 16,1 3-12-16,2 1 3 0,4-1 8 0,9-3 0 15,3-1 7-15,2 12 21 0,3-5 9 0,3-3 7 16,4-5-1-16,4-2 13 0,4-4 0 0,7-2-3 16,7-3 2-16,7 2-9 0,10-3-2 0,1 1-3 15,3 1 0-15,0-1-13 0,5 1-7 0,4 1 3 0,6 0-4 16,3 1-8-16,-4 2 4 0,2-1-7 0,2 2 6 16,0 0-10-16,2 3 2 0,-2 0 5 0,-8-1 0 15,2 3-4-15,-4 0 2 0,3 0-3 0,-4 0 3 16,-8 0-5-16,-8 1-6 0,-6 1 4 0,-3-1-1 15,0 1 18-15,2 1-10 0,-6-1-1 0,-4 0-2 16,-5 1-3-16,-8-2 4 0,-4 0 2 0,-7 1 0 0,-3 1-3 16,-4-1-11-16,-3 0 4 0,-3 1-6 0,-3-2-7 15,-1 1-15-15,-4-1-14 0,-2-1-1 0,1 2-66 0,-1-1-112 16,0 0-34-16</inkml:trace>
  <inkml:trace contextRef="#ctx0" brushRef="#br0" timeOffset="-104141.77">28149 6944 99 0,'0'0'66'0,"-1"0"-28"0,0 0 69 0,0 0-17 16,0 0-17-16,-1 0-7 0,1 0-5 0,-1 0-2 15,0 0-16-15,-1 0-16 0,1 0-1 0,0 0-5 16,-1 0-7-16,1-1 1 0,-1 1-5 0,1-1 2 16,0 0-1-16,1 1-1 0,-2-2 0 0,2 2-3 15,0-1 2-15,0 0-6 0,0 1 1 0,-1-1-6 16,1 1-21-16,0-1-3 0,0 1 2 0,0-1-2 0,-1 1 5 16,1-2-14-16,0 2-7 0,0 0-3 0,0-1-29 15,0 1-134-15</inkml:trace>
  <inkml:trace contextRef="#ctx0" brushRef="#br0" timeOffset="-101775.25">28169 6991 173 0,'0'0'26'0,"0"0"-10"0,0-1 31 15,0 0-9-15,0 0-9 0,0 0-29 0,0-2-3 16,0 1-7-16,0-1 2 0,0 1 5 0,0 0 4 16,0-1-1-16,0 2 12 0,0-2 0 0,0 0 3 15,0 0 1-15,0 2 32 0,0-3-5 0,0 2 14 0,0-1-12 16,-1 0 7-16,0 1-12 0,0-1-11 0,1 2 1 15,-1-1-28-15,-1 0 23 0,-1 1-12 0,2-1 15 16,-5 1-11-16,2-2-1 0,-4-2 5 0,3 2-4 16,-2 0 12-16,4 1-4 0,0 1 3 0,-1-1-4 15,3 2-2-15,-2-1-5 0,1 0-3 0,0-1 0 16,-1 1-14-16,2 0 8 0,0 0 2 0,0 0 2 0,-1 0-3 16,2-1 6-16,2 1-9 0,-1 0 7 0,1 0-5 15,8-3 2-15,4 1 2 0,0-1-1 0,0 2-1 16,1 1 8-16,-1 1-4 0,0 0 4 0,1 0-10 15,-4 2 8-15,1 2-8 0,-3 0 6 0,0 2-14 16,-3 5 1-16,-2 10-1 0,-1 2 4 0,11 2 7 0,-6 2 1 16,-5 0 6-16,-3 0-4 0,-2 2-1 0,-4-2 4 15,-2-2-3-15,-4 4 4 0,-1-8-1 0,6-1-6 16,-13 0 4-16,-2-5-4 0,3 0 5 0,-4-1 0 16,-2-3-2-16,1-2 2 0,-1 1 2 0,0-3-7 15,4-1-3-15,1-3 0 0,2 1 3 0,4 5-1 16,1-3 12-16,1-1-9 0,3-4 8 0,-1 0-1 15,3-1-2-15,0-1 1 0,3 0-2 0,0 0-13 0,-1-2-2 16,3 2-2-16,0-9 2 0,0-3-2 0,-6 1 4 16,1-2-5-16,2 1-3 0,3 1 9 0,2 1-5 15,0 2 6-15,1 2-4 0,2-4-1 0,-1 4 2 16,2-1-2-16,-2 3 5 0,-2 4-5 0,1-1 4 0,3 0-5 16,4-4 0-16,4 0-1 0,1 3-6 0,1 3 3 15,-1 3-5-15,2 4 9 0,-2 1 2 0,2-4 2 16,3 12-1-16,-8-2-3 0,6 1-4 0,-5-2 0 15,0-2 8-15,5 1-8 0,-3-2 8 0,1 0-8 16,-1-1 9-16,-2-2-6 0,0-1 2 0,-2-1-2 16,2 0 1-16,-3-1 0 0,1 0-5 0,1-2 3 15,-1 0-13-15,-2 0-12 0,1 4-4 0,1-2-5 0,-1 0-28 16,2-2-51-16,2-2 8 0,1-1-24 0,1-3-14 16,1-3-56-16,0-2-9 0</inkml:trace>
  <inkml:trace contextRef="#ctx0" brushRef="#br0" timeOffset="-101324.33">28635 6983 795 0,'0'0'44'0,"0"0"63"0,-1 0-57 0,0 1-13 16,-1 0 2-16,1 1-7 0,1-1-6 0,-7 12 10 0,0 2-11 15,1 1 12-15,0 4-12 0,2 0-4 0,-1 0-3 16,1 0 0-16,1-1-6 0,-3 3-1 0,1 2 0 15,1-2-2-15,-1 3-7 0,1-6 9 0,1 0-3 0,-1-3 5 16,1-1-4-16,0-2 9 0,1-2-1 0,1-3 3 16,0-1-6-16,1-2-7 0,0-2-2 0,0 0-3 15,0-2-2-15,0 0-7 0,0 0 2 0,1 2-4 16,-1-1 1-16,0 0 2 0,1 0 1 0,0-1 0 16,0 0 5-16,2-1 1 0,-2 0-1 0,11-7 0 15,-2 5-3-15,7-16 2 0,-4-1 1 0,3-2-1 16,2 1-8-16,-4 0 11 0,2 2-5 0,-1 2 7 15,-4-1-6-15,-2 4 2 0,0 3 1 0,-3 0 0 16,0 5 0-16,-3 1-1 0,-2-1-4 0,1 5 2 0,-2-1 3 16,2-1 1-16,0-1 1 0,1 1-1 0,-1 1 12 15,-1 1 2-15,0 0 3 0,1 1-3 0,-1 1 4 16,0 9-11-16,0 11 10 0,-2 1-11 0,-3 0 10 0,0-2-12 16,-3 1 5-16,1-6-6 0,1-2 4 0,1-2-1 15,1-2-7-15,1-1 5 0,-1-1-4 0,1-1 1 16,1-1-1-16,1-1-1 0,0-2-5 0,0 1-3 15,0-3-5-15,0 0 2 0,0 1-4 0,0 1-5 16,0-1-1-16,0-1-8 0,0 0-67 0,0-1-64 16,0 0-8-16,0-1-17 0,0 0-42 0</inkml:trace>
  <inkml:trace contextRef="#ctx0" brushRef="#br0" timeOffset="-101089.3">28512 6841 1305 0,'0'-1'84'0,"0"-1"198"16,0 1-284-16,0-1-9 0,0-1 2 0,1 1-3 15,3 0 12-15,19-8 0 0,6 4 0 0,3 6 0 0,1 0-4 16,1 3-3-16,-6 0-3 0,-1 1-1 0,-3 1-16 15,-3-1-62-15,-2 1-16 0,-4 0-17 0,-2-2-54 16,-1 1-23-16,-3-2-23 0</inkml:trace>
  <inkml:trace contextRef="#ctx0" brushRef="#br0" timeOffset="-99974.02">29590 6580 835 0,'0'-2'15'0,"-1"1"17"0,-1-1 10 0,2 0-22 15,0-1 7-15,0-1-15 0,0 0-12 0,0 2 7 0,0-2-7 16,0 3 9-16,0 0-1 0,0-2 5 0,0 1 1 16,0 0 2-16,0-1 17 0,0 2 2 0,0 0 1 15,-1 0-2-15,0 0-3 0,0-1 4 0,0 1 0 16,0 0-1-16,-2 0-2 0,1 1-10 0,-6 0 0 15,-2 1-3-15,-3 3 0 0,0 0-5 0,-2 5-3 0,-1-6 0 16,-2 14-4-16,2 4 0 0,-1-2 6 0,2 1-7 16,2 1 2-16,2-2-4 0,1 1-1 0,1 0 0 15,2-2-3-15,2 0 0 0,0 1 4 0,2-2-1 16,1 1 6-16,-10 0-5 0,5-2-4 0,3 2 1 16,1 1 3-16,2-1-3 0,1 1 3 0,1 1-4 15,2 0 6-15,0 3-5 0,1-1 6 0,-1 1-7 0,1 2 1 16,-1 1 7-16,0-4-8 0,-2 2 7 0,0 1-3 15,-1-3 0-15,0-1 2 0,0-2-2 0,0-3 3 16,-1 0 5-16,-2-2 2 0,1-1 0 0,0-2 5 0,-1-1-5 16,1-1-2-16,0-1-1 0,-2 0-1 0,2-4-7 15,-2 2 6-15,1-1-6 0,-1 0 7 0,2-2-10 16,-3-1-1-16,2 0-1 0,-1 0 14 0,1 0-8 16,0-1 3-16,1 1-6 0,-2-1-6 0,1 0-7 15,-1 0 0-15,1-1-4 0,-1 0-13 0,2 0-17 16,-2-1-10-16,2 0-2 0,-2-2-40 0,1 0-26 15,-2-8-10-15,1-3-9 0,-1 0-84 0</inkml:trace>
  <inkml:trace contextRef="#ctx0" brushRef="#br0" timeOffset="-99706.74">28950 6988 1395 0,'0'0'52'0,"0"-1"129"16,0-1-170-16,0 1-15 0,0 0 7 0,1 0-11 15,0 1 0-15,23-7 6 0,3 2-5 0,5 3 7 16,1 1-1-16,1 1-3 0,2 0 0 0,-3 0-1 0,0 0-10 16,-5 0 2-16,-2 0-1 0,-2 0 2 15,-4-2-2-15,-3 2 9 0,0 0-6 0,-5-1 8 0,-2 0-6 16,0 0 6-16,-3 0 7 0,2-2-4 0,-1 1 2 0,2 0-14 15,-2-1-6-15,4 0-2 0,1-1-16 0,-2 2-104 16,1-1 7-16,0 1-48 0,-2 1-74 0</inkml:trace>
  <inkml:trace contextRef="#ctx0" brushRef="#br0" timeOffset="-99322.58">29714 7278 1390 0,'0'-1'12'15,"0"0"25"-15,0 0-35 0,0-1-11 0,0 1-6 0,0 0-3 16,0 0-13-16,2 0 18 0,-1 0-6 0,0-2 9 16,0 1-5-16,0-1 3 0,4-2 8 0,0-2-5 15,-1 0 8-15,1-3 10 0,-1 3-7 0,-2 0 11 16,0-1 4-16,0 3 13 0,-1-1 4 0,0 0 0 15,-1 3-1-15,0 0-2 0,0 2-4 0,1-1 0 16,0 0-25-16,-1 0-2 0,1 1 0 0,1 0 0 16,-1 0 2-16,0 1 8 0,0 1-4 0,0 0 6 15,2 9 3-15,1 12-6 0,0-1-1 0,-3 1-2 0,0 1-6 16,0 0 2-16,1-2 4 0,-2 1 0 0,0-2-2 16,0-2-1-16,0 0 2 0,0-3 0 0,0-1 3 0,0-2-4 15,0 0-5-15,0-3 2 0,0 0 2 0,0-2-2 16,0-1 4-16,0-2-4 0,0 1 2 0,0-3-7 15,0 1 4-15,0-2-7 0,1 1-6 0,0 1 4 16,0-1-17-16,0-1 7 0,1 0-80 0,-2 0-166 16,0-1-31-16</inkml:trace>
  <inkml:trace contextRef="#ctx0" brushRef="#br0" timeOffset="-99056.43">29578 7155 1140 0,'0'0'144'16,"-1"-2"36"-16,0 1-66 0,0 0-77 0,-1 0-8 16,1 0-21-16,0-2-30 0,0 2 5 0,0 0-9 15,1 0 22-15,0 0-2 0,0 0 4 0,1-1-3 16,1 1 0-16,2 0 0 0,12-3-3 0,1 1 3 15,0-1 5-15,6 1 8 0,-2 1 4 0,3-1 1 0,2-1 1 16,0-1-5-16,0-1-5 0,-1 1 2 0,-1 1-15 16,-2 0-6-16,-4 0 3 0,0 0-3 0,-4 0-4 15,3 0-28-15,-1-1-43 0,-2 0-4 0,5-1-235 0</inkml:trace>
  <inkml:trace contextRef="#ctx0" brushRef="#br0" timeOffset="-91232.75">29309 5371 208 0,'0'0'18'16,"0"0"10"-16,0 0 8 0,0 0 5 0,0 0-13 15,1-1-14-15,0-1 2 0,0 1 2 0,0 0 2 16,1 0 8-16,-1 0-1 0,0 0-2 0,0-1 0 0,2 1-11 15,-1 0 19-15,0 0-6 0,1 0 12 0,-1-1-1 16,0 1-1-16,1 0 4 0,-1 0-4 0,0-1-1 16,1-1-2-16,-1 1-2 0,-1 0 2 0,2-4 10 15,-1 0-14-15,3 1 6 0,-3-1-10 0,3-1 0 0,-2 0 0 16,1 0-3-16,-1 0 2 0,0 0-2 0,-2 0-7 16,1 0 4-16,3 1-6 0,1-2-4 0,-2-1 1 15,-1 4-1-15,0-2 3 0,-1 2 9 0,-1 1-3 16,0-2-4-16,-1 3-1 0,0-1-10 0,0 0 2 15,0 0 4-15,0-1-1 0,0 4 10 0,0-1-11 16,-1-2 5-16,1 2-6 0,-1 0 1 0,-3-3 0 16,2 3-2-16,-3-2 1 0,-3-2-3 0,-1 2 6 15,0-1-2-15,0 2 3 0,-2 1-5 0,0 1-5 16,1 1 7-16,-3 0-6 0,1 2 11 0,0 2-11 0,-4 1 0 16,1 0-2-16,-2 4 2 0,-3 1 0 0,0 2 3 15,-1-11-2-15,0 13 3 0,-1 2 2 0,-1-1-7 16,3 1 5-16,-1 1-4 0,1-1-1 0,0 0 4 15,1-1-5-15,0 0 2 0,5-2-4 0,1 1 4 0,4-2-2 16,1 0 6-16,1-2-1 0,1 0-3 0,1-3 2 16,2 0-4-16,-1-3 6 0,2 4 0 0,-1-4 2 15,1 3-1-15,1 0-7 0,-4-1 5 0,0 1-5 16,2 0 1-16,1-2 6 0,0-1-5 0,2-2 5 16,0 0-3-16,0 1 3 0,0-1-4 0,0 0 3 0,2 1-3 15,-1-1 7-15,1-1 0 0,0 0 0 0,11 5-12 16,-1-2 7-16,3-3 0 0,0-1 3 0,-1-1-5 15,4-3 1-15,-3 0-3 0,2-4 2 0,0 0 2 16,0-1 5-16,3-3-2 0,-1 0 2 0,2 11-8 0,-2-13-2 16,0 0 0-16,-1 1 0 0,-1 0-3 0,-4 1 9 15,0 2-3-15,-2 0 5 0,-2 1-8 0,-1 1 0 16,2-1-2-16,-4 2 2 0,-1 2 0 0,1-1 2 16,-2 1 1-16,-1 1 2 0,0 2 2 0,-2 1-5 15,0 0 5-15,0 0-5 0,2-2 9 0,-1 1-11 16,0-1 0-16,1 2-2 0,-2 0-3 0,0 0 10 15,0 0-1-15,0 0 6 0,1 1 3 0,-1 0-2 16,0 0-3-16,-1 0 1 0,0 1-3 0,0 0-1 16,0 0 0-16,0 1-1 0,0 0-6 0,0 7 3 0,0 0 4 15,0 2 0-15,0 0 3 0,0 2-6 0,0-1-1 16,0 0-1-16,0 2 0 0,0 0 0 0,0 2 0 16,0 0 2-16,0 0 7 0,0 0-4 0,0 3-2 15,0 0-1-15,0 2-7 0,-1 1 9 0,0-2-3 0,-2 0 6 16,1 0-8-16,-1 2 0 0,1 0 1 0,0-2 0 15,-1 0 1-15,1 0 6 0,0-2-5 0,-1 2 5 16,0 2-10-16,-1-1 4 0,1-1 0 0,-1 0 3 16,0 0-6-16,-2-2 2 0,0 2-1 0,-1-1 2 15,0-1 0-15,-3 2 0 0,0-1-1 0,-1-3 2 16,6 3-1-16,-12-4 5 0,-1 3-5 0,3 0 4 0,-2-4-4 16,2 0 4-16,2-2 1 0,-3-4 0 0,0-2-6 15,2 0 9-15,0-3-4 0,1 1 6 0,-1-2-6 16,-1-1-1-16,-2 10 1 0,4-5-1 0,2-2 6 0,-1 0-10 15,3-3 3-15,-1-1-3 0,-2 0 18 0,4-1-8 16,0-2 4-16,1 1-5 0,0-1 12 0,2-1-4 16,0 1 1-16,2-8-3 0,2-2-7 0,0 0 2 15,-9-1-5-15,4 1 3 0,3 0-10 0,0-2 2 16,3 0 0-16,2-2 3 0,0 1-1 0,1 1-3 16,2 0 2-16,1 2-1 0,0 2-2 0,1-2 0 15,1 0 2-15,-4 0 0 0,10-1 0 0,3 1 4 16,5 0-4-16,-2 1 4 0,3 0-4 0,1 2 0 15,-1-1-2-15,1 3 1 0,-1 0-6 0,0 1 6 0,-5-1 1 16,0 4 0-16,-4-1-4 0,0 3 7 0,-2-2-7 16,-3 1 7-16,0 1-8 0,-5 0 7 0,3 1 2 15,-1 0 0-15,-2-2-10 0,0 0 6 0,0 1-2 16,0-1 3-16,-1 1-3 0,-1 1-3 0,1-1-6 0,-1 1 2 16,0 0-11-16,0 1 1 0,-1 0-1 0,0 0-1 15,1-1-20-15,1-3 6 0,-1 0-18 0,2-2 4 16,-1 0-114-16,1-1 36 0,-1 0-27 0,2 1 31 15,0-2-56-15,-1 2-147 0</inkml:trace>
  <inkml:trace contextRef="#ctx0" brushRef="#br0" timeOffset="-90299.49">29606 5746 795 0,'0'0'2'0,"0"0"1"0,0 0-5 0,0 0-4 15,0 0-1-15,0 0-6 0,0 0 17 0,0 0 3 16,0 0 7-16,0 0 22 0,0 0 37 0,0 0-8 0,0 0 15 16,0 0-15-16,0 0 5 0,0 0-3 0,0 0 3 15,0 0-6-15,0 0-23 0,0 0 5 0,0 0-13 16,0 0-9-16,0 0-18 0,-1 0 0 0,0 0-6 16,0 0-5-16,0 1 6 0,-1 0-1 0,1 2 2 15,-3 8-2-15,-2 3 8 0,-1 3-5 0,1 1 5 16,-1-1-15-16,0 3 10 0,0 0-3 0,-2 1 6 0,0 1-9 15,0-1 4-15,-1 0 1 0,1-1 2 16,-2 0-4-16,2-3 7 0,2-4-3 0,1-2 6 0,2-3-2 16,3-3-5-16,-1 2 4 0,1-2-3 0,1-1 2 15,0 0 11-15,0-3-1 0,0 0 8 0,0 2 16 0,0-1-10 16,0 0-3-16,0 0-1 0,0-1-6 0,1-1-12 16,0 0 4-16,0-1-8 0,1-1-4 0,3-1-1 15,7-9-2-15,-2-3 2 0,1-3 4 0,0 2-3 16,-1-1 0-16,-2 0-2 0,3 0 2 0,1-1 2 15,-4 1 2-15,3 0 0 0,-2 0 2 0,-3 0-6 16,3 3 1-16,0 1-3 0,0 1 1 0,2 2 4 16,-2-1 1-16,0 2 0 0,1-1-3 0,-2 3-1 15,1 2-2-15,0-1 1 0,-2 1-1 0,0 1-4 16,-3 0 3-16,1 3-3 0,0-3 5 0,-3 3 0 0,1 0-1 16,-1-1 0-16,-1 2-4 0,1-1 3 0,0 1 3 15,0 0 0-15,0 0 4 0,1 1-1 0,-2 1-3 16,0 0 2-16,4 11-3 0,-3 3 4 0,-2 1-2 15,0-1 3-15,-1 0-10 0,-1-2 9 0,-1-1-3 0,0-2 4 16,0 0-6-16,0 0 5 0,0-3 0 0,2-1 3 16,0-1 4-16,0-3-9 0,1 0 4 0,0-2-6 15,0 0 1-15,0 0 1 0,0 0 1 0,0 1 2 16,-1 0 9-16,0 0-6 0,-1 1 8 0,2-2-6 16,0 0 16-16,0 0-16 0,0 0-1 0,0-1-4 15,2 0-6-15,-1-1 2 0,1-1-1 0,-1-4 1 0,11-9 4 16,0 2-5-16,0-1 4 0,-1-1-5 0,2 1 2 15,0-1-3-15,1 0 3 0,3-1-4 0,-1 1 9 16,3 1-7-16,-3-2 1 0,2 1-3 0,1 1 4 0,-3 3-6 16,1 4 6-16,-3-2-5 0,-2 5 10 0,-2-1-5 15,-4 0-2-15,-2 3-2 0,-2 1-8 0,2 0 3 16,-1-1 3-16,1 2 0 0,-2 2 9 0,0 0-3 16,3 7 0-16,0 12-2 0,-4 2 2 0,-1-2 1 15,-4 1 1-15,0-3 0 0,-2 1-3 0,2-5 8 16,1-1-7-16,0-2 9 0,2-1-1 0,1-1-10 15,0 0 6-15,0-2-8 0,0 0 5 0,0-1 1 16,1-1-2-16,1 0 0 0,0-1-1 0,0-2-7 0,-2-1 0 16,10 5-3-16,1-2-16 0,5-1-19 0,3-3-8 15,-1-2-16-15,5-4-160 0,0-2-260 0</inkml:trace>
  <inkml:trace contextRef="#ctx0" brushRef="#br0" timeOffset="-88964.21">31191 6015 490 0,'0'0'31'0,"0"0"-1"0,0 0 24 15,0 0-12-15,0 0 2 0,0 0-36 0,0 0-4 16,0 0-1-16,0 0-1 0,0 0-5 0,0 0 1 0,-1 0 1 16,0 0 1-16,0 0 24 0,0 0 34 0,0 1-1 15,-2 1 12-15,1-2-7 0,1 0-5 0,-4 0-2 16,3 0-1-16,-1 0-9 0,2 0-16 0,-1 0-3 15,-2 0-4-15,1 0-7 0,0 0-6 0,1 0 1 16,0 0-4-16,-1 0-2 0,2 0 0 0,0 0 6 16,0 0-2-16,0 0 21 0,-1 0 2 0,2 0 1 0,0 0 1 15,2 0 6-15,0 0-7 0,7 0 0 0,10-3-3 16,0 0-7-16,2-1-2 0,0-1-5 0,2 1 2 16,-1 0-10-16,-1 1-9 0,1 0 8 0,-3 2-10 15,-2 0 1-15,-3 0 2 0,1 0-4 0,-3-1 5 16,0 2 3-16,-3 0 8 0,-1 0-5 0,-1 0 4 0,0 0-20 15,-2 0 14-15,-3 0-4 0,1 0 9 0,-1 0-7 16,1 0-5-16,-2 0 4 0,1 0-4 0,-1 0 0 16,0 0-2-16,1 0-4 0,-1 0 4 0,-1-1 1 0,0 1-6 15,-1 0 2-15,-3 0-3 0,-10 0 3 0,-7 1 9 16,2 2-6-16,-2 0 7 0,-3 1-9 0,5-1 10 16,1 1-2-16,-2 1 4 0,1-1-2 0,1 0-4 15,-1-1 5-15,1 1-5 0,-1-1 7 0,1 1-5 16,1-1 2-16,1 1-2 0,2-2 0 0,4 1 8 15,1-1-9-15,6-1 7 0,-1 0-13 0,1 1 9 16,-1-1 0-16,-1 0 3 0,4-1-6 0,-1 1 4 16,1 0 1-16,0 0 1 0,1 1 7 0,0-1-5 15,1-1 0-15,1 0-2 0,12-3-6 0,9-1 4 0,-1-2 0 16,1 0 3-16,0-1-6 0,-2 0 3 0,0 0 1 16,-1 1 0-16,0 0 3 0,1 1-7 0,-2 1 1 15,1 0-1-15,0 1 7 0,-1-1-10 0,3 2 2 16,-3 1-5-16,-3-1 4 0,-3 1-18 0,-6 1-1 0,-1 0-7 15,1 0-15-15,-2 0-5 0,-1 0-52 0,-2 0 8 16,-1 0-238-16</inkml:trace>
  <inkml:trace contextRef="#ctx0" brushRef="#br0" timeOffset="-88463.61">32223 5689 822 0,'0'-5'151'0,"2"-20"367"0,-1 5-519 0,2 7-5 15,-1 2-1-15,-1 5-4 0,0 1-23 0,0 0 4 16,-1 3 7-16,2-3-4 0,-2 4-8 0,0-2-32 0,0 0 6 15,0 2-6-15,0-2 60 0,0 0-3 0,0 2 11 16,-2-2-5-16,-7 1 21 0,-5-2 29 0,-1 2-9 16,-1 1 15-16,-1-2 3 0,0-7-5 0,3 3 3 15,-1 1-7-15,2 1-16 0,-5 1-3 0,-3 0-6 16,2 3 2-16,-1 1-15 0,3 1-4 0,4 3 1 0,-7 3-4 16,-1 3-11-16,1 2 13 0,-4-6-9 0,6 17 10 15,3 1-6-15,-2-1-4 0,0 3 7 0,1 0-4 16,-1 0 6-16,4 0-1 0,0-1-3 0,0-3 1 15,3 1-2-15,2 0 1 0,-1-2-1 0,5-2 1 16,0-2-1-16,-7 0 10 0,4-2 1 0,3 0 3 16,3-2-8-16,1-1 13 0,1-1-3 0,1-2 8 0,3 2 9 15,1-1-8-15,-4 1 1 0,14-2-6 0,2-3-8 16,3-1 1-16,3-2-5 0,2 1 3 0,0-1-12 16,2 1-5-16,-2-1-3 0,2 0 0 0,-3-2-5 0,-3 12-2 15,0-5 1-15,-6-4-2 0,1-2 4 0,-5-2-5 16,3 0-3-16,-3-1-3 0,-1-1-21 0,-2-2-60 15,-2 2 11-15,0-2-26 0,0 1 29 0,-1-1-5 16,-1 2-3-16,1-2-5 0,-1 1-45 0</inkml:trace>
  <inkml:trace contextRef="#ctx0" brushRef="#br0" timeOffset="-87796.87">32030 6471 1365 0,'-1'0'32'0,"0"-1"63"16,-1 0-88-16,1 0-27 0,1 0-4 0,0 0-7 16,0 1-5-16,0 0 24 0,0 0-2 0,1 0 9 15,1 0-3-15,-1 1 4 0,0 0 1 0,1 0 1 16,1-1-4-16,2 0 19 0,5 0-1 0,0-1 10 15,5-3 13-15,-4-1 13 0,2-4-3 0,-1 6 6 0,-1-13-6 16,0 0-1-16,0-3-10 0,0 2 3 0,-1-2-27 16,1-1 2-16,-2 1 5 0,1-1-4 0,-1 0 3 0,0-2-8 15,1 0-3-15,-2 2 0 0,0 0-1 0,-2 5-1 16,0 2-1-16,0 3 0 0,-4 3-1 0,1 2 0 16,-2-1-1-16,0 4 0 0,1 0-13 0,-1 0 11 15,2 0-5-15,-1-1 6 0,0 1-15 0,0 0 6 16,-1 1-3-16,0-1 3 0,0 2 8 0,0 0 0 15,-1 2 4-15,0 7-4 0,-6 13 2 0,-1 3 6 16,-2 1-5-16,0-3 5 0,0 2-9 0,2-4 3 16,1-1 2-16,2-2 0 0,0-4-2 0,2-1 2 15,1-1-1-15,1-2 3 0,0-2 2 0,0-2 6 0,0 0-3 16,0-1 3-16,1-2-7 0,-1 0 5 0,1-1 0 16,1 1 2-16,1-1 5 0,4 3-9 0,6-1 5 15,0-1-7-15,1-3-4 0,-1 0 4 0,-2-3-4 16,4-1 5-16,-1-3-5 0,1-2 2 0,3-1-4 0,-7 1 1 15,7 6-1-15,-6-8 6 0,-3 1-3 0,2-1 5 16,-3 1-5-16,1 0 3 0,3 0 4 0,-5-2-2 16,1 2-1-16,1 0-7 0,-6-1 1 0,5 4-1 15,-2-1 9-15,-3 3-10 0,-3 4 1 0,1-1-3 16,6 1 5-16,-6 1-11 0,8-7 5 0,-6 5-7 16,-1 1 3-16,-1 1 15 0,1 0-8 0,-1 1 10 0,1 2-1 15,6 12-1-15,-2 5-1 0,-2 1-1 0,-1 2-5 16,0 1 1-16,1 0 3 0,1-1-1 0,1 0 9 15,2-2-11-15,3-1 9 0,-8-1-8 0,16-1 18 0,3-2-1 16,1-2-2-16,3-4 0 0,1-1-13 0,3-4-4 16,2 5 1-16,4-5-2 0,3 12-8 0,8-7-32 15,0-9 1-15,3-5-12 0,-6-4-25 0,0-5-204 16,-1-2-106-16</inkml:trace>
  <inkml:trace contextRef="#ctx0" brushRef="#br0" timeOffset="-86680">25348 5278 804 0,'0'0'0'0,"0"-1"5"0,-1 0 47 0,0-1-23 16,0 1-7-16,0 0-25 0,-1 0-9 0,2 1 9 16,-1 0 3-16,1 0 1 0,-1 0 8 0,0 1-2 15,0 0 10-15,-1 0-6 0,1 2 23 0,1-2 4 0,-3 4-4 16,-1-1 5-16,2 2-2 0,-4-1 8 0,1 1-4 16,2 0 3-16,-2 2-19 0,2 2 22 0,-1 5-9 15,-1 1 12-15,-2 6-20 0,3 7-7 0,-3 1-4 16,1 9-1-16,0 2-7 0,-2 6-4 0,2 3-1 15,-3 0-1-15,2 2-3 0,-4 3-3 0,1 2 2 0,0 7-2 16,-6 3 2-16,3 7 5 0,-4 4-1 0,-1-3 2 16,3 3-3-16,-4 1-4 0,0 2 3 0,0 10-3 15,1 4 2-15,-1-1 0 0,1-3 0 0,-1-4 1 16,2 3 6-16,0 0-5 0,0 2 0 0,1-8-1 16,1-5 6-16,-1-4-7 0,1-6 5 0,1 1-6 15,1-4 7-15,2-1-5 0,0-7 2 0,2-13-3 0,2-3 6 16,1-12 25-16,1-6-14 0,1-8 14 0,2-4-24 15,1-4-16-15,-1-4 3 0,0-2-12 0,0 0-20 16,1 1 24-16,0-1-12 0,0-1 14 0,-1 0-34 0,1-1-19 16,1-1-7-16,0-8-7 0,4-26-44 0,5-12-46 15,5-15-15-15,5-10-25 0,0-6-192 0</inkml:trace>
  <inkml:trace contextRef="#ctx0" brushRef="#br0" timeOffset="-84660.23">25440 5227 1068 0,'-1'-1'31'0,"0"-1"75"15,-3-6-96-15,3 4-26 0,1 3 5 0,-1-1-15 16,1 0-4-16,0 1-19 0,1 0-2 0,0 0-5 16,3 1 0-16,7-1 21 0,1-1 3 0,-1 2 7 15,0 0 19-15,0-1 17 0,1 0 5 0,-2 0 6 16,2-3 29-16,0 0 12 0,2-3 3 0,1-2 0 0,-1 1-16 16,3-2-18-16,-1 7-6 0,6-9-1 0,1 1-2 15,6-1-4-15,1-1-2 0,3 0-2 0,0 0-13 16,3 3-5-16,2-1 3 0,1 4-4 0,4 0 7 0,5-3 1 15,8 2-4-15,2-1 1 0,5-1-6 0,0 1 10 16,-2 0-2-16,2 0 5 0,-2-1-8 0,7 0 2 16,1 1 2-16,5 1-2 0,1 1-5 0,-4-2-2 15,-1 2 4-15,-1 2-2 0,3 0 8 0,3-1 2 16,4 1-7-16,-3 1 5 0,-2-1-8 0,0 1 1 16,-2 0 2-16,8 0-1 0,1-1 1 0,3 1 7 15,-1-2-5-15,-5 0 5 0,3-1-10 0,6 0 8 0,4 0 2 16,0-1 2-16,0 0 0 0,1-1-6 0,-2-2 4 15,4 2-5-15,1 1 5 0,-4 1-4 0,-5 1 2 16,-2 1-2-16,1 3-3 0,1-2 7 0,-3 1-7 16,-5 2 7-16,-4-2-7 0,0-20 5 0,3 16 1 15,4 4 2-15,0 3-7 0,-3 1-1 0,-2 2-1 0,-2 2 0 16,-1-2-2-16,8 1 8 0,-1-3-5 0,-2 0 6 16,1-1-6-16,-5 0 4 0,1 0 2 0,2-2 1 15,5-1-7-15,-4 1 6 0,-2-2-4 0,-6 2 4 16,-2 1 1-16,4 0 9 0,2 1-2 0,-2 0 4 15,0 1-6-15,-6 0-11 0,-8 3 1 0,-2-1-4 16,-2 2-3-16,2-1 5 0,3 2-1 0,-1 0 2 0,-2 1-2 16,-5-1 3-16,-4 0-2 0,0 0 4 0,0 0-3 15,3 0-4-15,0-2 3 0,5 1-2 0,-1-1 9 16,-1-1-6-16,-1-2 3 0,-8 2-4 0,-1-2-5 0,-2 0 10 16,-2-1-5-16,1 0 5 0,-2 1-6 0,1-1 4 15,-5 0-1-15,-3 1 3 0,-1 2-5 0,-5-1 3 16,1 0-3-16,-5 1 2 0,-2-1-2 0,0 1 1 15,-3 0 0-15,0 1 2 0,-2-1-3 0,2 1-1 16,1-1 2-16,0 2-1 0,-3-2 5 0,2 1-5 16,-3-1 4-16,1 1-4 0,2-1 5 0,-2 0-4 15,7 0-1-15,-3 0 0 0,4-1 3 0,-3 0 0 16,-1 0 4-16,-3-1-3 0,-9-1 8 0,5 1-3 0,-9-1-1 16,3 1 0-16,3 1 3 0,0 2-2 0,-2-2 0 15,2 2 1-15,2-1-2 0,-4 0-3 0,3 1 3 16,-2 0-3-16,1 1-2 0,-1-1 0 0,2 1-4 15,-4-1 2-15,-1-2 3 0,2 3-4 0,2 1 7 16,-2-2-7-16,5 3 3 0,-3-2-3 0,-7-5 0 0,10 7 0 16,-8-5 6-16,3 3 0 0,0 0 2 0,1 0 0 15,-2-2 5-15,-1 1-5 0,-1-3 2 0,-1 1-2 16,1 9 7-16,2-3-2 0,0 1 0 0,1 2-2 16,-4-3-5-16,2 5-3 0,0 0-3 0,0 2 0 15,1 2-1-15,-1-3 4 0,2 1-3 0,0 0 5 16,1 2-3-16,-3-1-6 0,3 0 4 0,-1 0-5 0,-2-1 13 15,5 1-8-15,-2 0 1 0,0 2-3 0,-2-2 1 16,3 2 2-16,-4 0 3 0,3 2-1 0,4 1 3 0,-5 2-4 16,2 2-2-16,-2 0 0 0,-5-2-9 0,6 3 9 15,-1-1-4-15,3-2 7 0,3 3 1 0,-4-1-7 16,1-1 7-16,-6 4-7 0,3-1 5 0,-2 0-4 16,11 0 0-16,-7-1 0 0,-3 1 3 0,-3-2 3 15,-1 3-6-15,2-1 4 0,0-2-2 0,1 2 3 16,4-1 3-16,-1 3-3 0,1-4-3 0,2 2 0 15,1-1-4-15,0 0 3 0,-4-1-2 0,0-2 3 16,-1 3 2-16,0-5 0 0,2 4-5 0,-2-5 5 16,-4 0-4-16,1 1 5 0,-1-1 1 0,0 3-3 0,8-2 7 15,-3 4-7-15,-4-1-7 0,0 1 9 0,-8 1-10 16,-1 0 11-16,3 1 0 0,-3 1-7 0,3 1 6 16,2 5-6-16,-5-3 4 0,2 0 2 0,-2-1 0 15,3-6 1-15,5 3 0 0,-1-5-7 0,0-1 3 0,-1-1-4 16,0-2 13-16,2-1-9 0,4 1 6 0,-2-3-7 15,-1 2 1-15,-2-2 3 0,-1 0-5 0,0 0 3 16,-1-3-1-16,0 0 6 0,2 0 1 0,-1-3 1 16,0 2-2-16,0-3-2 0,-1 2 4 0,0-2-4 15,-3 1 5-15,1 0 0 0,-2-1 1 0,2-1 0 16,0 2 8-16,0 1-9 0,0-1-3 0,0 3 0 16,-2 0 4-16,2-2-3 0,-3 2 5 0,0-2-7 15,0 0 0-15,0-1 0 0,0 0-1 0,4-1 1 0,-5 1-1 16,-1-2 5-16,-3 1 1 0,-2-1-1 0,1 3-9 0,-3 0 4 15,1 2-5-15,1-1 4 0,-2-1-1 0,-1 1 2 16,2 1-1-16,-2 1 1 0,0 0-4 0,0-2 2 16,-3 2 0-16,2 0-1 0,-3-2 0 0,1-2-3 15,0 1 1-15,-1-1-2 0,-6 0 0 0,1 0 8 16,2-1-5-16,-3-1 5 0,0-1-1 0,-3 0-6 16,-8-2 5-16,6 0-6 0,2-1 3 0,1 0-2 15,1-2 5-15,-1 14-3 0,-5-5 7 0,1-4-6 16,0-4-1-16,-2 0 0 0,-3-1 0 0,-2 1-1 15,1-1 1-15,-2-1-2 0,3 0 3 0,-3 1 1 0,0 0-1 16,0 2 1-16,2-1-1 0,-2 1 3 0,1 1-3 16,-5-1 2-16,-3 1-8 0,-2 1 4 0,-2-1-3 15,4 1 4-15,-3 0 2 0,1 1-2 0,-1 0 2 16,-1 1-2-16,-2 0 5 0,-1-1-5 0,-2-1 0 16,-2 0-2-16,-1 1-1 0,1-1 6 0,5-1-4 0,4 1 4 15,3-1-6-15,-1 0 6 0,-4 0-1 0,2-1 2 16,-2 0-3-16,1-1-3 0,0 3 4 0,0 0-3 15,-2 0 1-15,0 2-3 0,0 1 2 0,-4-1-4 16,-4-2 5-16,-2 3 2 0,-2 0-2 0,0-1 2 16,1 0 0-16,1-1 0 0,-3-2-1 0,1 0-1 15,-3-1-4-15,-5 0 3 0,3-3 1 0,-2 0 1 0,1 0-1 16,0 0 0-16,4 0 0 0,-1 0 1 0,-2 0 9 16,1 0-6-16,3 0-2 0,4 2-1 0,6 2 0 15,-3 0 0-15,2 1-2 0,-4 0 0 0,-5 1-8 0,-1 1 8 16,3-1 1-16,-1 1 2 0,4 0-1 0,-1 0-5 15,-4 2 1-15,-2 3-1 0,-5-3 12 0,0-2-8 16,2-1 3-16,1-2-4 0,2 2 4 0,-5 1-5 16,-2-4 1-16,-1 0-1 0,1-3 9 0,4 1-5 15,6 0 0-15,0 0-2 0,1 2-7 0,-6-2 6 16,5 1 0-16,0 2 2 0,1-1-1 0,6 2 1 16,-2 2-4-16,-1 0 3 0,-3 1-7 0,-3-1 6 15,-1-1 2-15,4 1 0 0,1 0-3 0,1 1 0 16,2 2-3-16,-5-2 3 0,-2-1 2 0,0 0-1 0,-2-2 4 15,6 0-2-15,2-2 1 0,1 1-3 0,4-3-3 16,-1 0 1-16,0-1 9 0,-2 0-3 0,2 0 2 16,3 0-3-16,2 0-2 0,4 0 4 0,5 1-4 15,0 0 4-15,0 2-6 0,0-1-2 0,1 0 4 0,0 2-1 16,0-1 1-16,-1 1 5 0,2 0-6 0,5-1 5 16,1-1-4-16,4 1 3 0,2-2-3 0,4 1 3 15,0-1-4-15,4 1 4 0,0-1 0 0,3-1 1 16,0 0-5-16,2 0 5 0,1 0 0 0,1 0 1 15,0 0-7-15,2 0 3 0,2 0-1 0,1 0 1 16,-1 0-1-16,2 0-1 0,0 1 0 0,0 0 0 16,-2 0-4-16,1 1 0 0,-1-1 1 0,2 0 0 0,3-1 4 15,-6 2 0-15,3-1-2 0,-1 1-1 0,-1 0-15 16,3-1-8-16,-3 1-10 0,5 0 0 0,-1-1-49 16,-1 0-141-16,4-1-37 0</inkml:trace>
  <inkml:trace contextRef="#ctx0" brushRef="#br0" timeOffset="-80805.76">27333 9223 440 0,'0'0'0'0,"-1"0"203"15,0-1 6-15,0 0 2 0,0 0 2 0,-1-1-203 16,1 1-4-16,0 0-6 0,1 0-1 0,0 0 1 16,0 1 21-16,1 0-3 0,0 0-1 0,2 0-2 15,8-1-3-15,4-1 1 0,1 1 1 0,-1 0-3 16,1 1-8-16,1 0-2 0,3 0 6 0,-1 0-5 15,0 0-6-15,0 1-1 0,-4 2-7 0,-1-2 4 0,0 1-23 16,-4-1 5-16,-2 0-12 0,-2 1 6 0,-2-1-47 16,1 0-15-16,-1 0-10 0,-1 0-3 0,0 0-43 0,-1 1-37 15,0-1-7-15</inkml:trace>
  <inkml:trace contextRef="#ctx0" brushRef="#br0" timeOffset="-80640.18">27283 9461 1303 0,'0'0'121'0,"0"0"-132"16,-2 0 131-16,1 0-65 0,0-2-53 0,0 2-8 15,1-1-3-15,0 0 1 0,1 0 1 0,1 0 5 0,16-3-1 16,4 1 3-16,4-1-3 0,1 1-32 0,5-1-4 16,3-1-13-16,4 2-44 0,5-1-287 0</inkml:trace>
  <inkml:trace contextRef="#ctx0" brushRef="#br0" timeOffset="-73017.55">30159 5179 256 0,'0'0'124'0,"-1"-1"-41"0,0 0 61 16,-1 0 2-16,1-1-95 0,0 1-21 0,0 0-30 15,0 0-3-15,0 0 2 0,-1 0-4 0,1-1 3 16,0 1-5-16,0 0 4 0,0 0-13 0,0 0 16 16,-1-1-4-16,1 0 6 0,0 0-4 0,0-1 12 15,-4-4 2-15,-1-3 6 0,0 0 13 0,0 1 25 16,-2-4-5-16,1 2 9 0,0 1-21 0,4-2-4 0,-8 4-8 15,4 0 1-15,-1-1-17 0,1 4-8 0,-2-3-1 16,1 4-2-16,-1-2 2 0,-3 0-7 0,1 2 8 16,0 1-8-16,-1 1 10 0,0-3-7 0,-1 1 0 15,-1 1-3-15,0 0 4 0,-1 2 1 0,-1 0-1 16,0 0 1-16,1 0 1 0,-1 0 2 0,1-1 3 0,-1 0-1 16,-1 0 1-16,2-1 1 0,0 0-7 0,-2 0 5 15,2 1-4-15,0 0 3 0,-1 1 1 0,-1-3-1 16,-1 1-5-16,-3-1 5 0,0 2-4 0,1-1 3 15,0 2-8-15,-3 0 3 0,0 0 4 0,-1 0-1 16,0-1 12-16,1 1-12 0,4 0 7 0,1 0-8 16,-2-11 3-16,0 4-4 0,0 3 0 0,0 3-2 0,0 2 8 15,-1 0-8-15,1 0 6 0,-2 2-7 0,1 2 15 16,-1 0-8-16,-2 1-2 0,1 0-1 0,-2 0 1 16,3-1-7-16,4 0 12 0,-2 1-11 0,3-1 10 0,0 0-2 15,-2 2-4-15,3-2 2 0,2 2 7 0,-3 1-10 16,2-1 4-16,1 1-5 0,-1 0 9 0,0 0-3 15,2 2-3-15,1-7 0 0,-3 13-1 0,1-3-4 16,1 0 8-16,-1 2-5 0,3 0 8 0,0 1-4 16,3-1-1-16,-1-1-1 0,-1 3-8 0,2-4 10 15,-4 3-6-15,1-2 8 0,0-2 0 0,0 1-3 16,0 0 4-16,1 0-5 0,-1-1-8 0,1-1 11 16,3 1-3-16,-3-1 4 0,2-1-9 0,1 2 3 0,-1-1 2 15,-1 1 0-15,6 1 2 0,-3 1 0 0,2 1-5 16,-1 0 3-16,-1 2 0 0,-1 2 0 0,-3 2-2 15,4 0 1-15,-2 2 4 0,0 3-6 0,2 0 6 0,-1 2-8 16,1-1 4-16,-1-4 0 0,1 0 1 0,1-3 0 16,3 1 0-16,0-1 4 0,1-1-4 0,-11-1 5 15,5-1-4-15,3-1-1 0,2 0 0 0,1-2-1 16,1 2 2-16,1-2-1 0,0 0 3 0,1 0-2 16,3 0 15-16,0 0-3 0,0-1-3 0,0 0 1 15,2-2-11-15,-4 2 5 0,12-2-2 0,0 0 4 16,0 2-6-16,-1 1-7 0,-4-3 2 0,4 3-3 0,-2-2 12 15,0 2-5-15,2 1 5 0,-2 0-5 0,2 2 3 16,-1 0-3-16,0-2 0 0,1 0-1 0,1-4 2 16,3 0-1-16,-1 2 3 0,2-1-3 0,1-2 6 15,1 1-5-15,4 0 3 0,0-6-4 0,5 4 7 0,0-3-6 16,-1 0 2-16,3 2-1 0,-5-2 10 0,3 1-11 16,-1-3 2-16,-1 1-4 0,0 0 6 0,-2 2-6 15,-1-3 4-15,-1-1-4 0,1 0 6 0,-1 2-3 16,1-2 2-16,3 0-2 0,-1 0-1 0,2 13 2 15,2-8 0-15,0-4 1 0,0-3-4 0,2 0 11 16,0-1-7-16,-2-2 10 0,4-2-8 0,-5-1 0 16,0-1-3-16,0 0 1 0,-2-1-1 0,1-2-1 0,-2 3 4 15,1-1-3-15,-1 0-1 0,1-1-5 0,0-2 2 16,1 2-2-16,-2-2 4 0,-2 0 4 0,-1 1-7 16,-2-2 4-16,-1 0 3 0,-1 11-6 0,-1-13 6 15,-2 0-5-15,-3 0 7 0,-2-2 4 0,-4 1-6 16,0 0 4-16,-1 0-2 0,-1 2 1 0,0-3 5 0,-3 2-5 15,1-3-6-15,-2-1 5 0,2 0-3 0,-1 0 4 16,1 0-4-16,1-1 2 0,-2 0-1 0,-1-1 3 16,1-1-5-16,-1 0 1 0,1 1-2 0,-2-2 2 15,0 0 4-15,13-1-2 0,-6-1 5 0,-3 1-4 16,-3-1 1-16,-2 2-3 0,0-1 0 0,0 0-1 16,-1 1 3-16,-1-3-1 0,-2 4 4 0,1 0-2 15,-1 1 3-15,1 0-2 0,-2 0-4 0,0 2 3 0,-1-2-2 16,2 1 0-16,-2 2 0 0,0-2 0 0,-1-1 0 15,1 0 4-15,-1 0-2 0,0-1 2 0,0 2-6 16,-3-3 6-16,0 0-3 0,0 4 3 0,-1-5-4 0,9 7 2 16,-14-3 5-16,-5 3-4 0,-3 0-1 0,-3 1-7 15,-1 2-2-15,-5 1-2 0,-1 4 1 0,-4-1-7 16,-2 3-5-16,-2 3-4 0,-6 2-36 0,-5-19-147 16,-7 14-10-16,-9 8-68 0,-3 6-245 0</inkml:trace>
  <inkml:trace contextRef="#ctx0" brushRef="#br0" timeOffset="-70565.78">27566 9362 586 0,'0'0'41'0,"0"0"-3"0,-1-1 36 0,0 0 8 16,0-2-22-16,1 1-10 0,-2-4-43 0,2-3 10 15,0-2-15-15,0 0 9 0,2 1 6 0,-1-1-4 16,1 1 6-16,2-2-4 0,-1 1-2 0,1 1-6 16,-1-1 5-16,0 4 10 0,0-2-2 0,2-2 7 0,-2 3-5 15,1-2 15-15,-2 1-4 0,1 1 4 0,-2 0-4 16,0 0 8-16,0 3-10 0,-1-1-3 0,0 2-4 15,0 1-7-15,0 2-2 0,0-2 4 0,0 1-5 16,0-1-5-16,-1 1 5 0,0 0-10 0,0 1 7 16,-1-1-11-16,0 1 5 0,-10-1 0 0,-4 2 0 15,-1 3-3-15,-2 4 9 0,2 3-3 0,-2 2 2 16,4-9-9-16,-2 15 2 0,1-1 1 0,-1 3 0 0,2 2 2 16,0-2 1-16,1 2-2 0,0-2 1 0,1 0-1 15,0-1-3-15,-1-2 8 0,1 0-7 0,0-2-3 16,3 0 9-16,2-1-10 0,-1 1 11 0,0-4-5 0,2 2-5 15,0-2 6-15,5-2-6 0,1 1 5 0,0-3 4 16,-5 1-3-16,2-2 1 0,2 0-10 0,0-2 4 16,0 1 1-16,1 0 4 0,1-2 10 0,0 1-12 15,0-1 4-15,0-1-6 0,0-1 11 0,3 1-11 16,0 0 5-16,6 4-7 0,1-2 0 0,2-1 1 16,-2-1-4-16,3-2 3 0,0-3 5 0,1-1-10 15,0-2 9-15,2-3-10 0,-1 0 5 0,0 8 3 16,0-12-11-16,2-2 9 0,1-1-12 0,0 0 5 15,0-3 6-15,1 1-4 0,2-2 5 0,0 2-2 0,-2-2 1 16,-1 0 0-16,0 0-2 0,-2 3 3 0,-1 2-3 16,-2 1 3-16,-6 0 1 0,-1 2 6 0,0 5 0 15,-5 1 1-15,1 4 5 0,-2 0-4 0,1 0 3 0,2 0-4 16,-1-1 3-16,-1 2 0 0,0 0-1 0,1 0 1 16,-1 0-8-16,-1 1-3 0,0 1 1 0,-1 2-1 15,-8 17 7-15,-1 3-4 0,-1 1-3 0,1 0 1 16,0-1-1-16,1 1 6 0,2 1-6 0,0 1 4 15,1-1-6-15,0 1 2 0,-2 3 3 0,0 0-2 16,-1 0-2-16,2 5 1 0,1-1 3 0,0 4-1 16,2-1 6-16,-3 3-5 0,0 1-1 0,-3-1 1 0,1 0 3 15,-2-4-6-15,-2 0 0 0,0-2-2 0,0 1 3 16,2-2 0-16,-1-3 2 0,0 1-1 0,0-3 6 16,1-2-4-16,-1-3 4 0,3-5-5 0,-3 3 5 0,4-5-6 15,-2-1 8-15,3-4-7 0,2-4 10 0,2-3 5 16,-5 2 0-16,2-1 4 0,0-1 16 0,1 0 2 15,0-1-2-15,1-1 1 0,-1-1-17 0,1 0-15 16,1-1-4-16,1-1-3 0,-4-6-11 0,-3-10 10 16,6-2-7-16,2-2 7 0,2 0-8 0,2 2 4 15,2-1 5-15,2-1-2 0,3-2 4 0,-1 2 0 16,3-3-3-16,1 2 1 0,1-3-2 0,-12 0 2 16,16-1 2-16,1 0-1 0,1 1 0 0,0 3-4 0,2-1 2 15,-2 2-1-15,0 1-1 0,-1 1 4 0,0 4-6 16,-1 3 5-16,0 2-12 0,-4 2 3 0,-3 2-6 15,-4 3 4-15,1 1-12 0,-1-3-2 0,-2 3 2 16,2-1-3-16,-2 2-6 0,-1 1-30 0,2 0-16 0,1 1-10 16,-2 0-90-16,1 1-34 0,1 1-21 0,-4 1-12 15,3 5-171-15</inkml:trace>
  <inkml:trace contextRef="#ctx0" brushRef="#br0" timeOffset="-69798.48">27700 10026 1091 0,'-1'0'162'0,"0"0"40"0,0-1-88 15,-2 0-89-15,1 0-15 0,1 0-24 0,0-1-20 16,-1 1 5-16,1 0-7 0,0 0 19 0,1 0 1 15,0 1 1-15,0 0 0 0,0 0 10 0,0 1-1 16,0 0 2-16,0 6-2 0,0 13 2 0,-4 4 11 16,-3 1 4-16,-3 4 2 0,-3 1 8 0,-1 2-4 15,-1 1 0-15,-3 2-2 0,17 1-2 0,-22-7 5 16,5 1 4-16,3-7 2 0,0-3 14 0,8-6-7 0,-1-3 3 16,3-2-5-16,3-3-10 0,-1-2-5 0,2 0-7 15,0-2 4-15,1 0-5 0,-2 0 1 0,-1 0-4 16,2 1 2-16,0-1-6 0,0-1 6 0,0 0-2 0,1 0 3 15,0-1-8-15,1 0 7 0,0 0 1 0,1-1 2 16,8 0-2-16,4-15-2 0,2-3 1 0,-2 0-3 16,2-2-6-16,-1-1 12 0,0-1-9 0,2 0 9 15,-1 0-8-15,1 0 1 0,0-2 6 0,1 3-3 16,-2-1 0-16,1 5-3 0,-2 0-1 0,-1 3 0 16,0 3 0-16,-1 3-2 0,-2 1-2 0,-2 4-1 15,1 0-2-15,-4 0 5 0,1-1-7 0,-3 2 5 0,2 1-8 16,-1 2 12-16,0 0 5 0,-2 1 2 0,0 0 6 15,-2 11-4-15,12 12-2 0,-5 4 0 0,-6 1-7 16,-2 1 5-16,-2-2 1 0,-2-3 2 0,0 2 1 16,-1 0 0-16,1-5-3 0,0-1 1 0,0-3-7 0,2-5 4 15,1-3 2-15,0 0 1 0,-1-3-7 0,2-1 7 16,0-3-6-16,0 1 7 0,0-3-3 0,0 0 2 16,0 2-1-16,0-1 0 0,0 0-6 0,0-1 12 15,0 1-4-15,0-1 6 0,0 0-5 0,0-1-1 16,2 0-3-16,-1-1 0 0,0-2-10 0,5-5 2 15,-3-9 3-15,8-7-2 0,3 1 5 0,-2 0-1 16,2-2-2-16,-1 1 0 0,-1 0-5 0,3-2 2 0,-2 1 1 16,4 2 0-16,0 0 2 0,1 3-5 0,-3 3 2 15,0 3-2-15,0 2 4 0,-4 3 0 0,3 1-2 16,-7 3 2-16,-2 1-3 0,1 3-5 0,-3-1 3 16,4-3-2-16,-1 3 10 0,2 1 3 0,-2 1 6 15,-3 1-4-15,-2 1 1 0,13 22-1 0,-6 2-4 0,-6 1 4 16,-2 3-1-16,-3 0 2 0,-2-1-7 0,1 3 3 15,-2-6-4-15,0-2-4 0,-1 0 6 0,1-6-5 16,0-2 9-16,2-3-9 0,2-2 3 0,1-4-5 16,0-2-3-16,1-1-29 0,0-3-5 0,0 0-7 15,0 2-26-15,0-1-48 0,1-1-22 0,0 0-16 16,1-1-136-16</inkml:trace>
  <inkml:trace contextRef="#ctx0" brushRef="#br0" timeOffset="-69364.93">28487 9693 498 0,'0'0'233'0,"0"0"-343"0,-1 0 279 15,-1 0-165-15,0 0-14 0,0 2 9 0,-1-2 0 0,-1 1 2 16,-1 1 12-16,1-1 36 0,2 1 3 0,-1-1 12 16,0-1 16-16,2 0-15 0,-1 1 6 0,-1 0-8 15,1 0 7-15,1-1-16 0,0 0-1 0,-1 0-7 16,1 0-18-16,0 0 11 0,0-1-8 0,1 0 9 15,0 0-7-15,1 0-1 0,0-2 3 0,4 0-4 16,13-1-11-16,-2-2-6 0,2 2-10 0,1 1 4 0,-2 2-8 16,6-12 0-16,-5 6 2 0,0 2-2 0,1 2-3 15,-6 2 2-15,1 1-9 0,-1 0 5 0,-3 1-9 16,2 1-5-16,-5-1 8 0,-1 1-8 0,-4-2 8 16,2 1-12-16,1 1 0 0,-3-1-8 0,2 0-33 0,-3-1-35 15,0 0-3-15,1 2-9 0,1-1-17 0,-1 0-24 16,0 0-12-16,-1 0-9 0,1 0-94 0</inkml:trace>
  <inkml:trace contextRef="#ctx0" brushRef="#br0" timeOffset="-69147.65">28267 9980 1638 0,'-1'0'130'0,"0"-1"-153"0,-1 0 148 15,0 0-76-15,0 0-23 0,-1 0-43 0,2-1 8 16,0 1-19-16,1 0 26 0,0 0 2 0,1 0-1 0,10-4 1 16,11-2-8-16,4 2 1 0,1 3 1 0,2-1-1 15,2 2-7-15,3 0-10 0,0-1-3 0,0-1-5 16,0 1-36-16,0-1-71 0,-1-2-6 0,0-1-25 16,-1-1-66-16,-4-2-117 0</inkml:trace>
  <inkml:trace contextRef="#ctx0" brushRef="#br0" timeOffset="-68463.59">29846 8725 664 0,'0'-2'157'0,"0"1"5"0,0 0 4 0,-6-14-25 0,2 2-34 15,-1 0-23-15,1 3-29 0,2 3-11 0,0 0-4 16,-1 0-24-16,3 5 0 0,-1-2 4 0,0 2-3 16,0 0-2-16,0-1-15 0,1 2 2 0,0 0-5 15,0 0-2-15,0 0 12 0,0 1-7 0,0 0 10 16,0 1-10-16,0 1 6 0,-2 17-4 0,0 4 5 0,0 6-4 16,-2-1 2-16,1 3 2 0,-1-1-2 0,-1 1-1 15,1-1 4-15,-2 0-3 0,-1 0 3 0,0 0-2 16,-1-2-6-16,0 0 1 0,0 1-3 0,0 0 3 15,0-1 4-15,0-1-3 0,-2-1 3 0,2-2-5 0,0-4-1 16,-2-1 6-16,2-3-4 0,-1-2 1 0,-1 0 9 16,3-4-8-16,6 1 7 0,-11-5-11 0,4 0 7 15,1-2-5-15,-2 1 6 0,4-1 0 0,-1-3-1 16,-1 4 3-16,2-3-2 0,2-1-1 0,-3 1-1 16,5-2-1-16,-8 3 1 0,6-3 3 0,2 0 3 15,-4 0-2-15,3 0 2 0,-1 0-2 0,2 0 0 16,0 0 0-16,0-1-1 0,0-1-3 0,-1 1-1 15,1 0 3-15,0 0-2 0,0 0 1 0,0 0-2 16,1-1 1-16,0 1-1 0,1 0-4 0,1 0 12 0,12-6-11 16,6 0 12-16,3 1-13 0,0 2 10 0,1 0-1 15,0 0 5-15,1 2-2 0,0-1-4 0,-2 2-4 0,1 1 0 16,-3 0-4-16,-3 1-9 0,-3-1 7 0,-1 2-7 16,-2-1 9-16,-3 0-2 0,2 1-1 0,-5-1-2 15,0 1-5-15,-3-2-5 0,-2 0 1 0,2 0-3 16,-1 0-10-16,0 0-39 0,1 0-4 0,-2-2-14 15,0 1-39-15,1-3 12 0,2-14-8 0,-3-1 6 16,-1-2-34-16,-1-1-60 0,-3-3-38 0</inkml:trace>
  <inkml:trace contextRef="#ctx0" brushRef="#br0" timeOffset="-68230.39">29425 8728 1505 0,'0'-1'36'0,"0"0"65"0,0-2-56 0,0 1-19 16,0 1-6-16,0-3-6 0,1 0-10 0,1 1 14 16,12-3 4-16,8 0 2 0,4 2 8 0,3-3-6 15,-1 1 2-15,8 3-4 0,1 0-6 0,0 1-3 16,3 0-7-16,-5 0 2 0,-1 0-9 0,-3-1-18 16,-3 0 8-16,-2 2-14 0,-3-13-2 0,0 7-5 15,-2 2-4-15,-2 2 1 0,-4 2-10 0,-1 0-63 0,3 0 11 16,-3 0-28-16,2 1-5 0,-2 0-40 0,2 1-18 15,-4 1-12-15,0 2-114 0</inkml:trace>
  <inkml:trace contextRef="#ctx0" brushRef="#br0" timeOffset="-67828.65">30195 9148 1783 0,'0'-1'33'0,"0"0"1"16,0-1 1-16,0 0-12 0,0 0-4 0,0-2-30 16,0-1-5-16,2 0-3 0,0-1 2 0,0 1 8 0,2 0 1 15,1-2 0-15,2 1-1 0,0 0-6 0,-1 1 4 16,-2 1 1-16,0-1 2 0,-2 1 9 0,-1-1 4 16,0 0 4-16,3 0-1 0,0 1 4 0,-2 0-3 15,0 0 5-15,-1 1-3 0,-1 1 19 0,0-1-9 16,0 2 4-16,0-1-6 0,0 0 2 0,-1 0-13 15,-1 1 3-15,-6 0-5 0,-12 2 3 0,0 6-1 16,-3 5-2-16,-3-3 1 0,2 16-4 0,-1 3-1 16,-2-1 0-16,9 0 0 0,1-2 2 0,5-1-4 15,5-4 0-15,0 0 0 0,1-4 6 0,2-1-3 16,3-3 1-16,-5-4-2 0,3 1 0 0,1-1 6 0,2 0-2 16,1-1 2-16,1-1-6 0,2-1 0 0,6-2-1 15,15 0 1-15,0-1 0 0,4 13-1 0,-1-6 3 16,0-6-2-16,2-2 1 0,-3-1-8 0,0 0-3 15,-1-1-3-15,-4 0-15 0,-2-1-18 0,-1 0-8 0,-4 1-6 16,-1-1-62-16,-1 1-114 0,-3-2-16 0,-4 2-41 16,-3 0-153-16</inkml:trace>
  <inkml:trace contextRef="#ctx0" brushRef="#br0" timeOffset="-67280.04">29297 9757 915 0,'-1'0'17'15,"0"-1"4"-15,-1 0 19 0,0-1-20 0,0 1 13 16,-5-2-23-16,1 0-3 0,1 1 4 0,3 1-3 16,-1 0 2-16,2 1-2 0,-1-1 4 0,0-1-2 15,-1 2 8-15,2 0 24 0,0 0 1 0,0 0 11 0,1 2 11 16,0-1-1-16,1 0-5 0,0 0 4 0,4 1-5 16,12 5 10-16,6-1-2 0,1-2 4 0,6-2-11 15,6 1-12-15,4-3 3 0,8 0-5 0,2-3 0 16,3 0-17-16,0-2-1 0,0-2-6 0,1 0-6 0,0 0 3 15,3 1-2-15,0-1 2 0,-3 0-12 0,5 0-1 16,-5 0-3-16,-2 1 1 0,0 2-3 0,-8 1-8 16,-6 0 2-16,-5 1-4 0,-4 0 0 0,-2 1-5 15,-6-1-3-15,-4 2 1 0,-2 0-6 0,-3-1-20 16,1 1-20-16,-3 0-3 0,-5 0-88 0,-2 0 1 16,0 0-8-16,-1 0 0 0,-1 0-54 0,0 0-130 15</inkml:trace>
  <inkml:trace contextRef="#ctx0" brushRef="#br0" timeOffset="-66059.64">29268 10251 488 0,'0'0'349'16,"-2"0"-497"-16,1-1 425 0,0 0-245 0,-1-1-8 0,-2 2-12 15,-4 0-3-15,-1 0-2 0,-2 2-7 0,-3 3 19 16,-3 4-7-16,-1-8 9 0,-2 18-6 0,-2 1 3 15,5 1 7-15,-3 2-3 0,2 1 8 0,-2 1 3 16,-2-3-1-16,3 0 4 0,1-2 12 0,1 0-11 16,5-1-1-16,0-1-4 0,4-1 0 0,3-1-2 15,-1-4 4-15,3-2-4 0,2-2-10 0,-5-1 10 16,3-2-5-16,1-2 6 0,1 2-9 0,1-4-2 16,0 2 0-16,0-1 0 0,0 0 12 0,1 1-2 0,0-2 2 15,4 0-3-15,10 1-14 0,4-3-12 0,3-6 1 16,2-3-4-16,1 8-5 0,-3-18 3 0,0 0-5 15,-2-3 5-15,2-1-8 0,-5 2 10 0,-3-5-1 16,0 1 4-16,-3 1 6 0,-3 1-8 0,-1 1 4 0,-4 1-5 16,-2 1 1-16,11 2 5 0,-5 3-2 0,-4 2 5 15,-2 2-1-15,-1 2 6 0,0 1-1 0,0 2 2 16,-1 1-3-16,0 1-2 0,0 3-5 0,0 0 2 16,-2 0-10-16,-4 1-5 0,-6 1 3 0,-3 6-5 15,-2-2 6-15,1 22 3 0,2 4 2 0,-2-1-1 16,3 2-1-16,2-3-4 0,-2-3 0 0,6 1 0 15,-3-5 8-15,5 0-7 0,1-1-3 0,3-1-3 16,0 0-4-16,-9-3-2 0,3 1 4 0,4-4-6 0,2-2-7 16,2-2-60-16,0-1 7 0,0-5-25 0,0 2-8 15,1-1-41-15,0-2-8 0,-1-1-21 0,7 5-122 16</inkml:trace>
  <inkml:trace contextRef="#ctx0" brushRef="#br0" timeOffset="-65861.62">29419 10431 1424 0,'0'0'242'0,"0"0"-321"0,-1 0 284 16,0 0-157-16,0 0-32 0,0 0-21 0,-1 0 3 16,1 0-10-16,0 1 6 0,0 0-13 0,0 1-2 15,-3 7-5-15,1 2-15 0,2 0-34 0,1-3-15 16,0-1-10-16,0 0-81 0,0-3-33 0,0 1-29 15</inkml:trace>
  <inkml:trace contextRef="#ctx0" brushRef="#br0" timeOffset="-65476.03">29731 10310 872 0,'-1'0'145'0,"0"0"309"0,-2 0-417 16,1 0 2-16,-13 6-7 0,2 1 4 0,1 1-20 0,-2 0-3 16,2 10-2-16,3 2 0 0,-4-3 4 0,1 1-7 15,4-3 2-15,-4-1-5 0,7 2-6 0,1-3 1 16,0 0-2-16,-4-2 3 0,3-1 1 0,2-1 1 16,0-1 8-16,2-2-3 0,0 1 16 0,0-1-2 15,1-1 0-15,0 0-1 0,0-1 3 0,1 0 9 16,0-1-4-16,0 0 4 0,7-1-20 0,8-1 6 15,-1 10-8-15,1-4 8 0,2-2-11 0,0-3-1 16,-1-2-1-16,-1-1-1 0,-1-3-5 0,-1-1 1 0,0 0 0 16,-1-2 1-16,-2 5-2 0,-3-12-1 0,0-2 1 15,-3-1-1-15,0-1 1 0,-3 0 1 0,-1-2-2 16,11 0 2-16,-4-2-1 0,-4 3 9 0,-3-1-5 16,-2 2 5-16,-2-1-17 0,0 5 5 0,-2 0 0 0,0 5 2 15,2 2-4-15,-3-3-15 0,2 6-3 0,1-2-5 16,-4 0-22-16,1 5-47 0,0-3-9 0,1 1-13 15,1 0-46-15,1 2-9 0,-1 0-11 0,1 1-4 16,1 0-84-16</inkml:trace>
  <inkml:trace contextRef="#ctx0" brushRef="#br0" timeOffset="-65027.13">29923 10166 1017 0,'0'0'144'0,"0"0"9"0,-2 0-32 16,1-1-30-16,0 0-38 0,0 0-26 0,0 0-27 16,0-1 1-16,-1 1-9 0,2 0-4 0,0 0 9 15,2 0 2-15,-1-1 1 0,1 1 5 0,5-1-5 16,4-2-1-16,5 1 1 0,-3 1 5 0,0 0-6 16,4 1 3-16,-7 1-4 0,2 0 10 0,-3 1-6 15,0 2 3-15,-2 0-5 0,-5-2-1 0,0 8 7 16,1 8 1-16,8 2 4 0,-2 2 5 0,-6 4-5 0,-3-3 0 15,-3 5-1-15,-4-4 2 0,-2 1-2 0,-2 0 2 16,0-4-1-16,10 0 5 0,-17-5 5 0,1-1-1 16,-1-1 3-16,1-1 0 0,2-1-12 0,2-2-1 0,4-1-2 15,-1-1 2-15,5 0-8 0,0-2 4 0,2-1-6 16,2-2 0-16,1-1 2 0,-2 1-4 0,0 1 3 16,0-1-6-16,1 0 16 0,0 0-4 0,1-1 8 15,0 0-11-15,1 0 9 0,0 0-1 0,2-1 2 16,0 0-10-16,7 0 3 0,0 0 1 0,1 0 2 15,-1 0 6-15,1 0-8 0,0 0-3 0,0 0-2 16,-1 0-9-16,2 0 7 0,-1 0-8 0,1 0 7 0,2 0-11 16,1 0-14-16,0 0 6 0,-1 0-11 0,0 0-11 15,-2 0-21-15,-3 0-18 0,0 0 0 0,1-1-62 16,-2-1 11-16,3-2-4 0,-1 0 3 0,0-2-19 0,0 5-8 16,-2-12-2-16,2-3-2 0,-2 0-7 0</inkml:trace>
  <inkml:trace contextRef="#ctx0" brushRef="#br0" timeOffset="-64576.37">30389 10073 434 0,'0'0'120'0,"0"-1"-66"15,0 0 121-15,0 0-36 0,0-2-46 0,0 1-14 16,0 0 0-16,0-1-5 0,0 1-9 0,0 1-5 0,0 0-6 16,0-1 1-16,0 1-15 0,0 0-18 0,0 0 2 15,0 0-9-15,0 0 0 0,0-1-2 0,0 1 3 16,0 0-2-16,0 1 8 0,0 0-1 0,0 0 3 15,0 0-2-15,0 0 10 0,0 1-10 0,0 0-2 16,0 1-3-16,-1 0-9 0,-1 5 3 0,-3 6-1 0,-1 2 1 16,0 1-5-16,1 2-9 0,-1 2 6 0,-1 2-6 15,1 1 6-15,0 1 0 0,0 0-1 0,1 1 2 16,1 0 0-16,-1 0-3 0,1-1-1 0,1 1-1 16,0-5 3-16,2-3 3 0,0 0-4 0,1-4 3 15,0 1 0-15,0-4 5 0,1 1 0 0,0-4 0 16,2 0-6-16,-1 0 10 0,1-2-2 0,-1 0 3 0,0-2-11 15,4-1 13-15,6 1-7 0,0 5 9 0,2-1-7 16,-1-2-8-16,-2-3 5 0,5-2-6 0,-1 0 7 16,1-1-4-16,1-3 4 0,-5 1-5 0,2-2 3 15,-1-1-1-15,-1-1-1 0,0 0 1 0,-2 0 1 16,-1 2 0-16,2-5 0 0,-2-2 0 0,-1 0 1 0,-2 1-3 16,-3-5 0-16,-1 3-1 0,7-1 9 0,-3 1-7 15,-2 3 8-15,-3 3-9 0,-1 1 5 0,0 2-4 16,0 0-3-16,-1-1 1 0,0 3-8 0,0 2-4 15,-15-9-3-15,1 6 0 0,-6 4-5 0,-4 6-53 16,3 5-10-16,-4-5-22 0,2 14-112 0,2 0-91 16,0 2-57-16</inkml:trace>
  <inkml:trace contextRef="#ctx0" brushRef="#br0" timeOffset="-63626.37">30683 9610 1352 0,'0'0'126'16,"0"0"-161"-16,0-1 146 0,-1 0-79 0,0-1-18 0,1 1-29 15,0 0 9-15,0 0-14 0,1 0 20 0,2 1-3 16,6-1-3-16,6 1-1 0,1 0-17 0,-1 0-6 16,0 1-10-16,0 0-1 0,0 1-60 0,-2 1-54 15,-2-1 4-15,-1 0-21 0,-2 1-33 0</inkml:trace>
  <inkml:trace contextRef="#ctx0" brushRef="#br0" timeOffset="-63476.98">30775 9751 929 0,'0'0'51'16,"0"0"109"-16,1 0-98 0,1 0-12 0,0 0 4 0,10 2-13 15,8 1-35-15,4-1-32 0,5-1-11 0,7-1-10 16,2-1-78-16</inkml:trace>
  <inkml:trace contextRef="#ctx0" brushRef="#br0" timeOffset="-61958.02">31828 9043 1268 0,'0'0'50'0,"0"-1"-11"0,0 0 15 15,0 0 2-15,2-11-35 0,1 1-12 0,3 0-13 16,3-1-3-16,-5 0-3 0,8-1 3 0,3 0-4 16,-1 0 9-16,2 1-9 0,0 1 7 0,-6-1 3 0,0 0 2 15,0 3 2-15,-3-2 6 0,-1 2 8 0,-3 1-8 16,2 2 9-16,-3 1 12 0,-1 3 8 0,0-1-1 16,-1 2 0-16,2-1-16 0,-1-1-6 0,0 1-1 15,0 1-3-15,2 0-10 0,-2 1 16 0,0 1-7 0,0 1 7 16,-1 12-18-16,-2 11 3 0,-3 0 1 0,-2 2 1 15,0 0-3-15,0 0 3 0,-3 0 3 0,3 1-1 16,2-1 1-16,0-2 4 0,2 0-10 0,2-5 8 16,1 1-6-16,0-4 2 0,0 2 6 0,-1-2-4 15,-1-3-1-15,1 2-6 0,-1-2-3 0,1 2 0 16,0-5-1-16,0-2 6 0,-3-1 5 0,3-3-1 16,-1 2 1-16,1-4 1 0,-2 1 2 0,1-1 1 0,1 0 9 15,-7 2-10-15,-2 1-1 0,-3 0 0 0,5-2 1 16,-1-2-7-16,-1-1 4 0,3 0-5 0,1-1 9 0,1 0-8 15,1 0 2-15,1 0-4 0,-1 0 1 0,3 0-2 16,-1 0 0-16,1 0 0 0,-1 0-2 0,0 0 2 16,-1 0-2-16,2 0 1 0,0 0-6 0,0 0 0 15,1 0 3-15,0-1-2 0,1 0 6 0,0 0 1 16,1 0 1-16,15-6 0 0,-2 1 7 0,4 0-5 16,-3 1 1-16,2-1-5 0,-2 2-5 0,-5 0-4 15,7-1-3-15,-9 3 0 0,-1 1-13 0,2 0-8 16,-4-1 3-16,-1 2-4 0,-2 0-3 0,-1 0-73 15,1 0 9-15,-2 0-31 0,0 0-11 0,0 0-9 16,0 0-5-16,-1 0-3 0,0 0-49 0</inkml:trace>
  <inkml:trace contextRef="#ctx0" brushRef="#br0" timeOffset="-61657.71">31443 9679 1362 0,'0'0'273'0,"-1"-1"-374"0,0 0 322 0,0 0-182 0,-2 0-29 16,2-1-53-16,0 1 8 0,0 0-22 0,1 0 29 16,1-1 12-16,1-1 6 0,19-8-2 0,9 1 3 0,3 3 9 15,4 0-5-15,3 1 7 0,-1-1 2 0,-1 0 19 16,1-1 8-16,2 0 1 0,2-2 9 0,7 0 1 15,1-2-9-15,8-1 6 0,3 1-14 0,-3-1-1 16,-1 1-6-16,-4 2 1 0,-6 0-21 0,4 2 5 16,-6 0-3-16,-3 2 3 0,6 0-11 0,-15 3-4 15,-1 0-5-15,-8 1 0 0,-8 2-13 0,-2 0-1 16,-2 0-2-16,-6 0-8 0,-2 0-86 0,-3 0-54 16,-1 0-8-16,1 1-11 0,-2 0-39 0</inkml:trace>
  <inkml:trace contextRef="#ctx0" brushRef="#br0" timeOffset="-61157.68">31338 10016 1262 0,'0'-1'53'0,"0"-1"130"0,0 1-183 16,0 0-26-16,0 0 0 0,0 0-11 16,0-1-21-16,0 1 28 0,0 0-5 0,2 1 13 0,-1 0-1 0,0 1 15 15,-1 0-6-15,0 4 9 0,0 13 0 0,0 1 16 16,-4 3 5-16,-1 0 3 0,-3 3 1 0,1 1 10 16,2-4-7-16,-1 4 9 0,1-5 0 0,1 2-14 15,2 0 8-15,1-4-13 0,1 1 1 0,0-4 20 16,1-2-8-16,1-2 13 0,2-2 0 0,0-2-2 15,0-1 3-15,0-4-4 0,9 0 3 0,4 9-10 16,0-5-4-16,6-3-1 0,0-4-5 0,1-3-15 16,1-2 4-16,-1-4-8 0,1-4 4 0,-3 0-5 15,2 6 4-15,-6-11-4 0,-3-2 8 0,0 0-7 0,-3-3 4 16,0-1-5-16,-3 2 4 0,-3 2 12 0,-1 1-8 16,-3 1 9-16,0 2-12 0,8-1 2 0,-3 2-5 15,-2 0 3-15,-3 1-5 0,-2 1 9 0,0 1 1 16,-1 3 4-16,-1 2 6 0,-2 0-16 0,2 2 5 0,-1 1-9 15,-8 2-1-15,-1 1-10 0,-1-9 5 0,2 6-6 16,1 0 2-16,-3 3 1 0,2 1 1 0,-2 2 1 16,4 3 6-16,0 1-11 0,-3-1-5 0,6 11-2 15,-1 0-34-15,0 1-37 0,0-1-8 0,2 2-11 16,2 0-36-16,0 1-23 0,-9-1 1 0,5 1-13 16,3 0-51-16</inkml:trace>
  <inkml:trace contextRef="#ctx0" brushRef="#br0" timeOffset="-60941.03">31811 10144 1934 0,'0'0'23'0,"0"0"1"0,0 0-1 16,-1 0-6-16,0 0-7 0,0 0-18 0,1 0-13 15,0 0 1-15,0 1-3 0,0 1 6 0,0 4-18 0,2 6-3 16,0-3-6-16,2 2-15 0,-2-4-40 0,2 2-21 16,-2-3-11-16,0-1-99 0,0-3-5 0,0 1-7 15</inkml:trace>
  <inkml:trace contextRef="#ctx0" brushRef="#br0" timeOffset="-60506.27">32147 10024 1396 0,'0'0'75'0,"0"0"4"16,-1-1 3-16,0 0-20 0,0-1-12 0,0 1-34 15,-2 0-24-15,2 0 5 0,0 0-12 0,-1 0 8 0,-1 1-9 16,1 0 7-16,-2 1-6 0,-3 3 5 0,-3 3 5 15,3 12-7-15,-4-1 8 0,5 1 2 0,-4-2-1 16,-1 2 2-16,4 1-2 0,0-3 9 0,6-1-8 16,0-2 9-16,-8-2-8 0,5-3 17 0,0 1-2 15,2-1-3-15,2-4 3 0,1 2 9 0,0-4 2 16,2 1 3-16,-1-2-1 0,11 1 8 0,3 7-3 16,4-3-6-16,0-4 1 0,0-3-16 0,0-3-10 15,-2-3 4-15,0-3-6 0,-3 0 1 0,-2 3 6 0,-1-8-2 16,-4-2 2-16,-1 2 4 0,-2 0 5 0,-3 0 1 15,-1 0 0-15,8 0 0 0,-1-1-10 0,-6 0 1 16,-2 0-4-16,-1 1 8 0,-2 1-8 0,0 2 2 16,-2 2-7-16,-1 1-12 0,0 2 10 0,-5 0-6 0,-4 4 7 15,1-1-12-15,1 2-9 0,2-7-6 0,-1 2-4 16,1 3-42-16,3 0-20 0,0 2-5 0,3 1-2 16,3 0 5-16,-1 0-7 0,1 0 13 0,0 0-10 15,1 0 29-15,-1 0-2 0,2-1-5 0,0 0-2 16,2 0-44-16</inkml:trace>
  <inkml:trace contextRef="#ctx0" brushRef="#br0" timeOffset="-59738.66">32440 9850 792 0,'-1'0'99'0,"1"0"3"0,-1-1 25 16,0 0-21-16,0-1-13 0,-1 1-29 0,1 0-43 15,0 0 3-15,0 0-17 0,0-1-3 0,0 1-4 16,1 0-4-16,0 0 0 0,0 1-4 0,0 0 8 16,1 0 1-16,0 0 3 0,0 0 3 0,1 0-2 15,1 0 9-15,-2 0-7 0,6 3 12 0,0 1 2 16,-1 1-11-16,-3 1 7 0,7 7-6 0,-3 3 0 0,-1 2 7 16,-3 2-5-16,-3 1 3 0,-3 1-7 0,-5 3 0 15,-3 0-2-15,-2-1 1 0,-1 0 8 0,12-2-2 16,-16-2 4-16,9-1 3 0,-8-5 3 0,3-1 4 0,3-1-1 15,-3-5-6-15,8-1-6 0,-1-1-4 0,1-2 1 16,3 2-8-16,2-1 7 0,1-3-8 0,-1 2 7 16,-2-1-15-16,1 0 2 0,1 1 1 0,0-2 2 15,-1 0 7-15,1 0-1 0,1 1 0 0,0-1-1 16,1 0-2-16,1-1-2 0,0 0 2 0,5 0-2 16,8 0 4-16,-4-1-2 0,5-2 1 0,-3 1-1 15,5-2-3-15,2 1-9 0,-5-1 0 0,2 2-5 0,-6 0-20 16,6-3-10-16,-1 0 1 0,2-2-2 0,-2 0 1 15,0 0 13-15,-1-1-10 0,1-1 10 0,1-1-26 16,-2 0 9-16,0 8-3 0,1-12 6 0,-1 0 1 0,0-1-1 16,2-2-6-16,-1 1 2 0,-1 1-9 0,-2-1 25 15,2 1-3-15,-3 1 12 0,1-1 20 0,-2 1 4 16,-3-1 7-16,3 0-4 0,-4 1-2 0,-1-1 4 16,7 2 1-16,-9 0 2 0,9 0 11 0,-6 1 21 15,-4 0 1-15,4 1 7 0,1 2 9 0,-6 2-2 16,3 0 5-16,-3 3-4 0,1-2 7 0,-2 2-15 15,0 2 1-15,0 0-6 0,0-1-13 0,-1 2 0 16,0 0-9-16,0 0 6 0,0-1-6 0,0 1 9 0,-1 1-5 16,-1 0 6-16,-9 4-12 0,-2 4-1 0,0-1 1 15,-1 13-2-15,0 4-3 0,0-2-9 0,-1 0 2 16,1 1-4-16,0-1 3 0,3-1-6 0,0 0 4 16,6 2-4-16,0-3-1 0,3-3 4 0,0 1-2 0,-7-4 5 15,3-1-4-15,3-1 1 0,0-1-3 0,3 0 1 16,1-2 0-16,3 2-2 0,-1-3 0 0,3 2-2 15,-2-1 2-15,9-4 0 0,-1 0 3 0,4-2-2 16,-2 6 3-16,4 0 15 0,-1-3-9 0,1-4 10 16,3-2-12-16,-4 0-4 0,3-1 3 0,-6-2-5 15,-8 2-1-15,1-1 20 0,9-4-2 0,-13 5 7 0,-2 1 4 16,2-1-1-16,1-10 0 0,-1-1-1 0,0 2-11 16,-2-2 0-16,-1 1-6 0,-3 1 4 0,1-1-8 15,-3 2-11-15,2 1-3 0,-2 0-6 0,-8 3-30 16,-1 1-53-16,-6 2-2 0,2 1-21 0,-2-11-39 0,-4 4-92 15,-4 5-28-15</inkml:trace>
  <inkml:trace contextRef="#ctx0" brushRef="#br0" timeOffset="-59073.09">28912 11506 1401 0,'0'0'16'15,"0"0"1"-15,0 0 3 0,0 0-9 0,0 0 0 16,0 0-18-16,0 0 27 0,2 0 0 0,1 0 11 16,20-2 4-16,2 0-14 0,2 0-3 0,1-1-5 0,3 0-26 15,-1-1-8-15,-4 1-1 0,-1-1-2 0,-5 2-7 16,-3 1 17-16,-2 0-2 0,-5 1 7 0,-2 0 1 15,-4 0-18-15,1 0-14 0,-4 0-2 0,1 0-57 16,-1 0 25-16,1 1-13 0,0 0 14 0,0 0-45 0,-1 0-96 16</inkml:trace>
  <inkml:trace contextRef="#ctx0" brushRef="#br0" timeOffset="-58922.08">28829 11744 1359 0,'0'0'57'0,"0"0"2"0,0 0-12 16,-1 0-7-16,1 0-20 0,0 0-14 0,0 0 19 0,1 0-10 16,1 0 14-16,12-2-2 0,11-3-17 0,3 1-1 15,5-4-9-15,0 1-34 0,1-1-19 0,5-1-12 16,-2 1-9-16,-1-1-116 0,1 2-131 0</inkml:trace>
  <inkml:trace contextRef="#ctx0" brushRef="#br0" timeOffset="-58322.64">30247 11088 804 0,'0'0'130'0,"0"-1"19"0,-1 0-34 0,0 0-45 15,0-2-20-15,-1 1-14 0,1 0-21 0,0-1-6 16,0 1-4-16,0-1-10 0,0 1 16 0,-1 0-5 16,1 1 8-16,0-1-12 0,0 1-1 0,0 0 4 15,0 0-5-15,-1 1 0 0,1 0-8 0,-12 3 5 0,-3 4-5 16,-1 3 15-16,-1-5 3 0,-4 12 0 0,0 3 2 16,-3 0 11-16,1 0 9 0,-3 1 4 0,3 1-1 15,2-2 10-15,1-3-9 0,8 0 1 0,0-3-4 16,1 0-20-16,5-2 0 0,0-2-9 0,3 1 5 15,1-4-16-15,-4 2 10 0,2-2-3 0,1 2 4 16,2 1-6-16,2-3 2 0,0 1 4 0,0-2-1 16,1 0 2-16,0 0 8 0,3 0-6 0,0-1 7 0,0 1 1 15,3-3 9-15,7-1 3 0,5 1 1 0,5-1 9 16,-2 11-10-16,5-4 4 0,1-4-6 0,4-5-2 0,5-1-2 16,-1-3-11-16,0 0 5 0,1-2-22 0,-4 0 2 15,-1 0-5-15,-1 1 3 0,-4 1-15 0,-1 0 0 16,0 2 5-16,-7-1-3 0,0 1 12 0,-8 1-20 15,1 0 1-15,-4 0-11 0,-4 1-30 0,-2 0-79 16,1 0 23-16,-1 0-35 0,0 0 44 0,0 0-31 16,-1 0-7-16,0-2-9 0,-1 1-30 0</inkml:trace>
  <inkml:trace contextRef="#ctx0" brushRef="#br0" timeOffset="-58004.71">30226 11268 1045 0,'-1'0'83'16,"0"-1"140"-16,-1 0-133 0,0 0-30 0,0-1 0 0,-1-2-14 16,0-6-23-16,2 1 2 0,-6-2-2 0,0-1 0 15,2 0-8-15,1-4-10 0,3 0 1 0,1-1-4 16,4 0-2-16,0-1 2 0,2 2-2 0,0 0 2 16,0 3-3-16,-1 3 3 0,-1 0 4 0,1 2-1 15,-1 2 0-15,-1 2 4 0,0 0 0 0,-2 2 2 16,0-1 1-16,1 2 3 0,1 0-5 0,-1 0 5 0,2-2-11 15,-2 2 7-15,0 1 3 0,1 0 2 0,-1 0 11 16,-1 0-9-16,6 11-6 0,4 12 1 0,-5 6-1 16,-5 2 3-16,-1 2 0 0,-4 7 0 0,-2 3-9 15,-1 1-6-15,-3 7 0 0,-2-1-3 0,-1 1 0 0,0-2 2 16,-1-2-1-16,1-5 0 0,-1-2-10 0,1-5-7 16,1-6-5-16,4-2-2 0,2-2-36 0,3-5-39 15,0-5-3-15,2-4-15 0,1-5-39 0,0-3-74 16,0 1-26-16</inkml:trace>
  <inkml:trace contextRef="#ctx0" brushRef="#br0" timeOffset="-57502.67">30679 11101 1441 0,'0'0'44'0,"-1"0"2"0,-1-1-4 0,1 0-12 0,0 0-11 15,0-1-27-15,0 1-11 0,0 0 3 0,-1 0-2 16,1 0 21-16,0-1-3 0,0 2 7 0,0 0-6 16,-1 2 10-16,1-1 3 0,1 0-6 0,-6 18 4 15,-3 1-3-15,-4 3 10 0,-2 4 3 0,-2 5 1 0,0 1-2 16,0-2 9-16,5 2-6 0,0-2 8 0,0-1-3 15,1 1-12-15,3-5 5 0,-1-2-9 0,3-1 2 0,1-4-7 16,0 0 1-16,-4-4-4 0,2 1-5 0,4-3 4 16,3-1-3-16,0-1 5 0,3-2-6 0,0 1-9 15,2-3-1-15,-3 0-1 0,10-2 3 0,6-2 4 16,-1 1 4-16,3-3 0 0,4 13-1 0,-2-7 12 16,1-3-7-16,-1-3 8 0,-1-1-11 0,1-3 7 15,-2 0-3-15,0-3 4 0,-1-1-3 0,-1-1 2 16,-3-1-1-16,-1 0 0 0,-1 3 2 0,-1-10 7 15,-1-3 2-15,-2-5 0 0,-1 1 0 0,-1-5-14 16,0-5-2-16,-1-3-3 0,-2-2-7 0,-1-4 5 0,0 0-1 16,14 2 2-16,-9 1-4 0,-5 5 7 0,-4 4-2 15,-3 4 4-15,-1 1-6 0,0 5-4 0,-3 4-1 16,1 0-3-16,0 6-19 0,3 2 7 0,-10 3-6 16,-3 4 4-16,2-10-19 0,-2 5-23 0,0 6 1 15,0 4-10-15,-2 4-19 0,2 4-50 0,0-3-10 0,1 13-14 16,2 3-53-16</inkml:trace>
  <inkml:trace contextRef="#ctx0" brushRef="#br0" timeOffset="-56435.73">31235 11101 1137 0,'0'0'86'0,"0"0"-113"15,-1 0 99-15,0 0-55 0,-1 0-17 0,1 0-17 16,0 0 5-16,-1 0-7 0,-1 1 9 0,-3 4 9 16,-3 10-5-16,-3 9 6 0,-4 3-5 0,-1 5 9 15,2-1 3-15,0 2 3 0,0 0 14 0,0-3 23 16,1-5 0-16,1-3 8 0,6-7-6 0,3-1-11 15,0-5-6-15,-2-2 0 0,2 1-11 0,2-6-12 0,1 0 8 16,0 1-9-16,0-1 15 0,0 0 6 0,-1 1-4 16,1-2 4-16,0 0-11 0,1 0-22 0,0-1 4 15,0-1-10-15,1-1 2 0,8-14 2 0,-8-7 2 0,12-2 0 16,2 3-1-16,3-4-5 0,-4 0-1 0,3 3 1 16,-1-5 3-16,0 5 1 0,-1 2 2 0,1 1 0 15,-1 0 2-15,-1 5 2 0,-1 0-2 0,-1 5 3 16,-2 2-5-16,0 2 11 0,-2 2-4 0,-1 2 8 15,-1-3-9-15,0 2 4 0,0 0 2 0,0 2 1 16,-2 1-1-16,-1 1 4 0,-2-1-4 0,10 21 5 0,-3-1 6 16,-6 0 6-16,-2 0 3 0,0-2 1 0,-1 2 3 15,-2-5-1-15,1-2 3 0,0-2-4 0,0-5-13 16,1-2-5-16,0 0-8 0,1-2 4 0,-1 2-9 0,0-2-10 16,0 1-1-16,1-1-3 0,0-1-1 0,0 0 16 15,0-1-3-15,1-1 5 0,0-1-8 0,7-11 2 16,-7-6 3-16,13 0 0 0,-1-1-4 0,0 0 8 15,0 0-4-15,0 1 6 0,1 1-8 0,2 1 1 16,-2 3 3-16,0 2-1 0,-2 2 7 0,-3 3-9 16,-4 1 2-16,-2 3-4 0,-3 2 5 0,3 0 1 15,0-1 3-15,-1 0-1 0,3 1 8 0,-2 1 2 16,-1 1-3-16,0 4 1 0,3 21-9 0,-5 2-12 16,-2 3 3-16,-3-1-5 0,-2 1 15 0,1-2-3 0,0-3 1 15,1-5-3-15,3-3-15 0,2-4-42 0,0-1 5 16,0-6-17-16,0 3-8 0,0-7-7 0,0-2 7 15,1 2-3-15,2-1 32 0,-1-1-14 0,7 1 10 16,3-2-10-16,2-4 15 0,0-3 7 0,2 4-6 16,-6-19 7-16,3 0 5 0,0-3 24 0,0 1 0 0,2 2 8 15,-2 0 3-15,0 1 3 0,-1-2-3 0,0 2 3 16,-1 0 0-16,1 1 7 0,0 0 2 0,0 2 1 16,-2 2 6-16,1 1 6 0,-3 0 5 0,1 4-1 15,0 1 8-15,-3 2 2 0,-1 2-2 0,-1 3 3 16,0 1 10-16,0-1 13 0,0 1-4 0,-2 0 3 0,-1 2-23 15,0 0 1-15,1 0 3 0,0 3-2 0,5 7-4 16,1 13-13-16,-4 0 4 0,-4 3-5 0,-1 1 7 16,-3 0-2-16,-2 4-1 0,0-4 1 0,-1 0 7 15,-1 0-19-15,1-6 4 0,0 0-9 0,1-3 3 0,3-8-11 16,0-1 3-16,2-5-5 0,1 0-5 0,-1-2-2 16,0 1-2-16,1-1 2 0,0-1-4 0,0 0-4 15,0 0 5-15,0-1-3 0,0-1 3 0,0-8 1 16,3-15-3-16,2 1 5 0,1 2 6 0,1 0 2 15,0-2 3-15,0 1 0 0,1-2-2 0,0 1-5 16,1 2 0-16,-1-1-1 0,-1 2 5 0,1 3 1 16,0 0 0-16,-1 2-1 0,0 1-3 0,-2 3-1 15,0 2 2-15,-2 2 0 0,-1 3 0 0,-1 2 13 0,0 0-3 16,0-1 5-16,0 2-5 0,0 0 8 0,2 1 0 16,-1 0 4-16,1 1 0 0,1 5-11 0,7 14-1 15,-3 2-2-15,-1 2 0 0,-2 2-8 0,1 0 3 16,-2 0-4-16,1-2 8 0,1 2-10 0,-1-2 3 15,1-1-5-15,3 2 4 0,-2-4-2 0,-2-1-1 0,-1-1 0 16,0-4-11-16,-1-3-42 0,1-3-2 0,0-1-17 16,-3-4-41-16,0-2-49 0,-1 0 4 0,1 0-16 15,0 0 0-15,0-1-150 0</inkml:trace>
  <inkml:trace contextRef="#ctx0" brushRef="#br0" timeOffset="-56270.16">31702 11178 853 0,'0'0'121'16,"0"0"-91"-16,0 0 119 0,0 0-42 0,0 0-59 0,0 0 1 16,0-2 0-16,1 1-1 0,0 0-10 0,4 0-16 15,11-5-3-15,3 1-3 0,3 2-2 0,3 0-5 16,3 2 6-16,5 0-8 0,1 0-5 0,1 1-14 16,-5-1-4-16,-1-1-7 0,0 1-47 0,0-1-156 15,-2 1-12-15</inkml:trace>
  <inkml:trace contextRef="#ctx0" brushRef="#br0" timeOffset="-55936.41">32530 10865 886 0,'-2'-1'366'16,"1"-1"74"-16,0 0-203 0,-1-3-158 0,-3-2-62 16,3 4-13-16,-1 0-29 0,1 1-3 0,0 1-9 15,-1 0-1-15,0 1 15 0,-9 3 3 0,1 3 2 0,-3 26 8 16,-3 0 4-16,4 2 1 0,-8 1 1 0,2 1 8 16,-2 4 11-16,-2 6 1 0,0 4 1 0,-3 3 0 15,0 1 2-15,-1 1-6 0,0 0 5 0,1-4-6 16,3-4-9-16,3-6 5 0,2-3-7 0,3-3 0 0,0-5-6 15,3-3 4-15,3-3-6 0,1-6 4 0,5-3-16 16,-3-3-8-16,1-6-4 0,3-3-50 0,2-2-43 16,-3 2-1-16,2-1-13 0,0 0-16 0,0-1-104 15,1 1-54-15</inkml:trace>
  <inkml:trace contextRef="#ctx0" brushRef="#br0" timeOffset="-55536.99">32438 11188 1335 0,'0'0'54'0,"0"0"-1"0,0 0 36 0,0 0-14 0,0 0-1 15,0 0-40-15,0 0-5 0,0 0-5 0,0 0 2 16,0 1-5-16,0 0 5 0,1 1-3 0,0-1 1 16,0 1-13-16,1 0 5 0,-2 4-1 0,1 6 2 15,0-2-4-15,0-2 5 0,0 4-3 0,1 2 3 16,0 0-8-16,0 0 4 0,-1 2 0 0,1 1 3 15,1 4 8-15,-1 2-7 0,0 5 6 0,-2-3-6 0,-5 2 2 16,1 0-5-16,1 1 0 0,1-1-2 0,0 1-3 16,1-2-5-16,0 0-1 0,1-3 2 0,1-1 8 15,0-3-9-15,2 1 7 0,-1-3-8 0,-1-3 9 0,3 1-2 16,-2-4-2-16,2 0 2 0,-1-1-8 0,-1-3 3 16,3 1-4-16,-1-2 4 0,-2-2 2 0,-2-3 6 15,2 1 7-15,1-1 0 0,-1 0 29 0,0 1-13 16,1-2-1-16,3-4-7 0,15-9-23 0,1-22-6 15,10-3 2-15,-3-5-5 0,-2-3-12 0,8-6-20 16,2-3-1-16,3-4-5 0,-1-1-5 0,2-2-3 16,6 2 3-16,-3 4-2 0,1 4 12 0,-7 9-33 15,-11 3-3-15,-2 7-11 0,-10 5-12 0,0 2-35 16,-4 4-6-16,-5 3-21 0,-1 3-106 0</inkml:trace>
  <inkml:trace contextRef="#ctx0" brushRef="#br0" timeOffset="-54966.63">30077 11982 1229 0,'-2'0'76'0,"1"0"1"0,-1 0-4 0,-2 0-12 0,-1 0-21 15,2 0-34-15,1 0-27 0,-1 0 4 0,2 0-9 16,0 0 29-16,1 0 17 0,1 0 0 0,2 0 6 15,7 0 12-15,17 0 6 0,4 0 1 0,2-1 1 16,4-3 7-16,2-2-6 0,2-3 4 0,9-1-5 16,5-1-7-16,10-5-4 0,3 0 1 0,5-1-3 15,-1 2-7-15,-1-1-7 0,6 0-6 0,2 1 1 16,3-2-14-16,4 0 0 0,-3 1 1 0,-4 1 1 0,-1 1 2 16,-4 1-1-16,1 4 0 0,-2 1 0 0,-5 3 0 15,-9 3-6-15,-7 1 3 0,-9 1-3 0,-3 0 3 16,-7 1-12-16,-7 1-7 0,-3 0 0 0,-5 2-7 0,-4-2-20 15,1 2-4-15,-9-2-11 0,-3-2-61 0,-1 1-26 16,-1 1-3-16,0 0-12 0,-1 1-72 0</inkml:trace>
  <inkml:trace contextRef="#ctx0" brushRef="#br0" timeOffset="-54669.22">30067 12121 2091 0,'-1'0'16'0,"0"0"0"0,-3 0-2 0,-3-2-9 0,5 2-4 16,0-1-45-16,0 0 9 0,1 0 3 0,1 0 7 16,3 0 26-16,27-5 9 0,17 1-5 0,4 1 6 15,3 1-5-15,8-2 8 0,8-1-3 0,10-1 3 16,4 1-8-16,3-1 6 0,0 0 4 0,0 0 0 15,4 1 8-15,5-1-10 0,3 0-4 0,-5 1-2 16,-2 0-9-16,1 2-1 0,-2-1 2 0,1 0-1 0,-2 1 6 16,-15-1-16-16,-3 0 0 0,-7 3-9 0,0-2-22 15,-4 2-45-15,-7-2-38 0,-7 3-7 0,-7 0-166 16</inkml:trace>
  <inkml:trace contextRef="#ctx0" brushRef="#br0" timeOffset="-52850.15">27252 13092 239 0,'-1'0'0'0,"-6"-1"57"0,-6-3 531 0,5 3-237 16,4 0 9-16,2 0-315 0,-1 0-8 0,1-1-41 15,1 2 3-15,0 0-7 0,1-1 24 0,1 0-1 0,1 1 1 16,19-4-1-16,8 1 7 0,0 1-18 0,2-1 8 16,0 1-12-16,1 1-3 0,1-2-2 0,1 2-9 15,-1 1 5-15,-1 0-11 0,-2 0 5 0,0 0 2 0,-3 0 0 16,1 0 5-16,-3 1-23 0,-3 1 5 0,-3-1-17 15,-1-1-52-15,-4 0-60 0,-1 0-9 0,-3 0-16 16,-2 0-48-16</inkml:trace>
  <inkml:trace contextRef="#ctx0" brushRef="#br0" timeOffset="-52650.68">27312 13334 1633 0,'0'0'94'0,"-1"0"7"0,0 0-20 16,-2 0-23-16,1 0-25 0,1 0-40 0,0 0 6 16,-1 0-7-16,2 0 7 0,3 0-3 0,13-2-18 15,13-5-4-15,3-1-7 0,4-3-31 0,1 2 7 16,5-3-5-16,0 2 4 0,4 1-20 0,-2 1-166 16,1 1-10-16</inkml:trace>
  <inkml:trace contextRef="#ctx0" brushRef="#br0" timeOffset="-51999.78">29235 12535 1207 0,'0'0'58'0,"0"0"-3"0,-1-2 13 0,-1 1-10 16,1 0-13-16,0 0-38 0,0 0-3 0,0-1-3 0,-1 0 2 15,1 1-3-15,0 0-5 0,0 0 3 0,0-1-5 16,0 1-10-16,-1 0 7 0,1 0-3 0,0 1 7 16,0 1 14-16,-1 0-3 0,-13 16 7 0,-3 9-4 15,0 2 19-15,-2 0 15 0,2 0-1 0,3-2 5 16,2-1 0-16,6-1-10 0,1-1-2 0,4-1-4 15,-11 1-13-15,6-3 12 0,3-3-4 0,4-2 6 16,1-2-4-16,2-2-3 0,2 0-8 0,-1-2 4 0,3 0-8 16,2 1 2-16,6-3 5 0,6 0-4 0,0-1-1 15,1-3-9-15,4 0 2 0,0 11-4 0,1-7 0 16,0-4-12-16,0-3-1 0,0-3-3 0,-2-2 1 0,-3-2-18 16,0 1 2-16,-4 1-7 0,-2 1-7 0,-1-1-6 15,-6 2 0-15,-2-1-5 0,-2 2-26 0,-4 2-48 16,1 0-20-16,0-3-20 0,-2 2-191 0</inkml:trace>
  <inkml:trace contextRef="#ctx0" brushRef="#br0" timeOffset="-51750.52">29363 12524 1148 0,'0'0'371'0,"0"0"-475"0,-1 0 422 0,0 0-228 15,-1 0-71-15,1 1-15 0,0 0 5 0,0 2-9 16,-10 17 1-16,2 2 3 0,1 3 1 0,1 3 0 16,1 1 7-16,0 3-10 0,0 3 4 0,-1 8-6 15,1-2-3-15,-1 5 0 0,1 0-2 0,0-6 3 16,1 1 2-16,2-8-13 0,-1-4-4 0,2-3-5 16,1-4-24-16,1-2-13 0,1-1-9 0,3-4-3 15,-1-3-40-15,1-3-5 0,-1-1-7 0,1-4 0 16,-2-3-23-16,11 1-40 0,0 6-11 0</inkml:trace>
  <inkml:trace contextRef="#ctx0" brushRef="#br0" timeOffset="-51416.59">29831 12710 625 0,'0'0'169'0,"0"0"308"0,0 0-341 0,-1 0-58 16,0 0 0-16,-1 0-25 0,1 0-35 0,0 0-6 15,0 1-3-15,-2 1 0 0,1 16-2 0,-7 8 10 16,-1 3-9-16,1 4 8 0,1 0-3 0,1-1 2 16,2 0 7-16,1-3-6 0,1-1 1 0,-10-6-3 0,6-2 6 15,3-3-2-15,4-3 12 0,2-2-7 0,0-2-1 16,1 0-1-16,2-3-2 0,-1-2 13 0,4-2-9 16,5-1 8-16,1 8-18 0,0-3-2 0,1-2 3 0,3-3-2 15,0-2 5-15,0-4 1 0,4-1 1 0,-4-3-1 16,2-2-11-16,-4 9-2 0,-3-16-4 0,1 0 3 15,-5-2-4-15,1-1 0 0,1-1-4 0,-4-1 1 16,-2 1 5-16,-1-3-1 0,10-3-2 0,-7 2-1 16,-4-3-10-16,-3 3 6 0,0 4-5 0,-3-2 4 15,-1 5-20-15,-2 0-34 0,-1 3-8 0,0 2-13 16,0 2-59-16,-3 3-56 0,-14 2-39 0,-2 5-23 0,-6-14-298 16</inkml:trace>
  <inkml:trace contextRef="#ctx0" brushRef="#br0" timeOffset="-51015.97">28435 13579 1398 0,'-1'0'54'16,"0"0"112"-16,-2-1-166 0,2 1-31 0,-1 0-9 16,-1-2-8-16,1 1-19 0,1 0 41 0,1 0 1 15,0-1 15-15,1-1 10 0,13-6 9 0,11-3 3 0,7 3 2 16,3 2 22-16,4 1 12 0,4 1 4 0,2 1 2 16,1 1 9-16,1-2-5 0,0 3 1 0,7-2-2 15,5 2 1-15,5 1-6 0,7 1 0 0,2 0-3 16,0 0-4-16,0 0-18 0,0 0 0 0,4 0-5 15,0 0-6-15,-1 0-13 0,-2 0 1 0,-9 0-5 16,-4 2-10-16,-6 3-1 0,-1 0 5 0,-5 0-2 16,-2 2 4-16,-4 1 7 0,-5-1-5 0,-2-2 6 0,-2 1-7 15,-7 0-16-15,0 0 3 0,-7-2-9 0,-2-1-9 16,-3 0-30-16,-4-1-38 0,-4-1 4 0,-3-1-120 16,-1 0-5-16,-1 1-5 0,1 0-17 0,-2 1-164 0</inkml:trace>
  <inkml:trace contextRef="#ctx0" brushRef="#br0" timeOffset="-50499.53">28504 13932 1386 0,'-1'0'260'0,"0"0"-329"0,-2 0 292 16,-9-2-158-16,4 1-77 0,5 1-11 0,1 0-5 0,0-1-2 16,0 0-13-16,1 0 25 0,1-1-5 0,0 1 12 15,1 0 3-15,2 1 4 0,14-6 4 0,3 4-2 16,-1 1 0-16,-4 1 3 0,7 3-1 0,-4 2 2 16,-1 1 3-16,1 3-2 0,-8-6 7 0,1 17-6 15,-2 3 1-15,-4-1 10 0,1 0-4 0,-5 0 8 16,12 0 3-16,-6 2-7 0,-5 0-2 0,-3 1-3 15,-5 0-4-15,-4 1 6 0,8-3 1 0,-20 1 1 0,2 0 3 16,-2 1-3-16,1-2 6 0,-3-5-4 0,-3 1 6 16,1-5-8-16,-1 2 5 0,5-2-5 0,1-4 4 15,2-3 10-15,2-1-12 0,2-3 11 0,1-2-10 0,4 6 4 16,2-3 1-16,2-1-1 0,3-2-9 0,0-1-1 16,1 0-3-16,1 0 0 0,-1 0-14 0,-1 0 1 15,1-1 0-15,1 0 3 0,0-1 3 0,1 0-3 16,0-6 1-16,2-3-2 0,0 5 8 0,3 1-5 15,0-1 0-15,6 4-3 0,1-2-5 0,-1 3 7 16,-1-1-1-16,1-5 2 0,1 1-4 0,-1 3 5 16,1 2-1-16,0 1 2 0,1 1-6 0,-1 2 4 0,-1 3-3 15,4 4 4-15,-3-7 0 0,0 14-6 0,1-2 4 16,-3 0-6-16,-1 2 2 0,3-2-12 0,-2 0 0 16,1-3-6-16,3 0-16 0,0-3-51 0,-3-2-1 15,3-3-22-15,-4-1-70 0,3 7-45 0,5-2-55 16</inkml:trace>
  <inkml:trace contextRef="#ctx0" brushRef="#br0" timeOffset="-50115.37">28897 14173 980 0,'0'0'108'0,"-1"1"215"0,0 0-279 16,0 0-12-16,-2 3-11 0,-5 11 3 0,0 4-17 15,1 1 7-15,1 3 1 0,1 3 0 0,2 0-1 0,-2 2 0 16,1 0-2-16,1-1 0 0,1-1 1 0,-1-4 1 16,1-1 7-16,1-6-5 0,0 1-3 0,-1-5-8 15,2-4-5-15,0 0 0 0,0-2-12 0,0-4 5 16,0 1-12-16,0 1 8 0,0-1-18 0,2-1 16 16,-1 0 1-16,0 1 2 0,1-2-5 0,1 0 7 15,4-4-4-15,2 3 6 0,2-18 5 0,-1 3-14 16,1 0 11-16,2 1-11 0,-3-3 18 0,3 1-10 15,3 3 6-15,-4 1-6 0,1 2 19 0,-1 4-9 16,-2 1 2-16,-2 5-3 0,1 0 3 0,-3-4 16 0,0 2 0 16,-4 1 5-16,3 1 2 0,-3 1 8 0,2 0-6 15,-3 0 7-15,0 7-6 0,11 12 5 0,-6 1-1 16,-3 2 2-16,-1-2-8 0,-2 3-10 0,0 0-1 16,-2-5-3-16,1-2-2 0,0-3-11 0,0-3-1 0,0-2-6 15,0-2-24-15,1-3-66 0,0 0 0 0,0-2-25 16,0 1-34-16,0 1-85 0,0-1-65 0</inkml:trace>
  <inkml:trace contextRef="#ctx0" brushRef="#br0" timeOffset="-49931.86">28884 13932 1237 0,'0'0'449'0,"0"0"-565"16,0 0 511-16,0 0-275 0,0 0-108 0,0 0-8 15,0 0-4-15,1 1 3 0,3 0 11 0,24 11-13 16,3-3 5-16,1 0-9 0,2 0-17 0,1 0-26 16,0 0 3-16,0 1-12 0,-2-1-10 0,-6-2-72 15,-1 2-2-15,-3-2-26 0,-1 0-37 0,-1 0-141 16</inkml:trace>
  <inkml:trace contextRef="#ctx0" brushRef="#br0" timeOffset="-49431.38">29493 14169 1118 0,'0'0'615'0,"-1"0"-813"0,0 0 712 0,-1 1-394 15,-3 0-109-15,-1 2-7 0,3-2-6 0,1-1 1 16,1 0-15-16,-2 5 3 0,-4 9 5 0,3 3-3 15,4 1 9-15,4 1-6 0,3 3 6 0,0-1-5 0,1 1 14 16,3-2-9-16,0 1 0 0,-9 1-4 0,12 0-6 16,0-5-7-16,-1-3-2 0,1-1-1 0,1 1-10 15,-3-1-4-15,2-1-1 0,-6-8-1 0,-1 1-14 0,0 1-26 16,0-1-1-16,2-2-12 0,-1 1-27 0,1-2-27 16,-3-2-1-16,-1-1-7 0,-1-1-2 0,-1-10 33 15,0-11 2-15,0 1 13 0,-2 0 38 0,1-2 29 16,12-2 4-16,-5 3 8 0,-4-3 2 0,-2 2-18 15,-2 2-4-15,0 1-1 0,-1 1 14 0,0 4 51 16,-1 0 27-16,-1 4 12 0,-1 1 120 0,1 1-11 16,-2 3-4-16,1 1-7 0,-1 2-36 0,3 1-35 15,-4 1 10-15,-2 0-18 0,0-4 3 0,-3 0-14 0,-1 3-5 16,-4 3-1-16,-2 4-12 0,1 4-6 0,-3-5 1 16,3 19-3-16,0 3-7 0,-2 2-14 0,0 2 0 15,-1 3-5-15,-2 3-5 0,2-2 0 0,-1 3-2 16,4 0 1-16,2-4 9 0,0-5-10 0,1-2 9 15,3-6-10-15,2-3-5 0,3-4-11 0,3-3-14 0,1-5 2 16,-3 1-38-16,4-4-1 0,-1 2-2 0,0-1 0 16,1-1-6-16,0 0-21 0,1-1-10 0,0 0-5 15,20-9-42-15,4 2-128 0</inkml:trace>
  <inkml:trace contextRef="#ctx0" brushRef="#br0" timeOffset="-49081.02">29785 14024 783 0,'0'0'465'0,"-1"0"-585"15,0 0 534-15,0-1-285 0,-2 0-95 0,1 0-31 16,-1 0-2-16,2 1-10 0,0 0-13 0,0 0 7 16,0 0 3-16,0 0 1 0,1 0 14 0,0 0-5 15,1 0 2-15,1 0-3 0,5 0 4 0,7-1 4 16,2 1 0-16,0 0 0 0,-1 0 8 0,1 1-6 15,-5 0 3-15,1 1-4 0,0 2 7 0,-2-1 11 16,-1 1 1-16,0 1 4 0,-2-2 6 0,3 3-4 16,0 1 3-16,-5-5-4 0,0 10 6 0,-2 1-12 0,-1 1 1 15,3 3-4-15,2 0 2 0,-4 2 0 0,2 0-3 16,7 2 1-16,-6 3-13 0,-2 0 10 0,-3 3-8 16,-1 3 7-16,0-1-11 0,0-1-3 0,-3 2 6 15,0-3-5-15,-1-1 6 0,2-3-11 0,-2-4 0 16,2-3-4-16,1 0-1 0,0-5-6 0,0 1-8 0,1-5 0 15,-2-1-42-15,2-3-51 0,-1-1 6 0,1-1-20 16,0 0-4-16,-1 2-70 0,0-1-19 0,0-1-34 16,0 0-223-16</inkml:trace>
  <inkml:trace contextRef="#ctx0" brushRef="#br0" timeOffset="-48880">29752 14300 1810 0,'0'0'61'0,"0"0"117"0,-1 0-158 0,0 0-20 16,1 0-5-16,0 0-3 0,0 1 4 0,1 0 9 15,1 0 2-15,9 1 1 0,11 2-1 0,4-2-7 16,2 1-1-16,2-3-6 0,5-1-20 0,0-2-46 16,-2-2 4-16,0 1-20 0,-5-1-17 0,-2 0-57 15,-1 1 15-15,-4 0-26 0,-1 2 11 0,-6-1-48 16,-1 0-21-16</inkml:trace>
  <inkml:trace contextRef="#ctx0" brushRef="#br0" timeOffset="-48413.73">30174 14167 1479 0,'-1'0'79'0,"0"0"131"16,0 0-134-16,0 0-30 0,-2 0-3 0,1 0-11 15,1 0-30-15,0 0 1 0,-1 0 1 0,1 0 3 16,1 0 7-16,1-1-9 0,2-1 4 0,14-2-5 16,4-1 3-16,2 1 1 0,-1 1-9 0,3 1 5 0,0 0-4 15,-3 2-6-15,-2 3 2 0,-1 1-5 0,-2 3-5 16,-4 1 10-16,0-7 1 0,-5 18 3 0,-2 1 1 16,-2 2 0-16,9 0-1 0,-6 2-1 0,-5-1-3 0,-4 1 3 15,-3 2-1-15,-3-1 2 0,-3-1 0 0,-2 0 13 16,10-7 1-16,-15-5 3 0,3 1 2 0,-2-4-4 15,2 0-1-15,1-1-1 0,1-5-2 0,1 0 3 16,1-2-1-16,2 5 2 0,1-2-3 0,3-1-8 16,1-2 2-16,0-1-4 0,2 0 7 0,0 0 1 15,0 0-2-15,1 0 1 0,-1-1-3 0,-1 0-3 16,1-1-1-16,1 1-1 0,0 0 1 0,0 0 5 16,-1 0 4-16,1-1-2 0,1 1 4 0,0 0-11 15,0 0 2-15,1 0-3 0,1 0 6 0,-1 1-3 0,11-5-1 16,0 3-1-16,0 0-3 0,0 2-2 0,1 3 0 15,-1 0 0-15,-2 2 6 0,1 1-3 0,1 1 0 16,-1 0-3-16,2 1-7 0,-1 0 0 0,-1-1-4 16,0 2 0-16,-2-3-21 0,-1-2-31 0,-2 0 0 0,0-1-13 15,2 1-17-15,0-1-13 0,0 0-4 0,-1-1-4 16,4 0-18-16,-3-2-64 0,-2 0-15 0,0-1-28 16,0-1-162-16</inkml:trace>
  <inkml:trace contextRef="#ctx0" brushRef="#br0" timeOffset="-48130.04">30528 14196 1315 0,'0'0'62'0,"0"0"111"0,-1 0-131 0,0 0-11 16,0 0-5-16,0 0-1 0,1 0-24 0,0 0 9 15,0 0 1-15,0 0 3 0,0 0 10 0,0 0 2 16,0 0-4-16,1 0 3 0,0 1 0 0,0 0 2 15,1 1 0-15,7 4 0 0,-2 1-8 0,4 9 8 16,-5 2-1-16,1-1 4 0,5 4 5 0,-2-1-13 16,2 2-3-16,-2-1-3 0,-2-1-12 0,-1-1 3 15,1-1-5-15,-1 1 4 0,1-2-9 0,-4-1 3 16,2-1 0-16,-1-3-1 0,-2-5-21 0,2-2-25 0,0 0-6 16,-2-3-7-16,2 3-38 0,0-4 4 0,-2 1-7 15,2 2 6-15,-2-3-10 0,2 0-38 0,0-1-18 16,0-1-19-16,-2 0-163 0</inkml:trace>
  <inkml:trace contextRef="#ctx0" brushRef="#br0" timeOffset="-47930.22">30701 14220 618 0,'0'0'99'15,"-1"0"-9"-15,0-2 34 0,0 1-4 0,-2 0-25 16,1 0-40-16,1 1 11 0,-5-2 2 0,-1-1 2 16,0 2-8-16,1 1-8 0,-1 0-12 0,2 0 4 15,-2 4-27-15,-2 3-5 0,-1 3 0 0,-2 13-1 0,2 1 6 16,-2 0-3-16,1 2 1 0,0-2-3 0,-2 1 1 15,2-1-10-15,2 0 2 0,3-1-6 0,-2-3 2 16,2-2-3-16,1-4-2 0,0-2-3 0,0-1-32 0,3-2-31 16,-4 1-5-16,4-6-10 0,0 2-44 0,2-3-39 15,0-1-6-15,0 0-13 0,0-1-59 0</inkml:trace>
  <inkml:trace contextRef="#ctx0" brushRef="#br0" timeOffset="-47661.8">30886 14106 833 0,'0'0'235'16,"0"0"483"-16,0 0-648 0,-1 0-46 0,-1-2-1 16,1 2-14-16,1-1-5 0,0 1-10 0,0 0-3 15,0 0-2-15,0 0 10 0,0 1-4 0,0 1 2 0,0 2-6 16,-2 15-5-16,-1 0 13 0,1 2-6 0,0 1 8 15,-2 2-1-15,0-1 13 0,-1 2 1 0,0 0 2 16,0 0 2-16,2-1-12 0,-1 0 1 0,2-4-6 16,0-3-6-16,0-1-12 0,1-1-2 0,0-4-7 15,1-1-48-15,0-2 0 0,0-2-18 0,0-2 13 16,0-3-17-16,0 1-19 0,1 1 4 0,0-2-18 16,1 0-63-16,0-1-127 0</inkml:trace>
  <inkml:trace contextRef="#ctx0" brushRef="#br0" timeOffset="-47292.43">31077 14143 316 0,'0'0'123'0,"0"0"-14"0,0 0 55 16,0-1 8-16,0 0-34 0,0 1-26 0,0-1-20 15,0 1-6-15,0 0-4 0,0 0-11 0,0 0-13 16,0 0 2-16,0 0-10 0,-1 0-26 0,0 1-1 16,0 0-12-16,0 1 7 0,-1 3-19 0,-1 6 4 15,-1 0 2-15,2-1 2 0,0 0 8 0,-1 1-5 16,1 2 5-16,-1-1-5 0,-1-1 2 0,2 2 5 15,-1 0-6-15,1-1 7 0,1 0-7 0,0 0 5 0,1-2-6 16,0 3 5-16,0-1-13 0,1 2 5 0,0-1 0 16,2 0 0-16,1-1-7 0,0-3 9 0,1 2-3 15,-2-7 5-15,1 2-6 0,0-2 0 0,7-1 4 16,-1 1-2-16,4-3 0 0,0 0 11 0,-1 0-1 0,0 8 7 16,0-5 13-16,0-3-9 0,-1-1-5 0,1-1-1 15,0-3-5-15,-3-1-6 0,0-1 2 0,-2 1-4 16,-2-5-1-16,0-6-4 0,-3 5 8 0,0-1-6 15,-1-1 11-15,5 2-14 0,0 0 2 0,-2-1-4 16,-3 2 5-16,-2 0-5 0,0 0-1 0,-1 1 0 16,-1 0 0-16,-2 0-10 0,-1 1-2 0,4-1-4 15,-9 2-29-15,-2-2-31 0,0 1-8 0,1 1-8 0,-1-1-36 16,-1 1-33-16,0 1 3 0,-3 0-20 0,2 3-66 16</inkml:trace>
  <inkml:trace contextRef="#ctx0" brushRef="#br0" timeOffset="-46879.91">31438 13673 1580 0,'-1'0'67'16,"0"0"133"-16,0-1-156 0,0-1-33 0,0 1 6 15,-1 0-16-15,1 0 2 0,0 0-9 0,0 0-1 16,0-1-5-16,-1 1-16 0,1 0-11 0,0 0 0 0,0 1-1 16,0 0 25-16,-2 0 16 0,-1 1 4 0,-9 6 3 15,-1-3 7-15,-2 13 7 0,1 2 4 0,2 2 0 16,-1 2 2-16,2-3 2 0,2 2-2 0,1-1 3 16,1-1-4-16,2 0-14 0,3-3-2 0,2-3-4 15,-9 0-9-15,4-2 5 0,3-1-2 0,2 0 5 16,1-2 5-16,0-3-10 0,1 1 5 0,0-2-6 15,1 0 3-15,0-3-3 0,9 2 0 0,2 5 0 16,1-3 8-16,2-3 3 0,-2-3-1 0,2-1 1 0,-1-1-5 16,0-2-2-16,-2 1 2 0,-4-1 0 0,2 0 7 15,-6 0 1-15,-1 2 2 0,-2-1 0 0,3-4 14 0,-3 3-15 16,1-1 3-16,-1-1-9 0,-1 0-10 0,-1-2-17 16,0 1-8-16,-2-1-2 0,-2 2-26 0,3 2-20 15,-16-1-11-15,-2 3-7 0,-1-10-68 0,-4 2-116 16,1 4-49-16</inkml:trace>
  <inkml:trace contextRef="#ctx0" brushRef="#br0" timeOffset="-46245.72">29987 13553 726 0,'0'0'57'15,"0"0"91"-15,-1-1-84 0,1 0-33 0,0-1-2 0,-1 1-12 16,0 0-15-16,0 0 4 0,-1 0 2 0,1-1 1 16,0 1 5-16,0 0-14 0,0 0 9 0,0 0-9 15,1 0 13-15,0-1 12 0,0 1 4 0,0 0 6 16,0 0 23-16,1 0 2 0,0 0-5 0,0-1 3 15,1 1-7-15,9-1-9 0,4 1 4 0,3-1-7 16,7 2-4-16,0 0 6 0,5 0-7 0,3 0 7 16,1 0-10-16,1-2 8 0,4-1-6 0,2-2 6 15,3 0-14-15,5 0-6 0,3 0 3 0,5 0-5 0,2-1-16 16,-4-1-3-16,-2 2-8 0,-7-1 2 0,-6 3-21 16,-6 2 2-16,-2 0-6 0,-5 1 3 0,-2 0-9 15,-5 1-57-15,0 0-18 0,-5 2-19 0,-2 0-93 0,0 0-153 16</inkml:trace>
  <inkml:trace contextRef="#ctx0" brushRef="#br0" timeOffset="-45745.25">31558 13185 198 0,'-1'0'30'0,"-1"0"81"0,-2 0-95 0,-7 0 41 15,-2 0 9-15,-2 0 10 0,-2 1 38 0,-3 1-7 16,1 2 1-16,0-1-3 0,4 1 15 0,0 1-13 15,2-2 7-15,2 1-12 0,1-1 0 0,1 1-15 16,3-2 1-16,2-1-9 0,0 0-9 0,2-1-17 16,-1 2-2-16,1-1-7 0,0 0-18 0,1 0-17 15,-1 0 3-15,1 0-6 0,1 1 11 0,0-1-10 0,1 0 5 16,2-1-6-16,11 1 9 0,11 0-5 0,0-1-2 16,6 0 1-16,0-2-9 0,-2-2-5 0,4 0-5 15,-1-1 0-15,1 0-15 0,-3 1-28 0,0-1-9 16,-7 0-14-16,-2 2-94 0,-3-1-79 0,-2 2-47 0</inkml:trace>
  <inkml:trace contextRef="#ctx0" brushRef="#br0" timeOffset="-40774.74">32180 13019 67 0,'0'0'118'0,"0"0"-15"0,0 0 39 0,0 0 3 0,0 0-88 15,-1-1-42-15,1 0-21 0,-1-1-6 0,0 1-4 16,1 0-17-16,0 0 30 0,0 0-4 0,-1 0 11 15,1-2 4-15,-1 1 13 0,-1 0 5 0,1-1 5 16,1 2 44-16,-1 0 2 0,0-2 5 0,0 1-4 16,-1 0-3-16,2-1-19 0,-1 1 2 0,1 1-8 15,0-1-1-15,-1-4-25 0,0 2 2 0,0-2-10 16,1 2-2-16,0 1-7 0,0-1 7 0,0 0-6 0,1 0 4 16,1-3-10-16,1 4 0 0,0-2-2 15,-2 0 6-15,9 1-2 0,-1 0 4 0,1 2-2 0,0 1 1 16,1-6 1-16,-1 1-6 0,2 1 6 0,-4 4 0 0,1 0 3 15,-2 1-1-15,-2 0 0 0,1 2-8 0,-1 0 15 16,0 1-2-16,-3 10 6 0,-1 3-12 0,11 2 2 16,-5 1 1-16,-2-1 0 0,-4 2 0 0,-1-2 1 15,-1 2-2-15,-2-1 2 0,-1 1 6 0,-2 0-7 16,-2 0-1-16,-2 0-1 0,-2 0 6 0,11-1-2 16,-15-1 1-16,-1 1-1 0,-1-1 11 0,-2 1-1 15,0-2 0-15,-3 2-2 0,0-1-3 0,0-3 3 16,2 2-2-16,4-7 0 0,0-2-13 0,5-3 0 0,4 0 3 15,0-3-3-15,1 0-5 0,4 1 10 0,1-2-6 16,0 1 6-16,1-2-9 0,-2 2 12 0,1-1-10 16,0-1 10-16,-1 0-13 0,1 0-3 0,1-1 0 15,-1-1-5-15,1-1-8 0,-3-10 1 0,2 1 9 16,2 2-4-16,3-2 20 0,0 0-8 0,1 1-3 0,1 1-1 16,0 0-6-16,-2 3 8 0,11 0-4 0,-4 1 3 15,1 4 0-15,1 1 0 0,2 0 5 0,-1-9-4 16,-1 4 2-16,-2 3-1 0,2 1-2 0,0 2 1 15,-1 0 5-15,1 2 1 0,1 1 0 0,0 2 0 16,0 0-6-16,0 1 12 0,1 1-5 0,1 1 5 16,1 0-8-16,-3-1-2 0,1 2 0 0,-4-4-1 0,-1 0-3 15,1 2-1-15,-2-2-2 0,4 2 1 0,-1-1-4 16,-4-3-21-16,3 2-3 0,-6-4-10 0,-2 0-40 0,-1-1-94 16,4 0-14-16,3 0-40 0,8-1-179 0</inkml:trace>
  <inkml:trace contextRef="#ctx0" brushRef="#br0" timeOffset="-38688.75">30141 12691 826 0,'0'0'5'15,"0"0"-1"-15,0 0 1 0,0 0-4 0,0-1-1 0,0 0-13 16,0-1 9-16,0 1 3 0,0 0 2 0,0 0 8 15,0 0-1-15,0 0-1 0,0-1 2 0,0 2 13 0,0 0 17 16,0 0 4-16,0 0 4 0,0 0 8 0,0 0-2 16,0 0-3-16,0 0 4 0,0 0 13 0,0 0-13 15,2 0 4-15,-1 0-10 0,0 2-20 0,0-1-2 16,1 1-3-16,3 4 2 0,-1 8 3 0,5 2-14 16,3 1 4-16,1 3-9 0,0 1-5 0,2-1 11 15,-1 0-9-15,0-2 10 0,0-2-14 0,-1-2-1 16,-1 0 4-16,0 3-2 0,-3-4 1 0,-1-1-4 15,1 2-6-15,-4-5 2 0,3 2-4 0,-4-4-1 16,1-3-2-16,-2 2-2 0,0-2-25 0,-1-2-2 0,-1 1-14 16,2-1 3-16,-1 0-45 0,0 1-28 0,1-2-11 15,-2 0-14-15,0-1-109 0</inkml:trace>
  <inkml:trace contextRef="#ctx0" brushRef="#br0" timeOffset="-38438.56">30318 12676 794 0,'0'0'135'16,"0"0"11"-16,0 0-22 0,-1 0-25 0,-1 0-35 15,1 0-22-15,0 0-20 0,0 0-7 0,0 0-1 0,-1 0-3 16,1 0-3-16,0 0-4 0,0 0 2 0,0 1-4 16,0 0-2-16,-2 5 4 0,-5 12-4 0,0 3 8 15,0-1-11-15,-2 3 6 0,0 3-7 0,-1 0 11 0,0 1-9 16,1 0 2-16,0-3-7 0,0-1 1 0,-1-2 5 15,2 0-1-15,2-4 2 0,0-2-2 0,2-4-12 16,2-2-8-16,-1 1-1 0,3-5-29 0,0 2-29 16,1-2-9-16,0-1-18 0,1-2-119 0</inkml:trace>
  <inkml:trace contextRef="#ctx0" brushRef="#br0" timeOffset="-38139.5">30606 12630 1344 0,'0'0'108'0,"-1"0"-142"0,-1 0 128 0,0 0-71 15,1 0-24-15,-4 0-20 0,3 0 5 0,1 0-6 16,-2 1 15-16,2-1 3 0,0 8-7 0,-4 4 6 15,4 1-5-15,-1 0 7 0,-2 1 5 0,-6 2 0 16,1 1 1-16,2 0 0 0,2 0-6 0,-1 2 4 0,-1-2 3 16,0 6-1-16,1-1 8 0,0-3-6 0,-1 2 4 15,0-2 1-15,-3 1-10 0,1-1 7 0,1-2-10 16,1-1-4-16,2-5 7 0,0 1-8 0,2-2-12 0,0-3-34 16,2 1-21-16,1-5-7 0,0 2-91 0,0-3-150 15</inkml:trace>
  <inkml:trace contextRef="#ctx0" brushRef="#br0" timeOffset="-37671.5">30716 12682 882 0,'0'0'128'15,"0"0"258"-15,-1 0-344 0,0 0-32 0,0 0-2 16,0 1-8-16,-1 0-2 0,1 0-1 0,0 1 3 15,1 0-2-15,-5 8 5 0,2 0-7 0,-1 0 0 16,1 1-1-16,-1-1 12 0,2 0-5 0,0-1-1 0,-1 2-1 16,1-2 0-16,0 2 10 0,0-3 3 0,1 0 0 15,-1 3 2-15,1-3 11 0,0 1-6 0,-1 2 6 16,2-3-20-16,-1 3 1 0,0 1 3 0,1-2-2 16,0 0 5-16,0-1-9 0,0-2-4 0,1-1 0 15,0 1 4-15,1-2-6 0,0 1 3 0,0-2-4 0,1 1 3 16,-1-2 16-16,1 2 0 0,-1-4 6 0,7 6 2 15,0-1-7-15,2-2-3 0,0-2-1 0,0-1-4 16,0-1 0-16,0-2 2 0,-2-2-2 0,0-1 0 16,0-1-1-16,-2 1-4 0,0-6 3 0,-3 0-2 0,0-1 5 15,-3 0 5-15,0-2-3 0,0 1-2 0,8 1 6 16,-3-1-1-16,-3 4 3 0,-2-2-4 0,-1 1 3 16,0 0-6-16,-1 1 6 0,-1 1-13 0,-1 1 4 15,0 0-4-15,-1 1 5 0,1 1-4 0,-1 0-2 16,1 1 2-16,-3 0-2 0,0-1 1 0,1 3-8 15,1 1 0-15,0 0-5 0,1-2 2 0,0 2-16 16,1 0 2-16,-1 0-8 0,2 1-8 0,-1-1-37 16,0-1 1-16,0 2-13 0,0-1 7 0,1 1 6 0,0 0-11 15,-2-1 1-15,2 1-65 0,-1-1-111 0,-2-4-4 16</inkml:trace>
  <inkml:trace contextRef="#ctx0" brushRef="#br0" timeOffset="-37354.55">30554 12363 1302 0,'0'0'36'0,"0"0"3"16,-1 0 4-16,0-1-20 0,0-1-1 0,-1 1-45 15,1 1-11-15,0 0 6 0,1 0-4 0,0 0 26 0,0 0 1 16,0 0 0-16,1 1 1 0,0 1 4 0,2-1 32 16,-1-1 2-16,10 2 10 0,2 1 12 0,1-2 2 15,3 0 1-15,2 0 0 0,-1-1-4 0,0-1-28 16,0-1-1-16,0-2-11 0,0 0-5 0,-2 3-9 16,-1-1 3-16,-1 0-5 0,-1 0-7 0,-1 1 6 15,-2 1-6-15,-2 0 4 0,0 0-23 0,-2 0-17 16,0 0-2-16,-1 0-8 0,-1 0-39 0,1 0-48 15,-4 0 2-15,-1 0-17 0,1 0-16 0,0 0-81 0</inkml:trace>
  <inkml:trace contextRef="#ctx0" brushRef="#br0" timeOffset="-36821.65">30907 12139 1296 0,'0'0'99'0,"0"0"-123"0,0 0 109 0,0 0-59 0,-1-1-35 16,1 1-46-16,0-1 11 0,0 1-18 0,0 0 37 16,0 0 15-16,1 0-1 0,0 0 4 0,1 0 1 0,10 0-3 15,6 1 9-15,-3-1-5 0,2 1 10 0,-5 1 7 16,3-1-8-16,-5 0 10 0,2 0 5 0,-4 0-1 15,-1 0 10-15,3 2-7 0,-4-2 18 0,-2 0 4 16,2 2-8-16,-5-3 4 0,0 0-12 0,3 2-5 16,-2 0 1-16,-1 1-4 0,4 5-5 0,-1 0-4 15,-1 3 2-15,0 2-3 0,-3 1-2 0,-3-3 3 16,-1 5-7-16,-5 0 4 0,1-4-8 0,2 3 6 0,-11-1 4 16,-1-5-1-16,6 1-4 0,2-4 5 15,0-2-2-15,4 0 4 0,-1-1 0 0,3-1-10 0,4-1 3 16,-2-1-4-16,1 0 0 0,-1 2-5 0,-1 1 3 15,1-1-2-15,1 1 4 0,0-2-5 0,0 0 3 16,1 0-1-16,0 0 15 0,1 0-2 0,1 1-3 16,5 0 1-16,12 3-11 0,-4-3 10 0,4 0-4 0,0 1 8 15,-3 0-11-15,3 1 0 0,-6-1 0 0,0 1 0 16,-1 1-1-16,-4-2 1 0,-1 1 0 0,0 0 1 16,-4-3 8-16,0 4 4 0,-1 0 4 0,1-2-2 15,1 3 9-15,-1-1 5 0,-1 1-1 0,1 2 2 16,-3-1-5-16,-3 3-23 0,-4 1 9 0,-2 0-12 15,-15-1 5-15,1 0-7 0,-2-2-7 0,3-2 0 0,-4 0-23 16,3-1-31-16,2-3-12 0,2 0-6 0,3-1-49 16,3 9-76-16,1-4-28 0</inkml:trace>
  <inkml:trace contextRef="#ctx0" brushRef="#br0" timeOffset="-35503.65">32560 13068 999 0,'0'0'93'0,"-1"0"9"0,0-1-17 0,0 0-23 0,0 0-21 16,-1 0-26-16,1 0-5 0,0-1-1 0,0 1 1 15,0 0-4-15,-1 0-4 0,1 0-2 0,0-1 0 16,0 1 2-16,0 1 24 0,1 0-6 0,0 0 12 15,0 0-7-15,0 1 9 0,1 1 1 0,0 0 2 16,1 0 0-16,4 5-14 0,0 3 2 0,1-2-8 16,2 1-8-16,1 2-1 0,-3 0-4 0,3-1 2 15,-1 0-9-15,-2-2 1 0,0 0-4 0,-1-1 2 0,0-1-10 16,-3 0-3-16,2-1-3 0,0-3-1 0,-3 0-3 16,-1-1-11-16,2 2 4 0,-1-1-10 0,0 1-36 15,1-1-42-15,-2-1-30 0,0 0-12 0,0 0-185 16</inkml:trace>
  <inkml:trace contextRef="#ctx0" brushRef="#br0" timeOffset="-35286.41">32679 12974 1296 0,'0'0'58'0,"0"0"0"0,-1 0-20 0,0 0-2 16,-1 0-26-16,1 1-11 0,0 1 1 0,1-1-5 15,-10 15 5-15,-1 2-3 0,2-2-1 0,-2 3 4 16,-1 1-2-16,0-1 3 0,1 0-4 0,8 0-4 16,-6-1 0-16,-3-1 0 0,2-2-6 0,6-2 2 0,-2-1-2 15,-1-3 7-15,2-2 0 0,3-2 0 0,0-1-4 16,1-2-28-16,-1 0-55 0,1 1-21 0,0-1-17 16,0-1-132-16</inkml:trace>
  <inkml:trace contextRef="#ctx0" brushRef="#br0" timeOffset="-35001.99">32857 12913 1520 0,'0'0'21'0,"0"0"2"0,-2 0-1 16,1 0-7-16,0 0-3 0,0 0-8 0,-6 1-16 15,4-1 4-15,-4 5-8 0,-1 1 10 0,3 9 2 16,-2 1-8-16,3 0 6 0,0-1 1 0,-1 1-3 16,2-2 12-16,-1-1-8 0,0 1 8 0,1-4-4 0,2 3-2 15,0-1-1-15,0 0 2 0,-2-1 2 0,1 1 2 16,-1-1-2-16,0-1-8 0,2-3-10 0,-1 1-1 16,1-3-4-16,-1-2-26 0,2-2-59 0,-2 1-7 15,0 1-22-15,-1-1-75 0</inkml:trace>
  <inkml:trace contextRef="#ctx0" brushRef="#br0" timeOffset="-34636.4">32951 12934 1332 0,'0'0'60'0,"0"0"6"15,0 0-14-15,-2 0-25 0,1 0-10 0,0 0-27 16,0 2-4-16,0-1 0 0,0 0 0 0,-1 1 9 0,0 2-8 15,-4 8 6-15,3-3-7 0,0 0 9 0,1 2 7 16,2-4-2-16,0 1 5 0,-1-2-4 0,0-1-1 16,1-1 8-16,0 0-5 0,0 0 19 0,0-2 5 15,0-1-3-15,-2 3 5 0,2-2-6 0,0 0-5 16,0-1 2-16,0 2-4 0,0-2-7 0,2 1-3 16,-1 1-8-16,1-1 4 0,2 0 3 0,6 3-4 15,9-1 8-15,-5-4-7 0,12-2 11 0,-14 0-6 16,0-3-3-16,-2 1 1 0,-6 1-2 0,6 0 1 0,-3-9 6 15,2 1-4-15,2 1 5 0,-8 2 1 0,0-2 0 16,4 1 1-16,-2-1 4 0,-2 2-1 0,-1 0-4 16,-1 0 3-16,-1 3-3 0,0-1-6 0,-1 1 0 15,-1 1-4-15,-1-1-11 0,-3-1-4 0,-1 3 5 16,-4-4-5-16,9 5-12 0,-11-3-13 0,-3 0-4 0,-2 2-3 16,-2 2-35-16,6 1-31 0,3 1-20 0,1 1-3 15,-2-1-72-15,6 0-88 0</inkml:trace>
  <inkml:trace contextRef="#ctx0" brushRef="#br0" timeOffset="-34301.93">32761 12606 1209 0,'0'0'63'0,"-1"-1"133"0,0 0-175 0,0 0-22 15,0 0-6-15,-1-1-9 0,1 1-32 0,0 0 17 16,0 0 0-16,0 0 7 0,0-1 19 0,1 1 6 0,0 0 5 16,0 0 2-16,0 0 30 0,1 0 15 0,0-1 6 15,1 1 1-15,3 0 5 0,9-2-11 0,0-1-8 16,3 2-2-16,1-1-27 0,-3 1-9 0,2 0 2 15,-6 0-5-15,1 1-11 0,0 0 3 0,-3 1 0 0,1 0 2 16,4-1-6-16,-5 1 1 0,-1 0-12 0,1 0 8 16,-6 0-20-16,-2 0-7 0,8-1-5 0,-4 1-3 15,7-3-40-15,-8 2-42 0,-1 0-4 0,-1 0-22 16,-1 0-92-16</inkml:trace>
  <inkml:trace contextRef="#ctx0" brushRef="#br0" timeOffset="-34002.59">33114 12290 1335 0,'0'0'38'0,"0"-1"4"0,0 0-11 15,0-1-14-15,0 1-9 0,0 0-26 0,0 0-2 16,1 0 0-16,0 0 4 0,1-1 13 0,-1 1-11 15,0 0 4-15,1 0-7 0,1 0 2 0,-1 1 20 16,-1 0 0-16,0 0 10 0,1 1 15 0,-1 0-5 0,0 1 0 16,1 11-1-16,-2 5 8 0,-1 0-12 0,-2-1 2 15,-2 1-9-15,0 1-10 0,0-3 5 0,2-3-7 16,-1 0 5-16,2-1-16 0,0-2-2 0,0 2-4 16,2-3-1-16,-1-1-20 0,1-3-51 0,0-1-1 15,0-3-21-15,0 1-36 0,-1 1-47 0,1-1-23 0</inkml:trace>
  <inkml:trace contextRef="#ctx0" brushRef="#br0" timeOffset="-33602.31">33116 12296 1154 0,'0'0'102'0,"0"0"-125"15,0-1 115-15,0-1-62 0,0 1-31 0,0 0-21 16,2 0 3-16,-1 0-7 0,5-4 12 0,7-3 12 16,2 1-4-16,-1 0 6 0,-1 2-5 0,0 1 8 15,-3 1-3-15,3 1 5 0,-3 0-3 0,0 1 8 16,0 1 1-16,-4 0 1 0,0 0-2 0,-2 0 17 16,0 1 4-16,-2 1 3 0,-1-2 3 0,4 5-2 15,1 7-8-15,-3 4 5 0,-3 0-11 0,-2 0-6 16,-5 1 2-16,0-2-4 0,-2 0-7 0,0-2 11 15,6-1-9-15,-8-1 9 0,5-4-9 0,0-2 2 0,3-1 1 16,2-1 0-16,-3-1 1 0,4-1-11 0,-2 1 9 16,-1 1-9-16,1-1 9 0,1 1 0 0,0-2 0 15,0 0 3-15,-1 0 7 0,2 0 3 0,0 0-4 0,2 1 4 16,-1-1-9-16,0 0-2 0,1 0 6 0,5 3-4 16,6 0 6-16,-1 0-7 0,-1-2-8 0,3 2 3 15,-4-2-14-15,4 2 8 0,-1-2-2 0,0 0 3 16,11 2-14-16,-15-3-9 0,9 3 0 0,-8-3-5 15,-6-1-27-15,0 0-25 0,-1 0-28 0,-1 0-5 16,1 0-171-16</inkml:trace>
  <inkml:trace contextRef="#ctx0" brushRef="#br0" timeOffset="-32717.52">27775 15404 959 0,'-1'0'43'0,"0"0"-2"0,0 0 33 16,0 0-6-16,-8 0 1 0,4 0-8 0,2 0-18 16,2 0-3-16,-1 0-5 0,-1 0-6 0,1 0-24 15,1 0 10-15,0 0-13 0,-1 0 33 0,2 0 7 16,2 0 2-16,0 0-1 0,12 0-10 0,7 0-1 16,3 0-8-16,0 0 2 0,2 0-24 0,0 0 1 15,1 0-1-15,-1 0 0 0,-2 0-9 0,0 0 2 16,1 1-3-16,-1 1 1 0,-1 1-15 0,-2 0-21 0,-1 1-9 15,-3-1-7-15,2 2-68 0,-3-2-104 0,-1 1-49 16</inkml:trace>
  <inkml:trace contextRef="#ctx0" brushRef="#br0" timeOffset="-32551.14">27968 15605 1105 0,'0'0'133'15,"0"0"6"-15,-1 1-18 0,0 0-27 0,0 0-35 0,0 1-55 16,-1-1-9-16,1 0-7 0,1 0 1 0,0 1-7 16,0 0-4-16,5 4-7 0,18-3 1 0,1 2-31 15,6-4-116-15,7 17-50 0</inkml:trace>
  <inkml:trace contextRef="#ctx0" brushRef="#br0" timeOffset="-30530.84">31382 14838 1377 0,'0'0'25'0,"0"0"44"16,-1 0-44-16,0-1-16 0,-1 0 1 0,2 0-6 15,0-1-10-15,0 1 12 0,2 0 2 0,0 0 5 16,12-1 11-16,5-2-11 0,3 2 5 0,3 1-7 16,-2 1-3-16,1 0-1 0,-2 0-5 0,-4 1 5 0,-3 0-1 15,-2 1-1-15,-3 2 6 0,-3-1-3 0,-3 1 24 16,-1-2 5-16,3 6 3 0,-2 2 1 0,1 3 9 15,-3 1-15-15,-2 2 7 0,-4 3-9 0,-5-2 2 16,-2 3-12-16,1-3-1 0,-11 4-1 0,-6 2-8 0,1-3 11 16,0 1-9-16,-1 0 10 0,3 0-9 0,0-1-12 15,0 1 5-15,6-2-8 0,-1 1-1 0,5-1-7 16,1 0-7-16,1 1 0 0,3 0-37 0,2 1-74 16,0-1-9-16,2 1-26 0,2 3-82 0</inkml:trace>
  <inkml:trace contextRef="#ctx0" brushRef="#br0" timeOffset="-30348.74">31375 15685 2453 0,'-1'0'20'16,"0"1"-3"-16,-5 1-9 0,-7 5 2 0,1 0-15 15,4-1-45-15,3-2-191 0,1-2-26 0,0 4-96 16,-1 4-508-16</inkml:trace>
  <inkml:trace contextRef="#ctx0" brushRef="#br0" timeOffset="-25794.5">26670 12872 550 0,'0'0'118'0,"0"0"-30"15,-1-1 52-15,0 0 6 0,-1-1-89 0,1 0-25 0,1 0-18 16,-1-6 0-16,1-1 3 0,0-1 8 0,0 2-1 16,0-1 0-16,0 0-1 0,0 2 2 0,0 0 2 15,0 0 1-15,0 1 0 0,0 1 7 0,0-1-2 16,0 2 2-16,0 0-3 0,0-1 4 0,0 4-7 16,0-2-2-16,0 1-2 0,0 0-8 0,0 1-3 15,0 0 6-15,-1-2-4 0,-1 1 6 0,-1 0-15 16,-3-1-3-16,-4 1-3 0,-3 2-1 0,-7 3 0 15,5 5 0-15,-5-6 0 0,1 19 7 0,2 4-6 16,1-1 1-16,2 5-3 0,0-2 2 0,2-4 0 0,1 3 5 16,2 0-4-16,1-1 1 0,3-3-2 0,1 0 0 15,3-3 1-15,-11 0 2 0,5-1 6 0,4 0-3 16,3-1 2-16,2 1-10 0,2-2 9 0,2-1-3 16,0-2 6-16,1-1-5 0,-6-3 8 0,14 2 0 0,-2-2 2 15,2-2-2-15,2-1-13 0,2-1 1 16,1-1-5-16,-2 0-6 0,-1-3-2 0,-2 1-4 0,2 0 0 15,-2-1-14-15,0 1-6 0,-1 1 4 0,-3 4-5 16,-1-1 1-16,-3-3-15 0,1 0 2 0,-3-1-5 16,2 0-9-16,1 0-38 0,-5-2 5 0,3 0-14 15,-1 0 11-15,-1 0-8 0,1 0-14 0,2 0 2 0,-1-2-53 16,1 0-4-16</inkml:trace>
  <inkml:trace contextRef="#ctx0" brushRef="#br0" timeOffset="-25345.3">26893 13164 136 0,'0'0'79'0,"0"0"-4"0,0 0 87 15,2 0-10-15,-1 0 7 0,-1 0-30 0,0 0-24 16,0-2-2-16,0 2-6 0,0 0-17 0,0 0-16 16,0 0 0-16,0 0-6 0,0 0-13 0,0 0 1 15,0 0-11-15,0 0 5 0,0 0-29 0,0 2-1 16,0-1 4-16,0 1-3 0,-3 9 6 0,0 4-6 16,-1 2 5-16,1-1-4 0,-1 0 10 0,2 1-12 15,0-1-2-15,0 1-2 0,1 0 1 0,0 0-5 16,0-1 1-16,1-3-2 0,0-1-3 0,0-3-10 15,0 3 3-15,0-2-6 0,0-2-9 0,1 0-6 0,0-1-3 16,0-1 0-16,1 1-14 0,-2-5-1 0,0 0-1 16,1 0 1-16,0 2-2 0,0-2 6 0,0 0 8 15,0-1 0-15,1 1 29 0,0-2 4 0,0-2-3 16,1 1 5-16,4-9 1 0,0-6 2 0,0-1 0 0,-1 0 1 16,0 1-10-16,0-1 10 0,-2 1-3 0,3 2 7 15,-2 1-12-15,0 2 10 0,-3 4-7 0,3 1 9 16,-2 2 8-16,-3 2 15 0,0 1 6 0,3-1 0 15,-2 0 10-15,0-1-11 0,0 2 3 0,0 0-5 16,1 0-4-16,-1 1-3 0,0 0 0 0,-1 1 1 16,0 5 1-16,-2 20-7 0,-2-1-5 0,-2 0 2 0,0 0-9 15,0-2-4-15,0 0 2 0,1-3-3 0,0-1 2 16,1-4-5-16,2-3-1 0,0-1 0 0,0-4 2 16,1-1-14-16,1-2 6 0,-1-2-11 0,0 0 5 0,1 1-18 15,0-1 0-15,0-1-10 0,-1 1-40 0,0-1-30 16,-1-1-3-16,1-1-5 0,1-2 13 0,-2-22-19 15,1-2-2-15,1 0-10 0,0 0-52 0</inkml:trace>
  <inkml:trace contextRef="#ctx0" brushRef="#br0" timeOffset="-25161.29">26721 13083 1137 0,'0'0'138'0,"-2"0"1"0,1 0-8 0,0 0-20 16,-1 0-38-16,-1-2-37 0,1 1-27 0,0 0-2 15,0 1-7-15,1 0-6 0,1 0 14 0,0 0 4 16,1-1 4-16,4 0 8 0,18-4-6 0,-2 1-2 0,5 0-2 16,2-1-8-16,-1 1-21 0,1 1 0 0,-1-1-10 15,-1 3-16-15,-3 0-4 0,0 1-12 0,-3 1-2 16,0 2-72-16,-3 1-65 0,-2 1-18 0,-3 2-25 16,0 1-184-16</inkml:trace>
  <inkml:trace contextRef="#ctx0" brushRef="#br0" timeOffset="-24627.07">26809 14891 1140 0,'0'0'98'15,"-1"0"9"-15,-1-1-30 0,1 0-21 0,-1-3-25 16,-6-8 0-16,2 3-15 0,1 0-1 0,2 0-3 16,-1 1 2-16,2 3 1 0,0 2 0 0,1 1 1 15,0-1 3-15,0 1-5 0,0 0-1 0,0-1-2 16,-2 2-10-16,1 0-7 0,0 0-1 0,-1-1-3 0,-3 2 10 16,-8 2 0-16,-3 5 8 0,-3-6-7 0,1 26 19 15,-1 0 6-15,1-1 2 0,1 2 3 0,1-6 14 16,1 2 0-16,5-2-7 0,-1-2 2 0,1 0-20 0,3-4-2 15,2-1 4-15,3-1-4 0,1 1-4 0,-7-1-7 16,3-1 1-16,3 0-2 0,1 0 1 0,4-1-5 16,0 1-1-16,2-1 1 0,1-1 5 0,2 2-11 15,-3-1 4-15,12 0-7 0,0 1 2 0,1-2-3 16,0 1-2-16,-2 0 0 0,4-3-6 0,-1 0-4 16,-2-1 0-16,4-2-1 0,-3-2-4 0,0 0-11 15,0 0-3-15,-3 5-7 0,1-2-52 0,-2-2-101 16,1-2-8-16,-1-2-45 0,0-1-172 0</inkml:trace>
  <inkml:trace contextRef="#ctx0" brushRef="#br0" timeOffset="-24161.35">26990 15196 1329 0,'0'0'145'0,"0"0"-135"0,-1 0 155 0,0 0-67 15,-1 0-66-15,1 1-8 0,0 0-5 0,0 0 0 16,0 0-11-16,-1 1-2 0,1-1-4 0,0 0 2 16,0 0-3-16,0 1-6 0,-3 7 5 0,-2 6-5 15,2 3 3-15,1 2 3 0,2 0-1 0,0 4 4 0,0-1-3 16,1 2 0-16,0 2-1 0,-1-4 0 16,-1 2-3-16,1-4 0 0,1 0-1 0,0 0 0 0,0-3 2 15,0-4-11-15,0-5 1 0,0-4-7 0,0 1-16 16,0-2-27-16,0-1 6 0,0-2-11 0,1 1 9 0,1 0 14 15,-1-1 2-15,1-1 6 0,0-1 12 0,8-5 9 16,-1-18-6-16,1-1 9 0,-2 0 9 0,2-2-2 16,-2-1 0-16,3 1-1 0,0 3-4 0,2 3 13 15,-3-1-1-15,0 6 5 0,-3-1-2 0,-1 5-4 16,-2 2 3-16,-1 3-2 0,2 2 16 0,-4 4 26 16,0 0-4-16,0 1 10 0,1-2-4 0,1-1-6 15,-2 2-1-15,0 0-4 0,0 1-11 0,0 0 6 16,-1 1 0-16,0 3 3 0,-1 14 3 0,-2 2-6 0,-1 3 3 15,0-2-4-15,-1 0-10 0,1 0 3 0,1-2-12 16,-1-2 7-16,2-1-18 0,1-3 5 0,0-1 1 16,1-2 1-16,0 0-16 0,0-7-13 0,0 1-7 0,0-1-2 15,0 0-20-15,0 1 3 0,0-1-10 0,1-1 3 16,0 0-55-16,-1 0-46 0,0-1-14 0,0-1-15 16,0-1-98-16</inkml:trace>
  <inkml:trace contextRef="#ctx0" brushRef="#br0" timeOffset="-23977.19">26928 15138 690 0,'0'0'102'0,"0"-1"-1"16,-2 0 51-16,1-1-25 0,0 0-6 0,0-1-69 15,-2-3 4-15,1 0-4 0,1 1 4 0,1 3-7 16,0 1 0-16,0-1-9 0,0 0 6 0,0 0-11 0,0-1 3 16,0 1 1-16,1 0 0 0,1 1 4 0,11-5-6 15,7-1 0-15,6 1-5 0,6 1-17 0,1 1-16 16,8 1-9-16,3-2-4 0,1-4-46 0,4-5-159 15,-3-4-88-15</inkml:trace>
  <inkml:trace contextRef="#ctx0" brushRef="#br0" timeOffset="-17038.37">10118 9584 389 0,'0'0'55'0,"0"0"-2"0,0-1 43 15,0 0 3-15,0 0-28 0,-2-1-20 0,1 1-20 16,0 0 4-16,0 0-5 0,0 0-20 0,1 0 12 15,0-1-10-15,0 1 10 0,0 0-16 0,0 0 9 16,0 0-1-16,0-1 5 0,0 1 9 0,0 0-7 16,0 0 3-16,0 0-4 0,0 0 7 0,0-1-4 0,0 1 2 15,0 0-2-15,0 1 9 0,0 0-14 0,0 0 5 16,1 1-7-16,0 0 15 0,-1 1-10 0,5 15-1 16,-2 3-3-16,2 4-5 0,0 0 2 0,-2 2 2 15,1 0-1-15,-1 1 0 0,2 1-2 0,0-2 1 16,-1 0 0-16,0-2 1 0,0-3-8 0,-1 1 0 0,1-2-2 15,-1-1 4-15,1-1-9 0,-1-2 4 0,0-2-5 16,-2-1 4-16,0-1 1 0,0-3-4 0,0-2 1 16,0 0-5-16,-1-3-5 0,0-2 2 0,0 0-3 15,0 0 2-15,0 0-28 0,0 1-7 0,0-2-10 16,0 0-54-16,0 0-72 0,0-1-13 0,0 0-29 16,0-1-125-16</inkml:trace>
  <inkml:trace contextRef="#ctx0" brushRef="#br0" timeOffset="-16638.39">9961 9721 988 0,'0'0'28'0,"0"0"-2"0,0 0 24 0,-1-2-5 15,0 1 0-15,1 0-20 0,0 0-13 0,0 0 1 16,0-1-6-16,0 2-7 0,0-1 8 0,0 0-3 16,0 0 5-16,0 0-6 0,1 0 12 0,0-1-6 15,0 1 8-15,1 0-6 0,-1-1 24 0,0-1-8 16,4-5 11-16,1-2-10 0,-1-1-3 0,1-1-1 0,-1-1-3 16,0 0-11-16,1-1 0 0,-2 1-5 0,2 0 1 15,-1 0-12-15,0 2 4 0,2-1 0 0,-1 1 1 16,-2 3 2-16,2 1-2 0,-1 1-1 0,-4 0-2 15,5 3 5-15,-3-2-6 0,2 2 3 0,0 1-6 16,2 1 8-16,1-5-4 0,-2 3 7 0,3-2-6 16,-2 3 9-16,3-1-5 0,-1 1 3 0,1 1-3 15,1 1 4-15,-1 0 3 0,0 1-6 0,-1 0 6 0,1 3-1 16,0-1-3-16,0 2 2 0,2 1-4 0,0 0 2 16,1 1-19-16,0 0-6 0,-2 0-8 0,3 2-40 0,-1-1-322 15</inkml:trace>
  <inkml:trace contextRef="#ctx0" brushRef="#br0" timeOffset="-15470.3">4652 10519 181 0,'-1'0'38'0,"0"-1"-7"16,-1 0 40-16,1-1-6 0,0 1-1 0,0-1-25 15,-1-3 7-15,-3-2-13 0,1 0 11 0,0-1 6 0,-1-2-6 16,1 2 5-16,1-1-14 0,-1-1-1 0,2 1 3 16,-2-2-3-16,2 0 8 0,0 1-9 0,-1 1 6 15,2-1-7-15,0 3-5 0,0-1 12 0,0 2-7 16,1 3 11-16,0-1 1 0,0 2-5 0,-1 0-6 0,-1-1 0 16,1 2-21-16,0 0-12 0,0 0 10 0,0 1-10 15,-1 1 4-15,1 1 4 0,-8 25-7 0,-1 5 6 16,2 3-4-16,2 5 2 0,-1 5 1 0,1 4-1 15,-1 7-9-15,0 6 8 0,1 4-6 0,-1 2 8 16,0 1-2-16,-1-4-1 0,-1-3 2 0,-1 1-1 16,0 0 8-16,0-3 11 0,1-1 2 0,2-6 1 15,2-5 0-15,0-8-7 0,1-4-3 0,0-5-1 0,1-3 0 16,0-2-12-16,2-3 9 0,-1-2-10 0,1-3-1 16,-1-1 2-16,2-3-9 0,0-3 6 0,0-3-3 15,0-2-11-15,0-3-3 0,0-2-5 0,0 1-20 0,2 0-5 16,-1 0 5-16,0 0-5 0,0-1 8 0,0-1-32 15,0-3-8-15,8-12-9 0,2-12-42 0,0-2-54 16,0-1-14-16</inkml:trace>
  <inkml:trace contextRef="#ctx0" brushRef="#br0" timeOffset="-14965.91">4551 10706 821 0,'0'-1'89'0,"-1"0"-10"0,-1-2 33 0,0-1 2 15,-4-5-26-15,0 1-35 0,2 1-19 0,0 1 4 16,1-1-8-16,0 2 1 0,2 2-25 0,0-1 5 16,0 1-11-16,-2-2 8 0,2 2-11 0,0-2 5 15,1-1-5-15,0 1 14 0,1 1-5 0,0 0 1 0,2 1-2 16,-2-2 1-16,11 2 9 0,2 2 0 0,0-8 4 16,2 1 1-16,4 3-4 0,-1 4-1 0,1 2 0 15,2 4-12-15,1 2 4 0,-2 2-3 0,-2 3 4 16,0-7-1-16,-4 13-3 0,1 4 0 0,1 2 0 15,-5 0 5-15,-2 3-5 0,-2-1 5 0,-2 2-4 16,-1 1 5-16,-3 1-6 0,14-2-4 0,-10-2 0 0,-4 0-7 16,-2-4 9-16,-4 2-2 0,-2-2 3 0,-3 0-6 15,-2-1 4-15,-1 2 3 0,-1-1 0 0,10-2-2 16,-16 1 1-16,1-1 4 0,-2-1-2 0,3-2 1 16,0-3-2-16,0-3-3 0,2 0 3 0,-1 0 0 0,5-1 6 15,1 3-9-15,0-6 6 0,0 3-8 0,2-5-1 16,-1-1 4-16,-1-2-2 0,3 3 6 0,0-3 2 15,1 1 1-15,3 3-2 0,-2-4 0 0,2 1-4 16,0 2 1-16,1-4-3 0,-1 1 1 0,0 2 2 16,1 0 0-16,-1 0 0 0,1 2-2 0,1 0 2 15,0 0-3-15,1 1 3 0,1 1-4 0,1 1 2 16,2-2 2-16,0-1 0 0,3 1-4 0,5-5 4 16,1 1-4-16,-2 1 4 0,0 0 0 0,2 1 1 0,-2 1-4 15,2 1 3-15,-1 2-9 0,-2-4 4 0,2 1-2 16,-4-2-1-16,2 2-16 0,-2 0 1 0,0-1 1 15,-1 3-1-15,1-4-10 0,1 1-36 0,2-2-26 0,2 0-8 16,-3-2-125-16,4 1-55 0,-2 0-54 0</inkml:trace>
  <inkml:trace contextRef="#ctx0" brushRef="#br0" timeOffset="-14467.98">5107 11524 753 0,'0'-1'110'0,"0"0"225"0,-1 0-295 0,0 0-20 16,1 0 0-16,0-1-6 0,0 0-6 0,0 0 0 16,0 0-2-16,0 1 1 0,0 0-9 0,0 0 5 15,0 0 0-15,0 0 4 0,0-1 1 0,0 1 5 16,0 1 2-16,0 0 1 0,0 0 11 0,0 1 4 15,0 1-1-15,-1-1 3 0,-1 1 3 0,0 4-6 16,-4 5 3-16,-1 0-4 0,1 1 6 0,0 0-15 16,0 1-2-16,2-1-3 0,0 0-9 0,1 0-1 0,0 0-1 15,1-1 2-15,1-2 3 0,0 2-3 0,1-2 0 16,0-2-4-16,0-1-7 0,0-1 8 0,0-2-1 16,1 1 6-16,-1-2-6 0,1 0 3 0,-1 0 1 15,2 0 1-15,1-1-1 0,4 4 6 0,0-2-4 0,1 1 6 16,-1-3 1-16,1 0 6 0,1-1-3 0,-2-1 2 15,0 0-10-15,1-3 4 0,-1 1 2 0,2-4 0 16,2 2-1-16,-1-7-11 0,-1-1 1 0,-1-1-3 16,-3 0 4-16,-2-2-1 0,1 0-2 0,-1 1 2 15,-2-1 2-15,10-1-5 0,-4 1 2 0,-3-1-3 16,-3 1 0-16,-1-2 6 0,0 3-8 0,-1 0 8 16,-2 0-5-16,1 6-2 0,-2 1 4 0,1 1-5 15,-1 1 1-15,1 1-6 0,-1 3 1 0,-3-4-4 0,1 2-14 16,-4 1 2-16,-1 3-3 0,1 2 3 0,-3 4-16 15,3-4-31-15,1 17-29 0,2 1-3 0,2-2-124 0,2 1-30 16,-1 0-29-16</inkml:trace>
  <inkml:trace contextRef="#ctx0" brushRef="#br0" timeOffset="-14101.68">5512 11553 874 0,'0'0'91'0,"0"-2"4"0,0 1-6 0,0 0-13 16,0 0-22-16,0-1-10 0,0-1-14 0,0 0-6 16,0-2-1-16,0 0-19 0,0 1 3 0,0-1-2 0,0 1 2 15,0 1 4-15,0 0-1 0,1 1 3 0,-1 0 0 16,0-1 21-16,0 1 2 0,0 0-1 0,0 1 1 15,-1-1-5-15,-1 1-3 0,1 0 3 0,-1 1-4 16,-3 0 0-16,-7 2-10 0,-2 4-3 0,0 4-2 16,0-2-6-16,0 15 0 0,-3 1 1 0,1 4-2 15,-3 2 3-15,3-1-8 0,0 3 0 0,0-3-2 0,4 0 3 16,2-1 0-16,1-6-1 0,5-1-2 0,-2-5-9 16,2 0 2-16,1-1-1 0,2-2 0 0,-1-2-10 15,-5-1-10-15,3-3-4 0,0 1-4 0,2 2-42 0,1-3-42 16,1 1-10-16,0-1-10 0,0-2-41 0,1 0-8 15,2 0-32-15</inkml:trace>
  <inkml:trace contextRef="#ctx0" brushRef="#br0" timeOffset="-13752.52">5764 11804 602 0,'-1'-1'137'16,"0"0"280"-16,0 0-361 0,0 0 10 0,0-2-11 16,1 2 9-16,-5-5-37 0,2 3-11 0,1-1-8 0,2 3 0 15,0 0-8-15,-3-2 1 0,-3-1-2 0,-3-1 0 16,4 3-7-16,-6-2 3 0,-3 2 5 0,1 2-2 16,-5 2 3-16,3 3 7 0,1 2 0 0,-3 2 2 15,1 1 4-15,-2 0 3 0,2-6-2 0,-1 12 2 16,2 1 1-16,1 5 1 0,0 2 1 0,1-1-1 15,1 3-5-15,0-3 1 0,2-1-6 0,0-1 4 16,3-2-3-16,4-2-2 0,1 0-2 0,-9-2-2 0,5-2-3 16,3-1 1-16,1-2 5 0,2-1-4 0,2-1-3 15,0-1 7-15,1-1 0 0,1-2 5 0,2 0-1 16,6-2-8-16,1-1 0 0,4 10-2 0,1-4-3 0,2-3 0 16,1-4-6-16,-1-2 3 0,1-2-10 0,4-4-23 15,0-3 2-15,3-2-10 0,-1-1-15 0,1 12-174 16,0-18-64-16</inkml:trace>
  <inkml:trace contextRef="#ctx0" brushRef="#br0" timeOffset="-12100.84">5401 10153 338 0,'0'0'68'0,"-1"-1"77"15,0 0-43-15,0 0-32 0,-1-2-4 0,1 1-7 16,0-3-20-16,0-2-4 0,-2-1-6 0,2 0 4 15,0-2 0-15,0 1-5 0,0 0 1 0,0-1-4 0,-1 0-8 16,1 1 20-16,0 1-5 0,0 0 10 0,0 1 3 16,0 1-7-16,-1 0 3 0,1 1-4 0,0 1 2 15,-1-2-11-15,0 2 6 0,0 1-8 0,0-1-2 16,1 2-12-16,1 1-1 0,-5-2-3 0,3 2 3 0,-2-1-6 16,-4-4-1-16,1 2 0 0,-2 1 3 0,0 1-4 15,3 2 2-15,1 0-3 0,-4 0 6 0,1 1-4 16,0 1 3-16,-1 2-4 0,3-2 1 0,-3 4-4 15,2-1 3-15,-1-3-2 0,1 8 10 0,0 1-13 16,1 0 3-16,0 0-6 0,1 1 10 0,-2 0-5 16,2 0 0-16,1 2-3 0,0 2-1 0,1 1 4 15,-1 2 1-15,-1-3 1 0,1 3 0 0,-1 2-3 16,3-2 3-16,1 0-2 0,-1 1 1 0,1-5 4 0,-1-1-6 16,1-1 2-16,-1-3-6 0,-5 0 6 0,4-3-3 15,2-2 4-15,0-2-5 0,1 1 4 0,0-2 2 16,0 2 1-16,0-2 9 0,0 0-9 0,1 1 2 15,0-2-5-15,1 0 0 0,1-1-1 0,10-1 0 0,-3-4 0 16,2-2 5-16,3 1-6 0,-5-14 0 0,0-1-4 16,7-1 2-16,-3-2 6 0,2 2-3 0,-1 3 4 15,-4-1-8-15,0 2 1 0,-3 3 1 0,0 2 0 16,-2 1 9-16,0 3-8 0,-4 1 2 0,2 0-5 16,-2 2 12-16,-1 1-6 0,0 0 3 0,1 3-5 15,-1 0 7-15,1-1 4 0,-1 1 2 0,1-1 0 16,-1 1-8-16,0 1-3 0,0 0-1 0,0 0 3 0,0-1 4 15,-1 2-8-15,0 0 3 0,0 2-3 0,0-1 1 16,0 1 0-16,0 0 4 0,-1 9-2 0,-1 1 5 16,0 2-8-16,0 1 1 0,1 3-3 0,-1 0 0 0,1 0 9 15,-2 3-5-15,2 2 6 0,-1 2-8 0,-1 0-3 16,2 4 2-16,-1-1-2 0,1 2 3 0,0 1 1 16,-1-2 2-16,1 0 0 0,-2-2-2 0,0 0-1 15,0-1 0-15,-1-1 0 0,1 1-1 0,-1-1 4 16,1 1-3-16,-1-3 3 0,-1-1-1 0,0 1-2 15,0-5 3-15,-1-1-3 0,0 1 0 0,3-7 4 16,-1 0 3-16,3-4-1 0,0-2-2 0,1-3 9 16,-2 1 2-16,1-1 6 0,0 1 16 0,0-2-11 0,0 0-2 15,-2 0-2-15,1-1-3 0,0 0-15 0,-3-1 6 16,-1-3-10-16,1 0-1 0,2-15 1 0,-2-2-3 16,4 1 4-16,-11 0-5 0,4-2 5 0,3 4-3 15,3-2 3-15,1 0-6 0,1 1 2 0,0 0 3 16,0 1-1-16,0 1 3 0,0 2 1 0,2-1-5 0,2 1 2 15,-1 0-7-15,2-1 6 0,1 0 1 0,1 1 0 16,1-1 0-16,3-1-1 0,-2 1 0 0,-7 2 0 16,13 1-1-16,-3 3 2 0,-1 3-4 0,-2 0 2 15,1 3-9-15,-2-2 9 0,2 0 0 0,-2 3 1 16,0 0-1-16,-2 2 3 0,0 1-1 0,0 0 1 16,0 1-6-16,-1 2-4 0,2 2-1 0,1-4-2 0,-3 8-14 15,1-1 6-15,0-3-9 0,0 0 8 0,1 1-18 16,0-2-8-16,0 1-6 0,0-3-6 0,1 4-59 15,2 0-62-15,-1-2 4 0,3-2-21 0,1-2-5 0</inkml:trace>
  <inkml:trace contextRef="#ctx0" brushRef="#br0" timeOffset="-11716.57">5741 10210 518 0,'0'-1'114'0,"0"-1"1"0,0 0 29 16,-1-4-20-16,-2-7-16 0,1 0-27 0,1 2-21 0,0-1-5 15,1 1-5-15,0 3-8 0,0 0-6 0,-2 1 2 16,2 0-5-16,0 2-8 0,0 0-1 0,0 2-2 16,0 0 0-16,0 2-8 0,-1-1-3 0,-1-1-1 15,-3 1-1-15,-11-1 7 0,0 3-8 0,1 3 4 16,-7 5-5-16,7 2 3 0,-2 0-2 0,1 11 3 0,4 3-3 16,0-1-2-16,3-1-5 0,2 0-2 0,1-6-1 15,0 1-4-15,2 1 4 0,2-3 2 0,1 4 0 16,-11-2 0-16,6-3 1 0,1 2-1 0,4-2 0 15,1 0 0-15,1 0-3 0,2 0 3 0,0 0-1 16,2 0 8-16,1-1-7 0,0-1 1 0,0-1-1 16,1 0 6-16,-1-1-5 0,-2-2 3 0,2 0-3 15,-5-1 13-15,6-1-7 0,1 0 4 0,0-2-5 16,-4 0-4-16,2 0 5 0,-2-1-2 0,-3 0 4 0,1-2-2 16,0 1 24-16,0 1-1 0,0-1 8 0,-1 0 1 0,1 1-11 15,-1-1-8-15,-1-1 0 0,0 0-20 16,-1 1 0-16,-1-1-1 0,0 0 1 0,-7 4-9 0,-2-2-27 15,2-1-4-15,0 0-10 0,0-1-30 0,0-1-84 16,-2 0 1-16,4 0-37 0,0 0-68 0</inkml:trace>
  <inkml:trace contextRef="#ctx0" brushRef="#br0" timeOffset="-10799.49">6285 11060 320 0,'0'0'43'0,"-1"0"-3"0,0 0 53 15,0 0-17-15,0 0 10 0,-2 0-47 0,2 0-10 16,-5 0-1-16,-1 0-3 0,2 0 9 0,-2 0 12 16,2 0 5-16,0 0 0 0,-1 0 7 0,2 0-7 15,-1 0 0-15,-1 0-4 0,0 0-3 0,-1 0-6 16,4 0 4-16,1 0-4 0,1 0 4 0,-3 0-12 15,3 0 1-15,-1 0-4 0,-1 0-1 0,1 0-13 16,0 0 5-16,-1 0-9 0,2 0-6 0,0 0 2 0,0 0 2 16,0 0 3-16,1 0 18 0,1 0-8 0,0 0-1 15,1 0-2-15,2 0 9 0,9 1-8 0,1 0 6 16,2 0-7-16,1 2 12 0,-1-1-2 0,1 0 4 16,-1 1-4-16,1 0-1 0,-1 0-3 0,1-1 2 0,-2 0-1 15,1 1-2-15,0-1-11 0,1 0-3 0,1 0 0 16,0-1 4-16,-2-1-12 0,1 0 5 0,-3 0-7 15,-1 1 2-15,-2-1-8 0,-2 0 4 0,1 0-4 16,0 0-1-16,-2 0-2 0,1 0-8 0,-3 0 5 16,-2 0-20-16,0 0-12 0,-1 0-10 0,-1 0-10 15,-1 0-127-15,2 0-133 0,0 0-79 0</inkml:trace>
  <inkml:trace contextRef="#ctx0" brushRef="#br0" timeOffset="-10545.06">6232 11436 996 0,'-1'0'240'0,"0"-1"61"0,-6-1-126 16,-8-4-135-16,6 3-13 0,7 2-15 0,0 0-17 15,1 0 0-15,-1 0-7 0,1 1 2 0,0 0 10 0,1 0-3 16,1 0 3-16,0 0 0 0,6 0 3 0,11-1 1 15,2-1-1-15,-1 1-8 0,2-1 10 0,-2 0 6 16,0 0 3-16,-2 0 21 0,1 0 3 0,-2-2-7 16,1 1 4-16,-1-1-17 0,1-1-17 0,0 1 2 15,1-1-7-15,-1 0-8 0,-2 1-15 0,-1-1-2 0,0 1-9 16,0 0-45-16,2 0-219 0,-2 1-66 0</inkml:trace>
  <inkml:trace contextRef="#ctx0" brushRef="#br0" timeOffset="8082.92">31313 4278 287 0,'0'0'209'0,"0"-1"-108"0,0 0 53 0,0 0 2 16,1 0-156-16,0-1 5 0,0 1 0 0,0 0-5 16,2 0 2-16,-2 1-2 0,5-1 0 0,1 0 4 15,1 1-3-15,-1 0 8 0,0 0-2 0,2 1 5 16,-3 0-3-16,3 1 7 0,-1 1 6 0,-2-1-4 0,2 2 4 16,-2-2-4-16,2 3 5 0,-2-1 0 0,1 0 2 15,2 8-3-15,-3 1-2 0,4 1-4 0,-6 1 2 16,0 1-6-16,-3 1 7 0,0 4-4 0,0 0 4 15,3 2-10-15,-1-2 1 0,10 0-2 0,-4-1 2 16,-3 0 2-16,-1 2-7 0,0-4 7 0,1 2-7 16,-1-1-4-16,-1-5 4 0,1 0-3 0,0-4 4 15,2 1-2-15,0-2-1 0,-1 1 1 0,6-3-1 16,0-1 7-16,4-3-2 0,-1 1 1 0,0 6-1 0,-2-4-4 16,1-2 11-16,2-4-3 0,-2 0 6 0,0-3-6 15,0-1 6-15,1-3-11 0,4 2 9 0,0-17-8 0,3 0-13 16,5-6 11-16,5-4-12 0,7 0 5 0,8-8 0 15,1-2-7-15,9 4 6 0,0-4-5 0,2 4 2 16,1-1 4-16,6-1-2 0,6 0 1 0,2-4 3 16,1-1-4-16,-7-3 5 0,-3 4-1 0,-10 3-5 15,-4 3 4-15,-4 7-5 0,-5 6 7 0,-3 3-16 16,1 6 3-16,-4 4-9 0,-11 2-12 0,3 3-82 16,-10 1-64-16</inkml:trace>
  <inkml:trace contextRef="#ctx0" brushRef="#br0" timeOffset="54404.53">25381 15448 603 0,'-1'0'132'0,"0"0"-23"0,-2 0 47 0,1 0 1 16,-6-1-96-16,2 0-42 0,1 0-14 0,4 1-3 0,0 0 0 16,0 0-4-16,-2-1 11 0,1 1 0 0,0 0 4 15,1-1-1-15,-1-1 7 0,1 1 8 0,0 0-2 16,1-1 26-16,0-1-3 0,1 1 1 0,0 0-2 15,8-4 1-15,9 0 1 0,2-1 1 0,4 0-1 16,2 0-7-16,3 0-13 0,2 0 2 0,3 2-7 16,2-2-12-16,0 0-7 0,1 2-5 0,-1-1 3 15,-2 0-7-15,1 2 5 0,-1 0 0 0,-3 1 3 16,-2 0 0-16,-4 1-4 0,-1 0 2 0,-1-1-2 0,-3 2-2 16,-1 0-4-16,-4 0-6 0,0-10 3 0,-3 5-8 0,-2 3 9 15,0 0-5-15,-7 3 4 0,1 0-5 16,1 0-4-16,-3 0-1 0,4 0-3 0,-1 0-15 0,0 0-26 15,0 0-2-15,-1 0-15 0,2 0-72 0,-3 0-162 16</inkml:trace>
  <inkml:trace contextRef="#ctx0" brushRef="#br0" timeOffset="54738.79">25921 14989 1373 0,'-1'0'104'0,"0"-1"224"16,-2-1-303-16,1 1-14 0,-2 0 0 0,3 1-5 16,0 0-6-16,-1-1-2 0,-1 0-5 0,1-1 3 15,1 1-5-15,0 1 13 0,-1 0-3 0,2 1 6 16,0 1-3-16,0-1-4 0,7 11 4 0,-4-1-4 15,12 0 3-15,0 1 15 0,1 1 1 0,1 0 6 16,1-2 14-16,2-1-2 0,1-1-3 0,1 1 1 0,2-1-10 16,-3-1-6-16,-1 0 1 0,1 2-2 0,-2-2-1 15,1 0 3-15,0 0 0 0,-6 2-1 0,3-1-7 16,-3 2-9-16,-2 2 3 0,0 2-5 0,-1 3 3 0,-4 4-13 16,-2 9-1-16,11 5-5 0,-12 10-6 0,-14 10-74 15,6 4-7-15,-40 10-30 0,-18 4-80 0</inkml:trace>
  <inkml:trace contextRef="#ctx0" brushRef="#br0" timeOffset="62061.09">3732 10565 256 0,'0'0'187'15,"0"0"-82"-15,0 0 69 0,0-1 0 0,0-1-137 16,0 1-9-16,0 0-9 0,0 0-3 0,2 0 5 0,-1 0-3 16,0-1 12-16,1 1-6 0,2 0 7 0,6-1 1 15,2-1-5-15,2 1 7 0,2 0-9 0,-2 1-2 16,2-1-1-16,-1 1 2 0,1 0-1 0,0 0-3 15,-2 0-8-15,2 1-2 0,-5 0 0 0,2 0 0 0,0 0-11 16,-3 0 0-16,-1 0-4 0,0 1 13 0,-2 1 2 16,1 1-5-16,-4-1 1 0,0 0-11 0,-2 12 11 15,-1 0-1-15,10 3 3 0,-4 1-6 0,-4 2 6 16,-3 2-4-16,-1 0 4 0,-3 2 2 0,-3-1-3 16,-2 2 3-16,0-2-6 0,-2 2-4 0,1 0 3 15,-2 0-1-15,-1-1 3 0,12-1-3 0,-14-2 4 16,-2-1-2-16,1-1 3 0,-1-2-3 0,-2 1-1 15,2-2 2-15,-1 0-3 0,3 0 0 0,1-1-2 16,1-1 0-16,1 1-1 0,0-3-11 0,4 0-15 0,0-2-3 16,1-2-5-16,2-2-23 0,1 1-44 0,-1-2-25 15,3 2-7-15,-3 0-100 0</inkml:trace>
  <inkml:trace contextRef="#ctx0" brushRef="#br0" timeOffset="62261.51">3708 11524 1288 0,'-1'0'51'0,"-1"0"64"0,0 0-14 16,0 0-11-16,-1 0-14 0,2 0-2 0,0 0-57 16,0 0-13-16,0 0 6 0,-1 0-9 0,1 0 5 0,0 0-16 15,0 0-8-15,1 2-5 0,0-1-40 0,0 0-78 16,1 0-121-16</inkml:trace>
  <inkml:trace contextRef="#ctx0" brushRef="#br0" timeOffset="72736.98">15045 10567 48 0,'0'0'0'0,"0"0"34"0,0 0 20 15,0-1 28-15,-1 0 15 0,-1 0-15 0,1-1-6 0,0 1-26 16,0 0-5-16,-1 0-5 0,-1 0-19 0,1-2 9 16,0 1 4-16,-1 1 1 0,1 0 4 0,-4-3-4 15,2 2 6-15,1 0-2 0,-2-1 6 0,0 1 1 16,4 2-10-16,-1-1 8 0,0-1-1 0,0 2-12 16,-3-3 4-16,-3-1-7 0,5 3 7 0,-2-1-10 15,3 1 7-15,0 0-8 0,-1-1 13 0,2 1-11 16,-1 0-3-16,0 0-2 0,1 0-11 0,0-1-8 15,0 1 2-15,0 0-4 0,0 1 2 0,-1 0 4 16,2 0-1-16,0 0 2 0,0 0 3 0,2 0 0 0,0 0 7 16,7 0-4-16,9 1 9 0,4 0-6 0,1-1 2 15,-1 2-1-15,3-1 7 0,1-1-8 0,-2 0-1 16,3 0-2-16,3 1-7 0,-3-1 3 0,1 1-2 0,4 0 3 16,-3 2-4-16,4-1 1 0,1 0-3 0,-2 1 3 15,0-1 0-15,-1 2-7 0,-1-1 3 0,-2 0-3 16,3-1 7-16,-6 0-3 0,3 1 6 0,-4-1-5 15,1 0 8-15,-2-1-1 0,0 1-7 0,-2 0 5 16,0 0-5-16,0 1-2 0,0-1 3 0,-1 0-3 16,3 2-4-16,-6-2 4 0,0 1-2 0,-3-1 3 0,-3 0-7 15,0 1 4-15,-1-1 0 0,-3-1 2 16,1 2-4-16,-2-2 7 0,0 0-4 0,-1 0 5 0,-3-1-10 16,0 0 8-16,1 1 0 0,-1 0 3 0,0 1-5 15,1-1 9-15,-1-1-1 0,-1 0 3 0,0 0-2 0,0 0-10 16,1-1-6-16,0-1 0 0,0-1 1 0,7-10 1 15,-2-1 2-15,0-1-2 0,-3 0 0 0,0 0 2 16,-2 0 4-16,1-2-2 0,-3 1-5 0,0-2 4 16,-2 1 0-16,1 0 4 0,-1 0 2 0,0 0-8 15,-1 1 2-15,1-1-1 0,0 1 9 0,-2-2-7 16,2 2 4-16,-1-1-4 0,2 3 4 0,0 1 1 16,1-1-7-16,0 0 4 0,0 1-10 0,0 0 11 15,0 2 0-15,0 4 4 0,0-1-8 0,0 1 10 0,0 2 1 16,0 2 3-16,0-1-3 0,0 2 1 0,0 0-6 15,0-1 4-15,0 1-16 0,0 1 3 0,0 0-2 16,0-1 4-16,0 1 0 0,0 0 0 0,0 1 0 16,0 0 1-16,0 1 4 0,1 2-7 0,-1 1 4 0,4 12-5 15,-2-1 8-15,2 1 3 0,-1 1-7 0,1-2 4 16,0 2-6-16,0-2 1 0,-1-1 1 0,1 1-1 16,-1-1 5-16,1 2-2 0,-1-1-1 0,1-1-1 15,0 1-1-15,0-1 0 0,1 2 0 0,-3-5 0 16,1 2-1-16,-1-2 4 0,0 0-3 0,2-1 3 15,-2 1-7-15,-1-3 2 0,1 0 5 0,-1-1-2 0,0 0 3 16,0-1-2-16,0 0-3 0,0-1 2 0,1-2 9 16,-2 0-11-16,0-1 5 0,0-1-6 0,0 0 5 15,1 2 0-15,0-1 4 0,0 0-2 0,0 0 11 16,1-1-15-16,-1 0 4 0,0 0-6 0,1-1 6 0,1 0-7 16,1-2 1-16,4 1-5 0,3-17-7 0,-2-1 12 15,1-1-7-15,-1-1 9 0,0-1-1 0,-2 2-4 16,1 1 4-16,-2 0-3 0,1 4 1 0,0-2 6 15,-1 2-8-15,-2 2 8 0,1 1-3 0,-1 5 1 16,-1 0 2-16,-2 4-2 0,2-1-4 0,-2 3-4 16,0 0 3-16,0-2-4 0,2 1 1 0,-1 0 5 15,0-1-5-15,1 2 5 0,-1 0-3 0,0 1 7 16,4 0-1-16,-1 1 4 0,0 2-1 0,-1 1-4 0,0 13 1 16,-1-2-2-16,2 1 4 0,2-1-2 0,-3-1 0 15,2-1-1-15,-4-2-2 0,0 0 3 0,1-2-1 16,4 1 2-16,-4-2 2 0,2-1-3 0,0-1 2 15,-3 0-3-15,3 0-3 0,-1 0 4 0,-1-2-2 0,3 1 4 16,-1 0-4-16,0-2 3 0,1 1-5 0,-4-1 3 16,1 1-3-16,-2-2 3 0,-1-1 4 0,0 0-1 15,2 1 0-15,-1-1-1 0,4 2 0 0,2 2-1 16,-2-3 1-16,-2 0 5 0,3 0-2 0,-1-1 2 16,3 0-2-16,3-1-5 0,-6 0 0 0,2-1-1 15,0-1 0-15,2-3 0 0,2-1 0 0,0-1 0 16,2-1-3-16,-2 1 0 0,1 6 2 0,-1-6-2 0,4-2-2 15,0 2 6-15,1 0-7 0,1 0 8 0,-4 3-5 16,1-1-3-16,0 2 6 0,1 1-3 0,0 1 2 16,2 0 2-16,-1 0-5 0,2-10 4 0,0 4 0 0,2 3 0 15,0 3 0-15,2 1-2 0,2 0 1 0,1 0 0 16,5 3 3-16,-3-1-1 0,0-2 4 0,5 0-4 16,-2 0 0-16,5 0-1 0,4 0 0 0,-5 0 6 15,1-1-2-15,-4 0 4 0,1-1-4 0,-5 1 0 16,1 1-1-16,-3 0 0 0,-2 0 4 0,2 0-6 15,-6 1 5-15,0 2-6 0,0-1 3 0,-8 0-3 16,1 1 2-16,-7-2-2 0,1 0 4 0,2 2-3 16,-1-2-3-16,0 1 1 0,-2-1 1 0,-2 0 0 0,0-1 0 15,-1 0 0-15,0 2 4 0,1-1-13 0,-1 0 6 16,-1 0-9-16,0 0 7 0,1 0-21 0,-1 1-15 16,0-1-5-16,0 0-82 0,0 0-37 0,-1-1-22 15,0 0-9-15,-1 0-112 0</inkml:trace>
  <inkml:trace contextRef="#ctx0" brushRef="#br0" timeOffset="73803.89">16183 10948 782 0,'0'-1'21'0,"0"0"-1"15,-1-10 40-15,0-10-14 0,1 5 13 0,0-3-16 16,0 2 4-16,0 8-1 0,0 3-1 0,0 4-22 16,0-1 1-16,0 2-12 0,0 0 8 0,0 0-20 0,0-2 8 15,0 1 5-15,0 0-1 0,0 1-3 0,0-1 3 16,0 1 8-16,0 0-1 0,0 0 20 0,0 1-12 15,0 1 1-15,0 0-2 0,-3 19 7 0,0 1-12 16,-2 2-2-16,0 0-3 0,1 1-4 0,-1-2 0 16,-1 0 5-16,0 1-3 0,-1-1 8 0,-1 3-9 15,-1-2-4-15,-1-1-1 0,3-4 2 0,0-2 2 16,2-3 0-16,2-3-1 0,-1 0-8 0,2-5 10 16,1 0-9-16,0-1 7 0,-1-2-15 0,2-1 7 15,-1 2 3-15,0-1 2 0,0-1 2 0,0 0 0 16,0 0-2-16,-1 1-1 0,1-1-16 0,1-1-7 0,0-1 2 15,0-2-1-15,0-10 14 0,3-10 0 0,1-3 5 16,2-1-3-16,1 0 8 0,0 0-10 0,1 1-1 16,2 0-3-16,-1-1 6 0,1 1-4 0,-1 3 3 15,1-1-5-15,-1 5 0 0,-1 2 2 0,0 0-1 0,-1 4 3 16,2-2 10-16,-1 1-8 0,-1 3 8 0,-1 2-9 16,-1 3 1-16,-4 0 2 0,6 5-3 0,2 0 5 15,-1 0 7-15,2-6-12 0,3 1 3 0,-4 3-5 16,3 2 2-16,-1 2-5 0,-2 2 5 0,3 1-3 15,-2 2 12-15,-2-5-6 0,-2 12-3 0,-3 1 0 16,6-1 1-16,-3 0 11 0,-1 0-1 0,-3 1 3 0,-2 2-6 16,-1-1-4-16,-4 0 4 0,-1-3-4 0,5 2 4 15,-15-3-3-15,0 0-2 0,1-1 2 0,0-2 4 16,1-2-10-16,1-1 2 0,1-1-3 0,4-1 5 0,1-1-3 16,1-1 8-16,0 0-6 0,2 1 5 0,2-1-6 15,1-1-1-15,-1 2 0 0,-1 0-2 0,1 1 3 16,1-1-1-16,-1-1 3 0,1 1-7 0,0-1 4 15,0 0 0-15,0 0 1 0,0 0-5 0,-1 0 6 16,1 1-4-16,1-1 6 0,0 0 0 0,0 0-1 16,1 0 6-16,1 0-5 0,0 1 3 0,6 1-3 15,7 3 2-15,1-1-2 0,0-1-1 0,2 0 5 16,-3-2-6-16,0 1 5 0,-2-1-8 0,0 0-5 16,4 1 1-16,-7-2-3 0,1 1 2 0,-4-1-11 0,-5-1-5 15,4 2-3-15,0 0-22 0,-1-1-23 0,-2 0-12 16,0 1-6-16,-1-1-53 0,0 0 25 0,1 0 2 15,-1 0 11-15,0 0 43 0,2 1 9 0,0-2 1 0,8 1-1 16,3-1-22-16,-3-3 6 0,10-2-6 0,-6-3 3 16,2 0-38-16,2-2-63 0</inkml:trace>
  <inkml:trace contextRef="#ctx0" brushRef="#br0" timeOffset="74121.2">16784 10880 375 0,'1'0'70'0,"0"-1"87"15,1 0-27-15,-1-1-11 0,0 1-5 0,0 0-1 16,0 0-7-16,0 0-14 0,1 0 6 0,-1-1-11 15,0 1-9-15,-1 0-19 0,0 0-1 0,0 0-5 0,-1 0-11 16,0 1 2-16,-4 0-8 0,-10 2 5 0,-2 1-21 16,-1 4-2-16,1 3 0 0,-1 0-1 0,1-8-3 15,2 12-16-15,1-2 6 0,5 0-9 0,0-1 3 0,3 0 4 16,2-2-7-16,1-1 6 0,1 0-4 0,-3 1-6 16,1-2 0-16,0 1-2 0,3-1 0 0,1 0-2 15,0 0 2-15,1-1-1 0,2 0 13 0,0 0 1 16,1-1 3-16,2-1-2 0,4 1 6 0,0 0-2 15,-1 0 5-15,1 1-4 0,-1 1 10 0,-1 0-10 16,0 2 2-16,-1-1-4 0,-1 0 7 0,-1 2-6 16,-1-1 4-16,-3-1-5 0,6 2 6 0,-2-1 7 15,-3-2 2-15,-1 1 3 0,-1 3 11 0,-1-3-13 0,-5 4-4 16,-1-2-4-16,-18 1-12 0,-1-4-9 0,-2 0-6 16,-2-2-6-16,-3-2-59 0,-4-1-41 0,2 15-3 15,1-9-14-15,-3-6-33 0,1-5-58 0,-1-1-42 16</inkml:trace>
  <inkml:trace contextRef="#ctx0" brushRef="#br0" timeOffset="74755.02">15125 10769 701 0,'0'-1'90'0,"0"0"-3"0,-1-5 30 0,-3-13-15 16,2 2-14-16,2 0-28 0,0 2-20 0,0 0 4 15,0 3-11-15,1 0-4 0,0 2-14 0,0 1-2 16,0 2-3-16,1 0-6 0,-1 1 4 0,0 3-6 0,-1-1 3 16,0 2-12-16,0 1 12 0,0 0-5 0,1-2 6 15,0 1-3-15,0 0 12 0,1 0 1 0,-2 1 2 16,0 0-2-16,0 0-1 0,0 0 2 0,0 0-2 15,0-1 1-15,0 1-7 0,0 1 3 0,0 1-1 16,0 1 13-16,1 6-12 0,1 14-1 0,-1 9-3 16,-1 4 1-16,0 1-9 0,-1 7 6 0,-1 3-6 0,-2-1 6 15,-2 5 1-15,-1-2-3 0,-2-1 1 0,0 1-8 16,-2 5 3-16,3 0 0 0,-1 2 4 0,1 2 4 16,0-3-6-16,0-1 3 0,2-4-3 0,1-6 7 15,-1-2-7-15,2-5 4 0,0-1-3 0,2 0 13 16,1-2-7-16,-1-1 1 0,2 0-3 0,0 1 1 0,-1-2-2 15,-1-2 6-15,-2 2-4 0,2-4-1 0,0 0 4 16,-1-1 0-16,1-3 5 0,-3-2 14 0,1-1-4 16,-1-2-6-16,0-2 3 0,2-1-3 0,0-3-10 15,1 1 4-15,0-2-8 0,-1-2 3 0,2 0-12 16,0-1 3-16,0-2-7 0,1 0 4 0,0-2-15 16,0 0-1-16,0-1-8 0,0 1-18 0,0-2-14 15,0-1-4-15,2 2-3 0,0-2-6 0,9 6-27 0,-2-3-40 16,2-1-6-16,-4-2-219 0</inkml:trace>
  <inkml:trace contextRef="#ctx0" brushRef="#br0" timeOffset="75121.37">14543 12295 1042 0,'-1'0'272'15,"-1"-2"-364"-15,-2 0 318 0,-8-4-177 0,6 3-49 16,1 0-8-16,3 2-4 0,1 1-4 0,-2-1-45 0,2 0 8 16,0 0 1-16,0-1 8 0,1 1 31 0,1 0 12 15,0 0-1-15,7-1 5 0,12-4 10 0,2 0 21 16,-2 2 7-16,2-2 7 0,1 2 37 0,1-1-2 15,1 0-3-15,-1 2-1 0,2-1-16 0,1 0-26 16,-1 0-2-16,1 0-10 0,0 1-24 0,-2 1 5 16,-6-1-5-16,3 2 5 0,-2 1-2 0,-2 0 2 15,2 1-5-15,-9 0 3 0,2 1-3 0,2 0-1 16,-4 0-1-16,1 1-4 0,-4-2-12 0,1 0-12 0,1 1-5 16,0 1-5-16,-1-1-35 0,-3-1-10 0,-2 0-30 15,-1-1 3-15,-1 0-125 0,1 2-104 0</inkml:trace>
  <inkml:trace contextRef="#ctx0" brushRef="#br0" timeOffset="75308.33">14688 12503 1276 0,'0'0'74'15,"-1"0"-1"-15,0-1 1 0,0-1-6 0,0 1-23 16,0 0-21-16,-1 0 5 0,2 0-6 0,0 0 7 0,2-1 5 15,-1 1-3-15,9-1-3 0,16-4-3 0,2 1-24 16,8-1-16-16,0 2-4 0,5-1-8 0,2 0-40 16,3-1-22-16,1-1-17 0,0 0-13 0,0-2-202 0</inkml:trace>
  <inkml:trace contextRef="#ctx0" brushRef="#br0" timeOffset="76407.18">17367 10457 512 0,'0'0'73'0,"0"-2"5"0,0 1-33 0,0 0-11 15,0-1-28-15,1-1-8 0,1 1-5 0,-1 0-3 16,0-1 0-16,1 1 4 0,1 1-6 0,-1 0 0 0,3-2-4 16,2 0-5-16,-4 2 13 0,0 1 1 0,0-2 4 15,1 2 15-15,0 0 2 0,2-1 11 0,-3 1-3 16,-1 0 49-16,0 0-14 0,1 0 10 0,-1 0-13 15,0 0 2-15,1 0-16 0,-1 0 1 0,0 0-6 16,2 0 1-16,4 0-17 0,-1 0 7 0,-1 0-11 0,1 0 1 16,4 0-2-16,-3 0-11 0,3 1 7 15,-1 1-10-15,1-2 7 0,1 1 3 0,-2-1 2 0,2 0 11 16,0 0 5-16,-1 0 2 0,1 0 0 0,1 0 10 0,0-1-17 16,0-1 8-16,1 0-12 0,-2 0-5 0,0-1-4 15,-3 1-4-15,0 0 3 0,-2-1-6 0,1 1 0 16,-5 1 0-16,1 0 2 0,-1-1 10 0,-2 2-2 15,3-2-2-15,-3 2 0 0,1-2 4 0,1-1-5 16,-1 0 2-16,2-3-5 0,-1-1 2 0,-1 0 12 16,1-3-5-16,-2 5 7 0,-1 2-3 0,0-5 0 15,0 7 1-15,0-5-2 0,0 1-2 0,0 4-3 16,0 0 0-16,0-1-2 0,0-1-4 0,-1 1-4 16,1 1 0-16,-3-2-4 0,2 3-8 0,-8-3 3 15,-1 2 1-15,-1 2 2 0,0 3 3 0,1 4-1 0,-1 1-1 16,2 6-1-16,1 2-1 0,1-3-2 0,2 0 3 15,1-1-3-15,0-3 3 0,-3 0 7 0,2-1-7 16,2-2 6-16,1 0-5 0,1-1-2 0,1-1 3 16,0 0-4-16,1-2 1 0,0 0-2 0,-1-2 2 0,2 0-3 15,9 6 2-15,2-1 8 0,-1-3-6 0,1 0 7 16,0-3 0-16,-1-1-4 0,0-2 3 0,-1 0-4 16,1-3 7-16,-2 0-10 0,0 0 3 0,-2 0-5 15,-1 3 10-15,-4-7-5 0,0 1 1 0,-2-1-4 16,5 2 3-16,-3 1 0 0,0 2 4 0,-2 0-1 15,0 0 16-15,-1 0-8 0,0 0-1 0,0 3-1 0,-1 0-2 16,-2-1-7-16,-7-3 6 0,-3 2-6 0,-2 3 5 16,-1 1 0-16,0 3-2 0,1 3 2 0,2 0 4 15,2 0-1-15,2 0 2 0,3-3-2 0,1 1 4 16,2-2-2-16,0-1-7 0,1 0 2 0,1 2-8 0,-2 0 7 16,2 0 2-16,0-1 1 0,0 0-2 0,0 1-1 15,1-1-3-15,0 0 0 0,0 1-15 0,0-1 8 16,0-1-10-16,0 0 8 0,1 1-25 0,8-1-11 15,1 6-6-15,-1-1-4 0,0-2-33 0,-1-1-39 16,-3-2-20-16,2-1-9 0,-1 0-90 0</inkml:trace>
  <inkml:trace contextRef="#ctx0" brushRef="#br0" timeOffset="77657.16">17828 10026 672 0,'-1'-1'65'0,"0"0"106"16,0 0-123-16,0 0-18 0,-1-1-12 0,1 1 1 16,0 0-18-16,0 0-9 0,0 0 4 0,-1 0-5 0,1 1 13 15,0 0-4-15,0 0 2 0,0 1-3 0,0 0 10 16,-1 1-9-16,1 1 10 0,0 0-10 0,0 3 23 16,1 0 2-16,0 0 10 0,0-3-1 0,1 0 33 0,0 0-6 15,13-2-5-15,3 2 0 0,2 8-13 0,-2-4-2 16,3-1-5-16,3-2 0 0,-1-3-16 0,1-1-4 15,1 0-3-15,-1 0-1 0,0 0 2 0,-2 0-11 16,0 0 4-16,-2 0-7 0,0 0 2 0,-2 0-2 16,1 0 4-16,0 0-4 0,-2 0 3 0,-2 0-3 15,2 1-2-15,-4 0 0 0,0 1 0 0,0-1 1 16,-3 0 2-16,3 1-1 0,-1 1 4 0,-1-1 0 16,-3-1-1-16,-3 0 0 0,-2-1-5 0,3 2 3 15,-4-2 0-15,4 2 3 0,0 1 6 0,-3 0 0 0,0-1-4 16,-1 0 3-16,4 6 5 0,0 2-3 0,-2 1 5 15,0 0-5-15,-2 2 5 0,-1 0-8 0,-1 4 4 16,-2 0-6-16,0 0-6 0,-2 4 5 0,0 0-3 16,0 0 6-16,-2 6-8 0,-1-2 5 0,0 1-5 15,1 1 7-15,0-2-5 0,-1 2-2 0,-2-1 4 0,1 2-4 16,0 1 6-16,-1 2-7 0,1 2 0 0,-1 2-2 16,1 3 7-16,1-1 2 0,-2 4-1 0,1 1 0 15,1 0-6-15,1 0 4 0,1 1-5 0,0-5 5 16,0 2-4-16,-1 4 3 0,2-2-1 0,-1 4 1 15,1 0 2-15,-1 0-2 0,1 3 1 0,0 2-3 16,1 1 2-16,-1-1 2 0,-1 0-3 0,0-3 1 16,0-1-2-16,2 1 1 0,-1 2 6 0,2-1-4 0,0 0-3 15,1 0 0-15,-1-3 0 0,1-4 0 0,0-2 0 16,-1-6 2-16,1-1 3 0,-1-6-1 0,0 0 8 0,-1 0-4 16,1-1-3-16,-1 1 2 0,2-2-5 0,-2 1 10 15,2-3-4-15,-1 1 5 0,-1-1-16 0,-1 2 2 16,1-2 0-16,0-2 1 0,1 1 8 0,0-6-8 15,1 1 0-15,0-5-2 0,-1 0 1 0,2 0 1 16,0-4 2-16,0-2-1 0,-1 0 7 0,1-1-3 16,1-4-2-16,0 2 0 0,0 0 0 0,0-2 2 15,0 0 5-15,0 1-3 0,-1 1 15 0,0-1-11 16,0-1-2-16,0 0-3 0,-1 1 4 0,1-1-11 16,-1 0 6-16,-8 0-8 0,-5-1 4 0,-1-1-1 0,4-1 3 15,-7-2-2-15,3-1-3 0,-2 1 7 0,-3-1-9 16,1 0 11-16,0 1-3 0,1-1-2 0,1 3 3 15,3 0-3-15,0 1 5 0,1 1 5 0,0 0 1 0,0 1-1 16,2 1-10-16,2-1 6 0,2 0-8 0,2 0 6 16,3 0-11-16,0-1 0 0,1 0 2 0,0 1-2 15,-1 1-3-15,1-1 5 0,1 0-2 0,0 0 1 16,-1 0-15-16,1 1-2 0,0-1-3 0,0 0 2 16,0 0-7-16,0 0-6 0,-1 0-6 0,2 1 0 15,0-1-23-15,0 0 5 0,0 0-7 0,0 0 2 16,0 0-51-16,0 1 24 0,0-1-27 0,0 0 20 0,0-1-75 15,-1 0 1-15,1-1 10 0,0 0 1 0,0-1 63 16,-1-13-36-16</inkml:trace>
  <inkml:trace contextRef="#ctx0" brushRef="#br0" timeOffset="77923.61">17661 12235 190 0,'0'0'120'0,"0"0"-11"0,0 0 75 16,0-2 4-16,-1 1-22 0,0 0-27 0,0 0-28 15,0 0-6-15,-1 0-6 0,1-1-28 0,0 0-11 16,0 1 0-16,-2 0-5 0,1 0-13 0,0-1-13 15,1 2-9-15,-4-2 1 0,-1 0-12 0,-2-1-1 16,0 2 5-16,-2 1-5 0,0 1 3 0,-2 2-6 16,0 1 1-16,-6 5-3 0,2-1 4 0,1 0-4 15,-2 1 4-15,4-1-3 0,-1 1 10 0,1-1-3 16,3-2-1-16,-2 1-1 0,6-5-5 0,1 1-1 0,3-2 3 16,0 1-3-16,-1 1-2 0,2-1-5 0,1-1 3 15,-3 5-3-15,0 0 3 0,1 1-1 0,1 5-2 16,1-3 3-16,1-1 5 0,2 4-4 0,2-4 3 0,-3 3-4 15,13-2-2-15,2 1-14 0,0-1-2 0,1-4-4 16,2 0-2-16,0-3-32 0,3-1 2 0,0 13-13 16,2-7-14-16,1-4-62 0,0-3-60 0</inkml:trace>
  <inkml:trace contextRef="#ctx0" brushRef="#br0" timeOffset="78710.18">17876 9902 385 0,'0'0'36'0,"0"0"0"0,0 0-17 16,0-2 1-16,0 2-18 0,0 0 7 0,0 0 19 15,2 0-5-15,-1 0 11 0,0 0 13 0,0 0 8 0,-1 0 5 16,0 0 0-16,0 0 10 0,0 0-7 0,0 0 0 15,0 0-5-15,0 0-22 0,0 0 8 0,-1 0-3 16,0 0 5-16,0-1-12 0,-2 0 7 0,-4 0-11 0,-3-3 9 16,1 2-15-16,0 0-9 0,2-1 6 0,-2 1-7 15,-2 0-2-15,0 0-6 0,-3 1-1 0,4 1-1 16,-4 0 2-16,-2 3 0 0,2 0 3 0,-2 2-2 16,2 0 6-16,1 0-1 0,0 1 4 0,2-1-1 15,1 0 11-15,1-1-9 0,1 1-1 0,0 0-1 16,2-2 5-16,1 1-6 0,1-1-1 0,1-1-3 15,1 0-3-15,-3 4 1 0,2 0 1 0,-1 0 0 16,1 1 5-16,1-1 2 0,1 2-3 0,1-1 1 0,0 1-10 16,3 0 0-16,0 1-4 0,3-1 0 0,3 1-21 0,8-3-14 15,0 0 1-15,1-1-7 0,1-1-13 0,-3 0-19 16,3 1-7-16,1-3-17 0,0 1-162 0</inkml:trace>
  <inkml:trace contextRef="#ctx0" brushRef="#br0" timeOffset="83178.58">18888 10581 256 0,'0'0'22'16,"0"0"6"-16,0 0 33 0,0 0-1 0,0 0-10 16,0 0-15-16,0 0-25 0,0 0 9 0,0 0-7 15,0 0 8-15,0 0 8 0,0 0 0 0,0-1 4 16,0 0 10-16,0 0 16 0,0 0-9 0,0-1 9 0,0 1-5 16,0-1-6-16,-1 0 8 0,-1-1-8 0,1-2 0 15,0 0-14-15,-1-1 1 0,-1-1-3 0,1 0 8 16,1 0-1-16,0-2 2 0,-1 2-3 0,2-1-9 0,-1 0-5 15,1 2-7-15,-1-1 3 0,1 1-11 0,0 1 6 16,0 1 7-16,0 1-3 0,0 1 6 0,0 1-9 16,-1-2-5-16,0 1 1 0,0 0 6 0,-1 0-9 15,2 1 8-15,0 0-8 0,-1 1 9 0,0 0 7 16,0 1-6-16,-6 10 5 0,2 15-15 0,-11 6-1 16,0 0-3-16,-1 7 2 0,3 4-2 0,-4 1 1 15,0 3 3-15,1 0-1 0,-1 2 3 0,0-4 5 16,1 0-3-16,-2-5 3 0,-1-3-2 0,2-2-4 15,2 0-3-15,-1-2 0 0,4-2-3 0,2-3-1 0,1-5 1 16,2-2-2-16,3-1-4 0,3-4-1 0,0-4-1 16,-5-2-2-16,3-3-30 0,3-3-15 0,0 0-7 15,0-1 1-15,-1-1-7 0,2 0 13 0,0 0-6 16,0-2 8-16,2-2-13 0,2-12-13 0,4-13 7 0,1-1-6 16,-1-1 31-16,-1-1 17 0,0 2-1 0,-1-1 6 15,0 0 4-15,0 1 14 0,0-2 2 0,-2 1 3 16,3-1 6-16,-1 2-3 0,0-3 5 0,1 0-4 15,0 1 9-15,-1-1-5 0,0 3-1 0,1 1 1 16,-1 4 12-16,0 3 2 0,0 0 12 0,-2 4-6 16,1 2 18-16,1 1-5 0,-1 3 0 0,1-2 1 15,-1 1 17-15,0 3-5 0,0 1-1 0,-2 1-2 0,-1 1 0 16,8 1-3-16,3 1 4 0,1 0-5 0,4 2 7 16,-2-10-10-16,0 4 1 0,0 2-7 0,0 3-17 0,7 1-4 15,0 1-7-15,0 3 3 0,1 2-4 0,0 2-8 16,-2 1 4-16,2 2-6 0,-4-1 2 0,-5-1-3 15,-1 2 1-15,-4-3-3 0,-2-2 4 0,-4 6 9 16,0 0-1-16,-2 2 4 0,8 0 3 0,-4 0-5 16,-4 2 3-16,-2 3-5 0,-4-1-4 0,-3 3 1 15,-4 3-3-15,5-1 5 0,-19 0 1 0,0-1-11 16,2 2 5-16,-1-4-7 0,3-1 10 0,4-3-9 16,1-4 3-16,6-1-5 0,0-2 6 0,3-1 1 15,2-1-4-15,1-3 2 0,3 1-3 0,1-3-6 16,-2 0 9-16,2 0-8 0,0 1 9 0,0-1-1 0,-2 1 1 15,0 0-1-15,-1 1 5 0,2-1-7 0,0 1 2 16,0-2-2-16,-1 0 5 0,-1 1 0 0,1 1-3 16,-1 0 2-16,-1 7 6 0,0-1-3 0,1 2 2 15,-1 0-5-15,2 1-3 0,2 1-2 0,1 0 0 0,3 0-1 16,0 1 6-16,2-2 4 0,0-2-4 0,-4 0 4 16,16-2 2-16,1 0-10 0,1 0 7 0,-1-1-9 15,-3-1 2-15,1 3-3 0,-2-4-6 0,-3 4 3 16,0-2-13-16,-2-4 5 0,-3 4-4 0,-1-3 3 15,0 1-6-15,-3-1-30 0,0 1-16 0,0 0-7 0,-2-2-61 16,2 1 5-16,-2 0 9 0,0-1-6 0,1 1-2 16,1 0-36-16,-2-3-21 0,2 3-12 0,2-2-136 15</inkml:trace>
  <inkml:trace contextRef="#ctx0" brushRef="#br0" timeOffset="83580.92">19369 11178 1122 0,'-1'0'169'0,"-1"-2"367"0,0 1-508 0,1 1-17 16,-2-1-2-16,0 0-6 0,1 0-15 0,-1-1 2 16,1 1-3-16,0 1 4 0,-1 0 8 0,1 1-3 0,2 1 2 15,-8 15-3-15,2 2 4 0,1-2-9 0,0-1 7 16,3-2-7-16,0 0 8 0,2-2 0 0,0-1-5 15,0-4 5-15,0-4-1 0,1 2 4 0,-1-3 1 0,0 1 2 16,2 2 4-16,-1-2 6 0,2-1 0 0,-1 0 4 16,-1-2 6-16,9 6-3 0,1-1 2 0,5-1-4 15,0-4 5-15,-1 0-16 0,2-3 4 0,-2 0-9 16,-1-3-4-16,2-1-2 0,-5 1 1 0,0-1 0 16,-4 2 10-16,-2 3 2 0,-1-9 2 0,-3 5-2 15,5-2-2-15,-1 0 6 0,-1 0-4 0,-1-4 4 16,-2 0-5-16,-1 2 3 0,0-1 0 0,-2 2 1 15,-2-2-1-15,0 3-12 0,-1 1 6 0,1 0-6 0,-6 2 5 16,-1 1-7-16,1 2-2 0,-3 1-3 0,3 0-3 16,1-6-30-16,0 2-5 0,2 3-11 0,-5-1-48 0,6 3-14 15,-1 1-5-15,1 2-4 0,0 0-40 0,0 3-39 16,0 9-18-16,5 0-5 0,-7-3-54 0</inkml:trace>
  <inkml:trace contextRef="#ctx0" brushRef="#br0" timeOffset="83864.71">19796 11139 486 0,'0'0'86'15,"1"0"104"-15,0-1-43 0,0-1-20 0,0 1 3 16,0 0-9-16,1 0-11 0,-1 0-38 0,-1-1-4 16,0 1-9-16,0 0-7 0,0 0-12 0,0 0 2 15,0 0-7-15,0-1-11 0,0 2-8 0,0 0 0 0,-1 0-3 16,-1 0 1-16,-1 2-2 0,-15 6 8 15,-1 2-5-15,-1-7 4 0,0 16 2 0,-1 3-6 0,-1 3 6 16,-2 2-14-16,3 2 6 0,0-2-7 0,2 0 6 16,3 1-13-16,3-2-5 0,1-2 2 0,3-3-2 15,-1-1 7-15,4-4-13 0,2 0-1 0,1-2-7 16,2-1-13-16,-6-4-14 0,2-1-4 0,3-1-4 16,1-1-16-16,1-1-11 0,0-1 0 0,0-2-4 0,0-1-9 15,0 0-21-15,2 2-25 0,8 1-7 0,3 0-159 16</inkml:trace>
  <inkml:trace contextRef="#ctx0" brushRef="#br0" timeOffset="84148.02">19851 11434 281 0,'0'0'104'0,"0"0"-51"16,1-1 108-16,0 0-29 0,0-1-36 0,1 1 8 16,-1-1-12-16,0-1 10 0,-1 1-22 0,1-4-2 15,-1 2 3-15,0-2-2 0,0 3 5 0,0 0-22 16,-1-1-3-16,1 3-7 0,-1-1-17 0,-3-1-13 15,-4-3 7-15,-5 1-10 0,-1 1-4 0,0 3-5 0,-2 2-3 16,0 4 2-16,1 2-4 0,-3 3 8 0,0-6-10 16,4 15 8-16,-1-3-12 0,2 1 3 0,1-1 1 15,3-1 1-15,3 0 1 0,1-1-3 0,4-1 2 16,-7-2-1-16,2 1 8 0,1 0-3 0,3-2-3 16,2 2 2-16,0-1 4 0,2-2-9 0,3 1 8 0,1-1-10 15,-1 0 7-15,12 0-6 0,2-3-6 0,2-1 0 16,5 0-23-16,4-1-9 0,-2-2-3 0,2 13-4 15,-3-8-28-15,4-4-36 0,1-4-19 0,-3-5-23 16,1-1-234-16</inkml:trace>
  <inkml:trace contextRef="#ctx0" brushRef="#br0" timeOffset="85814.63">19725 10333 802 0,'0'-1'48'0,"0"0"-3"0,0-2 19 16,0-4-4-16,0-1-8 0,0-2-2 0,-1-3-23 16,1 6 13-16,-1 0-16 0,1 2 7 0,-2-1-6 15,1 0-4-15,0 1 1 0,0 2-4 0,0-1-2 16,1 2 1-16,0 1-1 0,0 0 0 0,0-1 7 16,-7-3-7-16,0 0 8 0,0 1-6 0,-2 1-1 15,1 0 3-15,-1 2-3 0,-3 1-3 0,1 0 1 16,-2 1 0-16,-1 4 1 0,-2 1 0 0,-1 1 5 15,1 1-4-15,-2 2 2 0,2-1-12 0,-3-6 8 16,-1 8-9-16,5 5 8 0,-2-5-14 0,4 2-1 0,0 3 3 16,-2-4-1-16,6 3 5 0,-1-2-8 0,3-3 3 15,5 1-4-15,-4-3 4 0,4-2-2 0,-1 1 1 16,0-2 0-16,-1-1 7 0,3 0-9 0,0-1 3 0,1 0-3 16,0-1 2-16,0-1 4 0,0 2-6 0,1-1 3 15,1 0-1-15,5 2 0 0,12 0 4 0,0-2-3 16,1-4-6-16,1-2 7 0,0-3-4 0,-1-2 5 15,-2 1-13-15,-3 1 13 0,-1 0-5 0,-3 1 8 16,0 0-6-16,-4 3 0 0,-1-1 0 0,-3 2-1 16,1 0 1-16,-2 0-2 0,-1 2 3 0,0 0-1 15,1 0 3-15,0-1-1 0,0 0 0 0,1 0 1 0,-2 0 0 16,0 0-1-16,0-1-2 0,0 1 1 0,0 1 0 16,1 0 0-16,-1 1 5 0,0 1-3 0,0-1 8 15,0 1-8-15,1 2-3 0,0 5 0 0,0 2-3 16,1-2 2-16,-1 2 5 0,0-2-2 0,-1 0 4 0,2 2-6 15,-2-2 2-15,1 3-2 0,-1 0 10 0,1 3-6 16,-2 1 4-16,0 0-4 0,-2 3 3 0,-1 1 1 16,-3 0 0-16,-3 3 1 0,-2 1 3 0,-1-2-7 15,-1 2 0-15,2-4-1 0,8-4 6 0,-10-2 0 16,0-1 3-16,0-5-1 0,3 4-1 0,-3-2-1 16,2-5-3-16,1 0 2 0,-1-1 2 0,5-2-2 15,2-1-1-15,0 2 0 0,3-3 9 0,0 0-1 0,-2 2 4 16,1-1-6-16,0 0-14 0,-1 0-10 0,2-1 1 15,0-1-2-15,1 0 8 0,2-9-5 0,9-13 3 16,3-2-1-16,-9 2 6 0,15 1 3 0,-3 2-5 16,1 2 3-16,-2 2 3 0,-1 1 2 0,-1 2 1 15,-1 2-2-15,-2 1-8 0,-1 4 4 0,-1 1-2 16,-2 1 4-16,-1 2-3 0,-1 0-8 0,-2 0 4 0,1 0-6 16,-1-1-4-16,3 0-12 0,-2 2-7 0,2-2-2 15,-2 2-14-15,1 1 4 0,0 0-4 0,-2 0 2 16,2 0-16-16,0 0-30 0,2 0-1 0,1 0-13 15,3-1-26-15,3-3 22 0,2-1 5 0,3-4 8 16,2-1 28-16,2-1 29 0,1-1-12 0,1 0 17 16,0-1-22-16,0 11-2 0,0-16-7 0,2-5 0 0,-1 1-32 15,-2-3 10-15,-1 3 6 0,-4 3 4 0,-1 3 52 16,-4 3 43-16,-1 3 7 0,-5 3 13 0,-2 0 40 0,-3 6 46 16,0-3 13-16,-3 3 12 0,2-1 53 0,0 0-86 15,0 0 9-15,-1 1-37 0,-1 0-13 0,0 1 1 16,-1 0-6-16,-2 1 2 0,-3 2-11 0,-10 6-7 15,-1 0-6-15,2-7-1 0,0 9-19 0,3-1-13 16,1-2 0-16,3 1-5 0,1 0-14 0,0 0 10 16,2-1 0-16,3-2 3 0,0 0-12 0,-2-1 6 15,1 1-4-15,-1-1 7 0,2 1 3 0,1 0 0 16,1 0 3-16,0 0-4 0,1-1-7 0,1-1 6 0,2 2 0 16,-2-1 4-16,9 2 5 0,-1-2 6 0,1 2 0 15,-2-1 2-15,1 0-4 0,-5 1-6 0,1 0-4 16,-2-1 1-16,-1 1-3 0,-1 0-2 0,-1 0 5 15,6 2-3-15,-3 1 12 0,0 0-5 0,-3 2 5 16,-2 0-4-16,-4 1-7 0,-4 1-2 0,-9 0-2 0,-10 0 2 16,-1 0-1-16,-1-1-22 0,3-1-15 0,-2-5-10 15,1-3-110-15,1-1-305 0</inkml:trace>
  <inkml:trace contextRef="#ctx0" brushRef="#br0" timeOffset="87548.68">7337 10747 256 0,'0'0'234'0,"0"-1"-90"0,-2 0 100 15,1-2 15-15,-2-6-164 0,-2-4-15 0,3 2-45 16,-1 0 1-16,2 2-8 0,0 1 0 0,0 2-14 0,1 3-5 15,0 1-1-15,0 0-8 0,0 0 2 0,0 0-2 16,0-1 0-16,0 1-7 0,0 1 9 0,0 0 5 16,0-1 3-16,0 1 16 0,0 1-4 0,0 0-1 15,0 1-1-15,-1 6-8 0,-6 18 10 0,-2 7-3 0,2 2 4 16,-3 2-15-16,1 3 7 0,2 0 1 0,-1-1 2 16,1 0-3-16,-1 0 4 0,-4 0-6 0,2 2 5 15,-3 0-3-15,1 1-11 0,1 1 10 0,2-4-9 16,2-2 10-16,1-5-12 0,1-3-1 0,3-4-2 15,0-1-9-15,2-3 10 0,0-5-1 0,0-3 4 16,0-2-5-16,0-3-13 0,0-3-1 0,0-1-2 16,0-2 5-16,0 0-3 0,0 1-7 0,0 1 1 0,0-2-24 15,0 0-2-15,0-1 6 0,0-1-2 0,4-19 27 16,4-17-2-16,3-4 3 0,0-1-3 0,-1-2 7 16,3 3 3-16,1 1 4 0,-1 2-2 0,1 0 3 0,-1 3 3 15,0-1-3-15,-2 0 3 0,-1 1-1 0,0-2 1 16,-3 4 1-16,0 3 0 0,-1-1 13 0,-3 6-7 15,1 2 5-15,-2 4-5 0,0 1 4 0,0 5 13 16,-1 2-5-16,0 1 8 0,0 3-10 0,0 0 8 16,1 1-7-16,-1 0 7 0,0 3-6 0,1-2 9 15,-1 2 5-15,1 0 1 0,-1 1 9 0,7 1-10 16,0 0 4-16,3-6-7 0,-2 1 0 0,3 1-14 16,1 3 0-16,1 0-6 0,1 2-10 0,-2 3 8 0,0 2-6 15,-2-1 7-15,-1 3 2 0,-1 0-4 0,-2 7 9 16,-1 3-8-16,-3-3 10 0,-2 2 3 0,9-1-3 15,-3-1 4-15,-5-1 1 0,-1-2-12 0,-2 4 2 16,-2 0-5-16,-6 2 5 0,-1 3-10 0,-2-1 1 0,8-2-4 16,-12-2 0-16,2 0 1 0,-1-1 3 0,2-2-1 15,0-1-3-15,1-3 2 0,1-2-3 0,2-1 3 16,2-1-1-16,1 0 2 0,0-2 0 0,1 0 0 16,2 1-7-16,-1-1 7 0,2 1-4 0,-2-1 4 15,1 0-4-15,-1-1-1 0,2 2 3 0,0-2-1 16,-1 0 1-16,2 0-1 0,0 2 0 0,1-2-2 15,-1 1 2-15,-2 2-6 0,1-1 3 0,0 2-3 0,-1 2 4 16,2 0 1-16,1 1-4 0,0-1 5 0,3 3 2 16,1-1-3-16,1-1 1 0,-1 2-3 0,10-1 4 15,-1-1 1-15,1 1-2 0,-1-2 0 0,2-1-8 0,-1-2 6 16,2 2 3-16,1 0-1 0,-2 0-1 0,2-1 6 16,-2-1-4-16,1 1 6 0,-3 1-12 0,-1 1 5 15,-1 0 0-15,-1 1 3 0,2-1-7 0,-1 2-1 16,-1-4-1-16,-3 1 0 0,-1 3-2 0,2-1-11 15,-1 0-5-15,3-1-3 0,2 0-29 0,-2-2-28 16,2 1-9-16,-3-3-13 0,0-2-98 0,0 1-36 16,0 5-26-16</inkml:trace>
  <inkml:trace contextRef="#ctx0" brushRef="#br0" timeOffset="87933.78">8123 11046 1001 0,'0'0'325'0,"-1"0"-407"0,0-1 387 0,-4-1-203 15,-4-1-13-15,1 1-28 0,-1-1-7 0,1 1-7 16,0 1-28-16,-3 0 0 0,2 1 0 0,-4 0-2 16,2 0-13-16,2 2-7 0,-2 1 4 0,1 3-4 15,-2 3 0-15,0-8 6 0,1 12-7 0,0 0 9 0,3-2-4 16,2 1 1-16,-1-3 2 0,3-1-2 0,0-1-2 15,0-2 1-15,1 0-1 0,0 1 0 0,-2 0-6 16,1 1 2-16,-1 2 3 0,3 1 0 0,-1 4 7 0,3 0-8 16,3 2-1-16,1 1-2 0,3-1 13 0,3 2-7 15,2 2 4-15,-1 0-5 0,-9-1 12 0,10 0-14 16,1-3 9-16,0-2-10 0,1 0 9 0,-2-2 5 16,-1 0-6-16,-3-3 6 0,-2 3-11 0,-4-5 5 15,2 2 3-15,-3-1 1 0,5-1 16 0,-3 0 8 16,0-1 0-16,-3 1 1 0,-1 0-13 0,-4 1 0 15,-2-1-8-15,-16 1 4 0,-2-1-20 0,-4-1 4 16,1 0-5-16,2-2 3 0,-3 0-28 0,1-1-32 16,-3-1-7-16,1-1-13 0,-1 3-68 0,0-2-10 0,7 2-26 15,-5-1 4-15,2 1-125 0</inkml:trace>
  <inkml:trace contextRef="#ctx0" brushRef="#br0" timeOffset="92952.95">3724 10661 223 0,'0'-1'0'0,"0"-1"9"16,0-14 111-16,0 1-10 0,1-2 7 0,1 0-40 16,0 1-22-16,1-1-15 0,1 2-7 0,-2 1 4 15,1 1-20-15,-1 0 11 0,-1 0-3 0,2 1 4 16,-2-1-6-16,0 4 13 0,-1 1 4 0,0-1 2 15,0 5-5-15,0-2-18 0,0 1 1 0,0 3-6 0,0-1-4 16,0 1-10-16,0 0-5 0,0 1 1 0,0-1-1 16,0 2 8-16,-1 2 0 0,-3 6 4 0,-6 23 9 15,-1 8-7-15,-1 6 2 0,-3 8-4 0,1 7-9 0,-4 9 0 16,2 4 4-16,-1-1-2 0,1-3 4 0,-1-6 0 16,3-5-5-16,2-4 2 0,3-5-3 0,4-8 1 15,3-7-3-15,1-9 3 0,1-7 3 0,0-5 1 16,1-2 0-16,0-2-1 0,2 0-10 0,-2-5 4 15,0-1 3-15,1-1 1 0,-1-2 10 0,9 2 3 16,0-2 6-16,2-3-3 0,2-7 4 0,0-7-8 16,0-18-7-16,5-4 2 0,-2 0-7 0,4-2-3 0,-1-2 7 15,-1-1-5-15,3-1 9 0,-1-7-12 0,3 1 1 16,-2-6-5-16,-1-2 11 0,0 5 2 0,-1 2-5 16,-2 8 1-16,-3 5-4 0,-2 7 11 0,-1 6 0 15,-5 8 3-15,0 3-9 0,-1 8 19 0,-5 3-11 16,0 4 12-16,1 0-16 0,0-1 12 0,0 1 0 0,1 1 4 15,3 12-2-15,1 35 0 0,-9 7-5 0,-7 13 1 16,-6 8-13-16,-3 4 0 0,-3 2-1 0,20-1 1 16,-25-2 2-16,-2-5-7 0,5-1-1 0,6-10-5 15,1-6-20-15,9-13-50 0,3-6-16 0,-12-9-21 16,10-2-146-16</inkml:trace>
  <inkml:trace contextRef="#ctx0" brushRef="#br0" timeOffset="93588.69">4748 13185 885 0,'-1'-1'276'0,"-1"-1"-385"15,-5-2 344-15,-6-1-192 0,8-4 29 0,0 3-35 16,1 1 9-16,0 3-17 0,1-1-1 0,0 2-6 16,2 1-11-16,-1-2 4 0,-1-1-28 0,2 2 5 15,0 0 1-15,0 1 2 0,0 1 7 0,-3 12 0 16,1 21-1-16,3 9 0 0,2 5-2 0,2 8-3 16,1 3 0-16,-2 1 1 0,0 1 6 0,-1-3 0 0,-1 3 3 15,-1 0-3-15,-4 6-1 0,-1 0 12 0,0 0-4 16,-1-3 8-16,-1-7-4 0,0-6 7 0,0-4-2 15,-1-7 4-15,1-5-7 0,0-3-12 0,2-3 7 16,1-2-9-16,0-2 6 0,3-4-9 0,0-4-4 16,1-4-1-16,0-4-19 0,0-4-21 0,0-2-4 0,0-2-3 15,0 2-8-15,0-1-2 0,0-1-8 0,1-1 1 16,0-1-44-16,4-18-35 0,2-15-7 0,1-3-15 16,-1-2-80-16</inkml:trace>
  <inkml:trace contextRef="#ctx0" brushRef="#br0" timeOffset="94037.28">4840 13400 201 0,'1'-15'38'0,"3"-6"-5"16,6-23 51-16,1 9 0 0,-2 7 4 0,0 3 11 16,-3 7 2-16,-2 4-2 0,0 5 2 0,-1 2-1 15,0 2-21-15,-2 3 5 0,0-1-13 0,-1 2-12 0,0 0 14 16,3 0-17-16,5 0 13 0,1-7-37 0,3 3-1 16,-1 0 2-16,2 3-3 0,-1 2-6 0,1 1-1 15,-1 2 0-15,0 2-1 0,1 2 3 0,-3-6 4 16,1 14-3-16,-1 3 4 0,-1 1-8 0,-2 2 6 15,-3 5-8-15,-3 3 6 0,1 3-16 0,14 2 1 16,-9 4 3-16,-6-1-2 0,-5 1 3 0,-5-1-15 16,-2-5 4-16,-3 3-6 0,-3-1 9 0,14 0-8 15,-17-1 4-15,-2-4-3 0,1-2 3 0,1-2-1 16,1-2-4-16,1-3 3 0,0-2 6 0,3-2-6 0,-1-1 6 16,6-5-5-16,-2 0 3 0,3-6-4 0,0 1 1 15,2 0-2-15,4-2 7 0,-2-2-6 0,2 1 1 16,0-1-2-16,0 1 1 0,0 0-8 0,1 1 7 15,0-2-8-15,0 0 11 0,1 0-4 0,0 0 0 0,0 1-3 16,0-1 2-16,0 0-1 0,1 1 3 0,0 1-1 16,1-1 3-16,3 5 3 0,1 4-5 0,10 0 6 15,-2 0-6-15,4 4 1 0,-1-1-1 0,1 1 0 16,-1-3 4-16,1 3-4 0,0-4 5 0,0 0-4 16,-2 1 7-16,-1-3-10 0,2 1 2 0,-2-1-3 15,0 0 8-15,-1 1-2 0,0-3-5 0,0 1 2 16,-1-2-9-16,0 1-17 0,-2-2 3 0,1 1-11 0,-1-2-18 15,-1 1-34-15,2 0-10 0,-3-1-10 0,-3 0-57 16,1-2-42-16,-2 1-9 0,-1-1-17 0,5 0-87 0</inkml:trace>
  <inkml:trace contextRef="#ctx0" brushRef="#br0" timeOffset="94471">5422 14175 791 0,'0'0'135'0,"-1"0"6"0,0 0-17 0,0 0-16 15,-1-1-37-15,0 0-2 0,0-1-30 0,-1 1-8 16,2 0-5-16,0 0-18 0,0 0-9 0,0 0-1 16,0-1-5-16,-1 2-1 0,1 0-7 0,0 0 4 15,0 0-5-15,0 2 14 0,0 0 1 0,-2 6 2 0,0 9-1 16,-1-1 1-16,2-3 10 0,1-2-6 0,-1-1 7 15,2-2-5-15,0-3 5 0,0 0 4 0,0-3-1 16,0 0 5-16,0 0 4 0,0 0 7 0,2 0 0 16,-1 1 26-16,0-1-10 0,0-1 0 0,1 0-3 15,1 1 5-15,0-2-21 0,4 0 8 0,2-3-12 16,-1 0 1-16,-1-3-12 0,1-5-1 0,0-6-3 16,-1-1-3-16,2-2-5 0,-2 0 2 0,0 1-2 0,0 2 7 15,0-1-8-15,-2 0 4 0,-2 3-5 0,-1 0 4 16,0 1 2-16,6 2-1 0,-2 0 3 0,-3 1-1 0,0 2 2 15,-3-2-8-15,0 3 6 0,-2 1-9 0,1 1 0 16,0 4 6-16,1 1-3 0,0 0-5 0,-12-8-4 16,-1 4-6-16,-1 1 3 0,-1 3-14 0,0 2-10 15,-1 3-5-15,-1 4 0 0,2 0-13 0,3-7-30 16,2 12-3-16,3 0-11 0,4 2-34 0,-2-1-30 16,4 1-5-16,-9-3-14 0,5 0-71 0</inkml:trace>
  <inkml:trace contextRef="#ctx0" brushRef="#br0" timeOffset="94804.29">5809 14095 1056 0,'-1'0'57'0,"0"-1"119"15,-2 0-121-15,1 1 3 0,-4-2 3 0,4 2-5 16,-2-1-24-16,0 0-15 0,1 1-5 0,0-1-1 16,0 0 0-16,1 0-13 0,0-1 7 0,-1 1-8 15,1 0 6-15,0 0 4 0,0 0-6 0,1 0 5 0,0-1-3 16,-1 2 3-16,1 0 9 0,-1 0-4 0,1 0 14 16,-1 0-5-16,-1 0-4 0,1 0 1 0,-5 2-3 0,-4 1-9 15,1 3 7-15,-4-4-7 0,-3 18 6 0,3 1-3 16,-2 1-3-16,2 3 0 0,0 1 1 0,-2 3-9 15,1 1 2-15,2 1-4 0,-1-4 8 0,4-4-14 16,2 0-3-16,4-5-6 0,0 0-22 0,2-4-32 16,-8-1-8-16,4-2-15 0,2 2-95 0,1-3-79 15,2 0-31-15</inkml:trace>
  <inkml:trace contextRef="#ctx0" brushRef="#br0" timeOffset="95155.73">5817 14314 1094 0,'-1'0'56'0,"0"0"83"15,0 0-69-15,0 0-15 0,-1 0-2 0,1 0-4 16,0 0-14-16,0 0-19 0,0 0 6 0,0 0-11 16,-1 0-2-16,1 0-8 0,0-1-1 0,0 1 0 15,0 0 3-15,-1 0 2 0,1-2-5 0,0 1 4 16,-1 1-7-16,1 0 4 0,-8 0 4 0,0 0 0 15,1 0 5-15,-2 1-8 0,-3 3 5 0,-3 3-4 0,1 2 16 16,-1-3-10-16,1 14 1 0,4 1-5 0,-3 3 8 16,3-2-6-16,-1 4 3 0,2-2-5 0,5 0 10 0,0-5 1 15,1-1 0-15,-5-4-1 0,3-2-11 0,3-2 15 16,1 0-3-16,2-4 6 0,0 1-2 0,2-2-7 16,-1-1 4-16,1 0-5 0,3-2 2 0,11-1 5 15,0 10-6-15,0-6 4 0,6-1-13 0,-2-4-8 16,5-1 0-16,0-3-4 0,-2-2 0 0,3-2-27 15,-4 0 0-15,-3-3-11 0,2 10-11 0,-2-18-30 16,0-1-4-16,0-2-22 0,-2-3-146 0</inkml:trace>
  <inkml:trace contextRef="#ctx0" brushRef="#br0" timeOffset="96924.99">5520 12917 164 0,'0'0'63'16,"0"0"89"-16,0-1-53 0,0-1-30 0,0 1-5 0,0 0-10 15,0 0-16-15,-1 0 7 0,1-1 2 0,-2 1 0 16,1-1-12-16,1 1-10 0,-1-7 6 0,0 0-6 16,1 4 15-16,-1-4-3 0,0-1-6 0,-1 1 2 15,1-4-10-15,0 4 1 0,0-4 4 0,0 3-3 16,0-2 0-16,-1 3-5 0,0 0-1 0,1 2-1 16,0 1-7-16,-2-1 18 0,1 2-12 0,0 0 15 15,0 2-4-15,-3-1-12 0,-6 2 9 0,0-6-11 16,0 1-1-16,-1 4-4 0,0 2-1 0,-4 1 1 0,-2 3 3 15,3 2-3-15,-3 3 0 0,5 0 0 0,-3-2 3 16,-3 11-6-16,4-1-2 0,0-1 0 0,5 3 0 0,0-4 2 16,3 0 0-16,4 0-1 0,-5-4 4 0,4 0-12 15,-1-1 4-15,4-2-5 0,-5 0 12 0,3-1-10 16,0 0 4-16,2 1-6 0,1-2 1 0,0-1 12 16,0-2-2-16,0-2 6 0,0 2-3 0,1-1 2 15,2 0-5-15,-1 1 3 0,5 0-10 0,5 1 9 16,3-3 3-16,-1-2 3 0,2-3 3 0,0-3-8 15,1-2-2-15,1-3-1 0,0 4-7 0,-1-10 2 0,0 2-1 16,-2-1 2-16,1 6-2 0,-5-7-2 0,0 4-2 16,-2 4 1-16,0 1 0 0,-3 5 2 0,-2 1-1 15,0 1 1-15,-1 0 8 0,0 1-10 0,-2 0 7 16,0 0-9-16,0 1 4 0,0 0 3 0,1 0 1 16,0-1 2-16,0 0 3 0,-1 1 0 0,2 0-1 0,-1 0 2 15,1 1 5-15,-1 0-1 0,-2 0-2 0,7 13 0 16,-2 0-11-16,-2 3 3 0,-1 0 1 0,-2 2 0 15,-1 0-1-15,-1 1-3 0,0-2-1 0,-1 2 0 16,0 0 2-16,-1 1-1 0,0 0 3 0,0 1-2 16,-1 2 3-16,1 2-1 0,-1 2-4 0,-1 0 2 15,0 2-3-15,-1-1 6 0,0 1-3 0,-1-1 3 16,0-1-5-16,0-5 2 0,1-1 2 0,3-5-1 0,-1-1-1 16,1-5 3-16,3-4-5 0,-1 0 2 0,1-2-4 15,1-4 9-15,-1 3 2 0,-1-2 1 0,1 1-8 16,0-1 8-16,0-1-3 0,0 0 6 0,0 0-1 0,-1-1-13 15,1-1 2-15,0 0-6 0,-2-6-3 0,-5-14 0 16,5-4-1-16,3-5 0 0,2-1-1 0,3 3 8 16,2 0-4-16,0 3 6 0,0 0 2 0,0 2-5 15,-1 1 3-15,0 2-3 0,1 3 9 0,-1 3-2 16,0 0 0-16,0 2 0 0,-2 1 4 0,0 3-1 16,-1 1 0-16,1 1 0 0,-2 3-1 0,-1 0-8 15,2 2 2-15,4-5-5 0,2 0 13 0,1 2-9 16,0 0 3-16,0 2-6 0,-1 1 3 0,2 1-9 0,-2 0-1 15,2 0-2-15,-4 0-3 0,0 0-16 0,0 1 7 16,-2-1-13-16,-1 0-13 0,2 1-47 0,-1 0-42 16,-3-1-4-16,5 1-173 0</inkml:trace>
  <inkml:trace contextRef="#ctx0" brushRef="#br0" timeOffset="97574.8">5853 13067 1304 0,'-2'0'34'0,"1"0"0"16,0-1 17-16,0 0-11 0,0 0 1 0,0 0-18 0,-1-1-17 15,1 1 2-15,0 0-8 0,0 0-6 0,0 0-18 16,-1-1 6-16,1 0-8 0,0 0 15 0,0 1-6 15,1-1 1-15,0 0-1 0,0 1 16 0,-1 0 1 16,0 0 6-16,-1-1-2 0,1 1 12 0,0 1 11 16,-8-3 3-16,-5-1 2 0,4 3 0 0,0 1-9 15,-2 0 1-15,2 1-4 0,-3 1-2 0,4 2 2 16,-3 1-9-16,1 1 6 0,2-2-17 0,-1 3 1 0,0-4 1 16,2 10 1-16,1 0 3 0,0 1-2 0,2 0 2 15,1 0-4-15,-1 0-9 0,-3-2 5 0,2-2-2 16,2 1 4-16,2-2 3 0,1 0 1 0,1-1 0 15,0-1 1-15,0-1-4 0,0-2 5 0,0-1 0 0,0-2 1 16,1 1 1-16,1 1-1 0,1-1-2 0,2 2 2 16,1-1-3-16,3 1 13 0,-1-3-4 0,0-1 6 15,0 0-2-15,2-3-9 0,1-1 5 0,1-3-6 16,0 4 3-16,2-12-2 0,1-3-5 0,-3 2 2 16,2-1-9-16,-3 0 4 0,-3 0 1 0,3 1 1 15,-6-2 6-15,3 2-6 0,-3-3 2 0,-1 3-3 16,-1-4 8-16,0-2-4 0,-1 2 3 0,1-2-3 0,-2 1 2 15,1-3-2-15,-1 0-2 0,12 2 1 0,-5 0 3 16,-3 2-9-16,-1 0 5 0,-3 3-6 0,-1 0 11 16,0 2-2-16,0 2-4 0,0 1 2 0,0 1-4 15,-1 3 7-15,-1 2-1 0,2 3 1 0,0 1 5 0,0 0 3 16,-1 0-1-16,0 0 0 0,0-1-11 0,0 2-3 16,0 0 2-16,-2 1-2 0,1 0-1 0,0 1 1 15,-1 7 6-15,-2 17-2 0,2 4-3 0,1 2-1 16,-1 0-1-16,2 1 1 0,0 1 0 0,-17 3-5 15,10-3 4-15,4 0-2 0,4-6 8 0,0-3-5 16,3-1-1-16,3-1-2 0,0-2-3 0,2-2 0 16,0-2-4-16,-1-3 2 0,-6-1-19 0,13-3-27 15,3 1-4-15,-1-5-9 0,4 0-30 0,1-2-173 16,2 9-19-16</inkml:trace>
  <inkml:trace contextRef="#ctx0" brushRef="#br0" timeOffset="103531.05">13946 13360 51 0,'0'0'20'15,"0"0"2"-15,0 0 19 0,0 0 7 0,0 0-9 16,0 0-7-16,0-1-8 0,0 0-5 0,0-1 3 0,0 1-1 16,0 0-5-16,0 0 7 0,0 0-6 0,0 0 25 15,0-1-10-15,0 1 3 0,0 0-5 0,0 0 2 16,0 0-5-16,0 0 6 0,0-1-8 0,0 1-6 15,0 0-3-15,0 0-2 0,0 0 2 0,0-2-1 16,0 1 6-16,0 0-5 0,0 0 6 0,0-2-2 0,0 1 1 16,0-1-1-16,0 1 2 0,0 0 5 0,0-1-2 15,0 2 4-15,0-2-4 0,0 2 8 0,0 0-10 16,0 1-3-16,0-1-2 0,0 1-1 0,0-1 2 16,-1-1-2-16,0 1 2 0,0 0 0 0,1 1-4 15,0-1 7-15,0 1-8 0,0 0 7 0,0 0-1 16,-1-1 1-16,0-1-1 0,-1 1-6 0,1-1-6 15,0 2 3-15,0 0-2 0,0 0 6 0,0 0-3 0,-1 0-4 16,1-1 1-16,0 1-8 0,0 0 4 0,0 0-5 16,-1 0 4-16,1 1-9 0,0 0 6 0,0 0 0 15,0 0 3-15,-2 0-6 0,1 1 12 0,0 0-10 16,1-1 10-16,-3 2-8 0,2 0 2 0,-1 0 3 16,0 4-4-16,0 0-6 0,2-2 6 0,-1 1-1 0,-2 0 4 15,3-3-1-15,1-1-3 0,-3 4-2 0,0-1-1 16,1 0 1-16,2-1 5 0,-1-1 4 0,1-1 0 15,0 2 7-15,0-2 2 0,0 1 2 0,0 0 0 16,1 1-2-16,0-2 9 0,0 0-5 0,1 0 6 16,0-1-11-16,0 0-6 0,3 0 8 0,0 0-7 15,-2-1 12-15,2 0-10 0,1-3-5 0,-3 2 0 0,3 1-10 16,-2-7 9-16,-2 1-4 0,-1 2 5 0,2 1-8 16,0 0 6-16,1-1-1 0,-2 0 2 0,-1 1-3 15,-1 1-2-15,0 1 2 0,0-1-1 0,0 2 1 0,-1-1 6 16,0 0-5-16,0 2 5 0,-10-6-6 0,-1 2-3 15,3 3-1-15,-3 1-1 0,3 1 1 0,0 2-4 16,0-1 3-16,3 0-4 0,1 1 3 0,2-1 3 16,1-1-2-16,0-1 1 0,0 2-13 0,0 1 12 15,-1-1-3-15,2 1 4 0,0-1-9 0,0 0 1 16,0 1-2-16,-1-2 4 0,2 0 7 0,0 0-5 16,0 0 3-16,0 0-6 0,2 1 4 0,-1-1 2 15,1 0 3-15,1 0-1 0,-1-1-2 0,5 0 4 0,-1 0-9 16,0 0 8-16,-3 0-6 0,1 0 6 0,-1 0 0 15,-2 0 2-15,1 0-1 0,0-1-4 0,0 0 3 16,1 0-3-16,-1-1 8 0,0 1-7 0,1 0 3 16,-1 0-4-16,0 0 6 0,1 0-9 0,-2-1 4 15,0 1-3-15,0 0 6 0,1-1-4 0,-1-1-2 0,0 1 0 16,0 0 12-16,0-1-4 0,0 1-4 0,1 1-1 16,-1 0-6-16,0-1 6 0,0 1 3 0,0 0-1 15,-1 0-7-15,0 0 6 0,0 0-4 0,0-1 4 16,0 1-8-16,0 0 6 0,0 0-5 0,0 0 5 15,0-1 1-15,0 1-2 0,0 0 2 0,0 0-4 16,0 0-1-16,0 1 6 0,0 0-1 0,0 0 3 16,0 0-4-16,0 0 0 0,0 0-3 0,0 0 2 0,0 0 1 15,0 0-2-15,1 0 2 0,1 0-3 0,-2 0-2 16,0 0 9-16,0 0-4 0,0 0 4 0,0 0-5 0,0 0 0 16,0 0 5-16,0-1-4 0,0 1-5 0,0 0 6 15,0 0-2-15,0 0 4 0,0 0 1 0,0 0-4 16,0 0 4-16,0 0-3 0,0 0 11 0,0 0-12 15,0 0 3-15,0 0-6 0,0 0 2 0,0 0 1 16,0 0-1-16,0 0 2 0,0 0 4 0,0 0-7 16,0 0 2-16,0 0-4 0,0 0 2 0,0 0 6 15,0 0-5-15,0 0 7 0,0 0-2 0,0 0-8 16,0 0 3-16,0 0-5 0,0 0 12 0,0 0-3 16,0 0 3-16,0 0-4 0,0 0 5 0,0 0-7 0,0 0 4 15,0 0-4-15,0 0 2 0,0 0 4 0,0 0-7 16,0 0 3-16,0 0-8 0,0 0 9 0,0 0-1 15,0 0 3-15,0 1-8 0,0 1 4 0,0 2-2 16,-4 10 3-16,-1 1-3 0,1 0-1 0,-2 4 2 0,0 0-1 16,1 2 3-16,2-1-1 0,-1-1 0 0,1 2 0 15,-1 0-4-15,-1 2 6 0,2-2-1 0,-1-1 2 16,1 0-10-16,-1-3 10 0,1 0-3 0,0-1 7 16,1 0 0-16,0-2-11 0,-1 1 6 0,2-2-6 15,0 0 3-15,1-3 3 0,0 0-4 0,0-1 3 16,0 0-1-16,1-1 0 0,0 0 3 0,1 0-2 15,-1-1-2-15,1 2 1 0,-1-4-1 0,2 2 3 16,-1 0-2-16,0 1 6 0,-1-3-7 0,1 1 7 16,0 1-4-16,-1 0-1 0,0-1-3 0,1 0 1 0,-2-2 0 15,1 0 0-15,-1-1 8 0,0 1-6 0,0 1 4 0,0-2-5 16,0 1 4-16,0-1-4 0,0-2 3 0,0 0 1 16,0 1-2-16,0 1 3 0,0-1 0 0,0 0-3 15,0 1-1-15,0-1 0 0,0 0-2 0,0 1 2 16,-1-1-2-16,-1 0 4 0,1 1 1 0,0-1 1 15,0 1 2-15,-2-1-1 0,-2 1-7 0,-7 4 2 16,0-1-3-16,-2-1 1 0,-1 0-5 0,-1-2 8 16,-1 1-3-16,-1-2 7 0,2-1-3 0,-1 0 0 15,1 1 2-15,-3-2-1 0,0 0 3 0,-2 0-3 0,1-2 3 16,-1 0-4-16,-2-1-3 0,3-2 5 0,-2-1-6 16,1 1 5-16,1-1-5 0,-4 1 1 0,3-1 3 15,0 0-1-15,1 1-3 0,-1-1-2 0,1 0 3 16,-1 0-1-16,0 2 10 0,1-1-5 0,0 2-3 15,1-1 1-15,0 0 13 0,3 2-14 0,-1 0 10 0,2 1-12 16,1-2 3-16,-2 1 4 0,3 0-4 0,1-1 5 16,1 1-6-16,3-1 1 0,1 2-3 0,2 0 2 15,-1 0-3-15,1 0-1 0,2 1 6 0,-1-1-3 16,3 1 6-16,0 0-8 0,-1 0-3 0,0 0-1 16,1 0 2-16,0 0 5 0,-1-2-3 0,-1 1 2 15,1 0-6-15,1 0 0 0,0 0 2 0,-1 1-1 0,1 0 4 16,0 0-8-16,0 0 5 0,0 0-6 0,0 0 12 15,-1 0-3-15,1 0-1 0,0 0-1 0,0 0-4 16,0 0 4-16,1 0-1 0,0 0 2 0,0 1 1 16,0 0 0-16,0-1 1 0,0 1 0 0,0-1 0 0,0 1 2 15,0-1-1-15,0 2 1 0,0-2-3 0,0 0 2 16,0 1-2-16,0-1 2 0,0 0 0 0,0 1-1 16,0-1 0-16,0 0-1 0,0 0-7 0,0 0 13 15,0 0-3-15,0 0 5 0,0 0-12 0,0 0 4 16,0 0-2-16,0 0 2 0,0 0 0 0,0 0-18 15,0 0-6-15,0 0-5 0,0 0-36 0,1 0-43 16,0 0-20-16,0 0-20 0,0 0-175 0</inkml:trace>
  <inkml:trace contextRef="#ctx0" brushRef="#br0" timeOffset="104847.98">11561 13757 1031 0,'-2'0'47'0,"1"0"2"0,-1-1 7 15,-6-1-12-15,-2 0-6 0,4 0-18 0,5 2-6 16,-1-1 5-16,-1 1-7 0,1-1-11 0,0 1-3 0,-1-1-6 15,2 1 2-15,0 0-18 0,0 0 6 0,0 0-1 16,-1 0 5-16,1 0 20 0,0 0 2 0,0 0-2 16,0 0 2-16,0 0 6 0,-1 0 12 0,0 0 2 15,0 0 1-15,-2 0 5 0,-3-1 1 0,1 0 3 0,0-1-2 16,1 1-6-16,-4 0 0 0,2 0-1 0,-1 0 0 16,1-1-5-16,1 1-9 0,0 1-2 0,1 0-2 15,1 0-12-15,-1 0 6 0,2 0-1 0,-1 0 5 16,2 0-1-16,0 0 5 0,0 0-6 0,0 0 6 15,-1 0-11-15,1 0 5 0,0-1-6 0,1 1 3 16,-1 0-20-16,1 0 5 0,0 0 3 0,0 0 2 16,0 0 6-16,-1 0 0 0,2 0-2 0,0 0 1 0,0 0 1 15,2 0 3-15,-1 0 3 0,1 0-1 0,3 0 2 16,8 0-7-16,1 0 2 0,2 1-2 0,0 0 11 0,4 1 4 16,-3-2 1-16,2 0 0 0,2 0 1 0,0 0-2 15,3 0 1-15,2 0-1 0,-3 0-4 0,2 0 2 16,-4 0-4-16,0-2 3 0,-1 1-6 0,-2 1-5 15,0 0 3-15,-3 0-4 0,0 0 3 0,-2 0 0 16,-1 1-5-16,0 2 3 0,-1-1 0 0,0 1 7 16,-2-1-1-16,2 0 1 0,-2 1 1 0,2 0 10 15,-2 1 6-15,0-1-2 0,0 1-6 0,0-1 1 16,2 1-9-16,-3-2 6 0,1 0-11 0,-2 0 4 16,2 0-5-16,-2-1 3 0,-1-1-2 0,0 0 4 0,1 0 1 15,1 0-2-15,2 0-5 0,-5-1-2 0,2-1 0 16,-2-1-1-16,2-1 2 0,0 0-4 0,-1-11-1 15,0-1-2-15,-2 0 0 0,0 0 4 0,-1-2 1 16,-2 1 1-16,2 1 1 0,0 1-1 0,0-1 0 0,0 2 0 16,-1 3-2-16,0-1 1 0,8-1-2 0,-4 2 3 15,-3 2 0-15,1-1 0 0,-3 5 2 0,0-1-2 16,0 0-4-16,-1 3 2 0,0 0 0 0,0 2 2 16,1-2 7-16,0 1-12 0,1 0 4 0,-2-1-6 15,0 1 7-15,0 1 1 0,0 0-7 0,0-1 3 16,0 1-8-16,0 0 5 0,0 0 5 0,1 0-3 0,0 1 2 15,0 0 5-15,0 0-2 0,1 1 5 0,-1 0-2 16,0 1-1-16,4 6 0 0,0 3-1 0,2 2-2 16,1 1 2-16,-4 0-5 0,1 1 3 0,1 0-7 15,-1-1 10-15,-1 0 2 0,1 0 2 0,-2-1-7 0,1 0 0 16,0-1 1-16,-1-2-1 0,1 1-1 0,-2-2 7 16,0 0-6-16,2-1 7 0,-1 1-7 0,0-2 4 15,0 2-3-15,1-1 2 0,-1-2-6 0,0-2 9 16,1 3-5-16,0-2 7 0,1 1-14 0,-4-1 5 15,6-3 5-15,-1-1 0 0,0 4 3 0,-1-2 2 16,1 1-7-16,-1-2 7 0,0 1-3 0,-2-2-4 16,2 0 8-16,0-1-7 0,-1 0 3 0,1 0 1 15,1 0-7-15,0-1 4 0,0-1 0 0,1-2-3 0,1-2 4 16,0 1-4-16,0-5 0 0,0-2 3 0,0 0-6 16,0 2 2-16,-1-1-2 0,1 2 0 0,-1 1 1 15,-1-2-2-15,2 2 6 0,-2 1-3 0,3 1 1 16,-4 1-1-16,-1 2 0 0,-1 0-2 0,-1 2 2 0,0-1-4 15,0-1-2-15,0 3 4 0,2-3-1 0,1 1 2 16,2-1-8-16,-2 2 6 0,-1 1 1 0,1 0 2 16,-1 0 2-16,3 0-6 0,0 1 2 0,2 2-3 15,1-1 13-15,-2 1-8 0,1 1 2 0,3 1-2 16,1-1-1-16,3 1 2 0,2-1-1 0,3-1 3 16,0 0 6-16,-1-2-8 0,3 0 4 0,-3-1-5 15,2 0 0-15,-2 0 6 0,1-1-6 0,0 0 6 16,0-1-2-16,1 1-2 0,-2 0 5 0,-2 0-6 0,2 0 0 15,-3 1 7-15,-3 0-6 0,0 0 6 0,-3 0-3 16,0 0-2-16,0 0 2 0,-2 1-3 0,4 0-8 0,-3 0 8 16,-2 0-4-16,-1 2 5 0,-5-2 0 0,1 0-3 15,-1 0 2-15,1 0-4 0,-1 1-5 0,-1-2 5 16,1 1-9-16,1 0 4 0,-1 0-24 0,0-1-31 16,1 1-40-16,-1 0-2 0,1 1-161 0,-2-1-208 15</inkml:trace>
  <inkml:trace contextRef="#ctx0" brushRef="#br0" timeOffset="105629.99">12164 12901 814 0,'-1'-1'217'15,"-2"0"67"-15,-10-4-130 0,-3-12-134 0,5 4-8 16,4 5-8-16,1 0-9 0,6 7-7 0,-2-1-1 0,1 0-27 16,0-1 23-16,-1 2-4 0,1 0 12 0,1 1 2 15,0 0 10-15,1 1-4 0,1 1 4 0,2 13-2 0,2 7 18 16,-1 3 7-16,-2 3 3 0,-3-2 21 0,0 0-10 15,0-1 2-15,-2-1-4 0,-1-1 3 0,-2 2-15 16,-1-1 7-16,0 0-10 0,1-1 1 0,1-3-3 16,-1-3-3-16,1-1 1 0,1-3-5 0,2-4-11 15,0-2-3-15,1-2-1 0,0-1-5 0,0 2-18 16,0-2-3-16,0-1-6 0,0-1-27 0,0 0 25 16,0 0 1-16,0-1 8 0,0 1 5 0,0-2-7 15,1-2 3-15,0-1-1 0,7-22 11 0,-1-2-5 16,0 0 4-16,-1-1-1 0,0 1 17 0,0 0 0 0,0 0 0 15,-2 0 1-15,1-4 7 0,0 2 6 0,-2-1 4 16,0 0-1-16,-1 0 12 0,0 3-2 0,2 1-7 16,0 4 2-16,-1 2-14 0,1 2 15 0,-1 3-3 15,1 3 6-15,-1 2-6 0,1 0-8 0,-1 2 0 0,2-1-4 16,0 1-4-16,1-1 6 0,2 2 0 0,7 1 3 16,2 2 8-16,0 0-11 0,0 3 4 0,0-11-7 15,1 5 6-15,-2 5-9 0,1 2 1 0,-2 2-4 16,-2 2-1-16,0 2 2 0,-2-1-3 0,-3 1 1 15,0 0 1-15,-2 6 7 0,-3-1 0 0,-1 0 3 16,0 2 5-16,6 0-7 0,-2 1 6 0,-4-1-5 16,-2 0 10-16,-2 0-8 0,-3-1 3 0,-2 0-6 0,-1-1 1 15,5 1-6-15,-10-1 2 0,0-2-3 0,0-2 5 16,0-1-5-16,2 1 1 0,4-1-2 0,0-2-3 16,2-1 1-16,1-2 0 0,0 2 1 0,2 1-2 0,-1 0 4 15,1 1-5-15,1-2 5 0,0-1-3 0,0 1-5 16,1-2 8-16,-2 1-7 0,1 1 1 0,-2 1 4 15,0 1-3-15,1 1 5 0,1-1 1 0,0-1-2 16,1 1-2-16,0 0 0 0,0 1 7 0,0-2-8 16,1 2 8-16,0-1-8 0,1 1 7 0,1-2-6 15,0 2-1-15,1-1-1 0,-3 0 7 0,6-1-5 16,0 1 1-16,0 0-3 0,0-2-2 0,-1 1-7 16,1-1 2-16,-2 2-8 0,0-1-23 0,2-1-16 0,-3 2-7 15,4-2-2-15,2 1-25 0,-2 0-64 0,2-2-4 16,-3 0-23-16,0 1-50 0,2-2-47 0</inkml:trace>
  <inkml:trace contextRef="#ctx0" brushRef="#br0" timeOffset="105964.28">12744 12843 424 0,'0'0'217'0,"0"-2"-182"0,0 1 229 0,0 0-91 15,0 0-85-15,0 0-19 0,0 0-1 0,0-1-5 16,-2 1-9-16,1 0-15 0,0 0 0 0,0 1-5 15,0 0 4-15,-13 2-17 0,-1 4 7 0,-5 6-10 0,-1-4-1 16,-1 16 2-16,-3-2 1 0,5 4 2 0,3-4 5 16,2-3-9-16,5-3-5 0,0-3 0 0,2-1-11 15,5-1 0-15,-1 0-2 0,-2-2 0 0,0 0-6 0,3-1 10 16,2-1-1-16,1 0 5 0,1 1-5 0,1-1-7 16,1-2 4-16,1 2-5 0,6-1 8 0,6 0 7 15,2 0 5-15,-3-1 1 0,3 0 18 0,-1 0-8 16,-1 0 2-16,-1 1-3 0,-2-1-5 0,-3 1-14 15,1-1 1-15,-3 1-3 0,1 1 0 0,-4 0 5 16,1 1-5-16,-3-4 7 0,-2 3 2 0,2-2 4 16,1 1 2-16,-1 2 0 0,-1 0-10 0,-2 3-6 15,-3 1-3-15,-3-1-1 0,-2 1-36 0,1 0-32 0,-13-1-24 16,-3 0-8-16,-2 1-129 0,-5-1-188 0</inkml:trace>
  <inkml:trace contextRef="#ctx0" brushRef="#br0" timeOffset="106565.69">11583 13892 862 0,'0'-2'80'0,"-1"1"120"0,-2-4-91 0,-4-6-21 15,3 1-5-15,-2 0-7 0,0-1-34 0,2 3 4 0,1 0-11 16,2 4 7-16,-2-2-23 0,1 2 2 0,1 0-7 16,-2-1 2-16,2 2-20 0,1 2 2 0,-1-2 2 15,1 2 1-15,0 0 5 0,-1-1-6 0,0-1 0 16,-1 1-3-16,1 1 6 0,0 0-3 0,0-1 5 0,0 1-4 16,0 1 16-16,-1 1 8 0,1 2-2 0,-1 11 4 15,-3 14-6-15,2 1-9 0,0 4 4 0,1 1-6 16,0 3-2-16,-1 2 3 0,1 2-9 0,0 2 8 15,-1 0-10-15,0 6 1 0,-1 4 3 0,-1 5-2 16,1 0-3-16,-2 4 3 0,-1-2 0 0,-1-3 4 16,-1-2 15-16,1-3-4 0,0-2-1 0,1-2-2 0,1-1-1 15,0 1-8-15,0-1 8 0,3 2-7 16,0 0 9-16,2-3-9 0,0-3 1 0,1-5-2 0,0-2 12 16,0-4-1-16,0-5 1 0,1-2-2 0,0-1-7 15,0-1 7-15,1-2-7 0,-1-2 4 0,-1-1-15 16,0-2 8-16,1 0-3 0,0 1 6 0,0-4-7 0,1-2 3 15,-1 0-2-15,0-4 2 0,0 2 2 0,-1-5-5 16,0-1 0-16,0 1-4 0,0-2-11 0,0 1-17 16,0-2-2-16,0 0-8 0,0 1-27 0,1 1-32 15,-1-1 4-15,1 2-24 0,1 2-109 0</inkml:trace>
  <inkml:trace contextRef="#ctx0" brushRef="#br0" timeOffset="107015.39">10946 15707 507 0,'0'0'63'0,"-2"0"89"0,1 0-47 0,0 0 0 16,0 0-7-16,-2 0 1 0,1 0-33 0,1 0-19 16,0 0 1-16,0 0-9 0,-1 0-12 0,1 0-12 15,0 0 3-15,0 0-4 0,0 0 12 0,1 0 23 16,0 0 2-16,1-1 8 0,6-1 11 0,14-5 0 15,4 1-3-15,2-1 1 0,2 1-20 0,4 0-11 16,0 0-8-16,4 1 0 0,-2 1-28 0,-2 0 1 16,-1 1-3-16,-4-1 1 0,0 2 5 0,-2 0-5 15,0 1 4-15,-3 1-5 0,0 0-3 0,-1 1 4 16,0 1-4-16,2 0 4 0,0 2-1 0,-6-2-7 0,-5 0 1 16,-4 1-5-16,-3-2-6 0,3 2-2 0,-2 0-2 15,0 0-1-15,0 1-22 0,-6-4-4 0,0 0-5 16,1 3-1-16,3 4-47 0,-1-1-70 0,-1 2-11 15,-2 2-28-15,-1-1-130 0</inkml:trace>
  <inkml:trace contextRef="#ctx0" brushRef="#br0" timeOffset="107265.78">11160 15913 1237 0,'0'0'322'15,"-2"0"-382"-15,1 0 360 0,-1 0-186 0,-2 0-91 16,3 0-23-16,0 0 1 0,-1 0-7 0,0 0 2 0,2 0 7 16,0 0-3-16,2 0 1 0,9-1-16 0,13-3-7 15,2-2-4-15,-2 2-1 0,0-1-19 0,-2 1 15 16,-1 2-6-16,-2 0 9 0,-2 1-5 0,-4 1 2 16,-3 0 2-16,-2 0 0 0,0 0-1 0,-4 0-5 15,0 0 0-15,-2 0-2 0,2 1-5 0,-2 0-61 16,0 0-3-16,1 1-25 0,-1 0-63 0</inkml:trace>
  <inkml:trace contextRef="#ctx0" brushRef="#br0" timeOffset="109683.94">15467 13246 632 0,'0'0'44'0,"-1"-1"81"0,0 0-84 15,-1-1-14-15,1 1 3 0,0 0-7 0,0 0-8 16,0 0 7-16,0-2-4 0,-1 1 5 0,1 0-5 0,0-1-9 16,0 1 3-16,1 0-3 0,0-1 9 0,0 1-9 15,0 0 9-15,-1-1-7 0,-1 1 23 0,1 0 7 16,0-1-2-16,1 2 6 0,-1-1 8 0,0 0-5 15,0 0 0-15,1 0-4 0,0 1-15 0,0-1-1 16,-2 1-1-16,1 0-1 0,0 0-9 0,0 0 6 16,0 0-5-16,0-1 5 0,-2 1-4 0,1 0-12 15,0 0-2-15,-2 1-3 0,-3 0-5 0,-1 1 8 16,-1 3-1-16,4-1 4 0,0-1-8 0,0 9 6 16,3 1-1-16,1-4 3 0,-2-1-6 0,-3 0 0 0,3-1 0 15,-1 1 1-15,3-2 1 0,1-2 4 0,0 1-1 16,0-3 3-16,0 0 2 0,0 0 7 0,1 2 2 15,1-1 0-15,0-1-2 0,5 3 3 0,4-2-1 0,-2-2 1 16,-2 0-9-16,0-1-1 0,-5 1-4 0,1-1 2 16,-1 0-10-16,0-1 2 0,1 0 1 0,-3 1 2 15,3-4 11-15,0 2-12 0,-2-1 0 0,0 1-3 16,0-1 1-16,-1 0 4 0,0 2-1 0,0 1-1 16,-1-1-5-16,-1-1 4 0,-5-1 0 0,-9-2 2 15,0 3-8-15,1 3 8 0,-1 1-2 0,2 3 5 16,2 1-8-16,2 1 1 0,0-1 1 0,3 0 0 0,3-1-2 15,0 3-4-15,2-1 1 0,-2-2-2 0,2 0 0 16,0-1 5-16,-1 2-4 0,2-3 4 0,0 1-6 16,1-2 2-16,0 0 0 0,0 0 0 0,0 3 0 0,0-2 4 15,0-1-1-15,1 2 2 0,0-1 4 0,0 0-1 16,1 0 0-16,-1-1-1 0,0 0 2 0,0 0 2 16,1 0 3-16,1 1-2 0,-1-1 2 0,1-1 0 15,-2 0-3-15,1 0 1 0,0 0-5 0,0 0 0 16,-1 0 1-16,0 0-1 0,0 0-1 0,0 0-1 15,0 0 3-15,1 0-2 0,-1 0 3 0,0 0-3 16,0 0-4-16,0 0 0 0,0 1-4 0,1 0 7 16,-1 0 1-16,0 0 2 0,-1 1 0 0,0 0-2 0,0-1-2 15,1 11 0-15,-1 1 0 0,0 1 2 0,0 2 0 16,0 3 2-16,0 4-4 0,-1-1 0 0,-1 4 0 16,-2 0-1-16,1 1 5 0,-2 2-4 0,-2 2 6 15,-1 4-6-15,-2 1 0 0,0 7 0 0,-1 1-1 16,-1 1 2-16,2-3 9 0,0-4-2 0,2-4 5 15,2-4-5-15,0-5 0 0,3-1-4 0,0-3 1 0,2-3 0 16,0-1 3-16,1-4-3 0,0-2-3 0,0-3 2 16,0 0 1-16,0-3-4 0,0 0 1 0,0-3-2 15,0 2 4-15,0-3 5 0,0 0-3 0,0 0 3 16,0 2-2-16,0-1-2 0,0 0 0 0,0 1-1 16,0-2 1-16,0 0-3 0,0 0 6 0,0 0-5 0,0 0 5 15,0 1-4-15,0-1-4 0,0 0 2 0,0 0-2 16,0 0 5-16,0 0-2 0,0 1 2 0,0-1-5 15,0 0 0-15,0 0 2 0,0-1-1 0,0 0 2 0,0 0-7 16,0 0 4-16,0 0-3 0,0 0 6 0,0 0-6 16,0 0-1-16,0 0-1 0,0 0 5 0,0 0 1 15,0 0 1-15,0 0 0 0,0 0-5 0,0 0 7 16,0 0-5-16,0 0 5 0,0 0-4 0,0 0-2 16,0 0 2-16,0 0-1 0,0 0 2 0,0 0-1 15,0 0 4-15,0 0-3 0,0 0 3 0,0 0-3 16,0 0 0-16,0 0-1 0,0 0-4 0,0 0 3 15,0 0-3-15,0 0 4 0,0 0 0 0,0 0 1 16,0 0-1-16,0 0 0 0,0 0-4 0,0 0 5 0,0 0 1 16,0 0 3-16,0 0-6 0,0 0 1 0,0 0-4 15,0 0 3-15,0 0-6 0,0 0 10 0,0 0-4 16,0 0 4-16,0 0-9 0,0 0 6 0,0 0 2 16,0 0 0-16,0 0 2 0,1 0-7 0,0 0 3 0,1 0-2 15,-1 0 6-15,0 0-4 0,0 1 0 0,0-1-1 16,0 0 2-16,1 0 0 0,-1 0 3 0,0 0-4 15,0 0-4-15,0 0 9 0,1 0-9 0,-1 0 9 16,0 0-9-16,0 0 1 0,0 0 4 0,0 0-2 16,1 0 2-16,-1 0-1 0,0 0 1 0,0 0-1 15,0 0 0-15,0 0 5 0,2 0-5 0,-1 0 4 16,1 0-9-16,-1 0 5 0,-1 0 0 0,1 0 1 16,0 0 1-16,0 0 3 0,-1 0-7 0,0 0 4 0,0 0-12 15,1 0 8-15,-1 0 2 0,0 0 0 0,0 0 1 16,0 0 3-16,1 0-2 0,-1 0 1 0,0 0-4 0,0 2 1 15,0-2 1-15,0 0 1 0,1 0-2 16,-1 0 0-16,0 0-1 0,0 0 0 0,0 0-5 0,0 0 7 16,1 0-1-16,-1 0 2 0,0 0-2 0,0 0 0 15,-1 0-1-15,0 0 0 0,0 0 0 0,0 0 4 16,0 1 0-16,0-1 1 0,0 0-5 0,0 0 1 16,0 0-1-16,0 0 1 0,1 0 0 0,-1 0-1 15,0 0 1-15,0 0-1 0,0 0 4 0,0 0-6 16,2 0 5-16,-2 0-5 0,0 0 3 0,0 0 4 15,0 0-7-15,0 0 5 0,0 0-7 0,0 0 4 0,0 0 2 16,1 0 1-16,0 0 4 0,0 0-6 0,-1 0 0 16,0 0-1-16,0 0 0 0,1 0-1 0,0 0 2 15,1 0-1-15,-1 0 4 0,0 0-3 0,0 0 1 16,0 0-1-16,0 0-3 0,1 0 3 0,-1 0 0 16,0 0 1-16,1 0-6 0,1 0 2 0,-2 0 1 0,6 0 2 15,-1 0 1-15,2 0-2 0,3 0-4 0,-2 0 3 16,2 0 2-16,2-1-3 0,-2-1 3 0,3 1-1 15,1 0 1-15,-3 0-1 0,1 1 1 0,1-1-2 16,2-1 1-16,0 1 6 0,0 0-5 0,0 0 6 16,2 0-12-16,0 0 5 0,1-1-5 0,1 2 6 15,0-1 1-15,-1 0-1 0,1 0 0 0,-1 0-3 0,-1 0-4 16,1-1 7-16,0 1 0 0,4 0 1 0,0 0-2 16,0 0 1-16,0 0 2 0,3 1-1 0,-5 0-5 15,5 0 4-15,1 0-1 0,-3 0 3 0,5 0-2 0,-2 0-1 16,0 0 0-16,0 0-1 0,-1 0 6 0,-1 0-6 15,0 0 2-15,-1 0-3 0,0 0 3 0,-2 0-2 16,1 0 0-16,1 0-1 0,-1 0 3 0,1 0 0 16,-2-2 3-16,1 2-2 0,-1-1 5 0,-2 1-6 15,0-1-3-15,-6 1-1 0,1 0-4 0,2 0 8 16,-5 0 2-16,-2 0 0 0,2 0-3 0,-4 0 5 16,2 0-5-16,0 0 6 0,-2 0-8 0,-2 0 2 15,-1 0-1-15,0 1 2 0,-3-1 4 0,0 0-8 0,2 0 6 16,-2 0-6-16,1 1 8 0,-1 1-4 0,0-1 1 15,1 0-1-15,-1-1 0 0,-1 0 5 0,0 0-5 16,1 0 7-16,-1 0-7 0,0 0 8 0,0 0-2 16,0 0 4-16,0 0-2 0,1 0-7 0,-1 0 4 15,0 0-5-15,-1 0 3 0,0 0-3 0,1 0 0 0,0 0 0 16,-1 0 2-16,0 0-1 0,0 1-3 0,0 0 2 16,0 0 1-16,0 1-9 0,0 0 8 0,0 5-8 15,-2 6 7-15,0 0 6 0,-1 1-9 0,1-1 8 16,0 1-3-16,-1 2-3 0,1 2 5 0,-1 2-5 15,0 2 4-15,1 2-1 0,-2 2-2 0,1 1 1 0,-2 0 2 16,-1 1 1-16,-1 2 7 0,-1 0-6 0,-2 3 5 16,2-4 7-16,1-2-6 0,1-4 6 0,-1-2-14 15,1-3 6-15,0 0 2 0,2-1 0 0,-1-2 0 0,0-1-5 16,0-1-4-16,2-2 2 0,-1 1-4 0,2-2-3 16,0-2 4-16,-1-1-1 0,2 1 4 0,0-3-3 15,0 0-6-15,0 1 2 0,-1-3-7 0,2 0-12 16,0 0-2-16,0 0-7 0,0-1-26 0,0-1-35 15,0 2-15-15,0-2-6 0,0 2-25 0,0 0 1 16,0-1 5-16,0-1-8 0,0 2-16 0,0-1-67 16,-1 0 19-16,0 1-34 0,0-1 20 0</inkml:trace>
  <inkml:trace contextRef="#ctx0" brushRef="#br0" timeOffset="110251.02">16441 14770 144 0,'0'0'62'0,"0"0"-1"0,0 0 69 15,0 0-8-15,0 0 2 0,0 0 0 0,-2 0-5 16,1 0 5-16,0 0-3 0,0 0-27 0,0 0 1 15,0 0-11-15,-1 0-17 0,1 0-5 0,-1 0 3 0,0 0-5 16,-8 1-13-16,0 1-3 0,0 1-3 0,-2 2 2 16,3-1-9-16,-4 6-6 0,-1-4-2 0,-3 10 0 15,0 5 1-15,-1 3 1 0,-1 0-4 0,2 2 3 16,-2-2-7-16,2 0-6 0,1 0 1 0,-2-1-4 16,3 0-5-16,2-3 3 0,-1 1-3 0,2-2 5 15,2 0 11-15,-2-3-17 0,1-1 12 0,2 1-12 16,-3-3 12-16,5 1-9 0,0-3-2 0,2 1-1 0,3-1-5 15,-3 1 4-15,2-3-4 0,0 2 3 0,-1-3-10 16,-2 0 4-16,2-2-4 0,2-1 2 0,1-1-15 16,1-1-13-16,0-1-3 0,0 0-2 0,0 0 4 15,0-1 3-15,0 1 4 0,0 0-4 0,1 0 4 0,0-1 1 16,1-1 0-16,13-6-1 0,2 1-10 0,3-18 9 16,1-4-3-16,-1-3 5 0,3 0-1 0,-3-6-12 15,2-4 3-15,2-3-5 0,-1-4 8 0,1 0 13 16,3 2-1-16,-3 4 6 0,1 5 11 0,-3 7-1 15,-6 5 2-15,-5 6-1 0,-1 5 12 0,-4 4 16 16,1 3 5-16,-5 2 2 0,0 3 11 0,0 0 17 16,0-1-5-16,0-1 9 0,1 1-5 0,-2 1-6 0,0-1 1 15,0 1-6-15,0 0-14 0,1 1 2 0,-1 0-5 16,0 1 4-16,0 2-16 0,4 8-4 0,-2 5 1 16,0-2-3-16,0 1-2 0,2 3 0 0,1-1 0 15,1 2 2-15,0-2 5 0,0-2-5 0,1 1-2 16,0 2-2-16,4 2-1 0,-8 0-3 0,13-2 4 0,2 2-4 15,-4-3 3-15,1 0 1 0,-1 2-7 0,1-4 4 16,0 2-6-16,-3 1 4 0,0-1 0 0,-3 0 0 16,1 0-3-16,-2-3 4 0,1 0 1 0,-2-1 0 15,0-1-3-15,-1-1-3 0,0 1-3 0,0-1 0 16,-2-2 4-16,-2-1-6 0,1 1 3 0,2-2-7 16,-1 1-7-16,-3-3-12 0,1 0-4 0,0 0-4 15,-1 0-26-15,-1-3-46 0,1 2 2 0,-2-3-21 0,0 1-35 16,0 1-144-16,0-2-29 0</inkml:trace>
  <inkml:trace contextRef="#ctx0" brushRef="#br0" timeOffset="110618">15946 15343 1685 0,'-2'0'77'0,"1"0"0"0,-1 0-22 0,-10-2-1 16,7 2-33-16,3 0-7 0,1 0-3 0,0 0-9 16,-2 0 4-16,1 0-19 0,0 0-4 0,0 0 8 15,1 0-5-15,1 0 17 0,1 0-1 0,1 2-2 16,8 1 0-16,14 7 0 0,-2 0 1 0,0 1 5 16,-3-1-2-16,4 3-3 0,-2-10 14 0,-1 15-7 0,0 2 10 15,-1 2-9-15,-2 1 28 0,1-1-9 0,-1 1 14 16,0-1-19-16,1 0-5 0,0 1 3 0,0-1-2 15,2 0 5-15,-1-2-11 0,-2-1 1 0,3-1-3 16,-1-3-6-16,0 3 0 0,1-2-5 0,-6 2 3 16,1-2 1-16,-2 0-4 0,-2-1 0 0,2-1-1 15,-1 0 1-15,-1 0-2 0,1-1 0 0,-4-1-3 0,1-1-8 16,-2 0-5-16,1-1-8 0,0 2 2 0,0-3-19 16,-3-2-2-16,-1-2-7 0,-2-3-1 0,-1-1-49 15,0 0-94-15,1-1-1 0,-1 0-45 0,1 2-136 0</inkml:trace>
  <inkml:trace contextRef="#ctx0" brushRef="#br0" timeOffset="110901.78">16803 15227 1309 0,'0'0'83'0,"-1"0"125"0,-1-1-120 0,1 0-32 0,0 0-1 15,0 0-11-15,-1 1-9 0,-1-1-7 0,1 1-1 16,0 0-3-16,0 0-18 0,-4 1-1 0,-1 1-5 16,-1 4 3-16,-2 2-3 0,-2 16 5 0,-1 2-1 15,-2 8 0-15,-3 4-8 0,-2 6 18 0,-4 3-7 0,1 0 12 16,-4-1-1-16,-1 0 2 0,-3-3 5 0,4-3-4 16,1-1-4-16,6-5-4 0,6 0-2 0,0-4 0 15,0-2-11-15,4-5 2 0,0-4-3 0,4 1 1 16,2-7-8-16,3-2-20 0,-6-2-13 0,6-7-5 15,0 2-70-15,0-2-1 0,1 1-9 0,0-2 2 16,1 0-45-16,1-1-196 0</inkml:trace>
  <inkml:trace contextRef="#ctx0" brushRef="#br0" timeOffset="111317.99">16390 15133 1255 0,'0'0'44'15,"-1"-1"87"-15,0 0-121 0,0 0-6 0,-1 0-4 16,1-1 0-16,1 1-12 0,0 0 8 0,0 0-5 15,0-1 5-15,0-1-5 0,1 1 8 0,1 0 1 0,-1-1 1 16,0 2 8-16,0 0 0 0,0 0 6 0,2-1-4 16,-1 1 11-16,0 0 14 0,1 0 4 0,-2 0 4 15,0 0 20-15,0-1-9 0,0 1 2 0,1 0-3 16,-1 0 10-16,0 0-15 0,0 1-2 0,0 0-5 16,0 0-6-16,1 0-16 0,-1 1 5 0,0 0-11 15,-1 1-12-15,1 18 4 0,-1 3-5 0,-1-1 5 16,1 2 1-16,-1 0-6 0,-2 2 4 0,2 0-5 15,-1 0-1-15,-2 2 1 0,2-2 0 0,1 2 0 0,0-1-9 16,-1-3 0-16,2-2-3 0,-1-4 3 0,0-3-8 16,1-2-11-16,0-4-11 0,0-3-1 0,0-1-67 15,0-2-50-15,0 1-9 0,0-3-14 0,0 2-57 0</inkml:trace>
  <inkml:trace contextRef="#ctx0" brushRef="#br0" timeOffset="111668.46">16288 15220 1678 0,'0'0'43'0,"0"0"2"0,0 0-11 0,-1 0-7 16,-1 0-14-16,2 0-12 0,0 0-10 0,0 0 7 15,0 0-7-15,0 0 12 0,0 2-12 0,0-1 3 0,0 0-6 16,2 1 7-16,-1 3-2 0,1 3 4 0,0-1-2 15,3 3 9-15,0-1-4 0,0 2 1 0,0 0-1 16,0-1 4-16,0 0 7 0,-2 1-2 0,1 0 4 16,-1-1-4-16,0-2 13 0,-1 1-5 0,0-1 8 15,0-1-7-15,0 0-5 0,-1-1 5 0,2 0-5 16,-1 2 1-16,0-2 3 0,1 1-8 0,-2-4 6 16,-1 0-8-16,1-1 4 0,0 0-4 0,3 3 3 0,0 0 1 15,5-3 0-15,-1 4 2 0,1-1-2 0,-1-3 4 16,4-1-7-16,4-1 10 0,-1 0-9 15,0-3 7-15,4-3-17 0,-3-1-9 0,0-1-2 0,1-2-21 0,-1 0-33 16,-1 6-6-16,-1-12-12 0,1-2-42 0,2-1-207 16</inkml:trace>
  <inkml:trace contextRef="#ctx0" brushRef="#br0" timeOffset="112535.58">17199 15102 421 0,'0'-2'91'0,"1"1"112"0,0-3-41 16,5-11-33-16,0 2-1 0,0 1-13 0,0-4-24 16,0 0-15-16,-1 2-6 0,-2-2-3 0,1 2-29 0,-2 0-5 15,0 0 4-15,-1 3-5 0,1 3 4 0,-2 5-9 16,0-2 5-16,0 0-5 0,0 1 6 0,0 0-2 15,0 1-9-15,0-1 5 0,0 2-8 0,0-1 1 16,-2 1-5-16,1 0 1 0,-1 0-17 0,-9-1 9 16,-5 3-1-16,-4 3 4 0,-1 6-9 0,-2 4 24 15,1-8-13-15,0 17 15 0,-1-2-16 0,5 1-4 16,-1-2 0-16,3-2-4 0,4-1-11 0,3-1 9 16,1-3 0-16,3-2 3 0,4 0-1 0,-2-5-11 0,1 3 4 15,0-5-6-15,-1 2 7 0,0-2-1 0,2 1-4 16,1-2 1-16,0-1-7 0,0 1 12 0,0 0-1 15,1 0 3-15,0 1-8 0,2-2 9 0,0 0-6 16,10 2 7-16,5-1-5 0,-2-4-1 0,1-1 0 16,0-3 0-16,-1-1 2 0,-2 0 0 0,0-2 1 0,0-1-2 15,-1 1-7-15,-2 6 6 0,-2-7 1 0,-1 0 2 16,-2 0-2-16,0 4 7 0,-1-2-4 0,-2 1 7 16,-2 3-4-16,1-1-2 0,-2 4 4 0,1-1-3 15,1-1 10-15,0 1-3 0,1 0 1 0,-1 1-1 16,-1-1-6-16,0 1 1 0,1 0-5 0,-1 1 2 15,0 1-7-15,0 2 9 0,2 11-3 0,-1 7 5 0,-1 0-3 16,-1 1-2-16,0 1 4 0,0-1-4 0,0 2-1 16,0-2 1-16,0 0-2 0,0 1 1 0,0 0-1 15,-1 1 1-15,0 2 3 0,0-1 0 0,-1 2 5 16,0 2-6-16,-2-2 1 0,1-4-2 0,-2 2 3 0,1-4 2 16,-2 1 3-16,-1-2 0 0,1-3 11 0,0-2-6 15,1-4-3-15,-1-1-1 0,2 0-5 0,0-4 6 16,2-3 5-16,-1 1-2 0,1-3-3 0,-4 4 4 15,1-2-6-15,0 1 5 0,-1-2-10 0,1-1 0 16,-1-1 2-16,1 0-1 0,2-1 6 0,0 0-3 16,1-3-7-16,-10-16 3 0,5 1-11 0,4-3-4 15,3 2 2-15,2-1-2 0,3 0 10 0,2-2-4 16,1 2 4-16,2 0-6 0,0 2-1 0,2 2 8 0,-9-1 0 16,14 2 2-16,1 0-3 0,-2 5-11 0,-1 0 0 15,-2 2-2-15,-2 0 1 0,-1 5-6 0,0 0-5 16,-1 2-1-16,2 1-6 0,-5-4-21 0,1 0 0 15,0 2-11-15,0-1-29 0,1 2-72 0,-1 1 8 0,0 1-33 16,-1 0-30-16,-2 0-90 0</inkml:trace>
  <inkml:trace contextRef="#ctx0" brushRef="#br0" timeOffset="113085.99">17392 15266 340 0,'0'0'106'0,"0"0"-25"0,0 0 109 0,0 0-21 0,0 0-52 15,0 0-8-15,0 0-14 0,0 0 4 0,0 0-32 16,0 0-15-16,0 0-4 0,0 0-2 0,-1 1-2 16,0 1-16-16,-1-1 0 0,1 1-6 0,0 0-7 0,-7 11 4 15,0 4-4-15,1 3 3 0,-1-1-7 0,3-1 6 16,-2 4 5-16,1-2 0 0,2-3 18 0,2 0-19 16,1-2 7-16,-1-6-10 0,1 3 8 0,1-1 0 15,0-2-2-15,0 1 0 0,0-2-16 0,0-2 1 16,0 0-1-16,0-4 1 0,0 1-2 0,0-1 4 15,1 0 1-15,1 0 0 0,-2 1-4 0,1-1-1 16,-1 0-4-16,1 0 3 0,0-1-2 0,0 0 1 16,1 0 2-16,0 0-2 0,0-1-1 0,4-1-1 0,5-4 0 15,-2-2-1-15,2 1-6 0,3-8 2 0,1-1-8 16,-1-1 7-16,0-3-6 0,-2 1 10 0,0 0-2 16,-3 3 2-16,2 2-6 0,-3 4 6 0,0 2-1 15,0 3 3-15,-4 2-3 0,-2 1 6 0,2-2-5 16,-1 1 6-16,2 0-3 0,-1 1 6 0,0 1 0 0,0 0 0 15,-2 1-2-15,1 1 14 0,1 4 1 0,2 4 4 16,-1 1-3-16,-2-3-3 0,0 1-6 0,-1 0 2 16,-1-2-13-16,0-1-3 0,-1-3-1 0,0-1 0 15,0-1 2-15,2 1-13 0,-1 0 4 0,0 1-9 16,0-2-1-16,0 0 9 0,1 0-2 0,-1-1 5 16,1 0 1-16,0-1-3 0,2-1 0 0,3-11-1 15,0-1 1-15,0 1 1 0,0 1-3 0,-1 1 4 0,0 4 0 16,-1 3-3-16,-3 1 8 0,1 2-7 0,-1 0 8 15,0 0-5-15,0 0-5 0,1 0 0 0,1-1-2 0,-1 2 11 16,1 0-6-16,-1 2 6 0,-1-1-5 0,1 6 2 16,-1 4-2-16,0-1 0 0,1 2-9 0,0-6-20 15,1-4-2-15,0 3-11 0,1-4-35 0,1 1-62 16,1 4 1-16,1-1-24 0,2-3-31 0,-2-2-159 16</inkml:trace>
  <inkml:trace contextRef="#ctx0" brushRef="#br0" timeOffset="113503.43">17867 14841 1244 0,'-1'0'76'16,"0"-2"122"-16,-1 1-111 0,1 0-23 0,0 0 1 0,0 0-9 16,0-1-13-16,0 1-7 0,-1 0-1 15,1 0-3-15,0 0-19 0,0 0-16 0,1 1-1 0,0 0-4 16,0 0 15-16,0 0-3 0,1 1 3 0,0 0-3 15,0 2 9-15,6 14-2 0,1-1-2 0,0 3 0 16,-1 4 4-16,0-3-8 0,1 4 8 0,2 3-9 16,-1-1 1-16,-1 1 1 0,0 1-4 0,-1-1 4 15,-1 1-5-15,0-1 6 0,-1-2-7 0,-2 1 5 0,2-1-6 16,1 0 2-16,-1-2 3 0,-1-2-1 0,1 1-8 16,0-4 5-16,0-1-1 0,-1-4 3 0,0-3 5 15,-2-1-6-15,0-4 4 0,1 2-4 0,-2-3 2 16,0-2 6-16,-1 0 0 0,1 0 3 0,1 0 9 0,-1-1-11 15,0 1 4-15,1-1-6 0,1-1-2 0,-1-1 1 16,0-2-6-16,3-19 5 0,1-5 2 0,0-1-11 16,-2-2 4-16,2 1-5 0,1-1 8 0,-1 0-2 15,3-2 3-15,-4-1-3 0,1-1-7 0,1 1-8 16,0-1 1-16,0 1-1 0,0 5 1 0,2 2-14 16,-3 6 1-16,1 5-5 0,-3 4-3 0,1 5-17 15,-1 3-2-15,-2 0-10 0,-1 3-50 0,0 0-47 16,0 0-1-16,1 0-14 0,0 0-14 0</inkml:trace>
  <inkml:trace contextRef="#ctx0" brushRef="#br0" timeOffset="114353.64">18439 15243 1037 0,'0'0'156'16,"0"0"-3"-16,-2 0-24 0,1 0-4 0,1-1-60 15,0-1-12-15,-1 1-5 0,0-1-9 0,0-1 3 0,1 0-13 16,-2-3-18-16,1-1 3 0,-1 0-11 0,1 0-3 16,-2 0-1-16,1 1-3 0,1 2 0 0,0 1 1 15,0 1 6-15,1 0-1 0,0 1 3 0,-3 0 4 16,-7-6-10-16,-5 2 4 0,-5 4-7 0,4 3 3 0,-6 7 6 16,-4 4 3-16,3-9 2 0,0 17 15 0,1 2 7 15,2-2 1-15,2 0 0 0,0-1 0 0,5-2-21 16,4-1 2-16,1-2-8 0,2-3 5 0,4-3-11 15,-1-3 1-15,-3 1-5 0,2 0-9 0,1-1 1 16,1-1-3-16,1 0 3 0,1-1 6 0,0-3 4 16,1 1 3-16,0 1-1 0,1-2 3 0,7 1 4 15,6-1-1-15,4-3 2 0,-2-4-4 0,3-5-4 16,2 9 2-16,-2-16-2 0,1 0 3 0,-2 1-3 16,-2 2 2-16,0 0-1 0,-4 2 6 0,0 1-5 0,-2 1 0 15,-3 4-1-15,0 3 6 0,-3 1-3 0,-3 1 3 16,0 1-2-16,0-2 6 0,1 1-5 0,-1 1 3 15,0 0-1-15,1-1 17 0,-1 2-7 0,0 2 2 16,0 0-6-16,3 10-3 0,1 11-5 0,-2 3-1 0,-3 2-1 16,-1 2-4-16,-1 1-4 0,0 0 5 0,-2 2-2 15,1 0 0-15,-2-3 5 0,0 0-5 0,-1-7 6 16,2 0 6-16,-2-4-9 0,-1-1 4 0,0 1-5 16,0-1 12-16,0-4 5 0,-1 0-4 0,1-3 2 15,5 0-16-15,-12-1 6 0,5-2-4 0,-3-1 4 16,4-3 0-16,0-1 1 0,-1-2 2 0,1 5-2 0,0-2-4 15,1-2-3-15,1-1 0 0,1-1-2 0,0 0-3 16,3 0-5-16,0 0 1 0,-2-1-2 0,1-1 2 16,-1-5-12-16,-1-6 6 0,3-5-8 0,3 2-2 15,5-3 12-15,4-1-3 0,-4-1 6 0,14-2-6 0,3 0 7 16,3-3-3-16,-3 0 7 0,3-3 3 0,3-3-5 16,-2-2 4-16,0-1-2 0,2 0 14 0,-2 1 0 15,-1 0-2-15,0 1 0 0,0 2-4 0,-1-1-6 16,0 1-4-16,-3 4-1 0,-2 1 1 0,-2 6 11 15,-3 2 2-15,-2 3 2 0,-5 5-4 0,-4 3 7 16,-3 3 4-16,-1 4 3 0,2-2 26 0,-1 0-19 16,0-1 4-16,0 2-11 0,-1 0-11 0,0 0 4 15,-1 1-5-15,-1 1 4 0,-8 11-10 0,1 10 7 0,-6 1-5 16,1-1 5-16,3-2-11 0,4-3 6 0,0 1-4 16,3-4 5-16,1-1-3 0,-6-1-1 0,3-3 0 15,2-2-2-15,0 0-5 0,2-1 5 0,1-1-4 16,0 2 4-16,1-1-5 0,2 2 9 0,0-1 1 15,2 0 2-15,-4 1 0 0,7-1 6 0,2 0 0 0,-1 2 1 16,1-2-6-16,-3 1 6 0,0-1-5 0,-3 1 5 16,-1 0-10-16,1-2 10 0,2 4-4 0,-2-1 6 15,-3-1 8-15,-1 8-4 0,-4-3-1 0,-3 1-3 16,4 1-21-16,-21-3-12 0,1 2-12 0,-2-4-3 16,2 0-68-16,-1-3-78 0,-1-4-17 0,1 1-28 15,-3-2-137-15</inkml:trace>
  <inkml:trace contextRef="#ctx0" brushRef="#br0" timeOffset="114905.25">16538 15855 756 0,'-1'0'129'0,"-1"-1"257"0,-7-1-330 16,-2-3-34-16,5 3 8 0,2 1-14 0,3 1 15 0,-2-3-17 15,-4-1 1-15,3 1-5 0,0 1 2 0,1-1 14 16,1 1 0-16,2 1 5 0,-3-3 3 0,1 1-6 15,0-1 2-15,-1 1-3 0,2 0 4 0,0 1 19 16,0 0-3-16,-1-1 10 0,1 2 11 0,0 0-20 16,0 0 2-16,0 0-11 0,0 0-15 0,-1-1 2 15,1 2-7-15,0 0 6 0,0 2-9 0,-3 14 6 16,2 12-2-16,1 6 2 0,-3 4 3 0,1-2-8 16,-3 6 5-16,1-2-9 0,-1-3-7 0,0 1 0 15,2-5-6-15,-2-4 4 0,1-1-12 0,0-1-2 16,2-4-2-16,-1-2 0 0,2-2-16 0,1-2-20 0,0 0-5 15,0-3-11-15,-1-2-68 0,1-3-31 0,0-1-14 16,1-3-7-16,-1 0-78 0,0 1-171 0</inkml:trace>
  <inkml:trace contextRef="#ctx0" brushRef="#br0" timeOffset="115156.88">16087 16446 1613 0,'0'0'196'15,"0"0"-211"-15,-2 0 200 0,1 0-99 0,0 0-103 0,0 1-9 16,1-1 5-16,0 0-2 0,1 0 32 0,1 0 8 16,11 1 0-16,13-1 1 0,4 0 1 0,3-1-17 15,2-4 3-15,1-1-9 0,6-2-20 0,-4 0-20 16,-4-2 1-16,2 2-8 0,-6 1-2 0,-3 2-6 15,2 1-5-15,-6 1-5 0,-3 2-62 0,-7 0-159 16,-1 1-43-16</inkml:trace>
  <inkml:trace contextRef="#ctx0" brushRef="#br0" timeOffset="115338.91">16185 16635 948 0,'0'0'247'0,"0"0"11"0,0 0-69 0,0 0-40 0,0 0-82 16,0 0-69-16,0 0 15 0,0 0-3 0,2 0 10 16,0 0 5-16,18-1-19 0,8 0-3 0,9-3-7 15,1-1-37-15,9-5-43 0,2-5 0 0,1-5-16 16,1 15-19-16,-2-21-76 0,-2-1-133 0</inkml:trace>
  <inkml:trace contextRef="#ctx0" brushRef="#br0" timeOffset="136305.57">16686 14114 256 0,'0'0'-15'0,"0"0"29"0,0 0 25 16,0 0 4-16,-1-1 24 0,0-1-17 0,0 1-15 0,0 0 6 15,0 0-3-15,-1 0 14 0,1 0-13 0,0-1-2 16,0 1-5-16,0 0-6 0,-1 0-1 0,1 0 7 0,0 0-4 16,0-2 10-16,0 1 3 0,0-1-4 0,-1 2 4 15,1-1-2-15,0 0-1 0,0 0 7 0,0 1-5 16,0 0 3-16,-1 0-11 0,1 0-7 0,0 0 1 15,0-1-11-15,0 1 0 0,-1 0 4 0,1 0-5 16,0 0-7-16,0-1 5 0,0 1-10 0,0 0 8 16,-1 0-13-16,1 0 13 0,0 0 1 0,0-1 4 15,0 1-9-15,0 1 9 0,1 0-2 0,0 0 5 0,-2 0-5 16,2 0-4-16,0 0-1 0,0 0 1 0,0 0 10 16,0 0-17-16,0-1 4 0,0 1-7 0,0 0 11 0,0 0-6 15,0 0 2-15,0 0-4 0,0 0 8 0,2 0-6 16,-1 0 5-16,0 0-7 0,0 0 6 0,1 0 7 15,1 0-1-15,1 0 1 0,5 0-5 0,0 0 5 16,3 0-2-16,1 0 4 0,1 0-3 0,1 0-5 16,0 0-5-16,4-1 1 0,-3 0-1 0,5 0-2 15,0-1 0-15,0 0-2 0,3 0-8 0,1 0 10 16,1 2 0-16,0 0 3 0,4-1-8 0,-6 0 3 16,0-1 0-16,1-1 2 0,-2 1 0 0,1 0-1 15,0-1-1-15,2 2 2 0,-1 0 9 0,1-1-12 0,2 0 5 16,1 0-5-16,2 1 10 0,3-1-9 0,-2-1 1 15,4 1-1-15,-1-2 5 0,2 1-5 0,-2 0-1 16,-3 1-2-16,-1-1-2 0,-2 0 4 0,0 1-3 16,-2 1 2-16,0 0-6 0,-1-1 5 0,0 2 1 0,0 0 1 15,3 0 3-15,0-1-4 0,0 1 2 0,-2 0-3 16,0 0 11-16,3 0-9 0,-3 0 2 0,0 0-3 16,-2 0 0-16,-1 0 0 0,0 0 2 0,-2 0 0 15,1 1 5-15,-1 1-5 0,0-1 2 0,-1 0-2 16,0 0 5-16,2 0-5 0,-2 0 2 0,3 1-2 15,1-1 0-15,-3 0 2 0,2-1-2 0,-5 0 4 16,2 1-8-16,0-1 3 0,-1 1-3 0,5-1 4 0,-3 0 7 16,2 0-7-16,-1 1 5 0,-3-1-5 0,1 0 0 15,-1 0-3-15,2 0 3 0,-1 0-1 0,0 0 5 0,0 0-4 16,0 0-3-16,0 0 1 0,2 0 9 0,-1 0-5 16,5 0 1-16,-1 0-3 0,-1 0 0 0,1 0 0 15,-3 0-2-15,1 0 1 0,-2 0 1 0,1 0-1 16,-1-1 5-16,-4 0-4 0,2 0-2 0,-4 1 3 15,-3 0-5-15,0 0 5 0,-3-1-2 0,1 0 1 16,-2 1 4-16,1 0-2 0,-1 0 0 0,-1 0-2 16,3 0 3-16,-1 0-3 0,2 0 1 0,0 0 1 15,0 0-1-15,-2 0 2 0,0 0 0 0,1 0-7 16,-1 0 2-16,0 0-3 0,-1 0 12 0,-1 0-10 16,0 0 5-16,-2 0-6 0,2 1 9 0,-5-1-2 0,0 0-1 15,2 0-1-15,-3 1-7 0,3-1 10 0,-1 0-6 16,1 0 7-16,8 1-6 0,-5-1 1 0,3 0 0 15,-2 0 1-15,0 0-6 0,2 0 7 0,1-1-3 16,5 0 4-16,-2 0-10 0,-2-1 5 0,1 0-1 0,-4 0 3 16,-2 1 0-16,0-2 3 0,-2 2 1 0,-3 0 1 15,3-2-6-15,-4 3 3 0,2-1-2 0,-3 1 4 16,1-1-4-16,1 0 2 0,-1 0 4 0,1 0 0 16,-1-1-7-16,0 2 4 0,-1 0-7 0,1 0 7 15,-1 0-2-15,1-1-3 0,0 0 2 0,1 1-2 0,-1 0 2 16,1 0 0-16,-1 0 2 0,-1 0 1 0,6-1 0 15,-2 1 0-15,1-1-2 0,-3 1 2 0,2 0-7 16,-2 0 0-16,2 0 0 0,-3 0 2 0,2 0 12 16,-2 0-11-16,1 0 5 0,0 0-7 0,0 0 12 0,-2 0-9 15,1 0 2-15,0 0-2 0,1 0 12 0,-1 0-6 16,1 0 1-16,-1 0-3 0,0 0-2 0,1 0 2 16,-2 0-3-16,1 0 1 0,2 0-5 0,-2 0 9 15,2 0-5-15,-2 0 5 0,1 0-11 0,0 0 6 16,-1 0-1-16,0 0 1 0,0 0-2 0,-1 0 4 15,0 0 2-15,0 0 0 0,2 1-1 0,-1 0 3 16,0 0 0-16,1 0 1 0,-2 1 3 0,0-1 10 0,0 0-3 16,0-1 4-16,0 0-6 0,1 0 4 0,-1 0-2 15,0 0 1-15,0 0-13 0,0 0 1 0,1 0-2 16,-1 0 2-16,0 0 2 0,0 0-6 0,0 0 8 16,-1 0-7-16,0 0 4 0,0 0 0 0,0 0-3 15,0 0 2-15,0 0-2 0,0 0 6 0,0 0-2 16,0 0 3-16,0 0-1 0,0 0 0 0,0 0 6 0,0 1-2 15,0 0 4-15,0 0-6 0,0 1-2 0,0-1 0 16,0 0 8-16,0 0-16 0,0 0 6 0,-1 1-9 16,0 0 3-16,0 0-1 0,0 1 1 0,-1 0 0 15,0 2 5-15,0 1-7 0,-1-2-1 0,1 2-1 16,0 1-4-16,-1 0 8 0,0 2-3 0,-1 1 4 16,2 0-3-16,-2 3-1 0,2 0 0 0,0 2 0 0,-1 0-1 15,1 2 0-15,1 0 1 0,0 2 0 0,-1 2 0 16,1-1 0-16,0 1 2 0,0 0-1 0,0 1-4 15,1 0 5-15,-2-1-5 0,1-1 5 0,0 1 0 0,0-2-2 16,0 3 6-16,-2 0-5 0,1-5 0 0,1 3 2 16,0-3-6-16,0-6 4 0,-2 5-7 0,2-4 8 15,0-1 3-15,0 1 1 0,-1-4-4 0,1 1-3 16,0-2 1-16,0-2-1 0,0 3 2 0,1-3 4 16,0 0-6-16,0 0 4 0,0-2 2 0,0 1-7 15,0-3 8-15,0 0-8 0,0 0 12 0,0 1-5 16,-1 0-3-16,1-1 1 0,0 0 4 0,-2 0-2 15,-8 2 1-15,-4-2-2 0,0 0-8 0,0 0 6 16,-1 0-2-16,1 1 6 0,-1 8-2 0,1-3-8 0,-4-1 5 16,8-3-5-16,-3-1 10 0,1-1-1 0,6-1 1 15,-4 1 0-15,0 0 0 0,2-1-7 0,0 0-1 16,5 0-2-16,1 0 2 0,-2 0 2 0,1 0 0 16,-1 0 2-16,3 0-5 0,-1 0 3 0,-1 0-2 0,1 0 2 15,1 0-1-15,0 0-5 0,0 0 0 16,-1 0-2-16,1 0 4 0,0 0-2 0,0 0-1 0,0 0-1 15,0 0 0-15,1 2 10 0,0-1-2 0,1 0 5 16,0 0-5-16,5 1 4 0,6 3 1 0,3 1 1 16,2 0 0-16,7 0 3 0,1-1-4 0,3-1 3 15,-2 0-10-15,-3-1 2 0,1 0-1 0,-4-1 2 16,1 2-8-16,-5-2 5 0,0 0 0 0,-3 1 2 0,-2-1 5 16,-2-1 0-16,-2 0 0 0,-1 0-1 0,-3 1-6 15,1-1 1-15,-2-1 2 0,-1 0 1 0,2 1 6 16,-1 0 2-16,0 0 1 0,-1 1 1 0,1-1 1 0,-1 0-1 15,0 0-2-15,-1 0 0 0,-1 2-10 0,-3 2 2 16,-6 5-2-16,-15 2 1 0,-2-1-3 0,-1 3 1 16,-5 2 1-16,1 0 0 0,3-2 3 0,0 0 2 15,1-2 1-15,3-1 1 0,1 1-1 0,-1-1-6 16,9 3 0-16,-1-2-1 0,2-1 5 0,5-2-4 16,0-2 2-16,3 0-3 0,2-2 1 0,3-3-1 15,-1 0 0-15,1 0 0 0,0 0-2 0,-1 1-7 16,2-1 2-16,0 0-4 0,0 1 0 0,1-1 10 15,0-1-5-15,0 0 7 0,2 4 3 0,-1-3-3 0,15 9 7 16,0-4-7-16,3-1 6 0,1-3-4 0,-1 1-2 16,-3-3-1-16,3 1-3 0,-5 1 4 0,3-2-1 15,-3 0 1-15,-4 0-3 0,0 1 3 0,-3-1-4 16,-1 0 4-16,-2 0 3 0,0 0-1 0,1 2 1 0,-1-1-1 16,0 0 0-16,-2-1-1 0,3 7 1 0,-4 1-1 15,1 2 1-15,1 3 0 0,-2-1 1 0,9 2-1 16,-2 0 2-16,-5 2 0 0,-1 1 2 0,-2 4 0 15,0 0 2-15,0 4-9 0,0 2 0 0,-2 6-3 16,-1 0 3-16,-2 3 1 0,-1-1 0 0,0-1 0 16,1 0-1-16,-1-1 1 0,-1-1 0 0,2-4 1 0,-1-2-1 15,1-2 6-15,0-4-3 0,1-1 4 0,-1-3-3 16,0 1-1-16,3-4 5 0,-1-1-5 0,1 0 5 16,0-1 0-16,-1-2-3 0,1 1 1 0,1-2-5 0,0 2 6 15,0-2-2-15,-1 1 3 0,1-1-1 0,0 4 2 16,0-1-3-16,0 1 2 0,-1 0-8 0,1-1 4 15,1 4 1-15,0-1 0 0,0 2-1 0,-1 2-2 16,1-3 0-16,0 4-1 0,0-1 3 0,-2 0-1 16,1-1-1-16,-1-2-1 0,1-1 1 0,1-2 2 15,0-2-3-15,-1-2 1 0,0-1-5 0,1-1 1 16,0-2 2-16,0-1-1 0,0 0-5 0,0 0-1 16,0-2-5-16,0 0 2 0,0 1-17 0,0-1-4 0,0-1-9 15,0 0 4-15,0 2-19 0,0-1-3 0,0 1 8 16,0-1-5-16,0-1 13 0,0 0-1 0,0 0-14 15,0 1 7-15,0-1-32 0,0 0 14 0,0 0-5 16,0 0 4-16,0 0-34 0,-1 1-37 0,0-1 1 0,-1 0-16 16,1 0-26-16,0 0-57 0,-1 1-16 0</inkml:trace>
  <inkml:trace contextRef="#ctx0" brushRef="#br0" timeOffset="136606.24">19081 16186 773 0,'0'0'268'0,"-2"0"-286"0,1 0 292 0,0 0-141 0,-1 0-86 15,1 0-3-15,-4 0-8 0,2 0 3 0,2 0-26 0,0 0-12 16,0 0 4-16,-1 0-6 0,-1 0-1 0,2 0-8 16,0 1 5-16,0 0-2 0,1 0 18 0,0 0-3 15,1 1 9-15,0-1-4 0,1 0 22 0,8 3 10 16,4-1-2-16,1 1 5 0,2-1 3 0,0 1-5 15,2-2-1-15,2 2-1 0,2-1-16 0,-1-1-12 16,0 1-6-16,1-1 0 0,1 0-6 0,-4 1-7 16,-1-1 0-16,1 1-4 0,-3-1-3 0,0 0 0 15,1 1 2-15,-8-2-2 0,-1 0-8 0,1 0-11 16,-3 0-9-16,-1 0 0 0,-1-1-23 0,-3 0-40 16,1 2 11-16,-1-2-21 0,0 1 5 0,0 0-48 0,-1 0-22 15,-1 0-15-15,-1 1-135 0</inkml:trace>
  <inkml:trace contextRef="#ctx0" brushRef="#br0" timeOffset="136756.66">19188 16328 718 0,'-2'0'99'0,"1"0"145"16,-14 4-133-16,3-2-48 0,2 0-3 0,1-1-12 16,2 1-2-16,3-2-10 0,-1 0 4 0,3 0-7 15,-1 0 3-15,1 1-5 0,0-1-3 0,-1 0-3 16,2 0-21-16,0 0-3 0,0 0-1 0,1 0 1 16,0 0 16-16,1 0-1 0,0 0 4 0,7 0-3 15,12 0 1-15,4-3-31 0,-1-1-6 0,2-3-12 16,1-2-39-16,1-1-16 0,1-2-36 0,0-1-1 0,1-1-187 15</inkml:trace>
  <inkml:trace contextRef="#ctx0" brushRef="#br0" timeOffset="137423.04">19919 14746 1191 0,'0'0'60'16,"0"0"-2"-16,-1-1 28 0,0 0-7 0,-1 0-7 15,1 0-10-15,0 0-13 0,0-1-1 0,0 1-5 16,0 0-8-16,-1 0-23 0,1 0 7 0,0 0-13 16,0-1 5-16,0 1-16 0,0 0 3 0,-1 0-6 0,1 0 8 15,0 1 8-15,0 0-5 0,1 1 7 0,0 0-2 16,0 8 3-16,0 13 7 0,1 5-3 0,1 1 1 15,0 5-3-15,0 1-3 0,-2 1 2 0,0 2 3 0,0-1-7 16,-2 0 2-16,-1-1-4 0,0-4 5 0,-1-4-7 16,2 0 6-16,-2-4-6 0,3-2 13 0,0-1-9 15,0-4 0-15,1 1-2 0,0-2 2 0,0-3-7 16,0 0 2-16,0-3-3 0,-1 0 8 0,1-3 2 16,0-1-2-16,0 0 0 0,0-3-12 0,0-1 17 15,-2 2-5-15,1-1 10 0,0 0-3 0,0 0-1 16,0-1-1-16,0 0-2 0,-2-1 0 0,-2 0-5 15,0-2 8-15,0 0-8 0,4-15 6 0,-3-3-11 0,-10-4 0 16,7-4-2-16,6-1 5 0,3-7-10 0,5 0 6 16,1-4-8-16,7-4 11 0,0 2-5 0,0-1-1 15,2 0-3-15,-3 7 2 0,0 4 4 0,0 4 0 0,-1 5 3 16,-12 3 4-16,13 4 3 0,-2 2 5 0,-2 3-3 16,1 3 2-16,-2 2-3 0,2 1-2 0,-4 2 0 15,0 1-11-15,-1 0-3 0,-1 1-6 0,-1-2 4 16,2-1-3-16,0 1-18 0,-1 1 4 0,1 1-10 15,-3 1-15-15,0 0-43 0,-1 0-6 0,-1 0-15 16,2 0-42-16,-1 0-45 0,0 1-17 0,-1-1-21 16,1 10-193-16</inkml:trace>
  <inkml:trace contextRef="#ctx0" brushRef="#br0" timeOffset="137892.15">20091 15125 1470 0,'0'0'235'0,"0"0"-243"15,0 0 244-15,-1 0-115 0,-1 0-98 0,1-1-15 16,0 1 5-16,0 0-10 0,1 0-6 0,0 0-15 16,0 0 1-16,0 0-5 0,0 0-1 0,0-1-12 0,0 1 8 15,1-1-8-15,0 1 25 0,0 0 4 0,1 0 0 16,-1 0 2-16,0 0 6 0,0 0 15 0,0 0 0 15,0 1 5-15,1 0 5 0,-1 1 0 0,0 3-1 16,2 9-2-16,0 1-13 0,-2 1 3 0,0-2-9 0,0 0 6 16,1-1-15-16,-1 0 9 0,1-1 0 0,0-1 4 15,2 1-1-15,-1-3-6 0,2 2 6 0,-1-4-5 16,0 1 1-16,1-1 2 0,0-1 0 0,-3 1 3 16,10-2 10-16,0-1-9 0,-1 0 5 0,4-3-5 15,-3 1 11-15,1-1-11 0,3 9 3 0,-6-4-5 16,2-1 7-16,-3-3-8 0,-2-1 9 0,3-1-7 15,-3 0 22-15,0 0-7 0,1 0-1 0,-1 0-1 0,0-1 2 16,-1 0 0-16,-1 0 5 0,-2 0-4 0,0 0 1 16,-2 1 0-16,0 0-7 0,0-7 3 0,4-4-9 15,3-1-4-15,-1-2 1 0,-1-1-3 0,-2-2-1 16,-3 1-1-16,0-2-1 0,-1 2 0 0,0 0 0 0,-1 1-3 16,0 2 4-16,-3-1-4 0,1 4-1 0,-1 0 0 15,-1 1-5-15,1 2 2 0,-1-2-20 0,4 0-28 16,-6 2-11-16,-6-1-8 0,-4 1-73 0,0 3-67 15,-6-2-29-15,5 4-26 0,-4 0-232 0</inkml:trace>
  <inkml:trace contextRef="#ctx0" brushRef="#br0" timeOffset="146363.52">12327 2442 9 0,'0'0'0'0,"0"0"25"0,0-2 10 16,-1 1 20-16,0 0 5 0,0 0-18 0,0-2-3 0,1 1-12 15,-3-4-5-15,1-1 2 0,-1-1-8 0,1 0 4 16,1-2 2-16,0 2 0 0,0-1-4 0,-1-1 7 16,1 1-1-16,1-2 2 0,0 2-11 0,0-2-3 15,0 2 1-15,0 1 0 0,0 1 8 0,0 0-14 16,0 1 1-16,0 1-4 0,0 1 10 0,0 2-5 15,0 0 5-15,0 1-5 0,0-2 10 0,0 1-1 16,0 0 1-16,0-1-1 0,0 1 2 0,0-1 1 0,0 2 4 16,0 0-2-16,0 0-3 0,0 0-13 0,0 0-5 15,0-1-1-15,0 1 1 0,0 0-5 0,0 0 10 16,0 1-8-16,0 0 9 0,0 0-4 0,0 1-8 16,0 0 4-16,1 2 6 0,-1-2-4 0,3 9 2 15,-1 1-4-15,0 1 0 0,2 1-2 0,-2 0 6 0,2 1-5 16,-1 2 13-16,0 2-4 0,-1 2-3 0,0 2-2 15,1-3-8-15,-1 4 15 0,-1-1-4 0,-1 2 7 16,0 2-8-16,0-2 2 0,-1 0 4 0,-1 0-2 16,-1-1 1-16,1 1 10 0,0-3-7 0,-1 0 8 15,1 3-4-15,0-1-10 0,-1 2 9 0,1 3-10 16,1 0 4-16,0 4-5 0,-1 0 1 0,2 0-1 0,-1 3-1 16,1-2 1-16,1 3-6 0,1-2 4 0,-1-3-5 15,1-2 9-15,1-2-4 0,-1-3 5 0,1 0-11 16,1-2 6-16,1 0-3 0,-1 1 3 0,1-1-4 15,-1-2 10-15,-1-1 0 0,2-3 3 0,0 1-13 0,-2-3 4 16,1 1-1-16,-1-2 6 0,1 0 4 0,-1-3-4 16,1-1 4-16,-1-1-3 0,0-1 13 0,-1-1-13 15,1 1 0-15,1-1-5 0,-2-3 2 0,-1 0-3 16,1-1 8-16,-1 0-6 0,1 2 2 0,-1-2 1 16,4 2-6-16,-1-2 6 0,-1 0-6 0,1 1 1 15,-2-1 1-15,0 1-1 0,1-2 1 0,-1 0-5 16,-1 0 3-16,0 0-2 0,1 0 10 0,-1 1-23 15,0-1 9-15,0-1-14 0,0 0 13 0,0 0-17 0,1 0-3 16,-1-1-3-16,0-1 3 0,0 1 1 0,0 0 2 16,1-1-4-16,-2-1-22 0,1-4-36 0,1-2-6 15,0-2-13-15,1 0-50 0,0-1 26 0,0 4 2 16,-1-1 15-16,-1 2 46 0,0 1 33 0,-1 2 1 0,0 0 9 16,0 3-6-16,0-1 6 0,0-1-6 0,-1 2 9 15,0 0 13-15</inkml:trace>
  <inkml:trace contextRef="#ctx0" brushRef="#br0" timeOffset="146766.01">12343 3429 95 0,'0'-1'53'0,"0"0"19"0,-2 0 32 0,1 0-52 16,0-1-11-16,0 1-9 0,0 0-18 0,-1 0-19 15,1 0 6-15,0 0-7 0,0-1 13 0,0 1-5 16,0 0-8-16,1 1 3 0,0 0-2 0,0 0 4 15,0 0 9-15,0 0-6 0,0 0 10 0,0 0 11 16,0 0 8-16,0 0 1 0,0 1 29 0,0 0-6 16,0 1-1-16,0-2-2 0,0 0-10 0,0 1-17 15,0 0 0-15,0 0-6 0,1 0-8 0,0 0 0 16,0 1-7-16,0-1 4 0,0 0-2 0,1 0-4 16,-1 0 10-16,1 2-10 0,1-1 6 0,0 0 9 0,5 2-3 15,2-1 6-15,3 1-5 0,1-2-5 0,0-1 1 16,5-1-1-16,-3 0 5 0,1 0-9 0,0-2 5 15,-1 0-4-15,-1-2 11 0,0 1-11 0,2-1 3 16,-2 0-5-16,2-1 3 0,-4 0-1 0,-2 2-5 0,0 0 2 16,-3 1-7-16,0 1 6 0,-2 0-5 0,-1-1 4 15,-4 2-7-15,0 0 9 0,0 0 0 0,0 0 3 16,0 0 6-16,2 0-4 0,-1 0 3 0,-1 0-6 16,1 0-6-16,-1 0 0 0,0 0 5 0,0 0-4 15,-1 0-3-15,0 0-6 0,0 0-13 0,0-1 6 16,0 0-28-16,0 0-15 0,0 0-13 0,0-1-9 15,0 1-104-15</inkml:trace>
  <inkml:trace contextRef="#ctx0" brushRef="#br0" timeOffset="147147.92">12561 3206 987 0,'0'0'16'0,"0"0"-4"0,0 0-11 15,0-1 6-15,0 1-14 0,0 0 3 0,0 0-3 0,1 0 2 16,1 0-1-16,0 1 11 0,3 0-3 0,4 4-2 16,-1-1-2-16,-1 1-1 0,0-2 2 0,0 6 3 15,1-1-2-15,-3 0 3 0,4-1-1 0,-5-1-2 16,2-2 0-16,0 2 3 0,0-3-2 0,0 2 10 0,-1-1-10 15,-1-2 0-15,1 0 13 0,1 1-5 0,0-1 9 16,0-1-3-16,-1 3 4 0,1-2-6 0,-1 0 4 16,1 2-9-16,-1-2-3 0,-1 3 0 0,1 0-3 15,-1-1-8-15,-2 1 5 0,-1 1 2 0,3-1 1 16,0 2 0-16,0-1 14 0,-2-1-8 0,-1 4 11 16,-1 1-17-16,-1 0 10 0,-2 1-2 0,-3 1 4 0,0-2 0 15,2-1-10-15,-9-1-2 0,2 3-1 0,-2-1 1 16,1-3-2-16,1 0 0 0,1-5-5 0,-1-1-32 15,1 0-36-15,-2 0-33 0,-2 9-13 0,2-5-232 0</inkml:trace>
  <inkml:trace contextRef="#ctx0" brushRef="#br0" timeOffset="147765.18">12241 2202 192 0,'0'0'33'0,"0"0"-60"15,0-2 40-15,0 1-27 0,0 0 2 0,2 1-5 16,-1 0-3-16,0 0 1 0,0 0 6 0,0 1 1 16,0 0 10-16,1 1-8 0,-2 0 10 0,0 0 11 15,0 5-3-15,0 2 10 0,0-3 22 0,0-2 17 16,0 1-4-16,0-2 5 0,0 0-18 0,0-1 19 16,0 1 0-16,0-1 6 0,0 0 5 0,0-1-7 0,1 2-5 15,5 1-3-15,5 4-29 0,4-3-2 0,1 0-9 16,4-1 5-16,1-2-8 0,3-1-3 0,0-1 3 15,3 0-4-15,-2 0 6 0,2 0 0 0,-1 0-2 16,-2 0-1-16,-3 0-8 0,-1 0 5 0,0 0-2 0,-4 0 2 16,2 1-4-16,-6-1 2 0,-3 2-1 0,0-1 0 15,-2 0-6-15,-2-1 6 0,0 0 1 0,-3 0 2 16,1 0-9-16,-1 0 6 0,0 0 1 0,1 0 2 16,-1 0-4-16,0 0 6 0,1 0-10 0,-1 0 6 15,0 0-19-15,1 0-23 0,-1 0 1 0,0 0-10 16,1 0-11-16,-1-1-24 0,0 0-2 0,1-1-19 15,-3 1-127-15</inkml:trace>
  <inkml:trace contextRef="#ctx0" brushRef="#br0" timeOffset="148233">12636 2115 314 0,'0'0'59'0,"0"0"-7"0,0 0 54 15,-1 0-8-15,0 0 0 0,0 0-30 0,0 0-19 16,0 0 2-16,-1 0-12 0,1 0-27 0,0 0-6 16,0 0 0-16,0 0-2 0,0 0-7 0,-1 1 10 0,2 0-9 15,0 0 10-15,0 0-8 0,0 1 2 0,0-1 5 16,2 0-3-16,-1 0 12 0,1 0 2 0,5 3 0 16,5 2 1-16,1-2 4 0,1 0 5 0,0-2-8 15,3-1 5-15,1 1-19 0,-1-2-3 0,2 0 4 16,-1 0-4-16,1 0 8 0,1 0-13 0,-1 0 6 0,-2 0-7 15,-2 1 8-15,0 1-2 0,-2-1-3 0,0 2 0 16,0-1-5-16,-4 0 4 0,1 1-3 0,-4-2 4 16,1 1 3-16,-3-1-1 0,-1 1 0 0,1 0-2 15,-1-1 1-15,-1 0 1 0,0 2 7 0,1-1-5 16,-2 0-2-16,0 1 5 0,0-1-4 0,1 2 5 16,-1 3-1-16,-1 0 2 0,-1 1-3 0,-2-1 1 15,0 1-7-15,-3 0 9 0,1 1-8 0,-9-2 9 0,1 1-10 16,-2 0 14-16,1 2-4 0,-2-1 5 0,1 2-11 15,2-1 1-15,0-2-1 0,1 1 0 0,2-1-2 0,2-1 7 16,2 1-7-16,0-1 6 0,2-2-11 16,2 1 0-16,0-2 8 0,0 0-5 0,1-3-5 0,-1 2 6 15,0-1-4-15,-1 0 5 0,2-1-3 0,0 1-20 16,0-1 3-16,-1 0-9 0,1 0-12 0,1 0-19 16,0 0-4-16,1 1-5 0,1-2-29 0,0 0-101 15,3-2-17-15</inkml:trace>
  <inkml:trace contextRef="#ctx0" brushRef="#br0" timeOffset="149233.86">13212 1722 284 0,'0'0'13'16,"0"0"9"-16,0-1 9 0,0 1-15 0,0 0 2 15,0 0-6-15,0 0-5 0,-2 0 5 0,1 0 6 16,0 0 0-16,0 0 13 0,0 1 15 0,-1 0-9 0,1 0 12 16,0 0-8-16,0 1-5 0,0-1 4 0,0 0-4 15,-1 0-1-15,2 0 1 0,0 0-3 0,0 1 2 16,0-1-8-16,0 0-13 0,0 0-1 0,0 0-3 16,0 1-5-16,0 0-3 0,0 0 2 0,0 1-2 15,0-1 3-15,0 0-2 0,2 1 1 0,-1-1-1 16,0 0 1-16,0 1 3 0,0-1-8 0,0 0 5 15,1 1-3-15,-1-1 3 0,0 0 0 0,0 0-1 0,-1-1-8 16,1 0 11-16,-1 0-6 0,2 2 7 0,-1-1-7 16,0 0 0-16,0 1 4 0,-1-1-3 0,1 5-5 15,2 5 4-15,-1-1-5 0,-1 2 5 0,1 5-1 16,0-1 1-16,-1 0 7 0,0 4-3 0,-1-4 2 0,1 5-9 16,0-2 6-16,1-1-5 0,-1 2 9 0,0-7-5 15,1 0-2-15,1-1 0 0,-1-1 6 0,-1 0-3 16,1 0 5-16,0-2-5 0,-1 2 2 0,0 1 11 15,0 0-6-15,-1-1 6 0,0 2-12 0,0-1 3 16,0-1-3-16,0 3 4 0,0-2-2 0,0-2-1 16,0 0 5-16,0-3-2 0,0-2 5 0,0-1-1 15,0-2-6-15,0 1 5 0,0-1 7 0,0 0-6 16,0-1 3-16,0-1-6 0,0 2-1 0,0-1 6 0,0 0 5 16,0-1 0-16,0 1 21 0,0-1-7 0,-1 0-3 15,0 0-2-15,0-1-11 0,-1 0-5 0,1 0 3 16,0-1-4-16,0 0-3 0,-4-6-1 0,-2-7-1 15,0-3 1-15,1 1-3 0,3 0-4 0,-1-2 2 0,1-2-2 16,0-3 11-16,2-3-13 0,1-1 2 0,0-2-5 16,2 0-4-16,2-3 10 0,2 0-7 0,0 0 7 15,1 1-8-15,-1 2 5 0,0 5 2 0,1 0 2 16,-1 3 8-16,-1 3-11 0,2 1 1 0,1 1-4 16,-1 3 12-16,1 2-9 0,-7-1 8 0,13 1-9 15,0 2 2-15,4 1 2 0,1-1-4 0,1 2 3 16,0 1-1-16,2-1 4 0,1 2-3 0,0 0 3 0,4 1-3 15,-1 1-4-15,-6 2-1 0,1-2-1 0,-6 2 5 16,-2-8-1-16,-1 3 5 0,-5 3-4 0,0 1 2 16,-2 1-1-16,-3 1 0 0,0 0 1 0,1 0 0 0,-1 0 1 15,0 0-6-15,1 0 3 0,-1 0-16 0,1 0 3 16,-2 0-7-16,0-1 1 0,0 1-34 0,0 0-15 16,2 0-4-16,-1 0-10 0,0 0-87 0,-1 0-176 15</inkml:trace>
  <inkml:trace contextRef="#ctx0" brushRef="#br0" timeOffset="149983.34">13526 2110 85 0,'0'0'55'16,"0"0"-2"-16,0 0 74 0,0 0-14 0,0 0 18 0,0 0-54 15,1 0-8-15,0 0-12 0,0 0-24 0,0-1-5 16,2 0 0-16,1-1-2 0,7-1-7 0,2-1-2 16,-1 1 3-16,0-1-2 0,1 2 2 0,0 0-3 15,1-2-5-15,-3 2 5 0,2-1-5 0,-1 1 14 16,-1 0-3-16,1-1 6 0,0 0 0 0,0-1-3 16,1 1 2-16,-2-1-4 0,1-1-5 0,-2 2-2 15,-1-1 3-15,-1 1-3 0,1-2-6 0,-2 1 10 0,0-1-6 16,-3 1 7-16,1 0-11 0,-3-6 1 0,2-2 3 15,-2 1-1-15,1 2 1 0,4 0 0 0,-1-2-9 16,-3 3 7-16,-1 0-5 0,1 0-6 0,-2 2 3 16,0 0-5-16,-1 1 9 0,0 2-7 0,0 0 1 15,0 1-3-15,-1 0-2 0,0-1-6 0,1 2 5 0,-1-1-5 16,-2-1 16-16,-3-1-8 0,-2-1 0 0,-1 0-4 16,0 2 5-16,0 0-2 0,0 2 3 0,0 1-5 15,0 0-5-15,1 0 12 0,-2 0-7 0,2 1 7 16,-1 2-16-16,1-1 10 0,-2 2-1 0,2 0 3 15,2 0 0-15,-1 1-7 0,0 5 6 0,-1 0-6 0,-2 0 4 16,4 3 0-16,1 1-4 0,1 3 5 0,0 0 5 16,0-5-2-16,-1 1-1 0,2-1 0 0,-3 0-9 15,1 0 7-15,1 0 2 0,3-4 0 0,0 1 4 16,-5-2 1-16,3 0 1 0,0-1 2 0,2-2 11 0,0 2-12 16,1 0 1-16,0 0-5 0,0 0-1 0,1 0 0 15,1 0-1-15,1-2-1 0,2 2-4 0,-2-1 5 16,5 1 6-16,3-1 0 0,1-2 2 0,-1 2 15 15,1-3-6-15,2 0 10 0,3 0 2 0,0 9-1 16,2-4-2-16,0-2 0 0,1-2-7 0,2-2-12 16,2-1 0-16,1 0-4 0,6-3 2 0,1 1 2 15,1 0-5-15,-1-1 1 0,-6 1-4 0,1 0-2 16,-5 0 4-16,0 0-3 0,-3 0-5 0,-2-1-19 0,-4 2-6 16,-1-1-6-16,-1-1-35 0,-2 1-45 0,1 0-86 15</inkml:trace>
  <inkml:trace contextRef="#ctx0" brushRef="#br0" timeOffset="153619.51">19554 14021 152 0,'0'0'0'0,"0"0"48"0,-1 0 8 0,0 0 8 16,0 0 4-16,0-1-41 0,0 0-2 0,-1-1-3 15,1 1-2-15,0 0 1 0,0 0 11 0,0 0-16 16,0-1 2-16,-1 1-9 0,1 0-3 0,0 0 5 16,0-1 11-16,-2-1-6 0,1 2 2 0,0 0 10 0,1 1-6 15,-5-4 11-15,1 2 1 0,-3-2 9 0,2 2-9 16,-1 0 6-16,0-1-18 0,2 2-2 0,0 1 0 15,0-1 0-15,0 1 7 0,1 0 0 0,1 0 2 16,-2 0-4-16,4 0-2 0,-3 0-5 0,1 0 6 0,0 0-5 16,1 0 6-16,0 0-8 0,-1 0 0 0,2 0-3 15,0 0-2-15,0 0-8 0,0 0-2 0,0 0 0 16,-1 0 0-16,1 0 7 0,0 0-1 0,0 0 3 16,0 0 0-16,1 1 3 0,0 0 1 0,0 1 2 15,0-1 8-15,0 0-2 0,1 0 1 0,0 0-2 16,0 2-2-16,0-1 2 0,2-1-6 0,4 4 3 15,3 0-9-15,2-1 12 0,2 1 4 0,1 0 0 0,1-2-4 16,0 1-5-16,2-1-3 0,1 0 1 0,0-1-7 16,1 0 4-16,1 1 0 0,0-1 1 0,0-1-4 0,3 2-9 15,0-1 0-15,2 0 0 0,-1 1 7 0,1-1-4 16,-3-1 2-16,3 2-2 0,2-1-2 0,3 0 6 16,-1 2-3-16,0-3 4 0,0 1 0 0,-1-1-8 15,1-1 1-15,2 2-3 0,2-1 2 0,1-1 2 16,3 0 3-16,4-1-3 0,-3-2-2 0,3 1 4 15,1-2-5-15,-6 1 3 0,2-1-8 0,-4 1 1 16,0 0 5-16,-5 0-1 0,2-1 1 0,-4 2-5 16,-1-1-1-16,0 0 0 0,-1 2 1 0,0 0 8 15,-1 0-5-15,-1 1 5 0,1 0-6 0,0 0 4 16,-3 0 1-16,-2 0 2 0,-2 1-4 0,-4-1 0 0,0 1 2 16,-2 0-1-16,-2-1 2 0,-2 0-3 0,1 0-2 15,-3 0 1-15,1 1-2 0,-4-1 8 0,1 0-2 16,-1 0 4-16,2 0-7 0,-2 0-1 0,1 0 1 15,0 0 0-15,-2 0 0 0,1 2 0 0,0-2-1 0,-1 0 1 16,-1 0 3-16,2 0-1 0,-1 0 2 0,0 0-3 16,0 0-4-16,0 0 7 0,0 0-4 0,-1 0 6 15,1 0-6-15,-1 0 2 0,1 1-4 0,0 0 2 16,1 0-3-16,-1 0 7 0,1 0-4 0,-2-1 5 16,0 0 2-16,0 0-9 0,0 0 7 0,0 0-9 15,2 0 9-15,-1 0-3 0,0 0 3 0,3 0-3 0,2 2 0 16,0-1-2-16,0-1-3 0,0 0 0 0,2 0-2 15,-2 0 7-15,0 0 0 0,0 0 2 0,-1 0-4 16,-2 0 2-16,0 0 2 0,-1 0-1 0,1 0 4 16,-2 0 5-16,3 0-4 0,-1 0 3 0,-2 0 1 0,1 0-2 15,1 0 4-15,-1 0-4 0,1 0-2 0,-3 0 3 16,4-1-6-16,-2 1 5 0,1 0-1 0,2-2-4 16,-5 2 0-16,1 0-3 0,2 0-1 0,-3 0 2 15,1 0 2-15,1 0-2 0,-2 0 0 0,1 0-2 16,-1 0-1-16,2-1 1 0,-1 1 8 0,0 0-7 15,1 0 4-15,-1 0-6 0,-1 0 1 0,1 0 4 16,-1 0-5-16,0 0 3 0,0-1-2 0,0 1 1 16,0 0 3-16,1 0-2 0,-1 0 7 0,0 0 2 0,0 0-3 15,0 0 1-15,0 0-5 0,1 0 11 0,-2 0-2 16,0 0 3-16,1 0-13 0,-1 0 6 0,1 0-4 16,-1 0 4-16,1 0-10 0,0 0 4 0,-1 0-4 15,0 0 4-15,0 0-1 0,0 0 3 0,0 0-3 0,0-1 1 16,0 1-1-16,0 0 0 0,0 0 0 0,0 0-1 15,0 0 6-15,0 0-5 0,0 0 10 0,0 0-9 16,0 0 6-16,0 1-5 0,0 0-3 0,0 0 0 16,0 1 4-16,0-1-7 0,0 1 5 0,0 0-5 15,-2 8 6-15,-2 0-2 0,2 0-2 0,0-1 0 16,-1 1 0-16,1-1-3 0,-1 0 1 0,-1 1-2 0,0 2 6 16,1 1 1-16,-1 1 0 0,1 1-1 0,-1 1 1 15,0 3-2-15,-2 1-2 0,0 4 1 0,-1 3 3 16,0-1 0-16,0 3 0 0,0-2-1 0,0 0-7 0,1 0 7 15,0-3-3-15,1-1 3 0,0-2-3 0,2-2 3 16,-1-2 2-16,2-2-1 0,0-3-7 0,-1 0 6 16,2-3-2-16,0-2 5 0,0 0-5 0,1-2-1 15,0-1-2-15,0 1 1 0,0-1 6 0,0 0-2 16,0 0 0-16,0-1-2 0,0 1 0 0,0-2-3 16,0 1 4-16,0-1-5 0,0 0 3 0,0 0 0 15,0 0 0-15,0 0 0 0,0-1 3 0,0 1-1 16,0-1 3-16,0 0-2 0,0 1 3 0,0 1-4 15,0-1 1-15,-1 2-1 0,-1-2 3 0,0 1 0 16,-1 2-5-16,-4-1 1 0,-4-1-2 0,-2 1 1 0,0 0 9 16,-2-1-4-16,0 0 7 0,-2 1-4 0,2-1-3 15,-4 1 2-15,4-1-4 0,-1 1 5 0,1-1-4 16,5 1 5-16,-1 0-9 0,2-1 1 0,0 1-2 0,0-1 1 16,-1 2 0-16,2-2 1 0,0 1 3 0,3-2-3 15,-1 1-2-15,2-2 1 0,4 0 0 0,-5 0 0 16,5 0-7-16,0 0 5 0,-2 2-3 0,0-1 4 15,1 0-2-15,0 1-1 0,0-1 3 0,0 1-2 16,1-1 3-16,0 0 0 0,0 1 0 0,1-1 1 16,-1-1-1-16,1 1-5 0,3 2 2 0,6 1-3 0,2-3 6 15,0 3 4-15,-3-3-4 0,4 3 3 0,-1-2-3 16,2 3 0-16,0 2 2 0,-2-3-1 0,2 1 1 16,-1-2 3-16,1 0 1 0,0 0 0 0,0 1-5 0,0-1 7 15,0-1-7-15,2 4 7 0,-2-1-7 0,0 1 4 16,-1-4 1-16,0 2-2 0,-3-4-10 0,1 2 10 15,-3 1-6-15,0 0 7 0,0-2-8 0,-3 3 3 16,0-4 0-16,-1 2 3 0,-2 0-2 0,0-1-1 16,1 0 1-16,-1 1-1 0,0-1 3 0,0 0 5 15,-1 1-3-15,0-1 3 0,0 0-7 0,0 1 12 16,-1-1-7-16,0 1 7 0,-1 0-17 0,0 4 8 16,-18 4-5-16,-1-2 6 0,-1 1 2 0,0 0-4 15,-2-2 8-15,1 2-7 0,-1-1 10 0,1-1-9 0,0 1 2 16,1-1-5-16,0-1-4 0,1 0 7 0,3 0-4 15,1 0 6-15,3-1-5 0,2 0 2 0,3 0-3 16,3-2 3-16,1 0 0 0,-1-2-6 0,1 1 2 16,0-2-4-16,1 1 1 0,1 1 3 0,0-1-2 0,-1 0 2 15,2 1-3-15,0-1-4 0,0 0-1 0,0 1-1 16,-1-1 2-16,2 0 2 0,0 1 5 0,0-1-1 16,0 0-1-16,2 2 2 0,0 1-4 0,0-1 4 15,2 1 7-15,1-1-11 0,9 0 9 0,0 1-9 16,-1-2 11-16,3 3-7 0,1-2 0 0,-3-1-2 15,2 1 4-15,-1-2-2 0,-3 2 0 0,0-3 0 16,0 1 0-16,-5 1-3 0,0-2 4 0,-2 0-3 16,-2 0 5-16,1 0-5 0,-2 1 2 0,-1-2-2 0,0 1 9 15,2 1 0-15,-1 0-2 0,0 1 0 0,1-1-3 16,-2-1-3-16,0 1 5 0,0-1-4 0,0 0 7 0,1 0-6 16,-1 0-1-16,0 0 1 0,0 2 3 15,-1-1-4-15,0 3 0 0,0 7-2 0,-1-2-1 0,-1 2 4 16,-1 1 3-16,1 0 0 0,-2 1-9 0,1 5 4 15,-1 1-3-15,0 2 5 0,0 0 3 0,1-2-5 16,-1 3 0-16,1 0-2 0,-1 5 7 0,2 1-3 16,-1-1-2-16,0 0 0 0,-1-1 3 0,-2 1-2 15,-1 1 5-15,0-1-5 0,0 1 0 0,0 1 0 16,1-3 0-16,2-1-2 0,-1-3 0 0,0 2 3 16,0-3 3-16,2-3 0 0,-2 1 0 0,1-2-1 0,0-1 0 15,0 1 1-15,2-5 5 0,0-1-10 0,-1-1 2 16,1-1-2-16,0 1 9 0,-2 1-8 0,2 0 2 15,1-1-4-15,-1-2 0 0,2-3 8 0,-1 1-4 16,0 2 6-16,0-2-7 0,-1 4-1 0,0-3 2 16,1 0-2-16,-1 2 4 0,1-3 4 0,-2 1-4 0,1 0 3 15,0-1-6-15,-1 2 3 0,1-1 0 0,1-1 0 16,0 0 2-16,-1 1-5 0,1-2 2 0,0 0-3 16,0-1 0-16,0 1 6 0,0-1-4 0,-1 0 4 15,1 1-7-15,1-1 4 0,-1-1 3 0,0 2 0 16,1-1-7-16,0 0 2 0,0 1-4 0,0-2 5 0,0 1 5 15,-1 1-8-15,-1 1 7 0,1-1-7 0,1 2 2 16,0-1-1-16,0-1-4 0,0 1 4 0,0-2 3 16,0 1-4-16,0-1 4 0,0 0-6 0,0 1-3 0,0-2 4 15,0 0-1-15,0-3 2 0,0 3-5 0,0 0-20 16,0-2-2-16,0 0-7 0,0 1-25 0,0-2-23 16,0 1-4-16,0-1-8 0,1 2-33 0,2-1-13 15,-1-1-9-15,1 0 0 0,1-1-47 0,3 0-214 16</inkml:trace>
  <inkml:trace contextRef="#ctx0" brushRef="#br0" timeOffset="154087.61">20425 16335 403 0,'0'0'244'15,"-2"0"8"-15,1 0-65 0,0 0-41 0,-1 0-78 16,-1 0-48-16,1 0-4 0,0 0-1 0,-1 0-2 16,1 0-4-16,0 0 11 0,-1 0-6 0,2 0 6 0,0 0-22 15,0 0 12-15,0 0-9 0,-1 0 12 0,1 0-4 16,0 0 23-16,1 0 2 0,0 0 7 0,1 0 9 15,0 0 11-15,1 0-3 0,0 0 5 0,6 0-3 16,5 1-2-16,0-1 0 0,2 0-2 0,3 0-12 0,2 0-6 16,1-1-1-16,3-1-2 0,0-1-8 0,1 0-6 15,1-1-4-15,2 1 0 0,-1 0-14 0,0 1 2 16,1 0-3-16,-4-1 2 0,-1 2-4 0,2 0 1 16,-2 1 2-16,-5 0 0 0,1 1 1 0,-4 0 6 15,0 1-5-15,0 0 5 0,0 0 1 0,-4-1-7 16,0 2 4-16,-1-1-7 0,-2 1-1 0,0-1-1 15,-1 0 1-15,-1-1 0 0,-1 1 8 0,0-1-12 16,-1 0-1-16,-1-1-5 0,-1 1-4 0,0-1-5 16,0 0-5-16,0 1 0 0,0 0-26 0,1 1-19 0,-1-1-11 15,-1 0-5-15,0 0-60 0,1-1-62 0,-1 0-19 16,0 0-29-16,0 0-196 0</inkml:trace>
  <inkml:trace contextRef="#ctx0" brushRef="#br0" timeOffset="154504.82">20481 16490 930 0,'0'0'401'15,"-1"0"-464"-15,0 0 441 0,0 0-225 0,-1 0-128 0,1 0-25 16,-1 0-1-16,1 0-10 0,0 0-14 0,-1 0-6 15,1 0 9-15,1 0-5 0,0 0 22 0,1 0 1 16,1 0-2-16,2 0 3 0,14 0 6 0,-1-1 6 16,2 0-1-16,-1 0 3 0,-3 0 2 0,1-1 0 15,-2 1 0-15,1 0-2 0,0 1-5 0,-1 0-11 16,2 0-3-16,-5 0-2 0,0 0 6 0,1 0-8 16,-4 0 8-16,5 1-11 0,-3 2-16 0,-2-2-23 15,-1 0-24-15,-5-1 0 0,1 1-95 0,2 2 2 16,-4-3-7-16,1 0 3 0,-1 2-42 0,2 4 44 15,1 3 24-15,-3-3 18 0,-1-1 162 0,0 2 110 0,0-5-15 16,0 0 41-16,0 0-38 0,-1 0-33 0,0 0-3 16,-1 1-11-16,1-1-24 0,0-1-14 0,0 0-1 15,0 2-4-15,0-2 2 0,-1 0 5 0,1 1 7 0,0 1-3 16,1-1 5-16,0 1-21 0,0-1-5 0,0-1-3 16,0 1-13-16,1 2-12 0,2 1-3 0,-2-3-3 15,5 0-10-15,5 7-47 0,5-2-8 0,4-1-25 16,1-3-139-16</inkml:trace>
  <inkml:trace contextRef="#ctx0" brushRef="#br0" timeOffset="155638.04">21677 14599 791 0,'-1'0'133'0,"0"-1"-150"0,-1 0 145 0,1-1-72 15,0-2-38-15,-1-6-1 0,-1-2-2 0,2 2 1 16,1 1-3-16,0 1-10 0,1-3 8 0,1 1-10 16,-1 1 6-16,0 1-3 0,-1 5 0 0,1-4 1 15,0 0 5-15,0 2 21 0,1-1-2 0,-1 2 11 0,-1 2 23 16,0-1-5-16,0 0 6 0,1 1-7 0,0 0-3 16,0-1-7-16,1 2 0 0,-2 0-3 0,0 0-13 15,0-1-12-15,0 1-7 0,0 0 0 0,1 0-16 0,-1 0 10 16,1 0-8-16,0 1 6 0,0 0-13 0,0 1 7 15,1 0 3-15,-1 6 0 0,2 15 9 0,1 3-10 16,-1-1 2-16,0 0-4 0,-1 1 8 0,-1 0 0 16,0-1 0-16,-1 1 0 0,-1 1 8 0,-1 0-1 15,-2-2 5-15,2 2-5 0,0 0-2 0,-1-1 1 16,1 0 5-16,-2-1-3 0,1 0 2 0,1-4-3 16,-2 1-6-16,2-2 5 0,-1-4-2 0,1 0 0 15,0-1 2-15,-1-4-2 0,1 0 1 0,1-3-4 16,0-2 0-16,-1 1 0 0,1-2 7 0,0 0-3 0,1-1 2 15,0-2-3-15,-1 1-4 0,1-1 8 0,0 1-8 16,-1 0 8-16,1-1-2 0,-1 1 2 0,-1 1 1 16,1-1-3-16,0-1-7 0,0 0 2 0,-2 1-3 15,1-2 2-15,0 0-6 0,1 0 0 0,-4-4-2 0,0-10 1 16,0-7-3-16,3 2 2 0,1-6 4 0,-14-2-3 16,8-1-13-16,4-3 8 0,4 0-8 0,5 0 8 15,3-2-11-15,1 1 6 0,2 3 3 0,1 1 0 16,0 1 12-16,1 2-5 0,0-1 1 0,-11 3-3 15,16-1 3-15,-5 1-2 0,2 3 2 0,-3 1-2 16,1 2 0-16,1 6 12 0,-2-1-5 0,0 6 9 16,-3-1 3-16,2 2-3 0,-2-1 2 0,3 1-4 0,-3 0-2 15,0 1-6-15,-1 2-1 0,-2 1-2 0,0 0-14 16,0-4 10-16,0 0-4 0,-2 3 6 0,0 1 0 16,-1-1-9-16,0 2 3 0,-2 0-6 0,1 0-10 0,-1 0-40 15,0 0-7-15,1 0-13 0,-2 0-49 0,0 0-21 16,0 3-20-16,9 12-2 0,-3 4-93 0</inkml:trace>
  <inkml:trace contextRef="#ctx0" brushRef="#br0" timeOffset="156172.17">21930 14864 1645 0,'0'0'69'0,"0"0"4"0,-1-1-44 0,-1 0-9 0,2 0-31 15,0-1-24-15,0 1 0 0,0 0-2 0,0 0 3 16,2-2 2-16,-1 1-1 0,1 0-1 0,2-1 2 16,4-1 0-16,0 0 25 0,-1 2-7 0,-2 1 13 15,-2 1-1-15,0 0 32 0,-2 0 2 0,1 1 10 16,1 1 8-16,1 8 3 0,2 8-2 0,-3 4 2 0,-3 0-3 15,-2-1-21-15,-1 3 2 0,-1-1-8 0,2-2-2 16,0 0-10-16,1-3-4 0,-1-3-1 0,2-2-9 16,0-2 0-16,0-3 3 0,0 0 0 0,0-1 1 15,0-2-20-15,2-1-3 0,-2-2-7 0,0-1-16 0,0 0 3 16,1 2 4-16,1-1 0 0,0-1 18 0,0-1-8 16,3 1 3-16,1-1-5 0,1 0 8 0,-1-1 12 15,-1-1-2-15,1-3 4 0,0-3-8 0,0-4 14 16,2 2-9-16,-2-2 11 0,1 0 1 0,-1 3-2 15,-2-5 2-15,1 5-2 0,0 1 6 0,-4-1-5 16,1 4 5-16,1 0-5 0,-2 4 10 0,0 0 0 16,1 0 4-16,1-2-2 0,-1 1 9 0,0 1 4 15,1 0-4-15,-1 0 3 0,0 1-3 0,0 0 5 0,-1 1 7 16,0 1-1-16,1 4 15 0,2 9-10 0,-2-1-1 16,-2 0-4-16,0 1-15 0,0-4-7 0,0 0-1 15,0-1-1-15,0 1-2 0,0-3-6 0,0 1 0 16,0-4-3-16,0 0 4 0,0 0-3 0,0-2-4 0,0-2-4 15,0 2-16-15,0-2-15 0,0 1 2 0,0 1-9 16,0-1-22-16,0 0-4 0,0 0-20 0,0-1 5 16,1 0-81-16,1 0-169 0</inkml:trace>
  <inkml:trace contextRef="#ctx0" brushRef="#br0" timeOffset="156423.05">22019 14770 1418 0,'0'0'337'0,"0"0"-408"15,-1 0 371-15,0-1-194 0,0 0-93 0,0-1-13 16,-1 1 3-16,1 0-7 0,0 0-3 0,0 0-2 16,1 1 2-16,0 0-1 0,0 0 1 0,1 0 0 15,1-1 1-15,16-3 0 0,4 0-5 0,3 2 12 16,0 0-2-16,1-1 5 0,-2 0-7 0,2-1-10 15,-2 1-3-15,-4-1-1 0,2 1-10 0,-2 0-12 16,1 1-1-16,-2 0-4 0,-3-1-6 0,2 1-16 0,-1 1-30 16,-1 0-2-16,-1 0-161 0,-4 1-88 0</inkml:trace>
  <inkml:trace contextRef="#ctx0" brushRef="#br0" timeOffset="156923.37">21538 15438 633 0,'0'0'64'0,"-1"0"-4"0,0 0 16 16,0 0-1-16,0 0-15 0,-2 0 8 0,1 0-14 16,-1 0 8-16,-1-1-10 0,-1 0 10 0,-1-1-15 15,0 1 9-15,2 0-7 0,0 0 24 0,2 1-10 16,-1 0 0-16,1 0-6 0,0 0-17 0,-1 0-7 16,1 0-8-16,1 0 0 0,0 0-33 0,-1-1 7 15,1 1-6-15,0-2 7 0,1 1 1 0,0 0 8 16,1 0 1-16,2 0 2 0,8-6 1 0,11-4-1 0,2 1-1 15,2 0 0-15,2 1-10 0,8-2 10 0,1 2-3 16,3 2 6-16,1-2 11 0,3 2 2 0,-2 2 6 16,4-1-3-16,-1 1 0 0,-1 1 6 0,2 1-10 15,-1-1 9-15,-1 1-6 0,4-1-3 0,-5 2 5 0,2 1-6 16,0 0-9-16,-5-1-11 0,-2 2-1 0,-6 0-3 16,-4 2 8-16,-5-1-8 0,-4 0 2 0,-5 0-4 15,-1 0 1-15,-4 0 0 0,-2 1 0 0,-1-1 0 16,-3-1-4-16,0 0-3 0,-2 0 2 0,1 1-3 15,1 0 0-15,-1-1-15 0,0 0-12 0,0 0-2 16,-1 0-53-16,0 0-46 0,0 0-14 0,-1 0-17 0,0 0-107 16</inkml:trace>
  <inkml:trace contextRef="#ctx0" brushRef="#br0" timeOffset="157289.78">21509 15615 1393 0,'0'0'61'0,"-1"0"140"0,0-1-189 0,-1 0-17 0,1 0 5 15,0 0-10-15,0 0 13 0,0-1-15 0,-1 1 8 16,1-1-11-16,1 0 3 0,0-1 7 0,0 1-6 15,0-1 10-15,1 2 9 0,1 0 6 0,-1 0 3 16,0 0 1-16,0 0 13 0,0-1 11 0,1 2 3 0,-1 2 1 16,0 0-4-16,2 11-2 0,1 9 0 0,-4 4-2 15,-1-1-12-15,-2 2-5 0,1-2-4 0,0-1 1 16,-1-1-1-16,2-1-8 0,0-2 1 0,0 0-5 16,1-1-5-16,0-3 0 0,0 1 0 0,1-3 1 15,0-1-1-15,0-4-1 0,1-1-8 0,-1 1 3 16,0-2-19-16,0 0-19 0,1-1 7 0,-2-4-11 0,3 4-1 15,-2-3-28-15,1 1-1 0,1-1-13 0,-2 0-51 16,0-1-103-16,2 0-22 0</inkml:trace>
  <inkml:trace contextRef="#ctx0" brushRef="#br0" timeOffset="157659.07">21809 15786 1641 0,'-1'0'83'0,"-1"0"4"0,1 0-44 0,0 0-9 16,0 0-34-16,0 0-10 0,-1 0-14 0,1 0-4 16,0 0-4-16,0 0-29 0,0 0 14 0,1 0-5 15,0 0 9-15,0 0 5 0,1 0 19 0,0 0-2 16,1 0 8-16,1 0 7 0,0 0 20 0,3-1 0 0,-2 1 10 15,-2 0 13-15,0 0 5 0,3 0 7 0,0 0-3 16,-2 0 0-16,4-1 0 0,1 1-3 0,1-2 3 16,2 2-15-16,0 0-4 0,3 0-5 0,3 0 3 15,2-1-9-15,-1 1-12 0,1 0 1 0,0 0-5 16,0-1 1-16,0 1-3 0,0 0 2 0,-1-1-1 16,-1 1 5-16,-3-1-5 0,0 1-6 0,-5 0 3 15,3 0 2-15,-4 0-8 0,0 0 3 0,-3 0-5 0,-1 0 6 16,-1 0-4-16,0 0-2 0,-1 0-2 0,1 0-9 15,-1 0-1-15,-1 0-14 0,0 0 2 0,0 0-65 0,1 0-58 16,-1 0-9-16,0 0-27 0,0 0-111 0</inkml:trace>
  <inkml:trace contextRef="#ctx0" brushRef="#br0" timeOffset="158191.08">21942 15668 395 0,'0'0'21'16,"0"0"1"-16,0 0 25 0,0 0 5 0,0 0 4 15,0-1 45-15,0 0 11 0,0 0-11 0,0 0 8 16,0-1-22-16,0 1-8 0,0 0 5 0,0 0-7 16,0 0-1-16,0 0-16 0,0-1-3 0,0 0-7 15,0 0-26-15,0-1 2 0,0 1-1 0,0 0 1 16,1-1-7-16,0 1-6 0,0 0-6 0,0-1 3 0,0 1-5 16,1 0-6-16,-1-1 9 0,-1 2-8 0,0 0 5 15,1-1 6-15,1-2-9 0,1 2 10 0,-1-1 3 0,0 1-3 16,1 0 4-16,-1-1-6 0,0 1 3 0,0 1-3 15,-1 0 3-15,0-1-3 0,0 1-2 0,0 0 13 16,1 0-4-16,-1 0 8 0,0 1-6 0,0 0-3 16,0 1-2-16,0 0 1 0,1 1-5 0,2 11 4 15,1 5 2-15,-4 1-1 0,-1 2-7 0,-1 1 3 16,-3 3-4-16,0 0 5 0,-1-1 8 0,-1 1-6 16,-2 1 6-16,0 1-6 0,-2 0 8 0,2-4-5 15,1 2-1-15,1-5 0 0,1-3 3 0,1-1-3 16,-1-2-4-16,2 3 1 0,1-2-11 0,1-4 2 0,1-2 3 15,0-3-3-15,0 0-3 0,0 0-1 0,0 1 0 16,0-1 0-16,0-4-8 0,0 3-21 0,0-2-6 16,0-1-5-16,0 1-22 0,0-2-50 0,1 1-4 15,1 1-21-15,0-2-66 0,0-1-246 0</inkml:trace>
  <inkml:trace contextRef="#ctx0" brushRef="#br0" timeOffset="161444.2">22507 15654 564 0,'0'0'51'0,"0"0"-3"0,0-1 27 0,0 0-4 15,0 0-7-15,0 0-14 0,0-1-5 0,0 1-10 16,-1-1 2-16,0-1-26 0,1 1 5 0,0 1 0 16,0 0 1-16,0-2-13 0,0 2 9 0,0-1-8 15,0 0 11-15,0 0 7 0,0 0 2 0,0 1 9 16,0 0-5-16,-1-2 19 0,0 1-5 0,-1 0 4 0,2-1-5 16,-1 2 2-16,1 0-2 0,0 0-2 0,0 0-1 15,0-1-16-15,0 1-17 0,-1 0 1 0,1 0-6 16,0 0 0-16,-1 0 1 0,0 1-3 0,-1 1 1 15,1 0-1-15,0 1 1 0,-4 15 1 0,0 3 1 16,-1 2-2-16,0 2 11 0,0-1-8 0,0 2 11 16,0-2-9-16,0 3 5 0,2 0 0 0,0 1 2 0,0-1 4 15,1-1-1-15,-1-1 4 0,1 1-4 0,-1-3-2 16,1 0 10-16,-1-1-7 0,2-1 7 0,0 0-12 0,-1-3 0 16,2-1 2-16,0-3 0 0,0-1 7 0,0-2-9 15,-1-2-1-15,1 0-3 0,0-2 2 0,0 0-6 16,0 0 2-16,0-1-4 0,1-2-6 0,0 1 2 15,0-2 1-15,0 0 0 0,0 0-5 0,0 0-17 16,0 0-8-16,0 1-3 0,0-1-28 0,0-1-12 16,0 0 6-16,0 1-8 0,0-1-12 0,0-1-30 15,1 0-25-15,0-1-11 0,0 1-190 0</inkml:trace>
  <inkml:trace contextRef="#ctx0" brushRef="#br0" timeOffset="162077.03">22475 15646 1623 0,'0'0'72'16,"0"0"5"-16,-1 0-43 0,0-1-15 0,0 0-29 15,0-1-18-15,0 1-5 0,-1 0 0 0,1 0 0 16,1 0 5-16,0 0 3 0,0-1 0 0,1 0 1 0,1 0 6 15,1-4 13-15,1-1 1 0,7-1 2 0,-1 1 1 16,-1-3 28-16,1 2-1 0,-1 3 10 0,0-1-4 16,1 2 4-16,-1-1-3 0,1 0 4 0,-2 2 3 0,4-1-9 15,-1 1-2-15,2 0-4 0,3 2-18 0,-2 0-1 16,-2-7-2-16,-1 2 0 0,1 2-5 0,-5 3 4 16,5 1-1-16,-4 0 2 0,-4 0-9 0,1 2 9 15,-1 1-4-15,1 0 5 0,-3 0 3 0,3 3 10 16,-1 3 4-16,-1 0 1 0,-1 2 1 0,-2-4 8 15,0 2-7-15,-2 2 6 0,-3 0-4 0,-1-2-9 16,2 0 3-16,-11 0-6 0,1 0 9 0,1-1-5 16,2 2 0-16,-1-3-4 0,1 0-7 0,3-1-1 15,2-2-4-15,-1 1 2 0,4 0-3 0,-1-2-1 0,2 0 1 16,-1-1-2-16,2 0-6 0,1 0 2 0,-1-1 0 16,-1 1 2-16,-1 0 1 0,1 1-4 0,1-1-1 15,0-1-1-15,-1 0-8 0,1 1 13 0,0-1-6 16,1 0 8-16,0 1 0 0,0 1-5 0,1-1 5 0,0-1-4 15,2 2 11-15,5 1-12 0,5 2 5 16,0 0-7-16,-4-2 8 0,3 0-1 0,-1 0 0 0,0-1 0 16,1 1-1-16,-4-2 5 0,-5-2-5 0,0 1 4 15,-2-1-10-15,2 2 12 0,4 2-4 0,-5-1 8 16,-1-3-7-16,2 2 6 0,-1 0 1 0,-2-1 3 16,2 4 6-16,2 1 7 0,-3-1-5 0,0 1 4 15,-1 1-8-15,-1 0 2 0,-2 0 3 0,0-1-2 16,-13 0-4-16,2-1-2 0,-3 3-5 0,2-3 4 0,0 0-3 15,-3 0 5-15,2-3 3 0,0 3-1 0,1-2 1 16,1-1-7-16,2 1-2 0,1 4-2 0,3-2-6 16,2-2-7-16,2 0 3 0,1-2-6 0,2-1-21 0,-1 1-68 15,-1 0-14-15,1 0-22 0,1 1-103 0,0-1-249 16</inkml:trace>
  <inkml:trace contextRef="#ctx0" brushRef="#br0" timeOffset="169583.8">12867 6009 256 0,'0'0'-2'16,"0"0"27"-16,0-1 34 0,0 0 5 0,0 0 11 15,0 0-22-15,0 1-38 0,0 0 0 0,-1 0-6 16,1 0-1-16,-1 0 9 0,-1 0-7 0,2 1 7 16,-1 0-17-16,1 0 12 0,-1 0-1 0,1 2 3 15,0-1-5-15,-1 4 11 0,1-1-4 0,0-1 6 16,0 2-9-16,0-2 7 0,0 2-2 0,0-1 5 0,0-2 3 15,1 2-11-15,0-1 2 0,2 2-5 0,0 4 5 0,1-3 1 16,-1 0 6-16,2 1-3 0,0-1 11 0,3 5-14 16,-1-2 3-16,0 3-6 0,0 1 5 0,0 0-16 15,0 2 5-15,0-2-8 0,0 0 13 0,0-2-15 16,0 1 5-16,2 0-6 0,-2-2 15 0,-1-1 0 16,-4-1 5-16,7-1-4 0,4-1 10 0,-1 0 5 15,-1 1 0-15,-1-4 1 0,2 2-10 0,3-1-4 16,-1 0-6-16,-1-2 5 0,1 2-2 0,0-2 0 15,3 1 4-15,-3-1-3 0,-1 1-2 0,-1-2-13 16,1 2 2-16,0-3-4 0,1 2 4 0,0 0 2 0,-1-2-3 16,0 1 4-16,0-1 5 0,-2 1-7 0,-1-1 1 15,-1 6-3-15,1-1-1 0,3-2 8 0,-2 0-3 16,5-2 5-16,-1-2-17 0,1 0 8 0,2-2-2 0,0-2 3 16,0-1-2-16,2-2 2 0,-1-1-1 0,5-1 1 15,2-1-15-15,-3 0 10 0,3-2-8 0,-4 2 9 16,-2-1-15-16,0 1 10 0,-1-1-3 0,-1 0 4 15,-2 2-5-15,1 0 10 0,-2 0-4 0,-1 1 6 16,0 1 2-16,0 0-3 0,0 1 3 0,-1 1-4 16,4-2-2-16,-2 3 0 0,0-1-2 0,4 0 3 15,-1 1 8-15,3 0-3 0,1 1 2 0,0 0-3 0,0 1 1 16,-1-1-10-16,0 1 6 0,2 1-6 0,-1 0 20 16,3 0-11-16,-4-1 0 0,0 2-3 0,1 0 2 15,-2 0-1-15,0 0-1 0,0 0-1 0,1-1 0 0,-1 1-2 16,0 0 8-16,2 1-5 0,-4 2 4 0,2 0 1 15,3 2 0-15,0 0 0 0,4 2-4 0,-2-1 0 16,0 0-1-16,-2 1 2 0,1 0 3 0,-1 0-6 16,1 1 1-16,-2 0-2 0,-1-1 5 0,-2 0 0 15,0 0 0-15,-1 0-1 0,0 0-2 0,0 0 7 16,0 1-4-16,-1 0 4 0,1 0-7 0,1 0 2 16,0 0 5-16,1 1-2 0,-3-1 7 0,3 0-10 15,2 2 0-15,0-2-1 0,0 1 10 0,0-1-7 0,-6-2 3 16,-1 1-5-16,4 0-1 0,-3 0 4 15,3 1-1-15,-1-3 2 0,-7-1-9 0,1 1 7 0,-2-2-2 16,-2 0 5-16,1 0-1 0,-3-1-4 0,0 1-2 16,-1-2 0-16,-2 0 6 0,0-1 2 0,-1 0-4 15,-1 0 3-15,1 0-2 0,1 1 7 0,-1 0 3 0,0 1-2 16,1-1-3-16,-2 0-5 0,0-1-2 0,0 0 0 16,1 0 10-16,-1 0-17 0,0 0 11 0,0 0-11 15,0-1 15-15,0 0-6 0,1-1-3 0,-1 1-1 16,0-1 3-16,0 0 1 0,0-2-2 0,3-2 0 15,-1-1 0-15,1 0-6 0,-1 0 5 0,1 1-4 16,1-2 7-16,-1 1-4 0,1 0 3 0,0 1-4 16,1-1 9-16,-5 1-7 0,8 0-4 0,1 0-1 0,-1 2-8 15,3-1 14-15,0 0 0 0,-1 0 3 0,3 2-13 16,1-2 11-16,0 0-7 0,1 1 9 0,3-1-7 16,3 0 0-16,4 1 6 0,1 0-3 0,2-1 0 0,-2 1-1 15,1-2-4-15,0 1 3 0,-1-1 6 0,3 0 0 16,-6 0-3-16,2-1 0 0,0 4-4 0,-1-2 2 15,1 2 3-15,-2-1-2 0,3 2-5 0,0-2 5 16,0 1 0-16,6 2 4 0,-1-2-1 0,2 2 1 16,-1 0-6-16,-1-3 4 0,2 1-3 0,1 0-4 15,-1 0 5-15,-1 1-2 0,-1-2 2 0,-1 1-1 16,3-14 1-16,0 8-1 0,2 3 0 0,5 2 6 16,1 1-8-16,3 2 7 0,2-1-10 0,2 2 4 0,-4 0 3 15,0 0 1-15,-3 0 4 0,0 0-4 0,-2 0-3 16,1 2 0-16,2 0 0 0,2-1 2 0,-2 1 1 15,3 0 1-15,1 0-4 0,0 0-1 0,-1-1 2 16,-1 2-1-16,-4-2 0 0,1 1 3 0,2 3-1 16,4 1 4-16,2-1-1 0,4-1 3 0,-3 0-4 0,1-2 4 15,0 2-1-15,-2 0 0 0,2 0-3 0,-1 1 2 16,0-1-3-16,5 2-1 0,0 0 3 0,2 0-3 16,-3 0 10-16,-3-1-8 0,-3-1 7 0,-3 0-8 15,0 2 8-15,-1 0 2 0,0 1-5 0,1-1 3 16,0-1-8-16,5 1 7 0,-4 0-2 0,0-1 2 15,-2 0-9-15,-5-1 9 0,1 1-2 0,-1-1 5 0,0-1-12 16,3 1 2-16,3-1 1 0,-1 1 1 0,1-2-1 16,-1 0 4-16,0 0-5 0,1-1 5 0,-4 0-7 15,-2 0 0-15,-1 0-3 0,0 2 3 0,1-1 2 0,2 0-6 16,-1 1 9-16,2-1-9 0,-3 0 3 0,-2 1 6 16,1-1-7-16,-6-1 7 0,4 2-6 0,-3-1 1 15,-1 0-3-15,2 1 1 0,-1-2 3 0,3 1-3 16,0 0 5-16,4 0-5 0,2-1 4 0,0-1-4 15,2 0 1-15,-4 0-3 0,1 0 2 0,-3 1 3 16,-2-1-2-16,-1 0 3 0,2 0-9 0,-1 0 10 16,1 1-2-16,1-1 6 0,1 0-8 0,-3 1-1 15,3-1-3-15,-4 2 3 0,-1-1-2 0,-1-1 4 0,-2 1-2 16,-3-1 2-16,2 1-1 0,-2 0 2 0,-1 0-3 16,3 1 3-16,-2-1-3 0,4 0 2 0,4 0 3 15,-3-1-1-15,0 0-2 0,2-1 0 0,0-1-2 16,-1-1 2-16,0 1 7 0,-2 0-10 0,-1-2 2 15,-3 0-6-15,3 1 16 0,-3-1-9 0,3 1 4 0,2 1-7 16,2-2 1-16,0 2 5 0,3-1-3 0,-2 1 4 16,1 0-3-16,-3-1-4 0,-1 2 3 0,-2-1-3 15,0 1-1-15,0-2 5 0,-2 1-2 0,-2 1 2 16,3-2-11-16,-3 1 8 0,6 1 1 0,-3-2 1 16,0 1 2-16,3 0 1 0,-9-1-3 0,6 1 3 15,-4-1-4-15,0-1 3 0,-1 2-2 0,-4-2 3 16,1 1-6-16,-2-1 5 0,-3 1 1 0,-3-1 2 0,0 2-5 15,0-1-2-15,-2 1 0 0,1 0 0 0,1-1 3 16,-3 1-1-16,1 0 3 0,2-2-1 0,0 0 6 16,-2 2-8-16,1-1 0 0,0-1-1 0,0 1-3 0,-1 0 2 15,0 1-3-15,-4-1 4 0,1 1 1 0,-3 1-2 16,-1 0-7-16,2-2-1 0,-3 2-47 0,2-1-193 16</inkml:trace>
  <inkml:trace contextRef="#ctx0" brushRef="#br0" timeOffset="174906.87">13504 13027 197 0,'0'0'0'0,"-1"0"10"0,0 0 114 0,0-1-4 16,0 0 6-16,-1 0-33 0,2 0-18 0,-1-1-15 15,0 0-1-15,1 1-1 0,-2-6-13 0,1 2-9 0,-1 2-1 16,-1-6-3-16,1 5 1 0,-1-2-4 0,2 0 5 16,1 3-6-16,-1 0-5 0,0-1 3 0,1 3-3 15,-2-1 3-15,1 0-3 0,0-1-12 0,0 1 2 16,0 0-6-16,0-1-1 0,1 1 4 0,0 1-5 16,0-1 4-16,0 1-5 0,0 0 0 0,0 0 4 0,0 0-3 15,0 0 8-15,0-1-3 0,0 1-3 0,0 1 1 16,0 0-6-16,0 0 8 0,0 1-3 0,0 1 3 15,0 0-7-15,0-1 3 0,0 12 2 0,0 0-2 16,1 2 0-16,0-1-6 0,0 0 2 0,0 2-3 16,2-3 3-16,-2 1 7 0,0-2-3 0,-1 2 5 15,0-1-3-15,0 0 3 0,-2 1-1 0,0-1 1 0,0-2-7 16,0 1 7-16,-1-1-4 0,1-1 6 0,1 0-3 16,0-2-6-16,1-2 0 0,-1 1-2 0,-1-1 3 15,1 1 0-15,1-3-1 0,0 0-1 0,0 0-7 16,0-2-6-16,0 0 0 0,0 1-3 0,0-1-11 0,0-1-9 15,0 0-9-15,0 2-4 0,0-1-70 0,0 0-2 16,0 1-2-16,0-1 6 0,-1-1 21 0,-1 0 65 16,-5 3-8-16,-4 1 28 0,2-3 7 0,-1-1 13 15,1 0 3-15,1-1 4 0,2 0 9 0,0 0-1 16,0 0 0-16,2 0-1 0,0-1 2 0,0 1-11 16,3 0 3-16,0 0-4 0,0 0 13 0,-1 0-10 15,1 0 3-15,-1-1-5 0,0 0 3 0,-1 0 2 0,2-1 2 16,0 1 0-16,0 0 11 0,0 0 4 0,-1 0-8 15,1 0 7-15,0-1-5 0,0 1-2 0,0 0 7 16,-1 0-6-16,1 0 7 0,0 0-1 0,0-1-3 16,0 1 1-16,0 1-14 0,-1 0 0 0,2 0 1 15,0 0-1-15,0 0-4 0,0 0-11 0,0 0-7 0,0 0 0 16,0 0-5-16,0 0 3 0,0 0 2 0,0 0 0 16,0 0-4-16,0 0 5 0,0 1 0 0,2 1 3 15,-1-1 0-15,0 1-7 0,1 2 8 0,5 5-7 16,0 2 8-16,-5-1-2 0,6 2 0 0,-2-4 2 15,4 5 14-15,-3-3 1 0,-1-1 2 0,4-1 0 16,-3-2 10-16,1 2-5 0,0-2 4 0,-2 1-5 0,0-3-7 16,1-1-5-16,-1 2-3 0,-1-3 0 15,-2 4-11-15,-2-3 6 0,2-1 0 0,-2 0 3 0,1 1-4 16,-1-1 2-16,0-1-8 0,1 1 6 0,0 1 0 16,0-1 2-16,0-1 4 0,-1 1-5 0,0-1-7 0,0 0 0 15,0 0-9-15,0-1 4 0,1 0-20 0,-2 0-21 16,0-1 6-16,0 0-15 0,0 0-24 0,0-2-44 15,0 0-6-15,0-8-12 0,0-2-33 0,0-1-101 16,0 1-47-16</inkml:trace>
  <inkml:trace contextRef="#ctx0" brushRef="#br0" timeOffset="176822.14">13342 12990 204 0,'0'0'53'0,"0"-2"61"0,0 1 6 16,0 0-11-16,0 0-3 0,0 0-6 0,-1-2-25 0,1-1-15 15,-2-9-2-15,0 6-4 0,1-2-6 0,0 0-11 16,1 2 8-16,0 0-11 0,0 0-8 0,0 2-7 16,0 3 0-16,0-2-2 0,0 2-7 0,0 0 1 15,0 0-11-15,0 0 7 0,0 0-14 0,1-1 10 16,0 1 1-16,1 0 3 0,-1-1 1 0,1 1-6 15,7-3 13-15,3 1-10 0,1-1 19 0,1 1-4 16,0 2-4-16,4 0 4 0,0 0 8 0,0 1-11 16,1-1 4-16,0 0-7 0,2-1 0 0,3 1-2 0,2-1 2 15,-3 1-1-15,2 0 5 0,-2-1-10 0,2 1 5 16,0 0-7-16,-1 1 9 0,1-1-11 0,-1 2 1 16,-1 0-4-16,1 0 6 0,2 0 0 0,2 0 0 15,0 0-1-15,4 2-5 0,-3-1 1 0,2 0 2 16,2 0 0-16,-2-1 9 0,4 0-12 0,-4 0 4 0,1 1-5 15,-3-1 0-15,1 0 5 0,0 0-6 0,0 0 6 16,-1 0-6-16,3 0 6 0,2 1 4 0,0 1 0 16,0-2 1-16,3 1-7 0,-4 0-3 0,1-1 0 15,2 2 0-15,-2-1 3 0,-1 2 2 0,0-1 1 16,-2-1 3-16,-1 1-6 0,2-1-2 0,1 0-1 0,3 1 0 16,2 1 1-16,-1-1 1 0,2 1 0 0,-4-1-6 15,1-1 9-15,1-1-4 0,-5 0 6 0,4 0-10 16,-2 0 3-16,-1 0 4 0,0 0-1 0,2 0 3 0,-2 0-8 15,3 0 0-15,-2 0-2 0,1 0 9 16,2 0 0-16,-5 0-4 0,4 1 0 0,0 1-3 0,-7 0 2 16,-1 0 1-16,-3 0 0 0,-4-1 2 0,1 1-7 15,-3 0 4-15,-2 0-5 0,0 3 8 0,-3-1 0 16,2-1-4-16,-2 1 2 0,-1-2 0 0,1 1 2 16,-2 0 1-16,-1-1-2 0,0 1-5 0,2 0 3 15,1 2 3-15,-2-2 1 0,2 1-4 0,-5-3 1 16,1 0-4-16,0 0 4 0,-1 1-2 0,2-1 1 15,-1 0 2-15,-3 0 0 0,2 0 1 0,-4-1-3 0,0 0 1 16,0 1 0-16,-1-1-1 0,0 0 1 0,-2 2-1 16,0-2 1-16,1 0 7 0,-2 0-3 0,0 0 3 15,0 0-2-15,0 0 10 0,0 0 0 0,1 0 6 16,-1 0-5-16,0 0 5 0,0 0-15 0,0 0 1 0,1 0-5 16,-1 0 4-16,0 0-1 0,0 0-4 0,0 0 2 15,0 0-7-15,-1 0 4 0,0 0 0 0,2 0 2 16,-2 0-1-16,0 1-2 0,0 0 3 0,0 0-3 15,1 0-1-15,0 2 1 0,0-1-2 0,3 7 2 16,0 3 11-16,1 1-12 0,0 1 2 0,-2 1-5 16,1 1 9-16,-2-1-5 0,1 0 7 0,-1-1-6 15,0 2 2-15,-1 0-1 0,1-1-1 0,-2 2 2 16,0-1 4-16,0 1-5 0,0-1 4 0,0-2-3 0,0 1-1 16,1 0 5-16,0 1-12 0,1-2 9 0,1 2-4 15,-2-6 0-15,0 1 4 0,0-2-4 0,-1 0-1 0,1-1 3 16,1-1-2-16,-1 0 5 0,0-1-5 0,-1-2 0 15,1 1 2-15,0-1-1 0,0 0-4 0,1 0 4 16,-1-2-4-16,-1-1 5 0,0 2-2 0,0-2-6 16,0 1 6-16,1 1-6 0,0-1 12 0,0-1-10 15,0 0 4-15,1 1-6 0,-1 0 10 0,-1-1-3 16,0 0-1-16,0 0-2 0,0 1 2 0,0-1-4 16,0 0 4-16,0 0-4 0,0 0 1 0,-1 0 1 15,-1 1-1-15,1-1 2 0,-1 0 2 0,0 0 0 16,-4 0 1-16,0 1 0 0,-4-1 6 0,1 0-2 0,2-1-2 15,0 0 2-15,6 0 4 0,0 0-6 0,-3 0 5 16,2 0-7-16,-1 0 5 0,1 0 2 0,0 0-6 16,-1 0 5-16,2 0-4 0,0 0-1 0,0 0 6 15,0 0-6-15,-1 0 6 0,1 0-13 0,0 0 1 0,0 0-3 16,0 0 12-16,-1 0-3 0,1 0 0 0,0 0-2 16,0 0 0-16,0 0-1 0,0 0 3 0,-1 0-2 15,2 0-1-15,0 0 0 0,0 0-2 0,0 0 1 16,0 0-1-16,0 0-7 0,0 0 7 0,0 0-6 15,0 0 8-15,0 0 2 0,0 0-5 0,0 1 3 16,0 0-4-16,0 0-1 0,0 2 6 0,0-2-2 0,0 2 7 16,2 3-3-16,-1-1 0 0,0 1-1 0,0 0-6 15,1-1 9-15,0-2-6 0,-1-1 5 0,0 2-7 16,3 2 3-16,-2-3 0 0,0 2 1 0,-1-3-1 0,-1 0-1 16,0-1 3-16,2 1-1 0,0 2-1 0,0-1 3 15,-2-2-1-15,0 0 3 0,1 2-2 0,1-1 2 16,-1 1-4-16,0-1 3 0,0 0-3 0,0 1 1 15,1-1 2-15,-1-1-2 0,0 0-2 0,0 0 4 16,0 1-5-16,0-1 5 0,1 0 3 0,-1 0 3 16,0 0-2-16,-1 1 0 0,0-1-1 0,0 0-6 15,0 0 6-15,1 0-6 0,0-1 5 0,0 0-5 16,1 0-1-16,-2 0-1 0,0-1 1 0,0 0 1 0,0 0-1 16,0 0 0-16,0-2-4 0,0 1 0 0,0-1 5 15,0 0-2-15,0-2-3 0,0 1 4 0,-2-1-3 16,1 1 3-16,-1-3 0 0,0 3-5 0,0 0 4 15,-2-3-4-15,1 3 3 0,1 1 5 0,-3-3-7 16,2 1 7-16,0 2-6 0,0-3 3 0,-2 0 5 0,0 0-1 16,1-1 1-16,0-1-5 0,2 2 3 0,-2 0-2 15,2 1 7-15,0 2-5 0,-2-1 0 0,1 0 0 16,1 1-2-16,1 1-1 0,0 0-1 0,0-1 0 16,0 1 9-16,0 0-7 0,-1-1 2 0,1 1-4 15,-1-1 1-15,1 1 1 0,0 0-1 0,-1 1 2 16,1-1-2-16,0 1 3 0,0 0-3 0,0 0 3 15,-1 0-6-15,1 0 0 0,0-1 0 0,0 1 0 0,0 0-2 16,0 0 2-16,-1 0-2 0,2 1 3 0,0 0-5 16,0 1 6-16,0 0 1 0,2 0 1 0,-1 2-2 15,-1-2 5-15,3 7-7 0,1-1 7 0,1 1-9 0,2 2 3 16,0 0 2-16,-6 0 2 0,8 0 4 0,1 1-5 16,-2-2-1-16,-1 2-1 0,-1-4 1 0,0-1-3 15,2 0 3-15,-2-2-2 0,1 2 3 0,-1 0 6 16,-3-1-7-16,1-2 4 0,-2 1-8 0,0-2 5 15,1 2 3-15,-1-2 0 0,2-1 6 0,-2 2-9 16,0-2 9-16,1 0-10 0,-2-1 13 0,1 1-4 16,-1-1-3-16,2 1 2 0,-1 0 1 0,1 1 3 15,-1-1 3-15,0 0-2 0,2 0 2 0,0 0-11 0,1-1 4 16,2 0-4-16,0-1-1 0,3-4 0 0,-2 0-2 16,2-1 3-16,0-12 1 0,-1 4-2 0,1-1-3 15,-2 1 1-15,1 2-1 0,0 0 3 0,-2-2-2 16,-1 5 3-16,-1 0-1 0,-1 1-3 0,-1 5 0 0,0-1-3 15,-1 0-3-15,2 3 9 0,-3-2-6 0,0 2 5 16,0-1-7-16,2-1-6 0,-1 1 2 0,0-1-4 16,1 1-9-16,-1 0-14 0,0-1-7 0,-1 1-10 15,1-1-95-15,-1 1-78 0,1 0-54 0</inkml:trace>
  <inkml:trace contextRef="#ctx0" brushRef="#br0" timeOffset="177840.98">16663 13137 92 0,'0'0'1'0,"0"-2"15"16,0 1-29-16,0 0 6 0,0 0 7 0,0 0 0 15,0 0 14-15,0-2-14 0,0 1 4 0,0 1-6 16,0-5 14-16,0-1 30 0,0-3-11 0,0 0 16 15,0-1-3-15,0 1 11 0,1-1 4 0,-1 0 1 0,0 1 10 16,1-2 17-16,-1-1-10 0,0 3 10 0,0-1-20 16,0-1 0-16,-1 0-2 0,0 1-1 0,0 1-9 0,0 1-25 15,-1 1 11-15,1 1-15 0,0-3 3 0,1 4-4 16,-1-1-5-16,1 3 3 0,0-2-11 0,0-3 8 16,0 5-5-16,0 0 5 0,0 3-3 0,0-1-6 15,0-1 7-15,0 1-7 0,0 0-2 0,0 0-5 16,0 1-1-16,0 0 0 0,0 0 1 0,0 0-3 15,0 0 3-15,0-1-2 0,0 2 10 0,0 2-3 16,0-1 1-16,0 2-2 0,-3 18-2 0,1 1 0 16,0 3-5-16,1-3 4 0,-1-1 2 0,0 3-3 15,0 0 0-15,1-2-3 0,-2 2 1 0,0-3 9 0,0 1-2 16,1 0 3-16,0-1-12 0,0-2 6 0,0-1 3 16,0 1-1-16,-2 0 0 0,1 0 3 0,-1 0-3 15,2 1 3-15,-1-4-9 0,1 2 8 0,0-4-10 16,-1-1 8-16,0 0-8 0,0-2 0 0,1 2 0 15,0-2-4-15,-1 0 1 0,2-4 3 0,1-3-2 0,-1 3 1 16,0-1-18-16,1-1-1 0,0-3 1 0,0 1-3 16,0-1-10-16,-1 0-11 0,0 1-3 0,-1-2-2 15,1 0-8-15,0-1-30 0,0-1-1 0,0 0-14 16,-6-12-33-16,-3-12-24 0,2-4 3 0,3-3-8 16,2 0 6-16</inkml:trace>
  <inkml:trace contextRef="#ctx0" brushRef="#br0" timeOffset="178358.71">16531 13146 113 0,'0'-2'43'0,"0"-16"54"16,0-2-12-16,0 1 13 0,0 2-9 0,0-1 9 0,0-1-8 15,1-1-22-15,1 2 5 0,-1-2-14 0,1 3-12 0,0-2-4 16,2 5 4-16,-1 2-2 0,0 3 6 0,-2 3 9 16,1-5-3-16,0 7 5 0,0-5-3 0,0 3-16 15,-1 3-4-15,2-2-4 0,-2 3-8 0,0-4 1 16,7 2 6-16,2 0-6 0,0 0-6 0,3 3-3 16,0-2-5-16,2-8 2 0,1 4-10 0,-1 1-4 15,2 3 1-15,-1 1-1 0,0 2-5 0,0 2 2 16,-1 0-2-16,0 1 3 0,-2 2 0 0,0 1-6 15,0 0 6-15,-3-1-4 0,0 0 1 0,0 1 6 16,-2 0-7-16,-1 0 7 0,0 1-7 0,-4 7 5 0,-1-3-1 16,7 3 2-16,-3-1 2 0,-4 0 4 0,-1 1 3 15,-1 1-3-15,-3 2 0 0,-3-1-2 0,-3-1-2 16,5 1 1-16,-15-1 2 0,2 0 0 0,-1-1 1 16,1 1-2-16,1-1-6 0,2-3 10 0,2 0-3 15,0-3 5-15,3-1 1 0,1-1-6 0,1 0 5 0,0 0-6 16,0-1-2-16,0-1-3 0,1 1 3 0,1-1-2 15,1-2 4-15,2 0-5 0,-1 1 0 0,3-2 0 16,-2 0-1-16,0 1 2 0,0 1-3 0,-1-1 3 16,2 0-2-16,0 1 2 0,0-1-2 0,0 0 3 15,1 1 8-15,0-1-15 0,0 0 9 0,1 3-11 16,1 0 10-16,2 0-3 0,3-2 1 0,2 2-2 0,2 1 2 16,-2 1 0-16,2 2-1 0,-1 1 0 0,0-2 1 15,-1-1 3-15,0 0-2 0,1 0 2 0,-1 2 0 16,0 0-4-16,0 0 6 0,-1 2-5 0,0-2 2 15,1 0 3-15,-1-2-7 0,1 2 5 0,0-2-5 0,1-1 1 16,-5-1 1-16,2 0-2 0,0 0 3 0,-2 0 3 16,3 0-5-16,-7-1 3 0,3 2-10 0,0-1 2 15,-1-3-2-15,1-1 1 0,1 0-4 0,-1 2-19 16,0-1 6-16,0 2-12 0,-2-1-6 0,4-1-43 16,-1 1-9-16,-1-2-12 0,1 2-43 0,-4-3-74 15,3 3-9-15,-1-1-34 0,2 1-126 0</inkml:trace>
  <inkml:trace contextRef="#ctx0" brushRef="#br0" timeOffset="178807.73">17123 13282 997 0,'0'0'89'16,"0"0"-4"-16,0-1 19 0,-2 0-2 0,1 0-23 15,0 0-14-15,0 0-20 0,0-1 3 0,0 1-9 16,1 1-6-16,0 0-26 0,0-1 5 0,0 1-12 15,-2 0 0-15,2 0 3 0,0 0-3 0,0 0 2 16,0 0-3-16,-1 0-4 0,0 0 4 0,0 0-3 16,0 0 2-16,0 1 3 0,-1 0-1 0,1 2 3 15,-4 4 3-15,0 2-6 0,0-1 2 0,-1 3-2 0,1-2 8 16,2 0-10-16,0-1 6 0,2-2-6 0,0-2 8 16,0 5 1-16,1-3-2 0,0 1 1 0,0-3 0 0,1 2-7 15,0 0 5-15,0-1-5 0,2-1 6 0,-2-1-2 16,1 0 3-16,1-1-2 0,4 1 3 0,0 3 4 15,-1-3-5-15,0 0 6 0,1-1 8 0,-3-1 7 16,2 1 0-16,-1-2 2 0,0 0-9 0,-1 0 0 16,0 0-1-16,1-2 2 0,-3 1 3 0,1-1-11 15,0 1 4-15,-2-3-6 0,6-5 0 0,-1-2-5 16,-3 3 2-16,0-3-3 0,-2 1-1 0,-1 0-1 16,0-3-4-16,-1 4 2 0,-2 0-6 0,0-1 8 15,-2 1-4-15,0-1 3 0,1 3-2 0,-1 0-9 0,0 1 6 16,3 3-7-16,-3-1 13 0,1 2-13 0,-1-2 2 15,0 1-8-15,2 1-8 0,-1-1-4 0,-1 1-7 16,3 1 2-16,-1-1-11 0,-1 2-28 0,2 0-2 16,-2 0-14-16,2 0-43 0,1 0-41 0,-1 0-12 0,-7 13-18 15,2 3-122-15</inkml:trace>
  <inkml:trace contextRef="#ctx0" brushRef="#br0" timeOffset="179157.81">17381 13168 1343 0,'0'0'117'0,"0"0"-130"16,0-1 127-16,0 0-63 0,0 0-45 0,0 0 0 15,0-1-7-15,0 1 1 0,0 0-15 0,-1 0-12 16,1 0 3-16,0 0-6 0,0 1-1 0,0 0 20 15,0 0-1-15,0 0 8 0,0 1-10 0,0 0 14 16,0 0-3-16,0 0 8 0,0 2 5 0,0 0 8 16,-1 7-2-16,-3 1 4 0,0 2-3 0,-2-1 0 15,-4 6 2-15,1-3-1 0,-3 4 2 0,1 3-7 16,1-5 1-16,0 0-4 0,0 0 0 0,3-6-4 0,-1 5-1 16,1-2-1-16,2-1-9 0,0 2 4 0,1-1-5 15,0-1 5-15,2 1-5 0,1-6-12 0,-2 3-3 16,2-2-3-16,0 0-13 0,0 0-10 0,1-3-3 0,0 0-7 15,0-3-34-15,0 1-33 0,0 1-14 0,0-3-7 16,0-1-64-16</inkml:trace>
  <inkml:trace contextRef="#ctx0" brushRef="#br0" timeOffset="179491.8">17564 13341 766 0,'0'0'157'0,"-2"0"301"0,1-1-381 0,0 0-24 16,0 0-12-16,0 0 0 0,0-1-10 0,-1 1-22 15,1 0 12-15,-1 0-16 0,0 0 7 0,-1 1-14 16,-3 0 0-16,2 0-3 0,-3 0 7 0,-2 1 5 16,0 1-2-16,-4 4 1 0,0 1-14 0,1 0 13 15,0-5-8-15,3 11 9 0,0 4-8 0,-1-3 3 16,3 0 3-16,0 0-1 0,-3 2 0 0,3-2 15 15,-2-1-4-15,6-3 8 0,-3-2-4 0,1 1-6 16,2-2 5-16,0 0-6 0,2 0 2 0,1-1 0 0,0-2 1 16,0 1 1-16,1 0 3 0,2-1-9 0,3 1-5 15,10-1-1-15,0-3-12 0,3 0-4 0,0 0-3 16,0 11-1-16,2-4-20 0,-3-4 4 0,-1-3-6 0,-3-1 4 16,2 0-14-16,-3-2-112 0,-3-2-20 0,1-1-49 15,-2 1-232-15</inkml:trace>
  <inkml:trace contextRef="#ctx0" brushRef="#br0" timeOffset="181193.66">16783 12393 104 0,'0'0'52'0,"0"0"-30"0,0 0 57 15,0-1-16-15,0 0 4 0,0 0-6 0,0 0 0 0,0 0-6 16,0-1-26-16,0 1-3 0,0 0-14 0,0 0 8 16,0 0-16-16,0-1 8 0,0 1 4 0,0 0-1 15,0 0 12-15,0 0 12 0,0 0-4 0,0-1 5 16,0 1 2-16,0 0-2 0,0 0 13 0,-1 0-11 15,-1 0 4-15,2-1 2 0,-1 1-11 0,0 0 7 16,0-1-14-16,0-1-4 0,0 1 0 0,-1 0-3 16,1-1-1-16,0 1-1 0,1 1-4 0,0 0 2 15,0-2-4-15,-1 0-4 0,0 0 4 0,-2-1-7 0,1-1-11 16,1 3 9-16,1 0-2 0,0 1 8 0,-1-1-4 16,-2 0-1-16,1-1-1 0,0 2 2 0,0 1 2 0,-1-2-4 15,-3-2 2-15,1 3-1 0,1 0 4 0,-1 1-1 16,-1 0-7-16,0 0 4 0,-1 0-2 0,1 1-3 15,-1 1 6-15,1 1-7 0,2-1-2 0,-1 2 1 16,1-2 0-16,1 5 1 0,-1 1-1 0,2 2 3 16,0-1-4-16,-4-2 2 0,1 0-6 0,3-3 11 15,-2 3-8-15,2-1 8 0,1-2-7 0,-1 1-2 16,2-2 3-16,0 0-4 0,0 2-4 0,0-2 8 16,0 1 0-16,0-2 4 0,0 0 6 0,0-1 2 15,0 1-5-15,0-1 4 0,3 0-5 0,1 3-6 0,1-2 6 16,0 0-6-16,1 1 6 0,-2-2 1 0,1-1-2 15,1 0 2-15,0 0 1 0,1-1-8 16,-1-2 6-16,0 0-7 0,0-1 2 0,-2 1 3 0,1 0-4 16,0-3 2-16,-3-1-2 0,2 3 6 0,-2 0-6 15,3-2 5-15,-4 4-2 0,-1 1 13 0,1-2 5 0,-1 2 0 16,0 0 1-16,2-1-8 0,0-1-5 0,-1 1 1 16,0 1-3-16,0 0-4 0,0-1 1 0,0 1-2 15,1 0 2-15,-1 0-4 0,0 0 0 0,0 0-2 16,0-1-5-16,-1 2 7 0,1 0-2 0,1 2 2 15,-1-1-7-15,0 0 5 0,0 1 2 0,0 1 1 0,1 1 5 16,0 2-3-16,1 1-4 0,1-1 1 0,2 4-8 16,-1-2 8-16,0 1 0 0,2 3 2 0,-2-1-4 15,1 3 3-15,-1 0 1 0,-2 0 2 0,0 1-6 16,-3 0 2-16,0 2 0 0,-2 2 1 0,-1-2 0 16,-2 1 0-16,-1-2-1 0,2-3 0 0,-1-1 3 0,0-1 5 15,-1-1-4-15,2-1 4 0,-1-4-7 0,4 1 5 16,-7 0-1-16,0-2 1 0,1-1-3 0,-1 1 6 15,1-3 2-15,0 0 1 0,1 0 0 0,1 3 3 16,1-1 0-16,-1 0 1 0,2-2-2 0,0-1-2 16,1 0-5-16,-1 0 4 0,1 0 1 0,1 0 0 15,-1 0 0-15,0 0-1 0,1 0-5 0,-1 0 3 16,0-1 0-16,-1 0 1 0,2-1-7 0,0 1-7 0,0 0-1 16,0-1-2-16,1-1 11 0,0-3-7 0,0-1 3 15,1 0-6-15,1 0-1 0,0 0 7 0,2 0-5 16,-1 1 5-16,1 0-3 0,-1 0 2 0,1 2 1 15,-2 0 0-15,1 1-6 0,-2 0-3 0,0 2-6 16,1 0 2-16,1 0-10 0,-1 0-3 0,0-1-4 0,2 0-1 16,0 0-16-16,-1-1-70 0,2 1 11 0,-1 0-36 15,1-1-49-15,2 1-141 0</inkml:trace>
  <inkml:trace contextRef="#ctx0" brushRef="#br0" timeOffset="181810.81">17057 12505 824 0,'0'0'350'0,"-1"-1"-460"16,-1 0 406-16,1-2-223 0,0 1-59 0,-2-4-11 15,3 5 4-15,0 0-6 0,0 0 0 0,-2-2-1 16,1 1-4-16,0 0 0 0,0-1-11 0,0 1-4 15,0 0 3-15,-1-1-1 0,1 1 18 0,0-1-9 16,0 1 2-16,0 1-3 0,-2-1 21 0,1-1 11 16,-2 1 2-16,-4 1 1 0,0-3-1 0,-3 3-2 0,1-1 1 15,0-5 0-15,0 1 1 0,3 3-8 0,-2 2-4 16,0 1 1-16,-3 0-5 0,4 1-8 0,-2 3 3 16,2-1-4-16,3 1 10 0,-2 2-12 0,5 0 6 15,-4 4-8-15,-1 1 2 0,2-1-6 0,1-1 1 0,3-2-2 16,1-1 1-16,0-2 8 0,0 1-1 0,0-3 2 15,0 1 1-15,0-2 16 0,0 0-5 0,1 1 9 16,0 1 0-16,0-1-2 0,2 1 0 0,-1-2-1 16,0 0 5-16,1 0-14 0,-1-1 0 0,5 1-5 15,1-1-3-15,-1 0 2 0,3-1-2 0,0-1 2 16,-2-1-4-16,0 0 4 0,-5 0 3 0,2 2 1 16,0-8 7-16,-3-3-6 0,4 0 3 0,-5-1-3 0,3-1 4 15,6-2-3-15,-2-2-3 0,-2 2 2 0,-1-5-1 16,-3 4-5-16,1-2 6 0,-3-1-6 0,0 4 3 15,0-3 5-15,0 3-1 0,0-1 2 0,0 4-7 0,-1 0 8 16,-1 0-7-16,1 3 8 0,0 1-10 0,0 1 6 16,0 4-5-16,1 1 4 0,0 1-5 0,0 1-6 15,0 0 2-15,-2-2-5 0,2 1 3 0,0-1-3 16,0 2 1-16,0 0-2 0,0 0-5 0,-1 0 4 16,1 0 0-16,0-1 2 0,0 2 5 0,0 0 5 15,0 2 0-15,1 0 2 0,1 3-7 0,1 8 3 16,2 4-4-16,0 2 3 0,0 3 3 0,1 1 1 15,-1-4-1-15,0-2 0 0,1 2-7 0,0 1 1 16,1 1 0-16,2 3 0 0,-1-4-4 0,2-2-12 0,1 4-10 16,-7-1-5-16,14 0-79 0,-1 1-326 0</inkml:trace>
  <inkml:trace contextRef="#ctx0" brushRef="#br0" timeOffset="189382.93">13368 14124 33 0,'0'0'47'15,"0"0"-7"-15,-1-1 32 0,0 0 13 0,-1 0-23 0,1 0-5 16,0-1-43-16,0 0-2 0,1 0-12 0,0 1-11 16,-1-5 9-16,0 0-5 0,1 1 5 0,0 0-10 15,0 1 12-15,0-1 2 0,0 0 5 0,0 1 7 16,0 0 3-16,0 1 1 0,0-2 0 0,0 0 1 0,0 0 5 16,0 2-1-16,0 1 3 0,0-3-8 0,0 1-3 15,0 0 6-15,0-2-4 0,0 0 4 0,0-1-1 16,0 3-2-16,0 0 2 0,0 0 0 0,0 2 11 15,0-2-2-15,0 2 5 0,0-1 0 0,0 1 12 16,0 0-5-16,0-1 7 0,0 1 2 0,0 0-18 16,0-1 4-16,0 1-11 0,0 0-2 0,0-1 3 15,0 1 0-15,0 0 0 0,0-1-6 0,0 2 9 16,0 0-5-16,0 0 5 0,0 0-8 0,0-1-3 0,0 1-1 16,0 0-1-16,0 0-8 0,0 0-12 0,0 0 1 15,0-1-5-15,0 2 16 0,0 0-5 0,0 2 5 16,0-1-5-16,0 1 12 0,1 6-8 0,1 6 6 0,0-1-8 15,2-2-3-15,-1 2 4 0,1-3-3 0,0 0 4 16,0 2 4-16,0-3-7 0,0 0 4 0,1 2-5 16,-1-2 0-16,-1 1 0 0,1-2-2 0,-1 1 2 15,1 0-3-15,-1-1 7 0,1 0-6 0,-2 0 7 16,1 1-15-16,-1-2 2 0,0 0 2 0,1 0 0 16,-1 0 6-16,-1-2-7 0,1 0 0 0,0 0-5 15,0 0-1-15,0 1-18 0,1-2-11 0,-1 0-6 0,2 1-72 16,-1-1-162-16,-1 0-46 0</inkml:trace>
  <inkml:trace contextRef="#ctx0" brushRef="#br0" timeOffset="189833.9">13565 14068 384 0,'0'0'46'16,"0"0"-3"-16,0 0 44 0,0 0-14 0,0 0 5 15,0 0-34-15,0 0-10 0,0 0 4 0,-1 0-6 16,0 0 8-16,0 0-14 0,0 0 5 0,0 0-8 16,-1 0 5-16,1 0 9 0,0 0-9 0,0-1 8 15,0 0-17-15,0-1 0 0,-1 1 4 0,1 0-2 0,0 0 8 16,0 0-12-16,0 0 7 0,-2-2-8 0,1 1 2 16,-2 1-4-16,-3-3-2 0,-1 2 2 0,-6-8 7 15,3 4-6-15,0 2 4 0,-2 0-4 0,2 2 0 16,-4-2-13-16,1 3 7 0,-3 1-7 0,0 3 12 0,0-1 0 15,0 4-6-15,0 0 5 0,-1 1-3 0,1 0 8 16,-1 1-8-16,3-1 7 0,0 0-10 0,1 0-4 16,2-1 1-16,4-2-4 0,2-1 1 0,1-1-13 15,1 1 1-15,1-1-10 0,-1 1-28 0,3-3-117 16,-1 2-26-16</inkml:trace>
  <inkml:trace contextRef="#ctx0" brushRef="#br0" timeOffset="190584.56">11597 15236 1014 0,'-1'0'56'0,"0"0"-2"0,-1 0-3 16,0 0-2-16,0 0-20 0,1 0-4 0,-2 0 3 15,1-2-5-15,0 1 3 0,-1 1-26 0,1 0 1 16,-1 0-1-16,2 0 2 0,0 0-3 0,0-1 2 15,0 1-4-15,0-1 3 0,1 0-2 0,0 0 8 16,0-1 0-16,1 1 2 0,0 0-5 0,0 1-10 0,12-5 5 16,-1 1-8-16,-2 0 0 0,1 1-18 0,0-1 6 15,0 1-9-15,1-1 1 0,0 0-43 0,-4 2-41 16,3 0-9-16,-1-2-210 0</inkml:trace>
  <inkml:trace contextRef="#ctx0" brushRef="#br0" timeOffset="191335.92">12064 14335 755 0,'-1'0'39'16,"-1"0"-1"-16,1-1 45 0,0 0-14 0,0-1 8 16,0 1-25-16,0 0-5 0,-1 0-6 0,1 0 1 15,0-1-22-15,0 0-3 0,0 0 5 0,0 1-4 16,-1-1-3-16,1 1 1 0,0 0-4 0,0 0 5 15,0-1 4-15,-1 0-4 0,1 1-1 0,0 0 0 16,0 0 0-16,0 0-1 0,0-1 2 0,-1 1-1 0,2 0-2 16,0 0-4-16,0 0 3 0,0 1-5 0,0 0 0 15,0 0 0-15,0 0 2 0,0 1-1 0,0 0-2 0,0 1 5 16,3 11-11-16,-1 3 9 0,2 3-9 0,-2-2-1 16,0 2 7-16,1 2-6 0,-2-2 9 0,1 3-12 15,2 2 6-15,-3-2-8 0,0 0 7 0,0-2 2 16,0-2-5-16,2-1 3 0,-1-1-10 0,1-1 7 15,-2-1 0-15,0-1 5 0,0-2-4 0,0-2-1 16,0 0-4-16,1-2 3 0,-1 0 7 0,1 0-2 16,-1-3 0-16,2 1-3 0,-1 0-10 0,-1-2 11 15,0 1 0-15,1-2 5 0,-1 1-4 0,2-1-4 16,4-1 0-16,-2 0-1 0,-1 2-2 0,0 0 6 16,0 0-3-16,2-1 4 0,1 0 8 0,1-1-2 0,2-1 6 15,1-3-6-15,-2-2 1 0,2 1-4 0,1-16-1 16,1-2 1-16,0-2 5 0,1-3-6 0,0-3 2 15,-1-4-5-15,0 0-2 0,-1 0-2 0,-1 1 2 16,0 4-1-16,-2 0 11 0,-2 6-9 0,0 1-1 0,-1 3-2 16,-1 3 0-16,-3 3-6 0,1 4 7 0,-2 2-9 15,0 1-7-15,1 3-8 0,0 0-9 0,-2 2 1 16,2-1-42-16,0-1-59 0,-1 1-14 0,1 1-17 16,-1 0-62-16</inkml:trace>
  <inkml:trace contextRef="#ctx0" brushRef="#br0" timeOffset="192335.23">12450 14643 1182 0,'0'0'39'0,"0"0"4"0,-2-1 9 16,1 0-8-16,0-1-4 0,0 1-16 0,0-1-10 15,1 1-11-15,-5-10 5 0,1-1-14 0,2-4-8 16,2 3 4-16,1-3-5 0,2 0 3 0,0 2-1 16,1 0 1-16,-2 1 1 0,-1 4 11 0,0 0 1 0,1 2 12 15,-2 5-7-15,0-3 9 0,0 2 11 0,0 0-4 16,-2 0 8-16,2 2 8 0,-2-2-24 0,-6-1 9 16,-3 0-14-16,-2 3-4 0,0 2-4 0,2 4 5 15,-2 3-3-15,0 4 9 0,1 11-11 0,1-4-1 0,3-1 0 16,1-3-3-16,2-3 7 0,2-2 0 15,2-1 2-15,-5-1-9 0,1 0 0 0,2 0 3 0,0-1 0 16,2-1 3-16,1-1 2 0,0 0-4 0,0-2 4 16,0 1-5-16,0-2 3 0,0 0-3 0,1 1 5 15,-1-2 4-15,3 1-3 0,-1 1 8 0,0-2-5 16,4 2 3-16,-1 0 4 0,1-1-5 0,1-1 4 0,-1 0-11 16,1-1 3-16,0 0-1 0,-1 0 3 0,0-1-3 15,-1 0 0-15,0-1-4 0,0-1 4 0,1 0 1 16,0-1-5-16,-2 1 0 0,0 0-2 0,-2 2-1 15,-1-1 6-15,0 0-1 0,-1 0 3 0,0 1-8 0,3-1 10 16,-1 0-5-16,-1-1 7 0,1 1-11 0,-1 1 1 16,0-1-6-16,0 1 3 0,0 0-13 0,0 0 8 15,1 0 3-15,-1 0 0 0,0 1 0 0,0 0 5 16,0 1-1-16,0 1 2 0,3 11-4 0,1 6 2 16,-1-1 0-16,0 0 1 0,-2 0 3 0,-1-2-5 15,1 2 5-15,-1 0-4 0,0-1 11 0,-1 2-5 16,0 0-4-16,0 0 2 0,0 1-2 0,-1 1 5 15,0 0 2-15,-3-1-1 0,-1 0-5 0,1-3 5 0,-2-1-3 16,-1 1 5-16,1-3 2 0,-1 1-3 0,0-2-1 16,0-3 1-16,1-1 12 0,5-5-9 0,-6 0 5 15,0-2-6-15,2 2 10 0,1-2 8 0,1 0-1 16,2-2 2-16,-2 2-8 0,2-2-18 0,0 0 1 0,0 0-6 16,0 0-3-16,-2 0-9 0,1 0 2 0,1-2-4 15,-3-7 0-15,2-17 11 0,3-1-6 0,4 2 6 16,4-2-10-16,1 4 7 0,1-2-6 0,1 3 5 15,0 0 2-15,0 3 3 0,-9 0 0 0,14 0 0 16,-3 1 0-16,3 1 3 0,3-1 0 0,-1 1 0 16,2-1-3-16,-1 0 6 0,0 1-3 0,0-1 3 15,-1 0-10-15,1 2 5 0,-2-1 4 0,-3-1-1 0,-2 1 3 16,-3 1-1-16,-1 0-5 0,-2 5 3 0,-1-1-1 16,-3 4 4-16,0 3 1 0,-2 3 2 0,1-1 4 15,0 1 1-15,1-1 5 0,-2 1-3 0,0 0 11 16,0 1-8-16,-1-1-2 0,0 1-3 0,0 1-6 0,-1 0-6 15,0 1 6-15,-3 1-6 0,-9 7 0 0,2-2 2 16,-1 7-7-16,1 1 5 0,5 1-5 0,2-4 1 16,1 0 4-16,-4-1-2 0,1-2 4 0,3 0-4 15,-1-1 2-15,3-2-5 0,1 1-2 0,0 0 2 16,3 0 2-16,0 0 1 0,2-1 3 0,2-1 3 16,6 0-9-16,-1 1 5 0,2 0 0 0,-1 0-2 15,-2 0 7-15,1-1-5 0,-1 1-3 0,-2-2 8 16,-2 1-5-16,0 0 7 0,-2-2-2 0,-1 1-2 0,-2-2 2 15,-1 0-1-15,0 1 11 0,-1-2 2 0,0 0 4 16,1 2-3-16,-1-2 7 0,2 2-15 0,-1 2 4 16,-1-2-7-16,-1 2-4 0,-1 0 0 0,-20-2-3 15,-1 1 2-15,-5 1-8 0,1-2-27 0,-2-1-2 0,2 1-18 16,2-1-101-16,4-1-92 0,5 3-107 0</inkml:trace>
  <inkml:trace contextRef="#ctx0" brushRef="#br0" timeOffset="-170105.92">6174 13447 256 0,'0'0'180'0,"-2"0"-73"0,1 0 48 16,0 0 5-16,0 0-134 0,0 0-15 0,0 0-4 16,-1 0-7-16,1 0 4 0,-1 0 1 0,0 0-6 15,-1 0 7-15,2 0-7 0,-5 0 17 0,1 0 3 16,0 0 4-16,0 0 0 0,0 0 20 0,-2 0-7 16,1 0 0-16,-2 0-4 0,2 0-3 0,0 0-8 15,-1 0 9-15,2 0-9 0,2 0 6 0,1 0-3 0,0 0-7 16,1 0 3-16,0 0-19 0,-1 0-3 0,-1 0-6 15,1 1 1-15,1 0-9 0,0 1 56 0,1-1-12 16,0 0 25-16,1 1-27 0,0 1 0 0,-1-2-2 16,15 4 1-16,4-1-1 0,1 1 3 0,0-4-5 0,0 11 3 15,0-4-8-15,5-3-15 0,1-2 6 0,-2-2-9 16,1-1 4-16,-5 0 1 0,-1 0-4 0,-5 0 0 16,0-1-8-16,0-1 4 0,-1 0 3 0,-1-1-2 15,0 1 1-15,-4 1-14 0,0 0-4 0,-3-1-5 16,1 0-14-16,-3 1-47 0,-1 0-20 0,0 1-16 15,-1 0-130-15</inkml:trace>
  <inkml:trace contextRef="#ctx0" brushRef="#br0" timeOffset="-169854.88">6036 13705 1447 0,'0'0'60'0,"-1"0"-5"0,0 0-21 15,-1 0 7-15,1 0-35 0,0 0-12 0,1 0 8 16,0 0 3-16,1 0 3 0,0 0 0 0,5 0-3 0,14 2-4 16,4-1 3-16,4 0 3 0,-1-1-12 0,1 0 3 15,3-1-10-15,-5-1-13 0,2-1-16 0,-1 1-2 16,-6 1-7-16,2-1-51 0,-5-1-142 0,-1 1-31 0</inkml:trace>
  <inkml:trace contextRef="#ctx0" brushRef="#br0" timeOffset="-167987.59">7050 12631 902 0,'0'0'43'16,"0"0"-2"-16,-1 0 38 0,-1 0-15 0,1 0 5 15,0-1-33-15,0 1-21 0,0 0 2 0,1 0-9 0,0 0-7 16,0 0 1-16,0 0 1 0,0 1 1 0,0 1 6 16,0 2-1-16,-4 13 1 0,1 5-2 0,-1-1 7 15,1 3 10-15,-1 5-3 0,2 1 6 0,-1 2 5 0,1 2 7 16,-2 0-5-16,0 3 4 0,-1 2-1 0,-1-3-11 15,0 3 4-15,-1 0-8 0,-2 1 4 0,-1 4-5 16,0 2 0-16,-2 2-4 0,0 2-12 0,1-2 4 16,-1 1-4-16,1-3 3 0,2-4-4 0,1-5 0 15,0-5-2-15,3-6 1 0,-1-3 0 0,1-1-9 16,0-3 5-16,2-5-7 0,-1-2 6 0,2-4-10 16,1-2-1-16,1-2-3 0,0-3-11 0,-1 1-19 15,-1 1-5-15,2-2-7 0,0 0-32 0,0-1-14 0,0-1 2 16,3-17-10-16,5-18-38 0,3-8-101 0,3-9-18 15</inkml:trace>
  <inkml:trace contextRef="#ctx0" brushRef="#br0" timeOffset="-167487.16">6966 12756 953 0,'-1'0'59'0,"0"0"79"15,0 0-48-15,-1 0-32 0,0 0-3 0,0 0-10 16,1 0-17-16,-1-2-21 0,1 2 9 0,0 0-10 15,0 0 29-15,0-1 2 0,1 0 4 0,0 0-3 16,1 0-1-16,0 0-5 0,0-1-7 0,0 2 2 0,11-2-16 16,1 0 0-16,-2 0 1 0,2 1-2 0,0 1-6 15,-3 0 4-15,1 1-4 0,-1 3 3 0,-3 0-8 16,4 3 3-16,-2-5-4 0,0 14 3 0,1 2-6 0,0 1 7 16,-1 1-1-16,-1-1 4 0,0-2 2 0,-3 1-7 15,1 2 2-15,-5-2-3 0,0 0 3 0,3 0-5 16,-1 0 6-16,0-2-5 0,9 2 6 0,-7-2-7 15,-1 1 0-15,-4 0-2 0,-4 1 8 0,-1 1-6 16,-6 3 2-16,9 0-4 0,-18 3 10 0,-3-1-3 16,0-2 2-16,0 0-4 0,-1 1 4 0,1-3-2 15,1-1 4-15,2-3-4 0,2 0 5 0,3-4 4 16,2-1-5-16,3-4 4 0,0-2-4 0,4-2 5 0,-1-1-4 16,3 0 2-16,-1-1-4 0,0 2-5 0,4-3 7 15,0 0-6-15,-2 3 3 0,1-2-4 0,0 0-1 16,-1 0-3-16,2 0-4 0,0 1 9 0,0-1-4 15,0 0 6-15,1 0-4 0,0 1 0 0,0 1 3 0,1 6-1 16,2 1 10-16,2-1-11 0,1 2 4 0,0-2-5 16,0 0 2-16,0 0 6 0,-3-1-3 0,7 1 4 15,-1 1-10-15,0-2 3 0,1-1-2 0,-2-2 3 16,1-2 5-16,2 2-8 0,-2-4 2 0,2 1-4 16,-3 2-5-16,2-1 0 0,-2 0-7 0,-2-1 4 15,2-1-15-15,0 1-17 0,2-1-32 0,1 7 2 16,2-1-116-16,1-2-91 0,-3-3-34 0</inkml:trace>
  <inkml:trace contextRef="#ctx0" brushRef="#br0" timeOffset="-167052.66">7466 13287 1517 0,'-1'0'45'0,"0"0"3"0,-1 0 5 16,0 1-10-16,-1-1-7 0,-5 3-20 0,1-1-5 0,-1 2-1 16,-1 0-1-16,-2 3-9 0,-1-4 1 0,1 11-4 15,-1 3 5-15,1-3-2 0,2 3-1 0,0-2 1 16,-2 1 0-16,4 0 6 0,2-1-13 0,-1 1 4 16,5-3-6-16,-1-3 8 0,1-2-6 0,-6 2 5 15,2-2-5-15,1 0 4 0,2-1 0 0,1 0-2 16,0 0 4-16,1 0 14 0,0 0-7 0,0-1 4 0,1 1-5 15,1 3 3-15,2-2 4 0,0 1-3 0,2 1 4 16,1 2 1-16,0-1-10 0,0 1 5 16,0 1-7-16,1-1-2 0,-4-2 6 0,1 1-5 0,0-2 6 15,-2 1-5-15,1-1 0 0,-2-1-1 0,-1 0 1 16,0-1 7-16,-1 1 6 0,0-1 2 0,-1 0 1 16,0 0 11-16,-1-1-4 0,-2 1 9 0,-1 0-8 0,-3-2 2 15,-4 1-21-15,-4-3 0 0,-2-1-5 0,2 0 4 16,-2 9-7-16,-2-2 0 0,4-6-4 0,1-1 0 0,-2 0-4 15,5-2-7-15,1 0 3 0,-5 0-19 0,6 0-19 16,-1-2-3-16,1 1-13 0,4 0-70 0,0 0 22 16,0 0-21-16,4 1 22 0,-3-1-32 0,2 1-84 15,1-2-21-15</inkml:trace>
  <inkml:trace contextRef="#ctx0" brushRef="#br0" timeOffset="-166632.92">7644 13279 130 0,'0'0'78'16,"0"0"-3"-16,-2 0 42 0,1-1-1 0,0 0-13 0,-1-1-14 15,0 2 6-15,-5-3-14 0,0-1 10 0,4 3-12 16,0 1-9-16,1-1 6 0,0 0-9 0,1 1-13 0,-1 0-25 16,0-1 0-16,0-1-8 0,1 1 8 0,-1 0 17 15,1 1 0-15,0 0 6 0,1 0 11 0,1 0-15 16,0 0 10-16,2 0-14 0,10 0-10 0,1 0-1 15,1 1-6-15,0 0 4 0,4 2-9 0,-1-1-8 16,-2 0-2-16,1 0-1 0,-2-1-9 0,1 0 3 16,-3 0-3-16,2 0 2 0,-4-1-12 0,-1 0 6 15,-1 0-5-15,-2 0 4 0,1 0-7 0,-2 0 1 16,-1 0-2-16,0 0 0 0,-1-1-3 0,1 0-9 16,0 0-3-16,-2 0-5 0,2-2-37 0,-1 1-47 0,0-4-4 15,2-6-15-15,0 1-26 0,0-1-117 0,0-2-26 16</inkml:trace>
  <inkml:trace contextRef="#ctx0" brushRef="#br0" timeOffset="-165751.01">7845 12961 198 0,'0'0'49'0,"0"0"50"0,0-1-9 15,0 0-10-15,0 0-4 0,0 0-1 0,0-2-11 0,0 1 11 16,0 0-10-16,0 0 10 0,0-1-21 0,0-1-3 16,-2-1-3-16,2 2 0 0,0 2-19 0,-1-3 6 15,1 3-7-15,0-1 5 0,0 1-12 0,-1-2 11 16,0 1-6-16,0 1 7 0,0 0-6 0,-1 0-7 16,1-1 6-16,0 1-9 0,1 0 5 0,-1 0-8 15,0 0 4-15,-1-1-5 0,1 1 3 0,1 0 5 16,-1 0-5-16,1 0 5 0,-1 1-3 0,0 0-11 15,0 0 11-15,-1 1-11 0,1 0 1 0,1 0 0 16,-1 2-7-16,0-1 6 0,1 2-1 0,-2 6-5 0,0-2 4 16,1 4-4-16,0-2 7 0,0 0-8 0,0 2 2 15,0 2-2-15,-1-1 6 0,1 0-4 0,0 2 3 16,-1-1-4-16,-1 2 5 0,1 0-9 0,0 2 3 0,-1 3-4 16,0 1 5-16,-1 0 3 0,1 3-4 0,-2 0 3 15,0 1-5-15,1 0 3 0,-1 2 1 0,1 1 2 16,1-1 3-16,-1-6-10 0,1 1 4 0,0-2-3 15,1-2 15-15,1 2-11 0,0-2 5 0,-1-4-6 16,2 2 15-16,-1-4-10 0,1 1 5 0,0-1-6 16,0-1 10-16,0-2 2 0,-1 0 3 0,1-1-1 15,0-1 3-15,0-1-5 0,0-1-8 0,-1-1 3 0,0 0-7 16,1-3-11-16,0 1 6 0,0 0-9 0,0-2 10 16,0 1-8-16,0 1-1 0,0-1-4 0,0 0-12 0,0 1-27 15,0-1-37-15,0-1-4 0,0 0-194 0</inkml:trace>
  <inkml:trace contextRef="#ctx0" brushRef="#br0" timeOffset="-164450.63">8369 12586 868 0,'-1'0'47'0,"0"0"76"0,0 0-52 16,-1 0-32-16,1 0 0 0,0 0-15 0,0 0-26 15,0 0 5-15,-1 0-3 0,2 0 3 0,0 0 3 16,0 0-3-16,0 0 3 0,0 1-3 0,0 1 3 16,2-1-3-16,-1 0 7 0,0 1-5 0,0 3 16 0,3 6 22 15,-1 0-7-15,1 2 12 0,-1 4-10 0,1 0-9 16,-1 5-3-16,1 0-1 0,-2 0 2 0,1 3-8 15,-2 2 7-15,0 5-10 0,1 1-7 0,-1 1 4 16,1-1-1-16,-2-3 4 0,0 1 3 0,0-4-12 16,0-1 7-16,0-3-6 0,0-2 10 0,0-1 2 15,-2-1-9-15,1-1 6 0,-1-2-2 0,0-2 4 16,-1 1-1-16,1-6-1 0,0 2-11 0,0-3 2 16,1-1 2-16,0-1-1 0,1-4 1 0,0 0-5 0,-1 1 1 15,0-1-2-15,-1 0 9 0,1 0 2 0,0-1 5 16,1 0-3-16,0 0 0 0,0 0-7 0,0-1-7 15,0 0 2-15,0-1-2 0,-1-9-6 0,0-14 3 16,1-3-5-16,1 0 9 0,2-2-4 0,2-3 1 0,0 1-2 16,1-4-3-16,-2 0 2 0,2-1 4 0,0 0-1 15,0 5 4-15,1 0-5 0,0 4 0 0,1 2-2 16,2 1 4-16,-1 6 1 0,2-1-3 0,-10 2 2 16,14 2 0-16,4 3-5 0,-4 3 4 0,3 1-3 15,2 2 10-15,-1 1-4 0,1 2 0 0,-5 0-3 16,2 2-1-16,1-11 0 0,0 5-4 0,1 4 1 15,-4 1-10-15,-1 2-8 0,2 3 4 0,-5-1-8 16,1 2-15-16,-5-1-99 0,0 1-12 0,-1-1-41 0,2 0-142 16</inkml:trace>
  <inkml:trace contextRef="#ctx0" brushRef="#br0" timeOffset="-164249.81">8838 13013 1137 0,'-1'0'1'15,"0"-1"22"-15,0 0-44 0,0 0-23 0,-1-1 1 16,1 1-20-16,0 0-122 0</inkml:trace>
  <inkml:trace contextRef="#ctx0" brushRef="#br0" timeOffset="-163867.19">8787 13020 1036 0,'-2'0'68'16,"1"0"-3"-16,0 0 23 0,-1 0-3 0,0 0-16 16,-7 1-19-16,1 1-17 0,-4 1-7 0,1 1-3 15,-3 3-15-15,-1 1-4 0,-1 1 2 0,-2-5-2 0,4 13-1 16,-3 3 3-16,3 3-5 0,-1-1 3 0,-3 0-2 15,5-2 2-15,-1 2-2 0,5-5 1 0,2 0-3 16,2-2 0-16,4-1 1 0,0-4-1 0,-6-1 6 0,3-2 20 16,2-2 1-16,0 1 6 0,0-2 0 0,2-1-5 15,0-2-3-15,0 0 2 0,0 0-7 0,2 2-6 16,-1-1 4-16,0-1-3 0,1 0 7 0,4 0-5 16,6 1-2-16,1-2 0 0,1-2-9 0,-2-1 2 15,-1-3 2-15,1-1-1 0,-5 1-7 0,5 0 0 16,0-6 1-16,0 1 1 0,0-2 0 0,-1 1 2 15,-2-3-2-15,-1 1 4 0,0-2 2 0,-1 0-10 16,-3-1 4-16,1 1-4 0,-1-1 10 0,-3 1-10 0,0-2 1 16,10 2-2-16,-5 1 2 0,-3 0 1 0,-2 4 3 15,-1 1-1-15,0 1 6 0,0 1-2 0,-1 2-5 16,0 2 2-16,1 3-6 0,-1-1-11 0,1 1 5 16,-1-2-10-16,-4 0-8 0,0 0-14 0,2 2-10 0,0 1-6 15,1 0-74-15,0 0-33 0,-1 1-19 0,2 0-7 16,0 2-120-16</inkml:trace>
  <inkml:trace contextRef="#ctx0" brushRef="#br0" timeOffset="-159043.72">19944 15675 123 0,'-1'0'98'16,"-1"0"-33"-16,1 0 33 0,0 0 7 0,-10-1-60 15,1 0-9-15,2 1 31 0,-4-1-7 0,4 1 12 16,-2 0-12-16,2 0-10 0,4 0 0 0,-1 0-4 16,2 0-8-16,0 0-16 0,2 0 0 0,-2 0-7 0,1 0-15 15,1 0 6-15,-1 0 4 0,1 0 2 0,0 0 20 16,1 0-11-16,0 0 5 0,1 0-7 0,2 0 3 0,4-1-15 15,9-2 2-15,-2 1-5 0,2-2 6 16,-2 2-3-16,-1 0 1 0,0-1-1 0,-1 1 6 16,0 0-13-16,1-1 0 0,-1 1-4 0,-3 1-1 0,0 0-5 15,-1-1 0-15,-1 1-4 0,1-1-27 0,-2 0-121 16,1-1-31-16</inkml:trace>
  <inkml:trace contextRef="#ctx0" brushRef="#br0" timeOffset="-158862.44">19814 15718 1153 0,'0'0'96'0,"0"0"-110"0,0 0 96 0,0 0-50 16,0 0-62-16,0 0 21 0,0 0-1 16,2 0 8-16,0 0-3 0,11 0 5 0,9-1 2 0,5-3 1 15,3-1 0-15,-2-1-15 0,4-2-13 0,-2 0-5 16,2-3-98-16</inkml:trace>
  <inkml:trace contextRef="#ctx0" brushRef="#br0" timeOffset="-157294.49">8616 13205 17 0,'0'0'0'15,"0"0"95"-15,0 0 26 0,0 0 37 0,-1-1 12 0,0-1-75 16,-1 1-13-16,1 0-37 0,0 0 11 0,0 0-15 16,0 0-2-16,0-1 1 0,-2 1-8 0,1-1 8 15,0 0-4-15,-1-1-10 0,3 2 10 0,-5-5-9 16,2 0 6-16,-1 0 2 0,2 2-9 0,1-1 8 15,0 0-12-15,0 1-1 0,-1 0 0 0,2 0 0 0,-1 0 8 16,1 1-8-16,0 1 7 0,0 1-8 0,0-1 6 16,0-1 1-16,0 1 3 0,0-1 0 0,0 2 10 15,0 0-16-15,0 0-2 0,0 0-4 0,0 0-3 16,0-1-6-16,0 1 0 0,0 0-3 0,0 1-6 0,-1 0 0 16,0 1 0-16,0 2 0 0,-4 12 0 0,-2 10 1 15,0 3 2-15,2-1 0 0,-1 3-2 0,0 1-1 16,1-2-2-16,0 2 1 0,1-6 6 0,1-2-5 15,0-3 2-15,2-3-5 0,0-3 6 0,0-1-3 16,1-5 3-16,0 0-2 0,0-1 5 0,0-3-10 16,0-2 3-16,0-1-5 0,0 2 14 0,0-1-8 15,0 0 3-15,0 1-3 0,0-2 9 0,0 0-3 0,0 0 2 16,0-1-4-16,0 0 0 0,0-1-7 0,0-11 3 16,1-14-4-16,1 1 9 0,3 0-9 0,1-2 2 15,1 0-3-15,-1 0 12 0,0 2-7 0,1-1 0 16,-1 1-3-16,0 3 3 0,-2 1 4 0,0 1-1 15,1 2 3-15,-2 2-4 0,1 3-2 0,-1 1 3 0,-1 2-3 16,1 1 2-16,-2 3 1 0,0 2 0 0,-1 1 0 16,0 1-4-16,1 0 10 0,1-1-4 0,-1 1 8 15,0 1-7-15,0 0-8 0,0-1 2 0,0 2-5 16,1 0 8-16,-1 2-3 0,-1 0 1 0,0 23-1 16,-3 1 10-16,-1 2-10 0,-1 0 5 0,-1 3-7 15,-1-1-1-15,1 3 6 0,1-1 1 0,2-3 3 16,-1 1-1-16,2-5 8 0,-1 0-7 0,-1 0 8 15,1-2 2-15,-1 0-9 0,2-2-1 0,-1-2-3 0,1-5-1 16,1-1-5-16,0-1 6 0,-1-3-7 0,2-1-7 16,0-2-5-16,0-1-11 0,0-2 3 0,0 0-38 0,0-1-71 15,0 0 2-15,2-1-31 0,-1 1-53 0,0-2-211 16</inkml:trace>
  <inkml:trace contextRef="#ctx0" brushRef="#br0" timeOffset="-156894.94">8821 13095 815 0,'0'0'22'15,"-2"0"0"-15,1-1 14 0,0 0-3 0,0 0-1 16,0 0-18-16,0 0-6 0,-1-1 1 0,1 1-1 16,0 0 10-16,0 0-14 0,1 0 5 0,0 0-8 15,0-1 6-15,0 1 10 0,0 0-3 0,0 0 10 16,0 0 34-16,0-1 13 0,0 1 8 0,0 0-5 0,0 0-6 16,0 1-20-16,-1 0 0 0,0 1-5 0,-1 0-7 15,1 2-1-15,0 3-1 0,-3 10-1 0,1 2-13 16,1 3-2-16,-1 1-7 0,1 3 5 15,0 1-3-15,-2 3 5 0,0 3 1 0,0 1 2 0,-1 1-1 0,0-2-2 16,1-5-4-16,-1-3 0 0,1-1-7 0,1-3-4 16,1-2 5-16,0-2-5 0,2-3-7 0,0-3 3 15,0-1-4-15,0-2 5 0,0-3 6 0,0 0-18 16,0-2 6-16,0 1-12 0,0-1-5 0,0 0-11 16,0 1-14-16,0-2-4 0,0 0-103 0,0 0-79 15,0-1-45-15</inkml:trace>
  <inkml:trace contextRef="#ctx0" brushRef="#br0" timeOffset="-156460.96">8518 12970 784 0,'-1'0'23'0,"0"-2"-2"15,0 1 14-15,0 0-9 0,-2 0 1 0,1 0-15 16,0 0-4-16,-1-1 7 0,1 1-6 0,0 0 5 0,-1 0 6 16,2 1-5-16,-1-1 6 0,-3-2 1 0,1 2 24 15,2 1-1-15,0 0 9 0,-2 0 6 0,2 0 0 16,1 0-2-16,0 0-2 0,-2 0-27 0,1 0-9 15,-1 0 5-15,2 0-3 0,0 0 18 0,0 0 11 16,1 0-5-16,0 0 6 0,1 0-2 0,0-1-13 16,2 1 4-16,15-7-7 0,2 1-10 0,4 1-10 15,-2 2 0-15,3-2-2 0,0 2-7 0,-3-1 1 16,3 3-4-16,-5 0 3 0,0 1-1 0,-3 0-3 16,-1 0 5-16,-2 0-5 0,-1 1 1 0,-3 0 3 0,0 1-2 15,-2 1 2-15,0 0-5 0,-2 0 3 0,1 0-6 16,-1 0 4-16,0-1 3 0,0 0-9 0,0 1 3 15,-1-1-6-15,1 0-1 0,-1-1-29 0,2 2-2 16,1-2-21-16,1-1-125 0,0-2-169 0</inkml:trace>
  <inkml:trace contextRef="#ctx0" brushRef="#br0" timeOffset="-155843.3">8042 13799 811 0,'-1'0'139'0,"0"0"-141"0,0 0 156 0,-15 2-72 15,3 0-31-15,5 0-14 0,0-1-10 0,3-1 0 16,1 1-24-16,1-1-3 0,2 0 4 0,-1 1-3 16,-1-1-5-16,1 0-13 0,1 1 3 0,0 0-2 15,-1 1 27-15,1-1-6 0,0 0 6 0,1 0-5 16,0 0 28-16,0 0 27 0,1 1-2 0,0-1 9 16,1 0-7-16,0 0-7 0,9 0 2 0,5 2-6 0,-1-2-7 15,5 0-6-15,3-1-4 0,0 0 0 0,3 0-11 16,3-1 9-16,1 0-8 0,2 1 8 0,0-3-10 0,0 2 5 15,1-1 3-15,-1-2-4 0,2 3-15 0,-1 0 0 16,2-1-4-16,2-2 4 0,0 2-7 0,0-1 5 16,-1 2-7-16,-2 1 7 0,-1 0-2 0,-1 0-5 15,-3 0 5-15,-2 0-6 0,-2 0-1 0,-1 1 2 16,-3 2-1-16,-1-1 3 0,0 0 0 0,-1 0-3 16,-1-1 5-16,0 0-4 0,0-1 1 0,-2 0 1 15,-2 0-2-15,3 0 2 0,-2 0-7 0,-3 0 4 16,-2-1-6-16,-1 0 5 0,-1-2-14 0,-1 1-23 15,1 0-8-15,-1-1-13 0,0 0-107 0,0-2-74 16,-1 0-37-16,0 1-21 0,-2-7-270 0</inkml:trace>
  <inkml:trace contextRef="#ctx0" brushRef="#br0" timeOffset="-155443.69">8268 14133 879 0,'-1'0'10'0,"0"0"1"15,-1 0 9-15,0-2-4 0,0 1 1 0,-1 0-12 0,1 0-1 16,0 0-4-16,0 0 1 0,1-1-4 0,0 1 5 15,0 0 1-15,0 0 2 0,0 0 7 0,-1-1 25 16,1 2 9-16,0 0 6 0,0 0 28 0,1 0-19 16,-1 0 6-16,0 2-10 0,-1-1-1 0,1 1-15 15,-8 13 2-15,1 2-5 0,-3 2-2 0,3 1 9 16,1 0-8-16,-3 2 7 0,3 2-13 0,0-1-7 16,1 1-4-16,2-3 0 0,-1 0-9 0,1-1-5 15,2-1 1-15,-2 2-3 0,1-3 5 0,1 2-12 0,-2-3 3 16,3 0-7-16,0-2 8 0,0-3-10 0,-1 1 3 15,2-4-8-15,0 0-8 0,0-1-13 0,0-4-3 16,0 0-4-16,2-1-27 0,-2-2-110 0,2 2-7 16,5 0-48-16,9 1-157 0</inkml:trace>
  <inkml:trace contextRef="#ctx0" brushRef="#br0" timeOffset="-155159.83">8401 14256 1582 0,'-1'0'42'0,"-1"0"3"16,1 1-17-16,0 0-14 0,0 1-9 0,0-1 7 0,0 0-10 16,1 0 5-16,1 0-7 0,0 2 1 0,5 0 0 15,16 5 3-15,3-4-3 0,2-4 5 0,2-2-4 16,-3-3-1-16,2-2-1 0,1-1 0 0,-2-1-5 15,1 0 5-15,-5 2-5 0,-4 0 10 0,-3 2-7 16,-4 0 4-16,-1 2-5 0,-2-1 5 0,-2 2-2 16,-1 0-6-16,0-1 0 0,-1 1-16 0,-2 1-14 15,-1 1-2-15,-1 0-8 0,0 0-44 0,0 0-12 16,2-1-20-16,-2 1-1 0,0 0-123 0</inkml:trace>
  <inkml:trace contextRef="#ctx0" brushRef="#br0" timeOffset="-154875.89">8648 14020 1429 0,'-3'0'29'0,"-4"0"59"16,-1 0-64-16,2 0-10 0,2 0 0 0,-1 0-6 15,2 0-9-15,1 0 5 0,0 1-8 0,-1 0 6 0,1 0-7 16,1 2 5-16,-4 6 3 0,-1 5-2 0,3 1-4 15,-1 3-2-15,3-1 4 0,1 1 0 0,-2 2 10 16,-1-1-5-16,0 2 0 0,-1 0 0 0,1 1 18 16,-1 1 6-16,1 1-3 0,-1 0 1 0,2 1-22 0,-2 2 1 15,1-2 1-15,0 1 0 0,0-4-6 0,-1-2 3 16,2 0-6-16,0-2 4 0,-1 0-7 0,2-1-4 16,0-3-2-16,1 0-2 0,-1 0-18 0,1-3-18 15,0-1-32-15,0-1 1 0,1-2-136 0,0-1-147 16</inkml:trace>
  <inkml:trace contextRef="#ctx0" brushRef="#br0" timeOffset="-154558.54">8885 14066 945 0,'-1'0'157'15,"0"0"25"-15,0 1-69 0,-4 0-53 0,-3 2-31 16,1 1-5-16,1-2-3 0,2 1-1 0,0 0-4 16,0 3-19-16,1 5 6 0,-2 0-2 0,4 2 6 15,-2 0-11-15,2-1 4 0,-8 1-1 0,2 2 3 16,1 2-2-16,2 2-2 0,0 3 3 0,-1 4-1 0,0 0 7 16,-1 7 1-16,0 0 5 0,-2 4 1 0,-1 1 43 15,-3 2-18-15,0 0 1 0,2-4-10 0,-3 3-12 16,1-6 1-16,-1 1 4 0,1-2-3 0,1-3 2 15,1-3-14-15,2-2-2 0,2-6-3 0,1 0-4 0,2-4-7 16,0-3 2-16,2-2-5 0,0-3-12 0,1-2-13 16,0-2-11-16,0-1-1 0,0 1-47 0,1 0-118 15,0-2-8-15,2-2-49 0,14-15-140 0</inkml:trace>
  <inkml:trace contextRef="#ctx0" brushRef="#br0" timeOffset="-153924.43">8859 14083 1030 0,'0'0'16'15,"-1"0"1"-15,0 0-8 0,0 0-1 0,0 0-8 16,0 0-5-16,-1 0-14 0,1 0 3 0,0 0-6 15,0-1 7-15,0 0 8 0,-1 0 1 0,1 0 3 16,0-2 9-16,1 2 5 0,-3-6 10 0,0 1-4 0,1 1 28 16,1 2 14-16,1 0-7 0,-1 0 9 0,-1-2-12 15,1 1 3-15,0-1-2 0,1 0 2 0,0 2-4 16,0 0-12-16,1-1 5 0,2-2-8 0,0 0-3 0,2 0-2 16,3 0-5-16,6 4 2 0,1-1-17 0,1 0 4 15,-1-8-8-15,-1 4 7 0,0 2-12 0,-1 4 1 16,0 1 3-16,0 1 0 0,-4 1-5 0,2 1 2 15,-4 0 1-15,-2-1 3 0,1 1-3 0,-4-1 8 16,3 9-7-16,2-1 9 0,-1 0 9 0,-2 3 8 16,-2-2 3-16,-2 2-1 0,-2 0 0 0,0-2-8 15,-3 2 2-15,-1-1-6 0,-1-1-10 0,1-2 2 16,1-1-4-16,3-1 3 0,-5 0-6 0,1-1 3 0,3 0-3 16,-2-2 3-16,3 0 0 0,-2-1-6 0,1-1 2 15,2 1-3-15,-2-2 2 0,2 0-4 0,0-1 4 16,0 0-4-16,1 1 6 0,-3 1-8 0,1 1-1 15,0-1-3-15,1 0 2 0,-1 0 3 0,1-1 1 16,0 0 0-16,0 0 1 0,1 0-4 0,0 1 3 0,0-1-1 16,1 0 9-16,0 0-2 0,2 0 0 0,2 0-2 15,6 1-2-15,1 0 2 0,1-1-2 0,-3 0 2 16,2 2 0-16,-4-2 1 0,1 1 0 0,-4-1-1 16,0 1 2-16,-1-1 2 0,0 1 2 0,-2-2-1 15,0 1-1-15,0 2 10 0,1-1-4 0,-2 1 5 16,1 5-12-16,-2 3 14 0,-1 0-9 0,-5 4 9 15,-2 0-7-15,2 1 1 0,-15 1 3 0,2-3-5 0,1 2-11 16,2-4 6-16,2-2-5 0,2-1 5 0,3-3-5 16,2-2-7-16,1 1-5 0,2-4-2 0,2 0-34 15,1 0-86-15,-1-1-10 0,0 1-35 0,0 0-122 16</inkml:trace>
  <inkml:trace contextRef="#ctx0" brushRef="#br0" timeOffset="-153374.72">9105 12573 1116 0,'-1'0'48'15,"0"0"-20"-15,-4-1 48 0,-2-1-12 0,2 1-30 0,3 1-16 16,0 0-8-16,-1-2-1 0,1 1-24 0,0 1 4 16,0 0 3-16,1 0 2 0,0 0 7 0,1 0 7 15,1 0 0-15,0 0 3 0,2 1 3 0,4 1 32 16,3 1-3-16,3 2 14 0,-2 0 6 0,5 2-11 16,1 0 0-16,1 1-5 0,0 1-9 0,1 2 0 15,1-1-8-15,0-8 3 0,1 14-11 0,0 4-12 16,-1 5 4-16,-1 2-8 0,0 1-2 0,-2 4-3 15,-1 2 3-15,-1 6-3 0,-1 2 10 0,-1 1-11 16,-1 1 5-16,-4-4-7 0,-1 3 4 0,-2-1 3 0,-3 3-3 16,1 2 3-16,17 1 3 0,-12 5-2 0,-7 1 3 15,-3 5-2-15,-4-1 8 0,-3 2-5 0,-4 2 5 16,-3-1-5-16,-2 3 12 0,-4 1-9 0,0 0 5 16,21-2-6-16,-24-4 4 0,3-5-18 0,-1-4 4 0,1-12-7 15,3 0 2-15,-2-4-86 0,2-1 1 0,-1-4-38 16,-1 0-82-16</inkml:trace>
  <inkml:trace contextRef="#ctx0" brushRef="#br0" timeOffset="-152507.52">8208 12650 504 0,'0'0'58'0,"0"0"0"0,-1 0 28 0,0 0-11 15,-1 0-3-15,1 1-2 0,0 0-7 0,0 0-3 16,-1 0-2-16,-1 1-14 0,1 0-3 0,1-2 4 16,0 9-5-16,-5 0-12 0,2-1-2 0,-2 1-8 15,0 0 5-15,2 0 0 0,-2 0 14 0,-1 0 1 16,2 1 2-16,-2 0-2 0,5-1-13 0,-5 0-1 0,-1 1-5 15,1 0-3-15,0 3-12 0,-1 1 3 0,1 1-7 16,0 1 1-16,1-1 3 0,0 3 3 0,-1 3-1 16,0 0 8-16,-1 3-8 0,1-1-2 0,-1 2 0 15,1 1 4-15,-2 2-1 0,1 1 3 0,0 4-5 16,1 0-6-16,1 4 9 0,1 2-6 0,1 4 9 16,-2 3-10-16,1 6-1 0,1-1 0 0,0 0 0 15,-1-2-4-15,0 0 4 0,2-5 5 0,-2-1-3 0,0-1-2 16,1-3 5-16,-1-3-7 0,1-1 7 0,2-4 5 15,0 0 15-15,1-3 3 0,1-5 2 0,0-1 5 0,0-2-12 16,0-3-1-16,1 2-5 0,1-1-7 0,0-1-7 16,2 0 2-16,0-2-5 0,0 0-4 0,1-1 5 15,0-1-6-15,0-1 5 0,1 0-16 0,3 1 10 16,-2-4-5-16,-1 1 4 0,11-1-14 0,0-1 3 16,0-1-4-16,3-2 0 0,-1-1-21 0,3-3-69 15,5 14-30-15,4-9-29 0,4-7-250 0</inkml:trace>
  <inkml:trace contextRef="#ctx0" brushRef="#br0" timeOffset="-151519.17">9984 12478 474 0,'0'0'67'0,"-2"0"-6"0,1-1 48 16,0 0-5-16,0 0-9 0,0-1-46 0,0 1-6 15,-1 0-9-15,1 0 5 0,0 0-17 0,0-1-7 16,0 1 2-16,1 0-2 0,0 0 2 0,-1 0-4 0,1 0-1 16,0-1 2-16,0 1 19 0,0 0 0 0,-2 0 9 15,2 0-8-15,-1 0 0 0,0-1-7 0,0 1-8 16,0 0 4-16,-1 1 4 0,1 0 4 0,0 0 1 15,-1 1-2-15,-2 0-10 0,-3 3 0 0,-2 2 1 0,-1 1-2 16,1 9-9-16,-2 1 1 0,1 3-2 0,0 1 2 16,1 1-9-16,1 2 1 0,-2 3 0 0,2 2 1 15,0 4-2-15,1 5-3 0,-3 6-2 0,3 2 0 16,-3 3 4-16,2 0 4 0,-2-2-1 0,1-2 0 16,3-2-3-16,0-3-4 0,1-1 3 0,2-3-2 15,-15 0 2-15,10-3 3 0,5 0 3 0,3-1-1 0,3 3 8 16,2-3-7-16,-1 1-5 0,2 0 2 0,0-1-1 15,0-1 6-15,0-5 7 0,-2-2-2 0,1-3 12 16,1-1-4-16,1 2-1 0,-1-4-1 0,1 1-5 16,1-1-7-16,-1-4 2 0,0-1-3 0,0 0-2 0,0-3-4 15,1 0-3-15,-3-2 0 0,-1 1-6 0,4-2-7 16,0-1 3-16,-1-3-4 0,3 0 7 0,-2 0-12 16,3 4 1-16,0-1-8 0,2-3-16 0,2-2-227 15,1-3-105-15</inkml:trace>
  <inkml:trace contextRef="#ctx0" brushRef="#br0" timeOffset="-147203.69">10146 12825 159 0,'0'0'43'0,"0"0"-7"16,0-1 23-16,0 0 3 0,0-1-10 0,0 0 5 15,0 0-5-15,-1-4 6 0,1 1-7 0,-1-1 6 16,-1 2-10-16,2 0 9 0,0 2-9 0,0-1-1 16,0 2 3-16,0 0-4 0,0 0 3 0,0 0 0 15,-1-2-12-15,0 1 1 0,-1 0-4 0,0 0 1 0,1 1-9 16,0 0 4-16,0 0-7 0,0 0-4 0,-2 0 2 15,1 1-10-15,0 0 7 0,-1 1-17 0,2-1 10 16,-5 16-1-16,-2 7 4 0,3-1 6 0,2-1-9 16,0 3 5-16,1-1-6 0,-11-1 0 0,4 3-9 15,3-4 4-15,2 0-4 0,0-1 18 0,0-2-13 16,3 1 5-16,0-3-8 0,0 2 2 0,-1-2 5 0,0 2-1 16,-1 0 4-16,0-2 3 0,1 1-16 0,-2-1 8 15,2-2-10-15,0 0 11 0,0-3-4 0,1-2-3 16,0 1 1-16,0-4-2 0,0 1-6 0,1 0-6 15,0-4 2-15,0 0-13 0,0-1-14 0,0 0 2 16,0 1-13-16,0-2-61 0,0 0-261 0</inkml:trace>
  <inkml:trace contextRef="#ctx0" brushRef="#br0" timeOffset="-146833.38">10279 12991 1414 0,'0'0'16'0,"0"0"-1"0,-1 0-6 16,-1 0 1-16,1 0-9 0,0 0-8 0,0 0 2 16,0 0-2-16,0 0 1 0,-1 0-11 0,1 0 1 15,0 1-2-15,1-1 4 0,0 0 10 0,0 0-8 16,0 0 4-16,0 0-5 0,0 0 17 0,0 0 15 15,0 0 3-15,0 0 4 0,0 0 10 0,0 0 2 16,0 0-2-16,0 0 1 0,0 0-1 0,0 0-10 16,0 0 0-16,0 0-4 0,1 0-3 0,0 0-3 0,2-1 5 15,3 0-6-15,8-3-9 0,0 2 0 16,1-2-3-16,3 2 3 0,1-1-4 0,-3 0 1 16,4-1-4-16,-1 1 3 0,0-2-2 0,-2 2-4 0,0 0 3 15,-4 1-3-15,-5 0 1 0,2-1 3 0,-4 2-1 0,0 0 0 16,4 1-8-16,-8 0 4 0,3 0-5 0,-3 0 4 15,0 0-10-15,1 0-13 0,-2 0-8 0,0 0-7 16,0-1-75-16,0 0-98 0,1-1-39 0</inkml:trace>
  <inkml:trace contextRef="#ctx0" brushRef="#br0" timeOffset="-146536.14">10466 12679 1474 0,'0'0'46'0,"-1"0"-1"15,-1 0 2-15,1 0-8 0,0 0-13 0,0 0-35 0,0 0 5 16,0 0 3-16,-1 1 1 0,1 1 7 0,0-1-14 16,0 1 7-16,0 6-7 0,-2 4 13 0,1 6-4 15,1 0-2-15,1 1 0 0,-1 7-9 0,-1-3 12 16,0 1-2-16,-1 3 6 0,-1-1-5 0,0 0 8 15,1 0-4-15,-1-3 5 0,1 0-10 0,-1-2 6 16,1-1-2-16,0-4 3 0,1 1-8 0,0-3 7 0,1-1-9 16,-1-1 7-16,1-1-5 0,1 0-12 0,0 0 3 15,0-4-7-15,0 0-4 0,0-3-100 0,0 1-4 16,0-3-47-16,0 0-136 0</inkml:trace>
  <inkml:trace contextRef="#ctx0" brushRef="#br0" timeOffset="-145666.99">10801 12863 1024 0,'0'-2'18'0,"-1"1"30"0,0-1-32 0,-1-5-10 15,1-6 0-15,1-1-4 0,0-3-4 0,1 0-4 16,2 0 1-16,0 0-1 0,1 1-6 0,-1 1 15 16,1 0-9-16,-2 3 12 0,1 1-3 0,-2 4 1 15,0 0 14-15,-1 4-8 0,0-2 37 0,0 3 36 16,0-1-11-16,0 2 16 0,0 0-31 0,0 0-15 16,0 0-1-16,-1-2-6 0,0 1-17 0,-1 1-8 0,0 0 0 15,0-1-2-15,-1 1 0 0,-1 1-10 0,-5 0 2 16,-1 4-6-16,-2 3 0 0,0-4 6 0,-2 17-5 15,1-1 5-15,-2 2-1 0,1 3 1 16,1 1 3-16,3 0-2 0,1-1-6 0,0-5 10 0,2-4-1 16,0-2 6-16,4-2-3 0,-5 0-6 0,3-2 0 0,2-1-1 15,0-1 12-15,1-1-6 0,1 0-1 0,1-3-2 16,0-1 4-16,0 1-6 0,0-2 3 0,0 1-4 16,0 1-1-16,1-1 1 0,0 0 2 0,0 1-2 15,2-2 1-15,-2-1-2 0,6 2 1 0,-1-1 0 16,1 1 14-16,0-2-7 0,1 0 1 0,4-3-5 15,-3 0-2-15,2-3-1 0,0-1 0 0,-3 6 0 0,1-10 8 16,2-2-7-16,-2 0 4 0,1 0-5 0,-1-1 2 16,-1 1 0-16,-1 1 1 0,-1 2-1 0,0 2-5 15,-4 2 11-15,1 0-8 0,-2 2 11 0,0 1-6 0,-1 2-1 16,1-2 7-16,2 1-4 0,-1 0 22 0,0-1-7 16,-1 1 4-16,1 1-8 0,-1 0-11 0,0-1 9 15,0 1-7-15,0 0 6 0,1 0-16 0,-1 0 7 16,0 1-6-16,0 0 8 0,0 0-15 0,-1 1 7 15,0 0 0-15,0 0 4 0,0 0-2 0,1 11-2 16,1 0 0-16,-1-2-2 0,0 2 2 0,0 1 0 16,0 2-4-16,0 3 4 0,-1 1 2 0,0 4-5 15,-1 1 4-15,-1-2-4 0,-2 3 10 0,1-2-8 16,-2 1 1-16,-2 3-5 0,-1 0 5 0,-2 0 6 0,1 0-5 16,0 0 6-16,-1-1-6 0,0-1 2 0,-1-3 1 15,2-3 0-15,-1-1-2 0,2-4-2 0,1-3 1 16,0-1-2-16,6-2 1 0,-9-2 2 0,0-4-1 15,0 3 3-15,2-4 11 0,0 5 8 0,2-2-4 0,-1-2 4 16,1-1-10-16,1-1-1 0,-1 0-3 0,4 0 0 16,-1-1-17-16,0 0 8 0,-3-7 0 0,-1-5 2 15,1-1-1-15,3 1 3 0,1-3-5 0,2 1 2 16,0 0-4-16,1 1 1 0,1 1 3 0,2 1-1 16,0 0 6-16,2 2-6 0,1 0 3 0,-1 1-3 15,7-1 10-15,0 3-9 0,0-1 7 0,0 2-8 0,0 0 0 16,-1 2-1-16,-2 0-2 0,-2 1 3 0,2 1 4 15,-2 1-6-15,0-5-1 0,2 0-2 0,-2 3 3 16,1-1-8-16,0 3 1 0,-1 0-4 0,0 0 0 0,-1 1 3 16,1 0-2-16,-1 0 1 0,0 0-10 0,0 0-10 15,2 0-9-15,0 0-8 0,-1-1-94 0,3-2-56 16,1 1-30-16,-1-2-18 0,1 0-223 0</inkml:trace>
  <inkml:trace contextRef="#ctx0" brushRef="#br0" timeOffset="-144881.71">10948 13097 1343 0,'0'0'30'0,"0"0"2"0,0 0-8 0,-1 0-6 0,0 0-8 16,-1 0-2-16,2 0-10 0,-1 0 1 0,1 0-6 15,0 0-3-15,0 0 5 0,0 0-3 0,0 0 4 16,0 0 3-16,0 0 7 0,0 0-1 0,0 0 5 16,0 1 9-16,0 0 9 0,0 0 3 0,-1 0 0 15,1 0 4-15,-5 12 9 0,-1 3-12 0,2-1 10 0,-1 3-28 16,0-2 7-16,1 1-3 0,-1 0 2 16,0-2-20-16,0 2 9 0,2-1-5 0,-1-3 6 0,1 1-8 15,2-5 5-15,-2-1-1 0,2-2 1 0,1-4-7 16,0-1 1-16,-1 2 2 0,0-1-1 0,1 0-2 0,0 1-2 15,0-2-2-15,0 0 2 0,0 0 14 0,0 0 3 16,0 1 3-16,0-1-3 0,0 0-11 0,0-1 0 16,0 0-10-16,0 0 6 0,0-1-2 0,0 0 2 15,0-2 1-15,1-6-1 0,0-2-2 0,0 2 2 16,2-1 4-16,-1 2-1 0,2-1 0 0,-1-1 2 16,1 1-7-16,-1-2 3 0,1 1-3 0,0-1 2 15,2-2 0-15,0 2 0 0,0-2-2 0,0 1 1 16,0 1 1-16,0 3 0 0,-2 1 2 0,0 2-2 15,-1 2 1-15,0 0-2 0,0 1-7 0,0 1 6 16,-1-1-5-16,0-1 5 0,1 2-8 0,-1 0 11 0,-1 1-1 16,2 0 4-16,-2 0 5 0,1 1 1 0,1 0 6 15,-2 2-4-15,2 6 10 0,1 6-8 0,-3-1 2 16,-1-2-4-16,0 0-4 0,0-3 1 0,0 0-6 0,0-2 6 16,0-3 2-16,0 0-11 0,0-2 8 0,0 0-9 15,0 1 1-15,0-1 0 0,0 1 0 0,0-1 1 16,0-1 0-16,0 0 7 0,0 0-2 0,0 1 6 15,0-1-4-15,0 0-14 0,0 0 1 0,0-1-7 16,-1 0 2-16,0 0 6 0,1-1 1 0,0 0 3 16,0 0 4-16,0-2-4 0,0-5 1 0,0-1-2 15,0-1 1-15,1 1-1 0,1-1 1 0,2 1 0 0,0 0 1 16,0 0-1-16,-1 2-3 0,0 3 2 0,-1-1-5 16,-1 3 6-16,0-1 1 0,-1 2 2 0,3-1 0 15,-1-1-8-15,0 1 1 0,1 1-3 0,-1 0 7 0,1-1-4 16,-1 1-2-16,0 0 1 0,1 1 9 0,-2 0-4 15,0 0 7-15,1 1-6 0,1 0-1 0,-3 1 7 16,8 9-5-16,-1 2 6 0,-2 0-8 0,-3-1 3 16,-1-1-3-16,0-2 1 0,-1-1-1 0,2-1-3 15,-1-1-2-15,-1-1 0 0,0-2 2 0,0 0-7 16,0-1 4-16,1 0-8 0,0 1-15 0,0-1-7 16,0 0-3-16,1 0-2 0,-1-1-37 0,0 0-54 15,0 0-6-15,0-1-17 0,2-1-39 0,-1 0-140 0</inkml:trace>
  <inkml:trace contextRef="#ctx0" brushRef="#br0" timeOffset="-144033.97">11267 12721 1015 0,'-2'0'88'0,"1"-1"168"0,0 0-211 16,-1 0-15-16,-1 0-10 0,2 0 0 0,0-1-19 16,0 1-12-16,0 0 1 0,-1 1-6 0,1 0 0 15,0 0 9-15,0 0 2 0,0 0 1 0,1 0 4 16,0 1 8-16,0 0-1 0,0 1 6 0,0 0 12 0,0 6 8 16,0 4 5-16,0 4-1 0,0 2 1 0,0 3-6 15,0 3 2-15,0 2-3 0,0-3 5 0,-3 4-3 16,1-1-4-16,-1-4 1 0,-2 3-19 0,0-3-2 15,2-3-1-15,-1 0 0 0,2-2-3 0,-1-3-5 16,2-3 4-16,0-2-4 0,0-2 6 0,1-3-3 16,0 0 0-16,0-2-1 0,0-1-10 0,0 2 3 15,0-1-1-15,0 0 4 0,0 1 5 0,0-2 5 16,0 0-9-16,0 0 3 0,-1 1-27 0,-1-2 2 0,1 0 1 16,0-2 1-16,0 1 7 0,0-1 7 0,0-2 2 15,-3-9 2-15,1-1 1 0,-1 0 3 0,0-1-1 16,1-3 2-16,1 1-2 0,0-3-4 0,1-2 1 15,0 1-2-15,1 0-1 0,0-1 4 0,2-2-3 0,2 1 4 16,-1 0 1-16,2 3 2 0,0 3 2 0,1 0 0 16,-2 2-4-16,1 2 0 0,1 1-3 0,0 2 2 15,-1 1 0-15,1 1 7 0,-1 1-3 0,-1 3 5 16,5-2-6-16,2 2 0 0,-2-1 7 0,2 3-6 16,1-1-1-16,-2 1 3 0,1 1-4 0,-3-5 3 15,0 2 0-15,1 0-3 0,-4 3-1 0,2 0 0 0,-1 1 5 16,-1 0 6-16,0 1 1 0,-2 0 0 0,1 1-1 15,-2 0 8-15,-1 5 3 0,6 2 1 0,-2-1 5 16,-1 2-6-16,-2-1-4 0,-1 0 0 0,-1 2-10 0,0 2 0 16,-1-1 0-16,-3 0 0 0,0 2 0 0,-2-1-6 15,-2 2 0-15,-1 0-2 0,1-2 2 0,7 0-3 16,-12 0 5-16,1-2-6 0,1 1 1 0,-2-2 6 16,1-1-3-16,2 0 6 0,0-2 0 0,2 0-9 15,-1-3 2-15,2 0-4 0,1-2 9 0,2-1-5 16,0 2 1-16,2-2-2 0,1-1 4 0,-2 2-7 15,1 1 0-15,0-1-4 0,0-1 0 0,1 0 4 16,0 1-1-16,0-1 2 0,0 0-2 0,0 0 4 0,1 0-3 16,0 0 4-16,0 1 0 0,0-1-4 0,0 1 3 15,1 0-5-15,0 1 6 0,0-1-1 0,0 0 5 16,-1 0-4-16,3 2-2 0,-1 0 1 0,0-1 0 16,0 1 2-16,2 2-4 0,1-3 2 0,0 2 0 15,-2-1 1-15,3-1-1 0,-1-1 1 0,1 0 2 0,-1 0 0 16,3 0-5-16,-3 1 5 0,1-1-5 0,0-1 6 15,-1 3-8-15,0-3 3 0,-1 1 1 0,0-1 0 16,-1 1 4-16,0-1-2 0,-1 0-5 0,-1 0 3 16,0 0-10-16,2 2 8 0,-1-1 0 0,0 0 1 15,1 1-7-15,-2-2-13 0,0 0-1 0,0 0-6 16,1 0-30-16,-1 1-71 0,0-1-14 0,0 0-20 16,0 0-64-16,0-1-146 0</inkml:trace>
  <inkml:trace contextRef="#ctx0" brushRef="#br0" timeOffset="-143633.07">11512 12863 1262 0,'-1'0'107'0,"0"0"-93"16,-1 0 115-16,-5 1-47 0,-3 0-47 0,3 0-22 15,2 0 1-15,2 0-6 0,-2 2 0 0,0 0-3 16,1 1-5-16,0 2 0 0,2-2-15 0,0 1 15 0,-2 1-9 15,3-1 10-15,-2-2-6 0,1 1 7 0,1-2-2 16,-1 1 3-16,2-2-4 0,-2 1 6 0,2-1 3 16,-1 2 1-16,0-1 8 0,0 0 2 0,0 1 5 15,1-2-2-15,0 5 4 0,0 2-21 0,2 1 1 16,2 3-6-16,0 1 9 0,2 0-5 0,0 0 5 0,0 1-6 16,0 0 1-16,-1-1-1 0,-1-1-5 0,0-2 2 15,-2 0 0-15,0-2 9 0,1-1 5 0,-2 0 3 16,0-1 15-16,-1 0 5 0,0 0-1 0,0-2 1 15,0 0-3-15,0 0-8 0,0-1 1 0,0-1-4 16,-1 2-3-16,1-3-2 0,-1 1-6 0,-2 1 2 16,-1 0-15-16,-1 0 6 0,4-3-5 0,-3 2 3 15,2-1-11-15,0 0-17 0,-3 1-1 0,3-2-8 0,-1 0-17 16,1 0-29-16,1 0 5 0,-2 0-15 0,1 0-17 16,0 0-36-16,0-2 0 0,1 1-12 0,1-1-14 15,-2-12-73-15,2-2-40 0</inkml:trace>
  <inkml:trace contextRef="#ctx0" brushRef="#br0" timeOffset="-143231.32">11546 12520 802 0,'-1'-1'146'0,"-1"0"-130"0,-6-5 153 15,-4 1-62-15,-1-6-40 0,5 0-30 0,-2-1 3 16,2 3-14-16,2 2-3 0,3 2-5 0,0 4 4 0,1 0-4 16,1-1-4-16,-2-3 0 0,1 2-5 0,0 1 2 15,-1 0-8-15,1 1 11 0,1-1 2 0,0 1 3 16,0 0 19-16,-1 0 7 0,1 0 1 0,0 1-1 16,0 0-13-16,0 0-7 0,-1 1 2 0,2 0-2 15,0 0 0-15,0 2 4 0,2 2 0 0,2 6 0 16,2 0-5-16,0-2-6 0,1 2 1 0,-3-1-2 0,11 1 3 15,-2 1-8-15,1-2-3 0,0 2 1 0,0 1 3 16,0 1-10-16,0 2 5 0,-2 1-7 0,2 0 0 16,-2 3 2-16,0 2-1 0,0 2 2 0,-2 3 3 0,-2 0-6 15,-1 5-1-15,-3 2 0 0,-2-2 0 0,2 1 9 16,-3-2-1-16,1-1 2 0,13-4-10 0,-7-1 9 16,-5-1-4-16,-2-4 9 0,-1 2 3 0,0-2-12 15,-2-2 7-15,-1 3-10 0,-2-1-1 0,-2 2-2 16,0-1-2-16,-4 1-2 0,-1-2-11 0,10 2-99 15,-17 2-38-15,-1 1-43 0,-8 5-339 0</inkml:trace>
  <inkml:trace contextRef="#ctx0" brushRef="#br0" timeOffset="-140313.35">6834 15071 299 0,'-1'0'149'0,"0"0"-36"0,-1-1 68 15,-3 0 9-15,-8-3-101 0,3 2-30 0,-1-1-24 16,2 2-1-16,3 0-3 0,-3 0-7 0,4 0-7 16,-1 0 0-16,2 1-2 0,2-2-3 0,-1 1 0 15,1 1 2-15,0 0-1 0,-4-1 6 0,0 0 3 16,5 1 8-16,-3 0-1 0,2 0 19 0,-2-1 0 15,1-1-3-15,1 2 3 0,-1 0-8 0,1 0-2 0,-4-2-2 16,4 2 1-16,-4-2-2 0,2 1-15 0,3 1 2 16,-1-2-7-16,-1 1-13 0,1 0-4 0,1 0 2 15,0 1-1-15,-1-1-5 0,1 1 5 0,0 0-9 16,0 0 9-16,0 0 1 0,1 0 0 0,0 0 9 0,1 0-5 16,0 0 4-16,1 0-8 0,3 0 5 0,7 0-4 15,2 1 6-15,1 0 3 0,2 0-8 0,0 2 7 16,5-1 2-16,-5-1-12 0,3 1 3 0,-2 0-5 15,2 0 8-15,1 0 0 0,4 2 3 0,-1-1-4 16,2 0 2-16,4 0 0 0,3 0-3 0,1 0 3 16,4 0-9-16,4-2 5 0,-1 0 0 0,5-2 3 15,-2-2-6-15,1-1 12 0,2-2-7 0,1-1 10 0,3-2-15 16,2 1 1-16,2 0 6 0,6 0-2 0,2 0 6 16,-4 0-1-16,3-1-5 0,-5 2 4 0,0-1 0 0,5-2-9 15,3 5 4-15,2-3-6 0,0 0 13 0,0 2-10 16,-5 0 7-16,-1 3-7 0,2 1 10 0,-1-1-5 15,1 0-1-15,2-2 0 0,0-1 3 0,-3 0-4 16,-2 0 9-16,-2 2-6 0,-2-3 13 0,2 1 1 16,-1-1-2-16,4 1 3 0,-4 0-1 0,-1 0-8 15,-3 0-2-15,-6 1-1 0,2 0-5 0,-4 1 6 16,-1 1-4-16,-1-1 4 0,-4 3-5 0,-2-2-5 16,-3 3 2-16,-2 0-2 0,-2 0 7 0,-5 0-6 15,-5 0 5-15,-5 2-6 0,-1-1-3 0,-6 0 11 0,-1 0-9 16,-2-1 8-16,-2 0-9 0,-2 0-1 0,0 0 2 15,1 1-2-15,1 1-3 0,-1-1-6 0,-1 0-1 16,0 0-6-16,0-1-35 0,-1 1-62 0,-1 0-7 0,-1 1-22 16,-13 1-70-16,-11 2-183 0</inkml:trace>
  <inkml:trace contextRef="#ctx0" brushRef="#br0" timeOffset="-139761.53">6965 15219 976 0,'-1'0'100'16,"0"0"-113"-16,-1 0 104 0,-8 0-52 0,0 0-38 0,6 0 12 15,0 0 2-15,2 0 2 0,1 0 5 0,-2 0-1 0,1 0-6 16,0 0 3-16,-1 0-12 0,2 0 8 0,0 0-3 16,0 0 6-16,0 0 7 0,1 0 11 0,0 0 2 15,0 0 2-15,1 0 5 0,0 0-8 0,1 0 0 16,9-1-5-16,2-1-3 0,2-1 5 0,2 1 0 0,0 0 1 15,4-1-2-15,3 1-16 0,5 1 6 0,4 0-9 16,3-2 9-16,5 2-13 0,0 0-2 0,4 0-2 16,2-2 7-16,0 1-4 0,0 0 2 0,3-2-4 15,2 1 5-15,7-2 4 0,3 0 5 0,3-1-3 16,1 2-1-16,-3-2 10 0,-2 0-7 0,2 0 7 16,0 0-4-16,6 0-2 0,-3 0 0 0,-1 0-2 15,1 1-8-15,-7-1 2 0,3 2 0 0,-2-1 1 0,0 2 0 16,3-1 5-16,-1 1 0 0,-1 0 0 0,-4 0-8 15,-4-1-5-15,0 2 3 0,-1 0-3 0,0 2 1 16,-3 0-3-16,-1 0 1 0,-3 1 0 0,-3 0 4 16,-1 0-8-16,-2 2 7 0,-5-1-7 0,-2 0 6 0,-5 1 0 15,-2-1-6-15,-3 2 4 0,-1-1-6 0,-2 1 0 16,-2-1-1-16,-4-1 1 0,-2 2-7 0,2 0-5 16,-6-2-4-16,0 0-1 0,-1 1-23 0,-1-1-111 15,-2 0-7-15,0-1-52 0,0 2-175 0</inkml:trace>
  <inkml:trace contextRef="#ctx0" brushRef="#br0" timeOffset="-138029.27">20238 13479 598 0,'-1'-1'19'0,"-11"-4"45"0,-9-2-82 0,2 1 22 16,2 1-11-16,0 1 14 0,0 1-11 0,1 1-4 15,-2 0 0-15,0-1-3 0,1 1-15 0,-1 1-3 16,-2-1 9-16,-1 1-6 0,-2 0 23 0,0 0 9 16,-2 1 4-16,-2 0 3 0,-2 0 13 0,0 0 14 15,0 0-7-15,4 0 9 0,1 1-21 0,2 0 1 16,1 0-13-16,1 2 9 0,1-1-17 0,0 2-8 0,-1 2 7 15,1-1-7-15,1 3 10 0,0-1-7 0,0 1 2 16,-2 1-5-16,-1 2 5 0,-2 1-13 0,-2 0 6 16,-4 3-8-16,-2 0 13 0,0 0 1 0,-4 2-2 0,3-1 3 15,0-12 2-15,-1 17 3 0,5 1 3 0,-1 3-1 16,1 2-10-16,2 5 11 0,-1 1-12 0,-2 7 12 16,0-2-7-16,-4 5 4 0,1 1 1 0,1-4 0 15,-2 1-5-15,1-3 7 0,1-4 3 0,3-1 2 16,-1 1 14-16,4-1-9 0,1 1 6 0,4 3-8 15,4-2 4-15,1 3-2 0,2 0 3 0,2 1-3 16,3 2-8-16,1-1 2 0,0-1-7 0,2 0 7 0,2-1-11 16,-1 2 1-16,2 0-2 0,-1 2 2 0,1 5-4 15,1 6 3-15,-20 4-7 0,12 2 5 0,7 1-9 16,2-2-7-16,0-3 9 0,1 0-8 0,0 1 10 16,2 7 1-16,-2 2-1 0,0 4 3 0,0-3 6 0,1-5 4 15,0-4 2-15,1-8-1 0,2-1 3 0,2-1 17 16,1-1-6-16,3 2 10 0,2 2-3 0,2 3-12 15,3-2 2-15,-17-1-6 0,28-4 0 0,3-4 5 16,1-6-5-16,6-4 4 0,0-1-1 0,3-1-12 16,2 2 7-16,-4 0-9 0,-3 0 3 0,-2 2 5 15,2-1 6-15,2 0-2 0,0 1 12 0,2 0 0 16,1-2 1-16,-1-2 0 0,-2-2 4 0,1-1 2 16,-2-2-7-16,-1-1 3 0,3-1-27 0,-3 1 19 15,1 0-1-15,2 0 8 0,5 1-4 0,3-2-11 0,3 3-4 16,5-1 0-16,-3-1 7 0,-1 6-11 0,-3-3 6 15,-4 0-8-15,0 1 1 0,1-3-8 0,5 1 5 16,-1-5-6-16,5-1 3 0,3-5 2 0,-5-2-10 0,3-4 7 16,-3 0-13-16,-3-4 12 0,5-2 1 0,3 18 3 15,5-15 2-15,4-6 7 0,-1-4-6 0,-3-4 7 16,-3-1-8-16,-2-3 1 0,-1 0 4 0,4-2-3 16,4-2-9-16,3-2 4 0,-1 0-5 0,-4-2 7 15,-8 0 2-15,-5 0-8 0,2 0 7 0,4 0-7 16,0 19 0-16,9-21-1 0,-4-4-3 0,0-2 4 15,-2 1 11-15,-4-3-8 0,0 0-1 0,6-3-3 0,3-2-2 16,3-5 6-16,-1-5 0 0,-5-7 2 0,-2-4-7 16,-5-3 6-16,-2-1-3 0,-2 4 3 0,2 3-4 15,0 3 11-15,-8 2-9 0,-3 0 9 0,-4-2-6 0,-11 1 23 16,-5-2 5-16,-8 6 7 0,-5 2 19 0,-1 1 5 16,-3 4 0-16,-3 1-1 0,18-5-18 0,-12 1-5 15,-5-2-2-15,-4-8-2 0,-4-3-13 0,-2-9-14 16,-5-6 2-16,-3 2-5 0,-1-1-3 0,-4 4 1 15,18 0 3-15,-26-5 0 0,-2-4-4 0,-4-6-8 16,0 1 2-16,-3 5-1 0,-3 4 17 0,1 4-2 16,-5 1 7-16,-2-2-7 0,-8-1-26 0,-10-3 36 15,-8 6-22-15,-2 1 29 0,0 5-15 0,2-2-1 16,-5 1-5-16,-4-6 1 0,-7-4-14 0,0-5-46 0,1 3 0 16,-6 7-23-16,-3 6-66 0,-15 6-205 0</inkml:trace>
  <inkml:trace contextRef="#ctx0" brushRef="#br0" timeOffset="-132070.91">16645 9489 256 0,'0'0'-10'0,"-1"0"25"0,0 0 26 0,0 0 4 16,0 0 16-16,-2 0-15 0,1 0-29 0,-2 0-2 15,0 0-3-15,0 0-5 0,-1 0-6 0,2 0 4 16,0 0-5-16,0 0 7 0,1 0 20 0,-2 0 2 16,3 0 6-16,-3 0 8 0,2 0-15 0,0 0 5 15,-1 0-7-15,1 0 18 0,0 0-13 0,-1 0 1 0,1-1-5 16,0 1 5-16,0-1-5 0,1 1 5 0,0 0-6 15,0 0-6-15,0-2-2 0,0 2-2 0,-1 0 2 16,1 0-1-16,0 0-9 0,0 0 5 0,0 0-5 16,-1 0 3-16,1 0 12 0,0 0-6 0,-1 0 8 15,-1 0-12-15,1 0 15 0,0 0-5 0,-1 2 9 16,1-1 0-16,0 0-6 0,-1 0 8 0,2 0-8 0,0 0-1 16,0 1-5-16,0-2-3 0,-1 0 2 0,1 0 1 15,0 0 4-15,0 0 3 0,0 0 2 0,0 0 17 16,-1 0-20-16,1 0 6 0,1 0-11 0,0 0 3 0,1-2-1 15,1 1-3-15,-1-1 1 0,13-11-5 0,0-2-6 16,1-1 0-16,2 0-2 0,0-3-2 0,0 0-3 16,-1 0 3-16,1-2-2 0,-1 2 5 0,1-3-9 15,-1 0 3-15,-1 1-3 0,2-2 7 0,-1 1-5 16,0 0-3-16,4 0 1 0,-4 1 3 0,4-1 1 16,-4 3-3-16,1 0 0 0,-4 4-7 0,-1 1 5 15,2 3 3-15,-8 3-1 0,2 1-3 0,-3 3-2 16,-4 2-2-16,-1 1 2 0,0 0-2 0,2-2-13 0,0 1-7 15,0 0-1-15,-1 1-26 0,0-1-5 0,-1 1 4 16,0 0-6-16,-1 1-9 0,-6 0-31 0,-13 4-11 16,2 0-7-16,4 0-46 0,3-1-22 0,4 0-13 15</inkml:trace>
  <inkml:trace contextRef="#ctx0" brushRef="#br0" timeOffset="-131256.18">16604 9061 828 0,'-1'0'115'16,"0"0"-143"-16,0-1 133 0,-1-1-69 0,0 1-11 0,0 0-15 15,-1 0 1-15,2 0-7 0,-1 1-7 0,-1 0 2 16,1 0-2-16,1 0 3 0,-4 0-4 0,-3 0 4 15,1 1 1-15,0 0 2 0,-1 1 2 0,-1 1 1 16,0-1 9-16,0 1-4 0,-2-1 9 0,5-1 4 16,1 0-2-16,4-1 7 0,-1 0 16 0,1 0 6 15,0 0-2-15,-3 0 1 0,2 1-18 0,-1-1 0 16,1 0-4-16,1 0 1 0,0 0-19 0,-1 0-3 0,1 0-3 16,0 0 0-16,0 0-9 0,0 0 13 15,1 0-5-15,0 0 8 0,1 0-4 0,0 0-6 0,1 0 6 16,8-1-4-16,4-2 9 0,4-2-3 0,-2 0 2 15,1 1-2-15,3-2 0 0,1 0 5 0,2-1-7 16,1-1 6-16,-2 1-12 0,-1-2 2 0,3 0 4 0,-2 1-2 16,2-1-1-16,-2 1-6 0,-1 1 4 0,-1 0-2 15,-5 2 2-15,-2 1-2 0,-2 0 1 0,-6 3 0 16,3-1-1-16,-3 0 5 0,-4 2-4 0,2-1 7 16,0 0-2-16,-1 0-7 0,0 0 5 0,1 0-4 15,-1-1 8-15,0 1-8 0,1 0-1 0,-2 0-2 16,1 0 1-16,-1-1 2 0,2 1 0 0,-2 0 2 15,0 0 3-15,0 0 0 0,0 0-4 0,1 1 1 0,-1 0 1 16,0 0-5-16,0 0 9 0,0 0-7 0,1 0 11 16,-1 0-2-16,0 0 0 0,0 0 0 0,-1 0 12 0,0 0-13 15,1 0 4-15,0 0-7 0,1 0 4 0,-1 0-6 16,-1 0 2-16,0 0-3 0,0 0 4 0,0 0-2 16,0 0 2-16,0 0-1 0,0 0 6 0,0 0-9 15,0 0 1-15,0 0-3 0,0 0 1 0,0 0 0 16,0 0-1-16,0 0 0 0,0 0 0 0,0 0 3 15,0 0-1-15,0 0 1 0,0 0-8 0,0 0 2 16,0 0 3-16,0 0 0 0,0 0 0 0,0 0 0 16,0 0-2-16,0 0 2 0,1 0-3 0,-1 0 3 15,0 0-4-15,0 0 4 0,0 0-4 0,0 0 7 16,0 0-2-16,0 0 3 0,0 0-8 0,0 0 1 0,0 0 0 16,0 0 2-16,0 0 4 0,0 0-2 0,0 0 1 15,0 0-2-15,0 0-8 0,0 0 8 0,0 0 0 16,0 0 4-16,0 0-2 0,0 0 1 0,0 0-3 15,0 0 2-15,0 0 1 0,0 0-5 0,0 0 6 0,0 0-4 16,0 0 3-16,0 0 0 0,0 0-1 0,0 0 1 16,0 0-3-16,0 0 10 0,0 0-4 0,0 1 8 15,1 0-2-15,1 6 12 0,6 18 2 0,-4 6 3 16,1 9 1-16,-2 7-6 0,0 10-6 0,-2 8 1 16,-1 2-19-16,-1 2 2 0,-5 2-10 0,-1 1 1 0,0 3-65 15,0 6-370-15</inkml:trace>
  <inkml:trace contextRef="#ctx0" brushRef="#br0" timeOffset="-122081.62">28689 15227 256 0,'0'0'222'0,"-1"0"-114"0,0 0 58 16,0-1 0-16,-2 0-166 0,1 0 3 0,-3 0-1 16,-1-2 1-16,3 2 0 0,-1 0 5 0,-1-1-8 15,2 0 6-15,1 1-5 0,-1 0 15 0,1 0 18 16,-2 0-4-16,3 1 10 0,-1-1-6 0,0-1 16 0,-1 1-12 15,1 0 12-15,-1 0-27 0,2-1-5 0,0 0 4 16,0 0-2-16,1 1 21 0,0-2-13 0,0 2 4 16,1-1-9-16,0 1-4 0,2 0 1 0,-1-1-6 0,11-5 4 15,2 1-6-15,-1 2-8 0,3 0 4 0,-2 3-5 16,0 1 7-16,2 0-8 0,-1 0 8 0,0 1-8 16,0 2 5-16,-1 0 6 0,-1 1-12 0,1-1 11 15,-4 1-9-15,-1-1-1 0,-2 1 4 0,0-1-4 16,-1 1 4-16,0 1 7 0,0-1-3 0,-3-1 4 15,1 0-8-15,-3-2 10 0,-1 3 2 0,1 1 2 16,3 0 4-16,-1 1 8 0,-1 1-9 0,0 2 7 0,-2-1-8 16,-1 1-11-16,-1 1 5 0,-3 1-8 0,-2 3-5 15,-2 4 5-15,-1 0-6 0,-3 3 5 0,11 0-7 0,-16 0 3 16,2 2 3-16,-2-1 0 0,1 1 5 16,-1 0 4-16,1-1-2 0,-3 0 1 0,0 0-8 0,1-2 2 15,-4 0 3-15,6 0-2 0,-4 0-3 0,2 0-2 16,5 2-4-16,-2-2 3 0,4 0 2 0,0 0-4 15,-1-1 3-15,7-2-4 0,-1 1 1 0,5-4 4 16,-7-2-3-16,2-2 2 0,3 2-9 0,1-2 5 16,2-2-6-16,0-2 6 0,2 0-1 0,-1-2-4 15,1 0 1-15,2-1-1 0,12 1 5 0,-1 6-6 16,4-1 5-16,-1-5-5 0,-1-2 12 0,1-2-4 16,-1-2 4-16,0 0-5 0,-3 0 5 0,-4-1 2 0,-2 0-1 15,-1-1 3-15,-2 2 3 0,-2 0-3 0,1-1 3 16,-1 2-2-16,0-7 7 0,-1-3-4 0,0 1 5 15,0-2-6-15,-1 1 5 0,7 0-5 0,-2-1-3 16,-2-1 0-16,-1 0-4 0,-2-2 2 0,-1 1 4 16,0-2-2-16,-2 1 13 0,-2 0-9 0,-1 1 6 0,0-1-6 15,-4 0 7-15,0-1-3 0,8 2-1 0,-15-3 0 16,4 1-4-16,-1-1 1 0,0 0-3 0,0 0 2 16,-1 2-9-16,-1 1-1 0,5 2 3 0,3 3-2 15,2-2 3-15,0 4-13 0,4 1 4 0,-3 0-8 16,0 1 2-16,2 2-11 0,-1-2-6 0,2 2 0 15,0-1-7-15,1 1-2 0,0-1-8 0,0 2 1 16,2-2-36-16,2-2-89 0,14 2-1 0,-2-7-41 0,6-1-112 16</inkml:trace>
  <inkml:trace contextRef="#ctx0" brushRef="#br0" timeOffset="-121347.49">29296 15227 1098 0,'0'0'82'16,"0"0"0"-16,0 0-16 0,0 0-2 0,0-1-33 15,0 0-18-15,0 0-10 0,0 0-3 0,0 0 0 0,0-1 0 16,0 1 7-16,0 0-4 0,0 0 5 0,0 0-14 15,0-1 15-15,0 1-1 0,0 0 9 0,0 0 8 16,0 0 25-16,0 0-2 0,0-1 9 0,0 1-6 0,-1 0-9 16,-1 0-1-16,1 0-2 0,-1 1-4 0,0 0-15 15,-8 1 3-15,-3 2-6 0,-2 4-2 0,-1 3-4 16,-4-7-2-16,3 15 0 0,-2 2 7 0,3 2-13 16,4 3 9-16,0-1-10 0,-1-1 8 0,3-2-4 15,0 4-1-15,0 0-1 0,5 1-7 0,-1 1 0 16,1-3 3-16,3 2-1 0,-4 0 12 0,4-2-12 15,-2 0 3-15,-9-3-3 0,6 1 10 0,4-4-5 0,2 0-1 16,1-2-1-16,0-1-2 0,0-1 2 16,2-1-1-16,2 0 1 0,1-2 0 0,2 0 0 0,-3-1 0 15,10-2 1-15,0 0 0 0,3-2-2 0,0-2 2 16,0-1-2-16,-1-1 1 0,1 9-3 0,-1-4-4 16,-2-3 1-16,-1-1 0 0,-2-2 13 0,-2-1-3 0,-1 0 7 15,0-1 5-15,-3 0-3 0,0-1 5 0,-1 1-5 16,0-2 8-16,-1-4-8 0,-2-7-3 0,0-2-1 15,8 2-6-15,-2-1 0 0,-2 0 4 0,-2-2-2 16,-3 1 8-16,0 0-7 0,-3 2-1 0,0 0-2 16,-1 5 2-16,-1-1-1 0,2 3 7 0,-1 1-6 15,2-1-5-15,-5 4-9 0,-1-2 1 0,-2 4-4 0,-1 0 10 16,-5-9-9-16,1 4-3 0,-1 4-2 0,0 2-8 16,-3 4 4-16,5 0 3 0,0 2 0 0,1 1 3 15,5-2-2-15,0 1-1 0,3-3 0 0,0 1-14 16,0 3-34-16,1-1 0 0,2 0-14 0,0-2-33 0,2 1-17 15,2-1-20-15,-1-2 2 0,15 9-83 0</inkml:trace>
  <inkml:trace contextRef="#ctx0" brushRef="#br0" timeOffset="-121064.86">29620 15326 1896 0,'0'0'31'0,"0"0"3"0,-1 0-13 0,0 0-6 16,0 0-10-16,0 1-6 0,0 1-12 0,-1-1 6 15,1 1-6-15,-8 18 11 0,1 4-2 0,0 1-3 16,4 0 2-16,0 0-14 0,0 1 16 0,1 1-8 0,0 1 11 16,-2 0 3-16,3-3-3 0,-3 0 7 0,0-1-6 15,0 1 6-15,0-3 2 0,-2 1 1 0,0-1 0 16,-1-1 4-16,3-1-8 0,-2 0-1 0,1-2-2 15,0-2-8-15,0 0 0 0,0-1-9 0,1-2 5 16,1-1-30-16,0-4-29 0,2-2-15 0,2-5-10 16,-1 1-100-16,-1 0-70 0,1 1-48 0</inkml:trace>
  <inkml:trace contextRef="#ctx0" brushRef="#br0" timeOffset="-120778.77">29726 15210 1597 0,'0'0'45'0,"0"0"91"0,0 0-126 0,0 0-9 15,0 0 3-15,0 0-4 0,0 1 4 0,0 0-4 16,0 1-3-16,0 2 2 0,1 10 11 0,2 1-10 16,-2 2 1-16,1-1-4 0,-1 0-4 0,1-1 7 0,-1 0 0 15,-1-1 4-15,0 2 5 0,0-3-4 0,-1 1 8 16,-2 0-5-16,0-3 22 0,-2 2 13 0,-2 0-5 15,-1-1 7-15,-2 2-9 0,4-2-7 0,-9-1-3 16,-2 0-3-16,-3 2-10 0,-2 0-10 0,1 0 3 16,2 1-6-16,2-2 3 0,-1-1-7 0,2-1 0 0,-2 0-5 15,3-2-20-15,7 0-14 0,3-1-6 0,0-1-3 16,2-1-36-16,-1-1-21 0,2 1-15 0,-1 0-2 16,2-1-48-16,1 0-39 0,0-2-43 0</inkml:trace>
  <inkml:trace contextRef="#ctx0" brushRef="#br0" timeOffset="-120413.84">30152 15193 1557 0,'0'0'157'0,"-1"0"-174"15,0 0 170-15,-1-1-85 0,0 0-51 0,-3 0 0 16,-4-2-1-16,2 2 0 0,1 1-9 0,-3-1-8 15,0 1 5-15,2 0-4 0,-6 1 0 0,3 0-1 16,-4 3 0-16,-3 1 1 0,1 1 5 0,-1 2-6 16,4-1 4-16,-1-5-3 0,1 13 6 0,-2 2 3 0,0 2-6 15,3 0 6-15,1 2 6 0,4 2 1 0,1 2 4 16,2 1-3-16,0 1-5 0,3 0-5 0,-13-1-5 16,6 2 1-16,5 0 1 0,3 2-3 0,4 0 5 15,2-3-5-15,1 1-1 0,1 1 0 0,1-1 2 16,2 2-2-16,0 0-2 0,-3-1 6 0,-1 3-3 15,-4-3 6-15,0 3-2 0,-2-1 5 0,-1-3-2 0,-2-2 3 16,-4-1 0-16,-1-3-4 0,-2-1 3 0,0 0-3 16,1-4 3-16,-2-3-8 0,7-1-6 0,-10-3-1 15,1 0-25-15,3-6-24 0,-1 0-17 0,2-2-9 16,1 4-101-16,0-1-95 0,1-3-24 0</inkml:trace>
  <inkml:trace contextRef="#ctx0" brushRef="#br0" timeOffset="-120179.99">29707 15635 1743 0,'0'0'96'0,"0"0"4"0,0 0-34 16,0 0-18-16,0 0-32 0,0 0-16 0,0 0 6 15,2 0-1-15,-1 0 2 0,20-4-7 0,4-1 2 16,2 0 11-16,2 1-7 0,4 0 6 0,1 2-12 15,3-2-2-15,-1 1 0 0,-1 0 3 0,1 1-6 16,-4 1 0-16,0 0-5 0,-4-1-18 0,-4 1-24 0,-3 0-2 16,-7 0-13-16,0 1-68 0,-7 0-111 0,-1 0-61 15</inkml:trace>
  <inkml:trace contextRef="#ctx0" brushRef="#br0" timeOffset="-119780.93">28553 16440 1492 0,'-5'0'44'0,"-19"-3"89"0,4 1-152 0,4 1-8 15,5 1-8-15,4-1 5 0,1 1-8 0,2 0 4 16,1 0-1-16,1 0 2 0,1 0 1 0,-1-1 27 16,-1-1 0-16,2 1 12 0,0 0 20 0,0 0 29 15,1 0-7-15,1-1 14 0,0 1-8 0,1 0 16 16,15-2-2-16,10-1 6 0,1 1-6 0,5 0-4 16,1 1 4-16,6 1-6 0,5-2-6 0,-3 1-22 15,6 1-2-15,1 0-6 0,1-1-7 0,4 1 3 0,5-2-4 16,2-1 3-16,1 1-17 0,0 0 5 0,-7 2-7 15,-2 1 5-15,-6 0-13 0,-5 0 4 0,-2 0-1 16,-5 0 2-16,-2 0-9 0,-3 0 1 0,-7 0-5 16,-3 1 4-16,-7 1-7 0,-5-1-17 0,-3-1 7 15,-4 0-10-15,2 1 1 0,-1 0-57 0,-1-1-10 16,0 0-19-16,-1 0-68 0,-1 0-82 0,-14 0-52 0</inkml:trace>
  <inkml:trace contextRef="#ctx0" brushRef="#br0" timeOffset="-119546.95">28581 16597 1730 0,'-1'0'173'15,"0"0"-97"-15,-1 0-6 0,1 0-31 0,0 0-20 0,0 0-6 16,0 0 0-16,1 0-1 0,0 0 18 0,1 0 11 16,8-1 0-16,22 0 2 0,3 1 7 0,1 0-6 15,4 1 3-15,1 0-6 0,3 2-12 0,2 0-6 16,2 1 1-16,3 0-3 0,-1 2 0 0,0 0-9 15,1 2-1-15,-2 0-3 0,-1-1-4 0,-3 0-4 16,-3-2-2-16,-4 1-3 0,-1-1-5 0,-2-1-20 16,-4-2-1-16,-2-1-10 0,0 0-35 0,-3-1-170 15,4-3-11-15,0-4-97 0,5-6-473 0</inkml:trace>
  <inkml:trace contextRef="#ctx0" brushRef="#br0" timeOffset="17783.89">21340 3239 291 0,'0'0'0'0,"0"-1"0"0,0-1 0 0,0 1 7 0,0 0-5 15,1 0-1-15,0 0-11 0,1 0 6 0,1-2 3 16,-2 3 3-16,5-3 5 0,-2-1-2 0,0 1-7 15,-3-1 2-15,3 2-9 0,-2-2 15 0,0 1 12 16,1-1 0-16,-2 2 25 0,0-1-11 0,-1 2-11 0,0 0 3 16,1-2-10-16,0 0-8 0,1 0 5 0,-2 0-9 15,0 1 4-15,0-1-8 0,0 0 6 0,0-3-7 16,0 2 4-16,0-3 11 0,-2-1-6 0,1 1 7 16,-1 0-2-16,-2-1-4 0,2 1 3 0,-2-4-3 15,1 2 1-15,-2 0-8 0,-1-1 5 0,3 4-4 0,-3-3 12 16,-1-2 3-16,0 2-6 0,2 1 5 0,-2 3-15 15,0 0 0-15,-1 3-5 0,-3-2 2 0,-1 0-12 16,-2-6 11-16,-1 2-3 0,2 3 6 0,-2 2 3 16,-3-1-5-16,2 3 6 0,-2 0-5 0,3 1 16 0,1 0-9 15,0 0 3-15,1 1-7 0,0 0 3 0,0 1 2 16,1 0-2-16,-1 0 0 0,1 2-6 0,0 0 3 16,0 2-1-16,-1 1 2 0,-1 3 0 0,-1-5-7 15,-2 11 3-15,1 0-5 0,-2 1 4 0,0-1-3 16,-2 2-6-16,-1-2 2 0,1 2-8 0,-2-3 18 15,5 2 0-15,-3-2 3 0,2 2-4 0,0 0-1 16,1 1 2-16,5 1 0 0,-2 2-5 0,5 4 6 16,-2-1-7-16,2 6 5 0,1 1-33 0,-1 6-5 15,1 2-8-15,0 2 1 0,0 0-30 0,1-1-14 0,-2 0 12 16,2-4-5-16,-1 1 69 0,1-4 6 0,1 0 8 16,2-2-3-16,0-1 7 0,3-2 22 0,-12-3-7 15,7-2 13-15,5-2-2 0,2-1-1 0,4 0-9 0,2-1 1 16,3 1-27-16,-7-1 0 0,14-1 7 0,7-1-4 15,-2-1-7-15,4-3 7 0,5-3-10 0,-1-3 10 16,1 1-7-16,1-2 2 0,-3-2 2 0,-2-3 1 16,2 14 18-16,-4-8 29 0,0-3 0 0,-1-4 10 15,0-2 8-15,-1-4 3 0,2-3-1 0,0 1-1 16,0-5-11-16,2 10-18 0,3-18-1 0,3-8-6 16,4 5 0-16,3-6-4 0,-2 0-2 0,0-2-1 15,-3-1-14-15,-3 1 2 0,-4 2-7 0,-3-1 3 16,-3 2-7-16,-4-1 4 0,-3 1 3 0,-4-1-1 0,-2-5 5 15,-3-1-6-15,-2-4 0 0,-3-1-5 0,0-2-22 16,18 0-128-16,-13 3-6 0</inkml:trace>
  <inkml:trace contextRef="#ctx0" brushRef="#br0" timeOffset="19251.45">2040 5425 233 0,'0'0'61'0,"-1"0"-33"16,0 0 69-16,0 0 12 0,0 0-35 0,-1 0 13 0,0 0-50 16,0 0-4-16,0 0-2 0,1 0-17 0,0 0 6 15,0 0 5-15,0 0 2 0,1 0 22 0,0 0-7 16,1 0-8-16,0-1 0 0,4-2-24 0,17 0-3 16,4-14-1-16,7-3-4 0,5-2-38 0,10-3-40 15,5-3-26-15,6-2-11 0,0-7-166 0</inkml:trace>
  <inkml:trace contextRef="#ctx0" brushRef="#br0" timeOffset="22787.41">17796 2026 26 0,'0'0'2'16,"0"0"10"-16,0 0 9 0,0 0 9 0,0 0 12 16,0 0-3-16,0 0-12 0,0 0 1 0,0 2-8 15,0-1 1-15,0 0 7 0,0 0-1 0,0 2 1 16,0-1-10-16,2 0 11 0,-2 3-9 0,1 3 10 15,0 0-7-15,0 2-9 0,-1 0 11 0,0 1-10 0,0 1 0 16,0-3 8-16,0-1-12 0,0-1 11 0,0 0-3 16,0-2 3-16,0 0 4 0,0-3-2 0,0 2 13 15,0-3 2-15,0 0 1 0,0 0-3 0,0 0-16 0,0 2 0 16,1-1 3-16,1 1-1 0,-1-1-12 0,1 0 6 16,0 1-10-16,1-1 10 0,-1-1-10 0,5 4 2 15,6 1 2-15,-2-2 1 0,0 0 6 0,4-1-5 16,-1 0 4-16,9-1-4 0,2-1 4 0,2-2 1 15,3-4-3-15,3-2 3 0,3-4-6 0,5-6-2 16,5 16-10-16,13-27-1 0,9-9-75 0,13-6-140 16</inkml:trace>
  <inkml:trace contextRef="#ctx0" brushRef="#br0" timeOffset="60469.26">8709 10889 283 0,'-2'0'0'0,"-5"0"15"16,-2-1 152-16,1 0-45 0,2 1 5 0,0 0-81 15,0 0-12-15,-1-1-8 0,3 1-2 0,1 0 6 16,-4 0-2-16,-1 0-3 0,0 0-4 0,-3 0 2 15,8 0 5-15,-4 0 4 0,1 0 9 0,-1 1-4 16,-2 0 19-16,2 0-5 0,1-1 3 0,2 0-1 0,-2 2 14 16,2-2-22-16,2 0 3 0,0 1-10 0,-1-1-6 15,1 0-17-15,0 0 0 0,-1 0-7 0,2 0-9 0,0 0-7 16,0 0 2-16,0 0 1 0,-1 0 30 0,2 1 6 16,2 0 2-16,-1 0 0 0,1-1-2 0,15 5-3 15,-3-1 3-15,4-1-2 0,-1 1 2 0,4 0-21 16,0 1 6-16,-3-1-10 0,2-1-1 0,-4-1-5 15,0 1 2-15,-3-1-2 0,0 0 2 0,-3 1-3 16,0-1-4-16,-3 0 2 0,0 1 1 0,-3-2-16 16,0 0 0-16,-1 0-6 0,0-1-9 0,-2 0-73 15,1 2 10-15,1-1-32 0,-1 0-6 0,-1 0-67 16,0-1-21-16,1 0-21 0,-2 0-129 0</inkml:trace>
  <inkml:trace contextRef="#ctx0" brushRef="#br0" timeOffset="60671.41">8463 11138 783 0,'-1'0'63'0,"0"1"92"15,-2 0-67-15,1 0-13 0,0 0-4 0,-1 0-3 16,1 1-16-16,0-1-20 0,1 0-1 0,-1 0-7 16,1 0-3-16,0 0 32 0,1 1-5 0,0-1 13 15,1 0-2-15,0 0-25 0,2 0 1 0,14 5-11 16,4-2-13-16,-2-3-10 0,5-1 7 0,2 0-8 0,-4 0 6 15,5-1-15-15,-3 0-5 0,-2-2-4 0,5 0-9 16,-1-1-21-16,-1 1-34 0,-1-3 1 0,0-1-126 0,-1-3-91 16,1-1-55-16</inkml:trace>
  <inkml:trace contextRef="#ctx0" brushRef="#br0" timeOffset="61969.68">9356 10588 851 0,'-2'0'477'0,"1"-1"-667"0,0 0 568 16,-1 0-323-16,-1 0-34 0,1-2-13 0,0 2-3 15,-1 0-5-15,2 0-25 0,0 0 22 0,0-1-10 0,0 1 14 16,1 0-1-16,1 0 0 0,0 1 2 0,3 0-2 15,11 0-1-15,1 0 4 0,2 2-3 0,0 1 3 16,0 0-11-16,0 2 9 0,-1 0 3 0,0 0 2 16,-3 1 1-16,0 0-2 0,-1 1 3 0,0 1-1 15,3 3 13-15,-5-6-2 0,-1 11 1 0,-6 4 1 16,-1 1 5-16,0 5-15 0,11-2 1 0,-7 2-5 16,-4 5 7-16,-8 0-12 0,-3 3 6 0,-5 1-7 0,9 1 12 15,-20-2-3-15,-6-1-1 0,2-3-1 0,3-3 4 16,4-2-7-16,1-5 3 0,4-2-5 0,-1-4 2 0,4-3-1 15,0-1 2-15,3-2-2 0,0-1 12 0,3-3 12 16,1-1 0-16,2 1 3 0,-1-1 1 0,2 0-21 16,-3-1 8-16,2-1-11 0,2-1-4 0,-1 0 5 15,2 0-8-15,0 0 6 0,-1-1-2 0,-1-3-5 16,-5-10 0-16,2-2-4 0,4 1-3 0,2-2 8 16,3-1-5-16,2 2 5 0,1 0-9 0,1 0 9 15,3 1 3-15,-2 3 1 0,-5 2-10 0,9 1 3 16,-1 4-1-16,-2 1 4 0,2 3 5 0,-1-6-2 15,1 1-7-15,1 2 3 0,-2 4-8 0,2 2 5 16,0 1 4-16,-3 2-2 0,2-4 4 0,-1 15 3 0,1 0-5 16,-2-2 3-16,2 0-11 0,-2-2 6 0,4-2 3 15,5 0 0-15,-1-3-4 0,-1-3-3 0,-3-2-10 16,-2 6 4-16,5-1-10 0,1-5-3 0,1-2 6 16,3-6-5-16,-2-3 3 0,3 5-10 0,1-16 6 0,-5-1-5 15,2-1 16-15,-3 0 12 0,-1-1-5 0,3 0 7 16,-1 0-7-16,-3 1 3 0,0 1 6 0,-2-1-2 15,0 0 5-15,-2 4-4 0,-2-2 0 0,-1 3-1 16,1 2-1-16,-3 2 2 0,-3 3 0 0,-1 3 4 16,1 2-4-16,-1 1 8 0,-1 2 0 0,-1 0 3 15,0 1 3-15,3-1-7 0,-1 0 0 0,0-1-3 16,0 2-5-16,-1 0 5 0,0 0 0 0,0 1 4 0,-1 1 6 16,0 0-10-16,-1 6 3 0,-3 13-4 0,0 0 8 0,-2 0-1 15,-1 2 5-15,1-2-4 0,-1 3-2 0,1-2-3 16,1-2-5-16,1-3 4 0,-1 1 4 0,1-3-6 15,1 0 6-15,0-1-7 0,2 0 0 0,0-3-2 16,1 2 0-16,0-2 0 0,0-1 12 0,0-1 1 16,1 0-3-16,0-2 0 0,2 1-11 0,0-1 5 15,1 0 0-15,-3 0 2 0,11-1-4 0,1-1 3 16,1-1-5-16,1-1 3 0,0 9-4 0,3-3 2 16,0-3 4-16,-2-3-2 0,-1-2 2 0,-2 0 3 15,-2-2-3-15,2-2 3 0,-1-2-7 0,-2-1 4 0,2 5-4 16,0-16 4-16,-1-2 3 0,1-2-9 0,-4-2 8 15,-2-3-8-15,0 0 9 0,-2-2-3 0,-2-1-2 16,0 2 0-16,14-1-7 0,-9-2 3 0,-5 1-1 16,-2 1 1-16,-3 2-1 0,-2 6 1 0,-1 1 3 15,-1 3-1-15,0 2 6 0,-1 3-6 0,2 1-2 0,-4 3-1 16,-1 2-5-16,1 1 1 0,1 4-4 0,-3-7 2 16,1 3-11-16,-1 3 9 0,-1 2-3 0,-1 3 5 15,2 3-8-15,-2-4 11 0,2 21-7 0,4 1 6 16,2 2-18-16,2 1-25 0,3-1-7 0,-13-1-9 15,7-4-41-15,7-4 18 0,1-8 5 0,0-4 5 16,-1-4 26-16,16 7 8 0,4-3-8 0,0-6 7 0,3-8-10 16,2-4-17-16,-1 5 13 0,2-14-13 15,-2-2 18-15,-2 2-12 0,1 1-1 0,-2 2-2 0,-1 3-1 16,-2-2-16-16,0 1 15 0,-3 1-10 0,1 1 48 16,-2 2 16-16,0 1 5 0,-4 3 4 0,2 2 16 0,-2-1 30 15,-3 3 9-15,1 0 7 0,-1 0 39 0,1-1-11 16,0 2-7-16,0-1-1 0,-1 0-19 0,-2 1 3 15,3-1 1-15,0 0 1 0,0-1-1 0,-1 3 3 16,-2-2-6-16,-1 1 3 0,1 0-13 0,-1 0 2 16,0 1 2-16,1 0-3 0,1 1-14 0,-4 1 5 15,2 0-10-15,-2-2 8 0,1 1-16 0,-1 0-8 16,0 0 0-16,1 1-1 0,-1 0 6 0,0 1-5 16,1 0 3-16,-1 1-5 0,0 2 0 0,4 8-7 0,-1 13 2 15,-4 2-3-15,-1 3 1 0,-2 4-1 0,-4 1 0 16,0 4 1-16,-2-2 5 0,0 2-7 0,-1-5 5 15,1 0-6-15,0-2 9 0,2-3-10 0,0-1 0 16,3-6-3-16,0-1 3 0,1-4 1 0,1-2-2 16,0-1 1-16,1-2-8 0,0-4-6 0,0 0 4 0,0-2-6 15,0-2-8-15,0 0-5 0,0-2-9 0,1 1-3 16,0 0-83-16,1 0-61 0,1-1-19 0,4-1-14 16,7-5-119-16</inkml:trace>
  <inkml:trace contextRef="#ctx0" brushRef="#br0" timeOffset="62604.02">10790 10633 52 0,'0'-1'63'0,"1"0"-6"16,1 0 31-16,-1-1 17 0,0 0-19 0,0 0 44 15,0-1 1-15,1 1-10 0,-1 1 2 0,0 0-39 16,0-1-36-16,0 1-3 0,-1 0-12 0,0 0-16 0,-1 0 19 16,0 1 0-16,-3 0 7 0,-11 3 7 0,-3 4 3 15,1 2 5-15,-3 0-2 0,-4 3 7 0,2-1-19 16,-2 1 1-16,4-1-7 0,5-2-4 0,2-1-9 15,4-2-6-15,1 0-1 0,1 0-18 0,4-2 5 16,0 1-4-16,1 3 3 0,-1 0-3 0,-3 0-3 16,1 0 1-16,-1 3-4 0,4-2 4 0,0 2 2 15,1 1-3-15,1 3 1 0,1-2-9 0,2 1 12 0,2 0-5 16,1-2 7-16,2 1 5 0,-6-4 1 0,14-1 1 16,5 1-4-16,0-5-12 0,6 2-1 0,-1-3-1 15,-2 11-2-15,1-6-14 0,0-7-23 0,0-2-2 16,-2-5-14-16,0-2-65 0,-2-4 23 0,1 5-8 0,-1-17 22 15,0-3 47-15,1-2 25 0,-2-3 2 0,3 0 6 16,-1 0 2-16,4 1-8 0,-3 2-9 0,3-1-2 16,-1 2-46-16,2-1-27 0,3 0 6 0,-7 2-11 15,0 3 18-15,-2 0 62 0,-2 4-10 0,-4-1 29 16,0 4 10-16,-4 2 47 0,-1 2 1 0,-4 6 15 16,-1 1 20-16,-4 3-12 0,0 2 1 0,2-2-5 15,-1 1 10-15,-1 1-16 0,0 0 6 0,1 1-11 16,-2 0-6-16,0 1-1 0,-2 0 0 0,0 2-2 0,0 13-7 15,-14-3 2-15,1 1-1 0,0 0 3 0,-2 0-1 16,1 0-15-16,0 1 0 0,0-1-6 0,-1 2-15 16,5-2 2-16,1-1-9 0,1 1 5 0,6-1-2 0,-2 0-7 15,3-1 4-15,0-1-7 0,0 2-2 0,-7 0 4 16,5 0-3-16,1 0 4 0,3 1 0 0,1-2 0 16,1 0-2-16,1 2 1 0,3-1 8 0,2 0 2 15,0 0 11-15,-1-5-8 0,1 2-1 0,-1-1-2 16,-5-1-8-16,7 6 5 0,-3-2-9 0,0-1 6 15,-3 0-1-15,4-4 5 0,0 3 3 0,-3-2 1 16,-1 0 3-16,-2 1-2 0,-2 0 0 0,-1 0 4 16,-2-2-8-16,-2 1 5 0,-9-1-19 0,-2-1 0 0,3-1 1 15,-4-3 0-15,-3 0 3 0,4 9-19 0,-1-4-8 16,4-3-8-16,4-4-54 0,-3-1-58 0,1-4 1 16,4 0-25-16,1-1-61 0,3-17-97 0</inkml:trace>
  <inkml:trace contextRef="#ctx0" brushRef="#br0" timeOffset="62955.95">11252 10385 1416 0,'0'0'44'0,"0"0"98"0,0 0-127 15,0 0-6-15,0 0 19 0,0 0-12 0,0 0 34 16,2 0-1-16,-1 0-13 0,1 0 8 0,11 0-26 15,1 0-5-15,1 1-3 0,0 1-1 0,1 1-9 16,-2 0 7-16,0 2-6 0,-1 1 4 0,-2 0-19 0,-2-5 7 16,-1 15 0-16,-4 2 3 0,-3 3-4 0,13 3 8 15,-7 3-2-15,-4 2 5 0,-5 2 5 0,-3 2-4 16,-5 2 3-16,-2 0-4 0,-1 3 7 0,3-10 5 16,0 0-4-16,2-4 4 0,2-4 5 0,3 1-2 15,1-5 2-15,2 0-5 0,0-1-11 0,2-3 9 16,1 1-5-16,2-4 6 0,1 1 0 0,-3-2 0 15,14-2 3-15,3-2-4 0,2 0-1 0,4-3-6 0,2 14 3 16,2-6-4-16,0-7 5 0,1-2 1 0,0-1-3 16,-2-3 2-16,3-2-4 0,-3 0-5 0,-1-2 3 15,-2 1-4-15,-1-1-8 0,-2 0-14 0,1-2-11 16,-4 2-5-16,-1-2-89 0,-4-1-251 0</inkml:trace>
  <inkml:trace contextRef="#ctx0" brushRef="#br0" timeOffset="65156.83">3469 16180 722 0,'-1'0'132'16,"0"0"-40"-16,-2 0 56 0,-1 0 9 0,-6 0-83 0,4 0-15 16,2 0-24-16,-1 0-1 0,4 0-7 0,-2 0-10 15,1 0-17-15,0 0 9 0,0 0-10 0,1 0 1 0,0 0 4 16,1 0 0-16,0 0 3 0,1 0 7 0,0 0 7 15,2-1 4-15,3 0 2 0,9-3 17 0,0 2-21 16,-1-1 4-16,2 2-11 0,-1 1-4 0,-2 0-1 16,1 2-3-16,-1 2 2 0,0 2 3 0,-1 1-8 15,-1-1 6-15,-1 14-7 0,-3 1 2 0,-1 5 6 16,-4 0-5-16,13 3 6 0,-5 4-17 0,-8 2 8 16,-3 4-4-16,-5 3 6 0,-3 3-6 0,-3 0-4 15,-2-3 5-15,-1-3-1 0,13-4 6 0,-19-2 4 16,-2-1-10-16,0-4 6 0,-1-2-7 0,0-4 15 0,-2 1 1 15,0-6 5-15,3 0 1 0,-1-2 10 0,2-4-2 16,2-2 3-16,5-2-13 0,-3-2-2 0,3 5-2 16,3-4-1-16,-2-1-10 0,3-3-2 0,4 0 3 0,0-2-3 15,4 0-6-15,-2 0 1 0,3 0-8 0,-1-2 7 16,1 1-7-16,-4-7 1 0,1-4 2 0,3-1-2 16,2-1 3-16,1-1 1 0,3 1 1 0,0 0 0 15,2 2 5-15,1 1 3 0,2 2-2 0,5-1 1 16,0 2-5-16,1 1 0 0,-1 1 2 0,4 0 0 15,1 3-2-15,-2 1 3 0,3 0-1 0,-2-9 2 16,-2 4 5-16,4 3-5 0,-4 4-1 0,0 1-1 0,2 4-5 16,-3 0 9-16,4 3-2 0,-4 0 4 0,0 0-13 15,1 2 7-15,-1-1-7 0,3 1 8 0,-1-2-6 16,1-2 5-16,1-2-1 0,-3-1 0 0,1-3-12 0,0-1 6 16,1-3 0-16,3-3 3 0,0-2-2 0,3-4 0 15,2 9-1-15,-3-17 1 0,2-1-5 0,0-3 2 16,-5-1 1-16,1-2 0 0,-1-5-4 0,-3-2-6 15,1-1-12-15,0 1 8 0,-3 6-8 0,-1 2 19 16,-2 2 4-16,-2 6 2 0,-1-1-3 0,-4 6 9 16,0 3 0-16,-4 3 3 0,3 3 10 0,-2 2 8 15,-1 1-1-15,-1 0 2 0,2 0-8 0,-1 0 11 16,0-1-2-16,-1 2 3 0,0 0-14 0,0 0 4 16,0 0-7-16,-1 1 5 0,0 0-14 0,-1 1 2 0,1 1 2 15,-7 10 2-15,-1 4 6 0,-1 6-12 0,2-1 2 16,0 5-3-16,1-1 7 0,0 4-7 0,1-2 5 15,0 1-6-15,1-1 2 0,0-1 2 0,1 0-1 16,0-3 3-16,2 2 3 0,0-2-7 0,0 1 5 16,2-2-5-16,0-1 8 0,0-1-6 0,3-1 0 0,-1-3-1 15,2-1-1-15,0-2-4 0,1-3 1 0,1 2-1 16,-1-4 13-16,-4-1-10 0,11-2 6 0,-1-4-7 16,2 9 14-16,0-4-8 0,0-2 1 0,1-1-4 15,0-3 1-15,0-2-3 0,3-1 2 0,-3-2-1 16,1-2 2-16,2-1 2 0,-3 0-2 0,0 4 3 0,-3-11 3 15,1-4-5-15,-1 0 1 0,2-2-1 0,0-1 9 16,-3-2-11-16,2-2 4 0,-1-3-6 0,-1 0 3 16,-1-6 1-16,-5-1-2 0,14-2 3 0,-7 0 2 0,-7-1-6 15,-3 2 1-15,-1 4-3 0,0 3 5 0,-2 3 1 16,-1 3-3-16,-2 5 2 0,-1 3-4 0,0 3 4 16,-1 2 6-16,0 3-4 0,-5 2-11 0,-4 4-1 15,4-6-5-15,-4 1 2 0,-2 3-23 0,3 4-11 16,-4 5-5-16,4 2-3 0,0-4-31 0,1 21-55 15,4 1-4-15,2 3-21 0,0-3-62 0</inkml:trace>
  <inkml:trace contextRef="#ctx0" brushRef="#br0" timeOffset="65556.82">4661 16429 626 0,'-1'1'250'16,"0"1"-344"-16,-1-1 297 0,-10 6-168 0,-1 1-29 15,4-3-5-15,0-2 1 0,5 0 0 0,-2-1 8 16,2-1-10-16,1 0 6 0,0 0-5 0,2-1 15 0,-1 2 3 16,-1-1-4-16,1 0 4 0,1 0 4 0,0 0 0 15,0 1 5-15,-1-1-1 0,2-1 27 0,0 0 9 16,2 0-5-16,-1-1 3 0,0 1-20 0,15-6 14 16,1 1 3-16,3 1 2 0,1 1 6 0,0 1-20 15,2 0-3-15,-2 2-7 0,1 2-25 0,0 0-2 16,0 0 0-16,-1 2-1 0,-4-1 2 0,1 2-10 15,-3-1 0-15,-1-1-4 0,1 1-3 0,-4-2-13 16,1 0-4-16,-1 1-8 0,-2-2-63 0,-2-1-92 0,0 0-16 16,-1 0-29-16,0-1-120 0</inkml:trace>
  <inkml:trace contextRef="#ctx0" brushRef="#br0" timeOffset="65824.03">4893 16158 1139 0,'-1'0'125'0,"-3"0"259"0,-12 2-352 16,6 0-3-16,2 1-3 0,5-2 1 0,-2 0-12 16,0 0-8-16,3 0-1 0,0 0-2 0,0-1 4 15,0 11-8-15,-7 3 3 0,0 3-4 0,2 4 0 0,3 2 4 16,1 3-3-16,3 5 5 0,0 2-3 0,-2 6 3 15,-2 2 0-15,-4 0 4 0,0 2 23 0,0-2 1 16,1-1-2-16,0-4-3 0,1-5-28 0,1-5-10 16,2-3-2-16,0-4-5 0,3-3-20 0,0-3-27 15,0-2-52-15,1-6 1 0,1 0-227 0</inkml:trace>
  <inkml:trace contextRef="#ctx0" brushRef="#br0" timeOffset="68225.1">23521 9609 124 0,'0'0'0'0,"0"-1"38"0,0-1 20 0,0 1 29 16,0-1 13-16,0-3-21 0,-1-3-9 0,0 1-10 16,-1 0 3-16,1 0-4 0,0 0-8 0,0 0-18 15,1 1-1-15,0-1-5 0,-1 0-2 0,1 1-6 16,0-1-3-16,0 0 1 0,0 0-5 0,0 0 23 16,0 0-1-16,0 1 7 0,0 1 2 0,0 1 21 15,0 1-7-15,0 1 12 0,0 0-18 0,0 1-10 16,0 0-6-16,0-1-2 0,0-1-26 0,0 1-16 0,0 1 5 15,0 0-9-15,0-1 8 0,0 2 8 0,0 2 0 16,0-1 3-16,-2 22-2 0,0 3-3 0,-1 5-1 16,-1 2 0-16,-2 3 10 0,0 5-6 0,-1 3 3 0,-1 2-5 15,0 2 2-15,0-2 5 0,-1-3-4 0,2-3 4 16,-1-3 2-16,0-1-7 0,1-3 8 0,1-1-9 16,0-3 10-16,1-2-5 0,1-1 6 0,0 0-4 15,2-2 15-15,-1-3-14 0,1-4 2 0,1-5-5 16,0 1 6-16,-1-4-9 0,1 2 3 0,1-4-5 15,0 0-4-15,0-4 10 0,0-2-5 0,0 1 7 16,0 0 1-16,0 1 32 0,0-2-4 0,0 0 10 0,0 0-26 16,0 0-24-16,0-1 2 0,-1-1-8 0,1-1-3 15,-2-15 6-15,1-10-4 0,1-1 5 0,3-5-10 0,2-1 15 16,2-2-9-16,2-2 11 0,2-1-6 0,3-4 4 16,0-1 0-16,4-5 0 0,1-1-3 0,2-2-1 15,-20 0 0-15,21 4-2 0,4 2 0 0,-2 8 6 16,3 5 2-16,-3 10 0 0,-1 3-4 0,-2 6-1 15,-6 2 0-15,2 4 2 0,-1 2 6 0,4 2-8 16,-2 2-2-16,-3-9-2 0,1 4-4 0,-4 5-4 16,0 1 8-16,0 1-5 0,-2 2 1 0,-1 2-9 15,-1 0-2-15,-4 0 0 0,4 4 5 0,-3 6-5 16,0 1-7-16,-1-1-4 0,-2 1-65 0,0-2-75 0,1 1-30 16,0 0-26-16,2 0-234 0</inkml:trace>
  <inkml:trace contextRef="#ctx0" brushRef="#br0" timeOffset="68775.85">23702 10290 1630 0,'0'-1'63'0,"0"-1"6"15,-1 0-34-15,-3-6-19 0,2 3-19 0,-2-1-20 16,1-2-11-16,2 0 14 0,1-3-11 0,4-3 17 16,5 1-4-16,4-1-7 0,11 1 2 0,1 2-27 0,-5 2-18 15,1 2 12-15,-7 2-8 0,0 2 47 0,-8 0 23 16,-1 0-5-16,-4 3 13 0,1-2 0 0,1 0 2 16,-1 1 4-16,-1 0-2 0,0 1 16 0,1 0-3 15,-1 1-2-15,-1 3-1 0,-1 16-12 0,-4 4 0 16,-1 2-7-16,-2-1 3 0,1 0-8 0,2-2-1 15,0-1 5-15,3-2-6 0,0-2-5 0,0-3 2 16,2-2 0-16,0-3 0 0,2 0-7 0,0-3-9 16,0 0-6-16,1-2 0 0,-3-4-11 0,1 2 24 0,1-1-2 15,4 2 10-15,2-1-4 0,2-3-6 0,-1-1 7 16,2-4-5-16,-2 3 12 0,1-17-5 0,-1-2 2 16,0 0-3-16,0-2 11 0,-2 2-7 0,1 4 3 15,-1-2-3-15,0 3 1 0,-1 2 2 0,0 3-4 16,1 1 1-16,-1 1-2 0,0 2-2 0,-2 0 5 0,0 2-2 15,-1 1 2-15,0 3-9 0,-2 1 4 0,1-1-4 16,-1 1 19-16,2 0 1 0,-1 1 5 0,0 2-3 16,4 10 4-16,-1 11-4 0,-5 1 1 0,-1 1-1 15,-3 1 3-15,-2 0-7 0,1-2-4 0,-1-4 1 16,0-1 0-16,1-6 2 0,0 0-2 0,2-3 1 16,1-3-4-16,0-2-5 0,1-2-2 0,1 0-4 0,0-3-16 15,0 0 3-15,0 2-1 0,0-1 3 0,0-1 12 16,0 0-24-16,1-1-5 0,1-1-11 0,0-1-53 15,6-15-33-15,5-5-6 0,-4 0-14 0,1-2-72 16</inkml:trace>
  <inkml:trace contextRef="#ctx0" brushRef="#br0" timeOffset="69043.59">23716 10071 1361 0,'-1'-1'91'0,"0"0"-104"0,0-2 107 15,-3-1-54-15,0-2-16 0,1 1-24 0,1 1-2 16,0 2-6-16,2-1-2 0,0-1 3 0,2 1 5 0,3-1-1 16,21 2 5-16,0 0 8 0,2-13-10 0,-2 7 9 15,-1 4-6-15,-4 3-9 0,-1 1 8 0,-1 0-9 16,-4 1-2-16,-1 2 0 0,-2-1-2 0,0 0 3 15,-3 0-2-15,2 0-8 0,-2-1-1 0,0 0-5 16,-1-1-37-16,1 0-95 0,2 0-18 0,3-2-34 16,2-4-167-16</inkml:trace>
  <inkml:trace contextRef="#ctx0" brushRef="#br0" timeOffset="69427.04">24376 9898 1280 0,'0'0'111'0,"0"-1"-98"0,-1 0 115 0,-1 0-48 16,1-1-54-16,0 1-27 0,0 0 0 0,1 1-7 16,0 0 21-16,0 0-1 0,1 0 1 0,0 0-5 15,6 0-6-15,12 2 3 0,1 1-2 0,0-1 0 16,0 0-8-16,-1 1-4 0,-1-1-5 0,-1 1 1 15,0-2-15-15,-2 0 7 0,0 0-6 0,-1 0 1 0,2-1-51 16,-3 0-58-16,-4 0-6 0,2-1-22 0,-4 0-61 16,0 0-27-16</inkml:trace>
  <inkml:trace contextRef="#ctx0" brushRef="#br0" timeOffset="69610.29">24419 10102 1569 0,'0'0'29'0,"0"0"4"0,0 0 3 15,-1-2-13-15,1 2-1 0,0 0-36 0,0 0 10 0,0 0-9 16,1 0 12-16,0 0 2 0,23-3-14 0,2 0 1 16,3 1-9-16,1 1-18 0,1-1-142 0,1-1-38 15</inkml:trace>
  <inkml:trace contextRef="#ctx0" brushRef="#br0" timeOffset="71912.23">25396 9136 270 0,'0'-1'21'0,"0"0"9"0,0-2 10 0,0 0-16 0,2-7 11 15,-1 2 13-15,1 0 1 0,-1 1-2 0,1 1 2 16,-1-1 8-16,0 1 1 0,0-1-1 0,0 1-1 16,-1 1-16-16,1 0 6 0,-1 0-5 0,0 0 6 15,0 0 1-15,0 3-11 0,0-1 3 0,0 1-6 16,0 0 6-16,0 1-18 0,0 0 4 0,2-2-8 0,-2 1-3 16,0 0 1-16,0 1-3 0,0-1 1 0,0 1 0 15,0 0 0-15,0 0-2 0,0 0 0 0,1-1-13 16,-1 1 8-16,1 0 2 0,0 1 4 0,-1 0 4 0,0 1-3 15,0 0 4-15,0 2-3 0,0 10 7 16,-1 4-9-16,-3 5 0 0,0 2-2 0,-2 4-1 0,-2 4-4 16,-1 2 1-16,0 5 0 0,-2-1 12 0,0 3-11 15,-2-1 2-15,-1 0-6 0,-1 1 5 0,-2-2 0 16,-1 0 2-16,1 1-2 0,-1 1-4 0,1 2-7 16,1-2 1-16,-2 1-3 0,2-2 7 0,-1-5-1 15,3-1 2-15,1-3-3 0,3-8-6 0,2-4 7 16,2-4-3-16,2-5 4 0,2-2-14 0,1-4-11 15,1-1-4-15,0-2-1 0,-2 1-17 0,1 1-99 0,1-2-48 16</inkml:trace>
  <inkml:trace contextRef="#ctx0" brushRef="#br0" timeOffset="72495.75">25375 9056 1629 0,'0'-1'7'0,"0"0"0"16,0-2-4-16,0 0-10 0,0-2 0 0,1 0-23 16,1 3 6-16,4-1 9 0,10 0-4 0,3 1 14 15,-2 1 0-15,2 0-2 0,1-1 2 0,1 1 5 0,3 0-1 16,4 0 2-16,-2 0-2 0,-1-13 1 0,-2 7 7 15,-6 4-7-15,2 3 6 0,-3 0-7 0,-1 4 2 16,-4 0 5-16,-5 0 0 0,0 3 11 0,-5 9 2 16,1 3 1-16,11 2 0 0,-7-2 2 0,-6 4-9 15,-2 1 1-15,-4-1-5 0,-4 1-5 0,1-3 6 16,0-4-3-16,4 1 3 0,-9-4 0 0,-6-1-7 16,1 2 4-16,0-6-6 0,-1 1 5 0,4-4-5 0,2-3 4 15,1-1-5-15,2 1-1 0,2 4 5 0,0-2-2 16,3-3 5-16,1 0-3 0,1-1 5 0,1-1-2 15,0 0 2-15,2 0 0 0,0 0 4 0,0 0-3 16,-2 0 3-16,1 0-7 0,0 0-8 0,0 0-6 16,1 0-1-16,0 0-7 0,0 0 15 0,1 0 0 15,0 0 2-15,0 0-8 0,1 0 7 0,0 0 0 0,2 2 2 16,1-1-12-16,7 4 9 0,-2 0-4 0,3 4 5 16,-3-2-6-16,0-5 4 0,-2 9 1 0,-1-1 1 15,2 1 6-15,0 1-4 0,0-3-2 0,-4 0 0 16,-2-2 3-16,4 0 1 0,-1 1 2 0,-3-4 1 15,0 2 10-15,0-1-2 0,-1 1-1 0,-1-2-1 16,0 3-7-16,-1-2 12 0,-2 1-6 0,-1 0 6 0,-7 0-11 16,-11-3-6-16,-1 2 6 0,-1-1-6 0,-2-2 5 15,1-1-9-15,-1 13 6 0,2-6-5 0,1-4 7 16,4-3-11-16,2-1 0 0,3 0-5 0,-2 0-2 0,2-1-24 16,2-1-12-16,7 0-5 0,-1 1-61 0,0 0-50 15,2 0-18-15,1 0-19 0,0 1-150 0</inkml:trace>
  <inkml:trace contextRef="#ctx0" brushRef="#br0" timeOffset="73046.31">24956 10097 778 0,'0'0'90'16,"0"0"-78"-16,-2-1 101 0,1-1-41 0,0 1-29 16,0 0-21-16,0 0-2 0,-2 0-5 0,1 0 2 0,0-1-7 15,-1 1 0-15,1 0-2 0,0 0 1 0,-1 0 0 16,1 0 1-16,-1-1-2 0,1 1-4 0,1 0 2 16,0 0 0-16,0 0 0 0,-1 1 7 0,1 0 26 15,0 0-5-15,1 0 11 0,0 0-11 0,0 0 2 16,1 0 0-16,2 0 1 0,4 0 10 0,13 0-4 15,2-2 1-15,6 1-3 0,4-1 2 0,2-2 9 16,6 0-8-16,1-1 4 0,3 0-21 0,3 1-4 16,-1-1 1-16,1 0-2 0,1 2-4 0,-5 0-7 0,2 1 1 15,2 0-4-15,-7-1-6 0,-1 2 0 0,-4 0 0 16,-7 1-1-16,1 0-2 0,-8 0 1 0,-4 0 3 16,-3 0-2-16,-3 0-1 0,-2 0 5 0,1 0-5 15,-5 0 8-15,0 0-13 0,-2 0 8 0,-1 0-4 0,1 0 4 16,-1 0-10-16,0 0 8 0,1 0-4 0,-1 0 5 15,0 0-17-15,1 0-3 0,-1 0-3 0,0 1 0 16,1 0-19-16,-1 0-88 0,0 1 0 0,1-1-37 16,-1-1-72-16</inkml:trace>
  <inkml:trace contextRef="#ctx0" brushRef="#br0" timeOffset="74147.69">25177 10520 764 0,'0'0'14'0,"0"-1"-3"0,0 0 6 15,0-2-1-15,1 1-5 0,1-5-19 0,2-2 9 0,0-2-3 16,3-1 6-16,0 2 5 0,2-2-6 0,-2 1 10 16,0 1-8-16,1-2 15 0,-3 4 32 0,-2 0-3 15,1-1 14-15,-2 2 9 0,0-1-4 0,0 0 1 16,-2 1-3-16,0 0-13 0,0 0-14 0,-2 1-9 15,1 2 1-15,0 0-13 0,0 1-3 0,0 1-2 0,0-1-2 16,-2 1-12-16,-1 0 5 0,-11-5 2 0,5 4-1 16,-7 2-1-16,1 1 6 0,-2 4-9 0,-5 3 7 15,0 2-7-15,1 2 3 0,0 2 7 0,2-10-6 16,1 15 0-16,2-2-3 0,1 0-3 0,3 1 1 16,1-1 0-16,3-1 1 0,0-1 2 0,0 0 0 15,2-1-3-15,1-2 3 0,3-1 2 0,0 0 3 16,2-2 5-16,-5-1-3 0,3-1-4 0,1-2 2 0,0 1-4 15,1 0 9-15,1-2-2 0,0 0 5 0,0 0 4 16,0 0 7-16,1-1-3 0,-1-1 1 0,9 5-12 16,6 2-6-16,3-3 7 0,1-3-5 0,4-2 0 0,2-3 3 15,-1-3-12-15,3-2 9 0,-3-1-10 0,-3 1 0 16,-1 0 2-16,-7 2-1 0,2-1-2 0,-3 1 6 16,-1 0-1-16,0 0 3 0,-5 3-6 0,0-1 7 15,-4 3-3-15,1 0 4 0,-2 1-10 0,1-2 17 16,-1 2-7-16,2-3 12 0,-1 2-6 0,0 0-7 15,0 0 5-15,-1 0-7 0,0-1-6 0,0 1-8 16,0 0 0-16,1 1 1 0,-2 0 15 0,0 1-3 16,0 0-3-16,-2 4-1 0,-4 13-1 0,1-1-2 0,-1 3 5 15,0 2-2-15,0 0 3 0,0 3-3 0,0 0 0 16,2 2 0-16,-2 3 6 0,0-3-3 0,0-1-3 16,-2 1-1-16,-2-1-12 0,1 2 19 0,-3 0-5 15,1-2 10-15,1-1-1 0,-1-4-3 0,1-1 3 16,-2-2-6-16,1-2-5 0,1-1 12 0,9-2-1 0,-9-2 5 15,2-2-10-15,0-3 4 0,2-1-1 0,0-3 2 16,0-1 0-16,1 3 9 0,2-2-3 0,-2 1 4 16,0-1-3-16,1-1-5 0,-1-1 5 0,0 0-5 15,1-1-4-15,-1-1 4 0,1-1-7 0,0 2 5 16,0-10-13-16,1 1-4 0,-1-1 1 0,1 2-2 16,0-1 1-16,1 2-7 0,0 1-1 0,0 1-4 15,1 0-10-15,-1 3-7 0,-2-2 0 0,3 3-4 0,-1-2-11 16,2 3-44-16,0 0-3 0,-1-3-17 0,1 3-44 15,-2-3-79-15,2 0-35 0</inkml:trace>
  <inkml:trace contextRef="#ctx0" brushRef="#br0" timeOffset="74813.65">25389 10889 1501 0,'0'-1'69'0,"0"0"-67"0,-1 0 66 16,0-1-29-16,0-1-42 0,0 1 1 0,0 1-6 15,-1-1 2-15,1 1-16 0,0 0 11 0,0 1 6 16,0 0-2-16,-1 1 1 0,1 0 0 0,0 2 1 16,-5 9 2-16,-2 5 6 0,1-3 8 0,0 0-7 0,1-1 8 15,0 0-7-15,-1 0 11 0,1-1 4 0,0-1 2 16,-1 0 6-16,1 0-5 0,1 0 1 0,1-3-2 15,-1 1 3-15,3-3-16 0,0 0 4 0,-1 0-7 16,2-2 8-16,0 0-8 0,0 0 1 0,1-2-4 16,0-1-3-16,0 1 6 0,0 1-4 0,0-1 5 15,0 0-3-15,0 0 7 0,0-1 1 0,0 0-1 0,0 0-7 16,0-1 0-16,0 0 0 0,1-1 0 0,1 0-4 16,1-6-1-16,12-9 1 0,-5 2 0 0,2-2 8 15,0-2-6-15,1 1-1 0,-1-2-1 0,1 1-6 0,-2 2 8 16,1 0-1-16,0 4 4 0,-3-1-10 0,1 3 8 15,-2 3-8-15,-2 2 8 0,-1 3-9 0,-2 0 1 16,-1 1 1-16,0 1-1 0,1-2-9 0,-2 2 10 16,2 0-2-16,-1 2 6 0,0-1 8 0,3 8-6 15,0 9 2-15,-4-2-4 0,-1 1 6 0,-2-2 14 16,-1-2-3-16,0 0 4 0,0-4-8 0,1-2-3 16,1-2-1-16,0 0 0 0,-1-2-4 0,2 0-6 15,0-1 3-15,0-1-3 0,0 0 11 0,0 2-7 0,0-1 5 16,0 0-6-16,0 1 6 0,0-2 0 0,2 0 3 15,-1-1-2-15,1 0-8 0,9-2 0 0,3-5-2 16,3-4 2-16,2-1-1 0,-2 2 1 0,-2 9-2 16,-1-12 1-16,1 1 0 0,-2 1 3 0,-1 3 0 15,-4 2 0-15,-3 4-10 0,1-3 4 0,-1 2-7 0,-4 3 6 16,0 0-9-16,0 0 8 0,3-2 4 0,-2 2 1 16,-1 0 5-16,2 3-5 0,6 12 4 0,-2 4-4 15,-2 1 12-15,-3-4-1 0,0 2-4 0,0-3 2 16,1 1 7-16,1-4-5 0,2 1 3 0,-1-1-5 15,3 1 2-15,-7-2-10 0,13-2 2 0,5-1-5 16,1 1-8-16,2-5-7 0,0 1 3 0,2 9-7 16,0-6-23-16,0-5-117 0,0-3-8 0,-1-5-52 0,1-2-172 15</inkml:trace>
  <inkml:trace contextRef="#ctx0" brushRef="#br0" timeOffset="77184.42">23000 11981 841 0,'0'0'28'16,"-1"0"1"-16,0 0 2 0,-1 0 7 0,0 0-11 16,-3 0 20-16,-2 0 3 0,1 0-5 0,2 0 8 15,-1 0 11-15,4 0-18 0,0 0 0 0,-1 0-9 0,0 0-17 16,0 0-20-16,-1 0 5 0,2 0-7 0,0 0 20 16,0 0 5-16,1 0 6 0,0 1-4 0,1 0 1 15,1 0 1-15,4 2-1 0,11 5 1 0,0-1-11 16,1-1-13-16,2 0-3 0,-1-1 0 0,0 1 0 0,1 0-6 15,-3 0 5-15,2 0-7 0,-4-1-2 0,2-1-5 16,-2 1-1-16,2 0-1 0,-3 0-12 0,-1-2-3 16,4 1-9-16,-6-3-5 0,2 1-102 0,-3-1-48 15,-3-1-49-15</inkml:trace>
  <inkml:trace contextRef="#ctx0" brushRef="#br0" timeOffset="77366.49">22969 12224 1281 0,'0'0'62'0,"-1"0"1"0,0 0-14 0,0 0-11 16,0 0-20-16,-1 0-26 0,1 0-3 0,1 0 7 15,0 0-2-15,0 0 20 0,1 0 6 0,2 0 1 0,5 0 1 16,12-1-3-16,4 0-4 0,1-2-8 0,6 0 1 16,0-2-34-16,3-1-26 0,0-1-25 0,1 0-10 15,0-1-197-15</inkml:trace>
  <inkml:trace contextRef="#ctx0" brushRef="#br0" timeOffset="82071.18">24155 11467 944 0,'0'-1'0'0,"-1"-1"135"0,-1 1 6 0,1-1 9 16,1 1-1-16,-2-4-128 0,1 3-6 0,-1-1-5 16,1 1 0-16,0 0-3 0,0 0-9 0,0 1 4 15,0 0 1-15,-1 0 1 0,1 0-4 0,0 0 1 16,0 1 1-16,0 1 3 0,0 1 12 0,-4 5 17 0,-6 12 1 16,1 2 5-16,-1 3 13 0,0 2-17 0,1 2 3 15,-1 2-9-15,2 3-3 0,-2 3-15 0,2 0 3 16,0 0-7-16,-1 1 3 0,2 2-6 0,0-3 1 15,-1-1-3-15,4-2 5 0,0-7-10 0,0-1-2 0,3-6-4 16,-1 0-7-16,2-5-10 0,1-3-2 0,0-1-3 16,0-3-9-16,0-4-80 0,0-1 20 0,1 0-43 15,2 0-23-15,7 2-56 0,6-4-49 0</inkml:trace>
  <inkml:trace contextRef="#ctx0" brushRef="#br0" timeOffset="82920.85">24365 11664 764 0,'0'0'236'0,"0"0"-261"15,-1 0 260-15,0-1-127 0,0 0-66 0,-1 0-12 16,1 1 4-16,0 0-5 0,0 0-2 0,0 0-19 16,0 0 2-16,1 0-6 0,-2 0 13 0,1 0-3 15,0 0 1-15,0 1-3 0,-1 1 2 0,-3 9 3 16,-5 8-3-16,0 3 3 0,-3 2-10 0,1 1 4 15,0 1-6-15,3-1 3 0,1 3-15 0,-3-4 12 16,4 0-2-16,4 0 4 0,0-6-10 0,-9-1 16 0,7-4-3 16,1-1 9-16,3-3-9 0,1 0 21 0,0-2-10 15,0-1 14-15,1-2-8 0,1 1 11 0,0-3 1 16,6 1 1-16,6-2-9 0,5 11-6 0,-2-5-4 16,3-4 1-16,-1-3-10 0,-1-1-6 0,-3-3 3 15,0 0-5-15,2-3-3 0,-4 0 1 0,1-3 2 0,-1 3 1 16,-1-9 5-16,-1-3-8 0,0-1-2 0,-2-1 0 15,0-3 4-15,-2 0 0 0,0 0 5 0,-3 2-5 16,1-2 0-16,-1-1 2 0,-2 2-6 0,-1-1 3 16,12 2-1-16,-6 2 0 0,-3 1 7 0,-4 3-6 15,-1 2 3-15,-2 2-7 0,1 3-1 0,-2 0-3 16,1 5-7-16,-8 1-2 0,-8-9 0 0,-1 5 1 16,-2 6 3-16,-3 4-1 0,-3 6 1 0,2 3-1 0,0-11 0 15,3 18-3-15,3-2-6 0,5 3 3 0,-1-1-6 16,8-1-6-16,2-4 5 0,4-2-6 0,-5-3 8 0,3-1 3 15,2 3-2-15,2-5 1 0,2-1-11 0,8 2-48 16,17 3 7-16,2-7-23 0,6-7-19 0,-2-4-29 16,0-3 0-16,3-3-7 0,-1 0 21 0,0 0-13 15,4-1-4-15,-3 2-3 0,2 0-4 0,-2 2 112 16,-6 2 11-16,-1 0 36 0,-6 4 87 0,-3-1 41 16,-4 1-9-16,-3 1 17 0,0 2-21 0,-3 0-41 15,0-1 5-15,-3 2-18 0,0 0 3 0,-4 1-8 16,1 0 3-16,-3 0-4 0,0 0 2 0,2 0-8 15,-1 0 0-15,0 1-7 0,1 0-20 0,-1 1-4 0,-1 0 0 16,-1-1 0-16,4 10 2 0,-3 2-4 0,-1 2 3 16,-1 3-1-16,-3 0 11 0,-2 2-5 0,-1 3-6 15,0-3 2-15,0 1-7 0,0-1-2 0,0-1 2 16,0 1-5-16,1 0-14 0,3-2 5 0,-1-1 1 0,2-3 3 16,1-3 8-16,1 0-12 0,0-1 0 0,1-1-3 15,1 1 5-15,2-2-4 0,-1-1 4 0,2-1-3 16,1 0 14-16,8-3-10 0,2 0 0 0,3 0-4 15,-1 9-5-15,1-5 1 0,1-2 5 0,0-3-2 16,0-2 6-16,1-2-1 0,0-2-1 0,-1-2 1 16,0-1 1-16,1-3 3 0,-1-2-3 0,-2 5 2 15,2-14-5-15,-4 2-6 0,-3-5 2 0,-1 1-2 0,0-1 8 16,-6-3-3-16,-3 4 5 0,-2-2-4 0,11 3 4 16,-7 0 7-16,-5 2-1 0,-3 3 3 0,-3 0-7 0,-1 3-7 15,6 2-4-15,-21 2 1 0,-2 2-11 0,0 3-7 16,-3 4-3-16,2-12-3 0,1 6-31 0,1 6-35 15,-1 3-5-15,1 3-11 0,-2 3-32 0,-1 2-28 16,-1 5-15-16,-1-10-11 0,2 24-105 0</inkml:trace>
  <inkml:trace contextRef="#ctx0" brushRef="#br0" timeOffset="83337.77">23907 12348 972 0,'-2'0'428'0,"1"0"-562"0,0 0 492 0,-1 0-273 16,-1 0-101-16,1 0-5 0,0 0-5 0,-1 0 2 15,1 0-12-15,1 0 21 0,0 0-3 0,-1 0 11 0,1 1-2 16,1 0 12-16,0 0-3 0,1 0 6 0,1 0-3 16,0 1 28-16,4 0 2 0,9 3 11 0,2-3 12 0,1-1 14 15,4-1-5-15,1-1 8 0,3-1-1 0,7-2-10 16,2-2 0-16,7-1-6 0,4 0-13 0,3-2-3 16,2 2-5-16,2 0 1 0,1 1-10 0,-1 1-7 15,1 0-4-15,4 2-1 0,-3-1-19 0,-1 1 5 16,-5 2-2-16,-10 1 3 0,0 0-1 0,-10 0-8 15,-4 1 4-15,-7 0-5 0,-3 1 7 0,-4 1-9 16,-2 0-1-16,-4 0-4 0,0-1-13 0,-3-1-1 16,-1-1-6-16,2 1 2 0,-1 0-7 0,0 1-7 15,-1 0-5-15,1 0-5 0,-1 1-50 0,0-1-51 0,0 0-7 16,-1 1-25-16,0 0-120 0</inkml:trace>
  <inkml:trace contextRef="#ctx0" brushRef="#br0" timeOffset="83704.89">24222 12517 1883 0,'0'0'41'15,"-1"0"7"-15,-1 0-31 0,1-1-23 0,0 0-11 0,0 1-34 16,-2 0 17-16,1 0 2 0,-4 2 6 0,-8 7 16 15,-2 0 1-15,-4 12 2 0,1 0 0 0,1 2 3 16,-1-1 7-16,1 0 1 0,2-1 3 0,1-1 0 0,3-3 14 16,2-2-2-16,3-2 5 0,2-4-4 0,1-1 8 15,3-1-1-15,-2-2 4 0,-1 1 2 0,3-2-7 16,-1 3 8-16,2-3-5 0,0 0 13 0,1-1-8 16,-1-1-5-16,13 0 1 0,11-1-12 0,5 14-12 15,5-6 4-15,-2-8-6 0,2-1-2 0,-1-1 2 16,-1-3-4-16,3-1 4 0,-6 1-7 0,-6-1-3 15,-4 1-1-15,-3 1 0 0,-3-1-7 0,-4 2-1 16,-2 1-4-16,-2 0 2 0,-2-1-3 0,0 2-53 16,-2 0 4-16,1-1-22 0,0 0-14 0,1 0-21 0,-2 0 0 15,0 0-10-15,0-1-33 0,1 0-66 0,-2 0-36 16</inkml:trace>
  <inkml:trace contextRef="#ctx0" brushRef="#br0" timeOffset="83989.34">24268 12533 1334 0,'0'0'76'16,"0"0"-1"-16,-2-1 21 0,1 0-14 0,0 0-11 15,0 0-30-15,0-1-7 0,0 1-6 0,-1 0-1 0,2 0-22 16,-1 1 1-16,0 0-4 0,0 0 3 0,0 1-2 16,-1 3 14-16,-8 16 1 0,-2 3 3 0,0 1-2 15,1 2 5-15,0 1-1 0,0 1 3 0,1 2-10 16,-1 2 14-16,-2 2-8 0,3-2 9 0,-2 1-11 0,1-1-9 15,2-2-1-15,0 1-4 0,0-2-1 0,3-5-6 16,2-1 1-16,0-4-6 0,2-2-12 0,1-2-8 16,1-2 2-16,0-1-4 0,1-3-2 0,1-1-40 15,1-2-1-15,-1-2-12 0,5-2-2 0,7 7 1 16,3-2 8-16,3-4-5 0,-3-3 15 0,4-4-4 16,3-3 2-16,1-3-4 0,0-5-1 0,3 11-27 15,0-19-2-15,-1-2-13 0,2-3-60 0,-3-1-55 16</inkml:trace>
  <inkml:trace contextRef="#ctx0" brushRef="#br0" timeOffset="84388.66">24666 12643 480 0,'0'0'319'0,"0"0"-324"0,-1-1 343 15,0-1-157-15,0 1-97 0,0 0-15 0,-1 0-1 16,1 0-4-16,0-1-11 0,-1 1-20 0,0 0-4 0,1 0-5 16,0 0-9-16,0 0-7 0,-1-1 6 0,-1 2-8 15,1 0 5-15,0 0 11 0,-4 2 5 0,-3 1 1 16,1 3 6-16,-1 1-5 0,1 8 3 0,-2 2-3 15,1 0-5-15,0 0-2 0,1 3 1 0,2-4-1 16,1 3-3-16,1 2-6 0,0-4-2 0,3 3 1 16,0-6 2-16,0 0-9 0,-8 0 2 0,4-3-4 0,0 0 0 15,3 0 4-15,1 2-7 0,1-1 6 0,1-2-4 16,0-1 5-16,1-1 0 0,2-1 1 0,-1 0-2 16,2-1 10-16,2 0-3 0,7-3 4 0,3 1-13 0,0-3 11 15,2 0-6-15,1 11 7 0,0-5-4 0,-1-4 8 16,1-1-5-16,-1-4 5 0,1 0-19 0,-1-3 11 15,-2-1 1-15,-2-1 2 0,0-1-5 0,-2 5 4 16,1-14-4-16,-1 0 4 0,-2-2-8 0,0 1 1 16,-1 0 1-16,-1-3 0 0,-2-1-2 0,-3 0-3 15,1 2-1-15,-2 0 1 0,-2 3 9 0,8 2-5 16,-3 1 0-16,-4 0-2 0,-2 2-5 0,-2 0-10 16,-2 3 0-16,1 3-4 0,1 0-6 0,-11 2-18 0,-3 3 0 15,0 0-11-15,1-9-45 0,-1 4-48 0,2 2-7 16,2 3-16-16,-2 1-62 0,-1 0-117 0</inkml:trace>
  <inkml:trace contextRef="#ctx0" brushRef="#br0" timeOffset="84973.48">25208 11673 908 0,'0'-2'153'16,"-1"1"338"-16,0-1-483 0,1 1-5 0,-2-5-10 15,0 3 5-15,1 1-20 0,0 0-7 0,0-1 4 0,0 2-2 16,0 0 19-16,-1 0 4 0,0 1 2 0,-7 2 0 15,-4 4 5-15,-4 5-2 0,3-7 4 0,-2 16-3 16,0-1 17-16,1 6 3 0,-1-2 0 0,-1 3 3 16,-2 7 25-16,1 2 14 0,-1 4 0 0,-2 5 1 15,1-2-23-15,-2-2-15 0,0 2-3 0,2 2-3 16,-1 3-8-16,1 2-9 0,1 1 6 0,-1-2-6 16,4-2 4-16,0-4 1 0,2-2-2 0,2-3 2 15,1-6 2-15,2-1 1 0,2-3 3 0,2-1 0 0,-3 0 14 16,-1-2-3-16,0-1-4 0,0-1 1 0,1-2-10 15,0 0 8-15,3-1 0 0,-1-3 0 0,2-1-9 16,0-2 1-16,1-2-3 0,0-2 1 0,2 0-8 16,0-2-2-16,-4-1 1 0,2-1 0 0,0-1-1 0,1 1-1 15,1-2-7-15,0 1 4 0,-1-1-9 0,1 1-12 16,0-2-3-16,0 0-6 0,0 1-37 0,0-1-95 16,-1-1 8-16,1 1-44 0,1-1-68 0</inkml:trace>
  <inkml:trace contextRef="#ctx0" brushRef="#br0" timeOffset="85540.93">25425 12011 1544 0,'0'0'164'0,"0"-1"-191"0,0 0 178 0,0 0-92 15,0 0-53-15,0-1-10 0,0 0 5 0,0 0-6 16,1-1 3-16,0 1 2 0,1 0 0 0,11-7 1 16,4 2-7-16,-1 4-5 0,-2 0-8 0,2 3 5 15,-5 0-10-15,0 0 1 0,0 0 3 0,-4 0-1 16,-1 0-2-16,1 0-28 0,-3 0 3 0,0 0-11 15,-1 0 3-15,0 0-17 0,-2 0 0 0,2 0-10 0,1 0-29 16,-2 0-93-16,4 2-42 0</inkml:trace>
  <inkml:trace contextRef="#ctx0" brushRef="#br0" timeOffset="85707.97">25384 12215 1363 0,'0'0'250'0,"0"0"-292"16,0 0 268-16,0 0-137 0,0 0-85 0,0 0-4 16,1-2 1-16,1 1-2 0,5-1 12 0,13-5-17 15,2 0 4-15,4-3-12 0,0 1-19 0,1 0-110 0,1-1 4 16,2 1-47-16,-1-1-73 0</inkml:trace>
  <inkml:trace contextRef="#ctx0" brushRef="#br0" timeOffset="86357.35">26209 11578 1157 0,'0'-1'181'0,"0"0"33"16,-1 0-104-16,1 0-71 0,-4-7-38 0,2 2-9 0,1 3-10 16,1 2-2-16,-1-1-3 0,-1-1-7 0,1 1-5 15,0 1-7-15,0 0 4 0,0 0-2 0,1-1 28 16,0 1-2-16,0 0 9 0,1 0-3 0,0 0 8 16,0 0 10-16,2 1-1 0,-2 0 26 0,8-2 23 15,-1 2-1-15,3-1 8 0,1 1-6 0,0 0-14 16,-1 0-4-16,1 0-1 0,3 3-11 0,-1 0-14 15,2 2 0-15,0 2-5 0,-2 1-3 0,0-3-2 16,1 14-2-16,-5 1 0 0,0 4-1 0,-6 1-7 16,0 2 3-16,11 1-7 0,-7 4-3 0,-7-1 13 0,-3-1-2 15,-5 4 5-15,-1-6-4 0,-4 4 0 0,-1-1-4 16,-2-4 4-16,9 0 0 0,-18-2-4 0,-1-2 8 16,-6-1-5-16,-2 0 9 0,4-5 5 0,-1 1 0 15,4-5 1-15,4-3-7 0,-3-1 6 0,3-2-7 16,8-3 6-16,0 0-10 0,3-2 9 0,4 4-1 0,0-1 5 15,1-3 2-15,3-1-2 0,0-1-3 0,2 0 1 16,-1 0-1-16,-1-1-4 0,1 0 4 0,-1-5-5 16,-3-8 0-16,2-1-4 0,4-1 1 0,1 5-1 15,2-2 8-15,0 1-7 0,1 1 3 0,0 2-5 16,0 1-1-16,1 0 0 0,-2 2-3 0,-2 0 2 0,8 1 2 16,2 3-5-16,1-2 3 0,-4 3-3 0,4-7 2 15,-4 3-5-15,4 0 1 0,-1 4-2 0,0 1 0 16,2 1 8-16,-2 2-1 0,2 0 3 0,1 3 0 15,-3-1-3-15,-1 1-2 0,1 1 0 0,-1 0 2 0,1 0 2 16,0 0 2-16,-3-1-3 0,-2-3-5 0,0 2 0 16,-1 0 0-16,0-2 1 0,0-2 1 0,0 4-6 15,-2 0 0-15,1-3-2 0,-1 1-3 0,1-2-9 16,-2 0-4-16,0 0-7 0,2 1-63 0,1 2-33 16,0-1-17-16,4 1-3 0,0-3-60 0,1-1-143 15</inkml:trace>
  <inkml:trace contextRef="#ctx0" brushRef="#br0" timeOffset="86591.3">26619 11945 2016 0,'0'0'167'0,"0"0"-230"0,0-1 193 0,0 0-112 15,0 0-48-15,0 1-4 0,0 0 0 0,0 1 3 16,0 0 13-16,0 2-6 0,0 2-3 0,-1 5-1 16,1-1-15-16,0-1-58 0,1-2-10 0,1-1-19 0,-1-1-41 15,0-2 10-15,0 0 2 0,1 1-1 0,1-2-20 16,7 2-49-16,5-3 0 0</inkml:trace>
  <inkml:trace contextRef="#ctx0" brushRef="#br0" timeOffset="86908.72">26931 11691 1455 0,'0'0'38'0,"-1"0"2"0,0 0-9 16,0 0-7-16,-2 2-12 0,0-1-9 0,-3 1-5 0,0 2 1 15,0 0-2-15,1 2 1 0,1 4-6 0,0-1-6 16,2 0 2-16,1 0-4 0,-5-1 2 0,1-1 0 15,1 1 0-15,2 0 5 0,2 1 14 0,0 0 0 16,1-1 5-16,2-1 2 0,-1-1 12 0,1-1 8 16,0 3 1-16,7 3 29 0,0-1-14 0,0 6-3 0,0-2-3 15,-4 0-15-15,1 1-15 0,-3-2 9 0,0 1-12 16,-3-1-4-16,9 0 6 0,-5 0-5 0,-1 0 5 16,-3 0-6-16,-1-1 6 0,-1-1-3 0,-3 1 5 15,-1-1-3-15,1-1 1 0,-12-1-4 0,-3-2 2 16,0-2-10-16,-1 0-5 0,1-3-4 0,0 10 0 15,-2-4-19-15,1-4-19 0,0-4-14 0,-3-2-5 0,5-3-68 16,0-3-87-16,2-3-48 0</inkml:trace>
  <inkml:trace contextRef="#ctx0" brushRef="#br0" timeOffset="87091.4">26988 11594 1935 0,'1'0'53'0,"0"0"10"0,1 0-25 16,13-1-22-16,8-1-9 0,-4 2-7 0,3 0-14 15,-4 2 4-15,3 0-12 0,0 1-18 0,-3 0-92 16,-3-1-19-16,-3 1-32 0,1-1-144 0</inkml:trace>
  <inkml:trace contextRef="#ctx0" brushRef="#br0" timeOffset="87393.43">27371 11554 1806 0,'0'0'196'0,"0"0"-258"0,0-1 227 0,0-1-127 15,0 1-48-15,0 0-41 0,0 1 12 0,0 0-16 0,0 0 40 16,0 1 10-16,0 2 1 0,0 4 3 0,0 9-4 0,0 3-5 16,0 2 1-16,0 1-1 0,-1 2 6 0,-3 2 1 15,-2 1-1-15,-2 1 2 0,-1 0 3 0,-2 1 2 16,0-2 0-16,1 0 0 0,-1-1-1 0,2-3-2 16,-1-1 0-16,3-3-1 0,0-1 0 0,3-3-7 15,1-2 1-15,1-2-4 0,1-4-8 0,1-3-43 16,0 0-31-16,0-2-6 0,1 1-111 0,0-1-38 15,1-1-30-15</inkml:trace>
  <inkml:trace contextRef="#ctx0" brushRef="#br0" timeOffset="87658.48">27574 11633 1524 0,'0'0'26'16,"-1"0"3"-16,0 0-5 0,-1 0-5 0,-5 2-6 15,-10 5 8-15,3 2-1 0,-3-5 1 0,0 14 1 16,3 3 13-16,0-2-20 0,1 2 0 0,-1-2-7 16,2-2-5-16,2-2 1 0,1-3 0 0,3 2-2 15,1-4-3-15,2-1 0 0,2-4 3 0,-2 0 1 16,0-1 16-16,2-1 9 0,-1-1 1 0,0 1 1 16,1 1-3-16,0 0-15 0,0 0 2 0,1 0-6 0,0-2-4 15,0 0-7-15,2 1-4 0,9 4-2 0,6 1-15 16,3-4-21-16,1-2-13 0,2-2-5 0,4 0-57 15,1-4-43-15,-1-3-2 0,7-2-23 0,-4 0-88 0</inkml:trace>
  <inkml:trace contextRef="#ctx0" brushRef="#br0" timeOffset="87908.77">27794 11601 945 0,'0'0'104'0,"-1"0"0"0,0 0-14 16,0 0-14-16,-1 0-33 0,0 0-29 0,0 0 2 0,-1 1 4 15,1 0 1-15,-1 2 7 0,-2 6-14 0,0 5-1 16,3 0-4-16,1 3-6 0,-10-1 8 0,3 3-6 16,3-1 8-16,3-2 10 0,-1 0 3 0,2 2 5 15,0 0-5-15,1-2 3 0,-1-2 0 0,0 0 0 16,0-1 3-16,-2 0 11 0,0 1-8 0,-1-2 4 0,1-1-6 16,-2-2-4-16,1-3-15 0,0 2 0 0,-1-2-4 15,4 1-4-15,-10-1-3 0,1 0-1 0,3-1-2 16,-3-1-21-16,4 1 2 0,-3-3-5 0,3 2 3 15,-1-3-22-15,0 0-37 0,5 0-12 0,-4 3-9 16,-1 0-69-16,4-4-164 0</inkml:trace>
  <inkml:trace contextRef="#ctx0" brushRef="#br0" timeOffset="88224.48">27798 11503 1373 0,'0'0'114'0,"0"0"1"0,0 0-47 16,1 0 10-16,0 1-56 0,0 1 33 0,2 0-18 15,4 7-4-15,3 9-4 0,1 3-15 0,-4 1-7 16,-2 3 2-16,-2 0-3 0,-1 0 8 0,0 0-11 16,-2 0 0-16,0 0-3 0,0 0-7 0,1-8 14 0,0 1-4 15,1-4 10-15,1-3 6 0,0-2 15 0,1-2 4 16,-1-1 2-16,1 0-5 0,-1-2-3 0,-1 2-8 15,6-2 4-15,0-1-17 0,-1 0 3 0,1 0 1 16,2 3-1-16,0-4-4 0,2 3 1 0,3-1-7 16,1 6 3-16,1-1-8 0,4-2-4 0,1-3 6 0,-1 0-3 15,-1-1-1-15,1 1-9 0,-1-2-6 0,1-1-3 16,3-1-31-16,0 0-173 0,2-1-26 16,4-1-91-16,0-2-484 0</inkml:trace>
  <inkml:trace contextRef="#ctx0" brushRef="#br0" timeOffset="96649.79">5755 15612 509 0,'-1'0'0'0,"0"0"26"16,-2 0 231-16,2 0-95 0,-2 0 1 0,0 0-134 15,0 0 1-15,2 0-7 0,-1 0 0 0,0-1 0 16,0 0-10-16,-1-1-4 0,2 2 1 0,0-1-1 16,0 0 4-16,1 0 9 0,0 0-2 0,1 0 6 15,0-1 6-15,1 1 3 0,1 0-5 0,10-7 5 0,-1 1 1 16,-1 2-9-16,0 1 12 0,1 1-11 0,-1 1 5 16,-1 2-5-16,0 0-1 0,-1 1 1 0,0 1-3 15,-1 0-11-15,2 3 1 0,-2-2-4 0,0 14 0 16,-1 2 0-16,-1 1-6 0,-2 2 4 0,-1-1-4 15,1 2-5-15,-2-1 6 0,-1 1-6 0,0-1 9 0,12 0-4 16,-7 1 1-16,-4-1 0 0,-2 0 8 0,-1-1-8 16,-2 3 7-16,-2-3-6 0,-1 0 8 0,0-1 0 15,0-3-8-15,-2 0 6 0,0 0-2 0,-1-1-3 16,-2 0 3-16,9 0-4 0,-12-2-7 0,-1 0 2 16,-1-1-3-16,-1-3 3 0,2-1 7 0,0-1-9 15,-2 0 8-15,3-1-8 0,-1 2 3 0,-1-3 1 16,-1 1-2-16,-2-1 1 0,3-1 1 0,-2 0 1 0,3 0-1 15,3-2 1-15,2 0-2 0,0-1 6 0,1-1 0 16,2 5 0-16,0-1-8 0,1-2 7 0,0 0-4 16,2-2 6-16,1 0 4 0,2-1-11 0,-1 0-2 15,0 0-2-15,0 0-6 0,-1 0 7 0,2-1 3 16,0 0 0-16,1-2-4 0,0 1 1 0,2-7 0 0,2-1 1 16,1 1-4-16,-1 2 7 0,-1 0-6 0,6 0 6 15,3 2-3-15,-2 3 5 0,3-1-2 0,-3-4 2 16,0 1-6-16,0 2-1 0,-1 1 2 0,1 2-1 15,-3 1 11-15,2 0-5 0,2 1 1 0,-3 2-2 16,-2-1 1-16,-2 0 2 0,-1 1 1 0,-2-3-2 0,8 8-8 16,-2 0 7-16,3 0-6 0,-3-1 7 15,-2-1-12-15,2 0 3 0,0-1 1 0,1 0 1 0,-1-2 0 16,0 1 0-16,-1-1-2 0,1-1 2 0,0 1-9 0,0-1-6 16,-1 1-8-16,2 2 1 0,-2-1-19 0,1-1-11 15,-1 0 3-15,-1-1-8 0,2 1-22 0,-1-2-54 16,1-1-6-16,0 0-15 0,1-1-25 0,1-3-38 15,1-1-4-15,2-2-20 0,-2 0-83 0</inkml:trace>
  <inkml:trace contextRef="#ctx0" brushRef="#br0" timeOffset="97283.55">6071 16035 582 0,'0'0'129'0,"0"0"-3"0,-1 0 31 0,0 0-8 16,0 0-30-16,0-1-16 0,-1 0-21 0,1 0-4 15,0 0-4-15,0-1-18 0,0 1-13 0,0 0 3 16,-1 0-8-16,1 0-11 0,0-1-10 0,0 1-3 16,0 1 0-16,-1 0-6 0,1 0-7 0,0 0-1 0,0 0-1 15,0 0 2-15,0 0-2 0,-1 0 0 0,2 1-5 16,0 1-9-16,0 0-6 0,0 2-4 0,-1 3-3 16,1 2-33-16,0-3-66 0,0-1-2 0,0 0-22 15,0-1-11-15,0-3 47 0,1 2 8 0,1-2 15 16,-1 0 45-16,0 0 10 0,1-1 1 0,-1 0-1 15,9-5-28-15,-1-2-22 0,3-2-7 0,-1-11-1 0,4 2 0 16,-2-2 19-16,2 0 11 0,0-1 4 0,1 2 44 16,3 2 14-16,-2-2-3 0,2 4 6 0,-3-1 0 15,-1 3 24-15,-5 3 15 0,-2 0 8 0,-2 2 94 0,-2 2 44 16,-2 0-9-16,0 3 16 0,1-1-39 0,-2 2-22 16,0 0-10-16,-1 0-6 0,1 0-32 0,1 0-18 15,-2-1 1-15,0 2-9 0,0-1-15 0,0-1-3 16,0 1-3-16,0 0-1 0,0-1-13 0,-2 2-6 15,1 0 0-15,0 0-3 0,0 0 0 0,0 1-12 16,-1 0 6-16,1 0-7 0,0 1-2 0,-1 0 7 16,1 1-8-16,-3 4 8 0,-1 6-5 0,3-4-7 15,1 2 5-15,1-2-5 0,0 1 9 0,2 1 2 0,1-2-3 16,0 0 2-16,3 2-5 0,0-1 6 0,-4 0 2 16,10 2 0-16,-1 0-10 0,-1-1 10 0,3 3-2 15,-5-2 6-15,1-1-6 0,-2 1 5 0,-2-1 1 16,1 0 5-16,-1-1 20 0,0 2-13 0,-3-2 4 15,-1 1-7-15,2 1-4 0,4-1-2 0,-1 2-1 0,-3-1 2 16,-2 1 10-16,-1 0-9 0,-2 0 12 0,-2-2-11 16,-1 2 14-16,-3-1-9 0,4 0-5 0,-9 0 1 15,0-1-5-15,1-1-12 0,3-3 5 0,2-2-7 16,-2 0 5-16,1-2 3 0,-1-1-6 0,-2 6 3 16,4-2-12-16,1-3-1 0,-2 2-5 0,0-2 2 15,-2 1-13-15,0-2-11 0,4-1-1 0,-1 0-7 16,1 0-20-16,-1 0 5 0,-7-1-4 0,6 0 2 0,-3-2-13 15,4 2-31-15,5 1-4 0,-2-1-11 0,2-2-35 16,2 2-35-16,-8-10-25 0</inkml:trace>
  <inkml:trace contextRef="#ctx0" brushRef="#br0" timeOffset="97549.86">6408 15625 664 0,'-2'0'307'0,"1"0"23"0,-6 0-89 0,-7 1-66 16,1 0-84-16,5 0-27 0,3 1-30 0,3-2-1 15,0 1-12-15,-1 0-25 0,1 0 3 0,1 0-1 16,-1 0 2-16,2 1 6 0,0-1-5 0,2 0 1 16,0 0-2-16,12 5 3 0,4-1 5 0,1-4-3 15,1-1 2-15,1-2 2 0,1-2-3 0,0-1 0 16,0-1-1-16,-1 1-3 0,-4-1-10 0,2-1-2 0,-4 1-4 15,0 0-5-15,-1 1-30 0,-3 2-10 0,-2 0-16 16,-6 2-113-16,1 0-96 0,2 0-65 0</inkml:trace>
  <inkml:trace contextRef="#ctx0" brushRef="#br0" timeOffset="98118.55">5586 16427 1176 0,'-2'0'65'0,"1"0"105"16,-1 0-100-16,-5 0-12 0,1 0-11 0,1 0 0 15,1 0-30-15,1 0-7 0,1 0 0 0,0 0-4 16,-1 0-9-16,1 0 1 0,1 0-5 0,-1 0 4 15,1 0-4-15,0 0 4 0,1 0 2 0,0 0-2 16,0 0 2-16,1 0 5 0,0 0 3 0,2 0 0 16,-1 0-2-16,8 1 13 0,3 0-7 0,2-1 10 0,4 0 7 15,2-1 7-15,2-3 6 0,6 0-3 0,-1-3-2 16,4 0-8-16,-5 1 2 0,3-1-3 0,2 1 8 16,1-1-10-16,4 0 0 0,0 0-2 0,1 0 6 0,0 0 1 15,3 0 1-15,2-2-2 0,3 1-2 0,2-1-8 16,1 0-5-16,-1 0 0 0,0 1-9 0,-4 0 9 15,-1-1 0-15,-3 2 1 0,1-2-13 0,-2 2 4 16,-2 0-2-16,-2 1 1 0,1 1-4 0,-5 2 1 16,-1 0 1-16,-2 2 0 0,-4 0 3 0,-2 1 0 15,-4 0 0-15,-3 0 0 0,-5 0 0 0,0 1-8 16,-2 0-2-16,-3 0-2 0,-2 1 6 0,0-1-10 16,-2-1 0-16,0 0-7 0,1 2-13 0,0 1-35 0,2 4-14 15,0 1-14-15,-2 0-101 0,0 0-78 0,0 3-40 16</inkml:trace>
  <inkml:trace contextRef="#ctx0" brushRef="#br0" timeOffset="98667.67">5973 16619 729 0,'0'0'51'0,"0"-2"90"15,-2 1-50-15,1 0-1 0,0 0 11 0,0-2-10 16,0 1-8-16,-1 0-9 0,1 1-5 0,0-1-1 16,0 1-18-16,0 0-17 0,0 0-2 0,-1 0-5 15,1 0-9-15,0 1-4 0,0 0 5 0,0 1-4 16,-2 2-1-16,-8 16 12 0,1 2-11 0,2 2 11 16,1-1-6-16,-1 3-12 0,-1 0 6 0,2 1-9 0,-1 1 7 15,1 0-10-15,0 0 1 0,1-1-3 0,1-1 2 16,1-1-7-16,-1 0-2 0,2-3-5 0,1 1-14 15,1-6-17-15,1-2-11 0,0-2-7 0,0-3-66 0,0-2-30 16,1-1-4-16,1-2-13 0,-1-2-54 0</inkml:trace>
  <inkml:trace contextRef="#ctx0" brushRef="#br0" timeOffset="99103.31">6196 16666 954 0,'0'0'157'0,"0"0"-176"16,-1 0 182-16,0 0-88 0,-1 0-9 0,0 0-22 0,0 0-2 16,-5 0-8-16,1 1-19 0,0 1-3 0,0 2 1 15,-1 1-2-15,-1 4-7 0,-2 6 4 0,2 1-4 16,0 1 4-16,-2 1-9 0,2-1 6 0,2 1-1 0,-2-1 4 16,2 1-11-16,2-1 9 0,0-2-1 0,3-1 6 15,0 0 0-15,-1-2 5 0,-6 0-4 0,2-1 5 16,3 0 6-16,0-3-4 0,2-1 2 0,1-1-4 15,0 1-3-15,0-3 10 0,1 2-6 0,1-3 7 16,-1-1-3-16,1 1-2 0,-1-3-2 0,12 6 0 16,0-3-3-16,1 0 2 0,2-3 6 0,-3-2-5 15,3-1-1-15,-3-3-6 0,1-1 1 0,-3 0-1 16,0-1 10-16,1 5-10 0,-2-7-2 0,0-1-2 0,-2 1-7 16,-2-1 6-16,1 0 2 0,-4 1 1 0,0-1 8 15,0-1-11-15,4 2 3 0,0-3-4 0,-4 1 6 16,0-1 1-16,-2-1 2 0,-1 1-1 0,0-1-7 0,0 0 0 15,-3 0-4-15,0 0 4 0,-2 2 3 0,-1 0-7 16,0 2-1-16,2 1-2 0,-1 2-3 0,3 4 1 16,-1-1 2-16,0 3-3 0,-4-5-9 0,1 3-15 15,-1-1-2-15,1 2-4 0,-2-1-14 0,-1 2-7 16,5 1-5-16,-1 0-1 0,3 0-33 0,0 0-24 16,-1 1-4-16,1 1-6 0,-1 0-18 0,2 0-46 15,0 4-19-15</inkml:trace>
  <inkml:trace contextRef="#ctx0" brushRef="#br0" timeOffset="99417.51">6476 16541 644 0,'0'0'230'0,"0"0"13"0,-1 0-40 0,-1-1-45 0,1 0-57 15,0-1-22-15,-1 1-23 0,-1 0 5 0,1 0-12 16,0 0-10-16,-1-1-12 0,1 1-2 0,0 0-1 15,-1 0-4-15,1 0-14 0,1 0 1 0,0-1-6 0,-1 1-2 16,1 0 7-16,0 0-3 0,0 0 7 0,0 0 3 16,0-1-4-16,-1 2 9 0,1 0-6 0,0 0 12 15,0 2 0-15,-2-1-8 0,1 1 6 0,-3 6-12 0,-3 9 6 16,0 6-2-16,2 1 3 0,3-2-5 0,-1 2-4 16,1 0 0-16,0 2-3 0,1 4 0 0,-2-1 3 15,2 2-8-15,-2-2 6 0,1-1-6 0,-1-1-6 16,3-1 6-16,0 0-6 0,1-4 6 0,0 0-11 15,0-4-4-15,0-4-4 0,1 2-29 0,0-6-64 16,1-1-17-16,-1-2-23 0,0-4-115 0,1-1-179 16</inkml:trace>
  <inkml:trace contextRef="#ctx0" brushRef="#br0" timeOffset="100151.78">7255 15610 1173 0,'0'-2'33'16,"-1"1"-1"-16,0 0 28 0,0 0-7 0,0 0 3 15,0 0-7-15,-1-1-1 0,1 1-4 0,0 0-1 16,0 0-21-16,0 0 5 0,0-1-5 0,-1 1 5 16,1 0-10-16,1 0 6 0,-1 1 5 0,0 0-2 15,0 0 12-15,-1 0-3 0,1 0-3 0,0 0 2 16,0 0-1-16,-1 1 7 0,-1 0 1 0,2-1 0 0,-7 5-4 16,2 0-7-16,-1 2-5 0,-1 6 0 0,-2 2-13 15,1 4-5-15,-3 2-1 0,4 2-2 0,-2 3-9 16,1 3 7-16,2 1 2 0,-2 5 2 0,2 3-8 15,-3 2 7-15,3 2-10 0,2 2 9 0,3 1-8 0,0-3 2 16,-2-3 4-16,3-4-2 0,-1-2 3 0,-14-4 0 16,10 0-3-16,5-2 2 0,2-4-8 0,3 1 6 15,2-1 0-15,1-2 3 0,0 0 1 0,1-2-7 16,2-1 1-16,0-3-2 0,-6-1 3 0,7-2-5 16,6 1 0-16,-3-5-2 0,3-1 7 0,-1-1-14 15,-3-3-3-15,3 0-5 0,0-1-14 0,2 1-23 16,-2 6-1-16,1-3-15 0,0-5-65 0,0-3-49 0,3-3-19 15,-1-4-15-15,1-3-130 0</inkml:trace>
  <inkml:trace contextRef="#ctx0" brushRef="#br0" timeOffset="100519.35">7702 15854 769 0,'-1'0'346'0,"0"-1"-451"0,-1 0 402 0,-11-5-221 0,3 1-63 16,4 2 6-16,-1-2-11 0,5 4 8 0,-2-4-17 0,3 0 0 16,0 2 0-16,1 2 1 0,-1-2-2 0,-1 1 7 15,0 0-1-15,1-1 4 0,0 2-1 0,0 0 18 16,0 0 5-16,0 0 7 0,-1-1 32 0,1 1-26 15,0 0 7-15,0 1-13 0,0 0 4 0,-1 1 6 16,0 2-4-16,-4 6 4 0,-3 10-18 0,1 2-2 16,1 3-7-16,-1-1 5 0,3 4-3 0,-1 1-15 15,0 2 10-15,-2 3-12 0,1 1-1 0,-2-1 1 16,1-2-5-16,1 0 4 0,0-3 1 0,1-2-4 16,0-2-1-16,3-4-3 0,0-4-7 0,2-3 3 0,1-1-7 15,0-2 3-15,0-3-25 0,0-1-8 0,0-1-7 16,0-3-6-16,0-1-74 0,1 2-40 0,2-1-15 15,-2-2-10-15,11 3-94 0</inkml:trace>
  <inkml:trace contextRef="#ctx0" brushRef="#br0" timeOffset="100835.87">7787 15986 1578 0,'-1'0'27'0,"0"0"0"16,-2 0 9-16,-4 0-6 0,-1 1-3 0,6-1-5 16,-2 0-17-16,2 0 1 0,-1 1-6 0,1 0-13 0,1 1-4 15,0-2-3-15,0 0 2 0,1 0 12 0,0 0-4 16,1 0 10-16,1 0-7 0,4 0 13 0,6 0 1 16,2-2-2-16,-1 1 2 0,0-1 2 0,0 0 26 15,2-2 1-15,-1 0 9 0,4 0 12 0,-1 0-6 16,2 1-4-16,1-1-2 0,-1 1-17 0,1-1-20 15,1 1 4-15,0-1-9 0,2 2 5 0,-2-2-8 16,-2 2 1-16,-1-1-4 0,0 2-14 0,-6 0-3 16,1 1-7-16,-4 0 1 0,-1 0-24 0,-1 0-68 15,-5 0 2-15,-1 0-29 0,1 0-39 0,0 0-23 0,1 0-9 16,-1 0-8-16,-1 0-76 0</inkml:trace>
  <inkml:trace contextRef="#ctx0" brushRef="#br0" timeOffset="101169.26">7993 15760 842 0,'0'0'359'0,"-1"0"-441"0,-1-1 410 0,1 0-215 0,-1 0-71 15,-2-1-17-15,-2-1 2 0,4 2-7 0,0 0-1 16,1 1-13-16,-1 0 0 0,1-3-5 0,1 2-6 15,0 0 5-15,-2-2-3 0,0 1 4 0,-1 0-7 16,2-1 4-16,0 2 6 0,0 0-3 0,-1 0 6 0,1 0 4 16,0 1-1-16,0 1 5 0,-1 0 19 0,-5 10-3 15,-5 11 0-15,1 5-3 0,1 2-5 0,1 2 6 16,0 3-4-16,0 3 4 0,0 0-4 0,1 2 6 16,1-3-7-16,1-3 3 0,1-1-18 0,2-6-3 15,1-1 1-15,0-3-3 0,1-3-7 0,1-2-2 16,0-2 5-16,0-2-5 0,0-3-4 0,1-2-10 15,1 1-7-15,-1-2 2 0,0-3-27 0,0 1-74 16,0-1-14-16,-1-3-30 0,0 0-139 0</inkml:trace>
  <inkml:trace contextRef="#ctx0" brushRef="#br0" timeOffset="106140.52">8565 15619 256 0,'0'0'334'0,"-1"0"-148"0,0 0 109 15,0-1 14-15,0 0-245 0,0-1-7 0,-1 1-31 16,1 0-2-16,0 0-2 0,0 0-7 0,0 0-9 16,1-1-3-16,0 1-1 0,0 0 9 0,0 0-4 15,0 0-1-15,0 0-1 0,0-1-5 0,0 1 9 0,0 0-2 16,0 0 5-16,0 0 10 0,0-1 2 15,0 1 2-15,0 0-3 0,0 1-11 0,0 1-4 0,0 0 1 16,-1 7-2-16,-7 14 0 0,-1 1-7 0,-3 1 1 16,1-1-3-16,-2 0 6 0,1-1 2 0,0-1 0 0,3-2 1 15,-1-1 14-15,3-4-8 0,1-2 5 0,2-2-6 16,-1 1 2-16,0-1-8 0,2 1-1 0,0-3-2 16,1 0 6-16,1-2-1 0,1-1-2 0,0 1-1 15,0 1-5-15,0-1 9 0,0 2 0 0,1-3 4 16,1-1-11-16,2 2 12 0,-3-3-5 0,12 1 7 15,1-2-3-15,1 8 9 0,4-2-1 0,-1-3 6 16,-1-3 6-16,2 0-5 0,-1-4 4 0,1 0-6 0,1 0-4 16,0-2-8-16,0 1 0 0,0-1-2 0,-1-1-3 15,-1 1-7-15,-1 0 0 0,-3 1-1 0,0-1 1 16,-1 1 0-16,-4 0-2 0,-2 2 0 0,-1 0-5 0,-2 1 0 16,-1 0-4-16,-1 0 1 0,0 0-14 0,-1 0-25 15,0 0-6-15,0 0-10 0,2-1-70 0,-1 1-12 16,0 0-17-16,1-1 6 0,-2-1-36 0,0 2-73 15,0-1-61-15</inkml:trace>
  <inkml:trace contextRef="#ctx0" brushRef="#br0" timeOffset="106491.54">8750 15717 1186 0,'-1'0'87'0,"0"0"0"0,-2 0-8 0,-3-2-12 16,-1 1-26-16,4 0-4 0,-1 0-19 0,2 1 5 0,1 0-12 16,-2-1-3-16,1 0-8 0,0-1 1 0,-1 1-3 15,2 0 7-15,0 0-2 0,0 0 2 0,0-1-4 16,0 1-4-16,-1 0 3 0,1 1 0 0,0 0 3 16,0 0 4-16,0 1 4 0,0 0-2 0,-1 2 3 15,-4 13 2-15,2 3-5 0,-2 2 0 0,0 3-2 16,1-2 5-16,-1 4 0 0,2 3 0 0,0 3-1 0,1 1-8 15,-2-1 6-15,3 0-6 0,-2-4 6 0,1 0-8 16,-1-1-1-16,0-5 1 0,2-2-1 0,1-2 1 16,0-4 0-16,1 0 4 0,-1-2-4 0,1-1-3 0,0-3-3 15,-2-1-2-15,2-1 1 0,0-3-4 0,0 2-4 16,0-3-7-16,0 1 0 0,0-1-44 0,0 0-43 16,0 1-10-16,0-1-9 0,0 0-28 0,0 0-54 15,2-1-10-15</inkml:trace>
  <inkml:trace contextRef="#ctx0" brushRef="#br0" timeOffset="107074.54">8943 15727 1647 0,'0'0'35'0,"-1"0"3"0,0 0-2 0,-1 0-7 16,1 0-6-16,0 0-5 0,0 0-16 0,0 0 4 0,0 0-6 15,-1 0 2-15,1 1-5 0,0 1 1 0,0-1-2 16,0 0 9-16,-1 0-8 0,2 0 1 0,0 2-4 16,0-1 11-16,0 0 0 0,0 1 1 0,0 1-3 15,-1 3-3-15,0 0 18 0,-1 3 0 0,-1-2 8 16,0 3 11-16,-1 0-8 0,1 1-3 0,-1 3-2 16,1 0-2-16,-1 0-6 0,2-1 1 0,0 1-4 15,-1 1-7-15,2-4 4 0,0 3-2 0,0-2 2 0,1-2-7 16,0 0-4-16,0-2 7 0,0 1-6 0,1 1 9 15,1 2-9-15,2-1 2 0,-1-1-3 0,0-4-3 0,0 2 5 16,1-1-1-16,-1-1 4 0,2 2-3 0,-2-3 4 16,1 1-3-16,-1-1 4 0,0-2-2 0,-2-1-2 15,0-1 0-15,-1-1 1 0,3 0 8 0,-1 0-2 16,1 2 3-16,1-1-3 0,-1 1 2 0,1-1 2 16,2 0-4-16,0 1 2 0,1-2-8 0,1-1 6 15,1 0-4-15,1-3 4 0,-1 0-9 0,4-4 5 16,-5 1-4-16,3 0 4 0,-3-7-3 0,2 0 3 15,0 4-3-15,-2-1 2 0,-2 1-2 0,-2 4 2 16,2-3 3-16,-2 2-2 0,1-1 5 0,0-2-9 0,-3 3 4 16,2-2-5-16,-2 1 1 0,0-1 6 0,1 0-4 15,-2 1 4-15,0 1 4 0,0-3-3 0,-1-1 3 16,0 2-2-16,0-2 2 0,0 1 1 0,0 2-1 16,0-2 0-16,0 2-7 0,-1-1 4 0,0-1-3 15,0 2 4-15,0-1-7 0,-1 1 6 0,1 0-6 0,0 0 5 16,-1 1-10-16,-1 0 7 0,1 2 0 0,-2-2 3 15,1 1-6-15,2 1-1 0,-7 0 1 0,-2 0-1 16,1 1 0-16,-3 0-3 0,4 1-4 0,1 1 1 16,0-5-9-16,2 2-14 0,-1 1-5 0,0 0-5 15,3 2-33-15,0 0-67 0,1 1-9 0,1 0-26 0,0 0-85 16,-2-1-150-16</inkml:trace>
  <inkml:trace contextRef="#ctx0" brushRef="#br0" timeOffset="107874.67">9329 15718 546 0,'0'0'230'0,"-2"0"34"0,1 0-96 0,-1-1-78 0,0-1-44 16,-1 1-2-16,2 1-5 0,-1-1 6 0,-2 0-8 16,2 0-6-16,-1 0 3 0,1-1-11 0,1 1 7 15,0 0-22-15,0 0 2 0,-1 0 1 0,1-1 0 16,0 1-1-16,0 0 6 0,0 0-2 0,0 1 5 16,-1 0 15-16,1 0 4 0,0 0 1 0,0 0-1 15,1 0-2-15,0 1-4 0,0 0 3 0,0 2-3 16,1 7 5-16,3 6-4 0,-1 0-3 0,2 3-2 0,1 1-9 15,0-1-1-15,1 2 1 0,0-1-3 0,-2-4-8 16,4 5 1-16,-2-3-5 0,0 0 3 0,0-1-2 16,-1-4-5-16,0 1 5 0,0-1-5 0,-1-1 5 0,0-3-5 15,0 2-4-15,-2-4 0 0,1 1-3 0,-3-4-2 16,3 3-1-16,-2-2-2 0,-1-3-8 0,0 0-6 16,2 1-7-16,-1-1 0 0,0 0-26 0,1 0-51 15,-1-1-1-15,0 0-19 0,1-1-30 0,-1 0-57 16,0-1-32-16</inkml:trace>
  <inkml:trace contextRef="#ctx0" brushRef="#br0" timeOffset="108158.2">9483 15628 1217 0,'-2'0'230'0,"1"0"-241"0,-1 0 242 16,-5 0-116-16,-2 0-100 0,3 0-4 0,1 0 3 0,3 0-4 15,-1 0-1-15,1 0-5 0,1 0-4 0,0 0 1 16,-2 2-9-16,2 3 7 0,-1 5-2 0,-1 3 3 16,0 1-1-16,-2 2 2 0,-1 2-6 0,-2 1 5 15,0 1-4-15,-3 1 9 0,-1 0-1 0,-1 3 4 16,-1-2-7-16,-1 2 5 0,0 1-1 0,-1 4 2 16,1-2 1-16,3-5-5 0,2-3 4 0,3-4-5 15,2-1-1-15,-4-1-11 0,3-2 0 0,2-3-5 0,3-3-11 16,1-3-13-16,0 0-6 0,0 0-6 0,1 0-56 15,2-1-38-15,15 5-14 0,0-6-8 0,2-6-64 0</inkml:trace>
  <inkml:trace contextRef="#ctx0" brushRef="#br0" timeOffset="109143.32">9606 15647 1126 0,'-1'0'75'16,"0"0"130"-16,0 0-147 0,-10 0-11 0,4 0-7 15,2 0 1-15,-1-1-6 0,3 1-17 0,1 0 2 16,0 0-10-16,1 0-12 0,-1-1 2 0,-1 0 0 0,1-1 1 16,1 1 1-16,0-1 0 0,0 0-3 0,1-1 1 15,0-3-2-15,0 3 3 0,1-3 3 0,-1 5-1 16,2-3 5-16,-2 3 3 0,5-2-2 0,1-1 2 15,1 1-9-15,-1 1 7 0,1 2 2 0,2 2 1 16,-2 0-2-16,3 4-2 0,-5 1-3 0,0 9 3 16,0 3-3-16,-3 0-3 0,1 1 3 0,-1 0-2 15,10 0 4-15,-5 0 1 0,-4 0 1 0,-2 1 0 0,-2 1-2 16,-2-2 16-16,-3-1-6 0,-4 4 11 0,1-4 0 16,-3 1 1-16,-1 3 0 0,2-4-1 0,3-2-3 15,-6-1 0-15,-3-2 2 0,4-4-1 0,1 1 2 16,3-2-15-16,3-4 6 0,1-3-10 0,-1-1 10 0,4 1-10 15,-1-1 0-15,1 0-4 0,1-1-1 0,0 0-6 16,0 0 4-16,-2 2-5 0,1 0 0 0,0-1-4 16,0 0 2-16,1-1-1 0,0 0 11 0,0-1-10 15,0 0 5-15,1-1-4 0,0 0 8 0,1-4-3 16,1-3-3-16,2 0 1 0,3-1-3 0,-5 1 5 16,15-2-1-16,-1 0 1 0,-1 1-1 0,2 0-3 15,-2 2-1-15,-1 2 0 0,1 0 4 0,-2 5-8 16,0 0 7-16,-3-6-9 0,2 0 5 0,-2 3-1 0,-2 3-3 15,-1 1 3-15,-1 0-4 0,1 3 6 0,-1-1-5 16,0 1 6-16,1 3-3 0,-2-5 5 0,0 7 1 16,-1 0-2-16,0-6-8 0,-1 0 1 0,2 2 1 0,0 0 0 15,-1-1 2-15,0-1 1 0,-2 0-5 0,3-1 3 16,1-1-11-16,-1 0 7 0,4-4 3 0,-2 0 0 16,-1-7 5-16,1-6-3 0,-2-1 1 0,1-1-1 15,-1 1 9-15,0 1-5 0,-1-1 5 0,-1 3-4 16,1-1 1-16,-2 5 6 0,0 0-4 0,0 2 7 15,-1-1-8-15,0 3 7 0,0 0-6 0,4 1 7 16,-2 2-5-16,0-1 6 0,-2 2 2 0,0 1 0 16,-1 1-6-16,1-1 6 0,0-1-2 0,1 1 3 15,-1 1-2-15,0 0 4 0,0-1-3 0,0 1 2 0,0 0-11 16,1 0 6-16,-1 0-2 0,0-1 3 0,0 2 2 16,0 0-7-16,1 0 2 0,-1 2-3 0,0-1 4 0,0 0-3 15,-1 0 3-15,1 10-5 0,0 1-5 0,1 0 2 16,-2 1 2-16,0 1 2 0,1-1 3 0,0-1-1 15,0 0-6-15,0-1 3 0,0-2-6 0,2 0 4 16,0 2 1-16,0-4 1 0,0 1-6 0,0-1 5 16,0 0-1-16,1 0 4 0,-1-1-5 0,0-1 3 15,-3-4 0-15,1 1 1 0,5 3-3 0,1 0 8 16,0 0-8-16,0-2 7 0,0 1-11 0,-2-3 10 16,0 0-1-16,2 0 5 0,-2-1-5 0,0 0 5 15,0 0 3-15,-2 0 1 0,-1 0 8 0,2-1-9 0,-1 0 3 16,0 0-5-16,-2 1 2 0,0 0-2 0,2-4-6 15,-2-5 2-15,6-1-10 0,-1 1 2 0,-2 1 5 16,0-1-2-16,-1 0 5 0,1-3-4 0,-3-1-1 0,-1 2-1 16,-1-1 2-16,-1 0-4 0,-1 1 8 0,0 1-6 15,-2-1 4-15,-1 2-2 0,-1-2-5 0,1 3 3 16,5 0-1-16,-7 0-2 0,1 1 1 0,0 1-3 16,2 1-6-16,1 3 0 0,1 0-9 0,2 1 3 15,0 1-31-15,-1-1-33 0,0 0-7 0,0-1-10 16,-1-1-33-16,1 1-29 0,0 1-1 0,0 0-11 15,1-1-20-15,0 1-56 0,0 1-20 0</inkml:trace>
  <inkml:trace contextRef="#ctx0" brushRef="#br0" timeOffset="109609.22">10017 15217 1272 0,'0'0'59'0,"0"-1"1"0,-2-1-12 0,1 1-6 16,0 0-18-16,0-1-2 0,0-2-13 0,-2-3 3 16,2 1-7-16,0 0 4 0,1 2 1 0,0 1-1 15,0 1 0-15,0 0 11 0,0 0 20 0,0 0-1 16,0 0 6-16,0-1-1 0,0 2 2 0,0 0 3 15,0 0-2-15,0 0 7 0,0 0-4 0,1-1 3 0,0 1-4 16,0 0-2-16,1 1-5 0,-1 0-4 0,0 0 0 16,1 0-14-16,3 1-8 0,9 5 1 0,0 0-3 15,-3 0-4-15,4 3-5 0,-2-1-2 0,4-5 0 16,1 10 4-16,4 2-8 0,-2 0 2 0,1 3-4 16,-5 1 3-16,1 1 7 0,-1 1-5 0,-2 0 6 15,0 3-11-15,-1-2 3 0,-1-2 1 0,-1 1 2 16,-1-1 3-16,-2 0-3 0,1 2-1 0,-1 0-2 0,0-2-3 15,-1 1 4-15,-1-1 3 0,-1 1 0 0,-2 0 6 16,1 0-1-16,-3 2 1 0,0 0 0 0,12 2 0 16,-7 1-3-16,-6 2 0 0,-5 2-1 0,-4 3-2 0,-4 5 3 15,-4 0 0-15,12 3 2 0,-22 2 1 0,-3-2-11 16,-3-1-2-16,4-2-4 0,-2-6-14 0,3-2-107 16,4-3-24-16,-1-1-49 0,-5-2-288 0</inkml:trace>
  <inkml:trace contextRef="#ctx0" brushRef="#br0" timeOffset="110545.52">8725 16349 1171 0,'-1'0'20'0,"0"0"4"0,-1 0 6 15,-8 0-12-15,3 0 4 0,0-1-8 0,1 0-7 16,0 0 5-16,2 0-8 0,-1-1-4 0,1 1 2 15,2 1-2-15,-1-1 4 0,-2-1 4 0,0-1 15 16,0 1 4-16,1 0 7 0,-1-1 38 0,-2 1-7 16,0 0 0-16,1-1-5 0,4 3-9 0,-1 0-22 15,1-1 8-15,1 1-14 0,-2-1-8 0,2 1-7 16,-1-1-7-16,1-1 3 0,0 1-7 0,1 0 6 16,0 0-3-16,1 0 5 0,0 0 1 0,5-1 2 0,11-2 2 15,0 0-3-15,10-1-6 0,2 0 13 0,3 0 2 16,6-1 5-16,-5 1 10 0,3-2 5 0,1 0 0 15,4-1 2-15,1 0 1 0,5-2-4 0,4 1-4 0,-2 0 0 16,2-1-9-16,-3 1-6 0,-5 2-5 0,0 0 0 16,-5 1-10-16,-1 1 0 0,-4 1 5 0,0 2-3 15,0 1-2-15,-4 0 7 0,-2 1 0 0,-2 0 4 16,-6 0 6-16,-1 0-6 0,1 0 3 0,-3 0-4 16,2 1-2-16,-3 0-3 0,0 0-1 0,-3 0 0 15,-5 1 7-15,1-1-12 0,-2-1 3 0,-2 0-3 0,0 0 6 16,-2 0-9-16,0 0 0 0,0 1-6 0,0 0-6 15,1 0-17-15,-1 1 1 0,-1-1-13 0,0 0-73 16,0 0-20-16,-1 0-19 0,-1 0 8 0,0 1-47 16,-6 1-31-16,-13 8-38 0</inkml:trace>
  <inkml:trace contextRef="#ctx0" brushRef="#br0" timeOffset="110960.95">8700 16537 918 0,'-2'0'225'0,"0"0"21"0,-13 0-87 0,-5 2-52 16,3-2-67-16,4 0-29 0,5 0-5 0,2 0-2 0,1 0 0 15,3 0-4-15,0 0-13 0,-1 0 4 0,1-2-7 16,1 1 2-16,0 0 4 0,0 0 7 0,1 0-2 15,0-1 5-15,1 0 13 0,0 0-8 0,2-5 11 16,9-3 1-16,2 2 20 0,2 2-1 0,1 0 8 16,6 4 8-16,-1 0 4 0,1-3 0 0,2 0 1 15,0 1-16-15,2-1 7 0,3 1-10 0,3-2 8 16,4 1-13-16,2-4-1 0,4 1 0 0,-1 0 0 16,3-2-2-16,2 1-15 0,-3 3 6 0,3-1-10 0,-4 1 6 15,-3 0-13-15,-3 0 5 0,-3 2-8 0,-1 0 4 16,-4 2 3-16,2 0-4 0,-4 0 4 0,-6-11 0 0,0 5 6 15,-3 3-4-15,-5 3 4 0,2 0 1 0,-3 1-4 16,-4 1 6-16,-2 0-7 0,-4 0-1 0,2 0 0 16,-3 0-2-16,2 0 2 0,-1 0-8 0,0 0-1 15,-1 0-4-15,1 0-1 0,1 0-23 0,-1 0-63 16,-1 0-12-16,0 0-26 0,1 0-123 0,-1 0-351 16</inkml:trace>
  <inkml:trace contextRef="#ctx0" brushRef="#br0" timeOffset="118667.54">3504 13710 256 0,'-1'0'293'0,"0"0"-129"0,-1 0 115 16,-9 0 9-16,-1 0-208 0,3 0-9 0,-1 0-43 15,2 0 2-15,1 0-6 0,1 0 3 0,0 2-16 0,2-2 4 16,2 0-8-16,1 0-1 0,-1 1-3 0,0 0 6 16,-1 0-5-16,2 0 2 0,0 1 17 0,0-1-2 15,1 0 10-15,0 0 17 0,1 0 5 0,0 0-1 16,3 1 3-16,12 3 0 0,4-1-7 0,1-3 0 16,0-1-3-16,3-2-2 0,1-2-17 0,2 0 1 0,2-2-9 15,0 1-14-15,2 0 2 0,0 2-6 0,-4-1 4 16,-3 2-3-16,-1 1-31 0,-3 0 0 0,0 1-15 15,-2 0-43-15,-2 0-40 0,-3 1-9 0,-4 0-13 16,-1 0-82-16,-2 0-160 0</inkml:trace>
  <inkml:trace contextRef="#ctx0" brushRef="#br0" timeOffset="118851.33">3450 14063 1279 0,'0'0'97'0,"0"0"4"0,-1 0-31 16,0 0-19-16,0 0-29 0,1 0-6 0,0 0 30 16,1-1 2-16,1 0 9 0,8-3 5 0,12-4-21 15,3 0 1-15,4 0-10 0,4 1-20 0,5-2-4 16,2 0-5-16,3-2 0 0,4-3-19 0,1 0-60 16,2-2-23-16,-3-1-19 0,-3 15-152 0</inkml:trace>
  <inkml:trace contextRef="#ctx0" brushRef="#br0" timeOffset="138983.47">2240 16551 256 0,'-1'0'309'0,"0"0"-136"0,-3 0 111 0,-6 0 5 15,0 0-214-15,2 0-11 0,1 0-23 0,1 0 4 16,3 0-8-16,-1 0-15 0,2 0 0 0,1 0-3 16,-2 0 1-16,1 0-10 0,-1 0-5 0,2 0-3 15,0 0 0-15,0 0-2 0,0 0 7 0,1 0 1 0,0 0 2 16,1 0-6-16,0 0 24 0,1 0-7 0,11 2 12 15,-1-1-12-15,1 0-4 0,2-1 3 0,2 1-4 16,-2-1-4-16,0 1-6 0,1 1 0 0,-3-1 0 16,1 1 1-16,2 0-2 0,0 1-1 0,-1-1 0 15,1 0-7-15,0 0 8 0,-2-1-6 0,1-1 5 0,-1 0-11 16,-1 0-10-16,0-1-4 0,-1-2-3 16,-1 1-26-16,1 0-43 0,-1-1-12 0,-1 0-18 0,1-1-97 15,-3 1-213-15</inkml:trace>
  <inkml:trace contextRef="#ctx0" brushRef="#br0" timeOffset="139201.84">2270 16790 1385 0,'-2'0'33'0,"1"0"61"0,0 0-71 0,0 0-5 0,0 0 0 15,1 0 0-15,0 0 9 0,1 0 4 0,0 1 1 16,4-1 0-16,14 3-6 0,4-1-20 0,2-2 4 16,4 0-9-16,-1 0 3 0,2-2-8 0,-4-1-8 0,-1 0-3 15,0-2-46-15,-2 0-147 0,1 1-35 0</inkml:trace>
  <inkml:trace contextRef="#ctx0" brushRef="#br0" timeOffset="140168.3">522 16102 912 0,'-1'0'22'0,"0"0"1"0,0 0 17 16,-1 0-8-16,1 0 5 0,0 0 2 0,0 0-9 16,1 0 4-16,0 0-4 0,0 0 15 0,0 0-11 15,0 0 9-15,1-1-11 0,0 0 1 0,0 0-1 16,1 0-8-16,0-1 6 0,0 1-1 0,7-5 2 15,-1 2-1-15,-1-1 1 0,1 1 3 0,-1 1-12 16,0-1 10-16,3 1-10 0,-1 0 1 0,-1 3 3 0,0 0-7 16,-3 0 6-16,0 3-17 0,-2-1-2 0,0 10 0 15,-2 7 0-15,12 2-6 0,-6 0 3 0,-5 3-3 16,-2 0 4-16,-3 1-5 0,-4 1 5 0,-3 0-4 16,-2 0 6-16,1-2-8 0,-1 2 13 0,0-1-7 0,-1 0 9 15,-1-2-16-15,13-2 16 0,-15 0-1 0,-2-1 6 16,1-2-3-16,1 0-5 0,3-3 2 0,7-2-3 15,-4 0 2-15,3-3 6 0,-1-1-4 0,0-5 4 16,4 0-11-16,-2-3-2 0,1 0-1 0,1 2 0 16,2-2-1-16,0 1-3 0,-1 0 1 0,1 1-3 15,1-1 3-15,0 1 0 0,-1-2-2 0,2 0 2 0,0 0-2 16,2 0 4-16,-1 0 1 0,0 1 0 16,0-2-3-16,13 8 0 0,2 0 0 0,-5-2 1 0,5 2 5 15,-5-2-8-15,1 1 4 0,1 0-4 0,-2 0 1 0,-1 0 1 16,0-3 0-16,-2 5 1 0,-1 2 0 0,-1-1 4 15,-1 0-2-15,-2-1 2 0,2 1-2 0,-3-1 7 16,-1-1-5-16,5 0 5 0,0 2-8 0,-2-2 9 16,-2 0-4-16,-1 2 6 0,-1 0 2 0,-1 0-9 15,-1 0 10-15,-2-1-11 0,-2 0 0 0,-1 0 20 16,-11 1-4-16,2-2 11 0,-2 0-6 0,4 0-8 16,1-2 0-16,0 0-2 0,2-2-11 0,-1 4-1 15,4-3-6-15,-1-2 3 0,4 0-5 0,1-2-14 16,2-1-1-16,-1 1-6 0,2 0-18 0,0-1-37 0,0 0 10 15,0 0-19-15,-1 0 5 0,1 0-51 0,1-1 7 16,0 0-25-16,0 0-27 0,1-2-74 0,3-2-52 16</inkml:trace>
  <inkml:trace contextRef="#ctx0" brushRef="#br0" timeOffset="140851.99">1082 16316 1370 0,'-1'0'55'0,"0"0"102"0,-2 0-116 16,0 0 23-16,-4 0-9 0,0 0 11 0,1 0-30 0,-1-1-25 16,1 0 3-16,0 0-9 0,-4-2 5 0,5 1-10 15,-1 0 4-15,3 1-5 0,-1-3-1 0,-1 3 3 16,-2-10-1-16,-4-1 3 0,4 0-1 0,-2 0-1 15,-2-1-1-15,7 2 0 0,-8 2-6 0,5 1 8 16,-2 2 1-16,-1 1 5 0,5 0 11 0,-8 2-8 16,4 0-1-16,-2 2-1 0,-3-8 2 0,4 4-5 15,0 2-1-15,-3 0-1 0,7 3 2 0,-3 0-6 16,-2 3 1-16,2 1-3 0,-3 5-6 0,4-2 6 16,2 11 2-16,3 2 1 0,-2 0 2 0,1 0-10 0,3 0 4 15,-11-1-5-15,5 1 8 0,4-1 1 0,2 0-1 16,1-4 3-16,0 0 0 0,1 0 4 0,0-4-2 15,1 2 1-15,1-5-11 0,-1 0 3 0,0-3 2 0,1-1 0 16,0 2 2-16,2 0 1 0,-5-5 0 0,0 0 1 16,3 0-3-16,2 3 1 0,1-1 1 0,-4-2 1 15,4 2 2-15,3-2-2 0,-2-1-3 0,3 0 2 16,-3-1 2-16,-1-2 1 0,1-1 1 0,-3-1 0 16,3-8-10-16,-3 0 6 0,1 0-5 0,6-1 5 15,-5 0-9-15,-1-2 6 0,-2-1 1 0,6 3 3 16,-2 1 2-16,-2 2-3 0,0 1-3 0,-3 3 0 0,-1 2-4 15,0 2 9-15,-1 0 0 0,0 2 4 0,2-1 9 16,-1-1 1-16,0 1 0 0,0 1-1 0,0 0 1 16,0-1-12-16,-1 1 5 0,0 0-8 0,0 1 4 0,0 1-4 15,0 0-3-15,0 7 0 0,0 12-6 0,-1 2 7 16,0 0-2-16,-2 5 3 0,0 0-3 0,0 2-1 16,0-2 3-16,3-3-2 0,-1 3-5 0,-1 0 5 15,-2 2 1-15,-2-4 1 0,4 0-2 0,0-1-1 16,-1-1-2-16,1 3 1 0,0 0-1 0,0-1 8 15,1-1-2-15,1 2 4 0,0-1-5 0,0-2 0 16,-1-1-1-16,0-2-1 0,0-4-8 0,0 0 9 0,-2-1-2 16,2-2 5-16,1-3-9 0,0-2 3 0,0-1-10 15,0-3 7-15,0 1-26 0,0-3-18 0,0 0-5 16,0 1-8-16,0-1-42 0,0 0-2 0,1 0 11 16,0-1-7-16,1-1-7 0,0-1-113 0,7-3-51 0</inkml:trace>
  <inkml:trace contextRef="#ctx0" brushRef="#br0" timeOffset="141087.97">1174 16600 1488 0,'-2'0'79'0,"1"1"146"0,-1 0-166 15,-6 4 15-15,-2 1-1 0,3-2 6 0,0 2-11 16,0-3-26-16,2 4-7 0,2 0-5 0,0 0-21 0,2-4-7 15,-2 2-2-15,-1 0-2 0,2-1-3 0,1 0-6 16,0-1-1-16,-1 1-2 0,2-2-8 0,0-1-22 16,0 1 3-16,0-1-13 0,0 1-18 0,0 1-17 15,0-1 2-15,0-1-5 0,2 0-4 0,-1-1-68 16,0 0-17-16,0-1-26 0,1-1-150 0</inkml:trace>
  <inkml:trace contextRef="#ctx0" brushRef="#br0" timeOffset="141819.2">1317 16160 1554 0,'-1'0'47'0,"-1"0"98"16,-1 0-131-16,-2 0 7 0,3 0-4 0,1 0 5 15,-1-1-11-15,-1 0-7 0,1-1-1 0,1 1-2 0,0 0-5 16,-1 0 9-16,1 0-4 0,1-1 6 0,0 1-3 16,0-1-7-16,0 1 7 0,1-4-6 0,2-1 2 15,-1 3 12-15,2-3-6 0,9 1 9 0,-5 2 4 16,1-3 0-16,-2 1 3 0,-2 1-2 0,4 0 1 0,-2 1 1 16,0 1 4-16,4 1-2 0,-5 0 0 0,1 0-9 15,2-1 3-15,-2 1-5 0,2-1-2 0,0-5-3 16,-3 3-3-16,2 0 2 0,-1 0-3 0,1 2 2 15,-1-1-2-15,1 1 2 0,-3 1-1 0,0 1 3 16,1 0-3-16,-1 0 3 0,-2 0 2 0,1 0-7 16,-1 1 4-16,1 0-5 0,-3-1 12 0,0 1-3 15,0 8-1-15,9 3-1 0,-3 3-4 0,-2-1 0 16,-3 6 3-16,-2-2-3 0,-1 4 0 0,-3 0-2 16,-2 2-1-16,0 1 2 0,-3 1 8 0,-2 1-9 0,2 0 2 15,-2 2-4-15,2-4-1 0,0 1 6 0,-1-1-3 16,2-1 3-16,0 3-9 0,0-3 6 0,-1 1-2 0,2 1 6 15,3-4-6-15,-1-1-1 0,0 1-1 0,2-2 1 16,-2-2 0-16,0 2 1 0,2-1-1 0,0-1 1 16,1-2 4-16,1 0-8 0,0-1 5 0,-1-2-5 15,2 0 5-15,0-3-2 0,0-2-1 0,0 0-1 16,2-3 2-16,-1 1-1 0,1 0 1 0,0-1-1 16,1-2 1-16,4 1-4 0,3-2 0 0,-2-1-1 15,1 1 7-15,0-1-2 0,-3 0 3 0,4 6-2 0,-2-2 1 16,-1-2-2-16,0 0 0 0,-4-3 0 0,2 0 14 15,-2 0-8-15,0 0 6 0,-1 0-6 0,0 0 6 16,0 0-4-16,0 0 2 0,1 0-1 0,-1 0 14 16,0 0-12-16,1-2 7 0,-2 1-10 0,0 0 2 0,0-1-7 15,2-3-3-15,2-7 1 0,1-1 0 0,-2 2 4 16,-1-2-5-16,0 0 3 0,-1-1-6 0,-1 1 6 16,-1 0-1-16,0 0 2 0,0 1-4 0,-1 0 1 15,-1-1 6-15,-2 0-3 0,1 0 0 0,-2 1 4 16,0 0-8-16,-2-2 7 0,-1 0-7 0,1 1-1 15,-1-3 5-15,1 2-3 0,0 2 7 0,-4-3-8 16,3 3-1-16,4-2-3 0,-6-1-2 0,-3-1-7 0,-3 0-1 16,4-3-7-16,-5 1-51 0,-2-5-97 0,-1-1-17 15,0-2-31-15,0-1-128 0</inkml:trace>
  <inkml:trace contextRef="#ctx0" brushRef="#br0" timeOffset="143855.7">1906 15668 1086 0,'-1'0'28'15,"0"0"-2"-15,0 0 26 0,-2 0-8 0,-1-1 3 16,-2 0-16-16,1 0-11 0,3 1-1 0,-1-1-5 0,1-1-2 16,0 1-7-16,-1 0 6 0,2 1-7 0,0 0-5 15,0 0 2-15,0 0 6 0,-1 0 0 0,1 0 17 16,0 0 8-16,0-1 0 0,0 1 3 0,-1 0 7 0,1 0-12 15,0 0 0-15,0 0-4 0,0 0 0 0,0-1 5 16,-1 1-7-16,2 0 4 0,0 0-22 0,0 0 6 16,0 1-5-16,0 0 5 0,0 4-7 0,0 16 1 15,0 1 2-15,0 2-2 0,0 3-6 0,2 3 3 16,0-1-3-16,0 1 5 0,-1 4 3 0,1-2-6 16,-1 5 2-16,-1-2-3 0,0-2 0 0,0 0-1 15,0-5 3-15,-1-1-3 0,-2-2 8 0,1-3-6 16,0 0-2-16,-2 1 0 0,1 0 7 0,-1-2-4 0,1-1 3 15,-3 0-5-15,1-3-7 0,0-1 7 0,2 0-5 16,0-3 5-16,2-2-2 0,0-1-4 0,0-3 2 16,0-3-4-16,1-1-11 0,0-2-31 0,-2 1 3 15,1 1-14-15,0-1-25 0,1-1-5 0,0 0-17 0,0 1 8 16,1-2-42-16,0-2-32 0,7-12-21 0,6-14-12 16,0 0-138-16</inkml:trace>
  <inkml:trace contextRef="#ctx0" brushRef="#br0" timeOffset="144171.65">2052 15866 367 0,'0'0'76'0,"0"-1"113"0,0 0-72 16,0-1 8-16,0 1 1 0,0 0 2 0,0 0 0 15,0 0-23-15,0 0 0 0,0-1-11 0,0 1-20 16,0 0-20-16,0 0-7 0,0 0-3 0,0-1-24 16,0 2 7-16,-1 0-9 0,0 0 6 0,-1 2-18 0,0 0 7 15,-4 9 3-15,-6 9 0 0,1 1 0 0,-3 2 2 16,-1 2-9-16,1-2 6 0,-1 0-6 0,0-3-4 15,2 1 4-15,1-1-7 0,2-2-2 0,2 0 0 16,1-1 2-16,0-1 1 0,0 0 3 0,1-2-9 16,1 1 5-16,-1-2-4 0,4-1 6 0,1-3 1 15,-6 1-4-15,4-2 3 0,0-2 3 0,2 0-6 16,1-2 8-16,0 0-7 0,0-1 8 0,1 0-4 16,2-2-2-16,16 11 0 0,1-5 4 0,1-4-8 0,1-3 0 15,3-1-3-15,-3-3-5 0,-1 0-3 0,0-1-5 16,1-2 1-16,-1 0-19 0,-2 0-6 0,1 0-6 15,-2 0 0-15,-1 0-18 0,-1 0-25 0,1-2 1 16,-2 1-17-16,4-4-73 0,-2 10-96 0,0-16-52 16</inkml:trace>
  <inkml:trace contextRef="#ctx0" brushRef="#br0" timeOffset="144505.57">2461 15679 449 0,'0'0'124'0,"0"0"-80"0,0 0 134 0,-1 0-44 0,0 0-33 15,0 0-11-15,-2 0-2 0,0 0-3 0,-8 0-11 16,-3 1-4-16,0 3-8 0,-1 2 4 0,2-1-25 16,1 2-3-16,-2 3-4 0,8-9 0 0,-5 11-18 15,3-2-5-15,1 2-5 0,-2-1 1 0,4 0-6 0,2-1 6 16,-5 0 0-16,4 0 0 0,0-1-10 0,3 1 9 16,1-2-2-16,0-2 5 0,1 1-3 0,0-1 7 15,3 2 5-15,2 1 2 0,-1-2 12 0,-4 3-5 16,12-3-3-16,-3 3 1 0,3 2-1 0,-3-1 0 15,1 3-5-15,0-1 1 0,-4 0-16 0,0 1-2 16,-6-1 7-16,10 3-5 0,-3 2 10 0,-4 0-5 16,-3 0-1-16,-1-1 0 0,-5 1-1 0,-2 0-6 15,-4 2 1-15,4-2-2 0,-12-2 0 0,1 1 4 0,-1-3-4 16,0-2 1-16,1-2-13 0,0-4 0 0,2-1-6 16,2-4-2-16,0 9-51 0,1-5-41 0,1-2-11 15,4-3-9-15,0-3-43 0,3 1-85 0,-4-12-24 16</inkml:trace>
  <inkml:trace contextRef="#ctx0" brushRef="#br0" timeOffset="144872.54">2360 15633 1553 0,'0'0'89'0,"0"0"-5"15,0 0-6-15,0 0 4 0,0 0-35 16,0 0-4-16,0 0-7 0,0 0-1 0,0 0-1 0,0 0-5 15,0 0 4-15,1 0-5 0,0 0 4 0,2 0-16 0,9-1 0 16,4 1-4-16,0 0 0 0,2 0-11 0,-3 0 11 16,0 1-4-16,-1 1 4 0,-1 1-14 0,-1 1 7 15,0 2 2-15,-2 0 2 0,-1 0-7 0,-1 12 2 16,-2 1-4-16,-1 1 3 0,-3 2 3 0,12 3-2 16,-5 0-1-16,-6 1 0 0,-2-1 0 0,-1-3 8 15,-1-3-3-15,-1 0 3 0,1-3-15 0,-1 0 10 16,1-2-1-16,1-6 4 0,0 0-9 0,0-3 0 15,0-3-2-15,0 2 1 0,1 2 1 0,1-4-2 16,-1 1 2-16,2-1-3 0,9 5 3 0,1-2 1 0,2-2 0 16,3-3 0-16,0-3-3 0,4-4 4 0,-1-4-1 15,1-2 2-15,2 12-6 0,-2-14 7 0,3 0-6 16,0-1 6-16,-1 1-8 0,3-1-1 0,-1 0-6 16,0 2 1-16,-2-3-33 0,-1 4-28 0,-1 1-8 0,1 0-14 15,-1 1-95-15,-3 2-267 0</inkml:trace>
  <inkml:trace contextRef="#ctx0" brushRef="#br0" timeOffset="146273.32">7493 16871 756 0,'0'0'123'0,"-1"0"-119"0,0 0 137 0,-1 0-60 0,1 0-28 15,-1 0-5-15,0 0-5 0,-1 0 0 0,1 0-15 16,1 0-15-16,0 0 6 0,-1 0-10 0,1 0 1 0,0 0-7 15,0 0-3-15,0 0 0 0,-1 0 0 0,1 0 18 16,1 0-4-16,0 0 9 0,0 0 0 0,1 0-6 16,1 0 5-16,-1 0-5 0,1-1 10 0,1 0 2 15,5-1-3-15,2-1 1 0,4 1-8 0,3 0 1 16,2-1 3-16,4 1-1 0,5 1 3 0,2 1-15 16,4 0 3-16,1-1-5 0,-2 1-1 0,7 0-3 15,-2 0 0-15,2 0 0 0,6-2 4 0,0 1-1 16,3-1-7-16,6-2 5 0,0 1-1 0,5-2-2 15,-1 0 9-15,-1 1-8 0,-1-2 9 0,1-1-7 0,3 0-6 16,3-3 1-16,0 0 0 0,3-1 6 0,-2 1-1 16,-4 0 1-16,-1 1-3 0,-5-2-1 0,3 2 0 15,3-1-1-15,-4 1-4 0,1 1 2 0,-3 1 4 16,-10 1-2-16,4 0 1 0,-8 1-2 0,-2 2 0 0,-3-1 0 16,-2 2-1-16,1-1 4 0,-4 2-7 0,0 1 4 15,-3 0-6-15,-2 0 4 0,-4 0-4 0,-4 0 1 16,0 0-31-16,-1 0-42 0,-3 0-8 0,-1 0-17 15,-6 0-77-15,-3 0-98 0,0 0-39 0</inkml:trace>
  <inkml:trace contextRef="#ctx0" brushRef="#br0" timeOffset="146591.8">7879 16927 1052 0,'-1'0'302'0,"-1"0"-375"16,1 0 337-16,0 1-181 0,0 0-82 0,0-1-18 0,-1 0 3 15,1 1-7-15,1 0 23 0,1 0 3 0,1-1 2 16,27 4-3-16,3-3-2 0,7-1 2 0,4-3 6 15,4-4-5-15,7-2-1 0,0 1 10 0,2 0-6 0,0 1 9 16,-2-1-5-16,0 1 15 0,3-2-1 0,4 2 4 16,2 1-2-16,1 1-1 0,-3 0-4 15,-3 1 0-15,-4 0-12 0,0 0-9 0,1 1 3 0,-1-1-5 16,1 0 0-16,-1 1-14 0,-2 1-12 0,0-1-8 16,-5 0-96-16,-3-1-241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04T06:58:51.1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5536 2279 767 0,'0'0'-3'0,"-1"0"-1"0,0-1 16 16,0 0-1-16,0 0 8 0,-1 0-7 0,1-1 6 15,0 1 1-15,0 0 3 0,-2 0 9 0,1 0-12 16,0 0 5-16,-1-1-7 0,1 2 8 0,-4-2-12 0,-2-2 4 16,-3 1-6-16,0-2 1 0,-1 2-3 0,-2-1-3 15,-3 2 2-15,-3-1-4 0,-1 2 8 0,-7 0 4 16,-3 1 1-16,0 0 13 0,-9-1 1 0,4 1-3 15,1 1 3-15,0 1 9 0,5 0-19 0,2-1 6 0,2 1-12 16,4-1-5-16,1 2-8 0,1 0 4 0,0 0-5 16,1 0-1-16,1 1 6 0,1-2-9 0,0-1 8 15,0 2-2-15,-1-2 1 0,-1 0 1 0,-1 0-3 16,3 0-5-16,-1 0 10 0,3 1-7 0,3-1 9 16,-3 0 1-16,-1 0 8 0,-1 1-2 0,-1 1 0 15,2-2-9-15,1 1 4 0,5 0 6 0,0 0-3 0,0 0-2 16,3-1-6-16,-1 2 1 0,4-2-2 0,1 0 3 15,0-1-10-15,1 0 2 0,-1 1-4 0,2-1 4 16,-1 1-2-16,0 1 0 0,-1-1-1 0,2 0 11 16,0 0-6-16,0 0 0 0,0 2-2 0,-1-1 0 0,2 0-1 15,0 1 0-15,0 0-1 0,0 2-5 0,0 2 13 16,0-2-5-16,2 3 6 0,-1 1-12 0,0-2 7 16,1 4-4-16,-1-3 4 0,1 0-5 0,0 4 4 15,0-1-1-15,2 3 1 0,-2-4-3 0,1 1 2 16,-1 2 2-16,-1 1 0 0,1 3 6 0,1 1-6 15,0 4 0-15,-2-1-2 0,1 5 5 0,-2-1-1 16,0 4 2-16,-2 1-2 0,0 4-6 0,0 3 0 16,-1 3 0-16,0 2 2 0,-2-1 9 0,2 4-5 0,-1-3 0 15,2-2-2-15,1 0 3 0,-1-7-6 0,0-2 3 16,1-4-2-16,0-1 9 0,1-5-2 0,-1-1 3 16,1-4-2-16,-2 0 15 0,1-2 1 0,0-3-5 15,1 0 2-15,0 0-11 0,0-3 0 0,0-1 4 0,0-1-4 16,0-1-9-16,0-1 2 0,0 0-4 0,0-1 2 15,0 0 2-15,0-2-1 0,0 0 4 0,0 0-4 16,0 0-3-16,1 2 3 0,0-1-1 0,1 0 3 16,-1 1-4-16,0-2 7 0,0 0-7 0,0 0 5 15,0 0-8-15,1 1 10 0,-1-1-5 0,0 0 7 16,0 0-8-16,0 0 4 0,0 0-1 0,1 1 0 16,0-1-5-16,0 0 5 0,1 0 0 0,-1 0 2 0,5 3-10 15,-3-3 6-15,-1 0-1 0,-1 0 6 0,1 1-2 16,-1-1-3-16,1 0-2 0,-2 0 0 0,0 0 2 15,0 0 7-15,0 1-2 0,0-1 2 0,1 0-8 0,-2-1-1 16,0 0 0-16,-2 0 0 0,1 0 4 0,-1 0-1 16,-4 0 0-16,-6 0-2 0,-2-1-4 0,1 0 6 15,0-1-4-15,0 2 4 0,2-1 0 0,-1 1-8 16,0 0 6-16,1 0-5 0,0 0 5 0,1 1 3 16,0 1-2-16,-1 0 1 0,3 0-9 0,-1 1 5 15,3-1 0-15,0 0 1 0,1 1 0 0,2-1-2 16,0-1-2-16,1 0 2 0,1-1 2 0,-2 4-5 15,0 2 4-15,-1 1-4 0,2 1 10 0,1-2-5 0,1 1 2 16,1-1-4-16,1 0-3 0,2 0 7 0,3 0-6 16,10 2 6-16,2-2-2 0,0 4 1 0,1-3 3 15,0-2-3-15,2 1 0 0,1 0 3 0,3 2-5 0,-1-2 3 16,3 2-1-16,-1-3-1 0,-3 0 3 0,3-1-4 16,-4 1 4-16,1 1 2 0,1-5 1 0,-4 3-1 15,0-3 1-15,-3 11-3 0,0-5 0 0,-4-4-1 16,0-1 4-16,-1 0-6 0,-3-1 0 0,0 0-2 15,-5-1 4-15,-2 0 2 0,-1 0 3 0,0 0-3 16,-1 0-3-16,1 1 6 0,0 0-3 0,0 1 4 16,-1-1-6-16,-1 0 8 0,0 0-4 0,-1 1 4 0,-2 0-18 15,-16 3 11-15,-3 2-2 0,0 2 7 0,-3-3-10 16,-3-1 0-16,0 5 2 0,-2-4 0 0,-2 0 7 16,2 2-6-16,-3-2 2 0,1 0-3 0,3 2-1 0,-3-2 7 15,3 1-5-15,2 0 6 0,-2-1-12 0,4 1 5 16,1 0-2-16,1 0 3 0,0-1 6 0,2 0-9 15,-1 1 5-15,1 0-6 0,2 0 2 0,-1 0 3 16,3 0-4-16,3-1 4 0,4 0-2 0,0 0-2 16,4-1 4-16,4 0-2 0,1 0 3 0,-3 0-8 15,1 0 3-15,0 1-5 0,1 1-2 0,1 0 10 16,1 1-8-16,0-1 9 0,2-2-1 0,3 1-3 16,5 0 6-16,9 0-5 0,2-1 6 0,-1-1 0 0,3 0 0 15,-2-2 0-15,2 1-2 0,1 0-3 16,2 2 0-16,0-3 0 0,0 1 3 0,1-1-2 0,0-1 2 15,2 0-3-15,-1 2 1 0,-1 11 0 0,3-7 1 16,-8-5-2-16,2-2-1 0,-2 0 3 0,-4 0-2 16,2-1 2-16,-3-1-5 0,-3 1 0 0,-2-1 5 0,-4 1-2 15,-2 1 4-15,-2 0 3 0,-2 0-7 0,-1 0 7 16,2 0-8-16,-1 0-3 0,0 0 4 0,-1 0-4 16,1 0-1-16,-1 0 2 0,-1 1 1 0,0 1 1 15,-1 0 7-15,-6 11-7 0,-5 7-1 0,8 3-3 16,-12 4-1-16,-3 2 6 0,4 4-2 0,1-2 2 15,-4 2-1-15,2 1 1 0,-1-3 0 0,1-1 1 0,3 1-2 16,2 0 0-16,0 0 0 0,1 0 1 0,2 1 0 16,2-1-1-16,1-1 1 0,2-1 0 0,-1 2 8 0,-1-2-6 15,2-2-1-15,0-1-2 0,1-2-3 0,1 0 5 16,0 1-1-16,0 0 3 0,-1-1 1 0,-12 0-2 16,7-2 4-16,3-3-4 0,1 0-2 0,2-3-1 15,1 1 0-15,0-2 0 0,0 0 4 0,1-2-4 16,0-2 5-16,1-2-4 0,-1-2 6 0,-1-3-7 15,1 1 1-15,-1-3-2 0,0 0-3 0,0 1-9 16,0-2-7-16,0 0-7 0,1 1-94 0,0 1-115 16,0-1-47-16</inkml:trace>
  <inkml:trace contextRef="#ctx0" brushRef="#br0" timeOffset="1035.6">4523 4816 403 0,'0'0'9'0,"0"0"-6"16,-2 0 56-16,1 0-11 0,0 0 17 0,1-1-43 0,0 1-15 15,0-2 0-15,0 2-6 0,0-1 4 0,0 0 3 16,1 0 6-16,0 0-3 0,1 0 4 0,-1 1-7 15,1 0-3-15,0 0 2 0,0 0 9 0,4-2 17 16,-1 1 7-16,1 1 2 0,-1 0 23 0,0 0-2 16,-1 0 4-16,2 0-5 0,0 0-16 0,2 0-16 15,-1 0 2-15,3 0-5 0,2 0 0 0,-1 0-8 16,4 0-2-16,1 1 1 0,3 1 6 0,0-1-8 16,2 0 1-16,-1 0-4 0,-1 0 6 0,4 0-4 15,2 1-1-15,2-2-2 0,0 0-2 0,1 0-6 0,0 0 4 16,1 0-5-16,1-2 10 0,3 1-7 0,3-1 5 15,4 1-5-15,5-2 6 0,0 2-4 0,1-1 1 16,2-1-1-16,-1 1-2 0,0 0 10 0,-1-1-6 0,0 1 6 16,1-1-12-16,6-1 6 0,4 0-3 0,1 1 4 15,3-1-5-15,-5 1 2 0,0-2-2 0,-1 0 1 16,-1 1-6-16,1-1 6 0,8 0-3 0,-3 2 4 16,4-2 1-16,-1-1-5 0,-7 2 3 0,3-2-3 15,-3 0-3-15,4-1 5 0,0 1-5 0,1 0 4 16,4 0-4-16,-5 0-1 0,-2 0 3 0,-3 0-1 15,-2 2 6-15,0-3-9 0,3 1 2 0,1-1-2 0,3 1 8 16,1 0-6-16,-2 0 3 0,-2-1-4 0,-4 0 2 16,-2 0-1-16,2 0 2 0,2 0-2 0,1 1-1 15,3-1 0-15,-2 0 1 0,-4 0 0 0,-5 0 0 16,-4 1 1-16,0 0-2 0,-2 1 1 0,3 2 3 0,-2-2 1 16,1 0-5-16,-3 1 2 0,1 1-2 0,-3 0-2 15,-1 0 6-15,0 2-6 0,-7 0 0 0,1 0 3 16,-5-1-1-16,-2-1 3 0,-1 1 3 0,0 1-9 15,-4-1 5-15,1 1-6 0,-2 0 8 0,-1 0-2 16,-2 0 4-16,-2-2-4 0,-2 2 5 0,-4 0-7 16,2 0-2-16,-3 1 0 0,0 0 3 0,-3 0-2 15,-2 0 2-15,-1 0-3 0,1 0 2 0,0-1-35 0,0 0-28 16,-1-1-15-16,0 0-187 0</inkml:trace>
  <inkml:trace contextRef="#ctx0" brushRef="#br0" timeOffset="1720.33">5133 2808 737 0,'-1'0'90'0,"0"-1"210"16,-1 0-293-16,1 0-6 0,0 0 2 0,0 0-3 15,0-1-3-15,1 1 9 0,0 0 7 0,0 1 0 16,1 0 2-16,0 0 7 0,0 0-10 0,2 1 10 0,7 2-6 16,3 1 6-16,0 1 0 0,-2-2 0 0,2 3-10 15,-2-1-6-15,2 0 3 0,3-1-5 0,-4 1 0 16,3-1 5-16,-3-2-2 0,-1 0 3 0,1 0-6 0,-2-1-6 16,-1-1-1-16,0 0-2 0,-2-1 2 15,-1-1-2-15,1 0 0 0,0-1-2 0,0-2-14 0,0 2-10 16,-1-7 0-16,-2-1-6 0,0 0-32 0,0 1-169 15,-1 1-2-15</inkml:trace>
  <inkml:trace contextRef="#ctx0" brushRef="#br0" timeOffset="1952.6">5396 2649 891 0,'-1'0'114'0,"0"-2"-155"0,0 1 142 0,0 0-78 15,-2 0 15-15,1 0-27 0,1-1-1 0,0 1-8 16,-1 1 0-16,1 1 5 0,-1 1-1 0,1-1 2 16,-8 19 7-16,-1 2-1 0,-4 3 3 0,1 1-3 15,0 2 7-15,3 0-16 0,3 3 4 0,2-2-9 16,-1 4 3-16,0-2-3 0,5 2-1 0,-2-1-2 16,2-1 5-16,-14-2-14 0,7-2 10 0,3-3-13 15,1-2 5-15,3-2-8 0,0-1-7 0,1-1 2 16,0-2-17-16,1 1-110 0,3-1-8 0</inkml:trace>
  <inkml:trace contextRef="#ctx0" brushRef="#br0" timeOffset="2352.42">5201 4284 636 0,'-1'0'31'16,"0"0"5"-16,0 0 13 0,-1 0-22 0,-1 0 9 16,-1 0-22-16,2 0-12 0,0 0 0 0,0 0-5 15,0 0-19-15,0 0 22 0,1 0-7 0,-1 0 12 0,1 0-4 16,1 0 76-16,1 0-22 0,1 0 36 0,0 0-36 16,4 0-10-16,10 0 0 0,7-1-4 0,0-2-12 15,2-1-18-15,-4 0 2 0,1 1-9 0,0-2-12 0,-2 2-1 16,-2 0-7-16,0 0 4 0,-3 0-21 0,-2 1-118 15,0 0-68-15</inkml:trace>
  <inkml:trace contextRef="#ctx0" brushRef="#br0" timeOffset="3486.94">5400 3194 25 0,'0'0'-2'0,"0"0"-3"0,0 0-2 0,0 0 13 15,0 0-6-15,0 0 8 0,0 0-3 0,0 0 15 16,0 0 5-16,0 0 2 0,0 0 13 0,0 0 19 16,0 0 2-16,0 0 4 0,0 0 2 0,0 0-10 15,0 0 0-15,0 0-3 0,0 0-8 0,0 0-17 16,0 0-3-16,0 0-6 0,0 0-12 0,0 0 3 15,0 0-4-15,0 0 3 0,0 0-8 0,0 0 6 16,0 0 1-16,0 0 0 0,0 0-3 0,0 0 9 16,0 0-9-16,0 1 8 0,0 0-10 0,0 1 27 0,0 0 4 15,0 6 6-15,0 8 2 0,0 2-18 0,-1 5-1 16,-3 0-5-16,2 1-5 0,-1 0-11 0,1 1 3 16,0 0-5-16,-1-2 9 0,2-1-9 0,1-1 3 0,0-5-4 15,0-2 13-15,0-1-1 0,1-1-3 0,1 2 0 16,-1-1-6-16,0-4 8 0,0 2-4 0,1-2 3 15,0-2-11-15,-1 0 1 0,0-1 8 0,0-1-6 16,0 0 6-16,1-1-6 0,-2 0 0 0,1 0-1 16,-1-3 4-16,0 1-4 0,1 0 0 0,0 1-1 15,0-1 4-15,0 0 7 0,1 1 0 0,-1-1 4 16,0 1 7-16,0-1-16 0,0-1 7 0,0 0-10 0,1 0 8 16,-1 1-11-16,0-1 0 0,0 0-3 0,0 0 16 15,0 0-13-15,1 0 7 0,-1 1-8 0,0-2 1 0,0 0 6 16,0 0-4-16,1 0 5 0,-1 0 2 0,0 0-11 15,0 0 3-15,0-2-3 0,0 1 6 0,1 0-2 16,-1 0 1-16,0 0-1 0,0-2 10 0,4-5 7 16,2-5-1-16,2-4 3 0,1-2 4 0,-1-4-10 15,1-1 1-15,0-3-4 0,3-2-4 0,0-1-6 16,1-2 1-16,1-1-2 0,1 0 7 0,-1 2-5 16,0 1-1-16,-1 2-2 0,-1 3 0 0,-1 4 4 15,0 1-3-15,-2 1 3 0,-1 3-7 0,-2 2 2 16,0 2 3-16,-4 4 0 0,2-1 0 0,-3 5-11 0,1 0-9 15,-2 2 0-15,0 0-16 0,1-1-32 0,1 1-40 16,-1-1-7-16,0 2-201 0</inkml:trace>
  <inkml:trace contextRef="#ctx0" brushRef="#br0" timeOffset="4203.06">5744 3558 503 0,'0'-2'5'0,"0"1"-2"0,0 0 2 0,0 0 4 15,0-2-3-15,-1 1 6 0,1 0-9 0,0-1 2 16,-1-2-5-16,0-1 5 0,1 2-3 0,0 1 3 15,0-1-3-15,0-1 0 0,0-1 33 0,0 3-4 0,0 2 16 16,0-2 18-16,0 1-6 0,0 0 3 0,0-1-6 16,0 2-14-16,0 0-23 0,0 0 2 0,0 0-9 15,0 1 5-15,0 0 2 0,0 1-3 0,0 2 2 16,-4 21-9-16,1 1-2 0,-3-2 3 0,1 2-2 16,2-5 5-16,0-3-12 0,1-1 2 0,1-5-4 15,1 0 3-15,0-4-10 0,0 0 8 0,0-2-8 16,0 0 3-16,0-3 0 0,0 0-9 0,0-1 7 0,2 2-5 15,1-2-2-15,11 6-3 0,1-5-2 0,-1-2-16 16,1-3-42-16,-3-4-14 0,0 2-15 0,-2-15-75 16,2-2 75-16,0 2-2 0,-3-3 34 0,1 2 61 0,-4 1 8 15,-2 0 10-15,0 3-5 0,1 3 4 0,-2 2 8 16,1 2-2-16,-1 4 5 0,0-1-1 0,-2 4-11 16,0-1 3-16,1 2-6 0,1 0 8 0,-1 0 37 15,0 1 1-15,-1 0 12 0,1 1 2 0,-1 1-5 16,0 0 0-16,-1 2 0 0,2 13 9 0,-2 4-5 15,0-1-5-15,-1 2 3 0,-1 0-3 0,-2 1-9 16,1-1 3-16,-2-1-7 0,0-1-10 0,2-5 0 16,-1 1-10-16,2-3 5 0,0-1-17 0,0 0-1 0,1-3 1 15,0-2-4-15,1 0-7 0,0-2 5 0,0-2 0 16,0 0 1-16,0 1-2 0,0-1-7 0,0 0 2 16,0 1-5-16,0-2 2 0,0 0-12 0,0 0-4 15,0-1-4-15,0 0-26 0,1-1-213 0,0-1-10 16</inkml:trace>
  <inkml:trace contextRef="#ctx0" brushRef="#br0" timeOffset="4438.68">5703 3452 1114 0,'-1'0'29'0,"0"-2"11"16,-1 1 18-16,-4-2-35 0,2 0 22 0,2 2-22 15,1 0-13-15,-1 0 1 0,2 0-6 0,2 0-3 0,0-1 9 16,1 1-4-16,15-2 5 0,3 0-15 0,0 2 6 16,4 0-4-16,-1 1 6 0,-2-1 2 0,0 0-10 15,2-2 4-15,-2 1-7 0,1-2-4 0,0 1-18 16,-1-2-3-16,2-1-4 0,-2-1-12 0,-1-1-151 16,2-1 16-16,3-4-76 0,2-1-111 0</inkml:trace>
  <inkml:trace contextRef="#ctx0" brushRef="#br0" timeOffset="5539.5">8841 2372 154 0,'0'-1'30'0,"0"-1"43"0,-2-5 5 0,0-8-8 15,1 3 6-15,0-3-9 0,0 1-5 0,-1-1-8 16,2 0 4-16,0 1-5 0,0 0-4 0,0-1-5 15,0 5-2-15,0 0 0 0,0 2-5 0,0 2-19 16,-1 0 3-16,1 2-5 0,0 3 15 0,0-2-10 16,0 2-2-16,0-1-2 0,0-1-1 0,0 1 0 0,0 1 8 15,-1 0-6-15,0-1 7 0,0 2-1 0,-1 0 2 16,1 2-2-16,1-1 0 0,-14 23 1 0,1 4-10 16,2 3 6-16,-1 5-16 0,1 0-5 0,1 8 4 15,1-1-4-15,1-4 10 0,0 0-10 0,1-6 5 0,1-5-7 16,0-2 5-16,0-5 7 0,2-2-3 0,-2-2 5 15,1 1 5-15,-1-2-13 0,0 2 5 0,-1 1-8 16,-1-2 3-16,-3 2-5 0,2 0 3 0,1-1-2 16,-1-3 6-16,0 1-4 0,1-3-2 0,0 0 0 15,0-1 2-15,5-5 0 0,-1 0 1 0,3-4 0 16,0-1 6-16,0 0-1 0,0 1 1 0,0-1-1 16,-1 0-2-16,1 0-1 0,0-1 2 0,-1 0-2 0,-1 0 1 15,1-1-6-15,0 0 1 0,-1 0-1 0,1-1 6 16,1 1-7-16,0 0 3 0,-2-1-4 0,0-2-1 15,-1 2 6-15,-2-2-5 0,0 0 5 0,1 1-2 0,-4 0-6 16,1 0 2-16,-1 2-4 0,-3 3 4 0,-1 3 7 16,0 2-4-16,-1 4 4 0,-1 10-7 0,1 0 2 15,-1 2 3-15,4-8-2 0,0 2-1 0,4-4 1 16,0-1-1-16,3-1 2 0,1-4 5 0,1-3 6 16,0-1-7-16,0-2 6 0,1 0-12 0,1-1 5 15,-1 1 3-15,-1 1 0 0,1-1 0 0,1-1-4 16,-2 2-2-16,0-1 0 0,-1 0-7 0,1 1 6 15,1-2-6-15,0 0 5 0,-1 0-13 0,1 0 4 0,0 1-2 16,0-1 1-16,0 0-14 0,-1 0-1 0,2-1 0 16,0 0-1-16,2-1-3 0,-2-1-57 0,8-16-5 15,1 0-19-15,2 0-35 0,1-4-19 0,-1 2-2 16,2-2-6-16,0 1-7 0</inkml:trace>
  <inkml:trace contextRef="#ctx0" brushRef="#br0" timeOffset="5854.82">8711 2708 109 0,'0'0'56'0,"0"0"1"0,0 0 52 0,1-1-1 16,1 0-9-16,-1 0-14 0,0 0-1 0,0 0-5 15,0-1-7-15,0 1-12 0,1 0 5 0,-1 0-8 0,-1 1-9 16,0 0-2-16,1 0-16 0,-1 0 8 0,1 0-34 16,0 0 8-16,-1 1-3 0,2 0 3 0,-1 0-10 0,0 2-3 15,0 1 2-15,3 7-1 0,-1-3 16 0,2 2 1 16,2 0 9-16,-1 0-3 0,-5 1 22 0,10 2-16 15,-2 2 4-15,2 2-9 0,1 2-5 0,1 4-10 16,1 3-4-16,2 4 0 0,-3 0 4 0,-2 1-8 16,2 2 10-16,-1-1-10 0,0 0 4 0,0-3 4 15,-2-5-9-15,1-2 7 0,-1-5-5 0,-1-4 4 16,1 0 1-16,1-2-1 0,-1-2-6 0,0-1 5 16,-1-2-5-16,-3-1 5 0,5-2-3 0,-3 1-7 15,0-2 6-15,0-1-7 0,-6 1-1 0,0-1-9 0,0 1-14 16,1 1 1-16,-2-1-71 0,0-1-62 0,0 0-21 15,-1 0-22-15,0-1-155 0</inkml:trace>
  <inkml:trace contextRef="#ctx0" brushRef="#br0" timeOffset="6205.88">8164 3048 1272 0,'-1'-1'-4'0,"0"0"-8"0,0 0-8 0,0 0-2 16,0 1 3-16,1 1 0 0,0 1 20 0,1 11 3 16,6 14-3-16,0 0 2 0,0 0-1 0,1 0-6 15,2-1 4-15,-1-1-4 0,3 1 8 0,-2-2-1 16,2 1 3-16,1 0-2 0,0-2 0 0,0 1 25 15,-12-1-5-15,12 1 14 0,3-3 3 0,1 0-2 16,-1-2-3-16,2-1 0 0,0-2-14 0,-1-1-6 16,2 0-2-16,-1-1-2 0,2 1-16 0,0 0 5 15,0-1-3-15,-1 2 5 0,1-5 3 0,-4 1-11 16,-1-1 3-16,2-3-8 0,-4-1-2 0,0 0-5 0,-4-2 0 16,2-3-1-16,0 6-11 0,1-2-19 0,3-2-48 15,2-3 16-15,-2-1-90 0,3-4-55 0,-2-3-16 16</inkml:trace>
  <inkml:trace contextRef="#ctx0" brushRef="#br0" timeOffset="6473.25">9018 3094 952 0,'-1'-1'22'0,"0"0"-3"0,0 0 27 16,-1-2-22-16,1 2-12 0,0 0 0 0,0 0-16 15,0 1 12-15,0 0-2 0,-1 1 7 0,1 1 9 16,-8 12-13-16,-3 8 8 0,-1 0-11 0,0 1 4 0,-1 1-8 16,13 2 5-16,-13 0-5 0,0 1 9 0,-3-1-10 15,1 1 0-15,0 0-2 0,0-3 11 0,2 0-6 16,1-1 3-16,-2-3-5 0,-1 0 3 0,0-2-1 16,-1-3-1-16,1-1 0 0,1 3-7 0,-3 1 4 15,3 0 0-15,0-1 0 0,-1 0-8 0,2-1-13 16,-2-2 4-16,3 0-9 0,1-3-22 0,4-2-46 15,2-2-31-15,-1-3-5 0,2-1-121 0</inkml:trace>
  <inkml:trace contextRef="#ctx0" brushRef="#br0" timeOffset="6823.31">8596 2917 704 0,'-1'-2'67'0,"0"1"136"0,-1 0-182 15,1 0-20-15,0 0 1 0,0 0-5 0,0-1 5 0,0 2 0 16,-1 0-2-16,1 2 1 0,0-1 5 0,0 1 5 15,0 5 1-15,-2 6 0 0,0 4 11 0,-1-1 4 16,1 0 8-16,-3 6-5 0,-1-1 5 0,-1 1-15 16,-2 6-2-16,2-2-4 0,-1 1-7 0,0-2-5 15,2-3 1-15,-1-1-1 0,1-2 7 0,1-2-7 16,0-2-3-16,3-3-2 0,-1-2-6 0,3-4 1 16,0 0 5-16,1-3-4 0,0-2-4 0,0 0-14 15,-1 1-14-15,-1 1-10 0,1-2-144 0</inkml:trace>
  <inkml:trace contextRef="#ctx0" brushRef="#br0" timeOffset="7142.91">8402 3151 853 0,'0'-2'16'0,"0"1"11"16,0 0 6-16,0 0-22 0,0 0 0 0,0 0-8 15,0-1 0-15,1 1 6 0,0 0-1 0,1 1 2 0,-1 0-4 16,0 0 3-16,1 1-4 0,1 0 3 0,-1 2-3 16,5 7 10-16,-1 3 2 0,-1 0 2 0,-1 1 4 15,-1-1-4-15,-1 0 1 0,0-1-3 0,1 0 0 0,-1-1-4 16,-1 0 2-16,0-3-1 0,1 1 2 0,0-2 10 16,0-2 3-16,1 0 5 0,-2-1 19 0,0-2-31 15,0 0 8-15,4 0-15 0,3 3 5 0,4 2-7 16,2-1 1-16,-1-3-2 0,3-2-1 0,-2-1-7 15,1 0-4-15,0-1 0 0,-2-2-8 0,-3 1 7 16,-1 0-3-16,-2-1 2 0,2-1-16 0,2-1-23 16,-1-1-4-16,1 0-16 0,2-2-101 0,-1 0-87 15,-2 3-17-15</inkml:trace>
  <inkml:trace contextRef="#ctx0" brushRef="#br0" timeOffset="8341.08">9329 3109 1032 0,'0'-1'0'0,"0"0"-3"0,0-1 4 0,0-2-2 0,3-8 8 16,3 0-12-16,1 1 3 0,2-2-5 0,-5 0-3 15,7 1 2-15,-3-2-7 0,0 2 7 0,-3 0 7 16,-1 1 1-16,-1-3 7 0,6 0-4 0,-3 1-1 16,-2-1 24-16,-3 2-3 0,-1 3 13 0,0 0 24 0,-1 3-1 15,-1 2-4-15,1 1-1 0,1 2-33 0,-2-1-8 16,-4-2-1-16,-2 1-2 0,0 0-1 0,-3 3-10 16,0 2 2-16,0 2-5 0,-2 5 3 0,0 2 4 15,-1 14-2-15,0 1 3 0,-2 0-4 0,3 2 2 16,2-1 2-16,0-5-1 0,2 2 4 0,0-9-7 15,3-3 4-15,-2 0-4 0,4-5 8 0,0-1 4 16,1 1-1-16,1-4 2 0,1 1 0 0,1-1 8 0,0 0-8 16,0-1 5-16,0-1-15 0,1 1 5 0,2 1-1 15,3 0 1-15,8 2-8 0,0-4 5 0,1-1-4 16,-1-3 3-16,0-3-4 0,-1-1 1 0,1-1 3 16,-3 0-1-16,-2 3 0 0,-2 0-3 0,-1 0 4 15,-1 2-2-15,-2 0 4 0,0 2-7 0,-1 0 0 0,1 0-3 16,-1 0 0-16,0-1 3 0,-1 2-3 0,2 0 3 15,-2 0-1-15,0 0 4 0,1 4 2 0,9 12 0 16,-4 0-8-16,0 1 3 0,-2 0 1 0,0 0 1 16,-2 2 4-16,-1 0-5 0,1 1 0 0,-2 1 0 15,-1 2 0-15,-1 0 3 0,-3 2-6 0,0 2 5 16,-2-1-6-16,-4 2 7 0,1-1 0 0,-2-2 2 16,1-2-8-16,0-5 10 0,0-2-4 0,9-2 6 0,-10-1-9 15,0-3 8-15,1-2-1 0,-2-5 4 0,3-1-4 16,-1 5 13-16,3-3 13 0,2-1-2 0,-2-1 23 0,0-1-24 15,0-1-5-15,3 0-4 0,-2-2-7 0,2 0-11 16,1 0 7-16,-4-8-8 0,0-4-2 0,2 0-2 16,3-4-2-16,2-1 4 0,1 0 4 0,1 1-7 15,3 2 1-15,1 2-4 0,2-1-1 0,-7 3 4 16,14-3-4-16,1 2 4 0,0 0 0 0,2-1-9 16,-2 2-2-16,-2 1-1 0,2 1-3 0,-1 0-12 15,-1 1 5-15,0 2-11 0,1-2-27 0,-1 0-14 16,1 0-5-16,0 0 3 0,0-1 22 0,2 1 5 15,0-1 17-15,-1 0-6 0,0 2 44 0,0-3-9 0,-1 2 5 16,-5 1-7-16,0 0 11 0,-3 4 5 0,0 1-5 16,-1 1 5-16,-3 0-13 0,2-2 7 0,-3 3-1 15,2 0 4-15,-1-1 4 0,1 2-9 0,-3 0 9 16,1 0-9-16,1 3 1 0,-1 0 8 0,5 11-6 0,-2 1 7 16,-2 0-7-16,-2 0 7 0,-1 0-6 0,0 1 9 15,-1-2 9-15,-1 0 22 0,1-1 1 0,-2 0 3 16,1 0-18-16,1-4 3 0,-2 2-14 0,1-3 10 15,0 1-20-15,-1 0 7 0,1-2-1 0,-1 1 0 16,0-3-15-16,1 2 5 0,1-3-5 0,-1 0 6 16,1-1 1-16,1-1-2 0,-1 0 0 0,0 0-3 0,0 1-2 15,0-2 0-15,-1 0 10 0,1 0-7 0,1 0 4 16,0 1 2-16,0-1-8 0,0-1 7 0,0 0-7 16,0 0-1-16,0-1 0 0,1-1 0 0,1 0-3 15,-2 0 3-15,3-8-3 0,1 0 3 0,-1-1 2 0,2 0-3 16,0 0 3-16,2-1-4 0,0 0 2 0,1 0-3 15,-1 3 1-15,-6 2-3 0,7 2 5 0,-2 2-3 16,0 2 2-16,-3-1-3 0,-1 1 0 0,0 0 4 16,3-1-4-16,-4 2 4 0,1 0-5 0,1 1-1 15,-1 0 6-15,-1 1-3 0,5 11 9 0,-1 0-3 16,-3-2-1-16,-1-3-1 0,-1-2 5 0,0-1-3 16,0-2-1-16,0-2-1 0,0 1-1 0,0 0 7 15,0 0-1-15,0 1 5 0,0-1 0 0,0-1-6 0,0 0 3 16,0 0-5-16,2-1 5 0,-1-1-4 0,0 0-2 15,1-4 0-15,7-9-3 0,-1 0 2 0,0 0-1 16,-1 2 1-16,-1 3 0 0,-1 1-2 0,-2 2 2 16,0 2-2-16,-3 3 0 0,2-1-1 0,0-1-2 0,1 2 0 15,-1 0 3-15,0 0-3 0,1 1 4 0,-1 1-3 16,-1 0-2-16,2 4 8 0,5 11-4 0,-4 1 5 16,0-3-2-16,0-2-2 0,-2-2 0 0,0 0-2 15,1-1-4-15,-2-4-10 0,0-2-1 0,0 0-3 16,0-1-13-16,2 0-87 0,-1 0 8 0,0-1-43 15,1-1-76-15,1-1-56 0</inkml:trace>
  <inkml:trace contextRef="#ctx0" brushRef="#br0" timeOffset="8724.4">9948 2978 578 0,'0'-1'26'0,"0"-1"-5"0,0 1 58 15,0 0-13-15,0 0 13 0,0 1-59 0,0 0 3 16,0 0 1-16,0 0 5 0,0 0 28 0,2 1-9 16,-1 1-5-16,1 14-4 0,0 6-26 0,1 2-2 15,-1 4 3-15,-1-2-4 0,0-2 1 0,-1 1-9 0,2-5 1 16,-1 0-3-16,0-1 4 0,1-2-4 0,0-1 5 16,0-2-4-16,1-1 0 0,1-3 5 0,-1 0-5 15,1-3 8-15,-2-1 4 0,1-2-6 0,-1 1 6 16,0-1-6-16,1-1 3 0,-2 0-7 0,4 0 0 15,2 2 0-15,-1-2 3 0,3 1 14 0,-2-3 3 16,4-1 2-16,3-2 5 0,-4-3 2 0,6-6-11 16,-5 1 8-16,3-11-12 0,4-2-9 0,-3-1 5 0,2-1-6 15,2-1 2-15,-5-2-5 0,0 1 0 0,0-1-2 16,-2-1-5-16,-2 3 1 0,1 2 2 0,-2 3 0 16,1 3 0-16,-3 6 0 0,-1 3-5 0,-3 4 4 15,0 3-13-15,0-1-14 0,-2 3 5 0,2-1-8 16,-1 0 1-16,0 1-7 0,-1 1-12 0,1 2-4 0,2 13-115 15,-1 5-136-15</inkml:trace>
  <inkml:trace contextRef="#ctx0" brushRef="#br0" timeOffset="9107.96">10381 3189 246 0,'0'0'12'0,"0"0"47"15,0 0 10-15,0 2 18 0,0-1 6 0,0 0-39 16,0 13 12-16,-1 3-18 0,-1 3 24 0,-3 3-3 15,-1 3-4-15,-3 2 1 0,-1 2-16 0,0 1-3 16,-2 2-6-16,0-2 1 0,1-3-23 0,4-7-3 0,3-4-4 16,0-4 2-16,1-2-7 0,1-1-7 0,1-2 2 15,1-6-4-15,0 1-2 0,0-1 1 0,0-1 2 16,0 0-1-16,0 1 6 0,0-2-7 0,0 0-2 16,1-2-3-16,1-1-13 0,7-19 6 0,0-2 3 15,2-1 0-15,-2 3 14 0,0 1-10 0,0 2 8 0,0-1-9 16,1 1 12-16,-2 4-3 0,0 0 0 0,-1 3-1 15,0 1 7-15,-1 4-6 0,-2 1 1 0,3 4-2 16,1 1 6-16,-2-4-3 0,-1 3-5 0,-2 1 2 16,2 1 0-16,-3 0 10 0,1 1 0 0,-2 12 3 15,13 11-8-15,-6 3 5 0,-4 3 0 0,-4 3 2 16,0 0 7-16,-3-3 0 0,1-2-2 0,0-6 1 16,-1-6 3-16,2-3-17 0,0-4 11 0,1 0-12 0,0-2 7 15,0-4-6-15,0 0-3 0,0-1 0 0,0 0 8 16,0-1-17-16,0 1-7 0,0-2-11 0,0-2-79 0,0-8-70 15,0-20-21-15,0-2-18 0,0 1-95 0</inkml:trace>
  <inkml:trace contextRef="#ctx0" brushRef="#br0" timeOffset="9275.73">10375 3151 547 0,'0'0'39'0,"0"0"19"15,-1 0 34-15,1 0 6 0,0 0-23 0,0 1-13 16,0 0-6-16,0 1-4 0,0 1-29 0,4 6 6 0,1 1 1 15,1-2 3-15,11-2 4 0,3-1-21 0,1-1 2 16,2 0-9-16,0-3-7 0,0 13-7 0,-2-7-3 16,-1-2-2-16,-2-3-20 0,-5-2-84 0,1 0-32 0,-4-1-30 15,0 0-231-15</inkml:trace>
  <inkml:trace contextRef="#ctx0" brushRef="#br0" timeOffset="10258.65">8779 3662 552 0,'0'-1'16'16,"-1"0"29"-16,1-2-39 0,-3-6-6 0,0 1 3 15,1 0-3-15,0 1 6 0,-1-1-15 0,1-2 0 16,1 2-4-16,0 2 7 0,-2-1-2 0,2 3 0 0,0-1-2 16,-1 1 3-16,2 3 13 0,-3-1 0 0,-10 0 5 15,3 1 1-15,0-1-2 0,-3-1 2 0,6 0 0 16,-1-1 13-16,2 2 12 0,3-2 1 0,-1 2 1 16,-1-2-19-16,2 2 4 0,1 0-13 0,-1-1 10 15,1 1-18-15,1 0-1 0,0-1 0 0,-1 1-2 16,1 1-5-16,0 0 5 0,0-1 5 0,0 1-1 0,-1 0 6 15,1 0 1-15,1 0 5 0,0 0 0 0,0 1 19 16,0 0-1-16,1 1 3 0,1 0-1 0,0 11 4 16,2 14-11-16,-2 3 0 0,-1 0-3 0,-1 3 3 15,0 2-4-15,-3 4-3 0,-3 2 0 0,-3 4-12 0,0 8 3 16,-2 3-6-16,-3 4 5 0,-1 1-5 0,-3-1 9 16,1-5 2-16,-1-3 1 0,0-4-12 0,3-5 28 15,1-3-7-15,3-7 14 0,3-4-9 0,2-8-19 16,2-3-1-16,1-2-5 0,1-4 5 0,1-1-7 15,0-1 6-15,1-4-7 0,0 0-4 0,0-3 2 16,0 0-6-16,-2 1 6 0,2-2 8 0,0 0-9 16,0 0 7-16,-1 0-9 0,0 0-1 0,0 1 5 0,0-1-1 15,0 0 2-15,-1-1-12 0,1 0 5 0,0 0-2 16,0 0 4-16,0 0 2 0,0 0 3 0,-1 0-5 16,1-1 2-16,0 0-8 0,0-1 7 0,0 1 1 15,-2 0 2-15,2 0-5 0,0 0 0 0,0 0-2 0,0-1 3 16,-1 1 0-16,1 0-1 0,0 0 4 0,0 0-3 15,0 0 8-15,0-1-10 0,-1 1 1 0,1 0-3 16,1 0 9-16,0 0-3 0,0-1-1 0,0 1-1 16,0 0 0-16,0 0-1 0,0 0 1 0,0 0-2 15,0-1 1-15,1 1-3 0,1 0 3 0,-1 0-1 16,1 0 7-16,6-2-7 0,6 1 3 0,3 1-4 16,2 0 2-16,3 1 0 0,4 0-3 0,3-1 3 0,7-1 1 15,4 0 0-15,0 0-1 0,3-1 1 0,-2 0-3 16,3-1 8-16,2 0-5 0,3-1 3 0,7 0-8 15,4-1-1-15,4 2 6 0,3-2-2 0,-4 2 8 16,1 1-5-16,1-1 1 0,2 2-2 0,0 1 2 0,11-1 3 16,1 1-2-16,-1 1 3 0,2-2-4 0,-4-1 12 15,8 1-2-15,6-1 5 0,1-2 2 0,2 0-4 16,-2-1 4-16,3 2-5 0,4-2-2 0,0 2-8 16,-4-1 3-16,-5 3-4 0,-1 0 0 0,3 1 1 15,-3-1 0-15,-3 2 2 0,-5-1-4 0,-7 0 2 16,1 1-3-16,0 0 2 0,-3 0-4 0,1 2 3 15,-9 0-2-15,-9-1 4 0,-3-1-8 0,-6 0 1 16,-4 0-1-16,-2-1 1 0,-1-2-3 0,0 0-6 0,-3-1-4 16,-3 0-5-16,-3-1-62 0,-5-1-217 0,1-2-67 15</inkml:trace>
  <inkml:trace contextRef="#ctx0" brushRef="#br0" timeOffset="11610.94">11811 2371 151 0,'0'-1'47'16,"0"0"54"-16,0-2-30 0,2-6-19 0,2-5 3 16,-1 0-6-16,1 0 8 0,1-1 1 0,1 0 4 0,-2 1-1 15,1 1-3-15,0 1-17 0,-1 1-6 0,0 0-2 16,-1 2-17-16,1 0 13 0,-1 1 2 0,0 1 6 16,-1 0 23-16,0 1 1 0,1 0-9 0,-2 3 4 15,0-2-32-15,0 0 5 0,1 2-5 0,-2 0 3 16,1 1-12-16,0 0-2 0,0-1 3 0,0 1-3 15,0 0-3-15,1-1-8 0,-1 2-2 0,0 0-1 16,0 0 2-16,0 0-4 0,0-1 3 0,1 1-4 0,-1 1 7 16,0 0 2-16,0 1 4 0,-1 1-2 0,0 2 0 15,0 15-7-15,-1 3-1 0,-3 6-2 0,0 1 2 0,-2 5 6 16,-2 2-4-16,-2 6 5 0,1-1-5 0,1-1-3 16,1-3 6-16,0-4-5 0,1-3 5 0,0-2 2 15,-1-1-5-15,0 0 4 0,0-1-3 0,-3 2-3 16,1-1 2-16,-2 1-3 0,-1 2 9 0,1 0-7 15,-1 0 2-15,0-1-3 0,2-3 6 0,0-2-5 16,2-4 6-16,1-5-5 0,0-2 4 0,2-3 4 16,2-1-2-16,0-5 2 0,2-1 2 0,0-1-5 15,0 0 6-15,0 1-5 0,-1-2 4 0,1 0-2 16,0 0 0-16,0 0 2 0,0 1 6 0,-2-2-12 0,1 0-1 16,0 0-3-16,-1 0-1 0,1-2 0 0,0 2 0 15,-4-2 0-15,0 0 0 0,1-1-1 0,-2 0 5 16,-1-1-4-16,1 2 4 0,0 0-8 0,1 0 2 0,-4 1-2 15,2 0 7-15,-2 1-3 0,-2 0-1 0,5 0 0 16,-1 0 6-16,4 0-7 0,2 0 2 0,-2 0-3 16,1 0 8-16,0 0-5 0,1 1-1 0,0 0-4 15,-1 1 7-15,2-1-7 0,0 0 5 0,0 0-6 16,-1 0 9-16,1 0-3 0,0 1 2 0,0-1-2 16,1 1 0-16,0 1-3 0,0-1 1 0,0 1-1 15,2 6-3-15,2-1 6 0,1 0-3 0,-2 0 3 16,11-3-7-16,1 2 2 0,4 0 5 0,0-1 1 0,2 0 14 15,2 0-11-15,-1-3 3 0,-1 1-5 0,-1-1 6 16,-2 0-2-16,1 1-4 0,-2 0 3 0,2-1 5 16,0 3-6-16,0 0 6 0,-1 0-5 0,1 1 10 0,-1 0-15 15,1 0 1-15,-2-2-5 0,0 1 5 0,-4 0 1 16,1 0 2-16,-2 0-2 0,-5-2-2 0,-1 0 6 16,-4-1-6-16,0-2 5 0,-1-1-10 0,2 2 9 15,-1-1-1-15,1 1 6 0,-1 1 3 0,-1-1 0 16,-1-1-4-16,0 4 0 0,-3 1-8 0,-12 0 3 15,-9-2 5-15,-3 3-3 0,1-2-5 0,1 2 6 16,-1 0-7-16,2-1 6 0,0 2-6 0,-2-2 1 16,-1 2 0-16,-1-1 1 0,-2 0 1 0,2-1-1 0,1 0 0 15,5 0-1-15,1 0 3 0,1-1-3 0,2-2 3 16,3 1-3-16,-1-1 3 0,6 1 3 0,1-1-5 16,0 1 3-16,2-1-11 0,3 2 1 0,1-1 5 15,2 0-1-15,-1 0 7 0,-1-1-5 0,0 2-3 16,0 0 0-16,1-1-4 0,1 1 6 0,1 2 4 0,0-1-1 15,1-1 4-15,3 1-1 0,1-3-7 0,17 1 3 16,-1-1-3-16,-2 0 3 0,5 0 1 0,-3 1 1 16,3-2-4-16,1 2-1 0,-3 8 3 0,0-3-1 15,1-3 8-15,-6-4-10 0,1 0 0 0,-2 1-3 16,0-2 7-16,-2 1-4 0,0 1 5 0,-2 0-4 0,-1 2 0 16,-1-2 4-16,-1 3-3 0,-2 0 4 0,-1 0-4 15,-2 12-4-15,-1 2 0 0,-2 2-1 0,14 4 11 16,-8-2-6-16,-5 1 3 0,-2-3-4 0,-2 0 0 0,-1-2 1 15,0-3 1-15,-1-1 0 0,0 0 1 0,-1 0 2 16,0 1-5-16,-1 2 4 0,0 1 6 0,-1 2-8 16,0 2 5-16,0-1-6 0,0 2 3 0,0 0 0 15,1-4 0-15,0 1 0 0,0 0 2 0,2 1-6 16,0-3 4-16,1-4-4 0,0-2 7 0,1-2-6 16,0-3 0-16,-1 1-1 0,2-3 7 0,0 0-3 15,-1 2-3-15,0-3 0 0,0 2-3 0,1 0-4 16,0-4 8-16,0 2-6 0,-1 0 5 0,1-2-29 15,1-2-11-15,0-1-10 0,-1 1-70 0,1 1-45 0,0-2-31 16,0 0-10-16,0-1-170 0</inkml:trace>
  <inkml:trace contextRef="#ctx0" brushRef="#br0" timeOffset="12447.29">12579 2804 594 0,'0'0'34'0,"0"0"8"0,0-1 20 15,-1-1-27-15,0 1 13 0,-1 1-35 0,1 0 6 16,0 0 6-16,0 0 2 0,0 0 35 0,-1 1-1 16,1 1-10-16,0 0 5 0,-2 4-21 0,-7 11-12 15,2 5 6-15,-1 5-9 0,0 0 4 0,-1 4-4 16,-1 5 0-16,2-1-3 0,1 4-6 0,-1-4-2 0,2-2 3 16,1-4-3-16,-1-2 10 0,3-4-15 0,0-3 8 15,-1-3-10-15,2 0 11 0,-1-3-12 0,2-1 6 16,0-1-6-16,0-3 9 0,1-3-5 0,1-1-2 15,0-3 0-15,0-1 2 0,0 0 5 0,-1 2-5 16,1-1 5-16,-1 0-10 0,0 0 6 0,0-1-6 0,-1 0 5 16,1-1-4-16,0-1-12 0,0 0 11 0,-2-4-13 15,-5-12 8-15,1 0 2 0,2-2 1 0,2-1 1 16,1-1-2-16,-1-3 1 0,3-2-1 0,0-3 2 16,1-2 1-16,3-1 4 0,1-1-4 0,1 0 2 15,1 0-13-15,1 3 5 0,1 1 3 0,-1 2 1 16,3 3 7-16,-2 4-8 0,2 3 3 0,-5 3-3 15,7 1 5-15,1 2-1 0,0 2 5 0,4 2-2 0,2 0 14 16,3 2-8-16,3 0-1 0,-2 2-1 0,-1 0-1 16,-2 2 2-16,2-12-9 0,-5 7 6 0,1 3-13 15,-5 3-1-15,1 1 8 0,-4 1-6 0,0 2 1 0,-3-1 7 16,-2 1-2-16,-1-1 5 0,-1 2-5 0,-2 3 3 16,0 2-1-16,5-1 3 0,-2-1-1 0,-2 2 6 15,0 0 0-15,-2 2 3 0,-2 0-4 0,-3 0 1 16,-2 2-5-16,-1-4 4 0,5 6-11 0,-14-5 5 15,-1-1-1-15,0 0 4 0,0-4 3 0,-1 3-3 16,0 0-2-16,0 0 1 0,2 3-5 0,-3-1 3 16,-1-3-2-16,2 0 1 0,-2 3-5 0,1-3 1 15,4 4 2-15,-2 0 0 0,2-1 3 0,1 1-2 0,-2 0-3 16,6-2 1-16,-1-1-3 0,3 0 4 0,3-1 3 16,2-1-1-16,0 2 1 0,-1-4-4 0,-1 2 3 15,3-1-2-15,-1 0 6 0,3 1-4 0,0-1-2 16,2 0 0-16,1 1 6 0,2-1 1 0,15 0-1 15,1-1 2-15,0 2 2 0,0-2-4 0,2 4 3 0,2-2-5 16,0 1 8-16,0 1 15 0,-2 1-3 0,0-1 7 16,-1 2-1-16,0-1-16 0,2 2 6 0,-3-1-12 15,3 1-3-15,-3-1 1 0,0 1-6 0,-1 1 4 16,-2-1-4-16,-4 1 0 0,-4-2 0 0,0-1 0 16,-4-3-3-16,-3-2 2 0,1-4 0 0,-3-1-1 15,1 2-14-15,0 0-80 0,1 0-27 0,-2-1-38 0,0 0-266 16</inkml:trace>
  <inkml:trace contextRef="#ctx0" brushRef="#br0" timeOffset="13664.17">3582 3299 812 0,'0'0'2'16,"-1"0"-9"-16,0 0 24 0,-1 1-10 0,1 0 1 16,-4 7-4-16,-6 16 4 0,-1 8 16 0,1 3-3 0,0 8 7 15,-1 3-6-15,0 4 12 0,0-1-3 0,1-4 4 16,-2-2-21-16,1 0 12 0,-2-2-11 0,-2 0 11 16,1-2-10-16,1 1 5 0,0 0 3 0,2-9-2 15,0-2-6-15,3-7 1 0,3-7-1 0,3-5 2 16,-1 0 2-16,2-4-4 0,2-5-1 0,-1 3-1 15,-1-2-2-15,1 1-5 0,0-2-2 0,0 0-3 16,-1-1-17-16,0-1 12 0,2 0-10 0,-11-23 11 0,4-4-7 16,2-2 5-16,5 1 6 0,0-6-2 0,1 2 0 15,4-1 2-15,3 0-3 0,4 0 3 0,1-1-7 16,1 1 5-16,0 0-3 0,0-2 3 0,-1 0-3 16,0 2 8-16,1 1-5 0,-1 4 6 0,0 2-5 0,-1 5-4 15,1 1 8-15,-9 4-6 0,13 1 7 0,0 4 1 16,2 0 3-16,1 5 0 0,-1 1 2 0,3 0 3 15,2 4-3-15,-3-11 3 0,0 6-10 0,-2 6-2 16,-3 1 0-16,0 3 0 0,-2 4 1 0,-4 0-4 16,-3 3-1-16,-2 10 0 0,0 2 13 0,9 2-9 15,-6-1 5-15,-5-1-7 0,-3-2 5 0,-4-1-5 0,-2-1 6 16,-1-2-5-16,0-1 12 0,0-5-12 0,0 1 3 16,2-7-5-16,-7 3 4 0,0-2-4 0,1 0 3 15,-1 1-1-15,-1 0 12 0,0-1-10 0,-1 0-5 16,-1 2-1-16,0-2-6 0,2 2 9 0,-3 1 2 15,1 0 1-15,0 1-3 0,1-1-1 0,1 0 1 0,1 0-1 16,3 1-2-16,0-2 2 0,4-1 0 0,2-1 3 16,0-1 3-16,0-1-6 0,1 1 2 0,1-2-3 15,-2 2 6-15,2-1 5 0,1 1 0 0,0-1 0 16,0 0 0-16,0-1 1 0,1 1-3 0,5-1 1 16,11-1-8-16,-1 0 3 0,1 0 1 0,-3 2 0 15,1 0-2-15,-1 1 3 0,0 1-1 0,0-1 2 16,1 3 1-16,-1 0-4 0,-1 0 1 0,-4 0-2 0,2-1-3 15,-1 1 0-15,2 0 0 0,1 0 1 0,-3 1 0 16,-1-4 2-16,-1 1-4 0,1-3 1 0,-3 1-1 0,1-2-7 16,-1 0-2-16,-1 3-2 0,2 0-10 0,1 0-15 15,0-2-25-15,4-1-2 0,1-1-128 0,0-3-36 16,2-4-33-16</inkml:trace>
  <inkml:trace contextRef="#ctx0" brushRef="#br0" timeOffset="13894.8">3948 3752 1023 0,'0'0'67'0,"0"0"-6"0,0 0 21 0,0 0-3 16,0 0-19-16,0 0-36 0,0 0-9 0,-2 0-3 16,1 0 0-16,1 0-2 0,-1 1 12 0,0 0 6 15,0 1 0-15,-4 11 2 0,-2 8-11 0,0 2-2 0,-1 1-1 16,-2 2-1-16,-2 2 2 0,2 1 1 0,-1-2 0 15,-2 0-2-15,0-1 0 0,1 0-7 0,0-3 5 16,0 1-6-16,3-4-7 0,0-2-2 0,2-1-3 16,1-1-10-16,3 0-11 0,1-3-34 0,0-4-3 15,2-1-207-15</inkml:trace>
  <inkml:trace contextRef="#ctx0" brushRef="#br0" timeOffset="14396.85">14010 3273 400 0,'-1'0'0'0,"0"0"2"0,-2 0-8 0,-7-2-7 0,-8-1 0 15,-2 1-22-15,2 1 1 0,1 0 4 0,-1 1 2 16,3 0 26-16,1 0 6 0,1 0 0 0,2 0 4 16,-2 0-10-16,3 0 8 0,-2 0-6 0,-1 0 5 15,-1 0-16-15</inkml:trace>
  <inkml:trace contextRef="#ctx0" brushRef="#br0" timeOffset="14812.24">13388 3253 382 0,'-1'0'68'0,"-2"0"54"0,-7-2 36 0,-1-1-61 16,1 1-4-16,3 1-20 0,0 0-34 0,3-1-14 15,0 2 3-15,2 0-6 0,1 0 2 0,0 0-4 16,-2-1 1-16,1 0-1 0,0 0-1 0,1 1 21 16,-1 0 1-16,1 0 11 0,0 0 31 0,1 0-14 15,0 0-2-15,1 0-7 0,2 0-25 0,9 0-5 16,8 0-5-16,2 1-2 0,-1 1-19 0,2 3-1 15,2 0 0-15,-9-1-1 0,-1 2 0 0,-6-1-3 16,-5-3 1-16,3 2-3 0,-2 8 6 0,-2 2-2 0,-1 0 0 16,8 0-1-16,-5 2-4 0,-2 0 8 0,-3 0-4 15,-1 3 5-15,-5 1-8 0,-2-3 3 0,4 4 1 16,-11-4 2-16,-1-1 5 0,1-2 2 0,1-5-5 0,-1-2 3 16,2 1-11-16,6-4 1 0,2 1 3 0,0-2-1 15,4 1 7-15,-2-2-7 0,0-1-2 0,3 0-1 16,-2 2 1-16,2-2 3 0,-2 1 5 0,0 1-2 15,1-1 0-15,0-1-3 0,0 2-2 0,1-1 1 16,0 0 9-16,1 1-2 0,1-1-2 0,13 6 0 16,6 2-3-16,1-5 3 0,2 0 5 0,-3-4-4 15,0-1 0-15,5 0-4 0,1-1-1 0,0-1 0 16,-1-2 2-16,-4 2-3 0,-2-2-1 0,-2 1-3 16,-2-1-12-16,-3 1-32 0,-2-1-53 0,-2 1 2 0,-3-1-221 15</inkml:trace>
  <inkml:trace contextRef="#ctx0" brushRef="#br0" timeOffset="16647.72">5145 2209 318 0,'0'0'29'0,"0"0"-6"0,0 0 27 16,0 0-6-16,0 0-2 0,0 0-35 0,0 0 9 16,0 0 3-16,0 0 2 0,0 0 22 0,1 0 3 0,0 1-3 15,0 0 0-15,2 0-16 0,7 2 10 0,2-1-7 16,4 1 6-16,-2 1-10 0,1 0-18 0,1 0 9 15,-1 0-13-15,3 2 13 0,0 0-8 0,-1-1 0 0,0 1 0 16,2 0 16-16,-1 0 18 0,2-1 7 0,2-1 1 16,-1 0 19-16,1-3-13 0,3 0-7 15,2-1-2-15,0 0-16 0,3 0-16 0,1-2 6 0,5 0-11 16,4-1 5-16,0 1-6 0,-1 1-3 0,-5 0-2 16,-2-1-7-16,-3 2 7 0,1 0-4 0,-5 0 5 15,-2 0-7-15,-3 0-1 0,0 0 4 0,-2 2-2 16,-3-1 5-16,0-1-7 0,-1 0 2 0,-3 0-3 15,-1 0 6-15,0 0-3 0,-1 0 7 0,1 0-4 0,-2 0 7 16,0-1-9-16,0-1-1 0,-4 2 0 0,-2 0 11 16,2-1-7-16,-2 0 0 0,2 0-4 0,-1 0 4 15,0 0-4-15,-1-2 8 0,-1 1-7 0,3-5 13 0,-1-3-3 16,0 2 1-16,-2-2-1 0,-1-1 7 0,0-1-4 16,-1-1 4-16,-1-1-7 0,1-2-10 0,-2-3 2 15,-1-1-3-15,-1-4 3 0,0 1-3 0,0-3 4 16,-1-3-4-16,0-1 4 0,1 1 2 0,1-3-4 15,-1 4-2-15,1 0-1 0,1-1-3 0,-1 3 3 16,2 1 4-16,0 1-2 0,0 3 3 0,1 1-4 16,0 1-2-16,1 3 0 0,0-1 1 0,0 4 0 15,0 2 1-15,0 0 1 0,0 2 5 0,-1 0-5 0,0 0 2 16,0 2-3-16,-1 0 0 0,2 2 1 0,0 2-1 16,0 0 0-16,-1 1 1 0,0-1-1 0,0 1 8 15,0 0-7-15,0-1 1 0,-1 1-3 0,1 1-6 0,0 0 3 16,1 0 0-16,0-1 4 0,0 1-2 0,0 0 2 15,0 0 5-15,0 0-5 0,0-1 9 0,0 1-8 16,0 0 4-16,1 0 2 0,0 0-9 0,1 0 7 16,-1-1-1-16,0 0-5 0,0 0 5 0,0-1-5 15,3-3 4-15,-1-1-1 0,1-1 3 0,-3 4-2 16,0-1 1-16,0 1-4 0,1 0 0 0,-2 1-1 0,0 2-1 16,0 0 0-16,1-1-4 0,-1-1 3 0,0 1-5 15,0 1 0-15,0-1 1 0,0 2 0 0,0 2 9 16,-1 0-2-16,-4 17 1 0,-1 1-2 0,2-3-3 15,1 0 4-15,1-1-1 0,0-2 0 0,1-2-3 16,1 0 5-16,0-4 4 0,0-1 1 0,1 0-1 0,-1-3-1 16,2-1 1-16,-1 0 2 0,1-1 9 0,7 4-8 15,6 1 3-15,-2-5-4 0,1-2 1 0,1-1-1 16,-1-4 1-16,4-3 0 0,-1-1 3 0,-1 5-5 16,-3-13-5-16,1-4 3 0,-3-2-2 0,0 0-1 15,1-4 4-15,-9 4-4 0,1 3 0 0,-3 1 11 16,8 4 0-16,-3 0 4 0,-3 1 9 0,-3 3-15 15,-3 1 1-15,1 3-6 0,0 2-8 0,-4 0 1 0,-5-2 2 16,-5-1 0-16,2 4-4 0,-1 3-2 0,-1 2-8 16,1 3 5-16,1 3-5 0,1 1-20 0,1 3-16 15,2 12-12-15,0 3-147 0,4 1-51 0,-1 4-45 16</inkml:trace>
  <inkml:trace contextRef="#ctx0" brushRef="#br0" timeOffset="19667.02">8983 2139 375 0,'0'0'36'0,"0"0"-4"0,0 0 1 15,0 0 3-15,0 0-16 0,0 0-16 0,0 0-5 16,0 0-11-16,0 0 5 0,0 0-3 0,0 0 4 15,0 0 7-15,0 0-4 0,0 0 15 0,0 0 9 16,0 0 11-16,0 0-2 0,0 0 31 0,0 0 18 16,0 0-8-16,0 0 9 0,0 0-28 0,0 0-19 0,0 0-6 15,0 0-2-15,0 0-12 0,-1 0-11 0,0 0 1 16,-1 0-5-16,1 0-9 0,0 0 6 0,0 0-1 16,0 0 4-16,-1 0-3 0,1-1 8 0,0 1-5 15,0-1 6-15,0 1-15 0,0 0 15 0,-1 0-6 0,1 0 8 16,0-1-6-16,0 1 2 0,0-1 4 0,0-1-4 15,-1 1-2-15,1 0-1 0,0 0 0 0,0 0 1 16,0 1 9-16,0 0-13 0,-1 0 7 0,1 0-8 16,0 0 7-16,0 0 2 0,0 0-4 0,-1 0 3 15,1 0-7-15,0 0 7 0,0 0-2 0,0 0 6 16,0 0 2-16,-1 0 0 0,1 0-5 0,0 0 4 0,0 0-2 16,0-1-5-16,0 1 6 0,-1 0-7 0,1 0-1 15,0 0 6-15,0 0-3 0,0 0 5 0,-1 0-8 16,2 0-7-16,0 0 6 0,0 0-5 0,0 0 11 15,0 0 2-15,0 0-6 0,0 0 4 0,0 0 1 0,0 0-7 16,0 0 7-16,0 0-7 0,0 0 4 0,0 0-6 16,0 0 3-16,-1 0-4 0,0 0 8 0,0 0 1 15,0 0-5-15,0 0 2 0,-1 0-6 0,1 0 8 16,0 0-1-16,0 0 5 0,-1 0-5 0,-1 0 2 16,1 0 5-16,-1 0-4 0,1 0-1 0,0 0 11 15,-1 0-2-15,1 1 8 0,0-1 10 0,-1 0-1 16,1 0-5-16,0 0 0 0,-1 1-23 0,1-1 3 0,1 1-2 15,0-1 3-15,-1 1-5 0,1-1-5 0,0 1 1 16,0 1-3-16,0-1 9 0,1 0-5 0,0 0 0 16,0 0-3-16,0 1 1 0,1-1 8 0,0-1-1 15,0 1 5-15,2 0 4 0,-1-1 0 0,10 2 2 0,2 1-1 16,0-2 10-16,2 0 9 0,3 0 0 0,5 0 1 16,0-1-4-16,7 0-11 0,0 0 0 0,-1 0-5 15,4 0-9-15,2 2 6 0,-1-1-6 0,2-1 6 16,0 0 0-16,-3 0-4 0,5 0 5 0,0 0-5 15,3 1 0-15,5 0-3 0,1-1 1 0,-1 1-1 16,0-1 3-16,-1 0 0 0,-1 0 1 0,1 0 0 16,-2 0 1-16,-1 0-3 0,3 0-1 0,1 0 0 15,2 2 5-15,4-2 2 0,0 0 2 0,-3 0 0 0,0 0 8 16,-2 0-14-16,0 0 5 0,2 0-8 0,-1 0 3 16,5 1-6-16,-1-1 2 0,3 0-2 0,1 0 7 15,-3 0-3-15,-1-1 1 0,-4-1-1 0,-1 0-4 0,2 0 3 16,-1-1-3-16,4 0 3 0,0 0 1 0,4 1-5 15,-3-1 7-15,-4 0-6 0,2 0 0 0,-6-1 7 16,1-1-10-16,-1 2 8 0,2 1-5 0,-1-1-4 16,1 1 7-16,-2-2-5 0,-2 1 7 0,-1-1-3 15,-3 1-3-15,-5 0 0 0,-2 2 2 0,-3-1-2 16,-2 1 6-16,-2-1-5 0,0 1 6 0,-2 1-7 16,-1 0-2-16,0 0-1 0,-2 0 6 0,-2 0-2 15,-2 0 4-15,-3 0-5 0,-1 0 4 0,0 0-4 0,-3 0 0 16,4 0 0-16,-6 0-1 0,-3 0 2 0,3 0 2 15,-5 0 0-15,-1 0 5 0,-1 0-6 0,2 0 4 16,-1 0-4-16,0 0 12 0,1 0 3 0,-2 0-2 16,0 0 2-16,0 0-4 0,0 0-6 0,1 0-1 0,-1 0-3 15,0 0-2-15,-1 0 3 0,0 0 5 0,0 0-5 16,-1-1-4-16,0 0 6 0,-2 0-5 0,1 0 7 16,-5-2-8-16,-6-1 2 0,0-1-2 0,-1 0 1 15,-3 0 10-15,0 2-11 0,-1-1 4 0,-1 2-7 16,-2 0 10-16,0-2-9 0,-3 2 6 0,-1-1-7 15,-1 1 3-15,-3 1-3 0,1 1-3 0,-4 0 3 0,-2 0 3 16,-2 1 3-16,-3 1-3 0,-4 0 1 0,-1 0-14 16,-3-1 11-16,-1-1 1 0,1 0 2 0,0-1 2 15,2 1 2-15,-3 0-3 0,1 0 3 0,-5 0-3 16,-3 0-1-16,1 0 3 0,0-1-3 0,2-2 5 0,3 2-3 16,0-1-1-16,-1 1 0 0,0 1 4 0,-5 0-7 15,3 2 1-15,-2 3-2 0,-1-2 5 0,1 0 2 16,-3-2 0-16,6 0-1 0,1 0-3 0,0 0 0 15,-4 1 0-15,0-1-1 0,-3-1-4 0,1 0 6 16,5 0 3-16,2-1 2 0,2-1-3 0,6 0 3 16,-3 0-7-16,1-1 6 0,-2 2-6 0,-1-1-1 15,1-1 1-15,-3 1-1 0,1-3-1 0,1 3 3 0,3 0-3 16,5-1 4-16,2 2 3 0,3 1-6 0,-1 0 4 16,1 0-5-16,-1 0 3 0,1 0-2 0,1 0 0 15,1 0-1-15,1-1 5 0,0-3-3 0,1 0 0 16,1 0 0-16,3 1 0 0,0-2 1 0,3 0 0 15,2 2 1-15,-2-2-1 0,2 2-1 0,0-1 0 0,0 2-2 16,0-1 0-16,2 1 3 0,-3 0 0 0,0 0 3 16,-3 1-4-16,1 0-1 0,0 1-2 0,2 0 1 15,2 1 2-15,-1 0-1 0,-1 1-1 0,2-1 0 16,-2 0-2-16,1 0 4 0,4 0 1 0,-1 0 1 16,2 1 1-16,1-1-3 0,1 0 0 0,-1 0 0 15,1 0 5-15,1 1-5 0,-1-1 2 0,3 0-4 0,-2 0 2 16,1 1-1-16,1 1 0 0,0-1-2 0,1 0 0 15,1 0 5-15,-1-1-1 0,1 1 3 0,1-1-7 16,1 1 6-16,-1-1-2 0,-1 0 5 0,1 0-4 0,1 0-2 16,-2 0 0-16,4-1 0 0,-2 2 3 0,-1-1-5 15,3 0 2-15,-3 0-4 0,2 0 4 0,-3 2 6 16,-1-1-5-16,1-1 3 0,0 0-7 0,0 1 1 16,1-1 2-16,0 0 0 0,-2 0-1 0,1 0 1 15,1 0 1-15,0 1 1 0,0-1-2 0,2-1 7 16,-2 0-9-16,3 0 8 0,-1 0-8 0,-1 0 2 15,1 0 5-15,2 0-3 0,-3 0-6 0,5 0 7 16,-4 0-6-16,1 0 7 0,2 0-4 0,-1 0-3 0,-1 0 3 16,3 0-3-16,-3 0 12 0,-2 0-10 0,2 0 4 15,-2 0-6-15,1 0 8 0,2 0-8 0,-3 0 3 16,3 0-5-16,0 0 7 0,0 0-4 0,1 0 4 16,0 0-3-16,-1 0 4 0,1 0-4 0,0-1 3 0,-1 1-2 15,2 0 2-15,0 0 1 0,0 0-4 0,0 0 3 16,-1 0-13-16,1 0 13 0,0 0-3 0,0 0 7 15,0 0-4-15,0 0-4 0,-1 0 0 0,1 0-1 16,0 0 6-16,0 0-4 0,0 0 1 0,0 0-1 16,-1 0 3-16,0 0-2 0,1 0-1 0,-1 0-1 15,0 0-2-15,1 0 0 0,0 0 6 0,0 0-2 16,0 0 5-16,-1 0-5 0,1 0-5 0,0 0 3 0,0 0 2 16,0 0-3-16,0 0 5 0,-1 0-4 0,1 0 3 15,0 0 3-15,0 0-4 0,0 0 3 0,0 0-3 16,-1 0-3-16,1 0 5 0,0 0-3 0,0 0 6 0,1 0-2 15,0 0 4-15,0 0-3 0,-1 0-1 0,-1 0 5 16,1 0-6-16,0-2 7 0,0 1-6 0,0 0 5 16,0-1-2-16,-2-2 2 0,-4-9-4 0,1 0 1 15,0 0-3-15,1-3 2 0,-1-1-1 0,0 0-1 16,1-2-2-16,0-1 0 0,2 0-5 0,-1 0 5 16,1 0 2-16,0 0 1 0,1 1 3 0,1-1-7 15,0 1-3-15,0 2 1 0,1 0 3 0,0 2 0 16,0 1 0-16,0 2-1 0,0 0-5 0,0 3 9 0,0 0-1 15,0 2 3-15,0 1-5 0,0 0-6 0,0 2 4 16,0 1-4-16,0 0 6 0,0 0 0 0,0 0-4 16,-2-2 3-16,1-1 1 0,1 2 2 0,-1-1 0 15,0 1-1-15,1 1-2 0,-1-1 0 0,1-1 1 0,0 1 1 16,-2 0 7-16,2 0-10 0,0 1 2 0,0 2-5 16,0-1 0-16,0 0-3 0,0 0 5 0,0-1-4 15,-1 1 5-15,1 1-8 0,-1 0-1 0,1-1-1 16,-1 1 9-16,0 1 3 0,0 0 0 0,-1 0 1 15,1 0-2-15,0 1 1 0,0 1 2 0,0-1-1 16,0 0 1-16,-1 0-2 0,1 0-3 0,0 0 1 16,0 1 2-16,0-1 0 0,0 0 0 0,-1 0 1 0,1 0-2 15,0 1 8-15,0-1-5 0,0 0 6 0,-1 0-4 16,1 0-3-16,1-1 4 0,0 0-5 0,0 0 2 0,0 0 1 16,0-1 0-16,-1 0 0 0,0-1-4 0,1 0 1 15,-1-4 0-15,-2-2 3 0,1 1 1 0,1 5-6 16,0-2 4-16,0 1-3 0,-1 0 4 0,2 2-5 15,-1-1-2-15,-1 0-2 0,-1-1 0 0,1 2 6 16,0 0-1-16,1 1 2 0,-3 0-3 0,2 0-5 16,-1 0 1-16,0 0 0 0,-1 1 12 0,2 0-5 15,1-1-1-15,0 6-4 0,-5 2-3 0,0 2 0 16,2-3 8-16,2 0-4 0,0 1 6 0,0-1-3 16,2-2 0-16,0 1 0 0,0-2 2 0,0 0-8 0,0-1 4 15,2 1-4-15,-2-3 9 0,0 0-8 0,0 1-1 16,9 5-1-16,0-2 8 0,1 0-2 0,2-1-1 15,-2-3-2-15,2-1 4 0,0 0 5 0,-2 0 0 0,1-1 1 16,-2-2-7-16,1 1 5 0,-2 0-4 0,1-2 3 16,2-1-3-16,-3 2 0 0,-1-1 7 0,-2 1-5 15,0-1 15-15,-3 2-14 0,0-5 4 0,-1 0-7 16,5 0 3-16,-1 0 2 0,-3 1-2 0,1-2 3 16,-2 1 6-16,-1-3-7 0,0 3-3 0,-1 1 0 15,0 0 0-15,-1 3-2 0,1-1 4 0,-1 1-4 16,-2-2-4-16,1 2 8 0,-3 1-5 0,-1-4 3 0,1 3-16 15,0 2 8-15,-2 0 4 0,2 1 1 0,0 0 2 16,0 1-4-16,2 1-2 0,0-1 0 0,0 10 3 16,3-1 0-16,0 2-3 0,-5-4 2 0,2 2-5 0,0-2 4 15,3-2 3-15,0 1 0 0,1-1 1 0,0-3-1 16,0 1-4-16,0-3 3 0,1 1-2 0,-1 0 2 16,6-1 1-16,5 7 0 0,4-1-3 0,-1-2 6 15,-4-4-1-15,4-1 4 0,2-1-1 0,-5-2-4 16,5 0 1-16,-7-1-1 0,-1 0 8 0,2 3-1 15,-4-12-2-15,1 1 1 0,-4 0-3 0,-2-1 3 16,9-1 4-16,-4 3-1 0,-3 1-4 0,0-2 1 16,-3 2-2-16,-2 0 3 0,0-2 0 0,0 6-7 0,-4-3-1 15,5 0-4-15,-13 4-10 0,-3-2-58 0,-3 2-16 16,-3 4-19-16,-6-14-92 0,-2 8-103 0,-4 7-69 16</inkml:trace>
  <inkml:trace contextRef="#ctx0" brushRef="#br0" timeOffset="22368.72">8836 2219 215 0,'0'-1'0'15,"-1"0"16"-15,0 0 161 0,-1 0-62 0,1-1-2 0,0 1-88 16,0 0-22-16,0 0-6 0,-1 0 4 0,1 0-1 15,0-1 11-15,0 1 20 0,0 0 7 0,0 0 10 16,-1 0 53-16,1-1-24 0,0 1-7 0,0 0-6 16,0 0-18-16,0 0-5 0,-1 0 5 0,1-1-7 15,0 0 0-15,1 1-14 0,-2-9 7 0,1 1-9 16,1-1-4-16,0-1-2 0,0 0-6 0,0 1 4 0,1-1-14 16,0 1 9-16,0 0-8 0,-1 2 6 0,1 1-12 15,0-1 4-15,1 1 0 0,-1 0 3 0,-1-2 2 16,0 6 2-16,0-2 5 0,0 3-2 0,0-1 9 0,0 1 1 15,0 0-6-15,0-1 3 0,0 2-13 0,0 0-7 16,0 0-3-16,0 0-2 0,0-1-4 0,0 1 8 16,0 0 2-16,0 1 1 0,0 0 6 0,0 1-1 15,0 0 0-15,0 1-2 0,0-1-4 0,0 1 7 16,0 1-4-16,0-1 6 0,0 0-5 0,0 1-2 16,0 1 1-16,0-1-1 0,0 0 0 0,0-2 5 15,0 2 1-15,0-1 0 0,1 0-3 0,0 1 18 0,0-1-9 16,2-1 13-16,-1 0-4 0,3 1-13 15,3-2 10-15,0 0-13 0,0-3-3 0,1-1 10 0,-2-2-11 16,-1-4 13-16,-2-1-8 0,-1 0-2 0,-1 3 8 16,3 2-6-16,-2 0 6 0,1-1-2 0,-3 2-1 15,-1 4 1-15,0-1-6 0,0-1-1 0,0 1-3 0,-1 0 3 16,0 0-4-16,-1 1-4 0,-2 1 3 0,-9 4-2 16,-1 4 11-16,2-4-6 0,0 14 5 0,1-1-5 15,3-4 5-15,2 0-10 0,1-2 2 0,0-2-4 16,2-1 9-16,2-1 0 0,-2-2 1 0,-1-1 0 15,3-1-4-15,1-1-1 0,0 0 1 0,0 1 0 16,0-1 2-16,1 0 9 0,0 0-5 0,1-1 6 16,0 0-10-16,5-1 11 0,5 0-3 0,-2-2 5 0,0-3-9 15,-1-1 6-15,1 5-7 0,-1-13 7 0,-2-4-6 16,-1 2-1-16,-1-2-3 0,-2 6 0 0,-1 2-7 0,6 0 10 16,-5 4 3-16,1-1 1 0,-3 4-5 0,0-2 7 15,-1 3-10-15,0-1 9 0,0 1-15 0,-1 1-3 16,0 0 2-16,-3 1-2 0,-12 7 5 0,0-4-2 15,0 21 4-15,2 2-3 0,0-3 0 0,2-3 4 16,2-2-3-16,5-4 3 0,1-1 4 0,-3-4-9 16,2 0 5-16,3-4-5 0,1 0 4 0,1-3 0 15,0 1-7-15,0-2 6 0,1 1 6 0,1 1-4 16,2-2 5-16,10 2-5 0,2-3 10 0,2-2-2 16,0-4-5-16,-2-2 2 0,1 7-4 0,-2-17 4 0,-2 0 4 15,-3 1-3-15,-3 0-3 0,-3 4 9 0,-2-1-2 16,7 3 3-16,-4-2-9 0,-1 2-2 0,-3 3-4 15,-1 2 0-15,0 4-30 0,-2-1-91 0,-10-4-11 16,-16 2-36-16,-5 13-125 0</inkml:trace>
  <inkml:trace contextRef="#ctx0" brushRef="#br0" timeOffset="23735.88">5580 1134 256 0,'0'-1'142'0,"0"0"-55"0,0-1 52 0,0 1 2 16,0 0-113-16,0 0-15 0,0 0-15 0,0 0 0 15,0-1 4-15,0 1 28 0,0 0 8 0,0 1 2 16,0 0-1-16,0 0-21 0,0 1 7 0,0 0-8 0,0 2 8 15,-1 6-8-15,-2 6 7 0,1 3 0 0,-2 2 3 16,2 1 8-16,0 2 6 0,-1-1-5 0,1 3 2 16,1 2-21-16,1-2-6 0,0 4-3 0,0-3-1 15,0-3-8-15,0 1 1 0,0-6 4 0,1 1-3 16,0-2-1-16,0-6 0 0,0 0-3 0,1-2 3 16,-1-1-17-16,-1-5 9 0,1 1-3 0,0-2 7 15,0 0 4-15,1 1-9 0,-2-2 2 0,0 0-6 0,0 0-6 16,0 0-8-16,0-1-4 0,-2 0-1 0,1-1-4 0,0-1 10 15,0-2 5-15,-6-9 2 0,1 4 15 0,0 1 3 16,0 1-1-16,4 3 2 0,-3-1 4 0,-1-2 3 16,1 4 2-16,2 0-1 0,-2 0-6 0,3 2 4 15,-2-2-4-15,3 3 6 0,0 0 5 0,0 0-9 16,0 0 4-16,0 0-6 0,-2-1 8 0,1 0-7 16,-1 0 3-16,1 0-4 0,0 1 0 0,-1 0 5 15,1 0 1-15,0 0 2 0,-1 1 3 0,1 0 5 16,0 0 3-16,0-1 1 0,-2 4 4 0,1-2-7 15,1 3 0-15,0 2-2 0,-4 0-7 0,2-2-2 0,0 3-4 16,0 0 3-16,2-1-1 0,1 3-1 0,1-3 3 16,0 1-3-16,1 0-4 0,0-2 8 0,1 1-8 15,2-1 7-15,-2-1-6 0,0-2-3 0,1 1 2 16,4-3-2-16,0 2 3 0,0 3 2 0,0-1 2 0,-1-2-1 16,0 0 8-16,-1-2-2 0,0 0-3 0,-1-1 2 15,1 0-6-15,-2 0-3 0,2-2 0 0,-3 1-3 16,3-11-5-16,-3-7-16 0,2-2 1 0,-3-1-9 15,0 0-29-15,11 2-38 0,-4-2-18 0,-4 1-10 16,-3-1-93-16</inkml:trace>
  <inkml:trace contextRef="#ctx0" brushRef="#br0" timeOffset="24970.18">5479 998 924 0,'0'-2'11'0,"0"1"4"16,0-6 9-16,0-1 0 0,1-2-13 0,0 3-12 15,0 5-1-15,0 0-4 0,1 2 5 0,7-6-11 16,2 1 6-16,-1 3-6 0,-2 2 8 0,3 0 6 16,-1 1-1-16,1 2 3 0,2 2-4 0,0 1 8 15,0 1-1-15,2 1 6 0,4 2 11 0,1-2 0 0,2 0 6 16,4-2-3-16,1-1 14 0,3-2-13 0,0-1 0 15,1-1-5-15,-1-1-7 0,1 0-6 0,2-3 5 16,2-3-6-16,0 2-2 0,4-2-4 0,1 1 4 16,6-1-4-16,-1 0-3 0,5 3 5 0,-3-1-10 0,-6 2 10 15,2 1-2-15,-8-2-5 0,0 2 7 0,2 0-5 16,-1 0 10-16,3 1-5 0,1 0 0 0,4 1-3 16,-1 1-3-16,4 1 2 0,-2-2 2 0,-4-1 1 15,-2-1 0-15,-2-2-4 0,0 0 0 0,1-1-1 16,0 2 4-16,3 1 4 0,-1 0-5 0,2 0 4 15,-1-1-2-15,-1 1-7 0,-1-1 7 0,-3-1-6 0,-2 1 5 16,-4 0-2-16,-2-1-2 0,-2 3 1 0,-2 0 9 16,1 0-9-16,0 2 6 0,1-1-6 0,-1 0 2 15,4 1-3-15,0-1 2 0,4 1-1 0,-1-1 9 0,-3-1-8 16,2 0 3-16,-3 0-4 0,-1 0-2 0,0 0 7 16,-5-1-8-16,0-2 8 0,-4 2-2 0,-1 0-5 15,-2 1 5-15,-1 0-6 0,-1 0 1 0,-1 1 6 16,0 0-5-16,-2 2 6 0,0-1-6 0,-1 0-1 15,0 2 5-15,0-1-3 0,-1 2 4 0,-1 0 0 16,1 1-4-16,2-4 0 0,-2 4-5 0,2 0 11 16,1 2-7-16,2-3 7 0,0-1-6 0,0 0 5 0,-3 0-1 15,1-1 1-15,4-1-4 0,-1 1-1 0,2-1 3 16,-3-1-3-16,-3 2 2 0,-2 0-4 0,1 1 2 16,0-2-2-16,-1 0 9 0,2 1-5 0,-1-2-1 15,-2 0-2-15,1 0-3 0,-1 2 3 0,2 0 1 16,1-1 0-16,1 2 6 0,-1-2-9 0,1 1 9 0,-2-1-10 15,2-1 3-15,0 2 7 0,0-1-7 0,2 0 7 16,0 1-7-16,-1 0 1 0,0 0-3 0,-2-1 3 16,0 0 0-16,-2-1 0 0,1 2 0 0,1 0 0 15,-2 2 2-15,-1-1-3 0,0-2 5 0,-2 1-6 16,0 0 3-16,0 0 2 0,0 1-3 0,1 1 4 16,-1-1 3-16,-3 0-7 0,2 2 5 0,-3-3-5 0,2 2 8 15,1 0 1-15,-2 0-3 0,0 0 1 0,1 0-13 16,0 0 6-16,0-1 1 0,-1 2 1 0,0 0-3 15,0 0 8-15,0 1-4 0,-1 1 8 0,1 0-9 0,6 3 8 16,-3-2-1-16,1 4 3 0,-1 0-2 0,-3 1 4 16,1 3-8-16,-3-2 7 0,0 2-6 0,0-1 1 15,-1-2 3-15,-2 1-2 0,1-2-1 0,-1 0-6 16,1 1 7-16,1-2-7 0,-1 1 0 0,0-3 5 16,1-2-9-16,0 0 8 0,0 1-10 0,0 1 11 15,0-2 0-15,-1-1 2 0,1 0-15 0,1-2 7 16,-1 0-2-16,0-1 3 0,0 1-5 0,-1-1 3 15,1 1-2-15,0-1 4 0,0-2-2 0,0 1 3 0,0-1 4 16,-1 0-1-16,1 1 0 0,0-2 4 0,0 0-10 16,0 0 9-16,0 0-6 0,-1 1-6 0,1-2 9 15,0 0-9-15,0 0 3 0,0-2 2 0,1 1-4 16,0-1 4-16,0-1-8 0,-2-6 11 0,1 1-9 16,0 1 9-16,0-3-10 0,0 5 6 0,0-3 2 0,-1 3 0 15,2 3-4-15,-1-2 5 0,0 0 0 0,1 2 2 16,-1-2-6-16,1 3 3 0,0 0-3 0,-1-1 3 15,0-1-6-15,-1 1-3 0,1 1 3 0,0 0-2 16,0-1 3-16,0 1 2 0,0 1-1 0,-2 0 1 16,1 1-1-16,-1 1 3 0,1 0-2 0,-5 7 2 15,0 2-2-15,1 1-3 0,1-2 3 0,2 1-2 0,-1 1 10 16,2-2-7-16,0 1 0 0,0 0-2 0,2-1 1 16,0 0 4-16,0 3 1 0,0-1-1 0,0 0-6 15,2 0 4-15,-1-1-2 0,1-1 3 0,1-2-1 0,-1 0 2 16,0-2 2-16,1-1 0 0,-1 0 1 0,-2-4 6 15,6 1-6-15,0 3 7 0,1 0 5 0,1-2 6 16,1-1 2-16,3-2-1 0,2-2-2 0,0-4-5 16,-1-2 2-16,1 1-3 0,-1-11-11 0,-1 1 4 15,0-1-5-15,-2-2 5 0,-4 2 0 0,0 0-8 16,-1 1 2-16,-4-1-3 0,4 2-2 0,4 2 0 16,-2-1 0-16,-3 6 0 0,-2 3 3 0,-1 1-8 15,0-1 1-15,-1 0-6 0,0-2-3 0,0 4-30 0,-1-1-2 16,-1-1-16-16,-2 2-63 0,0-2-27 0,-9 1-20 15,-8 3 1-15,-3-1-58 0</inkml:trace>
  <inkml:trace contextRef="#ctx0" brushRef="#br0" timeOffset="27039.58">6602 186 573 0,'0'0'34'0,"-2"0"-7"0,1-1 17 16,0 0-1-16,0 0-29 0,1-1-12 0,0 2 2 0,0 0-1 15,0 2 5-15,0 0 3 0,-1 13 6 0,-2 12-1 16,-1 5 3-16,-3 4-12 0,-2 7-2 0,-1 3 0 16,-2 3-1-16,-1-3 3 0,0-1 3 0,-1-4-5 15,-1-2 6-15,-2 1 2 0,3-5 7 0,0-1 13 0,1-2-5 16,1-4 15-16,2-3-2 0,-1-2-9 0,2-3 5 15,-1 2-23-15,1-2-13 0,1-2 3 0,2-5-4 16,1-1-3-16,2-4-11 0,-1 0 1 0,3-4-2 16,0-2 11-16,1-1-12 0,-1 2-4 0,-1-2-7 15,1 0-45-15,0-1-21 0,0-1-4 0,1-2-3 16,2-24-8-16,5-4 20 0,5-7-43 0</inkml:trace>
  <inkml:trace contextRef="#ctx0" brushRef="#br0" timeOffset="27505.99">6493 384 116 0,'0'-1'48'0,"0"-1"-4"16,0 0 53-16,0-5-3 0,2-6 2 0,-1 0-18 0,0 2-4 16,0 0-2-16,0 2-3 0,-1 6-22 0,2-2-9 15,-1 1-6-15,0 1 3 0,1-2 6 0,-1 3 4 16,4 1 3-16,3-5-3 0,2 0-2 0,2 1-24 16,2 3 3-16,4 1-11 0,0 1-2 0,4 0 0 15,0 2 2-15,0 2-2 0,3 1-4 0,-1-1 8 16,0 3-1-16,-1 0 3 0,-1-1-4 0,-5 0-8 0,-2-1 4 15,-2 1-4-15,-2-2 9 0,-4 0 1 0,0 1 0 16,-2-2 2-16,-3 7 3 0,4-2 6 0,0 2-7 16,-1 3 6-16,-4-7-8 0,-1 7 2 0,-5 4-2 15,-2-4 0-15,2 4-9 0,-14-2 5 0,-2-2-6 16,-1-2 4-16,3-3-4 0,-2-1-5 0,3-3 6 0,2 1-7 16,-3 6 7-16,1-3-6 0,1-2 3 0,2-2-4 15,2-2 7-15,1-1-5 0,0 1 4 0,3-1-5 16,-3 0 3-16,4-1-7 0,-1 1 4 0,0 0-2 15,1 0 9-15,-3 2-3 0,3-2-3 0,0 1-1 16,1 1-5-16,1-1 1 0,2 0 0 0,2 0 1 16,0 1-2-16,-4 7 4 0,2-2-9 0,3-1 8 0,1 2-3 15,2 1 0-15,3-1 8 0,2 0-5 0,5-1-3 16,10-1 9-16,3-2-8 0,3 0 8 0,3 0-3 16,-1-2 0-16,2 0 10 0,-1-1-7 0,-1 2 10 0,2-1 3 15,-2 2-7-15,0 0 5 0,-2-1-6 0,0 2-4 16,1 0 3-16,0 2-5 0,-1-1-1 0,2 3 3 15,-3-2 1-15,0 0 1 0,1 0-3 0,-1-1-3 16,2 1-4-16,-3-3 1 0,-1 2-4 0,2-3-32 16,-4-2-24-16,0 11-24 0,3-6-269 0</inkml:trace>
  <inkml:trace contextRef="#ctx0" brushRef="#br0" timeOffset="29024.92">17054 2554 416 0,'0'-1'76'15,"-2"-21"141"-15,0 3-165 0,-1 5-12 0,2 2-6 16,1 4-2-16,-1 0-25 0,1 3 12 0,0 2-6 16,0 0 7-16,-1 1-8 0,1-1 5 0,0 1-4 15,0 0 3-15,0 1-14 0,-1-1 9 0,0 1-9 16,-1 0 10-16,1 0 4 0,0 1-7 0,0 0 15 0,0 1-13 15,-1 0 12-15,1 3-2 0,-9 16-1 0,-1 6 2 16,-1 2 5-16,-1 7-13 0,-1 2 0 0,-2 1-5 16,-2 4 3-16,-1 2-7 0,-1 8 3 0,19 7-4 15,-19 3 11-15,-1 4-10 0,1-3 5 0,1-7-5 16,3-7 15-16,2-8 14 0,2-4 5 0,5-6 3 0,1-2 10 16,1-5-15-16,2-5-2 0,0-1-6 0,1-3-18 15,1-3-2-15,0-2-4 0,-2-4 1 0,2 0-3 0,0-2-5 16,0-2 0-16,0 0-3 0,-2 1 7 0,1-1-19 15,0-1-2-15,-1-1-9 0,2 0-22 0,-2-1-7 16,0-6-2-16,2-19-4 0,0-1-26 0,-14-3 5 16,7-3 3-16,6-5 0 0,3-1 2 0,4-5 7 15,2-2 7-15,0-2 6 0,1-3 49 0,-2 4 3 16,0 2 3-16,-1 8 0 0,0 1 0 0,-2 7 5 16,3 0-3-16,-1 1 5 0,-1 4-2 0,1 1 8 15,0 1 8-15,1-1 0 0,1-1 15 0,1-3-1 16,-1 1 8-16,1-1-3 0,-1 1 24 0,3-1-1 15,-1 2-2-15,0 1 4 0,1 1 12 0,-1 6-11 0,1 0-2 16,-1 4-7-16,-5 2-27 0,13 0 8 0,3 3-13 16,0 1 10-16,1 1-18 0,1 2 8 0,0 1 2 15,-2 0-1-15,1 2-11 0,-2 0 2 0,-1-9-6 0,-3 5 5 16,-1 4-3-16,-1 1 6 0,0 2-3 0,0 4 4 16,-1 2 2-16,-2-3-1 0,-2 12 7 0,-1 1-5 15,0 3-3-15,0 2-8 0,-1-1 1 0,0 1-3 16,-1 2 5-16,0-2-8 0,-1 1 2 0,1 0-2 15,-1-4 7-15,-2 1-7 0,10-1 5 0,-5-2-6 16,-4 0 4-16,-2-1 2 0,-1-1-4 0,-1 1 4 16,-2 0 3-16,-2 1 0 0,-2 0-2 0,-2 0 1 0,7 2-6 15,-18-1 8-15,-1 0-5 0,-2 0 4 0,-1-3-8 16,1 0 0-16,-3 0 4 0,-1-2-3 0,0 0 3 16,-1-3-3-16,0 1-1 0,5-6 0 0,2-3 4 0,8 2-1 15,2-4 0-15,3 5-1 0,3-4 0 0,1 1-3 16,-1-1 7-16,4-2-6 0,-2 1 6 0,1 0-9 15,0 0-4-15,-1 1 0 0,2-1-1 0,0 0-4 16,0 0 5-16,0 0-4 0,-1 0 6 0,2 1 5 16,0-1-5-16,0 0 5 0,0 0-6 0,2 0-3 15,-1 1 2-15,1 0-2 0,4 0 4 0,7 9-3 16,0-2 5-16,2 3-3 0,0 2 9 0,3 0-4 0,0-1 2 16,-2 1-4-16,4-1-6 0,-3-3 6 15,2 0-3-15,-3-3 4 0,2 1-5 0,-3 0 3 0,3 0 4 16,0 0 0-16,0-1 7 0,-2-1-7 0,1-1-4 15,-3 1 1-15,1-1-6 0,2 0 5 0,-1 0-3 16,-2-3 2-16,2 2-10 0,-2-3-12 0,0 0 5 0,0 8-8 16,-3-3 2-16,-2-3-60 0,2-1-27 0,-1-2-18 15,0 0-155-15</inkml:trace>
  <inkml:trace contextRef="#ctx0" brushRef="#br0" timeOffset="29894.03">17578 3196 444 0,'0'0'13'0,"-1"0"56"0,-1 0-79 0,1 0 10 15,0 0 17-15,0 0-6 0,0 2 37 0,1-1 2 0,-1 0 0 16,1 0 2-16,0 0 4 0,0 1 22 0,0-1-6 16,0 0 13-16,0 0-1 0,1 0-16 0,0 0-5 15,0 1-4-15,1-2-22 0,13 4-7 0,0-1-6 16,1-2-2-16,4-1-16 0,-1 0 2 0,0-1 2 0,-3-2 0 15,3 0 0-15,-2-1-10 0,-1 0 8 0,-2-2-8 16,0 0 8-16,-2 0-6 0,1-1 4 0,-4 1-4 16,-2 5 9-16,1-11-4 0,-5 1-3 0,1-1 3 15,-2 0 5-15,-1-1-12 0,9 0 8 0,-5 0-9 16,-1 2 0-16,-1 1 3 0,-1-1-6 0,-2 5 6 16,0-2-3-16,-2 3-7 0,1 1 5 0,-1 0-5 15,1 2 5-15,-6-3-9 0,-2 0 0 0,1 3-2 0,0-3 12 16,-4 4 2-16,0-7 3 0,0 1-2 0,0 2 1 15,2 3-1-15,1-1 1 0,1 2 0 0,-1 0 0 16,1-1 0-16,1 1-2 0,0-1 0 0,0 2 1 0,0 0-1 16,1 0 0-16,-1 0 1 0,1 2 5 0,2-1-8 15,-2 0 6-15,0 1-6 0,1-1 9 0,-1 2-5 16,3-2-3-16,-2 1 0 0,1 1 2 0,1-1-1 16,1-1 5-16,-2 2-6 0,0-2-3 0,2 1 10 15,0 0-10-15,1 2 11 0,-1-2-8 0,1 0 1 16,-1 0 6-16,0 0-4 0,-1 1 4 0,2-1-1 15,0 0 1-15,0-1-3 0,-1 1-2 0,1-1 1 16,0 0-2-16,0 0 2 0,0 0-1 0,0 1-1 0,-1-1 0 16,1 0-2-16,0 0 4 0,0 0 3 0,0 0-5 15,0 1 2-15,-1-1-5 0,1 1 1 0,0 0 6 16,-1 4-4-16,-3 4-1 0,1-4 4 0,0 2-5 0,-2 0 4 16,0 0-4-16,0 1 1 0,1-2 1 0,1 0 0 15,-2 1 0-15,1-1-1 0,-1 2 2 0,2 0-1 16,-1-2 1-16,0 1 3 0,2 0-2 0,0-1 2 15,1 1 0-15,0 1-1 0,0-1-1 0,1-1 0 16,1 1-2-16,0 0 4 0,0 1-4 0,1-1 5 16,2 0-9-16,-1 0 7 0,2 2-1 0,-1-2 3 15,2 1-5-15,0 2 3 0,-1-2-5 0,1 1 3 16,0-1 0-16,-1 2 2 0,1-1 3 0,-1 0-2 0,0 1-2 16,1 0 5-16,1 2 2 0,-1-1 1 0,-1 0 7 15,2-1-9-15,0-1 0 0,0-1-2 0,-5 0 3 16,12 1-4-16,2-1 0 0,1 0-4 0,1-5-1 15,-1 2-13-15,0-2 5 0,0-2-8 0,2-1 0 0,-1 9-2 16,0-5 0-16,2-2 0 0,1-3 2 0,-2-4-15 16,-1-3-4-16,0 0-12 0,-2-2-85 0,3-2 4 15,-4 10-29-15,-2-14 16 0,2 1-103 0</inkml:trace>
  <inkml:trace contextRef="#ctx0" brushRef="#br0" timeOffset="32711.63">18189 3226 29 0,'0'0'7'0,"0"0"-2"0,0 0-7 15,0-1 1-15,0 0-7 0,0-1 0 0,0 1 13 0,0 0-2 16,0 0 7-16,0 0 4 0,-1-1 12 0,0 1 3 16,0 0 3-16,-2 0 13 0,2 1 13 0,-6-4 4 15,0 0 2-15,-1-1-1 0,0-1-9 0,-1 5-10 16,2-7 3-16,-1-2-22 0,1 1-2 0,1 0-5 15,-1-1 2-15,0 2-18 0,2 1 5 0,-1 1-4 0,1 0 3 16,-1 0-11-16,0 4 9 0,-2-2-4 0,-1-2 7 16,0 2-3-16,0-1 5 0,-3 3 6 0,1 0-2 15,-2 1 9-15,-1 1 6 0,0 1-4 0,-1 2 5 16,-1 2-5-16,2 0-6 0,-2 4-4 0,-1 0 0 16,2 0 2-16,-1-6-9 0,0 11 4 0,3 0-6 15,2-2 5-15,1 1-8 0,2-2 4 0,1 0-6 0,1 1 3 16,1 0 3-16,3-2-2 0,0 0 2 0,1 0-3 15,-7 0 1-15,3 0 4 0,1-2-1 0,1 2 12 16,0-1 0-16,2-1 1 0,1 1-2 0,0-2-10 0,0 0 14 16,1 0-9-16,0-1 9 0,2 0-18 0,-2-3 4 15,1 1-4-15,-1-3 4 0,9 1-7 0,-1 5 4 16,2-1 3-16,-2-2 0 0,2-1-2 0,-2-2 8 16,-1-1-7-16,3 0 7 0,0-2-5 0,-3 0-4 15,0-2 5-15,1-2-5 0,2 5-2 0,2-11 3 16,1 1-7-16,-6-2 4 0,4 0-6 0,-2 0-4 15,0 0 3-15,2 1-3 0,-2 1 6 0,0 1-7 16,-3 0 9-16,0 2-7 0,-4 0 8 0,1 1-1 16,1 1-6-16,-4-1 5 0,2 2 2 0,0 1 1 0,-2-3 2 15,0 2-2-15,3 0 2 0,-1 0-5 0,-2 3 2 16,1-1-3-16,-1-1 9 0,0 1-5 0,0-1-1 16,-1 3-1-16,0-4 5 0,0 3 4 0,0-3-3 0,0 0 1 15,0 4-11-15,0-2 8 0,0 1 0 0,0 1 2 16,-1-1-9-16,0 0 0 0,0-1 2 0,-1 1 0 15,2 1 2-15,-1 0-4 0,1-1-5 0,0 1 0 16,0 0-3-16,0 0 7 0,0 0 0 0,0-1 2 16,0 1 3-16,0 0-2 0,0 0-2 0,0 0-1 15,0 0 2-15,0-1-4 0,0 1 5 0,0 1-3 16,0-1 11-16,0 1-7 0,1 0 0 0,1 0-3 0,-1 0-3 16,0 0 7-16,0 0-2 0,0 0 2 0,0 0-6 15,1 0 4-15,-1 0 1 0,0 0 2 0,0 0 5 16,0 0-9-16,-1 0 4 0,0 0-6 0,0 0 6 15,0 0-4-15,0 0 6 0,0 0-5 0,0 0 10 0,0 0-7 16,0 0-5-16,0 0 2 0,0 0 2 0,0 0-5 16,0 0 5-16,0 1-5 0,0 0 4 0,0 1 3 15,0-1-1-15,-1 0 1 0,0 0-5 0,0 0 1 16,0 0-1-16,-1 1 1 0,1-1 5 0,0-1-1 16,0 0-4-16,0 0 1 0,0 1 0 0,-1-1-3 15,1 0 2-15,0 0-5 0,0 0-2 0,0 0 0 16,-1 0-1-16,1 0 2 0,0 0 2 0,0 0-6 0,-1 1 4 15,-1 0-3-15,1 1 15 0,0-1-10 0,-1 0 8 16,1 0-9-16,-1 0 8 0,1 0 1 0,0 1-5 16,-1-1 2-16,1 0-3 0,0 0-2 0,1 0 2 15,-1 0-2-15,1 1 6 0,0-1-2 0,0 0-1 16,0 0-2-16,-1 0-6 0,1 1 11 0,0-1-4 0,0 0 6 16,0 0-4-16,0 0 0 0,-1 0 5 0,1 1-3 15,0-1-2-15,0 0-1 0,0-1 1 0,0 0 0 16,-1 0 4-16,2 0-7 0,-1 0 3 0,1 0-6 15,0 0 1-15,0 0 3 0,0 0 0 0,0 0 2 16,0 0-2-16,0 0 7 0,0 0-9 0,1-1 8 16,1 0-9-16,-1-1 5 0,0 1 1 0,0 0 1 0,0 0-4 15,0 0 10-15,1 0-5 0,-1-1 6 0,0 1-3 16,0 0-6-16,0 0 5 0,-1 0-5 0,0-1 5 0,0 1 2 16,0 0 2-16,0 0-1 0,0 0 4 0,0 0-8 15,0-1-1-15,0 1-3 0,0 0-4 0,0 0 6 16,-1 1-2-16,1 0 3 0,0 0-2 0,-1 0 3 15,1 0-1-15,0 0 2 0,0 0 1 0,0 0-7 16,0 0 5-16,0 0-4 0,0 0 17 0,0 0-10 16,0 0 0-16,0 0-5 0,0 0 0 0,0 0 7 15,0 0-4-15,0 0 3 0,0 0-8 0,0 0 5 16,0 0 2-16,0 0 1 0,0 1-4 0,-1 0 5 16,0 0-5-16,-1 1 6 0,1 0-9 0,-1 1-1 15,-5 9 1-15,-1 1-1 0,-2 1 3 0,0 4 0 0,-2 2-1 16,0 2 1-16,-1 5-1 0,-2 4-4 0,-2 6 2 15,0 2-3-15,14 6 1 0,-19 0 2 0,-1 1 0 16,3 2 0-16,-3-2 4 0,2-2-4 0,1-4 0 16,1-4-1-16,4-4 5 0,4-2-1 0,2-2 6 0,2-2-3 15,1 1 4-15,3-2 6 0,0 1-2 0,2-2 4 16,-11-6-6-16,5 1 4 0,4-5-5 0,1-2 5 16,2 1-10-16,2-4-2 0,-1-3 3 0,1 0-2 15,1-2 1-15,-1 0 6 0,5 1-8 0,4 2 7 16,0-1-11-16,0-3 14 0,-2-2-1 0,2-1 6 0,-2-1-7 15,1-2 7-15,1-3-6 0,0-1 6 0,-2 4-10 16,0-14-4-16,-2-6 0 0,1 1-1 0,0-2 7 16,-2-1-10-16,5 0 7 0,-7-2-8 0,0 1 8 15,2 0-3-15,-5 0-6 0,2 0 1 0,-1 0 0 0,12 3-1 16,-6-1 1-16,-4 1-1 0,-2-2 1 0,-3 1 0 16,-2-1 2-16,-1 1-2 0,-2 4 2 0,-1 0 0 15,0 6-2-15,0 2 0 0,2 4 7 0,3 5-2 16,-1-1 2-16,-4 1-4 0,4 1-9 0,-1 0 4 15,2 1-8-15,-1-1 6 0,1-1-13 0,0 2 14 16,0 0-2-16,1 0 5 0,0 0-1 0,1 1-3 16,1 0 6-16,0 0-3 0,5 1 11 0,17 1-9 15,0 0 4-15,3-2-5 0,-1 0-1 0,1-1 4 0,4-2-3 16,-2-1 2-16,1 1-5 0,-3 0-9 0,-3 1 2 16,-1-2-4-16,-2 1 0 0,0-3-11 0,0 1 1 15,-2 1-4-15,0-1-3 0,-3 0-122 0,0-2 6 16,-1 0-57-16,3-2-108 0</inkml:trace>
  <inkml:trace contextRef="#ctx0" brushRef="#br0" timeOffset="33095.56">18542 3019 878 0,'-1'-1'41'0,"0"0"76"0,-1-1-68 0,1 1-27 0,0 0 5 16,0 0-15-16,0 0-24 0,0 0 24 0,-1-1-8 16,2 1 16-16,0 1 5 0,0 0-1 0,2 0 5 15,0 0-3-15,10 0 11 0,7 1-12 0,1 2 3 16,3 0-7-16,1 1-12 0,1-1 3 0,-1 1-7 0,2-1 5 16,2 2-10-16,-6-1-6 0,3-1 6 0,-6-1-5 15,-4 1 7-15,0-1-3 0,0 1-10 0,0-1 4 16,-3-1-18-16,1 0-18 0,-3-1 2 0,0 1-10 15,0 1-20-15,-3-2-184 0,-1 0-16 0</inkml:trace>
  <inkml:trace contextRef="#ctx0" brushRef="#br0" timeOffset="33361.18">18468 3252 1301 0,'0'-1'11'0,"-1"-1"20"0,0 1-63 0,1 0 14 15,1 0-7-15,0 0 14 0,6 0 16 0,12-1-10 16,3 2 5-16,0 2-7 0,1 0 13 0,2 1 0 16,-2 1-2-16,3-2 0 0,1 2-4 0,4-1 8 15,4 0-2-15,4-1 4 0,-3-1-1 0,3-1-25 0,-3 1 6 16,-3-1-14-16,0 0-5 0,-7 0 0 0,-5 0-7 15,-4 0 3-15,-4-1-32 0,-2 0-232 0</inkml:trace>
  <inkml:trace contextRef="#ctx0" brushRef="#br0" timeOffset="34929">20135 2659 623 0,'0'0'0'0,"0"0"48"0,-1 0 12 0,0 0 7 16,0 0-2-16,0 0-49 0,1 0-13 0,0 0 9 15,0 1-10-15,0 0 10 0,0 2-17 0,0-1 12 16,0 10 6-16,0 2 1 0,0 2 6 0,1 2 13 16,-1 3-7-16,0 4 9 0,-2 4-11 0,-4 8 12 15,-3 6-9-15,0 8 7 0,-3-1-9 0,-1 6-6 0,-2-3 7 16,-1-3-9-16,-2 2-4 0,-1-4-8 0,0 0 2 15,0 1-1-15,2 0 6 0,0-5-13 0,2-1 6 16,2-4-6-16,0-7 9 0,4-4-4 0,1-7-3 16,2-6 0-16,1-2-16 0,3-5-2 0,0-3 1 0,2-4 0 15,0 0-1-15,-1 2-14 0,0-1-9 0,0-1-3 16,1-1-49-16,0-1-45 0,0-6-1 0,0-28-16 16,5-2-27-16</inkml:trace>
  <inkml:trace contextRef="#ctx0" brushRef="#br0" timeOffset="35429.19">20073 2779 206 0,'0'-1'67'0,"1"-1"12"0,2-8 62 0,0-4 2 0,-1 1-20 15,2 1-30-15,-2 3-2 0,1 2-12 0,-1 0-41 16,0 2-5-16,1 0 1 0,-1 2 0 0,8 0 13 16,4 2 0-16,6-10-4 0,0 2 1 0,2 3-24 0,4 4-3 15,-4 2 1-15,3 1-2 0,-3 3-8 0,-2 1 7 16,1 2-2-16,-4 0 6 0,-2 1 3 0,-1 0-2 15,-1-7-4-15,-2 15 0 0,-2-1-6 0,-1 0 5 16,-2 0-8-16,-1 2 6 0,-3-2-18 0,-1 0 10 16,10 2-5-16,-4-2 5 0,-2 3 1 0,-4-2-8 15,-1 1 11-15,-5-1-10 0,-2-2 6 0,-2 0 6 16,-3 1-6-16,-8-4 6 0,-3 2-9 0,-4-1 1 16,4 1 2-16,-3-4-1 0,0 5 0 0,4-3-5 0,-3-2 1 15,3 3 0-15,1-6 3 0,1 2-5 0,3 2 2 16,2-2 0-16,2 0 11 0,4-1-10 0,-1-2 0 15,3-2-1-15,3 0 1 0,1 0-2 0,2-1-2 16,1-1-1-16,-2 1 4 0,-1 0-4 0,2 1 7 0,0-1-5 16,0 0 9-16,1 1 1 0,0-1-1 0,0 1 1 15,1-1-6-15,0 0-2 0,2 1-4 0,-2-3 3 16,9 3 1-16,1 3-3 0,0 0 4 0,0 2-3 16,0 2 5-16,-1-1-2 0,1 1-1 0,0 1 0 15,0 0 0-15,0 2 6 0,-3-2-2 0,3 1 3 16,-1 0-1-16,3 0-6 0,0-2 6 0,0 0-6 0,-3-1 6 15,2-1-1-15,-1-1 1 0,0 0-2 0,0-1-5 16,-2 0 3-16,-1-2-6 0,-1 0 4 0,-1-1-15 0,0-1-3 16,1 0-4-16,-3 2 2 0,0-2 1 0,1 1-14 15,-3-2 1-15,2 0-6 0,-2-1-10 0,4 0-16 16,-3 0 4-16,6-2-10 0,0-2-15 0,0-1-103 16,3-2-10-16</inkml:trace>
  <inkml:trace contextRef="#ctx0" brushRef="#br0" timeOffset="35713.56">20625 3235 677 0,'0'-1'231'0,"0"0"-283"0,0 0 262 16,0-2-139-16,0 1-58 0,0 0-13 0,0-1 1 15,0 1-2-15,0 1 9 0,0 0-11 0,1-1 3 0,0 1-6 16,0 0 11-16,0 1 4 0,0 0-5 0,1 0 3 15,-1 1-4-15,0 0 4 0,0 2 8 0,0 3-6 16,1 9-6-16,-2 0 6 0,-2 3-6 0,0 1 8 16,-2 0-1-16,0 2 4 0,-3 3 0 0,0 1 0 15,-2 3-4-15,2-1 1 0,-1-1-5 0,0 0 3 16,0-2-6-16,1-1-2 0,0-2 4 0,1-2-2 0,0 0 4 16,1-4-2-16,0 1-5 0,2-4 1 0,-1-1-7 15,2-3-14-15,1 1-2 0,0-2-4 0,-1-2-14 16,2 0-59-16,0-1-5 0,0-2-29 0,0-1-119 15</inkml:trace>
  <inkml:trace contextRef="#ctx0" brushRef="#br0" timeOffset="36147.97">21225 3220 333 0,'0'0'51'15,"-1"0"-3"-15,0 0 16 0,0 0-2 0,-1 0-14 16,-2 0-29-16,-1 0-3 0,2 0-8 0,2 0 5 15,-1 0-4-15,-1 0 2 0,1 0 12 0,-1 0-1 16,0 0 63-16,0 1-12 0,1-1-3 0,0 0-9 16,0 0-38-16,1 0-9 0,0 0 5 0,0 0-6 0,1 0 2 15,0 0 3-15,1 0-3 0,6-1 4 0,10-1-5 16,6-2 4-16,-2 1-5 0,4 0 5 0,3 1-5 16,2 1-5-16,-1 0-5 0,-2 1 0 0,-1 0-9 0,-1 0 9 15,-3 1-2-15,-1 1 4 0,0 0-6 0,-2 1 5 16,0-1-4-16,-1 0 4 0,-1 2-1 0,0-2-3 15,-2 2 4-15,-1-2-5 0,0 1 0 0,-2-1-3 16,4 0 4-16,-3 1-2 0,0-2 2 0,0 0-8 16,-5 0-8-16,2 0 3 0,3 1-5 0,-1-1-21 15,-1 0 1-15,6-1-12 0,-1 0-33 0,3 0-219 16</inkml:trace>
  <inkml:trace contextRef="#ctx0" brushRef="#br0" timeOffset="36981.32">21606 3030 620 0,'0'-2'13'0,"0"1"-6"16,0-2 12-16,0-6-3 0,0 6 4 0,0-1-13 15,0 1 9-15,0 0-11 0,2 0 8 0,-2 1 9 16,1-1-3-16,0 1 6 0,0 0 6 0,0 0 13 15,1 1 4-15,-1 0 1 0,0 0 9 0,0 0 0 16,0-1-6-16,0 1 3 0,1 0-18 0,-1 0-2 16,-1 0-4-16,0 0-2 0,0-1-19 0,0 1-2 15,1 0-2-15,0 1 0 0,-1 0-1 0,0 0 4 0,1 0 7 16,0 0-4-16,1 0 1 0,-1 0 1 0,0 0-9 16,0 0 8-16,0 0 0 0,1 0-7 0,-1 0 0 15,1 0-4-15,0 0 0 0,1 0-3 0,-1 0 5 16,0 0-5-16,1 0 2 0,-1 0-1 0,1 0-4 0,-1 0 2 15,0 0 6-15,1 0-1 0,-1 0 2 0,0 0-4 16,-1 0 4-16,1 0-4 0,0 0-1 0,-1 0-1 16,0 0-6-16,2 1 7 0,-2 0 0 0,0 1 0 15,1-2 0-15,1 1-1 0,-1 0 0 0,0-1 0 16,1 1 2-16,-1-1 1 0,0 0 2 0,0 0-1 0,-1 0 3 16,0 0 0-16,0 0-1 0,0 0 2 15,1 0 0-15,-1 0-3 0,0 0-2 0,0 0 0 0,-1-1 0 16,0 0-2-16,0 0 0 0,0-1-1 0,0 1 2 15,0 0 8-15,0 0-2 0,0 0 3 0,0 0-11 0,0-1 8 16,0 1-5-16,0 0 6 0,0 0-8 16,0 0-5-16,0-1 8 0,0 1-6 0,-1 0 3 0,0 0 7 15,0 0-9-15,-1 0 9 0,1-1-8 0,0 1 0 16,0 0 3-16,0 0-1 0,-1 0 1 0,1 0-2 16,0-1 2-16,0 1-1 0,0 0 4 0,0 1-7 15,-1 0 5-15,0-1-4 0,0 1 8 0,-1 0-4 16,1 0-3-16,-2 0 1 0,-1 2 1 0,-2 2 1 15,2-1 1-15,-5 3 0 0,3 11 9 0,0 0 4 16,-1 7 5-16,-1 3-4 0,0 1-1 0,1 3-9 0,-2-1-1 16,-2 2-2-16,0 2-1 0,0 0 7 0,-1 3-6 15,2 1 6-15,-2 2-9 0,1 3 8 0,-1-6 0 16,1 0 3-16,2-5 8 0,-2-7-5 0,3 1 1 0,-1-5-4 16,2-2-6-16,2-2-3 0,1-4 1 15,-2-2-2-15,1-1 5 0,4-2-9 0,-4-1-6 0,4-2-3 16,-1 1-15-16,2-4-27 0,0 0 0 0,1 0-14 15,-1 0-35-15,0 0-133 0,0 1-123 0</inkml:trace>
  <inkml:trace contextRef="#ctx0" brushRef="#br0" timeOffset="39099.9">22795 2897 132 0,'0'0'17'0,"1"-2"0"0,1 1 13 0,-1 0-3 0,0-1 0 16,1-3 2-16,3-4 7 0,-1 0-4 0,0 0 4 16,1-2 0-16,-1 3 2 0,-1-1 10 0,-1 1-4 15,1 0 24-15,-1 1-17 0,-1 2 0 0,0 0-7 16,-1 0-6-16,0 2 6 0,0-1-10 0,0 2 8 16,0 1-20-16,0-1-2 0,2 0 4 0,-2 0-5 15,0-1-9-15,0 2-6 0,0 0 0 0,0 0 0 16,0 0 11-16,0 1-4 0,0 0 2 0,0 1-2 15,-2 1 18-15,-5 19-13 0,-3 8 9 0,-2 2-11 0,-3 7-5 16,0 3 5-16,0 3-5 0,0 0 8 0,-1 0 4 16,-2-4-8-16,17-5 9 0,-20-2-7 0,1-4 15 15,3 0-7-15,3-1-1 0,1-1-2 0,1-2-6 0,1-2-8 16,-1 1-1-16,2-4-1 0,1 0 6 0,2-3-12 16,0-1 6-16,2-4-9 0,1-1 6 0,1-4-5 15,1-2 0-15,2-4-4 0,-3 1-3 0,1 1-12 16,0-1-9-16,1-1 0 0,-1 0-22 0,1-1-42 15,0 0-10-15,1-1-21 0,2-16-131 0</inkml:trace>
  <inkml:trace contextRef="#ctx0" brushRef="#br0" timeOffset="39566.85">22772 2767 682 0,'0'-1'52'0,"0"0"-8"0,0-1 40 0,0-1-6 0,1-4-7 15,0 2-53-15,3 0-12 0,-2 1-4 0,10 2-1 16,4-1 7-16,1 2 16 0,3 0 10 0,0 0 0 16,-1-11 15-16,1 5-25 0,-2 3 3 0,0 4-10 15,-2 2-6-15,-3 0-10 0,0 3-2 0,-4-1-1 16,-2-2 8-16,-3 11-2 0,-3 1 1 0,10 1-1 16,-5-1 0-16,-3 0 2 0,-1 3 1 0,-4 0 0 0,-1 2 8 15,-3 0-9-15,-2 1 5 0,-3-1-6 0,1-3 3 16,5 3-4-16,-13-5 2 0,1 0-3 0,-3-2 7 15,0 1 2-15,-4 1-4 0,2 1 1 0,-2-1-8 0,2-3 0 16,5 0 5-16,-1-3-1 0,2 1 4 0,5 1-6 16,-6-3-3-16,4 0 0 0,5 0-2 0,-1-4 7 15,3 3-1-15,0-2 3 0,1-2-7 0,0 2 2 16,2-2-1-16,1 3 3 0,0-2-4 0,1 1 7 16,-2 0-1-16,-1 1 2 0,1 1-8 0,0 0 7 15,1 1-4-15,1 0 5 0,1 1 5 0,0-1 1 16,1 1-2-16,1 0 2 0,2 0 5 0,2 1-3 15,0 1 2-15,-2-1-4 0,12 0-6 0,-4 1 2 0,0-1 0 16,6 1 1-16,1-1-2 0,1 0-6 0,0 1-4 16,0-3-1-16,-3 1 1 0,-1-2-6 0,1 1 6 15,-4-1-6-15,0-3-1 0,-2 1-10 0,0 0-3 16,0-3-4-16,0 1-15 0,-1-1-3 0,-2 5-5 16,2 0-1-16,-3-2-32 0,0-2-102 0,-1-1-14 0,0-1-31 15,-2 0-62-15</inkml:trace>
  <inkml:trace contextRef="#ctx0" brushRef="#br0" timeOffset="39969.61">23103 3253 1116 0,'0'-1'53'0,"0"0"5"15,0-1-2-15,0 1-19 0,0 0-7 0,2 0-21 0,-1 0 7 16,1 0-2-16,12-3 2 0,5 2-15 0,0 2 2 15,-4 2-2-15,-1 2 3 0,-4 0 4 0,-2 1-8 16,0 1 2-16,-2 2-4 0,-1 5 2 0,-4 1 5 16,0 1-1-16,8 1 2 0,-3 0-7 0,-4 1 4 15,-4 0 1-15,-1 1 2 0,-4 0 2 0,-3 0-3 16,9-2 5-16,-16 0-3 0,-2-1 13 0,0-2-9 16,2 0 3-16,1-5-3 0,2 1 9 0,3-3-15 15,0-2 2-15,0 0-6 0,2-2 3 0,1 1 3 0,4 0-3 16,0-2 1-16,3 0-10 0,0-1 5 0,-1 3 0 15,-1-1 2-15,1 0 2 0,1 1-2 0,-1-1 1 16,1-1-1-16,0 1 12 0,0-1-6 0,1 0 1 16,0 0-2-16,1 0 10 0,0 0-4 0,2 1 6 0,5 0-5 15,6 3 5-15,1-3-8 0,1 0-4 0,1 2 1 16,0-2-11-16,-1 1 2 0,3-1-1 0,-6-1 2 16,0 1 1-16,2 1-8 0,-5-2 4 0,1 0-6 15,3 0 8-15,-1-1-15 0,1 0 0 0,2-1-7 16,0-1-9-16,2-3-4 0,-1-1-4 0,3-1-1 15,-2-1-26-15,-1-1-178 0,1-3-63 0</inkml:trace>
  <inkml:trace contextRef="#ctx0" brushRef="#br0" timeOffset="40433.69">24465 2298 945 0,'-1'-1'56'0,"0"0"19"0,0 0-27 0,-1-2-41 15,0 1 5-15,0 0-12 0,-1-1-8 0,2 3 1 16,-5-2-5-16,-1 1 6 0,-2 1 8 0,-1 1-2 15,0 2 4-15,-3 2 5 0,1 0 2 0,-4 2 4 0,0 0 0 16,-4 1 12-16,-1 1 9 0,1 2 0 0,-2 1 3 16,0-11 4-16,-2 19-19 0,-1 2 5 0,-3 2-10 15,1 6 3-15,1 0-15 0,-3 0 3 0,3 6-6 16,-1-6 0-16,1 6 6 0,-1-4-8 0,-1 4 7 16,1-1-3-16,2 1-7 0,3 0 7 0,4 0-6 15,3-1 9-15,4 2 2 0,5 1 1 0,5 0-1 16,-17 1 5-16,11-2 0 0,6-3 0 0,2-3 0 0,3 1 0 15,4 0-7-15,2 0 1 0,1-1-3 0,5 4 1 0,0-1-5 16,-14 2-3-16,18 1 0 0,-1 0 1 0,-1 1-9 16,1-3 6-16,0-2-8 0,-1-4 1 0,2-4-9 15,-1-5 4-15,1-2-4 0,1-4 2 0,3-2-15 16,3-3-3-16,3-4-3 0,3-3-9 0,1-1-36 16,2 16-25-16,-2-13-28 0,0-4-320 0</inkml:trace>
  <inkml:trace contextRef="#ctx0" brushRef="#br0" timeOffset="40800.69">24579 2640 1106 0,'0'-1'56'0,"0"0"-81"0,-1 0 61 0,0 0-36 0,1-1-22 16,0 2 17-16,0 0-1 0,0 2 6 0,0 0 4 16,0 9-6-16,0 7 3 0,-1 2-3 0,-3 3 15 0,-1-1-1 15,0 3 0-15,-2 2 2 0,-2 1 15 0,1 4 1 16,-1 2 8-16,-1 0-6 0,0 0 16 0,0 0-14 15,1-4-4-15,-1-2-4 0,3-1-11 0,0-4-8 16,3-2 9-16,-1-1-10 0,1-2 0 0,2-1-5 16,0-1 0-16,1-1 0 0,-1-1-8 0,2-1-10 15,0-1 0-15,2-2-3 0,0-1-10 0,0-2-11 16,2-1-3-16,-2-3-2 0,10 0-25 0,3 7-147 16,3-1-69-16</inkml:trace>
  <inkml:trace contextRef="#ctx0" brushRef="#br0" timeOffset="41085.19">24891 3068 1410 0,'0'-1'15'0,"0"0"-27"0,0-1 11 0,0-1-10 15,0 1-2-15,1 1-1 0,1 0 7 0,12-1-5 0,5 4 8 16,2 2 6-16,1 2-3 0,3 1 3 0,1 1-1 16,5 1 2-16,3-1 5 0,-1-2-2 0,6 0 7 15,2-4 9-15,-1 0 2 0,0 1 0 0,-6-3-8 0,-3 1-16 16,-6-1-1-16,-3 0-3 0,-2 0 9 0,-5 0-6 16,1 0 2-16,-2 0-5 0,-2-1-3 0,-1 0-7 15,-3-1-4-15,0 1-2 0,-1 0-17 0,-1 0-10 16,-1 0 2-16,-2-1-10 0,1 1-59 0</inkml:trace>
  <inkml:trace contextRef="#ctx0" brushRef="#br0" timeOffset="41367.51">25269 2786 1377 0,'0'-1'19'0,"-1"-1"50"16,1 0-64-16,-1 0-18 0,0 0 6 0,0 1-10 16,1 1 15-16,0 0-1 0,0 1-1 0,-1 10 1 15,-3 16 5-15,-3 4 0 0,-4 4 8 0,0 4-7 16,-2 2-6-16,0 3 5 0,0-3-1 0,-2-2 5 16,0-5 1-16,0-4 0 0,1-2-5 0,1-4 3 15,3 0 2-15,-1-4-8 0,2-1 3 0,3-4-4 0,0-1 5 16,2-3-2-16,2-3-1 0,1-2-3 0,1-2-13 15,0 0-18-15,0-2 2 0,0 1-10 0,0-2-21 16,1 1-91-16,1 0-80 0</inkml:trace>
  <inkml:trace contextRef="#ctx0" brushRef="#br0" timeOffset="42184.72">26405 2767 934 0,'0'-1'41'0,"0"-1"11"0,2-10-17 0,-1-4-22 16,1 4-2-16,0 1 0 0,1 3-5 0,-1 0-4 0,-1 2 2 15,2-1 0-15,-2 2-5 0,0-1 8 0,0 0-8 16,-1-1 1-16,0 3 20 0,0-3-9 0,-1 2 13 15,-1-1-13-15,-1 1 6 0,2 2 6 0,-15 0 1 16,-2 1 31-16,-1 0-9 0,-3 0 3 0,-3-12-8 16,-4 6-19-16,1 8 0 0,-4 2-6 0,1 6 5 15,0 2-10-15,-2 4-6 0,2 2-5 0,3-14 3 0,4 18 2 16,5-3-5-16,2 1 2 0,5-1-3 0,0-2 1 16,5-2-4-16,3-1 5 0,0-2-3 0,-3 1 10 15,2-3 3-15,3-2-4 0,1 0 4 0,1 0 1 16,0-1-4-16,2 0 3 0,-1-2-4 0,15-1-1 0,6 11-7 15,4-6 0-15,3-5-2 0,3-2 1 0,2-2 0 16,-1-3-2-16,0-1 2 0,-1 0 0 0,-1-1 5 16,1 0-3-16,-4 0 3 0,-2 0-3 0,-2 0 0 15,-1 0 5-15,-3 1-3 0,-1 2-3 0,-5-1 0 16,-1 1 1-16,-2 1 1 0,-4 0 0 0,-1 2 4 16,-3 0-5-16,-2 1 3 0,2-1-3 0,-1 0-4 15,0 1 4-15,0 0 0 0,-1 0 14 0,0 0-8 16,0 0-2-16,0 1-2 0,-1 0-2 0,0 1 5 0,0 1-2 15,-2 6 1-15,-2 3-4 0,0 1 0 0,-2 2 0 16,1-1 0-16,-1 4-1 0,0 1 3 0,0 0 0 16,-2 5 0-16,2-1-9 0,-1 4 8 0,-1 2-1 15,1-2 6-15,-2 5 3 0,2-4-9 0,-2-1 0 0,1-2-5 16,-1-1 4-16,-1 0 1 0,0-2 4 0,-2 2-1 16,-1-1-1-16,0 0 2 0,0-1-6 0,0-1 3 15,11-2-2-15,-12-1 5 0,1-2 3 0,-1-3-2 16,1-1-1-16,2-4-1 0,-2-3 2 0,6-1 0 15,0-2 12-15,0 4-2 0,0-2-2 0,-2 0 0 16,3-3-5-16,-4-1 2 0,1-1-6 0,1-3 4 16,-6-5-6-16,3 4 2 0,0-11 4 0,6 0-3 0,-1 1 7 15,2 1 10-15,1-1-9 0,0 2 7 0,-6 0-13 16,3 0-2-16,2 0 2 0,2-1-3 0,2 0 0 0,2 1-4 16,3 1 0-16,1-1-3 0,2 1-6 0,-2 2 10 15,13-2-3-15,0-1 4 0,3 1 1 0,3 2 0 16,1-3 6-16,5 6-5 0,-1-2 2 0,-1 1 2 15,-2 1-6-15,-3 2 4 0,-2 3-9 0,-2 1-6 16,-1-11 1-16,-4 6-2 0,-1 3 4 0,-3 2-4 16,1-1-1-16,-4 2-1 0,0 0 5 0,3 0-18 15,-3 0 3-15,1 2-10 0,0 0-11 0,-4-1-12 16,2 1 4-16,-2 1-16 0,3 0-83 0,-2 0-32 16,3 0-28-16,-4 1 7 0,-2-3-74 0</inkml:trace>
  <inkml:trace contextRef="#ctx0" brushRef="#br0" timeOffset="42852.67">26730 3185 1085 0,'0'-1'227'0,"0"-1"-327"0,0 1 272 0,0 0-158 15,0 0-10-15,1 0-5 0,0 0 1 0,1-1-1 16,-1 2-2-16,0 0 3 0,0 2-1 0,0 0 1 0,0 1-5 15,3 11 5-15,-3-1 1 0,-2 2 2 0,-4 0 1 16,-1-2 3-16,-2 2-2 0,0 0 5 0,-2 1 8 16,1-2 9-16,6 0-4 0,-8-1 4 0,3 0-2 0,-1-3-12 15,5 4 2-15,-2-2-6 0,1 0-5 0,2-3 8 16,-2-2-4-16,3-1 4 0,-2-2-10 0,3-2 9 16,-1 2-4-16,0-2 7 0,1 0 6 0,1 0-15 15,-1 0 10-15,0 0-10 0,0 1 23 0,-1-2-16 16,1 0 3-16,0 0-8 0,0 0 1 0,1-1-6 15,0 0 4-15,1-1-6 0,0-1 3 0,2-5-3 16,4-9-1-16,0 4-1 0,-5-3-3 0,13 0 4 16,2 0 1-16,-3 0 0 0,0-2 0 0,0 2-3 0,3 1 0 15,-1 0 0-15,1 1 0 0,-2 1 0 0,-1 1 3 16,0 3 0-16,-2 0 5 0,-2 2-5 0,-1 0-4 16,-2 3 1-16,-3 0 2 0,0 1-10 0,1-2 6 15,-2 2-7-15,2 0 8 0,-2 0 4 0,1 2-5 0,-1 0 5 16,0 0 6-16,-1 3-6 0,4 6 9 0,2 9-9 15,-3-1 2-15,-4 3 4 0,-1-1-9 0,-1 0 7 16,-1 0-4-16,-1-4 3 0,0 3 1 0,-1-3 0 16,1-1 3-16,-1 2-7 0,1-6 5 0,-1 1-5 15,1 0 3-15,1-5 3 0,1 0-1 0,1-3 1 16,-1-1-6-16,0 0 10 0,0 1 2 0,0-2 2 16,1 0-6-16,0 0-9 0,0-1-3 0,1-1-2 0,0-1-2 15,8-16 3-15,3-4 4 0,1 0-2 0,-11 1 3 16,12 0 0-16,3 1-3 0,-2 1 3 0,3 1 9 15,-3 1-11-15,2 3-1 0,-2 2-4 0,-1 3-1 16,1 1-1-16,-1 2 4 0,-1 2-2 0,-1 3 4 0,-4-5-4 16,-1 1-1-16,-2 3 0 0,5 0 5 0,-2 2 2 15,-1 1 1-15,-3 0 0 0,-1 1 0 0,4 9 0 16,0 8 0-16,-4 2-1 0,-1 0-8 0,-4 0 13 16,0 0-4-16,0 3 6 0,-2-5-10 0,2-2 3 15,1 0-5-15,1-8 5 0,0 2-3 0,0-5-19 16,0 0 8-16,1-2-13 0,0-1-7 0,0-1-8 15,2-1-25-15,1 0 4 0,9-1-101 0,0-3-137 0</inkml:trace>
  <inkml:trace contextRef="#ctx0" brushRef="#br0" timeOffset="43653.46">27577 2737 990 0,'0'-1'12'16,"0"-1"-1"-16,1 1 7 0,0 0-7 0,0 0-1 0,2 0-27 16,-1-1 4-16,-1 2 2 0,1 0 2 0,0 0 6 15,0 2 2-15,-1 0-1 0,1 6 2 0,-2 8 8 0,-3-1 15 16,-4 2-4-16,-1 3 7 0,-4 2 9 0,0 1 7 15,-2 3-2-15,-1 2 0 0,1-1-18 0,1-1 7 16,0 1-1-16,2-2 3 0,1 0-9 0,0-2 1 16,2-3-7-16,0-2 3 0,-1-1-15 0,4-3 8 15,-2 1-3-15,1-4 4 0,1 0-5 0,0-2-4 16,2 0 0-16,-1-2-3 0,2-2-2 0,1-2 1 16,-1 0 4-16,1 0 1 0,0-1 4 0,0 0 10 15,0 1-9-15,0-1 9 0,-1-1-19 0,1 0 0 0,0-1-2 16,1 0 0-16,0-1 5 0,0-1-7 0,2-7 6 15,4-13-6-15,1 1 7 0,2-6-11 16,1-5 5-16,0 2-7 0,0-3 10 0,1 0 3 0,-1 1-2 16,2 0 4-16,0 3 3 0,0 1-5 0,-2 3-3 15,2 3 1-15,-11 2 0 0,16 1-8 0,0 3 7 0,-4 1-7 16,-2 4 13-16,2 1-15 0,1 2 8 0,7 1-11 16,1 1 9-16,4 0 5 0,1 2-1 0,-1-1 5 15,4 2 1-15,-2-12 7 0,0 7-5 0,0 6 5 16,-2 2-8-16,-5 3-6 0,0 3 5 0,-5 1-5 15,-6 0 0-15,0-1 3 0,-8 12-6 0,0 2 6 16,0 0 2-16,9-2 1 0,-4 1 0 0,-4-2-2 16,-3 0-7-16,-3 1 3 0,0-3 6 0,-3 4-1 0,-1-4 7 15,-1-2-1-15,1-2 1 0,-11-2-1 0,0 0-2 16,2 2 3-16,-2 0-9 0,3-3 6 0,1 2-15 16,1-9 7-16,0 2 3 0,2-2 2 0,1 6 4 0,0-1-1 15,3-2-4-15,0-2 3 0,0 1-8 0,5-3-2 16,-2 0 2-16,0 0-2 0,0 0 3 0,2 0-1 15,-3 0-4-15,3 1 3 0,-1-1-3 0,-3 1-3 16,3 0 5-16,-5 4-5 0,3-2 9 0,-1 1-5 16,1 8 2-16,2-1-3 0,1 3 9 0,-7-2-9 15,3 1 8-15,3-2-7 0,2-2 21 0,1 1-5 0,1-1 3 16,2-1-4-16,2-1 4 0,1-2-6 0,10 1-2 16,2-3-1-16,0 3-5 0,-1-1-2 0,2 1 3 15,-2-1-2-15,-3-2 1 0,-1 1 4 0,0-1-3 16,-3 1 3-16,1-1-13 0,-2 0 5 0,1-1-2 15,-2 0 4-15,0 2 1 0,-1-3-5 0,0 1 2 0,0-1-5 16,-1 1-2-16,0 2-8 0,-1 0-1 0,-1-2-3 16,0 1-12-16,1-1-7 0,-2-1 0 0,4 1-1 15,0 0-11-15,4-2-126 0,-1 0 16 0,1-3-52 16,2-1 5-16,3-3-18 0</inkml:trace>
  <inkml:trace contextRef="#ctx0" brushRef="#br0" timeOffset="43902.66">28242 3038 114 0,'0'0'81'0,"0"0"-4"0,0 0 41 16,0 0-4-16,1 0-14 0,1 0-33 0,-1 0 0 15,0 0-5-15,0 1 5 0,0 0-11 0,0 0 24 16,1 0-4-16,-1 2 12 0,0-1 5 0,1 3-19 16,2 7-6-16,-1 2-6 0,-1 2-30 0,-2 2-9 15,0 2 0-15,-3-1-3 0,0-1-2 0,-2 4-15 16,-2-1 5-16,-1 2-8 0,-2 1 8 0,1 1-4 15,1-1-2-15,-1 0 0 0,4-2 1 0,-1 0-4 16,2-4-1-16,3-1-2 0,0-5 0 0,1-3-11 16,0-1 3-16,0-2-7 0,0-3-5 0,0 1-30 0,1-2-8 15,0 1-18-15,0-1-141 0</inkml:trace>
  <inkml:trace contextRef="#ctx0" brushRef="#br0" timeOffset="44472.06">28339 2170 909 0,'0'-1'59'0,"0"-2"123"0,0-2-145 0,0-1-13 16,0 2-5-16,0 3-4 0,0-1-26 0,0-1 11 16,0 2-3-16,1 0 5 0,0 0 4 0,0 1-3 15,2 0 7-15,2 0-6 0,6 2 18 0,3 3 12 16,3 2 3-16,0 1 3 0,6 1 13 0,1 2-6 15,6 2 2-15,4 1-5 0,-3 1-17 0,9 3-5 0,2 1-5 16,0-17 1-16,5 22-10 0,-7 3-6 0,-2 3-1 16,-3 2-1-16,-1 3 3 0,-1 2 1 0,1 0-3 15,1 2 1-15,-1-2 4 0,2 0-9 0,-7-3 10 16,-3 3-10-16,-3 2 11 0,-1 3-8 0,-2 7 3 0,-3 4-3 16,-1 1 4-16,-5-1 5 0,0 3-5 0,-2-7 6 15,-2 0 2-15,-2-3 10 0,-3-1-3 0,18 2 2 16,-11 5-8-16,-9 4-8 0,-4 3 2 0,-5 0-6 15,-3 0 3-15,-3-7-3 0,-2-5 3 0,0-4-3 16,13-6 6-16,-16-1 4 0,0-5 3 0,1-2 2 16,3-1 23-16,2-1-3 0,2-4-5 0,-5-1 0 15,2-1-14-15,-3-4-6 0,1 1 7 0,-1-1-7 0,-1-3 6 16,2 3-10-16,-2-5-1 0,1-1-1 0,2-2 6 16,-1-3-4-16,2 2 2 0,1-3-4 0,1 0 0 15,4-1-2-15,-1 0 1 0,2-3 0 0,1 1-1 0,0-1-5 16,1 4-10-16,2-2 1 0,-1 0-37 0,-2 1-95 15,-1-2-10-15,1-1-42 0,-2 0-168 0</inkml:trace>
  <inkml:trace contextRef="#ctx0" brushRef="#br0" timeOffset="47573.04">16664 4162 329 0,'-1'-1'15'0,"0"0"-4"0,-2-1 50 0,2 2-20 15,-6-3-4-15,-1-1-5 0,0 1-6 0,3 2 22 16,-4-2-3-16,-1 1 10 0,2 1 9 0,-3 0-3 15,3 1 7-15,-1 0-7 0,0 0-2 0,4 0-15 16,-1 0-1-16,1 0-6 0,0 0-20 0,4 0 6 16,-2 0-3-16,1 0 3 0,1 0-17 0,-1 0-2 15,0 0-4-15,-1 0 3 0,2 0-3 0,0 0 16 0,0 0-2 16,-1 0 8-16,2 0 3 0,0 0-8 0,2 0 9 16,-1 0-8-16,0 0-1 0,14 0-3 0,3-2-4 15,2 2 2-15,1 0-12 0,1 0 1 0,3 2-1 16,0 0 2-16,3 1-2 0,3 1-1 0,7 0 3 0,7-1 1 15,3-1 5-15,5 0 1 0,-2-2-7 0,2-2 7 16,1 0-5-16,0-1 11 0,5 0-4 0,5 2 5 16,5-1-1-16,5-2-3 0,-3 2 1 0,-1-1-3 15,-1 2 1-15,2 0-2 0,5 1 2 0,3 0-4 16,1 0-11-16,-5 1 5 0,-2 2-5 0,-2-1 6 16,6 3-1-16,4-1 2 0,-1 0 0 0,0-2 0 15,-6 3 1-15,2-2-4 0,0 2 2 0,8 1-2 0,3-2 4 16,2-2 0-16,-1 0-4 0,5-2 2 0,0 0-3 15,5 0-6-15,0 0 4 0,-4-1-5 0,0-1 7 0,5-1-4 16,1 1 6-16,0-4-5 0,-5 3 2 0,2-2 5 16,-1 0-3-16,4 3 3 0,0-3-5 0,-7 0-5 15,-1 3 3-15,-1 1-2 0,2 1 8 0,3 0-2 16,-6 0-2-16,-6 1 1 0,2 1 1 0,3 1 1 16,0-1-1-16,3 1 0 0,-5-1 0 0,-1 0 0 15,1 1 1-15,6-1-2 0,1 0-2 0,-1-1 2 16,-3 2 1-16,1-1 0 0,3 1 1 0,2-1 0 15,-2-1-1-15,-3 0 1 0,-1 2 7 0,1-2-10 16,1 1 2-16,-4-1-5 0,-8 2 7 0,-2-2 3 0,-2 1-3 16,-1 1 2-16,3-1-5 0,-3 1 1 0,-6 0 3 15,1 1-1-15,-4 0-2 0,2-1 1 0,1 1 0 16,1-2 2-16,3 1 5 0,-4-2-8 0,0 0 1 16,0 0-1-16,3-1-1 0,6 0 6 0,0 0-1 15,0 0 3-15,-3 0-9 0,-3 0 13 0,3-1-5 0,2-1 10 16,3 1 1-16,1-1 3 0,-7 0-1 0,-3 2 1 15,-5 0-15-15,1 0 2 0,1 2-5 0,-2 1 3 16,-2 0-1-16,-4 1-5 0,-4-1 1 0,-2 1-2 16,-1-1 14-16,2 1-9 0,5-1 2 0,2 1-5 15,2 1-5-15,-2-3 10 0,-3 2-3 0,-3-2 5 16,-3 0-3-16,3-1 13 0,0 2-3 0,-1-2 5 0,6 1-9 16,-2-1 6-16,0 1 0 0,-1-1 2 0,-3 0 4 15,0-1-4-15,2 1-2 0,1-1-2 0,4 1-6 0,1 1-4 16,-2 0 2-16,-3 0-3 0,1 1 3 0,-2 0-6 15,1 1 4-15,2-2-4 0,1 0-5 0,0 0 6 16,-2 0-2-16,-4-1 3 0,-2 0-7 0,-5 0 5 16,1-1-2-16,1 2 3 0,1-2 5 0,5 1-6 15,3-1 1-15,-1 0-1 0,0 1 12 0,-1-1-11 16,-3 1-1-16,3 0-2 0,0 0 2 0,2-1-1 16,-2 2 1-16,1-1-5 0,-3 0 4 0,-2 0 1 15,-1 2-1-15,-6-2 1 0,1 0 0 0,1 1 0 0,-2 1 0 16,2-2-1-16,-1 1-1 0,1 0 0 0,-2 1 0 15,-3-2 1-15,-2 1 2 0,-6-1 3 0,-1 1-4 16,-2-1 3-16,1 1-4 0,0-1 1 0,2 2 2 16,-2-3-1-16,-1 0 6 0,-2 0-8 0,-4 0 0 15,2-3-3-15,-1 0 2 0,-2-1 7 0,0 0-2 16,-4-1 4-16,-1-1-10 0,0-1 2 0,0 0-3 0,2-1 4 16,-1-1 0-16,2 1-3 0,-2 0 0 0,0-1-1 15,3-1 4-15,1 0-5 0,0-1 2 0,0 0-4 16,-4 1 11-16,0-2-7 0,-1 0 6 0,2 10-7 15,1-16 1-15,-2-3 7 0,3-4-6 0,-4-3 7 16,-1-2-5-16,-1-4-1 0,-1 1-1 0,0-7-1 16,-1 3-1-16,0-2 5 0,0-1 1 0,0 0 2 0,-1 0-4 15,1-2 7-15,-1 0-3 0,0-6 3 0,-2-2-10 16,0-5 8-16,1 1-5 0,-2 0 7 0,-1 1-3 16,0 7-5-16,-4 1 5 0,-1 3-6 0,0 0-4 0,-2-5-12 15,-2-2 0-15,18-2-1 0,-14-2 19 0,-6 2-2 16,-3 4 3-16,0 7-3 0,0 5 12 0,3 4-6 15,0 4 1-15,0 4-4 0,0 2-2 0,0-1 1 16,1 2 0-16,1 2 0 0,-1-1-5 0,-1 3 6 16,0-1 2-16,0 0 1 0,0 2-1 0,0 0-3 15,-1 0 0-15,-1 3 0 0,1-1 0 0,-1 2 2 16,0 5 0-16,-2-1-1 0,1 1-5 0,-2-1 7 16,0 1-4-16,0 3 6 0,-5 1-1 0,-1-1-9 0,1-1 8 15,-2-1-7-15,1 1 11 0,0 2-5 0,0 0-3 16,-2-2 0-16,0-1 1 0,0 2-5 0,0-2 7 15,-2-1-5-15,-1-1 3 0,-3-2 4 0,-2-1-5 16,-1 1 5-16,-4 0-2 0,2-2-5 0,-2 3 5 0,-1-3-5 16,1 4 7-16,-7-1-2 0,-1-2-3 0,1 3 1 15,-2-1-7-15,1 0 7 0,1 0 0 0,-1 1 1 16,-2-3-5-16,-2 3-4 0,-4-1 4 0,-2 1-2 16,-2-1 7-16,-4 1-5 0,0-2 4 0,2 1-4 15,-1 0 5-15,4 0 3 0,-2-1-6 0,-5 0 5 16,-3 0-11-16,-2-1 8 0,-3 0 0 0,3 0 2 15,1 0-2-15,1 0-1 0,1 1 1 0,-1 1 2 16,-2-1 2-16,-3 2-3 0,0 0-4 0,-3 0 2 0,2 1-1 16,-2 0 4-16,1-2-2 0,-2 4 3 0,-1-2-2 15,-7 0-2-15,-3-1 3 0,3-3-3 0,0 1 4 0,3 0-4 16,-2 0 2-16,-5 2-2 0,-4-2 4 0,-1-3 2 16,0 1-4-16,3 1 2 0,-2 0-3 0,-4 2 3 15,-5 0-1-15,0 0 2 0,1 0-4 0,-2 1 3 16,2 2-3-16,-7-1 1 0,-1 1-5 0,2-1 7 15,-1 0-1-15,2 3 5 0,-3-2-2 0,-3 2-5 16,4-2 2-16,1-2-2 0,1 1 8 0,-2-1-8 16,-3 1 4-16,3-2-4 0,1 1 3 0,0-1-3 15,1-2 1-15,-4 3-1 0,1-3 0 0,2 0 2 0,-3 2-2 16,1-1 2-16,-4 0 2 0,-1 1-5 0,3 0 2 16,-2 2-2-16,3 0 11 0,-4 3-12 0,-1-2 7 15,7 2-9-15,-6 2 6 0,3-25-3 0,-2 21-2 16,3 2 1-16,3 3 9 0,-3 0-3 0,6 0-4 15,-5 0-1-15,1-1-7 0,6-1 8 0,-2-1 1 0,1 0 1 16,-3 0 0-16,-5 1-2 0,5-3 1 0,0 2-1 16,0-1 6-16,-2 2-10 0,-4 0 4 0,1-1-7 15,-1 2 12-15,0 1-3 0,-6 0-1 0,1 0-2 16,3 0-3-16,-5 0 7 0,4 0-3 0,-8 0 2 16,1 0-8-16,-4 1 8 0,2 0 0 0,-2 3 3 15,-1-2-3-15,3 2-3 0,-3-1 0 0,3 1-1 0,-2-1 5 16,0-1-4-16,6 0 0 0,0 0-1 0,-4 1 5 15,-1-2-3-15,4-1 4 0,-4 0-3 0,5 0-3 16,-5 0 5-16,3 0-6 0,2-3 6 0,3 1-3 0,-6 1-1 16,3 0 2-16,2 1-2 0,1 0-2 0,2 0 6 15,2 0-4-15,2 0 4 0,1 0-5 0,2 2 0 16,0 0 1-16,-3 3-1 0,1 0 4 0,1-2-9 16,0 2 7-16,-1-1-7 0,1-1 3 0,3 0 7 15,7-1-5-15,8 0 5 0,0-2-4 0,-2 0 5 16,2 0 1-16,7 0 1 0,4 0-4 0,8-1-2 15,2 0-2-15,6 0 1 0,-1 0 5 0,1-1-4 16,3 1 3-16,2 0-4 0,4 0 1 0,3-2-2 0,6 1 2 16,3 1-1-16,3 0 7 0,2 0-6 0,0-1 0 15,4 2-2-15,-1 0 2 0,0 0 2 0,1 2 1 16,-1-1-2-16,-2 0-6 0,3 0 8 0,1 1-3 16,0 0 4-16,5-1-1 0,-1 1-6 0,1 1 8 15,2-1-7-15,4-1 3 0,2 0-2 0,-1 2-3 0,3-2 3 16,0 0 1-16,2 0-3 0,-3 3-2 0,2-2-1 15,1 0-4-15,-2 3 9 0,-2 6 0 0,1 0 1 16,2 1-1-16,0 2-1 0,2 0-3 0,-1 5 2 16,2-1-1-16,0 2 2 0,1 3 3 0,0 2-1 15,1 2 2-15,0 5-5 0,-1-4 4 0,2 3-3 16,0-3 2-16,-1-1 5 0,0 2-11 0,2-3 7 0,-3 4-7 16,0 2 3-16,-2 3 8 0,-3 2-5 0,-3 4 3 15,0 5 0-15,0 0-3 0,0-1 2 0,-2-1-2 0,2-4-3 16,1-3 2-16,1-5-1 0,1-6 3 0,0-2 0 15,-1-1 0-15,0-3 0 0,0 0 5 0,0-3-5 16,1 0-1-16,1-2-1 0,0 0 1 0,1-1 4 16,0-1-1-16,0-1 2 0,-1 0-6 0,2-2 2 15,-2 1-1-15,1 2 1 0,-1-3-6 0,1 1 6 16,-2 2-1-16,0-1 2 0,-1 1-2 0,1 1-3 16,-1 1 6-16,0-1-4 0,0 3 2 0,1-4-1 15,1 1 0-15,-1 1 1 0,0 0-2 0,0 1 1 16,1-2-3-16,0-1 4 0,1-2-1 0,0 1 1 0,1-1 0 15,1-3 1-15,0 0-4 0,-1 0 2 0,1-2-5 16,1 1 3-16,0 2-4 0,0-2 4 0,0 1 0 16,0 0 1-16,0 2 1 0,1 0-5 0,2 2 5 0,-1 2-6 15,2 1 6-15,-1 4 2 0,1 1-2 0,0 4 3 16,0-1-9-16,1 2 6 0,-1-1-1 0,1 1 3 16,1 1 2-16,1-1-6 0,0-2 4 0,0-3-3 15,3 1 1-15,-1 1 2 0,2 0-1 0,-2-4 1 16,2-1-3-16,-2-2 1 0,-8-2-3 0,11 0 3 15,-3-1 0-15,1 0 0 0,-2-2 1 0,0 0-1 16,2-2 0-16,-2 0 6 0,-1-2-9 0,-2 0 7 16,-1 0-4-16,0-3 3 0,-2 2 6 0,0-2-5 0,3 0 0 15,0-1-5-15,-2 1 0 0,1-1-1 0,-2-1 5 16,1 2-8-16,1-2 3 0,0 0-4 0,-1 0 8 0,1 0-1 16,-1 1-2-16,1-1 0 0,0 1-9 0,-2 0 12 15,0 1-1-15,-1-3 5 0,2 1-6 0,0 1-7 16,0 1 6-16,-3-2-4 0,3 4 9 0,1-1-4 15,-3 1-1-15,9 1-1 0,2 0 2 0,7 1 7 16,3 0 4-16,7 1 0 0,6 0-1 0,4 2-7 16,5 0-3-16,8 3 0 0,3 0-3 0,14 0-5 15,2 0-2-15,5-4-1 0,2 3 1 0,3 0-5 16,8-1 6-16,9-2-7 0,7-7-7 0,8 21-8 16,7-25-12-16,15-9 4 0,4-7-16 0,16-4-20 15,5-2-69-15,-2-2-9 0,7 3-444 0</inkml:trace>
  <inkml:trace contextRef="#ctx0" brushRef="#br0" timeOffset="120016.84">3747 6783 256 0,'-2'0'164'16,"1"0"-72"-16,0 0 63 0,-1 0 0 0,-1 0-115 15,-4 1-8-15,4 0-22 0,-1 2 0 0,-1-2-5 16,1 11-2-16,-4 2 1 0,0 0 6 0,1-1-5 0,0 2 7 16,1-3-6-16,1 2 0 0,-1 0-1 0,0 1 6 15,-1 2-5-15,1 1 6 0,-1 2-4 0,-3 1 11 16,3 5-11-16,-2 5 0 0,0 6-3 0,0 4 6 16,1 6-7-16,-2 4 6 0,-3 0-6 0,-3 5 3 0,0-1 2 15,-2 2 3-15,-2 9-1 0,1 4 5 0,-3 3 25 16,1-4-16-16,-1-7 19 0,3-8-24 0,0-10-9 15,2-7 6-15,9-4-8 0,1-4-6 0,2-6-4 16,4-2 1-16,-3-5-2 0,2-3 0 0,1-4-3 16,-5-1-15-16,3-3 8 0,0 0-27 0,3-4-44 15,-1 1-38-15</inkml:trace>
  <inkml:trace contextRef="#ctx0" brushRef="#br0" timeOffset="120617.3">3611 6837 1085 0,'0'-1'22'0,"0"0"11"16,0-2 12-16,0-1-23 0,0-3-8 0,1 0-3 15,2 1-8-15,2-2-1 0,2 0 0 0,13 3-1 0,1-2 4 16,1 3-8-16,5 0 6 0,-6 0-7 0,3 1 2 16,0 1 4-16,-4-10 0 0,4 3 1 0,-4 4-3 0,-2 2-2 15,-2 2 4-15,1 1-1 0,-2 0 9 0,-1 1-2 16,0 1 3-16,0 2-1 0,-1 0 12 0,0 2-1 16,-1 1-3-16,-2 0 1 0,1-1 3 0,-3 7-4 15,0 1 9-15,-1 0-8 0,-1 0 1 0,-1 3 2 16,-1-1-5-16,-2 3 6 0,10 1-6 0,-4 4-4 15,-6 0-2-15,-3 5 0 0,-5 2-6 0,-6 2-7 16,-3 4 1-16,12 0-4 0,-22 2 3 0,-2-2 7 16,0-2-5-16,-5-6 5 0,-1-4-2 0,0-6 0 0,2-4-1 15,2-2 1-15,0-1 2 0,2-2-5 0,-1 0 7 16,5-2-7-16,0 0-1 0,3-2 3 0,2 0 0 16,1-1 2-16,2-2-5 0,4 0 7 0,-1-1-7 15,4 4 8-15,1-2 0 0,1 0-7 0,2-3 7 16,2 0-7-16,1-1 1 0,-1 0-4 0,0 2-3 0,0-1 1 15,-1 0-1-15,2 0 3 0,0 0 2 0,1 0 0 16,0 1 3-16,1-1-5 0,0 0 3 0,2 1-3 16,11 7 4-16,4 6-1 0,-1 4-2 0,3 1 1 15,-1 3 6-15,2 3-7 0,0 1 6 0,0 4-6 16,-1-4 6-16,0 0 4 0,0-3-3 0,2-2 4 16,1-1-8-16,-4-5 6 0,-3-3-3 0,0-1 4 15,-1-2-4-15,-1 0-1 0,1-1-3 0,-2 1 1 0,-1-4-1 16,-1-2-9-16,-2 1-4 0,-1-1-2 0,1 0-8 15,-4-3-2-15,0 1-1 0,-1-1-3 0,-3-1-22 16,0 0-80-16,0 0-6 0,2 2-41 0,-1 0-181 0</inkml:trace>
  <inkml:trace contextRef="#ctx0" brushRef="#br0" timeOffset="121067.32">4102 7760 1309 0,'0'0'9'0,"-2"-1"9"0,1 0 9 16,0 0 1-16,0 0-12 0,0-1-18 0,1 1-1 16,0 0-6-16,0 0 7 0,0 1-1 0,0 1 0 0,0 0-2 15,0 5-14-15,1 15 16 0,0 0-3 0,-1 2 6 16,0-1-13-16,0-2 12 0,-1 0-2 0,0-5 6 15,0 1 7-15,1-6-3 0,0 1-3 0,0-4 1 16,1-1 0-16,0-2-2 0,0-1 7 0,-1-2-4 16,2 1 17-16,1 1-2 0,2-1-1 0,0 0-1 15,5 2-5-15,-2-3 6 0,0-1-2 0,2-1 3 0,-1-3-9 16,3-1 8-16,2-5-3 0,-1 5 2 0,-1-11-14 16,-3-2 5-16,-2-2-7 0,0 2 5 0,0-1-8 15,-3 0 7-15,0 1-5 0,-2-1 4 0,8 2-6 0,-4-2 5 16,-4 1 0-16,-2 2 2 0,-2-1-7 0,-1 4 9 15,-3 1 2-15,-1 1 1 0,2 0-4 0,-10 4 0 16,3 1-3-16,-2 3 2 0,0-7-9 0,0 3 3 16,-1 4-2-16,4 2 2 0,-2 2-4 0,-1 4-4 15,0 4-3-15,-1-3 0 0,2 15-6 0,3 0-10 16,0 2-1-16,3-2-9 0,0 1-64 0,4-4-13 16,0-2-8-16,2-3 0 0,-6-2-37 0,3-3-48 15,0 0-50-15</inkml:trace>
  <inkml:trace contextRef="#ctx0" brushRef="#br0" timeOffset="121368.99">4534 7691 1180 0,'0'0'25'16,"0"0"0"-16,0 0 39 0,-1-1-13 0,1 0 9 15,-1-1-49-15,1 2-7 0,0 0-3 0,0 0 1 16,0 0-2-16,0 0 0 0,-1 0-2 0,0 2 2 0,-1-1 0 16,1 1 6-16,-5 13 1 0,-1 3 1 0,-1 0 0 15,-1 3 8-15,-2 0-2 0,-1 2 4 0,-2 2-1 16,10 0-6-16,-20 1 2 0,-1 2-3 0,-3 3 1 0,-2-2 3 16,1 3-5-16,2-4 4 0,-1 0-7 0,9-2-1 15,3-2-6-15,3-2 2 0,5-2-6 0,1-6-4 16,1-1 5-16,3-5-7 0,2-3-5 0,-1-2-12 15,-1 1-7-15,3-3-2 0,0 0-29 0,-1 2 9 16,0-2-9-16,1 0 3 0,0-1-62 0,1 0-89 16,2-1-9-16</inkml:trace>
  <inkml:trace contextRef="#ctx0" brushRef="#br0" timeOffset="121668.32">4452 8054 211 0,'1'0'33'0,"0"0"-3"0,2 0 14 0,1 0-3 16,11-2-7-16,-2 1-16 0,1-2 5 0,0 1-8 15,-1 0 6-15,0-1-1 0,-3 2 15 0,1-1 6 0,-3 1 1 16,-1-1 18-16,-3 2 28 0,-3 0 12 0,1-1 5 16,0 0 39-16,1 0-51 0,-2 0 2 0,0 0-20 15,0-1-22-15,1 1-15 0,-2 0-3 0,0 0-4 16,-2 0-6-16,1 1-13 0,-1 0 1 0,-1 0-5 16,-9 2 3-16,-3 3-1 0,1 2 0 0,-1-6-1 15,0 19 6-15,-2 2-10 0,3 4 10 0,1-1-11 16,1 1 4-16,3 1-3 0,1-1-5 0,2 0 5 0,1-2 8 15,-8-3-10-15,6-3 4 0,4-3-6 0,3-1 8 16,1-3-11-16,1-2 4 0,2-2-4 0,-3-2 17 0,15-1-2 16,3 7 8-16,2-2-8 0,4-6-4 0,3-4-5 15,4-5-4-15,5-6 0 0,0-4-3 0,3 14-9 16,-1-23-7-16,0-5 0 0,-3-1-34 0,-4-8-124 16,-3-1-40-16</inkml:trace>
  <inkml:trace contextRef="#ctx0" brushRef="#br0" timeOffset="122185.36">4409 6324 175 0,'0'0'-1'0,"0"-1"-12"16,0 0 13-16,0 0-13 0,0 0 1 0,0 0-7 15,0-1-24-15</inkml:trace>
  <inkml:trace contextRef="#ctx0" brushRef="#br0" timeOffset="122751.92">4431 6247 235 0,'0'0'49'0,"0"0"-2"16,0 0-5-16,0-1 3 0,0-1-20 0,0 1-3 16,0 0-12-16,0 0-5 0,0 0-1 0,0 0-6 0,0-1 2 15,0 1 2-15,0 0 1 0,0 0 0 0,0 0 11 16,0 0-4-16,0-1 6 0,0 1-13 0,0 0 29 15,0 0 1-15,0 0 11 0,0 0 7 0,0-1 6 16,0 1-1-16,0-1 4 0,0-1-1 0,-1 1-10 16,0 0-8-16,-1-1 2 0,1 1-18 0,0 0-8 15,0 1-4-15,0-1 0 0,-1 1 0 0,1 0-1 16,0 0 8-16,0 1-8 0,0 0 4 0,0 1-3 0,-2 4 2 16,-11 18-1-16,-2 4 6 0,-3 4-9 0,-1 3-1 15,-2 5-2-15,3 2-2 0,-4 1-1 0,3 1 1 16,5-1-2-16,2-2 5 0,7-4-10 0,3-4 4 15,2-5-5-15,-11-7 5 0,5-5-13 0,3-3 1 0,3-6-5 16,0 1 16-16,1-3-11 0,0-2-2 0,0 0-5 16,0 1-4-16,1-2-25 0,0 0 14 0,2-1-17 15,1-2 29-15,13-8 2 0,3-20 5 0,-1-2-3 16,1-1-3-16,1 0-5 0,2-1-3 0,-2 0 1 16,-1 1-15-16,-1 2 5 0,-2 3-4 0,-2 3 7 15,-1 2 28-15,-1 5 3 0,-2 1 3 0,-2 3-2 16,-1 1 4-16,-2 2-3 0,-1 5 6 0,-2 3-3 15,-1 0 19-15,0 1-9 0,0 0 3 0,1-1-4 0,-1 2 13 16,-1 0 2-16,0 1 2 0,0 0 0 0,1 1 10 16,-1 0-8-16,0 2 2 0,1 6-5 0,1 7 0 15,-3 4-5-15,-3 4 3 0,-1 1-4 0,-5 3 7 0,1 2-3 16,-1 3 9-16,-2 1-6 0,1 3 10 0,1-3-13 16,2-2-6-16,1-2-1 0,2-5-4 0,0-4-2 15,1-4 3-15,0-4-4 0,2-4-13 0,1-3 7 16,0-3-7-16,0 1 7 0,0-3-7 0,1 1-7 15,0 1 1-15,1-2-3 0,-1 0-4 0,0 0-30 16,1-1 4-16,1-1-14 0,3-4 2 0,2-11-74 16,0-10-10-16,-2-3-35 0,1-1-145 0</inkml:trace>
  <inkml:trace contextRef="#ctx0" brushRef="#br0" timeOffset="123019.3">4109 6195 1268 0,'-1'0'20'16,"-1"-1"-3"-16,1 0 46 0,-1 0-12 0,-1-1 11 16,1 1-55-16,0 0-9 0,1 0 0 0,-1 0-3 0,1 0 0 15,1 1 4-15,1 0-4 0,2 0 5 16,6 0 4-16,12 0-7 0,6 1 7 0,-1-1-6 0,1 0 7 15,5 0 2-15,0-1-4 0,2-2 2 0,0 1-7 0,-3-4-2 16,-3-1-2-16,0-3 1 0,1-1-8 0,1-1-38 16,0-3-19-16,1-1-20 0,0 1-194 0</inkml:trace>
  <inkml:trace contextRef="#ctx0" brushRef="#br0" timeOffset="128907.18">10799 6867 256 0,'0'0'10'15,"0"0"9"-15,0-2 23 0,0 1 0 0,0 0 1 16,0 0-11-16,0 0-14 0,0 0 4 0,0-1-2 16,0 1 16-16,0 0-15 0,0 0 10 0,-2 0-11 15,1-1 12-15,0 1-10 0,0 0 1 0,0 0-1 16,-1 0 13-16,1 0 6 0,0-1 4 0,0 1-1 0,0 0 3 16,-2 0-28-16,2 1 18 0,-6-1-18 0,0 0 31 15,1-1-23-15,2 1-7 0,-2 0-3 0,2 0-6 16,-1 0-3-16,3 1 3 0,1 0-3 0,0 0 0 0,-2-2-6 15,1 1 2-15,0 0-4 0,-1 0 0 0,2 1-4 16,0 0 3-16,0 0-1 0,0 0 9 0,1 0 0 16,0 0-1-16,1 0 0 0,0 0 2 0,1 0-4 15,11-2 3-15,4-1-2 0,3 1 17 0,0 1-2 16,2 0 4-16,3-1-4 0,-1 2-4 0,6 0 1 16,0 0 2-16,2 0 0 0,3 2-5 0,-2-2-6 15,1 0-1-15,-1 1 1 0,0 0 1 0,-1 0-4 0,-3 0-3 16,-4 0 0-16,0 2-7 0,-4-2 5 0,-1 1-2 15,-1-1 4-15,-2 2-2 0,0-2 2 0,-1 1 5 16,2 1-2-16,-4-2-2 0,1 0 2 0,-2 0-5 16,-1-1 3-16,3 0 5 0,-2 0-3 0,0 0 2 15,3 0-3-15,-5-1-3 0,2 0 8 0,-2-1-6 16,-1-1 6-16,-3 1 0 0,3-3 0 0,-3 2-2 0,-2-1 1 16,1-1-3-16,-2 2-5 0,2-8 7 0,-1 1-7 15,-3-4 1-15,1 2 2 0,0-4 0 0,-1 0 1 16,4 1 1-16,0-1 0 0,-2 2-5 0,0 1 3 15,-1 0 0-15,0-2-8 0,1 0 5 0,-1 2-5 16,1 0 9-16,-2 1-5 0,2 4 5 0,3-3-4 16,-3 4 2-16,0 0 0 0,-2 1-3 0,0 3 2 0,-1 1 3 15,-1-1-3-15,0 2-1 0,1-1 0 0,0-1 2 16,0 1-6-16,0 0 2 0,1 0-5 0,-1 1 11 0,0 0 0 16,0 0 4-16,0 1-3 0,0 0 1 15,1 1-4-15,-1 0 1 0,1 8-1 0,3 8 0 0,-2 2 1 16,1 3-2-16,-2-5 2 0,2 2 4 0,-1-1-7 15,1 1 7-15,-1-1-7 0,1 0 8 0,-2-3-6 16,1-3 0-16,-1 0-2 0,0-1 2 0,1-2 6 16,0 2 0-16,0-4 1 0,-1 1-3 0,0-1-3 15,-1-1 3-15,2 0-3 0,-1 0 8 0,1 0-9 16,-2-1 4-16,0-2-5 0,0 1-1 0,0-2 3 16,0 0-3-16,-1 0 3 0,2 0-5 0,-1 0 5 15,0 1 4-15,0-2 0 0,0 0 7 0,0 0-3 0,1-1-7 16,0 0 3-16,0-1-13 0,3-1 10 0,3-4 2 15,0-1 2-15,2-9-7 0,-1-1-1 0,1-1 0 16,0-3 0-16,1 1 0 0,-1-2 1 0,2 0-5 16,0 2 5-16,-3 2 8 0,1 1-14 0,0 1 9 0,0 2-10 15,0 2 12-15,0 5-7 0,-3 1 2 0,-1 2-2 16,-2 3-2-16,2-3-1 0,0 0-1 0,0 2 2 16,2 0 7-16,-3 2-7 0,0 2 1 0,-1 1-2 15,-1 9 7-15,-1 13-2 0,0 2 4 0,1-5-5 16,-2 2 0-16,5-2 4 0,-1-4-5 0,-1-3 5 15,0-1-4-15,1-5 4 0,0 0-1 0,1-2 2 16,4-3 1-16,-2 0-1 0,2-2 6 0,5 1-6 0,-2 6 3 16,3-2-6-16,-1-3-3 0,4-3 0 0,1-2-1 15,-1-3 2-15,2-1 4 0,-1-2-3 0,1-2 0 0,0-1 5 16,1 1-6-16,-4 1 4 0,1 1-6 0,-1-2 4 16,1 2 3-16,-1 3-1 0,0-1-2 0,1 3 6 15,-1-1-7-15,-2 2 8 0,-1 0-9 0,3 1 7 16,-4 0 3-16,3 1 0 0,-1 2 9 0,-2-1-10 15,3 0 0-15,-2 1-5 0,1-1-5 0,1 0 4 16,-5 1-4-16,-3-1 4 0,-2 0-2 0,-1-1-4 16,-3 1 0-16,0-1-4 0,-1 0-18 0,-1-1-54 15,0 0-1-15,1 0-25 0,-2-1-65 0,-2 0-27 16,-7-3-20-16,-22-5-4 0,-4 1-121 0</inkml:trace>
  <inkml:trace contextRef="#ctx0" brushRef="#br0" timeOffset="129474.13">10791 6857 505 0,'0'-1'95'0,"0"0"103"0,-1 0-40 0,0-1-54 16,0 1-3-16,0 0-17 0,0 0-24 0,-1 0-5 15,1 0-10-15,0-1 3 0,0 1-29 0,0 0-6 16,0 0-4-16,-2 1 1 0,1 0-3 0,-1 0-2 16,0 1 1-16,-1 0-3 0,1 16-7 0,-1 0 5 0,0 3-1 15,-1 3 2-15,1 0-3 0,0 4 3 0,1 4-2 16,-1 4 3-16,-1 0 0 0,0 5-1 0,-1 1 3 16,3 2-3-16,-2 2 2 0,-3-3-4 0,-4 0 0 15,-1-2 0-15,3 0 0 0,3-2 2 0,5-2 2 0,-1-1 2 16,1 2 3-16,-1-2-9 0,1-1 0 0,-1-1-2 15,-12-2 2-15,7-4 6 0,2 2 1 0,3-2 2 16,0-2-5-16,2-3 5 0,0-2-4 0,1-2 5 16,-1 0-4-16,-1 0 5 0,2 0-3 0,0-3 4 15,0 3 8-15,0-3-12 0,0-1 5 0,0 1-8 16,0-1-5-16,0-3 5 0,0 1-3 0,0-2 4 0,0-2-8 16,0 1 7-16,0-3-6 0,0 0 6 0,0-3-3 15,0-1-5-15,0 0 3 0,0 0-4 0,0 1 6 16,0-1-14-16,-1 0-15 0,0 0-7 0,0-1-101 0,0 0-95 15,0 0-63-15</inkml:trace>
  <inkml:trace contextRef="#ctx0" brushRef="#br0" timeOffset="129824.73">10118 8209 843 0,'0'-1'404'0,"-2"0"-588"0,1 0 486 0,0 0-286 16,0 0-34-16,0-1 12 0,1 1-3 0,1 0 8 15,1 0 3-15,17-3 0 0,6 3 0 0,3 2-2 16,-2 2-9-16,1 0 9 0,0 1 0 0,0 0 5 15,1 1-4-15,0 0 3 0,0 0-5 0,0 0 3 16,1 1 3-16,-2 0 5 0,-2-2 4 0,0-1 0 0,-4 0 23 16,-1-1 7-16,-3-1-1 0,-5-1 1 0,5 0-9 15,-3 0-2-15,0 0-3 0,-2 0-1 0,-5 0-8 16,0 0-9-16,2-1 2 0,2-1-5 0,-2-1-7 0,1 2-2 16,-3 0 0-16,-2 0-2 0,1 0-14 0,-1-1-39 15,-1 1-5-15,-2 1-12 0,-1 0-31 0,1-1-58 16,1 0-40-16</inkml:trace>
  <inkml:trace contextRef="#ctx0" brushRef="#br0" timeOffset="130058.9">10308 8473 984 0,'0'0'349'0,"-1"0"-501"0,0-1 426 0,0 0-247 16,-1-1-26-16,1 1-1 0,1 0 0 0,0 0 3 15,0 1 6-15,1 0-7 0,2 0-1 0,6 1 0 16,9 3 7-16,1-1-7 0,1 3 4 0,1 0-6 16,1 0-10-16,-2 0-57 0,0-2-13 0,3 0-19 15,0-2-89-15</inkml:trace>
  <inkml:trace contextRef="#ctx0" brushRef="#br0" timeOffset="130959.15">12581 6708 327 0,'0'0'81'0,"0"0"-5"0,0-1 63 0,0-1-18 0,-1 1 0 15,0 0-54-15,1 0-29 0,0 0-4 0,0 0-9 16,0-1-19-16,0 1-9 0,0 0 7 0,0 0-7 15,0 1 9-15,0 0-1 0,0 0-4 0,0 0 2 16,0 1-3-16,0 0 9 0,0 0 1 0,0 2 2 16,0 0 4-16,-2 8 6 0,-2 2 3 0,-1 0 1 0,-1 0-7 15,-1 2-3-15,0-1 1 0,0 1 0 0,1-2 3 16,0 0 10-16,3-2-5 0,1-2 6 0,0-1-4 16,1 0 1-16,1-1-4 0,0 0 2 0,0-2-2 15,0-1 11-15,0 0-3 0,1-2 2 0,1 0-22 0,0 1 12 16,4 1-4-16,4 1 7 0,2-1-7 0,3-3-8 15,-2-1-1-15,3-3-1 0,0-1 1 0,-3-1-1 16,1-1 2-16,-4 1-1 0,-2-1 0 0,-2 5-5 16,0-8-1-16,-3 1-1 0,-1-3 3 0,6 2 11 15,-3-2-2-15,0 1 4 0,-1-1-5 0,-3 3-5 16,-1-3 1-16,-1 3-2 0,-2 0 4 0,0 1-10 16,-1 1 0-16,-2 3-4 0,-10-1-13 0,-3 2 0 0,3-8-8 15,-1 4 2-15,1 4-35 0,2 2-70 0,-1 0-20 16,3 1-24-16,2 0-133 0</inkml:trace>
  <inkml:trace contextRef="#ctx0" brushRef="#br0" timeOffset="133028.24">14532 6831 424 0,'0'0'52'16,"0"0"4"-16,0-1 15 0,0 0-14 0,0 0-2 15,0 0-22-15,0-1-4 0,1 1-10 0,0 0 6 16,1 0-6-16,-1 0-7 0,1-2 5 0,1 1-6 16,-2 2-2-16,5-6 0 0,-1 3-1 0,2-2 2 0,-2 1-1 15,-1-2 1-15,-2 4 1 0,0-1 3 0,0 0 31 16,-1 1 4-16,-1 1 6 0,0 0-6 0,1-2-10 16,-1 2-12-16,0 0-1 0,0 0-3 0,1-2-2 15,0 1-6-15,-1 0-5 0,0 0 1 0,0 1-14 0,-1 0 3 16,0 1 4-16,-1 0-1 0,-7 2 3 0,1 2 1 15,2-1-6-15,0 1 7 0,-2 1-2 0,7-5-3 16,0 0 3-16,-3 4-4 0,2 0 7 0,0 1-4 16,0-3 9-16,1 0-7 0,1 1 13 0,-1-1-15 15,1 0 6-15,0 1-7 0,0-1 11 0,1-1 0 16,0 0-5-16,1 1 2 0,0-1-11 0,0-1 3 16,3 0 0-16,2-1 3 0,0-2 4 0,-2 1-4 0,-3 1 0 15,2-2-2-15,-1 1 1 0,2-4-4 0,-2 1 6 16,-1 1-6-16,0-1 3 0,0 2 6 0,1-1-6 15,-2 2 7-15,-1 0-9 0,0 1 1 0,2-1 1 16,1 0 0-16,-1-1 3 0,-1 2-1 0,0 0 0 16,0 0 0-16,1 0 2 0,-1-1 2 0,0 1 3 0,0 0-1 15,0 1-6-15,0 0-2 0,-1 1 0 0,0 0 0 16,0 1 5-16,-1 13-5 0,-1 1-4 0,-2 2 1 16,1 1-5-16,-2 2 4 0,0 1 2 0,0 3 1 15,-4 2-4-15,1 1 3 0,-2 2-2 0,-1 0 3 16,0 3 0-16,2-3 2 0,1-1 0 0,0-2 0 15,-1-2 0-15,0-1 0 0,-2-1 3 0,2 0-1 0,-2 1-4 16,1-3 6-16,-1 2-9 0,1-5 8 0,8 1-6 16,-11-1-3-16,3-2 0 0,0-1-3 0,2-1 0 15,1-3 4-15,0 0 5 0,4-4-2 0,-1-2-3 0,2-1 4 16,-2 0-6-16,3-2 5 0,-3 0-6 0,2 1 5 16,0-2-4-16,-2 0 3 0,0 0-11 0,0 0 12 15,-1 3-1-15,1-1 5 0,0 0-7 0,-1-1 2 16,2-1-1-16,-1 0 1 0,1 1-3 0,-1-1 5 15,1 0-7-15,-2 0 5 0,0 0-10 0,-1 0 4 16,1 1 4-16,-4 0 0 0,1 0 4 0,-2 2-5 16,-1-1-3-16,0 1 0 0,1 1 6 0,3-2-2 15,-2 2 3-15,2 0-4 0,2-1 1 0,0 0 0 0,1-3-2 16,2 4 2-16,0-2 2 0,0 0 0 0,1-2-2 16,-1 0 0-16,2 0 0 0,-1-1 0 0,0 1 5 15,1 0-2-15,-2 1-1 0,1 0 0 0,0 0-2 16,-1 1 1-16,-2 1 0 0,-1 0 0 0,2-1 2 15,-2 2 0-15,2 1-3 0,-3-1 0 0,0 2 2 0,2-1 1 16,-3-2 5-16,4 3-9 0,-3-2-2 0,4 0-1 16,0-3 6-16,-2-1-3 0,1 1 5 0,1-1-6 15,0 1-1-15,-1 0 2 0,2 0-6 0,0-1 4 16,0 0-25-16,0 0-30 0,-1 0-12 0,1-1-6 16,0 0-45-16,1-1 15 0,0 0 11 0,0 0 4 15,0-9 66-15,0 0 16 0,0-1 1 0,0 2 4 0,0-1 1 16,1 1-5-16,2-2 1 0,-1 2-4 0,1-2-3 15,2 2-35-15,1 0 5 0,-1 0-18 0,1 1-21 16,-2 1-26-16,7 0-14 0,1 0-2 0,-2 1-36 16,2-1 48-16,0 0 4 0,1 1 21 0,1 1 80 0,-5 1 27 15,-2 0 29-15,-2 3-4 0,-1-1 89 0,-2 0 28 16,-1 2-5-16,1-2 7 0,1 0-49 0,-1-1-45 16,0 2-8-16,0 0-10 0,-1 0-18 0,0 0 11 15,0-1 2-15,0 1 3 0,1 0 11 0,-1 0-23 16,-1 1 2-16,0 0-9 0,-1 0-1 0,-1 1-6 15,0 0-4-15,-3 3 1 0,-8 3-6 0,2 8 2 16,-2 2 1-16,-4 1-1 0,1 4-1 0,-3 0 2 16,-1 3-2-16,0-2 3 0,1 2 7 0,-3-4-2 0,2 0 11 15,3 2-9-15,0-6 9 0,-1 4-14 0,-1-1-5 16,-2-1-1-16,1 4-13 0,2-6 4 0,4 3-1 16,1-3 2-16,3-2-10 0,2-1 7 0,-1-2-7 15,6-3 7-15,-2-1-11 0,4-1 1 0,-3-2-3 0,4-4 0 16,0 1-18-16,-2 0-11 0,1 0-3 0,0-1-2 15,1 1-4-15,0-2 5 0,1-2 4 0,0 2-1 16,17-18 7-16,5-7-5 0,-2-2 6 0,-2-4-5 16,4 2 10-16,-3-3 2 0,-5-1 4 0,4 6-1 15,-4-2 15-15,-2 4 7 0,3 2-4 0,-5 1 4 16,-2 2-8-16,2 2 6 0,-1-1 1 0,5 1 2 16,-1 0 2-16,0 1-6 0,0 2 0 0,-1-1-2 15,1 3 9-15,-1 3-2 0,-1 0-4 0,-3 3 1 0,-1 0-2 16,-1 5 1-16,0 1 8 0,-2-3-2 0,-1 2 34 15,-1-1-10-15,1 2 15 0,-2 0-12 0,2 0 21 0,-1 1-15 16,-1 0-4-16,2 0-2 0,0 1-9 0,-2 0-9 16,0 12 5-16,1 1-6 0,2 2 6 0,3-1-9 15,0-1-1-15,2 1-1 0,2 1 5 0,2 0-1 16,5 2 1-16,2-1-3 0,-1 2-8 0,0-4 11 16,-1 4-4-16,6 2 6 0,-2-1-1 0,3 4-4 15,-2-5 1-15,-4 0-2 0,1-2 2 0,-1 1-4 16,-1 1 1-16,-1-2-1 0,-1 2 5 0,-1-4-10 15,0-2 4-15,-2-1-5 0,-3-4 5 0,1 1-2 16,-2-4-2-16,-3 0-1 0,0 0-1 0,-4-3-16 0,0-1-1 16,-1 2-6-16,0-1-12 0,1 0-18 0,-2 0-35 15,0-1 3-15,0 0-119 0,-1-1-4 0,0 0-21 16,-1-1 2-16,0 0-92 0</inkml:trace>
  <inkml:trace contextRef="#ctx0" brushRef="#br0" timeOffset="133393.64">13894 7803 1543 0,'-2'-2'26'0,"1"0"40"0,0 0-47 0,0-1-26 16,0 2 4-16,0 0-10 0,1 0 19 0,0 1-6 15,1 0 4-15,8 2-6 0,11 6 0 0,7 7 2 16,-5-3-3-16,2-7 3 0,0 14-9 0,-4-1 6 16,-1 0-4-16,-2 0 5 0,-3 1 2 0,0 0 6 15,-1-2 0-15,-3 2 1 0,0-1-5 0,-2-1 18 16,2 2 0-16,-2-1 6 0,0-2-5 0,0 2 13 16,1-3-6-16,-1 2 7 0,0-2-24 0,0-1-1 15,1-1-2-15,-1 0 2 0,0-1-7 0,1-2-3 16,1 1 1-16,-1-4-1 0,1 5-10 0,-3-3-19 0,0-1-8 15,-1-1-3-15,1-4-36 0,-1-2-33 0,1 0-42 16,0 5 5-16,-1-2-132 0,1-2 118 0,-1-1-17 16,3-1 46-16,0-2-38 0,3-4 75 0,0 4 6 0,1-16 29 15,-1-1 56-15,1-1-21 0</inkml:trace>
  <inkml:trace contextRef="#ctx0" brushRef="#br0" timeOffset="133661.56">14788 7757 746 0,'0'0'99'0,"0"-1"-2"16,0-1 32-16,0 1-16 0,0 0-15 0,-1 0-36 15,0 0-26-15,0 0 6 0,0-1-13 0,0 2-8 0,-1 0-10 16,0 2-1-16,-1-1-1 0,-12 3 1 0,0 16-4 16,-4 0 3-16,0 3-3 0,-2-1 5 0,-2 3 1 15,-2-1 1-15,-5 5 0 0,-2 0 1 0,-3 4-6 16,4 1 2-16,-4 0-2 0,-1 3 4 0,5-3-4 15,-3-3-7-15,8 0 3 0,3-5-5 0,3-4 1 16,4-3 3-16,3-4 0 0,4-3 4 0,1-4-6 16,4-2-1-16,0-5-1 0,2 1 1 0,0 0-27 15,-1 0-2-15,1 1-14 0,1-2-45 0,-1 0-41 16,1-1-17-16,1-1-12 0,0 0-93 0</inkml:trace>
  <inkml:trace contextRef="#ctx0" brushRef="#br0" timeOffset="134012.06">14290 7671 1338 0,'-1'-1'23'0,"0"-2"6"15,-3-4 11-15,-2-4-18 0,4 6 8 0,1 2-16 16,-1 1-20-16,1 0 5 0,0-1-11 0,0 1-1 0,0 0 9 16,1-1-5-16,0 2 6 0,0 0-6 0,1 0 7 15,0 1 0-15,0 0 2 0,0 0 10 0,2 1-1 16,-1 0 8-16,0 2-4 0,4 7 15 0,-1 3 1 16,-1 4-4-16,-3-2 4 0,-1 1 0 0,0 2-11 15,-1 0 0-15,-1-3-5 0,0 0-6 0,0 0-4 16,-2 1-2-16,2-3-1 0,-1 0-7 0,1-3 6 15,1 0-6-15,0-2 4 0,0-2-31 0,1-3-18 16,0 0-17-16,0-1 1 0,0 0-48 0,0 1-47 16,0-2-12-16,0 0-25 0,0 0-151 0</inkml:trace>
  <inkml:trace contextRef="#ctx0" brushRef="#br0" timeOffset="134327.9">14186 7751 549 0,'0'0'50'16,"0"-1"-4"-16,0 0 38 0,0-1 1 0,0 1-9 16,0 0-26-16,0 0-5 0,0 0-14 0,0-1 8 15,0 1-9-15,0 0-8 0,0 1 17 0,0 0-14 16,0 0 13-16,0 0-3 0,0 1-11 0,0 0 7 0,0 2-17 16,0 5-3-16,0 5-1 0,0 1-1 0,0 0-1 15,0-1 4-15,0 0-6 0,0 0 4 0,2 1-9 16,-1-1 7-16,1-1 1 0,0-2 2 0,1 1 12 0,0-2 3 15,1 1 3-15,-1-2-1 0,2 1 10 0,-1-3-7 16,-1 1-2-16,2 0-2 0,-2-1-15 0,1 0 1 16,1 0 4-16,-3-2-2 0,5 0 2 0,1 1-6 15,0-1-2-15,0-3 2 0,-1 0 9 0,-2 4-9 16,1-2 4-16,1 1-7 0,0-2-10 0,0-1 2 16,3-1-7-16,2-3 3 0,2-3-40 0,1-4-48 15,0 7-3-15,4-15-18 0,-1-1-38 0,2 1-141 16,2-1-40-16</inkml:trace>
  <inkml:trace contextRef="#ctx0" brushRef="#br0" timeOffset="135096.76">12252 7086 1221 0,'0'0'40'0,"-1"-1"3"0,0 0-30 15,-1 0-4-15,2 0-18 0,0 1 9 0,0 0 8 16,2 0-7-16,0 1 7 0,7 4-11 0,8 3 8 0,0 2 7 16,5 2 0-16,0 0 8 0,3-1-5 15,1 0-7-15,1-1 3 0,-3-1-6 0,2 1 2 0,-3-5 2 16,0 0-3-16,1 0-13 0,-4-3 13 0,0-1-6 16,-5-1 7-16,-2-1-17 0,-1 0-1 0,-3-1-10 15,-1-1 3-15,0 0-46 0,-5 2-13 0,0-2-5 0,4-7 0 16,0-3-2-16,-2 1-61 0,-3-1-11 0</inkml:trace>
  <inkml:trace contextRef="#ctx0" brushRef="#br0" timeOffset="135297.51">12615 7018 876 0,'-1'0'160'0,"0"0"35"0,0-1-42 15,0 0-86-15,-1 0-2 0,0 0-37 0,1-1-15 16,0 2 0-16,0 0-3 0,-2 2 10 0,2 0-12 16,-13 23 5-16,1 4-7 0,2 4 1 0,2 3-2 15,1 3-7-15,2-1 0 0,1 1-38 0,0-4-125 16,2-1-1-16,-1-2-61 0,2-2-177 0</inkml:trace>
  <inkml:trace contextRef="#ctx0" brushRef="#br0" timeOffset="136298.63">10937 7972 657 0,'-1'0'325'16,"0"0"-424"-16,0-1 387 0,0 0-209 0,-1-1-23 0,1 1-40 15,0 0 9-15,0 1-17 0,1 0 15 0,0 0-6 16,1 0-4-16,1 0 0 0,9 2-8 0,7 3 1 16,0 0-3-16,1 1 0 0,0 0-15 0,-2-1-14 15,-2 1-8-15,-3-1-2 0,2 1-23 0,2 0-49 16,-1-2-2-16,1 0-21 0,-1-3-46 0,-3-1-35 16,1-1 17-16</inkml:trace>
  <inkml:trace contextRef="#ctx0" brushRef="#br0" timeOffset="136980.75">11561 7475 916 0,'0'-2'13'0,"0"1"-2"0,0 0 1 0,0 0-3 16,0-2-3-16,0 1-12 0,0 0 6 0,0-2 3 15,1 0 0-15,1-1-3 0,-1 2 0 0,-1 2-9 16,0 0 7-16,6-4-2 0,-2 3 5 0,-3 2 5 15,1-1-2-15,1 0 6 0,-1 0 20 0,0-1 10 16,1 1 3-16,-2 0 24 0,0 1-15 0,0 0 1 0,0 1-4 16,0 0-7-16,1 4-20 0,0 14 0 0,-2 4-7 15,-1 2-8-15,0 4 0 0,-1 3-6 0,1-1 5 16,-1-2-7-16,1-1 2 0,0-2 4 0,1-3 0 16,0-1-5-16,1-2 4 0,1-5-8 0,0 1 7 15,1-1-1-15,-1-3-4 0,2-2 8 0,-2-3-8 16,0-1 8-16,0-2-1 0,-1-1-5 0,0 0 3 15,-1-2-3-15,0 0 6 0,1-1 3 0,5 5 1 0,-3-3 9 16,1-1-5-16,1-1 4 0,-1 0-2 0,3-2 6 16,1-2-12-16,-1 0 8 0,2-16-8 0,0-3 10 0,1-3-7 15,-1-1-6-15,2-2 3 0,-2-2-2 0,2 5-9 16,-2 2 4-16,-2 3-5 0,2 1 3 0,-4 2 5 16,0 1-5-16,-1 5 4 0,-1 0-5 0,-1 2 0 15,0 3-4-15,-1 1 1 0,1 3-20 0,-1 1-33 16,1-1-7-16,-2 2-11 0,2-1-45 0,0-1-40 15,1 2-32-15,-1 0-9 0,0 1-150 0</inkml:trace>
  <inkml:trace contextRef="#ctx0" brushRef="#br0" timeOffset="137831.12">11947 7790 625 0,'0'0'67'0,"0"0"116"15,0 0-117-15,0 0 0 0,0 0 7 0,0 0-4 16,0 0 5-16,0 0-19 0,0 0-13 0,0-2 0 16,0 1-24-16,2 0-7 0,-1 0 9 0,0-1-8 15,1-3-3-15,2-3-1 0,-1-1-3 0,2-1 2 16,0-2 4-16,-3 5-7 0,-1 0 1 0,0 2-3 16,-1 3 6-16,0-3 5 0,0 2-1 0,0-1 2 0,0 1-1 15,-1 0-16-15,-1 1 7 0,-3 0-8 0,-8 0 15 16,-1 5-10-16,0 4 4 0,-2-6-5 0,3 20 0 15,-1 0 1-15,3-2 2 0,2 0 0 0,2-1 3 16,3-5-7-16,2-1 2 0,-5-2-2 0,2-1 2 0,3-2-1 16,0-1 2-16,2-2 1 0,0-1 9 0,0-2 0 15,0 1-1-15,2 0 2 0,-1 0 1 0,0 0 0 16,0-1-2-16,1 0 2 0,2-1 1 0,5 0-10 16,0-1 2-16,0-3-5 0,-2-1 7 0,1 0-5 15,0-1-2-15,0-5 0 0,-1-1-1 0,0 2 2 16,-4-1 2-16,0 3-2 0,0 1-2 0,3-1 6 15,-3 3-3-15,1-1 4 0,-2 0-6 0,0 4-4 0,-1-1 3 16,0 1-3-16,-1 1-3 0,0 0 0 0,0 1-1 16,0 0 2-16,-1 1 8 0,1 0-5 0,-9 19 2 15,2 0-3-15,0 0 2 0,0 0-2 0,1 1 1 16,1 2 0-16,-1 0 2 0,1 1-1 0,0-2-1 16,2 0 0-16,-2 1 0 0,0-2 8 0,1 0-8 15,-1-1 7-15,0 1-5 0,-1 0-5 0,0-1 8 0,2-4-6 16,0-5 5-16,1 0-2 0,-1-2 1 0,1 1-1 15,0-4-1-15,3-4 5 0,-1 0-5 0,0 1 7 16,0-1 0-16,0 0 6 0,-1 1 2 0,1-2 0 16,0 0-12-16,0 0 1 0,0-1-4 0,0-1 2 15,1 0-8-15,0-7 2 0,1-10-1 0,2 2 3 16,3-3 9-16,0 0-6 0,1 3 2 0,-1 3-3 0,1-2-3 16,1 1 0-16,0 0 3 0,1 0 0 0,-1 1 2 15,-7-1-3-15,13 0 0 0,3-1 0 0,4-2 3 16,-1 1 4-16,1 0-3 0,0 0 3 0,-3 1 1 0,-2-3-6 15,-2 3-1-15,0-2-1 0,-3 2 3 0,2 3 2 16,-7-1 3-16,-3 3-3 0,2 3 5 0,0 1-3 16,-3 2 0-16,1 2-1 0,-2 0 3 0,0-1 8 15,0 1-2-15,0 1 1 0,0 0-16 0,-1-1 3 16,0 1-5-16,-1 1 4 0,0 1 1 0,0 2-3 16,-3 3 2-16,-4 7-4 0,1 1-5 0,2-1 7 15,2-2-5-15,2 0 5 0,1 0-2 0,2-2 4 16,2 0 1-16,0 0 1 0,-1-1-4 0,11-1-1 0,3 0 0 15,-1 1 0-15,0 0-6 0,2 2 8 0,-4-1-2 16,2 1 3-16,0 0 3 0,-1 3 1 0,-2-2-1 16,-3 2 0-16,0-3 1 0,-3 1 0 0,-2-2-5 15,-2-1 1-15,-1 1-3 0,0-2 12 0,3 1-1 0,-1-2 4 16,0 1-7-16,-3-1 8 0,-1 0-1 0,-1 0 2 16,-2-2-13-16,1 0-2 0,-8-2-8 0,-1 6 0 15,1-3-35-15,1-1-41 0,1-3-15 0,2-1-13 16,2 0-99-16,2-1-120 0,1-2-53 0</inkml:trace>
  <inkml:trace contextRef="#ctx0" brushRef="#br0" timeOffset="140650.06">15259 7603 157 0,'0'0'21'0,"0"0"38"0,0 0-59 0,0-1 0 15,0-1-8-15,0 1 5 0,1 0-1 0,0 0 6 16,0 0-6-16,1-1 4 0,-1 1-8 0,0 0-2 16,0 0 8-16,-1 0-8 0,0 0 13 0,0-1 4 15,1 1-3-15,0 0 3 0,-1 0 2 0,0 0 38 16,0 0-1-16,0-1 10 0,0 1-25 0,2 0-2 15,-1 0-6-15,0 0 4 0,0-1-19 0,-1 1-2 0,1-1-3 16,0 0 3-16,1 0 0 0,-2 1-2 0,0 0-4 16,0 0 2-16,1 0 3 0,-1 0 15 0,0-2 11 15,0 2-2-15,0-1 21 0,0-1 8 0,0 1-7 16,0 0 7-16,0 0-3 0,0 1-15 0,0 0 2 0,0-1-7 16,0-1-2-16,0 1-8 0,0 0 9 0,0-1-9 15,-1 1 9-15,-1 0-20 0,1-1 1 0,0 1-6 16,0 0 3-16,0 0 0 0,0 1-3 0,-1 0 0 15,1 0-14-15,0 0 8 0,0-1-2 0,0 1 5 16,0 0-7-16,-2 0 3 0,1 0 0 0,-1 0 3 16,-5-2 5-16,0 1-2 0,0 1 0 0,1 0 0 15,-2-1 3-15,1 2 8 0,0 0-3 0,0 0 2 0,0 0-22 16,1 0 4-16,-1 0 0 0,1 0 3 0,0 0 1 16,0 2-3-16,-1 0-4 0,-1 0 2 0,2 1-3 15,-2 0 6-15,1 2-2 0,0 1 3 0,-2-2-12 0,1 7 11 16,2 3-1-16,-4-1 5 0,3 0-6 0,-1 3-1 15,1-1 3-15,-1 2-2 0,1 0 1 0,3-3 2 16,-2-1-7-16,1-5 4 0,3 3-6 0,1-2 12 16,-4-2-3-16,1 1 5 0,3-2-9 0,-1 0 4 15,2-1-4-15,0-1 4 0,0 1-2 0,1-1 2 16,0 3 2-16,0-3-3 0,0-1-2 0,1 0 9 16,-1-2-3-16,1 2 4 0,-1-2-4 0,5 2 0 15,3 3-2-15,-3-3 0 0,1 0-5 0,0 0 10 0,-3-2-4 16,3 0 8-16,1 0-13 0,1-1 3 0,4 0 0 15,-5 0 1-15,2-1 4 0,-2-1-2 0,1-2-1 16,1-2 0-16,-1 0-5 0,0 5 2 0,1-11 1 16,-1 2 0-16,0-3 8 0,0-1-8 0,2 1 1 0,-3-2-4 15,1 3-2-15,-2-1 3 0,0 1 2 0,-3 4 0 16,2-3 1-16,-1 3 1 0,-2 2-5 0,-1-1 4 16,0 4 1-16,3-2 3 0,-2 1 0 0,-2 3-2 15,1-1-10-15,0-1 12 0,1 1-2 0,-1 0 6 16,0-1-4-16,0 2 0 0,0 0 0 0,1 0-1 15,-1 0-4-15,-1 0-5 0,0-1 2 0,0 2-4 0,0 0 4 16,0 0 4-16,0 0-2 0,0 2 3 0,0-1-10 16,0 1 5-16,0-1-2 0,0 9 4 0,0 1-2 15,0 0 4-15,0 0-1 0,1 0 3 0,0 0-4 16,0 3 0-16,0-1-1 0,2 2 1 0,-1 5 0 0,-1-1-2 16,0 3 0-16,-1 0 0 0,0 0 3 0,-1 1-6 15,-2 0 5-15,-1-1-5 0,-2 2 6 0,0-2 6 16,-1-1-6-16,2-3 6 0,-2-1-5 0,-1-1 12 15,1-2-3-15,2-2 6 0,-1-2 0 0,0-2-1 16,1-1 3-16,3-2-5 0,-5 0-4 0,0-3-2 16,0 1-2-16,-1-2 1 0,3 3-5 0,-1 0 15 15,0-2-2-15,-4 1 7 0,2-2 7 0,0-1-9 16,2-1 2-16,5 1-5 0,-1-2-12 0,-1 0 4 0,-3-6-11 16,0-4 8-16,2 0-12 0,1 2 4 0,2-2 1 15,1 1 1-15,1 2-2 0,2-2-8 0,0 2 3 16,1 1-4-16,1 0 6 0,0-1-1 0,-1 3 1 15,5 1-3-15,1 0-6 0,-1 1-12 0,1 2-9 16,0 1 1-16,0-2-26 0,-1 2-8 0,2 0-6 0,-1-1-3 16,0 1-29-16,0-2 15 0,0 2-6 0,-1-2 6 15,1-1-50-15,-1-1 85 0,0-2-18 0,2 0 47 16,-2-2 31-16,1 1-4 0,-1-2 4 0,-2 3-6 16,2-1 4-16,-3 0 0 0,1 2-6 0,-1 2 2 15,-1 2-14-15,3-4 18 0,-2 2 0 0,0 1 4 16,0 1-14-16,-2 0 8 0,1 2-2 0,0 0 6 15,1 0 7-15,-2 0-1 0,6 2 0 0,-5-1-1 0,-1 1 4 16,0-1 22-16,-3-1 0 0,0 0 8 0,3 7 25 16,3 3-9-16,-3-2 1 0,2 4-6 0,-3 0-12 15,-3 2-8-15,-1-1 1 0,-3 2-4 0,-2 0 0 0,0 0-2 16,0-2 1-16,0 1-2 0,2-2-4 0,-1 0-10 16,2-1 3-16,-1-3-5 0,2 0-2 0,0-2-7 15,1-1 3-15,0-1-3 0,1 0 7 0,0-2-5 16,0 2 0-16,0-2-1 0,0 0 3 0,0 1 5 15,0-1 3-15,0-1 0 0,0 0 3 0,0 1 1 16,0-1-5-16,0 0 4 0,0 0-8 0,0 0-7 16,0-1 2-16,1 0-5 0,0 0 5 0,1-1-2 0,-1 0-1 15,0 0-2-15,0-2-7 0,2-2 6 0,0-4-4 16,2 1 5-16,-1 0-2 0,1 1 0 0,1-1 0 16,-1 1-1-16,-2 1 1 0,1 1-2 0,-2 0 5 15,-2 4-3-15,3-2 3 0,-3 1-3 0,2 0-6 16,0 0 0-16,1-1-5 0,-2 2 3 0,1 0 6 0,0 0-2 15,1 0 8-15,-1 1-6 0,1 0 2 0,0 0-1 16,3 0 4-16,-1 0 0 0,2 0-5 0,0 1 2 16,2 0 2-16,-1-1-6 0,1 0 9 0,0 1-8 15,-3-1 13-15,2 0-5 0,2 0-4 0,-3 0 2 16,1 0 1-16,-2-1 1 0,-2 0-3 0,2 0 0 16,0-1-2-16,-3 2 0 0,0 0 0 0,-1 0-1 15,1-1-3-15,-1 1 7 0,0 0-2 0,0 0 4 0,-1 0-5 16,0 1 2-16,0 1 1 0,0-1-1 0,1 1-1 15,-1 1 2-15,-1-2-4 0,3 5 1 0,-2-3-16 0,2 1 1 16,-2-2-12-16,0 0 4 0,-1 0-34 0,4 0-40 16,-1 0 5-16,3 2-19 0,2-2-8 0,2-1-75 15,0-1-12-15,2-2-28 0,-1-2-88 0</inkml:trace>
  <inkml:trace contextRef="#ctx0" brushRef="#br0" timeOffset="141201.51">15795 7710 591 0,'0'-1'64'0,"-1"-2"126"15,0 0-171-15,-2-4-13 0,2-2 5 0,0 2-7 16,1 1 4-16,0-2-12 0,0 1 4 0,1 1-5 16,2-2 13-16,0 0-6 0,1 1-1 0,0-1-1 15,0 3 2-15,1-2 18 0,-2 1-1 0,-1 1 10 0,0 3 26 16,-1-1 20-16,-1 2 4 0,0 0 2 0,1-1-11 16,-1 1-2-16,0-1-8 0,2 0 3 0,1 0-29 15,-2-1-11-15,0 2-2 0,0 0-3 0,0 0-15 0,0 0 5 16,1-1-3-16,-1 1 5 0,0 1 5 0,0 0-3 15,0 1 1-15,1 2-2 0,1 9-2 0,2 6-9 16,-2 4 3-16,0-1-4 0,-2 1 6 0,-1 2-5 16,-1-2 6-16,-2 0-6 0,0-1 0 0,0-2 4 15,1 1-7-15,0-1 6 0,-1-1-5 0,1-1 3 16,1-1 6-16,0-3-2 0,-1-1 5 0,1 0-10 16,1-2 1-16,0-3-1 0,0-1 9 0,0-2-9 15,0 1 0-15,0-3-2 0,0 1 9 0,0-1-1 16,0 0 9-16,0 1-6 0,0-1 22 0,0-1-8 0,0 0-3 15,1-1-1-15,1 0-15 0,-1-1 4 0,0-1-2 16,8-12 2-16,3-5-2 0,0-1 0 0,1-3-2 16,0-1 0-16,1-2-11 0,-13-2 9 0,14-2-2 15,2 1 2-15,-3 1-3 0,1 3 3 0,-5 3-3 0,1 3 2 16,1 1-6-16,-4 3 4 0,3 5-1 0,-4 0 0 16,-1 3-10-16,-3 2-9 0,0 2 0 0,-2 2-6 15,0-1-27-15,3 0-65 0,-3 2-1 0,1-1-24 16,2 0-49-16,-3 1-133 0</inkml:trace>
  <inkml:trace contextRef="#ctx0" brushRef="#br0" timeOffset="142020.56">16235 7837 220 0,'0'0'108'0,"0"0"-12"0,0 0 60 16,0 0 8-16,0 0-25 0,0 0-17 0,0 0-35 15,0 0 0-15,0 0-12 0,0 0-11 0,0 0-27 16,0 0-4-16,0 0-6 0,0 0-12 0,0-1-2 16,0-1 0-16,0 1-1 0,-1 0 2 0,-1 0-9 15,1 0 6-15,0-1-7 0,-1 1 6 0,-5-1-10 16,-5 0 3-16,-1 0-5 0,-1 4 6 0,-1 1-1 0,-1 3-2 16,-1 2 2-16,0 2 5 0,1-8-8 0,0 12 3 15,5-1-4-15,1-1 1 0,4-3 1 16,3 1 0-16,1-3 0 0,-1 0-1 0,-1-1 6 0,0-1-1 15,2 0 4-15,0-1 2 0,1-1-1 0,1 1 3 0,0-2-2 16,0 0 11-16,1 1-6 0,1-1-3 0,-1 1 0 16,1-2-5-16,2 0 5 0,7 1-7 0,2-2 5 15,0-1-8-15,-2-2 0 0,-2-1 3 0,0-1-3 16,-1-1-3-16,-2 2 0 0,1-1 6 0,-3-3-4 16,0 0 5-16,-1 2-5 0,-1 0-1 0,-1 2 0 15,1 1 3-15,-1 0 2 0,-1 2-3 0,0 0 1 16,3-1-4-16,-1-1-6 0,-1 2 0 0,0 0-2 0,1 0 8 15,-1 1 2-15,0 1 2 0,0 1-2 0,-1 7-5 16,1 8 6-16,-1 1-6 0,0 1 6 0,-1 1-1 16,1 0-2-16,0-2 0 0,0 0-2 0,0 2-4 15,0-1 11-15,0 2-2 0,-1-1 5 0,-1-1-9 0,-1-2 4 16,1-1-2-16,-2 0 4 0,0 0 2 0,-1-4-1 16,0-1 2-16,1-2-3 0,0-3-7 0,-1 1 4 15,1-1 0-15,4-5 4 0,-4 2 14 0,1-1-14 16,0-1 2-16,2-1-7 0,-4 3 3 0,3-2-4 15,-2 0 0-15,0-1-1 0,3 0 3 0,-2 0-2 16,1-1 2-16,-1 0-5 0,2 0-9 0,0-3 6 16,-1-11-7-16,2 2 8 0,2-5 2 0,3-2-3 15,2 1 6-15,3-2-6 0,2 1-5 0,-8 0 10 16,13-3-3-16,1 1 6 0,1 0 1 0,1-3 0 0,0 1-2 16,3-1 0-16,1 0-7 0,2-1 10 0,0 2-5 15,-2-1 6-15,0 2-5 0,-5 3 0 0,-4 0 0 0,-3 5 1 16,-4 4 3-16,-1 5-1 0,-5 0 6 0,0 4-5 15,-2 0 4-15,1 0 12 0,1 0-8 0,-1-1 7 16,0 2-24-16,1 0 5 0,-1 1 0 0,0 0 2 16,-1 1-3-16,0 2 5 0,0 5-8 0,0 7 7 15,-1-2-10-15,0-1 8 0,-1 0-1 0,2-2 3 16,0 1-8-16,0-1 2 0,2 0 2 0,0-1 0 16,3 1 9-16,-1-1-6 0,2 0 4 0,0 1-5 15,0-1 1-15,1 2 3 0,-3 0-3 0,5 0 4 0,-2 1 2 16,4 0-5-16,-7-1 4 0,1 1-4 0,-1 0 8 15,3-3-5-15,-2 2 3 0,-1-1-2 0,-2 2 15 16,-2 0 7-16,-2 0-4 0,-5 1 2 0,0-2-25 0,-18 1-5 16,0 0-7-16,1-3-2 0,-1 2-49 0,-3-5-89 15,-2-2-17-15,1-2-25 0,0 13-69 0</inkml:trace>
  <inkml:trace contextRef="#ctx0" brushRef="#br0" timeOffset="142251.75">14212 8372 789 0,'0'0'-14'16,"0"0"2"-16,-1-1-157 0,1-1-7 0</inkml:trace>
  <inkml:trace contextRef="#ctx0" brushRef="#br0" timeOffset="142469.53">14316 8264 593 0,'0'-2'471'16,"-1"1"-622"-16,-1-1 579 0,-2-5-314 0,1 3 16 0,1 2-73 15,0 0-3-15,-1 0-24 0,1 1-28 0,0 0 3 16,0 1-5-16,1 1 3 0,-3 7-1 0,-9 21 8 16,4 0 0-16,2 3 0 0,1 0-11 0,1 0 5 15,-1 5-5-15,-1 2 4 0,0 0-9 0,-2 1 6 16,1 2 0-16,0-3 2 0,1-2 1 0,1-4-3 16,2-6 3-16,2-1-3 0,0-2-5 0,2-8 5 15,0-4-1-15,0-5 0 0,0-5-21 0,0-1-36 16,0 1-10-16,0 0-10 0,0 0-61 0,1 0-122 0,0-2-45 15</inkml:trace>
  <inkml:trace contextRef="#ctx0" brushRef="#br0" timeOffset="148940.84">17481 6817 219 0,'0'0'0'16,"0"0"41"-16,1 0 13 0,1 0 13 0,-1 0 8 0,0-1-30 15,0 0-3-15,0 0-35 0,2-1 2 0,-1 1-11 16,0 0 5-16,1 1 1 0,3-2 2 0,-3 1-4 16,3-2 4-16,-2 2 43 0,-2 0-6 0,0 0 20 15,-1 1 15-15,2-1 4 0,-2 1 1 0,0 0-3 16,0-4-10-16,3-1-20 0,-1 1-3 0,1-1-7 15,-4 4-15-15,1-2-15 0,1 0 10 0,1 0-12 16,-2 1 6-16,1 0 6 0,0-1-6 0,-1 1 6 0,0 0-10 16,0-1 0-16,0 1-2 0,0 0 2 0,1 0 7 15,-1 1 2-15,0 0 1 0,0 0-2 0,0 0-5 16,0 0 4-16,1-1-6 0,-1 1 4 0,-1 0-16 0,0 0 10 16,0 0-5-16,0 0 9 0,0-1-2 0,0 1 1 15,0 0 0-15,0 0 1 0,0 0 2 0,0 0-7 16,0-1 4-16,0 1-5 0,0 0-1 0,0 0 2 15,0 0 2-15,0-1-1 0,0 1 2 0,0 0 0 16,0 1-5-16,0 0 3 0,0 0-4 0,0 0-3 16,0 0 4-16,0 0-3 0,0 0 0 0,0 1 4 15,-1 0-2-15,-1 2 2 0,2-2-7 0,-4 11 8 0,-1 1-6 16,2 0 7-16,-1 0-10 0,-1 1 5 0,1 1 2 16,-1 1 1-16,0 1-6 0,-1 1 0 0,-1 1 0 15,-1 3 1-15,-1 0 2 0,-2 4 0 0,0-1 0 16,0 3 0-16,0 0-6 0,-1-2 2 0,1 4 0 15,1-1 1-15,1-5 8 0,1 3-1 0,0-2-3 16,4-5 3-16,-1 2 2 0,2-5-1 0,-2-1 1 0,1-2-1 16,1-2 8-16,-1 0-4 0,1-3 3 0,0 1-4 15,2-2-9-15,0 0 3 0,0 1-4 0,-2-2 3 16,1 0-4-16,0-1 3 0,-1-1-2 0,2 0 4 16,-1 0-2-16,-2-1 0 0,0 0 5 0,-7-2-4 15,-2 1 4-15,-1-1-2 0,1-1-7 0,0 0 6 16,-1 1-9-16,-1 8 6 0,-1-3-1 0,1-2 4 0,1-2-6 15,1 0-1-15,1-2 4 0,2 0-3 0,2-1 0 16,2 0 4-16,1 0-4 0,3 0 7 0,-1 0-3 0,1 0 8 16,0 0-6-16,-1 0 5 0,1 0-8 0,1 0-2 15,0 0 3-15,-1 0-2 0,1 0 6 0,0 0 1 16,0 0 1-16,0 0 0 0,1 0 2 0,0 0-3 16,1 0 1-16,0 0-1 0,0 0 5 0,2 0-9 15,6 0 8-15,3 0-7 0,2 1 9 0,0 2-7 16,1 0-2-16,2 1 1 0,0 0 8 0,4 1-8 15,3 1 1-15,2 0-4 0,1 1 4 0,-1-1-5 16,-2 0 3-16,0 1-5 0,0-1-1 0,-1 0 4 16,-1-2-6-16,-5 0 4 0,-1-1-8 0,-3 0 7 15,-2-1 1-15,-1-1 1 0,-3 0-7 0,-2-1 7 0,0 2 1 16,-3-2 3-16,1 0-6 0,-1 1 7 0,0 0-9 16,1-1 7-16,-2 0-7 0,0 0-1 0,0 0 3 15,0 0-2-15,1 0 2 0,-1 0-8 0,-1 0 4 0,-1 1-8 16,-1 0 3-16,-8 3 11 0,-13 3-7 0,-1 1 8 15,-1-1-4-15,-1-1-1 0,1 0 2 0,2 1-1 16,-1 0 3-16,-1 0-5 0,1 0 4 0,2-1-4 16,-2 1 2-16,5-1 3 0,-1 1-1 0,3-1 1 15,-1 1-2-15,4-1-2 0,1-2 0 0,4 1-1 16,2-1 4-16,1-2-1 0,0 0-2 0,3 0 1 16,1-1 0-16,0 0-6 0,-1 1 6 0,1-1-4 15,0 1 7-15,1 0-1 0,-1 0-3 0,1 1 2 0,0-1 5 16,0 0-4-16,1 1 6 0,0-1-5 0,0 0 6 15,1 1-5-15,1-1-2 0,4 1 0 0,11 0-2 16,-2 1 1-16,3 1 3 0,0 0-2 0,2 1 1 0,-1-2 0 16,1 1-3-16,3-2 1 0,-5 0-6 0,1 2 4 15,0 0 0-15,-6-2 3 0,-1 1 2 0,1-1 0 16,-6-1-3-16,-1 0 2 0,1 1-8 0,-5 0 3 16,0-1 0-16,1 2 2 0,-2-2-3 0,0 0 5 15,1 2-3-15,0-2 3 0,-1 3-2 0,-1 1 0 16,0 0 1-16,-3 1 0 0,2 0-1 0,-18 0 0 15,-2-1 0-15,0-2 1 0,0 1 1 0,2 0-4 16,3-2 1-16,3 0-2 0,2-1 4 0,3-1-1 16,0 0 4-16,2 4-4 0,0-1 3 0,1-2-3 0,2 0-4 15,0 0 1-15,0 0 0 0,0-1-3 0,0 0-3 16,-1 10 2-16,1 4 2 0,-3 5 2 0,0 5 3 16,-1 4-3-16,-1 3-2 0,0 6 3 0,-1 3-1 15,1 5 1-15,-2 1-4 0,1-4 7 0,2-4-3 0,1-7 4 16,2-3 0-16,1-3 2 0,0-3 0 0,2-1-1 15,-1-1-6-15,0-4 3 0,-9 0 0 0,4-2 1 16,2 0-1-16,1-2 1 0,2-2-1 0,0 0 0 16,2-2-1-16,0-2 0 0,0 1-1 0,0-3 2 15,0 1-4-15,0-4 3 0,0 2-4 0,0-3 4 16,0 0-2-16,0 1-1 0,0 1-6 0,0-1 0 0,0 0-27 16,0 0-49-16,0-1-18 0,0 0-15 0,0 0-89 15,0 0-93-15,0 1-34 0</inkml:trace>
  <inkml:trace contextRef="#ctx0" brushRef="#br0" timeOffset="149574.35">17986 7339 573 0,'0'-1'53'0,"0"0"11"0,0-1 47 0,-1-8 3 16,-2 0-33-16,2 0-13 0,0 3-2 0,1 2-4 16,0 2-13-16,0 2-8 0,0 0-5 0,0-2-2 0,0 1-27 15,0 1-9-15,0-1 1 0,0 1-3 0,0 1 16 0,-1 1-2 16,1 2 4-16,-9 18-4 0,1 1-6 16,-1 3 3-16,-2 2-3 0,3-1 4 0,0 2 2 0,0-1-4 15,-1 0 3-15,1 1-3 0,1-2 3 0,0-2 12 16,1 4-8-16,1-3 8 0,1-1-10 0,-1-1 0 15,1-8 4-15,1 2-2 0,-1-3 6 0,2-1-12 16,0-3 0-16,-1 0-3 0,2-3 0 0,0-3 7 16,1 0-1-16,0-3 3 0,0 1 7 0,0 0 4 15,0 0 9-15,0 0-5 0,0 1 6 0,0-2 3 16,0 0-14-16,0 0 7 0,0 0-30 0,0-1 3 0,0-1 3 16,1-1 0-16,3-12 0 0,0-9-2 0,2 0-3 15,-1-3 1-15,1 0-4 0,0 0 4 0,0 0-2 16,1 1 4-16,0-3-4 0,0 1 4 0,2 0-6 15,2 2 2-15,1-1-13 0,-1 2 15 0,2 2-5 16,-12 1 7-16,15 2-9 0,0 2 6 0,-1 2-1 16,1 3 3-16,0 2 2 0,-3 4-9 0,0 1 7 0,-1-3-8 15,-2 2 6-15,1 2 1 0,-2 3-2 0,1 1 1 16,-1 0-7-16,1 3-4 0,-1 0 5 0,-1 2-4 16,1 0 2-16,-2-1-20 0,0 2-7 0,-1-1-4 15,-3-3-34-15,1-1-45 0,-1 3 4 0,1-2-23 16,-1 2-55-16</inkml:trace>
  <inkml:trace contextRef="#ctx0" brushRef="#br0" timeOffset="150090.88">18201 7805 1547 0,'0'-1'32'0,"-1"0"5"0,-2-5-1 0,0-5-18 15,2 6 0-15,1 3-24 0,-1 0-18 0,-1-1-1 16,1 2-5-16,1 0 0 0,0 1-8 0,0 1 9 16,-1 0-8-16,-1 6 13 0,-7 16 12 0,0-1-4 15,-3 2 8-15,1-3 10 0,9 0 0 0,-15-1 7 16,0-1-5-16,1 0 17 0,1-5 9 0,0-1 3 0,6-4 1 15,2-2 4-15,2-3-11 0,1 0-1 0,1-2-4 16,1 0-4-16,-1 0 10 0,1 1-7 0,1-2 8 16,0 0-7-16,0 0-5 0,-1 0 2 0,2 0-6 15,0-1-8-15,2-1-12 0,2-1-2 0,19-4-4 16,-2-12 5-16,1 2-7 0,0-1 9 0,-2 2-8 16,-1 1 7-16,-2 3 11 0,-4 1-4 0,-3 3 6 15,-1 1-10-15,-4 2 7 0,-2 2-4 0,-2 2 5 0,1-1-2 16,1-1 8-16,-1 0 3 0,-1 2 0 0,1 0 3 15,1 0-9-15,-2 2 0 0,-1 0-3 0,5 18 2 16,-4 0-4-16,-1 0 1 0,-2-1-2 0,-1-2 7 0,0 0-8 16,-1-3 4-16,2-2-5 0,-1-2 5 0,2-3-9 15,0 0 0-15,0 0-6 0,1-4-3 0,0-1-17 16,0-1 5-16,0 2-8 0,0-1 8 0,0-1-41 16,0 0 0-16,0-1-15 0,0-1-11 0,1-1 1 15,1-10-11-15,2-4 3 0,-1-2-38 0,1 2-5 16,-2-1-2-16,1 2-4 0,-1-2-31 0</inkml:trace>
  <inkml:trace contextRef="#ctx0" brushRef="#br0" timeOffset="150275.54">18134 7731 940 0,'0'0'115'0,"0"-1"21"0,-1 0 9 0,0-1-62 0,-1 1 8 16,1 0-44-16,0 0-19 0,0 0-3 0,1-1-5 15,0 1-12-15,0 0 14 0,1 0-6 0,1 0 9 16,10-3-9-16,12 0-9 0,2 0 4 0,5 2-6 16,6-2-4-16,2 1-64 0,1 0-7 0,-4 1-26 15,-1-2-70-15,1 1-270 0</inkml:trace>
  <inkml:trace contextRef="#ctx0" brushRef="#br0" timeOffset="151096.04">16703 8281 753 0,'0'0'117'16,"0"-1"-112"-16,-1 0 136 0,-1 0-61 0,1-1-27 0,0 1-34 16,1 0 4-16,0 0-11 0,0-1 8 0,0 0 14 15,1 1 1-15,0 0 6 0,3 0 2 0,11-6-17 16,3 1-5-16,2 0-2 0,2 3-11 0,-1 1-11 16,2 2 1-16,-7 0-7 0,-2 2 2 0,2-1-10 15,-6 0-1-15,3 1-4 0,-2-1-15 0,-2 1-40 16,1-1-13-16,-1-1-12 0,2 0-70 0,-3 0-47 15,0-1-21-15</inkml:trace>
  <inkml:trace contextRef="#ctx0" brushRef="#br0" timeOffset="151292.82">16963 8057 733 0,'-1'0'53'0,"-1"1"-5"0,1 0 25 0,-4 4 6 0,-7 13-14 15,1 6 4-15,-5-3-27 0,1 5 2 0,2 0-11 16,-2-1-5-16,5 3-9 0,0-1-5 0,1-2-1 16,2-3-12-16,3-3 3 0,0-2-4 0,1-3 1 15,-6-1-25-15,4-2-39 0,3-4-7 0,1-2-15 0,-1-2-51 16,2 0-42-16,0-1-30 0</inkml:trace>
  <inkml:trace contextRef="#ctx0" brushRef="#br0" timeOffset="151610.6">16964 7039 990 0,'-1'0'98'0,"0"0"-99"0,-1-1 103 16,0 0-49-16,1 0-49 0,0 1 4 0,-1 0-2 0,1 0 4 16,1 1 7-16,0 0 8 0,1 0-2 0,1 2 5 15,2 0 7-15,15 4-14 0,2-1 0 0,4-1-7 16,1-2-14-16,-3-1-45 0,0 0-7 0,-1 11-18 15,2-6-59-15,-3-5-105 0,1-2-74 0</inkml:trace>
  <inkml:trace contextRef="#ctx0" brushRef="#br0" timeOffset="152326.69">16806 8708 593 0,'-1'-1'229'16,"0"0"52"-16,0-2-101 0,0 0-117 0,-5-4-18 16,3 6-19-16,2-2-20 0,1 2 0 0,-1-1-6 0,1-1-1 15,1 2 2-15,0 0 4 0,16-6 0 16,6 2 6-16,8 2-14 0,-4 2-3 0,2 1-3 16,1 0-7-16,-3 2-49 0,1 3 1 0,-6-2-21 0,-2 2-32 15,-4 0 23-15,-2-1-20 0,-4 0 13 0,1-1-102 16</inkml:trace>
  <inkml:trace contextRef="#ctx0" brushRef="#br0" timeOffset="152509.53">16922 8832 781 0,'0'0'31'0,"1"0"71"0,0 0-67 0,0 0 20 0,0 0 0 15,19 2 4-15,-1 0-10 0,1 1-16 0,1-1-6 16,2-1-5-16,-1-1-25 0,-2 0-8 0,-1 0-5 16,0 0-7-16,-3-1-72 0,-1 0-118 0,-1 0-68 15</inkml:trace>
  <inkml:trace contextRef="#ctx0" brushRef="#br0" timeOffset="153210.43">13801 8884 1410 0,'0'0'21'16,"-2"-1"31"-16,1 0-34 0,1 0-12 0,0 0 1 15,1 1-3-15,10 0 6 0,16 0-8 0,4 2 3 16,2 3-7-16,-2 0-23 0,2 0-23 0,0 1-9 0,-6-1 0 16,3 1 0-16,-6-1-1 0,-2-1 12 0,-5 0-9 15,-3-2 3-15,-1-1-70 0,-3 0-58 0,-1-1-5 16,0 0-184-16</inkml:trace>
  <inkml:trace contextRef="#ctx0" brushRef="#br0" timeOffset="153343.81">14062 8896 145 0,'0'0'42'0,"0"1"-3"16,0 1 32-16,1-1-5 0,0 1-2 0,1 3-19 15,4 4-5-15,-5 1-8 0,16-1 2 0,2-1-15 0,0-2-10 16,4-1 0-16,4-4-8 0,4 14-41 0</inkml:trace>
  <inkml:trace contextRef="#ctx0" brushRef="#br0" timeOffset="154193.98">16519 7317 113 0,'0'0'46'0,"0"-1"30"16,0 0 12-16,0-1-12 0,0 1-13 0,0-1 5 0,0 0-6 15,0-1 10-15,0 2 6 0,0 0-2 0,0 0-7 16,0-2-26-16,0 1-9 0,0 0-5 0,0 0-29 15,0 1 17-15,0 0 2 0,0 1 4 0,0 0 8 16,0 1-12-16,0 0 0 0,-1 17-5 0,0 2-9 0,0 2 3 16,-1 1 2-16,0-1-1 0,1-1-2 0,1-1 7 15,1-2 0-15,3-3 4 0,-1 0 7 0,1-3-6 16,1 0-2-16,-2-3-1 0,1 1-3 0,-1-2-3 16,2 0 3-16,-3-3-2 0,2 0 8 0,-2-2-11 15,-2-2 1-15,1-1-2 0,3 3 9 0,-2-2 7 16,-1-1 3-16,2 1 0 0,0 0-2 0,1-1-9 15,1-1-5-15,0-2 0 0,0 1-6 0,1-16-2 16,2-2 6-16,-1 0-6 0,1 0 8 0,1 0-5 0,-2 1-1 16,1 1 1-16,-2 2 1 0,1 2-7 0,0-2 4 15,1 5-5-15,-1-1-1 0,0 4 1 0,-1 0-4 16,-1 4 2-16,0 1-15 0,-3 2-13 0,0 0-13 16,1 0 2-16,0-1-27 0,0 0-50 0,0 1-7 0,-2 1-27 15,3 0-136-15</inkml:trace>
  <inkml:trace contextRef="#ctx0" brushRef="#br0" timeOffset="154612.44">16832 7432 473 0,'0'1'35'0,"0"1"-5"16,-1 0 26-16,-4 11 3 0,-4 8-7 0,0 3-10 15,-1 1 11-15,2-2-5 0,0 0 7 0,1-2-12 0,1-3 2 16,0 0-8-16,1-3 3 0,3-4-28 0,-1-2-8 15,2-4 10-15,1-3-6 0,0-1 31 0,-1 2 38 16,0-1-14-16,1 0 19 0,0-1-39 0,0 1-25 16,0-2 1-16,0-2-9 0,1-3-4 0,5-17-6 15,1 1 2-15,1 0-3 0,0 1-5 0,2 2 8 16,-2 4-10-16,-1 3 8 0,0 1-8 0,-1 3 11 16,-5 2-3-16,3 4 4 0,-1-1-15 0,-1 2 8 15,-1 0 1-15,0 0 2 0,1-1 6 0,1 1-2 16,-1 1 2-16,-1 0-2 0,4 8 8 0,-1 13-12 0,-2 0 0 15,-2 1-3-15,0-1 2 0,-2-2-3 0,1-3 4 16,1 0-2-16,0-2-6 0,0-4-14 0,0-4-9 16,0-3-1-16,0-1-27 0,0-1-29 0,0 0 10 0,0 1-18 15,0-2-16-15,0-1 12 0,0 0-3 0,0-2 13 16,-1-15 32-16,-2-9 40 0,-1 2-3 0,1-1 19 16,-1 1 26-16,1 4 35 0,-1 0-6 0,0 4 14 15,0 1-17-15,0 3-21 0,1 1 2 0,0 4-10 16,2 1-7-16,0 3-11 0,1 2-3 0,-1-2-3 15,1 1-25-15,0 1 18 0,1 0-18 0,0-1 12 16,9 0-59-16,13 0-144 0</inkml:trace>
  <inkml:trace contextRef="#ctx0" brushRef="#br0" timeOffset="155345.35">17700 6614 574 0,'0'-1'74'0,"-1"-1"-5"16,0 1 22-16,0-1-7 0,-2 0-19 0,2-1-45 15,-1 0-13-15,-3 1-2 0,-1-2-3 0,1 0-2 16,1 2 0-16,0 1 0 0,-1 0 2 0,2 1 4 16,-1 0-8-16,2 0 2 0,0 0-2 0,-1 0 15 0,1 0-2 15,0 0 1-15,-2 0-1 0,1 0 21 0,-1 0 5 16,0 0 7-16,1 0-5 0,-1 0-1 0,1 0-20 16,-1 0 3-16,1 0-7 0,-1 0 6 0,3 0-5 15,-2 1 4-15,1-1-6 0,1 0-8 0,-1 1 8 16,0 0-11-16,0 0 11 0,1 0-6 0,0 1 3 15,0-1 2-15,0 0-1 0,0 0-3 0,-1 0 3 16,1 0 1-16,1 2 1 0,0-1 5 0,0 1-9 16,1-1 2-16,-1-1-4 0,4 4 8 0,1-1-8 0,9 0 4 15,2-1-5-15,2 0 12 0,2-1 1 16,3-1-3-16,4 15 1 0,2-7-7 0,5-4 5 0,3-3 7 16,2-1-3-16,5-2 10 0,-1-2-3 0,1-2-5 15,-1-1 4-15,3 1-4 0,-3 1-9 0,5 1-1 0,-3 1-2 16,4 0-3-16,0 0-5 0,-2 1 3 0,0 1-4 15,-1 0 1-15,-4 0 4 0,-2 1-3 0,-6-1 2 16,-1 2-9-16,-3 0 6 0,-3-1 0 0,-1 1 4 16,-1 1-1-16,-2-2-2 0,-1 0 0 0,-3 0 1 15,-5-1-1-15,0 1 4 0,-2-1-6 0,-3 0 6 16,3 0-7-16,1 0 0 0,-2 0 5 0,0 0-2 16,1 0 0-16,-5 0-2 0,0 2-2 0,-1-1 1 0,-4-1-5 15,1 0-27-15,-1 0-4 0,1 0-10 0,-1 0-32 16,0 0-26-16,-1 0-18 0,1 0-8 0,-1 0-109 15</inkml:trace>
  <inkml:trace contextRef="#ctx0" brushRef="#br0" timeOffset="156296.29">19378 6217 870 0,'0'-1'-1'16,"0"0"0"-16,1 0-18 0,2 0-1 0,8-5-9 15,3 0-42-15,1 2-35 0,-4 2-7 0,0 1-5 16,0 1 10-16,-4 0 37 0,-2 1 11 0,-2-1 10 15,-2 0 79-15,1 1 82 0,1 0 1 0,-2 1 23 16,0-1 0-16,0 0-14 0,0 0-2 0,-1 0-5 16,0 1-23-16,0-1-26 0,0 0-3 0,-1 0-8 0,0 0-17 15,-1 0-19-15,-4 3-1 0,-8 4-5 0,-4 4-5 16,-3 1 2-16,0-12-3 0,-3 15 1 0,-3 1-5 16,-3 3-1-16,-3-1 6 0,3 2-4 0,-1 0 8 0,2 0-8 15,2 2 0-15,-1-2-1 0,1 0 6 0,2-3 15 16,-1-2-4-16,2-2 7 0,0-1-15 0,9-1 4 15,0-3-1-15,3-3 1 0,5-1-12 0,-4 0 3 16,4-2 0-16,4 1 4 0,-4-1 9 0,3-2-10 16,1 2 9-16,-1-1-8 0,2-1 5 0,-1 2-1 15,1-2-5-15,0 0 5 0,0 0-2 0,1 0-6 16,0 0 0-16,0 1-3 0,0-1-1 0,0 0-5 16,-1 0 7-16,1 0-5 0,0 0 7 0,0 1-2 15,0-1-4-15,-1 0 3 0,1 0 2 0,1-1-4 0,0 0 1 16,0 0-2-16,0 0-4 0,0 1 10 0,0 1-6 15,0-1 7-15,0 0-10 0,0-1 0 0,1 1 6 16,1 0-3-16,-1 0 10 0,0 1-9 0,0-1 1 0,0 0-2 16,1 0 1-16,-1 0-5 0,0 0 4 0,0 1-5 15,0-1 13-15,0 0-8 0,1 0 4 0,-1 0-6 16,1 1 3-16,0-1 1 0,1 0-1 0,-1 0 1 16,1 0-1-16,-1 0 3 0,0 1-7 0,1-1 3 15,-1 0-5-15,0 0 5 0,1 0 1 0,-1 0 0 16,0-1 2-16,1 2-5 0,-1-2 5 0,-1 0-4 0,2 1 9 15,-2-1-8-15,1 0 0 0,0 0-2 0,0 1 5 16,-1 0-3-16,0 0 7 0,0 0-5 0,0-1 8 16,1 0-9-16,-1 0 4 0,0 0-3 0,0 0 9 15,0 0-11-15,0 0 0 0,1 0-2 0,-2 0 2 0,0 0 7 16,0 0-7-16,0 0 4 0,0 0-7 0,0 0-1 16,0 0 5-16,0 0-1 0,0 0 7 0,0 0-10 15,0 0 3-15,0 0-6 0,0-1 3 0,0 1 6 16,1 0-7-16,0 0 6 0,-1 0-11 0,0 0 9 15,0 0 0-15,0 0 3 0,1 0-10 0,0 0 8 16,0 0-7-16,1 1 8 0,-1 1-7 0,1-1 2 16,0 0 3-16,11 6 0 0,2 4 3 0,-1 2-5 15,2 1 6-15,-1-1-5 0,3 1 8 0,0 0-7 16,1 0-3-16,-1 0 0 0,2 0 3 0,3 0 0 0,-1 2 0 16,3 0-2-16,1-1-2 0,1 2 3 0,-2 0 1 15,0 1 0-15,0 0 6 0,-2-1-3 0,2 1 4 16,1-2-4-16,0 1 14 0,0-1-4 0,-2 1-2 15,1-1-1-15,-3 2-9 0,1-5 0 0,-1-1 6 0,-1-3-5 16,0 2-1-16,-1 0 3 0,-3 0-8 0,1-2 4 16,-6 0-11-16,0-5 6 0,1-1 1 0,-5 3 0 15,-1-2-10-15,-3-3-18 0,-3-1-8 0,1 2-5 16,1-2-58-16,-1 0-78 0,1-2-35 0,0-5-17 16,3-11-146-16</inkml:trace>
  <inkml:trace contextRef="#ctx0" brushRef="#br0" timeOffset="156513.42">19527 6232 804 0,'-1'-2'-8'0,"0"1"-11"0,0 0-83 0,0 0-129 0</inkml:trace>
  <inkml:trace contextRef="#ctx0" brushRef="#br0" timeOffset="157163.32">19477 6257 970 0,'0'-1'54'0,"-1"0"60"15,0-1-47-15,1 1-34 0,-2-3-3 0,2 3-8 16,0 0-16-16,-1-2-6 0,0 1-1 0,1 1-2 16,0 0 1-16,0-1 6 0,0 1-7 0,1 1 7 15,0 0-4-15,1 0-3 0,-1 0 3 0,1 0-4 16,0 1 6-16,0-1 1 0,3 2 2 0,4 1-3 0,-1 1-2 16,1-1 6-16,3 2-1 0,-3-3 4 0,6 3 3 15,-2 0-3-15,2-1-1 0,1 2 0 0,2 0-8 0,0 1 9 16,0 1-6-16,2 1 7 0,3 1-8 0,1 1-2 15,1 1 4-15,4 2-4 0,0 0 6 0,1 0-1 16,2-1 2-16,-3 0 0 0,6 0 5 0,-3-2 11 16,1 1-2-16,1-1 6 0,-1-1 2 0,2 1-3 15,2 0 1-15,3-1-3 0,4 0-8 0,-2-1-8 16,-3 2-1-16,2 0-2 0,-7 1-6 0,2 1 3 16,-3-1-2-16,-3 0 4 0,-2-1-2 0,-1 1 3 15,0 0 0-15,-2-2 0 0,0 0-4 0,-3-2 3 16,1 0 1-16,0-1 1 0,-3 0 4 0,0-1-5 0,-1-1 2 15,-2 0-2-15,1-2-1 0,-4 0 3 0,-1-1-6 16,-1 0 6-16,-4-1-3 0,-1 1 3 0,1-2-4 16,-7 0 3-16,4 0-1 0,-3 0-6 0,1 0 6 15,-1 0-6-15,0 0 8 0,1 0 3 0,-2 0-2 0,0 0 2 16,0 0-1-16,0 0-5 0,1 0 1 0,-1 0-3 16,0 0 1-16,0 0-7 0,-1 0 4 0,0 0-5 15,-1 1 11-15,0 0-6 0,-2 0 5 0,-1 0-5 16,-7 3 1-16,-1 1-1 0,-1-1-3 0,-2 2 1 15,1-1 3-15,-2 2-3 0,0-1 2 0,-1 1-2 16,-3 1 9-16,-3 0-8 0,1 0 1 0,-3 2-4 16,-4-1 8-16,0 2-4 0,-7-1-2 0,-1 1-2 0,-6 0 4 15,-5-1 0-15,0 0 1 0,-3-2-1 0,1 1-9 16,3-2 14-16,2 2-3 0,4-1 6 0,1 0-8 16,2 0 1-16,-1 2 1 0,-1-1-1 0,2 0-2 0,1 1-1 15,2-1 4-15,6 0-2 0,0-1 8 0,2-1-9 16,6-1 1-16,1 0-1 0,2-1 1 0,7 0 7 15,-1 0-11-15,3-2 8 0,0 1-11 0,2-1 6 16,0 0 1-16,1-1 2 0,2 0 5 0,0 0-7 16,2-1 3-16,-1 0-4 0,1 0-7 0,0 0-14 15,-1 1-2-15,2-1-4 0,0 0-12 0,0 0-8 16,0-1-24-16,1 0 3 0,1 0-95 16,1-1-188-16</inkml:trace>
  <inkml:trace contextRef="#ctx0" brushRef="#br0" timeOffset="157713.79">19624 6583 937 0,'0'-1'50'0,"0"0"7"0,-1 0 6 0,0-1-28 15,-1 0 3-15,1 1-36 0,0 0-20 0,0 0 4 16,0-1-7-16,-1 1 20 0,1 1-11 0,0 0 1 16,1 1-3-16,-1 1 5 0,1-1 8 0,0 0 0 15,0 0 1-15,0 0 4 0,0 2 5 0,0-1 8 0,0-1-2 16,0 2 27-16,0-1-3 0,0-1 11 0,0 0-7 15,1 0 19-15,0 1-8 0,0-1-13 0,2 1 5 16,9 4-20-16,4 0-6 0,4-3 10 0,5 1-10 16,2-1-4-16,3-1 2 0,0-1-12 0,-1 0 9 15,1-1-20-15,-3 1 8 0,1 0 5 0,-6 2 1 16,-1-1-5-16,-3 0-3 0,-3 2-1 0,-2-2 1 0,-2 1-1 16,-2-1-9-16,-3-1-5 0,-1 0-3 0,-1 0-23 15,-1-1-39-15,-1 0 5 0,-1 0-15 0,0 0-4 16,2 2-61-16,-1-2 3 0,1 0-30 0,-2 0-59 0</inkml:trace>
  <inkml:trace contextRef="#ctx0" brushRef="#br0" timeOffset="158115.62">19747 6463 1356 0,'0'-1'11'0,"0"0"1"0,0-1 13 0,0 0-11 15,0 0 5-15,0 1-33 0,0-2-2 0,0 1 3 16,0 1-3-16,0 0-2 0,0 0-5 0,-1 1-7 0,0 0 3 16,0 1-8-16,0 0 16 0,-2 0 5 0,1 1 5 15,-3 1 15-15,-3 4 2 0,-1-1-5 0,-3-2 5 16,-1 4 9-16,0-4 9 0,-2 2 3 0,-2-1-2 15,0-2-5-15,-1 2 3 0,-1-1 1 0,0 0 1 16,0 0 5-16,3 0-12 0,0 2 2 0,-2-3-7 0,3 1-8 16,-1-1-5-16,3-1-3 0,3 2 1 0,-2-1 7 15,1 0-8-15,3-1 6 0,1 0-6 0,4 1 5 16,0-2-5-16,0 1-1 0,2 2 1 0,-1-3 8 0,-2 5-4 16,-1 1 7-16,1 0-6 0,2 0 7 0,1 0 6 15,1-2-7-15,0 1 7 0,2 2-4 0,2-1-4 16,1 1 4-16,0-1-5 0,1 2 2 0,10 1-16 15,0-2-1-15,1 2-8 0,-1-3-22 0,0 0-45 16,3-3-24-16,-1 8-28 0,1-2-296 0</inkml:trace>
  <inkml:trace contextRef="#ctx0" brushRef="#br0" timeOffset="160066.62">18163 6570 63 0,'0'0'21'0,"0"0"-29"0,0 0 25 16,0 0-15-16,0 0-2 0,-1 0-3 0,0 0-9 15,0 0 4-15,0 0-8 0,-1 1 17 0,1 1-3 0,0-1 5 16,0 0-6-16,0 0 7 0,0 0 0 0,-1 0 2 16,1 1-3-16,0-1 49 0,0 0-2 0,0 0 20 15,0 0 22-15,-1 1-28 0,1-1 13 0,0 0-19 16,1 0-5-16,0 0-1 0,0 0-10 0,0 1 8 15,0-1-15-15,0 0 5 0,0 0 1 0,0 0-1 16,0 0-12-16,0 1 12 0,0-1-9 0,0 0 9 16,-1 0-15-16,0 0 4 0,1 1-10 0,-2-1 6 0,2 1-21 15,0 0 14-15,0 1-5 0,0-1 5 0,0 0-10 16,0 1 3-16,0-1 8 0,0 0-4 0,0 1 13 0,0-1-14 16,0 1 6-16,0-1-7 0,0 0 11 0,0-1-5 15,0 1 2-15,0-1-1 0,0 0 15 0,0 0-5 16,0 0-1-16,0 0-2 0,0 1-2 0,0-1-13 15,0-1 6-15,0 0-9 0,0 0-1 0,2-1 2 16,-1-1-6-16,0 0 5 0,1-8-6 0,3-8 7 16,1-4-5-16,-1-1 5 0,-1 0-1 0,1-1-6 15,1 1 0-15,-1-2-3 0,-1 0 0 0,1 2 2 16,0-2 2-16,-1 2-1 0,1-2-3 0,0-2 1 16,0 0-1-16,-1 1 1 0,2-1-8 0,1 1 6 0,0-2-1 15,0 2 3-15,3-4 6 0,0 1-8 0,1 1 1 16,-1 0-2-16,-1 4 3 0,-1 4-1 0,0 4 2 15,0-1-2-15,-1 4 6 0,-1 2-3 0,-2 1-5 16,-1 2 1-16,0 1-7 0,-1 1 15 0,-1 1-6 16,0 1 7-16,1-1-12 0,-2 1 5 0,0 1 2 0,0 0 2 15,0 0 2-15,0 1-3 0,0-1-1 0,0 1-2 16,0-1-3-16,0 1 4 0,0 0 7 0,0 1-3 16,0-1-6-16,0 1 4 0,0 0-5 0,0 0 4 15,0 0 1-15,0 0-4 0,0-1-2 0,0 1 0 16,0 0-4-16,0 0 4 0,0 1 4 0,-2 0-1 15,1 0 5-15,0 0-3 0,0 0-6 0,0 1 2 0,0 0-4 16,-1 0 14-16,0 2-9 0,0-1 8 0,1 5-18 16,-4 1 10-16,2 2 0 0,0-1 1 0,2 1-5 15,0-1 7-15,-2-1-2 0,-4 2 4 0,2-3-4 0,2 0 1 16,-1 0-1-16,2-1 1 0,1 2 5 0,0-2-12 16,1 0 6-16,0 1-8 0,0-3 7 0,1 2 6 15,0-2-5-15,-1-2 7 0,2 3-3 0,0-3-4 16,0 1 6-16,0-1-6 0,5 3 9 0,0-2-2 15,0 0-3-15,2-1 1 0,-5-2-5 0,2 0 0 16,1-1 7-16,0-2-4 0,-3 2 4 0,3-4-8 16,-5 1 4-16,1-9-4 0,-2 1 4 0,7 0 2 15,-2 2-8-15,-3-1 5 0,0 2-2 0,-2-1 3 0,-1 1 0 16,0 2 1-16,0-1 3 0,-1 1-7 0,-2 1 8 16,1 0-8-16,0 1 1 0,-2 0 1 0,2 2 0 15,1 1 2-15,-8-1 4 0,-2 2-3 0,-3 0-8 16,-3-10 3-16,4 5 2 0,0 2-3 0,-1 0 4 15,2 2-4-15,-1 1 0 0,4 1 0 0,0 0 4 0,0 0-1 16,4 0 10-16,-1 1-14 0,1 0 1 0,0 0-3 16,-1 1 6-16,1 1-3 0,1-1 1 0,0 1-2 15,2-2 1-15,1 1-6 0,-4 4 6 0,2 0-6 16,-1 1 10-16,2 0-4 0,1-1 1 0,-1 0-1 16,2 1 1-16,0 0-1 0,2 0-2 0,0 0 2 15,0-1 9-15,1-1-5 0,0-1 3 0,5 1-5 0,7 0 3 16,-3-2 2-16,4-2-4 0,0 1 2 0,2 8-6 15,2-3 7-15,0-3-3 0,-2-4 5 0,-2 0-5 16,3-3-3-16,-4 0 7 0,0-2-5 0,1-2 2 0,-7 2-1 16,0-1 1-16,1 5 2 0,-4-7 6 0,-2-1-9 15,-1 0 5-15,2 2-5 0,-1-1 9 0,0 1-3 16,-2 0-5-16,-2 2 3 0,0-1-7 0,0 2 5 16,0 0-1-16,-1 1 2 0,0 0-12 0,-2 2 12 15,-13-9-7-15,-2 2 7 0,-5 4-11 0,0 3 4 16,0 1 1-16,2 2 0 0,-2 4 9 0,3 0-9 15,3 1 2-15,-1 1-4 0,4-1-3 0,1 1 3 16,6-3 2-16,1 0 0 0,1-2 1 0,3 4 1 0,1-1-5 16,-5 1 3-16,1 0-6 0,3-1 2 0,0 1 0 15,2-2-1-15,0 0 1 0,0 2 6 0,1-1 3 16,1-2 1-16,2 2 1 0,3-2-1 0,8-1-6 16,4 0 2-16,3-1-2 0,-2-1 4 0,-1 11 0 15,3-5 1-15,-6-5-2 0,1-1-5 0,2-1 7 0,-6-1-5 16,0 0 12-16,-1-2-9 0,-5 0-2 0,-1 1 0 15,-3 1 10-15,0-1-9 0,-1 0 8 0,3-5-8 16,-1 0 11-16,0 0-7 0,-3-1 2 0,-1 1-3 16,0 1 3-16,-1 1-7 0,0 2-1 0,-1 0-2 15,-8 1 0-15,-5 1-10 0,-1-10 6 0,2 5-7 0,0 3 7 16,0 0-21-16,1 3-2 0,-1 0-12 0,2 3-62 16,2 0-55-16,-1 2-13 0,0 2-14 0,1 1-73 15</inkml:trace>
  <inkml:trace contextRef="#ctx0" brushRef="#br0" timeOffset="161218.5">18228 8834 480 0,'0'-1'35'15,"-1"0"85"-15,0-2-111 0,-1 1-10 0,1-2 8 16,0 0-10-16,1 0-7 0,0-1-21 0,0 3-4 0,0 0-5 15,0-2-11-15,0 2 23 0,0-1-1 0,0 2 12 16,0 0 29-16,0 0 53 0,0-1-1 0,0-2 22 16,0-1 36-16,-1 1-18 0,0 0 11 0,0 1-16 15,-2-3-14-15,2 1-12 0,-1 0-13 0,1 2 4 16,-2-2-19-16,1 2-14 0,1 0 3 0,1 2-10 16,-3-1-19-16,1-1 6 0,1 1-6 0,0 0 6 15,-1 0-4-15,0 1-2 0,1 0-1 0,0 0 1 0,-2 0-1 16,1 0-5-16,0-1 5 0,-1 2-4 0,1 0 2 15,-2 0-2-15,-1 3-5 0,-2 0 3 0,-2 3 10 0,2-2-3 16,0 6-2-16,1 1-1 0,0-2 5 0,3-3-5 16,-1 1 4-16,3-2-6 0,0 0 9 0,-4 0-4 15,3-1 4-15,0-1-5 0,-1 2 0 0,2-1 14 16,0 0-3-16,0 1 6 0,1 0-2 0,0-2 2 16,0 1-4-16,0-1 4 0,1 1-10 0,0-2 8 15,0 1-5-15,2 0 3 0,5 0-11 0,1-1 2 16,2 0-4-16,-3 4 3 0,0-1-2 0,1-2 0 15,-4 0 6-15,1-1-4 0,-1-1 3 0,-3-1 4 16,1 0-7-16,-2 0 6 0,1 0-7 0,1 0 12 0,-1 0-7 16,-1-1 6-16,0 0-11 0,0 0 1 0,1 0 2 15,-1-2-3-15,-1 1 2 0,0-1-3 0,0-1 2 16,0-1-3-16,-1 2-5 0,-1 0 1 0,1 1 2 16,0-1 1-16,-1 1 3 0,-1 0-6 0,1 1-4 15,0-1 1-15,-2 1 5 0,1 0-4 0,0 1 4 0,1 0-5 16,0 0 6-16,0 0-6 0,1 0 1 0,0 0-4 15,-1 0 4-15,-1 1 0 0,1 0 1 0,1 1 0 16,0-1 2-16,-1 0 4 0,1 0 0 0,1 0 0 16,0 2-1-16,1-1 2 0,1 0 0 0,-1 1 0 15,1-2-10-15,3 1 5 0,5 4-3 0,0-2 3 0,-1-2-1 16,-2-1 4-16,0-1-4 0,-1 0 4 16,0 0-3-16,-1 0 0 0,-2-1 5 0,0 0-3 0,-1-2-1 15,0 1 5-15,2-4-5 0,-1-2 4 0,-1 0-1 16,-2 0-5-16,0 0 3 0,-4-2-3 0,2 5 12 15,1 3-11-15,-2-2 5 0,-6-3-8 0,-3 1-1 0,0 3 6 16,-1 0-5-16,2 3 5 0,-1 0 0 0,2 2-4 16,2 0 4-16,1 0-5 0,0 2 5 0,4-3-1 15,-1 0 0-15,3-1 0 0,-1 1-6 0,-1 1 7 16,1-1-5-16,-1 1 5 0,2 0-9 0,0 1 7 16,0-1 1-16,0 1 3 0,1-1-2 0,0 3-1 15,0-2-2-15,1 2 0 0,-1-4-6 0,1 1-11 16,-1 0-7-16,8 3-2 0,3 1-41 0,1-1-54 0,-1-4-15 15,2-1-18-15,3-3-85 0</inkml:trace>
  <inkml:trace contextRef="#ctx0" brushRef="#br0" timeOffset="161801.23">18344 5961 675 0,'0'-1'285'16,"-1"0"-430"-16,0 0 352 0,0-2-210 0,0 1 3 16,0 1-1-16,1 0-2 0,0-1 1 0,0 1 2 0,0 1 0 15,0 0 0-15,0 1-1 0,0 2 3 0,0 3-27 16,1 10-5-16,1-1-13 0,2 1-46 0,0-3-118 16,2-2 6-16</inkml:trace>
  <inkml:trace contextRef="#ctx0" brushRef="#br0" timeOffset="162134.14">18078 8975 1334 0,'-2'0'2'0,"1"0"-2"0,0 0 2 15,0-1 4-15,0 1-3 0,-2 0-5 0,1 0-9 16,0 0-11-16,0 0 0 0,1 0-42 0,0 0-109 16,0 0-3-16,0-1-51 0,0-1-143 0</inkml:trace>
  <inkml:trace contextRef="#ctx0" brushRef="#br0" timeOffset="162418.94">18180 6032 962 0,'-1'-2'491'0,"-1"0"-747"0,0-10 610 0,-6-3-367 0,3 7-11 15,3 5-14-15,-1 1 1 0,2 1-4 0,0 1-10 16,1 1-99-16,0 1-50 0,2 11-27 0,4 10-249 0</inkml:trace>
  <inkml:trace contextRef="#ctx0" brushRef="#br0" timeOffset="162652.69">18260 9235 637 0</inkml:trace>
  <inkml:trace contextRef="#ctx0" brushRef="#br0" timeOffset="163403.03">20923 6765 38 0,'0'0'-3'0,"0"0"1"0,0 0 2 0,0 0-3 0,0 0 4 15,0 0 0-15,0 0-6 0,0 0-3 0</inkml:trace>
  <inkml:trace contextRef="#ctx0" brushRef="#br0" timeOffset="163738.17">20922 6750 101 0,'0'0'47'0,"0"0"44"15,0 0 9-15,0-1-4 0,0 0-8 0,0 0 1 16,-1-1-30-16,0 1-12 0,0-1-2 0,-1 0-4 15,1-1-21-15,0 1-3 0,0 0-6 0,0-1 3 0,-2 1-12 16,1 1 5-16,-4-3 1 0,-1 1 2 0,0 0 6 16,-1 1-8-16,-2 0 1 0,0 2-2 0,-2 0 5 15,0 0 9-15,0 0 2 0,4 0 2 0,2 0 10 0,0 0-13 16,2 0 6-16,-2 1-9 0,0 0 3 0,4-1-3 16,-1 0-8-16,1 1 3 0,0 0-12 0,0 0 17 15,1 1-2-15,0-1 7 0,0 0 10 0,1 0-6 16,0 0 10-16,1 0-9 0,1 1 5 0,10 1-10 15,5 1-5-15,4-1 2 0,4-2-2 0,4-1-8 16,3 0 4-16,1 0-6 0,1 0 8 0,0-1 4 16,5-1 0-16,2 0 1 0,6-1-1 0,6 1 2 15,1-1 2-15,2 1-1 0,0-1-8 0,-2-2 6 0,0 1-7 16,0 1 7-16,0 2-8 0,1 1 1 0,0 1-2 16,0-1 0-16,-5 1-5 0,-4-1-11 0,-5 1 3 15,-7-1-5-15,-4 3 8 0,-9-2 0 0,-2 1-3 16,-8-1 0-16,0 0-10 0,-5 1-14 0,-3-2-3 0,-1 0-6 15,0 1-42-15,0 0-44 0,1 0-33 0,-2 0-14 16,-1 0-227-16</inkml:trace>
  <inkml:trace contextRef="#ctx0" brushRef="#br0" timeOffset="164553.5">20262 7356 991 0,'-1'-1'70'0,"0"-1"20"0,1 1-11 0,-2-13-43 16,-5 5 9-16,3 2-7 0,-4 1-18 0,2 0 1 0,0 4-6 15,-2-1-2-15,0-3-13 0,-3 0 7 0,-3 2-7 16,-1 3 12-16,-2 2-10 0,0 3-2 0,-1 3-1 15,0 3-3-15,-1 0 9 0,1 2-5 0,-1-9 5 16,1 8-2-16,2 1 10 0,0 1-2 0,5-2 3 16,-2 0-5-16,5-1 5 0,0-2 2 0,5-1 0 15,-1 1-1-15,2-1 0 0,-4 0-3 0,1 0 3 16,2 1 0-16,2-3 8 0,1 2 1 0,0-2 2 16,1 0-4-16,1 0 10 0,1-3-8 0,14-1 7 0,0 10-11 15,3-4-10-15,2-5 4 0,3-2-7 0,3-3-5 0,0-4 0 16,2-3 2-16,-2 0 0 0,-2-1 6 0,-3 0-10 15,-3 2 0-15,-2 0-2 0,-4 1 4 0,-3 1 5 16,-3 3-1-16,-5 1 2 0,2 0-8 0,-3 2 6 16,1-1 0-16,-2 2 1 0,1-2-4 0,1 0-2 15,-1-1 0-15,-1 2 0 0,0 0-5 0,0 0-1 16,1 0-2-16,-2 0 2 0,0 1 1 0,-2 1 2 16,1 0 2-16,-1 1 0 0,-6 10 3 0,-2 1-3 15,1 2 0-15,3 2 0 0,-1-1 3 0,0 2-3 16,0 2 0-16,1 0 0 0,-1 2 0 0,-1 4-2 0,-1-1 1 15,0 1-1-15,0 1 10 0,-2 1-9 0,0 2 0 16,-1 1-3-16,-3-2 4 0,0-2 1 0,-1 2-1 16,-3-5 0-16,2 1-2 0,1-4 6 0,-2-2 0 15,2-4 2-15,-2-2-6 0,5-3 5 0,-2-2-5 16,6-2 6-16,-1-2-2 0,2-1 0 0,2-1 6 0,0 3-5 16,0-2 5-16,0 1 16 0,2-3-1 0,-2 0 6 15,3-1-2-15,2 0-5 0,-1-1-2 0,0 0-1 16,-1 0-9-16,2-2-4 0,-2-10-4 0,1-3 1 15,4 1-1-15,3-3-4 0,4 0 2 0,-5 0-2 16,16 0 5-16,-2 0-9 0,-2 1 7 0,0 3-7 16,0-4 3-16,-2 3-2 0,2 2-3 0,-3-1 0 0,-1 2-13 15,1 2-17-15,0 1-4 0,-1 2-5 0,1 0-20 16,-1 0-43-16,0 0-3 0,-1 1-14 0,0 0-15 0,1 1-43 16,-2 4-34-16,1 0-10 0,-2 0-174 0</inkml:trace>
  <inkml:trace contextRef="#ctx0" brushRef="#br0" timeOffset="165270.15">20414 7797 460 0,'0'0'64'0,"0"0"-4"0,0 0 62 16,0 0-7-16,0 0 5 0,0 0 7 0,0 0-30 0,0 0 6 15,0 0-19-15,0 0-31 0,0 0-24 0,0 0 1 16,0 0-7-16,0-1-1 0,0 1-5 0,0 0-1 15,0 0-1-15,0 0-8 0,0 0-2 0,0 0-6 16,0 0 2-16,-1 0-1 0,0 0 9 0,0 1-2 0,-2 0 2 16,2-1-17-16,-8 7 12 0,0-5-6 0,-1 8 9 15,2-1-8-15,2 1 3 0,-3-2 5 0,6 0-1 16,-1 0 7-16,2 0-8 0,-4 0 1 0,3-3-4 16,0 0-3-16,1 0 1 0,1-2 1 0,1 0 2 15,-1 0 3-15,1 0 3 0,0-2-1 0,0 1 1 16,0 0 1-16,0 1 9 0,0-1 5 0,0-1 1 15,0 0 3-15,0 1-8 0,0-1-3 0,0 0 1 0,0-1-4 16,0 0-8-16,0 0-4 0,0-1 0 0,0 0-2 16,0-1 1-16,0 0-1 0,0-4 2 0,1-2 4 0,1-1-10 15,2-2 4-15,0 0-6 0,2 1 5 0,1-3 5 16,2 1-4-16,-1-1 4 0,2 0-11 0,3 2 9 16,-2-2-2-16,-1 1 4 0,1 4-3 0,-3 1-3 15,0 1 2-15,-2 2-3 0,0 2 4 0,-2 1-1 16,0-3 3-16,0 2-3 0,0-1-15 0,-2 2 10 15,0 1-1-15,-1 0 5 0,1 0 8 0,0 1-6 16,0 2 0-16,2 4-2 0,1 6 1 0,-3 1 0 16,-2 0 5-16,0 0-1 0,-1-2 4 0,-2 0-8 15,1-1 1-15,0-1-1 0,-1-2 5 0,1-1-2 0,0-1-1 16,-1 0-2-16,1 1-3 0,1-1 1 0,0-2 2 16,1 0 0-16,0-1 3 0,0 0 2 0,0-1-5 15,0-1 4-15,0 1-4 0,0-1 3 0,0 1 5 16,0 0-1-16,1 1-1 0,0-2 6 0,0 0-8 0,0 0 7 15,0 0-9-15,1-1 3 0,0 0-2 0,4-1 1 16,4-2-7-16,2-3 3 0,0-1 0 0,0 6 0 16,-1-12-3-16,1-1 4 0,1-2 2 0,0 1 2 15,1-3-4-15,0 1-6 0,2 1-2 0,0 2 0 16,0 0 7-16,-1 5 4 0,-5-2-2 0,1 3 3 16,-2 6-5-16,-3-2-4 0,1-2 4 0,-3 4-4 15,2-2 8-15,1 2-5 0,1 1 0 0,1 1-3 0,-2 2 4 16,-3 1 1-16,-1 15 6 0,-2 1-4 0,1 2 0 15,11 2 1-15,-6-2-3 0,-5-1 2 0,-1 0-4 0,-1-5-5 16,0-1-5-16,0-1 0 0,0-2-16 0,1-3-46 16,1-1-13-16,-2-3-17 0,1-2-98 0,1 0-118 15,0-1-44-15</inkml:trace>
  <inkml:trace contextRef="#ctx0" brushRef="#br0" timeOffset="166354.69">15660 8106 465 0,'0'-1'56'0,"-1"0"55"0,-1-1-11 15,1 0-48-15,0 0-6 0,1 1-13 0,-2-8-20 16,1 2-6-16,-1 0-1 0,2-1-3 0,0 0-2 0,0 0 13 15,2-2 0-15,-2 2 2 0,1 1-14 0,0 1 22 16,-1 0 3-16,0 1 9 0,0 2 25 0,0-1 9 16,0 3-5-16,0-1 4 0,0 1-7 0,0-1-12 15,0 0-2-15,0 0-5 0,0-1-24 0,-1 2-15 16,0 0 3-16,-1 1-6 0,1 1 5 0,-1 2 1 16,1 10-3-16,-5 11 3 0,-1 0 3 0,1 2-8 15,1-3 0-15,0-1-2 0,2 2-2 0,-1-3-3 16,2-1 0-16,-11 2-3 0,7-5-13 0,3-2-89 15,3-4-32-15,0-2-45 0,1 2-344 0</inkml:trace>
  <inkml:trace contextRef="#ctx0" brushRef="#br0" timeOffset="167224.53">20793 7751 655 0,'0'-1'66'0,"0"0"-9"0,-1-1 60 15,-1 1-9-15,1-1-5 0,-1-1-66 0,-1 1-19 16,2 0-2-16,0-1-6 0,0 1-1 0,0 0-5 15,1-1 1-15,0 2-2 0,0-1 7 0,1-1 6 16,1 2 6-16,3-1-2 0,11-5 18 0,0 3-5 16,0 2 2-16,4 1-4 0,-4 1-1 0,-1 0-14 0,-1 0 1 15,-2 1-6-15,-2 1-1 0,0 2-1 0,0 2 2 16,-3-2-3-16,2 1-2 0,-5 3 8 0,1 4-2 16,-2-1 4-16,0 0-11 0,-2-1 15 0,0-1-10 15,5 0 11-15,-1-1-11 0,-2 1 6 0,0 1 0 16,-3-1 0-16,0 0-6 0,-2 2 0 0,-1 0 1 0,-2 0-2 15,-1 0-7-15,-1-1 3 0,-1 2-2 0,7-1 2 16,-9 1-7-16,1-3 5 0,2 0-3 0,2 0 5 16,1-2-1-16,1-1-3 0,1-1 2 0,-2 0-1 15,1 1 8-15,0-2 2 0,2-2 1 0,0 1-1 16,1 0 2-16,0 0 9 0,0 1-7 0,0-3 5 16,0 0-17-16,10 6 9 0,8 3-7 0,4-6 6 15,1-1-11-15,-1-3-3 0,1 0 6 0,-2-1-4 0,1-1 7 16,-3 0-15-16,2-2 0 0,2 1-9 0,-2-1-27 15,2 1-45-15,1-2-23 0,-1 1-13 0,4-2-137 16</inkml:trace>
  <inkml:trace contextRef="#ctx0" brushRef="#br0" timeOffset="171594.82">21377 7320 256 0,'0'0'-68'0,"0"0"42"0,0 0 0 16,0 0 4-16,0 0 63 0,0 0 0 0,0 0 5 15,0 0-4-15,0-1 4 0,0 0-4 0,0 0-19 16,0 0 5-16,0 0-13 0,0-1-15 0,0 1 7 15,0 0-7-15,0 0 7 0,0 0-6 0,0 0 1 0,1-1-4 16,1 1 1-16,-1 0-2 0,0 0 2 0,0 0 16 16,0-1-8-16,0 1 29 0,1 0-4 0,-1 0-2 15,0 0 2-15,0 0 12 0,0-1-19 0,0 1 13 16,1 0-14-16,-1 0 33 0,0 0-9 0,-1 0-4 0,0-2-1 16,1 1-12-16,0-1-7 0,1 1 3 0,-1 0-7 15,0-1-1-15,0 1 5 0,-1 0-7 0,2-3 5 16,0 1-10-16,-1 2-2 0,0 0 4 0,-1 1-3 15,1-2 7-15,-1 2-3 0,0 0 2 0,1-1-2 16,0-1 4-16,1 1 11 0,-1 0-1 0,0-1 3 16,0 2-7-16,0 0 9 0,0 0-11 0,1-1 10 0,-1 1-14 15,0 0-6-15,0 0 5 0,-1 0-6 0,1 0-1 16,-1-1 2-16,2 1-5 0,-1 1 2 0,-1 0-10 16,1 0 6-16,-1 0-4 0,1 1 6 0,0 1-2 0,0-1 2 15,1 1 3-15,-1 2-3 0,3 9-4 0,0 3 0 16,0 2 0-16,-2-1 1 0,0 3 5 0,1 3-11 15,-1 0 4-15,-1 1-5 0,-1 2 12 0,0 2-10 16,0 0 2-16,0 3-3 0,0 0 1 0,-1 1 1 16,-3-3 2-16,1-3 0 0,-2-2 5 0,2-4-3 15,-2-1 1-15,0-1-3 0,2-1-3 0,0-6 8 16,1-1-4-16,1-4 6 0,0 2-10 0,-1-2 1 16,1 1 0-16,0 0 2 0,1 0-1 0,0-2 7 0,0-3-5 15,0 1 6-15,0-1-9 0,0 0 7 0,0 1 2 16,0-1 3-16,0 0 25 0,0 0 0 0,0-1 1 15,0 0-3-15,1-1-16 0,0 0-7 0,1-1 3 16,6-11-3-16,-6-13-1 0,11-6-9 0,1-5 2 16,3-4-2-16,-1-2 11 0,2 1-9 0,1 0-2 15,-2 2-1-15,1 1 0 0,-2 5-2 0,-1 5 4 0,-1 2-4 16,-4 4 6-16,1 2-2 0,-3 3-2 0,-2 3 1 16,0 0-5-16,-1 8 2 0,-4-2 0 0,0 3 0 15,0 3-3-15,0 0-4 0,2-1-14 0,-1 1 3 16,0 1-47-16,-1 0-5 0,1-1-1 0,-1 2-8 15,0 0-54-15,0 2-152 0,-1 5-61 0</inkml:trace>
  <inkml:trace contextRef="#ctx0" brushRef="#br0" timeOffset="172075.99">21706 7653 1693 0,'-1'-1'48'0,"0"0"-6"0,1 0 0 15,-1-3 0-15,1 3-21 0,-1-1-25 0,0 0 1 0,1 1-2 16,0 1 3-16,0 1 4 0,0 5-3 0,0 14 4 16,-2 9-4-16,-1-1-4 0,-3-1-5 0,-3 1-2 15,0-3 2-15,1-5 9 0,0-4-2 0,1-3 2 16,2-3-3-16,0-2 2 0,3-3 6 0,1-2 1 15,1-2 3-15,-1 2 4 0,0-1 6 0,-1 0 0 0,1-1 1 16,0 1-5-16,0-1-3 0,0 0-7 0,1-1 3 16,0 0-5-16,1-1 0 0,0 0 3 0,4-3-4 15,8-4-4-15,5-5 0 0,4 0 3 0,-1-1-1 16,3 1 3-16,-5 1 2 0,-3 0-4 0,-1 2 3 16,-2 0-3-16,0 2-7 0,-4 1 10 0,1 1-6 15,-3 4 16-15,0-4-3 0,0 1-2 0,0 3 1 16,-1 1 5-16,1 1-4 0,-3 1 2 0,1 1-3 0,-1 3 1 15,6 13-3-15,-3 0 2 0,-3 1-2 0,-2 0-2 16,-1-2-2-16,-1-1-2 0,0-3 1 0,0-1-1 16,0-1-1-16,0-2-1 0,0-1 0 0,0-1-6 0,0-2-32 15,0-2-6-15,0-2-12 0,2 2-35 0,-1-1 28 16,0-1-12-16,0 0 11 0,0-1-70 0,0 0-25 16,1-1-1-16,0-9-1 0,1-8 39 0,0-1-19 15,-2-1-7-15,-1 0-13 0,-1 0-101 0</inkml:trace>
  <inkml:trace contextRef="#ctx0" brushRef="#br0" timeOffset="172244.98">21695 7553 438 0,'-2'0'112'0,"1"-1"-13"0,0 0 86 0,-1 0-1 16,1 1-14-16,-3-3-42 0,2 2-47 0,-1 0-5 16,1 0-17-16,0 0-43 0,0 0 16 0,1-1-6 15,1 1 10-15,0 1-3 0,1 0 7 0,7 0-5 0,16 0 5 16,6 0-16-16,0 0-11 0,5-2 3 0,4-2-7 15,2 0-8-15,1-2-50 0,-4 0-11 0,0-1-20 16,-2-1-96-16,0-3-135 0,-1 0-84 0</inkml:trace>
  <inkml:trace contextRef="#ctx0" brushRef="#br0" timeOffset="173113.1">22662 6625 1158 0,'0'-1'120'0,"0"-1"261"0,-3-11-354 0,3 11-34 15,0-1 6-15,0 2-15 0,0 0 3 0,1 1-32 16,0 1-13-16,2 2-8 0,4 1-50 0,0 9-28 15,2 4 1-15,-2-6-12 0,-2 2-6 0,-3-4 42 16,-1-5-1-16,3-3 10 0,1 3-52 0</inkml:trace>
  <inkml:trace contextRef="#ctx0" brushRef="#br0" timeOffset="173312.11">23283 6662 1697 0,'0'0'14'15,"0"0"2"-15,0 0-25 0,0 0 5 0,0 0-15 16,2 1 15-16,-1 0-26 0,0 2 1 0,1-1-10 16,1 2-4-16,4-2-40 0,-2 0 6 0,4-1-28 0,0 6-85 15,1-2-207-15</inkml:trace>
  <inkml:trace contextRef="#ctx0" brushRef="#br0" timeOffset="173444.02">23683 6435 283 0,'1'0'70'0,"1"1"-10"0,0 0 56 16,7 5 8-16,3 2-14 0,-1-4-20 0,2 9-32 16,2 1-11-16,-1 1-5 0,2 2-36 0,0 2-19 15,-6-1-23-15,3 2-4 0,-2-1-125 0</inkml:trace>
  <inkml:trace contextRef="#ctx0" brushRef="#br0" timeOffset="173510.84">23921 6640 469 0,'0'-3'77'0,"4"-13"110"0,3-9-106 0,1 2-40 0,-1 1-17 16,0 4-15-16,1 1-137 0</inkml:trace>
  <inkml:trace contextRef="#ctx0" brushRef="#br0" timeOffset="176780.14">18185 8844 145 0,'0'0'76'0,"0"0"12"0,-2-1 62 15,1 0 21-15,0 0-31 0,0 0-31 0,0-2-31 0,-1 1-4 16,1 0-4-16,0-1-11 0,1 2-1 0,-2-4-4 16,-1 2 0-16,2 1-17 0,1 0-24 0,0 1 3 15,-1-1-11-15,0 0-2 0,0-1 11 0,0 2 4 16,-1 0 3-16,1 0 20 0,0 1-2 0,0 0 0 16,0 1-2-16,-1 1-13 0,-1 8 2 0,-4 8 0 0,0 4 0 15,0-2-2-15,1-2-3 0,-1 4-2 0,0-2-1 16,0 0-10-16,0 0 1 0,1-2-2 0,0 0 3 15,0 1-6-15,1-3-1 0,1 2-2 0,0-3 1 16,2-1-4-16,-1 2-5 0,1-2-2 0,1 2-3 16,0-1-18-16,1-2-14 0,0 0-10 0,0-1-1 15,0-3-44-15,0 0-31 0,0-3-13 0,0-3-6 0,0 1-43 16</inkml:trace>
  <inkml:trace contextRef="#ctx0" brushRef="#br0" timeOffset="177197.03">17766 9357 351 0,'0'0'88'0,"0"0"-7"0,-1 0 72 0,0 0-3 0,-1 0-8 16,1 0-28-16,0 0-19 0,0 0-10 0,0 0-4 15,-1 0-51-15,1 0-6 0,0 0-1 0,1 0 2 16,0 0 7-16,0 0 11 0,1 0-2 0,2 0 4 15,3 0-2-15,11 0-4 0,3 0 6 0,5 0-4 16,0-1 0-16,3 1-5 0,1-1-6 0,-1 0 2 16,3-2-12-16,-3 1-18 0,0 1 8 0,-1 0-10 0,-2-1 8 15,-4 2-6-15,2 0-4 0,-5 0 2 0,-1 2 1 16,-2-1-1-16,-2 0 0 0,0 0-4 0,-1 1-23 0,-3 0-34 16,-1-1-6-16,-3 0-14 0,-2-1-52 0,0 0-20 15,-2 0-16-15,2 0-5 0,-1 0-99 0</inkml:trace>
  <inkml:trace contextRef="#ctx0" brushRef="#br0" timeOffset="177364.2">17856 9349 1102 0,'0'0'24'0,"-1"0"57"0,1 0-76 0,0 0 20 0,0 0 8 15,1 0 6-15,2 1 30 0,9 1-7 0,6 2-9 16,5 0 0-16,-2-1-26 0,2 1-27 0,2-2 4 15,-4-1-15-15,0-1-35 0,-2-1-27 0,0-1-10 0,-2-2-6 16,-2-2-52-16,-1-2-35 0,-1 6-30 0</inkml:trace>
  <inkml:trace contextRef="#ctx0" brushRef="#br0" timeOffset="178998.21">18229 8739 952 0,'0'0'65'0,"-1"0"122"15,0-2-150-15,0 1-20 0,-1 0-7 0,1 1-3 16,0 0-20-16,0 0 3 0,1 0-8 0,0 0 4 15,0 0-23-15,0 0-6 0,1 0-4 0,0 0-1 16,0 0-3-16,1 0 19 0,-1 0 4 0,0 0 4 16,0 0 24-16,0 0 50 0,1 0-7 0,-1 0 19 15,0 0-11-15,0 0-6 0,0 0 2 0,-1-1-5 16,0 0-12-16,0 0-18 0,0-1-1 0,0 1-6 0,-1 0-5 16,0 0-4-16,0 0-2 0,0 0-1 0,-1-1 8 15,0 1-5-15,0 0 3 0,-1 0-5 0,-1 0 10 16,-3-1-10-16,1 2 6 0,0 0-7 0,0 0 7 0,1 0-2 15,2 0 0-15,-1 0 0 0,2 0-5 0,-1 0 7 16,2 0-4-16,0 0 6 0,0 0-1 0,-1 0 3 16,-1 0 5-16,1-1-3 0,1 0 0 0,0 1 3 15,-1-1-6-15,1 1 6 0,0-1-7 0,0 1 4 16,0 0 2-16,-1 0 1 0,1 0 7 0,0 0 0 16,0 0-8-16,0 0 5 0,0 0-5 0,-1 0-8 15,1 1 4-15,-1 0-5 0,0 0-2 0,0-1 10 16,-2 3-6-16,-2 0 6 0,1 0-8 0,0-1 10 15,3-1 5-15,0 0 1 0,-1 0 5 0,2-1 5 16,-1 2-2-16,-1-1 3 0,2-1 3 0,0 0-4 0,-1 1 5 16,-1 0-6-16,1 0-2 0,0 0-6 0,1 1-9 15,-1-1 5-15,1-1-10 0,0 0-1 0,0 0 1 0,0 0-2 16,-1 0-2-16,1 1 7 0,0-1-1 0,1 1 4 16,0-1 1-16,0 0-7 0,1 0 5 0,0 0-6 15,1 0 2-15,-1 0 4 0,1 0 4 0,1 0 1 16,1 0 7-16,7-1 2 0,2-1-9 0,2-2 7 15,3 1-5-15,0-3-6 0,4-4 3 0,3-3-5 16,4-1-2-16,-1-1 4 0,-1 1-5 0,0 0 4 16,-3 2-9-16,0 0 2 0,0 0 0 0,-1 2 0 0,0 0 0 15,-3 2 0-15,-2 1 4 0,0 0-2 0,-1 1 4 16,-1 0-5-16,-2 2-1 0,0 0 0 0,0 1-4 16,-1-1 5-16,0 2-3 0,0-1 4 0,-1 1 7 15,-2 1-9-15,1 0 6 0,-2-1-8 0,0 2 0 16,-2 0 5-16,0 0-4 0,-2 0 5 0,-1 0 3 0,0 0-8 15,-3 0 3-15,2 0-5 0,0 0 2 0,-2 0 1 16,1 0 4-16,0 0-1 0,0 0 5 0,0 0-8 16,1 0 2-16,-1 0-2 0,0 0 1 0,1 0-1 15,-1 0 2-15,0-1-1 0,1 0 8 0,-1 0-5 16,0 0-3-16,2-2 0 0,-3-4 0 0,5-2-3 16,-4 0 2-16,-1-2-2 0,4 0 2 0,-4 0-1 15,3 0 3-15,-3 2-2 0,6-1 6 0,-2 2-6 0,-2 0 2 16,0 0-2-16,-1-2 6 0,-1 2-10 0,-1 0 5 15,0-1-5-15,0 0 5 0,0 1 4 0,0 1-5 16,0 0 4-16,0 2-4 0,0 0-3 0,-1 1 3 0,0-1-3 16,1 1 11-16,-1 1-7 0,1-1 6 0,0 2-6 15,-1-2 5-15,1 2 2 0,0 0-7 0,-2-1 7 16,2 2 4-16,-1-1-8 0,0-1 8 0,1 2-10 16,-1-1-2-16,-2 0 2 0,1-1-6 0,0 2 5 15,-1 0 6-15,1 0-8 0,0 0 2 0,-1 1-5 16,1 0-3-16,0 0 8 0,0 0-1 0,1 0 4 15,-1 2-7-15,1 0 7 0,-4 5-5 0,2 0 5 16,0-1-4-16,2 0 5 0,0 1-4 0,0-1 2 0,1 0-7 16,0 0 8-16,0 0 3 0,1 0 0 0,0-2 3 15,1 2-3-15,1-2 1 0,-1-1-2 0,2 2-4 0,-1-2 2 16,4 0-2-16,5-1 2 0,-1 1-3 0,-1-2 8 16,1 0-5-16,-7 0 6 0,3 5-4 0,-1-3-3 15,0 0 3-15,1-1-3 0,-1-1 8 0,-1-1 2 16,1 0-4-16,-3 0 2 0,1-1-14 0,-2 0 3 15,2-1-1-15,-3-8 3 0,7-2 6 0,-1-2-9 16,-3 3 7-16,-2-1-7 0,-1 1 4 0,-1 4 3 16,0 0-6-16,-1 0 2 0,-1 0-9 0,0 3 8 15,-1-1-6-15,2 2 7 0,-2 2-3 0,-8 0-7 16,4-4 5-16,-5-1-7 0,0 4 9 0,3 2 1 0,-2 1-2 16,1 3 2-16,1 0-2 0,-1 3-1 0,1-5 4 15,4 6-2-15,-1-1 1 0,5 0 1 0,-5 1-1 16,1-1 1-16,1 0-2 0,2-1 3 0,1-1 1 15,0 1 2-15,1-2 1 0,0 1-5 0,0 0 3 0,1-2-2 16,1 2 2-16,1-1 5 0,5-2-3 0,4 0 3 16,1 0-8-16,2 8 8 0,-2-4-1 0,0-3 3 15,0 0-4-15,-3-3-3 0,6 0-8 0,-5-1 4 16,-1-1-6-16,-4 1 6 0,-4 0 6 0,0 0-4 16,1 0-2-16,-2 1 4 0,0-8-4 0,5 1 6 15,0-3-2-15,-3 2-5 0,0-3 1 0,-3 1-4 16,-2-1-1-16,0 2 8 0,-3-1-4 0,1 3 2 0,-1 0-14 15,-10 2 10-15,-3 1-2 0,3 1 5 0,-2 2 0 16,0-11 4-16,3 7 0 0,-2 1 2 0,4 3-3 16,2 1-9-16,-2 0 7 0,4 1-7 0,-2 1 14 0,6 1-11 15,-2-1 2-15,2 0-5 0,1 1 0 0,-1-2 8 16,3 6-3-16,-5 1 5 0,2 1-8 0,-1 0 4 16,3-2 2-16,0 0 2 0,2-1 8 0,0 0-9 15,2 0 2-15,0 0-5 0,0-2 2 0,1 1-1 16,8 0 1-16,3-2-2 0,1 1-14 0,0-2-8 15,1-1-15-15,2 11 1 0,-2-6-68 0,4-4-54 16,2-2-26-16,5-7-22 0,3-7-217 0</inkml:trace>
  <inkml:trace contextRef="#ctx0" brushRef="#br0" timeOffset="179865.52">18368 5800 646 0,'0'0'20'0,"0"0"60"0,0 0-81 0,0 0-28 0,0 0 17 16,0 0-19-16,0 0 27 0,0 0-9 0,0 0 6 15,0 0-3-15,0 0 36 0,0 0 26 0,0 0 5 0,-1 0 6 16,0 0 10-16,-1 0-1 0,1 0-1 0,0 0 0 15,0 0-6-15,0 0-25 0,0 0 1 0,-2 0-10 16,1 0-7-16,-3 0-4 0,-2-1-2 0,1 1 0 16,-1 0-8-16,4 0 4 0,-2 0 1 0,0 1 0 15,1 1-7-15,1 0 6 0,0 1-9 0,1 9 9 16,0 1-6-16,-7 0 11 0,3 0-1 0,2-2 1 0,3 0-5 16,1 0 9-16,0-1 5 0,2 1-1 0,2-2 3 15,1 1-5-15,1-2-5 0,-4 0 3 0,10-1-5 16,-1-1 7-16,1-1 1 0,0-3 1 0,1 0 2 0,0 8-1 15,-1-4-7-15,-1-3 3 0,-1-2-16 0,-3-1 8 16,2-1-5-16,-4 0 4 0,-2 0-7 0,1-2 2 16,-3 3 5-16,6-9-4 0,-1 0-7 0,-2-1 9 15,-3 1-7-15,-1 1 8 0,-3-1-10 0,0 2 0 16,2 0-1-16,-17 4 1 0,0-1 0 0,-2-8 4 16,-2 4-1-16,0 5 1 0,2 3-8 0,0 2-3 15,5 2 3-15,-1 1-2 0,1 2 6 0,3 1 0 16,2-3-6-16,5-1 2 0,0-1-1 0,4 0-4 15,0 3 2-15,-5 1-7 0,1 0-32 0,3-1-117 0,1-2-59 16,1-1-39-16,0-2-394 0</inkml:trace>
  <inkml:trace contextRef="#ctx0" brushRef="#br0" timeOffset="186338.55">11559 8538 256 0,'0'0'128'0,"0"0"-54"16,-1 0 57-16,0 0 3 0,-1 0-86 0,-1 0-5 0,2 0-10 15,-1 0 2-15,-2 0 0 0,2 0 0 0,0 0-10 16,-1 0 1-16,1 0-6 0,-1 1-1 0,1 0 7 16,1 0 2-16,0 0 2 0,0 0 13 0,-1 1-14 15,1-1-2-15,1 0-5 0,0 0-12 0,0 0 27 16,0 0-4-16,0 1 12 0,0-2 7 0,1 0-25 16,2 0 10-16,6 1-16 0,6-1 2 0,9-1-14 0,1-2 4 15,3-1-6-15,1-2 3 0,-2-1-5 0,3-2 2 16,-2 1-1-16,-1 1 2 0,0 0-2 0,-1 1-2 15,0 0 2-15,0 2-4 0,0-1 1 0,-2 1 0 16,0 2 1-16,-4 0 8 0,0 1-10 0,-4-1 5 16,1 1-6-16,-2 1 2 0,-1 0 6 0,4-1-6 0,-1 1 6 15,-1 0-13-15,0 0 8 0,-3 1-2 0,-1 0 5 16,0 1-11-16,-4-2 4 0,-1 0-1 0,-1 0 1 16,0 0-2-16,-4 0 0 0,0 0-4 0,-1 0 2 15,2 0-19-15,-1 0-28 0,1 0-5 0,-1 1-6 16,-1 0-21-16,0 0-56 0,-1 0-12 0,-1 0-23 15,-1 2-117-15</inkml:trace>
  <inkml:trace contextRef="#ctx0" brushRef="#br0" timeOffset="186721.56">11584 8841 1403 0,'-2'-1'14'0,"-8"-6"22"0,-4-10 2 0,6 10-5 15,1 1 1-15,3 4-8 0,3 2-24 0,0 0 5 0,-1-2-10 16,-1-1 7-16,2 1-10 0,0 1-7 0,0 0 9 16,1 1-8-16,0 0 4 0,1 0-2 0,0 0-1 15,14 3 1-15,2 1 2 0,6 0 14 0,1-3-4 16,4-1 10-16,3-3 10 0,-4-4-7 0,3-1 8 15,-1-3-8-15,-1 1 6 0,1-2 2 0,2-1 2 0,0 0 0 16,1 2-2-16,2 1-8 0,3 0 2 0,-4 3-2 16,0-2-2-16,-4 2-9 0,-4 2 2 0,1 0-3 15,-2 2 6-15,-5 2 0 0,1-1-9 0,-3 2 6 16,-1 0-13-16,-2 2 12 0,-1-1-4 0,-1 2 6 16,-3 0-12-16,-1 0 6 0,-2 0-1 0,0-1 1 15,-1 0-1-15,-3-1-2 0,2 1-1 0,-2-1-1 0,1 0-13 16,-1 0-57-16,1 2-2 0,2-1-25 0,2 1-70 15,4 2-157-15</inkml:trace>
  <inkml:trace contextRef="#ctx0" brushRef="#br0" timeOffset="187805.66">15355 8542 161 0,'0'0'38'15,"0"0"-5"-15,0 0 20 0,0 0 3 0,0 0-11 16,0 0-6-16,0 0-8 0,0 0-5 0,0 0-2 16,0 0-13-16,0 0-1 0,0 0 3 0,0 0-2 15,0 0 10-15,0 0-5 0,0-1 3 0,0 1-4 16,1-1 5-16,1 0 8 0,-1 0-3 0,1-1 5 16,4 1 7-16,9-1-11 0,-1-1 3 0,2 1-9 0,1 0-5 15,1-1 3-15,2 1 2 0,1 1-2 0,1-1-2 16,-2-1-9-16,0 2 4 0,2-1-5 0,-5 1 9 15,2-1-14-15,0 1 10 0,-4 0-11 0,0 0 0 0,-2 0 1 16,-2 1-5-16,0 0 5 0,-3 0 6 0,-1 0-11 16,0 0 11-16,-2 0-10 0,-2 0 7 0,-2 0-1 15,0 0-4-15,2 0 1 0,-1 0-1 0,1 0-7 16,-1 0-2-16,-1 0-1 0,0 0-12 0,0 0-21 16,1 0-1-16,-1 0-8 0,0-2-16 0,-1 1-72 15,0 1 6-15</inkml:trace>
  <inkml:trace contextRef="#ctx0" brushRef="#br0" timeOffset="188323.24">15341 8594 216 0,'-1'0'58'0,"0"0"-8"0,0 1 39 0,-2 0-5 0,1 1-7 16,-3-1-14-16,0 0 2 0,2-1 2 0,-1 0-4 15,2 0-5-15,1 0-18 0,-1 1 0 0,-1 0-8 16,1 0-1-16,1 1-16 0,0-1 1 0,-1 0-8 15,1 0 7-15,0 0 13 0,1 0 5 0,0 1-2 16,1-1-9-16,2-1 2 0,12 0-10 0,8 0 7 16,4 0-9-16,-1-3-1 0,0 1 4 0,1-1-5 15,-2-1-10-15,2 1 8 0,-2 0-2 0,-4 1 5 0,0-1-1 16,-2 1-5-16,0 1-3 0,-3 1 1 0,-1 0-8 16,-3 0 7-16,-1 0-2 0,-3 0 4 0,-1 0-4 15,-1 0 3-15,-1 0-2 0,-2 0 3 0,-1 0 2 16,0 0-4-16,-1 0 4 0,1 0-4 0,0 0 4 0,1 0 12 15,-1 0-2-15,-1 0 4 0,0 0-10 0,1 0 8 16,-1 0-6-16,0 0 6 0,0 0-18 0,0 0 2 16,1 0 0-16,-2 0 2 0,0 0-10 0,0 0-2 15,0 1 0-15,-2 0 2 0,1 0 6 0,-1 1-9 16,-5 0 2-16,-8 2-3 0,-1-1 3 0,-1 2 0 16,-2-1 2-16,0 1 1 0,-5 1 4 0,1-1 1 15,1-1-1-15,0 1 3 0,5-1 1 0,-2-1 3 0,1 1-1 16,1-1 1-16,1 0-1 0,5-2 0 0,4 0 1 15,2-1-2-15,-1 0-3 0,4 0 8 0,-1 1-9 16,1 0 8-16,0 0-7 0,0-1 4 0,1 0 4 16,0 0-2-16,0 0 13 0,0 0-4 0,0 0 1 15,-1 0-3-15,2 0 4 0,0 0-11 0,2 2 3 0,-1-2-6 16,12 1-4-16,2 0 1 0,-2 0-1 0,1 0 1 16,1-1 2-16,1 2-8 0,-1-2-5 0,1 0-5 15,1 1-39-15,-1 1-135 0,3-1-81 0</inkml:trace>
  <inkml:trace contextRef="#ctx0" brushRef="#br0" timeOffset="208206.25">19892 9865 256 0,'0'0'62'0,"0"0"-18"16,0-1 30-16,0 0 6 0,0 0-41 0,0-2-8 0,0 1-10 15,1-6 4-15,0-1-2 0,0 1 9 0,1 1 9 16,0 0-10-16,-1 0 9 0,-1 5-6 0,1-4 8 15,1 1 7-15,-1 0-4 0,0 0 3 0,0 0-6 16,0-1-2-16,-1 1-2 0,0 2-3 0,0-3-1 16,0 2-3-16,0 3 1 0,0-2-14 0,0 1 7 15,0 0-4-15,0 0 4 0,0-1-6 0,0 1-5 16,0 0 5-16,0 1-4 0,0-1 9 0,0 1-8 16,0 0-1-16,0 0-2 0,0 0-3 0,0-1-3 15,0 1 5-15,0 1-4 0,0 0-3 0,0 0 4 16,0 1-7-16,0 1 8 0,1-1-1 0,-1 0-9 0,4 13 6 15,-1 4-6-15,0-2 9 0,-2 3-9 0,1 0 2 16,1 0-2-16,-2 2 8 0,-1 0-11 0,0 4 3 16,-1-2-6-16,-2 3 11 0,0 2 7 0,-1 1-4 15,0 2 3-15,-2 1-6 0,0 2-5 0,0 1 0 0,-1 2-2 16,0-3 6-16,0-3-4 0,0-2 7 0,2-3-7 16,2 1 3-16,-1-5 3 0,0-3-6 0,0-1 5 15,0-4-4-15,1 0-1 0,0-5 6 0,2-1-6 16,-1-2-1-16,1-2 3 0,-1 1-2 0,1-3 5 15,1-1 8-15,0 0-7 0,-1 2 6 0,0-1-5 0,0 0 4 16,0 0 10-16,-2-1-6 0,1-1 9 0,-3 1 1 16,-4-1-2-16,4 0 1 0,-2-2-3 0,1-2-10 15,-1-3-2-15,-4-10-2 0,2-5 0 0,3 0-7 0,4-4-5 16,2-2-1-16,3-4 0 0,6-3-1 0,1-1 5 16,2-1-4-16,0 2 4 0,-1-2-5 0,4 3 0 15,0 0 2-15,-12 0-1 0,20 0 0 0,-2 0 1 16,0-2 1-16,0 1 1 0,0 1 9 0,-3 2-12 15,0 3 9-15,-2 3-9 0,1 1 8 0,0 5 1 16,1 1-1-16,1 4 2 0,-2 0 2 0,3 3-3 16,-1 3 3-16,2 2-3 0,-1 1 1 0,-1 0 0 15,5 3-5-15,-4-8 4 0,-3 4 7 0,3 2-9 0,-6 4 1 16,-1 1-4-16,3 0-2 0,-5 0-7 0,-1 1 7 16,-2 1-9-16,1 1-5 0,-3-1-1 0,0 0-8 15,0 1 5-15,-2-2-19 0,1 2-14 0,0 0-21 16,-1-1-5-16,-1 0-150 0,2 1-228 0</inkml:trace>
  <inkml:trace contextRef="#ctx0" brushRef="#br0" timeOffset="208957.46">20098 10470 934 0,'-1'0'92'16,"-1"-2"197"-16,1 1-272 0,0 0-15 0,0 0-3 0,0 0-5 16,0 0 1-16,-1 1 9 0,2 0 3 0,0 0 1 15,0 0-2-15,2 0 3 0,0 0 2 0,4 0 0 16,9 0-2-16,0 0 4 0,4 0-8 0,-1 0 7 15,-1-2-1-15,3 1 3 0,2-2 8 0,-2-1-3 16,0 1 10-16,-3-2 5 0,1-1-5 0,-1-1 4 16,2-1-5-16,-3 1-1 0,-3-2 2 0,-2 1-3 15,1 4 0-15,3-11-13 0,-2 0-4 0,-1 0-2 16,-3-2-7-16,1 0 7 0,-1 1-1 0,-2 0 3 0,0 1-13 16,-1-2 9-16,0 4-4 0,-2 2 6 0,-2-2-8 15,-1 3 2-15,0 2-4 0,5 0 4 0,-2 2 1 16,0-4-10-16,-1 3 4 0,-2 3-8 0,-1-2 2 0,0 2 3 15,-1 1 1-15,0 0 1 0,1 2 1 0,-12-7-1 16,-5 1 5-16,0 2-1 0,-2 4 3 0,-6 2 6 16,5 3-11-16,-1 2 7 0,1 1-3 0,6-1-6 15,-2 2 7-15,-2 2-8 0,0-6 4 0,1 12 2 16,0 1 1-16,2-1 1 0,1 2 1 0,1 1-2 16,1 1-6-16,0 0 3 0,2-1-6 0,-2-1 8 15,1 4 0-15,1-1 3 0,0 1 1 0,2-2-4 16,-1-1-2-16,2 1 0 0,1-3 1 0,1 0 1 0,0-1 2 15,3-1-1-15,1-3-1 0,-9 1 8 0,5-1 0 16,1 0 1-16,3-2-5 0,1 2 11 0,0-1-4 16,2-1 6-16,3 1 5 0,0-3-13 0,-4-1 11 15,15 2-11-15,1-4 11 0,2 1-5 0,2 0-8 0,2-2 4 16,2-1-9-16,1-2 0 0,-2 1 0 0,-1 10-2 16,2-3-11-16,-3-6-5 0,0-2-1 0,-1-1-3 15,-2-1-27-15,0-1-20 0,1-3-10 0,-1-1-4 16,2-1-46-16,-2-1-112 0,2-3-35 0</inkml:trace>
  <inkml:trace contextRef="#ctx0" brushRef="#br0" timeOffset="209491.88">20987 10072 1066 0,'-1'0'41'0,"-2"-1"95"16,-5-1-113-16,0-1 3 0,1 1-2 0,2 1-2 16,1 0-24-16,1 1-4 0,1 0-3 0,-1 0 0 15,1 0-9-15,0 0-5 0,-1 0 4 0,2 0-4 16,0 0 16-16,0 0 4 0,-1 0 12 0,2 0-4 0,0 0 28 15,0 0 12-15,2 0-5 0,-1 0 8 0,1 0 0 16,1 0 2-16,12 0-3 0,0 0 1 0,2 0-14 16,1-3-2-16,1 1 4 0,4-2-4 0,-1 1-9 0,4-1-3 15,0 2-11-15,0 0 5 0,1-1-17 0,0 2 3 16,-2 0 0-16,-1 0 3 0,-6 0-3 0,2 1 6 16,-3 0-5-16,-4 0 4 0,1 0-12 0,-7 0 7 15,-3 0-3-15,-1 0 3 0,0 0-9 0,-2 0 4 16,1 0 3-16,1 0 0 0,-1 0 1 0,0 0-14 15,0 0-1-15,-1 0-6 0,0 0-26 0,0 0-26 16,0 0-21-16,0 0-5 0,1 0-102 0,-1 0-226 16</inkml:trace>
  <inkml:trace contextRef="#ctx0" brushRef="#br0" timeOffset="209807.47">20875 10361 1519 0,'-1'-1'38'16,"0"0"0"-16,0 1-15 0,-8-3-2 0,7 1-18 16,0 1-10-16,-1 0-5 0,1 1 5 0,1 0-5 0,0 0 9 15,-1 0-4-15,1 0 4 0,1 1-3 0,0 0 6 16,0 1 5-16,1-1-3 0,2 0 5 0,-1 0 2 15,12 4 7-15,1-2 6 0,3 0 2 0,-1-2 16 0,0-1-17 16,2 0 3-16,1-1-5 0,1-2 14 0,0 1-15 16,0-2 5-16,3 1-9 0,-4 1-2 0,2-1-9 15,0 1-5-15,-2-1 0 0,-1 2 2 0,0 0-9 16,0 0 0-16,0 0-9 0,-3 0-23 0,0-1-47 16,0 2-17-16,-1-1-15 0,2-1-94 0,2 0-263 15</inkml:trace>
  <inkml:trace contextRef="#ctx0" brushRef="#br0" timeOffset="210741.07">22624 9128 681 0,'0'0'84'16,"0"-1"20"-16,0 0-30 0,-2-2-40 0,2 1-4 15,-1-3-3-15,1 3-14 0,0 1 4 0,0-1-6 0,-1 0 12 16,0 0 5-16,0-1-5 0,0 1 5 0,-1 1-5 16,1 0-12-16,0-1 8 0,0 1-9 0,1 0 16 0,-1 0 0 15,1 1-2-15,0 0 0 0,0 1-6 0,-1 1 6 16,-2 8 3-16,0 10-1 0,-1 1-4 0,1 1 3 16,0 5-7-16,0 4 6 0,-1 0-12 0,-1 5 7 15,0-1-4-15,-2 2 4 0,-3 2-18 0,1-1 14 16,-2 1-3-16,2-1 6 0,-1 1 0 0,3-4-11 15,1-2 2-15,2 0-3 0,-1-5 6 0,1-2-6 16,2 0 4-16,0-7-5 0,-1 2 5 0,2-3-7 16,0-3 2-16,1-4-3 0,0-1 6 0,0-3-4 0,0 0-1 15,0-5-1-15,0-1 2 0,0 2 9 0,0-1-1 16,0 0 4-16,0 1 5 0,0-2 7 0,0 0-5 16,0 0 5-16,0-1-7 0,-1 0-12 0,0-1 8 15,1-1-11-15,-3-22-3 0,3-2 0 0,3-2-4 16,1-2 2-16,5-3-2 0,0-4 4 0,3 0-3 0,2-2 5 15,1 0-1-15,2 1-3 0,0 0-1 0,-12 1 0 16,15-1 2-16,2 0-2 0,0 1 6 0,-4 2-6 16,1 3 1-16,-1 5 6 0,2 4-3 0,-4 3 5 15,1 0-5-15,-1 4 6 0,1 2-2 0,1 1 4 16,1 4 0-16,-1 0-2 0,-2 1-2 0,1 3 0 16,0-1-8-16,2 1 5 0,0 1-5 0,-2 2 3 15,-3 1-12-15,-3-7 2 0,0 2-6 0,-2 2 4 0,1 2-17 16,-3 1-20-16,-1 1-5 0,0 0-6 0,-2 0-29 15,1 0-48-15,0 1 4 0,-3 0-23 0,-1-1-37 16,4 6-245-16</inkml:trace>
  <inkml:trace contextRef="#ctx0" brushRef="#br0" timeOffset="211242.36">23021 9696 1521 0,'0'-1'186'0,"0"-1"-260"0,0 0 224 16,-1-6-129-16,0-3-18 0,1 4-17 0,0 1-7 0,2-1-2 16,2-1-11-16,-1 2-17 0,2 0-1 0,0 2-8 15,4 2-23-15,-3-2 16 0,-1 1 4 0,-3 2 7 16,0 0 39-16,1 0 25 0,-1 0 3 0,0 1 8 15,-1 1 13-15,1 1 14 0,-2 10 0 0,-9 16 4 16,-2 2-1-16,-5-1-2 0,11 4 0 0,-15-2-1 16,0 0-11-16,4-4 5 0,4-4-6 0,4-7 4 15,2-4-15-15,5 0-9 0,0-5 2 0,0-1-5 16,-3-2-1-16,3-1-2 0,0-1-3 0,1-1 1 0,-1 1-3 16,0 1 1-16,1-2 3 0,0 0-2 0,1-1 1 15,0 0-4-15,2-1-1 0,13-6 0 0,0-14-2 16,1 0 4-16,0-2 1 0,1 3 2 0,1 0-2 0,-2 0 2 15,0 3-1-15,-1 3 2 0,1 1 5 0,-4 4-5 16,1 6-1-16,-6-1-1 0,-1-2 1 0,0 3-1 16,-2 2 2-16,2 1-1 0,-3 0 8 0,1 2-3 15,-2 5 0-15,-1 19-3 0,-1 0-10 0,12 0 8 16,-6 2 1-16,-4-4 3 0,-3 0-10 0,0-3 7 16,-2-3-7-16,1-3 6 0,0 1-11 0,0-5 7 15,0 0-2-15,0-3 3 0,1-1-4 0,0-2-4 0,0-2-3 16,0 0-1-16,0-2-13 0,0 1-13 0,0 1-2 15,0-2-11-15,0 0-69 0,0-1-90 0,0-1-13 16,0-1-30-16,3-16-117 0</inkml:trace>
  <inkml:trace contextRef="#ctx0" brushRef="#br0" timeOffset="211495.64">23026 9479 1807 0,'0'0'36'0,"0"0"0"15,-1-1 9-15,-1 0-12 0,1 0-3 0,1 0-19 16,0 1-6-16,0 0 9 0,0 0-8 0,1 0 6 0,1 0-3 16,5 0-4-16,14 2 3 0,4 0-2 0,4 0-4 15,2-2-2-15,-1 0 0 0,4 0-19 0,-1 0-7 16,1-2-8-16,-4 1 1 0,-5-1-30 0,-3 1 1 15,-5-2-3-15,-4 2 2 0,0-1-26 0,-3 1-25 16,-5 0-21-16,-1 1-5 0,-3 0-118 0</inkml:trace>
  <inkml:trace contextRef="#ctx0" brushRef="#br0" timeOffset="212076.46">22012 10321 237 0,'0'0'99'0,"-1"0"0"0,0 0 47 16,0 0-15-16,-2 0-8 0,1 0-19 0,0 0-12 15,-3 0-1-15,1 0-2 0,2 0-7 0,1 0-13 16,0 0-2-16,-2 0-3 0,1 0-7 0,0 0-17 16,-1 0 4-16,2 0-8 0,0 0-3 0,0 0-13 15,0 0 2-15,-1-1-5 0,2 0-3 0,0 0 1 16,2 0-2-16,0-2 2 0,16-7-12 0,5-1 6 15,2 3-10-15,6-1 9 0,4 2 3 0,3 1-13 16,4 1 14-16,1 0-15 0,4-1 13 0,-2 3-6 0,4-1-2 16,-3 1 1-16,2 0 6 0,0 2 0 0,5-2 5 15,4 2-3-15,2 1 1 0,5-2 10 0,0 2-9 16,2-1 11-16,1 0-12 0,-4 0-1 0,3-3 2 16,2 3-1-16,2-2 6 0,1 0-9 0,0 2 6 15,-6 0-7-15,-3 0-1 0,-1-3 2 0,3 2-4 0,0-2 5 16,1 3 6-16,-3-2-3 0,-4-2 1 0,-5 0-2 15,-2 0-2-15,-2 1-2 0,-3 1 0 0,-3 2-1 16,-2 0 7-16,-3 1 0 0,-2 0 0 0,0 0 0 16,-3 1-5-16,-4 2-2 0,-2-1 0 0,-2 1-2 15,-3 0-7-15,-3-1 1 0,0 2-2 0,-4-2 3 16,-1 0-2-16,-1 1-7 0,-4-2-2 0,-2 0-3 16,-1 0-18-16,-2-1-37 0,-3 0-7 0,0 0-12 15,2 1-48-15,-1 1-24 0,-1-1-22 0,0-1-7 0,-1 0-135 16</inkml:trace>
  <inkml:trace contextRef="#ctx0" brushRef="#br0" timeOffset="212559.86">22064 10814 909 0,'0'-1'166'0,"0"-1"46"15,-2-16-88-15,-2-3-93 0,3 6-9 0,1 3-12 16,0 1-8-16,1 4 1 0,1 0-3 0,0 2-4 16,-1 2 3-16,-1 2-1 0,2-2 3 0,2 1 4 0,1-2-3 15,1 2-2-15,-1 2 0 0,-3 0 3 0,1 1 8 16,-3 0-2-16,12 23 4 0,-9 2-2 0,-3 4-1 15,-5 4 2-15,-4 3-2 0,-3 2 4 0,-2 1 1 16,-1-1 1-16,-1-1 0 0,0 1 3 0,0-1 3 16,-1-1 6-16,1-1-2 0,0-2 8 0,2-6-20 15,1-1-1-15,2-1-6 0,0-5-5 0,2 3 5 16,2-6-5-16,1-2 2 0,1-2-15 0,3-5-30 16,0-2 3-16,1 0-15 0,1-2-37 0,0-1-61 0,0 0-32 15,0-1-18-15,0-2-195 0</inkml:trace>
  <inkml:trace contextRef="#ctx0" brushRef="#br0" timeOffset="212877.02">22261 11155 1420 0,'-1'0'49'0,"0"0"-5"16,0 0-14-16,0-1 6 0,0 0-28 0,-1 1-13 16,1 0-10-16,0 0 1 0,1 0-1 0,0 0 19 0,1 0-5 15,0 0 1-15,11 0-4 0,14-3 1 0,1 1 0 16,1-1 5-16,2-1-3 0,-1-1 3 0,-3 1 23 16,2-1-8-16,-1-1 14 0,0 1 2 0,0 1 4 15,2-1-5-15,-1 0 1 0,4 1-21 0,-2 0-6 16,-4 2-2-16,-6 0-3 0,-5 2-8 0,2 0 4 15,-2 0 0-15,0 0-1 0,-1 0-8 0,-5 0-12 16,-2 0-7-16,-1 0-4 0,-3 0-35 0,2 0-54 16,-3 0-6-16,-1 0-20 0,2 0-49 0</inkml:trace>
  <inkml:trace contextRef="#ctx0" brushRef="#br0" timeOffset="213210.56">22627 10815 1571 0,'-1'0'100'0,"0"-1"-117"0,0 0 113 0,-1 0-59 16,1-2-23-16,0 1-16 0,0 0-2 0,0 1-4 15,0-1-2-15,-1 1 0 0,1 0 6 0,0 0-4 0,1 1 1 16,0 0 3-16,0 0 1 0,0 0 2 0,0 1 4 15,1 0 1-15,0 2-2 0,1 8 2 0,-1 7 2 0,-1 3 8 16,-1 4 0-16,-3 0 2 0,-2 0-4 0,-1 1 12 16,-1 0-9-16,-2 2 9 0,-1 2-10 0,-2 1 7 15,0 0-3-15,1-2 3 0,0 2-10 0,2-2-11 16,-1 1 6-16,3-3-6 0,0 0 7 0,1-5-8 16,1 1-2-16,1-2-1 0,2-1 0 0,-1-3-23 15,3-1-2-15,0-5-13 0,1 0-53 0,0-2-38 16,0-1-13-16,0-1-22 0,0-4-198 0</inkml:trace>
  <inkml:trace contextRef="#ctx0" brushRef="#br0" timeOffset="-213951.27">23803 10834 840 0,'-1'-1'41'16,"0"-1"52"-16,-2-5-30 0,1-4-19 0,1 4-5 15,0-1-5-15,0-1-9 0,-1 1 0 0,1 1-6 0,0-1 3 16,0 1-3-16,-2-1-4 0,0-1 5 0,1 5-6 15,-1-1 5-15,-1-2 2 0,1 2 4 0,0 1-1 16,-1 0 8-16,-3 0-3 0,0 3-1 0,-5 0 0 16,0 0 2-16,-4 0-9 0,-2-11 1 0,3 6-5 15,1 3-10-15,0 3 0 0,-3 0 0 0,1 3 1 16,-1 4 4-16,2 1-8 0,-1 3 2 0,-1-7-5 16,1 13-1-16,1 0-2 0,-1 0 0 0,3 0 0 0,0-2 5 15,4 1-7-15,-2-1 4 0,3 1-5 0,0-5 15 16,2-2-6-16,1 2 7 0,1-4-8 0,0 1 3 15,2-2 6-15,-3 0-7 0,2 0 7 0,0-3 3 0,1 2-2 16,2-3 0-16,0 1-3 0,0 0-11 0,0-2 4 16,0 2 2-16,1-1 3 0,4 1 10 0,10 3-5 15,0-3-6-15,3-3 0 0,3-4-12 0,-1-3 13 16,0-1-7-16,2-3 8 0,0 1-11 0,-4-1 3 16,4-2 8-16,-4 12-4 0,0-12-4 0,0 4 0 15,-4-2 1-15,-5 3 1 0,2-2-3 0,-2 2 8 16,-3 2-6-16,2 0 7 0,-1 2-6 0,-2 0 1 15,1 2 0-15,-4 0 1 0,1 0-2 0,-2 2 4 16,0 0 1-16,0 0 2 0,1-2 9 0,1 1-9 0,-1 0-1 16,1-1-1-16,-1 2 1 0,0 0-4 0,1 2 3 15,-2-2-5-15,0 2-7 0,2 16 7 0,-1-1-3 16,9 2 6-16,-2 1 0 0,-5 0-6 0,-2 2 0 16,-4 3-1-16,-1-1-5 0,-4 4 8 0,-1 2-1 0,-3 3 4 15,-2 1-8-15,0 4 2 0,-2-1-3 0,-1-1 4 16,0 0-2-16,15-1 7 0,-13 1-6 0,-2-3 5 15,4-1-11-15,-3-6 7 0,0-3 1 0,1-2 2 16,-1-3-2-16,1-2 3 0,-2-3-3 0,3-1 3 16,0-3 0-16,2-2-4 0,0 1 4 0,1-6-4 15,1 1 5-15,2 3 9 0,0-1 0 0,1-3 1 16,2 0-1-16,-2-1 2 0,2-1-5 0,1 0 3 0,-1-1-5 16,2-1-12-16,1-5 4 0,-10-9-6 0,4-2 7 15,3-4-2-15,4-3 3 0,3-2-3 0,4-3 0 0,1-1 4 16,3 0-5-16,2 3 2 0,1 0-2 0,1 1 2 15,-13 1 3-15,17-1-3 0,1 3-2 0,1 3-3 16,3 0 2-16,1 3-2 0,0 2 4 0,2 2-5 16,2 2-2-16,-5 3-4 0,-1 1-23 0,-6 2-9 15,2 2-7-15,-5 2 3 0,0 1-18 0,-1-9-36 16,-2 4-11-16,1 3-14 0,-1 0-91 0</inkml:trace>
  <inkml:trace contextRef="#ctx0" brushRef="#br0" timeOffset="-213264.64">23915 11221 1535 0,'0'-1'12'0,"-1"0"24"15,-1-1-38-15,2 1-24 0,0 0-4 0,0 0-7 16,0 0-18-16,0 0 8 0,0 1-1 0,0 0 2 0,0 1-8 16,0 0-14-16,0 2 18 0,-1 15-10 0,0 2 60 15,-2-3 21-15,-2-3 4 0,-1 2 10 0,0-3 37 16,-1 0 10-16,0 1-6 0,1-3 5 0,-1-1-19 16,1 0-7-16,0-2-1 0,3-2-4 0,-1 1-20 15,1-1-3-15,-1 0-5 0,2-2 1 0,1 0-8 0,-1-2-12 16,2-1 7-16,-1 2-8 0,0-1-2 0,0 0 10 15,0 1-5-15,0-2 11 0,-1 0 4 0,1 0-6 16,1 1-3-16,0-2-2 0,0-2-7 0,0 0 6 16,5-16 0-16,2-2 2 0,2-2-6 0,1 2-4 15,-1-1 0-15,2 0-2 0,-2 2 8 0,1 1-10 16,-1 1 9-16,0 1-9 0,1 1 3 0,-2 2 3 16,0 1-4-16,-2 4 5 0,-5 1-2 0,5 2-5 0,-1 3 1 15,-2 1-3-15,0 0 4 0,-1-1-6 0,2 0 1 16,-1 1-2-16,1 1 5 0,-2 0 3 0,-1 0-4 15,2 2 4-15,6 14 0 0,-2 6-2 0,-5 1 4 16,-2 0-3-16,-1 3 2 0,-2-5 8 0,-1-4-4 0,2-4 7 16,0-2 2-16,-1 0-10 0,2-3 10 0,-1 1-11 15,2-4 1-15,0-2 6 0,0 0-9 0,0-2 6 16,0 0-8-16,0 0 13 0,0 2 0 0,0-1 5 16,0 0-3-16,0 0 7 0,0-1-6 0,0 0 3 15,0-1-19-15,1-1 6 0,0-2-2 0,6-8 4 16,4-8-6-16,-2 2 2 0,0 0 2 0,2-2 0 15,0-1-8-15,-2 2 4 0,-1 1-2 0,-1 2 2 0,0 3 2 16,-2 3-2-16,1 1 4 0,-1 1-3 0,-3 3 6 16,-1 2-9-16,-1 1 0 0,3-1-3 0,-1-1 11 15,0 2-4-15,1 0 0 0,-1 0-2 0,0 1 4 0,-1 0 2 16,1 0-1-16,0 19 0 0,-1 2-5 0,11-1 0 16,-5 0 1-16,-3 0-1 0,-3 1 0 0,-1-5-5 15,1 2-3-15,-1-7-1 0,1-3-5 0,1 2-3 16,-2-5-6-16,2 1-1 0,0 0-49 0,-2-5-56 15,0 0-9-15,2 2-19 0,-1-3-70 0,10 4-112 16</inkml:trace>
  <inkml:trace contextRef="#ctx0" brushRef="#br0" timeOffset="-212798.92">24288 11113 1113 0,'-2'0'106'0,"1"0"207"16,0 0-266-16,0 0-19 0,0-1 0 0,0 1-6 16,-1 0-4-16,1 0-19 0,0 0 2 0,1 0-5 15,0 0 12-15,0 0-10 0,1-2 4 0,0 1-4 16,9-2 7-16,7-3-5 0,2 0 0 0,-4 0-1 16,0 1 0-16,-1 1 8 0,-1-1 3 0,-2 1 3 15,1 1 18-15,-1 1-11 0,1 0 2 0,-2 2-7 0,0 0-3 16,-1 3 5-16,-2-1-5 0,-1 2 4 0,-3 4-5 15,0 10-9-15,10 3 0 0,-6 1-2 0,-5 3-10 16,-2 2 10-16,-5 0-7 0,-4 2 8 0,-3 1-1 16,-1-4 4-16,11 1 1 0,-17-5 0 0,-1-2 0 0,0-1 18 15,-2-6 4-15,3 0 3 0,2-2-3 0,2-2-5 16,3-2-3-16,0-3 0 0,3 0-8 0,3-1-3 16,2-1-4-16,4-1 1 0,-4 0-7 0,1 1 14 15,0 1-3-15,1-1 7 0,0 0-1 0,0-1-8 16,1 1 4-16,0-1-7 0,0 0 2 0,0 0 2 15,1 0 2-15,0 1-1 0,1-1 0 0,0-1-6 16,1 0 0-16,17 0-2 0,-2-1 10 0,-1-1-7 0,-1 0 2 16,2 0-3-16,-2-1-8 0,0 2 8 0,1 0-6 15,-3 0 5-15,0 1-9 0,-3 0-5 0,1 0-1 16,-3 0-2-16,-1 0-1 0,-1 0-18 0,0 0 1 16,0 0-9-16,0 0-21 0,-2 0-31 0,3 0-4 0,-1 0-13 15,1-1-56-15,0-2-96 0,0 1-48 0</inkml:trace>
  <inkml:trace contextRef="#ctx0" brushRef="#br0" timeOffset="-212216.11">24908 10771 1008 0,'0'-2'21'0,"0"1"-26"15,0 0 19-15,0 0-11 0,0-5-6 0,0 0-27 16,0 5 5-16,2-1-13 0,-1-1 7 0,0 1 6 16,0 0 2-16,0 0 4 0,1 1 22 0,-1 0 31 15,0 1 6-15,0 0 8 0,-1 1 34 0,0 0 3 16,0 2-7-16,0 3 1 0,-1 7-23 0,-1 2-12 0,-2 3 10 15,-1 1-10-15,1 5-1 0,-1 1-13 0,0-1-9 16,2 0 2-16,-1 1-7 0,2-2-5 0,-1 1 1 16,1 0-4-16,0 1-9 0,-1 2 6 0,1-2-1 15,-2 1 4-15,1 0-1 0,-1-2-4 0,1 1-1 0,1-5-1 16,-2 0-1-16,0-6 14 0,1 1-2 0,-1-2 5 16,2-3-1-16,0-3 3 0,1-3 2 0,-1 0 0 15,0 1-1-15,2-4-2 0,-1 2-1 0,1-1 0 16,-1 0 4-16,-1 0 16 0,1 1-4 0,0-2 7 15,0 0-12-15,0 0-9 0,0-1-6 0,-1-1-1 16,1-1-12-16,-3-17-1 0,0-7 1 0,4 1 0 16,4-4 3-16,3-4-2 0,2-1 7 0,3-2-5 0,0-1 2 15,0-1 1-15,3-1-3 0,-1 2 3 0,2-3-6 16,-2 2 0-16,0 6-3 0,-1 2 3 0,-1 5 1 16,0 4 3-16,-2 2-2 0,0 6 1 0,-9 1-2 0,10 4-1 15,-1 1 3-15,2 4-3 0,0 1-7 0,3-8 6 16,-1 4-3-16,3 2 4 0,-1 3-4 0,-1 1-7 15,1 1-3-15,-5 3-3 0,3 2-27 0,-1 0-17 16,-2 0-4-16,3 3-6 0,-4-2-44 0,-6-1-65 16,3 5-29-16,-3-2-22 0,0 0-212 0</inkml:trace>
  <inkml:trace contextRef="#ctx0" brushRef="#br0" timeOffset="-211599.38">25126 11163 1091 0,'0'0'8'16,"0"-1"2"-16,0 0-49 0,0 0 2 0,1-1-24 15,0-1-20-15,2-2 3 0,0 0 2 0,4-2 7 0,0 1 55 16,-1 0 14-16,0 1 5 0,0-1 4 0,2 0 45 16,0-1 46-16,-2 0-5 0,3 1 16 0,-4 0-7 0,-2 2-15 15,4 0-1-15,-2 2-7 0,-2-1-19 0,2 0-15 16,-4 3 3-16,1-2-8 0,1-1-14 0,-1 2-6 16,0 0-2-16,1 0 0 0,-2 1-7 0,0 0-7 15,0 1 5-15,-1 4-4 0,0 15 7 0,-3 2-9 16,-4 0-2-16,-3 4-2 0,0-1 0 0,-6 3 2 15,1 0 2-15,13 2 0 0,-14-1 3 0,2-2-1 16,3-1-1-16,0-8 2 0,6-3 7 0,3-2 9 16,0-4 2-16,-5 1-1 0,2-3-7 0,2-3-10 15,2 1-3-15,1-1-1 0,0 2-8 0,0-4-5 0,0-1-3 16,1 1 1-16,2 1-9 0,10 3-6 0,4-4 2 16,-1-3-3-16,3-5 0 0,3-6 5 0,-1 4-5 15,4-17 5-15,-3 1 10 0,-4-3 9 0,-1 3 6 16,-3 1-1-16,-1 0 8 0,0 3-4 0,-2 1-1 0,-2 2-1 15,1 3 2-15,-2 3 11 0,-1 2-1 0,-3 4 4 16,-1 1-2-16,-2 2-5 0,-1 1-2 0,1 1-1 16,1 0-18-16,0-2 14 0,0 0-4 0,1 2 10 15,-1 2-1-15,-1 0-1 0,4 14-4 0,-3 13 1 16,-2-1-7-16,-3 1 6 0,-2-2 2 0,0-1 0 16,1-2-4-16,0-3 10 0,2-1-10 0,1-3 11 15,1-1-8-15,0-3-1 0,0-5 9 0,0-1-9 0,1-1 1 16,0-2 5-16,0 0-16 0,0-2 9 0,0 1-20 15,2-1-10-15,-1 0 11 0,0 0-12 0,6 0-4 0,0-2-27 16,1 0-3-16,1-2-7 0,-1-4-20 0,-2-1-8 16,0-10-2-16,-2-3 1 0,-2 0 17 0,0-1 9 15,-1-2 3-15,-1 0-4 0,0 0-42 0,13-1-117 16</inkml:trace>
  <inkml:trace contextRef="#ctx0" brushRef="#br0" timeOffset="-211332.75">25202 10900 1710 0,'0'0'42'15,"0"-1"97"-15,0 0-124 0,0-1-12 0,0 1 1 0,0 0-4 16,0 1-6-16,2 0 7 0,-1 0 2 0,1 1 1 15,6 3-2-15,6 3 9 0,4 2-2 0,0 0 5 16,1-1 1-16,3 0-2 0,0-1-3 0,2-1 2 16,-1-1-6-16,4-2-2 0,0 1-5 0,5-3-2 15,-1-1-35-15,0 0-56 0,2-4-18 0,-1-2-28 16,3-2-222-16</inkml:trace>
  <inkml:trace contextRef="#ctx0" brushRef="#br0" timeOffset="-210681.34">25640 9929 1122 0,'0'0'50'0,"1"0"103"16,0 0-125-16,2 0 11 0,7 0 3 0,16 0 3 16,5 0 6-16,3 0-21 0,0 0 3 0,0 1-10 15,-2-1-20-15,-3 0-5 0,-1 1-15 0,-3 0 5 16,0 0-40-16,-3 1-3 0,-2-1 0 0,-1 0-1 16,-5-1-2-16,-1 0-57 0,-1 0-3 0,-4 0-22 15,-1 0-56-15,-5 0-72 0</inkml:trace>
  <inkml:trace contextRef="#ctx0" brushRef="#br0" timeOffset="-210498.42">25762 10105 495 0,'0'0'384'0,"-1"0"-457"16,0 0 442-16,0 0-226 0,-1 0-59 0,1 1-9 15,1 0 0-15,0 1-2 0,0-1-1 0,1 0-20 16,2 0-6-16,12 7-7 0,10 3-28 0,2-4-38 15,2-1-3-15,2-3-18 0,1-1-50 0,-1-2-37 16,6-2-11-16,2-2-13 0,5-5-83 0</inkml:trace>
  <inkml:trace contextRef="#ctx0" brushRef="#br0" timeOffset="-209697.57">27507 9017 645 0,'0'-1'492'16,"0"0"-725"-16,0-8 605 0,0-6-354 0,0 6 2 16,0 4-20-16,0 3 5 0,0 0-9 0,0-1-3 15,1 2 4-15,1 0-7 0,-1 0 6 0,0 1-4 0,1 1 7 16,1 0 4-16,-1 7-1 0,11 15 3 0,-5 5 19 16,-4 4-15-16,-5 3 17 0,-1 6-10 0,0 0 3 15,-2 2 12-15,1-5-9 0,-1-2 5 0,0-2 0 16,-1-4-2-16,0-1 3 0,2-2-1 0,-2-4-4 15,-1-2-4-15,0-1 1 0,0 0-11 0,1-3 2 16,-2-1-2-16,1-2 3 0,0-3 5 0,1-2-4 16,2-3-2-16,0-2-1 0,1-1 5 0,1 0-1 15,-2-1 8-15,1 0-6 0,1-2-1 0,-4 1 6 0,0-1-11 16,1 0 9-16,-1-2-10 0,3-8 6 0,0-14-2 16,-12-1 2-16,6-2-7 0,5-2 6 0,3-3 4 15,2-2-2-15,4-2-5 0,3-3 2 0,3-1-4 16,3-5 4-16,3 4-1 0,-16 1-11 0,22 2 2 0,-1 8-4 15,1 3 3-15,-2 4 6 0,-3 6-4 16,0 1 3-16,-3 5 2 0,2 1 6 0,3 4-1 0,0 2-2 16,0 0-12-16,-2 3-4 0,0-11 2 0,-4 6-2 15,2 4-2-15,-4 2-15 0,-2 2 0 0,1 3-7 16,-1 2-16-16,-3 3-41 0,-1 10-15 0,-3 2-12 16,-1 3-77-16,-2 2-57 0,13-2-72 0</inkml:trace>
  <inkml:trace contextRef="#ctx0" brushRef="#br0" timeOffset="-209264.32">27884 9457 1873 0,'0'-1'33'0,"0"0"-5"0,-2 0-1 15,1-2 0-15,1 2-16 0,0 0-31 0,0 0 12 16,0 1 5-16,-1 1 1 0,0 4 1 0,-6 19-11 16,0 2-11-16,-3 2 1 0,1 1-33 0,0-4-4 0,-1 1 6 15,2-4-1-15,1-2 41 0,2-8 3 0,3-3 12 16,1-6-4-16,-1 0 28 0,1-1 23 0,0 0-2 16,0-1 7-16,1 1-16 0,0-1-12 0,0-1-4 0,0-1-1 15,0-2-13-15,2-5-1 0,6-8-7 0,2-1 2 16,-7 1-11-16,14-1-7 0,3 2 5 0,1-3-7 15,-1 2-9-15,2 0 7 0,0 5-2 0,-6 1 6 16,2 2 10-16,-5 5 6 0,-5 0 1 0,0 2 2 16,-3-2 3-16,-3 1 1 0,0 1-1 0,0 1 2 15,0 0 13-15,-1 0-2 0,0 1 0 0,0 10-4 16,-1 12-12-16,-3 2-3 0,-2 1 2 0,-1-2-1 0,1 0 7 16,1 1-8-16,2-4 0 0,2-2-5 0,0-1-3 15,0-7-5-15,0 0-7 0,0-4 2 0,0 0-13 0,0-2-23 16,0-2 7-16,0-2-13 0,1 2 9 0,0-2-52 15,0-1 3-15,0-1-23 0,-1 0-27 0,6-26-111 16,-1-3-16-16</inkml:trace>
  <inkml:trace contextRef="#ctx0" brushRef="#br0" timeOffset="-209059.02">27814 9336 923 0,'0'0'142'0,"0"0"11"0,0 0-17 0,0 0-37 15,1-1-25-15,1 0-7 0,0-1-14 0,7 0 4 16,12-1-9-16,5 0-8 0,3 0-1 0,3-1-8 16,6 1 4-16,1 1-22 0,3 1 1 0,1 1-1 15,-2 1-1-15,0 1-16 0,-6-2 5 0,-1 0-12 0,-8 1 7 16,-5 0-37-16,-3 1-17 0,-5 0 4 0,-5-1-12 16,-2 0-30-16,-1 0-39 0,-3 0-15 0,0 0-6 15,0 2-46-15,0 6-150 0</inkml:trace>
  <inkml:trace contextRef="#ctx0" brushRef="#br0" timeOffset="-208696.99">26928 10163 1899 0,'-2'-1'11'0,"1"-1"1"16,-2-6 8-16,-3-5-9 0,3 7 3 0,2 2-32 0,1 1-20 16,0 1-1-16,0 1-4 0,13-2 7 0,20 1 7 15,5 1 2-15,8 0 2 0,4-1 0 0,3-19 19 16,2 13-1-16,-4 6 9 0,1 1 17 0,-1-1 20 16,5 2-4-16,5 0 8 0,1 0 8 0,8 0 3 15,1-1-2-15,0-1 0 0,2 2-11 0,-4-1 5 0,3-1 3 16,0 2-2-16,2 0-4 0,-5 0-20 0,-2 0 0 15,-7 2-7-15,-5 1-4 0,-2 1-9 0,-6-2 1 16,-3 2-4-16,-3 0 0 0,-8 1 3 0,-3 1-3 0,-5-1 1 16,-8-2-14-16,-3 1-4 0,-8-3-7 0,-5-1 1 15,2 1-36-15,-2-1-50 0,1 0 4 0,0 1-19 16,-1 0-5-16,-1 1-66 0,-2-2-24 0,-37 12-25 16,-7 0-181-16</inkml:trace>
  <inkml:trace contextRef="#ctx0" brushRef="#br0" timeOffset="-208413.07">27247 10459 2108 0,'0'-1'19'0,"-1"0"-1"0,-1-5 12 16,-3-5-2-16,4 6-4 0,1 4-30 0,-1-1-8 15,0 1-7-15,1 0 5 0,0-1 6 0,0 2-9 16,1 2 1-16,0 0-6 0,4 14-13 0,-1 10 11 16,-4 3 3-16,-3 1 5 0,-3 3 21 0,-3 0 0 0,-4 2 1 15,-1 1 0-15,-1 1 12 0,-1-2-7 0,-1 1 5 16,5-5-5-16,-1-1 6 0,2-3-10 0,2-1 4 16,-1-3-6-16,3-2-4 0,0-1-11 0,0-2-5 15,1-1-2-15,1-3-42 0,2-3-75 0,1 1-85 0,0-1 7 16,1-3-233-16</inkml:trace>
  <inkml:trace contextRef="#ctx0" brushRef="#br0" timeOffset="-208145.27">27508 10784 1854 0,'0'-2'32'0,"0"1"64"0,0 0-85 0,2 0 9 16,-1 0-7-16,13-2 8 0,16 2-6 0,9 2-9 16,-2 2 0-16,0-1-5 0,2-1-14 0,-2 0-25 15,0 1-9-15,-3-2-6 0,-1 0-31 0,-6 0 11 16,-3-2 6-16,-5 1 2 0,-4-1 26 0,-4 0 6 16,-3-1-4-16,-2 1 3 0,-3 1-16 0,0-2-40 15,-3 2 2-15,7-11-12 0,-5 2 32 0,-2-2 31 16,-2 0 12-16,-2 2 1 0,-2-1 11 0,5-1-52 0,-13 3-10 15,2 0-22-15,2-2-107 0</inkml:trace>
  <inkml:trace contextRef="#ctx0" brushRef="#br0" timeOffset="-207929.42">27664 10551 1356 0,'-2'0'52'0,"1"0"84"16,0-1-94-16,0 1-23 0,0 0-2 0,0 0-5 15,-1 1 3-15,0 1-14 0,-7 12 4 0,-1 11-5 16,3 2 3-16,1 4-3 0,4 0 3 0,-2 5-3 16,1-1 6-16,1 0-1 0,-2 2-5 0,1-5 0 0,-2 0-9 15,-1-2 12-15,-1-3-6 0,2-3 5 0,2 0-20 16,0-2-22-16,2-2 6 0,0-2-11 0,1-3 9 16,1-2-31-16,1 0-8 0,1-5-21 0,0-1-139 15</inkml:trace>
  <inkml:trace contextRef="#ctx0" brushRef="#br0" timeOffset="-207612.99">28468 10532 1867 0,'0'-1'17'0,"0"0"3"0,0-1 0 0,0 1-5 15,0 0-3-15,0 0-12 0,1 0-10 0,0 0 2 16,1 1-4-16,0 0 5 0,0 1-5 0,1 0-6 16,-1 1 1-16,1 3-15 0,7 13 18 0,-3 3-2 0,-5 5 8 15,-2 2 9-15,-4 5 9 0,-6 4 1 0,-2 5 1 16,-1 1 3-16,-2 3 11 0,0 1-7 0,-4 1 7 16,0 2-11-16,16 0-3 0,-23 3 6 0,-1 3-4 15,0 1 9-15,1-3-10 0,1 0 3 0,5-7-5 16,1-6 0-16,4-4 4 0,3-9-6 0,6-6 4 15,3 1-12-15,1-5-2 0,0-3-2 0,0-4-2 16,-5 0-15-16,3-4-21 0,3-2-3 0,1-3-6 0,0 0-23 16,0 1-51-16,1-2-4 0,1-1-24 0,0 0-96 15</inkml:trace>
  <inkml:trace contextRef="#ctx0" brushRef="#br0" timeOffset="-207112.82">28443 10555 848 0,'0'-1'108'0,"0"0"208"0,0 0-219 0,3-11-32 0,1 0 5 16,1 2-18-16,2-2-24 0,0-1-16 0,13 0-1 15,1 3-5-15,5-2 2 0,-2 0-2 0,2 3-1 16,-2-2 0-16,2 3 4 0,4 2 4 0,-5 2 3 15,2-11-1-15,-4 8 3 0,-4 5-2 0,-2 2 0 0,-3 2-2 16,-2 3-6-16,-4 0-4 0,-3 0-5 0,-3 14 1 16,10 4-9-16,-7 0 12 0,-5 1-4 0,-5-1 6 15,-5 2 9-15,-2-4-3 0,4-1 14 0,-14-2-11 16,-2-3 12-16,0-2-3 0,1-4-1 0,2-3-1 16,2 0-6-16,2-2-3 0,6 0-6 0,0 1 3 15,4-3-5-15,2 1 5 0,4-3 0 0,-1 1 2 16,-1 0-8-16,1 1-2 0,0 1 6 0,-1-2-2 0,1 0 11 15,1 0-14-15,0 0 6 0,-1 1-7 0,2-1 11 16,0 0-9-16,2 0-2 0,-1-1 0 0,1 0 5 0,10 1-4 16,0 0-3-16,-1 2 0 0,3 0-3 0,2 3 6 15,0 1-1-15,-1 0 3 0,1 0 0 0,-3 0 2 16,-2 0 4-16,1 2-2 0,-1-8-1 0,-3 7-2 16,-1 2 0-16,-1-3 0 0,-3-2 17 0,-1 3-7 15,0-5 7-15,3 4-9 0,-2-1 2 0,-2-2 2 16,-1 3-9-16,-1-2 7 0,-2 1-8 0,-14 1-10 15,-14-3 8-15,-7-1-9 0,-1-1 4 0,-3 16-33 16,3-9-1-16,0-6-13 0,0-2-25 0,6-1-77 16,2-1-29-16,6 0-36 0,3 0-283 0</inkml:trace>
  <inkml:trace contextRef="#ctx0" brushRef="#br0" timeOffset="-204626.16">5029 7177 436 0,'-1'0'0'0,"0"0"58"0,-1 0 30 15,-4-1 32-15,-4 0 10 0,5 1-56 0,1 0-24 0,2 0-21 16,1 0-7-16,-1 0 7 0,0 0-2 0,1 0 20 15,0 0-3-15,-2 0 9 0,1 0 8 0,1 0 3 16,0 0-2-16,-1 0-1 0,1 0-25 0,1 0-7 16,0 0 4-16,1 0-3 0,2 0 5 0,9 1-1 15,6 0-4-15,2-1 3 0,5 0-3 0,-1 0-16 16,1 0 1-16,5 0-7 0,-4 0 0 0,0 0-5 16,-5 0 0-16,-2 0-2 0,-1 0-2 0,0 0 4 0,-2 0-3 15,1 0 3-15,-3 0-2 0,-1 0-1 0,-2 0 0 16,-1 0-3-16,-2 0-21 0,-1-1-31 0,-1 0-5 15,-2 1-8-15,-2 0-18 0,1 0-30 0,-2 0-16 16,1-3-11-16,-2 2-102 0,7-9-40 0</inkml:trace>
  <inkml:trace contextRef="#ctx0" brushRef="#br0" timeOffset="-204392.93">4988 7362 756 0,'-1'0'23'0,"0"1"77"0,-10 2 0 0,-3 2 36 16,2 0-48-16,4-2-12 0,4-2-1 0,0 1-6 0,2-1-23 16,-1 0-5-16,1 0-5 0,1 0 2 0,0 0-2 15,-1 2-4-15,2-1 3 0,2 1-4 0,-1-1 0 0,5 1-4 16,14 6 3-16,4-3-4 0,2-3-9 0,1-2-3 16,4-1-3-16,2-1 2 0,4-1-4 0,-4-1-6 15,-1 0-1-15,-4 0-1 0,-2 1 0 0,2-1-6 16,1-1-1-16,-5 1-4 0,-1-1-7 0,-2-1-22 15,-1 1-11-15,-1-2-6 0,1-1-61 0,1-3-89 16,1 0-38-16</inkml:trace>
  <inkml:trace contextRef="#ctx0" brushRef="#br0" timeOffset="-203676.24">6423 6035 607 0,'0'0'-2'0,"0"0"-14"0,0 0 35 0,0 1 2 0,0 2 2 16,1 8-2-16,1 9 3 0,0 3-10 0,0 3 8 15,-1 0-8-15,0 4 7 0,-1 2-2 0,0 0-6 0,0-1 3 16,0 0-3-16,0 0 18 0,0 0-1 0,0 0 5 16,0 1 7-16,0-3 5 0,0 2 2 0,0-1 0 15,0 3-10-15,0-4 6 0,0 0-3 0,-1-2 3 16,0-6-18-16,-1 0 6 0,-1-3-8 0,0-1 5 15,-1 1-19-15,1-3 3 0,-1-1-7 0,1-3 6 16,-1 0-9-16,2-3 0 0,-1-1 1 0,2-2-2 16,0-2-1-16,0-1 6 0,1 0 4 0,-1 0-1 15,0 0 6-15,-1 1 1 0,1-2-3 0,0 0 1 16,0-1-1-16,0-1-10 0,-1-2 2 0,0-11-5 16,1-10 2-16,1-7-3 0,1-3 0 0,3-7-1 0,2-4 2 15,-1-1-2-15,2 0 3 0,1 4-4 0,-1 2 1 0,0 4 9 16,0 2-9-16,0 3 8 0,0 3-7 0,1 2-3 15,0 2 8-15,2 2-7 0,1-1 2 0,0 5-1 16,-9-1 0-16,12 4 0 0,4 5 0 0,-1 0 6 16,3 0-4-16,-2 4 7 0,5 1 0 0,-2 3 0 15,-1 1 1-15,2-11-1 0,-4 8-5 0,3 3-5 16,-2 3 2-16,-3 3-3 0,1 2 2 0,-4 1-23 16,-2-1-2-16,0 12-8 0,0-4-24 0,-3 3-42 15,0-2-19-15,-1-2-13 0,-1 2-112 0</inkml:trace>
  <inkml:trace contextRef="#ctx0" brushRef="#br0" timeOffset="-203225.28">6911 6491 738 0,'0'0'65'0,"0"0"4"0,-1 0 61 0,0-1-2 15,-1 0-30-15,1 1-29 0,0-1-1 0,0 0-9 0,0 1-19 16,0 0-23-16,-2 0 0 0,1 0-9 0,-2 1-6 16,-5 1 8-16,-1 21-5 0,-1 2 7 0,-3 3-8 15,3 0-3-15,-2 0 1 0,4-5-2 0,3 1 5 0,-1-8-7 16,3-4 5-16,2-1-5 0,-2-5 4 16,0 0-3-16,0-2-6 0,3 0 3 0,0-2 3 0,0 1 1 15,-1-2 0-15,1 0-2 0,1-1-8 0,0-1 2 16,1-2 4-16,1-14-3 0,14-4 4 0,-1-2 5 15,1-3-4-15,-1 2 5 0,-1-3-6 0,1 4 0 16,1 4 3-16,-2 2-1 0,-1 4 10 0,-3 3-9 16,-2 1 1-16,-1 3-4 0,-1 3 3 0,-1-1-1 15,0 1 2-15,-2 1-1 0,0 2 5 0,-2 0 10 16,0 0-5-16,1 2 6 0,5 9-7 0,0 16 2 0,-5-1 1 16,-2 6 1-16,-4 0 8 0,-1 1-14 0,1-3 6 15,0-5-10-15,1 0 1 0,0-7-4 0,1 2 0 16,1-4 0-16,0-3 5 0,1-3-6 0,0-2 5 15,0-3-5-15,0-1 7 0,0-3-9 0,0 1 7 16,0 1-7-16,0-1-3 0,0-1-27 0,-2 0-9 0,1-1-5 16,0-1-23-16,0-4-13 0,-3-17-9 0,2-9-3 15,1-1-52-15,0-4-93 0,1-5-6 0</inkml:trace>
  <inkml:trace contextRef="#ctx0" brushRef="#br0" timeOffset="-203024.98">6897 6266 305 0,'0'0'50'0,"0"0"-9"15,0 0 14-15,0 0 13 0,0 0-23 0,0 0 1 16,0 0 30-16,0 0-5 0,1 0 14 0,0 0 5 16,0 0 7-16,1 0-3 0,0 0 3 0,6 0-9 15,3 0-14-15,3 0-1 0,2 0-6 0,2 0-17 0,3 0-4 16,0 0-2-16,2 0-3 0,4 0-23 0,1-2-11 16,4 2 0-16,-8 0-2 0,-1 0 1 0,-3 0-7 15,-4 0-8-15,-1 0 0 0,-4 0-26 0,-3 0-17 16,-1 0-13-16,-2 0-6 0,-3 0-74 0,-1 0-94 15,2 0-42-15</inkml:trace>
  <inkml:trace contextRef="#ctx0" brushRef="#br0" timeOffset="-202591.46">6165 7083 1462 0,'-1'-1'16'16,"0"0"-2"-16,-1-2 3 0,-2 0 1 0,-3-1-7 16,6 3-12-16,-1-1-35 0,-1-1 9 0,2 2-15 0,0 0 13 15,1 1-4-15,0 0 8 0,1 1-3 0,0 0 24 16,5 3 1-16,9 4-6 0,2 0 7 0,0 2 7 0,5-2 15 15,0 0 1-15,2-2 4 0,0-4 14 0,2 0 4 16,1-2 0-16,3-2 0 0,2-1-5 0,5-4 3 16,4 0 2-16,3-4-1 0,4 1 4 0,6-3-8 15,0-1-1-15,4-2-2 0,-3 1-1 0,-1 1-16 16,-1 0 3-16,2 2-8 0,-4 1-7 0,3 2-2 16,-1 1-2-16,-5 2 0 0,1 1-3 0,-6 2 0 15,-6 0 1-15,-4 2 0 0,-3 0-7 0,-7 1 5 16,-1 0-11-16,-4-1 8 0,-1 1-12 0,-7 0-6 0,-2 0 4 15,-4 0-6-15,-1 0-10 0,0 0-6 0,-1 0-12 16,-1-1 3-16,0-1-44 0,1 1-25 0,-2 0-5 16,-2 1-13-16,-5 0-67 0,-18 4-152 0</inkml:trace>
  <inkml:trace contextRef="#ctx0" brushRef="#br0" timeOffset="-202325.23">6438 7432 1305 0,'-1'-1'50'15,"0"0"10"-15,-2 0 19 0,-2-2-31 0,0-1 10 0,0 0-40 16,3 3-7-16,0-1-3 0,-1-1 0 0,1 2-14 0,-1 0 9 16,1 1-8-16,1 1 8 0,-1 1-10 0,-7 12 11 15,-1 11-3-15,0 3 4 0,2 3-12 0,0 1 9 16,-2 4 0-16,1 1 4 0,0 0-1 0,0 0 6 15,0-4-3-15,1-6 2 0,0-3-11 0,2-5 7 16,1-4-4-16,1 0 5 0,2-5-10 0,2 0 3 16,0-2-1-16,0-2 1 0,0-2-17 0,0-1-34 15,0-2 0-15,1 1-12 0,0 1-16 0,1-2-94 16,0 0 18-16,7-1-59 0,8-2-169 0</inkml:trace>
  <inkml:trace contextRef="#ctx0" brushRef="#br0" timeOffset="-202107.34">6622 7605 1093 0,'0'0'9'15,"0"0"0"-15,0 0 55 0,1 0-9 0,0 0 22 16,15 6 6-16,4 1-17 0,0 0-3 0,2 1-6 16,1-1-23-16,1 2-17 0,-1-2 2 0,-2-2-7 15,-1 1 0-15,-2-2-12 0,-2-1 4 0,-1 0-6 16,0-1 5-16,-3-1 0 0,1-1-5 0,-4-1 1 15,0 0-15-15,0-3-23 0,-2 1-3 0,-2 1-8 0,1-16-16 16,-2-1-8-16,-1-3-2 0,-1 2-5 0,11-3-30 16,-5 2-38-16,-4 0-21 0,-1 0-13 15,-3 2-126-15</inkml:trace>
  <inkml:trace contextRef="#ctx0" brushRef="#br0" timeOffset="-201889.39">6882 7376 976 0,'0'0'31'0,"-2"0"31"0,1 0 12 0,0 1-11 16,0 0 3-16,0 1-9 0,-5 8-17 0,-4 7-6 15,3 1-7-15,0 4 2 0,0 2-15 0,1 2 0 0,0 3 2 16,-1 4-3-16,0 5-7 0,0 2 0 0,1 1-3 16,1-1 3-16,-4-2 0 0,2-4-3 0,0-4 2 15,0-3-3-15,2-2-2 0,1-2 1 0,1-1-3 16,3-4 2-16,0-1-1 0,0-4-19 0,2-4 3 15,-1-2-11-15,0-2-14 0,0-1-51 0,0-2-13 0,-1-1-13 16,3 0-44-16,8 8-66 0</inkml:trace>
  <inkml:trace contextRef="#ctx0" brushRef="#br0" timeOffset="-200772.84">7357 7605 621 0,'0'-1'64'0,"-2"0"4"16,1-2 59-16,-3-7-3 0,-2-3-41 0,2 5-35 16,2-2-7-16,-1 2-8 0,2 1-20 0,0 0-10 15,1 2 4-15,0 2-7 0,0 0 3 0,0 2 1 0,0 0-2 16,0-1 1-16,0-1-7 0,0 1 16 0,0-1 4 16,0 2 6-16,0 0 18 0,0 0 0 0,0 0-3 15,0 0 1-15,0-1-13 0,0 2 3 0,-1 2-2 16,0 0 0-16,-2 12-10 0,-3 18-6 0,1 5 4 15,-2 3-4-15,0 5 6 0,-3 2-4 0,2 3-7 0,-3-1 4 16,-2 0-5-16,0 0 4 0,-2-2 3 0,2-4-2 16,3 1 4-16,0-4-3 0,4 0-5 0,2-2 2 15,0-5-2-15,1-3 1 0,-1-6 5 0,1-5-6 16,-1 1 0-16,2-3-6 0,-1-4 2 0,2-3-2 16,0-2 0-16,0-2 6 0,1-3-6 0,0 0 5 15,-1 0-13-15,-1-1 4 0,1 0-14 0,0 1 7 0,0-2-42 16,0 0-39-16,0 0 0 0,-1-1-18 0,1-1-38 15,0-4-67-15,-1-23-16 0</inkml:trace>
  <inkml:trace contextRef="#ctx0" brushRef="#br0" timeOffset="-200223.51">7308 7526 860 0,'-1'-1'69'0,"0"0"86"0,1 0-35 0,-3-6-62 15,0 1 6-15,2 0-27 0,1 1-7 0,0-1-10 16,0 2 2-16,2-2-3 0,2 0 5 0,1 1 9 0,9-1-2 16,-1 2 4-16,1-1-5 0,1 1-2 0,0 1-4 15,-1 0 0-15,2-7-14 0,-2 4 0 0,-1 4 0 16,-2 2-1-16,-1 1-10 0,-3 1 2 0,0 3-1 16,-3-4 4-16,-1 13 8 0,-1-1-7 0,8 0 3 15,-4-1-5-15,-2 2 12 0,-1-1-1 0,-3 0 1 0,0 0-2 16,-1-4-3-16,-2 1-6 0,-1 0 1 0,-2 0-4 15,0-2-4-15,-1 2 4 0,6-1 3 0,-9 0 1 16,2 2 2-16,0-3-5 0,-1 0 0 0,1-2-1 16,2-1-1-16,-1-4 4 0,1 2-4 0,1 3 3 15,-1-5-6-15,2 1 3 0,2-1 2 0,-1 0 1 0,1 0-1 16,0 0 3-16,-1 0-2 0,1 1 2 0,1-1-7 16,0 0 0-16,-1 0-3 0,1 0 2 0,0-1-4 15,1 0 6-15,0 0-2 0,1 0 3 0,0 0 4 16,1 0-1-16,11-1 2 0,0 1-4 0,1 0-7 0,1 0 8 15,-1 2-2-15,0 2 6 0,-1 1-4 0,0 3-2 16,-2-7 2-16,-2 17-1 0,-1-2 3 0,-4 2-3 16,2 1 3-16,4-3-2 0,-4 1 10 0,-5-3-5 15,-2 1 2-15,-4-2-2 0,-2 0 6 0,1-1 7 16,-15-2-4-16,0 0 6 0,-1-2-2 0,2-2 8 16,-1 1 5-16,1-3-1 0,-2 0 4 0,2-2-9 15,0 0-4-15,2 9-2 0,1-4-8 0,3-3-8 16,-1-2 6-16,3-2-6 0,3 0-2 0,-3 0 5 0,1 0-9 15,2-1 7-15,3 0-6 0,-1 0 0 0,-2-2 0 16,6 3 0-16,-3-2 0 0,0 0-41 0,4 0-6 16,0 1-17-16,1 1-62 0,-2-2-83 0,0-3-19 15,-2-1-41-15,3 2-263 0</inkml:trace>
  <inkml:trace contextRef="#ctx0" brushRef="#br0" timeOffset="-196252.79">3631 10565 288 0,'0'-1'0'0,"0"-1"7"15,0 1 77-15,0-1-22 0,0 0-2 0,0-5-31 16,0 0-14-16,0 1 9 0,0 0 4 0,1 0 2 16,-1 1 6-16,0 2-12 0,0 0 5 0,0 2-5 15,0-1 21-15,0 1 0 0,0-1 3 0,0 1-2 16,0 0 5-16,2-1 5 0,-1-1-8 0,0 1 6 15,0 0-7-15,0 0-4 0,-1 1 2 0,0 0-6 0,0 0-17 16,0 0-8-16,0 0 4 0,0-1-5 0,0 2-1 16,0 0-3-16,0 2-2 0,-1 0 0 0,-4 17-8 0,-2 9 7 15,-1 4-6-15,1 5 7 0,-1 6-13 16,-2 5 6-16,1 2 0 0,-3 7 2 0,-1 3 0 0,-2 1-1 16,-4 5 0-16,-1 1 0 0,-3 3 3 0,22 10-6 15,-28-1 7-15,-4-1-5 0,0-4 15 0,3-11-7 16,2-6 3-16,5-9-2 0,3-7 22 0,4-7-13 15,3-4 1-15,4-7-5 0,1 1-2 0,4-4-6 16,0-4 3-16,3-5-5 0,-1-4-2 0,1-4 3 16,-1 1-4-16,2-3 5 0,-2 1 2 0,1 1-1 15,0-2-1-15,0 0-2 0,-1-2-18 0,2-3-4 0,-2-32-1 16,4-4 2-16,7-2 6 0,1-1-17 0,2 1 7 16,1-3-10-16,-4-1 13 0,1-5 0 0,1-1-1 15,4-7 4-15,-3-1 15 0,3 4-18 0,-1-2 12 16,0 5-13-16,3 4 13 0,1 2-5 0,2-4 1 0,-1-1 1 15,-1-2 12-15,0 0-9 0,1 4 7 0,0 6-6 16,-17 5 6-16,18 7 5 0,3 3-4 0,0 5 6 16,3 4 15-16,1 2 8 0,-1 5 5 0,-3 2-1 15,3 3-1-15,-2 4 9 0,2 0-11 0,1-11 10 16,-4 8-20-16,3 4-4 0,-2 4-2 0,-3 4-1 16,2 5 1-16,-1-9-20 0,-4 22 10 0,-2 5-13 0,-2 2 7 15,-4 2 3-15,1 1-5 0,-4-2 4 0,0 2-10 16,-2 1 8-16,-3-3 0 0,15 1 3 0,-10-3 4 15,-5-4-7-15,-2-2 5 0,-2 0-5 0,-3-2 6 0,-5 2-10 16,-1 1 0-16,10-1-3 0,-19 3 6 16,-3-1-5-16,-3 0 2 0,-3-2-2 0,-3 1 12 0,0-2-4 15,1-1 2-15,0 0-4 0,-2-3-9 0,-2 0 2 16,2-2 2-16,0-4 1 0,6 0 14 0,2-5-10 16,2-1 4-16,4-3-4 0,0 1 10 0,4-3-13 15,2 0 8-15,1 7-7 0,2-3 13 0,0-3-8 16,2-1-2-16,1-1 1 0,0 0 7 0,2 0 3 15,2 0-2-15,0 0 3 0,1 0 2 0,0 0-14 16,-1 0 2-16,2 0-5 0,0 0 8 0,0 0-6 0,1 2 1 16,0-1-4-16,1 0-1 0,0 1 9 0,5 8-4 15,2 3 5-15,-4 2 0 0,11 0 3 0,1-1 3 16,1 3-2-16,1-2 2 0,0 1 1 0,2 0 7 16,0 0-5-16,5 0 5 0,-1-1-9 0,3 0-7 0,-5 0 3 15,-1 0-6-15,-1 0 0 0,-5-2 3 0,3 0-3 16,-4-2 1-16,-1 1-14 0,4-1-2 0,-6-2-7 15,3 1-30-15,-2-3-35 0,-4-1-30 0,1 1-1 16,-5-3-108-16,5 1-118 0</inkml:trace>
  <inkml:trace contextRef="#ctx0" brushRef="#br0" timeOffset="-195753.07">4132 11684 1614 0,'-1'0'27'0,"0"-1"0"0,0 0-5 16,-2 0 1-16,1 0-11 0,1-1-8 0,0 1-7 15,-1 0-7-15,1 0 1 0,0 0-13 0,0 0 7 16,0-1-6-16,1 2 5 0,0 0-12 0,0 0 13 0,0 0 2 15,0 2 2-15,0 0 2 0,0 6 12 0,-4 12-1 16,-2 2 7-16,0 4 13 0,-1-1-8 0,0-1 7 16,1-4-7-16,2-4 1 0,-1 0 3 0,2 0-3 15,0-4 4-15,2-1 12 0,1-4-9 0,0-1 4 0,0 1-5 16,0-2 10-16,0-1-7 0,0-2 3 0,0 0-5 16,1 1 5-16,2-1-9 0,-1 0 3 0,5 2-5 15,4-1-7-15,1-1 6 0,3-2-2 0,-2-3 3 16,-2 0-9-16,2-3 2 0,2-2-7 0,1-2 5 15,0 9-4-15,0-12 0 0,-5 0 6 0,1 1-4 16,1 1 4-16,-2-2 1 0,0-2-3 0,-1 1 2 0,-3-3-3 16,0 1 5-16,-6 0-1 0,0-2 2 0,10 3-2 15,-3-1-6-15,-2 0 2 0,-3 2-3 0,0 0 5 16,-3 2-7-16,-1-1 4 0,-1 4-4 0,-1 0 5 0,-2-1-6 16,2 3 2-16,0 2-2 0,0 1-1 0,2 1 0 15,-4 1-9-15,-2-4 3 0,1 3-23 0,1 0-8 16,1 1 1-16,0 1-7 0,0 0-30 0,1 1-22 15,-3 0-16-15,3 0-3 0,-1 1-68 0,2 0-62 16,-1 1-12-16</inkml:trace>
  <inkml:trace contextRef="#ctx0" brushRef="#br0" timeOffset="-195419.38">4798 11667 1554 0,'-1'0'9'16,"-1"0"1"-16,0 0-1 0,-5-1-2 0,0-1-2 15,1 2-1-15,-2 0-15 0,-5 2 0 0,0 1-5 16,0 3 6-16,-3 5 5 0,-1-1 1 0,-2 11 1 0,-1 4 1 15,2 0 3-15,-2-2-1 0,0 4 2 0,0 1 3 16,-3 2 5-16,1 0 0 0,-1 0 1 0,1-3-9 16,1 0 18-16,-4 0-10 0,3-2 10 0,-2 1-23 0,0-1 9 15,3-1 3-15,2-1 2 0,5 0-2 0,2-7-8 16,1-2-2-16,2-4-1 0,4-1 0 0,3 1-23 16,-3-5-8-16,0 2-9 0,4-4-47 0,1 0-6 15,0-1-24-15,0 0-2 0,1 0-170 0</inkml:trace>
  <inkml:trace contextRef="#ctx0" brushRef="#br0" timeOffset="-195068.95">4737 12150 728 0,'0'0'423'0,"0"0"-575"0,0 0 507 16,0-1-282-16,0 0-20 0,0-1-18 0,-2 1 3 0,1 0-9 15,0 0-11-15,0 0 0 0,0 0-3 0,0-1 4 16,-2 1 6-16,1 0-22 0,-2 0 4 0,-5-3-8 16,1 2 4-16,-2 0 1 0,-3 0 2 0,-1 2 0 15,0 0 12-15,0 2-5 0,0 0 3 0,-1 2-4 16,1 0 5-16,1 2-10 0,-2 1 4 0,1 3-6 16,0-8 3-16,0 12 3 0,1 3-6 0,0 0 5 0,0 2-9 15,3 0 7-15,0 1-6 0,1 0 6 0,2-3-9 16,2 1 6-16,0-4 0 0,4-1 2 0,0 0-3 15,-8 0-1-15,3-1 3 0,2-2 0 0,3 1 13 0,1-3-7 16,1 0 4-16,0-2-4 0,2-1 8 0,0 1-8 16,1-3 4-16,9 0-6 0,2 0 5 0,2-2-8 15,1 11 2-15,1-5-4 0,2-2 1 0,1-4-4 16,2-1-4-16,1-1-1 0,1-3-17 0,2-2-78 16,-1-2-11-16,5-6-38 0,3 13-186 0</inkml:trace>
  <inkml:trace contextRef="#ctx0" brushRef="#br0" timeOffset="-192099.53">4269 10433 563 0,'0'0'45'15,"0"0"-5"-15,-2 1 6 0,1 0 9 0,0 1-22 16,-1-1-9-16,1-1-1 0,-4 2 5 0,-3 4 0 16,2-2 13-16,2-2 5 0,0 1-8 0,2-3 7 15,0 3-16-15,-2-2-3 0,4 0 3 0,0 0 0 16,-2 2 10-16,0-1 21 0,1 0 1 0,-1 1 7 16,1-2 0-16,1 0-29 0,0 0 1 0,1-1-9 15,1 0-10-15,-1 0-3 0,12-6-11 0,0-2 6 0,2 3-17 16,1-12 9-16,1 0 0 0,-2-1 5 0,-1-4-6 15,-1 1-5-15,-1-2-2 0,0-1-1 0,-2 2 8 16,0 0-3-16,-3-2 1 0,0 4-2 0,-1 0 0 0,-2 0 0 16,2 5 4-16,-2 1-3 0,-1 3 6 0,0 2 1 15,-2 2-3-15,0 2 1 0,0 1-12 0,-1 3 1 16,1 0 4-16,2-1-1 0,-1-1-1 0,0 1-1 16,1 1-3-16,-2 0 4 0,0 1-1 0,0 0 7 15,0 1-3-15,3 14 5 0,-2 16-7 0,-3 4 2 16,-2 3 2-16,-1-2 1 0,1 0-3 0,0-4-1 15,1-1-1-15,1-7 2 0,0-2 10 0,1-6-4 16,0-1-1-16,1-3-2 0,0-2-9 0,1-3 19 0,1-2-5 16,-2-1 11-16,1 0-6 0,-2-3 3 0,6 0-6 15,2 5 5-15,4 1-7 0,-1-4 9 0,0-1-6 16,3-2 4-16,-1-3-8 0,3-2-4 0,-2-2 8 16,2-3-8-16,1 6-3 0,2-15 2 0,-2-1 0 15,2-3 1-15,0-2-3 0,-2 2 0 0,1-3 0 0,-4 1 3 16,1-1 5-16,-4-1-9 0,2 3 1 0,-1 0-2 15,-2 1 1-15,2 1 1 0,-4 4 1 0,1 2 0 16,-2 2 7-16,-2 2-3 0,-1 3-5 0,2 1 3 16,-3 2-5-16,0 2 2 0,-3 3 0 0,1-1 0 15,0-1 1-15,0 1-3 0,0 1 2 0,1 0-3 0,-1 1 4 16,0 1 0-16,-1 1 4 0,0 19-2 0,-4 11 4 16,-4 5-2-16,0 3-4 0,-1 1 2 0,0 1-5 15,3-1 1-15,2-2 1 0,0-4 1 0,2-2 3 16,0-6-1-16,2-3 1 0,0-4-2 0,2-2-1 0,3-3 25 15,0-2-10-15,3-3 13 0,-3 0-19 0,14-4 1 16,0-3 0-16,2-2 0 0,6 13-7 0,4-9-14 16,4-7-13-16,5-10-4 0,4-6-66 0,7 11-150 15,6-22-66-15</inkml:trace>
  <inkml:trace contextRef="#ctx0" brushRef="#br0" timeOffset="-172983.53">13996 11090 174 0,'0'0'45'16,"0"0"5"-16,0-1 33 0,0 0 12 0,-1 0-30 0,0 0-19 16,1-2-26-16,-2 1-4 0,2 0 0 0,0-5 10 15,0-2 5-15,0 1-2 0,2-2 0 0,-1-2-25 16,1 0 25-16,2 0 1 0,-1-2 11 0,1 0 9 0,0-1-6 16,1-3-2-16,0-1 2 0,1 2 23 0,-2-3-11 15,1 2 5-15,-1 4-10 0,0-2-19 0,1-1-7 16,0 2-5-16,-1 1 0 0,1-2-18 0,-3 8 14 15,0 1-3-15,-2 4 8 0,0 1 4 0,1 0-1 16,0 0 1-16,0-1-2 0,0 1-9 0,0 1-6 16,1 0 0-16,-2-1-2 0,0 1-5 0,0 0 12 15,0 1-5-15,0 1 5 0,0 0-13 0,0 3 10 16,0 10-6-16,-2 4 9 0,1 1-10 0,-2 3 0 16,0 1-1-16,1 0 0 0,-1-2 2 0,-1 1 0 0,-1-1 1 15,2-1 0-15,-2 2 1 0,2-2 5 0,-1-2-6 16,1 1 3-16,-1 1-11 0,2-1 9 0,-1 0-1 0,3-2 2 15,0 0-12-15,0-2 8 0,0-1-3 0,0 0 6 16,0 1 4-16,0-1-12 0,0 1 10 0,0-1-11 16,-1-1 7-16,-1 1 2 0,-2-1-3 0,1-1 3 15,-3 2-2-15,0-1 6 0,-3 1 2 0,7 2 1 16,-16-3 7-16,-1 0-15 0,-1 0 4 0,1-2-6 16,-2 2 13-16,1-5-7 0,-1 0 4 0,1-1-5 15,1-2 6-15,1 1-6 0,1-1 3 0,-1-3-4 16,1-1-4-16,3 0 4 0,0 9-2 0,2-4 3 0,-1-2 1 15,2-1-9-15,0-2 0 0,3 0 0 0,-1 0 15 16,3-1-12-16,1 0 5 0,1 0-8 0,3 0 2 16,0 0-1-16,-2 0-1 0,1 0-1 0,0 0-10 0,0 0 0 15,0 0 0-15,1 0 0 0,0 0 1 16,0 1 4-16,0 0 4 0,1 1 1 0,0-1 7 0,1 0-1 16,1 1-2-16,11 7 3 0,5 0 8 0,1 0-1 15,2-2 0-15,1-1 0 0,2 0 1 0,0-1-4 16,2 0-3-16,5-1-2 0,-2 0-5 0,2-1 2 15,-1 1-3-15,1-1 2 0,-2 0-7 0,1 0 6 16,-3 1-4-16,-4-1 4 0,1 1-6 0,-7-1 7 16,1 1 0-16,-4-2 2 0,-3 1-2 0,-3-1-1 0,-2-1 2 15,-3 0-2-15,0-1 4 0,-2 0-4 0,0 0 0 16,2 2-1-16,-1-1 7 0,0 0 0 0,1 0 5 16,-2 0-3-16,0 0 6 0,-1 1-7 0,0-1-3 15,-1 0-1-15,-13 7-11 0,-13 4 13 0,-2-1-4 16,3-2 8-16,-3 0-4 0,-1 1-5 0,1-2 6 0,0 1-4 15,-1 1 6-15,6-1-2 0,-2 1-3 0,4-1 2 16,0 0-1-16,2 0 5 0,3 0 1 0,-1-1-1 16,4-1-8-16,2-1 2 0,1 1 1 0,2-2 0 15,1 0 3-15,3-3-7 0,2 0 0 0,2-2-3 16,-1 0 1-16,0 3-1 0,0-1 0 0,-1 0 1 16,2 1-2-16,0-1 1 0,0 1-2 0,1-1 3 0,0-1 4 15,1 0-3-15,1 2 1 0,14 4-2 16,1-1-1-16,1-3-5 0,0-1 7 0,-1 0-5 0,2-1 8 15,-2-1-5-15,1 0-3 0,0 1 0 0,2 1 6 16,-1 3-5-16,-2 1 2 0,-1-1-4 0,-2 2 3 0,-2 0-3 16,1 0 2-16,-5 13-2 0,-4 0 7 0,1 3-2 15,-4 2-1-15,15 2 1 0,-8 0 3 0,-5 0 7 16,-3 0 2-16,-1 1 0 0,-5 2-4 0,0-2 9 16,-1 0-4-16,0 0 6 0,0-2 2 0,-2 4-11 15,1-2 6-15,1-2-10 0,0-2 2 0,1-1 5 16,0-4-1-16,1 1 2 0,2-3-2 0,-1-1-3 15,2-2-1-15,0-4 0 0,1 0-8 0,0-2 3 16,0 0-5-16,1-3 4 0,0-1-6 0,0-1-6 16,0-2 0-16,0 0-4 0,0 2-23 0,0-1-42 15,0 0-22-15,0 1-19 0,0-2-194 0</inkml:trace>
  <inkml:trace contextRef="#ctx0" brushRef="#br0" timeOffset="-171531.55">13784 10645 477 0,'0'0'-12'16,"0"0"4"-16,0 0-12 0,0 0-8 0,0 0 6 0,0 0-10 15,0 0 10-15,0 0-5 0,0 0 5 0,0 0-20 16,1 0 5-16,1 0-8 0,-1 0 7 0,0 0 3 15,-1 0 17-15,0 0 8 0,0 0 6 0,0 0 54 16,0 0 37-16,0 0-2 0,0 0 7 0,0 0-42 16,0 0 7-16,0 0-17 0,0 0 12 0,0 0-28 0,0 0-19 15,0 0 6-15,0 0-11 0,0 0 0 0,0 0 7 16,-1 0-4-16,0 0 3 0,-1 0-9 0,1 0 10 16,-1 0-7-16,-3 0 10 0,-4 1-5 0,-2-1 17 15,-1 0-1-15,1 0 4 0,-2 0-15 0,-1 0 10 16,-3 0-6-16,1 0 7 0,-3-1-10 0,-2 0 4 15,-2-1-1-15,0 0 1 0,-2 0-5 0,-2-1-5 16,0 1 3-16,-2 0-3 0,-1-1 5 0,2 0 14 16,1 2-8-16,1-1 10 0,-1 2-5 0,1 0 10 0,-1 0 1 15,-1 0 3-15,1 2-2 0,-1-1-1 0,-1 1 1 16,-1 1 0-16,0-1 9 0,1 0-15 0,3 1 8 16,4-1-10-16,-2 0-1 0,6 1 3 0,-1-2-1 0,2 0 4 15,4 0 10-15,4 0-20 0,1-1 1 0,1 0-8 16,2 0 4-16,0 0-5 0,2 0 5 0,0 0-7 15,1 0 7-15,0 0-3 0,-1 0-2 0,2 0 0 16,0 0-18-16,0 0 0 0,0 0-7 0,-1 0 5 16,1 0-1-16,0 0 7 0,1 0 7 0,0 0-4 15,1 0-1-15,0 0 6 0,2 0-7 0,4 2 7 16,9 0-6-16,5 1-3 0,3 0 3 0,-3-1-1 0,5 0 1 16,2 1 2-16,3 0-4 0,2 0 2 0,-2-1-9 15,0 0 2-15,0 2 1 0,-1 1 0 0,2 0 8 16,-2 0-1-16,3 1 0 0,0-1 0 0,4 1 0 0,-1-2 4 15,1 0 1-15,-1-1 0 0,-3-1 0 0,2-1-2 16,-2-1-4-16,-1 0 1 0,0 1 0 0,-4-1-1 16,-1 0 5-16,-2 0-4 0,-1 0 0 0,-2 0 0 15,-1 0-1-15,1-1 3 0,-3 0 7 0,0-1-6 16,0 1 2-16,-2-1-3 0,3 1 7 0,-5 0 3 16,3-2-3-16,-1 2 1 0,-1 0 4 0,4 0-7 15,-2-1 3-15,-2 2-6 0,1 0 0 0,-4 0-9 16,-1 0 4-16,-1 0-4 0,-2 0 15 0,-1 0-11 0,-3 0 1 15,0 0-4-15,-1 0 8 0,-2 0-2 0,-1 0 4 16,0 0-5-16,2 2 0 0,-1-1 10 0,0 0-4 16,1 0 7-16,-2 0-3 0,0-1 16 0,0 0-9 15,0 0 9-15,1 2-22 0,-1-2-3 0,0 0-1 0,-1 0-2 16,0 0-11-16,0 0 8 0,-1 0-2 0,0 0 5 16,-1 0-2-16,-8 1 1 0,3-1-2 0,-4 0 2 15,4 0-4-15,0 0-15 0,1 0-4 0,0 0-7 16,-3 1-35-16,4-1-93 0,-2 0-10 0,4 0-43 15,-1 0-193-15</inkml:trace>
  <inkml:trace contextRef="#ctx0" brushRef="#br0" timeOffset="-170381.56">12281 10100 518 0,'0'0'75'16,"0"0"5"-16,-1 0-16 0,0 0-15 0,0 0-20 16,0 0-20-16,-1 0-9 0,1 0-7 0,1 0 3 15,0 0 4-15,0 2 0 0,0-1 2 0,0 0-2 16,0 0 13-16,0 0-3 0,0 2 4 0,0-1-3 0,0-1 5 16,1 5 11-16,1 1 0 0,-1 0 4 0,0-1-2 15,0-1 18-15,2 1-9 0,-1-2 10 0,0 1-17 16,3 1-3-16,0 0 2 0,-2 1-3 0,9 3 2 15,1 1-14-15,0 1 2 0,2-3-4 0,2 2 6 0,-1 0-12 16,5 2 3-16,0 4-6 0,3 1 2 0,1-4-2 16,-5 0-5-16,2-1 1 0,-2-3 0 0,1 4 4 15,3-2 0-15,-2 0 1 0,-2 0-3 0,-5-2-2 16,2 2 7-16,-4-3-6 0,1 0 9 0,0-1 9 16,-1 0-3-16,0-1 5 0,-2 3-2 0,0-3-1 15,1 0-4-15,1 0 2 0,0 0-2 0,-2-1-10 16,1 0 8-16,-2-1-10 0,-1 1 1 0,2-1 4 15,-2 0-5-15,0 1 5 0,0-2-6 0,-2 1 5 0,2 0-6 16,-3-2 3-16,1 2-5 0,-3-2 2 0,-2 1 5 16,0-2-3-16,1 2 3 0,-1-1-4 0,0 1 1 15,1-1-1-15,-2 1 9 0,1 1-1 0,-1-1 0 16,1 1 1-16,-2 1 11 0,0-1-10 0,0-1 5 0,0 1-7 16,-2-1-1-16,0 0 2 0,1 0-5 15,-2-1 5-15,0 2-2 0,-8-1-8 0,0-1 1 0,-2 2-4 16,-1 0 6-16,-1 0 0 0,0 1-1 0,-1 3-1 15,-3-2-6-15,-1 2 3 0,-1 3 1 0,-5-2 1 16,-1 2 6-16,0 3-3 0,-4-1-2 0,4-1-1 16,1 2 1-16,-1-5 4 0,5 1 0 0,2-2-1 0,-1-1-6 15,4-1 3-15,1 0 0 0,2-2 1 0,-2-1 2 16,6-3-2-16,-1 6-2 0,1-1 0 0,3-3-2 16,-3 1 4-16,2-2 1 0,2-1-1 0,-1 1-12 15,1-1 2-15,0-1 1 0,2 0 0 0,-2 0-4 0,1 0-8 16,0 0-8-16,2 0 1 0,-2 0-33 0,3 0-48 15,-1 0 2-15,1 0-20 0,0 0-31 0,-1 0-103 16</inkml:trace>
  <inkml:trace contextRef="#ctx0" brushRef="#br0" timeOffset="-169695.84">12244 10186 752 0,'0'0'39'0,"0"0"99"15,0 0-172-15,0 0 26 0,0 0-5 0,0 0 14 16,1 0 6-16,0 1-7 0,0 1-1 0,0-1-2 0,1 0 8 16,-1 0 10-16,0 0 1 0,0 0 2 0,0 1 13 15,1-1 16-15,-1 0 8 0,0 0 3 0,0 0 25 16,0 0 5-16,0 1-10 0,1-1 6 0,-1 0-31 0,0 0-18 16,0 0-5-16,-1 1-5 0,0-1-19 0,0 0-1 15,0 0 4-15,-1 0-3 0,0 0 2 0,0 1-6 16,-3 0 5-16,-10 7-5 0,0-6 6 0,-5 8-6 15,0 4-2-15,-2 0 0 0,-3 0 2 16,-4-1-2-16,-1 2 0 0,-2-4 0 0,2 3 8 0,-2-1 2 16,3-1 5-16,1 1-6 0,1-2 1 0,4-2 3 15,2 1 4-15,1-2-2 0,1 2-1 0,2-2-6 16,-1 2 1-16,2-2-1 0,1-1-2 0,2-1 2 16,4-1-6-16,2-1 5 0,2 0-8 0,0-2 1 0,-1 0 1 15,4-2 2-15,1 0 3 0,-1-1-9 0,-1 2 2 16,-1 1-5-16,1-1 1 0,1 0 5 0,0 1-4 15,-1-1 4-15,1 0 1 0,0 1-4 0,0-1 2 16,1 0-4-16,0 1 1 0,0-1 8 0,0 0 0 0,0 2 2 16,2 3-6-16,1 0-3 0,0 0 3 0,1 0-3 15,0 0 3-15,0-1 7 0,-2 1-3 0,9 0 5 16,0-1-9-16,2 0 7 0,2-1 0 0,2-1 3 16,2 1-4-16,1 0-5 0,1 0 1 0,3-2-2 15,-1-1 1-15,2 0 4 0,2-1-3 0,-2 0 3 16,-1 4-8-16,3-3 5 0,-2 2-5 0,-1 0 7 0,0 1-4 15,-5 1 0-15,0 1 4 0,-4-2-2 0,-2-1 4 16,0 1-7-16,-1 1-2 0,0 1-1 0,-2-2 4 16,1 2 0-16,-2-1 0 0,-1-1 0 0,1 1-1 0,-2-2 0 15,0 1-1-15,-1-2-1 0,-1-1-7 0,-1 1-20 16,0-1 1-16,-2-1-8 0,0 0-15 0,-1-1-31 16,1 0-25-16,-1 0-9 0,0 0-148 0</inkml:trace>
  <inkml:trace contextRef="#ctx0" brushRef="#br0" timeOffset="-169345.81">12145 10478 1379 0,'0'0'48'0,"-1"-1"97"16,0-1-149-16,-1 1-25 0,1 0 5 0,1 0-6 15,0 1 28-15,1 0-3 0,2 0 3 0,6 0-3 0,5 1 1 16,2 1 1-16,0 2 0 0,3 0 1 0,0 0 1 16,0 0 1-16,-1-1 3 0,1 0 2 0,0-1 14 15,-3-1 14-15,3 0-4 0,-1 1 6 0,-2-2-3 16,1 0-10-16,2 0 3 0,-3 0-7 0,3 0-8 15,-3 0-6-15,-5 0-4 0,-2 0 1 0,-4 0-1 0,1 0-11 16,-3 0-1-16,0 0-6 0,2 0-15 0,-3 0-2 16,-1 0-16-16,1 0 2 0,1 0-84 0,-2 0-98 15,-1 0-22-15</inkml:trace>
  <inkml:trace contextRef="#ctx0" brushRef="#br0" timeOffset="-169013.22">12290 10364 648 0,'0'0'213'0,"-2"-1"22"0,1-1-64 0,0 1-59 15,0 0-49-15,0 0-34 0,0 0-11 0,-1 0-5 0,1-1 0 16,0 1-9-16,0 0-5 0,0 0 5 0,-1 0-5 16,1-1-4-16,0 2 6 0,0 0-5 0,1 0 5 15,-1 0-1-15,0 0 5 0,-1 2 0 0,1-1 1 16,-1 0-10-16,-4 1 10 0,-6 4-6 0,-1 0 9 15,-2 1-2-15,0 0-1 0,-2 1 10 0,0 2-8 16,-2 0 7-16,-1 1-2 0,-1 0-8 0,4-3 7 16,0 1 4-16,5-2-3 0,2-1 2 0,0 1-6 15,4-2-3-15,1-4-3 0,-1 6-2 0,2-1 0 0,0 0 1 16,1 0 5-16,-1 0 5 0,2-2-3 0,-1 2 9 16,2 0 0-16,1 1 0 0,0-1-2 0,3 1-12 15,-1-1-1-15,0 0 2 0,2-1-1 0,2 0-4 0,7 0-26 16,3 0-1-16,5-2-8 0,0 0-2 0,8 12-22 15,0-7 0-15,4-4-14 0,3-3-75 0,3-3-268 16</inkml:trace>
  <inkml:trace contextRef="#ctx0" brushRef="#br0" timeOffset="-168396.19">14064 10647 186 0,'0'0'6'0,"0"0"20"0,0 0-33 0,0 0 13 15,0 1 12-15,0 1 1 0,0-1 29 0,0 0 28 0,0 0-4 16,0 0 16-16,0 0 8 0,0 1-4 0,0-2 3 16,0 0-3-16,0 1-7 0,0-1-40 0,0 0 8 15,0 0-19-15,0 0-9 0,0 0-7 0,0 0-7 16,0 0 3-16,0 0-14 0,0 0 9 0,1 0-6 0,0 0 7 15,1 0-10-15,-1 0-1 0,1-1 0 0,-1 1-1 16,9-4-7-16,1 1 7 0,0-1 2 0,1 0 1 16,-2 1 4-16,0 1 0 0,3-2-3 0,0 2 1 15,2-1-4-15,0 1 6 0,1 1 0 0,-1 1 5 16,0 0 17-16,2 0-2 0,0 0 0 0,2 0-1 16,0 1 6-16,2 1-16 0,3 1 6 0,1 0-9 15,4 1-4-15,-1-1-5 0,-3 1-5 0,-2 1 1 0,-1-2-3 16,2 2-14-16,-2-2 2 0,1 1-8 0,-5-1-17 15,0 0-89-15,-1-2-20 0,-1 0-38 0,0 1-218 16</inkml:trace>
  <inkml:trace contextRef="#ctx0" brushRef="#br0" timeOffset="-167679.19">14498 11374 1393 0,'-1'-1'88'16,"0"-2"194"-16,-8-11-286 0,2 4-12 0,1-1-11 0,4 6 4 15,1-1-11-15,0 2 0 0,1 1 7 0,0 0-6 16,0 1 7-16,0 0 1 0,1 0 2 0,0 0 0 15,0 1 7-15,0-1 1 0,1 2 9 0,-1 0-3 16,0 2 22-16,4 7 13 0,-1 16-5 0,-2 4 8 16,-4 0-1-16,-2 0-6 0,-1 1-1 0,0 0-1 15,-2 0-7-15,-1 1 10 0,-1-3-4 0,0-2 5 0,2-4-8 16,3-3-3-16,1-4-1 0,2-1-1 16,1-2-2-16,0-4-1 0,0-2 3 0,0-1-3 0,0-2-7 15,0 0 2-15,0-1-5 0,1 1 3 0,0-1 5 16,1-1 5-16,-1 0 1 0,0-1-1 0,1 0-13 15,1-1 0-15,5-7-3 0,-2-14 3 0,3-2 4 0,3 0 1 16,-1 0 3-16,0-2-3 0,0 1 7 0,-1 1-6 16,0-1 4-16,0-1-5 0,0-1 1 0,0 1 0 15,0-3-4-15,0 4 3 0,3-1-3 0,-2 1-3 16,0 4 6-16,0 1-3 0,0 3 9 0,1 4-3 16,-2 2-3-16,2 2 1 0,-3 3 2 0,1 2-13 15,-2 2 7-15,0-4-10 0,0 1 13 0,1 2-2 16,-3 2 4-16,-1 1-4 0,-1 1-1 0,-2 3 3 0,12 20 0 15,-6 0 3-15,-5-1 4 0,-3-1 2 0,-1-2-4 16,-4 2 4-16,-1 0-6 0,-1-2 4 0,-1 1 5 16,0-3-2-16,0-2 6 0,-1-3-3 0,2-2-5 15,6-3 2-15,-10-1-4 0,2 0-1 0,1-1-2 0,0 0 0 16,1 0-9-16,-2-2 5 0,0 1 3 0,2 0 2 16,0-1 3-16,1 0-4 0,2 1-4 0,3-2 0 15,0 1-4-15,0-2 2 0,0 0 3 0,1 0-2 16,-1 0-2-16,-1 0-2 0,0 2 0 0,0-1 1 15,0 2 8-15,1 0-5 0,1-1 3 0,0 2-4 16,0-1 3-16,3 1-1 0,1 2 0 0,1-1-1 16,-1 0-5-16,9 3 7 0,-2-1-6 0,1 1 6 0,0-1-10 15,-2 2 7-15,1-2-1 0,-2 2 1 0,1-3-16 16,-1 2-10-16,1 1-5 0,-1-5-4 0,0 2-30 16,1-3-41-16,-1-3-12 0,1-1-12 0,0 6-49 0,0-2-26 15,3-1-23-15,2-4-7 0,-1-3-128 0</inkml:trace>
  <inkml:trace contextRef="#ctx0" brushRef="#br0" timeOffset="-167328.42">15149 11473 813 0,'0'0'158'0,"0"0"1"0,0 0-27 0,0 0-15 15,0 0-55-15,0 0-42 0,0 0-3 0,0 0 4 16,0 1 0-16,0 0 15 0,0 0 3 0,0 2-7 15,0-2 4-15,-2 12-11 0,0 0-4 0,-2 2-3 16,1 1 1-16,-1 2-5 0,-1 0 6 0,1 0 0 0,-2 1 1 16,1 0-10-16,0-2 2 0,0-1-1 0,-1 0 2 15,1-3 5-15,1 0-1 0,2 0 0 0,1-3-3 16,0-1-5-16,0-1 3 0,1-3-3 0,0 2 2 16,0-2-7-16,0-1 0 0,2 4 2 0,-1-5-1 15,3 3 1-15,-1-1 4 0,-2-2-2 0,9 1 4 16,-1-2-1-16,2-1 2 0,-1 3 2 0,3-1 0 15,0 1 11-15,0-1-21 0,2-1 11 0,2 1-14 0,-1-2 4 16,1 3-2-16,-1 2-3 0,3 5 2 0,-1-2-5 16,1-2-5-16,-3-4-9 0,0 1 4 0,-3-2-19 15,0-1-11-15,-1-1-2 0,-6 0-6 0,2 0-33 16,-5 0-97-16,-1 0 8 0,0 0-48 0,1 0-107 0</inkml:trace>
  <inkml:trace contextRef="#ctx0" brushRef="#br0" timeOffset="-166661.35">13964 12242 410 0,'0'0'38'0,"0"0"-59"0,-1 0 51 0,0 1-30 16,0 0 12-16,-1 0 35 0,1 2-3 0,0-1 16 15,-1 5 27-15,-2 5-8 0,-1 3 11 0,0 2-10 16,-1-1 8-16,-1 3-5 0,0 0-3 0,-2 1 1 16,-1 2 4-16,-1 3-8 0,1-2-4 0,-1 1-2 0,0-3-18 15,1-4-6-15,0 0-8 0,1-2 0 0,1 1-25 16,1-2-10-16,1-1 8 0,1-2-8 0,2 0 0 16,0-2-12-16,1 1-4 0,1-2-1 0,0 0-18 0,1-1-16 15,0 0-9-15,0 0-2 0,0-1-41 0,1-1-77 16,1 1-11-16,-1-3-34 0,-1-1-156 0</inkml:trace>
  <inkml:trace contextRef="#ctx0" brushRef="#br0" timeOffset="-166343.91">13266 12848 1746 0,'-2'0'16'0,"1"-1"4"0,0 0-17 0,0 0-14 0,0 0-5 15,0 0-37-15,-1-1 14 0,1 2 3 0,1-1 6 16,0 0 18-16,1 0 12 0,10-3-3 0,12-3 6 16,5 0-6-16,2 1 10 0,9-1-3 0,2 1 8 15,0-1 5-15,3 0 11 0,-5 0-4 0,-2 0 3 16,2 1-12-16,-4 2-5 0,-1 0 3 0,-1 2-7 0,-3-1-7 15,-4 2 2-15,1 0-3 0,-4 0 3 0,1 1-8 16,-3 0 6-16,-4 0-5 0,1 0 5 0,-4 0-6 16,3 1-4-16,-6 1 2 0,-4 0-5 0,1-1-8 15,-7-1-2-15,1 0-12 0,-1 0 1 0,0 0-73 0,2 1-94 16,-1 0-25-16</inkml:trace>
  <inkml:trace contextRef="#ctx0" brushRef="#br0" timeOffset="-166127.21">13464 13090 1281 0,'-1'0'193'16,"0"0"404"-16,0 0-570 0,0 0-38 0,-1 0-6 15,1 0-5-15,1 0 19 0,1 1 5 0,3 0 2 0,23 11-2 16,2-2-12-16,6 0-35 0,0-3 2 0,1-3-16 15,1-1-26-15,-1-3-57 0,-1-1-40 0,3-4-25 16,0-2-325-16</inkml:trace>
  <inkml:trace contextRef="#ctx0" brushRef="#br0" timeOffset="-165143.52">14044 10613 1309 0,'-1'-1'52'16,"0"0"1"-16,-2 0-30 0,1-1-4 0,0 1-28 16,1 0-39-16,-1 0 22 0,1 0-2 0,0 1 13 15,1 0 11-15,1 1-10 0,2 0 1 0,15 8-3 0,5 1 2 16,-1-2 11-16,2 0-3 0,0-1 5 0,2-1 4 16,0 0 33-16,1-1 0 0,1-2 12 0,0 0 14 0,3-3-1 15,7 1 0-15,2 0-1 0,1 0-7 0,5 0-13 16,-3 1-3-16,4-1-5 0,3 2-8 0,-2 2-12 15,2 0 2-15,1 1-7 0,4-1-1 0,4 1-1 16,3-2-4-16,1-2 1 0,-3 2-7 0,0-2 14 16,-5-1-6-16,1 0 7 0,-2 1-11 0,4-2 1 15,1 1 0-15,-3-1 0 0,3 0-6 0,-7-1 10 16,-4-1-2-16,-6 2 5 0,-3 0-11 0,-5 0 8 16,-1 0-4-16,-2 0 6 0,-1 0-4 0,1 0-2 15,-5 0 1-15,-2 0-1 0,-1 0 1 0,-4 0 1 16,-2-1-1-16,-1 0 0 0,0-1 6 0,-1-1-2 0,-1 0-4 15,-1-1 0-15,-2 1-4 0,-3-1 6 0,-1 2 3 16,-1 0-1-16,-4 0-9 0,0 2 13 0,0-2-6 16,0 0 11-16,1-1 10 0,-2 1 2 0,0 0 1 15,0-1-2-15,0 1-9 0,-1 0-3 0,0-1-1 0,0 1-1 16,-1 0-5-16,0 0 2 0,0 1 0 0,0 1-1 16,-11-5-5-16,-2 3 1 0,-1 2-4 0,2 1 1 15,-2 2-2-15,5 0 10 0,0 1 0 0,2-1 2 16,2 1-14-16,0-1 12 0,1-2-8 0,-1 8 9 15,0-1-5-15,1 1-5 0,0 0 5 0,3-2-6 16,-7 6 6-16,4-5 0 0,0 4-1 0,3-1-1 0,1-2-5 16,0-1 9-16,1 1-5 0,0-1 7 0,0 3-8 15,1-3 3-15,1 2 2 0,0-2 2 0,1-3 1 0,0 0-1 16,0-1 0-16,5-1 0 0,5 1 1 0,2-2 2 16,-1 8-1-16,-3-4 2 0,1-2-6 0,-1-1 4 15,2-2-3-15,0-1 4 0,-2-2-3 0,-2-3 2 16,-1 0-4-16,-1 3 2 0,1-12-1 0,-3 0-6 15,-1-2 5-15,-2 3-6 0,-1 0 4 0,9-1-3 16,-3 0 0-16,-2 0-2 0,-4 0 3 0,-1 2 2 16,-1 2 0-16,-2-2 0 0,0 2-6 0,-1 3 7 15,0 0-4-15,-1 1 7 0,0 2-12 0,-4 0 7 16,-2 2-1-16,2 1 3 0,1 0-2 0,0-1-4 0,0-4 2 16,1 3-2-16,1 1 5 0,3 2-10 0,0 0 2 15,1 0-6-15,0 0-2 0,-1 1-2 0,1 0-8 16,1 1 2-16,1 1-34 0,0 5-13 0,1 0-11 15,1-3-4-15,1-1-64 0,0-2-119 0,10 6-9 16</inkml:trace>
  <inkml:trace contextRef="#ctx0" brushRef="#br0" timeOffset="-164243.08">15906 10149 1912 0,'-2'-2'34'0,"1"1"0"0,-1-2-18 16,1-7-11-16,-4 7-12 0,4 3-28 0,-2-3-10 15,1 1 8-15,0 1-7 0,1 0 27 0,-1 0 5 16,2 1 7-16,0 1-5 0,2 0-4 0,-1 1 1 15,6 9-2-15,12 1 5 0,3-2 4 0,4 2 16 16,2-6 0-16,3 1 10 0,0-1 24 0,2-2 3 16,0-1 6-16,0-1-4 0,1 15-7 0,2-8-4 0,1-4-8 15,2-3 4-15,1-1-13 0,-2-1-14 0,0 0 7 16,1 0-9-16,-2 0 4 0,-1 1-4 0,-4 2-8 16,-4 0 3-16,-2 0 0 0,-4 0-6 0,-2 1 4 15,-3 0-6-15,-2 1 3 0,-2 1 4 0,-2-1 0 0,-2-1 1 16,-1 1-2-16,-1 0 2 0,1-3 1 0,-2 8 0 15,-1 0-8-15,1 1 10 0,-1 0-8 0,3 1 9 16,-3 0-5-16,-2 2 6 0,1 3-3 0,5-2 4 16,-2 1-1-16,-2 1-1 0,-2 0 3 0,0 1-4 15,-2 1 2-15,-1 2 3 0,0 0 1 0,-2 3-2 16,-2-1-11-16,-1 1 8 0,1 4-3 0,-3 4 5 0,-1 3-5 16,1 5 3-16,0-1-1 0,-1 3 2 0,0-1-5 15,-2 2 0-15,1 0-2 0,0 1 1 0,-2 2 1 16,2 3 2-16,-1 1 2 0,0 6 0 0,-1-1 2 0,2 1-9 15,2 1 4-15,0-2-5 0,0-1-1 16,2 2 4-16,1-1 1 0,1 2 1 0,-1 2 11 0,3 1-12 16,0 1 6-16,0-5-7 0,1-2 0 0,1-4 3 15,1-4-2-15,1 0 3 0,0 0-1 0,2 1 3 16,0 1-7-16,-1 1 5 0,0-1-2 0,-2 1-1 16,0-1 5-16,1-1-5 0,-2 3 5 0,-1-2-5 15,-1-4 3-15,-3-1-3 0,0-3-1 0,0-3 9 16,-1-1-9-16,3-2 8 0,-2 1-6 0,2-4 1 15,0-2 2-15,1-2-3 0,-2-3-3 0,1-1 6 0,1-1 1 16,1-5 2-16,0-2-12 0,-1-1 12 0,1-3-7 16,0-3 9-16,0 2-8 0,0-5-1 0,0 1 2 15,0-2-2-15,0 1-5 0,0-2 8 0,0-2-2 0,0 0 5 16,0 1 0-16,0 0 3 0,0 0-1 0,0 1 1 16,-2-2-7-16,1 0-2 0,0 0 0 0,0-1 0 15,-16 4 0-15,0-3 0 0,-4-2 0 0,-2-3 1 16,3-1 8-16,-4-3-7 0,1 1 4 0,1-1-4 15,-3-1 15-15,2-1-5 0,-3 1 2 0,-1-1-4 16,4 2-6-16,-1 0 3 0,1 1-5 0,1 1 4 16,-2 1-4-16,2 2 1 0,-1 0 2 0,0 2-1 15,1 0-4-15,0 1 2 0,3 0 3 0,-1 0-1 0,1 0 2 16,5 1-1-16,0-1-2 0,3 0 2 0,1 0-4 16,3 0 3-16,-2 1-4 0,8-1 2 0,0 0-6 15,-1 0 0-15,-1 0-4 0,1 0 1 0,0 0-15 0,-1 0-18 16,2 1-3-16,0 1-6 0,0-1-16 0,-1-1-9 15,1 0-7-15,0 1 0 0,1 0-20 0,0-1-7 16,0 0-1-16,0 0-6 0,0 0-20 0,1 0-71 16,0 0 2-16,1-1-30 0,-1 0-31 0</inkml:trace>
  <inkml:trace contextRef="#ctx0" brushRef="#br0" timeOffset="-163926.3">16069 12647 1255 0,'0'0'73'16,"-1"0"107"-16,0 0-95 0,0-1-19 0,-1 1-1 16,1-1-6-16,0 1-15 0,0 0-12 0,0 0-11 15,-1 0 2-15,1 0-23 0,-1 0 1 0,0 0 5 0,-1 1-4 16,-1 2 0-16,-8 5 4 0,1-2-2 0,-2 10 4 16,-1 1 5-16,1-1-6 0,-3 3 4 0,-1-1-4 15,0-2 6-15,-1-1 6 0,6-1 3 0,0-1 1 16,4 0 4-16,0-2 3 0,0-2-9 0,1 1 7 15,2-2-24-15,3 0 3 0,0 2 0 0,-5-1 2 16,3-1-6-16,-1 3 4 0,1 1-5 0,3-3 5 0,1 0-1 16,1 2-6-16,2 0 1 0,2 0-1 0,-1-1 10 15,3 0-6-15,0 0-1 0,-5-3-3 0,10 2 1 0,-2-1-10 16,3-1 9-16,-1 0-12 0,-2-2 2 0,0-1-26 16,-1-2-10-16,2-1-4 0,3 9-25 0,1-3-32 15,3-4-12-15,-2-3-16 0,2-2-115 0</inkml:trace>
  <inkml:trace contextRef="#ctx0" brushRef="#br0" timeOffset="-162707.06">16161 9950 619 0,'0'-1'68'0,"0"-1"115"0,0 1-139 0,0 0-7 15,0 0-9-15,1 0 3 0,0 0-12 0,-1-1 11 16,1 1-6-16,-1 0 5 0,0 0-17 0,0 0 12 15,0 0 0-15,0-1 6 0,0 2 20 0,0 0-14 16,0 0 9-16,0 0-11 0,-1 2 0 0,0-1-4 16,-4 1-8-16,-11-1 4 0,-4 10-12 0,-1-1 14 15,-3 1-2-15,-1 0 7 0,2 0 1 0,-4-1 1 16,0 2 2-16,3-1-3 0,-2-1-9 0,2-1-2 16,3 0-8-16,2 0 5 0,1 0-8 0,4 1-5 0,0-2 3 15,1 0-5-15,0 1-7 0,4-2 11 0,0 1-9 16,2-1 10-16,1-2-15 0,3 1 6 0,-1 1 5 15,3-3-1-15,-2 1 5 0,-1-1-9 0,2 0 4 0,1-1-4 16,-1 1 9-16,2 1-1 0,0 0 8 0,2 1-5 16,0 0 4-16,0-2-7 0,3-3-9 0,14 1 4 15,1-1-13-15,7 1-14 0,1-1-6 0,0 14-5 16,3-7-36-16,2-5-33 0,0-3-67 0,0 0-8 16,2-1-437-16</inkml:trace>
  <inkml:trace contextRef="#ctx0" brushRef="#br0" timeOffset="-156386.7">17145 10982 253 0,'0'0'45'0,"0"-1"1"0,0 0 28 15,0 0-13-15,0 0 3 0,0-1-7 0,0 0-13 16,0 0 11-16,0-1-13 0,0 1 4 0,0 0-7 0,0-1-10 16,0 1 6-16,0 0-8 0,0-1 1 0,0 1 2 15,0 1-4-15,0 0-10 0,0-1 13 0,0 1-4 16,0 0 7-16,0 0-4 0,0 0 3 0,0-1 1 16,0 2 1-16,0 0 4 0,0 2-5 0,0-1-4 0,-1 11 0 15,-4 17-10-15,2 4-12 0,-2 6 5 16,-1 7-7-16,0 2-3 0,-2 5 1 0,-2 3-1 0,1 3 2 15,-1-4 5-15,-2-4-8 0,0-3 0 0,0-7 0 16,2-2 9-16,1-5-6 0,0-2 5 0,2-5-5 16,2-4 1-16,1-1 0 0,1-5-3 0,1-4 2 15,-1-1 0-15,2-4-8 0,0-3 5 0,1-2-6 16,0 0-2-16,-1-1-5 0,0 0-21 0,0 0 5 0,-1-1-68 16,1-1-27-16,0-1 3 0,0-3-9 0,-9-21 29 15,5-2 46-15,2-1 2 0,3-4 14 0,3 2 18 16,-1-2 10-16,3 0 3 0,-1-1 2 0,-1-1 23 0,0-2-8 15,1-3 11-15,-1-2-8 0,1 1 37 0,1 3-5 16,-2 3 1-16,2 5-3 0,1 1-4 0,0 4-3 16,-1 2-3-16,1 3 1 0,0 3 15 0,-1 0-16 15,1 2 8-15,0 1-13 0,0 1 3 0,-1 1 14 16,2 0-2-16,-1 2 4 0,-3-1-8 0,7 2 1 16,2 2 3-16,0 0-2 0,2 0 1 0,1 2 0 15,2 0-1-15,0 2 2 0,0-9-2 0,-2 4-24 16,1 2 5-16,1 5-11 0,-1 0 4 0,-1 4-4 15,0 3 2-15,-2 1-2 0,0-2 1 0,0 14 6 0,-9 3-1 16,-2 0 4-16,0 2-2 0,13 2-10 0,-7-3-1 16,-4 4-1-16,-5-3 6 0,-4 0-3 0,-4 3 6 15,-1-3-6-15,-2 0-4 0,1-3 4 0,0-3-4 0,9-2 5 16,-12 1-3-16,0-5 3 0,-2 1-3 0,2-1 4 16,1-3 4-16,0 0-7 0,1-2 2 0,3-2-5 15,2 1-7-15,1-1 5 0,0 0-5 0,2-1 5 16,1-1-9-16,0 0 10 0,0-2-4 0,1 1 6 15,0 0-5-15,2-2-4 0,-2 1 5 0,0 1-6 16,1-1 1-16,-1 3 10 0,-1 1-5 0,1 1 7 16,1 0-3-16,1 1-4 0,1 2 1 0,2-1-3 0,2 2-1 15,3 1 3-15,-5-1 0 0,11 1 3 0,0 0-5 16,0 1 2-16,0 0-2 0,1-2 2 0,1 4 2 16,0-3-6-16,-2 1 0 0,0 2-4 0,-1-3-8 15,0 0-8-15,1-1-2 0,-4-3-3 0,-1-1-14 16,-2-1-18-16,-1 0-4 0,1 1-12 0,-2-5-86 0,1 1-35 15,-2 0-6-15,0-1-1 0,3 2 4 0</inkml:trace>
  <inkml:trace contextRef="#ctx0" brushRef="#br0" timeOffset="-155986.27">17585 11617 541 0,'0'0'156'0,"0"0"-138"0,0 0 164 15,0 0-67-15,0 0-46 0,0 0-5 0,0 0 4 16,0 1-7-16,0 1-10 0,0-1-17 0,0 0 7 16,0 0-9-16,-3 12 7 0,1 1-10 0,0 0-5 0,-1 0 0 15,1 1-10-15,1-1 8 0,0-1-4 0,1-3 4 16,0 1-10-16,1-1 0 0,0 0 0 0,1-4 1 16,2 1 14-16,-1-3 9 0,0 1-4 0,7 1 5 15,2-4-2-15,2 8-5 0,0-3 3 0,3-2-7 16,-1-2-11-16,0-1 6 0,-1 0-6 0,-3-2 5 15,2 0-14-15,-3-2 2 0,0 0-1 0,-2 0 1 16,0-1 2-16,-2 1 4 0,-1 0 3 0,0-3 0 0,-2-4 9 16,2-8-10-16,-2-4 1 0,-1 2-4 0,0 0-3 15,9-2 3-15,-4 2-2 0,-5-1 3 0,-2 0-4 16,-1 3-4-16,-2 0-2 0,-2 3 2 0,0 1 9 0,0 4-8 16,1 1 8-16,0 3-10 0,-1-1 2 0,0 2-10 15,-3 2-7-15,0 1 0 0,0-5-11 0,-1 1-8 16,-3 2 2-16,0 2-5 0,0 1 3 0,0 1-22 15,2 1-2-15,-1 3-11 0,3 0-44 0,3-4-27 16,-2 12-8-16,3-2-6 0,1 1-26 0,-5-2 8 16,3-3 3-16,2 0 3 0,1-3 21 0,1-1-74 15</inkml:trace>
  <inkml:trace contextRef="#ctx0" brushRef="#br0" timeOffset="-155718.87">18132 11539 1138 0,'0'0'85'0,"0"0"140"16,0 0-154-16,0 0-17 0,0 0-7 0,0 0-1 15,0 0-21-15,0 0 0 0,0 0-4 0,0 0 2 16,0 0-18-16,0 0 10 0,0 0-3 0,0 0 6 16,-2 1-5-16,1 0 7 0,-1 4-6 0,1 13 5 15,-13 4-7-15,0 0-6 0,-2 3 5 0,-1 3-5 16,0 1 13-16,1 4-6 0,-3 2-2 0,2-3 0 0,1 3 0 15,-1-3-10-15,5-5 7 0,3 0-8 0,3-4 4 16,3-5-4-16,1-1-2 0,-1-4 0 0,0-3 1 16,1 0-12-16,1-3-2 0,-3 0-6 0,1-2-28 15,2-2-35-15,0 1-9 0,1-3-12 0,0 0-70 0,1 1-110 16,0 1-76-16</inkml:trace>
  <inkml:trace contextRef="#ctx0" brushRef="#br0" timeOffset="-155435.58">18253 11762 590 0,'0'0'150'0,"0"0"272"0,0 0-309 0,0 0-32 0,0 0 0 16,0 0-11-16,0 0-13 0,-1 0-16 0,-1 1 2 16,1 0-6-16,-1 0 4 0,-2 2-8 0,-6 0-2 15,-2 11-1-15,-1-1-9 0,-1 2 0 0,0 2-2 0,1 1 1 16,1 3-6-16,2 1-9 0,-1-1 3 0,4 2-4 15,1-3 18-15,2-3-12 0,1-1 1 0,-6-3-6 16,3 0 2-16,2-3 12 0,3 0 4 0,1-2 1 16,1 0-2-16,2-1-6 0,0-1-8 0,5-1 2 15,11-3-19-15,0 0-3 0,2 11-7 0,3-4 2 16,-1-7-17-16,6-2-16 0,1-2 1 0,-2-4-9 16,-3-3-21-16,-2-1-12 0,-2-1-17 0,3 8-12 0,-2-16-205 15</inkml:trace>
  <inkml:trace contextRef="#ctx0" brushRef="#br0" timeOffset="-154701.67">17579 10677 1240 0,'0'0'48'16,"0"0"0"-16,0 0-2 0,0 0-11 0,0 0-12 16,0 0-28-16,0 0 29 0,0 0 2 0,1 0 9 15,0 1 0-15,0-1-8 0,2 0-7 0,-2 0 3 0,11 1-9 16,-1-1-10-16,4-1 6 0,0-2-6 0,-1-1 16 16,1-3-9-16,2-2 5 0,-2 0-7 0,0 2 4 15,1-12 9-15,0-1-7 0,-1-1 7 0,3 0-13 0,-4 0 7 16,1 1 1-16,-3 0 3 0,-2 2 6 0,-2 3-3 15,-3-1 4-15,0 2-4 0,0 1 4 0,-1 2-12 16,-3 2 2-16,0 4-5 0,4-1 5 0,-3 1-11 16,-1 3 0-16,2-1-4 0,-2 1-7 0,1 1 2 15,-1 0-3-15,0-1 3 0,1 1-1 0,-1 1 7 16,0 0-1-16,-1 1 2 0,0 10-4 0,-2 11 4 16,-3 1-4-16,0-2 5 0,0-1-8 0,2-3 5 15,1-1 2-15,0-5 1 0,2 1 5 0,0-2-13 16,0-1 3-16,2-2-4 0,-1-1 14 0,0-3-6 0,0 0 6 15,0-1-6-15,-1-1-1 0,5 3-3 0,6 2-4 16,-1-3 1-16,4 0 1 0,3-3 0 0,-2-4-4 16,4-4 1-16,-3-3-6 0,3 3 2 0,-2-11 4 0,-3-1-3 15,-1-1 2-15,-4 1 11 0,-1 1-4 0,-2 0 6 16,-1 4-10-16,-2 1 13 0,0 1-1 0,-2 3 7 16,5 3-4-16,-3 1 11 0,-1 2-5 0,-1 2 6 15,0-2-6-15,0 2-18 0,0 0 4 0,0 0-9 16,-1 2 5-16,0 0 2 0,0 3 2 0,-5 16 0 15,-4 8 2-15,1-2-1 0,1 1 2 0,1-3-2 16,1 0 3-16,3 0-5 0,2-3 2 0,0-3-2 0,2-2 7 16,2-3-5-16,1-1 0 0,1-2-3 0,-4 1-8 15,13-5-10-15,0 1-3 0,1-3-3 0,0-1-14 16,-3 7-33-16,-1-4-18 0,-3-2-16 0,-2-3-161 0</inkml:trace>
  <inkml:trace contextRef="#ctx0" brushRef="#br0" timeOffset="-153464.77">12497 9809 475 0,'-2'-1'-8'0,"-1"-1"2"0,-25-7-5 0,2 3-1 0,0 3 3 16,2 0 9-16,1 3-4 0,-3 0 9 0,-1 1-7 15,0 2 20-15,-4 0 23 0,2 3-15 0,-6 4 17 16,-5 0-10-16,1 1-9 0,-3-1 10 0,4 1-7 16,1 1 35-16,3-1-4 0,1 0 0 0,4 1-4 15,1-2-8-15,0 1-17 0,1 2-1 0,-1-12-6 16,-1 18-5-16,2 2-16 0,-2 3 11 0,-2 1-12 15,4 1 9-15,1 5 0 0,3-1-4 0,0 6 1 0,2 0-2 16,1 5 3-16,5 3-5 0,4 0 3 0,1 1-7 16,1-4 7-16,1-1 0 0,4-2 2 0,1 0-6 0,2-1 2 15,-17 0 3-15,12 0-2 0,5 1 5 16,4 2-4-16,3 0 4 0,3-1-3 0,3-2 7 0,2 0 2 16,2-3 3-16,-10-2-2 0,15-4-8 0,6-3-1 15,-1-2-1-15,5-2 2 0,2 3 0 0,-2-2-3 16,2 0-2-16,2 0-1 0,0-2-10 0,1 1 5 15,4-1-3-15,3-1 4 0,0 1-3 0,1-3 1 16,0 3-3-16,-1-5 3 0,-1-2 2 0,-3-3 6 16,-4-7 6-16,-2 1-2 0,-2 11 3 0,-1-8-2 0,1-6-4 15,-2-3 2-15,5-3 2 0,-2-4 2 0,1-4 10 16,-1-2-5-16,-1 9 2 0,5-19-1 0,-5-1-4 16,2-3 3-16,-3-2-11 0,-3 0 6 0,-1-6-4 15,-4-3 5-15,-2-5-8 0,-1-8 6 0,-3-2-6 16,1-11 6-16,-3-1-3 0,-4 0 19 0,1-1 3 0,0 2 4 15,-3-1 0-15,-1-4-2 0,-1-5 1 0,-5 0-2 16,0 1-5-16,20 6 2 0,-17 7-9 0,-8 4 7 16,-4 7-11-16,-5 1 8 0,-5 3-1 0,13 7 1 15,-28 0-21-15,-9 9-41 0,-10 3-2 0,-16 11-19 16,-10 7-78-16,-14-11-190 0</inkml:trace>
  <inkml:trace contextRef="#ctx0" brushRef="#br0" timeOffset="-150733.1">5735 11147 901 0,'-1'0'103'0,"0"0"-33"16,-1 0 44-16,0 0 9 0,0 0-76 0,1 0-12 0,-1 0-32 15,1 0 0-15,0 0-3 0,0 0 8 0,1 0 12 16,0 1-3-16,1 0 6 0,0 0 9 0,0-1 8 16,19 9 5-16,3-2 0 0,1-1 12 0,2 0-16 15,-1-4 3-15,3 0-9 0,0-2-9 0,2 0-17 16,0-2 1-16,-1-2-6 0,0 1-4 0,-1-2-14 15,-2 0-3-15,2 1-1 0,-3-1-4 0,-3 0-3 16,0 1 0-16,-10 1-2 0,0 1-11 0,-6 1-13 16,-2 1-11-16,-2 0-6 0,0-1-94 0,1 1-46 15,-2 0-23-15,0 0-5 0,-1 0-83 0</inkml:trace>
  <inkml:trace contextRef="#ctx0" brushRef="#br0" timeOffset="-150530.08">5775 11424 851 0,'-1'0'97'16,"0"0"-1"-16,-3 0 12 0,-5 3-17 0,5-2-22 16,2 0-59-16,-1 0 7 0,2 1-11 0,0-1 11 15,0 1 11-15,1-1 23 0,0 0-2 0,1 1 6 16,6 1-15-16,14 2-3 0,6-5-7 0,2-3 0 16,-1-4-31-16,0-1-12 0,1-2-5 0,1-1-2 0,-1-1-21 15,-1-1-13-15,2-1-2 0,-1 0-7 0,3 0-36 16,1-1-112-16,1-2 19 0,4 0-51 0,-4 0-9 15</inkml:trace>
  <inkml:trace contextRef="#ctx0" brushRef="#br0" timeOffset="-149830.77">6927 10742 694 0,'-1'-1'144'0,"0"0"267"0,0-1-323 0,-1-2-45 0,-2-1 3 16,2 2-17-16,2 2-11 0,0 0-17 0,-2 1-4 15,0-3-3-15,0 2-6 0,-1 1 7 0,1 1 1 16,-4 7 2-16,-9 25 0 0,4 5 5 0,3 2-3 16,0 1 5-16,0 2-6 0,-2 0 2 0,0 2 2 0,-2 1 1 15,0 2 2-15,0 0 9 0,2 0 1 0,-1-7 3 16,3-5 8-16,1-7-1 0,2-5 0 0,3-4-2 15,-1-4-7-15,2-4-12 0,0-3 0 0,1-3-3 16,0 0-2-16,0-4 4 0,0-1 1 0,0 2 1 16,-1-1-6-16,0-1-14 0,0-1-7 0,-1-1-1 15,2-1-4-15,-4-32 12 0,4-4 1 0,2-3 4 0,3-4-1 16,2-2-6-16,2-1 2 0,2-1-3 0,2-3 9 16,2-2 6-16,0-4-2 0,1 1 4 0,-3 0-1 15,-2 8 0-15,1 4 1 0,-3 6-2 0,1 6 6 16,-2 4 3-16,2 3 8 0,-2 6-4 0,0 1 14 0,-1 6 4 15,0 2-6-15,0 1 5 0,-1 3-4 0,8 2 7 16,3 3-2-16,3-10 3 0,0 5-3 0,0 5-16 16,-3 2-1-16,3 3-6 0,-2 3-5 0,-2 4 6 15,1-3 1-15,-11 15 2 0,1 2 4 0,7 0 5 16,-7 3-3-16,-4 2 2 0,-4 1-1 0,-5 2-4 16,-3-2 1-16,-3-1-3 0,-2-3 1 0,12-7-3 15,-15 0 10-15,2-7-8 0,2 0 16 0,1-4-21 0,1 0 4 16,0-2-8-16,-1 0 7 0,2-1 2 0,0-1-8 15,2 1 4-15,0-1-9 0,1-1 1 0,1 1 4 16,0-1-2-16,0 1 0 0,2-1-3 0,1 1-2 16,-1-1 1-16,2 1 3 0,0-1 0 0,1 2-5 15,-1 0 3-15,1 0-1 0,-4 0 1 0,2 0 1 0,-1 1-2 16,2 2 3-16,1-1 0 0,0-1 0 0,1 2-1 16,0-1 9-16,1 2-6 0,1-2 5 0,2 0-6 15,0 0 9-15,1 0-5 0,0 0 8 0,8 0-9 16,-1 0 0-16,-1-1 3 0,3 1-7 0,-2 0 6 15,4 1-8-15,-5-1-4 0,1 2 1 0,-1-2-1 16,-4 0-1-16,3 0-9 0,-3-3-4 0,0 1-3 0,-1 0-22 16,0-2-16-16,0 1-2 0,-1-1-5 0,-4-3-14 15,2 3-51-15,4 2 6 0,3-1-22 0,4-1-10 16,-1-3-46-16,-1-4-18 0</inkml:trace>
  <inkml:trace contextRef="#ctx0" brushRef="#br0" timeOffset="-149464.25">7442 10941 1559 0,'0'0'40'0,"-1"0"1"0,0-1 13 16,0 0-8-16,0 0-5 0,0-1-29 0,-1 2-6 0,1 0-3 15,0 0 2-15,0 0-6 0,0 2 2 0,0 0 0 16,-2 7 2-16,0 11 5 0,-2 5-6 0,0 1-3 15,-1 3-1-15,0 2-2 0,-1-1 5 0,-1 6 2 16,0-2 1-16,-1 1-1 0,-2 0 16 0,0-4-6 0,1 1 8 16,-1-5-3-16,2-4 8 0,2-4 4 0,2-7-1 15,-1 0 2-15,3-4-6 0,0-2 0 0,2-2-4 16,0 0-16-16,1-2 5 0,0 2-5 0,0-1 5 16,0 0-1-16,0-1-3 0,0-1-1 0,2 2 1 15,3 0 4-15,13 5-9 0,2-2 11 0,0-3-11 16,1-3 9-16,0-2 3 0,1-1-5 0,-1-1 6 15,2 1-3-15,-1-1-4 0,0 1-1 0,1 0 1 0,-6 1 1 16,3 1-7-16,-7 1 4 0,3 0-5 0,-3 0 3 16,-2 0-9-16,1 0-1 0,-6 0-5 0,5 1-11 0,-4 0-46 15,-3-1-6-15,2 0-21 0,-5 0-89 0,5 1-414 16</inkml:trace>
  <inkml:trace contextRef="#ctx0" brushRef="#br0" timeOffset="-41474.3">7847 6627 88 0,'0'0'0'15,"0"0"100"-15,-1 0 24 0,0 0 38 0,-1 0 18 16,1 0-88-16,0 0-9 0,-1 0-42 0,-1 0 1 0,2 0-5 15,0 0 10-15,0 0-26 0,0 0 7 0,-1 0-14 16,1 0 12-16,0 1 4 0,0-1 1 0,0 1 2 16,0 0 7-16,1-1 8 0,0 0-3 0,0 0 3 15,0 0-5-15,0 0 4 0,1 0-1 0,0 0 0 16,1 0-15-16,-1 0-3 0,10 0-4 0,1 0 1 16,2 0-11-16,-1 0-3 0,1 0-5 0,-1 0 2 15,1 0-7-15,-3 0-2 0,-1 0 1 0,-2 0-1 0,-1 0 8 16,-2 0-7-16,0 0 5 0,0 0-6 0,-3 0 2 15,0 0-1-15,1 0 0 0,-1 0-1 0,0 0-6 16,1 0-12-16,-1 0-10 0,0 0 1 0,0 0-37 0,0 0-42 16,-1-1 3-16,1 0-16 0,1 0 6 0,-1-2 7 15,2 1-9-15,2-2 3 0,-2 2-56 0,0 0-17 16</inkml:trace>
  <inkml:trace contextRef="#ctx0" brushRef="#br0" timeOffset="-41224.56">7961 6780 350 0,'0'0'81'0,"-1"0"-8"0,0 0 61 0,-1 0 4 15,0 0-14-15,-1 0-42 0,-4 1-21 0,1-1-13 16,0 1 1-16,1 0-14 0,2 0-13 0,-2 0 10 16,1 1-12-16,2-1 0 0,0 0-6 0,-1 0-2 15,1 0 0-15,1 0 9 0,0 1 3 0,-1-1-6 0,2 1 4 16,0-1-4-16,2 1 0 0,-1-1 0 0,3 1-2 15,14 4-7-15,2-4-11 0,2-2 2 0,0-1-8 16,-1-1-17-16,-1-1-16 0,0 0-9 0,3-2-1 16,-2 0-17-16,2 0-101 0,-2-1-1 0,0-1-53 15,3-2-178-15</inkml:trace>
  <inkml:trace contextRef="#ctx0" brushRef="#br0" timeOffset="-40323.68">8434 5887 1079 0,'0'-1'2'0,"-1"0"-2"0,-1-1 7 16,1 1 4-16,0 0-3 0,0-1-20 0,0 1 2 15,1-2-4-15,0 2 6 0,0 0-5 0,0 0 10 16,1 0-8-16,0-1 9 0,1 1-1 0,1 0-3 16,3-1 6-16,5-2-4 0,1 2 12 0,1-1-2 0,1 1 4 15,3 1-1-15,-2 0 20 0,3 0-11 0,-2 1 2 16,-2 0-6-16,3 0-11 0,-4 0 6 0,-1 2 1 15,1 1 2-15,-3 2 2 0,0 2 11 0,2-1-3 16,-4 13 5-16,-2 2-1 0,-1 4-2 0,10 3-1 16,-8 6-1-16,-5 0-22 0,-5 1 15 0,-3 2-10 0,0-3 12 15,-1 0-11-15,-2-6 0 0,-2 1 0 0,0-6 0 16,-2-1-3-16,9 0 8 0,-11-4 0 0,0-1 3 16,2-2-1-16,-2-2 2 0,4 0-6 0,-2-2 2 15,-1-2-13-15,2-2 9 0,-1-2 2 0,2-3 3 16,2 0 0-16,2 4 2 0,-1-1 0 0,1-1 3 15,1-3 5-15,1-1-9 0,2 0 2 0,0 0-4 0,1 0-2 16,1 0-14-16,-2-3-1 0,1-1-5 0,-3-8-8 16,3-1 18-16,2 0-8 0,1-1 10 0,1 2-9 15,2 0 15-15,0 3-5 0,-1 2 9 0,1 0-11 0,-2 3-4 16,0 1 3-16,1 1-4 0,-1-1 6 0,0 2 7 16,5-3-3-16,0 2 3 0,-1 1-9 0,3 1 3 15,-2 1-2-15,0 3 3 0,1 0-1 0,-3-1 7 16,2 8-4-16,1 0 4 0,-2-2-9 0,1 1 0 15,0-1 1-15,1-2-1 0,1 0-2 0,0 0 5 16,-2-1-4-16,-4-1 4 0,4 1-11 0,-2-3 12 16,0 2-4-16,2-1 5 0,0-2-12 0,-2 2-1 15,2 0-7-15,1 1 4 0,1-2-20 0,3 0-19 0,0-2 3 16,0-1-9-16,-3-1-13 0,6-3-118 0,-1 0 7 16,0-3-55-16,3-2-96 0</inkml:trace>
  <inkml:trace contextRef="#ctx0" brushRef="#br0" timeOffset="-40106.8">8959 6156 1444 0,'-1'0'11'0,"0"-1"-3"15,0 0-2-15,0 0 7 0,-2 1-11 0,2 0-2 16,0 1 4-16,0 1 0 0,-4 9 2 0,-1 3-2 15,2 2-3-15,1-3-3 0,1 0 0 0,-1 1-21 16,2-2-17-16,1-2-2 0,0-3-3 0,0-4-3 0,0 0-54 16,0-1 12-16,0 0-27 0,0 1 2 0,0-2-91 15,1 0-21-15</inkml:trace>
  <inkml:trace contextRef="#ctx0" brushRef="#br0" timeOffset="-39706.5">9229 5839 285 0,'0'0'96'0,"0"0"-10"0,-2 0 59 15,1 1-7-15,-1 0-14 0,-4 2-40 0,-2 1-10 0,-2 3 1 16,0-4-8-16,-2 6-20 0,3-1-13 0,0 2 0 16,4-1-6-16,0-1-12 0,1 2-8 0,3-1 3 15,0-1-2-15,-5 2 13 0,1-2-6 0,3 0-1 0,1 0-2 16,1 1-9-16,1-3 6 0,1 1 0 0,3 1 2 15,0-1-7-15,7 1 10 0,5-2-5 0,3-1 6 16,0 2-3-16,-1-3-4 0,-3 4 3 0,2 0-5 16,-4 0-7-16,-1 4 2 0,0-2-4 0,-2 2 4 15,-1-1 5-15,-3-2 0 0,-1 4 1 0,-1-2-2 0,-2-1 0 16,-1 1 11-16,-1-1-1 0,6 0 4 0,-4-2-1 16,0 1 9-16,-2 2-2 0,-1 0 6 0,-4 0 0 15,-2 1-6-15,4-1-5 0,-16-1 0 0,-3 2-8 0,-1-3-11 16,-2 1 6-16,-1-1-8 0,2-2 7 0,2-1-7 15,2-1 4-15,8-2-4 0,-4 1 0 0,5 3 0 16,3-2-7-16,-6-1 0 0,6-2-22 0,-3-2-20 16,3 0-1-16,4-2-7 0,0 1-14 0,-2-7-20 15,-5-12-6-15,5-2-6 0,4-8-25 0,4 1-34 16,4-4-2-16,3-6-16 0,3 4-44 0</inkml:trace>
  <inkml:trace contextRef="#ctx0" brushRef="#br0" timeOffset="-39355.73">9251 5780 1230 0,'-1'0'93'16,"0"0"14"-16,-1-1-8 0,1 0-45 0,0-1-4 16,0 1-45-16,0 0 6 0,0 0-8 0,1 1 8 15,0 0 5-15</inkml:trace>
  <inkml:trace contextRef="#ctx0" brushRef="#br0" timeOffset="-38439.37">9291 5846 451 0,'-1'0'82'16,"0"-1"-49"-16,-2 0 20 0,-3-2 2 0,-4 0-78 15,5 1 3-15,-1 1-66 0,-1 0-11 0,1 1-8 16,-2 0 6-16,-3 1 64 0,1 2 2 0,1 0 19 16,-1 1 14-16,1 0 46 0,0 0 5 0,4-2 18 0,-1 2 42 15,1-2 17-15,-2 2 1 0,3-3 6 0,1 0 9 16,2-1-44-16,0 0 2 0,-2 0-19 0,1 1-20 15,-1-1-25-15,2 0 7 0,0 0-14 0,1 0 0 16,0-1 8-16,1 0-8 0,6-3 7 0,13-7-18 0,5-1 1 16,0 1-3-16,2 2 1 0,-1 1-8 0,-2-1-7 15,3 2 5-15,-3 1-5 0,2 1 1 0,-2 1-1 16,1 0-4-16,-4 2 2 0,-1 0-10 0,-2-1 10 16,-5 2-2-16,-1-1 5 0,1 1-1 0,-8 0-2 15,3-1 6-15,-7 2-3 0,1-1 15 0,0 0-9 16,0 0-2-16,-1 0-3 0,0-1-10 0,-1 1 12 15,0-1-3-15,-1 0 5 0,-2-1-13 0,-6-3 5 16,-9-1-2-16,0 3 4 0,-1 0-5 0,0 2 0 0,1 1 1 16,2-1 0-16,-1 2-5 0,6 0 12 0,0 0-7 15,2 0 8-15,2 0-11 0,1 0-1 0,1 0 2 16,3 0-1-16,-1 0 1 0,2 0-2 0,-1 2-1 16,-1-1-1-16,1 0 2 0,1 0-2 0,0 0 2 0,-1 0-2 15,1 1 5-15,1-1 8 0,0 0-2 0,1 0 5 16,2 0-1-16,10 0-4 0,6-1 5 0,2-2-5 15,1-1 0-15,3-2 8 0,2-1-3 0,-1 0 5 16,1 0-3-16,-3 2-11 0,-1-1 3 0,-3 1-4 16,-5 1-1-16,-3 2 2 0,-3-1 0 0,-4 2 1 15,-2 0-6-15,0 0 3 0,-1 0-7 0,1 0 7 0,-2 0-3 16,0 0-4-16,-1 0-3 0,-1 2-1 0,-11 1-8 16,-13 3-20-16,1-1-5 0,2-2-17 0,2 1-125 15,5-3-122-15</inkml:trace>
  <inkml:trace contextRef="#ctx0" brushRef="#br0" timeOffset="-37921.56">8484 6694 1329 0,'-1'-1'33'0,"0"-1"25"0,-1 1 7 15,0 1-41-15,0-1-5 0,0 0-12 0,1 0-18 0,-1-1 11 16,2 1 0-16,0 0 4 0,2 0-4 0,8 0 6 16,18 1-1-16,6 0 4 0,1 0 3 0,1 0 3 15,-1-3-2-15,2 1 3 0,0 0 6 0,1-2 22 16,0 1-3-16,-2-2 6 0,1-4-10 0,1-1 7 15,4-2-6-15,1-3 4 0,-1 1-19 0,3 0-2 16,-3 1-4-16,0 1 1 0,-2-1-14 0,-5 3 3 16,-3-1 3-16,-7 3-2 0,-2 1-7 0,-4 0 1 15,-3 1-4-15,-3 1 3 0,-2 2 6 0,-2-1-4 16,-2 1-1-16,-2 0-1 0,-1 1-4 0,0 1-18 16,-3 1 7-16,1-1-12 0,1-1-17 0,-1 1-13 0,1 0-21 15,-2 0-4-15,0 0-133 0,0-1-74 0,0 1-52 16</inkml:trace>
  <inkml:trace contextRef="#ctx0" brushRef="#br0" timeOffset="-37486.36">8748 6916 907 0,'-1'0'65'0,"-1"-1"-91"16,1 0 75-16,0-1-43 0,0 1-11 0,0 0 2 15,-1 0 1-15,1 0 0 0,0 0-4 0,0-1 5 16,0 1 1-16,0 0 2 0,-1 0 4 0,1 0 21 15,0-1-4-15,0 1 12 0,0 0 13 0,0 0 24 16,-1 0-6-16,1 1 10 0,0 0-8 0,0 0-23 0,0 0 3 16,-1 0-10-16,1 1-6 0,-1 0-2 0,1 0-2 15,-7 18 1-15,1 3-9 0,-2 6-1 0,2 2-6 16,-1 3 1-16,-1 1-16 0,-1-3 9 0,2-1-2 16,3-2 6-16,1 0-1 0,-11-4-6 0,6 0 1 15,4-5-3-15,3-2 0 0,1 0-2 0,1-4 1 0,0-2-1 16,0-1-4-16,0-3-6 0,0-2-1 0,0-2-3 15,0 1-10-15,0-2-36 0,0-1 5 0,0 1-15 16,0 1-3-16,1-2-12 0,0 0-8 0,1-1-4 16,6-1-48-16,7-6-33 0,-2 6-8 0</inkml:trace>
  <inkml:trace contextRef="#ctx0" brushRef="#br0" timeOffset="-36987.36">9026 6950 1544 0,'-1'-1'17'0,"-1"0"18"0,0 0-2 0,-1-1-27 16,1 1 6-16,-1 0-12 0,2 0-3 0,0 0 1 15,0 1-4-15,0 0 4 0,-2 1-4 0,1 0 8 16,0 1-5-16,-1 8 4 0,-4 6-14 0,0 1 4 15,0 0 3-15,-2 1 0 0,1-3 9 0,-2 3 4 0,2 0-5 16,0-2 4-16,1 2-6 0,1-5 0 0,0-1 2 16,2-3-2-16,0 2 11 0,0-2-5 0,1 0 5 15,-4 1-5-15,2-2 9 0,1 0-4 0,2-1-3 16,1-3 1-16,0 1 0 0,1-1-8 0,0-2 8 0,0 3-8 16,0-3-3-16,1 2 7 0,0-2-4 0,6 4 6 15,7 1-3-15,-2-2 3 0,1-3-5 16,0-1 4-16,-1-1-8 0,0 0 8 0,1-1-1 0,0-1 6 15,-2-2 0-15,-1 0 8 0,1-1 3 0,-6 3 1 16,3-4 3-16,-6 1-3 0,1-3 3 0,0-3-3 16,2 1 1-16,1-1-15 0,4-4 1 0,-1-3-5 0,-4 2 1 15,-1-4-1-15,-2 2 1 0,0 0 0 0,-1 0-1 16,-1 0-1-16,0 0-3 0,0 3 1 0,0 0-4 16,-1 3 0-16,-1 3 2 0,0 2-2 0,0 1 0 15,-1 1 2-15,2 1-3 0,-1 1 3 0,1 1-5 0,1 0-8 16,-4 0-2-16,-5-4-1 0,0 3-6 0,1-1-12 15,-1 2 9-15,1 2-11 0,-2 0-3 0,4 0-48 16,2 0-11-16,0 0-17 0,2 1-78 0,-1-1-89 16,1 0-9-16</inkml:trace>
  <inkml:trace contextRef="#ctx0" brushRef="#br0" timeOffset="-36536.77">9397 6905 783 0,'0'0'89'0,"-1"-1"-56"16,-1 0 90-16,1-1-29 0,0-1-28 0,-2-6-27 16,0-1 2-16,1 1-14 0,0 1-13 0,0 0 0 15,1-1-2-15,0 2 2 0,1 1-4 0,0 1-4 16,0 1 0-16,0 2-1 0,0 1 9 0,0-1 5 15,0 0 6-15,0 0-3 0,0-1 0 0,-1 2 5 16,0 0-10-16,-1 0 9 0,1 0-20 0,0-1 23 16,0 2-8-16,0 0 13 0,0 2-4 0,-1-1 0 15,0 1 1-15,-5 9-2 0,-4 6-9 0,3 2 3 0,0 2-5 16,1 2 3-16,-1 1-17 0,2 2 0 0,0 1 0 16,1 1 0-16,1 1-6 0,0-2 2 0,-1 0-5 15,3-2 4-15,0-4-14 0,0-1-35 0,1-3-7 16,1-3-17-16,0 3-110 0,1-5-227 0</inkml:trace>
  <inkml:trace contextRef="#ctx0" brushRef="#br0" timeOffset="-35302.97">9927 6067 261 0,'0'0'40'0,"0"0"-1"0,0 0 39 0,0 0-15 0,0 0 5 15,0 0-55-15,0 0 2 0,0 0-6 0,0 0 7 16,0 0 14-16,-1 0-4 0,0 0 7 0,0 0-8 16,-1 0 3-16,1 0 2 0,0 0 0 0,0 0 1 15,0 0 13-15,0 0-4 0,-1 1 6 0,2 0-4 16,0 0 12-16,0-1-4 0,0 2 2 0,0-1-4 16,0-1-17-16,0 0-5 0,0 0 3 0,0 0-2 15,2 0 7-15,-1 0-5 0,1 0-9 0,6-1 5 16,9-3-10-16,2 1 0 0,-1-1 0 0,4-1-2 0,-1 2-8 15,1-1 4-15,-1 2-1 0,-3 0 1 0,1-1-14 16,1 1 10-16,-4 0-4 0,1-1 6 0,-4 2-13 0,-3 0 6 16,1 1 0-16,-4-1 5 0,0-1-6 0,-2 2 3 15,-1 0-2-15,0 0 5 0,-1 0-4 0,0 0-13 16,-1-1-4-16,-1 1-4 0,2-1-6 0,-1 0-21 16,0-1 2-16,1-1-13 0,-1 1-51 0,0 0-43 15,1-1-8-15,-2 1-11 0,-1 1-50 0</inkml:trace>
  <inkml:trace contextRef="#ctx0" brushRef="#br0" timeOffset="-35051.83">9906 6253 1152 0,'-1'0'44'16,"0"-1"-9"-16,-2-1 32 0,1 2-3 0,-4-1-9 15,1 0-45-15,4 1-9 0,-1 0 2 0,-1 0-3 16,1 0 3-16,1 0 1 0,0 0 0 0,0 0-2 16,1 1-10-16,0 0 10 0,1 1-2 0,1-1 6 15,11 1 2-15,7-1 3 0,1-1-4 0,3-2 3 0,2-2 1 16,2-2-9-16,-2 1 9 0,2-2-9 0,-2-2 12 16,1 2-15-16,1-1 2 0,-6 1-6 0,3-1-13 15,-4 1-25-15,-1-2-9 0,1 1-7 0,-2 1-46 16,0-1-311-16</inkml:trace>
  <inkml:trace contextRef="#ctx0" brushRef="#br0" timeOffset="-25443.67">10891 5647 256 0,'0'-1'48'0,"0"0"-1"0,0 0 29 0,-1-2 12 0,0 1-30 15,1-2-15-15,0 1-12 0,-1-1-6 0,1 2 4 16,-1 0-4-16,0-1 2 0,-1 1-5 0,1 1 3 16,0 0-4-16,-1-1 3 0,-1 2 4 0,-1 0-2 15,-3 2-1-15,1 0 6 0,-1 3-4 0,-2-1 4 16,1 12-4-16,0 1-14 0,0 2 10 0,-1 1-11 16,1 1 7-16,2 3-11 0,0-1-5 0,1 2 0 0,-1 2 2 15,2-1-1-15,-1 3 2 0,1 1-3 0,0 1-4 16,-12 1 4-16,6 0 4 0,6-4 0 0,3 0 1 0,1-5 18 15,2-2-8-15,3-1 14 0,0-1 3 0,2-3-11 16,2 1 1-16,-1-4-6 0,-7-2-5 0,13-2-10 16,3-4 4-16,-1 5-5 0,1-7 3 0,1 2 1 15,0-3 0-15,0 10 1 0,1-5-4 0,2-3 8 16,1-4-5-16,0-4 5 0,1-3-1 0,-2-2 5 16,-2-2-2-16,1 4 2 0,-5-13 0 0,-1-5-6 15,3 2 3-15,-5-4-4 0,3-4 0 0,-6 0 5 16,-2-2-2-16,0-2 2 0,-3 3-8 0,0-1 0 15,2-1 2-15,-5-1-1 0,2 3-2 0,12 1 10 0,-7-1-9 16,-7 0 8-16,-2 4-11 0,-3 0 2 0,-2 1 5 16,-1 5-4-16,-2-1 0 0,0 4 0 0,1 7 2 15,0 0 2-15,2 4 14 0,-10 3-18 0,5 0 7 0,-6-5-10 16,0 1 3-16,-1 6-3 0,-2 3 1 16,0 3-1-16,-1 6 0 0,-2 3 7 0,0-3-5 0,-1 17 5 15,3 6-10-15,0-2-2 0,2 4 2 0,0-2-1 16,3-5 3-16,3 2-1 0,1-1-1 0,2 1 0 15,0-1 0-15,3-1-2 0,0-1 1 0,4-2-1 16,1 0-1-16,-11-2 6 0,6-1-3 0,4-2 4 16,2-1-12-16,1-5-12 0,1 0 3 0,1-3-5 0,-1-5 5 15,2 0-23-15,-3-4 4 0,2 1-9 0,9 5 4 16,3-3-51-16,2-4 0 0,1-1-20 0,0-5-19 0,1-2-26 16,0-3-11-16,2 6-7 0,0-9-58 15</inkml:trace>
  <inkml:trace contextRef="#ctx0" brushRef="#br0" timeOffset="-25175.39">11364 5852 1178 0,'0'0'29'0,"-1"0"-5"0,0-1 6 0,0 1 7 16,-1 0-16-16,1 0-10 0,0 0-11 0,0 0 0 15,0 0-1-15,0 1 4 0,-1 0-2 0,1 1 9 16,-1 5-8-16,-2 4 2 0,1-1 1 0,-1 2-5 0,2-1 3 16,0-2 0-16,0-1-10 0,1 0 5 0,1-5-9 15,0 1 8-15,0-3-18 0,0 0 8 0,-1 1-12 16,1 1 1-16,0-2-16 0,0 0-2 0,0-1-2 16,1-1 12-16,0-2-5 0,1-14 1 0,12-4-5 15,1 1-17-15,3-2-59 0,-1 4 5 0,4-3-25 16,3-1-6-16</inkml:trace>
  <inkml:trace contextRef="#ctx0" brushRef="#br0" timeOffset="-24610.15">11815 5599 190 0,'0'0'140'0,"0"0"-15"0,0-1 68 16,0 0 1-16,0-1-36 0,0 1-57 0,0 0-17 15,0-1-13-15,0 1 2 0,0-1-26 0,0 1-13 16,0 0 4-16,0 0-8 0,0 0-5 0,0-1-6 15,0 1 0-15,0 0-3 0,0 0-5 0,0 0-1 16,0 0-3-16,-2 1 2 0,1 0-7 0,0 1 7 16,0 0-1-16,0 1 3 0,-6 9-11 0,-4 6-1 15,0 2 3-15,3-2-1 0,-1 4 6 0,2-2-7 0,0-2 0 16,1 0-1-16,1-2 6 0,0-1-2 0,1 0 1 16,-1 0-1-16,1 2 3 0,1-1-6 0,1-1 2 15,0 3-2-15,1-2 0 0,0 0 4 0,1-1-4 16,0 0 4-16,0-1-9 0,1 0 6 0,2 0-1 0,0-1 3 15,1-1 7-15,-1-3-9 0,3 1 1 0,-1-2-3 16,1 0 7-16,-4 0-2 0,7-3 4 0,1-2-4 16,0-1 2-16,0 6 3 0,2-1 0 0,-1-2 0 15,1-3 6-15,1-1 5 0,-1-2-1 0,1-2 0 16,1-2-11-16,-2 0 4 0,4-3-4 0,-5 2 3 0,0 3-7 16,-1-8 6-16,-2-3-3 0,0 0 2 15,3-1-12-15,-5-2 5 0,1-2 0 0,-4 0 4 0,0-2 0 16,4-1-3-16,-5-4-2 0,-1-1 1 0,0 0 2 15,16-4 4-15,-11 3-3 0,-5-3 2 0,-1 3-4 0,-4 0 6 16,-1 2-1-16,0 6 2 0,-2 2 4 0,0 5-3 16,1 2 5-16,-1 3-6 0,3 1-5 0,-8 3 2 15,1 2-1-15,-1 1 1 0,-1-7-5 0,-1 3-2 16,-1 3-5-16,-1 3 2 0,0 3-5 0,2 3 5 16,-2 3 1-16,5-3 1 0,-2 17 2 0,5-3-9 15,-1 0 1-15,5 0-5 0,0-4 1 0,-7 1-13 16,4-1 0-16,4-4-5 0,1 2-8 0,2-6-2 15,0-2-6-15,1 0 2 0,0-4-16 0,0 1-6 16,1-2-5-16,8 2-4 0,5-3-44 0,3-3-16 0,-1-4-25 16,3-4 1-16,2-2-97 0</inkml:trace>
  <inkml:trace contextRef="#ctx0" brushRef="#br0" timeOffset="-23626.63">12314 5478 1074 0,'-1'-1'48'0,"0"-1"65"15,0 1-56-15,-2 0-20 0,1-1-7 0,0-1-3 0,-1 1-18 16,1 1-7-16,0 0 2 0,-1 0-4 0,1-1-8 16,0 1 9-16,-1 0-4 0,1 0 6 0,0 0-3 15,-1-1 1-15,2 1 1 0,0 0 1 0,0 0 4 16,-1 0 0-16,1 0 5 0,0-1-3 0,0 0 6 0,1 0 14 15,0-1-8-15,0 1 10 0,0 0-15 0,1-1-1 16,0 1 5-16,0 0-4 0,2 0 1 0,5-2-13 16,4-1 1-16,0 4-5 0,2 1-1 0,-3 2 1 15,1 2-3-15,0 2 3 0,-3-1 5 0,1 3-6 16,-1 10 2-16,-1 1-4 0,-1 1 3 0,-1-1 7 16,-1 0-2-16,-4-2 5 0,3 2 1 0,6-2-7 15,-3 1 5-15,-2 1-6 0,-3-1 3 0,-2-2 7 16,-1-1-4-16,-3 1 6 0,-3 0-2 0,-2 1-1 15,-1-2-1-15,4-1 1 0,-12-1 4 0,3 0-9 0,1-1 8 16,0-3-9-16,1 2 13 0,0-3-16 0,1 0 6 16,1-1-8-16,3-1 9 0,2-2-3 0,2-1-1 0,1-1 1 15,-1-1 8-15,2-1-10 0,-1 2 4 0,2-2-5 16,0 0 14-16,-1 0-8 0,0 1 7 0,0 0-9 16,-1 1-2-16,2-1-11 0,0-1-1 0,0 0-1 15,1 0 12-15,0-1-4 0,0-1 4 0,1 1-5 16,0 0-4-16,2 0 4 0,0 0-4 0,5-3 5 15,0 1-1-15,1 0 0 0,0 1 3 0,1 1-3 16,0 1-2-16,1 0 1 0,-1 0 2 0,2 2-1 16,-1 1 0-16,2-1 4 0,-3 1-8 0,2 1 8 0,0-1-4 15,1 1-3-15,1-1 3 0,-5 0-1 0,3 0 8 16,-3-1-10-16,1-1 3 0,0 0-4 0,-1 0 7 16,0-1-8-16,-1 0 2 0,3-1-7 0,-1-1-15 0,4-3 4 15,1-2-6-15,1-3 6 0,-2 9-1 0,-1-14 1 16,-2-3 5-16,-2-1-2 0,3-1 14 0,-4-5 0 15,4-2-3-15,0-3 1 0,-2-2-4 0,4 1-9 16,-1-3 9-16,4-1-10 0,-1-1 1 0,1 0-10 16,1 1-17-16,0 4 6 0,1 1-24 0,-2 6 32 15,-1 0 11-15,0 4 4 0,-3 2 25 0,-5 4-2 16,-1 4-2-16,-4 4 1 0,-1 1 8 0,-1 4 20 16,2 0-6-16,-1-2 7 0,0 1-18 0,1 1 0 0,-2 0 1 15,0 0-3-15,-1 1-6 0,0 1 3 0,-1 0 0 16,-3 5 1-16,-2 11 0 0,-6 1 1 0,-3 1-2 15,5-3 2-15,0 2-6 0,3-4-1 0,2 0-3 16,2-2 2-16,2-1 3 0,-6-1-1 0,2-2 3 0,2 1-4 16,0 0-2-16,3-2 10 0,0 1-6 0,2 1 7 15,0-1-6-15,1 0-2 0,3 0 0 0,1 2-2 16,10-1-4-16,2 3 5 0,-1-2-5 0,6 1 3 16,-5 0-8-16,0 0 3 0,-1 3 1 0,-5 1 1 15,1-1 7-15,-3-1-7 0,-2-3 0 0,-1 0-2 16,-5-3-5-16,-1 0 12 0,2 1 0 0,-3 0 4 15,1-1 0-15,4 1-3 0,-3-3 4 0,-2 1-3 0,-1 2 17 16,-1-1-7-16,-3 3 7 0,-1-1-7 0,2-1 13 16,-16 1-13-16,-1-2-6 0,-1 0 1 0,3 0-2 15,-1-1-12-15,2 0 8 0,0 1-10 0,-1-3 5 0,0 1 4 16,0 0-3-16,2-2 1 0,1 0-7 0,2-2 9 16,-2 8-3-16,5-4 5 0,-1-2-8 0,3-1-5 15,1-2-9-15,1 0 2 0,1 0-16 0,4 0-13 16,0 0 3-16,-6-10-6 0,0-5 0 0,2-7-15 15,4 0-9-15,2-4-6 0,4-2-60 0,2-2-77 16,1-1-27-16,2 1-23 0,-1-1-158 0</inkml:trace>
  <inkml:trace contextRef="#ctx0" brushRef="#br0" timeOffset="-23409.52">12783 5313 1605 0,'0'0'25'16,"0"0"1"-16,0-1-5 0,0 0-6 0,0 0-7 15,0-1-7-15,0 2 2 0,2 0 4 0,-1 0-2 16,1 0 7-16,13-2-1 0,2 1-2 0,2 0 0 16,3 0-6-16,0 1-1 0,5 0-1 0,-3 0-1 15,0-2-12-15,1 0-7 0,1-1-2 0,0-3-1 0,4-3-2 16,-2 0-30-16,0-4-30 0,-1 11-11 0,-3-21-191 15</inkml:trace>
  <inkml:trace contextRef="#ctx0" brushRef="#br0" timeOffset="-21942.45">7929 10780 833 0,'-1'0'40'0,"0"0"3"0,0-1 45 0,-2 0 6 16,2 1-13-16,-2-1-14 0,0-1-49 0,1 1 10 0,1 1-15 15,-2-1 18-15,1 0-14 0,0 0 10 0,-1-1-12 16,2 1 5-16,0 0-6 0,0 0 1 0,0 0 2 16,0 0 25-16,1-1 4 0,0 1 1 0,1 0 0 15,0 0-8-15,1 0-8 0,8-3 3 0,6-1-5 16,1 1-14-16,1-1-1 0,1 0-6 0,1 1 4 15,-1-1-12-15,-5 1 6 0,1 2-6 0,-3 0 6 16,-1 1-7-16,0-1 2 0,0 1 1 0,-3 1-1 0,-1 0-7 16,-2 0-4-16,-3 0 1 0,2 0-3 0,-2 0-16 15,-1 0-37-15,2 0-17 0,-2 0-6 0,1 0-63 16,1 0-9-16,-1 0-8 0,-1 0-2 0,0 1-31 16,-1 1-8-16,0-1 12 0</inkml:trace>
  <inkml:trace contextRef="#ctx0" brushRef="#br0" timeOffset="-21773.16">7996 10811 135 0,'0'1'49'0,"-1"0"-8"0,-1 5 53 16,-8 10 10-16,0 1-3 0,6 0 32 0,-9 0-4 16,0-1 0-16,3 2-3 0,-1-4 0 0,4 0-28 15,1-3-4-15,2-3-11 0,1 0-45 0,-1-2-5 16,-1 1-4-16,2 0 1 0,3-2-16 0,0 1 12 0,0-1-8 16,2-2 9-16,-1-1-5 0,15 0 9 0,1 8 3 15,2-3 0-15,-2-3-7 0,6-4-15 0,0-1-10 16,4-3 1-16,3-2-18 0,-2-1-21 0,1-2-2 15,2-2-9-15,-3 1-28 0,1-2-145 0,0-1-44 0</inkml:trace>
  <inkml:trace contextRef="#ctx0" brushRef="#br0" timeOffset="-20023.03">8504 10577 1618 0,'-1'-2'32'0,"0"1"1"0,0 0-3 16,0-1-7-16,-1-1-9 0,1 1-19 0,0 0-11 16,0-1-1-16,1 2-1 0,1-2 8 0,0 0 8 15,10 2-6-15,5 0 5 0,4-11-14 0,4 4 15 16,-3 4-2-16,4 3 5 0,-1 1-6 0,-1 4 0 15,0 3-2-15,-3 0 3 0,-2 1 4 0,-1 3 1 16,-2-10 7-16,-7 16-5 0,-1 1 3 0,-4 3 12 16,-1 3-9-16,12 1 12 0,-6 4 3 0,-7-2-10 15,-2 2 8-15,-6 1-9 0,-3-2 7 0,-1 0-10 0,-2-3-2 16,-1-2-3-16,8-3 4 0,-15-3-3 0,4-1 1 16,-3-2-2-16,7-2-5 0,1 0 2 0,-3-4 2 0,5 0-1 15,-3-2 2-15,3-2-5 0,3-2 4 0,-1 1-4 16,-3 4 12-16,2-2-12 0,0-1 0 0,-1-2-1 15,2 0 4-15,1-1-3 0,-1-1 1 0,2 0-1 16,-1 0 3-16,1-1 2 0,0-1-1 0,0 1 2 16,3 0 10-16,0 0-11 0,1 0 7 0,1 1-10 15,-1 0-2-15,0-3-2 0,0 1-1 0,1 0 2 16,-2-4 4-16,2 0-1 0,1-2-2 0,2-2 0 16,2 3 1-16,-2 0-1 0,16 1-1 0,-3 3-2 0,-2-1-8 15,2 2 6-15,-2-8 0 0,1 3 1 0,2 4-8 16,-3 2 11-16,-3 1-5 0,2 0 7 0,1 1-1 0,-4 0 4 15,6 2-3-15,-4 1 3 0,0-2-7 0,5 3 2 16,-2-1 3-16,3-2 0 0,2 0 4 0,0-1-1 16,-1-1-2-16,2-1 2 0,1-2-5 0,3-4 3 15,0-2-6-15,-2 0 3 0,3-3-7 0,-4 1 0 16,0 8 4-16,1-13-2 0,1-2 10 0,-5 0-3 16,1-2 1-16,-3 5-2 0,-6-4-1 0,2 4 5 15,-6 0-2-15,0 0 2 0,1 2-1 0,-3 1-1 16,0 4 6-16,-3 1-4 0,3 2 13 0,-2 0-7 15,0 0 3-15,-2 3-4 0,0 0 6 0,0-1-5 0,0 1-3 16,0 0-1-16,0-1-2 0,0 2 1 0,0 0 4 16,0 0-3-16,0 1-5 0,-1 0 2 0,0 1-4 15,0 1 1-15,-6 10 0 0,-2 5 2 0,0 1 1 16,3-2 0-16,0-2 0 0,3 0-2 0,0 0 0 16,3 1 0-16,0 2 0 0,0-4-1 0,2-2 0 0,0 0-1 15,1-2-1-15,1 0 3 0,1 0 0 0,-2-3 2 16,1-1 1-16,0-1 0 0,7-1-2 0,1-1 1 15,-4-1-4-15,4 0 3 0,1 9 3 0,-1-4-1 16,0-2-3-16,0-1 5 0,-1-2-5 0,-1-1 6 16,2-1 0-16,-1-2 3 0,-2 0 2 0,-2-1-1 15,-1 0 0-15,-1-2 2 0,-2-6-1 0,0-3 0 0,-2 2-5 16,11-5 0-16,-5-1-1 0,-4 0 2 0,0 1-6 16,-3-3 4-16,-2 2-2 0,-1 1 3 0,-2-3 2 15,-1 2-3-15,-1 1 3 0,0 2-3 0,0 3-5 0,-1 0 2 16,7 1-2-16,-10 3 3 0,-2 2-6 0,1 1-7 15,1 4-4-15,1 0 1 0,3 1-4 0,0-5-6 16,1 3 0-16,-1 1-3 0,1 0-9 0,2 2-12 16,-3 2-9-16,-3 1-4 0,5 1-62 0,1 7-32 15,1 9-12-15,-8-1-5 0,4-1-31 0,3-6 48 16,4-4 10-16,0-5 14 0,1 0 48 0,2-2 43 16,7 1-10-16,8-4 23 0,1-4 3 0,3-5 18 15,-2 0 0-15,0 7 3 0,1-12 0 0,-3 0 0 0,-2-1 4 16,3 1-1-16,-3 0 15 0,2-1-3 0,0 2 0 15,-4 0 0-15,1 1 10 0,-2 0 8 0,-1 0 4 16,0 4 2-16,-2 1 27 0,-2 2 16 0,-1 2 1 0,-2-1 4 16,-1 1-7-16,-3 1-4 0,1 1 2 15,-1 1-3-15,1 0-8 0,0 0-18 0,-1 2-6 0,1-2-3 16,1 0-10-16,-1-1 4 0,1 2 3 0,-2 0-3 16,0 0-10-16,0 0-2 0,0 0-2 0,0-1 2 15,1 1 3-15,-1 1 0 0,0 0-6 0,0 1 4 16,0 1-10-16,0 0-1 0,3 11 3 0,-1 6-2 15,-1 4 10-15,-2 3-10 0,-2 3 1 0,-1 2-4 16,-3 1 6-16,0 2-7 0,-2 1-1 0,0 0-1 0,1 0 1 16,0-1-11-16,0-1 8 0,0-1-9 0,1 0 4 15,2-9-7-15,2-2-7 0,-1-5 0 0,2-3-5 16,1-3-17-16,0-5 5 0,0-1-10 0,0-3-12 16,0 0 0-16,0 2 1 0,1-2 1 0,1 0 8 15,0-1-20-15,4-2-7 0,10-10-6 0,2-20-32 0,2-4-19 16,-1-3 9-16,2 1-11 0,-1-2 6 0,0 5 41 15,-1 6 6-15,-3 0 16 0,2 5 54 0,-2 1 14 16,0 1 2-16,-4 4 7 0,0 2 18 0,-6 3 2 16,-1 2 10-16,-3 6-2 0,2 0 37 0,-3 2 15 15,-1 2-2-15,1-1 4 0,0 0-23 0,0-1-28 16,-1 2 1-16,0 0-9 0,0 0-6 0,-1 1-1 16,-1 1-5-16,-9 5 4 0,-5-5 10 0,2 17-7 0,-2-2 3 15,-1 2-6-15,0-2-9 0,-1 4 17 0,-1 0-10 16,5 1 11-16,-2-1-16 0,3-2 5 0,3 1-5 15,0-5 2-15,3 0-18 0,4-5-1 0,-1-3 5 16,2 1-4-16,-4 0 3 0,4-2-10 0,-2 2-2 0,3-2 0 16,1-3-2-16,0 4-6 0,0 0-3 0,1 1-2 15,2-1-9-15,-2-4 3 0,16-1-2 0,6 12 3 16,-5-6-6-16,2-2 1 0,3-3-6 0,-6-2 3 16,6-1-12-16,0-1-3 0,-2-2-1 0,2-2-6 15,-2 1-44-15,-5-2-44 0,-1-1 6 0,-3 0-14 16,-1 1 38-16,-2-14 51 0,2-1 5 0,-3 1 19 15,1-4 40-15,0 2-1 0,-1 1 7 0,0-3-5 0,1 4 13 16,-1 0-8-16,0 2 2 0,-2 2-2 0,0 1 6 16,-1 5 16-16,-3 0 1 0,-1 4 6 0,0 1 13 15,0 4 1-15,1-1 1 0,0 1-2 0,0 0-16 0,1-1-5 16,-2 2-7-16,0 0 4 0,0 0-10 0,0 1 7 16,1 1-3-16,-1 4 2 0,2 17-11 0,0 2 4 15,-3 0 0-15,0 2 1 0,0 0 4 0,0 0 4 16,0 0 8-16,0 1-3 0,0-6 8 0,0 0 3 15,0-3-12-15,0-4 8 0,0 2-18 0,0-5 3 16,0-2-4-16,0 0 2 0,0-1-15 0,0 0-4 16,0-1 5-16,0-2-5 0,0-3 1 0,-2 2-2 15,0 2-3-15,1-4-1 0,-3 4-12 0,3-4-8 16,-4 2-3-16,-3 2-4 0,-1-1-33 0,1-1-56 0,-2-2 10 16,1-2-23-16,1-1 11 0,-1-1-31 0,5-1-9 15,-1 0-5-15,1-9-29 0,-6-4 15 0,0-4 10 16,5 0 6-16,1 0 62 0,3-3 68 0,1 3-2 0,0 2 23 15,1-1 2-15,1 2-4 0,2 1-33 0</inkml:trace>
  <inkml:trace contextRef="#ctx0" brushRef="#br0" timeOffset="-19739.49">9860 10523 326 0,'0'0'100'16,"0"0"-9"-16,0 0 69 0,1-2-12 0,0 1-9 16,1 0-50-16,-1 0-4 0,1 0-2 0,1-1-1 15,4-1-5-15,2-2-10 0,3 1 2 0,1-1-6 16,0 1-7-16,1 1-14 0,0 0-8 0,-1 2-2 0,1 1-23 15,1 0 0-15,-2 1 3 0,1 3-2 0,-2-1 0 16,-7 0 6-16,2-1-6 0,-6 15 7 0,11 1 0 0,-4 4 4 16,-1 1 4-16,-3 2-5 0,-2 0-4 0,-2 0 0 15,-1 4-2-15,-3 0 1 0,-1-1 0 0,2-1-2 16,-1-1-1-16,2-4 0 0,0 2 4 0,2-3-2 16,0-2-1-16,0-3-1 0,2 0-7 0,2-4 4 15,1-1 3-15,1-1-2 0,0-2 2 0,1-1 1 16,12-1-4-16,6-3 3 0,-1 1-3 0,2 10-6 15,-1-6 6-15,1-4-6 0,2-4 2 0,-1-3-15 16,0-1 0-16,1-3-8 0,-1-3-19 0,2-3-23 0,-2-1-32 16,0 11-10-16,0-18-239 0</inkml:trace>
  <inkml:trace contextRef="#ctx0" brushRef="#br0" timeOffset="-17688.42">8742 14110 738 0,'0'0'74'16,"0"-1"-6"-16,-1 0 29 0,-1 0 5 0,1 0-52 15,0-2-27-15,1 0-6 0,-1-7-2 0,1 2 2 0,0 0 5 16,-1 0-2-16,1 2 1 0,0 1-1 0,0 0 13 16,0 3 1-16,0 0 4 0,0-1-3 0,0 2 8 0,0 0-9 15,-1-3 6-15,1 3-7 0,-3-1 5 16,2 2-13-16,-8-5 3 0,-2 3-7 0,-3 2 1 15,3 3-2-15,1 3-5 0,-3 2 2 0,-1 10-5 0,0 2-5 16,4-1 2-16,3 0-2 0,2-2 1 0,2-1-11 16,-1 0 3-16,3-1-4 0,-9 1 15 0,1 0-9 15,5 2 2-15,3 3-5 0,3 1-3 0,4 3 6 16,2 2 1-16,3 0 3 0,0 2 0 0,2 3-3 16,0 1 1-16,0 1-1 0,1-2 4 0,-2-4-3 15,-1-1 4-15,-2-1-4 0,-1 0 9 0,-1 0 6 0,-1 0-3 16,-1-2 4-16,-4 1 1 0,-1 0-4 0,-2 1-1 15,-4-2-1-15,-2 1 2 0,-3 0 8 0,-3-2 2 16,9 0 0-16,-15-5 1 0,-2 0-7 0,0-1-1 16,-1-3-1-16,-3 1-12 0,0-3-1 0,2-2 0 0,-1-2-1 15,3 0-4-15,1-5 3 0,-1 2-4 0,4-4 3 16,1 0-6-16,3 0-24 0,1 8-4 0,1-4-12 16,3-2-58-16,3-2-48 0,1-1-22 0,4 0-17 15,-1 0-182-15</inkml:trace>
  <inkml:trace contextRef="#ctx0" brushRef="#br0" timeOffset="-17404.55">8324 14631 1519 0,'-1'0'282'0,"0"0"-346"16,-5-1 316-16,-6-1-168 0,5 0-86 0,6 2-27 16,-1 0-2-16,-1 0-5 0,2-1 14 0,1 0 14 15,0 0 2-15,3 0 2 0,10-3 10 0,12-2-8 0,5 1 3 16,2-3-6-16,1 3 5 0,2-2 0 0,-2 2-1 16,3 0 0-16,-2 2-4 0,-3 0-6 0,3 2-2 15,-6 0-2-15,-1 1-11 0,1 0-5 0,-3 0 5 16,-4 1-7-16,-1 1-15 0,-2 1-110 0,-2-1-7 15,0 2-38-15,-1 2-69 0</inkml:trace>
  <inkml:trace contextRef="#ctx0" brushRef="#br0" timeOffset="-16870.78">9157 14778 1617 0,'-1'0'52'0,"0"-1"93"0,-2 0-95 0,-4-2-21 16,1 1 3-16,5 2-10 0,-9-5-13 0,6 4 1 15,-2-1-7-15,-2-2 3 0,6 3-11 0,0 1-9 16,-2 0 1-16,-1 0-4 0,0 1-3 0,-2 4 5 16,2 12 6-16,-2 14-2 0,-4 3 1 0,0 4 12 15,1 2-6-15,1 0 8 0,2 0 5 0,1-4-9 16,-1-3 11-16,1-6-11 0,4-2 0 0,0-5 4 15,1-3-2-15,-1-3 4 0,1-4-1 0,-6 0-1 16,2-3-2-16,3-1 1 0,1-2-11 0,0 0-26 16,1-2-2-16,0-1-7 0,0 2-8 0,0-1 7 0,0-1-10 15,0 0 9-15,1-1-6 0,0-1 27 0,1-2-4 16,15-23 7-16,2-2-27 0,-2-2-13 0,1-2 6 16,0-3-6-16,-1-2 29 0,0 1 23 0,-3 2 0 15,-4 1 8-15,2 5 5 0,0 3 6 0,-3 3-2 0,3 6 3 16,-5-1 8-16,-2 4 17 0,-2 5 5 0,3 1 3 15,-3 3 13-15,-3 3 5 0,0 0 0 0,2-1 1 16,-1-1-13-16,0 1-8 0,1 1 0 0,-1 0-3 16,0-1-15-16,0 1-8 0,0 1-4 0,0 1 3 15,-1 4 1-15,0 22 4 0,-1 5 2 0,-5 4 2 16,-1 2 13-16,-1 2-13 0,0 1 6 0,0-3-9 0,-2 3 3 16,2-5-2-16,0 0-3 0,2-2 2 0,0-5-2 15,1-1-11-15,3-3 5 0,1-5-8 0,1-1 1 16,1-4-7-16,0-2-7 0,1-1 1 0,1-3-15 15,-2-4-19-15,0-3 2 0,3 1-9 0,11 7-17 16,3-3-10-16,-3-6-2 0,0-3-7 0,0-4-57 0,1 5-114 16,-2-20-20-16</inkml:trace>
  <inkml:trace contextRef="#ctx0" brushRef="#br0" timeOffset="-16603.66">8925 15036 1720 0,'-1'0'55'0,"0"0"3"0,0 0-14 0,-2 0-13 0,1 0-16 16,0 0-18-16,-1 0-20 0,2 0 11 0,0 0-12 15,0 0 22-15,1 0 2 0,1-1-2 0,0-1 2 16,10 0-8-16,12-5 8 0,4 1-6 0,5 0 7 15,0 0-1-15,2 3-5 0,-1-1 5 0,-3 2-5 16,3 0-1-16,-2 0-3 0,1 1-10 0,-4 1 6 16,0 0-7-16,-3 0-24 0,-1 0 7 0,1 0-17 0,-1-2-30 15,0-2-162-15,2-2-37 0</inkml:trace>
  <inkml:trace contextRef="#ctx0" brushRef="#br0" timeOffset="-16267.99">9875 14622 1074 0,'0'0'97'16,"0"0"-1"-16,0 0-18 0,-1 0-3 0,0 0-39 15,1 0-27-15,0 0-2 0,0 0 1 0,0 0 2 16,0 0 23-16,1 0-7 0,0 1 4 0,2-1-5 16,12 3-4-16,0 1-6 0,2-2 1 0,2 1-3 15,1-2-8-15,0 0-8 0,0 0-13 0,0 0 3 16,1-1-34-16,-4 0-15 0,-1 0-4 0,-3 2-13 15,0-1-95-15,-6-1-222 0</inkml:trace>
  <inkml:trace contextRef="#ctx0" brushRef="#br0" timeOffset="-16119.22">9886 14833 718 0,'0'0'323'0,"0"0"-366"15,-1 0 354-15,0 0-177 0,-1 0-102 0,1 0-15 16,0 2 3-16,1-1-5 0,0 0 18 0,1 0 0 15,0 0 2-15,2 1-5 0,11 5-16 0,8 1-9 16,5-2-4-16,7-3-1 0,2-3-19 0,11-2-14 16,1-4-14-16,3-3-3 0,3-2-85 0</inkml:trace>
  <inkml:trace contextRef="#ctx0" brushRef="#br0" timeOffset="-15386.54">12613 13730 1707 0,'-1'-1'58'0,"0"0"3"0,-2-1-27 0,-5-10-11 16,-1-4-20-16,3 0-15 0,2-1-3 0,4 0-5 16,1-1 2-16,4 0-4 0,3-1-6 0,2 0-2 15,2-1-2-15,-1-1-11 0,0 2 20 0,-1 3-1 16,-3 4 8-16,-2 4 12 0,-4 5 20 0,-1 2 1 16,3-1 9-16,-2-1 15 0,0 2 15 0,0 0-3 0,0 0 7 15,1 0-12-15,-1 0-8 0,0 1-1 0,-1 1-4 16,0 2-10-16,-1 18-6 0,-2 4 0 0,0 1-2 15,-2 0-9-15,2 1-1 0,0 0-2 0,2 0 2 16,0-1-1-16,1 0-7 0,0-2 2 0,0-1-3 16,2 0 6-16,2-4-6 0,-1 0 0 0,2-1-2 15,-1-3 8-15,-2-2-5 0,0-2 2 0,-1-2-4 0,2-1-3 16,-1 1 6-16,-1-4-5 0,-1-3 5 0,2 3-4 16,-1-3 8-16,-1 0-4 0,0 1 4 0,0 0-1 15,0 1-3-15,0-1 3 0,-3 1-5 0,-1 2-1 0,-1 0 1 16,-8 1 5-16,0 1-3 0,0-1 10 0,-1 0-10 15,1-2 1-15,3 2-3 0,0-1 2 0,4 0 0 16,3 0-1-16,-2-1 1 0,0-3-7 0,2 0 6 16,-2 1-2-16,4-1 3 0,-1 1 0 0,2-1-4 15,-2 1 0-15,2-2-3 0,0 1-5 0,0 0 14 16,0-1-3-16,2 1 7 0,5 4-1 0,10 3 1 16,3-4 0-16,0-2 1 0,0-3 6 0,3 0-12 15,0-3 4-15,-1 1-6 0,0-1-2 0,-1-1-10 16,-2 2-2-16,-1-1-3 0,0 1-19 0,-4 0-20 0,0 0-3 15,-2 2-14-15,-3 0-94 0,0 0-142 0,-5 0-90 16</inkml:trace>
  <inkml:trace contextRef="#ctx0" brushRef="#br0" timeOffset="-14869.32">11719 14488 1601 0,'-1'0'52'0,"-1"0"6"0,-22-4-25 16,0 1-21-16,7 0-12 0,5 2-6 0,-1 0-12 15,2 0 4-15,4 1-9 0,0 0-10 0,4 0 2 16,0 0 3-16,1 0-1 0,0 0-9 0,0 0 8 15,1 1-1-15,-1 0 9 0,1 0 34 0,0 1 21 16,1-1 6-16,0 0 2 0,1 0 10 0,2 0-5 16,6 2-4-16,13 1 0 0,1-1-2 0,0-3 3 15,3 0 2-15,3-2-2 0,2 0-8 0,4 0-4 16,6-1-5-16,4 1 2 0,7 1-12 0,9 0-14 0,5-2 7 16,2 0-9-16,3-2-1 0,-2 0 6 0,3 1-2 15,9-1 4-15,6 0-8 0,6-1 8 0,2 2-7 16,4-2 9-16,-2 0-7 0,9 0 6 0,2-1-2 15,2 0 3-15,3-4 4 0,0 2 5 0,3 1 0 0,2-2 1 16,-1 2-4-16,6-1 1 0,-2-1-1 0,2 2 0 16,-3 0-6-16,2 1 3 0,-1 0 0 0,-1 2 1 15,3 0-3-15,-8 1 0 0,-1 0 0 0,-3 2 0 16,-7 2 7-16,1 0-8 0,-5 0 8 0,-1 2-8 16,-3 2 12-16,-10 0-8 0,-1 2 0 0,-3 2-1 15,-2-1 1-15,-1 1-6 0,-7-1 2 0,-7-2-3 16,-3 3-2-16,-2-1-4 0,-7 0-3 0,-1 0 0 0,-7-1-7 15,-4-2 4-15,-2 1-9 0,-9-2 5 0,-3 1-27 16,-4 0-48-16,-7-2-12 0,-5-1-18 0,-4-1-90 16,-4 0-74-16,0 0-26 0</inkml:trace>
  <inkml:trace contextRef="#ctx0" brushRef="#br0" timeOffset="-14168.53">10881 15115 1797 0,'0'0'26'0,"0"0"6"15,-1-2-34-15,-1 1-12 0,1 0-12 0,1 0 14 0,0 0 1 16,1-1 7-16,2 0-6 0,4-3 5 0,13-5 8 16,2 3-1-16,3 2 3 0,2 2-9 0,0 1 0 15,0 2-2-15,0 3 3 0,1 1-3 0,1 3 6 16,-6 1-1-16,-1 1 2 0,-4 0-1 0,-3 2 6 16,-1-5 1-16,-3 9 4 0,0 3 3 0,-4 1-1 15,-3-1 2-15,0 2-3 0,9 3-4 0,-5 1 0 16,-7 2 5-16,-3 2-1 0,-5 1 15 0,-4 2-10 0,-4-1-3 15,9-1-1-15,-16 2 0 0,-2-5-2 0,1-3-1 16,4-2-1-16,0-4-8 0,-3-5 7 0,2-2-1 16,-4-2 3-16,5-1-2 0,-1-2 4 0,3-1-6 15,0 6 5-15,1-3-6 0,2-2 2 0,1-3 1 16,1 0-1-16,1-2 4 0,2 0-5 0,0-2 5 0,0 0-6 16,4 1 5-16,-1-1 2 0,2 0-4 0,1 0 3 15,0 1-5-15,2-3 6 0,-1 1 4 0,-2-2-1 16,1-2-9-16,-1-1 5 0,2-4-10 0,2-1 8 15,1 4-11-15,2-1 3 0,1 3-1 0,-3 2 1 16,13 1-8-16,0 0-1 0,1 1-1 0,-1-7 1 16,0 3-6-16,-1 4 12 0,-2 2-3 0,2 1 7 15,-1 2 2-15,-2 0 6 0,-1 3-4 0,-1 1 4 0,5-3-11 16,-3 11-1-16,-1-1-1 0,-3 0 1 0,-1 0 2 16,-1 0-18-16,2-3 3 0,2-1-11 0,1-1-15 15,2-1-61-15,3-2 2 0,2-1-25 0,0-3-28 0,2 10-59 16,-2-3-46-16</inkml:trace>
  <inkml:trace contextRef="#ctx0" brushRef="#br0" timeOffset="-13735.92">11536 15249 1473 0,'0'0'66'0,"0"0"-3"0,-1 1 22 0,-1 0-4 16,1-1-15-16,-7 2-19 0,2 11-2 0,-2 0-6 15,2 4 4-15,-2 1-12 0,0 2-9 0,1 3-2 16,-2 0-3-16,3 0-8 0,2-2-6 0,0-2 6 0,3-2-7 16,-1 0-2-16,-1 0 10 0,2-1-12 0,-1-3 10 15,-1-4-14-15,2-3 5 0,0 0 1 0,-2-2-2 16,-1 1-22-16,3-3 0 0,1 0-11 0,-1 0 9 16,0 0-2-16,-1 1 4 0,1-2 5 0,1 0-1 15,0 0 12-15,1-1-6 0,1 0 3 0,0-1-3 16,10-5 10-16,2-15 1 0,-4-1 4 0,8 2-1 15,-3-1 1-15,2 1 1 0,2 0-6 0,-5 0 3 0,-4 4-6 16,0 4 9-16,-2 7 1 0,-1 1 3 0,0 2-6 16,-1 1 13-16,-5 1 2 0,4-4 5 0,-3 3 9 0,2-1-3 15,0 0 3-15,-1 2-1 0,-1 0 0 16,0 2 0-16,1-1-3 0,-2 2 2 0,0 11-2 0,0 3-6 16,0-1 2-16,9-2-3 0,-2 4-3 0,-3-5-5 15,-3 0-2-15,-1-3 0 0,-1-1 2 0,0-1-12 16,0 0 2-16,0-1-7 0,0-2 1 0,0-4-23 15,0 1-2-15,0 1-8 0,0-1-26 0,0 0-52 16,-1 1 5-16,0-1-21 0,0 1 1 0,0-2-34 16,-1 0-25-16,1 0-11 0,-1 0-159 0</inkml:trace>
  <inkml:trace contextRef="#ctx0" brushRef="#br0" timeOffset="-13550.79">11528 15154 1114 0,'0'0'154'0,"0"0"-126"0,-2 0 160 0,1-1-61 16,0 0-51-16,0 0-4 0,0 0-6 0,1 0 0 16,0-1-22-16,0 1 5 0,0 0-5 0,1 0 4 15,0 0-17-15,7-2-1 0,11 0-1 0,7 0-2 16,1 1-17-16,4 1-10 0,3 1-2 0,-3 0-2 16,1 0-10-16,-4 0-32 0,1 0-2 0,-2 0-20 15,1 0-98-15,-1 0-88 0,0 0-60 0</inkml:trace>
  <inkml:trace contextRef="#ctx0" brushRef="#br0" timeOffset="-13200.84">12772 14590 1339 0,'0'0'192'0,"-1"0"9"0,-1-1-64 0,1 0-30 16,-1-2-65-16,-2 1-39 0,0-2 5 0,-3-1-11 15,2 2 8-15,-1 0-11 0,-3-1-1 0,-2 3 2 16,-2 2-2-16,-3 4 1 0,-4 5 3 0,-3-4 4 16,-1 19-1-16,-5 4 3 0,2 4 14 0,-2 3 0 0,0 4 5 15,0 3-3-15,1 5 17 0,0 6-9 0,3 4 11 16,3 0-6-16,3-2 1 0,1-3 5 0,3 0-4 15,2-2 1-15,5-2-4 0,2 0 6 0,5 1-4 16,-18-4 6-16,14-1-20 0,8 1-2 0,5-5-4 16,4 1 1-16,2-4-10 0,2-2 3 0,-12-2-6 15,19-1-1-15,3-4-10 0,7-1-2 0,-1-2-4 0,0-2-20 16,8 0-30-16,-6-5-9 0,8-2-9 0,5-7-54 16,-3-7-360-16</inkml:trace>
  <inkml:trace contextRef="#ctx0" brushRef="#br0" timeOffset="-4460.75">12941 15100 352 0,'0'0'0'0,"0"0"168"0,-1-1 12 0,0 0 10 15,0-1 6-15,-1-2-166 0,-1-4-7 0,-1 1 12 16,1 0-14-16,-1-1 16 0,1 1 2 0,0 2-10 16,1 0 16-16,2 4-14 0,-1-1 9 0,0-1-12 15,-2 1-3-15,1 0-3 0,1 2-5 0,-6-4-7 16,-2 3 7-16,1 1-6 0,-1 1 10 0,-3 3-9 16,0 1 6-16,1 0-5 0,-1 17 10 0,0 2-5 0,0 1 0 15,-1-1 0-15,2 3 6 0,1 0-5 0,-2 1 0 16,3 2 0-16,1 3-1 0,-2-1-1 0,1 0-1 15,3-1 0-15,0 0 3 0,3-1-13 0,2 0 1 16,-1-4-4-16,-11-4 10 0,6-1-11 0,4-1 6 0,3-3-8 16,0-1 0-16,2-2 5 0,1-2 0 0,0-1 4 15,1-3-2-15,0-1 3 0,1-1-7 0,1-2 7 16,6 0 16-16,-2-3-3 0,2 7 6 0,1-2-7 16,1-1 0-16,-1-4-3 0,3-1-3 0,0-2-1 15,-1-3-8-15,0-2-4 0,-2 0 3 0,0 3-4 0,0-14 0 16,0-2 0-16,0-2-1 0,-1-2 1 0,-5-1 2 15,2-2-4-15,-3-4 0 0,-2 1 0 0,1-1 5 16,-3 3-5-16,0 0 3 0,13 1-3 0,-6 1 1 0,-7 0 0 16,-3 3-1-16,0 1 0 0,-3 1-6 0,0 1 5 15,0 1 1-15,-3 2 2 0,0 1 3 0,1 5-4 16,-2-1 0-16,6 3-1 0,-9 2 5 0,-4 1-4 16,3 1 1-16,-1-4-2 0,-1 1 1 0,-1 4 0 15,2 3-4-15,-1 1 3 0,1 3-1 0,2 3-1 16,-2 2 0-16,2 0-2 0,1 10-6 0,1-1 10 15,2-1-3-15,4-2 4 0,-1 1-5 0,1 0-2 16,2-3 0-16,-9 3-1 0,4-2-1 0,2-1-9 16,1 3 1-16,3-4-5 0,0 2-14 0,1 0-13 0,2-1-5 15,0 1-4-15,0-4-40 0,0 1-29 0,1-2-10 16,-1-2-5-16,2 1-26 0,-3-4-149 0</inkml:trace>
  <inkml:trace contextRef="#ctx0" brushRef="#br0" timeOffset="-4227.2">13130 15354 1151 0,'-1'0'78'0,"0"2"135"16,0-1-140-16,0 0-10 0,0 0-5 0,-2 0 0 0,1 0-11 15,1 1-15-15,-1-1 2 0,1 0-10 0,0 1-25 16,0 1-4-16,0-1-7 0,0 0 3 0,1 1-15 15,-2 0 1-15,2 2 0 0,0 0 0 0,0-2-6 0,0 3-18 16,0-1-5-16,0-4-11 0,0 0-75 0,2 1-70 16,-1 1-35-16,0-2-12 0,0 0-157 0</inkml:trace>
  <inkml:trace contextRef="#ctx0" brushRef="#br0" timeOffset="-3676.45">13232 15158 1548 0,'-2'0'50'0,"1"0"2"0,0 0-8 0,0 0-6 16,0 0-16-16,-1 0-7 0,1-1-8 0,0 0-2 0,0-1-1 15,1 1-5-15,0-1 0 0,1-7 2 0,4-1 0 16,3-2-5-16,-2 4 4 0,10 0-4 0,0-1 5 15,-2 3-1-15,0 2 0 0,-1-2-2 0,-1-2-1 16,-1 2-7-16,1 3 14 0,0 1-3 0,-4 2 6 16,0 2-14-16,-4-1 9 0,-2 0 1 0,1 0 3 15,6 12 4-15,-2 4-4 0,-3-2 9 0,-4 1-7 0,0 2 14 16,-4 2-7-16,-2-1 1 0,-2 2-1 0,-3 0-3 16,0 0-3-16,-1-1 3 0,11 0 0 0,-13 0 4 15,1-1-1-15,1 0-7 0,1-3 5 0,1 0-11 0,1-5 1 16,1 2 4-16,2-3-1 0,3-2 6 0,0-6-11 15,1-1-1-15,1-1-2 0,-1 3 0 0,-1-1-6 16,1 0 3-16,1 1-4 0,0-2 9 0,-1 0-3 16,1 0 2-16,0 1-1 0,0-2 12 0,0 0-9 15,-1-2 7-15,2 1-8 0,0-1 0 0,0-2 2 16,0-3-4-16,0 3 3 0,2-2 2 0,-1 1-6 16,0 1 7-16,1 0-5 0,0 1 10 0,-1 1-10 15,7 1 1-15,-1-4-2 0,1 0 3 0,0 2 3 0,1-1-4 16,-1 2 3-16,0 2-3 0,0 0 2 0,1 1 2 15,1 3-2-15,0-1-6 0,-2 2 6 0,1-4-3 16,-1 14 5-16,1 1-2 0,-1-2-2 0,-2 0 0 16,0-1 0-16,1 1 0 0,4-2 2 0,-3 0-1 15,1-3 1-15,2 0-2 0,-4-2-3 0,3 2-2 0,-2-4-4 16,-1-1-20-16,2 0-9 0,-3-3-8 0,3 6-5 16,-1-3-81-16,3 0-55 0,2-3-38 0,0-1-8 15,-2-3-192-15</inkml:trace>
  <inkml:trace contextRef="#ctx0" brushRef="#br0" timeOffset="-3375.77">13732 15140 1531 0,'-1'0'68'0,"0"0"4"0,-1 0-18 16,-1 0-14-16,2 0-19 0,-2 0-18 0,0 0 2 15,2 0-3-15,0 0 1 0,0 0-4 0,-2 2-2 16,1 0 0-16,1 0 0 0,-1 3 0 0,-1 3-1 16,2-1-2-16,1 1 2 0,0 1 4 0,1-1 1 15,2 1 2-15,0 1-2 0,2-1-9 0,1 2 8 16,0 1-2-16,1 0 4 0,0 1 1 0,0 1 4 16,-1-1 5-16,1 3 0 0,-1-5 16 0,-1 2-11 0,0-1-5 15,0-2-1-15,0-1-8 0,-2-2-6 0,2 1-3 16,-2-2-3-16,1 0-11 0,-3-4 6 0,3 1-5 15,3-2 1-15,0 5-20 0,0-2-2 0,-1-1-10 0,2-1-6 16,0-2-109-16,-1-1-133 0,-1-3-54 0</inkml:trace>
  <inkml:trace contextRef="#ctx0" brushRef="#br0" timeOffset="-3126.18">13888 15146 598 0,'0'0'107'0,"0"0"0"15,-1-1 8-15,-1 0-17 0,1 0-23 0,0 0-24 16,0-1 8-16,0 1-1 0,-1 0 3 0,1 0-8 16,0 0-15-16,-1-1 3 0,-1 1-9 0,2 1-13 0,-7-1-4 15,1 1-3-15,-1 2 3 0,-1 3 3 0,0-4 5 16,-2 17 2-16,1 2 1 0,-1 1 5 0,0 2 4 16,-2 0-4-16,2 2 4 0,0 2-17 0,2-3-8 15,1 2 2-15,2-1-4 0,1-6-2 0,3 2-13 16,1-5-4-16,-9-3-3 0,4-2-8 0,3-3-3 15,2-2-10-15,0 1 3 0,-1 1-36 0,2-3-57 16,0-1 9-16,0-3-30 0,2 1-47 0</inkml:trace>
  <inkml:trace contextRef="#ctx0" brushRef="#br0" timeOffset="-2092.89">14079 15073 1375 0,'-1'0'68'16,"0"0"0"-16,-1 0-18 0,-3 0-10 0,0 0-24 16,2 0-17-16,0 0-12 0,1-1 1 0,1 0-5 0,0 0 1 15,-1 0 7-15,2-2 4 0,0-3-1 0,5-8 8 16,2 1-4-16,-3 0 1 0,12 2-2 0,0 0 4 15,-4 3 5-15,1 0 0 0,-1 1 3 0,1 2 7 16,-1 0-4-16,0-3 2 0,-1 1-5 0,0 3-3 0,-2 3 5 16,0 1 0-16,0 1 4 0,-1 3 13 0,0 1-6 15,1 2-6-15,-2 9 0 0,0 4-8 0,-2-1 1 16,-2 1 0-16,-1-2 0 0,0 0-1 0,8-1 1 16,-3-1 3-16,-2 1-2 0,-3-3 7 0,-2 0 12 15,-1 0-4-15,-1-1 5 0,-3 1-8 0,-2 0 2 16,-2 2-3-16,3 0 0 0,-11 3-19 0,0-2 14 15,-2 0-2-15,0-2 5 0,0-1-8 0,-1 2 12 0,4-5 5 16,-2 0 1-16,3-4 9 0,3-5-9 16,1 3-4-16,1-1 0 0,2-3-9 0,2 3-13 0,1 0 0 15,4-4-5-15,0 0-2 0,-2 1-2 0,1 0 1 16,0 0-1-16,0 1-7 0,1-1 7 0,0 0-1 0,0-1 4 16,1 0 3-16,0 0-8 0,0-1 4 0,1 0-3 15,0-2 7-15,0 1 2 0,1 0 0 0,1-3-1 16,-2 1 0-16,6 1 1 0,2-2-2 0,2 2 1 15,1-1-4-15,0 1 0 0,3-2 1 0,-1 1 0 16,3-2 5-16,-1 3-6 0,-1-1-2 0,1 1-2 16,-2 1-5-16,-1-1 11 0,0 2-1 0,1 0 2 0,1 0-3 15,-1-9-3-15,-1 3 3 0,1 2 0 0,-2 2 4 16,0-1-1-16,-2 2-2 0,0 0 2 16,3-1 2-16,-5 2 0 0,1-1-1 0,0-1-1 0,0 1-5 15,-1 0 5-15,-1-1 2 0,0 1 2 0,3-1 2 0,-3 0-8 16,0 0 4-16,1-2-3 0,-2 1 2 0,5-3 2 15,2-2-4-15,1 0 4 0,0-1-3 0,-1 2 1 16,-3 1-1-16,1 0 0 0,-1 0-1 0,-3 2 0 16,2 0 0-16,-5 3 1 0,0 0 3 0,-2 0-2 15,1 1 1-15,-1-1-2 0,0 1 3 0,1 0 1 16,-1-1-1-16,-1 1 1 0,0 0 6 0,1 0-4 16,-1 0 3-16,0 0-4 0,0-1-1 0,0 1 4 15,0 0-4-15,1 0 1 0,-1 0-6 0,0-1-1 0,0 2 3 16,0 0-1-16,-1 0 8 0,0 0-5 0,0 0-1 15,0 0-1-15,0 2-1 0,0-1 3 0,-1 0-2 16,0 1 1-16,0 1-4 0,-2 1 2 0,-1 6 4 16,-1-1-1-16,-1 3 6 0,0 0-5 0,-1 1-2 15,0 0 0-15,-1 1-1 0,0 0-1 0,0 1-1 0,2-1-1 16,1-1-1-16,0 1 2 0,2 0 3 0,0-2-2 16,1 1-2-16,1-5 1 0,1-2-2 0,0 2 2 15,0-2 2-15,0 1-2 0,1 0-5 0,1-1 1 16,0-2-4-16,-1-1 4 0,1 2 6 0,0-3-3 15,3 2 2-15,6 3 10 0,-1-2-9 0,1-2 7 16,-1 0-9-16,2-2 4 0,0 0 4 0,0-1-2 16,-1-1-5-16,1-2 0 0,0 0-1 0,0-2 1 0,1-1 2 15,-3 2 1-15,2-2 0 0,0-1 0 0,-2 5 3 16,0-8 1-16,-1-3-1 0,1 0 0 0,-1 2-1 0,-2-1-4 16,0-1 5-16,1 0-4 0,-3 0 10 0,-3 1-3 15,1-1 1-15,5 1-2 0,-1-1 2 0,-2 2-4 16,-2-1-2-16,0-1 0 0,-2 1 3 0,-1 0-3 15,0 1 4-15,-1-1-4 0,-1 1 0 0,-1-1-3 16,-1 3-5-16,-1-2 2 0,-1 2-15 0,4 1-10 16,-10 1-2-16,-3 2-5 0,0 3-16 0,0-9-31 15,0 4 3-15,0 2-16 0,1 3-36 0,1 2-113 16,-1 1-47-16</inkml:trace>
  <inkml:trace contextRef="#ctx0" brushRef="#br0" timeOffset="-1524.4">15247 15077 993 0,'-1'0'77'0,"0"0"0"0,0 0-1 0,-2 0-8 16,-3 1-21-16,-1 0-9 0,4-1-4 0,-1 1 1 15,1 1-4-15,1-2-15 0,1 0-5 0,0 0-4 0,-1 1 2 16,-1 0-8-16,2 0 7 0,0 0 5 15,0 0 3-15,1 1 27 0,0-1 4 0,1-1 2 0,0 0 0 16,2 0-2-16,13 0 15 0,2-1-7 0,2-3 10 16,2-1-20-16,3 1-5 0,-2-2-8 0,7 0 3 15,-6 1-16-15,1 2-15 0,2-1 7 16,-8 2-10-16,6-2 3 0,-3 3-3 0,-3 0-4 0,0 1 0 16,-3 0-7-16,-5 0 0 0,-1 1-4 0,0 0 1 15,-3 0-12-15,0 1-25 0,0 0-9 0,-3-1-9 0,0 0-55 16,-2-1-42-16,0 0 8 0,0 2-25 0,0-1-32 15,1 0-148-15</inkml:trace>
  <inkml:trace contextRef="#ctx0" brushRef="#br0" timeOffset="-1274.82">15606 14806 878 0,'0'0'193'0,"-1"0"376"0,-1 0-495 0,1 0-43 0,0 0-7 16,-1 0-8-16,-1 0-1 0,1 0-1 0,0 0-1 16,-1 0-1-16,1 2-12 0,0-1 0 0,-1 1-1 15,0 3 0-15,-2 10 1 0,0 5 3 0,-1 5 1 16,-1-2 0-16,1 6-4 0,-4 1 8 0,2 0-1 16,-1 4 3-16,0-3 2 0,1-1-4 0,1-2 0 0,2-5-3 15,1 0-14-15,1-4-7 0,-8-2-8 0,5-3 2 16,4 1-30-16,2-6-51 0,0-1-41 0,1-3-17 15,0-3-269-15</inkml:trace>
  <inkml:trace contextRef="#ctx0" brushRef="#br0" timeOffset="-290.57">16098 14318 682 0,'0'0'138'0,"0"0"-145"16,0 0 147-16,0 0-70 0,0 0-47 0,0 0-28 0,0 0 7 15,0 0-12-15,0 0 10 0,0 0-4 0,2-1 0 16,-1 0-1-16,0 0 12 0,1 0-8 0,1-2 4 16,-1 2-6-16,2-1 19 0,0-2 15 0,0 2 0 15,-1 0 4-15,2-1 2 0,0 1 8 0,-2 1 2 0,3-2 2 16,0 1 0-16,-1 1-12 0,1-2 5 0,1 2-9 15,1 0-10-15,0 0 1 0,4 0-11 0,2 1 10 16,1 0-6-16,3 0-15 0,1 0 7 0,2 1-9 16,1-1 5-16,4 0 3 0,1 1-1 0,1-1 0 15,3 1 3-15,1-1-3 0,1 0 5 0,0 0-5 16,-2 0 1-16,2 0 9 0,0 0-7 0,0 0 10 16,0 0 3-16,1-1-2 0,0 0 3 0,7 0-5 0,1 0-2 15,3-1-9-15,5 0 4 0,-1 0-7 0,2-1 7 16,-4 0-9-16,1-1 2 0,-5 1-4 0,4-1-2 15,5 2 2-15,-4 0-1 0,10-2 1 0,-3 3-1 0,-1-2 0 16,2 2 3-16,-6 0-3 0,1-1 2 0,1 1-3 16,3-1 1-16,1 1-2 0,2 0 8 0,2 0-2 15,-3 0-1-15,0 0 0 0,-2-1 3 0,2 1-2 16,-2 0-3-16,5 0-1 0,5 0-7 0,-1 0 7 16,2 1 1-16,-1 0 3 0,-5-2 3 0,0 1-7 15,4 0 4-15,2 0-4 0,6-2 0 0,2 2 4 16,-2 0-6-16,-4 0 3 0,0 0-1 0,-1-2 1 15,4 1 2-15,2 0 0 0,0 1-3 0,0-2-1 0,-4 2 1 16,-1-1 0-16,1 0 3 0,2 0-2 0,2 0 2 16,0-1-2-16,-5 1-2 0,-3 1 4 0,-2-1-5 15,2-1 4-15,1 2-2 0,3 0-4 0,1 0 4 16,-6-1-4-16,0 1 2 0,-6 0 3 0,-1 1 2 16,3 0 1-16,-4 0-4 0,7 0 0 0,-2 0-6 0,-6 0 3 15,0 0-8-15,-6 0-16 0,-4 0 1 0,-2 0-8 16,-2 0-23-16,-1 0-125 0,-4-1-28 0</inkml:trace>
  <inkml:trace contextRef="#ctx0" brushRef="#br0" timeOffset="6115.6">16712 14731 586 0,'0'0'0'0,"-1"0"132"15,0-1 5-15,0 0 12 0,-2 0 5 0,1-1-121 16,-5-2 2-16,0 0-11 0,0 1 6 0,-1-2-8 16,1 1-3-16,0 1 1 0,1 1-7 0,2 0 4 15,-1 0-13-15,1 0 3 0,-1 1 3 0,0-1 0 16,-2 0 13-16,0 0 13 0,1-1 1 0,-2 1 3 15,2 1 15-15,-2-2-11 0,-3 1 1 0,3 1-7 16,-2 1-13-16,-1 0-6 0,-3 1-1 0,-3 4-1 0,0 3-2 16,-2 4-10-16,1-2 4 0,1 17-7 0,-1 4-2 15,-1-2 8-15,4 4-7 0,1 0 8 0,1 0-9 16,3 1 7-16,2-2-5 0,5-3 7 0,-1-5-3 16,2-3 8-16,-10-1 1 0,5-2 2 0,2-1 11 0,4-4 3 15,1 0 0-15,0-3-1 0,1-1-18 0,2-1-8 16,0-1 4-16,2-1-4 0,2-2 1 0,8-2 4 15,-1 0-3-15,0 8 4 0,1-3 10 0,2-2-5 16,1-4 0-16,2-2-2 0,1-3-3 0,-2-2-1 16,3-4 0-16,-3-2-2 0,0 5-5 0,0-14 2 15,-3-5 1-15,1-1-1 0,-1 0 2 0,-3-4 0 16,0 2-1-16,-3-3 0 0,1-3-5 0,-2 1 0 0,0 1-5 16,-1-1 3-16,-2 2 0 0,-2 0 2 0,1 3 3 15,-2 3-2-15,-1 2-1 0,10 3 3 0,-6 1-4 16,-4 2 3-16,-2 1 3 0,-2 3-5 0,-2 2 7 15,0 4-8-15,1 2 2 0,1 1 2 0,-11-4-5 16,0 3 2-16,-3 2-11 0,1 4 6 0,-1 1-3 0,-2 7 4 16,0 2 3-16,1-4-2 0,-1 15 3 0,3 2-1 15,2-2 4-15,1 0-4 0,0 1 0 0,1 1-2 16,2-1 4-16,6 0 1 0,-10-1-4 0,6-1 2 16,2 0-5-16,3-1-5 0,1-2 7 0,1 0-6 15,0 0 2-15,2-1-8 0,2 2-6 0,1-1-1 16,1 1-17-16,0-1-41 0,0 0-1 0,-1-1-17 0,1-2-27 15,-2-3-37-15,2 1-15 0,0-1-17 0,0-2-133 16</inkml:trace>
  <inkml:trace contextRef="#ctx0" brushRef="#br0" timeOffset="6317.17">16826 15012 981 0,'0'1'514'0,"-1"1"-610"16,-1-1 570-16,-6 3-293 0,-9 5-141 0,7-3-5 16,1-2-3-16,2 1-2 0,3-2-23 0,1 1-10 0,2 4 1 15,-4-2-5-15,1 2 3 0,0 1-14 0,1 0-4 16,1-1-3-16,2-1-16 0,0-1-36 0,0-3-16 16,0-1-8-16,0-1-59 0,2 1-36 0,0 1 13 15,-1-3-26-15,7 1-25 0,3-1-43 0</inkml:trace>
  <inkml:trace contextRef="#ctx0" brushRef="#br0" timeOffset="6849.23">17131 14769 782 0,'-1'0'119'0,"0"0"183"0,-5 0-164 16,-8 1-25-16,1 0-6 0,0 0-6 0,0 0-26 0,3-1-17 15,0 0-6-15,2 0-4 0,2 0-11 0,2 0-29 16,1 0 11-16,0-1-18 0,1 0-1 0,1 0 0 16,0-1-8-16,-1-1 5 0,2-4-3 0,2-1 2 15,1 0 5-15,2 1-2 0,-4 0 7 0,11 1-1 16,1 1-1-16,-2 2 0 0,2 0-7 0,-1-5 2 16,-1 3 0-16,0 2 0 0,-2 2 0 0,-1 1 8 15,1 1 0-15,0 1 3 0,-2 2-14 0,-2-1 6 16,0 4-2-16,-4 8 7 0,1 0 6 0,8 1-10 15,-3 4 0-15,-3 0-3 0,-4 4 3 0,-4-1 3 0,-2-1 2 16,-2 2-1-16,-3 1-7 0,0-2-1 0,10 2 1 16,-15-3 1-16,-1-3 13 0,-2 0-7 0,-1-4-3 15,2 0-1-15,1-2 2 0,0-2 1 0,2-3 1 16,1-2-1-16,2 0-2 0,4-4 1 0,4 2 1 16,3-3 1-16,-4 0 11 0,3 0-15 0,0 0 7 0,-3 3-10 15,2-2-5-15,1 0 5 0,1-1-7 0,0 0 7 16,1 0 0-16,0-1 0 0,1 0 6 0,4-1-5 15,16-6 5-15,-2 0-3 0,2-1-2 0,-4-1 1 16,1 1-5-16,-1 2 6 0,-1 0-3 0,-1 2 4 16,1 0-4-16,-2 2 0 0,0-1-1 0,0 3 1 15,-1 0 1-15,-3 0-4 0,0 2 3 0,0 0-3 0,-1 0 4 16,-1 1-1-16,-1 0 0 0,-2-1 0 0,2 2 4 16,-1 0-9-16,1 0-2 0,-1 1-2 0,-1-4-3 15,0 5 2-15,-1 0-9 0,-1 1 5 0,1-2-27 0,3-2-87 16,0 2 3-16,2-4-38 0,-1 0-59 0,5 9-144 15</inkml:trace>
  <inkml:trace contextRef="#ctx0" brushRef="#br0" timeOffset="7516.35">17668 14831 553 0,'0'0'55'0,"0"0"-2"0,0 0 14 16,0 0 2-16,0 0-15 0,0 0 1 0,0 0-3 15,0-1 0-15,0 1 0 0,-1-1 14 0,0 0-12 16,0-1 4-16,0 1-8 0,-1 0-3 0,1 0 0 0,0 0-2 16,0 0 0-16,0-1-10 0,0 1 4 0,-2 0-1 15,1-1 0-15,-1-1-7 0,2 1 6 0,0 1-5 16,0 0 5-16,0-1-7 0,0 1-12 0,-1 0-1 0,1 0-4 15,0 0-4-15,0 0-9 0,0-1 4 0,0 1-5 16,-1 1 2-16,1 0 6 0,1 0-7 0,0 1 5 16,0 1 0-16,0 0-5 0,0 0 8 0,6 12-7 15,1 2 11-15,0 0-4 0,0 1 6 0,1 0-3 16,0 0 15-16,0 0 0 0,0 2 3 0,0 0 0 16,0-3 12-16,1 3-21 0,-1-2 3 0,0-1-9 15,-1-1-3-15,0 0-4 0,1-1 0 0,0-1-1 0,-1-2-4 16,0 0 1-16,-3-3-7 0,1-1 4 0,-1-1-11 15,-1-1-2-15,1-1-2 0,-3-1-1 0,4-1-9 16,-2 1-25-16,2 0-5 0,2 2-9 0,-2-3-38 16,-1-1-64-16,-1-1-1 0,-1 0-28 0,4 0-72 0</inkml:trace>
  <inkml:trace contextRef="#ctx0" brushRef="#br0" timeOffset="7817.21">17879 14745 1277 0,'0'0'241'0,"0"0"-287"0,-1 0 271 16,-2 0-141-16,1 0-78 0,-6 0 1 0,5 0-7 16,-5 0 4-16,1 0-7 0,0 0-8 0,-4 1 0 0,6 1-2 15,-5 1-4-15,1 2 2 0,-2 1 3 0,-2 3-1 16,1-5 7-16,-4 12-5 0,-3 2 4 0,-1 3-1 15,-2 2 16-15,-1 1 0 0,1-2 1 0,1-1 1 16,0-1 12-16,1 0 5 0,0 2-4 0,6-4 3 16,1-1-5-16,2-4-18 0,5 0 8 0,-1-4-11 15,3 2-4-15,1-4-4 0,0 1-6 0,-3 0 2 16,2-2-5-16,1 2-7 0,2-1 3 0,1-2-6 0,1 1-15 16,0-4-39-16,1 1-7 0,11 5-14 0,2-2-57 15,2-4-60-15,1-2-21 0</inkml:trace>
  <inkml:trace contextRef="#ctx0" brushRef="#br0" timeOffset="8234.25">18161 14735 1168 0,'0'0'151'0,"0"0"-2"0,0 0-27 0,0 0-3 15,-1 0-59-15,0 0-10 0,-1-1-10 0,1 1-3 16,1 0-2-16,0 0-14 0,-1 0-5 0,1 0-2 16,0 0-2-16,-1 0-8 0,0 0-1 0,0 0-1 15,-1 0 1-15,1 1-1 0,-1 0-4 0,0 1 7 16,-3 5-6-16,-3 6 4 0,-3 1 0 0,0-1-1 0,2 1 2 16,-2 0 8-16,2 1 6 0,0-4 1 0,0 2 2 15,4 0-2-15,1-1 2 0,2 2-6 0,-1-1 4 16,2-4-8-16,-6 1-5 0,4-4 2 0,-1 3-3 15,3-1 4-15,1-1-7 0,0 2 5 0,1-2-4 16,3 0 1-16,-2-4 3 0,8 3 0 0,7-5 1 16,1 2 0-16,0 8-2 0,4-4 2 0,-1-3 0 0,2-3 7 15,2-1-10-15,0-2 0 0,3-3-3 0,-3-2 0 16,2-1-6-16,-3 0 0 0,-4-1-3 0,1 1 3 16,-3 0-12-16,-4 1 5 0,-1 1-8 0,-3 2-3 0,-6 3-7 15,0 0-5-15,-2 0 1 0,0 0-20 0,1 0-20 16,-1-1-3-16,-1 1-8 0,1 0-33 0,-1 0-9 15,-1 0-9-15,0 0 3 0,0-2-20 0,0 1-107 16,0-1-46-16</inkml:trace>
  <inkml:trace contextRef="#ctx0" brushRef="#br0" timeOffset="8567.34">18280 14829 978 0,'0'0'169'0,"0"0"1"0,-1 0-25 0,-1-1-25 15,1-1-51-15,0 1-33 0,-1 0-8 0,1 0 6 16,-1-1-8-16,1-1 4 0,1 2-7 0,-2-5-5 0,-1-1-1 16,2 1-8-16,1 0-3 0,0 2 0 0,0 0-3 15,0 1-6-15,0 0 10 0,0 1 2 0,0-1 2 16,0 1 2-16,0 0 2 0,1-1 0 0,1 2 3 16,-2 0 7-16,0 0-13 0,0 0 3 0,0 0-6 15,0 1 12-15,0 1-10 0,0 1 8 0,-2 15-9 16,-1 5 5-16,-2 4-1 0,1 2-1 0,-2 1-1 15,0 1-5-15,0-1-2 0,1-1-3 0,-1-1 2 0,2 0-1 16,0-4-7-16,1-2 7 0,0-3-8 0,1-1 2 16,1-3-9-16,0-1-4 0,1-2-1 0,0-3-20 15,0-1-31-15,0-2-5 0,0-2-9 0,0 0-22 0,0-2-20 16,1 1 7-16,0 1-12 0,0-2-10 0,1 0-39 16,3-1-23-16,8-1-12 0,1-4-147 0</inkml:trace>
  <inkml:trace contextRef="#ctx0" brushRef="#br0" timeOffset="9016.67">18567 14719 976 0,'0'0'123'0,"0"0"211"0,0 0-224 0,0 0-30 0,-1 0-6 16,1-1-7-16,-2 1-20 0,1 0-7 0,1 0-1 15,-1 0-4-15,1 0-10 0,0 0-7 0,0 0-4 16,0 0-1-16,0 0-13 0,-1 0 3 0,0 0 1 15,-1 0 1-15,1 0 1 0,0 1 5 0,0 1-3 16,0 0 3-16,-2 1-11 0,-5 12 12 0,-1 1-3 0,-1 2 7 16,1 0-10-16,0 5 9 0,1-3-8 0,0 7 7 15,1-5-9-15,1 2 5 0,0 0-1 0,4-2 1 16,0 1-8-16,2-3 0 0,0-1 0 0,0-3-1 16,0 0 0-16,1-3 6 0,2-2 1 0,0-2 1 15,1 0 6-15,1-2-4 0,1 0 1 0,-1-2-3 0,5 1-6 16,3-2 6-16,1-1 0 0,2-1 3 15,-1 0-2-15,-1 8 1 0,1-3 1 0,2-2 0 0,-1-3 5 16,1-1-5-16,0-1 5 0,1-1-5 0,0-1 8 0,-2-2-7 16,-1-1-2-16,0 1 0 0,2-3-1 0,-2 0 1 15,0 0 3-15,1-3-2 0,-7 3 2 0,2 0-2 16,0-9-4-16,-4-1 5 0,4-3 7 16,-3-2-9-16,1-1 0 0,1 0-5 0,-2 1-6 0,-4-7 0 15,2 2 0-15,-5 1 0 0,15-1 4 0,-9 4-5 16,-4 0 0-16,-3 1-4 0,-1 0 4 0,-5 2-5 15,-2 1 0-15,-2 4-3 0,3 1-5 0,-14 3-26 16,-1 3 8-16,-3 2-15 0,3 4-9 0,0-11-36 16,0 6-15-16,1 3-9 0,0 4-81 0,1 4-137 0,0 1-104 15</inkml:trace>
  <inkml:trace contextRef="#ctx0" brushRef="#br0" timeOffset="9602.41">19391 14832 644 0,'-1'0'172'0,"0"0"-218"0,-1 0 196 16,0 0-106-16,-6-3-44 0,1 0 3 0,0 0-3 16,1 1 1-16,2 0-3 0,-1-1 2 0,1 2 4 15,0-1 1-15,-3-1 17 0,2 1 20 0,-3-1 0 0,3 2 8 16,-1 0 13-16,1 0 18 0,0 1-5 0,-1-1 8 16,5 1-9-16,-3 0-8 0,1 0-2 0,2 0-4 15,0 0-22-15,-2 0-4 0,1 0-8 0,0 0 3 16,1 0-15-16,-1 0-11 0,1 0 10 0,1 0-7 15,0 0 26-15,1 0-11 0,2 0 5 0,5-2-8 16,13 0 1-16,0 0-5 0,4-1 1 0,0 2-2 16,-2 0 5-16,4 0 9 0,-1 0-8 0,1 1 7 0,-1-2-21 15,-1 2-1-15,2 0 2 0,-2-1-1 0,-2 0-2 16,-2 1-5-16,-2 0-3 0,-1 0 1 0,-4 0-3 16,-2 0-15-16,-2 0 5 0,-4 0-11 0,0 0-9 0,-3 0-19 15,1 0-13-15,-2 0 0 0,1 0-33 0,-1 1-14 16,0 0-3-16,1 1-6 0,-2-1-29 0,0 0-68 15,0 0-28-15</inkml:trace>
  <inkml:trace contextRef="#ctx0" brushRef="#br0" timeOffset="9869.34">19676 14579 1697 0,'0'0'98'0,"0"0"2"0,0-1-35 0,-2 0-5 0,1 0-40 16,0 0 1-16,1 0-11 0,0-1 0 0,0 1-4 15,0 0-9-15,0 0 3 0,0 1 0 0,0 0 0 16,0 0-1-16,0 0 1 0,0 1 0 0,0 0 0 16,0 2 2-16,0 13 8 0,-1 3-5 0,-1 2 7 15,-3 3-5-15,-1 1 8 0,-2 4 2 0,-3 2 0 16,-3 3-9-16,-2 3 1 0,-2 3-8 0,1-2 6 0,2-3-7 15,2-1-6-15,3-3-3 0,1-2-5 0,2 0-32 16,3-4-107-16,1-1-12 0,2-7-48 0,2 0-190 16</inkml:trace>
  <inkml:trace contextRef="#ctx0" brushRef="#br0" timeOffset="18174.17">20472 14503 1 0,'-1'-1'0'0,"-1"0"264"0,0-1 29 0,0 1 17 16,-7-3 5-16,4 1-254 0,0 1-24 0,2 1-26 15,0-2 6-15,1 1-12 0,-1 1 9 0,1 0-12 16,1 0 4-16,0-1-6 0,-1 0-1 0,2 0 3 15,0-4-2-15,0-1 5 0,3 0 7 0,3-3 0 0,-5 0 10 16,13-1-6-16,2 3 23 0,0 2 8 0,0 0-1 16,2 3 5-16,-2-2-3 0,-1 0-18 0,2 4 7 15,-3 0-11-15,1-10 2 0,1 5-11 0,-1 3-3 0,-2 2 1 16,1 1-1-16,-2 2 3 0,-2 3-5 0,1 2 4 16,-2-4-8-16,1 13 5 0,-3 0 1 0,0 0 0 15,-5 1-7-15,9-2 9 0,-4 2-4 0,-4-2 5 16,0 1-10-16,-2 0 6 0,-1 1-3 0,-2 1 3 15,-3 0-6-15,-2-1-1 0,-3 2-4 0,-1 0 4 16,4 1 7-16,-15 0-6 0,4 1 7 0,-2 0-6 16,0-1 3-16,0 3-3 0,0-3 1 0,2 1-1 0,-1 0 7 15,3-2-11-15,2 0 1 0,1-1-2 16,2 0 6-16,2-3-3 0,2-1-2 0,3-1-1 0,-1-2-3 16,4 1-8-16,-4-5 7 0,3-3-7 0,0 2 12 0,1-1-2 15,1 2 0-15,0 0 0 0,0-3 7 0,1-1-5 16,1-1 3-16,2 1-4 0,9 4 1 0,0-2-2 15,2-2 1-15,-2-3-1 0,0 0 9 0,0 0-3 16,-3-1 0-16,1-1-2 0,-1-2-3 0,1 1-3 16,-2-1 4-16,1-1-4 0,-1 1 6 0,-2 0-2 15,0-1-2-15,-3 3 2 0,-2-5 8 0,-1-4-1 16,1-3 1-16,-1-2-2 0,0-1-6 0,0 0 3 16,1-1-2-16,10 0 2 0,-5 0-4 0,-2-1 0 0,-2 1-3 15,-1 2 3-15,-2 2 8 0,0-1-9 16,0 1 9-16,-2 0-10 0,1 1 3 0,-2-1-3 0,-1 1 0 15,-1 2 0-15,0-1 2 0,-1 2-7 0,2 1 0 16,-9 1-3-16,0 1 3 0,-1 2-3 0,-1 0-4 16,0 3 1-16,-1 1-8 0,2 0 5 0,0-9-4 0,4 5 2 15,0 2-11-15,4 2-35 0,2 0 1 0,2 1-16 16,1 0-34-16,-1 0-50 0,0 0-3 0,0 0-16 16,1 0-14-16,1 0-120 0</inkml:trace>
  <inkml:trace contextRef="#ctx0" brushRef="#br0" timeOffset="18725.89">21225 14390 1396 0,'0'0'167'0,"-1"0"-194"16,0-1 184-16,0 0-95 0,-1 0-60 0,-1-1 0 16,2 2-3-16,-2-2 2 0,-2 0-7 0,0-1-13 15,0 2-2-15,-2-1-3 0,1 1-6 0,-3 1 18 16,-2 2 1-16,-1 3 6 0,-4 2 8 0,1 1 5 0,-1-6 6 16,-1 16 0-16,-1-3 20 0,0 3-3 0,0 0 0 15,-2-1 1-15,1 3 11 0,0 1-1 0,-2-1-3 16,0 2 0-16,2-2-8 0,0-2-9 0,3 2 0 0,5 1-5 15,-3-1-10-15,7 2-6 0,1-2 4 0,0 0-5 16,-4-3-5-16,3 1 3 0,4-2-3 0,3 1 5 16,2-1 1-16,2 0-3 0,1-3-1 0,3 1-1 15,-4-5 4-15,10 2 0 0,1-1 8 0,2-5-4 16,-2 4 10-16,3-4-2 0,-1-3-7 0,-2 1 4 16,1 7-10-16,-2-4 5 0,1-1 3 0,-1-4 0 15,-1-1-2-15,-1 0 6 0,-1-1-4 0,-2 0 5 0,0-3-1 16,1-1-2-16,-3 1 0 0,0-1-2 15,0-1 2-15,-1 1 0 0,0-4 5 0,-2-5-3 0,1 1-4 0,-3-1-6 16,0-1 1-16,7 2-2 0,-3 0 3 0,-3 1 5 16,-1 3 0-16,-2-1 2 0,-2 3-6 0,-1-1-8 15,-1 2-3-15,0 1 0 0,-13 2-7 0,-2 2 11 16,-2-12-3-16,-1 6 6 0,0 4 0 0,-1 3-6 16,1 3 0-16,-3 3-2 0,5 1-2 0,3 1-17 15,-1 2 5-15,4 0-10 0,-1-7-14 0,3 10-16 16,6-1-8-16,2 2-2 0,-4-2-27 0,3-2-41 15,3-1-5-15,2-1-14 0,1-2-47 0,2-1-82 16</inkml:trace>
  <inkml:trace contextRef="#ctx0" brushRef="#br0" timeOffset="19209.11">21472 14567 425 0,'0'0'129'0,"0"-2"-7"0,-1 1 18 16,0 0-2-16,0 0-39 0,0-2-28 0,0 1-13 15,-1 0-6-15,1-1 0 0,0 1-4 0,1 1-4 16,-1-1 6-16,0-1-6 0,-1 1 1 0,1-1-18 16,0 1-1-16,0 0-6 0,0 1-10 0,0-1 4 15,-1 1 1-15,1 0 2 0,1 1 17 0,0 0 8 16,0 0 2-16,0 1 0 0,0 0-7 0,0 4-3 15,4 9-3-15,2 3 1 0,1-2-5 0,1 1-16 0,0 2 7 16,0-1-9-16,3 0 4 0,-2-2-11 0,2 2 5 16,-2-3-6-16,1 0 3 0,-3-2 2 0,0-1-6 15,-1-2 3-15,-2-1-6 0,1-1 3 0,0 0 3 0,-2-1 0 16,0-1 1-16,-2-2-8 0,0 0-5 0,0-1-2 16,0 0-17-16,-1 0-22 0,0-1-11 0,2 1-5 15,-1 0-53-15,0 1-15 0,0-1-4 0,0-1-7 16,1 1-41-16,-1-1-179 0</inkml:trace>
  <inkml:trace contextRef="#ctx0" brushRef="#br0" timeOffset="19444.02">21636 14495 1317 0,'0'-1'294'0,"-1"-1"-351"15,0 1 328-15,-1 0-170 0,1-1-78 0,0 1-9 16,0-2 0-16,0 2-2 0,-1 0-4 0,1 0-1 16,0 0-7-16,0-1 3 0,0 1-4 0,0 1-12 15,-2 0 13-15,-6 4-12 0,-5-2 8 0,-4 22 9 16,-3 0-11-16,-3 4 11 0,1 1-4 0,-4-1 1 16,-3 1 6-16,0 2-4 0,-1-1 0 0,4-1-10 0,5-5-21 15,7-2-4-15,3-4-137 0,6 0-319 0</inkml:trace>
  <inkml:trace contextRef="#ctx0" brushRef="#br0" timeOffset="22695.3">22290 14411 817 0,'-2'0'0'16,"1"-1"17"-16,0 0 162 0,0 0-70 0,-1-2 7 0,0 1-97 15,0 0-3-15,0-1-1 0,1 1-9 0,-3-3 9 16,3 3-15-16,-4-4 12 0,4 4-3 0,0-1 6 16,0 0 3-16,-2 2-2 0,-3-1 0 0,-1-3-1 15,-2-1-2-15,-3 1 21 0,5 3-9 0,-1 1 12 16,1 1-19-16,1 0 5 0,-6 1-3 0,2 2 3 0,-2 3-17 15,0 1-4-15,2-1 2 0,-2 13 0 0,0 0 10 16,-2 1-10-16,1 3 3 0,1 0-5 0,2 0 6 16,1 1 0-16,2-3 0 0,0-1-1 0,3-3 3 0,0 1-1 15,2 1 2-15,0-2-2 0,-9 2 1 0,4 0 6 16,3-2-7-16,3 0 5 0,1-2-7 0,2-2-6 16,2 1 3-16,1-1-4 0,0-1 0 0,1-4 6 15,-1 2 4-15,7-7 0 0,3 3-1 0,-3-2 9 16,4-3-7-16,1 1 8 0,-1 8-8 0,1-4 6 15,-6-5 2-15,4-1 2 0,-1-3-2 0,0-1 6 16,1-2-8-16,-3-1 7 0,0-1-5 0,-3 3-3 16,3-10-2-16,0-2-2 0,2-1-10 0,-1 0-1 15,-2-1 3-15,3-1-2 0,-5 0 11 0,-1-1-13 0,1-1 4 16,-3 1-6-16,0-1 5 0,-4 1 3 0,0-2-6 16,9 3 3-16,-2 0 3 0,-6 5-5 0,-3 3 10 15,0 1-11-15,-2 0-2 0,-2 2 0 0,-2-2-1 16,2 4 2-16,-2 2 12 0,-11 2-14 0,0 2 8 15,1-9-10-15,0 6 4 0,1 4 2 0,-3 4-6 0,-2 4 5 16,2 4 0-16,-2-6-5 0,4 14 4 0,1 1-6 16,2-2 7-16,2 1-4 0,3-2-4 0,0-2 0 15,3 3-13-15,1-1-17 0,2-2 3 0,-9 1-9 16,4-1-17-16,3-1-25 0,3-2-4 0,1 0-7 16,1 0-16-16,1-3-86 0,2-2-9 0,0-2-40 15,10-2-181-15</inkml:trace>
  <inkml:trace contextRef="#ctx0" brushRef="#br0" timeOffset="22895.77">22586 14698 1919 0,'-1'0'80'0,"-2"0"176"0,-1 0-244 0,-7 1-11 15,5-1 3-15,3 0-4 0,0 0-9 0,1 2-14 0,0-1-3 16,1 0-2-16,-1 0-7 0,1 1-34 0,0 1 5 16,1-1-19-16,0 5-35 0,2-1-13 0,2 0-31 15,1 0 7-15,-4-3-112 0,8 0-142 0</inkml:trace>
  <inkml:trace contextRef="#ctx0" brushRef="#br0" timeOffset="23362.74">23032 14401 967 0,'-1'0'233'0,"-1"-1"463"0,1-1-633 15,-1 1-38-15,-1 0-10 0,2 1-2 0,-2-1 1 16,0 0-10-16,0-1 0 0,-1 2-6 0,1 0-12 0,-2 0 6 15,0 2 1-15,-3 4 2 0,0 6 0 0,-1 14-6 16,-1 5 6-16,0-1-5 0,-1-1 2 0,-1-5 11 16,-2 0-10-16,2-4 11 0,1 1-10 0,2-2 7 15,0-1 2-15,5-3 1 0,1-3-1 0,-1-2 1 16,3-2-4-16,-5 1 4 0,3-3 0 0,0-1-2 16,2 0 2-16,1 0-4 0,0-2-3 0,0 1 21 15,0-2 0-15,1 1 8 0,1-2 7 0,11 8-12 0,-1-3-3 16,5-2-3-16,-2-4-11 0,2-2-1 0,-1-2 3 15,-2-3-4-15,0-2-2 0,-1 8 4 0,-1-15-4 16,-1 0 5-16,-2 0 0 0,-1 1 3 0,-3-2 1 16,0 0 0-16,-3-2-1 0,-1 0 4 0,11 0-2 15,-4-3 2-15,-4 2-5 0,-3-1 0 0,-2 1 1 0,-2 3-1 16,0 2 1-16,-2 3 11 0,0 2-5 0,0 0 5 16,-1 2-10-16,5 0-3 0,-9 1-2 0,0 1-2 15,1 5-20-15,1-1 1 0,1 1-1 0,2-2-2 16,-1-1-25-16,3 3-18 0,1 1-5 0,0 0-5 15,1 0-28-15,-1 2-18 0,-3 7-8 0,-1 7-4 16,5-2-55-16,1-1-141 0</inkml:trace>
  <inkml:trace contextRef="#ctx0" brushRef="#br0" timeOffset="24279.26">23386 14311 1828 0,'-2'0'46'0,"1"0"6"0,0-1-20 16,-1 0-12-16,-1 0-14 0,1 0-9 0,0-1-5 16,-1 1-2-16,1 0 0 0,1 0-13 0,0 0-3 0,-1 0 1 15,1-1-1-15,0 1 8 0,0 0 9 0,1 0-1 16,0 0 5-16,0 0 5 0,1-1 5 0,0 1 1 15,0 0 2-15,1 1 0 0,0-1 1 0,-1 1 3 0,5-1-2 16,1-1 7-16,0 1-10 0,0 1 3 0,0 0-5 16,0 1 7-16,-1 2 11 0,0 0-5 0,0 3 6 15,-1 12-19-15,-1 2 4 0,0 2 2 0,-2 2 0 16,-1 3-4-16,14-1 1 0,-10-2-5 0,-2 3 5 16,-3-2-2-16,-4-1-2 0,-2-3 0 0,-2-1 0 15,-2 0 3-15,-2-1 3 0,5-2 4 0,-13 1-3 16,0-3 3-16,-1 0 5 0,-1-2-7 0,1 0 6 0,1-2-12 15,1-3 8-15,4-1 0 0,6-3 2 0,-2-2-2 16,5-1 3-16,0 4-1 0,1-2 1 0,2-1-3 16,1-1-3-16,-1 0-2 0,1 0-1 0,0 0-11 0,1 0 3 15,-1 1-2-15,1-2 2 0,0 0 0 0,1 0 2 16,0-2-1-16,1 0 1 0,3-3-3 0,-1-5 5 16,11 0 0-16,-2 1 1 0,0 2-8 0,0 2 5 15,-1 1-4-15,-2 0 4 0,0 2-6 0,-4-2 6 16,1 1-3-16,2-1 3 0,-1 2-3 0,2 2-4 15,0 0 2-15,-5 1-2 0,2 2 4 0,-2 2-1 16,0 10 5-16,1 2-3 0,0-2 1 0,0-1-1 16,-1 0 0-16,2-2 0 0,2-1-1 0,-2-3-5 15,2 0-11-15,0-3 2 0,-3 2-34 0,2-3 12 0,1 1-2 16,1 1 4-16,0-2-20 0,3-3-16 0,0-1-7 16,1-4-3-16,1-3-17 0,-1 5-11 0,2-16-1 15,2 0-4-15,0-2-6 0,4 0 10 0,-3-2 10 16,2 1 2-16,1 1 57 0,-3 0 39 0,1-1-5 0,-1-1 15 15,-2-1 5-15,3 2 8 0,-5-7 6 0,-5 3-2 16,0 1 8-16,-3 0 22 0,-2 9-7 0,-1 1 13 16,0 1 15-16,3 5-3 0,-2 1 10 0,-2 3-10 15,-2 3-4-15,0 0-13 0,0-2-8 0,1 1 0 16,-1 0-8-16,0 0-12 0,-1 1-1 0,-1 1-5 16,-2 1-3-16,-7 5-3 0,-1-1-1 0,1 15-1 0,0-1-3 15,4-2-9-15,5 1 6 0,-2-4-7 0,3-1 15 16,0 1-11-16,-1 0 3 0,-5-2-6 0,3 0 4 15,3-4-5-15,1 0 3 0,0 1-3 0,1-1 11 0,1 0-2 16,2 0 1-16,1 2-2 0,-3-2-3 0,12 0 6 16,0 2-2-16,-4-2 3 0,1 1-9 0,-2-1 1 15,1 1-4-15,-2 0 4 0,0 0-2 0,-2 2 10 16,-2-2 0-16,-3 2 2 0,0-2 0 0,7 3 0 16,-2-1 3-16,-3-1 0 0,-2 3 8 0,-1-1-6 15,-4 2-3-15,-1-1 0 0,0 0-6 0,-5 0-7 16,4-4 0-16,-8 1-3 0,1 0-5 0,2-5-16 15,2 2-3-15,-1-3-6 0,4-3-18 0,0 4-26 16,-1-1-3-16,-1 0-10 0,-3-3-26 0,-1-1 22 0,1-2-9 16,1-2 14-16,3-1-3 0,4-1-39 0,-1-11-8 15,-9-5-16-15,5-2-64 0</inkml:trace>
  <inkml:trace contextRef="#ctx0" brushRef="#br0" timeOffset="24479.43">23755 14498 1216 0,'0'0'125'0,"0"0"209"16,0 0-250-16,0-1-31 0,0 0-11 0,0 0-3 0,0 0-12 15,0-2 8-15,1 0-1 0,4-8 2 0,-4 2-16 16,20-2 1-16,0-3-3 0,5 0 3 0,2 0 6 16,-1 0-13-16,3 1 0 0,0 1-6 0,0-1-7 0,-1 1-1 15,2 1 0-15,-1 0-1 0,1 0-13 16,-2 1-37-16,-3-1-5 0,0 4-15 0,-2-1-67 0,-6 1-119 15,0 0-44-15</inkml:trace>
  <inkml:trace contextRef="#ctx0" brushRef="#br0" timeOffset="25581.07">20727 14140 329 0,'0'0'60'0,"0"0"79"0,0 0-52 16,0-2-25-16,-1 1 2 0,0 0-8 0,-1 0 9 15,1 0-9-15,0 0 0 0,0-1-5 0,0 1-19 0,-1 0-1 16,1 0-5-16,0 0 1 0,0 0-10 0,0-1-4 16,0 1 1-16,-1 0-2 0,2 0 4 0,0 1 8 15,0-1-5-15,0-1 4 0,2 1-6 0,-1 0-1 16,0 0 7-16,0 0-4 0,1 0 5 0,1-1 5 16,-1 1-2-16,1 0 3 0,-1 0-8 0,0 0 11 15,1 1-3-15,1-1 5 0,1-1-11 0,1 1 0 16,0 0-2-16,0 0 1 0,1 0-5 0,3 1 4 15,2 0-7-15,4 0 6 0,2 0-6 0,0 0-3 16,3 0 0-16,1 1-3 0,4 0-9 0,2 0 5 0,2-1 1 16,2 0 1-16,2 0-3 0,2 0 0 0,3 0-4 15,6 0 2-15,3-1-1 0,1 0-1 0,3 0 4 16,1 0-3-16,-4-2-6 0,4 1 9 0,-2 1-3 16,0-1 6-16,4 1-3 0,3-2-1 0,2 0 0 15,0 0 0-15,4-1-3 0,-7 2 7 0,5 0-5 0,2-1 6 16,3 1-8-16,7 0 2 0,0-2 5 0,-3 1-2 15,0-1-1-15,-4 0-4 0,1-1-1 0,6 0 1 16,2 1-2-16,3 2-4 0,-1 0 5 0,-5-2-3 16,-5 1 12-16,3 0-9 0,1 0-1 0,3 0-2 15,3 1 5-15,-5-2-1 0,-1 2 6 0,-2-1-6 16,2 0-2-16,10 1 2 0,-2 1-3 0,0-2 4 0,-2 2-1 16,-9 0-1-16,3 1-1 0,2 0 0 0,1 0 0 15,4 0 1-15,-5 0-1 0,-3 0 0 0,2 0-7 0,1 0 3 16,0 0-2-16,2-2 2 0,-2-3 3 0,-3 0-5 15,-2 2 4-15,-5-3-3 0,-1 1 7 0,3-1-10 16,-5 2-4-16,-3 0-2 0,-5 3-1 0,-7 0 10 16,-5 0-1-16,-5-1 4 0,-2 0 4 0,-1 1 1 15,0-3-1-15,0 1 1 0,2-1-4 0,1 2 3 16,-3 2-2-16,-2 0 3 0,-5-1 2 0,-2 0-12 16,-2-1 9-16,-4 1-11 0,2 0 0 0,-4 0-39 15,-2 0-2-15,-1-1-15 0,0 2-46 0,-2 0-157 0,-1 0-102 16</inkml:trace>
  <inkml:trace contextRef="#ctx0" brushRef="#br0" timeOffset="26298.29">24278 14682 870 0,'-1'0'185'0,"0"0"6"16,-2-1-51-16,0-1-29 0,-6-2-61 0,1 0-28 0,4 2 1 15,0 1-1-15,0-2 1 0,1 2-5 0,1 0-7 16,-1 0-1-16,1 0-2 0,0-1 3 0,-1 1-6 16,2 0 5-16,0 0-4 0,0 0 14 0,1 0 3 15,0-1 5-15,1 1-1 0,1 0 10 0,17-5 4 16,5 0-6-16,0 2 6 0,3 0 5 0,2-1-19 15,0 2 12-15,2-2-17 0,2 2-7 0,-3-1-9 16,2 1-4-16,0-1-1 0,-1-1-7 0,1 2 5 0,-5-1-9 16,-1 2 8-16,-6 1-7 0,-1 0-28 0,-4 1 0 15,-2 0-13-15,-1 0-32 0,-5 0-30 0,1 0-10 16,-4 0-7-16,-2 0-42 0,2 0-141 0,-3 0-44 16</inkml:trace>
  <inkml:trace contextRef="#ctx0" brushRef="#br0" timeOffset="26568.12">24614 14374 1573 0,'0'0'115'0,"0"0"233"0,-1 0-320 16,0 0-19-16,0 0-8 0,0 0 1 0,0-2-2 0,-1 2-4 15,2 0 1-15,0 0-5 0,0 0 2 0,0 2 7 16,0 0-1-16,-1 11 3 0,-1 10-3 0,2 3 0 16,-1 4 5-16,0 0-4 0,-3 1 1 0,-2-1 3 15,0 1-5-15,-1 0 5 0,-2-1-2 0,-2 1-3 16,-1-1 0-16,1-1-3 0,0-1-17 0,2 0-38 16,0-3-13-16,4-1-10 0,0-2-75 0,1-4-126 15,2 2-53-15</inkml:trace>
  <inkml:trace contextRef="#ctx0" brushRef="#br0" timeOffset="36456.58">25338 14337 44 0,'-2'0'0'0,"1"-1"220"0,0 0 29 0,-1 0 30 0,-1 0 7 16,2 1-207-16,-2-3-21 0,2 3-39 0,-3-5 13 16,-1 0-15-16,2 0 6 0,0 0-3 0,0-1-2 15,2 2 1-15,0-2 6 0,1 0-1 0,0 0-1 16,1 1 1-16,1-2 2 0,0 2 9 0,1 2-2 15,-1-1 5-15,8 1-9 0,2-1 9 0,1 2-7 0,3 0 7 16,-1 0-14-16,-1-7 5 0,1 2-1 0,2 1 1 16,-3 4-18-16,0 1-1 0,1 1 2 0,-4 0-2 15,1 2 2-15,-2 2-9 0,-1-1-2 0,-2 2-1 16,1 1 5-16,-6 10-1 0,2 4-4 0,7 1 1 16,-3 2-8-16,-6 2 2 0,-3 1 7 0,-4-1-2 15,-2-1 6-15,-2-1 0 0,-2-2-4 0,10 3 3 16,-17-3 2-16,2-5 7 0,-1 1 0 0,2-3 2 0,-2-3 2 15,0-1 8-15,3 0-4 0,-3-3 3 0,4-2-11 16,0 1 4-16,2-1-1 0,0-1 1 0,-1-2-3 0,-1-1-4 16,3 0 8-16,4 4-7 0,-4 1 6 0,2-3-1 15,0 0-2-15,0-1 2 0,2-1 4 0,2-1-17 16,3 0 5-16,0 0-8 0,0 0 5 0,0 0-12 16,-1 0 4-16,0 0-5 0,0 0 10 0,1-1-4 15,-1 0-2-15,2 0-1 0,2 0 7 0,-1-2-4 16,1 1 5-16,10-1-5 0,4-1-2 0,1 0 7 15,-4 0-5-15,0 1 5 0,1 1-9 0,-1 1 7 16,1-9-3-16,0 4 4 0,-1 3-11 0,-1 2 8 16,-1 1 3-16,2 1 2 0,-1 1-3 0,1 3 3 15,-1 0-6-15,0 1 5 0,-3-2-4 0,0 1 2 0,1 0 2 16,-1 0-2-16,-1 0-2 0,2 1-6 0,-1-1-2 16,-2-2-1-16,0 1-5 0,-1-2-25 0,4 3-2 15,-1-2-12-15,2 0-59 0,-3-2-35 0,-2 0-12 0,0-1-8 16,1 0-57-16,1-1-181 0</inkml:trace>
  <inkml:trace contextRef="#ctx0" brushRef="#br0" timeOffset="37041.99">25869 14336 807 0,'0'-1'71'0,"-1"0"119"15,0 0-139-15,0-1-2 0,-1 1-2 0,1-1 4 16,0-1 2-16,0 1-4 0,0 0-4 0,0-1 0 0,-1 1-8 16,1 0-4-16,0-1-5 0,0 2 1 0,0 0-6 15,0 0 0-15,1 0 7 0,0-1-5 0,0 1 12 16,0 0 3-16,0 0 1 0,0 1 1 0,0 0-6 16,0 1-7-16,0 0-6 0,1 0 2 0,0 3-8 0,4 10-1 15,-1 3 1-15,2 0-3 0,0 0-6 0,1 1 6 16,-1-2-4-16,1 1 4 0,1 3-3 0,-1-4-11 15,2 1 6-15,-2-4-6 0,0 0 1 0,2 1-3 16,-1-2-4-16,2 1 0 0,-3-4-4 0,0 1-4 16,-1-3 0-16,-2-1-2 0,1 0-5 0,-1-2-24 15,-1 1-7-15,1 0-6 0,-3-3-25 0,-1-1-65 16,1 0 9-16,0-1-31 0,2 3-2 0,-1-1-70 16,-1 1-39-16</inkml:trace>
  <inkml:trace contextRef="#ctx0" brushRef="#br0" timeOffset="37325.63">26048 14249 1381 0,'-1'0'48'16,"0"0"1"-16,-1 0 9 0,0 1-7 0,-3 0-9 15,-5 4-2-15,3-1-7 0,0 0 1 0,-2-3-4 16,1 12 1-16,0 2-17 0,0 1 2 0,-2 3-7 0,2 0-2 15,-1-1-5-15,-1 1 2 0,1 1-3 0,-1-2 0 16,1 0 0-16,2 0-1 0,-1-2 0 0,2-2-4 16,0 1 4-16,0-3-3 0,1-3 2 0,3 2-10 0,1-5-11 15,0-2-2-15,-2 0-2 0,2-2-7 0,0 1-16 16,0-1 3-16,1-1-7 0,0 0 4 0,0 2-11 16,0-1-5-16,1-1-6 0,0-1-50 0,19 0-72 15,3-3-35-15</inkml:trace>
  <inkml:trace contextRef="#ctx0" brushRef="#br0" timeOffset="38145.92">26287 14190 1099 0,'0'0'116'0,"-2"0"3"0,1 0-23 0,0 0-8 15,0 0-41-15,-1 0-15 0,0 0-19 0,1 0-1 0,0 0-5 16,0 0-3-16,0 0-1 0,1 0 3 0,0 0-1 15,1 0 8-15,0 0-11 0,1 0 3 0,10-1-5 16,1 0 4-16,0 0 8 0,1 0-4 0,-1 1 6 16,0 0-14-16,-1 0 8 0,-2 0-8 0,0 0 5 15,-2 1-6-15,-2 0 12 0,1 1 7 0,-4-1 1 16,1 2 9-16,-2-2-12 0,8 13-3 0,-2 4-2 16,-3 0 4-16,-4 5-8 0,-2-1 5 0,-6 2-8 15,-3 0 0-15,-4 3 7 0,12 0-4 0,-19-1 5 0,-2 3 5 16,-3-4-7-16,-2 1 10 0,1-2-7 0,1-4 26 15,3-6-6-15,4-2-6 0,2-3 1 0,6-1-16 16,4-2-4-16,2-1 3 0,4-3-5 0,1-1 0 0,-1-1-2 16,-1 0-5-16,1 0 1 0,-1 3-11 0,0-1-1 15,0-1 5-15,1 1-2 0,1-1 13 0,0-1-2 16,1-1-4-16,5-3 1 0,14-2 1 0,3-9-3 16,-3-2 2-16,2 3-3 0,-3-2 4 0,-2-2-6 15,1 6 9-15,-3-1-7 0,1 5 4 0,-3 4 0 16,-1-2-1-16,3 1 1 0,-1 1 3 0,0 3-5 15,-1-7-4-15,0 2 2 0,0 3 0 0,-2 1-2 16,3 2-2-16,-3 2-1 0,-3 0 2 0,0 1 5 0,-2 1 4 16,0 0-2-16,0 0 0 0,0 0 4 0,1 2-4 15,-1 1 6-15,2-3-5 0,0-1-1 0,-2 1 5 16,4 3-3-16,-1-1 7 0,3 0 0 0,0-2 0 16,3-2 0-16,-2-2-9 0,2-2 4 0,0-3 1 0,-2-2 0 15,1-2 3-15,2 3-8 0,0-8-2 0,0-2-1 16,-2 3 6-16,-5-1-4 0,0 1-1 0,-2 2-2 15,-2 1 4-15,-4 4 5 0,2 2-2 0,-2-1 1 16,2 0-5-16,0 2 11 0,-1-2 3 0,-2 4 1 16,1-2-2-16,-1 1-5 0,1 0 1 0,-1-1-1 0,0 1-1 15,0 1-5-15,-1 0-4 0,0 1 1 16,0 0 4-16,-10 2-4 0,3 3 7 0,3-3-7 0,1 16 2 16,-2-3 1-16,1-1-2 0,2-1 2 0,-2-1-1 15,-6 3-4-15,5-2 1 0,3-4-1 0,1 2 16 16,0-2-7-16,2-3 3 0,0 3-6 0,0-4 5 0,0 0 1 15,2 0-4-15,-1-2 3 0,1 1-1 0,0-1 0 16,4 1 5-16,7-2-3 0,0 1 2 0,1 6-3 16,2-2 5-16,-1-2-3 0,-1-3 9 0,0-1-10 15,-1-1-4-15,-1 0 0 0,-3-1 5 0,-1-1 6 16,-1-1-1-16,-2 1 2 0,0 0-3 0,-2-1 4 16,0-1 2-16,-1-9-1 0,0 0-5 0,9-4-2 15,-4 3 0-15,-3-1-1 0,-3 1 0 0,-1-1-8 16,-3 0 0-16,0 0-1 0,-4 0 2 0,1 3-8 0,-1 2-1 15,1 1-3-15,3 2-3 0,-9 0-6 0,1 1-2 16,2 3-2-16,1 0-13 0,1 1-25 0,-1-4-9 16,0 2-8-16,0 0-44 0,1 2-9 0,0-1-10 15,0 2-7-15,0 1-89 0,0 0-109 0</inkml:trace>
  <inkml:trace contextRef="#ctx0" brushRef="#br0" timeOffset="38475.12">27122 13942 1511 0,'-2'0'131'0,"1"-1"-1"16,0 0-19-16,-1 0-8 0,-1-1-44 0,0 0-2 16,-1 0-21-16,2 1 1 0,0-1-10 0,-1 1-19 0,1 0-1 15,0 0-2-15,0 0 1 0,1 1-7 0,0 0 1 16,0 1-2-16,1 1 2 0,1 8 0 0,5 7-4 15,2 0 9-15,3-1-6 0,-3 2 8 0,14-1 1 16,1 3 0-16,-1-1 1 0,3 1 0 0,-2 3-3 16,-3-1-2-16,-2 3 0 0,-4 0-7 0,-4 6 3 15,0 0 0-15,-5 5 3 0,-3 2 2 0,16 2-2 16,-11 2-3-16,-9 4 0 0,-5 0-2 0,-7-2 4 16,-5 1 0-16,9-4 2 0,-23-2-4 0,-6-1 6 0,0-2-3 15,-3-2 6-15,2 0-11 0,1-4-17 0,3-3-14 16,8-5-5-16,3-2-90 0,8-3-108 0,2-6-99 15</inkml:trace>
  <inkml:trace contextRef="#ctx0" brushRef="#br0" timeOffset="39342.33">25434 13914 625 0,'0'0'108'0,"-1"0"214"0,0 0-287 0,0 0-21 16,-1-1-2-16,0 1-5 0,0 0-7 0,1 0-1 16,-2 0-4-16,2-1 4 0,-1-1 1 0,0 1 2 15,0 0-2-15,0 0 3 0,-1 0 2 0,1-1 18 16,0 1 7-16,-1 0 3 0,1 0 29 0,0 0 4 16,-1 0 3-16,1 1 0 0,0-2 0 0,0 2-8 15,1-1-9-15,0 0 2 0,0 0-26 0,0 0-12 0,0 1-2 16,-1 0-5-16,1 0-9 0,0 0 9 0,1-1 2 15,0-1 1-15,1 2 3 0,2-1-3 0,8-1 3 16,13-2-3-16,-1 1 3 0,6-2-3 0,6 0 2 16,2 1-1-16,3-1 13 0,7 0 9 0,1-1-11 15,3 1 10-15,5-3-18 0,-2 0 5 0,2 1-1 0,-1-1 0 16,6 0-7-16,-1 1-1 0,2-2-6 0,0 1 2 16,-2 1-8-16,-2 0-1 0,-4 0 5 0,-1 1-4 15,1-1 3-15,-1 1 0 0,-1-1-6 0,4 0 3 16,-7 1-8-16,1-1 7 0,0 1 4 0,-6 2-1 15,-1-1 9-15,-3 0-11 0,-1 2 1 0,3 0-3 16,-2 1 2-16,1 0 2 0,1 0 0 0,-5 1 2 16,3 0-4-16,-2 0 0 0,-3 0 0 0,-2 1 0 0,-1 0-2 15,-3 0 3-15,-3 0-6 0,-1 0 5 0,-3 0-11 16,-1 1-4-16,-6 0 2 0,-2 0-4 0,-3 0 1 16,-3 1-6-16,3-1 6 0,-5 0-6 0,1 0 6 0,0 0-24 15,-1 0-10-15,0 1-6 0,-1-2-42 0,-3 0-73 16,2 1-32-16,-1-1-26 0,0 0-221 0</inkml:trace>
  <inkml:trace contextRef="#ctx0" brushRef="#br0" timeOffset="42945.85">1822 13870 1033 0,'-2'0'5'0,"1"0"3"16,0 0 22-16,-1 0 5 0,-1 0 8 0,1 0 1 0,0 0-28 15,-1 2 9-15,1-1-12 0,1-1-1 0,-3 2 0 16,2 5-7-16,-3 4 6 0,2 4-2 0,-2-2-7 16,1 2 7-16,3 2-6 0,-1-3 6 0,-1 1 4 15,2 0 3-15,-2 2 1 0,-2 2 3 0,2 1 7 16,-2 2-8-16,-1 4 8 0,1 2-11 0,-1 4 5 15,0 1-4-15,-1 4 4 0,0 3 1 0,0 6-6 16,1-2 4-16,-2 0-5 0,2 1 6 0,-1-6-13 0,0 2 8 16,3-6-10-16,-2-3 4 0,2-3 6 0,-1-3-9 15,2-2 8-15,-1-3-16 0,3-3 1 0,-1-1 0 16,-8-3-1-16,5-1-16 0,1-2-24 0,2-4-3 16,0-1-8-16,1 0-26 0,1-4-37 0,0 0-1 15,0 1-14-15,0-1-9 0,1-1-43 0,1 1-24 0</inkml:trace>
  <inkml:trace contextRef="#ctx0" brushRef="#br0" timeOffset="43545.55">2051 14063 746 0,'0'-1'58'0,"0"0"78"0,0 0-28 0,0-2-7 15,0 1-1-15,0 0-4 0,0-1-27 0,0 1-13 16,-1 0-4-16,-1 0-3 0,1 1-21 0,0 0-17 16,0 0 6-16,0 1-9 0,0 0 1 0,-1 1-4 15,1 1-5-15,0 11 3 0,-7 5 1 0,-3 1 1 16,-1-2 6-16,-2 2-5 0,0 0-3 0,-1-1 7 16,0-2-3-16,-2-1 5 0,0 1 2 0,1-2 7 15,0-1-3-15,2 1 3 0,-2 0-4 0,-1-1-7 16,-1 5 4-16,2-5-4 0,-1 1 7 0,2-1-3 0,1-4-4 15,0 3 2-15,2-4-12 0,1-3 8 0,2 2 0 16,0-1 3-16,2-3-4 0,-1 3-7 0,1-2 0 16,2 0-1-16,-1 1 9 0,1-3-4 0,1 1-2 15,1-1-2-15,1-1 6 0,0-1-6 0,1 0 1 0,0 0-3 16,0 0-4-16,0 0 4 0,-2 3 2 0,1-1-2 16,0 0 1-16,0 1 1 0,1-1 0 0,0 0 1 15,1 2 0-15,0 1 3 0,0 0-4 0,1-1 4 16,3 3-4-16,-1-2 6 0,3 3-3 0,8-2 4 15,0 0-3-15,3-2-4 0,-1 0 7 0,-2-2-7 16,3 3 7-16,-1-2-4 0,0 2-3 0,1 1 0 16,0-1-4-16,-2 1 3 0,0 1 1 0,2 0 0 0,-3 0 2 15,0 0 7-15,-1-1-1 0,0 0 3 0,-3-2-3 16,-1 1 1-16,1 0 1 0,-1-2 0 0,1 1-2 0,0 1 6 16,0-2-5-16,-2 1 5 0,1-1-1 0,-1 1 5 15,-1-1-3-15,1 1 3 0,-1-1-1 0,0 2 2 16,0-2-1-16,0 1-1 0,0 1-11 0,0-2 5 15,0 2-2-15,2-2 1 0,-2 2-4 0,0 0-1 16,-1 0 3-16,0-1-4 0,-1 0-2 0,2 0 3 16,-1 1-6-16,3 0 4 0,-2-2-5 0,0 1-12 15,0-2 0-15,-1 1-8 0,1-1-38 0,2 5-72 16,1-1-10-16,0-1-41 0,3-2-233 0</inkml:trace>
  <inkml:trace contextRef="#ctx0" brushRef="#br0" timeOffset="45164.57">2561 14363 1865 0,'-1'0'29'0,"0"0"-6"0,0 0 38 16,-2 0-5-16,1 0 0 0,0 0-39 0,-1 0-12 16,2 0 1-16,0 0-6 0,0 0-13 0,0 1-21 15,-1 0-5-15,2 1-11 0,0 0-63 0,2 3-52 16,1 5-69-16,1-3-12 0,1 3-435 0</inkml:trace>
  <inkml:trace contextRef="#ctx0" brushRef="#br0" timeOffset="45697.9">2956 14117 805 0,'-1'-1'184'0,"-2"0"410"0,-9-5-567 0,6 4-1 16,4 1 0-16,-1-1-1 0,1 1-14 0,0 0-5 16,-1 0-6-16,2 0 2 0,0 0-2 0,0-1-2 15,-1 1 4-15,2 1-4 0,0 0-3 0,0 1-1 0,0 1 4 16,0 0-3-16,4 13 1 0,-2 2 6 0,2 0-5 15,-2 3 6-15,1 1-3 0,-1 4 12 0,-1 1 2 16,-1 6 3-16,0 3 2 0,0 5 10 0,-2 3-2 0,-2 5 4 16,1-3-9-16,-1 0-6 0,-1-1-6 0,1-6 0 15,-2-1-6-15,0-2-4 0,0-2 3 0,1-4-5 16,2-4-14-16,1 0-20 0,2-4-4 0,0-3-7 16,1-1-30-16,0-8-49 0,0-1-14 0,-1-6-13 15,1 0-66-15,0 0-85 0</inkml:trace>
  <inkml:trace contextRef="#ctx0" brushRef="#br0" timeOffset="46022.49">3004 13980 821 0,'0'-1'24'0,"0"-2"-2"0,-4-20 25 16,0-3-1-16,2 2 0 0,1 1-10 0,1 4 17 15,0 4-3-15,0 2 8 0,0 2-3 0,0 3-4 16,0 0-6-16,0 3 0 0,1-1-16 0,0 3 7 15,-1 0 1-15,1 1 0 0,0 0-2 0,-1 0-3 16,4 0-2-16,8-6 0 0,1 2-10 0,1 2-3 16,1 3-3-16,0 1 1 0,-1 1-3 0,2 3-1 15,-2 1 9-15,0 2-4 0,0 1 11 0,-3-1-8 0,0-2 0 16,-1 10-1-16,-3-1 6 0,-1 3-6 0,-3 0-1 16,7-3-2-16,-3 5-7 0,-3-1 5 0,-2 2-1 15,-4 0 2-15,0 0 1 0,-5 1-6 0,-2-4 9 0,5 3-6 16,-16 0 16-16,0 0-8 0,-1 0 5 0,-1-2-4 15,-2 0 4-15,4-3-2 0,0-2-12 0,2-2 6 16,2-1-18-16,0-2-4 0,0-1 3 0,2-2-7 16,1 0-27-16,-1-3-93 0,0-1-17 0,1 9-36 15,-2-3-175-15</inkml:trace>
  <inkml:trace contextRef="#ctx0" brushRef="#br0" timeOffset="48384.27">3923 13922 113 0,'0'0'27'0,"0"0"9"0,0 0 29 0,0 0-2 16,0 0-24-16,0 0-15 0,0 0-10 0,0 0 1 16,0 0-14-16,0 0 13 0,0 0 1 0,0-1 4 15,0 0-3-15,-1 0 3 0,0 1-9 0,-1 0 6 16,1 0-17-16,0 0 10 0,0 0-2 0,0 0 4 15,-1 0-17-15,1-2 7 0,0 1-9 0,0 1 7 0,0 0-31 16,0 0-50-16,-1 0-1 0,1 0-19 0,0 0-32 16</inkml:trace>
  <inkml:trace contextRef="#ctx0" brushRef="#br0" timeOffset="51552.61">27960 13274 930 0,'0'0'48'15,"0"0"-2"-15,0-1 31 0,-1 0 7 0,0 0-33 16,-1-1-19-16,1 1-4 0,0 0-10 0,1 0 11 16,0 0 1-16,0 0-22 0,0-1 8 0,0 1-13 15,0 0 12-15,0 1 5 0,0 0 3 0,0 0 0 0,0 0 3 16,0 0 10-16,1 0-6 0,0 1 8 0,2 0-3 16,-1 1-11-16,6 3 6 0,4 5-9 0,3 4 10 15,1 6-15-15,1 1 13 0,2-1-13 0,-4 5 14 0,4-3-15 16,0-3 0-16,-2 1-4 0,0-4-2 0,0 2-3 15,1 0-2-15,1-2 0 0,-2-2-5 0,-2-2 1 16,-1 0-3-16,-1-3 3 0,2 2-4 0,-2-2-15 16,-1-1 3-16,-1 0-8 0,-2-1-15 0,0-2-8 15,-1 1 2-15,-1-1-2 0,-2-1-1 0,3 0-32 16,-3-1-9-16,0-1-8 0,0-1-41 0,-2 1-62 16,0 0-30-16</inkml:trace>
  <inkml:trace contextRef="#ctx0" brushRef="#br0" timeOffset="51856.02">28400 13288 1630 0,'0'0'29'15,"0"-1"-1"-15,-1 0 14 0,-1 0-11 0,1 0 1 16,0-1-20-16,0 1-4 0,0 0 2 0,0 0-3 15,-1 0-3-15,0 1-2 0,0 0-4 0,-8 2 2 0,-1 3-3 16,-4 4 4-16,-2-3-1 0,-3 15 3 0,-4-2 0 16,1 1 0-16,-4 1 7 0,0-1-4 0,1 0 10 15,-4-2-12-15,5 1 4 0,-5-6-5 0,3 1 15 0,2-4 0 16,3 2-5-16,8-1 0 0,0-2-18 0,6-2 9 16,1 0-7-16,2-2 4 0,1 0-27 0,2-2-21 15,0 1 0-15,-2 0-9 0,2 0-13 0,-1 1-12 16,2-1-11-16,1-1 0 0,0-1-35 0,1 0-40 15,6 3-6-15,22 6-33 0,5-8-222 0</inkml:trace>
  <inkml:trace contextRef="#ctx0" brushRef="#br0" timeOffset="52168.8">28927 13114 1025 0,'0'-1'560'0,"0"0"-760"0,0 0 656 0,0-2-368 15,-2 1-78-15,1 0-5 0,1-1-2 0,-1 1-1 16,0 1-5-16,1 0-11 0,0-1 3 0,0 1-3 16,0 1 15-16,0 0-5 0,-1 1 2 0,0 2-7 0,-2 6 4 15,-3 12 2-15,0 4 3 0,-1 0 0 0,2 1 9 16,-4 2 0-16,1 1-4 0,1 2 3 0,0-2 2 15,0-2 0-15,1-4 5 0,1-2-6 0,1 2-2 0,0-3-7 16,1-1 0-16,0-2 0 0,2-3 1 0,0 0-19 16,0-1 3-16,1-4-12 0,0-1-20 0,0-2-27 15,0-1-21-15,0-2-4 0,0 0-95 0,0-2-59 16,1 1-58-16</inkml:trace>
  <inkml:trace contextRef="#ctx0" brushRef="#br0" timeOffset="52653.01">29259 13081 1037 0,'0'0'557'0,"-1"0"-743"0,0-1 647 0,0 0-360 15,-1 0-100-15,-1 1-10 0,1 0 0 0,-1 0-3 16,1 0 6-16,0 1 7 0,-1 0-6 0,1 3 5 15,-6 10-16-15,1 0 7 0,1 1-7 0,0 2 6 16,1-1-6-16,1 1 8 0,-1 0 8 0,1-1-4 16,-2 0 4-16,1 2 0 0,0-1-1 0,-1 1 2 0,1-2 5 15,1 0 6-15,-1 0 1 0,3-2 1 16,-1 0 0-16,3-1 12 0,0-5-5 0,1 4 6 0,1-4-9 16,0 0-7-16,3 1 2 0,-1-1-5 0,-3 2-8 15,14-5 5-15,0-1-7 0,1-2 5 0,2 1 0 16,-2-2-3-16,2 2 2 0,-1-1-2 0,-1 7 2 0,-1-4 6 15,2-3 6-15,0-2-3 0,-2-1 11 0,0-3 0 16,1-3-5-16,0-1 3 0,1-3-5 0,0 2 1 16,1 7 5-16,-1-12-3 0,-2-3 7 0,1-2-4 15,-7 0-5-15,0-2 2 0,1 0-8 0,-7 2 10 16,2 1 0-16,-3 1 2 0,2 1-14 0,-3-1 9 16,10 2-6-16,-6-2 6 0,-2 1-13 0,-3-1 4 15,0 3-6-15,-4 1 5 0,0 0-7 0,-3 2-3 16,5-2-3-16,-12 2-1 0,-3 2-6 0,-1 1 4 0,5 1-3 15,-1 3 1-15,2 2-19 0,0 0-25 0,1-6-2 16,0 2-9-16,3 3-24 0,0 2-26 0,-1 1-8 16,4 0-6-16,0 0-28 0,2 0 7 0,1 0-35 15,0 1 6-15,-1 0-197 0</inkml:trace>
  <inkml:trace contextRef="#ctx0" brushRef="#br0" timeOffset="53303.4">29774 12293 1618 0,'0'-1'-2'0,"0"0"2"0,0-1-4 16,2-8-8-16,-1 2 4 0,1 0-10 0,1 2-1 16,0-2 2-16,1 1 0 0,-1 0 10 0,1-2 1 15,0-1 6-15,1-2-2 0,0-1 14 0,1-2 1 16,-2 0 3-16,1-1 3 0,-1 2 39 0,-2-1 2 16,-1 1 5-16,0-2-5 0,0 2-6 0,1 0-6 0,-2 0-1 15,0 1-2-15,0 1-7 0,0 2-15 16,0 2-6-16,0-2-3 0,0 3-13 0,0 1-1 0,-2-1-6 15,2 5 2-15,-1-2-11 0,1 3 10 0,0 0 1 16,0 0 1-16,-2 0-12 0,-9-6 15 0,-2 1-8 16,0 3 9-16,-2 3-5 0,0 3 4 0,0 3-2 0,-5 3 2 15,3 0 1-15,-1-7-2 0,3 14 7 0,0-2-5 16,0 3 9-16,3-1-3 0,-3-2-3 0,6 2 2 16,6-1-1-16,-1-2-1 0,-5 1-3 0,3 0 1 15,2-2-5-15,3-1 3 0,2 0 0 0,2-2 1 16,2 1 1-16,-1-3 5 0,-3-2 2 0,14-2-1 15,3 1-1-15,1 7-1 0,3-2-3 0,-2-5 1 0,-1-1-5 16,0-3-3-16,1 0 4 0,-2-1-2 0,-1-3 5 16,0 0-4-16,-3 1-1 0,-1-2 0 0,-1 2 4 15,-2-1 2-15,0 1-2 0,-3-1 0 0,0 1-7 0,-3 0 5 16,2 0-2-16,0 0 3 0,-2 2 4 0,-2 0-1 16,-1 1 0-16,0 0-2 0,1 0-10 0,-1 0 10 15,1-1-1-15,1 0 4 0,-1 0-7 0,-1-1 6 16,0 1-4-16,2 0 7 0,-1 1 5 0,0 0 5 15,1 1 2-15,-2 0-2 0,0 2-4 0,5 10 9 16,-1 5-5-16,-2 5 6 0,-2 3-7 0,-1-3 1 16,0 4-1-16,-2 3-1 0,-2-3-14 0,0 1-2 15,-2 2-1-15,1-1-1 0,0 0-1 0,2-2-29 16,1 0-5-16,-1-2-13 0,1 0-63 0,1-1-76 0,-2 0-31 16</inkml:trace>
  <inkml:trace contextRef="#ctx0" brushRef="#br0" timeOffset="63913.48">14213 15844 90 0,'0'0'0'16,"0"0"51"-16,-1 0 443 0,0 0-192 0,0 0 5 0,0 0-263 15,0 0 1-15,-1 0-28 0,1 0 1 0,0 0-3 16,1 0 10-16,-1 0-9 0,1 0 4 0,0 0-7 16,0 0-3-16,0 0 8 0,0 0-8 0,0 0 7 15,0 0-2-15,0 0-2 0,0 0 10 0,-1 0-9 16,-1 0 3-16,1 0-7 0,0 0-3 0,0 1-1 16,0 0-9-16,-2 0 9 0,-5 4-4 0,-5 2 6 0,-3 3-8 15,-5-7 5-15,1 17 0 0,-4 1 2 0,-1 2-4 16,3 3-1-16,1-1 2 0,0 1 0 0,2-3 10 0,-1 0-6 15,1-4 5-15,4-3-5 0,3-1 4 0,3-3-6 16,3 1-2-16,-1-4 1 0,1 1 5 0,1-3-5 16,2-1 0-16,1 0-1 0,-1-2-2 0,-1 1-4 15,2-1 5-15,2-3-4 0,-1 2 6 0,1-2 1 16,0 2-2-16,0-2 2 0,1 1-3 0,1 1 19 16,9 3-7-16,13 2 11 0,-2-5-4 0,0-1 4 15,2-2-2-15,-4 0 1 0,1 0-15 0,5-2 6 0,0 0-5 16,1 0 4-16,-1 0-15 0,-4 1 3 0,-1 0-3 15,-1 0 2-15,-1 0 2 0,-2 0-7 0,0 1 5 16,-1 0-6-16,0 0-1 0,-3 0 0 0,1 0-4 16,0 0 3-16,0 0-7 0,0 0-2 0,1 1-8 0,-1-1 2 15,1 0-37-15,-1 0-18 0,-1 0-25 16,-4 0 2-16,0 0-106 0,-2 0-93 0,-1-1-70 0</inkml:trace>
  <inkml:trace contextRef="#ctx0" brushRef="#br0" timeOffset="64197.96">14233 15833 1489 0,'-1'0'217'0,"0"0"-245"15,0 0 235-15,-1 0-116 0,0 0-64 0,0 0-11 16,1 0 0-16,-2 0-5 0,1 0-9 0,0 0 7 15,1 0-3-15,-1 0 5 0,1 0-2 0,0 0 1 16,1 1 3-16,0 0-2 0,0 9 7 0,4 11-3 16,-1 8 6-16,1 3-4 0,-2 1 7 0,0 5 3 15,-2-2-4-15,-1 2 5 0,-1-3-4 0,-2-2-8 16,0 0-1-16,-2 0-3 0,1 0-8 0,0-2-4 16,1 1-2-16,1-1-2 0,1-3-13 0,1 0-29 0,1-5-14 15,0-5-10-15,1 1-94 0,1-6-181 0,3-2-62 16</inkml:trace>
  <inkml:trace contextRef="#ctx0" brushRef="#br0" timeOffset="69166.44">15402 16031 436 0,'-1'0'0'0,"0"0"229"16,-21-6 18-16,3 1 5 0,3 1 6 0,6 2-224 15,3 1-13-15,1 0 16 0,0 0-8 0,1-1 8 16,1 1-25-16,0 1 4 0,2 0-6 0,1 0 4 16,-1 0-14-16,0 0-3 0,0-1 1 0,-1 0-1 15,1 0 9-15,1 0 7 0,0-1 0 0,0 1 2 16,-1 0 7-16,1 0 6 0,0 0-3 0,1-1 3 16,0 1 3-16,0 0 2 0,1-1 2 0,2-1-4 0,8 2-4 15,10-5-5-15,9 3 6 0,2-1-5 0,2 1 4 16,2-1-11-16,-3 1 0 0,4 2-3 0,-2-1-1 15,0 1-2-15,-1-15-5 0,-2 7 1 0,0 7-6 0,-4 2-1 16,-1 0-2-16,0 1-1 0,-3 0-7 0,-1 1-4 16,1 0 6-16,-7-1-7 0,4 2-12 0,-9-2-14 15,-1-1-7-15,-5 0-4 0,-2 0-36 0,3 0-91 16,-4 0 12-16,1-1-42 0,-2 1-48 0</inkml:trace>
  <inkml:trace contextRef="#ctx0" brushRef="#br0" timeOffset="69450.13">15620 15580 1180 0,'-1'0'225'16,"-1"0"13"-16,-5 0-66 0,-9-1-41 0,3 1-67 15,2 0-34-15,2 0-2 0,2 0-4 0,1 0 1 16,-2 1-12-16,0 2-3 0,3-1 0 0,-1 8-2 15,0 13-8-15,4 4-2 0,-5 2 3 0,2 4-2 16,2 2 6-16,-3 2-3 0,2 3 0 0,-2 3-1 16,-1 1-4-16,1 2 6 0,-4-2-4 0,1-4 5 15,-5 0 1-15,0-3-11 0,0-4 8 0,-1 0-8 0,2-3 3 16,-1-3-13-16,3-1-9 0,3-2-1 0,0-2-32 16,2 0-28-16,1-2-11 0,4-3-8 0,0-1-51 15,-7-3-32-15,3 1-2 0,5-4-14 0,1-4-28 0</inkml:trace>
  <inkml:trace contextRef="#ctx0" brushRef="#br0" timeOffset="70101.21">16718 15700 1619 0,'0'0'30'16,"-1"0"2"-16,0 0 9 0,0 0-13 0,-1 0 1 15,1 0-7-15,0 0-7 0,0 0-3 0,0 0-4 16,0 0-21-16,-1 0 14 0,2 0-3 0,0 0 6 15,2 0 2-15,-1-1 11 0,6-1 5 0,12-3 0 16,2 0 12-16,1 0 3 0,3 1-5 0,0 0 2 0,-1 2-19 16,0 0-6-16,-2-1 0 0,-4 2-2 0,-1 0-1 15,-3 1 4-15,-2 0-1 0,-1 0 1 0,-2 1-2 0,-1 0 10 16,-3 0 1-16,-1 2 4 0,-2-2 12 0,6 13-9 16,-3 2-1-16,-4 4-4 0,-4 3-7 0,-8 4-4 15,-2 1 3-15,8 3-4 0,-17 3 2 0,-3 0 7 16,-1-2-3-16,6-2 2 0,0-2-9 0,2-2 6 15,4-2-9-15,-3-1 7 0,7-3-15 0,1-3 2 16,3 0 1-16,2-2 0 0,1-3 4 0,1 1-4 16,1 0 3-16,-7-1-3 0,1 0 1 0,2 0-5 15,2-2 4-15,2 1-4 0,1-2 4 0,1-2 4 0,2 0-7 16,-1-1 5-16,2 0-5 0,-3-1-2 0,8-3 2 16,2 0-2-16,-1 1 1 0,1 4 7 0,0-1-3 15,0-2 3-15,1 0-3 0,-4-3 5 0,1-1 4 16,-1 0 1-16,-2 0 6 0,1 0-7 0,-4 0 2 15,1-1-3-15,-2 0 7 0,-1 1-7 0,5-10 1 16,-5-4-2-16,2-2 1 0,7-3 1 0,-5-2-3 0,-4-2 2 16,-2-1-6-16,-2-4 8 0,-2-3 0 0,-2 3 1 15,-1-2-11-15,-2 2 8 0,-2 0-2 0,-1-1 4 16,-2 0 7-16,13 5-3 0,-16 0 4 0,1 2-5 16,-2 1-3-16,0 2-6 0,1 2-4 0,-1 2 0 15,-1 0-12-15,2 2-28 0,-1 1-4 0,-1-1-14 16,1 1-61-16,3 2-62 0,3 0-21 0,2 2-19 0,2-1-147 15</inkml:trace>
  <inkml:trace contextRef="#ctx0" brushRef="#br0" timeOffset="77724.64">18129 15877 843 0,'-1'0'0'0,"0"0"158"0,0 0 11 0,-2 0 10 0,1-2 4 15,-2 1-157-15,2 1-9 0,0 0-11 0,-1-1 2 16,1 0-2-16,0 0 6 0,-1-1-11 0,1 1 0 15,1 0-3-15,0 0-11 0,0 0 17 0,-1 1-6 0,2 0 8 16,0 0 4-16,0 0 24 0,2 0-3 0,-1 1 8 16,1 0-10-16,12 6 7 0,1 1 2 0,3 2 1 15,1-2-3-15,2 0-10 0,5 2-3 0,-1-3 0 16,3 0-7-16,1 0-11 0,-3-1 1 0,4 0-6 16,-6-2-12-16,6 2 5 0,-2-2-10 0,0-1 7 15,0 0-14-15,-4-1-9 0,-3 0 3 0,-3 1-8 16,-2-1-30-16,-4 0-121 0,0 2-10 0,-4-1-58 0,-1 0-246 15</inkml:trace>
  <inkml:trace contextRef="#ctx0" brushRef="#br0" timeOffset="78007.79">18474 15754 1428 0,'0'0'141'0,"-1"0"-1"0,-1 0-40 16,1 0-11-16,0 0-57 0,0 0-43 0,0 0 4 0,0 0-8 15,-1 0 7-15,1 1-5 0,0 1 8 0,0 0-2 16,-4 8 3-16,-2 10-4 0,0 2 0 0,1-1 4 16,0 2-2-16,-1 1-1 0,-2 2 9 0,-2 2-7 15,-1 3 6-15,2-2-3 0,0-1 5 0,0 0-3 0,-1-3 4 16,1-4-6-16,-1-2 1 0,3-1 0 0,1-3-2 15,2 1-14-15,3-3-2 0,-1-1-6 0,3-1 1 16,0-3-28-16,2 0-22 0,0-2-8 0,0-2-10 16,0-2-78-16,15 9-60 0,9-6-51 0</inkml:trace>
  <inkml:trace contextRef="#ctx0" brushRef="#br0" timeOffset="78543.13">19128 15752 1183 0,'0'0'168'15,"0"0"-176"-15,-2 0 184 0,1 0-87 0,0 0-55 0,0 0-2 16,0 0-6-16,0 0 4 0,-1 0-3 0,1 0-12 16,0 0 0-16,0 0-7 0,0 0-17 0,0 0-5 15,-1 0 3-15,1 0-4 0,1 0 9 0,0 0 16 16,0 0-9-16,1-1 12 0,2 0-13 0,-2 1 16 0,9-3-3 15,3 1 5-15,-1-1-11 0,0 2-4 0,1 1 5 16,-4 0-5-16,1 1-4 0,-3 2 13 0,-1 0-10 16,-2-1 14-16,0 14-2 0,-3 3 2 0,13 4 1 15,-7 6-2-15,-6 0-8 0,-2 1 1 0,-5 1 5 16,-3 0-2-16,-4 0 3 0,-1-2-5 0,11 1-4 0,-15-3 3 16,-2-3 8-16,1-3-7 0,-1-3 4 0,-1-4-4 15,-2-1 10-15,3-4-6 0,2-1 7 0,-1-2-6 16,2-1 16-16,3-3-15 0,1 8 3 0,1-5-7 15,9-3 0-15,-3 0 9 0,0-1-7 0,4-1 5 16,-1 0-23-16,2 0-6 0,-1 0-8 0,1 0 3 16,0 0-14-16,-1 0 26 0,2 0-6 0,0-1 12 0,2 0-2 15,-1-2 2-15,2 2-1 0,13-6-1 16,0 0-2-16,-3 2 5 0,1 1 0 0,-2 0 2 0,-2 2-10 16,0-5 7-16,-2 2-2 0,0 2 3 0,1 1-3 15,0 2 7-15,0 0-4 0,0 3 6 0,-1 0-5 0,0 2 0 16,1 1 1-16,1 1-2 0,-1-6 2 0,-1 7-5 15,1 1 1-15,-2-2-1 0,1 0 0 0,3-3 1 16,-1 1-1-16,2-1 0 0,-3-1-3 0,1 0 0 16,2-1-3-16,-2-1 0 0,3 0-14 0,-1 7-15 15,-4-3-5-15,3 0-8 0,0-2-66 0,1 0-22 16,5-2-17-16,-9-1 2 0,2-1-60 0,3-2-77 16,-2 1-20-16</inkml:trace>
  <inkml:trace contextRef="#ctx0" brushRef="#br0" timeOffset="78760.24">19610 16078 272 0,'0'0'147'0,"0"0"-7"0,0 0 43 0,0 0-6 0,0 0-34 15,0 0-21-15,0-2-6 0,0 1 2 16,0 0-6-16,0 0-13 0,0 0-21 0,0 1 0 0,0 0-7 16,0-1-14-16,0 1-1 0,0 0-12 0,0 0 5 15,0 0-33-15,-1 0-15 0,1 0 2 0,-2 0-6 16,2 0 1-16,0 1-8 0,0 0-1 0,0 0-4 15,0 1-15-15,0 1-19 0,0 0-18 0,0 2-3 16,0 1-73-16,0-1-31 0,2-1-7 0,-1-1-13 0,1-1-86 16</inkml:trace>
  <inkml:trace contextRef="#ctx0" brushRef="#br0" timeOffset="79108.9">20153 15695 1202 0,'-1'0'96'0,"0"0"171"0,-1-1-190 0,1 0-38 16,-1 0 2-16,0 0-14 0,-1 0-4 0,1-1-11 16,0 1 2-16,-1 0-3 0,2 0 6 0,0 0-25 0,0-1 4 15,0 1-11-15,-1 1 9 0,1 0 5 0,0 0-1 16,0 0 2-16,0 0 6 0,-1 1 6 0,1 1 4 15,0 0-2-15,0 3-2 0,-3 6 2 0,1 2 7 16,-2 3-3-16,0 1 10 0,0 1-4 0,-1 2-9 0,-1 0 4 16,0 1-8-16,0 1-7 0,-2 0 4 0,1-2-6 15,0 3-4-15,0 2 1 0,-1 0-2 0,2 2 2 16,1-3-5-16,1-1 0 0,0-2-8 0,1-1 3 16,1-4-26-16,0 0-12 0,2-4-7 0,0-1-4 15,1-2-37-15,0-2-7 0,0-1 1 0,1 0-4 16,0-2-5-16,1-2-34 0,2 2 18 0,12 2-19 0,1-5 43 15,1-5 7-15,2-5-15 0,1 6 6 0,0-20-81 16</inkml:trace>
  <inkml:trace contextRef="#ctx0" brushRef="#br0" timeOffset="79458.16">20447 15788 466 0,'0'-1'91'0,"1"0"125"0,0-1-75 0,-1-1-11 16,2-3-8-16,-1 2 0 0,0-1-15 0,-1 1-13 15,0 2 5-15,0-1-12 0,0 0-21 0,-1 1-14 16,1 1-6-16,-6-4-2 0,-8-3-15 0,-2 4-14 15,-4 3 4-15,4 2-8 0,-2 4 8 0,2 1-10 16,8-1 1-16,-2 2-3 0,0-4 3 0,-1 9-8 16,0-2-2-16,6 2 0 0,1-1 2 0,3-2-6 15,-5-1 3-15,1 1-6 0,2 0 1 0,3-1 11 0,1 4-7 16,1-4 7-16,3 2-14 0,1-2 9 0,4 0 1 16,12 2 3-16,0 0 0 0,-1 0 8 0,-1 2 0 15,0 0 3-15,-1-1 0 0,-3 2 1 0,-3-4-7 16,-2 2 4-16,-2 1-5 0,0-1 5 0,-2 3 2 15,-3-1 0-15,1-1-2 0,-3 0 2 0,0-3-2 0,-1 4 1 16,6-2-1-16,-1-1-8 0,-3 1 4 0,-2 0-5 16,-1-1 10-16,-1-1-13 0,-2 1 5 0,-3-2-6 15,-1 2-7-15,-11-3-7 0,-2 0-7 0,1-1 0 16,0-3-35-16,-3-1-26 0,0 11 3 0,-1-4-9 16,1-5 2-16,2-3-16 0,0-1 6 0,1-1-8 15,3-2-2-15,1-1-39 0,3 0-3 0,2-2-12 0,2 0-21 16,6-4-8-16,-10-8-12 0</inkml:trace>
  <inkml:trace contextRef="#ctx0" brushRef="#br0" timeOffset="79642.88">20394 15793 363 0,'0'0'158'0,"0"0"-13"0,0 0 71 16,0 0 2-16,0 0-34 0,0-1-26 0,0 1-31 16,0-1-7-16,0-1-9 0,0 2-32 0,0-1-25 15,1 0-1-15,0 0-9 0,1 0-6 0,-1 0-15 16,1 1 7-16,13-5-10 0,2 0-7 0,2 0-5 15,1 2-2-15,1-2 1 0,1 2-2 0,2-2-19 16,-2 0-1-16,0-1-8 0,1 1-19 0,1-2-31 16,0-1-19-16,2 0-14 0,0-1-166 0,2-1-283 15</inkml:trace>
  <inkml:trace contextRef="#ctx0" brushRef="#br0" timeOffset="80046.11">21429 15869 426 0,'0'0'48'0,"0"0"1"0,-1 0 27 16,0 0-12-16,-1 0 2 0,1 0 3 0,0 0 10 15,-1 0 7-15,-1-1-2 0,1 0 6 0,1 1 7 16,0 0-4-16,-1 0 5 0,1 0-4 0,0 0-29 16,-1-1 8-16,-1 0-18 0,1 0-11 0,0-1 0 15,1 1-11-15,-1 0 8 0,2 0-8 0,0-1 3 0,2-1-1 16,0 1 1-16,12-8-9 0,6 1-7 15,2 2 4-15,2 1-5 0,-2 1 3 0,0 2-11 0,3 0 1 16,-1 1-4-16,0 1-7 0,0 1 2 0,-2 0-8 16,1 0 2-16,-6 0-27 0,0 0 4 0,-6 0-8 15,1 0 5-15,0 0-22 0,-7 0-83 0,4 0 9 16,-7 0-38-16,1 0-30 0,-1 0-55 0,-1-1-19 0,1 0-12 16,-1-1-63-16</inkml:trace>
  <inkml:trace contextRef="#ctx0" brushRef="#br0" timeOffset="80276.87">21632 15626 484 0,'0'0'125'0,"0"0"-6"15,0-1 60-15,0 0-14 0,0 0-15 0,0-1-35 16,0 1-2-16,-1 0-1 0,0 0-3 0,1 0-19 16,0-1-16-16,-1 1-4 0,1 0-3 0,0 0-14 0,0 0-13 15,0 0 4-15,0-1-9 0,0 1-9 0,0 0-5 16,0 1 2-16,0 0 0 0,0 1 17 0,0 2-6 15,-1 7-5-15,-2 12 0 0,0 2-12 0,-1 2 7 16,0 1 2-16,-2 2-1 0,0 1-9 0,-1 3-16 16,0-3 3-16,0 2-7 0,0 0-18 0,1-2-40 15,1 3-37-15,3-1-2 0,0-1-135 0,2-1-158 16</inkml:trace>
  <inkml:trace contextRef="#ctx0" brushRef="#br0" timeOffset="83245.95">22595 15598 711 0,'0'0'60'0,"0"0"1"16,0 0 33-16,0 0 8 0,0-1-41 0,0-1-25 16,0 1-14-16,0 0-8 0,0 0 4 0,0 0-11 0,0-2 0 15,0 1 1-15,2-5-2 0,2-5 1 0,2-1 3 16,1 0-4-16,0 2 2 0,-1 0-6 0,-1 3 19 15,-2 1 2-15,-1 3 4 0,-1 2 14 0,0 0 20 16,0-1-8-16,0 1 10 0,0-1-13 0,1 1-18 16,-1 1 2-16,0 0-11 0,0 0-12 0,-1-1-19 15,0 2 6-15,-1 2-10 0,-1-1 9 0,-5 6 6 16,-9 13-3-16,-1 2 5 0,-1 2 1 0,-2-4 5 16,1 1-1-16,0-2 4 0,2-2 5 0,1 1-5 0,1-2 2 15,2-2-3-15,1-1 7 0,3-2-11 0,0-2 6 16,4-2-7-16,-1 1-1 0,4-4-2 0,1 1-5 15,-1-2 0-15,0 1-11 0,0 0-3 0,-1 1 1 16,2 0 0-16,1-1 13 0,0-1-2 0,1-1 3 0,2 0-3 16,15-1 6-16,2 11 2 0,2-4 4 0,0-3-2 15,3-3 15-15,2-2-2 0,2 0 2 0,4 0-1 16,-1-1-3-16,2 0-14 0,-2-1 0 0,-1 1-3 16,0 1 0-16,-2 0-4 0,0 0 2 0,-7 0-4 15,0 0-2-15,-3 0 5 0,-4 1 1 0,0 2 0 16,-4-2-9-16,-1 0-1 0,-2 0-10 0,-2 0 6 15,0 1-20-15,-4-2-41 0,2 1-21 0,-3-1-11 0,1 1-110 16,0 0-74-16,1-1-51 0</inkml:trace>
  <inkml:trace contextRef="#ctx0" brushRef="#br0" timeOffset="83545.06">22861 15457 1679 0,'-1'0'105'0,"0"0"1"0,0 0-40 0,-2 0-6 15,1 0-45-15,0 0-15 0,-1 0-3 0,1 0-2 16,0 0-1-16,0 0-3 0,0 1 9 0,1 0-9 16,0 1 9-16,1 0-9 0,-7 12 4 0,0 2 3 15,1 2-2-15,-1 3-5 0,0 0 18 0,-2 4-7 16,2-2 11-16,3 1-11 0,-2-1-3 0,0 0 6 0,1 0-5 15,-2 0 4-15,1-1 0 0,1-1-5 16,2 1 1-16,-2 1-1 0,2-1 1 0,-2 3 2 0,-1-2 0 16,1 2-3-16,1 0-6 0,-1-1-7 0,3 0 2 15,0-3-14-15,2 0-20 0,0-4-12 0,0-2-5 16,0-1-46-16,2-2-36 0,1 0-4 0,0-6-14 16,2-3-27-16,18 8-73 0</inkml:trace>
  <inkml:trace contextRef="#ctx0" brushRef="#br0" timeOffset="83996.2">23256 15579 1258 0,'0'0'113'0,"0"0"0"0,-1 0-12 16,0 0-13-16,0 0-35 0,0 0-29 0,-1 0 5 15,1 0-6-15,0 0 3 0,0 0-25 0,0 0 5 16,0 0 1-16,-1 0 1 0,1 1-2 0,0 0-5 15,0 1-1-15,0 0 0 0,-1 0 1 0,-1 5-2 16,-2 3 4-16,1-1-4 0,0 2 5 0,-2 0 8 0,-1 4-8 16,-1 1 8-16,0 0 1 0,-1 2 5 0,1 0 7 15,2 1-3-15,0-2 5 0,2 1-8 0,1 1-4 16,2-3 1-16,1 2-3 0,0-3-10 0,1-1 8 16,2 1-10-16,1 0 5 0,2-4 5 0,1 1-3 0,0-1 4 15,-1-2-3-15,1 2-5 0,9-3-2 0,1-1-1 16,3 0 4-16,-1-2 5 0,-2 5 0 0,-2-3 1 15,2-2-5-15,-1-4 12 0,3 0-3 0,-5-1 5 16,-1 0-8-16,-2-1 13 0,0-1-2 0,-3 0 5 16,2-3 0-16,-3 0-3 0,1-1 1 0,-1 0-3 15,0-7 1-15,-1 0-7 0,0-1-2 0,-2-2-2 16,1-1-12-16,-1 1 8 0,-1-3-5 0,0 0 5 0,-2 1-9 16,10-1 6-16,-3 1-3 0,-5 2 3 0,-2-2-7 15,-1-1 2-15,-2 2-1 0,-4-3 0 0,-1 2-11 0,-1 1-4 16,-2 2-10-16,7 1 1 0,-16 0-41 0,-2 2-33 15,-2-1 6-15,0 9-15 0,3 1-10 0,-6-10-35 16,-1 9-25-16,0 5-16 0,-6 8-214 0</inkml:trace>
  <inkml:trace contextRef="#ctx0" brushRef="#br0" timeOffset="85366.26">25361 14892 1284 0,'0'0'30'0,"0"0"2"0,-1-1 8 0,0 0-12 16,0 0 1-16,-1 0-8 0,1-1-4 0,0 1 1 16,0 0-3-16,0 0-7 0,0 0-8 0,-1-1-2 0,1 1-2 15,0 0-7-15,1 0 11 0,0 0-4 0,0 1 7 16,0 0 6-16,1 0 13 0,0 0 3 0,2 0 3 16,-1 0 13-16,8 0-8 0,1 0 5 0,3 0-5 15,3 0 4-15,1 0-4 0,3 0 5 0,6 0-5 16,4 0-7-16,8 1-11 0,2-2-1 0,9-2-1 15,2-1-3-15,2 0-4 0,4 1-4 0,-1 0 1 16,-4 1-3-16,0 1 1 0,1-2 0 0,1 2 0 16,0 1-1-16,2 0 1 0,-5 1 1 0,-7 2 2 15,-2 0 5-15,-7 2-7 0,-3-1-2 0,-6-1-2 0,-1-1-2 16,-5 1-3-16,-1-1 4 0,-3 0-4 0,-3 1 8 16,-4-2-1-16,-1 0 6 0,-4-1-6 0,4 1 9 15,-5 1-10-15,-1-2-3 0,0 0-1 0,0 1 5 0,-1-1-10 16,0 1 3-16,0 0-6 0,-1 0 3 0,0 0-19 15,0-1-8-15,0 0-6 0,0 0-39 0,1 0-53 16,-1 0 7-16,-1 0-29 0,0-1-60 0</inkml:trace>
  <inkml:trace contextRef="#ctx0" brushRef="#br0" timeOffset="85698.03">25445 15036 1694 0,'0'0'77'0,"-1"0"1"0,-1-1-32 0,1-1-3 0,-1 1-35 15,-1 0-9-15,1 0 4 0,0 0-3 0,1-1 5 16,-1 1-7-16,1 0-9 0,0 0 3 0,0 0-3 16,1 0 16-16,1-1-3 0,0 1-2 0,12-1 0 15,12-3 0-15,3 0 13 0,7 0 1 0,8 0 4 16,3-1 6-16,3-2 1 0,0 1-2 0,0-3-1 15,1 2-8-15,-1 2 0 0,0 2 1 0,1-1-1 0,0 2-1 16,1 0-1-16,3-2-1 0,-1 4-1 0,0 1-2 16,-7 2 4-16,-2 2 0 0,-7-1 0 0,0 1 2 15,-3 1-11-15,-2-1 3 0,-3 2-5 0,-3 1-1 0,0 0-4 16,-3 0 0-16,-5-2-2 0,-5-1-4 0,-1 0-7 16,-5 0-2-16,1 1-2 0,0-1-13 0,-6-3-39 15,3 2-15-15,0-1-11 0,0 2-78 0,2 0-179 16</inkml:trace>
  <inkml:trace contextRef="#ctx0" brushRef="#br0" timeOffset="99276.54">27885 15231 650 0,'0'0'173'0,"0"0"-26"0,-1 0 65 15,-1 0 8-15,1 0-131 0,0 0-55 0,0 0-32 16,0 0 0-16,1 0 0 0,0 0 1 0,0 0 3 16,0 0 0-16,1 0 3 0,0 0 4 0,1 0-3 15,14-2 0-15,1 0 1 0,4 1 13 0,4 0 0 0,0 1 0 16,0 0-2-16,0-1-19 0,-1 0 1 0,1 1 0 15,-1-1 1-15,-5 1-5 0,0 0 0 0,-6 0-3 16,1 0 4-16,-2 0-4 0,-3 0-19 0,2 0-5 0,-5 0-7 16,0 1-29-16,-1 0-25 0,-1-1-17 0,1 1-7 15,-2 0-109-15,2 2-115 0</inkml:trace>
  <inkml:trace contextRef="#ctx0" brushRef="#br0" timeOffset="99493.2">27865 15544 767 0,'0'0'364'0,"-1"0"43"0,-1-1-143 16,1-1-118-16,0 1-85 0,0 0-68 0,0 0-20 16,0 0 5-16,-1-1-8 0,2 1 22 0,2 0 8 15,0 0 3-15,17-10-1 0,7 2-2 0,3 3 0 16,4 0-3-16,3 3 2 0,2 0-5 0,1 1-61 15,-2 1 4-15,-1-2-27 0,-1 0-42 0,-4-1-138 16,-1 0-24-16</inkml:trace>
  <inkml:trace contextRef="#ctx0" brushRef="#br0" timeOffset="100193.12">29426 14570 835 0,'0'-1'520'16,"0"0"-707"-16,0 0 607 0,0-2-343 0,0-5-93 15,0-6-29-15,2-1 9 0,1-3-11 0,4-1 37 0,4-1-8 16,-8 0 2-16,17-1-4 0,-3-3 7 0,3 1-4 16,0-2 6-16,-4 3-5 0,1 2 13 0,-4 0 7 15,-2 3 6-15,1 2 1 0,-3 2 20 0,-4 1 22 16,-1 3 6-16,2 1 6 0,-2 1 13 0,0 1-10 16,-3 2-8-16,0 2 1 0,-1 1-20 0,0 0-12 15,1-2-7-15,1 1-3 0,-1 0-35 0,0 0 9 16,0 1 0-16,-1 1 3 0,0 0-2 0,0 1 8 15,0 1-4-15,-6 19 6 0,1 0-2 0,1 2-1 0,1 2 1 16,1 1-2-16,0-2-1 0,-2 3 2 0,2-4 2 16,-1 1 0-16,1 1-5 0,1-1 6 0,-1 1-2 15,-1-1 6-15,1-4-4 0,-3-1 5 0,0 0-6 16,2-4 5-16,-2 1-3 0,-1-1 5 0,0-3-3 16,-1-1 1-16,0 0-11 0,0-2 10 0,1 0-1 0,1-1 5 15,1-1-9-15,-9 0 2 0,3-1-2 0,-3-1 2 16,2-1-4-16,3 1 3 0,-2 0-5 0,2-2 3 15,-1 1-5-15,-1 0 5 0,2 0 3 0,1-1 1 16,-1 1-5-16,1-2-2 0,-1 2 2 0,0 1 0 16,0-2 0-16,2 1 0 0,0-1 0 0,1 1 0 15,-1-2 2-15,1 3 1 0,1-3-3 0,2 2 2 16,1-1 0-16,1-2 2 0,-2 2-4 0,-1-1 3 0,1 0-2 16,1 1 10-16,0-2-2 0,-1 0 4 0,1 0 0 15,1 0-4-15,1 1 2 0,2-2-4 0,5 0-7 16,14-4 0-16,2-2 3 0,6-2-1 0,-1-1 2 0,0-1-7 15,2 1 0-15,-8 2-2 0,5-2 8 0,-5 4-3 16,-5 0 0-16,-2 1-1 0,-3 2 1 0,-3 1-2 16,0 0-2-16,-3 1-1 0,-3 0-1 0,1 0-5 15,-3 0-2-15,3 0-1 0,-2 0-11 0,0 0-3 16,-1 0-1-16,1 1-3 0,-1 0-18 0,2 1-59 16,-1 1-4-16,0-2-24 0,0 2-75 0,1 2-94 15</inkml:trace>
  <inkml:trace contextRef="#ctx0" brushRef="#br0" timeOffset="100728.61">29154 15280 597 0,'-2'0'76'0,"0"0"130"0,0 0-157 0,-10 0-20 16,1 0 3-16,3 0-5 0,-2 1 26 0,0 1 12 15,3-2-5-15,-1 1 6 0,2-1-13 0,-1 1-2 16,-3 0-1-16,6-1-2 0,0 0-12 0,2 0 2 15,1 0-4-15,0 0 3 0,-1 0-5 0,0 1 10 16,0-1-5-16,0 2 4 0,1-2-12 0,0 0-3 16,0 0 6-16,0 0-5 0,0 0 6 0,-1 0-5 15,2 0 1-15,0 0-1 0,2 0 0 0,-1 0-3 16,2 0 1-16,14 1-1 0,5 0-6 0,-1-1 2 0,3 0-4 16,3-1 5-16,2-2-3 0,4 0 5 0,1-2-3 15,4-1 3-15,1 0-8 0,5-1-6 0,8-1 0 16,3 0-2-16,3 0-4 0,2-1 6 0,-4 0-6 15,0 1 6-15,0-2-3 0,-1 3-7 0,5 0 6 0,-2 0-6 16,3 0 8-16,-1 1-1 0,-6 2 0 0,-1 0 0 16,-7 0-6-16,-4 1 5 0,-5 1-6 0,-4 0 6 15,0 1-3-15,-6 0 4 0,0 1 0 0,-3 0 0 16,-6 0 0-16,0 0-8 0,-4 1 1 0,-8-1-3 16,5 1 6-16,0 1-7 0,-2 0 1 0,1 0-6 15,-2-1-12-15,-1 1-23 0,-1-1-1 0,-1 0-8 16,-4-1-9-16,1 0-59 0,-1 0 2 0,2 1-25 15,-1 0-29-15,0 1-21 0,0-1-27 0,-1 1-6 0,-1 0-179 16</inkml:trace>
  <inkml:trace contextRef="#ctx0" brushRef="#br0" timeOffset="103828.78">29270 15667 664 0,'-1'0'317'0,"0"0"-388"16,-1-1 359-16,0 1-187 0,-7-4-54 0,2 2-16 16,-2-1 2-16,4 0-7 0,0 2-8 0,0-1-2 15,2 1-1-15,-1-1-2 0,1 1-15 0,-2 0 5 16,1 0-9-16,-2 0 8 0,-1-1-5 0,1 2 2 16,1 0-1-16,-4 0 1 0,2 2 5 0,1-1 5 15,-1 1 13-15,0 2-8 0,4-3 11 0,-3 2-5 0,4-1-4 16,-2 2 1-16,-1 5-8 0,2-1 9 0,-1 0-5 15,2 1 6-15,1 1-11 0,1-1 9 0,0 2-2 16,0-1 3-16,1 1-10 0,1 1 5 0,1-3 1 16,-1 1 2-16,0 0-6 0,2 1-2 0,-2-1 0 0,1-1 2 15,-1-1 1-15,-1 0 0 0,0 0-7 0,-1 0 5 16,0 1 7-16,0-1 4 0,-1-1 5 0,0-2-3 16,-1-1 9-16,-4 3-8 0,3 0 8 0,-7 1-9 15,-3-1 10-15,-2-4-10 0,-2 1 2 0,3 2-4 16,-1-4 11-16,2 3-15 0,-1-2 1 0,1-2-5 15,2 0 3-15,2 2-12 0,0 3 7 0,4-3-8 0,-1 1 5 16,0-2-8-16,1-1 0 0,0 0-4 0,1 1-2 16,1-2 7-16,0 0-9 0,2 0 8 0,-2 0-8 15,1 0 0-15,1 0-2 0,0 0 0 0,-1 0-13 16,0 1-5-16,0 0-3 0,-1 0-2 0,1 0-30 0,1-1-24 16,0 2-5-16,-1-2-9 0,1 0-53 0,0 0-1 15,0 0-16-15,1 0 5 0,0 0-81 0</inkml:trace>
  <inkml:trace contextRef="#ctx0" brushRef="#br0" timeOffset="104100.83">29218 15631 1330 0,'0'0'247'0,"-1"0"-280"0,0 0 267 15,0 0-134-15,0-1-83 0,-1-1 0 0,1 1 1 0,0 0-2 16,0 0-16-16,0 0-9 0,1 0-4 0,0-1 0 16,1 1-1-16,1-1 2 0,5 1 1 15,11-6 1-15,1-4 9 0,1 2-2 0,-2-2 5 0,4 0-3 16,-1 4 4-16,-1-3 1 0,0 5-4 0,1-1 3 16,1 0-3-16,-3 3 0 0,1-1 0 0,-5 0-1 15,-2 2-13-15,-1-6-23 0,-4 3-11 0,-3 4-7 16,1 0-80-16,2 0-60 0,-7 1-38 0,8 0-12 0,-7 0-195 15</inkml:trace>
  <inkml:trace contextRef="#ctx0" brushRef="#br0" timeOffset="104429.4">29653 15505 1407 0,'0'0'67'0,"0"0"2"0,-1 0-3 15,0-1-14-15,0 0-16 0,0-1-25 0,-1 1 0 16,0 0 1-16,0 1 0 0,-1 0-9 0,0 0-4 0,-3 2 1 16,-5 5-2-16,-2 0 5 0,1 11-2 15,-4 0 0-15,3-1-1 0,-1 2 2 0,1-3 8 0,-1-4-2 16,1 1 5-16,5-1 7 0,0 0 7 0,4-2 1 16,3 0 1-16,-5-2 10 0,1-1-2 0,2-1 0 15,1-1-2-15,0 1-11 0,2-2 7 0,0 2-8 16,3 0 8-16,-1-1-5 0,3 0-13 0,9-2 2 0,5-1-7 15,1 0-5-15,1-1-1 0,5 13 7 0,-3-6-6 16,2-3 5-16,-1-3-8 0,-2-2-5 0,-1 0 1 16,-3 0-8-16,-2-1-9 0,-3 0 2 0,-1 0-7 15,-3-1-14-15,-2 1-31 0,-1 0-1 0,-2 0-15 16,-1 0-54-16,0 1-41 0,-2 0-22 0,0 0-5 16,1-1-85-16</inkml:trace>
  <inkml:trace contextRef="#ctx0" brushRef="#br0" timeOffset="104729.88">29727 15532 1132 0,'0'0'90'0,"0"-1"145"0,-1 0-152 0,0-1-19 16,0 1-3-16,0 0-4 0,0 0-7 0,-1 0-20 15,2 0 0-15,-1-1-7 0,0 1-3 0,1 0-13 16,-1 0 0-16,1 0-5 0,0-1 0 0,0 2 4 0,0 0 3 15,0 2-1-15,-1-1 5 0,1 1-1 0,-7 18 4 16,0 3-2-16,1-2 4 0,0 0-14 0,1 1 1 16,-1 1-3-16,-1 0 9 0,0 1-7 0,0-3 2 15,1 1-2-15,0-1 5 0,0-1-5 0,1 1 4 16,0-3-4-16,-1 1 9 0,1-1-9 0,-1-1-4 0,2 1 0 16,0-3-10-16,1-1 8 0,0-2 1 0,1-3 1 15,1 4-7-15,1-4-18 0,0-5 1 0,0 3-8 16,0-3-17-16,0-1-36 0,0 2-2 0,1-1-11 15,0-2-12-15,0 0-26 0,2 1-2 0,1-2-17 16,14 2-93-16</inkml:trace>
  <inkml:trace contextRef="#ctx0" brushRef="#br0" timeOffset="104963.7">29960 15711 1714 0,'0'0'157'0,"0"0"-193"16,0 0 177-16,0 0-94 0,0 0-35 0,0-1-6 15,0 1-6-15,0 0 0 0,0 0-11 0,0 0 1 16,0 0-2-16,0 0 0 0,0 0-4 0,0 1-5 16,0 0 4-16,0 0-7 0,0 1-11 0,0 1-17 0,0 6-12 15,0-1-2-15,0 2-43 0,0-1 8 0,0 1-11 16,0-1 7-16,0 0-32 0,0-2-100 0,0-1-54 15</inkml:trace>
  <inkml:trace contextRef="#ctx0" brushRef="#br0" timeOffset="105296.49">30352 15425 1845 0,'0'0'42'0,"-1"0"85"0,-1-1-131 15,1 0-14-15,0-1-6 0,0 1 0 0,0 0-15 0,0 0-1 16,-1 0-1-16,1 1 2 0,0 0 15 0,0 1 10 16,0 0 4-16,-2 1 0 0,-6 13 11 0,-2 2 10 15,0 6-3-15,-1 0 6 0,2-2 10 0,1 0 3 16,1-1 0-16,-2 2-1 0,1-1-5 0,2-2-4 15,-1 0-2-15,1-1-2 0,1 0-6 0,0-2-8 16,2-2 4-16,1 0-5 0,-1-2-1 0,2 0-3 16,0-1-2-16,-1 0-1 0,2-1-10 0,0-3-14 15,1 0-9-15,0-4-5 0,0 0-63 0,0-2-71 0,0 1-22 16,0 1-21-16,0-1-117 0</inkml:trace>
  <inkml:trace contextRef="#ctx0" brushRef="#br0" timeOffset="105646.66">30574 15340 939 0,'0'0'227'0,"-1"0"469"16,0 0-646-16,-2 1-36 0,1 1-13 0,-6 0-2 0,-3 3-17 15,2 1 7-15,-2 1 2 0,5-1-1 0,0 6 0 16,-1 0-6-16,3 3 4 0,3-3-3 0,-1 1 9 15,-6-1 6-15,1 1 0 0,2-1 3 0,2-1 3 16,2-1 18-16,1-1-4 0,0 2 9 0,2-1 6 0,3 0-5 16,1-1 5-16,-5 2-6 0,12 2 1 0,1-3-18 15,1 2 5-15,3 0-9 0,-2-3-1 0,-2 3-4 16,-2-3-3-16,1 2 2 0,-4 0-2 0,0-1 3 16,-3 1-1-16,-3-3 2 0,-1-1 5 0,1 0-3 15,1-1 3-15,0 0-2 0,-2-1 7 0,1-1 6 16,-2 2-4-16,-1-1 3 0,0 1-10 0,-1-2-2 15,-3 2 2-15,1-1-2 0,-8 0-3 0,-8-2-9 16,2 1 0-16,1-3-7 0,2 0-15 0,4 6-34 0,0-2-13 16,3-3-7-16,-6-1-58 0,3-1-61 0,-2-2-22 15,0-3-26-15,3-1-202 0</inkml:trace>
  <inkml:trace contextRef="#ctx0" brushRef="#br0" timeOffset="105831.36">30542 15343 851 0,'0'0'190'16,"0"0"10"-16,2 0-48 0,-1 0-28 0,0-2-57 16,2 1-7-16,13-6 1 0,2-1-1 0,2 1 0 15,0 0-11-15,2 1-14 0,-1 1-5 0,-4 2-1 0,1-1-19 16,-5 2-12-16,0 0-4 0,-2 0-6 0,-3 1-22 16,-1 0-28-16,-1 0-2 0,0-2-14 0,-2 2-52 15,1-1-34-15,-1 1-26 0,1-3-13 0,1 1-213 16</inkml:trace>
  <inkml:trace contextRef="#ctx0" brushRef="#br0" timeOffset="106248.08">30876 14685 969 0,'0'0'358'0,"0"0"-446"0,0 0 410 0,0 0-219 16,0 0-86-16,0 0-2 0,0 0-4 0,0 0 3 15,0 0 0-15,0 0 1 0,0 0 3 0,1 1 0 16,1 1 11-16,-1-1 5 0,1 1 0 0,-1 3 2 0,8 5 4 16,2 2-4-16,3 1 3 0,4 0-2 0,0 1 10 15,1 0-10-15,-1 0-2 0,1 2-5 0,1-2-23 16,-1 0 1-16,-3-2-6 0,-1-1 3 0,-1 1-5 0,-5-1 2 16,2 3-2-16,-2-2 1 0,-1-4-10 0,-1-1-16 15,0-2 3-15,-2 2-7 0,-1-3-15 0,-2 1-42 16,-1-3-3-16,0 0-13 0,1-1-11 0,0 1 12 15,0 1-6-15,1-2 2 0,-2 0-52 0,0-1-41 16,0-1 9-16,0 0-21 0,-1-3-46 0</inkml:trace>
  <inkml:trace contextRef="#ctx0" brushRef="#br0" timeOffset="106434.33">31179 14788 115 0,'0'-2'79'0,"0"1"-9"0,0-1 76 16,0-9 15-16,0-3-12 0,0 1 6 0,-2 2-48 16,2 0-2-16,0 2-14 0,-1 1-25 0,1 1-17 15,0 3-2-15,0 0-3 0,0 2-4 0,0 1-16 0,0-2-6 16,0 1-1-16,-1 1-8 0,0 0 5 0,0-1 9 15,-4 2-3-15,-9 4 16 0,-1 3 5 0,-3-5 1 16,-1 18 1-16,-3 2-9 0,-3 2-7 0,-1 3-8 16,3 5 3-16,-1 3-19 0,2 2-6 0,1-2 0 0,1-7-3 15,4-2 0-15,6-6-7 0,0-1 3 0,3-3-4 16,3-3 6-16,0-4-10 0,1-4-6 0,1-2-1 16,1-1-16-16,-1 0-53 0,-1 1 3 0,1-1-29 15,1-1-62-15</inkml:trace>
  <inkml:trace contextRef="#ctx0" brushRef="#br0" timeOffset="106748.03">31478 14541 2024 0,'0'0'25'0,"0"0"5"0,0 0-16 16,0-2-14-16,0 1-6 0,-1 0-24 0,1 1-4 16,0 0 4-16,0 0 0 0,0 0 16 0,0 1 11 0,0 0-4 15,0 2 6-15,3 10 6 0,-1 2-3 0,0 0 4 16,1 1-4-16,-2 1-3 0,-1 0 12 0,-3 3-3 16,0 0 9-16,-3 1 5 0,-2 1-11 0,-3 2 9 15,1-1-10-15,-2 3 3 0,1-2-13 0,0 2 0 16,0-3-4-16,0 1 4 0,2-2-13 0,2-4 1 0,0-2-6 15,2-4-16-15,3-4-46 0,-1-1-16 0,3-6-15 16,0 0-96-16,0 2-98 0,-1-1-61 0</inkml:trace>
  <inkml:trace contextRef="#ctx0" brushRef="#br0" timeOffset="107132.01">31730 14525 1668 0,'0'0'50'0,"0"0"127"0,0 0-176 0,-1 0-16 15,0 0 5-15,-1 0-11 0,1 0 4 0,0 2-2 16,0-1 3-16,0 1-2 0,-7 15 6 0,0-2-2 16,1 1 5-16,2 2-1 0,-1-2 10 0,0 2 2 15,0 0-2-15,1-2 1 0,1 1 11 0,-1-3 15 16,1 1-2-16,2-2 6 0,0 0-2 0,-1-1 10 15,2-2 2-15,0-2 1 0,1 1-11 0,0-2 2 16,1-1-4-16,1 1 5 0,1 0 7 0,-1-4-12 16,2 2 2-16,5-3-6 0,6 9 1 0,4-4-7 0,1-4 6 15,1-3-7-15,0-1-9 0,-2-2-2 0,-2-2-4 16,-2-1 3-16,-2 0-6 0,-4 0 14 0,-2 2-3 0,-1 0 6 16,0-5-1-16,-3-1 3 0,-2 1 0 0,6-2 1 15,-1 1-3-15,-3-1-6 0,0 1-9 0,-3-1 3 16,0 0-13-16,-3 1-4 0,0-2 0 0,-2 2-5 15,-1-2-17-15,-1 1-14 0,0 1-4 0,5-1-6 16,-9 3-34-16,0 0-39 0,1-1-6 0,2 3-16 16,-1-2-68-16,2 0-205 0</inkml:trace>
  <inkml:trace contextRef="#ctx0" brushRef="#br0" timeOffset="107649.29">31930 13849 1776 0,'0'-1'159'0,"0"0"-212"15,0-1 181-15,-2-20-103 0,0 4-44 0,1 1-20 0,4-1-4 16,-1 4-4-16,3 0-11 0,1 0 26 0,-2 1-6 15,2-1 13-15,-1 1-5 0,-2 0 23 0,1 0-1 16,-3 4 11-16,0-1 21 0,-1 2 12 0,0 2 3 16,0 0 2-16,-1 1 8 0,0 0-8 0,0 1 0 0,-1 2-7 15,-1 1-22-15,-12-10-11 0,3 7 2 0,-5 1-3 16,-1 3 3-16,-4 5 6 0,2 3-7 0,-2 5 5 16,3-7-8-16,3 13-1 0,1-2 2 0,4 1-1 15,3-2 1-15,2 0-2 0,1-2 0 0,3-2 0 16,-5-2 9-16,2 0-3 0,3-2 5 0,1 1-5 15,1-2 7-15,0-2-5 0,1 0 0 0,1-3-1 0,4 3 7 16,10 3-11-16,3-2 6 0,0-4-7 0,3-3 3 16,1-4-2-16,-4-2-3 0,6-3 1 0,0-2 1 15,-5 1 0-15,5-2 5 0,-9 4-5 0,-5 2 1 16,-1 0 8-16,-4 2 4 0,-3 4 0 0,0 0 9 0,0-1-2 16,-3 0-7-16,2 0 4 0,-1 2-11 0,1-2-8 15,1-1 4-15,-1 2-5 0,-1 0 6 0,0 1 5 16,-1 1-1-16,-2 6 2 0,-8 19 3 0,-3 6 3 15,-3 2-2-15,2-1 3 0,0-1 5 0,1-1-12 16,4-2 0-16,1-1-5 0,3 0-4 0,1-6-8 16,1 1 3-16,0-6-5 0,2 0-7 0,0-4-74 15,1-2-23-15,0-1-28 0,0-2-171 0</inkml:trace>
  <inkml:trace contextRef="#ctx0" brushRef="#br0" timeOffset="118508.29">27760 16650 256 0,'0'0'443'16,"0"0"-218"-16,0 0 105 0,0 0-4 0,0 0-343 16,0 0-9-16,0-1 11 0,0 0 4 0,1 0 6 15,2 0 9-15,6-4 8 0,11-3-11 0,2 1 10 16,2 0-11-16,-2 1 11 0,4 0 3 0,0 0 1 16,0 1 3-16,2-1 7 0,0 2-4 0,0-1 5 15,-5 1-1-15,-6 2-14 0,-1 0 2 0,-6 0-7 0,4 0-1 16,-2 2-2-16,-2 0 1 0,-3 0-1 0,2 0-4 15,-7 0-4-15,2 0 0 0,1 1-2 0,-3 0-9 0,-1-1-23 16,2 2-1-16,0 0-10 0,-1 2-35 0,5 6-62 16,-1 1-16-16,-2 0-23 0,-3 2-144 0</inkml:trace>
  <inkml:trace contextRef="#ctx0" brushRef="#br0" timeOffset="118724.5">27771 16843 1384 0,'0'0'151'15,"-2"0"287"-15,1 0-386 0,0 0-31 0,0 0-14 16,0 0 0-16,0 0-17 0,-1 0-6 0,2 0 10 0,0 0-8 16,0 0 13-16,2 0 0 0,-1 0-6 0,2 0 5 15,16-1-2-15,2-1-8 0,2-3-3 0,-1 0-5 16,-1-1-38-16,0 0-78 0,0-1-10 0,-1 1-28 15,3 1-89-15</inkml:trace>
  <inkml:trace contextRef="#ctx0" brushRef="#br0" timeOffset="119194.76">29058 16466 460 0,'0'0'225'0,"0"-2"9"0,0 1-62 0,0 0-37 15,0 0-72-15,0 0-26 0,-1 0 7 0,0-2-4 16,0 1 4-16,1 0-11 0,0-2 6 0,-1-2-3 16,-1 0 3-16,2 0-17 0,0 2-2 0,0-2-3 0,0 0 2 15,0 1 7-15,0 2-2 0,0-2 3 0,0 4-3 16,2-2 0-16,-1 1 12 0,0 0-1 0,0 1 4 16,0-1-7-16,0 1-23 0,1 0 5 0,-2 0-11 15,0 0 1-15,0 1 6 0,0 1-2 0,0 1 3 16,-3 15-3-16,-3 10-2 0,-1 0-6 0,0 6 2 15,-3-2-4-15,-1 2 4 0,-1 3-1 0,2-2 2 0,0 0-1 16,0-1 3-16,0 0 1 0,1-2-1 0,0 0-4 16,0-2 7-16,1 0-5 0,0-3 5 0,1-2-8 15,0 0-4-15,1-2 4 0,1-3-4 0,1-3-3 16,0-4-8-16,2-1-7 0,0-7 0 0,1 5-29 0,1-8-22 16,0 1-12-16,0 1-5 0,0-1-62 0,0 0-38 15,0-1-27-15,1-1-12 0,2-1-169 0</inkml:trace>
  <inkml:trace contextRef="#ctx0" brushRef="#br0" timeOffset="119809.93">29258 16429 1427 0,'0'0'180'0,"0"0"1"0,0 0-66 0,-1-1-15 0,0 0-77 16,0 0-41-16,0-1-2 0,-1 1-8 0,1 0 4 16,0-1-16-16,1-1 3 0,0 1 7 0,0 0-2 15,1-3 18-15,3-1 6 0,4-2 2 0,7 1 3 16,0 1 5-16,1 0 6 0,-1 3 0 0,0-1 5 16,2 3 16-16,-2-3 2 0,0 3-5 0,2-9 1 15,-1 1-21-15,0 5-3 0,0 1 5 0,-7 2-4 0,1 1 3 16,-1 0-5-16,-3 0 1 0,0 1-2 0,-2 0 5 15,-3-1 8-15,2 3-5 0,0-2 8 0,5 11 3 16,-3 0-8-16,-4-1 5 0,-1 2-7 0,-3-3 4 16,-2 4 3-16,-4 1 1 0,-1 1 1 0,-3 6-5 0,9-4 1 15,-11 2-5-15,-2-1 4 0,1-1-5 0,0 1-7 16,1-2 2-16,0 1-4 0,1 1 0 0,2-3 4 16,1 1-2-16,0-3 2 0,2 0-11 0,1-2 13 15,3-1-5-15,1 1 8 0,2-2-9 0,1-2-2 16,-1 0 2-16,-4 0 0 0,3-2 0 0,-1 1-4 15,2 0 0-15,1-1 0 0,1 1 9 0,0-1 1 16,1-1 1-16,1 1-2 0,1-2-3 0,-1 0-4 16,5-2 5-16,6 1-4 0,1-1 7 0,-1 7-1 15,0-3-4-15,-2-2 3 0,-1-2 0 0,0 1-4 0,-1-2 7 16,1-1-6-16,-5 0 7 0,-1 0-3 0,-2 0-3 16,1 0 3-16,-1 0 3 0,0-1 1 0,1-1 6 15,-2 1-5-15,0 0 2 0,0 0-2 0,0-2-2 16,-1-2 2-16,0-6-4 0,-1-2 2 0,-1-1-2 0,-2 0 2 15,1 0 0-15,-2 0 3 0,-1-3-2 0,2 1 2 16,-1 0 1-16,-1-1 4 0,0-1-4 0,0 2 4 16,-1-2 0-16,1 0-2 0,2 3 8 0,-1 0-6 15,0 2 3-15,3 6 1 0,-2-1-5 0,3 3 4 16,0 1-10-16,0 1-26 0,1 2-8 0,0-1-9 16,-1 0-44-16,-1 0-28 0,1-1-4 0,0 2-11 0,0 0-52 15,0 0-195-15</inkml:trace>
  <inkml:trace contextRef="#ctx0" brushRef="#br0" timeOffset="121294.15">29725 16698 2070 0,'0'0'24'0,"0"0"40"0,-1 0-54 0,0 0-14 16,0 0-11-16,1 0-2 0,-2 0-45 0,1 0-17 16,1 0-5-16,0 0-1 0,0 0-12 0,0 0-10 15,1 2 2-15,1-1-7 0,-1 0-10 0,1 1-80 16,2 1-35-16</inkml:trace>
  <inkml:trace contextRef="#ctx0" brushRef="#br0" timeOffset="121711.31">30281 16275 2060 0,'0'0'10'15,"0"0"4"-15,-1 0-15 0,0 0-2 0,0-1-9 16,0 0-15-16,-1 0 7 0,1-1-13 0,0 2 11 16,0 0-17-16,0-1 0 0,0 1 6 0,-1 0-1 15,0 0 30-15,0 0 5 0,-12 3 3 0,-5 1 2 0,0 2 8 16,-2 4 8-16,-3 1-1 0,1 2 3 0,-2 1 1 16,1 1-10-16,8-5 3 0,0-6-5 0,7 11 3 15,-4-3-5-15,4-2-5 0,0 0 1 0,-2-1-6 16,9-2 0-16,-1 1 3 0,-4 2-4 0,5-7-2 0,-2 4 4 15,2-2 4-15,1-1 0 0,1-1-6 0,0-1 8 16,0 1-5-16,0-2 8 0,2 5-3 0,3-3-6 16,11-1 9-16,3-1-7 0,0 11 12 0,4-5-8 15,5-4-6-15,1-1 4 0,0-2 1 0,0 0-7 16,-1 0 1-16,-4 0-4 0,1-1-12 0,-4-1-6 16,0 0-6-16,-4-1 0 0,-2 1-32 0,-5 1 2 15,-3 0-1-15,-1-1 2 0,-4 2-9 0,-1 0-64 0,0 0-12 16,2-1-24-16,-1 0-120 0</inkml:trace>
  <inkml:trace contextRef="#ctx0" brushRef="#br0" timeOffset="121978.16">30297 16262 1162 0,'0'0'148'0,"0"0"304"15,0 0-403-15,0 0-36 0,0 0 2 0,0 0-13 16,0 0-6-16,0 0 2 0,0 0-5 0,0 0 5 0,0 1 6 16,0 1-4-16,0-1 3 0,-2 1-4 0,0 6 6 15,-3 9 0-15,-1-1 3 0,-1 7-3 0,0-1 17 16,0 1-12-16,0 6 9 0,1-5-9 0,0 3 14 16,-1 4-11-16,2 0 4 0,-1 1-8 0,0-1-9 0,1-3-2 15,0-2-5-15,1-4 3 0,0 1-16 0,2-3-37 16,1-4-10-16,-1 0-12 0,1-5-76 0,1-1-110 15,0-4-85-15</inkml:trace>
  <inkml:trace contextRef="#ctx0" brushRef="#br0" timeOffset="122494.53">30709 16226 1691 0,'0'0'173'0,"0"0"-220"0,0 0 197 0,0 0-107 15,-1-1-48-15,0-1-25 0,0 1 3 0,0 0-7 16,-1 0 18-16,2 0-11 0,-1 0 9 0,0 1-9 16,0 0 12-16,0 0 11 0,0 0 4 0,-1 0 2 15,-11 4 10-15,2 2 2 0,-1 1-4 0,-3-6 5 16,3 11 9-16,-2 1-5 0,1 1 5 0,3 1-6 0,-1 3-2 15,1 0-3-15,0 2-5 0,0 0 3 0,1 2-5 16,-1 0-2-16,0 2 1 0,0-1-2 0,5 0 4 16,1 0-5-16,-8-3 4 0,5-1-5 0,3-1 5 15,1-3-5-15,2 0 4 0,1-1-5 0,1-1 2 0,0-1 3 16,2-4-5-16,-1 2 5 0,2-3-6 0,-2-1 1 16,0-2 6-16,1 1-1 0,-1-1 8 0,7-1 1 15,1-1-1-15,3 0 2 0,2 8 14 0,-2-4-8 16,3-1 4-16,-3-4-7 0,0-1-4 0,-1 0-1 15,-3-1-3-15,1-2 3 0,-4 2 1 0,1-1-3 16,-1-2-2-16,-2 2-1 0,1-1-4 0,-1 1 7 16,-2-5-2-16,0-1 2 0,0-1-5 0,5-1-1 15,-4 3 3-15,1 0-2 0,-2-1-3 0,-1 0-8 0,0 1 0 16,-1-2-4-16,0 4-2 0,0 0 10 0,0 0 1 16,-1 2 3-16,-1-2 1 0,1 3-4 0,-4-1-1 15,-8-6-2-15,0 3-18 0,0 1-16 0,-3 4-4 0,-4 2-2 16,2 4-13-16,2 2-32 0,-1 2-10 0,2 1-11 15,-5-7-64-15,2 10-18 0,6-1-14 0,5-1-9 16,6-2-133-16</inkml:trace>
  <inkml:trace contextRef="#ctx0" brushRef="#br0" timeOffset="123478.69">31026 16256 426 0,'0'-1'106'16,"0"0"179"-16,0 0-204 0,0-2-31 0,0 1-1 0,0-1-7 15,0-3 6-15,0 1-10 0,0 1 2 0,0 1-5 16,0 1-3-16,0 0-12 0,0 1-2 0,0-1-2 15,0 0 0-15,0-1 2 0,0 1 5 0,0 1-3 16,0-1 15-16,0 1 3 0,0 0 3 0,0 0 1 16,0 0 14-16,0 1-16 0,0 0 1 0,0 0-8 0,0 1-15 15,0 0 0-15,0 1-2 0,-3 6 1 0,-4 6-6 16,-1 2-5-16,-1 1 2 0,-3 1-3 0,1 1-6 16,-1 2 5-16,2 1-3 0,3-2 7 0,0-2 8 0,1-1-4 15,0-1-1-15,1 0 0 0,2-4 2 0,-1-1 2 16,2 0-2-16,0-1 0 0,0-2-9 0,1 0 0 15,0 0 0-15,0-1-1 0,0 0 2 0,1-4-2 16,0 0 1-16,0-1-2 0,0-1-2 0,0 0 5 16,-1 1-1-16,1-1 4 0,0 0 6 0,0 0-2 15,0 0 7-15,-2 0-5 0,2 1 3 0,0-2-11 16,0 0 0-16,0 0-2 0,0-2 1 0,0 1-16 16,0-2 4-16,-1-12-7 0,1-8 9 0,1 2-4 15,4-3-2-15,1-1 2 0,2 1 3 0,0 1 7 0,2 0-1 16,0 2 2-16,0 2 3 0,0 0 2 0,0 3 1 15,-1 1 0-15,-1 1 2 0,-1 2 11 0,-2 2-5 16,-1 2 6-16,-1 2-6 0,0 2-2 0,-2 0 1 16,-1 3-4-16,1-1-5 0,1-1-2 0,-1 1-1 15,1-1-2-15,-1 2-11 0,0 0 7 0,0 0-9 0,2 0 9 16,-2 1-12-16,0 0 20 0,0 1-3 0,0 0 7 16,-1 0-10-16,6 12 3 0,-2 0 1 0,-3 0 2 15,-1-2 1-15,0-2 6 0,0 2-2 0,1-5 3 16,0 1-12-16,0-2 9 0,-1-2-3 0,2 2 4 15,-1-2-3-15,-1-1-7 0,1 2 2 0,-1-3-3 16,0 0 6-16,0 0 5 0,2 2-4 0,-1-1 4 0,1 1-2 16,-1-2-5-16,0 0 3 0,0 0-6 0,1 0-2 15,1-1 5-15,-2 0-6 0,6-1 5 0,2-1-7 16,-2-2 3-16,4-2 1 0,1-2 0 0,-3 1 0 0,3 5 0 16,-1-9 4-16,-2 1-1 0,4-2 0 0,-1 1-3 15,-1-1-4-15,1 2 4 0,1-1 7 0,-2 1-4 16,-1 0-3-16,0 2 0 0,-2 1-2 0,-1 1-2 15,0 3 7-15,-1 1-4 0,-1-1 6 0,-1-1-5 16,-1 3 2-16,-2 1-2 0,0 0 1 0,1-1-7 16,0 1-1-16,0-1-2 0,-1 1 8 0,0 0 8 15,0 0-1-15,2 1 5 0,-1 0-1 0,1 3 1 16,4 12 0-16,-4 3 0 0,-3 1-2 0,-1 0 2 0,-3 0-6 16,0 0 4-16,-1 0-10 0,1-1 1 0,1-3 2 15,1 1-2-15,-1-2-6 0,2-1-7 0,0-2-5 16,1-2 0-16,0-3-18 0,0 2-53 0,1-1-6 15,0-2-21-15,2 2-63 0,-2-3-63 0,0-2-56 0</inkml:trace>
  <inkml:trace contextRef="#ctx0" brushRef="#br0" timeOffset="124097.7">31687 16035 1238 0,'0'-1'57'0,"0"0"108"0,0 0-134 16,0-2-1-16,1-7-11 0,0 3 7 0,0 1-8 15,-1 2-6-15,0 3 2 0,1-1-5 0,-1-1-2 16,0 1-1-16,0 0 0 0,0 1-1 0,0-1-3 0,0 1 12 15,0 1 4-15,0 0 2 0,0 0 22 0,0 1-3 16,-1 3 1-16,-7 17-4 0,-2 3-13 0,-1 1 1 16,-1 0 5-16,0 0-2 0,-1 0 3 0,12-2-14 15,-12 2 0-15,-1-2-4 0,-1 0 0 0,5-2-6 16,1 0-2-16,1-1-2 0,2 0-2 0,-2-1 2 16,2-2-5-16,0 0 3 0,3-1-7 0,-6-3-16 15,3-1 2-15,3-5-10 0,0-1-21 0,2 0-19 16,0-3-4-16,1 0-5 0,0-2-19 0,0 1-28 15,0 1-6-15,0-2-17 0,1-1-105 0</inkml:trace>
  <inkml:trace contextRef="#ctx0" brushRef="#br0" timeOffset="124381.15">31833 15895 1268 0,'0'0'58'0,"0"0"113"16,0-1-126-16,0 0-10 0,0 0-2 0,0 0-4 15,0-1-23-15,0 1 1 0,2 0-2 0,-1 1 1 16,0 0 6-16,0 0-11 0,0 0 6 0,1 0-7 16,-2 1 10-16,1 0 7 0,-1 1-1 0,0-1 4 0,1 12 2 15,-1 2 10-15,-1 1 3 0,-2 1 2 0,0 1 2 16,-1-2-6-16,-2 4 0 0,-1 1-2 0,0 4-5 16,0-3-11-16,0 2 0 0,1-1-4 0,2-2-7 0,-1 1-1 15,1-1 1-15,2-2-1 0,0-2 3 0,1 0-4 16,-1-3-3-16,1-1 0 0,1 1-9 0,0-4-4 15,0 1-2-15,0-3-3 0,0-2-23 0,0 1-29 16,0-3-8-16,0-1-10 0,1 0-57 0,1-1-31 16,-1 0-27-16,0-1-12 0,0 1-202 0</inkml:trace>
  <inkml:trace contextRef="#ctx0" brushRef="#br0" timeOffset="124599.14">31469 16253 1253 0,'0'0'206'0,"0"0"9"0,0 0-62 0,0 0-34 16,1-1-67-16,0-1-38 0,0 1-11 0,1-1 0 0,1 0-3 15,15-4-6-15,-2-3 4 0,7 2-1 0,3 0 2 16,-2 0 3-16,2 1-2 0,0 1 3 0,-3 0-3 16,2 1-1-16,-3 1 1 0,3-1-14 0,-2 1 7 15,-2-1-39-15,-2 2-36 0,-3-3-3 0,3 3-16 16,2-1-52-16,-2 0-65 0,0 2-57 0</inkml:trace>
  <inkml:trace contextRef="#ctx0" brushRef="#br0" timeOffset="125062.84">32166 15945 1315 0,'0'0'247'0,"0"0"19"0,0 0-110 15,0 0-52-15,0 0-81 0,0-1-22 0,0-1-2 16,1 1-1-16,1 0-3 0,-1 0-20 0,1 0 11 16,4-3-9-16,6-1 11 0,2 1 0 0,0 0 12 15,0 1 0-15,1 0 4 0,1 2 2 0,-2 1 9 0,-1 0-2 16,0 1 4-16,-4 0-7 0,3 3 3 0,-4 0-3 16,4 1 3-16,-4 0-9 0,-1 0 15 15,-3-3-4-15,-3 10 7 0,2 1-10 0,7 2 1 0,-3 2-2 16,-4 1 2-16,-4-1-4 0,-5 2 6 0,-3 1 1 0,7 0 2 15,-18-1-3-15,0-1 0 0,-3 1-3 0,2 0 1 16,1 0-3-16,1 0-6 0,2-3 7 0,-1-2-7 16,4 0 8-16,0-2-7 0,1 0-3 0,2-2 0 15,-1 1 4-15,3 0-6 0,4-3 1 0,-2 1-2 16,3-1 10-16,1-1-3 0,2 1 3 0,-4-1-5 16,1 0 2-16,-2 2-1 0,3-3-4 0,2 1 1 15,1-2-2-15,0 3 0 0,1-2 0 0,2 1-1 0,1 1 3 16,-1-6-2-16,10 2 5 0,1-2-5 0,0-1-1 15,2 10 1-15,2-3-1 0,3-3 1 0,0-4 3 0,3 0-3 16,-1-1 1-16,1 0-1 0,0-1-1 0,-5-1-3 16,1-2-4-16,0 0 2 0,-2-1 3 0,1 1-15 15,-5 2-1-15,-2 0-7 0,5-3-23 0,-13 4-25 16,-1 0-4-16,1-1-9 0,-2 1-45 0,1 0-52 16,-1-1-11-16,0-1-14 0,0 1-45 0</inkml:trace>
  <inkml:trace contextRef="#ctx0" brushRef="#br0" timeOffset="125298.89">31991 16226 1986 0,'0'0'42'0,"0"0"5"0,0 0-22 0,0-1-5 0,0-1-17 16,1 1 0-16,2 0-4 0,6-4-5 0,12-3 2 15,5-1 6-15,2 0-2 0,3 2 2 0,-1 2-3 16,-3 0 3-16,1 1 15 0,-1 1 0 0,1 0 5 16,-1 2 3-16,1 0-3 0,-3 0-2 0,4 1 0 15,-4 0-9-15,2 1-14 0,2 1 0 0,-9 1-6 16,6 0-15-16,-9 0-45 0,-2-1-17 0,-2 0-13 0,-7 0-99 16,1-1-179-16</inkml:trace>
  <inkml:trace contextRef="#ctx0" brushRef="#br0" timeOffset="126130.58">29377 17143 1247 0,'0'0'52'0,"0"0"3"0,-1 0-21 0,0 0-8 16,-2-1-19-16,1 1-3 0,-3-1-1 0,-1-1-2 15,0 1 3-15,1 1 11 0,1 0 7 0,1 0 10 16,-1 0-1-16,2 0 20 0,0 0 10 0,0 0-2 0,1 0 7 15,0 0 1-15,0 0-6 0,-2 0-3 0,2 0-1 16,0 0-4-16,0 0-2 0,0 0-5 0,-2-1 1 16,1 0-12-16,-1 0-13 0,1 0 5 0,1-1-8 15,0 1 5-15,0 0-11 0,-1 0 0 0,1 0-3 16,0 0-9-16,0-1 4 0,0 1-4 0,1 0 4 16,0 0-3-16,0 0 17 0,1-1-4 0,0 2 7 15,20-8-7-15,4 0 4 0,4 1 1 0,10-1 0 16,3-1 2-16,8 1-6 0,7 1 1 0,2-1-4 0,2-1-7 15,-1-3 5-15,4-1-6 0,1-1 5 0,5 0-6 16,8-2-4-16,-2 1 3 0,2 0-3 0,-4-3 2 0,-2 2 1 16,-2-1 2-16,3 3-1 0,2 2-1 0,-4 2-1 15,-6 2-1-15,-13 0 1 0,-2 1 2 0,-9 2-3 16,-6 0 0-16,-3 1 0 0,-8 2 8 0,-3 0-5 16,-6 0-1-16,-6 1-1 0,2 1-2 0,-7 0-5 15,-1 0 0-15,-1 0-3 0,0 0-4 0,0 0-5 16,0 0-2-16,1 0-2 0,-2 0-11 0,0 0-12 15,0 0-6-15,0 0-2 0,1 0-24 0,-1 0 10 16,0 0-13-16,0 0 7 0,-1 0-52 0,-1 0-58 0,-1 0-6 16,-21 1-26-16,-6 3-94 0</inkml:trace>
  <inkml:trace contextRef="#ctx0" brushRef="#br0" timeOffset="126530.93">29560 17169 1410 0,'-1'0'123'0,"0"0"240"0,-1 0-317 15,-5 0-37-15,-4-1 2 0,3 1-11 0,3 0 0 0,0 0 1 16,2 0-1-16,2 0 2 0,-2 0-4 15,1 0 5-15,1 0-2 0,0 0 5 0,0 0 5 0,-1 0 24 16,1 0 4-16,1 1 7 0,1 0 15 0,1 0 8 16,3 2-3-16,18 2 3 0,-1-1-6 0,9-2-1 15,3-2-4-15,8-1 0 0,6-2-18 0,4-4-11 16,7-3-2-16,7-2-3 0,5-1-15 0,9 1-2 16,3-5 0-16,-2 2-1 0,-2-1-1 0,-4 4 1 15,0 0-4-15,3 1 3 0,-2 3-3 0,-6 1 2 16,-6-1-1-16,-5 3 1 0,-5 1 0 0,-3 3-2 0,-7 0 4 15,-7 0-3-15,-2 1-2 0,-8 0 0 0,-4 0-3 16,-7 0 2-16,-4 0 2 0,-2 0-16 0,-1 1 2 16,-1 0-9-16,-5-1-11 0,0 1-38 0,-1-1-22 15,0 0-11-15,0 0-125 0,-1 0-100 0,1 0-45 0</inkml:trace>
  <inkml:trace contextRef="#ctx0" brushRef="#br0" timeOffset="140743.17">28325 15618 497 0,'0'0'0'0,"0"0"8"0,0 0 65 0,0 0-35 15,0 0 4-15,0 0-42 0,0 0 7 0,0-1-15 16,0-1 1-16,0 1-8 0,0 0-16 0,0 0 27 16,1 0-2-16,0 0 15 0,0-2 31 0,1 1 9 15,1 0-3-15,-1-1 3 0,0 1-16 0,1-1-6 16,-1 1-4-16,1 1 0 0,-1-1 3 0,0 0 3 0,1 1 7 16,-1 0-3-16,-1 0 9 0,0 0 1 0,0 0 1 15,1-1 0-15,-1 1-5 0,0 0-6 0,0 0-1 16,0 0 0-16,1-1-2 0,-1 1-8 0,0 0 3 15,0 0-5-15,0 0 4 0,0 0-3 0,1-1-2 16,-1 1 0-16,0 0-5 0,0 0 0 0,0 0-3 16,0 0 4-16,1-1 10 0,0 1-6 0,0 1 5 0,8-2-7 15,-2 1-6-15,1-1 9 0,0 1-5 0,0 1 7 16,-2 0-6-16,1 1 3 0,-2 1-2 0,-2-1 2 16,0 1-7-16,-2 2-3 0,-1 11 0 0,9 1 0 15,-1 6-3-15,-6 0 1 0,-3 0-2 0,-2 2 2 16,-2-2-3-16,0 1-3 0,-4-1 6 0,1-1-4 15,-1 0 7-15,-1 2 6 0,-1-1-8 0,1-1 8 0,0 0-1 16,-2-1-2-16,10-2 8 0,-17-2-6 0,1 1 14 16,0-4 1-16,-1-2 1 0,2-2 0 0,-3-3-6 15,-1 2-7-15,1-1-6 0,2-1 2 0,0-2-1 0,4-1-8 16,5 3 10-16,5-4-10 0,-2 0 5 0,4-2-1 16,-1 0-5-16,-3 4 3 0,2-3-2 0,1 0 3 15,0-1-6-15,0 0 5 0,1 0-8 0,0-1-5 16,1-1 3-16,0-1-5 0,5-8 4 0,1-1 6 15,1 0-1-15,-5 6 3 0,9 0 3 0,-6 4 2 16,4 0-1-16,-5-3 0 0,2 4-2 0,-1-3 4 16,-1 2-2-16,1-2 2 0,0 2-4 0,1 1-2 15,1 0-3-15,0 1 1 0,0 1-1 0,0 1-1 0,1 2 0 16,-2-1-3-16,1 2 1 0,0 0 1 0,-1-3-1 16,-1 3-2-16,1 1-13 0,-4-4 0 0,2-1-10 15,-2 1 2-15,2 0-37 0,-3-2-18 0,1 2-4 16,2 0-3-16,-2 0-4 0,2 0-21 0,-1 0 10 0,1-1-12 15,2 1 28-15,-2-2-17 0,2-2 4 0,0 0-14 16,0-1-36-16,0 1-76 0,1-13 2 0</inkml:trace>
  <inkml:trace contextRef="#ctx0" brushRef="#br0" timeOffset="141194.07">28547 15753 431 0,'0'0'118'0,"0"-1"164"15,0 0-127-15,0 0-59 0,0-2-3 0,0 1-17 0,0-1-11 16,0-2-2-16,0 0-2 0,0 0-2 0,1 0-12 15,0 2-5-15,0-1 5 0,0 1-6 0,-1 2 2 16,0 0-3-16,0-1 0 0,2 0-1 0,-1 0-6 16,0-1-4-16,0 2-7 0,0 0 3 0,1 0-9 0,-1 1-4 15,0 0 5-15,0 1-4 0,-1 0-1 0,0 1 0 16,0 9-9-16,0 2 6 0,0 0-4 0,-1 1 2 16,0 0 1-16,-2 1-1 0,0 1-5 0,0-2 3 15,1-1-1-15,0 0 1 0,-1-3-8 0,1 1 3 16,2 1-5-16,0-4 3 0,0 2-14 0,0-3-3 15,0-3 0-15,0 0-2 0,0-1-10 0,1 3-5 16,-1-5-5-16,0 0 0 0,1 2-23 0,1-2 0 16,-1 0 4-16,0 0-2 0,0 0 14 0,1-1 14 0,1 0 1 15,7-7 6-15,2 1 13 0,0-11 5 0,1 3 2 16,-1-4 1-16,-3 2 11 0,0 0 10 0,0 2 0 16,-2 0 1-16,0 3-9 0,0 1 8 0,-2 0 2 15,-2 3 4-15,1 3 15 0,-3 0 4 0,0 1-5 0,0 2 3 16,1-2-9-16,1 1-3 0,-1-1-3 0,-1 2-1 15,1 0-20-15,-1 0 16 0,0 1-8 0,0 0 11 16,0 1-13-16,-1 0 6 0,0 3 3 0,0 9-2 16,0 1-12-16,0 0 7 0,0 1-7 0,0-2 7 15,0-1-12-15,0-1 4 0,0-2-2 0,0-1 3 16,0-2-8-16,0-1-10 0,0-2-11 0,0 0 2 0,0 0-41 16,0 0-46-16,0-1-2 0,0 0-18 0,0 1-22 15,0-2-97-15,0 0-40 0</inkml:trace>
  <inkml:trace contextRef="#ctx0" brushRef="#br0" timeOffset="141394.21">28547 15513 1511 0,'0'0'122'0,"0"0"228"0,0 0-296 0,0 0-15 16,0 0-5-16,0-1 0 0,0 0-4 0,1 0-19 15,0-1 0-15,0 2-6 0,5 0 1 0,18 0-2 0,5 0-3 16,2 3 1-16,3 0 0 0,1 2-18 0,0 0-7 16,3-2-7-16,0 1-46 0,-4-3-174 0,2-1-41 15</inkml:trace>
  <inkml:trace contextRef="#ctx0" brushRef="#br0" timeOffset="143194.5">32914 15921 163 0,'0'-1'-23'0,"0"0"2"0,1 0 18 0,1-1-8 16,0 0 17-16,13-7-20 0,-11 6 0 0,5-1 9 0,-5 2-2 15,-2 1 27-15,-1 0 31 0,0 0-11 0,0-1 17 16,1-1-5-16,-1 2 33 0,0-1-9 0,0-1 15 16,-1 1-28-16,0 0 10 0,0-1-4 0,0 2 5 15,1-4-6-15,1 1-4 0,-1-2-2 0,1-1-2 16,2 0-6-16,-1 0-14 0,1 1-5 0,-3-1-3 16,8 1-11-16,-2 1 3 0,-4 2 5 0,-1-1-3 0,-1 2 10 15,0-1 4-15,2 1-2 0,-1 0 1 0,0-1-3 16,1 1-6-16,-2 1 5 0,0 0-7 0,0-1-10 15,0 1-11-15,1 0-2 0,-1 0-1 0,0 0 5 0,0 0-9 16,0 1 4-16,-1 0-5 0,0 1 12 0,-1 1-7 16,-20 17-2-16,-6 4-2 0,-15 3-3 0,10 6 2 15,2-3 3-15,0 7-1 0,-4 3 0 0,0-2 1 16,-2 3 2-16,-8-2 0 0,-3-1 2 0,0 0 2 16,-7-2-3-16,9 0 4 0,0 1 5 0,5-1-13 15,10 3 2-15,-4 0-4 0,4 0 8 0,2 3-2 16,0-2-1-16,1-3-2 0,3-3 1 0,1-6 1 15,-2-2 7-15,4-3-4 0,-2 0 11 0,7-5-8 0,2-1 3 16,1-3-3-16,1-2 6 0,2 1-14 0,3-3 5 16,2 2-7-16,4-3 4 0,-3 0-5 0,3 1-4 15,-3-2 0-15,-1 1-14 0,1-2-5 0,2-1-5 16,-2-1 1-16,2 0-11 0,-1 1-43 0,2-3 2 0,-1 1-20 16,1 0-31-16,0-1-48 0,-1 0-31 0,2 1-13 15,2-2-175-15</inkml:trace>
  <inkml:trace contextRef="#ctx0" brushRef="#br0" timeOffset="144061.93">32360 16670 1984 0,'0'0'16'0,"0"0"5"0,0 0 4 15,1 0-15-15,1 0 7 0,-1 0-23 0,0 0-11 16,0-1 3-16,0 0-5 0,1 0-6 0,0 0-16 16,7-4 4-16,11-3-5 0,4-1 17 0,-3 4 13 15,-8 1 2-15,-1 0 5 0,-1 2 9 0,0 0 13 16,9-1-4-16,-8 3 6 0,-4 0-3 0,-1 0-6 16,-5 0 5-16,1 0-5 0,-1 3-2 0,3 3 17 0,4 10-9 15,-3 4 11-15,-6 0-23 0,-3 1-3 0,1 2 0 16,-16 2 0-16,6 0 5 0,-19 2-4 0,3-1 0 15,-5 0-1-15,-5-1 9 0,14-7 7 0,3 0 5 16,2-7-2-16,5-3 3 0,4-2-9 0,3-5 2 16,4 1-3-16,-1-1 10 0,2 2-7 0,-1-1 4 0,1-1-5 15,0 1 12-15,1-1-4 0,-1 0 1 0,1 0-1 16,0 0 8-16,0-1-19 0,1 0 1 0,1 0-10 16,1-1-13-16,16-10 8 0,11-3-5 0,-4 3 7 15,6-1 0-15,-5 2-1 0,-11 6 8 0,3-2-5 16,-13 4 9-16,7-2-4 0,6 0-6 0,-9 3 4 15,4 0 0-15,-5 1-15 0,-4 0 5 0,3 0-10 16,-4 0 6-16,0 0-16 0,-1 1-4 0,1 0-5 0,-2-1-19 16,0 2-11-16,0 5 1 0,1-4-6 0,2 2-18 15,-3-3-26-15,1 2-5 0,0-2-7 0,0 0-23 0,0 0 1 16,7 0-6-16,8-2 3 0,-2-4-5 0,4-5 90 16,-2 7-1-16,0-16 37 0,-1-1 35 0,3-1 5 15,1 0-5-15,2-1 2 0,-1-1-14 0,-2 2 11 16,-5-1-4-16,2 3 11 0,1 2 41 0,-5 3 35 15,-1 2 12-15,-2-1-1 0,-4 4-16 0,4 1 18 16,-5 0-19-16,-1 5 18 0,0-1-37 0,0 1-14 16,1-2 5-16,-1 3-9 0,-1 0-1 0,-1 0-9 15,0 0 2-15,-1 1-4 0,0 0 4 0,0 1-1 0,-1 1-5 16,0 3 3-16,-6 10-13 0,0-1-1 0,-2 0-2 16,0 2 2-16,1-2 5 0,2-1-8 0,0 1 1 15,3-2-2-15,0 1 2 0,2-2-12 0,0 1 4 16,1-1-8-16,-1-1-8 0,1-2 6 0,0 1-11 15,0-1 8-15,0-1-17 0,0 0-3 0,0-1 2 0,0-1-6 16,0-1-22-16,0 0-9 0,1-1-2 0,-1-1 1 16,1 0 5-16,0 0-26 0,1-1 9 0,-1 1-13 15,0-1 9-15,1-1 3 0,0 0 0 0,5-3 6 16,-3 1 42-16,2-3 23 0,6-2 6 0,-2-4 4 16,6-1 18-16,-2 0 1 0,-4 1 8 0,1 2-3 15,-4 0 26-15,-2 2-7 0,0-1 2 0,0 3-2 0,-1 0 7 16,-3 3-14-16,-1 0-4 0,0 1-4 0,9-6-16 15,-6 6 13-15,-1 0-3 0,1 0 4 0,-2-1-19 16,0 1 20-16,0 1-7 0,0 0 12 0,-1 1-3 0,0 2-20 16,0 0 3-16,-1 10-10 0,-1-1 4 0,-2 2-10 15,-1-2 0-15,3-2-5 0,0 1-7 0,-1-2 7 16,2-1-4-16,1 0 2 0,0-4-32 0,0-1-74 16,0-2-15-16,0 1-23 0,-1 1-84 0,0-2-210 15</inkml:trace>
  <inkml:trace contextRef="#ctx0" brushRef="#br0" timeOffset="144230.07">32804 16507 1498 0,'0'0'145'16,"0"0"275"-16,0 0-352 0,0-1 10 0,0-1-21 16,1 1 16-16,0 0-36 0,0 0-6 0,0-1 0 0,1-7-5 15,14 0-26-15,7 0 1 0,3-1-8 0,4 2 6 16,2 0-15-16,2-2-27 0,2 2-12 0,1 0-13 15,-5-3-109-15,7 1-214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30/06/2023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3" Type="http://schemas.openxmlformats.org/officeDocument/2006/relationships/customXml" Target="../ink/ink3.xml"/><Relationship Id="rId12" Type="http://schemas.openxmlformats.org/officeDocument/2006/relationships/image" Target="../media/image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11.png"/><Relationship Id="rId15" Type="http://schemas.openxmlformats.org/officeDocument/2006/relationships/image" Target="../media/image9.png"/><Relationship Id="rId10" Type="http://schemas.openxmlformats.org/officeDocument/2006/relationships/image" Target="../media/image59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customXml" Target="../ink/ink4.xm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openxmlformats.org/officeDocument/2006/relationships/image" Target="../media/image59.png"/><Relationship Id="rId1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3" Type="http://schemas.openxmlformats.org/officeDocument/2006/relationships/customXml" Target="../ink/ink6.xml"/><Relationship Id="rId12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.png"/><Relationship Id="rId10" Type="http://schemas.openxmlformats.org/officeDocument/2006/relationships/image" Target="../media/image59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9.xml"/><Relationship Id="rId10" Type="http://schemas.openxmlformats.org/officeDocument/2006/relationships/image" Target="../media/image59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10" Type="http://schemas.openxmlformats.org/officeDocument/2006/relationships/image" Target="../media/image59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0.png"/><Relationship Id="rId18" Type="http://schemas.openxmlformats.org/officeDocument/2006/relationships/customXml" Target="../ink/ink15.xml"/><Relationship Id="rId26" Type="http://schemas.openxmlformats.org/officeDocument/2006/relationships/image" Target="../media/image23.png"/><Relationship Id="rId3" Type="http://schemas.openxmlformats.org/officeDocument/2006/relationships/customXml" Target="../ink/ink11.xml"/><Relationship Id="rId21" Type="http://schemas.openxmlformats.org/officeDocument/2006/relationships/image" Target="../media/image20.png"/><Relationship Id="rId12" Type="http://schemas.openxmlformats.org/officeDocument/2006/relationships/customXml" Target="../ink/ink12.xml"/><Relationship Id="rId17" Type="http://schemas.openxmlformats.org/officeDocument/2006/relationships/image" Target="../media/image1810.png"/><Relationship Id="rId25" Type="http://schemas.openxmlformats.org/officeDocument/2006/relationships/image" Target="../media/image22.png"/><Relationship Id="rId2" Type="http://schemas.openxmlformats.org/officeDocument/2006/relationships/image" Target="../media/image2.png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.png"/><Relationship Id="rId24" Type="http://schemas.openxmlformats.org/officeDocument/2006/relationships/customXml" Target="../ink/ink18.xml"/><Relationship Id="rId15" Type="http://schemas.openxmlformats.org/officeDocument/2006/relationships/image" Target="../media/image1710.png"/><Relationship Id="rId23" Type="http://schemas.openxmlformats.org/officeDocument/2006/relationships/image" Target="../media/image21.png"/><Relationship Id="rId28" Type="http://schemas.openxmlformats.org/officeDocument/2006/relationships/image" Target="../media/image24.png"/><Relationship Id="rId10" Type="http://schemas.openxmlformats.org/officeDocument/2006/relationships/image" Target="../media/image59.png"/><Relationship Id="rId19" Type="http://schemas.openxmlformats.org/officeDocument/2006/relationships/image" Target="../media/image19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customXml" Target="../ink/ink19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.xml"/><Relationship Id="rId3" Type="http://schemas.openxmlformats.org/officeDocument/2006/relationships/customXml" Target="../ink/ink20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1.xml"/><Relationship Id="rId10" Type="http://schemas.openxmlformats.org/officeDocument/2006/relationships/image" Target="../media/image59.png"/><Relationship Id="rId14" Type="http://schemas.openxmlformats.org/officeDocument/2006/relationships/image" Target="../media/image241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3" Type="http://schemas.openxmlformats.org/officeDocument/2006/relationships/customXml" Target="../ink/ink23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4.xml"/><Relationship Id="rId10" Type="http://schemas.openxmlformats.org/officeDocument/2006/relationships/image" Target="../media/image59.png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customXml" Target="../ink/ink26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.xml"/><Relationship Id="rId15" Type="http://schemas.openxmlformats.org/officeDocument/2006/relationships/image" Target="../media/image27.png"/><Relationship Id="rId10" Type="http://schemas.openxmlformats.org/officeDocument/2006/relationships/image" Target="../media/image59.png"/><Relationship Id="rId14" Type="http://schemas.openxmlformats.org/officeDocument/2006/relationships/customXml" Target="../ink/ink28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3" Type="http://schemas.openxmlformats.org/officeDocument/2006/relationships/customXml" Target="../ink/ink29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0.xml"/><Relationship Id="rId10" Type="http://schemas.openxmlformats.org/officeDocument/2006/relationships/image" Target="../media/image59.png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3" Type="http://schemas.openxmlformats.org/officeDocument/2006/relationships/customXml" Target="../ink/ink31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2.xml"/><Relationship Id="rId10" Type="http://schemas.openxmlformats.org/officeDocument/2006/relationships/image" Target="../media/image59.png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4.xml"/><Relationship Id="rId10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3" Type="http://schemas.openxmlformats.org/officeDocument/2006/relationships/customXml" Target="../ink/ink35.xml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6.xml"/><Relationship Id="rId15" Type="http://schemas.openxmlformats.org/officeDocument/2006/relationships/customXml" Target="../ink/ink37.xml"/><Relationship Id="rId10" Type="http://schemas.openxmlformats.org/officeDocument/2006/relationships/image" Target="../media/image59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.xml"/><Relationship Id="rId3" Type="http://schemas.openxmlformats.org/officeDocument/2006/relationships/image" Target="../media/image33.png"/><Relationship Id="rId12" Type="http://schemas.openxmlformats.org/officeDocument/2006/relationships/image" Target="../media/image1610.png"/><Relationship Id="rId2" Type="http://schemas.openxmlformats.org/officeDocument/2006/relationships/image" Target="../media/image2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9.xml"/><Relationship Id="rId15" Type="http://schemas.openxmlformats.org/officeDocument/2006/relationships/customXml" Target="../ink/ink41.xml"/><Relationship Id="rId10" Type="http://schemas.openxmlformats.org/officeDocument/2006/relationships/image" Target="../media/image59.png"/><Relationship Id="rId4" Type="http://schemas.openxmlformats.org/officeDocument/2006/relationships/customXml" Target="../ink/ink38.xml"/><Relationship Id="rId14" Type="http://schemas.openxmlformats.org/officeDocument/2006/relationships/image" Target="../media/image311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.png"/><Relationship Id="rId21" Type="http://schemas.openxmlformats.org/officeDocument/2006/relationships/image" Target="../media/image116.png"/><Relationship Id="rId63" Type="http://schemas.openxmlformats.org/officeDocument/2006/relationships/image" Target="../media/image41.png"/><Relationship Id="rId159" Type="http://schemas.openxmlformats.org/officeDocument/2006/relationships/image" Target="../media/image184.png"/><Relationship Id="rId170" Type="http://schemas.openxmlformats.org/officeDocument/2006/relationships/customXml" Target="../ink/ink120.xml"/><Relationship Id="rId226" Type="http://schemas.openxmlformats.org/officeDocument/2006/relationships/customXml" Target="../ink/ink148.xml"/><Relationship Id="rId268" Type="http://schemas.openxmlformats.org/officeDocument/2006/relationships/customXml" Target="../ink/ink169.xml"/><Relationship Id="rId32" Type="http://schemas.openxmlformats.org/officeDocument/2006/relationships/customXml" Target="../ink/ink51.xml"/><Relationship Id="rId74" Type="http://schemas.openxmlformats.org/officeDocument/2006/relationships/customXml" Target="../ink/ink72.xml"/><Relationship Id="rId128" Type="http://schemas.openxmlformats.org/officeDocument/2006/relationships/customXml" Target="../ink/ink99.xml"/><Relationship Id="rId181" Type="http://schemas.openxmlformats.org/officeDocument/2006/relationships/image" Target="../media/image195.png"/><Relationship Id="rId237" Type="http://schemas.openxmlformats.org/officeDocument/2006/relationships/image" Target="../media/image223.png"/><Relationship Id="rId258" Type="http://schemas.openxmlformats.org/officeDocument/2006/relationships/customXml" Target="../ink/ink164.xml"/><Relationship Id="rId279" Type="http://schemas.openxmlformats.org/officeDocument/2006/relationships/image" Target="../media/image244.png"/><Relationship Id="rId22" Type="http://schemas.openxmlformats.org/officeDocument/2006/relationships/customXml" Target="../ink/ink46.xml"/><Relationship Id="rId43" Type="http://schemas.openxmlformats.org/officeDocument/2006/relationships/image" Target="../media/image126.png"/><Relationship Id="rId64" Type="http://schemas.openxmlformats.org/officeDocument/2006/relationships/customXml" Target="../ink/ink67.xml"/><Relationship Id="rId118" Type="http://schemas.openxmlformats.org/officeDocument/2006/relationships/customXml" Target="../ink/ink94.xml"/><Relationship Id="rId139" Type="http://schemas.openxmlformats.org/officeDocument/2006/relationships/image" Target="../media/image174.png"/><Relationship Id="rId85" Type="http://schemas.openxmlformats.org/officeDocument/2006/relationships/image" Target="../media/image147.png"/><Relationship Id="rId150" Type="http://schemas.openxmlformats.org/officeDocument/2006/relationships/customXml" Target="../ink/ink110.xml"/><Relationship Id="rId171" Type="http://schemas.openxmlformats.org/officeDocument/2006/relationships/image" Target="../media/image190.png"/><Relationship Id="rId192" Type="http://schemas.openxmlformats.org/officeDocument/2006/relationships/customXml" Target="../ink/ink131.xml"/><Relationship Id="rId206" Type="http://schemas.openxmlformats.org/officeDocument/2006/relationships/customXml" Target="../ink/ink138.xml"/><Relationship Id="rId227" Type="http://schemas.openxmlformats.org/officeDocument/2006/relationships/image" Target="../media/image218.png"/><Relationship Id="rId248" Type="http://schemas.openxmlformats.org/officeDocument/2006/relationships/customXml" Target="../ink/ink159.xml"/><Relationship Id="rId269" Type="http://schemas.openxmlformats.org/officeDocument/2006/relationships/image" Target="../media/image239.png"/><Relationship Id="rId12" Type="http://schemas.openxmlformats.org/officeDocument/2006/relationships/image" Target="../media/image1610.png"/><Relationship Id="rId33" Type="http://schemas.openxmlformats.org/officeDocument/2006/relationships/image" Target="../media/image69.png"/><Relationship Id="rId108" Type="http://schemas.openxmlformats.org/officeDocument/2006/relationships/customXml" Target="../ink/ink89.xml"/><Relationship Id="rId129" Type="http://schemas.openxmlformats.org/officeDocument/2006/relationships/image" Target="../media/image169.png"/><Relationship Id="rId280" Type="http://schemas.openxmlformats.org/officeDocument/2006/relationships/customXml" Target="../ink/ink175.xml"/><Relationship Id="rId54" Type="http://schemas.openxmlformats.org/officeDocument/2006/relationships/customXml" Target="../ink/ink62.xml"/><Relationship Id="rId75" Type="http://schemas.openxmlformats.org/officeDocument/2006/relationships/image" Target="../media/image47.png"/><Relationship Id="rId96" Type="http://schemas.openxmlformats.org/officeDocument/2006/relationships/customXml" Target="../ink/ink83.xml"/><Relationship Id="rId140" Type="http://schemas.openxmlformats.org/officeDocument/2006/relationships/customXml" Target="../ink/ink105.xml"/><Relationship Id="rId161" Type="http://schemas.openxmlformats.org/officeDocument/2006/relationships/image" Target="../media/image185.png"/><Relationship Id="rId182" Type="http://schemas.openxmlformats.org/officeDocument/2006/relationships/customXml" Target="../ink/ink126.xml"/><Relationship Id="rId217" Type="http://schemas.openxmlformats.org/officeDocument/2006/relationships/image" Target="../media/image213.png"/><Relationship Id="rId238" Type="http://schemas.openxmlformats.org/officeDocument/2006/relationships/customXml" Target="../ink/ink154.xml"/><Relationship Id="rId259" Type="http://schemas.openxmlformats.org/officeDocument/2006/relationships/image" Target="../media/image234.png"/><Relationship Id="rId23" Type="http://schemas.openxmlformats.org/officeDocument/2006/relationships/image" Target="../media/image117.png"/><Relationship Id="rId119" Type="http://schemas.openxmlformats.org/officeDocument/2006/relationships/image" Target="../media/image164.png"/><Relationship Id="rId270" Type="http://schemas.openxmlformats.org/officeDocument/2006/relationships/customXml" Target="../ink/ink170.xml"/><Relationship Id="rId44" Type="http://schemas.openxmlformats.org/officeDocument/2006/relationships/customXml" Target="../ink/ink57.xml"/><Relationship Id="rId65" Type="http://schemas.openxmlformats.org/officeDocument/2006/relationships/image" Target="../media/image42.png"/><Relationship Id="rId86" Type="http://schemas.openxmlformats.org/officeDocument/2006/relationships/customXml" Target="../ink/ink78.xml"/><Relationship Id="rId130" Type="http://schemas.openxmlformats.org/officeDocument/2006/relationships/customXml" Target="../ink/ink100.xml"/><Relationship Id="rId151" Type="http://schemas.openxmlformats.org/officeDocument/2006/relationships/image" Target="../media/image180.png"/><Relationship Id="rId172" Type="http://schemas.openxmlformats.org/officeDocument/2006/relationships/customXml" Target="../ink/ink121.xml"/><Relationship Id="rId193" Type="http://schemas.openxmlformats.org/officeDocument/2006/relationships/image" Target="../media/image201.png"/><Relationship Id="rId207" Type="http://schemas.openxmlformats.org/officeDocument/2006/relationships/image" Target="../media/image208.png"/><Relationship Id="rId228" Type="http://schemas.openxmlformats.org/officeDocument/2006/relationships/customXml" Target="../ink/ink149.xml"/><Relationship Id="rId249" Type="http://schemas.openxmlformats.org/officeDocument/2006/relationships/image" Target="../media/image229.png"/><Relationship Id="rId13" Type="http://schemas.openxmlformats.org/officeDocument/2006/relationships/customXml" Target="../ink/ink44.xml"/><Relationship Id="rId109" Type="http://schemas.openxmlformats.org/officeDocument/2006/relationships/image" Target="../media/image159.png"/><Relationship Id="rId260" Type="http://schemas.openxmlformats.org/officeDocument/2006/relationships/customXml" Target="../ink/ink165.xml"/><Relationship Id="rId281" Type="http://schemas.openxmlformats.org/officeDocument/2006/relationships/image" Target="../media/image245.png"/><Relationship Id="rId34" Type="http://schemas.openxmlformats.org/officeDocument/2006/relationships/customXml" Target="../ink/ink52.xml"/><Relationship Id="rId55" Type="http://schemas.openxmlformats.org/officeDocument/2006/relationships/image" Target="../media/image37.png"/><Relationship Id="rId76" Type="http://schemas.openxmlformats.org/officeDocument/2006/relationships/customXml" Target="../ink/ink73.xml"/><Relationship Id="rId97" Type="http://schemas.openxmlformats.org/officeDocument/2006/relationships/image" Target="../media/image153.png"/><Relationship Id="rId120" Type="http://schemas.openxmlformats.org/officeDocument/2006/relationships/customXml" Target="../ink/ink95.xml"/><Relationship Id="rId141" Type="http://schemas.openxmlformats.org/officeDocument/2006/relationships/image" Target="../media/image175.png"/><Relationship Id="rId162" Type="http://schemas.openxmlformats.org/officeDocument/2006/relationships/customXml" Target="../ink/ink116.xml"/><Relationship Id="rId183" Type="http://schemas.openxmlformats.org/officeDocument/2006/relationships/image" Target="../media/image196.png"/><Relationship Id="rId218" Type="http://schemas.openxmlformats.org/officeDocument/2006/relationships/customXml" Target="../ink/ink144.xml"/><Relationship Id="rId239" Type="http://schemas.openxmlformats.org/officeDocument/2006/relationships/image" Target="../media/image224.png"/><Relationship Id="rId250" Type="http://schemas.openxmlformats.org/officeDocument/2006/relationships/customXml" Target="../ink/ink160.xml"/><Relationship Id="rId271" Type="http://schemas.openxmlformats.org/officeDocument/2006/relationships/image" Target="../media/image240.png"/><Relationship Id="rId24" Type="http://schemas.openxmlformats.org/officeDocument/2006/relationships/customXml" Target="../ink/ink47.xml"/><Relationship Id="rId45" Type="http://schemas.openxmlformats.org/officeDocument/2006/relationships/image" Target="../media/image3210.png"/><Relationship Id="rId66" Type="http://schemas.openxmlformats.org/officeDocument/2006/relationships/customXml" Target="../ink/ink68.xml"/><Relationship Id="rId87" Type="http://schemas.openxmlformats.org/officeDocument/2006/relationships/image" Target="../media/image148.png"/><Relationship Id="rId110" Type="http://schemas.openxmlformats.org/officeDocument/2006/relationships/customXml" Target="../ink/ink90.xml"/><Relationship Id="rId131" Type="http://schemas.openxmlformats.org/officeDocument/2006/relationships/image" Target="../media/image170.png"/><Relationship Id="rId152" Type="http://schemas.openxmlformats.org/officeDocument/2006/relationships/customXml" Target="../ink/ink111.xml"/><Relationship Id="rId173" Type="http://schemas.openxmlformats.org/officeDocument/2006/relationships/image" Target="../media/image191.png"/><Relationship Id="rId194" Type="http://schemas.openxmlformats.org/officeDocument/2006/relationships/customXml" Target="../ink/ink132.xml"/><Relationship Id="rId208" Type="http://schemas.openxmlformats.org/officeDocument/2006/relationships/customXml" Target="../ink/ink139.xml"/><Relationship Id="rId229" Type="http://schemas.openxmlformats.org/officeDocument/2006/relationships/image" Target="../media/image219.png"/><Relationship Id="rId240" Type="http://schemas.openxmlformats.org/officeDocument/2006/relationships/customXml" Target="../ink/ink155.xml"/><Relationship Id="rId261" Type="http://schemas.openxmlformats.org/officeDocument/2006/relationships/image" Target="../media/image235.png"/><Relationship Id="rId14" Type="http://schemas.openxmlformats.org/officeDocument/2006/relationships/image" Target="../media/image3110.png"/><Relationship Id="rId35" Type="http://schemas.openxmlformats.org/officeDocument/2006/relationships/image" Target="../media/image122.png"/><Relationship Id="rId56" Type="http://schemas.openxmlformats.org/officeDocument/2006/relationships/customXml" Target="../ink/ink63.xml"/><Relationship Id="rId77" Type="http://schemas.openxmlformats.org/officeDocument/2006/relationships/image" Target="../media/image48.png"/><Relationship Id="rId100" Type="http://schemas.openxmlformats.org/officeDocument/2006/relationships/customXml" Target="../ink/ink85.xml"/><Relationship Id="rId282" Type="http://schemas.openxmlformats.org/officeDocument/2006/relationships/customXml" Target="../ink/ink176.xml"/><Relationship Id="rId98" Type="http://schemas.openxmlformats.org/officeDocument/2006/relationships/customXml" Target="../ink/ink84.xml"/><Relationship Id="rId121" Type="http://schemas.openxmlformats.org/officeDocument/2006/relationships/image" Target="../media/image165.png"/><Relationship Id="rId142" Type="http://schemas.openxmlformats.org/officeDocument/2006/relationships/customXml" Target="../ink/ink106.xml"/><Relationship Id="rId163" Type="http://schemas.openxmlformats.org/officeDocument/2006/relationships/image" Target="../media/image186.png"/><Relationship Id="rId184" Type="http://schemas.openxmlformats.org/officeDocument/2006/relationships/customXml" Target="../ink/ink127.xml"/><Relationship Id="rId219" Type="http://schemas.openxmlformats.org/officeDocument/2006/relationships/image" Target="../media/image214.png"/><Relationship Id="rId230" Type="http://schemas.openxmlformats.org/officeDocument/2006/relationships/customXml" Target="../ink/ink150.xml"/><Relationship Id="rId251" Type="http://schemas.openxmlformats.org/officeDocument/2006/relationships/image" Target="../media/image230.png"/><Relationship Id="rId25" Type="http://schemas.openxmlformats.org/officeDocument/2006/relationships/image" Target="../media/image118.png"/><Relationship Id="rId46" Type="http://schemas.openxmlformats.org/officeDocument/2006/relationships/customXml" Target="../ink/ink58.xml"/><Relationship Id="rId67" Type="http://schemas.openxmlformats.org/officeDocument/2006/relationships/image" Target="../media/image43.png"/><Relationship Id="rId272" Type="http://schemas.openxmlformats.org/officeDocument/2006/relationships/customXml" Target="../ink/ink171.xml"/><Relationship Id="rId88" Type="http://schemas.openxmlformats.org/officeDocument/2006/relationships/customXml" Target="../ink/ink79.xml"/><Relationship Id="rId111" Type="http://schemas.openxmlformats.org/officeDocument/2006/relationships/image" Target="../media/image160.png"/><Relationship Id="rId132" Type="http://schemas.openxmlformats.org/officeDocument/2006/relationships/customXml" Target="../ink/ink101.xml"/><Relationship Id="rId153" Type="http://schemas.openxmlformats.org/officeDocument/2006/relationships/image" Target="../media/image181.png"/><Relationship Id="rId174" Type="http://schemas.openxmlformats.org/officeDocument/2006/relationships/customXml" Target="../ink/ink122.xml"/><Relationship Id="rId195" Type="http://schemas.openxmlformats.org/officeDocument/2006/relationships/image" Target="../media/image202.png"/><Relationship Id="rId209" Type="http://schemas.openxmlformats.org/officeDocument/2006/relationships/image" Target="../media/image209.png"/><Relationship Id="rId220" Type="http://schemas.openxmlformats.org/officeDocument/2006/relationships/customXml" Target="../ink/ink145.xml"/><Relationship Id="rId241" Type="http://schemas.openxmlformats.org/officeDocument/2006/relationships/image" Target="../media/image225.png"/><Relationship Id="rId15" Type="http://schemas.openxmlformats.org/officeDocument/2006/relationships/customXml" Target="../ink/ink45.xml"/><Relationship Id="rId36" Type="http://schemas.openxmlformats.org/officeDocument/2006/relationships/customXml" Target="../ink/ink53.xml"/><Relationship Id="rId57" Type="http://schemas.openxmlformats.org/officeDocument/2006/relationships/image" Target="../media/image38.png"/><Relationship Id="rId262" Type="http://schemas.openxmlformats.org/officeDocument/2006/relationships/customXml" Target="../ink/ink166.xml"/><Relationship Id="rId283" Type="http://schemas.openxmlformats.org/officeDocument/2006/relationships/image" Target="../media/image246.png"/><Relationship Id="rId78" Type="http://schemas.openxmlformats.org/officeDocument/2006/relationships/customXml" Target="../ink/ink74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122" Type="http://schemas.openxmlformats.org/officeDocument/2006/relationships/customXml" Target="../ink/ink96.xml"/><Relationship Id="rId143" Type="http://schemas.openxmlformats.org/officeDocument/2006/relationships/image" Target="../media/image176.png"/><Relationship Id="rId164" Type="http://schemas.openxmlformats.org/officeDocument/2006/relationships/customXml" Target="../ink/ink117.xml"/><Relationship Id="rId185" Type="http://schemas.openxmlformats.org/officeDocument/2006/relationships/image" Target="../media/image197.png"/><Relationship Id="rId210" Type="http://schemas.openxmlformats.org/officeDocument/2006/relationships/customXml" Target="../ink/ink140.xml"/><Relationship Id="rId26" Type="http://schemas.openxmlformats.org/officeDocument/2006/relationships/customXml" Target="../ink/ink48.xml"/><Relationship Id="rId231" Type="http://schemas.openxmlformats.org/officeDocument/2006/relationships/image" Target="../media/image220.png"/><Relationship Id="rId252" Type="http://schemas.openxmlformats.org/officeDocument/2006/relationships/customXml" Target="../ink/ink161.xml"/><Relationship Id="rId273" Type="http://schemas.openxmlformats.org/officeDocument/2006/relationships/image" Target="../media/image241.png"/><Relationship Id="rId47" Type="http://schemas.openxmlformats.org/officeDocument/2006/relationships/image" Target="../media/image3310.png"/><Relationship Id="rId68" Type="http://schemas.openxmlformats.org/officeDocument/2006/relationships/customXml" Target="../ink/ink69.xml"/><Relationship Id="rId89" Type="http://schemas.openxmlformats.org/officeDocument/2006/relationships/image" Target="../media/image149.png"/><Relationship Id="rId112" Type="http://schemas.openxmlformats.org/officeDocument/2006/relationships/customXml" Target="../ink/ink91.xml"/><Relationship Id="rId133" Type="http://schemas.openxmlformats.org/officeDocument/2006/relationships/image" Target="../media/image171.png"/><Relationship Id="rId154" Type="http://schemas.openxmlformats.org/officeDocument/2006/relationships/customXml" Target="../ink/ink112.xml"/><Relationship Id="rId175" Type="http://schemas.openxmlformats.org/officeDocument/2006/relationships/image" Target="../media/image192.png"/><Relationship Id="rId196" Type="http://schemas.openxmlformats.org/officeDocument/2006/relationships/customXml" Target="../ink/ink133.xml"/><Relationship Id="rId200" Type="http://schemas.openxmlformats.org/officeDocument/2006/relationships/customXml" Target="../ink/ink135.xml"/><Relationship Id="rId221" Type="http://schemas.openxmlformats.org/officeDocument/2006/relationships/image" Target="../media/image215.png"/><Relationship Id="rId242" Type="http://schemas.openxmlformats.org/officeDocument/2006/relationships/customXml" Target="../ink/ink156.xml"/><Relationship Id="rId263" Type="http://schemas.openxmlformats.org/officeDocument/2006/relationships/image" Target="../media/image236.png"/><Relationship Id="rId284" Type="http://schemas.openxmlformats.org/officeDocument/2006/relationships/customXml" Target="../ink/ink177.xml"/><Relationship Id="rId37" Type="http://schemas.openxmlformats.org/officeDocument/2006/relationships/image" Target="../media/image123.png"/><Relationship Id="rId58" Type="http://schemas.openxmlformats.org/officeDocument/2006/relationships/customXml" Target="../ink/ink64.xml"/><Relationship Id="rId79" Type="http://schemas.openxmlformats.org/officeDocument/2006/relationships/image" Target="../media/image49.png"/><Relationship Id="rId102" Type="http://schemas.openxmlformats.org/officeDocument/2006/relationships/customXml" Target="../ink/ink86.xml"/><Relationship Id="rId123" Type="http://schemas.openxmlformats.org/officeDocument/2006/relationships/image" Target="../media/image166.png"/><Relationship Id="rId144" Type="http://schemas.openxmlformats.org/officeDocument/2006/relationships/customXml" Target="../ink/ink107.xml"/><Relationship Id="rId90" Type="http://schemas.openxmlformats.org/officeDocument/2006/relationships/customXml" Target="../ink/ink80.xml"/><Relationship Id="rId165" Type="http://schemas.openxmlformats.org/officeDocument/2006/relationships/image" Target="../media/image187.png"/><Relationship Id="rId186" Type="http://schemas.openxmlformats.org/officeDocument/2006/relationships/customXml" Target="../ink/ink128.xml"/><Relationship Id="rId211" Type="http://schemas.openxmlformats.org/officeDocument/2006/relationships/image" Target="../media/image210.png"/><Relationship Id="rId232" Type="http://schemas.openxmlformats.org/officeDocument/2006/relationships/customXml" Target="../ink/ink151.xml"/><Relationship Id="rId253" Type="http://schemas.openxmlformats.org/officeDocument/2006/relationships/image" Target="../media/image231.png"/><Relationship Id="rId274" Type="http://schemas.openxmlformats.org/officeDocument/2006/relationships/customXml" Target="../ink/ink172.xml"/><Relationship Id="rId27" Type="http://schemas.openxmlformats.org/officeDocument/2006/relationships/image" Target="../media/image119.png"/><Relationship Id="rId48" Type="http://schemas.openxmlformats.org/officeDocument/2006/relationships/customXml" Target="../ink/ink59.xml"/><Relationship Id="rId69" Type="http://schemas.openxmlformats.org/officeDocument/2006/relationships/image" Target="../media/image44.png"/><Relationship Id="rId113" Type="http://schemas.openxmlformats.org/officeDocument/2006/relationships/image" Target="../media/image161.png"/><Relationship Id="rId134" Type="http://schemas.openxmlformats.org/officeDocument/2006/relationships/customXml" Target="../ink/ink102.xml"/><Relationship Id="rId80" Type="http://schemas.openxmlformats.org/officeDocument/2006/relationships/customXml" Target="../ink/ink75.xml"/><Relationship Id="rId155" Type="http://schemas.openxmlformats.org/officeDocument/2006/relationships/image" Target="../media/image182.png"/><Relationship Id="rId176" Type="http://schemas.openxmlformats.org/officeDocument/2006/relationships/customXml" Target="../ink/ink123.xml"/><Relationship Id="rId197" Type="http://schemas.openxmlformats.org/officeDocument/2006/relationships/image" Target="../media/image203.png"/><Relationship Id="rId201" Type="http://schemas.openxmlformats.org/officeDocument/2006/relationships/image" Target="../media/image205.png"/><Relationship Id="rId222" Type="http://schemas.openxmlformats.org/officeDocument/2006/relationships/customXml" Target="../ink/ink146.xml"/><Relationship Id="rId243" Type="http://schemas.openxmlformats.org/officeDocument/2006/relationships/image" Target="../media/image226.png"/><Relationship Id="rId264" Type="http://schemas.openxmlformats.org/officeDocument/2006/relationships/customXml" Target="../ink/ink167.xml"/><Relationship Id="rId285" Type="http://schemas.openxmlformats.org/officeDocument/2006/relationships/image" Target="../media/image247.png"/><Relationship Id="rId38" Type="http://schemas.openxmlformats.org/officeDocument/2006/relationships/customXml" Target="../ink/ink54.xml"/><Relationship Id="rId59" Type="http://schemas.openxmlformats.org/officeDocument/2006/relationships/image" Target="../media/image39.png"/><Relationship Id="rId103" Type="http://schemas.openxmlformats.org/officeDocument/2006/relationships/image" Target="../media/image156.png"/><Relationship Id="rId124" Type="http://schemas.openxmlformats.org/officeDocument/2006/relationships/customXml" Target="../ink/ink97.xml"/><Relationship Id="rId70" Type="http://schemas.openxmlformats.org/officeDocument/2006/relationships/customXml" Target="../ink/ink70.xml"/><Relationship Id="rId91" Type="http://schemas.openxmlformats.org/officeDocument/2006/relationships/image" Target="../media/image150.png"/><Relationship Id="rId145" Type="http://schemas.openxmlformats.org/officeDocument/2006/relationships/image" Target="../media/image177.png"/><Relationship Id="rId166" Type="http://schemas.openxmlformats.org/officeDocument/2006/relationships/customXml" Target="../ink/ink118.xml"/><Relationship Id="rId187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1.xml"/><Relationship Id="rId233" Type="http://schemas.openxmlformats.org/officeDocument/2006/relationships/image" Target="../media/image221.png"/><Relationship Id="rId254" Type="http://schemas.openxmlformats.org/officeDocument/2006/relationships/customXml" Target="../ink/ink162.xml"/><Relationship Id="rId28" Type="http://schemas.openxmlformats.org/officeDocument/2006/relationships/customXml" Target="../ink/ink49.xml"/><Relationship Id="rId49" Type="http://schemas.openxmlformats.org/officeDocument/2006/relationships/image" Target="../media/image345.png"/><Relationship Id="rId114" Type="http://schemas.openxmlformats.org/officeDocument/2006/relationships/customXml" Target="../ink/ink92.xml"/><Relationship Id="rId275" Type="http://schemas.openxmlformats.org/officeDocument/2006/relationships/image" Target="../media/image242.png"/><Relationship Id="rId60" Type="http://schemas.openxmlformats.org/officeDocument/2006/relationships/customXml" Target="../ink/ink65.xml"/><Relationship Id="rId81" Type="http://schemas.openxmlformats.org/officeDocument/2006/relationships/image" Target="../media/image145.png"/><Relationship Id="rId135" Type="http://schemas.openxmlformats.org/officeDocument/2006/relationships/image" Target="../media/image172.png"/><Relationship Id="rId156" Type="http://schemas.openxmlformats.org/officeDocument/2006/relationships/customXml" Target="../ink/ink113.xml"/><Relationship Id="rId177" Type="http://schemas.openxmlformats.org/officeDocument/2006/relationships/image" Target="../media/image193.png"/><Relationship Id="rId198" Type="http://schemas.openxmlformats.org/officeDocument/2006/relationships/customXml" Target="../ink/ink134.xml"/><Relationship Id="rId202" Type="http://schemas.openxmlformats.org/officeDocument/2006/relationships/customXml" Target="../ink/ink136.xml"/><Relationship Id="rId223" Type="http://schemas.openxmlformats.org/officeDocument/2006/relationships/image" Target="../media/image216.png"/><Relationship Id="rId244" Type="http://schemas.openxmlformats.org/officeDocument/2006/relationships/customXml" Target="../ink/ink157.xml"/><Relationship Id="rId39" Type="http://schemas.openxmlformats.org/officeDocument/2006/relationships/image" Target="../media/image124.png"/><Relationship Id="rId265" Type="http://schemas.openxmlformats.org/officeDocument/2006/relationships/image" Target="../media/image237.png"/><Relationship Id="rId286" Type="http://schemas.openxmlformats.org/officeDocument/2006/relationships/customXml" Target="../ink/ink178.xml"/><Relationship Id="rId50" Type="http://schemas.openxmlformats.org/officeDocument/2006/relationships/customXml" Target="../ink/ink60.xml"/><Relationship Id="rId104" Type="http://schemas.openxmlformats.org/officeDocument/2006/relationships/customXml" Target="../ink/ink87.xml"/><Relationship Id="rId125" Type="http://schemas.openxmlformats.org/officeDocument/2006/relationships/image" Target="../media/image167.png"/><Relationship Id="rId146" Type="http://schemas.openxmlformats.org/officeDocument/2006/relationships/customXml" Target="../ink/ink108.xml"/><Relationship Id="rId167" Type="http://schemas.openxmlformats.org/officeDocument/2006/relationships/image" Target="../media/image188.png"/><Relationship Id="rId188" Type="http://schemas.openxmlformats.org/officeDocument/2006/relationships/customXml" Target="../ink/ink129.xml"/><Relationship Id="rId71" Type="http://schemas.openxmlformats.org/officeDocument/2006/relationships/image" Target="../media/image45.png"/><Relationship Id="rId92" Type="http://schemas.openxmlformats.org/officeDocument/2006/relationships/customXml" Target="../ink/ink81.xml"/><Relationship Id="rId213" Type="http://schemas.openxmlformats.org/officeDocument/2006/relationships/image" Target="../media/image211.png"/><Relationship Id="rId234" Type="http://schemas.openxmlformats.org/officeDocument/2006/relationships/customXml" Target="../ink/ink152.xml"/><Relationship Id="rId2" Type="http://schemas.openxmlformats.org/officeDocument/2006/relationships/image" Target="../media/image2.png"/><Relationship Id="rId29" Type="http://schemas.openxmlformats.org/officeDocument/2006/relationships/image" Target="../media/image120.png"/><Relationship Id="rId255" Type="http://schemas.openxmlformats.org/officeDocument/2006/relationships/image" Target="../media/image232.png"/><Relationship Id="rId276" Type="http://schemas.openxmlformats.org/officeDocument/2006/relationships/customXml" Target="../ink/ink173.xml"/><Relationship Id="rId40" Type="http://schemas.openxmlformats.org/officeDocument/2006/relationships/customXml" Target="../ink/ink55.xml"/><Relationship Id="rId115" Type="http://schemas.openxmlformats.org/officeDocument/2006/relationships/image" Target="../media/image162.png"/><Relationship Id="rId136" Type="http://schemas.openxmlformats.org/officeDocument/2006/relationships/customXml" Target="../ink/ink103.xml"/><Relationship Id="rId157" Type="http://schemas.openxmlformats.org/officeDocument/2006/relationships/image" Target="../media/image183.png"/><Relationship Id="rId178" Type="http://schemas.openxmlformats.org/officeDocument/2006/relationships/customXml" Target="../ink/ink124.xml"/><Relationship Id="rId61" Type="http://schemas.openxmlformats.org/officeDocument/2006/relationships/image" Target="../media/image40.png"/><Relationship Id="rId82" Type="http://schemas.openxmlformats.org/officeDocument/2006/relationships/customXml" Target="../ink/ink76.xml"/><Relationship Id="rId199" Type="http://schemas.openxmlformats.org/officeDocument/2006/relationships/image" Target="../media/image204.png"/><Relationship Id="rId203" Type="http://schemas.openxmlformats.org/officeDocument/2006/relationships/image" Target="../media/image206.png"/><Relationship Id="rId224" Type="http://schemas.openxmlformats.org/officeDocument/2006/relationships/customXml" Target="../ink/ink147.xml"/><Relationship Id="rId245" Type="http://schemas.openxmlformats.org/officeDocument/2006/relationships/image" Target="../media/image227.png"/><Relationship Id="rId266" Type="http://schemas.openxmlformats.org/officeDocument/2006/relationships/customXml" Target="../ink/ink168.xml"/><Relationship Id="rId287" Type="http://schemas.openxmlformats.org/officeDocument/2006/relationships/image" Target="../media/image248.png"/><Relationship Id="rId30" Type="http://schemas.openxmlformats.org/officeDocument/2006/relationships/customXml" Target="../ink/ink50.xml"/><Relationship Id="rId105" Type="http://schemas.openxmlformats.org/officeDocument/2006/relationships/image" Target="../media/image157.png"/><Relationship Id="rId126" Type="http://schemas.openxmlformats.org/officeDocument/2006/relationships/customXml" Target="../ink/ink98.xml"/><Relationship Id="rId147" Type="http://schemas.openxmlformats.org/officeDocument/2006/relationships/image" Target="../media/image178.png"/><Relationship Id="rId168" Type="http://schemas.openxmlformats.org/officeDocument/2006/relationships/customXml" Target="../ink/ink119.xml"/><Relationship Id="rId51" Type="http://schemas.openxmlformats.org/officeDocument/2006/relationships/image" Target="../media/image35.png"/><Relationship Id="rId72" Type="http://schemas.openxmlformats.org/officeDocument/2006/relationships/customXml" Target="../ink/ink71.xml"/><Relationship Id="rId93" Type="http://schemas.openxmlformats.org/officeDocument/2006/relationships/image" Target="../media/image151.png"/><Relationship Id="rId189" Type="http://schemas.openxmlformats.org/officeDocument/2006/relationships/image" Target="../media/image50.png"/><Relationship Id="rId3" Type="http://schemas.openxmlformats.org/officeDocument/2006/relationships/customXml" Target="../ink/ink42.xml"/><Relationship Id="rId214" Type="http://schemas.openxmlformats.org/officeDocument/2006/relationships/customXml" Target="../ink/ink142.xml"/><Relationship Id="rId235" Type="http://schemas.openxmlformats.org/officeDocument/2006/relationships/image" Target="../media/image222.png"/><Relationship Id="rId256" Type="http://schemas.openxmlformats.org/officeDocument/2006/relationships/customXml" Target="../ink/ink163.xml"/><Relationship Id="rId277" Type="http://schemas.openxmlformats.org/officeDocument/2006/relationships/image" Target="../media/image243.png"/><Relationship Id="rId116" Type="http://schemas.openxmlformats.org/officeDocument/2006/relationships/customXml" Target="../ink/ink93.xml"/><Relationship Id="rId137" Type="http://schemas.openxmlformats.org/officeDocument/2006/relationships/image" Target="../media/image173.png"/><Relationship Id="rId158" Type="http://schemas.openxmlformats.org/officeDocument/2006/relationships/customXml" Target="../ink/ink114.xml"/><Relationship Id="rId41" Type="http://schemas.openxmlformats.org/officeDocument/2006/relationships/image" Target="../media/image125.png"/><Relationship Id="rId62" Type="http://schemas.openxmlformats.org/officeDocument/2006/relationships/customXml" Target="../ink/ink66.xml"/><Relationship Id="rId83" Type="http://schemas.openxmlformats.org/officeDocument/2006/relationships/image" Target="../media/image146.png"/><Relationship Id="rId179" Type="http://schemas.openxmlformats.org/officeDocument/2006/relationships/image" Target="../media/image194.png"/><Relationship Id="rId190" Type="http://schemas.openxmlformats.org/officeDocument/2006/relationships/customXml" Target="../ink/ink130.xml"/><Relationship Id="rId204" Type="http://schemas.openxmlformats.org/officeDocument/2006/relationships/customXml" Target="../ink/ink137.xml"/><Relationship Id="rId225" Type="http://schemas.openxmlformats.org/officeDocument/2006/relationships/image" Target="../media/image217.png"/><Relationship Id="rId246" Type="http://schemas.openxmlformats.org/officeDocument/2006/relationships/customXml" Target="../ink/ink158.xml"/><Relationship Id="rId267" Type="http://schemas.openxmlformats.org/officeDocument/2006/relationships/image" Target="../media/image238.png"/><Relationship Id="rId288" Type="http://schemas.openxmlformats.org/officeDocument/2006/relationships/customXml" Target="../ink/ink179.xml"/><Relationship Id="rId106" Type="http://schemas.openxmlformats.org/officeDocument/2006/relationships/customXml" Target="../ink/ink88.xml"/><Relationship Id="rId127" Type="http://schemas.openxmlformats.org/officeDocument/2006/relationships/image" Target="../media/image168.png"/><Relationship Id="rId10" Type="http://schemas.openxmlformats.org/officeDocument/2006/relationships/image" Target="../media/image59.png"/><Relationship Id="rId31" Type="http://schemas.openxmlformats.org/officeDocument/2006/relationships/image" Target="../media/image121.png"/><Relationship Id="rId52" Type="http://schemas.openxmlformats.org/officeDocument/2006/relationships/customXml" Target="../ink/ink61.xml"/><Relationship Id="rId73" Type="http://schemas.openxmlformats.org/officeDocument/2006/relationships/image" Target="../media/image46.png"/><Relationship Id="rId94" Type="http://schemas.openxmlformats.org/officeDocument/2006/relationships/customXml" Target="../ink/ink82.xml"/><Relationship Id="rId148" Type="http://schemas.openxmlformats.org/officeDocument/2006/relationships/customXml" Target="../ink/ink109.xml"/><Relationship Id="rId169" Type="http://schemas.openxmlformats.org/officeDocument/2006/relationships/image" Target="../media/image189.png"/><Relationship Id="rId180" Type="http://schemas.openxmlformats.org/officeDocument/2006/relationships/customXml" Target="../ink/ink125.xml"/><Relationship Id="rId215" Type="http://schemas.openxmlformats.org/officeDocument/2006/relationships/image" Target="../media/image212.png"/><Relationship Id="rId236" Type="http://schemas.openxmlformats.org/officeDocument/2006/relationships/customXml" Target="../ink/ink153.xml"/><Relationship Id="rId257" Type="http://schemas.openxmlformats.org/officeDocument/2006/relationships/image" Target="../media/image233.png"/><Relationship Id="rId278" Type="http://schemas.openxmlformats.org/officeDocument/2006/relationships/customXml" Target="../ink/ink174.xml"/><Relationship Id="rId42" Type="http://schemas.openxmlformats.org/officeDocument/2006/relationships/customXml" Target="../ink/ink56.xml"/><Relationship Id="rId84" Type="http://schemas.openxmlformats.org/officeDocument/2006/relationships/customXml" Target="../ink/ink77.xml"/><Relationship Id="rId138" Type="http://schemas.openxmlformats.org/officeDocument/2006/relationships/customXml" Target="../ink/ink104.xml"/><Relationship Id="rId191" Type="http://schemas.openxmlformats.org/officeDocument/2006/relationships/image" Target="../media/image200.png"/><Relationship Id="rId205" Type="http://schemas.openxmlformats.org/officeDocument/2006/relationships/image" Target="../media/image207.png"/><Relationship Id="rId247" Type="http://schemas.openxmlformats.org/officeDocument/2006/relationships/image" Target="../media/image228.png"/><Relationship Id="rId107" Type="http://schemas.openxmlformats.org/officeDocument/2006/relationships/image" Target="../media/image158.png"/><Relationship Id="rId289" Type="http://schemas.openxmlformats.org/officeDocument/2006/relationships/image" Target="../media/image51.png"/><Relationship Id="rId11" Type="http://schemas.openxmlformats.org/officeDocument/2006/relationships/customXml" Target="../ink/ink43.xml"/><Relationship Id="rId53" Type="http://schemas.openxmlformats.org/officeDocument/2006/relationships/image" Target="../media/image36.png"/><Relationship Id="rId149" Type="http://schemas.openxmlformats.org/officeDocument/2006/relationships/image" Target="../media/image179.png"/><Relationship Id="rId95" Type="http://schemas.openxmlformats.org/officeDocument/2006/relationships/image" Target="../media/image152.png"/><Relationship Id="rId160" Type="http://schemas.openxmlformats.org/officeDocument/2006/relationships/customXml" Target="../ink/ink115.xml"/><Relationship Id="rId216" Type="http://schemas.openxmlformats.org/officeDocument/2006/relationships/customXml" Target="../ink/ink1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0.xml"/><Relationship Id="rId12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1.xml"/><Relationship Id="rId10" Type="http://schemas.openxmlformats.org/officeDocument/2006/relationships/image" Target="../media/image5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2.xml"/><Relationship Id="rId12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3.xml"/><Relationship Id="rId10" Type="http://schemas.openxmlformats.org/officeDocument/2006/relationships/image" Target="../media/image5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4.xml"/><Relationship Id="rId12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5.xml"/><Relationship Id="rId10" Type="http://schemas.openxmlformats.org/officeDocument/2006/relationships/image" Target="../media/image591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0.png"/><Relationship Id="rId3" Type="http://schemas.openxmlformats.org/officeDocument/2006/relationships/customXml" Target="../ink/ink186.xml"/><Relationship Id="rId12" Type="http://schemas.openxmlformats.org/officeDocument/2006/relationships/image" Target="../media/image520.png"/><Relationship Id="rId2" Type="http://schemas.openxmlformats.org/officeDocument/2006/relationships/image" Target="../media/image2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12.png"/><Relationship Id="rId15" Type="http://schemas.openxmlformats.org/officeDocument/2006/relationships/customXml" Target="../ink/ink187.xml"/><Relationship Id="rId10" Type="http://schemas.openxmlformats.org/officeDocument/2006/relationships/image" Target="../media/image59.png"/><Relationship Id="rId14" Type="http://schemas.openxmlformats.org/officeDocument/2006/relationships/image" Target="../media/image54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customXml" Target="../ink/ink188.xml"/><Relationship Id="rId12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0.png"/><Relationship Id="rId15" Type="http://schemas.openxmlformats.org/officeDocument/2006/relationships/image" Target="../media/image58.png"/><Relationship Id="rId10" Type="http://schemas.openxmlformats.org/officeDocument/2006/relationships/image" Target="../media/image59.png"/><Relationship Id="rId14" Type="http://schemas.openxmlformats.org/officeDocument/2006/relationships/customXml" Target="../ink/ink189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3" Type="http://schemas.openxmlformats.org/officeDocument/2006/relationships/customXml" Target="../ink/ink190.xml"/><Relationship Id="rId12" Type="http://schemas.openxmlformats.org/officeDocument/2006/relationships/customXml" Target="../ink/ink19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.png"/><Relationship Id="rId10" Type="http://schemas.openxmlformats.org/officeDocument/2006/relationships/image" Target="../media/image5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2.xml"/><Relationship Id="rId12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93.xml"/><Relationship Id="rId10" Type="http://schemas.openxmlformats.org/officeDocument/2006/relationships/image" Target="../media/image59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0.png"/><Relationship Id="rId3" Type="http://schemas.openxmlformats.org/officeDocument/2006/relationships/image" Target="../media/image600.png"/><Relationship Id="rId12" Type="http://schemas.openxmlformats.org/officeDocument/2006/relationships/image" Target="../media/image6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4.png"/><Relationship Id="rId10" Type="http://schemas.openxmlformats.org/officeDocument/2006/relationships/image" Target="../media/image590.png"/><Relationship Id="rId4" Type="http://schemas.openxmlformats.org/officeDocument/2006/relationships/customXml" Target="../ink/ink194.xml"/><Relationship Id="rId1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3" Type="http://schemas.openxmlformats.org/officeDocument/2006/relationships/customXml" Target="../ink/ink195.xml"/><Relationship Id="rId12" Type="http://schemas.openxmlformats.org/officeDocument/2006/relationships/customXml" Target="../ink/ink19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0" Type="http://schemas.openxmlformats.org/officeDocument/2006/relationships/image" Target="../media/image590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9.xml"/><Relationship Id="rId3" Type="http://schemas.openxmlformats.org/officeDocument/2006/relationships/customXml" Target="../ink/ink197.xml"/><Relationship Id="rId12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98.xml"/><Relationship Id="rId10" Type="http://schemas.openxmlformats.org/officeDocument/2006/relationships/image" Target="../media/image590.png"/><Relationship Id="rId1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8.xml"/><Relationship Id="rId21" Type="http://schemas.openxmlformats.org/officeDocument/2006/relationships/image" Target="../media/image72.png"/><Relationship Id="rId42" Type="http://schemas.openxmlformats.org/officeDocument/2006/relationships/customXml" Target="../ink/ink216.xml"/><Relationship Id="rId47" Type="http://schemas.openxmlformats.org/officeDocument/2006/relationships/image" Target="../media/image85.png"/><Relationship Id="rId63" Type="http://schemas.openxmlformats.org/officeDocument/2006/relationships/image" Target="../media/image93.png"/><Relationship Id="rId68" Type="http://schemas.openxmlformats.org/officeDocument/2006/relationships/customXml" Target="../ink/ink229.xml"/><Relationship Id="rId71" Type="http://schemas.openxmlformats.org/officeDocument/2006/relationships/image" Target="../media/image97.png"/><Relationship Id="rId2" Type="http://schemas.openxmlformats.org/officeDocument/2006/relationships/image" Target="../media/image2.png"/><Relationship Id="rId16" Type="http://schemas.openxmlformats.org/officeDocument/2006/relationships/customXml" Target="../ink/ink203.xml"/><Relationship Id="rId29" Type="http://schemas.openxmlformats.org/officeDocument/2006/relationships/image" Target="../media/image76.png"/><Relationship Id="rId11" Type="http://schemas.openxmlformats.org/officeDocument/2006/relationships/image" Target="../media/image70.png"/><Relationship Id="rId24" Type="http://schemas.openxmlformats.org/officeDocument/2006/relationships/customXml" Target="../ink/ink207.xml"/><Relationship Id="rId32" Type="http://schemas.openxmlformats.org/officeDocument/2006/relationships/customXml" Target="../ink/ink211.xml"/><Relationship Id="rId37" Type="http://schemas.openxmlformats.org/officeDocument/2006/relationships/image" Target="../media/image80.png"/><Relationship Id="rId40" Type="http://schemas.openxmlformats.org/officeDocument/2006/relationships/customXml" Target="../ink/ink215.xml"/><Relationship Id="rId45" Type="http://schemas.openxmlformats.org/officeDocument/2006/relationships/image" Target="../media/image84.png"/><Relationship Id="rId53" Type="http://schemas.openxmlformats.org/officeDocument/2006/relationships/image" Target="../media/image88.png"/><Relationship Id="rId58" Type="http://schemas.openxmlformats.org/officeDocument/2006/relationships/customXml" Target="../ink/ink224.xml"/><Relationship Id="rId66" Type="http://schemas.openxmlformats.org/officeDocument/2006/relationships/customXml" Target="../ink/ink228.xml"/><Relationship Id="rId74" Type="http://schemas.openxmlformats.org/officeDocument/2006/relationships/customXml" Target="../ink/ink232.xml"/><Relationship Id="rId61" Type="http://schemas.openxmlformats.org/officeDocument/2006/relationships/image" Target="../media/image92.png"/><Relationship Id="rId19" Type="http://schemas.openxmlformats.org/officeDocument/2006/relationships/image" Target="../media/image71.png"/><Relationship Id="rId14" Type="http://schemas.openxmlformats.org/officeDocument/2006/relationships/customXml" Target="../ink/ink202.xml"/><Relationship Id="rId22" Type="http://schemas.openxmlformats.org/officeDocument/2006/relationships/customXml" Target="../ink/ink206.xml"/><Relationship Id="rId27" Type="http://schemas.openxmlformats.org/officeDocument/2006/relationships/image" Target="../media/image75.png"/><Relationship Id="rId30" Type="http://schemas.openxmlformats.org/officeDocument/2006/relationships/customXml" Target="../ink/ink210.xml"/><Relationship Id="rId35" Type="http://schemas.openxmlformats.org/officeDocument/2006/relationships/image" Target="../media/image79.png"/><Relationship Id="rId43" Type="http://schemas.openxmlformats.org/officeDocument/2006/relationships/image" Target="../media/image83.png"/><Relationship Id="rId48" Type="http://schemas.openxmlformats.org/officeDocument/2006/relationships/customXml" Target="../ink/ink219.xml"/><Relationship Id="rId56" Type="http://schemas.openxmlformats.org/officeDocument/2006/relationships/customXml" Target="../ink/ink223.xml"/><Relationship Id="rId64" Type="http://schemas.openxmlformats.org/officeDocument/2006/relationships/customXml" Target="../ink/ink227.xml"/><Relationship Id="rId69" Type="http://schemas.openxmlformats.org/officeDocument/2006/relationships/image" Target="../media/image96.png"/><Relationship Id="rId51" Type="http://schemas.openxmlformats.org/officeDocument/2006/relationships/image" Target="../media/image87.png"/><Relationship Id="rId72" Type="http://schemas.openxmlformats.org/officeDocument/2006/relationships/customXml" Target="../ink/ink231.xml"/><Relationship Id="rId3" Type="http://schemas.openxmlformats.org/officeDocument/2006/relationships/customXml" Target="../ink/ink200.xml"/><Relationship Id="rId12" Type="http://schemas.openxmlformats.org/officeDocument/2006/relationships/customXml" Target="../ink/ink201.xml"/><Relationship Id="rId17" Type="http://schemas.openxmlformats.org/officeDocument/2006/relationships/image" Target="../media/image70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38" Type="http://schemas.openxmlformats.org/officeDocument/2006/relationships/customXml" Target="../ink/ink214.xml"/><Relationship Id="rId46" Type="http://schemas.openxmlformats.org/officeDocument/2006/relationships/customXml" Target="../ink/ink218.xml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customXml" Target="../ink/ink205.xml"/><Relationship Id="rId41" Type="http://schemas.openxmlformats.org/officeDocument/2006/relationships/image" Target="../media/image82.png"/><Relationship Id="rId54" Type="http://schemas.openxmlformats.org/officeDocument/2006/relationships/customXml" Target="../ink/ink222.xml"/><Relationship Id="rId62" Type="http://schemas.openxmlformats.org/officeDocument/2006/relationships/customXml" Target="../ink/ink226.xml"/><Relationship Id="rId70" Type="http://schemas.openxmlformats.org/officeDocument/2006/relationships/customXml" Target="../ink/ink230.xml"/><Relationship Id="rId75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680.png"/><Relationship Id="rId23" Type="http://schemas.openxmlformats.org/officeDocument/2006/relationships/image" Target="../media/image73.png"/><Relationship Id="rId28" Type="http://schemas.openxmlformats.org/officeDocument/2006/relationships/customXml" Target="../ink/ink209.xml"/><Relationship Id="rId36" Type="http://schemas.openxmlformats.org/officeDocument/2006/relationships/customXml" Target="../ink/ink213.xml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590.png"/><Relationship Id="rId31" Type="http://schemas.openxmlformats.org/officeDocument/2006/relationships/image" Target="../media/image77.png"/><Relationship Id="rId44" Type="http://schemas.openxmlformats.org/officeDocument/2006/relationships/customXml" Target="../ink/ink217.xml"/><Relationship Id="rId52" Type="http://schemas.openxmlformats.org/officeDocument/2006/relationships/customXml" Target="../ink/ink221.xml"/><Relationship Id="rId60" Type="http://schemas.openxmlformats.org/officeDocument/2006/relationships/customXml" Target="../ink/ink225.xml"/><Relationship Id="rId65" Type="http://schemas.openxmlformats.org/officeDocument/2006/relationships/image" Target="../media/image94.png"/><Relationship Id="rId73" Type="http://schemas.openxmlformats.org/officeDocument/2006/relationships/image" Target="../media/image98.png"/><Relationship Id="rId13" Type="http://schemas.openxmlformats.org/officeDocument/2006/relationships/image" Target="../media/image670.png"/><Relationship Id="rId18" Type="http://schemas.openxmlformats.org/officeDocument/2006/relationships/customXml" Target="../ink/ink204.xml"/><Relationship Id="rId39" Type="http://schemas.openxmlformats.org/officeDocument/2006/relationships/image" Target="../media/image81.png"/><Relationship Id="rId34" Type="http://schemas.openxmlformats.org/officeDocument/2006/relationships/customXml" Target="../ink/ink212.xml"/><Relationship Id="rId50" Type="http://schemas.openxmlformats.org/officeDocument/2006/relationships/customXml" Target="../ink/ink220.xml"/><Relationship Id="rId55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3.xml"/><Relationship Id="rId12" Type="http://schemas.openxmlformats.org/officeDocument/2006/relationships/image" Target="../media/image1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4.xml"/><Relationship Id="rId10" Type="http://schemas.openxmlformats.org/officeDocument/2006/relationships/image" Target="../media/image5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6.xml"/><Relationship Id="rId12" Type="http://schemas.openxmlformats.org/officeDocument/2006/relationships/image" Target="../media/image10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7.xml"/><Relationship Id="rId10" Type="http://schemas.openxmlformats.org/officeDocument/2006/relationships/image" Target="../media/image5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8.xml"/><Relationship Id="rId12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9.xml"/><Relationship Id="rId10" Type="http://schemas.openxmlformats.org/officeDocument/2006/relationships/image" Target="../media/image59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1.xml"/><Relationship Id="rId3" Type="http://schemas.openxmlformats.org/officeDocument/2006/relationships/customXml" Target="../ink/ink240.xml"/><Relationship Id="rId12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3.png"/><Relationship Id="rId10" Type="http://schemas.openxmlformats.org/officeDocument/2006/relationships/image" Target="../media/image590.png"/><Relationship Id="rId14" Type="http://schemas.openxmlformats.org/officeDocument/2006/relationships/image" Target="../media/image10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6.png"/><Relationship Id="rId10" Type="http://schemas.openxmlformats.org/officeDocument/2006/relationships/image" Target="../media/image590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3" Type="http://schemas.openxmlformats.org/officeDocument/2006/relationships/customXml" Target="../ink/ink243.xml"/><Relationship Id="rId12" Type="http://schemas.openxmlformats.org/officeDocument/2006/relationships/customXml" Target="../ink/ink24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7.png"/><Relationship Id="rId10" Type="http://schemas.openxmlformats.org/officeDocument/2006/relationships/image" Target="../media/image5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5.xml"/><Relationship Id="rId12" Type="http://schemas.openxmlformats.org/officeDocument/2006/relationships/image" Target="../media/image10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46.xml"/><Relationship Id="rId10" Type="http://schemas.openxmlformats.org/officeDocument/2006/relationships/image" Target="../media/image590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3" Type="http://schemas.openxmlformats.org/officeDocument/2006/relationships/customXml" Target="../ink/ink247.xml"/><Relationship Id="rId12" Type="http://schemas.openxmlformats.org/officeDocument/2006/relationships/customXml" Target="../ink/ink24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0.png"/><Relationship Id="rId10" Type="http://schemas.openxmlformats.org/officeDocument/2006/relationships/image" Target="../media/image5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9.xml"/><Relationship Id="rId12" Type="http://schemas.openxmlformats.org/officeDocument/2006/relationships/image" Target="../media/image1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50.xml"/><Relationship Id="rId10" Type="http://schemas.openxmlformats.org/officeDocument/2006/relationships/image" Target="../media/image590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3" Type="http://schemas.openxmlformats.org/officeDocument/2006/relationships/customXml" Target="../ink/ink251.xml"/><Relationship Id="rId12" Type="http://schemas.openxmlformats.org/officeDocument/2006/relationships/customXml" Target="../ink/ink25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3.png"/><Relationship Id="rId10" Type="http://schemas.openxmlformats.org/officeDocument/2006/relationships/image" Target="../media/image5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54.xml"/><Relationship Id="rId10" Type="http://schemas.openxmlformats.org/officeDocument/2006/relationships/image" Target="../media/image590.png"/><Relationship Id="rId4" Type="http://schemas.openxmlformats.org/officeDocument/2006/relationships/customXml" Target="../ink/ink253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7.xml"/><Relationship Id="rId3" Type="http://schemas.openxmlformats.org/officeDocument/2006/relationships/customXml" Target="../ink/ink255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56.xml"/><Relationship Id="rId10" Type="http://schemas.openxmlformats.org/officeDocument/2006/relationships/image" Target="../media/image590.png"/><Relationship Id="rId14" Type="http://schemas.openxmlformats.org/officeDocument/2006/relationships/image" Target="../media/image115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0.xml"/><Relationship Id="rId3" Type="http://schemas.openxmlformats.org/officeDocument/2006/relationships/customXml" Target="../ink/ink258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59.xml"/><Relationship Id="rId10" Type="http://schemas.openxmlformats.org/officeDocument/2006/relationships/image" Target="../media/image590.png"/><Relationship Id="rId14" Type="http://schemas.openxmlformats.org/officeDocument/2006/relationships/image" Target="../media/image127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png"/><Relationship Id="rId18" Type="http://schemas.openxmlformats.org/officeDocument/2006/relationships/image" Target="../media/image1110.png"/><Relationship Id="rId3" Type="http://schemas.openxmlformats.org/officeDocument/2006/relationships/customXml" Target="../ink/ink261.xml"/><Relationship Id="rId21" Type="http://schemas.openxmlformats.org/officeDocument/2006/relationships/image" Target="../media/image1140.png"/><Relationship Id="rId12" Type="http://schemas.openxmlformats.org/officeDocument/2006/relationships/image" Target="../media/image1060.png"/><Relationship Id="rId17" Type="http://schemas.openxmlformats.org/officeDocument/2006/relationships/image" Target="../media/image1100.png"/><Relationship Id="rId2" Type="http://schemas.openxmlformats.org/officeDocument/2006/relationships/image" Target="../media/image2.png"/><Relationship Id="rId16" Type="http://schemas.openxmlformats.org/officeDocument/2006/relationships/customXml" Target="../ink/ink263.xml"/><Relationship Id="rId20" Type="http://schemas.openxmlformats.org/officeDocument/2006/relationships/image" Target="../media/image113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62.xml"/><Relationship Id="rId15" Type="http://schemas.openxmlformats.org/officeDocument/2006/relationships/image" Target="../media/image1090.png"/><Relationship Id="rId23" Type="http://schemas.openxmlformats.org/officeDocument/2006/relationships/image" Target="../media/image129.png"/><Relationship Id="rId10" Type="http://schemas.openxmlformats.org/officeDocument/2006/relationships/image" Target="../media/image590.png"/><Relationship Id="rId19" Type="http://schemas.openxmlformats.org/officeDocument/2006/relationships/image" Target="../media/image1120.png"/><Relationship Id="rId14" Type="http://schemas.openxmlformats.org/officeDocument/2006/relationships/image" Target="../media/image1080.png"/><Relationship Id="rId22" Type="http://schemas.openxmlformats.org/officeDocument/2006/relationships/customXml" Target="../ink/ink264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png"/><Relationship Id="rId18" Type="http://schemas.openxmlformats.org/officeDocument/2006/relationships/image" Target="../media/image131.png"/><Relationship Id="rId3" Type="http://schemas.openxmlformats.org/officeDocument/2006/relationships/customXml" Target="../ink/ink265.xml"/><Relationship Id="rId21" Type="http://schemas.openxmlformats.org/officeDocument/2006/relationships/customXml" Target="../ink/ink269.xml"/><Relationship Id="rId12" Type="http://schemas.openxmlformats.org/officeDocument/2006/relationships/image" Target="../media/image1060.png"/><Relationship Id="rId17" Type="http://schemas.openxmlformats.org/officeDocument/2006/relationships/image" Target="../media/image1280.png"/><Relationship Id="rId2" Type="http://schemas.openxmlformats.org/officeDocument/2006/relationships/image" Target="../media/image2.png"/><Relationship Id="rId16" Type="http://schemas.openxmlformats.org/officeDocument/2006/relationships/image" Target="../media/image1270.png"/><Relationship Id="rId20" Type="http://schemas.openxmlformats.org/officeDocument/2006/relationships/image" Target="../media/image130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66.xml"/><Relationship Id="rId15" Type="http://schemas.openxmlformats.org/officeDocument/2006/relationships/image" Target="../media/image1100.png"/><Relationship Id="rId10" Type="http://schemas.openxmlformats.org/officeDocument/2006/relationships/image" Target="../media/image590.png"/><Relationship Id="rId19" Type="http://schemas.openxmlformats.org/officeDocument/2006/relationships/customXml" Target="../ink/ink268.xml"/><Relationship Id="rId14" Type="http://schemas.openxmlformats.org/officeDocument/2006/relationships/customXml" Target="../ink/ink267.xml"/><Relationship Id="rId22" Type="http://schemas.openxmlformats.org/officeDocument/2006/relationships/image" Target="../media/image132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3" Type="http://schemas.openxmlformats.org/officeDocument/2006/relationships/customXml" Target="../ink/ink270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6" Type="http://schemas.openxmlformats.org/officeDocument/2006/relationships/image" Target="../media/image133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1.xml"/><Relationship Id="rId15" Type="http://schemas.openxmlformats.org/officeDocument/2006/relationships/customXml" Target="../ink/ink272.xml"/><Relationship Id="rId10" Type="http://schemas.openxmlformats.org/officeDocument/2006/relationships/image" Target="../media/image590.png"/><Relationship Id="rId14" Type="http://schemas.openxmlformats.org/officeDocument/2006/relationships/image" Target="../media/image134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3" Type="http://schemas.openxmlformats.org/officeDocument/2006/relationships/customXml" Target="../ink/ink273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4.xml"/><Relationship Id="rId15" Type="http://schemas.openxmlformats.org/officeDocument/2006/relationships/image" Target="../media/image136.png"/><Relationship Id="rId10" Type="http://schemas.openxmlformats.org/officeDocument/2006/relationships/image" Target="../media/image590.png"/><Relationship Id="rId14" Type="http://schemas.openxmlformats.org/officeDocument/2006/relationships/customXml" Target="../ink/ink275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8.xml"/><Relationship Id="rId3" Type="http://schemas.openxmlformats.org/officeDocument/2006/relationships/customXml" Target="../ink/ink276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7.xml"/><Relationship Id="rId10" Type="http://schemas.openxmlformats.org/officeDocument/2006/relationships/image" Target="../media/image590.png"/><Relationship Id="rId14" Type="http://schemas.openxmlformats.org/officeDocument/2006/relationships/image" Target="../media/image137.png"/></Relationships>
</file>

<file path=ppt/slides/_rels/slide4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9.png"/><Relationship Id="rId21" Type="http://schemas.openxmlformats.org/officeDocument/2006/relationships/image" Target="../media/image360.png"/><Relationship Id="rId42" Type="http://schemas.openxmlformats.org/officeDocument/2006/relationships/customXml" Target="../ink/ink295.xml"/><Relationship Id="rId63" Type="http://schemas.openxmlformats.org/officeDocument/2006/relationships/image" Target="../media/image382.png"/><Relationship Id="rId84" Type="http://schemas.openxmlformats.org/officeDocument/2006/relationships/customXml" Target="../ink/ink316.xml"/><Relationship Id="rId138" Type="http://schemas.openxmlformats.org/officeDocument/2006/relationships/customXml" Target="../ink/ink343.xml"/><Relationship Id="rId159" Type="http://schemas.openxmlformats.org/officeDocument/2006/relationships/image" Target="../media/image433.png"/><Relationship Id="rId170" Type="http://schemas.openxmlformats.org/officeDocument/2006/relationships/customXml" Target="../ink/ink359.xml"/><Relationship Id="rId191" Type="http://schemas.openxmlformats.org/officeDocument/2006/relationships/image" Target="../media/image143.png"/><Relationship Id="rId205" Type="http://schemas.openxmlformats.org/officeDocument/2006/relationships/image" Target="../media/image253.png"/><Relationship Id="rId107" Type="http://schemas.openxmlformats.org/officeDocument/2006/relationships/image" Target="../media/image404.png"/><Relationship Id="rId11" Type="http://schemas.openxmlformats.org/officeDocument/2006/relationships/customXml" Target="../ink/ink280.xml"/><Relationship Id="rId32" Type="http://schemas.openxmlformats.org/officeDocument/2006/relationships/customXml" Target="../ink/ink290.xml"/><Relationship Id="rId53" Type="http://schemas.openxmlformats.org/officeDocument/2006/relationships/image" Target="../media/image376.png"/><Relationship Id="rId74" Type="http://schemas.openxmlformats.org/officeDocument/2006/relationships/customXml" Target="../ink/ink311.xml"/><Relationship Id="rId128" Type="http://schemas.openxmlformats.org/officeDocument/2006/relationships/customXml" Target="../ink/ink338.xml"/><Relationship Id="rId149" Type="http://schemas.openxmlformats.org/officeDocument/2006/relationships/image" Target="../media/image427.png"/><Relationship Id="rId95" Type="http://schemas.openxmlformats.org/officeDocument/2006/relationships/image" Target="../media/image398.png"/><Relationship Id="rId160" Type="http://schemas.openxmlformats.org/officeDocument/2006/relationships/customXml" Target="../ink/ink354.xml"/><Relationship Id="rId181" Type="http://schemas.openxmlformats.org/officeDocument/2006/relationships/image" Target="../media/image138.png"/><Relationship Id="rId216" Type="http://schemas.openxmlformats.org/officeDocument/2006/relationships/image" Target="../media/image258.png"/><Relationship Id="rId22" Type="http://schemas.openxmlformats.org/officeDocument/2006/relationships/customXml" Target="../ink/ink285.xml"/><Relationship Id="rId43" Type="http://schemas.openxmlformats.org/officeDocument/2006/relationships/image" Target="../media/image371.png"/><Relationship Id="rId64" Type="http://schemas.openxmlformats.org/officeDocument/2006/relationships/customXml" Target="../ink/ink306.xml"/><Relationship Id="rId118" Type="http://schemas.openxmlformats.org/officeDocument/2006/relationships/customXml" Target="../ink/ink333.xml"/><Relationship Id="rId139" Type="http://schemas.openxmlformats.org/officeDocument/2006/relationships/image" Target="../media/image422.png"/><Relationship Id="rId85" Type="http://schemas.openxmlformats.org/officeDocument/2006/relationships/image" Target="../media/image393.png"/><Relationship Id="rId150" Type="http://schemas.openxmlformats.org/officeDocument/2006/relationships/customXml" Target="../ink/ink349.xml"/><Relationship Id="rId171" Type="http://schemas.openxmlformats.org/officeDocument/2006/relationships/image" Target="../media/image439.png"/><Relationship Id="rId192" Type="http://schemas.openxmlformats.org/officeDocument/2006/relationships/customXml" Target="../ink/ink370.xml"/><Relationship Id="rId206" Type="http://schemas.openxmlformats.org/officeDocument/2006/relationships/customXml" Target="../ink/ink377.xml"/><Relationship Id="rId12" Type="http://schemas.openxmlformats.org/officeDocument/2006/relationships/image" Target="../media/image1060.png"/><Relationship Id="rId33" Type="http://schemas.openxmlformats.org/officeDocument/2006/relationships/image" Target="../media/image366.png"/><Relationship Id="rId108" Type="http://schemas.openxmlformats.org/officeDocument/2006/relationships/customXml" Target="../ink/ink328.xml"/><Relationship Id="rId129" Type="http://schemas.openxmlformats.org/officeDocument/2006/relationships/image" Target="../media/image416.png"/><Relationship Id="rId54" Type="http://schemas.openxmlformats.org/officeDocument/2006/relationships/customXml" Target="../ink/ink301.xml"/><Relationship Id="rId75" Type="http://schemas.openxmlformats.org/officeDocument/2006/relationships/image" Target="../media/image388.png"/><Relationship Id="rId96" Type="http://schemas.openxmlformats.org/officeDocument/2006/relationships/customXml" Target="../ink/ink322.xml"/><Relationship Id="rId140" Type="http://schemas.openxmlformats.org/officeDocument/2006/relationships/customXml" Target="../ink/ink344.xml"/><Relationship Id="rId161" Type="http://schemas.openxmlformats.org/officeDocument/2006/relationships/image" Target="../media/image434.png"/><Relationship Id="rId182" Type="http://schemas.openxmlformats.org/officeDocument/2006/relationships/customXml" Target="../ink/ink365.xml"/><Relationship Id="rId217" Type="http://schemas.openxmlformats.org/officeDocument/2006/relationships/customXml" Target="../ink/ink383.xml"/><Relationship Id="rId23" Type="http://schemas.openxmlformats.org/officeDocument/2006/relationships/image" Target="../media/image361.png"/><Relationship Id="rId119" Type="http://schemas.openxmlformats.org/officeDocument/2006/relationships/image" Target="../media/image411.png"/><Relationship Id="rId44" Type="http://schemas.openxmlformats.org/officeDocument/2006/relationships/customXml" Target="../ink/ink296.xml"/><Relationship Id="rId65" Type="http://schemas.openxmlformats.org/officeDocument/2006/relationships/image" Target="../media/image383.png"/><Relationship Id="rId86" Type="http://schemas.openxmlformats.org/officeDocument/2006/relationships/customXml" Target="../ink/ink317.xml"/><Relationship Id="rId130" Type="http://schemas.openxmlformats.org/officeDocument/2006/relationships/customXml" Target="../ink/ink339.xml"/><Relationship Id="rId151" Type="http://schemas.openxmlformats.org/officeDocument/2006/relationships/image" Target="../media/image428.png"/><Relationship Id="rId172" Type="http://schemas.openxmlformats.org/officeDocument/2006/relationships/customXml" Target="../ink/ink360.xml"/><Relationship Id="rId193" Type="http://schemas.openxmlformats.org/officeDocument/2006/relationships/image" Target="../media/image144.png"/><Relationship Id="rId207" Type="http://schemas.openxmlformats.org/officeDocument/2006/relationships/image" Target="../media/image254.png"/><Relationship Id="rId13" Type="http://schemas.openxmlformats.org/officeDocument/2006/relationships/customXml" Target="../ink/ink281.xml"/><Relationship Id="rId109" Type="http://schemas.openxmlformats.org/officeDocument/2006/relationships/image" Target="../media/image405.png"/><Relationship Id="rId34" Type="http://schemas.openxmlformats.org/officeDocument/2006/relationships/customXml" Target="../ink/ink291.xml"/><Relationship Id="rId55" Type="http://schemas.openxmlformats.org/officeDocument/2006/relationships/image" Target="../media/image377.png"/><Relationship Id="rId76" Type="http://schemas.openxmlformats.org/officeDocument/2006/relationships/customXml" Target="../ink/ink312.xml"/><Relationship Id="rId97" Type="http://schemas.openxmlformats.org/officeDocument/2006/relationships/image" Target="../media/image399.png"/><Relationship Id="rId120" Type="http://schemas.openxmlformats.org/officeDocument/2006/relationships/customXml" Target="../ink/ink334.xml"/><Relationship Id="rId141" Type="http://schemas.openxmlformats.org/officeDocument/2006/relationships/image" Target="../media/image423.png"/><Relationship Id="rId162" Type="http://schemas.openxmlformats.org/officeDocument/2006/relationships/customXml" Target="../ink/ink355.xml"/><Relationship Id="rId183" Type="http://schemas.openxmlformats.org/officeDocument/2006/relationships/image" Target="../media/image139.png"/><Relationship Id="rId218" Type="http://schemas.openxmlformats.org/officeDocument/2006/relationships/image" Target="../media/image259.png"/><Relationship Id="rId24" Type="http://schemas.openxmlformats.org/officeDocument/2006/relationships/customXml" Target="../ink/ink286.xml"/><Relationship Id="rId45" Type="http://schemas.openxmlformats.org/officeDocument/2006/relationships/image" Target="../media/image372.png"/><Relationship Id="rId66" Type="http://schemas.openxmlformats.org/officeDocument/2006/relationships/customXml" Target="../ink/ink307.xml"/><Relationship Id="rId87" Type="http://schemas.openxmlformats.org/officeDocument/2006/relationships/image" Target="../media/image394.png"/><Relationship Id="rId110" Type="http://schemas.openxmlformats.org/officeDocument/2006/relationships/customXml" Target="../ink/ink329.xml"/><Relationship Id="rId131" Type="http://schemas.openxmlformats.org/officeDocument/2006/relationships/image" Target="../media/image417.png"/><Relationship Id="rId152" Type="http://schemas.openxmlformats.org/officeDocument/2006/relationships/customXml" Target="../ink/ink350.xml"/><Relationship Id="rId173" Type="http://schemas.openxmlformats.org/officeDocument/2006/relationships/image" Target="../media/image441.png"/><Relationship Id="rId194" Type="http://schemas.openxmlformats.org/officeDocument/2006/relationships/customXml" Target="../ink/ink371.xml"/><Relationship Id="rId208" Type="http://schemas.openxmlformats.org/officeDocument/2006/relationships/customXml" Target="../ink/ink378.xml"/><Relationship Id="rId30" Type="http://schemas.openxmlformats.org/officeDocument/2006/relationships/customXml" Target="../ink/ink289.xml"/><Relationship Id="rId35" Type="http://schemas.openxmlformats.org/officeDocument/2006/relationships/image" Target="../media/image367.png"/><Relationship Id="rId56" Type="http://schemas.openxmlformats.org/officeDocument/2006/relationships/customXml" Target="../ink/ink302.xml"/><Relationship Id="rId77" Type="http://schemas.openxmlformats.org/officeDocument/2006/relationships/image" Target="../media/image389.png"/><Relationship Id="rId100" Type="http://schemas.openxmlformats.org/officeDocument/2006/relationships/customXml" Target="../ink/ink324.xml"/><Relationship Id="rId105" Type="http://schemas.openxmlformats.org/officeDocument/2006/relationships/image" Target="../media/image403.png"/><Relationship Id="rId126" Type="http://schemas.openxmlformats.org/officeDocument/2006/relationships/customXml" Target="../ink/ink337.xml"/><Relationship Id="rId147" Type="http://schemas.openxmlformats.org/officeDocument/2006/relationships/image" Target="../media/image426.png"/><Relationship Id="rId168" Type="http://schemas.openxmlformats.org/officeDocument/2006/relationships/customXml" Target="../ink/ink358.xml"/><Relationship Id="rId51" Type="http://schemas.openxmlformats.org/officeDocument/2006/relationships/image" Target="../media/image375.png"/><Relationship Id="rId72" Type="http://schemas.openxmlformats.org/officeDocument/2006/relationships/customXml" Target="../ink/ink310.xml"/><Relationship Id="rId93" Type="http://schemas.openxmlformats.org/officeDocument/2006/relationships/image" Target="../media/image397.png"/><Relationship Id="rId98" Type="http://schemas.openxmlformats.org/officeDocument/2006/relationships/customXml" Target="../ink/ink323.xml"/><Relationship Id="rId121" Type="http://schemas.openxmlformats.org/officeDocument/2006/relationships/image" Target="../media/image412.png"/><Relationship Id="rId142" Type="http://schemas.openxmlformats.org/officeDocument/2006/relationships/customXml" Target="../ink/ink345.xml"/><Relationship Id="rId163" Type="http://schemas.openxmlformats.org/officeDocument/2006/relationships/image" Target="../media/image435.png"/><Relationship Id="rId184" Type="http://schemas.openxmlformats.org/officeDocument/2006/relationships/customXml" Target="../ink/ink366.xml"/><Relationship Id="rId189" Type="http://schemas.openxmlformats.org/officeDocument/2006/relationships/image" Target="../media/image142.png"/><Relationship Id="rId219" Type="http://schemas.openxmlformats.org/officeDocument/2006/relationships/customXml" Target="../ink/ink384.xml"/><Relationship Id="rId3" Type="http://schemas.openxmlformats.org/officeDocument/2006/relationships/customXml" Target="../ink/ink279.xml"/><Relationship Id="rId214" Type="http://schemas.openxmlformats.org/officeDocument/2006/relationships/image" Target="../media/image257.png"/><Relationship Id="rId25" Type="http://schemas.openxmlformats.org/officeDocument/2006/relationships/image" Target="../media/image362.png"/><Relationship Id="rId46" Type="http://schemas.openxmlformats.org/officeDocument/2006/relationships/customXml" Target="../ink/ink297.xml"/><Relationship Id="rId67" Type="http://schemas.openxmlformats.org/officeDocument/2006/relationships/image" Target="../media/image384.png"/><Relationship Id="rId116" Type="http://schemas.openxmlformats.org/officeDocument/2006/relationships/customXml" Target="../ink/ink332.xml"/><Relationship Id="rId137" Type="http://schemas.openxmlformats.org/officeDocument/2006/relationships/image" Target="../media/image421.png"/><Relationship Id="rId158" Type="http://schemas.openxmlformats.org/officeDocument/2006/relationships/customXml" Target="../ink/ink353.xml"/><Relationship Id="rId20" Type="http://schemas.openxmlformats.org/officeDocument/2006/relationships/customXml" Target="../ink/ink284.xml"/><Relationship Id="rId41" Type="http://schemas.openxmlformats.org/officeDocument/2006/relationships/image" Target="../media/image370.png"/><Relationship Id="rId62" Type="http://schemas.openxmlformats.org/officeDocument/2006/relationships/customXml" Target="../ink/ink305.xml"/><Relationship Id="rId83" Type="http://schemas.openxmlformats.org/officeDocument/2006/relationships/image" Target="../media/image392.png"/><Relationship Id="rId88" Type="http://schemas.openxmlformats.org/officeDocument/2006/relationships/customXml" Target="../ink/ink318.xml"/><Relationship Id="rId111" Type="http://schemas.openxmlformats.org/officeDocument/2006/relationships/image" Target="../media/image406.png"/><Relationship Id="rId132" Type="http://schemas.openxmlformats.org/officeDocument/2006/relationships/customXml" Target="../ink/ink340.xml"/><Relationship Id="rId153" Type="http://schemas.openxmlformats.org/officeDocument/2006/relationships/image" Target="../media/image429.png"/><Relationship Id="rId174" Type="http://schemas.openxmlformats.org/officeDocument/2006/relationships/customXml" Target="../ink/ink361.xml"/><Relationship Id="rId179" Type="http://schemas.openxmlformats.org/officeDocument/2006/relationships/image" Target="../media/image1370.png"/><Relationship Id="rId195" Type="http://schemas.openxmlformats.org/officeDocument/2006/relationships/image" Target="../media/image199.png"/><Relationship Id="rId209" Type="http://schemas.openxmlformats.org/officeDocument/2006/relationships/image" Target="../media/image255.png"/><Relationship Id="rId190" Type="http://schemas.openxmlformats.org/officeDocument/2006/relationships/customXml" Target="../ink/ink369.xml"/><Relationship Id="rId204" Type="http://schemas.openxmlformats.org/officeDocument/2006/relationships/customXml" Target="../ink/ink376.xml"/><Relationship Id="rId220" Type="http://schemas.openxmlformats.org/officeDocument/2006/relationships/image" Target="../media/image260.png"/><Relationship Id="rId15" Type="http://schemas.openxmlformats.org/officeDocument/2006/relationships/image" Target="../media/image357.png"/><Relationship Id="rId36" Type="http://schemas.openxmlformats.org/officeDocument/2006/relationships/customXml" Target="../ink/ink292.xml"/><Relationship Id="rId57" Type="http://schemas.openxmlformats.org/officeDocument/2006/relationships/image" Target="../media/image378.png"/><Relationship Id="rId106" Type="http://schemas.openxmlformats.org/officeDocument/2006/relationships/customXml" Target="../ink/ink327.xml"/><Relationship Id="rId127" Type="http://schemas.openxmlformats.org/officeDocument/2006/relationships/image" Target="../media/image415.png"/><Relationship Id="rId10" Type="http://schemas.openxmlformats.org/officeDocument/2006/relationships/image" Target="../media/image590.png"/><Relationship Id="rId31" Type="http://schemas.openxmlformats.org/officeDocument/2006/relationships/image" Target="../media/image365.png"/><Relationship Id="rId52" Type="http://schemas.openxmlformats.org/officeDocument/2006/relationships/customXml" Target="../ink/ink300.xml"/><Relationship Id="rId73" Type="http://schemas.openxmlformats.org/officeDocument/2006/relationships/image" Target="../media/image387.png"/><Relationship Id="rId78" Type="http://schemas.openxmlformats.org/officeDocument/2006/relationships/customXml" Target="../ink/ink313.xml"/><Relationship Id="rId94" Type="http://schemas.openxmlformats.org/officeDocument/2006/relationships/customXml" Target="../ink/ink321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Relationship Id="rId122" Type="http://schemas.openxmlformats.org/officeDocument/2006/relationships/customXml" Target="../ink/ink335.xml"/><Relationship Id="rId143" Type="http://schemas.openxmlformats.org/officeDocument/2006/relationships/image" Target="../media/image424.png"/><Relationship Id="rId148" Type="http://schemas.openxmlformats.org/officeDocument/2006/relationships/customXml" Target="../ink/ink348.xml"/><Relationship Id="rId164" Type="http://schemas.openxmlformats.org/officeDocument/2006/relationships/customXml" Target="../ink/ink356.xml"/><Relationship Id="rId169" Type="http://schemas.openxmlformats.org/officeDocument/2006/relationships/image" Target="../media/image438.png"/><Relationship Id="rId185" Type="http://schemas.openxmlformats.org/officeDocument/2006/relationships/image" Target="../media/image140.png"/><Relationship Id="rId180" Type="http://schemas.openxmlformats.org/officeDocument/2006/relationships/customXml" Target="../ink/ink364.xml"/><Relationship Id="rId210" Type="http://schemas.openxmlformats.org/officeDocument/2006/relationships/customXml" Target="../ink/ink379.xml"/><Relationship Id="rId215" Type="http://schemas.openxmlformats.org/officeDocument/2006/relationships/customXml" Target="../ink/ink382.xml"/><Relationship Id="rId26" Type="http://schemas.openxmlformats.org/officeDocument/2006/relationships/customXml" Target="../ink/ink287.xml"/><Relationship Id="rId47" Type="http://schemas.openxmlformats.org/officeDocument/2006/relationships/image" Target="../media/image373.png"/><Relationship Id="rId68" Type="http://schemas.openxmlformats.org/officeDocument/2006/relationships/customXml" Target="../ink/ink308.xml"/><Relationship Id="rId89" Type="http://schemas.openxmlformats.org/officeDocument/2006/relationships/image" Target="../media/image395.png"/><Relationship Id="rId112" Type="http://schemas.openxmlformats.org/officeDocument/2006/relationships/customXml" Target="../ink/ink330.xml"/><Relationship Id="rId133" Type="http://schemas.openxmlformats.org/officeDocument/2006/relationships/image" Target="../media/image418.png"/><Relationship Id="rId154" Type="http://schemas.openxmlformats.org/officeDocument/2006/relationships/customXml" Target="../ink/ink351.xml"/><Relationship Id="rId175" Type="http://schemas.openxmlformats.org/officeDocument/2006/relationships/image" Target="../media/image1350.png"/><Relationship Id="rId196" Type="http://schemas.openxmlformats.org/officeDocument/2006/relationships/customXml" Target="../ink/ink372.xml"/><Relationship Id="rId200" Type="http://schemas.openxmlformats.org/officeDocument/2006/relationships/customXml" Target="../ink/ink374.xml"/><Relationship Id="rId16" Type="http://schemas.openxmlformats.org/officeDocument/2006/relationships/customXml" Target="../ink/ink282.xml"/><Relationship Id="rId221" Type="http://schemas.openxmlformats.org/officeDocument/2006/relationships/customXml" Target="../ink/ink385.xml"/><Relationship Id="rId37" Type="http://schemas.openxmlformats.org/officeDocument/2006/relationships/image" Target="../media/image368.png"/><Relationship Id="rId58" Type="http://schemas.openxmlformats.org/officeDocument/2006/relationships/customXml" Target="../ink/ink303.xml"/><Relationship Id="rId79" Type="http://schemas.openxmlformats.org/officeDocument/2006/relationships/image" Target="../media/image390.png"/><Relationship Id="rId102" Type="http://schemas.openxmlformats.org/officeDocument/2006/relationships/customXml" Target="../ink/ink325.xml"/><Relationship Id="rId123" Type="http://schemas.openxmlformats.org/officeDocument/2006/relationships/image" Target="../media/image413.png"/><Relationship Id="rId144" Type="http://schemas.openxmlformats.org/officeDocument/2006/relationships/customXml" Target="../ink/ink346.xml"/><Relationship Id="rId90" Type="http://schemas.openxmlformats.org/officeDocument/2006/relationships/customXml" Target="../ink/ink319.xml"/><Relationship Id="rId165" Type="http://schemas.openxmlformats.org/officeDocument/2006/relationships/image" Target="../media/image436.png"/><Relationship Id="rId186" Type="http://schemas.openxmlformats.org/officeDocument/2006/relationships/customXml" Target="../ink/ink367.xml"/><Relationship Id="rId211" Type="http://schemas.openxmlformats.org/officeDocument/2006/relationships/image" Target="../media/image256.png"/><Relationship Id="rId27" Type="http://schemas.openxmlformats.org/officeDocument/2006/relationships/image" Target="../media/image363.png"/><Relationship Id="rId48" Type="http://schemas.openxmlformats.org/officeDocument/2006/relationships/customXml" Target="../ink/ink298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34" Type="http://schemas.openxmlformats.org/officeDocument/2006/relationships/customXml" Target="../ink/ink341.xml"/><Relationship Id="rId80" Type="http://schemas.openxmlformats.org/officeDocument/2006/relationships/customXml" Target="../ink/ink314.xml"/><Relationship Id="rId155" Type="http://schemas.openxmlformats.org/officeDocument/2006/relationships/image" Target="../media/image431.png"/><Relationship Id="rId176" Type="http://schemas.openxmlformats.org/officeDocument/2006/relationships/customXml" Target="../ink/ink362.xml"/><Relationship Id="rId197" Type="http://schemas.openxmlformats.org/officeDocument/2006/relationships/image" Target="../media/image249.png"/><Relationship Id="rId201" Type="http://schemas.openxmlformats.org/officeDocument/2006/relationships/image" Target="../media/image251.png"/><Relationship Id="rId222" Type="http://schemas.openxmlformats.org/officeDocument/2006/relationships/image" Target="../media/image261.png"/><Relationship Id="rId17" Type="http://schemas.openxmlformats.org/officeDocument/2006/relationships/image" Target="../media/image358.png"/><Relationship Id="rId38" Type="http://schemas.openxmlformats.org/officeDocument/2006/relationships/customXml" Target="../ink/ink293.xml"/><Relationship Id="rId59" Type="http://schemas.openxmlformats.org/officeDocument/2006/relationships/image" Target="../media/image379.png"/><Relationship Id="rId103" Type="http://schemas.openxmlformats.org/officeDocument/2006/relationships/image" Target="../media/image402.png"/><Relationship Id="rId124" Type="http://schemas.openxmlformats.org/officeDocument/2006/relationships/customXml" Target="../ink/ink336.xml"/><Relationship Id="rId70" Type="http://schemas.openxmlformats.org/officeDocument/2006/relationships/customXml" Target="../ink/ink309.xml"/><Relationship Id="rId91" Type="http://schemas.openxmlformats.org/officeDocument/2006/relationships/image" Target="../media/image396.png"/><Relationship Id="rId145" Type="http://schemas.openxmlformats.org/officeDocument/2006/relationships/image" Target="../media/image425.png"/><Relationship Id="rId166" Type="http://schemas.openxmlformats.org/officeDocument/2006/relationships/customXml" Target="../ink/ink357.xml"/><Relationship Id="rId187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80.xml"/><Relationship Id="rId28" Type="http://schemas.openxmlformats.org/officeDocument/2006/relationships/customXml" Target="../ink/ink288.xml"/><Relationship Id="rId49" Type="http://schemas.openxmlformats.org/officeDocument/2006/relationships/image" Target="../media/image374.png"/><Relationship Id="rId114" Type="http://schemas.openxmlformats.org/officeDocument/2006/relationships/customXml" Target="../ink/ink331.xml"/><Relationship Id="rId60" Type="http://schemas.openxmlformats.org/officeDocument/2006/relationships/customXml" Target="../ink/ink304.xml"/><Relationship Id="rId81" Type="http://schemas.openxmlformats.org/officeDocument/2006/relationships/image" Target="../media/image391.png"/><Relationship Id="rId135" Type="http://schemas.openxmlformats.org/officeDocument/2006/relationships/image" Target="../media/image419.png"/><Relationship Id="rId156" Type="http://schemas.openxmlformats.org/officeDocument/2006/relationships/customXml" Target="../ink/ink352.xml"/><Relationship Id="rId177" Type="http://schemas.openxmlformats.org/officeDocument/2006/relationships/image" Target="../media/image1360.png"/><Relationship Id="rId198" Type="http://schemas.openxmlformats.org/officeDocument/2006/relationships/customXml" Target="../ink/ink373.xml"/><Relationship Id="rId202" Type="http://schemas.openxmlformats.org/officeDocument/2006/relationships/customXml" Target="../ink/ink375.xml"/><Relationship Id="rId223" Type="http://schemas.openxmlformats.org/officeDocument/2006/relationships/customXml" Target="../ink/ink386.xml"/><Relationship Id="rId18" Type="http://schemas.openxmlformats.org/officeDocument/2006/relationships/customXml" Target="../ink/ink283.xml"/><Relationship Id="rId39" Type="http://schemas.openxmlformats.org/officeDocument/2006/relationships/image" Target="../media/image369.png"/><Relationship Id="rId50" Type="http://schemas.openxmlformats.org/officeDocument/2006/relationships/customXml" Target="../ink/ink299.xml"/><Relationship Id="rId104" Type="http://schemas.openxmlformats.org/officeDocument/2006/relationships/customXml" Target="../ink/ink326.xml"/><Relationship Id="rId125" Type="http://schemas.openxmlformats.org/officeDocument/2006/relationships/image" Target="../media/image414.png"/><Relationship Id="rId146" Type="http://schemas.openxmlformats.org/officeDocument/2006/relationships/customXml" Target="../ink/ink347.xml"/><Relationship Id="rId167" Type="http://schemas.openxmlformats.org/officeDocument/2006/relationships/image" Target="../media/image437.png"/><Relationship Id="rId188" Type="http://schemas.openxmlformats.org/officeDocument/2006/relationships/customXml" Target="../ink/ink368.xml"/><Relationship Id="rId71" Type="http://schemas.openxmlformats.org/officeDocument/2006/relationships/image" Target="../media/image386.png"/><Relationship Id="rId92" Type="http://schemas.openxmlformats.org/officeDocument/2006/relationships/customXml" Target="../ink/ink320.xml"/><Relationship Id="rId213" Type="http://schemas.openxmlformats.org/officeDocument/2006/relationships/customXml" Target="../ink/ink381.xml"/><Relationship Id="rId2" Type="http://schemas.openxmlformats.org/officeDocument/2006/relationships/image" Target="../media/image2.png"/><Relationship Id="rId29" Type="http://schemas.openxmlformats.org/officeDocument/2006/relationships/image" Target="../media/image364.png"/><Relationship Id="rId40" Type="http://schemas.openxmlformats.org/officeDocument/2006/relationships/customXml" Target="../ink/ink294.xml"/><Relationship Id="rId115" Type="http://schemas.openxmlformats.org/officeDocument/2006/relationships/image" Target="../media/image408.png"/><Relationship Id="rId136" Type="http://schemas.openxmlformats.org/officeDocument/2006/relationships/customXml" Target="../ink/ink342.xml"/><Relationship Id="rId157" Type="http://schemas.openxmlformats.org/officeDocument/2006/relationships/image" Target="../media/image432.png"/><Relationship Id="rId178" Type="http://schemas.openxmlformats.org/officeDocument/2006/relationships/customXml" Target="../ink/ink363.xml"/><Relationship Id="rId61" Type="http://schemas.openxmlformats.org/officeDocument/2006/relationships/image" Target="../media/image381.png"/><Relationship Id="rId82" Type="http://schemas.openxmlformats.org/officeDocument/2006/relationships/customXml" Target="../ink/ink315.xml"/><Relationship Id="rId199" Type="http://schemas.openxmlformats.org/officeDocument/2006/relationships/image" Target="../media/image250.png"/><Relationship Id="rId203" Type="http://schemas.openxmlformats.org/officeDocument/2006/relationships/image" Target="../media/image252.png"/><Relationship Id="rId19" Type="http://schemas.openxmlformats.org/officeDocument/2006/relationships/image" Target="../media/image359.png"/><Relationship Id="rId224" Type="http://schemas.openxmlformats.org/officeDocument/2006/relationships/image" Target="../media/image262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89.xml"/><Relationship Id="rId3" Type="http://schemas.openxmlformats.org/officeDocument/2006/relationships/customXml" Target="../ink/ink387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88.xml"/><Relationship Id="rId10" Type="http://schemas.openxmlformats.org/officeDocument/2006/relationships/image" Target="../media/image590.png"/><Relationship Id="rId14" Type="http://schemas.openxmlformats.org/officeDocument/2006/relationships/image" Target="../media/image263.png"/></Relationships>
</file>

<file path=ppt/slides/_rels/slide5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1.png"/><Relationship Id="rId21" Type="http://schemas.openxmlformats.org/officeDocument/2006/relationships/image" Target="../media/image448.png"/><Relationship Id="rId63" Type="http://schemas.openxmlformats.org/officeDocument/2006/relationships/image" Target="../media/image472.png"/><Relationship Id="rId159" Type="http://schemas.openxmlformats.org/officeDocument/2006/relationships/image" Target="../media/image273.png"/><Relationship Id="rId170" Type="http://schemas.openxmlformats.org/officeDocument/2006/relationships/customXml" Target="../ink/ink472.xml"/><Relationship Id="rId226" Type="http://schemas.openxmlformats.org/officeDocument/2006/relationships/customXml" Target="../ink/ink500.xml"/><Relationship Id="rId268" Type="http://schemas.openxmlformats.org/officeDocument/2006/relationships/customXml" Target="../ink/ink521.xml"/><Relationship Id="rId32" Type="http://schemas.openxmlformats.org/officeDocument/2006/relationships/customXml" Target="../ink/ink403.xml"/><Relationship Id="rId74" Type="http://schemas.openxmlformats.org/officeDocument/2006/relationships/customXml" Target="../ink/ink424.xml"/><Relationship Id="rId128" Type="http://schemas.openxmlformats.org/officeDocument/2006/relationships/customXml" Target="../ink/ink451.xml"/><Relationship Id="rId5" Type="http://schemas.openxmlformats.org/officeDocument/2006/relationships/image" Target="../media/image444.png"/><Relationship Id="rId181" Type="http://schemas.openxmlformats.org/officeDocument/2006/relationships/image" Target="../media/image284.png"/><Relationship Id="rId237" Type="http://schemas.openxmlformats.org/officeDocument/2006/relationships/image" Target="../media/image312.png"/><Relationship Id="rId279" Type="http://schemas.openxmlformats.org/officeDocument/2006/relationships/image" Target="../media/image333.png"/><Relationship Id="rId43" Type="http://schemas.openxmlformats.org/officeDocument/2006/relationships/image" Target="../media/image461.png"/><Relationship Id="rId139" Type="http://schemas.openxmlformats.org/officeDocument/2006/relationships/image" Target="../media/image2630.png"/><Relationship Id="rId290" Type="http://schemas.openxmlformats.org/officeDocument/2006/relationships/customXml" Target="../ink/ink532.xml"/><Relationship Id="rId85" Type="http://schemas.openxmlformats.org/officeDocument/2006/relationships/image" Target="../media/image484.png"/><Relationship Id="rId150" Type="http://schemas.openxmlformats.org/officeDocument/2006/relationships/customXml" Target="../ink/ink462.xml"/><Relationship Id="rId192" Type="http://schemas.openxmlformats.org/officeDocument/2006/relationships/customXml" Target="../ink/ink483.xml"/><Relationship Id="rId206" Type="http://schemas.openxmlformats.org/officeDocument/2006/relationships/customXml" Target="../ink/ink490.xml"/><Relationship Id="rId248" Type="http://schemas.openxmlformats.org/officeDocument/2006/relationships/customXml" Target="../ink/ink511.xml"/><Relationship Id="rId12" Type="http://schemas.openxmlformats.org/officeDocument/2006/relationships/image" Target="../media/image1060.png"/><Relationship Id="rId33" Type="http://schemas.openxmlformats.org/officeDocument/2006/relationships/image" Target="../media/image455.png"/><Relationship Id="rId108" Type="http://schemas.openxmlformats.org/officeDocument/2006/relationships/customXml" Target="../ink/ink441.xml"/><Relationship Id="rId129" Type="http://schemas.openxmlformats.org/officeDocument/2006/relationships/image" Target="../media/image507.png"/><Relationship Id="rId280" Type="http://schemas.openxmlformats.org/officeDocument/2006/relationships/customXml" Target="../ink/ink527.xml"/><Relationship Id="rId54" Type="http://schemas.openxmlformats.org/officeDocument/2006/relationships/customXml" Target="../ink/ink414.xml"/><Relationship Id="rId75" Type="http://schemas.openxmlformats.org/officeDocument/2006/relationships/image" Target="../media/image478.png"/><Relationship Id="rId96" Type="http://schemas.openxmlformats.org/officeDocument/2006/relationships/customXml" Target="../ink/ink435.xml"/><Relationship Id="rId140" Type="http://schemas.openxmlformats.org/officeDocument/2006/relationships/customXml" Target="../ink/ink457.xml"/><Relationship Id="rId161" Type="http://schemas.openxmlformats.org/officeDocument/2006/relationships/image" Target="../media/image274.png"/><Relationship Id="rId182" Type="http://schemas.openxmlformats.org/officeDocument/2006/relationships/customXml" Target="../ink/ink478.xml"/><Relationship Id="rId217" Type="http://schemas.openxmlformats.org/officeDocument/2006/relationships/image" Target="../media/image302.png"/><Relationship Id="rId238" Type="http://schemas.openxmlformats.org/officeDocument/2006/relationships/customXml" Target="../ink/ink506.xml"/><Relationship Id="rId259" Type="http://schemas.openxmlformats.org/officeDocument/2006/relationships/image" Target="../media/image323.png"/><Relationship Id="rId23" Type="http://schemas.openxmlformats.org/officeDocument/2006/relationships/image" Target="../media/image449.png"/><Relationship Id="rId119" Type="http://schemas.openxmlformats.org/officeDocument/2006/relationships/image" Target="../media/image502.png"/><Relationship Id="rId270" Type="http://schemas.openxmlformats.org/officeDocument/2006/relationships/customXml" Target="../ink/ink522.xml"/><Relationship Id="rId291" Type="http://schemas.openxmlformats.org/officeDocument/2006/relationships/image" Target="../media/image339.png"/><Relationship Id="rId44" Type="http://schemas.openxmlformats.org/officeDocument/2006/relationships/customXml" Target="../ink/ink409.xml"/><Relationship Id="rId65" Type="http://schemas.openxmlformats.org/officeDocument/2006/relationships/image" Target="../media/image473.png"/><Relationship Id="rId86" Type="http://schemas.openxmlformats.org/officeDocument/2006/relationships/customXml" Target="../ink/ink430.xml"/><Relationship Id="rId130" Type="http://schemas.openxmlformats.org/officeDocument/2006/relationships/customXml" Target="../ink/ink452.xml"/><Relationship Id="rId151" Type="http://schemas.openxmlformats.org/officeDocument/2006/relationships/image" Target="../media/image269.png"/><Relationship Id="rId172" Type="http://schemas.openxmlformats.org/officeDocument/2006/relationships/customXml" Target="../ink/ink473.xml"/><Relationship Id="rId193" Type="http://schemas.openxmlformats.org/officeDocument/2006/relationships/image" Target="../media/image290.png"/><Relationship Id="rId207" Type="http://schemas.openxmlformats.org/officeDocument/2006/relationships/image" Target="../media/image297.png"/><Relationship Id="rId228" Type="http://schemas.openxmlformats.org/officeDocument/2006/relationships/customXml" Target="../ink/ink501.xml"/><Relationship Id="rId249" Type="http://schemas.openxmlformats.org/officeDocument/2006/relationships/image" Target="../media/image318.png"/><Relationship Id="rId13" Type="http://schemas.openxmlformats.org/officeDocument/2006/relationships/customXml" Target="../ink/ink392.xml"/><Relationship Id="rId109" Type="http://schemas.openxmlformats.org/officeDocument/2006/relationships/image" Target="../media/image496.png"/><Relationship Id="rId260" Type="http://schemas.openxmlformats.org/officeDocument/2006/relationships/customXml" Target="../ink/ink517.xml"/><Relationship Id="rId281" Type="http://schemas.openxmlformats.org/officeDocument/2006/relationships/image" Target="../media/image334.png"/><Relationship Id="rId34" Type="http://schemas.openxmlformats.org/officeDocument/2006/relationships/customXml" Target="../ink/ink404.xml"/><Relationship Id="rId55" Type="http://schemas.openxmlformats.org/officeDocument/2006/relationships/image" Target="../media/image467.png"/><Relationship Id="rId76" Type="http://schemas.openxmlformats.org/officeDocument/2006/relationships/customXml" Target="../ink/ink425.xml"/><Relationship Id="rId97" Type="http://schemas.openxmlformats.org/officeDocument/2006/relationships/image" Target="../media/image490.png"/><Relationship Id="rId120" Type="http://schemas.openxmlformats.org/officeDocument/2006/relationships/customXml" Target="../ink/ink447.xml"/><Relationship Id="rId141" Type="http://schemas.openxmlformats.org/officeDocument/2006/relationships/image" Target="../media/image264.png"/><Relationship Id="rId7" Type="http://schemas.openxmlformats.org/officeDocument/2006/relationships/image" Target="../media/image445.png"/><Relationship Id="rId162" Type="http://schemas.openxmlformats.org/officeDocument/2006/relationships/customXml" Target="../ink/ink468.xml"/><Relationship Id="rId183" Type="http://schemas.openxmlformats.org/officeDocument/2006/relationships/image" Target="../media/image285.png"/><Relationship Id="rId218" Type="http://schemas.openxmlformats.org/officeDocument/2006/relationships/customXml" Target="../ink/ink496.xml"/><Relationship Id="rId239" Type="http://schemas.openxmlformats.org/officeDocument/2006/relationships/image" Target="../media/image313.png"/><Relationship Id="rId250" Type="http://schemas.openxmlformats.org/officeDocument/2006/relationships/customXml" Target="../ink/ink512.xml"/><Relationship Id="rId271" Type="http://schemas.openxmlformats.org/officeDocument/2006/relationships/image" Target="../media/image329.png"/><Relationship Id="rId292" Type="http://schemas.openxmlformats.org/officeDocument/2006/relationships/customXml" Target="../ink/ink533.xml"/><Relationship Id="rId24" Type="http://schemas.openxmlformats.org/officeDocument/2006/relationships/customXml" Target="../ink/ink399.xml"/><Relationship Id="rId45" Type="http://schemas.openxmlformats.org/officeDocument/2006/relationships/image" Target="../media/image462.png"/><Relationship Id="rId66" Type="http://schemas.openxmlformats.org/officeDocument/2006/relationships/customXml" Target="../ink/ink420.xml"/><Relationship Id="rId87" Type="http://schemas.openxmlformats.org/officeDocument/2006/relationships/image" Target="../media/image485.png"/><Relationship Id="rId110" Type="http://schemas.openxmlformats.org/officeDocument/2006/relationships/customXml" Target="../ink/ink442.xml"/><Relationship Id="rId131" Type="http://schemas.openxmlformats.org/officeDocument/2006/relationships/image" Target="../media/image508.png"/><Relationship Id="rId152" Type="http://schemas.openxmlformats.org/officeDocument/2006/relationships/customXml" Target="../ink/ink463.xml"/><Relationship Id="rId173" Type="http://schemas.openxmlformats.org/officeDocument/2006/relationships/image" Target="../media/image280.png"/><Relationship Id="rId194" Type="http://schemas.openxmlformats.org/officeDocument/2006/relationships/customXml" Target="../ink/ink484.xml"/><Relationship Id="rId208" Type="http://schemas.openxmlformats.org/officeDocument/2006/relationships/customXml" Target="../ink/ink491.xml"/><Relationship Id="rId229" Type="http://schemas.openxmlformats.org/officeDocument/2006/relationships/image" Target="../media/image308.png"/><Relationship Id="rId240" Type="http://schemas.openxmlformats.org/officeDocument/2006/relationships/customXml" Target="../ink/ink507.xml"/><Relationship Id="rId261" Type="http://schemas.openxmlformats.org/officeDocument/2006/relationships/image" Target="../media/image324.png"/><Relationship Id="rId14" Type="http://schemas.openxmlformats.org/officeDocument/2006/relationships/image" Target="../media/image443.png"/><Relationship Id="rId35" Type="http://schemas.openxmlformats.org/officeDocument/2006/relationships/image" Target="../media/image456.png"/><Relationship Id="rId56" Type="http://schemas.openxmlformats.org/officeDocument/2006/relationships/customXml" Target="../ink/ink415.xml"/><Relationship Id="rId77" Type="http://schemas.openxmlformats.org/officeDocument/2006/relationships/image" Target="../media/image479.png"/><Relationship Id="rId100" Type="http://schemas.openxmlformats.org/officeDocument/2006/relationships/customXml" Target="../ink/ink437.xml"/><Relationship Id="rId282" Type="http://schemas.openxmlformats.org/officeDocument/2006/relationships/customXml" Target="../ink/ink528.xml"/><Relationship Id="rId98" Type="http://schemas.openxmlformats.org/officeDocument/2006/relationships/customXml" Target="../ink/ink436.xml"/><Relationship Id="rId121" Type="http://schemas.openxmlformats.org/officeDocument/2006/relationships/image" Target="../media/image503.png"/><Relationship Id="rId142" Type="http://schemas.openxmlformats.org/officeDocument/2006/relationships/customXml" Target="../ink/ink458.xml"/><Relationship Id="rId163" Type="http://schemas.openxmlformats.org/officeDocument/2006/relationships/image" Target="../media/image275.png"/><Relationship Id="rId184" Type="http://schemas.openxmlformats.org/officeDocument/2006/relationships/customXml" Target="../ink/ink479.xml"/><Relationship Id="rId219" Type="http://schemas.openxmlformats.org/officeDocument/2006/relationships/image" Target="../media/image303.png"/><Relationship Id="rId230" Type="http://schemas.openxmlformats.org/officeDocument/2006/relationships/customXml" Target="../ink/ink502.xml"/><Relationship Id="rId251" Type="http://schemas.openxmlformats.org/officeDocument/2006/relationships/image" Target="../media/image319.png"/><Relationship Id="rId25" Type="http://schemas.openxmlformats.org/officeDocument/2006/relationships/image" Target="../media/image451.png"/><Relationship Id="rId46" Type="http://schemas.openxmlformats.org/officeDocument/2006/relationships/customXml" Target="../ink/ink410.xml"/><Relationship Id="rId67" Type="http://schemas.openxmlformats.org/officeDocument/2006/relationships/image" Target="../media/image474.png"/><Relationship Id="rId272" Type="http://schemas.openxmlformats.org/officeDocument/2006/relationships/customXml" Target="../ink/ink523.xml"/><Relationship Id="rId293" Type="http://schemas.openxmlformats.org/officeDocument/2006/relationships/image" Target="../media/image340.png"/><Relationship Id="rId88" Type="http://schemas.openxmlformats.org/officeDocument/2006/relationships/customXml" Target="../ink/ink431.xml"/><Relationship Id="rId111" Type="http://schemas.openxmlformats.org/officeDocument/2006/relationships/image" Target="../media/image497.png"/><Relationship Id="rId132" Type="http://schemas.openxmlformats.org/officeDocument/2006/relationships/customXml" Target="../ink/ink453.xml"/><Relationship Id="rId153" Type="http://schemas.openxmlformats.org/officeDocument/2006/relationships/image" Target="../media/image270.png"/><Relationship Id="rId174" Type="http://schemas.openxmlformats.org/officeDocument/2006/relationships/customXml" Target="../ink/ink474.xml"/><Relationship Id="rId195" Type="http://schemas.openxmlformats.org/officeDocument/2006/relationships/image" Target="../media/image291.png"/><Relationship Id="rId209" Type="http://schemas.openxmlformats.org/officeDocument/2006/relationships/image" Target="../media/image298.png"/><Relationship Id="rId220" Type="http://schemas.openxmlformats.org/officeDocument/2006/relationships/customXml" Target="../ink/ink497.xml"/><Relationship Id="rId241" Type="http://schemas.openxmlformats.org/officeDocument/2006/relationships/image" Target="../media/image314.png"/><Relationship Id="rId15" Type="http://schemas.openxmlformats.org/officeDocument/2006/relationships/customXml" Target="../ink/ink393.xml"/><Relationship Id="rId36" Type="http://schemas.openxmlformats.org/officeDocument/2006/relationships/customXml" Target="../ink/ink405.xml"/><Relationship Id="rId57" Type="http://schemas.openxmlformats.org/officeDocument/2006/relationships/image" Target="../media/image468.png"/><Relationship Id="rId262" Type="http://schemas.openxmlformats.org/officeDocument/2006/relationships/customXml" Target="../ink/ink518.xml"/><Relationship Id="rId283" Type="http://schemas.openxmlformats.org/officeDocument/2006/relationships/image" Target="../media/image335.png"/><Relationship Id="rId78" Type="http://schemas.openxmlformats.org/officeDocument/2006/relationships/customXml" Target="../ink/ink426.xml"/><Relationship Id="rId99" Type="http://schemas.openxmlformats.org/officeDocument/2006/relationships/image" Target="../media/image491.png"/><Relationship Id="rId101" Type="http://schemas.openxmlformats.org/officeDocument/2006/relationships/image" Target="../media/image492.png"/><Relationship Id="rId122" Type="http://schemas.openxmlformats.org/officeDocument/2006/relationships/customXml" Target="../ink/ink448.xml"/><Relationship Id="rId143" Type="http://schemas.openxmlformats.org/officeDocument/2006/relationships/image" Target="../media/image265.png"/><Relationship Id="rId164" Type="http://schemas.openxmlformats.org/officeDocument/2006/relationships/customXml" Target="../ink/ink469.xml"/><Relationship Id="rId185" Type="http://schemas.openxmlformats.org/officeDocument/2006/relationships/image" Target="../media/image286.png"/><Relationship Id="rId9" Type="http://schemas.openxmlformats.org/officeDocument/2006/relationships/image" Target="../media/image446.png"/><Relationship Id="rId210" Type="http://schemas.openxmlformats.org/officeDocument/2006/relationships/customXml" Target="../ink/ink492.xml"/><Relationship Id="rId26" Type="http://schemas.openxmlformats.org/officeDocument/2006/relationships/customXml" Target="../ink/ink400.xml"/><Relationship Id="rId231" Type="http://schemas.openxmlformats.org/officeDocument/2006/relationships/image" Target="../media/image309.png"/><Relationship Id="rId252" Type="http://schemas.openxmlformats.org/officeDocument/2006/relationships/customXml" Target="../ink/ink513.xml"/><Relationship Id="rId273" Type="http://schemas.openxmlformats.org/officeDocument/2006/relationships/image" Target="../media/image330.png"/><Relationship Id="rId294" Type="http://schemas.openxmlformats.org/officeDocument/2006/relationships/customXml" Target="../ink/ink534.xml"/><Relationship Id="rId47" Type="http://schemas.openxmlformats.org/officeDocument/2006/relationships/image" Target="../media/image463.png"/><Relationship Id="rId68" Type="http://schemas.openxmlformats.org/officeDocument/2006/relationships/customXml" Target="../ink/ink421.xml"/><Relationship Id="rId89" Type="http://schemas.openxmlformats.org/officeDocument/2006/relationships/image" Target="../media/image486.png"/><Relationship Id="rId112" Type="http://schemas.openxmlformats.org/officeDocument/2006/relationships/customXml" Target="../ink/ink443.xml"/><Relationship Id="rId133" Type="http://schemas.openxmlformats.org/officeDocument/2006/relationships/image" Target="../media/image509.png"/><Relationship Id="rId154" Type="http://schemas.openxmlformats.org/officeDocument/2006/relationships/customXml" Target="../ink/ink464.xml"/><Relationship Id="rId175" Type="http://schemas.openxmlformats.org/officeDocument/2006/relationships/image" Target="../media/image281.png"/><Relationship Id="rId196" Type="http://schemas.openxmlformats.org/officeDocument/2006/relationships/customXml" Target="../ink/ink485.xml"/><Relationship Id="rId200" Type="http://schemas.openxmlformats.org/officeDocument/2006/relationships/customXml" Target="../ink/ink487.xml"/><Relationship Id="rId16" Type="http://schemas.openxmlformats.org/officeDocument/2006/relationships/customXml" Target="../ink/ink394.xml"/><Relationship Id="rId221" Type="http://schemas.openxmlformats.org/officeDocument/2006/relationships/image" Target="../media/image304.png"/><Relationship Id="rId242" Type="http://schemas.openxmlformats.org/officeDocument/2006/relationships/customXml" Target="../ink/ink508.xml"/><Relationship Id="rId263" Type="http://schemas.openxmlformats.org/officeDocument/2006/relationships/image" Target="../media/image325.png"/><Relationship Id="rId284" Type="http://schemas.openxmlformats.org/officeDocument/2006/relationships/customXml" Target="../ink/ink529.xml"/><Relationship Id="rId37" Type="http://schemas.openxmlformats.org/officeDocument/2006/relationships/image" Target="../media/image457.png"/><Relationship Id="rId58" Type="http://schemas.openxmlformats.org/officeDocument/2006/relationships/customXml" Target="../ink/ink416.xml"/><Relationship Id="rId79" Type="http://schemas.openxmlformats.org/officeDocument/2006/relationships/image" Target="../media/image481.png"/><Relationship Id="rId102" Type="http://schemas.openxmlformats.org/officeDocument/2006/relationships/customXml" Target="../ink/ink438.xml"/><Relationship Id="rId123" Type="http://schemas.openxmlformats.org/officeDocument/2006/relationships/image" Target="../media/image504.png"/><Relationship Id="rId144" Type="http://schemas.openxmlformats.org/officeDocument/2006/relationships/customXml" Target="../ink/ink459.xml"/><Relationship Id="rId90" Type="http://schemas.openxmlformats.org/officeDocument/2006/relationships/customXml" Target="../ink/ink432.xml"/><Relationship Id="rId165" Type="http://schemas.openxmlformats.org/officeDocument/2006/relationships/image" Target="../media/image276.png"/><Relationship Id="rId186" Type="http://schemas.openxmlformats.org/officeDocument/2006/relationships/customXml" Target="../ink/ink480.xml"/><Relationship Id="rId211" Type="http://schemas.openxmlformats.org/officeDocument/2006/relationships/image" Target="../media/image299.png"/><Relationship Id="rId232" Type="http://schemas.openxmlformats.org/officeDocument/2006/relationships/customXml" Target="../ink/ink503.xml"/><Relationship Id="rId253" Type="http://schemas.openxmlformats.org/officeDocument/2006/relationships/image" Target="../media/image320.png"/><Relationship Id="rId274" Type="http://schemas.openxmlformats.org/officeDocument/2006/relationships/customXml" Target="../ink/ink524.xml"/><Relationship Id="rId295" Type="http://schemas.openxmlformats.org/officeDocument/2006/relationships/image" Target="../media/image341.png"/><Relationship Id="rId27" Type="http://schemas.openxmlformats.org/officeDocument/2006/relationships/image" Target="../media/image452.png"/><Relationship Id="rId48" Type="http://schemas.openxmlformats.org/officeDocument/2006/relationships/customXml" Target="../ink/ink411.xml"/><Relationship Id="rId69" Type="http://schemas.openxmlformats.org/officeDocument/2006/relationships/image" Target="../media/image475.png"/><Relationship Id="rId113" Type="http://schemas.openxmlformats.org/officeDocument/2006/relationships/image" Target="../media/image498.png"/><Relationship Id="rId134" Type="http://schemas.openxmlformats.org/officeDocument/2006/relationships/customXml" Target="../ink/ink454.xml"/><Relationship Id="rId80" Type="http://schemas.openxmlformats.org/officeDocument/2006/relationships/customXml" Target="../ink/ink427.xml"/><Relationship Id="rId155" Type="http://schemas.openxmlformats.org/officeDocument/2006/relationships/image" Target="../media/image271.png"/><Relationship Id="rId176" Type="http://schemas.openxmlformats.org/officeDocument/2006/relationships/customXml" Target="../ink/ink475.xml"/><Relationship Id="rId197" Type="http://schemas.openxmlformats.org/officeDocument/2006/relationships/image" Target="../media/image292.png"/><Relationship Id="rId201" Type="http://schemas.openxmlformats.org/officeDocument/2006/relationships/image" Target="../media/image294.png"/><Relationship Id="rId222" Type="http://schemas.openxmlformats.org/officeDocument/2006/relationships/customXml" Target="../ink/ink498.xml"/><Relationship Id="rId243" Type="http://schemas.openxmlformats.org/officeDocument/2006/relationships/image" Target="../media/image315.png"/><Relationship Id="rId264" Type="http://schemas.openxmlformats.org/officeDocument/2006/relationships/customXml" Target="../ink/ink519.xml"/><Relationship Id="rId285" Type="http://schemas.openxmlformats.org/officeDocument/2006/relationships/image" Target="../media/image336.png"/><Relationship Id="rId17" Type="http://schemas.openxmlformats.org/officeDocument/2006/relationships/customXml" Target="../ink/ink395.xml"/><Relationship Id="rId38" Type="http://schemas.openxmlformats.org/officeDocument/2006/relationships/customXml" Target="../ink/ink406.xml"/><Relationship Id="rId59" Type="http://schemas.openxmlformats.org/officeDocument/2006/relationships/image" Target="../media/image469.png"/><Relationship Id="rId103" Type="http://schemas.openxmlformats.org/officeDocument/2006/relationships/image" Target="../media/image493.png"/><Relationship Id="rId124" Type="http://schemas.openxmlformats.org/officeDocument/2006/relationships/customXml" Target="../ink/ink449.xml"/><Relationship Id="rId70" Type="http://schemas.openxmlformats.org/officeDocument/2006/relationships/customXml" Target="../ink/ink422.xml"/><Relationship Id="rId91" Type="http://schemas.openxmlformats.org/officeDocument/2006/relationships/image" Target="../media/image487.png"/><Relationship Id="rId145" Type="http://schemas.openxmlformats.org/officeDocument/2006/relationships/image" Target="../media/image266.png"/><Relationship Id="rId166" Type="http://schemas.openxmlformats.org/officeDocument/2006/relationships/customXml" Target="../ink/ink470.xml"/><Relationship Id="rId187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93.xml"/><Relationship Id="rId233" Type="http://schemas.openxmlformats.org/officeDocument/2006/relationships/image" Target="../media/image310.png"/><Relationship Id="rId254" Type="http://schemas.openxmlformats.org/officeDocument/2006/relationships/customXml" Target="../ink/ink514.xml"/><Relationship Id="rId28" Type="http://schemas.openxmlformats.org/officeDocument/2006/relationships/customXml" Target="../ink/ink401.xml"/><Relationship Id="rId49" Type="http://schemas.openxmlformats.org/officeDocument/2006/relationships/image" Target="../media/image464.png"/><Relationship Id="rId114" Type="http://schemas.openxmlformats.org/officeDocument/2006/relationships/customXml" Target="../ink/ink444.xml"/><Relationship Id="rId275" Type="http://schemas.openxmlformats.org/officeDocument/2006/relationships/image" Target="../media/image331.png"/><Relationship Id="rId296" Type="http://schemas.openxmlformats.org/officeDocument/2006/relationships/customXml" Target="../ink/ink535.xml"/><Relationship Id="rId60" Type="http://schemas.openxmlformats.org/officeDocument/2006/relationships/customXml" Target="../ink/ink417.xml"/><Relationship Id="rId81" Type="http://schemas.openxmlformats.org/officeDocument/2006/relationships/image" Target="../media/image482.png"/><Relationship Id="rId135" Type="http://schemas.openxmlformats.org/officeDocument/2006/relationships/image" Target="../media/image510.png"/><Relationship Id="rId156" Type="http://schemas.openxmlformats.org/officeDocument/2006/relationships/customXml" Target="../ink/ink465.xml"/><Relationship Id="rId177" Type="http://schemas.openxmlformats.org/officeDocument/2006/relationships/image" Target="../media/image282.png"/><Relationship Id="rId198" Type="http://schemas.openxmlformats.org/officeDocument/2006/relationships/customXml" Target="../ink/ink486.xml"/><Relationship Id="rId202" Type="http://schemas.openxmlformats.org/officeDocument/2006/relationships/customXml" Target="../ink/ink488.xml"/><Relationship Id="rId223" Type="http://schemas.openxmlformats.org/officeDocument/2006/relationships/image" Target="../media/image305.png"/><Relationship Id="rId244" Type="http://schemas.openxmlformats.org/officeDocument/2006/relationships/customXml" Target="../ink/ink509.xml"/><Relationship Id="rId18" Type="http://schemas.openxmlformats.org/officeDocument/2006/relationships/customXml" Target="../ink/ink396.xml"/><Relationship Id="rId39" Type="http://schemas.openxmlformats.org/officeDocument/2006/relationships/image" Target="../media/image458.png"/><Relationship Id="rId265" Type="http://schemas.openxmlformats.org/officeDocument/2006/relationships/image" Target="../media/image326.png"/><Relationship Id="rId286" Type="http://schemas.openxmlformats.org/officeDocument/2006/relationships/customXml" Target="../ink/ink530.xml"/><Relationship Id="rId50" Type="http://schemas.openxmlformats.org/officeDocument/2006/relationships/customXml" Target="../ink/ink412.xml"/><Relationship Id="rId104" Type="http://schemas.openxmlformats.org/officeDocument/2006/relationships/customXml" Target="../ink/ink439.xml"/><Relationship Id="rId125" Type="http://schemas.openxmlformats.org/officeDocument/2006/relationships/image" Target="../media/image505.png"/><Relationship Id="rId146" Type="http://schemas.openxmlformats.org/officeDocument/2006/relationships/customXml" Target="../ink/ink460.xml"/><Relationship Id="rId167" Type="http://schemas.openxmlformats.org/officeDocument/2006/relationships/image" Target="../media/image277.png"/><Relationship Id="rId188" Type="http://schemas.openxmlformats.org/officeDocument/2006/relationships/customXml" Target="../ink/ink481.xml"/><Relationship Id="rId71" Type="http://schemas.openxmlformats.org/officeDocument/2006/relationships/image" Target="../media/image476.png"/><Relationship Id="rId92" Type="http://schemas.openxmlformats.org/officeDocument/2006/relationships/customXml" Target="../ink/ink433.xml"/><Relationship Id="rId213" Type="http://schemas.openxmlformats.org/officeDocument/2006/relationships/image" Target="../media/image300.png"/><Relationship Id="rId234" Type="http://schemas.openxmlformats.org/officeDocument/2006/relationships/customXml" Target="../ink/ink504.xml"/><Relationship Id="rId2" Type="http://schemas.openxmlformats.org/officeDocument/2006/relationships/image" Target="../media/image2.png"/><Relationship Id="rId29" Type="http://schemas.openxmlformats.org/officeDocument/2006/relationships/image" Target="../media/image453.png"/><Relationship Id="rId255" Type="http://schemas.openxmlformats.org/officeDocument/2006/relationships/image" Target="../media/image321.png"/><Relationship Id="rId276" Type="http://schemas.openxmlformats.org/officeDocument/2006/relationships/customXml" Target="../ink/ink525.xml"/><Relationship Id="rId297" Type="http://schemas.openxmlformats.org/officeDocument/2006/relationships/image" Target="../media/image342.png"/><Relationship Id="rId40" Type="http://schemas.openxmlformats.org/officeDocument/2006/relationships/customXml" Target="../ink/ink407.xml"/><Relationship Id="rId115" Type="http://schemas.openxmlformats.org/officeDocument/2006/relationships/image" Target="../media/image499.png"/><Relationship Id="rId136" Type="http://schemas.openxmlformats.org/officeDocument/2006/relationships/customXml" Target="../ink/ink455.xml"/><Relationship Id="rId157" Type="http://schemas.openxmlformats.org/officeDocument/2006/relationships/image" Target="../media/image272.png"/><Relationship Id="rId178" Type="http://schemas.openxmlformats.org/officeDocument/2006/relationships/customXml" Target="../ink/ink476.xml"/><Relationship Id="rId61" Type="http://schemas.openxmlformats.org/officeDocument/2006/relationships/image" Target="../media/image471.png"/><Relationship Id="rId82" Type="http://schemas.openxmlformats.org/officeDocument/2006/relationships/customXml" Target="../ink/ink428.xml"/><Relationship Id="rId199" Type="http://schemas.openxmlformats.org/officeDocument/2006/relationships/image" Target="../media/image293.png"/><Relationship Id="rId203" Type="http://schemas.openxmlformats.org/officeDocument/2006/relationships/image" Target="../media/image295.png"/><Relationship Id="rId19" Type="http://schemas.openxmlformats.org/officeDocument/2006/relationships/image" Target="../media/image447.png"/><Relationship Id="rId224" Type="http://schemas.openxmlformats.org/officeDocument/2006/relationships/customXml" Target="../ink/ink499.xml"/><Relationship Id="rId245" Type="http://schemas.openxmlformats.org/officeDocument/2006/relationships/image" Target="../media/image316.png"/><Relationship Id="rId266" Type="http://schemas.openxmlformats.org/officeDocument/2006/relationships/customXml" Target="../ink/ink520.xml"/><Relationship Id="rId287" Type="http://schemas.openxmlformats.org/officeDocument/2006/relationships/image" Target="../media/image337.png"/><Relationship Id="rId30" Type="http://schemas.openxmlformats.org/officeDocument/2006/relationships/customXml" Target="../ink/ink402.xml"/><Relationship Id="rId105" Type="http://schemas.openxmlformats.org/officeDocument/2006/relationships/image" Target="../media/image494.png"/><Relationship Id="rId126" Type="http://schemas.openxmlformats.org/officeDocument/2006/relationships/customXml" Target="../ink/ink450.xml"/><Relationship Id="rId147" Type="http://schemas.openxmlformats.org/officeDocument/2006/relationships/image" Target="../media/image267.png"/><Relationship Id="rId168" Type="http://schemas.openxmlformats.org/officeDocument/2006/relationships/customXml" Target="../ink/ink471.xml"/><Relationship Id="rId51" Type="http://schemas.openxmlformats.org/officeDocument/2006/relationships/image" Target="../media/image465.png"/><Relationship Id="rId72" Type="http://schemas.openxmlformats.org/officeDocument/2006/relationships/customXml" Target="../ink/ink423.xml"/><Relationship Id="rId93" Type="http://schemas.openxmlformats.org/officeDocument/2006/relationships/image" Target="../media/image488.png"/><Relationship Id="rId189" Type="http://schemas.openxmlformats.org/officeDocument/2006/relationships/image" Target="../media/image288.png"/><Relationship Id="rId3" Type="http://schemas.openxmlformats.org/officeDocument/2006/relationships/customXml" Target="../ink/ink390.xml"/><Relationship Id="rId214" Type="http://schemas.openxmlformats.org/officeDocument/2006/relationships/customXml" Target="../ink/ink494.xml"/><Relationship Id="rId235" Type="http://schemas.openxmlformats.org/officeDocument/2006/relationships/image" Target="../media/image311.png"/><Relationship Id="rId256" Type="http://schemas.openxmlformats.org/officeDocument/2006/relationships/customXml" Target="../ink/ink515.xml"/><Relationship Id="rId277" Type="http://schemas.openxmlformats.org/officeDocument/2006/relationships/image" Target="../media/image332.png"/><Relationship Id="rId116" Type="http://schemas.openxmlformats.org/officeDocument/2006/relationships/customXml" Target="../ink/ink445.xml"/><Relationship Id="rId137" Type="http://schemas.openxmlformats.org/officeDocument/2006/relationships/image" Target="../media/image2620.png"/><Relationship Id="rId158" Type="http://schemas.openxmlformats.org/officeDocument/2006/relationships/customXml" Target="../ink/ink466.xml"/><Relationship Id="rId20" Type="http://schemas.openxmlformats.org/officeDocument/2006/relationships/customXml" Target="../ink/ink397.xml"/><Relationship Id="rId41" Type="http://schemas.openxmlformats.org/officeDocument/2006/relationships/image" Target="../media/image459.png"/><Relationship Id="rId62" Type="http://schemas.openxmlformats.org/officeDocument/2006/relationships/customXml" Target="../ink/ink418.xml"/><Relationship Id="rId83" Type="http://schemas.openxmlformats.org/officeDocument/2006/relationships/image" Target="../media/image483.png"/><Relationship Id="rId179" Type="http://schemas.openxmlformats.org/officeDocument/2006/relationships/image" Target="../media/image283.png"/><Relationship Id="rId190" Type="http://schemas.openxmlformats.org/officeDocument/2006/relationships/customXml" Target="../ink/ink482.xml"/><Relationship Id="rId204" Type="http://schemas.openxmlformats.org/officeDocument/2006/relationships/customXml" Target="../ink/ink489.xml"/><Relationship Id="rId225" Type="http://schemas.openxmlformats.org/officeDocument/2006/relationships/image" Target="../media/image306.png"/><Relationship Id="rId246" Type="http://schemas.openxmlformats.org/officeDocument/2006/relationships/customXml" Target="../ink/ink510.xml"/><Relationship Id="rId267" Type="http://schemas.openxmlformats.org/officeDocument/2006/relationships/image" Target="../media/image327.png"/><Relationship Id="rId288" Type="http://schemas.openxmlformats.org/officeDocument/2006/relationships/customXml" Target="../ink/ink531.xml"/><Relationship Id="rId106" Type="http://schemas.openxmlformats.org/officeDocument/2006/relationships/customXml" Target="../ink/ink440.xml"/><Relationship Id="rId127" Type="http://schemas.openxmlformats.org/officeDocument/2006/relationships/image" Target="../media/image506.png"/><Relationship Id="rId10" Type="http://schemas.openxmlformats.org/officeDocument/2006/relationships/image" Target="../media/image590.png"/><Relationship Id="rId31" Type="http://schemas.openxmlformats.org/officeDocument/2006/relationships/image" Target="../media/image454.png"/><Relationship Id="rId52" Type="http://schemas.openxmlformats.org/officeDocument/2006/relationships/customXml" Target="../ink/ink413.xml"/><Relationship Id="rId73" Type="http://schemas.openxmlformats.org/officeDocument/2006/relationships/image" Target="../media/image477.png"/><Relationship Id="rId94" Type="http://schemas.openxmlformats.org/officeDocument/2006/relationships/customXml" Target="../ink/ink434.xml"/><Relationship Id="rId148" Type="http://schemas.openxmlformats.org/officeDocument/2006/relationships/customXml" Target="../ink/ink461.xml"/><Relationship Id="rId169" Type="http://schemas.openxmlformats.org/officeDocument/2006/relationships/image" Target="../media/image278.png"/><Relationship Id="rId180" Type="http://schemas.openxmlformats.org/officeDocument/2006/relationships/customXml" Target="../ink/ink477.xml"/><Relationship Id="rId215" Type="http://schemas.openxmlformats.org/officeDocument/2006/relationships/image" Target="../media/image301.png"/><Relationship Id="rId236" Type="http://schemas.openxmlformats.org/officeDocument/2006/relationships/customXml" Target="../ink/ink505.xml"/><Relationship Id="rId257" Type="http://schemas.openxmlformats.org/officeDocument/2006/relationships/image" Target="../media/image322.png"/><Relationship Id="rId278" Type="http://schemas.openxmlformats.org/officeDocument/2006/relationships/customXml" Target="../ink/ink526.xml"/><Relationship Id="rId42" Type="http://schemas.openxmlformats.org/officeDocument/2006/relationships/customXml" Target="../ink/ink408.xml"/><Relationship Id="rId84" Type="http://schemas.openxmlformats.org/officeDocument/2006/relationships/customXml" Target="../ink/ink429.xml"/><Relationship Id="rId138" Type="http://schemas.openxmlformats.org/officeDocument/2006/relationships/customXml" Target="../ink/ink456.xml"/><Relationship Id="rId191" Type="http://schemas.openxmlformats.org/officeDocument/2006/relationships/image" Target="../media/image289.png"/><Relationship Id="rId205" Type="http://schemas.openxmlformats.org/officeDocument/2006/relationships/image" Target="../media/image296.png"/><Relationship Id="rId247" Type="http://schemas.openxmlformats.org/officeDocument/2006/relationships/image" Target="../media/image317.png"/><Relationship Id="rId107" Type="http://schemas.openxmlformats.org/officeDocument/2006/relationships/image" Target="../media/image495.png"/><Relationship Id="rId289" Type="http://schemas.openxmlformats.org/officeDocument/2006/relationships/image" Target="../media/image338.png"/><Relationship Id="rId11" Type="http://schemas.openxmlformats.org/officeDocument/2006/relationships/customXml" Target="../ink/ink391.xml"/><Relationship Id="rId53" Type="http://schemas.openxmlformats.org/officeDocument/2006/relationships/image" Target="../media/image466.png"/><Relationship Id="rId149" Type="http://schemas.openxmlformats.org/officeDocument/2006/relationships/image" Target="../media/image268.png"/><Relationship Id="rId95" Type="http://schemas.openxmlformats.org/officeDocument/2006/relationships/image" Target="../media/image489.png"/><Relationship Id="rId160" Type="http://schemas.openxmlformats.org/officeDocument/2006/relationships/customXml" Target="../ink/ink467.xml"/><Relationship Id="rId216" Type="http://schemas.openxmlformats.org/officeDocument/2006/relationships/customXml" Target="../ink/ink495.xml"/><Relationship Id="rId258" Type="http://schemas.openxmlformats.org/officeDocument/2006/relationships/customXml" Target="../ink/ink516.xml"/><Relationship Id="rId22" Type="http://schemas.openxmlformats.org/officeDocument/2006/relationships/customXml" Target="../ink/ink398.xml"/><Relationship Id="rId64" Type="http://schemas.openxmlformats.org/officeDocument/2006/relationships/customXml" Target="../ink/ink419.xml"/><Relationship Id="rId118" Type="http://schemas.openxmlformats.org/officeDocument/2006/relationships/customXml" Target="../ink/ink446.xml"/><Relationship Id="rId171" Type="http://schemas.openxmlformats.org/officeDocument/2006/relationships/image" Target="../media/image279.png"/><Relationship Id="rId227" Type="http://schemas.openxmlformats.org/officeDocument/2006/relationships/image" Target="../media/image307.png"/><Relationship Id="rId269" Type="http://schemas.openxmlformats.org/officeDocument/2006/relationships/image" Target="../media/image328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8.xml"/><Relationship Id="rId3" Type="http://schemas.openxmlformats.org/officeDocument/2006/relationships/customXml" Target="../ink/ink536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37.xml"/><Relationship Id="rId10" Type="http://schemas.openxmlformats.org/officeDocument/2006/relationships/image" Target="../media/image590.png"/><Relationship Id="rId14" Type="http://schemas.openxmlformats.org/officeDocument/2006/relationships/image" Target="../media/image343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41.xml"/><Relationship Id="rId3" Type="http://schemas.openxmlformats.org/officeDocument/2006/relationships/customXml" Target="../ink/ink539.xml"/><Relationship Id="rId12" Type="http://schemas.openxmlformats.org/officeDocument/2006/relationships/image" Target="../media/image10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40.xml"/><Relationship Id="rId10" Type="http://schemas.openxmlformats.org/officeDocument/2006/relationships/image" Target="../media/image590.png"/><Relationship Id="rId14" Type="http://schemas.openxmlformats.org/officeDocument/2006/relationships/image" Target="../media/image3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WEEK 5 </a:t>
            </a: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Transistor Amplifiers – Frequency Response</a:t>
            </a:r>
            <a:endParaRPr lang="en-AU" sz="28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>
                <a:latin typeface="Arial Black" panose="020B0A04020102020204" pitchFamily="34" charset="0"/>
              </a:rPr>
              <a:t>Dr. </a:t>
            </a:r>
            <a:r>
              <a:rPr lang="en-AU" b="1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/>
          </a:p>
          <a:p>
            <a:endParaRPr lang="en-AU" sz="1600"/>
          </a:p>
          <a:p>
            <a:endParaRPr lang="en-AU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765E1BC-5EFE-BC58-1CCC-A5013FA68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75057"/>
              </p:ext>
            </p:extLst>
          </p:nvPr>
        </p:nvGraphicFramePr>
        <p:xfrm>
          <a:off x="2831718" y="505781"/>
          <a:ext cx="5832186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410461" imgH="4886274" progId="Visio.Drawing.15">
                  <p:embed/>
                </p:oleObj>
              </mc:Choice>
              <mc:Fallback>
                <p:oleObj name="Visio" r:id="rId3" imgW="9410461" imgH="4886274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765E1BC-5EFE-BC58-1CCC-A5013FA681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718" y="505781"/>
                        <a:ext cx="5832186" cy="3024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9E6ECC3D-0826-93AF-0847-39FE66337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12" y="3353370"/>
            <a:ext cx="5328592" cy="23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244929-E0F3-4F10-92A9-001700C3DA62}"/>
                  </a:ext>
                </a:extLst>
              </p14:cNvPr>
              <p14:cNvContentPartPr/>
              <p14:nvPr/>
            </p14:nvContentPartPr>
            <p14:xfrm>
              <a:off x="4110840" y="3361320"/>
              <a:ext cx="7821000" cy="254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244929-E0F3-4F10-92A9-001700C3DA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1480" y="3351960"/>
                <a:ext cx="7839720" cy="256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L</a:t>
            </a:r>
            <a:r>
              <a:rPr lang="en-AU" sz="3600" b="1">
                <a:latin typeface="Arial Black" panose="020B0A04020102020204" pitchFamily="34" charset="0"/>
              </a:rPr>
              <a:t>earning Outcomes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66304"/>
            <a:ext cx="11960469" cy="5460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At the end of this week, you will be able to</a:t>
            </a:r>
          </a:p>
          <a:p>
            <a:pPr marL="0" indent="0"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Explain and apply short and open circuit time constant methods.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the lower and higher cut off frequencies of  amplifier circuits.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Explain and apply Miller Theorem and Miller’s effect in frequency analysis of amplifier circuits.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Improve frequency response amplifiers by minimizing Miller’s effect.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BJT transistor and its relationship with parasitic capacitances.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0C4059-ECFD-892E-EE43-CCB9F6B7BA1D}"/>
                  </a:ext>
                </a:extLst>
              </p14:cNvPr>
              <p14:cNvContentPartPr/>
              <p14:nvPr/>
            </p14:nvContentPartPr>
            <p14:xfrm>
              <a:off x="2473200" y="1509840"/>
              <a:ext cx="3102480" cy="1132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0C4059-ECFD-892E-EE43-CCB9F6B7BA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3840" y="1500480"/>
                <a:ext cx="3121200" cy="115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At low frequency, apply short circuit time constant method </a:t>
            </a:r>
          </a:p>
          <a:p>
            <a:pPr marL="927100" marR="673100" lvl="2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       is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pole of the gain function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is short-circuit time constant associated with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is the effective resistance seen by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when all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i≠j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are short circuited and independent sources are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disabled.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Hence, the sum of the poles equals the sum of the reciprocals of the short-circuit time constants.  Each of the terms ( ’s) is found for the specific capacitance in isolation,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the other capacitances are short circuited.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DACA3-1D9E-EE3F-3263-5B179EC9EFCF}"/>
                  </a:ext>
                </a:extLst>
              </p:cNvPr>
              <p:cNvSpPr/>
              <p:nvPr/>
            </p:nvSpPr>
            <p:spPr>
              <a:xfrm>
                <a:off x="1798601" y="976125"/>
                <a:ext cx="6912768" cy="1162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AU" sz="3200" b="0" i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3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32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32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DACA3-1D9E-EE3F-3263-5B179EC9E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01" y="976125"/>
                <a:ext cx="6912768" cy="1162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D01F8E-6696-22BA-5C3F-506CF9B6B9CC}"/>
                  </a:ext>
                </a:extLst>
              </p:cNvPr>
              <p:cNvSpPr/>
              <p:nvPr/>
            </p:nvSpPr>
            <p:spPr>
              <a:xfrm>
                <a:off x="682425" y="2519296"/>
                <a:ext cx="1884880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js</m:t>
                          </m:r>
                        </m:sub>
                      </m:sSub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js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D01F8E-6696-22BA-5C3F-506CF9B6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25" y="2519296"/>
                <a:ext cx="1884880" cy="563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9E279E0-E626-DB82-E049-88A667AED9B8}"/>
                  </a:ext>
                </a:extLst>
              </p:cNvPr>
              <p:cNvSpPr/>
              <p:nvPr/>
            </p:nvSpPr>
            <p:spPr>
              <a:xfrm>
                <a:off x="1733985" y="2949640"/>
                <a:ext cx="864096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js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9E279E0-E626-DB82-E049-88A667AED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985" y="2949640"/>
                <a:ext cx="864096" cy="5631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2E5940B-EFC3-CCDD-6CF6-275A3C1E608F}"/>
                  </a:ext>
                </a:extLst>
              </p:cNvPr>
              <p:cNvSpPr/>
              <p:nvPr/>
            </p:nvSpPr>
            <p:spPr>
              <a:xfrm>
                <a:off x="1834719" y="2131023"/>
                <a:ext cx="579047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2E5940B-EFC3-CCDD-6CF6-275A3C1E6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719" y="2131023"/>
                <a:ext cx="579047" cy="5631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FB57F2-D9B8-4CCA-82E9-83795CE8AA96}"/>
                  </a:ext>
                </a:extLst>
              </p:cNvPr>
              <p:cNvSpPr/>
              <p:nvPr/>
            </p:nvSpPr>
            <p:spPr>
              <a:xfrm>
                <a:off x="8573365" y="4743067"/>
                <a:ext cx="4060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800">
                          <a:latin typeface="Cambria Math"/>
                          <a:ea typeface="Cambria Math"/>
                        </a:rPr>
                        <m:t>τ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FB57F2-D9B8-4CCA-82E9-83795CE8AA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365" y="4743067"/>
                <a:ext cx="40604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 dominant-pole approximation can be made if the highest-frequency     pole is separated from the next pole or zero by at least two octaves (i.e., a factor of 4)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LOW FREQUENCY analysis, if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is the dominant pole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p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(poles widely separated)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If the response is not dominated by a single pole, a good design procedure is to assume that the sum of poles is  1.15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191DFC-0F76-1DDC-0511-B09D2A569C58}"/>
                  </a:ext>
                </a:extLst>
              </p:cNvPr>
              <p:cNvSpPr/>
              <p:nvPr/>
            </p:nvSpPr>
            <p:spPr>
              <a:xfrm>
                <a:off x="2205000" y="3182730"/>
                <a:ext cx="3053104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191DFC-0F76-1DDC-0511-B09D2A569C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000" y="3182730"/>
                <a:ext cx="3053104" cy="10294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57B1E-09E5-94B3-78F6-5CF58B9264BF}"/>
                  </a:ext>
                </a:extLst>
              </p:cNvPr>
              <p:cNvSpPr/>
              <p:nvPr/>
            </p:nvSpPr>
            <p:spPr>
              <a:xfrm>
                <a:off x="5228989" y="3121080"/>
                <a:ext cx="3053104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L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57B1E-09E5-94B3-78F6-5CF58B926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89" y="3121080"/>
                <a:ext cx="3053104" cy="102944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21E264-D79E-5864-5425-2B96CDB17F99}"/>
                  </a:ext>
                </a:extLst>
              </p:cNvPr>
              <p:cNvSpPr/>
              <p:nvPr/>
            </p:nvSpPr>
            <p:spPr>
              <a:xfrm>
                <a:off x="2701549" y="5277056"/>
                <a:ext cx="4008272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1.15</m:t>
                      </m:r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L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21E264-D79E-5864-5425-2B96CDB17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549" y="5277056"/>
                <a:ext cx="4008272" cy="10294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77B21D-718B-D7A2-FB59-2869D7B34AB8}"/>
                  </a:ext>
                </a:extLst>
              </p14:cNvPr>
              <p14:cNvContentPartPr/>
              <p14:nvPr/>
            </p14:nvContentPartPr>
            <p14:xfrm>
              <a:off x="675720" y="2930760"/>
              <a:ext cx="11026080" cy="3537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77B21D-718B-D7A2-FB59-2869D7B34A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6360" y="2921400"/>
                <a:ext cx="11044800" cy="355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773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low frequency characteristics of an amplifier transfer function are due to the capacitances introduced into the circuit by the designer.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Calculate the lower cut off frequency,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E9BBECD6-05BD-3380-3621-E614AA966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038" y="2151144"/>
            <a:ext cx="7366973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AC22F4-60D9-F1D1-CD5F-AD777B187B91}"/>
                  </a:ext>
                </a:extLst>
              </p14:cNvPr>
              <p14:cNvContentPartPr/>
              <p14:nvPr/>
            </p14:nvContentPartPr>
            <p14:xfrm>
              <a:off x="4969800" y="2363400"/>
              <a:ext cx="613440" cy="271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AC22F4-60D9-F1D1-CD5F-AD777B187B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60440" y="2354040"/>
                <a:ext cx="632160" cy="27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38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5A064C-03E9-594C-6CE4-1CE4BBCEC5FB}"/>
                  </a:ext>
                </a:extLst>
              </p14:cNvPr>
              <p14:cNvContentPartPr/>
              <p14:nvPr/>
            </p14:nvContentPartPr>
            <p14:xfrm>
              <a:off x="1333080" y="494280"/>
              <a:ext cx="10506960" cy="592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5A064C-03E9-594C-6CE4-1CE4BBCEC5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3720" y="484920"/>
                <a:ext cx="10525680" cy="59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68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Draw the circuit as its small-signal equivalent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Note that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u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neglected as it simplifies analysis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l-GR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and C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are neglected at low frequency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 estimate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can be obtained by calculating the short-circuit time constant associated with each capacitor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A6449C1-B58C-6324-C1E1-97D7F6F9A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848" y="1853356"/>
            <a:ext cx="6668616" cy="300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70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time constant associated with 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with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circuited.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Switch off the input voltage V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176BC4F3-F983-2B29-7601-CD6D126A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82" y="2059243"/>
            <a:ext cx="6912769" cy="217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A326C9F-752D-8140-BE49-61F0AC864A0A}"/>
              </a:ext>
            </a:extLst>
          </p:cNvPr>
          <p:cNvGrpSpPr/>
          <p:nvPr/>
        </p:nvGrpSpPr>
        <p:grpSpPr>
          <a:xfrm>
            <a:off x="713088" y="2400768"/>
            <a:ext cx="1075320" cy="1484640"/>
            <a:chOff x="713088" y="2400768"/>
            <a:chExt cx="1075320" cy="14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8116D5-1A0F-6B74-059E-AFA6F12DD576}"/>
                    </a:ext>
                  </a:extLst>
                </p14:cNvPr>
                <p14:cNvContentPartPr/>
                <p14:nvPr/>
              </p14:nvContentPartPr>
              <p14:xfrm>
                <a:off x="952488" y="2400768"/>
                <a:ext cx="835920" cy="1287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8116D5-1A0F-6B74-059E-AFA6F12DD5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488" y="2391768"/>
                  <a:ext cx="85356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50247E-D27C-682B-12AF-2F400B96E071}"/>
                    </a:ext>
                  </a:extLst>
                </p14:cNvPr>
                <p14:cNvContentPartPr/>
                <p14:nvPr/>
              </p14:nvContentPartPr>
              <p14:xfrm>
                <a:off x="867888" y="3658968"/>
                <a:ext cx="3240" cy="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50247E-D27C-682B-12AF-2F400B96E0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788" y="3651768"/>
                  <a:ext cx="19116" cy="15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B6760F-2364-94AB-57AE-B4968A2EE627}"/>
                    </a:ext>
                  </a:extLst>
                </p14:cNvPr>
                <p14:cNvContentPartPr/>
                <p14:nvPr/>
              </p14:nvContentPartPr>
              <p14:xfrm>
                <a:off x="713088" y="3584448"/>
                <a:ext cx="477000" cy="66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B6760F-2364-94AB-57AE-B4968A2EE6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4088" y="3575497"/>
                  <a:ext cx="494640" cy="83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2932782-7BAE-EE1D-59EA-E74C7E83B08F}"/>
                    </a:ext>
                  </a:extLst>
                </p14:cNvPr>
                <p14:cNvContentPartPr/>
                <p14:nvPr/>
              </p14:nvContentPartPr>
              <p14:xfrm>
                <a:off x="962928" y="3761208"/>
                <a:ext cx="146520" cy="1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2932782-7BAE-EE1D-59EA-E74C7E83B0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950" y="3752208"/>
                  <a:ext cx="164117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59EB71-6729-7D0F-0672-4D4349EA0E9A}"/>
                    </a:ext>
                  </a:extLst>
                </p14:cNvPr>
                <p14:cNvContentPartPr/>
                <p14:nvPr/>
              </p14:nvContentPartPr>
              <p14:xfrm>
                <a:off x="1055088" y="3822768"/>
                <a:ext cx="16200" cy="62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59EB71-6729-7D0F-0672-4D4349EA0E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6088" y="3813768"/>
                  <a:ext cx="3384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8DDFC12-D12D-0A03-22D3-25C7C9527379}"/>
                  </a:ext>
                </a:extLst>
              </p14:cNvPr>
              <p14:cNvContentPartPr/>
              <p14:nvPr/>
            </p14:nvContentPartPr>
            <p14:xfrm>
              <a:off x="1169928" y="2692368"/>
              <a:ext cx="771840" cy="628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8DDFC12-D12D-0A03-22D3-25C7C95273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60928" y="2683368"/>
                <a:ext cx="789480" cy="6458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3">
            <a:extLst>
              <a:ext uri="{FF2B5EF4-FFF2-40B4-BE49-F238E27FC236}">
                <a16:creationId xmlns:a16="http://schemas.microsoft.com/office/drawing/2014/main" id="{5BAA008B-5D18-8344-124B-AFCDCF60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088" y="4590756"/>
            <a:ext cx="3255632" cy="116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BC0C2A-4676-B315-523F-185D6BDA3B7B}"/>
                  </a:ext>
                </a:extLst>
              </p14:cNvPr>
              <p14:cNvContentPartPr/>
              <p14:nvPr/>
            </p14:nvContentPartPr>
            <p14:xfrm>
              <a:off x="1084320" y="1957680"/>
              <a:ext cx="10900800" cy="399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BC0C2A-4676-B315-523F-185D6BDA3B7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4960" y="1948320"/>
                <a:ext cx="10919520" cy="401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805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42AA50-A245-2EC9-5F1F-498D2A626222}"/>
                  </a:ext>
                </a:extLst>
              </p14:cNvPr>
              <p14:cNvContentPartPr/>
              <p14:nvPr/>
            </p14:nvContentPartPr>
            <p14:xfrm>
              <a:off x="1764288" y="648393"/>
              <a:ext cx="7918560" cy="514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42AA50-A245-2EC9-5F1F-498D2A6262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4928" y="639033"/>
                <a:ext cx="7937280" cy="51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631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CA920B-8EA2-018A-3340-1E1F27BBEFC9}"/>
                  </a:ext>
                </a:extLst>
              </p14:cNvPr>
              <p14:cNvContentPartPr/>
              <p14:nvPr/>
            </p14:nvContentPartPr>
            <p14:xfrm>
              <a:off x="690480" y="353880"/>
              <a:ext cx="11291400" cy="5847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CA920B-8EA2-018A-3340-1E1F27BBEF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1120" y="344520"/>
                <a:ext cx="11310120" cy="58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00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time constant due to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with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and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short circuited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equivalent resistance seen by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found by analyzing the following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C9D863-0EA5-0411-38ED-03909147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26" y="2170001"/>
            <a:ext cx="6410531" cy="2903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984BBB-A7DB-916A-4258-B0CD2636C867}"/>
                  </a:ext>
                </a:extLst>
              </p14:cNvPr>
              <p14:cNvContentPartPr/>
              <p14:nvPr/>
            </p14:nvContentPartPr>
            <p14:xfrm>
              <a:off x="502920" y="1376640"/>
              <a:ext cx="11486160" cy="4841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984BBB-A7DB-916A-4258-B0CD2636C8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3560" y="1367280"/>
                <a:ext cx="11504880" cy="48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092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Assuming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has become infinite to simplify matters ( it has very little effect anyway). The circuit then becomes: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2800D8D9-943C-4F8B-6BB6-E89A394A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42" y="1482496"/>
            <a:ext cx="5208439" cy="32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08EE652-6E57-9528-A86B-3EE5B4F97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76" y="4949802"/>
            <a:ext cx="5334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870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Assuming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has become infinite to simplify matters ( it has very little effect anyway). The circuit then becomes: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2800D8D9-943C-4F8B-6BB6-E89A394A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42" y="1482496"/>
            <a:ext cx="5208439" cy="32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08EE652-6E57-9528-A86B-3EE5B4F97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76" y="4949802"/>
            <a:ext cx="5334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28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89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constant due to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with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and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short-circuited.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01E0493-AC57-DC42-BF3A-3D32889D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30" y="1138863"/>
            <a:ext cx="8148588" cy="2670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1A42438D-6F2F-7802-F308-582BD4B9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32" y="4211952"/>
            <a:ext cx="27241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4A77669-4110-E583-594C-0C67CE734EFB}"/>
                  </a:ext>
                </a:extLst>
              </p14:cNvPr>
              <p14:cNvContentPartPr/>
              <p14:nvPr/>
            </p14:nvContentPartPr>
            <p14:xfrm>
              <a:off x="655920" y="951480"/>
              <a:ext cx="10168200" cy="4662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4A77669-4110-E583-594C-0C67CE734E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560" y="942120"/>
                <a:ext cx="10186920" cy="46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8672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237" y="551495"/>
                <a:ext cx="11867091" cy="551316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Calculating </a:t>
                </a:r>
                <a:r>
                  <a:rPr lang="en-US" sz="3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ω</a:t>
                </a:r>
                <a:r>
                  <a:rPr lang="en-US" sz="3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</a:t>
                </a: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now have terms for each of the three capacitors. This means we can estimate the lower corner frequency for this circuit. Using the definition presented earlier, we have: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L</m:t>
                          </m:r>
                        </m:sub>
                      </m:sSub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000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  <m: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E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  <m: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000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can design for a specific value for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f</a:t>
                </a:r>
                <a:r>
                  <a:rPr lang="en-US" sz="28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by choosing values for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E,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c1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and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c2.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When designing a circuit we make use of the fact that R’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is the smallest resistance and select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so that the term due to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is the dominant pole. In a typical design,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is selected so that we have 1/C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R’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=0.8</a:t>
                </a:r>
                <a:r>
                  <a:rPr lang="el-GR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ω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with the remaining 20% split evenly between the other two terms.</a:t>
                </a:r>
                <a:endParaRPr lang="en-US" sz="28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baseline="-25000" dirty="0">
                  <a:latin typeface="+mn-lt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237" y="551495"/>
                <a:ext cx="11867091" cy="5513168"/>
              </a:xfrm>
              <a:blipFill>
                <a:blip r:embed="rId3"/>
                <a:stretch>
                  <a:fillRect l="-924" t="-2652" r="-12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14:cNvPr>
              <p14:cNvContentPartPr/>
              <p14:nvPr/>
            </p14:nvContentPartPr>
            <p14:xfrm>
              <a:off x="6581448" y="2834208"/>
              <a:ext cx="41760" cy="90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448" y="2825208"/>
                <a:ext cx="594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04AAE5-FA31-637C-3602-F018C0723868}"/>
                  </a:ext>
                </a:extLst>
              </p14:cNvPr>
              <p14:cNvContentPartPr/>
              <p14:nvPr/>
            </p14:nvContentPartPr>
            <p14:xfrm>
              <a:off x="3514680" y="1659600"/>
              <a:ext cx="6779520" cy="3954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04AAE5-FA31-637C-3602-F018C072386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05320" y="1650240"/>
                <a:ext cx="6798240" cy="397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402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 2: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14:cNvPr>
              <p14:cNvContentPartPr/>
              <p14:nvPr/>
            </p14:nvContentPartPr>
            <p14:xfrm>
              <a:off x="6581448" y="2834208"/>
              <a:ext cx="41760" cy="90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448" y="2825208"/>
                <a:ext cx="5940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A1B9177-C73D-2460-DC78-088B93C2CD2F}"/>
              </a:ext>
            </a:extLst>
          </p:cNvPr>
          <p:cNvGrpSpPr/>
          <p:nvPr/>
        </p:nvGrpSpPr>
        <p:grpSpPr>
          <a:xfrm>
            <a:off x="4007640" y="1056600"/>
            <a:ext cx="1609200" cy="333000"/>
            <a:chOff x="2952753" y="632095"/>
            <a:chExt cx="1609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AFD569-DB62-EE3B-55DA-FE01996601A3}"/>
                    </a:ext>
                  </a:extLst>
                </p14:cNvPr>
                <p14:cNvContentPartPr/>
                <p14:nvPr/>
              </p14:nvContentPartPr>
              <p14:xfrm>
                <a:off x="2959593" y="770335"/>
                <a:ext cx="153360" cy="19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A19C72-FD18-4E6E-3B57-AEC3444A33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3593" y="734695"/>
                  <a:ext cx="225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2236D4-FDB9-2662-209A-2E23ABC0D733}"/>
                    </a:ext>
                  </a:extLst>
                </p14:cNvPr>
                <p14:cNvContentPartPr/>
                <p14:nvPr/>
              </p14:nvContentPartPr>
              <p14:xfrm>
                <a:off x="2989473" y="853135"/>
                <a:ext cx="157680" cy="1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A43643C-2C38-D71C-8D08-9BCDFC17DE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53473" y="817135"/>
                  <a:ext cx="229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69139E-AC85-448D-2BFF-D6946D8CF262}"/>
                    </a:ext>
                  </a:extLst>
                </p14:cNvPr>
                <p14:cNvContentPartPr/>
                <p14:nvPr/>
              </p14:nvContentPartPr>
              <p14:xfrm>
                <a:off x="2952753" y="744055"/>
                <a:ext cx="186120" cy="20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3D5820-CD40-03D7-3362-117B1E0E53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7113" y="708055"/>
                  <a:ext cx="257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CB2773-1DEE-9DB4-C19D-220EADE414AF}"/>
                    </a:ext>
                  </a:extLst>
                </p14:cNvPr>
                <p14:cNvContentPartPr/>
                <p14:nvPr/>
              </p14:nvContentPartPr>
              <p14:xfrm>
                <a:off x="3193593" y="771055"/>
                <a:ext cx="105480" cy="160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981DEB-6555-DD64-05A4-230877BC69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7593" y="735055"/>
                  <a:ext cx="177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919B46-02CE-860A-2C5F-8A6C859CE5D0}"/>
                    </a:ext>
                  </a:extLst>
                </p14:cNvPr>
                <p14:cNvContentPartPr/>
                <p14:nvPr/>
              </p14:nvContentPartPr>
              <p14:xfrm>
                <a:off x="3418233" y="708415"/>
                <a:ext cx="46800" cy="25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DF0EC0-8374-D208-9184-D27123B915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2593" y="672775"/>
                  <a:ext cx="1184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201014-9BF6-BDDD-555A-693194151212}"/>
                    </a:ext>
                  </a:extLst>
                </p14:cNvPr>
                <p14:cNvContentPartPr/>
                <p14:nvPr/>
              </p14:nvContentPartPr>
              <p14:xfrm>
                <a:off x="3381153" y="836935"/>
                <a:ext cx="233280" cy="112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BF6956-4771-D9D6-8D02-229CE25DCA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45153" y="801295"/>
                  <a:ext cx="304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20A7C5-3C6B-69C9-37A3-B52580EAC4ED}"/>
                    </a:ext>
                  </a:extLst>
                </p14:cNvPr>
                <p14:cNvContentPartPr/>
                <p14:nvPr/>
              </p14:nvContentPartPr>
              <p14:xfrm>
                <a:off x="3619833" y="71777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53602-3EBD-1876-5666-C0624254CB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193" y="68213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293EB4-4703-1AA0-1FD6-E207A95585B1}"/>
                    </a:ext>
                  </a:extLst>
                </p14:cNvPr>
                <p14:cNvContentPartPr/>
                <p14:nvPr/>
              </p14:nvContentPartPr>
              <p14:xfrm>
                <a:off x="3695433" y="632095"/>
                <a:ext cx="654480" cy="28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7149C1-5EC7-0841-DCB4-3394A8290A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59433" y="596095"/>
                  <a:ext cx="726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CB172E-97D4-0FE2-1FD4-1D997508968E}"/>
                    </a:ext>
                  </a:extLst>
                </p14:cNvPr>
                <p14:cNvContentPartPr/>
                <p14:nvPr/>
              </p14:nvContentPartPr>
              <p14:xfrm>
                <a:off x="4147593" y="708775"/>
                <a:ext cx="414360" cy="165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359881A-046A-0BB8-3257-E95EBA6D99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11593" y="673135"/>
                  <a:ext cx="48600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2F73EE-7C24-640D-85A3-24B2DA9691F3}"/>
              </a:ext>
            </a:extLst>
          </p:cNvPr>
          <p:cNvGrpSpPr/>
          <p:nvPr/>
        </p:nvGrpSpPr>
        <p:grpSpPr>
          <a:xfrm>
            <a:off x="5846520" y="1034640"/>
            <a:ext cx="386640" cy="406440"/>
            <a:chOff x="4791633" y="610135"/>
            <a:chExt cx="38664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6CDA49-61A6-14FB-78C5-B301F9CCABD7}"/>
                    </a:ext>
                  </a:extLst>
                </p14:cNvPr>
                <p14:cNvContentPartPr/>
                <p14:nvPr/>
              </p14:nvContentPartPr>
              <p14:xfrm>
                <a:off x="4840593" y="610135"/>
                <a:ext cx="162360" cy="327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B1C45C-DA2E-357D-E286-23028864FA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04593" y="574495"/>
                  <a:ext cx="2340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49A20BD-DB4C-62D2-3544-2FA9F6350169}"/>
                    </a:ext>
                  </a:extLst>
                </p14:cNvPr>
                <p14:cNvContentPartPr/>
                <p14:nvPr/>
              </p14:nvContentPartPr>
              <p14:xfrm>
                <a:off x="4791633" y="757735"/>
                <a:ext cx="223200" cy="29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6B1AD1-1DB3-3002-AD2F-6373FE2008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55633" y="722095"/>
                  <a:ext cx="294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62C363-AB89-9A36-39F4-A2688C87EA57}"/>
                    </a:ext>
                  </a:extLst>
                </p14:cNvPr>
                <p14:cNvContentPartPr/>
                <p14:nvPr/>
              </p14:nvContentPartPr>
              <p14:xfrm>
                <a:off x="4977393" y="880855"/>
                <a:ext cx="200880" cy="135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1C4BD8-A273-8922-380B-5F30CF820D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1393" y="845215"/>
                  <a:ext cx="27252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4855E47-9F34-8674-3B0A-9D63C459A593}"/>
                  </a:ext>
                </a:extLst>
              </p14:cNvPr>
              <p14:cNvContentPartPr/>
              <p14:nvPr/>
            </p14:nvContentPartPr>
            <p14:xfrm>
              <a:off x="3186840" y="2482560"/>
              <a:ext cx="186480" cy="228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4855E47-9F34-8674-3B0A-9D63C459A59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50840" y="2446560"/>
                <a:ext cx="2581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3EEF0DD-DB18-73D4-7B06-807E95A793BC}"/>
                  </a:ext>
                </a:extLst>
              </p14:cNvPr>
              <p14:cNvContentPartPr/>
              <p14:nvPr/>
            </p14:nvContentPartPr>
            <p14:xfrm>
              <a:off x="3389880" y="2644560"/>
              <a:ext cx="68040" cy="190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3EEF0DD-DB18-73D4-7B06-807E95A793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53880" y="2608560"/>
                <a:ext cx="1396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E4E85D6-B6D1-D3C1-A985-CAE3F8861B29}"/>
                  </a:ext>
                </a:extLst>
              </p14:cNvPr>
              <p14:cNvContentPartPr/>
              <p14:nvPr/>
            </p14:nvContentPartPr>
            <p14:xfrm>
              <a:off x="2163000" y="3314520"/>
              <a:ext cx="105120" cy="15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E4E85D6-B6D1-D3C1-A985-CAE3F8861B2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27000" y="3278520"/>
                <a:ext cx="1767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5496C0A-D52B-7D00-6C1D-D7F08CB085EF}"/>
                  </a:ext>
                </a:extLst>
              </p14:cNvPr>
              <p14:cNvContentPartPr/>
              <p14:nvPr/>
            </p14:nvContentPartPr>
            <p14:xfrm>
              <a:off x="2023680" y="3223440"/>
              <a:ext cx="1194120" cy="264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5496C0A-D52B-7D00-6C1D-D7F08CB085E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87669" y="3187440"/>
                <a:ext cx="1265782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FB123A0-4687-0578-0B8A-E818979025C6}"/>
                  </a:ext>
                </a:extLst>
              </p14:cNvPr>
              <p14:cNvContentPartPr/>
              <p14:nvPr/>
            </p14:nvContentPartPr>
            <p14:xfrm>
              <a:off x="3270000" y="3076920"/>
              <a:ext cx="32400" cy="536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FB123A0-4687-0578-0B8A-E818979025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34000" y="3040920"/>
                <a:ext cx="104040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1E99B8D-F240-C56B-02B7-23A9C44E88E9}"/>
                  </a:ext>
                </a:extLst>
              </p14:cNvPr>
              <p14:cNvContentPartPr/>
              <p14:nvPr/>
            </p14:nvContentPartPr>
            <p14:xfrm>
              <a:off x="3458280" y="3077280"/>
              <a:ext cx="30600" cy="494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1E99B8D-F240-C56B-02B7-23A9C44E88E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22280" y="3041280"/>
                <a:ext cx="10224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4CA40BC-EC87-09AE-F9F2-F62D5E24DD15}"/>
                  </a:ext>
                </a:extLst>
              </p14:cNvPr>
              <p14:cNvContentPartPr/>
              <p14:nvPr/>
            </p14:nvContentPartPr>
            <p14:xfrm>
              <a:off x="3509040" y="3347280"/>
              <a:ext cx="504720" cy="18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4CA40BC-EC87-09AE-F9F2-F62D5E24DD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73040" y="3311280"/>
                <a:ext cx="5763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F7826C2-D0E0-4568-CFD2-B1D4457BDF57}"/>
                  </a:ext>
                </a:extLst>
              </p14:cNvPr>
              <p14:cNvContentPartPr/>
              <p14:nvPr/>
            </p14:nvContentPartPr>
            <p14:xfrm>
              <a:off x="2234280" y="3655080"/>
              <a:ext cx="181800" cy="264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F7826C2-D0E0-4568-CFD2-B1D4457BDF5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98280" y="3619129"/>
                <a:ext cx="253440" cy="335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947743-B2BF-5759-7C2A-CB19D5C4B64F}"/>
                  </a:ext>
                </a:extLst>
              </p14:cNvPr>
              <p14:cNvContentPartPr/>
              <p14:nvPr/>
            </p14:nvContentPartPr>
            <p14:xfrm>
              <a:off x="2502480" y="3683160"/>
              <a:ext cx="23760" cy="261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947743-B2BF-5759-7C2A-CB19D5C4B64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65926" y="3647110"/>
                <a:ext cx="96502" cy="333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99AE303-0F03-D92D-D378-03A40ACC58F8}"/>
                  </a:ext>
                </a:extLst>
              </p14:cNvPr>
              <p14:cNvContentPartPr/>
              <p14:nvPr/>
            </p14:nvContentPartPr>
            <p14:xfrm>
              <a:off x="2537040" y="3744000"/>
              <a:ext cx="99000" cy="160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99AE303-0F03-D92D-D378-03A40ACC58F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500909" y="3708000"/>
                <a:ext cx="170901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54A67EA-CFDA-61A3-692F-BF5B1443E864}"/>
                  </a:ext>
                </a:extLst>
              </p14:cNvPr>
              <p14:cNvContentPartPr/>
              <p14:nvPr/>
            </p14:nvContentPartPr>
            <p14:xfrm>
              <a:off x="2669520" y="3741480"/>
              <a:ext cx="69480" cy="163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54A67EA-CFDA-61A3-692F-BF5B1443E86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633520" y="3705480"/>
                <a:ext cx="1411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C7FA31E-8DF7-1232-ABB6-4B00EC59AA31}"/>
                  </a:ext>
                </a:extLst>
              </p14:cNvPr>
              <p14:cNvContentPartPr/>
              <p14:nvPr/>
            </p14:nvContentPartPr>
            <p14:xfrm>
              <a:off x="2739360" y="3696480"/>
              <a:ext cx="212040" cy="198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C7FA31E-8DF7-1232-ABB6-4B00EC59AA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03360" y="3660480"/>
                <a:ext cx="2836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92BE55-5511-83B9-7774-3C97149DC9E3}"/>
                  </a:ext>
                </a:extLst>
              </p14:cNvPr>
              <p14:cNvContentPartPr/>
              <p14:nvPr/>
            </p14:nvContentPartPr>
            <p14:xfrm>
              <a:off x="1859520" y="3360600"/>
              <a:ext cx="356040" cy="13010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92BE55-5511-83B9-7774-3C97149DC9E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23520" y="3324600"/>
                <a:ext cx="427680" cy="13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D075107-2423-51B6-043A-A127FEB4C68B}"/>
                  </a:ext>
                </a:extLst>
              </p14:cNvPr>
              <p14:cNvContentPartPr/>
              <p14:nvPr/>
            </p14:nvContentPartPr>
            <p14:xfrm>
              <a:off x="1651440" y="4025880"/>
              <a:ext cx="181440" cy="16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D075107-2423-51B6-043A-A127FEB4C6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15511" y="3989880"/>
                <a:ext cx="252938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644C74B-E72E-CFD9-381D-E654082E1B73}"/>
                  </a:ext>
                </a:extLst>
              </p14:cNvPr>
              <p14:cNvContentPartPr/>
              <p14:nvPr/>
            </p14:nvContentPartPr>
            <p14:xfrm>
              <a:off x="1760520" y="3957480"/>
              <a:ext cx="30240" cy="140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644C74B-E72E-CFD9-381D-E654082E1B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24520" y="3921572"/>
                <a:ext cx="101880" cy="211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2F8DC96-6569-853C-3B7F-17DEEB1FBCC2}"/>
                  </a:ext>
                </a:extLst>
              </p14:cNvPr>
              <p14:cNvContentPartPr/>
              <p14:nvPr/>
            </p14:nvContentPartPr>
            <p14:xfrm>
              <a:off x="1578720" y="4517280"/>
              <a:ext cx="129960" cy="14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2F8DC96-6569-853C-3B7F-17DEEB1FBCC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42720" y="4482180"/>
                <a:ext cx="201600" cy="83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16BA432-4E40-20E4-CDC9-AC59A0C76786}"/>
                  </a:ext>
                </a:extLst>
              </p14:cNvPr>
              <p14:cNvContentPartPr/>
              <p14:nvPr/>
            </p14:nvContentPartPr>
            <p14:xfrm>
              <a:off x="2024400" y="4614840"/>
              <a:ext cx="24120" cy="393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16BA432-4E40-20E4-CDC9-AC59A0C7678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87855" y="4578840"/>
                <a:ext cx="96845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2CB5568-99A7-58B1-9019-4955D77392AE}"/>
                  </a:ext>
                </a:extLst>
              </p14:cNvPr>
              <p14:cNvContentPartPr/>
              <p14:nvPr/>
            </p14:nvContentPartPr>
            <p14:xfrm>
              <a:off x="2038800" y="4841280"/>
              <a:ext cx="2115360" cy="311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2CB5568-99A7-58B1-9019-4955D7739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02800" y="4805238"/>
                <a:ext cx="2187000" cy="383123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301D55B-8A25-DABA-05EA-C635CABE9DC9}"/>
              </a:ext>
            </a:extLst>
          </p:cNvPr>
          <p:cNvGrpSpPr/>
          <p:nvPr/>
        </p:nvGrpSpPr>
        <p:grpSpPr>
          <a:xfrm>
            <a:off x="3844200" y="1769760"/>
            <a:ext cx="4503600" cy="3318480"/>
            <a:chOff x="2789313" y="1345255"/>
            <a:chExt cx="4503600" cy="33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78C76E-E448-2CA8-6B7E-08D82C487CB5}"/>
                    </a:ext>
                  </a:extLst>
                </p14:cNvPr>
                <p14:cNvContentPartPr/>
                <p14:nvPr/>
              </p14:nvContentPartPr>
              <p14:xfrm>
                <a:off x="2789313" y="1442095"/>
                <a:ext cx="263160" cy="3221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992B877-8C35-8DAB-13DC-457E01B457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53313" y="1406095"/>
                  <a:ext cx="334800" cy="32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B94B250-B15C-CE5B-9D32-F940EE5076F2}"/>
                    </a:ext>
                  </a:extLst>
                </p14:cNvPr>
                <p14:cNvContentPartPr/>
                <p14:nvPr/>
              </p14:nvContentPartPr>
              <p14:xfrm>
                <a:off x="3133113" y="1846375"/>
                <a:ext cx="131040" cy="22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5E3127-A20F-2B69-AC6B-81CCB074B2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97113" y="1810375"/>
                  <a:ext cx="202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2A9AD48-0278-5E6D-A357-B28E269E19FD}"/>
                    </a:ext>
                  </a:extLst>
                </p14:cNvPr>
                <p14:cNvContentPartPr/>
                <p14:nvPr/>
              </p14:nvContentPartPr>
              <p14:xfrm>
                <a:off x="3309153" y="1864015"/>
                <a:ext cx="199080" cy="158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99F2D8-D061-C18B-95D5-CCCA050BC6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73153" y="1828015"/>
                  <a:ext cx="270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AC2F7-191C-7413-DE38-DDCC910CAF6E}"/>
                    </a:ext>
                  </a:extLst>
                </p14:cNvPr>
                <p14:cNvContentPartPr/>
                <p14:nvPr/>
              </p14:nvContentPartPr>
              <p14:xfrm>
                <a:off x="3579153" y="1749175"/>
                <a:ext cx="32760" cy="274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0A892F-EC10-F0C0-8E68-CADD0D259B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43513" y="1713175"/>
                  <a:ext cx="104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F456C2-0F14-C871-06D8-E50E981A9144}"/>
                    </a:ext>
                  </a:extLst>
                </p14:cNvPr>
                <p14:cNvContentPartPr/>
                <p14:nvPr/>
              </p14:nvContentPartPr>
              <p14:xfrm>
                <a:off x="3639993" y="1859695"/>
                <a:ext cx="87840" cy="14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8633E-E86B-05C3-5680-B3BF3E98D5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04353" y="1824055"/>
                  <a:ext cx="159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11BF7A-AA6D-9CF3-018A-75E7550C4D7D}"/>
                    </a:ext>
                  </a:extLst>
                </p14:cNvPr>
                <p14:cNvContentPartPr/>
                <p14:nvPr/>
              </p14:nvContentPartPr>
              <p14:xfrm>
                <a:off x="3208353" y="3607135"/>
                <a:ext cx="9720" cy="236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706CA0-CACA-0C67-9700-CB02D96E70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2353" y="3571495"/>
                  <a:ext cx="8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B92476-CD8E-7F36-8356-4AF0FBE6D78D}"/>
                    </a:ext>
                  </a:extLst>
                </p14:cNvPr>
                <p14:cNvContentPartPr/>
                <p14:nvPr/>
              </p14:nvContentPartPr>
              <p14:xfrm>
                <a:off x="3272433" y="3573295"/>
                <a:ext cx="306000" cy="27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6EB4D8-BF4E-763E-41D1-8BF796DCD9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36793" y="3537655"/>
                  <a:ext cx="3776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E6580B-A852-9B31-37C7-7D809A6F4F21}"/>
                    </a:ext>
                  </a:extLst>
                </p14:cNvPr>
                <p14:cNvContentPartPr/>
                <p14:nvPr/>
              </p14:nvContentPartPr>
              <p14:xfrm>
                <a:off x="3603273" y="3562855"/>
                <a:ext cx="54360" cy="266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2E306E-F6CF-5D31-E37F-44D5771321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67273" y="3527215"/>
                  <a:ext cx="126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F99E71-E734-9656-EBD8-E22D0F4BDD94}"/>
                    </a:ext>
                  </a:extLst>
                </p14:cNvPr>
                <p14:cNvContentPartPr/>
                <p14:nvPr/>
              </p14:nvContentPartPr>
              <p14:xfrm>
                <a:off x="3699393" y="3591295"/>
                <a:ext cx="160200" cy="151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B9E3A6-7852-DAD4-D4EE-F5C10793CD1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63753" y="3555295"/>
                  <a:ext cx="231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F8773E9-4DD3-CB8F-C842-8483848151B2}"/>
                    </a:ext>
                  </a:extLst>
                </p14:cNvPr>
                <p14:cNvContentPartPr/>
                <p14:nvPr/>
              </p14:nvContentPartPr>
              <p14:xfrm>
                <a:off x="2943753" y="2908375"/>
                <a:ext cx="1261440" cy="29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09DD777-2F7D-3BFD-E146-D23A8063D3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07753" y="2872735"/>
                  <a:ext cx="1333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7C72DCA-4E9A-F84D-610E-04D37D7B26DB}"/>
                    </a:ext>
                  </a:extLst>
                </p14:cNvPr>
                <p14:cNvContentPartPr/>
                <p14:nvPr/>
              </p14:nvContentPartPr>
              <p14:xfrm>
                <a:off x="4178553" y="2613895"/>
                <a:ext cx="88200" cy="63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4A8C9E-78CC-45DF-72D7-9471DE131C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42913" y="2578255"/>
                  <a:ext cx="1598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8442A3-A729-3C7A-E340-F9CBFAFBBA20}"/>
                    </a:ext>
                  </a:extLst>
                </p14:cNvPr>
                <p14:cNvContentPartPr/>
                <p14:nvPr/>
              </p14:nvContentPartPr>
              <p14:xfrm>
                <a:off x="4197273" y="3069295"/>
                <a:ext cx="386640" cy="22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6E5269-0B29-7BD8-56FA-A9B0BB4057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61633" y="3033295"/>
                  <a:ext cx="458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6E41B2C-D638-3A98-43EF-A36EA63F27FC}"/>
                    </a:ext>
                  </a:extLst>
                </p14:cNvPr>
                <p14:cNvContentPartPr/>
                <p14:nvPr/>
              </p14:nvContentPartPr>
              <p14:xfrm>
                <a:off x="4344153" y="3049135"/>
                <a:ext cx="140400" cy="229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507A70-B20B-30E7-0D84-DD825FD018A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8513" y="3013495"/>
                  <a:ext cx="212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49BE37-5107-CA62-155F-338DFE8DADAB}"/>
                    </a:ext>
                  </a:extLst>
                </p14:cNvPr>
                <p14:cNvContentPartPr/>
                <p14:nvPr/>
              </p14:nvContentPartPr>
              <p14:xfrm>
                <a:off x="4451433" y="3287095"/>
                <a:ext cx="217440" cy="1315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C2B2A1A-30FD-8138-3996-FA8B5E749D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15793" y="3251455"/>
                  <a:ext cx="289080" cy="13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1057E2-1DDA-FCD3-DAF1-B30344A8D819}"/>
                    </a:ext>
                  </a:extLst>
                </p14:cNvPr>
                <p14:cNvContentPartPr/>
                <p14:nvPr/>
              </p14:nvContentPartPr>
              <p14:xfrm>
                <a:off x="2997753" y="4600375"/>
                <a:ext cx="1623960" cy="26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DD894F-9A38-C7E7-35EB-73F7EAFA13A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62113" y="4564735"/>
                  <a:ext cx="1695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0D8A637-8E29-C5DE-1775-8118D4416B7C}"/>
                    </a:ext>
                  </a:extLst>
                </p14:cNvPr>
                <p14:cNvContentPartPr/>
                <p14:nvPr/>
              </p14:nvContentPartPr>
              <p14:xfrm>
                <a:off x="4533153" y="3967855"/>
                <a:ext cx="515520" cy="19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A8D0E85-4204-502B-B3E0-647AA995975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97153" y="3932215"/>
                  <a:ext cx="587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878899-C934-5B05-0FBD-E9F266059A4C}"/>
                    </a:ext>
                  </a:extLst>
                </p14:cNvPr>
                <p14:cNvContentPartPr/>
                <p14:nvPr/>
              </p14:nvContentPartPr>
              <p14:xfrm>
                <a:off x="4862913" y="4212295"/>
                <a:ext cx="340920" cy="18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CEE0E9-8C38-EF75-0209-760A4FEBDA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27273" y="4176655"/>
                  <a:ext cx="412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6F942F9-42DC-7CAD-42BD-EE3A1A965610}"/>
                    </a:ext>
                  </a:extLst>
                </p14:cNvPr>
                <p14:cNvContentPartPr/>
                <p14:nvPr/>
              </p14:nvContentPartPr>
              <p14:xfrm>
                <a:off x="4951473" y="4319215"/>
                <a:ext cx="209160" cy="1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3ABD66-E305-ACED-F2EF-951152512E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15833" y="4283575"/>
                  <a:ext cx="280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22D5C8-6DDE-0BAB-2F8C-41DF580587E6}"/>
                    </a:ext>
                  </a:extLst>
                </p14:cNvPr>
                <p14:cNvContentPartPr/>
                <p14:nvPr/>
              </p14:nvContentPartPr>
              <p14:xfrm>
                <a:off x="5061633" y="4345495"/>
                <a:ext cx="9360" cy="214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7A92AE-280F-0EB5-E971-8D8D653F655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25633" y="4309495"/>
                  <a:ext cx="81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559C70-D8C3-958D-9879-01574C8A4937}"/>
                    </a:ext>
                  </a:extLst>
                </p14:cNvPr>
                <p14:cNvContentPartPr/>
                <p14:nvPr/>
              </p14:nvContentPartPr>
              <p14:xfrm>
                <a:off x="4545393" y="4584895"/>
                <a:ext cx="548280" cy="20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93081A-5843-9967-5CA2-560E77C0D8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09753" y="4548895"/>
                  <a:ext cx="619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60ABFE-0DB6-A6AF-41B1-FDFB691945BB}"/>
                    </a:ext>
                  </a:extLst>
                </p14:cNvPr>
                <p14:cNvContentPartPr/>
                <p14:nvPr/>
              </p14:nvContentPartPr>
              <p14:xfrm>
                <a:off x="5303913" y="4124095"/>
                <a:ext cx="164160" cy="223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05F3D78-C54C-A0D4-F977-E811B93AE6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67913" y="4088095"/>
                  <a:ext cx="235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65C6DF-4FE6-262D-0EF6-625CD41AA052}"/>
                    </a:ext>
                  </a:extLst>
                </p14:cNvPr>
                <p14:cNvContentPartPr/>
                <p14:nvPr/>
              </p14:nvContentPartPr>
              <p14:xfrm>
                <a:off x="5547633" y="4255495"/>
                <a:ext cx="150840" cy="14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5EC4D7B-DBF8-0A0E-C91F-9A3D8E39E1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11993" y="4219495"/>
                  <a:ext cx="222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C7DF9-5AAC-DE14-DF8D-9EF2E7D5F17C}"/>
                    </a:ext>
                  </a:extLst>
                </p14:cNvPr>
                <p14:cNvContentPartPr/>
                <p14:nvPr/>
              </p14:nvContentPartPr>
              <p14:xfrm>
                <a:off x="3832953" y="4112575"/>
                <a:ext cx="60840" cy="299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2581DC1-2A44-A8DE-4301-DE29E71094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96953" y="4076935"/>
                  <a:ext cx="1324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034DED-72A7-E1AE-5652-7629E2C7D37A}"/>
                    </a:ext>
                  </a:extLst>
                </p14:cNvPr>
                <p14:cNvContentPartPr/>
                <p14:nvPr/>
              </p14:nvContentPartPr>
              <p14:xfrm>
                <a:off x="3949233" y="4107895"/>
                <a:ext cx="131760" cy="310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AA08201-0FF8-B78D-3088-D74D26637C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13593" y="4072255"/>
                  <a:ext cx="2034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3405EE-1618-6666-5407-E879E0710963}"/>
                    </a:ext>
                  </a:extLst>
                </p14:cNvPr>
                <p14:cNvContentPartPr/>
                <p14:nvPr/>
              </p14:nvContentPartPr>
              <p14:xfrm>
                <a:off x="4150473" y="4141375"/>
                <a:ext cx="47880" cy="209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1DD1F36-9852-FB91-1AB1-50B8763AFB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14473" y="4105735"/>
                  <a:ext cx="119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DABD91-17C2-B0F0-9DCE-4D6BE45F3D22}"/>
                    </a:ext>
                  </a:extLst>
                </p14:cNvPr>
                <p14:cNvContentPartPr/>
                <p14:nvPr/>
              </p14:nvContentPartPr>
              <p14:xfrm>
                <a:off x="4210593" y="4206175"/>
                <a:ext cx="140040" cy="12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37D49A-56F9-1C62-A142-B9C930357C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74953" y="4170175"/>
                  <a:ext cx="211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CF97940-2405-5EA4-F2B6-F192CB1515B9}"/>
                    </a:ext>
                  </a:extLst>
                </p14:cNvPr>
                <p14:cNvContentPartPr/>
                <p14:nvPr/>
              </p14:nvContentPartPr>
              <p14:xfrm>
                <a:off x="4795953" y="3394015"/>
                <a:ext cx="215280" cy="257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2E041B-91A3-5E11-5E88-AB630AB5DE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59953" y="3358015"/>
                  <a:ext cx="286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847714-723B-6ABF-D955-D7922A26800B}"/>
                    </a:ext>
                  </a:extLst>
                </p14:cNvPr>
                <p14:cNvContentPartPr/>
                <p14:nvPr/>
              </p14:nvContentPartPr>
              <p14:xfrm>
                <a:off x="5088633" y="3380695"/>
                <a:ext cx="33480" cy="255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CD0A76-1E1D-9C65-55B8-C62B93B9DAE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52633" y="3344695"/>
                  <a:ext cx="105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ECAAB5A-4ADA-A7CD-35A6-34B75CDCA9A6}"/>
                    </a:ext>
                  </a:extLst>
                </p14:cNvPr>
                <p14:cNvContentPartPr/>
                <p14:nvPr/>
              </p14:nvContentPartPr>
              <p14:xfrm>
                <a:off x="5120673" y="3427855"/>
                <a:ext cx="169920" cy="190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952C2C-E364-BF89-6650-A0AE8E9AABC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85033" y="3391855"/>
                  <a:ext cx="241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8B90406-AC3A-1B81-E18C-6A00DFB87F3D}"/>
                    </a:ext>
                  </a:extLst>
                </p14:cNvPr>
                <p14:cNvContentPartPr/>
                <p14:nvPr/>
              </p14:nvContentPartPr>
              <p14:xfrm>
                <a:off x="4208433" y="2567815"/>
                <a:ext cx="343440" cy="16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373A3D-C28B-4792-37D2-E07F8F897E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72793" y="2531815"/>
                  <a:ext cx="415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3164EC9-5545-8F40-683F-88AFB71D1144}"/>
                    </a:ext>
                  </a:extLst>
                </p14:cNvPr>
                <p14:cNvContentPartPr/>
                <p14:nvPr/>
              </p14:nvContentPartPr>
              <p14:xfrm>
                <a:off x="4378713" y="1386655"/>
                <a:ext cx="210240" cy="117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F38756-33E7-1C61-3066-4D75D97F4A9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42713" y="1351015"/>
                  <a:ext cx="28188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8874FCC-A94D-41C4-959A-00E751E09393}"/>
                    </a:ext>
                  </a:extLst>
                </p14:cNvPr>
                <p14:cNvContentPartPr/>
                <p14:nvPr/>
              </p14:nvContentPartPr>
              <p14:xfrm>
                <a:off x="4696593" y="1650175"/>
                <a:ext cx="187920" cy="232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7B849B-A500-AA0D-17E8-5D44958F0DA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60593" y="1614535"/>
                  <a:ext cx="259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C140A04-BDA8-E64D-FC0D-509B7EE16472}"/>
                    </a:ext>
                  </a:extLst>
                </p14:cNvPr>
                <p14:cNvContentPartPr/>
                <p14:nvPr/>
              </p14:nvContentPartPr>
              <p14:xfrm>
                <a:off x="4950393" y="1699135"/>
                <a:ext cx="89280" cy="175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43926AB-2539-268C-471B-AC307B5BF1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14753" y="1663135"/>
                  <a:ext cx="160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9CF3B9-B4A1-3498-B8C0-5F27720D89E8}"/>
                    </a:ext>
                  </a:extLst>
                </p14:cNvPr>
                <p14:cNvContentPartPr/>
                <p14:nvPr/>
              </p14:nvContentPartPr>
              <p14:xfrm>
                <a:off x="5133273" y="1567015"/>
                <a:ext cx="28080" cy="27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F49AF70-B876-6867-7A60-0C5A0768F3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97633" y="1531015"/>
                  <a:ext cx="99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444882-199B-5D84-E1A4-BE7259C63C9D}"/>
                    </a:ext>
                  </a:extLst>
                </p14:cNvPr>
                <p14:cNvContentPartPr/>
                <p14:nvPr/>
              </p14:nvContentPartPr>
              <p14:xfrm>
                <a:off x="5174313" y="1640095"/>
                <a:ext cx="125640" cy="180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617E8C-41E5-77DA-0821-8C25BB7F0B4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38313" y="1604455"/>
                  <a:ext cx="197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2C3380-EA60-B690-CA82-19C38B250500}"/>
                    </a:ext>
                  </a:extLst>
                </p14:cNvPr>
                <p14:cNvContentPartPr/>
                <p14:nvPr/>
              </p14:nvContentPartPr>
              <p14:xfrm>
                <a:off x="2943393" y="1345255"/>
                <a:ext cx="2804760" cy="79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080420-FE8D-D241-EB2D-51EF2E216A9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07753" y="1309255"/>
                  <a:ext cx="2876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C70FC8-F77C-2021-456E-6E13AE808246}"/>
                    </a:ext>
                  </a:extLst>
                </p14:cNvPr>
                <p14:cNvContentPartPr/>
                <p14:nvPr/>
              </p14:nvContentPartPr>
              <p14:xfrm>
                <a:off x="4598313" y="2270455"/>
                <a:ext cx="681480" cy="4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2E619C4-D39A-D1C0-811E-ED5FFB1083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62673" y="2234815"/>
                  <a:ext cx="753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A1ABBC-46FA-11EE-0833-A1FF9C55FB9E}"/>
                    </a:ext>
                  </a:extLst>
                </p14:cNvPr>
                <p14:cNvContentPartPr/>
                <p14:nvPr/>
              </p14:nvContentPartPr>
              <p14:xfrm>
                <a:off x="5301753" y="2095135"/>
                <a:ext cx="34920" cy="331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575267-2B10-3C22-3894-61EE15E341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65753" y="2059135"/>
                  <a:ext cx="1065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EE2E78-0DEB-BBB6-C193-25FA98739DA9}"/>
                    </a:ext>
                  </a:extLst>
                </p14:cNvPr>
                <p14:cNvContentPartPr/>
                <p14:nvPr/>
              </p14:nvContentPartPr>
              <p14:xfrm>
                <a:off x="5433153" y="2103415"/>
                <a:ext cx="18360" cy="280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0F613AB-8C5B-44F9-F54B-E2C7C798BC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97153" y="2067415"/>
                  <a:ext cx="9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A755ED-2A40-F686-5858-5B002893C781}"/>
                    </a:ext>
                  </a:extLst>
                </p14:cNvPr>
                <p14:cNvContentPartPr/>
                <p14:nvPr/>
              </p14:nvContentPartPr>
              <p14:xfrm>
                <a:off x="5461953" y="2258575"/>
                <a:ext cx="529200" cy="54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44CE88-BCB5-223C-3CED-D1BCBDE731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26313" y="2222935"/>
                  <a:ext cx="600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D1472E2-6076-C72D-7128-B00BC55A3C3F}"/>
                    </a:ext>
                  </a:extLst>
                </p14:cNvPr>
                <p14:cNvContentPartPr/>
                <p14:nvPr/>
              </p14:nvContentPartPr>
              <p14:xfrm>
                <a:off x="5951913" y="2258575"/>
                <a:ext cx="274680" cy="21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FD34669-8E05-F304-145A-1231FEFB9D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16273" y="2222575"/>
                  <a:ext cx="346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7AF90C-4261-B1F6-F11E-21CFE399180E}"/>
                    </a:ext>
                  </a:extLst>
                </p14:cNvPr>
                <p14:cNvContentPartPr/>
                <p14:nvPr/>
              </p14:nvContentPartPr>
              <p14:xfrm>
                <a:off x="5842113" y="2290975"/>
                <a:ext cx="423360" cy="2140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1F667F-48CD-A34E-A707-3524FC35CEE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06113" y="2254975"/>
                  <a:ext cx="495000" cy="22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2F0511-C32C-E4E3-4D27-0111270185F5}"/>
                    </a:ext>
                  </a:extLst>
                </p14:cNvPr>
                <p14:cNvContentPartPr/>
                <p14:nvPr/>
              </p14:nvContentPartPr>
              <p14:xfrm>
                <a:off x="6033993" y="4433335"/>
                <a:ext cx="248040" cy="7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97A6D7C-63DE-BFE1-7294-BB49F44423E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97993" y="4397695"/>
                  <a:ext cx="319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D5F3435-8A9B-209B-7A0B-41FAC5550B99}"/>
                    </a:ext>
                  </a:extLst>
                </p14:cNvPr>
                <p14:cNvContentPartPr/>
                <p14:nvPr/>
              </p14:nvContentPartPr>
              <p14:xfrm>
                <a:off x="6098793" y="4501015"/>
                <a:ext cx="120240" cy="2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EBE651F-8F86-C84C-3A9B-9C5CF0224C6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2793" y="4465375"/>
                  <a:ext cx="191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96AA24A-1252-12D6-AF1F-DEBD239652E0}"/>
                    </a:ext>
                  </a:extLst>
                </p14:cNvPr>
                <p14:cNvContentPartPr/>
                <p14:nvPr/>
              </p14:nvContentPartPr>
              <p14:xfrm>
                <a:off x="6083673" y="4575175"/>
                <a:ext cx="40320" cy="8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7F18EE-9EF4-5E36-A1F0-675ED62EAF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48033" y="4539535"/>
                  <a:ext cx="111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7FCE5EE-F272-52A5-B81C-E6FBC945DD85}"/>
                    </a:ext>
                  </a:extLst>
                </p14:cNvPr>
                <p14:cNvContentPartPr/>
                <p14:nvPr/>
              </p14:nvContentPartPr>
              <p14:xfrm>
                <a:off x="6260073" y="2911255"/>
                <a:ext cx="31320" cy="170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ED2860-1914-A78A-FC00-028AA34AF5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24433" y="2875255"/>
                  <a:ext cx="102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99B5D4-DFD9-36CE-145B-BB3DC76BBBAF}"/>
                    </a:ext>
                  </a:extLst>
                </p14:cNvPr>
                <p14:cNvContentPartPr/>
                <p14:nvPr/>
              </p14:nvContentPartPr>
              <p14:xfrm>
                <a:off x="6351513" y="2913775"/>
                <a:ext cx="230400" cy="145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D7D596-6EC0-1C0F-1673-115BDBECE3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15513" y="2878135"/>
                  <a:ext cx="302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6EA2955-377C-838B-BFF6-87C701C0BFEE}"/>
                    </a:ext>
                  </a:extLst>
                </p14:cNvPr>
                <p14:cNvContentPartPr/>
                <p14:nvPr/>
              </p14:nvContentPartPr>
              <p14:xfrm>
                <a:off x="6622593" y="2860135"/>
                <a:ext cx="18000" cy="212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C54B301-555D-67A5-E3CB-808A116231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86593" y="2824135"/>
                  <a:ext cx="89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359B148-211B-C3F4-709D-290F27CA6E30}"/>
                    </a:ext>
                  </a:extLst>
                </p14:cNvPr>
                <p14:cNvContentPartPr/>
                <p14:nvPr/>
              </p14:nvContentPartPr>
              <p14:xfrm>
                <a:off x="6649593" y="2926015"/>
                <a:ext cx="111240" cy="137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D209529-D53F-B7CF-FA2E-DDAA3CB22D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13953" y="2890375"/>
                  <a:ext cx="182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39C2AE-4CFC-BB8C-B92D-0F2BC8FB78BC}"/>
                    </a:ext>
                  </a:extLst>
                </p14:cNvPr>
                <p14:cNvContentPartPr/>
                <p14:nvPr/>
              </p14:nvContentPartPr>
              <p14:xfrm>
                <a:off x="6755793" y="2899015"/>
                <a:ext cx="99720" cy="187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54AB47-B582-7173-5E65-31C507D72CD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20153" y="2863375"/>
                  <a:ext cx="171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03AA090-793E-63C2-C119-76DE507875AE}"/>
                    </a:ext>
                  </a:extLst>
                </p14:cNvPr>
                <p14:cNvContentPartPr/>
                <p14:nvPr/>
              </p14:nvContentPartPr>
              <p14:xfrm>
                <a:off x="6836073" y="2892895"/>
                <a:ext cx="201600" cy="161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21F70A1-7A16-4735-FAA8-2E1ABD06BB8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00433" y="2856895"/>
                  <a:ext cx="27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B6D5C51-B168-C67B-641D-456085382603}"/>
                    </a:ext>
                  </a:extLst>
                </p14:cNvPr>
                <p14:cNvContentPartPr/>
                <p14:nvPr/>
              </p14:nvContentPartPr>
              <p14:xfrm>
                <a:off x="6122553" y="2163895"/>
                <a:ext cx="480600" cy="137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F2E8AB0-3BE3-265A-2830-27EAFA0959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086913" y="2128255"/>
                  <a:ext cx="55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CBBCDCD-5677-2552-036E-F961C4BBBD8A}"/>
                    </a:ext>
                  </a:extLst>
                </p14:cNvPr>
                <p14:cNvContentPartPr/>
                <p14:nvPr/>
              </p14:nvContentPartPr>
              <p14:xfrm>
                <a:off x="6903033" y="1969855"/>
                <a:ext cx="187200" cy="290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904C904-7938-67E0-605E-B422130FF7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67033" y="1933855"/>
                  <a:ext cx="258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7943F4-60F1-9464-4483-F4103FFF5F36}"/>
                    </a:ext>
                  </a:extLst>
                </p14:cNvPr>
                <p14:cNvContentPartPr/>
                <p14:nvPr/>
              </p14:nvContentPartPr>
              <p14:xfrm>
                <a:off x="7164393" y="2154175"/>
                <a:ext cx="128520" cy="131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407745-0EE7-8336-C8DE-5E33E2E877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28393" y="2118535"/>
                  <a:ext cx="2001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04584D7-741B-9499-433F-39524E51C2F9}"/>
                  </a:ext>
                </a:extLst>
              </p14:cNvPr>
              <p14:cNvContentPartPr/>
              <p14:nvPr/>
            </p14:nvContentPartPr>
            <p14:xfrm>
              <a:off x="3228960" y="3786840"/>
              <a:ext cx="44640" cy="16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04584D7-741B-9499-433F-39524E51C2F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192960" y="3751590"/>
                <a:ext cx="116280" cy="87068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5807408-54C1-280F-92B3-4E4B4E73682C}"/>
              </a:ext>
            </a:extLst>
          </p:cNvPr>
          <p:cNvGrpSpPr/>
          <p:nvPr/>
        </p:nvGrpSpPr>
        <p:grpSpPr>
          <a:xfrm>
            <a:off x="6178800" y="3013200"/>
            <a:ext cx="381240" cy="368280"/>
            <a:chOff x="5123913" y="2588695"/>
            <a:chExt cx="38124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697A19E-CC6A-D3E9-3D2C-907EF3BC6EFA}"/>
                    </a:ext>
                  </a:extLst>
                </p14:cNvPr>
                <p14:cNvContentPartPr/>
                <p14:nvPr/>
              </p14:nvContentPartPr>
              <p14:xfrm>
                <a:off x="5123913" y="2588695"/>
                <a:ext cx="190080" cy="220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3336AC1-3D8C-58B4-4B30-074061AEA01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87913" y="2552695"/>
                  <a:ext cx="261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791775-E382-B833-E5DF-5BCA3F8D0A01}"/>
                    </a:ext>
                  </a:extLst>
                </p14:cNvPr>
                <p14:cNvContentPartPr/>
                <p14:nvPr/>
              </p14:nvContentPartPr>
              <p14:xfrm>
                <a:off x="5344593" y="2724055"/>
                <a:ext cx="160560" cy="232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1176BB2-4425-0219-96A4-D3202D8FB04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08593" y="2688415"/>
                  <a:ext cx="2322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23DFA6C-111E-4E84-F2FB-67DA4F7A83C2}"/>
              </a:ext>
            </a:extLst>
          </p:cNvPr>
          <p:cNvGrpSpPr/>
          <p:nvPr/>
        </p:nvGrpSpPr>
        <p:grpSpPr>
          <a:xfrm>
            <a:off x="8410440" y="1522800"/>
            <a:ext cx="550440" cy="414360"/>
            <a:chOff x="7355553" y="1098295"/>
            <a:chExt cx="55044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D6ACBC-C837-D409-7C5F-40E90A3438FA}"/>
                    </a:ext>
                  </a:extLst>
                </p14:cNvPr>
                <p14:cNvContentPartPr/>
                <p14:nvPr/>
              </p14:nvContentPartPr>
              <p14:xfrm>
                <a:off x="7355553" y="1098295"/>
                <a:ext cx="244080" cy="24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261602-0125-15C4-D9A7-B1FB1E015A4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19553" y="1062655"/>
                  <a:ext cx="315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277A7D9-5E58-1F40-09A9-1DED9353372F}"/>
                    </a:ext>
                  </a:extLst>
                </p14:cNvPr>
                <p14:cNvContentPartPr/>
                <p14:nvPr/>
              </p14:nvContentPartPr>
              <p14:xfrm>
                <a:off x="7575513" y="1302415"/>
                <a:ext cx="61920" cy="21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C927E2-D7D6-6F1F-7DF4-DEC32DBDF05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39513" y="1266415"/>
                  <a:ext cx="133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3F4756-F711-0BE2-976F-483472776801}"/>
                    </a:ext>
                  </a:extLst>
                </p14:cNvPr>
                <p14:cNvContentPartPr/>
                <p14:nvPr/>
              </p14:nvContentPartPr>
              <p14:xfrm>
                <a:off x="7743633" y="1245535"/>
                <a:ext cx="162360" cy="131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BDAB21-8431-9244-D4CC-611F7711B0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07633" y="1209535"/>
                  <a:ext cx="2340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364385C-6E25-9F7A-4D7E-92A47EC3A0ED}"/>
              </a:ext>
            </a:extLst>
          </p:cNvPr>
          <p:cNvGrpSpPr/>
          <p:nvPr/>
        </p:nvGrpSpPr>
        <p:grpSpPr>
          <a:xfrm>
            <a:off x="9100200" y="1252440"/>
            <a:ext cx="786960" cy="601200"/>
            <a:chOff x="8045313" y="827935"/>
            <a:chExt cx="786960" cy="60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31E7AB-A19E-F281-3DC8-1462834D11FB}"/>
                    </a:ext>
                  </a:extLst>
                </p14:cNvPr>
                <p14:cNvContentPartPr/>
                <p14:nvPr/>
              </p14:nvContentPartPr>
              <p14:xfrm>
                <a:off x="8045313" y="1010095"/>
                <a:ext cx="16200" cy="298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904F46B-7436-E85E-9485-028E190CC1A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09673" y="974095"/>
                  <a:ext cx="87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7C7422-0B1D-7FA4-4BD0-466165310F02}"/>
                    </a:ext>
                  </a:extLst>
                </p14:cNvPr>
                <p14:cNvContentPartPr/>
                <p14:nvPr/>
              </p14:nvContentPartPr>
              <p14:xfrm>
                <a:off x="8219553" y="1005055"/>
                <a:ext cx="112680" cy="25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E3A57AC-D98A-74E5-6CB8-0EC095CCF0E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83913" y="969415"/>
                  <a:ext cx="184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2A7E1B8-E6CA-6E8D-0A83-99484AFA5388}"/>
                    </a:ext>
                  </a:extLst>
                </p14:cNvPr>
                <p14:cNvContentPartPr/>
                <p14:nvPr/>
              </p14:nvContentPartPr>
              <p14:xfrm>
                <a:off x="8376873" y="1030255"/>
                <a:ext cx="215280" cy="193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CE96360-172A-DF3E-7236-5C1107824A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41233" y="994615"/>
                  <a:ext cx="286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1974A65-B99A-7B02-BDA5-AF10166401CC}"/>
                    </a:ext>
                  </a:extLst>
                </p14:cNvPr>
                <p14:cNvContentPartPr/>
                <p14:nvPr/>
              </p14:nvContentPartPr>
              <p14:xfrm>
                <a:off x="8632833" y="827935"/>
                <a:ext cx="167040" cy="601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05B9D5-0DF3-382E-7CCA-7580158ECD5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97193" y="792295"/>
                  <a:ext cx="23868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1CB12E5-09FE-E591-CC24-D10065BE3758}"/>
                    </a:ext>
                  </a:extLst>
                </p14:cNvPr>
                <p14:cNvContentPartPr/>
                <p14:nvPr/>
              </p14:nvContentPartPr>
              <p14:xfrm>
                <a:off x="8649753" y="1124215"/>
                <a:ext cx="182520" cy="43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86E1856-3E4B-DF6A-B3E4-733A3EB47E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13753" y="1088215"/>
                  <a:ext cx="2541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82282C9-10A0-309E-3DF1-E3888774ACE7}"/>
              </a:ext>
            </a:extLst>
          </p:cNvPr>
          <p:cNvGrpSpPr/>
          <p:nvPr/>
        </p:nvGrpSpPr>
        <p:grpSpPr>
          <a:xfrm>
            <a:off x="8668200" y="2043720"/>
            <a:ext cx="1267920" cy="539280"/>
            <a:chOff x="7613313" y="1619215"/>
            <a:chExt cx="126792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086A3C2-707A-E32F-DB0E-6D0204206757}"/>
                    </a:ext>
                  </a:extLst>
                </p14:cNvPr>
                <p14:cNvContentPartPr/>
                <p14:nvPr/>
              </p14:nvContentPartPr>
              <p14:xfrm>
                <a:off x="7613313" y="1635775"/>
                <a:ext cx="181440" cy="27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35B8C6A-B751-6D51-1892-DCBE26AECF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77673" y="1599775"/>
                  <a:ext cx="253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15DB2A-CE34-D3EB-16B0-7F862FB102CC}"/>
                    </a:ext>
                  </a:extLst>
                </p14:cNvPr>
                <p14:cNvContentPartPr/>
                <p14:nvPr/>
              </p14:nvContentPartPr>
              <p14:xfrm>
                <a:off x="7770273" y="1855015"/>
                <a:ext cx="133200" cy="176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22BF8AF-F2B9-F392-051F-50B9F1571EA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34633" y="1819015"/>
                  <a:ext cx="204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97337C5-037B-8100-7E19-F3C85237FC68}"/>
                    </a:ext>
                  </a:extLst>
                </p14:cNvPr>
                <p14:cNvContentPartPr/>
                <p14:nvPr/>
              </p14:nvContentPartPr>
              <p14:xfrm>
                <a:off x="7905993" y="1886695"/>
                <a:ext cx="60120" cy="2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7ED7BBF-BCC4-D81C-56F6-6886090EEC5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69993" y="1850695"/>
                  <a:ext cx="13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B999FE-CBBD-F41E-FF0B-7AB8FF19AA5E}"/>
                    </a:ext>
                  </a:extLst>
                </p14:cNvPr>
                <p14:cNvContentPartPr/>
                <p14:nvPr/>
              </p14:nvContentPartPr>
              <p14:xfrm>
                <a:off x="8031633" y="1695175"/>
                <a:ext cx="164520" cy="285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6BF7DE-B053-84C2-1335-CBF1063FE0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95993" y="1659175"/>
                  <a:ext cx="2361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3500488-E768-6D37-C7BC-B5319402DEB8}"/>
                    </a:ext>
                  </a:extLst>
                </p14:cNvPr>
                <p14:cNvContentPartPr/>
                <p14:nvPr/>
              </p14:nvContentPartPr>
              <p14:xfrm>
                <a:off x="8247993" y="1746655"/>
                <a:ext cx="162000" cy="20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448AC67-6A41-7B1E-E506-2B361E486E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12353" y="1710655"/>
                  <a:ext cx="233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6D3864-C5F0-6BEC-FFA6-34662622C3CA}"/>
                    </a:ext>
                  </a:extLst>
                </p14:cNvPr>
                <p14:cNvContentPartPr/>
                <p14:nvPr/>
              </p14:nvContentPartPr>
              <p14:xfrm>
                <a:off x="8450673" y="1775815"/>
                <a:ext cx="201600" cy="145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C8856FF-046A-22B6-3BAC-4D19627B013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14673" y="1739815"/>
                  <a:ext cx="273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4A121BF-AC8B-E5A7-DE8F-7600A5F05AE3}"/>
                    </a:ext>
                  </a:extLst>
                </p14:cNvPr>
                <p14:cNvContentPartPr/>
                <p14:nvPr/>
              </p14:nvContentPartPr>
              <p14:xfrm>
                <a:off x="8749473" y="1619215"/>
                <a:ext cx="94680" cy="539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9355906-D77A-DC77-C96F-6494B02684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13473" y="1583575"/>
                  <a:ext cx="166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240D141-25B6-20ED-B65F-928980582159}"/>
                    </a:ext>
                  </a:extLst>
                </p14:cNvPr>
                <p14:cNvContentPartPr/>
                <p14:nvPr/>
              </p14:nvContentPartPr>
              <p14:xfrm>
                <a:off x="8710593" y="1901455"/>
                <a:ext cx="170640" cy="1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68BDFDB-87D3-7DC5-5610-EB582AD1B17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674593" y="1865815"/>
                  <a:ext cx="24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C16CCED-246D-B360-5A27-247E141A29B9}"/>
              </a:ext>
            </a:extLst>
          </p:cNvPr>
          <p:cNvGrpSpPr/>
          <p:nvPr/>
        </p:nvGrpSpPr>
        <p:grpSpPr>
          <a:xfrm>
            <a:off x="8723640" y="2760120"/>
            <a:ext cx="1280160" cy="554760"/>
            <a:chOff x="7668753" y="2335615"/>
            <a:chExt cx="128016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DB81CE4-827F-0BE2-993E-AEA0F2D6AF96}"/>
                    </a:ext>
                  </a:extLst>
                </p14:cNvPr>
                <p14:cNvContentPartPr/>
                <p14:nvPr/>
              </p14:nvContentPartPr>
              <p14:xfrm>
                <a:off x="7668753" y="2365495"/>
                <a:ext cx="181800" cy="259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2564615-9ED1-3E2D-F824-129B4265C96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632753" y="2329495"/>
                  <a:ext cx="253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32CE91B-5FBB-1515-12AB-D5994403B071}"/>
                    </a:ext>
                  </a:extLst>
                </p14:cNvPr>
                <p14:cNvContentPartPr/>
                <p14:nvPr/>
              </p14:nvContentPartPr>
              <p14:xfrm>
                <a:off x="7869993" y="2508055"/>
                <a:ext cx="109080" cy="295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2D33433-9844-FDCA-E407-5F31EBEC217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34353" y="2472055"/>
                  <a:ext cx="1807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E86E4A-2C61-8DB3-BFF5-FB3631FF7679}"/>
                    </a:ext>
                  </a:extLst>
                </p14:cNvPr>
                <p14:cNvContentPartPr/>
                <p14:nvPr/>
              </p14:nvContentPartPr>
              <p14:xfrm>
                <a:off x="8053953" y="2609215"/>
                <a:ext cx="3600" cy="1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6E836B1-9128-F566-831D-A9892CDD8F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17953" y="2573215"/>
                  <a:ext cx="75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DF555B-DBCB-AF74-945E-29F9F5DDE934}"/>
                    </a:ext>
                  </a:extLst>
                </p14:cNvPr>
                <p14:cNvContentPartPr/>
                <p14:nvPr/>
              </p14:nvContentPartPr>
              <p14:xfrm>
                <a:off x="8091393" y="2437135"/>
                <a:ext cx="226440" cy="251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A48130-51A7-E3CF-EB70-894DC8ADC9D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055753" y="2401495"/>
                  <a:ext cx="298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4ABBA1B-26E2-2844-EE1C-B22C33C626CF}"/>
                    </a:ext>
                  </a:extLst>
                </p14:cNvPr>
                <p14:cNvContentPartPr/>
                <p14:nvPr/>
              </p14:nvContentPartPr>
              <p14:xfrm>
                <a:off x="8356713" y="2419135"/>
                <a:ext cx="136440" cy="237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815BB7A-56E1-65C9-53C5-9E78D1FCBB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20713" y="2383135"/>
                  <a:ext cx="208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A8F443-6ACE-18FF-901C-2E6A7E07ED3A}"/>
                    </a:ext>
                  </a:extLst>
                </p14:cNvPr>
                <p14:cNvContentPartPr/>
                <p14:nvPr/>
              </p14:nvContentPartPr>
              <p14:xfrm>
                <a:off x="8550753" y="2492575"/>
                <a:ext cx="210240" cy="189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ED2E54A-E320-8E18-7567-34F697419A0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15113" y="2456575"/>
                  <a:ext cx="281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1267A48-6D76-A367-88DE-EE76698B3E33}"/>
                    </a:ext>
                  </a:extLst>
                </p14:cNvPr>
                <p14:cNvContentPartPr/>
                <p14:nvPr/>
              </p14:nvContentPartPr>
              <p14:xfrm>
                <a:off x="8841273" y="2335615"/>
                <a:ext cx="107640" cy="554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4517C32-CD80-F06A-EBF9-A47F310E48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05633" y="2299975"/>
                  <a:ext cx="1792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AEC6E7C-F0FB-5831-3D09-225135657B28}"/>
                    </a:ext>
                  </a:extLst>
                </p14:cNvPr>
                <p14:cNvContentPartPr/>
                <p14:nvPr/>
              </p14:nvContentPartPr>
              <p14:xfrm>
                <a:off x="8813553" y="2626855"/>
                <a:ext cx="117360" cy="2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E302EAF-4610-7DAD-53CC-EEF29D2413B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77913" y="2591215"/>
                  <a:ext cx="18900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CF5F961-71CD-E5E0-C83B-0B2575104C9C}"/>
              </a:ext>
            </a:extLst>
          </p:cNvPr>
          <p:cNvGrpSpPr/>
          <p:nvPr/>
        </p:nvGrpSpPr>
        <p:grpSpPr>
          <a:xfrm>
            <a:off x="8489640" y="3482640"/>
            <a:ext cx="1277640" cy="500760"/>
            <a:chOff x="7434753" y="3058135"/>
            <a:chExt cx="127764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7C93747-FABF-5C2E-6539-CC8B23D27733}"/>
                    </a:ext>
                  </a:extLst>
                </p14:cNvPr>
                <p14:cNvContentPartPr/>
                <p14:nvPr/>
              </p14:nvContentPartPr>
              <p14:xfrm>
                <a:off x="7434753" y="3084775"/>
                <a:ext cx="144000" cy="474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9EA220C-1AAD-8010-EF05-6F12F022CC9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99113" y="3048775"/>
                  <a:ext cx="2156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14EC562-9C4E-5A27-75C5-0061673162CD}"/>
                    </a:ext>
                  </a:extLst>
                </p14:cNvPr>
                <p14:cNvContentPartPr/>
                <p14:nvPr/>
              </p14:nvContentPartPr>
              <p14:xfrm>
                <a:off x="7497033" y="3058135"/>
                <a:ext cx="195840" cy="301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6CE2DF-17D8-FEE5-6286-24E997F6FA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61033" y="3022495"/>
                  <a:ext cx="2674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8EA74B6-E83D-5D46-D224-0303E18BB914}"/>
                    </a:ext>
                  </a:extLst>
                </p14:cNvPr>
                <p14:cNvContentPartPr/>
                <p14:nvPr/>
              </p14:nvContentPartPr>
              <p14:xfrm>
                <a:off x="7836873" y="3165415"/>
                <a:ext cx="127800" cy="16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F8305F-A0D0-433E-6935-75CD473AC04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00873" y="3129775"/>
                  <a:ext cx="199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5D75035-61D5-EE22-CB2B-34F1D1085BD9}"/>
                    </a:ext>
                  </a:extLst>
                </p14:cNvPr>
                <p14:cNvContentPartPr/>
                <p14:nvPr/>
              </p14:nvContentPartPr>
              <p14:xfrm>
                <a:off x="7817073" y="3260815"/>
                <a:ext cx="14004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DB2C767-CC24-D4C1-7C1D-B02D96B9507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81433" y="3225175"/>
                  <a:ext cx="211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AD9317F-B486-980D-427D-FD2956D7B471}"/>
                    </a:ext>
                  </a:extLst>
                </p14:cNvPr>
                <p14:cNvContentPartPr/>
                <p14:nvPr/>
              </p14:nvContentPartPr>
              <p14:xfrm>
                <a:off x="8091753" y="3104935"/>
                <a:ext cx="51480" cy="203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F6A1AF9-4AF5-8BCD-A3E6-44194A7A2F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056113" y="3068935"/>
                  <a:ext cx="123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420713-9807-BED1-0E52-0653AA7C6C83}"/>
                    </a:ext>
                  </a:extLst>
                </p14:cNvPr>
                <p14:cNvContentPartPr/>
                <p14:nvPr/>
              </p14:nvContentPartPr>
              <p14:xfrm>
                <a:off x="8196513" y="3137335"/>
                <a:ext cx="163440" cy="159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C520E9B-9BAB-8761-1DD1-EB0F286A37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60873" y="3101695"/>
                  <a:ext cx="235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8C0C575-06FB-AC15-06DA-9DCCE7BDFAEB}"/>
                    </a:ext>
                  </a:extLst>
                </p14:cNvPr>
                <p14:cNvContentPartPr/>
                <p14:nvPr/>
              </p14:nvContentPartPr>
              <p14:xfrm>
                <a:off x="8450313" y="3117895"/>
                <a:ext cx="262080" cy="20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4C3FFF-3CAC-69B7-E5F9-586BB148FF9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414313" y="3082255"/>
                  <a:ext cx="3337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65DFBBE-65EF-7BB1-7033-0632765EDEEF}"/>
              </a:ext>
            </a:extLst>
          </p:cNvPr>
          <p:cNvGrpSpPr/>
          <p:nvPr/>
        </p:nvGrpSpPr>
        <p:grpSpPr>
          <a:xfrm>
            <a:off x="8517000" y="3998520"/>
            <a:ext cx="1016280" cy="521640"/>
            <a:chOff x="7462113" y="3574015"/>
            <a:chExt cx="101628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589BA0-1AAC-7B27-BDBD-74859F7566F8}"/>
                    </a:ext>
                  </a:extLst>
                </p14:cNvPr>
                <p14:cNvContentPartPr/>
                <p14:nvPr/>
              </p14:nvContentPartPr>
              <p14:xfrm>
                <a:off x="7462113" y="3574015"/>
                <a:ext cx="218880" cy="37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6EEE15F-05A9-B75C-9C34-EDFF81B445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26113" y="3538375"/>
                  <a:ext cx="2905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760BE4-8093-132A-6071-988CBC30FEF5}"/>
                    </a:ext>
                  </a:extLst>
                </p14:cNvPr>
                <p14:cNvContentPartPr/>
                <p14:nvPr/>
              </p14:nvContentPartPr>
              <p14:xfrm>
                <a:off x="7529073" y="3832855"/>
                <a:ext cx="164160" cy="262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EE01F6-E22F-0B7C-E391-75CFE8E03E3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93433" y="3796855"/>
                  <a:ext cx="235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8717CDB-F341-03CE-FBFB-188BAF4DE72C}"/>
                    </a:ext>
                  </a:extLst>
                </p14:cNvPr>
                <p14:cNvContentPartPr/>
                <p14:nvPr/>
              </p14:nvContentPartPr>
              <p14:xfrm>
                <a:off x="7569033" y="4018975"/>
                <a:ext cx="107280" cy="6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57450B6-184E-0F45-A5FB-0EE30583DE1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33033" y="3982975"/>
                  <a:ext cx="178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A0853E-6A6B-DEF7-8ED9-0FFEC2AC366A}"/>
                    </a:ext>
                  </a:extLst>
                </p14:cNvPr>
                <p14:cNvContentPartPr/>
                <p14:nvPr/>
              </p14:nvContentPartPr>
              <p14:xfrm>
                <a:off x="7837233" y="3725215"/>
                <a:ext cx="90720" cy="5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13C6802-BFCD-3CD2-90FE-CC9D6141212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801233" y="3689575"/>
                  <a:ext cx="162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F558FD-AA46-7B22-EAD3-CB59333C127A}"/>
                    </a:ext>
                  </a:extLst>
                </p14:cNvPr>
                <p14:cNvContentPartPr/>
                <p14:nvPr/>
              </p14:nvContentPartPr>
              <p14:xfrm>
                <a:off x="7854153" y="3818815"/>
                <a:ext cx="93600" cy="21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C9AA74-C779-5080-097C-32BB4C2F252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18513" y="3783175"/>
                  <a:ext cx="165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3158BA-E0EB-2FAF-D61A-45997670DF20}"/>
                    </a:ext>
                  </a:extLst>
                </p14:cNvPr>
                <p14:cNvContentPartPr/>
                <p14:nvPr/>
              </p14:nvContentPartPr>
              <p14:xfrm>
                <a:off x="8070153" y="3635575"/>
                <a:ext cx="408240" cy="207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DCA56D-9BE5-EB83-2602-CA1BC485BC9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034513" y="3599575"/>
                  <a:ext cx="4798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FBF3EA9-7D6B-842C-4F82-70C2A7AA3273}"/>
              </a:ext>
            </a:extLst>
          </p:cNvPr>
          <p:cNvGrpSpPr/>
          <p:nvPr/>
        </p:nvGrpSpPr>
        <p:grpSpPr>
          <a:xfrm>
            <a:off x="3776520" y="5026680"/>
            <a:ext cx="444960" cy="635760"/>
            <a:chOff x="2721633" y="4602175"/>
            <a:chExt cx="44496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623919F-A8F2-594F-3FA7-46E14E74A8AE}"/>
                    </a:ext>
                  </a:extLst>
                </p14:cNvPr>
                <p14:cNvContentPartPr/>
                <p14:nvPr/>
              </p14:nvContentPartPr>
              <p14:xfrm>
                <a:off x="3002793" y="4602175"/>
                <a:ext cx="25200" cy="304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FDE1DB-7E79-351D-A9F0-159D4CC4667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66793" y="4566175"/>
                  <a:ext cx="968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8EC3B56-0F62-9DCA-901A-9DA21C740EC4}"/>
                    </a:ext>
                  </a:extLst>
                </p14:cNvPr>
                <p14:cNvContentPartPr/>
                <p14:nvPr/>
              </p14:nvContentPartPr>
              <p14:xfrm>
                <a:off x="2721633" y="4912135"/>
                <a:ext cx="444960" cy="82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0A9213E-62AE-54F6-9A4D-7AF77D74051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685633" y="4876135"/>
                  <a:ext cx="516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B81F9C-CC46-5621-E9B7-20A8B73C142F}"/>
                    </a:ext>
                  </a:extLst>
                </p14:cNvPr>
                <p14:cNvContentPartPr/>
                <p14:nvPr/>
              </p14:nvContentPartPr>
              <p14:xfrm>
                <a:off x="2955633" y="5124535"/>
                <a:ext cx="84600" cy="11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A3D316C-DAC7-B310-CA28-E72B13B8A1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919633" y="5088535"/>
                  <a:ext cx="156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D725A75-85FC-7E09-FB7B-04A62D32D378}"/>
                    </a:ext>
                  </a:extLst>
                </p14:cNvPr>
                <p14:cNvContentPartPr/>
                <p14:nvPr/>
              </p14:nvContentPartPr>
              <p14:xfrm>
                <a:off x="2971473" y="5228575"/>
                <a:ext cx="74520" cy="9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B2D6623-3FCF-5279-0031-F167C6D9759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35833" y="5192935"/>
                  <a:ext cx="1461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4F09D4A-75FE-2119-7FDB-C00AAA195E89}"/>
              </a:ext>
            </a:extLst>
          </p:cNvPr>
          <p:cNvGrpSpPr/>
          <p:nvPr/>
        </p:nvGrpSpPr>
        <p:grpSpPr>
          <a:xfrm>
            <a:off x="6841560" y="1343160"/>
            <a:ext cx="858960" cy="408960"/>
            <a:chOff x="5786673" y="918655"/>
            <a:chExt cx="85896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3236A52-2D06-04FC-33F6-313BA24647D6}"/>
                    </a:ext>
                  </a:extLst>
                </p14:cNvPr>
                <p14:cNvContentPartPr/>
                <p14:nvPr/>
              </p14:nvContentPartPr>
              <p14:xfrm>
                <a:off x="5786673" y="1172455"/>
                <a:ext cx="194400" cy="21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D2F5918-8D58-D817-4448-C56EDCD881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51033" y="1136455"/>
                  <a:ext cx="266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8BA705E-E458-679F-0F35-4FB3ECAFCA8B}"/>
                    </a:ext>
                  </a:extLst>
                </p14:cNvPr>
                <p14:cNvContentPartPr/>
                <p14:nvPr/>
              </p14:nvContentPartPr>
              <p14:xfrm>
                <a:off x="5895753" y="1061575"/>
                <a:ext cx="12600" cy="266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B86828-3FB7-ADDF-EDD6-94AF3AA7A5E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860113" y="1025575"/>
                  <a:ext cx="84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8CAC64D-F67F-181D-035A-B398B31E0EBB}"/>
                    </a:ext>
                  </a:extLst>
                </p14:cNvPr>
                <p14:cNvContentPartPr/>
                <p14:nvPr/>
              </p14:nvContentPartPr>
              <p14:xfrm>
                <a:off x="6083313" y="1057975"/>
                <a:ext cx="59040" cy="221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BA12F07-4B4C-7127-E00B-668052AB7EF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47673" y="1021975"/>
                  <a:ext cx="130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8BF4FE9-66F8-5A0D-FE09-BB55DBB24072}"/>
                    </a:ext>
                  </a:extLst>
                </p14:cNvPr>
                <p14:cNvContentPartPr/>
                <p14:nvPr/>
              </p14:nvContentPartPr>
              <p14:xfrm>
                <a:off x="6181953" y="1075255"/>
                <a:ext cx="159120" cy="19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488734E-FB25-620E-3394-E1ED2A744BA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46313" y="1039615"/>
                  <a:ext cx="230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97AC9B7-6786-6340-17EF-3EC588F3F78D}"/>
                    </a:ext>
                  </a:extLst>
                </p14:cNvPr>
                <p14:cNvContentPartPr/>
                <p14:nvPr/>
              </p14:nvContentPartPr>
              <p14:xfrm>
                <a:off x="6201753" y="1043575"/>
                <a:ext cx="173160" cy="6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22C1F68-3D60-364E-53FA-A79D5EB551B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66113" y="1007935"/>
                  <a:ext cx="244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70685D3-7FCD-65B1-0BE0-40A58FF218E5}"/>
                    </a:ext>
                  </a:extLst>
                </p14:cNvPr>
                <p14:cNvContentPartPr/>
                <p14:nvPr/>
              </p14:nvContentPartPr>
              <p14:xfrm>
                <a:off x="6387513" y="918655"/>
                <a:ext cx="258120" cy="330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031E054-F22A-7903-5193-1C9708F0CAB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51513" y="882655"/>
                  <a:ext cx="329760" cy="40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767F53-2AC1-7699-AB13-FB291D3B6CF2}"/>
                  </a:ext>
                </a:extLst>
              </p14:cNvPr>
              <p14:cNvContentPartPr/>
              <p14:nvPr/>
            </p14:nvContentPartPr>
            <p14:xfrm>
              <a:off x="4151520" y="336600"/>
              <a:ext cx="7935480" cy="5028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767F53-2AC1-7699-AB13-FB291D3B6CF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142160" y="327240"/>
                <a:ext cx="7954200" cy="504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9605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175214-2601-01DE-AF40-B513EBEA6918}"/>
                  </a:ext>
                </a:extLst>
              </p14:cNvPr>
              <p14:cNvContentPartPr/>
              <p14:nvPr/>
            </p14:nvContentPartPr>
            <p14:xfrm>
              <a:off x="87480" y="398880"/>
              <a:ext cx="11780640" cy="6270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175214-2601-01DE-AF40-B513EBEA691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120" y="389520"/>
                <a:ext cx="11799360" cy="62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862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D03526-6733-A463-7DC4-2AA0EAF81842}"/>
                  </a:ext>
                </a:extLst>
              </p14:cNvPr>
              <p14:cNvContentPartPr/>
              <p14:nvPr/>
            </p14:nvContentPartPr>
            <p14:xfrm>
              <a:off x="572760" y="306000"/>
              <a:ext cx="11443320" cy="5900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D03526-6733-A463-7DC4-2AA0EAF8184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3400" y="296640"/>
                <a:ext cx="11462040" cy="591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630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ECFB67-CBB0-E6D7-5CCA-A316939471F1}"/>
                  </a:ext>
                </a:extLst>
              </p14:cNvPr>
              <p14:cNvContentPartPr/>
              <p14:nvPr/>
            </p14:nvContentPartPr>
            <p14:xfrm>
              <a:off x="284760" y="466920"/>
              <a:ext cx="11772000" cy="5648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ECFB67-CBB0-E6D7-5CCA-A316939471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5400" y="457560"/>
                <a:ext cx="11790720" cy="566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419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Open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For High-Frequency amplifier circuits</a:t>
            </a: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     is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pole of the gain function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is open-circuit time constant associated with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is the effective resistance seen by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when all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i≠j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are open</a:t>
            </a:r>
            <a:endParaRPr lang="en-A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circuited and independent sources are disabled.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Hence, the sum of the reciprocals of the poles equals the sum of the open-circuit time constants.  Each of the terms (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’s) is found for the specific capacitance in isolation,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the other capacitances are open circuited.</a:t>
            </a: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F29571C-E214-3D18-2F16-8F142C4AE2B8}"/>
                  </a:ext>
                </a:extLst>
              </p:cNvPr>
              <p:cNvSpPr/>
              <p:nvPr/>
            </p:nvSpPr>
            <p:spPr>
              <a:xfrm>
                <a:off x="2457500" y="1129986"/>
                <a:ext cx="4559966" cy="85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AU" sz="2800" b="0" i="0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…+</m:t>
                        </m:r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smtClean="0">
                                    <a:latin typeface="Cambria Math"/>
                                    <a:ea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28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F29571C-E214-3D18-2F16-8F142C4AE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00" y="1129986"/>
                <a:ext cx="4559966" cy="8542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F047E3-15B5-5E98-FA29-5F85107D2F8D}"/>
                  </a:ext>
                </a:extLst>
              </p:cNvPr>
              <p:cNvSpPr/>
              <p:nvPr/>
            </p:nvSpPr>
            <p:spPr>
              <a:xfrm>
                <a:off x="1633574" y="2167684"/>
                <a:ext cx="864096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F047E3-15B5-5E98-FA29-5F85107D2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574" y="2167684"/>
                <a:ext cx="864096" cy="563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313172-AE1E-CF1C-9D8A-1BB71FDFA121}"/>
                  </a:ext>
                </a:extLst>
              </p:cNvPr>
              <p:cNvSpPr/>
              <p:nvPr/>
            </p:nvSpPr>
            <p:spPr>
              <a:xfrm>
                <a:off x="263038" y="2554986"/>
                <a:ext cx="2443586" cy="564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jo</m:t>
                          </m:r>
                        </m:sub>
                      </m:sSub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jo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313172-AE1E-CF1C-9D8A-1BB71FDFA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38" y="2554986"/>
                <a:ext cx="2443586" cy="5640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056934-DEBC-9E10-58D1-7E08B3C58662}"/>
                  </a:ext>
                </a:extLst>
              </p:cNvPr>
              <p:cNvSpPr/>
              <p:nvPr/>
            </p:nvSpPr>
            <p:spPr>
              <a:xfrm>
                <a:off x="1679294" y="3135181"/>
                <a:ext cx="864096" cy="496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400" b="0" i="0" dirty="0" smtClean="0">
                              <a:latin typeface="Cambria Math"/>
                            </a:rPr>
                            <m:t>jo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056934-DEBC-9E10-58D1-7E08B3C586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294" y="3135181"/>
                <a:ext cx="864096" cy="496674"/>
              </a:xfrm>
              <a:prstGeom prst="rect">
                <a:avLst/>
              </a:prstGeom>
              <a:blipFill>
                <a:blip r:embed="rId14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9196CEA-D686-3AEF-D616-9BDBB6B4FFDD}"/>
                  </a:ext>
                </a:extLst>
              </p14:cNvPr>
              <p14:cNvContentPartPr/>
              <p14:nvPr/>
            </p14:nvContentPartPr>
            <p14:xfrm>
              <a:off x="7488360" y="956160"/>
              <a:ext cx="4418640" cy="55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9196CEA-D686-3AEF-D616-9BDBB6B4FF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79000" y="946800"/>
                <a:ext cx="4437360" cy="55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52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Open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HIGH FREQUENCY analysis, if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is the dominant pole 1/p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1/p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then: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If the response is not dominated by a single pole, a good design procedure is to assume that the sum of poles is  1.15/</a:t>
            </a:r>
            <a:r>
              <a:rPr lang="el-GR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04F6AB-CC1E-8C27-E3CB-52D9575E1C15}"/>
                  </a:ext>
                </a:extLst>
              </p:cNvPr>
              <p:cNvSpPr/>
              <p:nvPr/>
            </p:nvSpPr>
            <p:spPr>
              <a:xfrm>
                <a:off x="2851784" y="1695329"/>
                <a:ext cx="2342899" cy="801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>
                                <a:latin typeface="Cambria Math"/>
                                <a:ea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en-AU" sz="30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28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04F6AB-CC1E-8C27-E3CB-52D9575E1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784" y="1695329"/>
                <a:ext cx="2342899" cy="8016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B336030-DE85-1E87-A921-CFF4000E3876}"/>
                  </a:ext>
                </a:extLst>
              </p:cNvPr>
              <p:cNvSpPr/>
              <p:nvPr/>
            </p:nvSpPr>
            <p:spPr>
              <a:xfrm>
                <a:off x="5535544" y="1695329"/>
                <a:ext cx="2342899" cy="801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30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B336030-DE85-1E87-A921-CFF4000E3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544" y="1695329"/>
                <a:ext cx="2342899" cy="8016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F61A92-1BC3-CC0A-31BE-614EE21652BC}"/>
                  </a:ext>
                </a:extLst>
              </p:cNvPr>
              <p:cNvSpPr/>
              <p:nvPr/>
            </p:nvSpPr>
            <p:spPr>
              <a:xfrm>
                <a:off x="3222280" y="3697732"/>
                <a:ext cx="2817319" cy="8091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.15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30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F61A92-1BC3-CC0A-31BE-614EE2165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280" y="3697732"/>
                <a:ext cx="2817319" cy="8091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4082D6-DB69-09CF-56CE-58B804248D8C}"/>
                  </a:ext>
                </a:extLst>
              </p14:cNvPr>
              <p14:cNvContentPartPr/>
              <p14:nvPr/>
            </p14:nvContentPartPr>
            <p14:xfrm>
              <a:off x="2568960" y="1197720"/>
              <a:ext cx="9262440" cy="419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4082D6-DB69-09CF-56CE-58B804248D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9600" y="1188360"/>
                <a:ext cx="9281160" cy="42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7139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an arbitrary circuit configuration of N distinct nodes where the node voltages are with reference to V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0 – ground.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nodes 1 and 2 with an impedance Z connected between them. We postulate that the voltage ratio (i.e., gain) between nodes 1 and 2 is</a:t>
            </a: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854F78-2466-0B5F-05E9-A6C7B789C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225" y="1840249"/>
            <a:ext cx="3456384" cy="268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4D2E21A-9742-5E7F-9BE5-E5059B4F7EE4}"/>
                  </a:ext>
                </a:extLst>
              </p14:cNvPr>
              <p14:cNvContentPartPr/>
              <p14:nvPr/>
            </p14:nvContentPartPr>
            <p14:xfrm>
              <a:off x="8604720" y="100080"/>
              <a:ext cx="1638720" cy="412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4D2E21A-9742-5E7F-9BE5-E5059B4F7E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95360" y="90720"/>
                <a:ext cx="1657440" cy="4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686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090198-1B16-A12D-10A4-DE62BF7301F9}"/>
                  </a:ext>
                </a:extLst>
              </p14:cNvPr>
              <p14:cNvContentPartPr/>
              <p14:nvPr/>
            </p14:nvContentPartPr>
            <p14:xfrm>
              <a:off x="932400" y="573840"/>
              <a:ext cx="10655640" cy="5520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090198-1B16-A12D-10A4-DE62BF7301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3040" y="564480"/>
                <a:ext cx="10674360" cy="55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0273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14" y="390568"/>
                <a:ext cx="12029546" cy="594820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>
                  <a:lnSpc>
                    <a:spcPct val="90000"/>
                  </a:lnSpc>
                </a:pPr>
                <a:endParaRPr lang="en-US" sz="3200" dirty="0"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𝑧</m:t>
                        </m:r>
                      </m:e>
                      <m:sub>
                        <m:r>
                          <a:rPr lang="en-US" sz="3200" i="0" dirty="0" smtClean="0"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a:rPr lang="en-US" sz="3200" i="0" dirty="0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3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𝑧</m:t>
                        </m:r>
                      </m:num>
                      <m:den>
                        <m:r>
                          <a:rPr lang="en-US" sz="3200" i="0" dirty="0" smtClean="0">
                            <a:latin typeface="Cambria Math" panose="02040503050406030204" pitchFamily="18" charset="0"/>
                            <a:sym typeface="Symbol"/>
                          </a:rPr>
                          <m:t>1−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                   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This means that the current drawn from node 1, (i.e., I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) can be obtained by disconnecting Z from node 1 and placing an impedance  Z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between node 1 and V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N,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i.e., ground.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Proceeding in a similar manner for I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2,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find the following: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14" y="390568"/>
                <a:ext cx="12029546" cy="5948208"/>
              </a:xfrm>
              <a:blipFill>
                <a:blip r:embed="rId3"/>
                <a:stretch>
                  <a:fillRect l="-861" r="-7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F0B44D-26FA-7247-D49E-17AFE2241713}"/>
                  </a:ext>
                </a:extLst>
              </p:cNvPr>
              <p:cNvSpPr txBox="1"/>
              <p:nvPr/>
            </p:nvSpPr>
            <p:spPr>
              <a:xfrm>
                <a:off x="4953000" y="659888"/>
                <a:ext cx="1143000" cy="809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F0B44D-26FA-7247-D49E-17AFE2241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659888"/>
                <a:ext cx="1143000" cy="8090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4106DB-5F21-0B5B-FAA3-40C17894EA88}"/>
                  </a:ext>
                </a:extLst>
              </p:cNvPr>
              <p:cNvSpPr txBox="1"/>
              <p:nvPr/>
            </p:nvSpPr>
            <p:spPr>
              <a:xfrm>
                <a:off x="2720059" y="1468956"/>
                <a:ext cx="6140477" cy="11222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4106DB-5F21-0B5B-FAA3-40C17894E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59" y="1468956"/>
                <a:ext cx="6140477" cy="11222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C9BBAB-DF14-EC71-14AE-4C3DAB5B342B}"/>
                  </a:ext>
                </a:extLst>
              </p:cNvPr>
              <p:cNvSpPr txBox="1"/>
              <p:nvPr/>
            </p:nvSpPr>
            <p:spPr>
              <a:xfrm>
                <a:off x="765794" y="4998697"/>
                <a:ext cx="6078266" cy="1258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type m:val="skw"/>
                                  <m:ctrlPr>
                                    <a:rPr lang="en-AU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C9BBAB-DF14-EC71-14AE-4C3DAB5B3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94" y="4998697"/>
                <a:ext cx="6078266" cy="12588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EB2A2-C7F3-4AFE-C5D6-A1AF3D458797}"/>
                  </a:ext>
                </a:extLst>
              </p:cNvPr>
              <p:cNvSpPr txBox="1"/>
              <p:nvPr/>
            </p:nvSpPr>
            <p:spPr>
              <a:xfrm>
                <a:off x="7836912" y="5284867"/>
                <a:ext cx="1623201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𝑘𝑧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−1⋅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EB2A2-C7F3-4AFE-C5D6-A1AF3D458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12" y="5284867"/>
                <a:ext cx="1623201" cy="7012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773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We can now replace the original circuit by the following</a:t>
            </a:r>
            <a:endParaRPr lang="en-US" sz="3000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equivalent circuit is valid only as long as K is unchanged. For example, the Miller equivalent circuit can not be used directly to determine output resistance and reverse transmission of the amplifier.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In practice, it is difficult to determine K independently and often the feed-through effects between input and output are neglected. For this reason, the transfer function obtained from the exact analysis differs slightly from that of the miller transformed circuit.</a:t>
            </a:r>
          </a:p>
          <a:p>
            <a:pPr>
              <a:lnSpc>
                <a:spcPct val="90000"/>
              </a:lnSpc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1D8D6E48-7F7E-D958-FCD6-B67304A4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64" y="996728"/>
            <a:ext cx="4973563" cy="185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56FFD8-C31A-095D-3E4B-41979603FB81}"/>
                  </a:ext>
                </a:extLst>
              </p14:cNvPr>
              <p14:cNvContentPartPr/>
              <p14:nvPr/>
            </p14:nvContentPartPr>
            <p14:xfrm>
              <a:off x="2504160" y="256320"/>
              <a:ext cx="8978400" cy="594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56FFD8-C31A-095D-3E4B-41979603FB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94800" y="246960"/>
                <a:ext cx="8997120" cy="595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0525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D5104D-0662-5E27-736F-489DB843114A}"/>
                  </a:ext>
                </a:extLst>
              </p14:cNvPr>
              <p14:cNvContentPartPr/>
              <p14:nvPr/>
            </p14:nvContentPartPr>
            <p14:xfrm>
              <a:off x="9573840" y="855360"/>
              <a:ext cx="1090440" cy="51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D5104D-0662-5E27-736F-489DB84311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64480" y="846000"/>
                <a:ext cx="110916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99C732-8536-2F0A-9B3B-D28BDD67629A}"/>
                  </a:ext>
                </a:extLst>
              </p14:cNvPr>
              <p14:cNvContentPartPr/>
              <p14:nvPr/>
            </p14:nvContentPartPr>
            <p14:xfrm>
              <a:off x="150840" y="423000"/>
              <a:ext cx="11919600" cy="6020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99C732-8536-2F0A-9B3B-D28BDD6762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1480" y="413640"/>
                <a:ext cx="11938320" cy="60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4474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 CE amplifier – Calculate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sz="3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C0CB87A-6E50-9822-BDE4-4F5729684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3095588" cy="32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B3F2892-1C8F-5892-3E61-4750784A5756}"/>
              </a:ext>
            </a:extLst>
          </p:cNvPr>
          <p:cNvGrpSpPr/>
          <p:nvPr/>
        </p:nvGrpSpPr>
        <p:grpSpPr>
          <a:xfrm>
            <a:off x="7756128" y="686808"/>
            <a:ext cx="1886040" cy="450360"/>
            <a:chOff x="7756128" y="686808"/>
            <a:chExt cx="18860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4FC432-A673-695B-28E1-75153C690768}"/>
                    </a:ext>
                  </a:extLst>
                </p14:cNvPr>
                <p14:cNvContentPartPr/>
                <p14:nvPr/>
              </p14:nvContentPartPr>
              <p14:xfrm>
                <a:off x="7756128" y="1129968"/>
                <a:ext cx="18000" cy="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4FC432-A673-695B-28E1-75153C69076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47128" y="1120968"/>
                  <a:ext cx="35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C825DF-5424-414E-30B8-8D4F541DE83A}"/>
                    </a:ext>
                  </a:extLst>
                </p14:cNvPr>
                <p14:cNvContentPartPr/>
                <p14:nvPr/>
              </p14:nvContentPartPr>
              <p14:xfrm>
                <a:off x="7950888" y="794808"/>
                <a:ext cx="295560" cy="263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C825DF-5424-414E-30B8-8D4F541DE8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41888" y="786168"/>
                  <a:ext cx="313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056A12-E2C6-9187-22BD-4D3E120C6007}"/>
                    </a:ext>
                  </a:extLst>
                </p14:cNvPr>
                <p14:cNvContentPartPr/>
                <p14:nvPr/>
              </p14:nvContentPartPr>
              <p14:xfrm>
                <a:off x="8247168" y="984528"/>
                <a:ext cx="136080" cy="136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056A12-E2C6-9187-22BD-4D3E120C60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38528" y="975888"/>
                  <a:ext cx="153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865BC2-D862-992A-07C7-374D1DF1487A}"/>
                    </a:ext>
                  </a:extLst>
                </p14:cNvPr>
                <p14:cNvContentPartPr/>
                <p14:nvPr/>
              </p14:nvContentPartPr>
              <p14:xfrm>
                <a:off x="8247168" y="901728"/>
                <a:ext cx="133200" cy="21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865BC2-D862-992A-07C7-374D1DF14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38528" y="893088"/>
                  <a:ext cx="150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B2B66D-2AD7-F6CC-EF67-77FE2A38107A}"/>
                    </a:ext>
                  </a:extLst>
                </p14:cNvPr>
                <p14:cNvContentPartPr/>
                <p14:nvPr/>
              </p14:nvContentPartPr>
              <p14:xfrm>
                <a:off x="8576928" y="890928"/>
                <a:ext cx="106920" cy="1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B2B66D-2AD7-F6CC-EF67-77FE2A3810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68288" y="882288"/>
                  <a:ext cx="124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4BA9B7-B43B-1AED-F63F-6818BF5CA186}"/>
                    </a:ext>
                  </a:extLst>
                </p14:cNvPr>
                <p14:cNvContentPartPr/>
                <p14:nvPr/>
              </p14:nvContentPartPr>
              <p14:xfrm>
                <a:off x="8536248" y="994968"/>
                <a:ext cx="146520" cy="19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4BA9B7-B43B-1AED-F63F-6818BF5CA1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27248" y="986328"/>
                  <a:ext cx="164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A3C220-B1F7-784A-5056-E45729DA0540}"/>
                    </a:ext>
                  </a:extLst>
                </p14:cNvPr>
                <p14:cNvContentPartPr/>
                <p14:nvPr/>
              </p14:nvContentPartPr>
              <p14:xfrm>
                <a:off x="8832888" y="765288"/>
                <a:ext cx="350280" cy="221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A3C220-B1F7-784A-5056-E45729DA05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24248" y="756648"/>
                  <a:ext cx="367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7109BF-B3A7-2DF1-4C5A-491978579796}"/>
                    </a:ext>
                  </a:extLst>
                </p14:cNvPr>
                <p14:cNvContentPartPr/>
                <p14:nvPr/>
              </p14:nvContentPartPr>
              <p14:xfrm>
                <a:off x="9278208" y="794088"/>
                <a:ext cx="88200" cy="255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7109BF-B3A7-2DF1-4C5A-4919785797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69208" y="785088"/>
                  <a:ext cx="105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9C2A08-D6F2-F285-C04D-B64D7A1E000D}"/>
                    </a:ext>
                  </a:extLst>
                </p14:cNvPr>
                <p14:cNvContentPartPr/>
                <p14:nvPr/>
              </p14:nvContentPartPr>
              <p14:xfrm>
                <a:off x="9273168" y="760608"/>
                <a:ext cx="78480" cy="164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9C2A08-D6F2-F285-C04D-B64D7A1E0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64528" y="751608"/>
                  <a:ext cx="96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01CFCB-89C5-C26C-0B35-9F207FC3A4E0}"/>
                    </a:ext>
                  </a:extLst>
                </p14:cNvPr>
                <p14:cNvContentPartPr/>
                <p14:nvPr/>
              </p14:nvContentPartPr>
              <p14:xfrm>
                <a:off x="9467568" y="686808"/>
                <a:ext cx="174600" cy="41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01CFCB-89C5-C26C-0B35-9F207FC3A4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58928" y="677808"/>
                  <a:ext cx="1922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0BCB718-CFCA-C470-0A97-A1C7D707CC69}"/>
                    </a:ext>
                  </a:extLst>
                </p14:cNvPr>
                <p14:cNvContentPartPr/>
                <p14:nvPr/>
              </p14:nvContentPartPr>
              <p14:xfrm>
                <a:off x="9391608" y="892008"/>
                <a:ext cx="155880" cy="5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0BCB718-CFCA-C470-0A97-A1C7D707CC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82608" y="883368"/>
                  <a:ext cx="173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5C65C9-9BEB-4619-D951-6ECF7A09B3B9}"/>
                    </a:ext>
                  </a:extLst>
                </p14:cNvPr>
                <p14:cNvContentPartPr/>
                <p14:nvPr/>
              </p14:nvContentPartPr>
              <p14:xfrm>
                <a:off x="9237888" y="739368"/>
                <a:ext cx="110160" cy="323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5C65C9-9BEB-4619-D951-6ECF7A09B3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28888" y="730728"/>
                  <a:ext cx="1278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6B7CCE-DC56-E0C7-7DAD-759F198D44EB}"/>
                    </a:ext>
                  </a:extLst>
                </p14:cNvPr>
                <p14:cNvContentPartPr/>
                <p14:nvPr/>
              </p14:nvContentPartPr>
              <p14:xfrm>
                <a:off x="9270288" y="706248"/>
                <a:ext cx="173880" cy="203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6B7CCE-DC56-E0C7-7DAD-759F198D44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61288" y="697248"/>
                  <a:ext cx="19152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8E18DD-57C7-CD8E-8961-4567A00C4965}"/>
              </a:ext>
            </a:extLst>
          </p:cNvPr>
          <p:cNvGrpSpPr/>
          <p:nvPr/>
        </p:nvGrpSpPr>
        <p:grpSpPr>
          <a:xfrm>
            <a:off x="10096128" y="532728"/>
            <a:ext cx="1376280" cy="524880"/>
            <a:chOff x="10096128" y="532728"/>
            <a:chExt cx="137628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FB1889-AD9A-A381-76F2-D4A45F7D7323}"/>
                    </a:ext>
                  </a:extLst>
                </p14:cNvPr>
                <p14:cNvContentPartPr/>
                <p14:nvPr/>
              </p14:nvContentPartPr>
              <p14:xfrm>
                <a:off x="10096128" y="634968"/>
                <a:ext cx="233640" cy="25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FB1889-AD9A-A381-76F2-D4A45F7D73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87488" y="625968"/>
                  <a:ext cx="251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517FD3-28ED-D533-60C2-A7BB373D17D8}"/>
                    </a:ext>
                  </a:extLst>
                </p14:cNvPr>
                <p14:cNvContentPartPr/>
                <p14:nvPr/>
              </p14:nvContentPartPr>
              <p14:xfrm>
                <a:off x="10367928" y="825048"/>
                <a:ext cx="230760" cy="232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517FD3-28ED-D533-60C2-A7BB373D17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59288" y="816408"/>
                  <a:ext cx="248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021B4C-6CD6-D1F2-F7F0-A6C84D300634}"/>
                    </a:ext>
                  </a:extLst>
                </p14:cNvPr>
                <p14:cNvContentPartPr/>
                <p14:nvPr/>
              </p14:nvContentPartPr>
              <p14:xfrm>
                <a:off x="10741248" y="718488"/>
                <a:ext cx="77760" cy="3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021B4C-6CD6-D1F2-F7F0-A6C84D3006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32248" y="709488"/>
                  <a:ext cx="9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4D78CB-0373-60A4-777E-EC486EF2F52B}"/>
                    </a:ext>
                  </a:extLst>
                </p14:cNvPr>
                <p14:cNvContentPartPr/>
                <p14:nvPr/>
              </p14:nvContentPartPr>
              <p14:xfrm>
                <a:off x="10744848" y="816048"/>
                <a:ext cx="110160" cy="42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4D78CB-0373-60A4-777E-EC486EF2F5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35848" y="807048"/>
                  <a:ext cx="127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28B24D-F57F-39FD-F4D4-4E0CB5F37231}"/>
                    </a:ext>
                  </a:extLst>
                </p14:cNvPr>
                <p14:cNvContentPartPr/>
                <p14:nvPr/>
              </p14:nvContentPartPr>
              <p14:xfrm>
                <a:off x="10856088" y="637128"/>
                <a:ext cx="182880" cy="199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28B24D-F57F-39FD-F4D4-4E0CB5F372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47448" y="628128"/>
                  <a:ext cx="200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91728C-1382-806F-BCBF-9550C1EBAFBF}"/>
                    </a:ext>
                  </a:extLst>
                </p14:cNvPr>
                <p14:cNvContentPartPr/>
                <p14:nvPr/>
              </p14:nvContentPartPr>
              <p14:xfrm>
                <a:off x="11084688" y="659088"/>
                <a:ext cx="179640" cy="285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91728C-1382-806F-BCBF-9550C1EBAF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6048" y="650448"/>
                  <a:ext cx="197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21498E6-1096-8CF8-351C-C2EDFFF7338B}"/>
                    </a:ext>
                  </a:extLst>
                </p14:cNvPr>
                <p14:cNvContentPartPr/>
                <p14:nvPr/>
              </p14:nvContentPartPr>
              <p14:xfrm>
                <a:off x="11237328" y="532728"/>
                <a:ext cx="235080" cy="502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21498E6-1096-8CF8-351C-C2EDFFF733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28328" y="523728"/>
                  <a:ext cx="25272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91C9B2-673B-8049-486E-FD745B482CF7}"/>
                    </a:ext>
                  </a:extLst>
                </p14:cNvPr>
                <p14:cNvContentPartPr/>
                <p14:nvPr/>
              </p14:nvContentPartPr>
              <p14:xfrm>
                <a:off x="11173968" y="720648"/>
                <a:ext cx="283320" cy="7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91C9B2-673B-8049-486E-FD745B482C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64968" y="712008"/>
                  <a:ext cx="3009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C3FDE6-FDBC-AD86-18AE-AFC5B69D643E}"/>
              </a:ext>
            </a:extLst>
          </p:cNvPr>
          <p:cNvGrpSpPr/>
          <p:nvPr/>
        </p:nvGrpSpPr>
        <p:grpSpPr>
          <a:xfrm>
            <a:off x="10415448" y="1198728"/>
            <a:ext cx="1412280" cy="537840"/>
            <a:chOff x="10415448" y="1198728"/>
            <a:chExt cx="1412280" cy="5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2567AB-F381-8159-A33A-695F3C617ED7}"/>
                    </a:ext>
                  </a:extLst>
                </p14:cNvPr>
                <p14:cNvContentPartPr/>
                <p14:nvPr/>
              </p14:nvContentPartPr>
              <p14:xfrm>
                <a:off x="10415448" y="1241208"/>
                <a:ext cx="256320" cy="39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2567AB-F381-8159-A33A-695F3C617E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06808" y="1232568"/>
                  <a:ext cx="2739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A59E82-B130-CF6A-66F3-E592E169D769}"/>
                    </a:ext>
                  </a:extLst>
                </p14:cNvPr>
                <p14:cNvContentPartPr/>
                <p14:nvPr/>
              </p14:nvContentPartPr>
              <p14:xfrm>
                <a:off x="10686888" y="1573488"/>
                <a:ext cx="185040" cy="163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A59E82-B130-CF6A-66F3-E592E169D7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78248" y="1564848"/>
                  <a:ext cx="202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65D7D4-2FB5-7A20-B2A3-CE59AEA469C8}"/>
                    </a:ext>
                  </a:extLst>
                </p14:cNvPr>
                <p14:cNvContentPartPr/>
                <p14:nvPr/>
              </p14:nvContentPartPr>
              <p14:xfrm>
                <a:off x="10680048" y="1564488"/>
                <a:ext cx="265320" cy="146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65D7D4-2FB5-7A20-B2A3-CE59AEA469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1408" y="1555488"/>
                  <a:ext cx="28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4544CD7-544D-2626-79D4-DD85AD9CB661}"/>
                    </a:ext>
                  </a:extLst>
                </p14:cNvPr>
                <p14:cNvContentPartPr/>
                <p14:nvPr/>
              </p14:nvContentPartPr>
              <p14:xfrm>
                <a:off x="10957608" y="1246968"/>
                <a:ext cx="149040" cy="318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4544CD7-544D-2626-79D4-DD85AD9CB6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48608" y="1237968"/>
                  <a:ext cx="1666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AE7A12-DDC6-A60C-8046-D87CDC840E74}"/>
                    </a:ext>
                  </a:extLst>
                </p14:cNvPr>
                <p14:cNvContentPartPr/>
                <p14:nvPr/>
              </p14:nvContentPartPr>
              <p14:xfrm>
                <a:off x="11148408" y="1465848"/>
                <a:ext cx="139680" cy="20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AE7A12-DDC6-A60C-8046-D87CDC840E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39768" y="1456848"/>
                  <a:ext cx="157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C4AA60-78CF-3B93-5955-860C8C009754}"/>
                    </a:ext>
                  </a:extLst>
                </p14:cNvPr>
                <p14:cNvContentPartPr/>
                <p14:nvPr/>
              </p14:nvContentPartPr>
              <p14:xfrm>
                <a:off x="11314008" y="1332648"/>
                <a:ext cx="93600" cy="21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C4AA60-78CF-3B93-5955-860C8C0097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5368" y="1324008"/>
                  <a:ext cx="111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8955950-61DE-BCAB-2257-90ED7B4A0E98}"/>
                    </a:ext>
                  </a:extLst>
                </p14:cNvPr>
                <p14:cNvContentPartPr/>
                <p14:nvPr/>
              </p14:nvContentPartPr>
              <p14:xfrm>
                <a:off x="11317608" y="1423008"/>
                <a:ext cx="106920" cy="3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8955950-61DE-BCAB-2257-90ED7B4A0E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08968" y="1414368"/>
                  <a:ext cx="124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EF824-9A26-F395-8ACF-3A7DF15224BD}"/>
                    </a:ext>
                  </a:extLst>
                </p14:cNvPr>
                <p14:cNvContentPartPr/>
                <p14:nvPr/>
              </p14:nvContentPartPr>
              <p14:xfrm>
                <a:off x="11496888" y="1215288"/>
                <a:ext cx="88920" cy="23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EF824-9A26-F395-8ACF-3A7DF15224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8248" y="1206288"/>
                  <a:ext cx="106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0F3211-7CA3-147F-FFAA-5645275D4887}"/>
                    </a:ext>
                  </a:extLst>
                </p14:cNvPr>
                <p14:cNvContentPartPr/>
                <p14:nvPr/>
              </p14:nvContentPartPr>
              <p14:xfrm>
                <a:off x="11506608" y="1198728"/>
                <a:ext cx="162000" cy="36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0F3211-7CA3-147F-FFAA-5645275D48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97968" y="1189728"/>
                  <a:ext cx="179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E66E87-B219-86D3-1A48-60D4C0CEC43C}"/>
                    </a:ext>
                  </a:extLst>
                </p14:cNvPr>
                <p14:cNvContentPartPr/>
                <p14:nvPr/>
              </p14:nvContentPartPr>
              <p14:xfrm>
                <a:off x="11639808" y="1213488"/>
                <a:ext cx="187920" cy="172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E66E87-B219-86D3-1A48-60D4C0CEC4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30808" y="1204848"/>
                  <a:ext cx="20556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DCA806-DD52-2524-1CE7-393DE8B5E1EC}"/>
                  </a:ext>
                </a:extLst>
              </p14:cNvPr>
              <p14:cNvContentPartPr/>
              <p14:nvPr/>
            </p14:nvContentPartPr>
            <p14:xfrm>
              <a:off x="212760" y="556920"/>
              <a:ext cx="11427840" cy="5719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DCA806-DD52-2524-1CE7-393DE8B5E1E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3400" y="547560"/>
                <a:ext cx="11446560" cy="573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1602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AC equivalent circuit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5D26AC-D2BE-9AC0-9F89-5EF8C672C1A6}"/>
                  </a:ext>
                </a:extLst>
              </p14:cNvPr>
              <p14:cNvContentPartPr/>
              <p14:nvPr/>
            </p14:nvContentPartPr>
            <p14:xfrm>
              <a:off x="250200" y="456840"/>
              <a:ext cx="11869920" cy="573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5D26AC-D2BE-9AC0-9F89-5EF8C672C1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0840" y="447480"/>
                <a:ext cx="11888640" cy="575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682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Calculate time constants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4129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small capacitance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due to amplification gives rise to a substantial capacitance between the base and ground. The large capacitance will actually limit the high-frequency response of the circuit. This multiplication of the effective value of the capacitance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known as  </a:t>
            </a:r>
            <a:r>
              <a:rPr lang="en-AU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Miller Effect will be the determining factor for high-frequency response in circuits that experience it and severely affect the high-frequency response. 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How do we then get high gain from a circuit while minimising or even avoiding the Miller effect?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0471B0-D55C-8EC7-1F27-22D1A4654400}"/>
                  </a:ext>
                </a:extLst>
              </p14:cNvPr>
              <p14:cNvContentPartPr/>
              <p14:nvPr/>
            </p14:nvContentPartPr>
            <p14:xfrm>
              <a:off x="1249200" y="1024200"/>
              <a:ext cx="9654480" cy="496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0471B0-D55C-8EC7-1F27-22D1A465440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39840" y="1014840"/>
                <a:ext cx="9673200" cy="498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127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Recall that the corner frequency,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, is determined by two things, namely: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857250" lvl="2" indent="-4572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multiplication ( the Miller effect) – signal feed through- observe that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is multiplied by (1 + |gain|). For the CE case, this gain is  |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g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R’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|.</a:t>
            </a:r>
          </a:p>
          <a:p>
            <a:pPr marL="400050" lvl="2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857250" lvl="2" indent="-4572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resistance ‘seen’ by the capacitor ( 1+ |gain|)C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</a:p>
          <a:p>
            <a:pPr marL="857250" lvl="2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To improve on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H,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we need to modify one of the terms or preferably both.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FFBDD1-490C-4C40-FBF5-35098304C044}"/>
                  </a:ext>
                </a:extLst>
              </p14:cNvPr>
              <p14:cNvContentPartPr/>
              <p14:nvPr/>
            </p14:nvContentPartPr>
            <p14:xfrm>
              <a:off x="1961640" y="1765800"/>
              <a:ext cx="6438240" cy="277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FFBDD1-490C-4C40-FBF5-35098304C0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2280" y="1756440"/>
                <a:ext cx="6456960" cy="27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6428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Common base amplifier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AF7F12C-AE84-4CFC-8698-66243224C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496" y="944341"/>
            <a:ext cx="2764502" cy="34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3C1E915-3720-ED8A-F724-FB049C10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56" y="1897376"/>
            <a:ext cx="5444410" cy="247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9ECB23F-83CC-996A-9A5F-069774611F6B}"/>
                  </a:ext>
                </a:extLst>
              </p14:cNvPr>
              <p14:cNvContentPartPr/>
              <p14:nvPr/>
            </p14:nvContentPartPr>
            <p14:xfrm>
              <a:off x="1719720" y="1060560"/>
              <a:ext cx="10230480" cy="4940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9ECB23F-83CC-996A-9A5F-069774611F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10360" y="1051200"/>
                <a:ext cx="10249200" cy="49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452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Common base amplifier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most important aspect of this circuit is that there is no feedback capacitor as in the common-emitter circuit. This means that there is no Miller effect and we would expect the higher corner frequency for the common-base circuit to be larger than that for a common-emitter circuit.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186CA5C4-0E76-83ED-3936-F82C3F6D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36" y="1410496"/>
            <a:ext cx="7827168" cy="225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716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Cascode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configuration - frequency response can be improved by reducing the |gain| term in Millers Effect by ensuring R’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low. This can be achieved by driving into the emitter of a common-base configuration.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DB94CE-E617-81C9-DA9C-69F1D86FC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488" y="2626938"/>
            <a:ext cx="5457792" cy="3410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2DBD2B-5BEC-D6EB-0022-F45FA4AF6D45}"/>
                  </a:ext>
                </a:extLst>
              </p14:cNvPr>
              <p14:cNvContentPartPr/>
              <p14:nvPr/>
            </p14:nvContentPartPr>
            <p14:xfrm>
              <a:off x="772920" y="1450440"/>
              <a:ext cx="11121840" cy="4735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2DBD2B-5BEC-D6EB-0022-F45FA4AF6D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560" y="1441080"/>
                <a:ext cx="11140560" cy="47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70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Cascode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configuration – explanation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common-emitter stage sees the common-base stage as its load. This load is equal to the input resistance of the common base stage, which is equal to re – typically 25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, i.e., very low. This reduces the Miller effect since R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has been reduced. Since the collector current through Q2 is approximately equal to that of Q1, the mid-band gain doesn’t suffer.  Another way to think of it is that Q2 is acting like a current buffer that passes on the current signal to the load while presenting a low load resistance to the amplifying transistor Q1</a:t>
            </a: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6B4918-715D-2EE8-3B4E-A968BC33DB84}"/>
                  </a:ext>
                </a:extLst>
              </p14:cNvPr>
              <p14:cNvContentPartPr/>
              <p14:nvPr/>
            </p14:nvContentPartPr>
            <p14:xfrm>
              <a:off x="283680" y="2256480"/>
              <a:ext cx="320040" cy="267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6B4918-715D-2EE8-3B4E-A968BC33DB8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4320" y="2247120"/>
                <a:ext cx="338760" cy="269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895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Long tail pair: CC – CB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611BF9-ED6C-E507-E4C6-8C81C137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33" y="1727088"/>
            <a:ext cx="7128792" cy="393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1B3D09D-A92A-397B-1868-0A1E75880C8F}"/>
                  </a:ext>
                </a:extLst>
              </p14:cNvPr>
              <p14:cNvContentPartPr/>
              <p14:nvPr/>
            </p14:nvContentPartPr>
            <p14:xfrm>
              <a:off x="266760" y="810000"/>
              <a:ext cx="11821320" cy="5386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1B3D09D-A92A-397B-1868-0A1E75880C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7400" y="800640"/>
                <a:ext cx="11840040" cy="54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256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Explanation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CC has low voltage gain. Hence, it does not exhibit Miller effect. But provides current gain.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CB provides voltage gain. However, there is no capacitor between emitter and collector. Hence, no Miller’s effect can be observed.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24B3AF-F013-3D78-F3DB-0979061206AE}"/>
                  </a:ext>
                </a:extLst>
              </p14:cNvPr>
              <p14:cNvContentPartPr/>
              <p14:nvPr/>
            </p14:nvContentPartPr>
            <p14:xfrm>
              <a:off x="733320" y="2318400"/>
              <a:ext cx="3239640" cy="529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24B3AF-F013-3D78-F3DB-0979061206A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3960" y="2309040"/>
                <a:ext cx="3258360" cy="54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4248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CC – CE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3">
            <a:extLst>
              <a:ext uri="{FF2B5EF4-FFF2-40B4-BE49-F238E27FC236}">
                <a16:creationId xmlns:a16="http://schemas.microsoft.com/office/drawing/2014/main" id="{282D9E7E-8400-E0EB-5D33-A26CBAC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37" y="1591080"/>
            <a:ext cx="7986454" cy="455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AFB064-6E8A-F1B2-26B6-5515EBDA12E3}"/>
                  </a:ext>
                </a:extLst>
              </p14:cNvPr>
              <p14:cNvContentPartPr/>
              <p14:nvPr/>
            </p14:nvContentPartPr>
            <p14:xfrm>
              <a:off x="728640" y="969120"/>
              <a:ext cx="11179080" cy="506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AFB064-6E8A-F1B2-26B6-5515EBDA12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9280" y="959760"/>
                <a:ext cx="11197800" cy="50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899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454" y="582063"/>
                <a:ext cx="12029546" cy="5228121"/>
              </a:xfrm>
            </p:spPr>
            <p:txBody>
              <a:bodyPr>
                <a:normAutofit lnSpcReduction="10000"/>
              </a:bodyPr>
              <a:lstStyle/>
              <a:p>
                <a:pPr marL="457200" lvl="1" indent="-457200"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n-AU" sz="3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Improving frequency response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CC </a:t>
                </a:r>
                <a:r>
                  <a:rPr lang="en-AU" sz="2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– CE</a:t>
                </a:r>
              </a:p>
              <a:p>
                <a:pPr marL="0" lvl="1" indent="0">
                  <a:lnSpc>
                    <a:spcPct val="90000"/>
                  </a:lnSpc>
                  <a:buNone/>
                </a:pPr>
                <a:r>
                  <a:rPr lang="en-AU" sz="2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Explanation 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Output resistance of CC stage is very low – looks like a signal source with very low output resistance. The CC stage does not suffer from the Miler effect.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The voltage gain provided by the CE stage, which does suffer from the Millers effect. However, the multiplied capacitance of the CE stage “sees” a much smaller resistance due to the CC stage. Hence, it has lower open circuit time constant and therefore larger high corner frequency</a:t>
                </a:r>
              </a:p>
              <a:p>
                <a:pPr marL="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sz="280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n-AU" sz="28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𝑟</m:t>
                          </m:r>
                        </m:e>
                        <m:sub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𝑐𝑐</m:t>
                          </m:r>
                        </m:sub>
                      </m:sSub>
                      <m:r>
                        <a:rPr lang="en-AU" sz="28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×</m:t>
                      </m:r>
                      <m:sSub>
                        <m:sSubPr>
                          <m:ctrlP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𝑀𝑖𝑙𝑙𝑒𝑟</m:t>
                          </m:r>
                        </m:sub>
                      </m:sSub>
                    </m:oMath>
                  </m:oMathPara>
                </a14:m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454" y="582063"/>
                <a:ext cx="12029546" cy="5228121"/>
              </a:xfrm>
              <a:blipFill>
                <a:blip r:embed="rId3"/>
                <a:stretch>
                  <a:fillRect l="-1064" t="-3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7750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F099FE-500B-335D-2833-B2FDE2A435DD}"/>
                  </a:ext>
                </a:extLst>
              </p14:cNvPr>
              <p14:cNvContentPartPr/>
              <p14:nvPr/>
            </p14:nvContentPartPr>
            <p14:xfrm>
              <a:off x="928440" y="1027080"/>
              <a:ext cx="10757880" cy="362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F099FE-500B-335D-2833-B2FDE2A435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9080" y="1017720"/>
                <a:ext cx="10776600" cy="36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87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a BJT operating at high frequency. The minority carriers in the base need time to diffuse from the emitter to the collector: the base transit time,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τ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hybrid-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model will work well for the case of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τ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 1/f , where f is the frequency of the input signal.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 figure of merit is that we should have f such that f ≤ (1/3)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to ensure the hybrid-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model works well.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defined as the frequency at which the short-circuit current gain (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) of the transistor is unity. 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E1CA78-638C-CD59-35AC-6127803B8714}"/>
                  </a:ext>
                </a:extLst>
              </p14:cNvPr>
              <p14:cNvContentPartPr/>
              <p14:nvPr/>
            </p14:nvContentPartPr>
            <p14:xfrm>
              <a:off x="636120" y="1780920"/>
              <a:ext cx="9191160" cy="455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E1CA78-638C-CD59-35AC-6127803B87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6760" y="1771560"/>
                <a:ext cx="9209880" cy="45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2899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6B58E44-7CE2-5A94-4D54-2B7884E0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23" y="1047816"/>
            <a:ext cx="6700899" cy="21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FAF63D3-6592-3799-7CCE-F3F4194F9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3480" y="3929474"/>
                <a:ext cx="7046743" cy="954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𝑖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</m:t>
                          </m:r>
                        </m:sub>
                      </m:sSub>
                      <m:r>
                        <a:rPr lang="en-A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𝑣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A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𝑣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𝜇</m:t>
                              </m:r>
                            </m:sub>
                          </m:s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𝜋</m:t>
                              </m:r>
                            </m:sub>
                          </m:s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ym typeface="Symbol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FAF63D3-6592-3799-7CCE-F3F4194F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480" y="3929474"/>
                <a:ext cx="7046743" cy="9548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006848-9F6B-3B3B-5112-1A87A29F15EC}"/>
                  </a:ext>
                </a:extLst>
              </p:cNvPr>
              <p:cNvSpPr txBox="1"/>
              <p:nvPr/>
            </p:nvSpPr>
            <p:spPr>
              <a:xfrm rot="10800000" flipV="1">
                <a:off x="1025678" y="3953454"/>
                <a:ext cx="2448271" cy="75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006848-9F6B-3B3B-5112-1A87A29F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025678" y="3953454"/>
                <a:ext cx="2448271" cy="756297"/>
              </a:xfrm>
              <a:prstGeom prst="rect">
                <a:avLst/>
              </a:prstGeom>
              <a:blipFill>
                <a:blip r:embed="rId1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D3AD74-0A28-BC27-35E5-D129330B233D}"/>
                  </a:ext>
                </a:extLst>
              </p14:cNvPr>
              <p14:cNvContentPartPr/>
              <p14:nvPr/>
            </p14:nvContentPartPr>
            <p14:xfrm>
              <a:off x="4556697" y="3636293"/>
              <a:ext cx="37440" cy="17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D3AD74-0A28-BC27-35E5-D129330B23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20697" y="3599543"/>
                <a:ext cx="109080" cy="90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D9C28E-A4D8-A926-2418-32A6574A407D}"/>
                  </a:ext>
                </a:extLst>
              </p:cNvPr>
              <p:cNvSpPr txBox="1"/>
              <p:nvPr/>
            </p:nvSpPr>
            <p:spPr>
              <a:xfrm rot="10800000" flipV="1">
                <a:off x="1101265" y="4905902"/>
                <a:ext cx="2448271" cy="75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r>
                        <a:rPr lang="en-AU" sz="2400" i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AU" sz="2400" i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D9C28E-A4D8-A926-2418-32A6574A4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101265" y="4905902"/>
                <a:ext cx="2448271" cy="756297"/>
              </a:xfrm>
              <a:prstGeom prst="rect">
                <a:avLst/>
              </a:prstGeom>
              <a:blipFill>
                <a:blip r:embed="rId1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C64072-15E4-30F1-66BD-466B9BD89ECA}"/>
                  </a:ext>
                </a:extLst>
              </p:cNvPr>
              <p:cNvSpPr txBox="1"/>
              <p:nvPr/>
            </p:nvSpPr>
            <p:spPr>
              <a:xfrm rot="10800000" flipV="1">
                <a:off x="2480831" y="5103706"/>
                <a:ext cx="24482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𝑠𝐶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C64072-15E4-30F1-66BD-466B9BD8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480831" y="5103706"/>
                <a:ext cx="2448271" cy="369332"/>
              </a:xfrm>
              <a:prstGeom prst="rect">
                <a:avLst/>
              </a:prstGeom>
              <a:blipFill>
                <a:blip r:embed="rId19"/>
                <a:stretch>
                  <a:fillRect b="-426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A30A-C011-D98B-D817-543C046B6030}"/>
                  </a:ext>
                </a:extLst>
              </p:cNvPr>
              <p:cNvSpPr txBox="1"/>
              <p:nvPr/>
            </p:nvSpPr>
            <p:spPr>
              <a:xfrm>
                <a:off x="5171699" y="4755918"/>
                <a:ext cx="2348143" cy="6955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𝑏𝑒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A30A-C011-D98B-D817-543C046B6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9" y="4755918"/>
                <a:ext cx="2348143" cy="695575"/>
              </a:xfrm>
              <a:prstGeom prst="rect">
                <a:avLst/>
              </a:prstGeom>
              <a:blipFill>
                <a:blip r:embed="rId20"/>
                <a:stretch>
                  <a:fillRect r="-259" b="-70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91145-DD22-58B4-CDC6-D3A6D8FC1927}"/>
                  </a:ext>
                </a:extLst>
              </p:cNvPr>
              <p:cNvSpPr txBox="1"/>
              <p:nvPr/>
            </p:nvSpPr>
            <p:spPr>
              <a:xfrm>
                <a:off x="7487687" y="4902667"/>
                <a:ext cx="23773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91145-DD22-58B4-CDC6-D3A6D8FC1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687" y="4902667"/>
                <a:ext cx="2377382" cy="369332"/>
              </a:xfrm>
              <a:prstGeom prst="rect">
                <a:avLst/>
              </a:prstGeom>
              <a:blipFill>
                <a:blip r:embed="rId21"/>
                <a:stretch>
                  <a:fillRect l="-1282" b="-36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F43F96C-287C-067A-5935-16039E917204}"/>
                  </a:ext>
                </a:extLst>
              </p14:cNvPr>
              <p14:cNvContentPartPr/>
              <p14:nvPr/>
            </p14:nvContentPartPr>
            <p14:xfrm>
              <a:off x="2097720" y="663120"/>
              <a:ext cx="9773280" cy="5129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F43F96C-287C-067A-5935-16039E9172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88360" y="653760"/>
                <a:ext cx="9792000" cy="51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065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3">
            <a:extLst>
              <a:ext uri="{FF2B5EF4-FFF2-40B4-BE49-F238E27FC236}">
                <a16:creationId xmlns:a16="http://schemas.microsoft.com/office/drawing/2014/main" id="{003CA228-08F4-0DB5-AC4C-AC8E2740C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392" y="713522"/>
            <a:ext cx="20002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493F2F-5E8D-0074-6F6C-4F86AB266EE6}"/>
                  </a:ext>
                </a:extLst>
              </p14:cNvPr>
              <p14:cNvContentPartPr/>
              <p14:nvPr/>
            </p14:nvContentPartPr>
            <p14:xfrm>
              <a:off x="5297361" y="3841678"/>
              <a:ext cx="37440" cy="17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493F2F-5E8D-0074-6F6C-4F86AB266E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61361" y="3804928"/>
                <a:ext cx="109080" cy="90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89CE2C-7074-EF63-02DC-1702D6BA8FD1}"/>
                  </a:ext>
                </a:extLst>
              </p:cNvPr>
              <p:cNvSpPr txBox="1"/>
              <p:nvPr/>
            </p:nvSpPr>
            <p:spPr>
              <a:xfrm>
                <a:off x="2692410" y="1506255"/>
                <a:ext cx="3308342" cy="10492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num>
                        <m:den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89CE2C-7074-EF63-02DC-1702D6BA8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410" y="1506255"/>
                <a:ext cx="3308342" cy="1049262"/>
              </a:xfrm>
              <a:prstGeom prst="rect">
                <a:avLst/>
              </a:prstGeom>
              <a:blipFill>
                <a:blip r:embed="rId16"/>
                <a:stretch>
                  <a:fillRect r="-923" b="-58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E90656-2059-ED90-B290-275BF4CA1B60}"/>
                  </a:ext>
                </a:extLst>
              </p:cNvPr>
              <p:cNvSpPr txBox="1"/>
              <p:nvPr/>
            </p:nvSpPr>
            <p:spPr>
              <a:xfrm>
                <a:off x="2544368" y="2675986"/>
                <a:ext cx="6643935" cy="1045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num>
                        <m:den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num>
                        <m:den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AU" sz="2400" i="0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E90656-2059-ED90-B290-275BF4CA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368" y="2675986"/>
                <a:ext cx="6643935" cy="1045223"/>
              </a:xfrm>
              <a:prstGeom prst="rect">
                <a:avLst/>
              </a:prstGeom>
              <a:blipFill>
                <a:blip r:embed="rId17"/>
                <a:stretch>
                  <a:fillRect r="-92" b="-5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>
            <a:extLst>
              <a:ext uri="{FF2B5EF4-FFF2-40B4-BE49-F238E27FC236}">
                <a16:creationId xmlns:a16="http://schemas.microsoft.com/office/drawing/2014/main" id="{FE87DD34-0E03-F56C-32F3-B885CE60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06" y="3882520"/>
            <a:ext cx="4882378" cy="2053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E973FD9-252A-24DB-57DB-E97EC6EE0C9E}"/>
                  </a:ext>
                </a:extLst>
              </p14:cNvPr>
              <p14:cNvContentPartPr/>
              <p14:nvPr/>
            </p14:nvContentPartPr>
            <p14:xfrm>
              <a:off x="4685675" y="4225690"/>
              <a:ext cx="50040" cy="87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E973FD9-252A-24DB-57DB-E97EC6EE0C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49675" y="4189690"/>
                <a:ext cx="1216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6D2135-8124-1CB3-F20D-330A1924FC6F}"/>
                  </a:ext>
                </a:extLst>
              </p14:cNvPr>
              <p14:cNvContentPartPr/>
              <p14:nvPr/>
            </p14:nvContentPartPr>
            <p14:xfrm>
              <a:off x="424440" y="669960"/>
              <a:ext cx="11372400" cy="569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6D2135-8124-1CB3-F20D-330A1924FC6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5080" y="660600"/>
                <a:ext cx="11391120" cy="57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4441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92D69A62-07E8-C145-D5D7-C332BFB08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981" y="890631"/>
            <a:ext cx="56673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A179E44-F072-108F-5A30-8E96AE54E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018" y="1319256"/>
            <a:ext cx="8316416" cy="424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BC39D1E-651B-5E8A-4952-6764534AF484}"/>
                  </a:ext>
                </a:extLst>
              </p14:cNvPr>
              <p14:cNvContentPartPr/>
              <p14:nvPr/>
            </p14:nvContentPartPr>
            <p14:xfrm>
              <a:off x="6798096" y="4693559"/>
              <a:ext cx="626760" cy="366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BC39D1E-651B-5E8A-4952-6764534AF48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8736" y="4684199"/>
                <a:ext cx="645480" cy="38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574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2">
            <a:extLst>
              <a:ext uri="{FF2B5EF4-FFF2-40B4-BE49-F238E27FC236}">
                <a16:creationId xmlns:a16="http://schemas.microsoft.com/office/drawing/2014/main" id="{9A486C96-B7D6-1845-A536-C323D8057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361" y="1029539"/>
            <a:ext cx="8220410" cy="353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1A3BA0-B8F2-3E9F-103D-416A7EC2DF31}"/>
                  </a:ext>
                </a:extLst>
              </p14:cNvPr>
              <p14:cNvContentPartPr/>
              <p14:nvPr/>
            </p14:nvContentPartPr>
            <p14:xfrm>
              <a:off x="6109920" y="2465280"/>
              <a:ext cx="5540400" cy="1255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1A3BA0-B8F2-3E9F-103D-416A7EC2DF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00560" y="2455920"/>
                <a:ext cx="5559120" cy="127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067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l-GR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dc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=100; C</a:t>
            </a:r>
            <a:r>
              <a:rPr lang="el-GR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20pF ; C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2pF; I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0.25mA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 Calculate f</a:t>
            </a:r>
            <a:r>
              <a:rPr lang="el-GR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 and 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endParaRPr lang="en-AU" sz="2800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E3FFB9-67A5-7CA5-A082-CDDB3CB8A5E6}"/>
                  </a:ext>
                </a:extLst>
              </p14:cNvPr>
              <p14:cNvContentPartPr/>
              <p14:nvPr/>
            </p14:nvContentPartPr>
            <p14:xfrm>
              <a:off x="806760" y="997920"/>
              <a:ext cx="11324160" cy="536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E3FFB9-67A5-7CA5-A082-CDDB3CB8A5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7400" y="988560"/>
                <a:ext cx="11342880" cy="538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6718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6102A01-D46D-4C95-7A4F-DC6AD3820F04}"/>
              </a:ext>
            </a:extLst>
          </p:cNvPr>
          <p:cNvGrpSpPr/>
          <p:nvPr/>
        </p:nvGrpSpPr>
        <p:grpSpPr>
          <a:xfrm>
            <a:off x="834166" y="1176985"/>
            <a:ext cx="5135400" cy="3153240"/>
            <a:chOff x="139353" y="800935"/>
            <a:chExt cx="5135400" cy="31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B7E563-46AF-F41F-EC6F-B969BF9DA66E}"/>
                    </a:ext>
                  </a:extLst>
                </p14:cNvPr>
                <p14:cNvContentPartPr/>
                <p14:nvPr/>
              </p14:nvContentPartPr>
              <p14:xfrm>
                <a:off x="1404393" y="934135"/>
                <a:ext cx="39240" cy="387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93DA52-3745-5438-6E81-4A1592ADF4A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95753" y="925135"/>
                  <a:ext cx="568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83B833C-6618-04C1-7BB8-F18AEE435656}"/>
                    </a:ext>
                  </a:extLst>
                </p14:cNvPr>
                <p14:cNvContentPartPr/>
                <p14:nvPr/>
              </p14:nvContentPartPr>
              <p14:xfrm>
                <a:off x="1167513" y="1328695"/>
                <a:ext cx="571320" cy="45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211AE3-4162-E465-2A39-E2001E02E8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513" y="1320055"/>
                  <a:ext cx="58896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2372BB-845D-3A22-F509-A1309B8914EE}"/>
                    </a:ext>
                  </a:extLst>
                </p14:cNvPr>
                <p14:cNvContentPartPr/>
                <p14:nvPr/>
              </p14:nvContentPartPr>
              <p14:xfrm>
                <a:off x="1452633" y="1508335"/>
                <a:ext cx="936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4EE7BA3-C32C-7A57-D5C9-966C467310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3993" y="1499335"/>
                  <a:ext cx="27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B68724-5F6A-D354-AD31-76223BD867EE}"/>
                    </a:ext>
                  </a:extLst>
                </p14:cNvPr>
                <p14:cNvContentPartPr/>
                <p14:nvPr/>
              </p14:nvContentPartPr>
              <p14:xfrm>
                <a:off x="1399713" y="1557655"/>
                <a:ext cx="140400" cy="11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6E68EF-E6D1-9A4C-5252-199B1424A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90713" y="1549015"/>
                  <a:ext cx="158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1F939E-342B-B5EA-5B09-4778B8F4DF2C}"/>
                    </a:ext>
                  </a:extLst>
                </p14:cNvPr>
                <p14:cNvContentPartPr/>
                <p14:nvPr/>
              </p14:nvContentPartPr>
              <p14:xfrm>
                <a:off x="1834953" y="1361815"/>
                <a:ext cx="9000" cy="25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E21338-DC35-9C6B-330D-7A044D29D3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6313" y="1352815"/>
                  <a:ext cx="26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CAA0429-C124-4AC6-ACA7-621F062B9116}"/>
                    </a:ext>
                  </a:extLst>
                </p14:cNvPr>
                <p14:cNvContentPartPr/>
                <p14:nvPr/>
              </p14:nvContentPartPr>
              <p14:xfrm>
                <a:off x="1980393" y="1423735"/>
                <a:ext cx="225000" cy="17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11AE11-A60D-52CD-F46A-87F3650AD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1753" y="1415095"/>
                  <a:ext cx="242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2EE43C-5DE8-63A3-46F0-6EA3648ABC12}"/>
                    </a:ext>
                  </a:extLst>
                </p14:cNvPr>
                <p14:cNvContentPartPr/>
                <p14:nvPr/>
              </p14:nvContentPartPr>
              <p14:xfrm>
                <a:off x="2299713" y="1362535"/>
                <a:ext cx="191880" cy="228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E9F7FD-D01A-11BC-C9E9-D095FDD22A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90713" y="1353535"/>
                  <a:ext cx="209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1F6D02-4015-AC92-9429-B37EF4CD94DE}"/>
                    </a:ext>
                  </a:extLst>
                </p14:cNvPr>
                <p14:cNvContentPartPr/>
                <p14:nvPr/>
              </p14:nvContentPartPr>
              <p14:xfrm>
                <a:off x="1260753" y="1775095"/>
                <a:ext cx="201240" cy="667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DBD45E-D1AC-8896-6F25-F88ED2FF6A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51753" y="1766455"/>
                  <a:ext cx="21888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9AE7AA-C71C-0F79-FA4D-F7D36C65064E}"/>
                    </a:ext>
                  </a:extLst>
                </p14:cNvPr>
                <p14:cNvContentPartPr/>
                <p14:nvPr/>
              </p14:nvContentPartPr>
              <p14:xfrm>
                <a:off x="1186953" y="2257495"/>
                <a:ext cx="59760" cy="506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7FC54A-281B-E6ED-3F43-40DD8A07AC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78313" y="2248495"/>
                  <a:ext cx="774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580764-63A6-D793-2B0D-CC9D8534C1FF}"/>
                    </a:ext>
                  </a:extLst>
                </p14:cNvPr>
                <p14:cNvContentPartPr/>
                <p14:nvPr/>
              </p14:nvContentPartPr>
              <p14:xfrm>
                <a:off x="1250313" y="2679415"/>
                <a:ext cx="163080" cy="7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CC1B0F-2777-73BB-FC47-D4CD3B391E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41673" y="2670775"/>
                  <a:ext cx="180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03ACB4-4ACA-6E9B-4D39-96C3E4149A22}"/>
                    </a:ext>
                  </a:extLst>
                </p14:cNvPr>
                <p14:cNvContentPartPr/>
                <p14:nvPr/>
              </p14:nvContentPartPr>
              <p14:xfrm>
                <a:off x="1338153" y="2629015"/>
                <a:ext cx="62640" cy="86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848581-F2F3-0F90-3CFF-BE4E92DE9F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29153" y="2620375"/>
                  <a:ext cx="80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7A599D-8F16-FA41-C436-A4C0B476AEE2}"/>
                    </a:ext>
                  </a:extLst>
                </p14:cNvPr>
                <p14:cNvContentPartPr/>
                <p14:nvPr/>
              </p14:nvContentPartPr>
              <p14:xfrm>
                <a:off x="1401153" y="2691655"/>
                <a:ext cx="106200" cy="64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D24524-0832-5CE3-6A3D-B7C5E2B698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92153" y="2682655"/>
                  <a:ext cx="12384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E76051-CCCD-03EF-4951-F8E77020495B}"/>
                    </a:ext>
                  </a:extLst>
                </p14:cNvPr>
                <p14:cNvContentPartPr/>
                <p14:nvPr/>
              </p14:nvContentPartPr>
              <p14:xfrm>
                <a:off x="1047993" y="2422735"/>
                <a:ext cx="12600" cy="18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9E48489-8EB3-F159-8546-606466182D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9353" y="2414095"/>
                  <a:ext cx="30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A2F493-4B5D-2D1D-29D0-06E70CC1F4C0}"/>
                    </a:ext>
                  </a:extLst>
                </p14:cNvPr>
                <p14:cNvContentPartPr/>
                <p14:nvPr/>
              </p14:nvContentPartPr>
              <p14:xfrm>
                <a:off x="139353" y="2450815"/>
                <a:ext cx="905400" cy="180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CF182E2-05F3-D019-E8F6-5E4E91FAA8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0353" y="2442175"/>
                  <a:ext cx="923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88A8EB-AE4E-9A71-A181-8F4F74554EC7}"/>
                    </a:ext>
                  </a:extLst>
                </p14:cNvPr>
                <p14:cNvContentPartPr/>
                <p14:nvPr/>
              </p14:nvContentPartPr>
              <p14:xfrm>
                <a:off x="352473" y="2032855"/>
                <a:ext cx="146880" cy="16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2EDBB7-BF7F-3DE5-3069-CF2180EBF92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3473" y="2023855"/>
                  <a:ext cx="164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3D091A-E993-E89D-ECE9-DBC17120C573}"/>
                    </a:ext>
                  </a:extLst>
                </p14:cNvPr>
                <p14:cNvContentPartPr/>
                <p14:nvPr/>
              </p14:nvContentPartPr>
              <p14:xfrm>
                <a:off x="514473" y="2067775"/>
                <a:ext cx="116280" cy="140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5A0B24-B130-B512-8164-D676C69FB5B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5833" y="2059135"/>
                  <a:ext cx="133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D9D5DA-8322-D008-6960-2364ADD0513F}"/>
                    </a:ext>
                  </a:extLst>
                </p14:cNvPr>
                <p14:cNvContentPartPr/>
                <p14:nvPr/>
              </p14:nvContentPartPr>
              <p14:xfrm>
                <a:off x="699153" y="1898935"/>
                <a:ext cx="35280" cy="27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92C6F9B-7931-24E7-F600-976B3FDC8E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153" y="1889935"/>
                  <a:ext cx="52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4DECD3-4366-9758-AC32-CA42F74E1C46}"/>
                    </a:ext>
                  </a:extLst>
                </p14:cNvPr>
                <p14:cNvContentPartPr/>
                <p14:nvPr/>
              </p14:nvContentPartPr>
              <p14:xfrm>
                <a:off x="724353" y="1953295"/>
                <a:ext cx="28116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0D3EB4-1548-1319-513B-9477E5DB00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5713" y="1944655"/>
                  <a:ext cx="298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0A472C-8DDF-AB8A-1D8C-392B48BF36F1}"/>
                    </a:ext>
                  </a:extLst>
                </p14:cNvPr>
                <p14:cNvContentPartPr/>
                <p14:nvPr/>
              </p14:nvContentPartPr>
              <p14:xfrm>
                <a:off x="260313" y="2630815"/>
                <a:ext cx="15840" cy="44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6D7A10-A775-52BF-C960-017BFB6814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1313" y="2621815"/>
                  <a:ext cx="33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904581-2B18-9A2E-92BA-C2890F750B78}"/>
                    </a:ext>
                  </a:extLst>
                </p14:cNvPr>
                <p14:cNvContentPartPr/>
                <p14:nvPr/>
              </p14:nvContentPartPr>
              <p14:xfrm>
                <a:off x="777993" y="1934575"/>
                <a:ext cx="201960" cy="287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192974-52CD-7EE0-5EC8-75ECE6E5E8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8993" y="1925575"/>
                  <a:ext cx="219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0BA5AF-6996-3949-FB1D-79CB304F16E8}"/>
                    </a:ext>
                  </a:extLst>
                </p14:cNvPr>
                <p14:cNvContentPartPr/>
                <p14:nvPr/>
              </p14:nvContentPartPr>
              <p14:xfrm>
                <a:off x="912993" y="1898575"/>
                <a:ext cx="240480" cy="24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773DD9-D8D2-59FC-1E9C-14F20E9B0D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353" y="1889935"/>
                  <a:ext cx="258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03AE91-AF67-5BCB-CCE5-C57BD97EA131}"/>
                    </a:ext>
                  </a:extLst>
                </p14:cNvPr>
                <p14:cNvContentPartPr/>
                <p14:nvPr/>
              </p14:nvContentPartPr>
              <p14:xfrm>
                <a:off x="210633" y="2561335"/>
                <a:ext cx="28080" cy="16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DFEF30-CF7D-88F2-CA35-87A5A9C279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1993" y="2552335"/>
                  <a:ext cx="45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169473-7C21-CB2E-0776-2B03E846EEBD}"/>
                    </a:ext>
                  </a:extLst>
                </p14:cNvPr>
                <p14:cNvContentPartPr/>
                <p14:nvPr/>
              </p14:nvContentPartPr>
              <p14:xfrm>
                <a:off x="197313" y="3051655"/>
                <a:ext cx="292680" cy="350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53178F-C8C4-FF11-71D9-D8B171E1FA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8313" y="3042655"/>
                  <a:ext cx="3103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15509C-6054-9C8E-17E8-AE52532E039A}"/>
                    </a:ext>
                  </a:extLst>
                </p14:cNvPr>
                <p14:cNvContentPartPr/>
                <p14:nvPr/>
              </p14:nvContentPartPr>
              <p14:xfrm>
                <a:off x="266073" y="3214735"/>
                <a:ext cx="137880" cy="8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CC7BBC-614B-774B-BF42-6B1B2472C8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433" y="3206095"/>
                  <a:ext cx="155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DD8BFC-37AE-0BDC-DBA4-766F19DF9E3E}"/>
                    </a:ext>
                  </a:extLst>
                </p14:cNvPr>
                <p14:cNvContentPartPr/>
                <p14:nvPr/>
              </p14:nvContentPartPr>
              <p14:xfrm>
                <a:off x="597993" y="3070735"/>
                <a:ext cx="74520" cy="226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779C36-3FE4-E86D-0B2D-46D77CF779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9353" y="3062095"/>
                  <a:ext cx="92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B2C2FB-3630-B616-705F-07ADB56039C5}"/>
                    </a:ext>
                  </a:extLst>
                </p14:cNvPr>
                <p14:cNvContentPartPr/>
                <p14:nvPr/>
              </p14:nvContentPartPr>
              <p14:xfrm>
                <a:off x="725433" y="3102055"/>
                <a:ext cx="101160" cy="207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F864D9-CD03-BE8D-776E-BD0BD3A790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793" y="3093055"/>
                  <a:ext cx="11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CDA293-2495-EAD3-906B-90E89F249547}"/>
                    </a:ext>
                  </a:extLst>
                </p14:cNvPr>
                <p14:cNvContentPartPr/>
                <p14:nvPr/>
              </p14:nvContentPartPr>
              <p14:xfrm>
                <a:off x="351393" y="3401575"/>
                <a:ext cx="12960" cy="25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2EAE16-89C7-B2DE-6BB2-0BA434E2D8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2753" y="3392935"/>
                  <a:ext cx="30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DF5752-9AE5-2F01-5B3E-DD6A8681346E}"/>
                    </a:ext>
                  </a:extLst>
                </p14:cNvPr>
                <p14:cNvContentPartPr/>
                <p14:nvPr/>
              </p14:nvContentPartPr>
              <p14:xfrm>
                <a:off x="205233" y="3723055"/>
                <a:ext cx="196920" cy="1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AFC2FB-9346-ECDE-E92C-235368C065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593" y="3714055"/>
                  <a:ext cx="214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79126F-9EC2-4CA4-F74B-964113BDE09D}"/>
                    </a:ext>
                  </a:extLst>
                </p14:cNvPr>
                <p14:cNvContentPartPr/>
                <p14:nvPr/>
              </p14:nvContentPartPr>
              <p14:xfrm>
                <a:off x="320793" y="3785695"/>
                <a:ext cx="44280" cy="22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C795CC-D633-A9CD-89A3-3EC28373A6F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1793" y="3776695"/>
                  <a:ext cx="61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F80FBA-E531-1D26-7B27-CB4B20D2C20D}"/>
                    </a:ext>
                  </a:extLst>
                </p14:cNvPr>
                <p14:cNvContentPartPr/>
                <p14:nvPr/>
              </p14:nvContentPartPr>
              <p14:xfrm>
                <a:off x="1411593" y="3184135"/>
                <a:ext cx="45720" cy="73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849643C-382C-8DE2-178C-165430B87A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02953" y="3175135"/>
                  <a:ext cx="6336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A4082A-2D8B-8539-E570-B443822D3F86}"/>
                    </a:ext>
                  </a:extLst>
                </p14:cNvPr>
                <p14:cNvContentPartPr/>
                <p14:nvPr/>
              </p14:nvContentPartPr>
              <p14:xfrm>
                <a:off x="1252473" y="3764455"/>
                <a:ext cx="276480" cy="189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7731EB-B305-EF4D-266C-5B3ACCDE08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43833" y="3755815"/>
                  <a:ext cx="294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7E1FDB-B2E8-8DB0-95FB-320A3238CEC9}"/>
                    </a:ext>
                  </a:extLst>
                </p14:cNvPr>
                <p14:cNvContentPartPr/>
                <p14:nvPr/>
              </p14:nvContentPartPr>
              <p14:xfrm>
                <a:off x="1316913" y="800935"/>
                <a:ext cx="205920" cy="18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7A8F37-EC2D-B30D-1CAB-D58B7105E6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07913" y="791935"/>
                  <a:ext cx="223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9F2BD9-7D37-1ADC-6C41-499A70634399}"/>
                    </a:ext>
                  </a:extLst>
                </p14:cNvPr>
                <p14:cNvContentPartPr/>
                <p14:nvPr/>
              </p14:nvContentPartPr>
              <p14:xfrm>
                <a:off x="1418433" y="2018095"/>
                <a:ext cx="1331280" cy="4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51FE2B5-02F2-C591-24C4-B72EDBB085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09433" y="2009095"/>
                  <a:ext cx="1348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9A167D-80B2-5959-F1E4-407A04A647E2}"/>
                    </a:ext>
                  </a:extLst>
                </p14:cNvPr>
                <p14:cNvContentPartPr/>
                <p14:nvPr/>
              </p14:nvContentPartPr>
              <p14:xfrm>
                <a:off x="2358393" y="2039695"/>
                <a:ext cx="187920" cy="1231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4EB166-7BED-4499-D499-18D5F2A8D3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49753" y="2030695"/>
                  <a:ext cx="20556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440808-1164-35D5-38CC-53AC17039FD4}"/>
                    </a:ext>
                  </a:extLst>
                </p14:cNvPr>
                <p14:cNvContentPartPr/>
                <p14:nvPr/>
              </p14:nvContentPartPr>
              <p14:xfrm>
                <a:off x="2332473" y="3300415"/>
                <a:ext cx="309960" cy="23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EDF47D-EF20-0040-0923-29122008B0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23473" y="3291775"/>
                  <a:ext cx="327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406690-9FDC-CAD6-B976-EB1EB478A597}"/>
                    </a:ext>
                  </a:extLst>
                </p14:cNvPr>
                <p14:cNvContentPartPr/>
                <p14:nvPr/>
              </p14:nvContentPartPr>
              <p14:xfrm>
                <a:off x="2505993" y="3372775"/>
                <a:ext cx="41760" cy="3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4E4BBB-BDD1-E1B5-30BB-B691A5C164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7353" y="3363775"/>
                  <a:ext cx="59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2FDC76-8848-29C7-EF73-53F6D7C1ADD0}"/>
                    </a:ext>
                  </a:extLst>
                </p14:cNvPr>
                <p14:cNvContentPartPr/>
                <p14:nvPr/>
              </p14:nvContentPartPr>
              <p14:xfrm>
                <a:off x="2536233" y="3421735"/>
                <a:ext cx="44280" cy="7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672A56D-C6AE-52FF-C280-4B173B0A8B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27233" y="3412735"/>
                  <a:ext cx="61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D5E16E1-16D5-177F-9728-8AAE2A18A7A2}"/>
                    </a:ext>
                  </a:extLst>
                </p14:cNvPr>
                <p14:cNvContentPartPr/>
                <p14:nvPr/>
              </p14:nvContentPartPr>
              <p14:xfrm>
                <a:off x="2666553" y="2509135"/>
                <a:ext cx="136800" cy="236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A42A67-F74C-770F-63EE-A72EB17295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57913" y="2500135"/>
                  <a:ext cx="154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800161-7F62-7775-953B-04A5FE39FA49}"/>
                    </a:ext>
                  </a:extLst>
                </p14:cNvPr>
                <p14:cNvContentPartPr/>
                <p14:nvPr/>
              </p14:nvContentPartPr>
              <p14:xfrm>
                <a:off x="2824233" y="2626855"/>
                <a:ext cx="95040" cy="15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6176EB-30AA-41E6-20DA-78032FD81D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15233" y="2618215"/>
                  <a:ext cx="112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DDB792-8AE6-0DED-1D62-4353D0978B56}"/>
                    </a:ext>
                  </a:extLst>
                </p14:cNvPr>
                <p14:cNvContentPartPr/>
                <p14:nvPr/>
              </p14:nvContentPartPr>
              <p14:xfrm>
                <a:off x="2925753" y="2629015"/>
                <a:ext cx="44640" cy="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5B64E4-2A40-1C77-E9DB-9C32C28294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16753" y="2620375"/>
                  <a:ext cx="62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C10BBA-1D0F-6191-23A8-711C487782A8}"/>
                    </a:ext>
                  </a:extLst>
                </p14:cNvPr>
                <p14:cNvContentPartPr/>
                <p14:nvPr/>
              </p14:nvContentPartPr>
              <p14:xfrm>
                <a:off x="2933673" y="2651695"/>
                <a:ext cx="33840" cy="1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8070BA-1EDC-8630-634B-6B90230AAF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25033" y="2643055"/>
                  <a:ext cx="5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14EE08-EC46-C15F-B48B-6A43AE8FDEA2}"/>
                    </a:ext>
                  </a:extLst>
                </p14:cNvPr>
                <p14:cNvContentPartPr/>
                <p14:nvPr/>
              </p14:nvContentPartPr>
              <p14:xfrm>
                <a:off x="3005673" y="2558095"/>
                <a:ext cx="172080" cy="189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A2993B-6372-59B6-DB57-610E462ECA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96673" y="2549455"/>
                  <a:ext cx="189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274C8A-33C2-C321-1A18-030EE3F47541}"/>
                    </a:ext>
                  </a:extLst>
                </p14:cNvPr>
                <p14:cNvContentPartPr/>
                <p14:nvPr/>
              </p14:nvContentPartPr>
              <p14:xfrm>
                <a:off x="3188553" y="2566015"/>
                <a:ext cx="105120" cy="131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101AE1-AF2F-D36E-7636-98F2622F8F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79553" y="2557015"/>
                  <a:ext cx="122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4AF4C5-5186-869A-B406-C7D166A3EFAE}"/>
                    </a:ext>
                  </a:extLst>
                </p14:cNvPr>
                <p14:cNvContentPartPr/>
                <p14:nvPr/>
              </p14:nvContentPartPr>
              <p14:xfrm>
                <a:off x="3334713" y="2509495"/>
                <a:ext cx="10440" cy="146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23E04AA-A7F6-8421-B82D-37C25827A4E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26073" y="2500855"/>
                  <a:ext cx="28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F3C4A1-5C0B-74AA-4526-B9324DEAAC9D}"/>
                    </a:ext>
                  </a:extLst>
                </p14:cNvPr>
                <p14:cNvContentPartPr/>
                <p14:nvPr/>
              </p14:nvContentPartPr>
              <p14:xfrm>
                <a:off x="3372513" y="2527855"/>
                <a:ext cx="143280" cy="13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F5D068-8434-8D4A-296F-33635E4D72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63873" y="2518855"/>
                  <a:ext cx="160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2B6E2A4-942D-D9E2-446F-DDD086DA7855}"/>
                    </a:ext>
                  </a:extLst>
                </p14:cNvPr>
                <p14:cNvContentPartPr/>
                <p14:nvPr/>
              </p14:nvContentPartPr>
              <p14:xfrm>
                <a:off x="3474753" y="2515615"/>
                <a:ext cx="172800" cy="99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D985667-1053-FC3F-0FB3-7CC29964BF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66113" y="2506615"/>
                  <a:ext cx="190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FD2CF8-768C-170F-010E-0E9B9F3318B2}"/>
                    </a:ext>
                  </a:extLst>
                </p14:cNvPr>
                <p14:cNvContentPartPr/>
                <p14:nvPr/>
              </p14:nvContentPartPr>
              <p14:xfrm>
                <a:off x="2584473" y="1941055"/>
                <a:ext cx="1396080" cy="87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22ABE2-A815-B985-B39B-4A4A46B1E1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75473" y="1932055"/>
                  <a:ext cx="1413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D5207F-9EF4-C335-D1FE-39507AED195D}"/>
                    </a:ext>
                  </a:extLst>
                </p14:cNvPr>
                <p14:cNvContentPartPr/>
                <p14:nvPr/>
              </p14:nvContentPartPr>
              <p14:xfrm>
                <a:off x="3768153" y="1980655"/>
                <a:ext cx="53280" cy="395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D6A9BA-6E36-25F5-B329-82DFE437AB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59153" y="1972015"/>
                  <a:ext cx="709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53BCBC-8466-2518-0003-776C76AF13A6}"/>
                    </a:ext>
                  </a:extLst>
                </p14:cNvPr>
                <p14:cNvContentPartPr/>
                <p14:nvPr/>
              </p14:nvContentPartPr>
              <p14:xfrm>
                <a:off x="3643953" y="2370535"/>
                <a:ext cx="38124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0407C3E-937D-5DBE-751F-C4CD99A7EA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4953" y="2361535"/>
                  <a:ext cx="39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7C5E44-2760-190B-644C-39C1B5DBACE3}"/>
                    </a:ext>
                  </a:extLst>
                </p14:cNvPr>
                <p14:cNvContentPartPr/>
                <p14:nvPr/>
              </p14:nvContentPartPr>
              <p14:xfrm>
                <a:off x="3724953" y="2506255"/>
                <a:ext cx="333720" cy="47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4E0130B-0ADE-375E-AF4A-49020A0940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16313" y="2497255"/>
                  <a:ext cx="351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80077-74C2-5FBE-6851-A0408C0E4770}"/>
                    </a:ext>
                  </a:extLst>
                </p14:cNvPr>
                <p14:cNvContentPartPr/>
                <p14:nvPr/>
              </p14:nvContentPartPr>
              <p14:xfrm>
                <a:off x="3894873" y="2575375"/>
                <a:ext cx="26640" cy="526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22F491E-B776-CF11-D24B-2495E4ADE3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5873" y="2566735"/>
                  <a:ext cx="442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7FCE140-1D2E-2689-A05A-B4E2D7178D5C}"/>
                    </a:ext>
                  </a:extLst>
                </p14:cNvPr>
                <p14:cNvContentPartPr/>
                <p14:nvPr/>
              </p14:nvContentPartPr>
              <p14:xfrm>
                <a:off x="3727833" y="3166135"/>
                <a:ext cx="245520" cy="13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E0F73F-D303-4DA3-80C8-E580A8A33AC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19193" y="3157495"/>
                  <a:ext cx="263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DDE1A1-F2FC-E4D0-A957-008E521B95C3}"/>
                    </a:ext>
                  </a:extLst>
                </p14:cNvPr>
                <p14:cNvContentPartPr/>
                <p14:nvPr/>
              </p14:nvContentPartPr>
              <p14:xfrm>
                <a:off x="3838713" y="3241375"/>
                <a:ext cx="51840" cy="17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C321E4-5947-4743-368E-B9E668A293A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30073" y="3232735"/>
                  <a:ext cx="69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9DEC53-459D-2C02-FDC0-A8933B29F479}"/>
                    </a:ext>
                  </a:extLst>
                </p14:cNvPr>
                <p14:cNvContentPartPr/>
                <p14:nvPr/>
              </p14:nvContentPartPr>
              <p14:xfrm>
                <a:off x="4167033" y="2419135"/>
                <a:ext cx="151920" cy="209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2495A41-ACE8-7F8B-FC89-76602C6FE4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58393" y="2410135"/>
                  <a:ext cx="169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8ABD38-7F7B-2D0E-E196-7E2541EFDF71}"/>
                    </a:ext>
                  </a:extLst>
                </p14:cNvPr>
                <p14:cNvContentPartPr/>
                <p14:nvPr/>
              </p14:nvContentPartPr>
              <p14:xfrm>
                <a:off x="4374393" y="2535055"/>
                <a:ext cx="129600" cy="206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F014A68-2BF4-04EC-224E-AB169AE36C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65393" y="2526055"/>
                  <a:ext cx="147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66A5909-41A6-3CC5-D3AC-B99187751C8B}"/>
                    </a:ext>
                  </a:extLst>
                </p14:cNvPr>
                <p14:cNvContentPartPr/>
                <p14:nvPr/>
              </p14:nvContentPartPr>
              <p14:xfrm>
                <a:off x="4565913" y="2491135"/>
                <a:ext cx="78840" cy="8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AE87F4C-2134-1677-8F0A-A11B2EF205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57273" y="2482495"/>
                  <a:ext cx="96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4D9C6E-2E75-7335-D562-3DC978361E55}"/>
                    </a:ext>
                  </a:extLst>
                </p14:cNvPr>
                <p14:cNvContentPartPr/>
                <p14:nvPr/>
              </p14:nvContentPartPr>
              <p14:xfrm>
                <a:off x="4842033" y="2361535"/>
                <a:ext cx="23760" cy="255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52D8E5-6520-C7DC-D865-A5BBD21C00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33033" y="2352535"/>
                  <a:ext cx="41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32B327-A981-615C-C45C-01671F3AC2E5}"/>
                    </a:ext>
                  </a:extLst>
                </p14:cNvPr>
                <p14:cNvContentPartPr/>
                <p14:nvPr/>
              </p14:nvContentPartPr>
              <p14:xfrm>
                <a:off x="4947513" y="2370535"/>
                <a:ext cx="17640" cy="237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B29F7D5-F2C6-6812-4EDD-5B01CB1654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38513" y="2361535"/>
                  <a:ext cx="35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6401830-9551-DABF-EC25-50532EEB7F0E}"/>
                    </a:ext>
                  </a:extLst>
                </p14:cNvPr>
                <p14:cNvContentPartPr/>
                <p14:nvPr/>
              </p14:nvContentPartPr>
              <p14:xfrm>
                <a:off x="4945353" y="2349655"/>
                <a:ext cx="101880" cy="123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3074BF-18AF-A611-F9E3-E4C74104830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6713" y="2340655"/>
                  <a:ext cx="119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2D5153-2BAB-10AC-B23A-D110EC4B41DE}"/>
                    </a:ext>
                  </a:extLst>
                </p14:cNvPr>
                <p14:cNvContentPartPr/>
                <p14:nvPr/>
              </p14:nvContentPartPr>
              <p14:xfrm>
                <a:off x="5130753" y="2280895"/>
                <a:ext cx="96840" cy="378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5D878B8-52FC-C8A7-12C1-4004A00025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22113" y="2271895"/>
                  <a:ext cx="1144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C2814B-BEED-EAC5-A170-5B68B41A27ED}"/>
                    </a:ext>
                  </a:extLst>
                </p14:cNvPr>
                <p14:cNvContentPartPr/>
                <p14:nvPr/>
              </p14:nvContentPartPr>
              <p14:xfrm>
                <a:off x="5079273" y="2484295"/>
                <a:ext cx="195480" cy="23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0146F8-17C1-EB21-845E-4F8AF4AB2B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70273" y="2475655"/>
                  <a:ext cx="2131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F6B271F-FE55-8C37-931F-8DEF2E86014E}"/>
              </a:ext>
            </a:extLst>
          </p:cNvPr>
          <p:cNvGrpSpPr/>
          <p:nvPr/>
        </p:nvGrpSpPr>
        <p:grpSpPr>
          <a:xfrm>
            <a:off x="5013766" y="847529"/>
            <a:ext cx="2039760" cy="582840"/>
            <a:chOff x="7104993" y="128815"/>
            <a:chExt cx="203976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2D126D-5FB2-E3B0-B2E5-0E243287014A}"/>
                    </a:ext>
                  </a:extLst>
                </p14:cNvPr>
                <p14:cNvContentPartPr/>
                <p14:nvPr/>
              </p14:nvContentPartPr>
              <p14:xfrm>
                <a:off x="7516473" y="147535"/>
                <a:ext cx="157320" cy="310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EB4C991-CCDF-1D94-55D6-55F239E2BC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07833" y="138895"/>
                  <a:ext cx="1749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42CF51-8939-C0E5-BED2-98C3838CE923}"/>
                    </a:ext>
                  </a:extLst>
                </p14:cNvPr>
                <p14:cNvContentPartPr/>
                <p14:nvPr/>
              </p14:nvContentPartPr>
              <p14:xfrm>
                <a:off x="7696473" y="419335"/>
                <a:ext cx="55440" cy="95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C0DF81-34C9-FC22-109B-395FB721F5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87833" y="410335"/>
                  <a:ext cx="7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E7AA0F8-1355-93EC-4027-A55A1CDFA246}"/>
                    </a:ext>
                  </a:extLst>
                </p14:cNvPr>
                <p14:cNvContentPartPr/>
                <p14:nvPr/>
              </p14:nvContentPartPr>
              <p14:xfrm>
                <a:off x="7788993" y="408535"/>
                <a:ext cx="80640" cy="83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02B2D9-7EAF-4781-3902-9E5EFE26C42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80353" y="399535"/>
                  <a:ext cx="98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3B7DF5-2923-EC97-3EA9-06A77FD8ECBB}"/>
                    </a:ext>
                  </a:extLst>
                </p14:cNvPr>
                <p14:cNvContentPartPr/>
                <p14:nvPr/>
              </p14:nvContentPartPr>
              <p14:xfrm>
                <a:off x="7788273" y="404215"/>
                <a:ext cx="93600" cy="81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D48C22-7EFD-1BD3-C2C0-BE6BC3CB448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79633" y="395575"/>
                  <a:ext cx="111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9877CF-380F-93C3-4751-D17C06826A6A}"/>
                    </a:ext>
                  </a:extLst>
                </p14:cNvPr>
                <p14:cNvContentPartPr/>
                <p14:nvPr/>
              </p14:nvContentPartPr>
              <p14:xfrm>
                <a:off x="7104993" y="224215"/>
                <a:ext cx="280440" cy="34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B961077-4FBA-E6B2-F700-3512041E0F8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95993" y="215575"/>
                  <a:ext cx="2980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72602F-DA84-9509-EAB1-55D24B97A7A3}"/>
                    </a:ext>
                  </a:extLst>
                </p14:cNvPr>
                <p14:cNvContentPartPr/>
                <p14:nvPr/>
              </p14:nvContentPartPr>
              <p14:xfrm>
                <a:off x="7932993" y="128815"/>
                <a:ext cx="227520" cy="172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682036-B77B-44B9-774C-562D9DD1A6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24353" y="120175"/>
                  <a:ext cx="245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4F9A3DD-F2E3-62C1-B5B2-7DCA885C2E38}"/>
                    </a:ext>
                  </a:extLst>
                </p14:cNvPr>
                <p14:cNvContentPartPr/>
                <p14:nvPr/>
              </p14:nvContentPartPr>
              <p14:xfrm>
                <a:off x="7948113" y="359935"/>
                <a:ext cx="188640" cy="7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77A037-D04A-5242-FB83-624EB087714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39113" y="350935"/>
                  <a:ext cx="20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103BB4F-0EE0-D64B-911C-B8A1A81AF6F4}"/>
                    </a:ext>
                  </a:extLst>
                </p14:cNvPr>
                <p14:cNvContentPartPr/>
                <p14:nvPr/>
              </p14:nvContentPartPr>
              <p14:xfrm>
                <a:off x="8016513" y="407455"/>
                <a:ext cx="127800" cy="195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9487F9-F907-C98A-522D-26268615E95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07513" y="398815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73FD4E-2820-E296-9330-5CFEAF00DAFF}"/>
                    </a:ext>
                  </a:extLst>
                </p14:cNvPr>
                <p14:cNvContentPartPr/>
                <p14:nvPr/>
              </p14:nvContentPartPr>
              <p14:xfrm>
                <a:off x="8217393" y="352015"/>
                <a:ext cx="61200" cy="2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0D3F7B3-65AA-3BAE-146A-78EE75D7F8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08393" y="343015"/>
                  <a:ext cx="78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343E25A-2E07-88C1-8E42-8BE6DCA39F3D}"/>
                    </a:ext>
                  </a:extLst>
                </p14:cNvPr>
                <p14:cNvContentPartPr/>
                <p14:nvPr/>
              </p14:nvContentPartPr>
              <p14:xfrm>
                <a:off x="8220273" y="401335"/>
                <a:ext cx="99720" cy="7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1948263-38D8-877A-0405-DE091FBDAE1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11273" y="392695"/>
                  <a:ext cx="11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8FB1F0-7435-E6E6-989B-49B8FEAF5EDC}"/>
                    </a:ext>
                  </a:extLst>
                </p14:cNvPr>
                <p14:cNvContentPartPr/>
                <p14:nvPr/>
              </p14:nvContentPartPr>
              <p14:xfrm>
                <a:off x="8420073" y="255895"/>
                <a:ext cx="120600" cy="176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30F4B9-4942-563E-3732-E0B73335808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11433" y="247255"/>
                  <a:ext cx="138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306D00-A6FB-8CFD-C502-2FFDCD0C9F00}"/>
                    </a:ext>
                  </a:extLst>
                </p14:cNvPr>
                <p14:cNvContentPartPr/>
                <p14:nvPr/>
              </p14:nvContentPartPr>
              <p14:xfrm>
                <a:off x="8602953" y="264175"/>
                <a:ext cx="120240" cy="175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DC618D7-6FD4-6BE5-346C-45C4DDA8ED4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94313" y="255175"/>
                  <a:ext cx="137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B01F5A-12FB-52AE-F570-AFD70F5E8BA2}"/>
                    </a:ext>
                  </a:extLst>
                </p14:cNvPr>
                <p14:cNvContentPartPr/>
                <p14:nvPr/>
              </p14:nvContentPartPr>
              <p14:xfrm>
                <a:off x="8654073" y="242575"/>
                <a:ext cx="157320" cy="46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A5E27E-BCF1-0B19-D920-4250847E92A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45073" y="233575"/>
                  <a:ext cx="174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E63A52C-5775-F9C2-D90C-8544F19CB4CB}"/>
                    </a:ext>
                  </a:extLst>
                </p14:cNvPr>
                <p14:cNvContentPartPr/>
                <p14:nvPr/>
              </p14:nvContentPartPr>
              <p14:xfrm>
                <a:off x="8810313" y="295495"/>
                <a:ext cx="90000" cy="87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7FE05F2-C2E9-B17F-63B4-83DF326437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01313" y="286495"/>
                  <a:ext cx="107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DA7735-07CE-A793-C656-77699095E3A6}"/>
                    </a:ext>
                  </a:extLst>
                </p14:cNvPr>
                <p14:cNvContentPartPr/>
                <p14:nvPr/>
              </p14:nvContentPartPr>
              <p14:xfrm>
                <a:off x="8931993" y="259495"/>
                <a:ext cx="43200" cy="131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EE95979-91ED-D4B3-20E0-3A81926509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23353" y="250495"/>
                  <a:ext cx="60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BADCEA-1FC8-C47B-A311-1E2DEBE0BF7A}"/>
                    </a:ext>
                  </a:extLst>
                </p14:cNvPr>
                <p14:cNvContentPartPr/>
                <p14:nvPr/>
              </p14:nvContentPartPr>
              <p14:xfrm>
                <a:off x="8907153" y="347695"/>
                <a:ext cx="55800" cy="1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E366A6F-9447-FA90-40BF-92D353FC0D1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98513" y="338695"/>
                  <a:ext cx="73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43130A-7C41-65FE-718E-5835ECC60C98}"/>
                    </a:ext>
                  </a:extLst>
                </p14:cNvPr>
                <p14:cNvContentPartPr/>
                <p14:nvPr/>
              </p14:nvContentPartPr>
              <p14:xfrm>
                <a:off x="8763153" y="404575"/>
                <a:ext cx="280080" cy="96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E18353-E507-CDE4-D780-A495BE6C4A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54513" y="395935"/>
                  <a:ext cx="297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363358F-6DDE-3FA2-9A0E-7A0D7E8FCD95}"/>
                    </a:ext>
                  </a:extLst>
                </p14:cNvPr>
                <p14:cNvContentPartPr/>
                <p14:nvPr/>
              </p14:nvContentPartPr>
              <p14:xfrm>
                <a:off x="8901393" y="543895"/>
                <a:ext cx="73080" cy="16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24D6FFE-A0E3-0291-7E00-ED614F64B4A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92753" y="534895"/>
                  <a:ext cx="90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1A98D6-6FF8-CC23-97C4-D23397FCC5D9}"/>
                    </a:ext>
                  </a:extLst>
                </p14:cNvPr>
                <p14:cNvContentPartPr/>
                <p14:nvPr/>
              </p14:nvContentPartPr>
              <p14:xfrm>
                <a:off x="8995353" y="492415"/>
                <a:ext cx="149400" cy="61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DA78AC-F04F-E347-EC37-94C021AAB6C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86713" y="483415"/>
                  <a:ext cx="1670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99D8E00-B801-5092-9551-EC14EE20214E}"/>
                  </a:ext>
                </a:extLst>
              </p14:cNvPr>
              <p14:cNvContentPartPr/>
              <p14:nvPr/>
            </p14:nvContentPartPr>
            <p14:xfrm>
              <a:off x="7706448" y="913032"/>
              <a:ext cx="260640" cy="1465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99D8E00-B801-5092-9551-EC14EE20214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697808" y="904032"/>
                <a:ext cx="27828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8140D3D-62E5-625C-EA50-17665DD52982}"/>
              </a:ext>
            </a:extLst>
          </p:cNvPr>
          <p:cNvGrpSpPr/>
          <p:nvPr/>
        </p:nvGrpSpPr>
        <p:grpSpPr>
          <a:xfrm>
            <a:off x="7648128" y="952272"/>
            <a:ext cx="864720" cy="513000"/>
            <a:chOff x="7648128" y="952272"/>
            <a:chExt cx="86472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BB881E8-4011-0EFA-B1BF-100B0B7111C9}"/>
                    </a:ext>
                  </a:extLst>
                </p14:cNvPr>
                <p14:cNvContentPartPr/>
                <p14:nvPr/>
              </p14:nvContentPartPr>
              <p14:xfrm>
                <a:off x="7648128" y="952272"/>
                <a:ext cx="214560" cy="253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BB881E8-4011-0EFA-B1BF-100B0B7111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9488" y="943632"/>
                  <a:ext cx="232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E229AC-C4D8-D04E-7598-56764C2C62A1}"/>
                    </a:ext>
                  </a:extLst>
                </p14:cNvPr>
                <p14:cNvContentPartPr/>
                <p14:nvPr/>
              </p14:nvContentPartPr>
              <p14:xfrm>
                <a:off x="7904808" y="1096632"/>
                <a:ext cx="203760" cy="368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E229AC-C4D8-D04E-7598-56764C2C62A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96168" y="1087992"/>
                  <a:ext cx="2214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D6F38C-63D2-636F-DFD3-12F360CF7C5C}"/>
                    </a:ext>
                  </a:extLst>
                </p14:cNvPr>
                <p14:cNvContentPartPr/>
                <p14:nvPr/>
              </p14:nvContentPartPr>
              <p14:xfrm>
                <a:off x="8172648" y="1107432"/>
                <a:ext cx="118800" cy="223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D6F38C-63D2-636F-DFD3-12F360CF7C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64008" y="1098432"/>
                  <a:ext cx="136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65B6C9-74E8-BABA-F324-3A297D13D390}"/>
                    </a:ext>
                  </a:extLst>
                </p14:cNvPr>
                <p14:cNvContentPartPr/>
                <p14:nvPr/>
              </p14:nvContentPartPr>
              <p14:xfrm>
                <a:off x="8421048" y="1079712"/>
                <a:ext cx="72720" cy="1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65B6C9-74E8-BABA-F324-3A297D13D3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12408" y="1071072"/>
                  <a:ext cx="90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1D4D9D-A949-DA02-7331-60BAAA9F055F}"/>
                    </a:ext>
                  </a:extLst>
                </p14:cNvPr>
                <p14:cNvContentPartPr/>
                <p14:nvPr/>
              </p14:nvContentPartPr>
              <p14:xfrm>
                <a:off x="8435088" y="1152432"/>
                <a:ext cx="77760" cy="14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1D4D9D-A949-DA02-7331-60BAAA9F05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26088" y="1143432"/>
                  <a:ext cx="954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03BC76D-A540-68B3-856D-53C4601D9A8B}"/>
              </a:ext>
            </a:extLst>
          </p:cNvPr>
          <p:cNvGrpSpPr/>
          <p:nvPr/>
        </p:nvGrpSpPr>
        <p:grpSpPr>
          <a:xfrm>
            <a:off x="8677008" y="824832"/>
            <a:ext cx="1047600" cy="448920"/>
            <a:chOff x="8677008" y="824832"/>
            <a:chExt cx="104760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50ACEE-CCAF-3866-3B3C-3A3FA1D9158F}"/>
                    </a:ext>
                  </a:extLst>
                </p14:cNvPr>
                <p14:cNvContentPartPr/>
                <p14:nvPr/>
              </p14:nvContentPartPr>
              <p14:xfrm>
                <a:off x="8677008" y="931392"/>
                <a:ext cx="150840" cy="258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50ACEE-CCAF-3866-3B3C-3A3FA1D915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68368" y="922392"/>
                  <a:ext cx="168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10315EC-AAB3-EE98-6D0A-7AB36464A05C}"/>
                    </a:ext>
                  </a:extLst>
                </p14:cNvPr>
                <p14:cNvContentPartPr/>
                <p14:nvPr/>
              </p14:nvContentPartPr>
              <p14:xfrm>
                <a:off x="8934408" y="1074312"/>
                <a:ext cx="360" cy="23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10315EC-AAB3-EE98-6D0A-7AB36464A0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25408" y="1065672"/>
                  <a:ext cx="18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C9F6593-D0E6-0918-EBBC-94A381A2A3AD}"/>
                    </a:ext>
                  </a:extLst>
                </p14:cNvPr>
                <p14:cNvContentPartPr/>
                <p14:nvPr/>
              </p14:nvContentPartPr>
              <p14:xfrm>
                <a:off x="9017928" y="949752"/>
                <a:ext cx="231840" cy="27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C9F6593-D0E6-0918-EBBC-94A381A2A3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08928" y="940752"/>
                  <a:ext cx="249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D1FEF1-43B5-E43B-382D-16E58C73EF68}"/>
                    </a:ext>
                  </a:extLst>
                </p14:cNvPr>
                <p14:cNvContentPartPr/>
                <p14:nvPr/>
              </p14:nvContentPartPr>
              <p14:xfrm>
                <a:off x="9343368" y="962352"/>
                <a:ext cx="60120" cy="311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D1FEF1-43B5-E43B-382D-16E58C73EF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34368" y="953352"/>
                  <a:ext cx="77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B183EF8-C1A9-A304-AD1D-77D877C654B7}"/>
                    </a:ext>
                  </a:extLst>
                </p14:cNvPr>
                <p14:cNvContentPartPr/>
                <p14:nvPr/>
              </p14:nvContentPartPr>
              <p14:xfrm>
                <a:off x="9402048" y="928152"/>
                <a:ext cx="95760" cy="127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B183EF8-C1A9-A304-AD1D-77D877C654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93048" y="919152"/>
                  <a:ext cx="113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35A3B6-FF3E-994D-1A2F-C16646D3A20C}"/>
                    </a:ext>
                  </a:extLst>
                </p14:cNvPr>
                <p14:cNvContentPartPr/>
                <p14:nvPr/>
              </p14:nvContentPartPr>
              <p14:xfrm>
                <a:off x="9571248" y="824832"/>
                <a:ext cx="152640" cy="36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35A3B6-FF3E-994D-1A2F-C16646D3A2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62608" y="816192"/>
                  <a:ext cx="170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75461B9-A7C5-3DD5-B997-96D050A47DD8}"/>
                    </a:ext>
                  </a:extLst>
                </p14:cNvPr>
                <p14:cNvContentPartPr/>
                <p14:nvPr/>
              </p14:nvContentPartPr>
              <p14:xfrm>
                <a:off x="9577368" y="964512"/>
                <a:ext cx="147240" cy="19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75461B9-A7C5-3DD5-B997-96D050A47DD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68368" y="955872"/>
                  <a:ext cx="164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E47F2A1-9794-C119-CDAB-B8C6202666AA}"/>
              </a:ext>
            </a:extLst>
          </p:cNvPr>
          <p:cNvGrpSpPr/>
          <p:nvPr/>
        </p:nvGrpSpPr>
        <p:grpSpPr>
          <a:xfrm>
            <a:off x="10141128" y="587592"/>
            <a:ext cx="1818360" cy="687240"/>
            <a:chOff x="10141128" y="587592"/>
            <a:chExt cx="1818360" cy="68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C4CDDE-4A9B-692D-C0A9-386E49E63BBA}"/>
                    </a:ext>
                  </a:extLst>
                </p14:cNvPr>
                <p14:cNvContentPartPr/>
                <p14:nvPr/>
              </p14:nvContentPartPr>
              <p14:xfrm>
                <a:off x="10141128" y="820152"/>
                <a:ext cx="173880" cy="291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C4CDDE-4A9B-692D-C0A9-386E49E63BB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32128" y="811512"/>
                  <a:ext cx="1915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FDF7E0-0720-82F4-9AED-FB57D368DDA8}"/>
                    </a:ext>
                  </a:extLst>
                </p14:cNvPr>
                <p14:cNvContentPartPr/>
                <p14:nvPr/>
              </p14:nvContentPartPr>
              <p14:xfrm>
                <a:off x="10316808" y="991872"/>
                <a:ext cx="166680" cy="282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FDF7E0-0720-82F4-9AED-FB57D368DDA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08168" y="982872"/>
                  <a:ext cx="1843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1E92836-C4B9-A522-0F04-9DD51B196943}"/>
                    </a:ext>
                  </a:extLst>
                </p14:cNvPr>
                <p14:cNvContentPartPr/>
                <p14:nvPr/>
              </p14:nvContentPartPr>
              <p14:xfrm>
                <a:off x="10507968" y="873792"/>
                <a:ext cx="192600" cy="283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1E92836-C4B9-A522-0F04-9DD51B19694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99328" y="865152"/>
                  <a:ext cx="210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260FF3-9E54-4BA5-4266-7AEF6FF506DA}"/>
                    </a:ext>
                  </a:extLst>
                </p14:cNvPr>
                <p14:cNvContentPartPr/>
                <p14:nvPr/>
              </p14:nvContentPartPr>
              <p14:xfrm>
                <a:off x="10843488" y="868392"/>
                <a:ext cx="68040" cy="12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260FF3-9E54-4BA5-4266-7AEF6FF506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34488" y="859392"/>
                  <a:ext cx="8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1F67D8-04A3-DE0B-F0F6-FB0EF0DB494B}"/>
                    </a:ext>
                  </a:extLst>
                </p14:cNvPr>
                <p14:cNvContentPartPr/>
                <p14:nvPr/>
              </p14:nvContentPartPr>
              <p14:xfrm>
                <a:off x="10883808" y="923832"/>
                <a:ext cx="36000" cy="15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1F67D8-04A3-DE0B-F0F6-FB0EF0DB494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75168" y="914832"/>
                  <a:ext cx="53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10DB84-BD8F-8031-17F5-DACF7A30741F}"/>
                    </a:ext>
                  </a:extLst>
                </p14:cNvPr>
                <p14:cNvContentPartPr/>
                <p14:nvPr/>
              </p14:nvContentPartPr>
              <p14:xfrm>
                <a:off x="11032128" y="718992"/>
                <a:ext cx="160920" cy="270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10DB84-BD8F-8031-17F5-DACF7A30741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23128" y="710352"/>
                  <a:ext cx="178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3AC1F5B-E17D-9089-F6B3-CAB1A04B5A1C}"/>
                    </a:ext>
                  </a:extLst>
                </p14:cNvPr>
                <p14:cNvContentPartPr/>
                <p14:nvPr/>
              </p14:nvContentPartPr>
              <p14:xfrm>
                <a:off x="11295288" y="856152"/>
                <a:ext cx="360" cy="22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3AC1F5B-E17D-9089-F6B3-CAB1A04B5A1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286288" y="847152"/>
                  <a:ext cx="1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13030C-C696-1071-1A69-FC2B4F76FBC9}"/>
                    </a:ext>
                  </a:extLst>
                </p14:cNvPr>
                <p14:cNvContentPartPr/>
                <p14:nvPr/>
              </p14:nvContentPartPr>
              <p14:xfrm>
                <a:off x="11384928" y="703872"/>
                <a:ext cx="144000" cy="186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13030C-C696-1071-1A69-FC2B4F76FBC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75928" y="694872"/>
                  <a:ext cx="161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14680B-4FC0-293F-91AB-B69BCA28EA7A}"/>
                    </a:ext>
                  </a:extLst>
                </p14:cNvPr>
                <p14:cNvContentPartPr/>
                <p14:nvPr/>
              </p14:nvContentPartPr>
              <p14:xfrm>
                <a:off x="11637648" y="769032"/>
                <a:ext cx="40680" cy="183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14680B-4FC0-293F-91AB-B69BCA28EA7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629008" y="760392"/>
                  <a:ext cx="58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EC5C73F-D08A-26BC-C495-DFDAABE5F946}"/>
                    </a:ext>
                  </a:extLst>
                </p14:cNvPr>
                <p14:cNvContentPartPr/>
                <p14:nvPr/>
              </p14:nvContentPartPr>
              <p14:xfrm>
                <a:off x="11665008" y="725832"/>
                <a:ext cx="49680" cy="116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EC5C73F-D08A-26BC-C495-DFDAABE5F94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656368" y="716832"/>
                  <a:ext cx="67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782FDA-60D5-30CB-F31B-3C59B076F717}"/>
                    </a:ext>
                  </a:extLst>
                </p14:cNvPr>
                <p14:cNvContentPartPr/>
                <p14:nvPr/>
              </p14:nvContentPartPr>
              <p14:xfrm>
                <a:off x="11815128" y="587592"/>
                <a:ext cx="138240" cy="461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782FDA-60D5-30CB-F31B-3C59B076F71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806488" y="578592"/>
                  <a:ext cx="1558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8A172D9-814F-2963-BFF3-E2B69E92F260}"/>
                    </a:ext>
                  </a:extLst>
                </p14:cNvPr>
                <p14:cNvContentPartPr/>
                <p14:nvPr/>
              </p14:nvContentPartPr>
              <p14:xfrm>
                <a:off x="11770128" y="809712"/>
                <a:ext cx="189360" cy="37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8A172D9-814F-2963-BFF3-E2B69E92F26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61128" y="801072"/>
                  <a:ext cx="20700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CA82BB5-8677-11B5-AE73-9391D1F7447D}"/>
                  </a:ext>
                </a:extLst>
              </p14:cNvPr>
              <p14:cNvContentPartPr/>
              <p14:nvPr/>
            </p14:nvContentPartPr>
            <p14:xfrm>
              <a:off x="592560" y="759240"/>
              <a:ext cx="11228040" cy="5419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CA82BB5-8677-11B5-AE73-9391D1F7447D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583200" y="749880"/>
                <a:ext cx="11246760" cy="54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531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D7FC80-2E9D-2F83-E8DC-07991600AC2A}"/>
                  </a:ext>
                </a:extLst>
              </p14:cNvPr>
              <p14:cNvContentPartPr/>
              <p14:nvPr/>
            </p14:nvContentPartPr>
            <p14:xfrm>
              <a:off x="743760" y="762480"/>
              <a:ext cx="10864080" cy="532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D7FC80-2E9D-2F83-E8DC-07991600AC2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4400" y="753120"/>
                <a:ext cx="10882800" cy="534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289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 2:</a:t>
            </a: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BF93972-7F35-2E2C-9ABD-127DE798A2EA}"/>
              </a:ext>
            </a:extLst>
          </p:cNvPr>
          <p:cNvGrpSpPr/>
          <p:nvPr/>
        </p:nvGrpSpPr>
        <p:grpSpPr>
          <a:xfrm>
            <a:off x="2982993" y="3952872"/>
            <a:ext cx="522000" cy="1862280"/>
            <a:chOff x="1931433" y="3685615"/>
            <a:chExt cx="522000" cy="18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E7D294-BE72-B3C4-AA0B-9615AA6C8FD7}"/>
                    </a:ext>
                  </a:extLst>
                </p14:cNvPr>
                <p14:cNvContentPartPr/>
                <p14:nvPr/>
              </p14:nvContentPartPr>
              <p14:xfrm>
                <a:off x="1931433" y="3685615"/>
                <a:ext cx="291600" cy="82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C13EBB-D58A-CD77-29D3-8CC54FE50B5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22793" y="3676615"/>
                  <a:ext cx="30924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E9A77A-9187-E622-27C9-912EF76981C4}"/>
                    </a:ext>
                  </a:extLst>
                </p14:cNvPr>
                <p14:cNvContentPartPr/>
                <p14:nvPr/>
              </p14:nvContentPartPr>
              <p14:xfrm>
                <a:off x="2052753" y="4402735"/>
                <a:ext cx="70200" cy="140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8E4052-BE76-F479-9C58-F2FA17FD54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4113" y="4394095"/>
                  <a:ext cx="87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7F7985-649F-E2FF-75ED-545BB38B0B6C}"/>
                    </a:ext>
                  </a:extLst>
                </p14:cNvPr>
                <p14:cNvContentPartPr/>
                <p14:nvPr/>
              </p14:nvContentPartPr>
              <p14:xfrm>
                <a:off x="2214393" y="4486975"/>
                <a:ext cx="159120" cy="102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488670F-8844-AD17-1A0B-9EDEFF47DA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5393" y="4477975"/>
                  <a:ext cx="17676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535EF7-1CD4-8744-6D26-E3D0B551D0C0}"/>
                    </a:ext>
                  </a:extLst>
                </p14:cNvPr>
                <p14:cNvContentPartPr/>
                <p14:nvPr/>
              </p14:nvContentPartPr>
              <p14:xfrm>
                <a:off x="2273433" y="5388775"/>
                <a:ext cx="180000" cy="15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D9E560-2114-9FD3-4984-99D4256647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64433" y="5380135"/>
                  <a:ext cx="19764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E1E989-59D2-C533-8E00-C1A5FD3181B5}"/>
              </a:ext>
            </a:extLst>
          </p:cNvPr>
          <p:cNvGrpSpPr/>
          <p:nvPr/>
        </p:nvGrpSpPr>
        <p:grpSpPr>
          <a:xfrm>
            <a:off x="2110106" y="1275552"/>
            <a:ext cx="5847480" cy="2828160"/>
            <a:chOff x="1062753" y="1011895"/>
            <a:chExt cx="5847480" cy="28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B79B28-B9D7-02FD-62F2-43D1F149EF38}"/>
                    </a:ext>
                  </a:extLst>
                </p14:cNvPr>
                <p14:cNvContentPartPr/>
                <p14:nvPr/>
              </p14:nvContentPartPr>
              <p14:xfrm>
                <a:off x="1809393" y="2069575"/>
                <a:ext cx="254880" cy="65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6B4CAD-3E37-0A30-68B8-67D049B714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0753" y="2060575"/>
                  <a:ext cx="27252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F891D9-850E-848D-9DDB-5686FE9B1054}"/>
                    </a:ext>
                  </a:extLst>
                </p14:cNvPr>
                <p14:cNvContentPartPr/>
                <p14:nvPr/>
              </p14:nvContentPartPr>
              <p14:xfrm>
                <a:off x="1803633" y="2511295"/>
                <a:ext cx="15840" cy="55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27096D-1634-5DDF-F457-611DE11A0F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4633" y="2502655"/>
                  <a:ext cx="334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840C23-91FA-D635-FBA9-81977EF5C860}"/>
                    </a:ext>
                  </a:extLst>
                </p14:cNvPr>
                <p14:cNvContentPartPr/>
                <p14:nvPr/>
              </p14:nvContentPartPr>
              <p14:xfrm>
                <a:off x="1801113" y="2875255"/>
                <a:ext cx="22644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751A3B-466A-5BED-085F-2FAE94EFCB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92473" y="2866255"/>
                  <a:ext cx="244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320576-8807-A832-EE88-0CD2FF0DBC7C}"/>
                    </a:ext>
                  </a:extLst>
                </p14:cNvPr>
                <p14:cNvContentPartPr/>
                <p14:nvPr/>
              </p14:nvContentPartPr>
              <p14:xfrm>
                <a:off x="1858353" y="2969935"/>
                <a:ext cx="122040" cy="10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1ABFB-4147-5145-1847-E487049783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49353" y="2961295"/>
                  <a:ext cx="1396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204C1B-29B7-EF79-6846-40C8935D50D6}"/>
                    </a:ext>
                  </a:extLst>
                </p14:cNvPr>
                <p14:cNvContentPartPr/>
                <p14:nvPr/>
              </p14:nvContentPartPr>
              <p14:xfrm>
                <a:off x="2009193" y="3066775"/>
                <a:ext cx="105480" cy="10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1450E1-F568-421C-331A-EE1EDC7CE4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00193" y="3057775"/>
                  <a:ext cx="123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EDA99E-864C-C56D-AC0B-46196128AC5D}"/>
                    </a:ext>
                  </a:extLst>
                </p14:cNvPr>
                <p14:cNvContentPartPr/>
                <p14:nvPr/>
              </p14:nvContentPartPr>
              <p14:xfrm>
                <a:off x="2105673" y="3163975"/>
                <a:ext cx="58320" cy="676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60AF41-5165-C6B9-B530-CFC3107D33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97033" y="3154975"/>
                  <a:ext cx="7596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CEBD85-6267-2864-C63D-C6839C3B8B04}"/>
                    </a:ext>
                  </a:extLst>
                </p14:cNvPr>
                <p14:cNvContentPartPr/>
                <p14:nvPr/>
              </p14:nvContentPartPr>
              <p14:xfrm>
                <a:off x="1231953" y="2734855"/>
                <a:ext cx="537480" cy="338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CE87B4-9DA3-6763-4397-503C7ADEFD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3313" y="2726215"/>
                  <a:ext cx="5551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097DC9-0331-DA1D-388D-E35E2D58B6E1}"/>
                    </a:ext>
                  </a:extLst>
                </p14:cNvPr>
                <p14:cNvContentPartPr/>
                <p14:nvPr/>
              </p14:nvContentPartPr>
              <p14:xfrm>
                <a:off x="1062753" y="3144535"/>
                <a:ext cx="192240" cy="1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57F6B0-59FD-BF92-64FE-FF38566F71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4113" y="3135535"/>
                  <a:ext cx="209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D9E9A4-7B78-8A7F-C690-0D66F40D0E02}"/>
                    </a:ext>
                  </a:extLst>
                </p14:cNvPr>
                <p14:cNvContentPartPr/>
                <p14:nvPr/>
              </p14:nvContentPartPr>
              <p14:xfrm>
                <a:off x="1172913" y="3203575"/>
                <a:ext cx="53640" cy="1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2B873D-B6CA-7287-6746-BA63666707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3913" y="3194575"/>
                  <a:ext cx="71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AB4E40-7CAF-3F2B-5ACE-320A905B0844}"/>
                    </a:ext>
                  </a:extLst>
                </p14:cNvPr>
                <p14:cNvContentPartPr/>
                <p14:nvPr/>
              </p14:nvContentPartPr>
              <p14:xfrm>
                <a:off x="1206033" y="3260455"/>
                <a:ext cx="28080" cy="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3235E4-F408-1580-9DFA-BE79F1063C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7393" y="3251455"/>
                  <a:ext cx="45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B4E9E0-78B4-5A84-063F-BBA83FC07328}"/>
                    </a:ext>
                  </a:extLst>
                </p14:cNvPr>
                <p14:cNvContentPartPr/>
                <p14:nvPr/>
              </p14:nvContentPartPr>
              <p14:xfrm>
                <a:off x="3233193" y="2306455"/>
                <a:ext cx="194400" cy="87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21A690-D8A4-D574-CA58-DAFA7EE18C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24553" y="2297815"/>
                  <a:ext cx="21204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59C1BE4-5FFC-B7C6-A1F6-B7597126F561}"/>
                    </a:ext>
                  </a:extLst>
                </p14:cNvPr>
                <p14:cNvContentPartPr/>
                <p14:nvPr/>
              </p14:nvContentPartPr>
              <p14:xfrm>
                <a:off x="3206553" y="3185575"/>
                <a:ext cx="205920" cy="1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3CCFED-FBD4-BEFD-5A91-AB24C2932F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7913" y="3176575"/>
                  <a:ext cx="22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3A887A-3C7B-6AF1-5DD2-9BF7911DC2BB}"/>
                    </a:ext>
                  </a:extLst>
                </p14:cNvPr>
                <p14:cNvContentPartPr/>
                <p14:nvPr/>
              </p14:nvContentPartPr>
              <p14:xfrm>
                <a:off x="3314193" y="3307255"/>
                <a:ext cx="93600" cy="8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83BC3F-BEB6-8281-EC37-6CDA072ADE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05193" y="3298615"/>
                  <a:ext cx="11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4A8977-5EB6-7746-7882-93280B4AC745}"/>
                    </a:ext>
                  </a:extLst>
                </p14:cNvPr>
                <p14:cNvContentPartPr/>
                <p14:nvPr/>
              </p14:nvContentPartPr>
              <p14:xfrm>
                <a:off x="3529833" y="2717935"/>
                <a:ext cx="1033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B0AD57-185A-5F09-9E56-C379FDA259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20833" y="2708935"/>
                  <a:ext cx="120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B8E492-0ACE-0115-A855-D1DF54534BC7}"/>
                    </a:ext>
                  </a:extLst>
                </p14:cNvPr>
                <p14:cNvContentPartPr/>
                <p14:nvPr/>
              </p14:nvContentPartPr>
              <p14:xfrm>
                <a:off x="3677793" y="2828815"/>
                <a:ext cx="137160" cy="160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021E3D-4F8C-A223-F3AB-EBAE9620EF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68793" y="2819815"/>
                  <a:ext cx="154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209A8F-91E9-999A-2E97-1A8F82B16D4B}"/>
                    </a:ext>
                  </a:extLst>
                </p14:cNvPr>
                <p14:cNvContentPartPr/>
                <p14:nvPr/>
              </p14:nvContentPartPr>
              <p14:xfrm>
                <a:off x="3794433" y="2805775"/>
                <a:ext cx="48600" cy="3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70B82C-72A2-DE32-EF2E-DA6B4E335F2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85793" y="2797135"/>
                  <a:ext cx="66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18F432-0F6A-E8D5-97BB-75B60AE8BEA4}"/>
                    </a:ext>
                  </a:extLst>
                </p14:cNvPr>
                <p14:cNvContentPartPr/>
                <p14:nvPr/>
              </p14:nvContentPartPr>
              <p14:xfrm>
                <a:off x="3825033" y="2849695"/>
                <a:ext cx="16920" cy="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F52A99B-0984-1C50-EB66-DF29A34C78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16393" y="2841055"/>
                  <a:ext cx="34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C93864-DEFA-008D-39B5-D9707E613BB4}"/>
                    </a:ext>
                  </a:extLst>
                </p14:cNvPr>
                <p14:cNvContentPartPr/>
                <p14:nvPr/>
              </p14:nvContentPartPr>
              <p14:xfrm>
                <a:off x="3935913" y="2696335"/>
                <a:ext cx="141480" cy="15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06F1E7-9C3E-8C8E-29F2-E082D0E90D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27273" y="2687335"/>
                  <a:ext cx="159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9582AC-9FB0-91C4-6CE8-2679A53C830F}"/>
                    </a:ext>
                  </a:extLst>
                </p14:cNvPr>
                <p14:cNvContentPartPr/>
                <p14:nvPr/>
              </p14:nvContentPartPr>
              <p14:xfrm>
                <a:off x="4114833" y="2684455"/>
                <a:ext cx="96480" cy="129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E58457-96E4-CA55-DAFD-188E9D13CD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06193" y="2675455"/>
                  <a:ext cx="114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81F90D-594B-8CF8-0CA7-38229F1BBCE5}"/>
                    </a:ext>
                  </a:extLst>
                </p14:cNvPr>
                <p14:cNvContentPartPr/>
                <p14:nvPr/>
              </p14:nvContentPartPr>
              <p14:xfrm>
                <a:off x="4281153" y="2627575"/>
                <a:ext cx="93600" cy="178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67BF1B3-61DB-3238-ECC2-F4694427BF5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72153" y="2618935"/>
                  <a:ext cx="111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062D30B-45C6-A6E9-AB6F-3F7683C9A98A}"/>
                    </a:ext>
                  </a:extLst>
                </p14:cNvPr>
                <p14:cNvContentPartPr/>
                <p14:nvPr/>
              </p14:nvContentPartPr>
              <p14:xfrm>
                <a:off x="4388793" y="2684455"/>
                <a:ext cx="75240" cy="149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6EB5D8-5299-11C3-878D-667ACB6573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80153" y="2675815"/>
                  <a:ext cx="92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CB02B3-A170-2F05-BACB-52B24EDBCFF4}"/>
                    </a:ext>
                  </a:extLst>
                </p14:cNvPr>
                <p14:cNvContentPartPr/>
                <p14:nvPr/>
              </p14:nvContentPartPr>
              <p14:xfrm>
                <a:off x="4425153" y="2641615"/>
                <a:ext cx="18108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942832-80D6-EF14-7AE6-ACD7A13FBB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16513" y="2632975"/>
                  <a:ext cx="198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6A97DD-0655-03E4-502E-5D8492259559}"/>
                    </a:ext>
                  </a:extLst>
                </p14:cNvPr>
                <p14:cNvContentPartPr/>
                <p14:nvPr/>
              </p14:nvContentPartPr>
              <p14:xfrm>
                <a:off x="2038713" y="1195135"/>
                <a:ext cx="19440" cy="374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AE7A7C-F777-7607-0C93-F66EE556E0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30073" y="1186135"/>
                  <a:ext cx="37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15EDBD-AB47-4F43-37D5-422CBCDB65AC}"/>
                    </a:ext>
                  </a:extLst>
                </p14:cNvPr>
                <p14:cNvContentPartPr/>
                <p14:nvPr/>
              </p14:nvContentPartPr>
              <p14:xfrm>
                <a:off x="1819833" y="1575295"/>
                <a:ext cx="517680" cy="495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7E7F59-9093-9875-7FB4-8FD9D13F57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10833" y="1566295"/>
                  <a:ext cx="5353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B71657-BE27-1923-7994-287232C91D31}"/>
                    </a:ext>
                  </a:extLst>
                </p14:cNvPr>
                <p14:cNvContentPartPr/>
                <p14:nvPr/>
              </p14:nvContentPartPr>
              <p14:xfrm>
                <a:off x="2027913" y="1776895"/>
                <a:ext cx="10800" cy="15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9DFDC9-9D4A-9331-8776-BB292E0854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9273" y="1767895"/>
                  <a:ext cx="28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FA7985-CC2A-8054-36F2-4B1AEAB38984}"/>
                    </a:ext>
                  </a:extLst>
                </p14:cNvPr>
                <p14:cNvContentPartPr/>
                <p14:nvPr/>
              </p14:nvContentPartPr>
              <p14:xfrm>
                <a:off x="1993353" y="1852855"/>
                <a:ext cx="97920" cy="136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AA2FC9-22BE-8A58-3CDD-B612F43F0A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84713" y="1843855"/>
                  <a:ext cx="115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8F2CB9-AE9A-351A-4CF3-B292A59DD150}"/>
                    </a:ext>
                  </a:extLst>
                </p14:cNvPr>
                <p14:cNvContentPartPr/>
                <p14:nvPr/>
              </p14:nvContentPartPr>
              <p14:xfrm>
                <a:off x="1971753" y="1011895"/>
                <a:ext cx="13104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CC70C68-4083-828D-30A3-056A0B06E1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3113" y="1002895"/>
                  <a:ext cx="148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EA7F47-6851-0555-8977-FDA090DCAF27}"/>
                    </a:ext>
                  </a:extLst>
                </p14:cNvPr>
                <p14:cNvContentPartPr/>
                <p14:nvPr/>
              </p14:nvContentPartPr>
              <p14:xfrm>
                <a:off x="2478273" y="1650535"/>
                <a:ext cx="15480" cy="252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2D2CA2-E9D8-4663-C607-2A649A3E45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69633" y="1641895"/>
                  <a:ext cx="33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563A6D-CE1E-151E-67AB-CB31A209A76F}"/>
                    </a:ext>
                  </a:extLst>
                </p14:cNvPr>
                <p14:cNvContentPartPr/>
                <p14:nvPr/>
              </p14:nvContentPartPr>
              <p14:xfrm>
                <a:off x="2542353" y="1744855"/>
                <a:ext cx="186840" cy="15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DAF237-5839-6EEF-1421-704AA1D0D0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33713" y="1736215"/>
                  <a:ext cx="20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34372B2-D107-7C88-9E54-EE4A0C9AD7B0}"/>
                    </a:ext>
                  </a:extLst>
                </p14:cNvPr>
                <p14:cNvContentPartPr/>
                <p14:nvPr/>
              </p14:nvContentPartPr>
              <p14:xfrm>
                <a:off x="2826033" y="1667455"/>
                <a:ext cx="143280" cy="25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B114B0-0491-1325-DE23-D430D6DD4E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17033" y="1658815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43FABF-F7C6-1C5E-F346-BCF79C359D83}"/>
                    </a:ext>
                  </a:extLst>
                </p14:cNvPr>
                <p14:cNvContentPartPr/>
                <p14:nvPr/>
              </p14:nvContentPartPr>
              <p14:xfrm>
                <a:off x="2863473" y="1802455"/>
                <a:ext cx="137880" cy="23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DB3D52-5406-98FA-7F26-22BC1A9535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54833" y="1793455"/>
                  <a:ext cx="155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03794C-6A96-54FE-DB0A-BA0DD1E1EFF1}"/>
                    </a:ext>
                  </a:extLst>
                </p14:cNvPr>
                <p14:cNvContentPartPr/>
                <p14:nvPr/>
              </p14:nvContentPartPr>
              <p14:xfrm>
                <a:off x="2094513" y="2263255"/>
                <a:ext cx="1686960" cy="4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63A03C-2462-06CC-F36A-EDAEB7E3AE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85513" y="2254255"/>
                  <a:ext cx="1704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C15CA1-5C7E-1A33-12D0-9647BAB12009}"/>
                    </a:ext>
                  </a:extLst>
                </p14:cNvPr>
                <p14:cNvContentPartPr/>
                <p14:nvPr/>
              </p14:nvContentPartPr>
              <p14:xfrm>
                <a:off x="3596073" y="2083255"/>
                <a:ext cx="1406880" cy="222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92DD47-7607-82F2-CB91-235608E7F7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87433" y="2074615"/>
                  <a:ext cx="1424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1F007D-5B52-8DC8-EDEA-1586997E7E0F}"/>
                    </a:ext>
                  </a:extLst>
                </p14:cNvPr>
                <p14:cNvContentPartPr/>
                <p14:nvPr/>
              </p14:nvContentPartPr>
              <p14:xfrm>
                <a:off x="3434073" y="2190175"/>
                <a:ext cx="2043720" cy="120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9B49B8-9F8C-01D4-5D6B-0C43549768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25433" y="2181535"/>
                  <a:ext cx="2061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8DBCD5-457B-0553-8A20-B2CD6AACA5F4}"/>
                    </a:ext>
                  </a:extLst>
                </p14:cNvPr>
                <p14:cNvContentPartPr/>
                <p14:nvPr/>
              </p14:nvContentPartPr>
              <p14:xfrm>
                <a:off x="5112753" y="2230855"/>
                <a:ext cx="41040" cy="347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515501-2547-D716-8EAA-C8B07EBC33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04113" y="2221855"/>
                  <a:ext cx="586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FE7081-EE4B-3BB8-EA2B-66E6A05D6F8E}"/>
                    </a:ext>
                  </a:extLst>
                </p14:cNvPr>
                <p14:cNvContentPartPr/>
                <p14:nvPr/>
              </p14:nvContentPartPr>
              <p14:xfrm>
                <a:off x="4948953" y="2594815"/>
                <a:ext cx="33048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D120D02-99DC-89AD-0A0A-CDE57866CD8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40313" y="2585815"/>
                  <a:ext cx="348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5D70CD-4B3B-87EA-61AD-C64D998758A0}"/>
                    </a:ext>
                  </a:extLst>
                </p14:cNvPr>
                <p14:cNvContentPartPr/>
                <p14:nvPr/>
              </p14:nvContentPartPr>
              <p14:xfrm>
                <a:off x="4998273" y="2706775"/>
                <a:ext cx="270360" cy="4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032299-249A-E9D6-446A-8D2F66F7BE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89273" y="2697775"/>
                  <a:ext cx="288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2B4606-6805-7DA8-F98C-E38DA7F1FB8A}"/>
                    </a:ext>
                  </a:extLst>
                </p14:cNvPr>
                <p14:cNvContentPartPr/>
                <p14:nvPr/>
              </p14:nvContentPartPr>
              <p14:xfrm>
                <a:off x="5163513" y="2776975"/>
                <a:ext cx="1800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EB6836-9CBB-3504-74BD-C8638D0379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54513" y="2768335"/>
                  <a:ext cx="35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5D5415-DACF-4C4E-8C37-25D39F7DE097}"/>
                    </a:ext>
                  </a:extLst>
                </p14:cNvPr>
                <p14:cNvContentPartPr/>
                <p14:nvPr/>
              </p14:nvContentPartPr>
              <p14:xfrm>
                <a:off x="5010513" y="3172615"/>
                <a:ext cx="165960" cy="60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A537CF-716A-F67E-B58C-2F6DB203A7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01513" y="3163975"/>
                  <a:ext cx="183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2D2D86B-42D5-5493-3C77-BE2E1C9093A3}"/>
                    </a:ext>
                  </a:extLst>
                </p14:cNvPr>
                <p14:cNvContentPartPr/>
                <p14:nvPr/>
              </p14:nvContentPartPr>
              <p14:xfrm>
                <a:off x="5418393" y="2552335"/>
                <a:ext cx="171000" cy="253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993F5A-5DB8-62DC-A13E-D8587BE12DE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09753" y="2543695"/>
                  <a:ext cx="188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AE26CF9-0C4A-B5BD-BB23-0DC3E3610624}"/>
                    </a:ext>
                  </a:extLst>
                </p14:cNvPr>
                <p14:cNvContentPartPr/>
                <p14:nvPr/>
              </p14:nvContentPartPr>
              <p14:xfrm>
                <a:off x="5575353" y="2696695"/>
                <a:ext cx="13716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73D511-2A68-E718-15A4-8838249DABC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66713" y="2688055"/>
                  <a:ext cx="154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A0FEBFB-7D41-B248-2C62-DA74981E7448}"/>
                    </a:ext>
                  </a:extLst>
                </p14:cNvPr>
                <p14:cNvContentPartPr/>
                <p14:nvPr/>
              </p14:nvContentPartPr>
              <p14:xfrm>
                <a:off x="5763633" y="2645215"/>
                <a:ext cx="23040" cy="2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40C81B-54AD-B730-3064-C87C111B6B8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54633" y="2636575"/>
                  <a:ext cx="40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11E2E8-B2A7-BE2F-64BA-2B8BA9C1B9BD}"/>
                    </a:ext>
                  </a:extLst>
                </p14:cNvPr>
                <p14:cNvContentPartPr/>
                <p14:nvPr/>
              </p14:nvContentPartPr>
              <p14:xfrm>
                <a:off x="5762553" y="2572495"/>
                <a:ext cx="233640" cy="185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8C3526-2187-8483-1D71-EDDFE874B1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53553" y="2563855"/>
                  <a:ext cx="251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3167B1-BA89-0E4A-CD6E-F1B3EDC0B51C}"/>
                    </a:ext>
                  </a:extLst>
                </p14:cNvPr>
                <p14:cNvContentPartPr/>
                <p14:nvPr/>
              </p14:nvContentPartPr>
              <p14:xfrm>
                <a:off x="6035793" y="2534335"/>
                <a:ext cx="120240" cy="241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D021F1F-598E-A331-E1A1-EA85091048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26793" y="2525695"/>
                  <a:ext cx="137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E27C6E-73F1-7716-20AF-219CE45DCBFB}"/>
                    </a:ext>
                  </a:extLst>
                </p14:cNvPr>
                <p14:cNvContentPartPr/>
                <p14:nvPr/>
              </p14:nvContentPartPr>
              <p14:xfrm>
                <a:off x="6233433" y="2456215"/>
                <a:ext cx="48240" cy="36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40ABAB-27B1-A311-A56A-6150A69AE5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24433" y="2447215"/>
                  <a:ext cx="658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65E1C4D-29CF-D68D-072D-C9AA1B5EEADA}"/>
                    </a:ext>
                  </a:extLst>
                </p14:cNvPr>
                <p14:cNvContentPartPr/>
                <p14:nvPr/>
              </p14:nvContentPartPr>
              <p14:xfrm>
                <a:off x="6166833" y="2640895"/>
                <a:ext cx="149040" cy="52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59E623-27B2-E916-D0CC-A3C4E5B94C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58193" y="2631895"/>
                  <a:ext cx="166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DAD175-634A-A6AF-EF7C-300079BC110F}"/>
                    </a:ext>
                  </a:extLst>
                </p14:cNvPr>
                <p14:cNvContentPartPr/>
                <p14:nvPr/>
              </p14:nvContentPartPr>
              <p14:xfrm>
                <a:off x="5034273" y="2093335"/>
                <a:ext cx="1361160" cy="159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72392E-AFD7-4776-A785-98DFE037E5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25633" y="2084695"/>
                  <a:ext cx="1378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94DDDA7-1E42-C829-C487-97672C5920D8}"/>
                    </a:ext>
                  </a:extLst>
                </p14:cNvPr>
                <p14:cNvContentPartPr/>
                <p14:nvPr/>
              </p14:nvContentPartPr>
              <p14:xfrm>
                <a:off x="6589113" y="1897495"/>
                <a:ext cx="149040" cy="224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B1BEEA-92B0-BADD-03C4-88877701FA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80473" y="1888495"/>
                  <a:ext cx="166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E96D2C-CBB2-AAC0-DFAE-0302B86A13BA}"/>
                    </a:ext>
                  </a:extLst>
                </p14:cNvPr>
                <p14:cNvContentPartPr/>
                <p14:nvPr/>
              </p14:nvContentPartPr>
              <p14:xfrm>
                <a:off x="6788913" y="2038975"/>
                <a:ext cx="121320" cy="12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310310-6D50-81ED-73F0-2C78427122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79913" y="2030335"/>
                  <a:ext cx="1389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5F40CE6-7A87-02A8-1C82-7315A24A2E61}"/>
              </a:ext>
            </a:extLst>
          </p:cNvPr>
          <p:cNvGrpSpPr/>
          <p:nvPr/>
        </p:nvGrpSpPr>
        <p:grpSpPr>
          <a:xfrm>
            <a:off x="1798953" y="4434552"/>
            <a:ext cx="1040040" cy="270000"/>
            <a:chOff x="747393" y="4167295"/>
            <a:chExt cx="104004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587876-CDE1-7060-39EA-E6B6AA85127C}"/>
                    </a:ext>
                  </a:extLst>
                </p14:cNvPr>
                <p14:cNvContentPartPr/>
                <p14:nvPr/>
              </p14:nvContentPartPr>
              <p14:xfrm>
                <a:off x="1748553" y="4167295"/>
                <a:ext cx="38880" cy="238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194F2E2-0A7F-38DA-2BB3-DD73F21E984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39553" y="4158295"/>
                  <a:ext cx="56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1DEF7E-1419-B409-8BB5-8593BDFE2A53}"/>
                    </a:ext>
                  </a:extLst>
                </p14:cNvPr>
                <p14:cNvContentPartPr/>
                <p14:nvPr/>
              </p14:nvContentPartPr>
              <p14:xfrm>
                <a:off x="747393" y="4198255"/>
                <a:ext cx="981720" cy="239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EBE9EB-4C16-CCF7-3323-623C467A798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8393" y="4189615"/>
                  <a:ext cx="9993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3BF2352-85BF-49D1-888A-20F8CE94340A}"/>
              </a:ext>
            </a:extLst>
          </p:cNvPr>
          <p:cNvGrpSpPr/>
          <p:nvPr/>
        </p:nvGrpSpPr>
        <p:grpSpPr>
          <a:xfrm>
            <a:off x="1889673" y="4069152"/>
            <a:ext cx="655200" cy="276840"/>
            <a:chOff x="838113" y="3801895"/>
            <a:chExt cx="65520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30AA02-B558-DF6E-DB36-31A6692A9831}"/>
                    </a:ext>
                  </a:extLst>
                </p14:cNvPr>
                <p14:cNvContentPartPr/>
                <p14:nvPr/>
              </p14:nvContentPartPr>
              <p14:xfrm>
                <a:off x="838113" y="3801895"/>
                <a:ext cx="353520" cy="276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5ECC7F-B415-686E-4200-3480C541645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9473" y="3792895"/>
                  <a:ext cx="371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96C8B0-36C8-0FBB-74BC-D0739CA6B81B}"/>
                    </a:ext>
                  </a:extLst>
                </p14:cNvPr>
                <p14:cNvContentPartPr/>
                <p14:nvPr/>
              </p14:nvContentPartPr>
              <p14:xfrm>
                <a:off x="1187313" y="3836455"/>
                <a:ext cx="306000" cy="173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49325C-705F-A085-9890-0F915BEC52F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78673" y="3827815"/>
                  <a:ext cx="3236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9D32532-B938-21B6-C858-CB328B1CD947}"/>
              </a:ext>
            </a:extLst>
          </p:cNvPr>
          <p:cNvGrpSpPr/>
          <p:nvPr/>
        </p:nvGrpSpPr>
        <p:grpSpPr>
          <a:xfrm>
            <a:off x="1728033" y="4575312"/>
            <a:ext cx="395280" cy="1386000"/>
            <a:chOff x="676473" y="4308055"/>
            <a:chExt cx="395280" cy="13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A8F698-92CD-2CC8-F8DF-6EFAC708DD10}"/>
                    </a:ext>
                  </a:extLst>
                </p14:cNvPr>
                <p14:cNvContentPartPr/>
                <p14:nvPr/>
              </p14:nvContentPartPr>
              <p14:xfrm>
                <a:off x="676473" y="4308055"/>
                <a:ext cx="395280" cy="86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0C152FB-D0CA-445F-2708-5FB1B9CD0ED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7473" y="4299055"/>
                  <a:ext cx="41292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B38D0D-8393-129B-199D-EBE8259BD39C}"/>
                    </a:ext>
                  </a:extLst>
                </p14:cNvPr>
                <p14:cNvContentPartPr/>
                <p14:nvPr/>
              </p14:nvContentPartPr>
              <p14:xfrm>
                <a:off x="751713" y="4908535"/>
                <a:ext cx="229680" cy="10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FB49C8F-22B0-73C8-08ED-CDB1E0345BD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713" y="4899535"/>
                  <a:ext cx="247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6832DF-E59F-082F-2054-A797DDBCC580}"/>
                    </a:ext>
                  </a:extLst>
                </p14:cNvPr>
                <p14:cNvContentPartPr/>
                <p14:nvPr/>
              </p14:nvContentPartPr>
              <p14:xfrm>
                <a:off x="834153" y="5195815"/>
                <a:ext cx="82440" cy="392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B52684-A873-2E88-521F-D99F26F413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5513" y="5187175"/>
                  <a:ext cx="100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D5A940-CFD2-80CF-4C99-A2999FBA8E81}"/>
                    </a:ext>
                  </a:extLst>
                </p14:cNvPr>
                <p14:cNvContentPartPr/>
                <p14:nvPr/>
              </p14:nvContentPartPr>
              <p14:xfrm>
                <a:off x="691233" y="5651935"/>
                <a:ext cx="240120" cy="42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3D7ED2-F57D-B012-E8A7-9830820827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593" y="5643295"/>
                  <a:ext cx="2577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E7472E7-64C4-3998-2A83-97D4CFFD29E5}"/>
              </a:ext>
            </a:extLst>
          </p:cNvPr>
          <p:cNvGrpSpPr/>
          <p:nvPr/>
        </p:nvGrpSpPr>
        <p:grpSpPr>
          <a:xfrm>
            <a:off x="1261833" y="5219352"/>
            <a:ext cx="208440" cy="352080"/>
            <a:chOff x="210273" y="4952095"/>
            <a:chExt cx="20844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F3AAED-58E7-2829-9F81-DEC2E685BA19}"/>
                    </a:ext>
                  </a:extLst>
                </p14:cNvPr>
                <p14:cNvContentPartPr/>
                <p14:nvPr/>
              </p14:nvContentPartPr>
              <p14:xfrm>
                <a:off x="210273" y="4952095"/>
                <a:ext cx="100440" cy="182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36041D-A555-DD61-E03E-682A74C3C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1273" y="4943455"/>
                  <a:ext cx="118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0942486-A5AA-AF49-9829-D9425FDE1D2A}"/>
                    </a:ext>
                  </a:extLst>
                </p14:cNvPr>
                <p14:cNvContentPartPr/>
                <p14:nvPr/>
              </p14:nvContentPartPr>
              <p14:xfrm>
                <a:off x="340953" y="5096095"/>
                <a:ext cx="77760" cy="208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4C257A-2FE9-8829-A13C-30BBC2FA0FA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1953" y="5087455"/>
                  <a:ext cx="9540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0A86BFC-4FB7-4696-8A30-EB25C1933E80}"/>
                  </a:ext>
                </a:extLst>
              </p14:cNvPr>
              <p14:cNvContentPartPr/>
              <p14:nvPr/>
            </p14:nvContentPartPr>
            <p14:xfrm>
              <a:off x="9191448" y="913392"/>
              <a:ext cx="286920" cy="260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0A86BFC-4FB7-4696-8A30-EB25C1933E8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82448" y="904752"/>
                <a:ext cx="30456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B162A686-D6E7-59DA-C7CA-D850299D23C8}"/>
              </a:ext>
            </a:extLst>
          </p:cNvPr>
          <p:cNvGrpSpPr/>
          <p:nvPr/>
        </p:nvGrpSpPr>
        <p:grpSpPr>
          <a:xfrm>
            <a:off x="9504648" y="1138032"/>
            <a:ext cx="338400" cy="309960"/>
            <a:chOff x="9504648" y="1138032"/>
            <a:chExt cx="33840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AE68895-FF55-61D0-70F2-9E2CAF72F7C3}"/>
                    </a:ext>
                  </a:extLst>
                </p14:cNvPr>
                <p14:cNvContentPartPr/>
                <p14:nvPr/>
              </p14:nvContentPartPr>
              <p14:xfrm>
                <a:off x="9504648" y="1140912"/>
                <a:ext cx="174960" cy="307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AE68895-FF55-61D0-70F2-9E2CAF72F7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95648" y="1131912"/>
                  <a:ext cx="1926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8550EA-79F0-7121-44E3-95FD8263B0A3}"/>
                    </a:ext>
                  </a:extLst>
                </p14:cNvPr>
                <p14:cNvContentPartPr/>
                <p14:nvPr/>
              </p14:nvContentPartPr>
              <p14:xfrm>
                <a:off x="9727488" y="1138032"/>
                <a:ext cx="115560" cy="213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8550EA-79F0-7121-44E3-95FD8263B0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18488" y="1129392"/>
                  <a:ext cx="1332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1566F9-AB8E-C92E-7405-2582975448E7}"/>
              </a:ext>
            </a:extLst>
          </p:cNvPr>
          <p:cNvGrpSpPr/>
          <p:nvPr/>
        </p:nvGrpSpPr>
        <p:grpSpPr>
          <a:xfrm>
            <a:off x="10025568" y="1083672"/>
            <a:ext cx="73080" cy="88560"/>
            <a:chOff x="10025568" y="1083672"/>
            <a:chExt cx="73080" cy="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CD07A-C24B-87DE-32B7-BE870A2C10FB}"/>
                    </a:ext>
                  </a:extLst>
                </p14:cNvPr>
                <p14:cNvContentPartPr/>
                <p14:nvPr/>
              </p14:nvContentPartPr>
              <p14:xfrm>
                <a:off x="10025568" y="1083672"/>
                <a:ext cx="73080" cy="18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CD07A-C24B-87DE-32B7-BE870A2C10F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6568" y="1074672"/>
                  <a:ext cx="90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C03B1E-3085-39BD-5E59-FE2A9B0081F2}"/>
                    </a:ext>
                  </a:extLst>
                </p14:cNvPr>
                <p14:cNvContentPartPr/>
                <p14:nvPr/>
              </p14:nvContentPartPr>
              <p14:xfrm>
                <a:off x="10029168" y="1151712"/>
                <a:ext cx="55800" cy="20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C03B1E-3085-39BD-5E59-FE2A9B0081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0168" y="1143072"/>
                  <a:ext cx="734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4E27326-8D0A-4139-99A7-C21EC0A5BB9D}"/>
              </a:ext>
            </a:extLst>
          </p:cNvPr>
          <p:cNvGrpSpPr/>
          <p:nvPr/>
        </p:nvGrpSpPr>
        <p:grpSpPr>
          <a:xfrm>
            <a:off x="10255248" y="787392"/>
            <a:ext cx="912960" cy="401040"/>
            <a:chOff x="10255248" y="787392"/>
            <a:chExt cx="91296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411933B-8581-871D-9A70-E3F02E119BD5}"/>
                    </a:ext>
                  </a:extLst>
                </p14:cNvPr>
                <p14:cNvContentPartPr/>
                <p14:nvPr/>
              </p14:nvContentPartPr>
              <p14:xfrm>
                <a:off x="10255248" y="965232"/>
                <a:ext cx="154080" cy="18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411933B-8581-871D-9A70-E3F02E119B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46248" y="956592"/>
                  <a:ext cx="171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F0CE73-721D-9342-A11A-17FF5AB798E1}"/>
                    </a:ext>
                  </a:extLst>
                </p14:cNvPr>
                <p14:cNvContentPartPr/>
                <p14:nvPr/>
              </p14:nvContentPartPr>
              <p14:xfrm>
                <a:off x="10475928" y="1068192"/>
                <a:ext cx="6480" cy="10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F0CE73-721D-9342-A11A-17FF5AB798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66928" y="1059552"/>
                  <a:ext cx="24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5573B28-D2E6-1DF3-7D38-D27C1CF5C0F1}"/>
                    </a:ext>
                  </a:extLst>
                </p14:cNvPr>
                <p14:cNvContentPartPr/>
                <p14:nvPr/>
              </p14:nvContentPartPr>
              <p14:xfrm>
                <a:off x="10608768" y="922752"/>
                <a:ext cx="183240" cy="19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5573B28-D2E6-1DF3-7D38-D27C1CF5C0F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99768" y="914112"/>
                  <a:ext cx="200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B385BE-2BE1-FA10-0928-A50F9C700687}"/>
                    </a:ext>
                  </a:extLst>
                </p14:cNvPr>
                <p14:cNvContentPartPr/>
                <p14:nvPr/>
              </p14:nvContentPartPr>
              <p14:xfrm>
                <a:off x="10859688" y="948672"/>
                <a:ext cx="55800" cy="239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B385BE-2BE1-FA10-0928-A50F9C7006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851048" y="940032"/>
                  <a:ext cx="7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E6D37E-4AF4-B489-8DDE-332872887561}"/>
                    </a:ext>
                  </a:extLst>
                </p14:cNvPr>
                <p14:cNvContentPartPr/>
                <p14:nvPr/>
              </p14:nvContentPartPr>
              <p14:xfrm>
                <a:off x="10894248" y="903672"/>
                <a:ext cx="49320" cy="7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E6D37E-4AF4-B489-8DDE-33287288756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85248" y="894672"/>
                  <a:ext cx="6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D4B097-B5DF-6F9B-E462-612245772AF6}"/>
                    </a:ext>
                  </a:extLst>
                </p14:cNvPr>
                <p14:cNvContentPartPr/>
                <p14:nvPr/>
              </p14:nvContentPartPr>
              <p14:xfrm>
                <a:off x="11057328" y="787392"/>
                <a:ext cx="79920" cy="356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D4B097-B5DF-6F9B-E462-612245772A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48328" y="778752"/>
                  <a:ext cx="975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4ED891-4219-5C61-DB16-4A2FF258C750}"/>
                    </a:ext>
                  </a:extLst>
                </p14:cNvPr>
                <p14:cNvContentPartPr/>
                <p14:nvPr/>
              </p14:nvContentPartPr>
              <p14:xfrm>
                <a:off x="11008008" y="897552"/>
                <a:ext cx="160200" cy="55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4ED891-4219-5C61-DB16-4A2FF258C75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99368" y="888912"/>
                  <a:ext cx="177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A4F8092-CB9A-9CF2-44F6-53D78E2C8F71}"/>
                    </a:ext>
                  </a:extLst>
                </p14:cNvPr>
                <p14:cNvContentPartPr/>
                <p14:nvPr/>
              </p14:nvContentPartPr>
              <p14:xfrm>
                <a:off x="10852488" y="879552"/>
                <a:ext cx="153360" cy="138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A4F8092-CB9A-9CF2-44F6-53D78E2C8F7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43848" y="870912"/>
                  <a:ext cx="1710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6AB59B8-C020-FC26-CD25-9E64699AD326}"/>
              </a:ext>
            </a:extLst>
          </p:cNvPr>
          <p:cNvGrpSpPr/>
          <p:nvPr/>
        </p:nvGrpSpPr>
        <p:grpSpPr>
          <a:xfrm>
            <a:off x="9220608" y="1507032"/>
            <a:ext cx="819720" cy="451800"/>
            <a:chOff x="9220608" y="1507032"/>
            <a:chExt cx="81972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F32A027-913B-C1C3-0508-995259DF3D38}"/>
                    </a:ext>
                  </a:extLst>
                </p14:cNvPr>
                <p14:cNvContentPartPr/>
                <p14:nvPr/>
              </p14:nvContentPartPr>
              <p14:xfrm>
                <a:off x="9220608" y="1507032"/>
                <a:ext cx="231840" cy="305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F32A027-913B-C1C3-0508-995259DF3D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11608" y="1498032"/>
                  <a:ext cx="249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736AD8-FAD6-C786-DC07-E4BF3D7E4689}"/>
                    </a:ext>
                  </a:extLst>
                </p14:cNvPr>
                <p14:cNvContentPartPr/>
                <p14:nvPr/>
              </p14:nvContentPartPr>
              <p14:xfrm>
                <a:off x="9430848" y="1703952"/>
                <a:ext cx="101520" cy="25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736AD8-FAD6-C786-DC07-E4BF3D7E468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21848" y="1695312"/>
                  <a:ext cx="119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92E5715-780C-55FC-9818-7DDEBDA87A97}"/>
                    </a:ext>
                  </a:extLst>
                </p14:cNvPr>
                <p14:cNvContentPartPr/>
                <p14:nvPr/>
              </p14:nvContentPartPr>
              <p14:xfrm>
                <a:off x="9661968" y="1654632"/>
                <a:ext cx="209520" cy="265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92E5715-780C-55FC-9818-7DDEBDA87A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53328" y="1645992"/>
                  <a:ext cx="227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F1F8EE2-E890-6C6F-E1A2-20381652AF7F}"/>
                    </a:ext>
                  </a:extLst>
                </p14:cNvPr>
                <p14:cNvContentPartPr/>
                <p14:nvPr/>
              </p14:nvContentPartPr>
              <p14:xfrm>
                <a:off x="9988128" y="1738872"/>
                <a:ext cx="52200" cy="11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F1F8EE2-E890-6C6F-E1A2-20381652AF7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79488" y="1729872"/>
                  <a:ext cx="69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E51C4F-6B75-F3F1-4BA0-787446EB19F6}"/>
                    </a:ext>
                  </a:extLst>
                </p14:cNvPr>
                <p14:cNvContentPartPr/>
                <p14:nvPr/>
              </p14:nvContentPartPr>
              <p14:xfrm>
                <a:off x="9971568" y="1813032"/>
                <a:ext cx="57240" cy="32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E51C4F-6B75-F3F1-4BA0-787446EB19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62568" y="1804392"/>
                  <a:ext cx="7488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CFFC47E-29C0-2416-971E-2B48728C2793}"/>
              </a:ext>
            </a:extLst>
          </p:cNvPr>
          <p:cNvGrpSpPr/>
          <p:nvPr/>
        </p:nvGrpSpPr>
        <p:grpSpPr>
          <a:xfrm>
            <a:off x="10236528" y="1381752"/>
            <a:ext cx="911160" cy="448920"/>
            <a:chOff x="10236528" y="1381752"/>
            <a:chExt cx="91116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E01451-6929-4FEF-7FC1-A158636DDF2A}"/>
                    </a:ext>
                  </a:extLst>
                </p14:cNvPr>
                <p14:cNvContentPartPr/>
                <p14:nvPr/>
              </p14:nvContentPartPr>
              <p14:xfrm>
                <a:off x="10236528" y="1560672"/>
                <a:ext cx="127800" cy="213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E01451-6929-4FEF-7FC1-A158636DDF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7528" y="1552032"/>
                  <a:ext cx="145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7C9EA87-C7A2-E00C-D668-F0DB0042866D}"/>
                    </a:ext>
                  </a:extLst>
                </p14:cNvPr>
                <p14:cNvContentPartPr/>
                <p14:nvPr/>
              </p14:nvContentPartPr>
              <p14:xfrm>
                <a:off x="10455768" y="1640592"/>
                <a:ext cx="2880" cy="3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7C9EA87-C7A2-E00C-D668-F0DB004286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47128" y="1631952"/>
                  <a:ext cx="20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A5FC4EC-90A8-243F-CF41-833685DD1C68}"/>
                    </a:ext>
                  </a:extLst>
                </p14:cNvPr>
                <p14:cNvContentPartPr/>
                <p14:nvPr/>
              </p14:nvContentPartPr>
              <p14:xfrm>
                <a:off x="10550088" y="1502352"/>
                <a:ext cx="177120" cy="180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A5FC4EC-90A8-243F-CF41-833685DD1C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41448" y="1493352"/>
                  <a:ext cx="194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FAE2AC-348A-B046-7C44-09F7EA65A025}"/>
                    </a:ext>
                  </a:extLst>
                </p14:cNvPr>
                <p14:cNvContentPartPr/>
                <p14:nvPr/>
              </p14:nvContentPartPr>
              <p14:xfrm>
                <a:off x="10767168" y="1544832"/>
                <a:ext cx="75960" cy="226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FAE2AC-348A-B046-7C44-09F7EA65A0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58528" y="1536192"/>
                  <a:ext cx="93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90C3392-3CE2-EC8C-F5F4-CD3FA5F24CC1}"/>
                    </a:ext>
                  </a:extLst>
                </p14:cNvPr>
                <p14:cNvContentPartPr/>
                <p14:nvPr/>
              </p14:nvContentPartPr>
              <p14:xfrm>
                <a:off x="10798488" y="1502352"/>
                <a:ext cx="98280" cy="126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90C3392-3CE2-EC8C-F5F4-CD3FA5F24C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89848" y="1493352"/>
                  <a:ext cx="115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8B7A4B-2AF7-536D-7A9D-556F5514D620}"/>
                    </a:ext>
                  </a:extLst>
                </p14:cNvPr>
                <p14:cNvContentPartPr/>
                <p14:nvPr/>
              </p14:nvContentPartPr>
              <p14:xfrm>
                <a:off x="10969488" y="1381752"/>
                <a:ext cx="178200" cy="448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8B7A4B-2AF7-536D-7A9D-556F5514D62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60848" y="1373112"/>
                  <a:ext cx="19584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BF578C8-B9E3-90DF-2794-40CC7B63C41E}"/>
              </a:ext>
            </a:extLst>
          </p:cNvPr>
          <p:cNvGrpSpPr/>
          <p:nvPr/>
        </p:nvGrpSpPr>
        <p:grpSpPr>
          <a:xfrm>
            <a:off x="9284328" y="2146032"/>
            <a:ext cx="415440" cy="384840"/>
            <a:chOff x="9284328" y="2146032"/>
            <a:chExt cx="41544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9ABF44-28FC-A0A5-97FA-FB3E3806F75D}"/>
                    </a:ext>
                  </a:extLst>
                </p14:cNvPr>
                <p14:cNvContentPartPr/>
                <p14:nvPr/>
              </p14:nvContentPartPr>
              <p14:xfrm>
                <a:off x="9284328" y="2146032"/>
                <a:ext cx="252360" cy="342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9ABF44-28FC-A0A5-97FA-FB3E3806F75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75688" y="2137392"/>
                  <a:ext cx="2700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711D5D-2458-56FF-05C5-C19832DF67D9}"/>
                    </a:ext>
                  </a:extLst>
                </p14:cNvPr>
                <p14:cNvContentPartPr/>
                <p14:nvPr/>
              </p14:nvContentPartPr>
              <p14:xfrm>
                <a:off x="9506088" y="2427912"/>
                <a:ext cx="137520" cy="102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711D5D-2458-56FF-05C5-C19832DF67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97088" y="2419272"/>
                  <a:ext cx="155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C46CD8C-FE65-2A45-FD04-774CC94D8999}"/>
                    </a:ext>
                  </a:extLst>
                </p14:cNvPr>
                <p14:cNvContentPartPr/>
                <p14:nvPr/>
              </p14:nvContentPartPr>
              <p14:xfrm>
                <a:off x="9539928" y="2312352"/>
                <a:ext cx="159840" cy="48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C46CD8C-FE65-2A45-FD04-774CC94D899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30928" y="2303712"/>
                  <a:ext cx="17748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2FF97CA-432E-F8DD-D599-8DC7778F94B2}"/>
              </a:ext>
            </a:extLst>
          </p:cNvPr>
          <p:cNvGrpSpPr/>
          <p:nvPr/>
        </p:nvGrpSpPr>
        <p:grpSpPr>
          <a:xfrm>
            <a:off x="9381528" y="2806632"/>
            <a:ext cx="360000" cy="426600"/>
            <a:chOff x="9381528" y="2806632"/>
            <a:chExt cx="36000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9E2A43-3275-5957-369B-B3130C90C716}"/>
                    </a:ext>
                  </a:extLst>
                </p14:cNvPr>
                <p14:cNvContentPartPr/>
                <p14:nvPr/>
              </p14:nvContentPartPr>
              <p14:xfrm>
                <a:off x="9381528" y="2806632"/>
                <a:ext cx="123120" cy="250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9E2A43-3275-5957-369B-B3130C90C71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72528" y="2797992"/>
                  <a:ext cx="140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CD188C1-1DED-2FDC-754F-400503C68D67}"/>
                    </a:ext>
                  </a:extLst>
                </p14:cNvPr>
                <p14:cNvContentPartPr/>
                <p14:nvPr/>
              </p14:nvContentPartPr>
              <p14:xfrm>
                <a:off x="9520128" y="3020832"/>
                <a:ext cx="221400" cy="212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CD188C1-1DED-2FDC-754F-400503C68D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11488" y="3011832"/>
                  <a:ext cx="2390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0352416-CD51-F646-79DF-53C841CD796B}"/>
                  </a:ext>
                </a:extLst>
              </p14:cNvPr>
              <p14:cNvContentPartPr/>
              <p14:nvPr/>
            </p14:nvContentPartPr>
            <p14:xfrm>
              <a:off x="9929808" y="2990952"/>
              <a:ext cx="38160" cy="936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0352416-CD51-F646-79DF-53C841CD796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921168" y="2981952"/>
                <a:ext cx="5580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D3ED8D4-B82B-DA08-601F-DC97A21A5970}"/>
              </a:ext>
            </a:extLst>
          </p:cNvPr>
          <p:cNvGrpSpPr/>
          <p:nvPr/>
        </p:nvGrpSpPr>
        <p:grpSpPr>
          <a:xfrm>
            <a:off x="9487008" y="3434112"/>
            <a:ext cx="214200" cy="588960"/>
            <a:chOff x="9487008" y="3434112"/>
            <a:chExt cx="21420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2CCA4D-C81D-56FD-F578-4365F63E03B2}"/>
                    </a:ext>
                  </a:extLst>
                </p14:cNvPr>
                <p14:cNvContentPartPr/>
                <p14:nvPr/>
              </p14:nvContentPartPr>
              <p14:xfrm>
                <a:off x="9487008" y="3442032"/>
                <a:ext cx="99000" cy="581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2CCA4D-C81D-56FD-F578-4365F63E03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78368" y="3433032"/>
                  <a:ext cx="116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B338D8-44E1-B0E2-FF35-9176375DBE94}"/>
                    </a:ext>
                  </a:extLst>
                </p14:cNvPr>
                <p14:cNvContentPartPr/>
                <p14:nvPr/>
              </p14:nvContentPartPr>
              <p14:xfrm>
                <a:off x="9539568" y="3434112"/>
                <a:ext cx="161640" cy="301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B338D8-44E1-B0E2-FF35-9176375DBE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30928" y="3425472"/>
                  <a:ext cx="1792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1FD4E04-85B6-B22F-29F6-64F5071152A1}"/>
              </a:ext>
            </a:extLst>
          </p:cNvPr>
          <p:cNvGrpSpPr/>
          <p:nvPr/>
        </p:nvGrpSpPr>
        <p:grpSpPr>
          <a:xfrm>
            <a:off x="9863208" y="3574152"/>
            <a:ext cx="109440" cy="95040"/>
            <a:chOff x="9863208" y="3574152"/>
            <a:chExt cx="10944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F911351-DD4F-AAF2-AF14-188E4CAC2D78}"/>
                    </a:ext>
                  </a:extLst>
                </p14:cNvPr>
                <p14:cNvContentPartPr/>
                <p14:nvPr/>
              </p14:nvContentPartPr>
              <p14:xfrm>
                <a:off x="9901368" y="3574152"/>
                <a:ext cx="71280" cy="9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F911351-DD4F-AAF2-AF14-188E4CAC2D7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92368" y="3565512"/>
                  <a:ext cx="88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86212B3-5488-7FFC-A009-8FD8F0D1AED6}"/>
                    </a:ext>
                  </a:extLst>
                </p14:cNvPr>
                <p14:cNvContentPartPr/>
                <p14:nvPr/>
              </p14:nvContentPartPr>
              <p14:xfrm>
                <a:off x="9863208" y="3655872"/>
                <a:ext cx="82800" cy="13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86212B3-5488-7FFC-A009-8FD8F0D1AED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54568" y="3646872"/>
                  <a:ext cx="1004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78958D8-7C8F-D007-5546-B47FAD1BFE85}"/>
              </a:ext>
            </a:extLst>
          </p:cNvPr>
          <p:cNvGrpSpPr/>
          <p:nvPr/>
        </p:nvGrpSpPr>
        <p:grpSpPr>
          <a:xfrm>
            <a:off x="10290528" y="2706768"/>
            <a:ext cx="712080" cy="488880"/>
            <a:chOff x="10290528" y="2706768"/>
            <a:chExt cx="71208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A381934-B5B9-CC87-7408-8929C359FF47}"/>
                    </a:ext>
                  </a:extLst>
                </p14:cNvPr>
                <p14:cNvContentPartPr/>
                <p14:nvPr/>
              </p14:nvContentPartPr>
              <p14:xfrm>
                <a:off x="10290528" y="2839968"/>
                <a:ext cx="222120" cy="234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A381934-B5B9-CC87-7408-8929C359FF4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81888" y="2830968"/>
                  <a:ext cx="2397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8886474-69AF-7305-FCBF-B06F4222858D}"/>
                    </a:ext>
                  </a:extLst>
                </p14:cNvPr>
                <p14:cNvContentPartPr/>
                <p14:nvPr/>
              </p14:nvContentPartPr>
              <p14:xfrm>
                <a:off x="10619208" y="2865528"/>
                <a:ext cx="52920" cy="330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8886474-69AF-7305-FCBF-B06F422285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10208" y="2856528"/>
                  <a:ext cx="70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2C3DC81-AF24-94E7-3065-DCBC9C331F79}"/>
                    </a:ext>
                  </a:extLst>
                </p14:cNvPr>
                <p14:cNvContentPartPr/>
                <p14:nvPr/>
              </p14:nvContentPartPr>
              <p14:xfrm>
                <a:off x="10655208" y="2825568"/>
                <a:ext cx="77040" cy="113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2C3DC81-AF24-94E7-3065-DCBC9C331F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46208" y="2816928"/>
                  <a:ext cx="94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5B8C76-9917-6DAB-C7B8-0495A89A4FEF}"/>
                    </a:ext>
                  </a:extLst>
                </p14:cNvPr>
                <p14:cNvContentPartPr/>
                <p14:nvPr/>
              </p14:nvContentPartPr>
              <p14:xfrm>
                <a:off x="10834488" y="2706768"/>
                <a:ext cx="113400" cy="421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5B8C76-9917-6DAB-C7B8-0495A89A4FE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25488" y="2697768"/>
                  <a:ext cx="1310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96106D8-B5B9-7A17-E71A-6A0AE57A9264}"/>
                    </a:ext>
                  </a:extLst>
                </p14:cNvPr>
                <p14:cNvContentPartPr/>
                <p14:nvPr/>
              </p14:nvContentPartPr>
              <p14:xfrm>
                <a:off x="10826568" y="2883528"/>
                <a:ext cx="176040" cy="23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96106D8-B5B9-7A17-E71A-6A0AE57A92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17568" y="2874888"/>
                  <a:ext cx="1936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083643-758C-B46B-F61D-EE680EFD6538}"/>
              </a:ext>
            </a:extLst>
          </p:cNvPr>
          <p:cNvGrpSpPr/>
          <p:nvPr/>
        </p:nvGrpSpPr>
        <p:grpSpPr>
          <a:xfrm>
            <a:off x="9880848" y="2356272"/>
            <a:ext cx="82080" cy="95400"/>
            <a:chOff x="9880848" y="2356272"/>
            <a:chExt cx="8208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F193BE8-8235-8DF0-983C-29B55A375E8B}"/>
                    </a:ext>
                  </a:extLst>
                </p14:cNvPr>
                <p14:cNvContentPartPr/>
                <p14:nvPr/>
              </p14:nvContentPartPr>
              <p14:xfrm>
                <a:off x="9880848" y="2356272"/>
                <a:ext cx="82080" cy="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F193BE8-8235-8DF0-983C-29B55A375E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72208" y="2347272"/>
                  <a:ext cx="99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07456E-965C-D741-2995-EA4BFE99ED04}"/>
                    </a:ext>
                  </a:extLst>
                </p14:cNvPr>
                <p14:cNvContentPartPr/>
                <p14:nvPr/>
              </p14:nvContentPartPr>
              <p14:xfrm>
                <a:off x="9890568" y="2443392"/>
                <a:ext cx="69120" cy="8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07456E-965C-D741-2995-EA4BFE99ED0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81928" y="2434752"/>
                  <a:ext cx="867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48568D7-2DB8-70C3-AA07-900D74659DE4}"/>
              </a:ext>
            </a:extLst>
          </p:cNvPr>
          <p:cNvGrpSpPr/>
          <p:nvPr/>
        </p:nvGrpSpPr>
        <p:grpSpPr>
          <a:xfrm>
            <a:off x="10293408" y="3408408"/>
            <a:ext cx="558360" cy="261360"/>
            <a:chOff x="10293408" y="3408408"/>
            <a:chExt cx="55836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D0FC7CA-36BA-3CA7-B9D0-1BBD16B7E0B8}"/>
                    </a:ext>
                  </a:extLst>
                </p14:cNvPr>
                <p14:cNvContentPartPr/>
                <p14:nvPr/>
              </p14:nvContentPartPr>
              <p14:xfrm>
                <a:off x="10293408" y="3408408"/>
                <a:ext cx="87120" cy="261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D0FC7CA-36BA-3CA7-B9D0-1BBD16B7E0B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84768" y="3399408"/>
                  <a:ext cx="104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540FEDD-3AD2-DA42-D911-BB9746434143}"/>
                    </a:ext>
                  </a:extLst>
                </p14:cNvPr>
                <p14:cNvContentPartPr/>
                <p14:nvPr/>
              </p14:nvContentPartPr>
              <p14:xfrm>
                <a:off x="10447128" y="3447648"/>
                <a:ext cx="153360" cy="197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540FEDD-3AD2-DA42-D911-BB974643414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38128" y="3438648"/>
                  <a:ext cx="171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357BAA2-F3D6-E51A-CD10-7786521D4C2D}"/>
                    </a:ext>
                  </a:extLst>
                </p14:cNvPr>
                <p14:cNvContentPartPr/>
                <p14:nvPr/>
              </p14:nvContentPartPr>
              <p14:xfrm>
                <a:off x="10699128" y="3444048"/>
                <a:ext cx="152640" cy="192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357BAA2-F3D6-E51A-CD10-7786521D4C2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90488" y="3435048"/>
                  <a:ext cx="170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CDD5862-4E3A-DE4F-9809-70A63E087AB1}"/>
              </a:ext>
            </a:extLst>
          </p:cNvPr>
          <p:cNvGrpSpPr/>
          <p:nvPr/>
        </p:nvGrpSpPr>
        <p:grpSpPr>
          <a:xfrm>
            <a:off x="9517608" y="3937968"/>
            <a:ext cx="723960" cy="559440"/>
            <a:chOff x="9517608" y="3937968"/>
            <a:chExt cx="72396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734174F-2FB3-C0EB-5F4A-077F925344B5}"/>
                    </a:ext>
                  </a:extLst>
                </p14:cNvPr>
                <p14:cNvContentPartPr/>
                <p14:nvPr/>
              </p14:nvContentPartPr>
              <p14:xfrm>
                <a:off x="9593928" y="3937968"/>
                <a:ext cx="180720" cy="415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734174F-2FB3-C0EB-5F4A-077F925344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85288" y="3929328"/>
                  <a:ext cx="198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F655052-49F2-55BE-7C64-DC0C05DDFFC4}"/>
                    </a:ext>
                  </a:extLst>
                </p14:cNvPr>
                <p14:cNvContentPartPr/>
                <p14:nvPr/>
              </p14:nvContentPartPr>
              <p14:xfrm>
                <a:off x="9517608" y="4135608"/>
                <a:ext cx="214200" cy="28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F655052-49F2-55BE-7C64-DC0C05DDFFC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08968" y="4126608"/>
                  <a:ext cx="231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FE50C0-F9C0-2A80-FD35-63DFACC6C9C8}"/>
                    </a:ext>
                  </a:extLst>
                </p14:cNvPr>
                <p14:cNvContentPartPr/>
                <p14:nvPr/>
              </p14:nvContentPartPr>
              <p14:xfrm>
                <a:off x="9790128" y="4254048"/>
                <a:ext cx="66240" cy="243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FE50C0-F9C0-2A80-FD35-63DFACC6C9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81488" y="4245408"/>
                  <a:ext cx="83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95898E-825A-F0FB-EEE4-0DC129D800BD}"/>
                    </a:ext>
                  </a:extLst>
                </p14:cNvPr>
                <p14:cNvContentPartPr/>
                <p14:nvPr/>
              </p14:nvContentPartPr>
              <p14:xfrm>
                <a:off x="9733608" y="4236048"/>
                <a:ext cx="177120" cy="24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95898E-825A-F0FB-EEE4-0DC129D800B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724608" y="4227408"/>
                  <a:ext cx="194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65CC5A2-6F9C-F05B-82E4-B95F5555D15E}"/>
                    </a:ext>
                  </a:extLst>
                </p14:cNvPr>
                <p14:cNvContentPartPr/>
                <p14:nvPr/>
              </p14:nvContentPartPr>
              <p14:xfrm>
                <a:off x="10107288" y="4177008"/>
                <a:ext cx="74520" cy="6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65CC5A2-6F9C-F05B-82E4-B95F5555D15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98288" y="4168368"/>
                  <a:ext cx="92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894ED3A-ED5C-1F3F-F544-93AC5834D771}"/>
                    </a:ext>
                  </a:extLst>
                </p14:cNvPr>
                <p14:cNvContentPartPr/>
                <p14:nvPr/>
              </p14:nvContentPartPr>
              <p14:xfrm>
                <a:off x="10054728" y="4260528"/>
                <a:ext cx="186840" cy="70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894ED3A-ED5C-1F3F-F544-93AC5834D77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45728" y="4251888"/>
                  <a:ext cx="2044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E4F78DB-FB86-F2FF-B69C-EE773C9A87BE}"/>
              </a:ext>
            </a:extLst>
          </p:cNvPr>
          <p:cNvGrpSpPr/>
          <p:nvPr/>
        </p:nvGrpSpPr>
        <p:grpSpPr>
          <a:xfrm>
            <a:off x="10455768" y="3898008"/>
            <a:ext cx="1182240" cy="457920"/>
            <a:chOff x="10455768" y="3898008"/>
            <a:chExt cx="118224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33AA0D6-1A56-8B1F-0C0D-C8A1CF2E06B6}"/>
                    </a:ext>
                  </a:extLst>
                </p14:cNvPr>
                <p14:cNvContentPartPr/>
                <p14:nvPr/>
              </p14:nvContentPartPr>
              <p14:xfrm>
                <a:off x="10455768" y="3968928"/>
                <a:ext cx="117000" cy="387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33AA0D6-1A56-8B1F-0C0D-C8A1CF2E06B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7128" y="3960288"/>
                  <a:ext cx="1346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09F3CC-06A5-80D6-F687-757296FDC448}"/>
                    </a:ext>
                  </a:extLst>
                </p14:cNvPr>
                <p14:cNvContentPartPr/>
                <p14:nvPr/>
              </p14:nvContentPartPr>
              <p14:xfrm>
                <a:off x="10477368" y="4123368"/>
                <a:ext cx="159840" cy="23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09F3CC-06A5-80D6-F687-757296FDC44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468368" y="4114728"/>
                  <a:ext cx="177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B6C42F3-BA10-677E-A695-2E08751D1FFA}"/>
                    </a:ext>
                  </a:extLst>
                </p14:cNvPr>
                <p14:cNvContentPartPr/>
                <p14:nvPr/>
              </p14:nvContentPartPr>
              <p14:xfrm>
                <a:off x="10631448" y="3980448"/>
                <a:ext cx="139320" cy="319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B6C42F3-BA10-677E-A695-2E08751D1F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22808" y="3971448"/>
                  <a:ext cx="156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DE6CD4-0B19-651C-D21C-A83FCACA8C3B}"/>
                    </a:ext>
                  </a:extLst>
                </p14:cNvPr>
                <p14:cNvContentPartPr/>
                <p14:nvPr/>
              </p14:nvContentPartPr>
              <p14:xfrm>
                <a:off x="10896408" y="3970728"/>
                <a:ext cx="242640" cy="324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DE6CD4-0B19-651C-D21C-A83FCACA8C3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87408" y="3962088"/>
                  <a:ext cx="260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43199B-77EF-2718-32A6-977AA03AEB92}"/>
                    </a:ext>
                  </a:extLst>
                </p14:cNvPr>
                <p14:cNvContentPartPr/>
                <p14:nvPr/>
              </p14:nvContentPartPr>
              <p14:xfrm>
                <a:off x="11218968" y="3932208"/>
                <a:ext cx="97920" cy="323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43199B-77EF-2718-32A6-977AA03AEB9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10328" y="3923208"/>
                  <a:ext cx="115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B808B71-527E-D7F9-05C6-8A41DAE95742}"/>
                    </a:ext>
                  </a:extLst>
                </p14:cNvPr>
                <p14:cNvContentPartPr/>
                <p14:nvPr/>
              </p14:nvContentPartPr>
              <p14:xfrm>
                <a:off x="11313288" y="3898008"/>
                <a:ext cx="138240" cy="324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B808B71-527E-D7F9-05C6-8A41DAE9574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04648" y="3889008"/>
                  <a:ext cx="1558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664F851-A40C-2574-0988-47382B3934B7}"/>
                    </a:ext>
                  </a:extLst>
                </p14:cNvPr>
                <p14:cNvContentPartPr/>
                <p14:nvPr/>
              </p14:nvContentPartPr>
              <p14:xfrm>
                <a:off x="11271888" y="4069728"/>
                <a:ext cx="69120" cy="16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664F851-A40C-2574-0988-47382B3934B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63248" y="4061088"/>
                  <a:ext cx="86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0A5BCA-E27B-9579-2BCF-F607B344340E}"/>
                    </a:ext>
                  </a:extLst>
                </p14:cNvPr>
                <p14:cNvContentPartPr/>
                <p14:nvPr/>
              </p14:nvContentPartPr>
              <p14:xfrm>
                <a:off x="11461608" y="3949848"/>
                <a:ext cx="34200" cy="9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0A5BCA-E27B-9579-2BCF-F607B344340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52608" y="3941208"/>
                  <a:ext cx="51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5AE2FD9-8A6F-A63E-6D68-C0CB301F7800}"/>
                    </a:ext>
                  </a:extLst>
                </p14:cNvPr>
                <p14:cNvContentPartPr/>
                <p14:nvPr/>
              </p14:nvContentPartPr>
              <p14:xfrm>
                <a:off x="11438928" y="3953448"/>
                <a:ext cx="171720" cy="279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5AE2FD9-8A6F-A63E-6D68-C0CB301F78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30288" y="3944448"/>
                  <a:ext cx="1893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BAF4449-BCDA-BC84-8018-7F58AB8DBCB9}"/>
                    </a:ext>
                  </a:extLst>
                </p14:cNvPr>
                <p14:cNvContentPartPr/>
                <p14:nvPr/>
              </p14:nvContentPartPr>
              <p14:xfrm>
                <a:off x="11497608" y="4063608"/>
                <a:ext cx="140400" cy="9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BAF4449-BCDA-BC84-8018-7F58AB8DBCB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88608" y="4054968"/>
                  <a:ext cx="1580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5A0A127-12B9-D203-DC57-B28B7AAD81BC}"/>
              </a:ext>
            </a:extLst>
          </p:cNvPr>
          <p:cNvGrpSpPr/>
          <p:nvPr/>
        </p:nvGrpSpPr>
        <p:grpSpPr>
          <a:xfrm>
            <a:off x="8824608" y="4819968"/>
            <a:ext cx="1597680" cy="707400"/>
            <a:chOff x="8824608" y="4819968"/>
            <a:chExt cx="1597680" cy="70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8A4384D-88D8-CFD2-33F8-A6DAAD0FB3D2}"/>
                    </a:ext>
                  </a:extLst>
                </p14:cNvPr>
                <p14:cNvContentPartPr/>
                <p14:nvPr/>
              </p14:nvContentPartPr>
              <p14:xfrm>
                <a:off x="9381168" y="4924368"/>
                <a:ext cx="158760" cy="350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8A4384D-88D8-CFD2-33F8-A6DAAD0FB3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72168" y="4915728"/>
                  <a:ext cx="1764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7EF77D-F096-AAD6-56EC-A8D17031C166}"/>
                    </a:ext>
                  </a:extLst>
                </p14:cNvPr>
                <p14:cNvContentPartPr/>
                <p14:nvPr/>
              </p14:nvContentPartPr>
              <p14:xfrm>
                <a:off x="9592488" y="5208768"/>
                <a:ext cx="83160" cy="15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7EF77D-F096-AAD6-56EC-A8D17031C16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583848" y="5200128"/>
                  <a:ext cx="100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C07C17-2290-9CF1-FA0A-4EDECC32BD35}"/>
                    </a:ext>
                  </a:extLst>
                </p14:cNvPr>
                <p14:cNvContentPartPr/>
                <p14:nvPr/>
              </p14:nvContentPartPr>
              <p14:xfrm>
                <a:off x="9736488" y="5147568"/>
                <a:ext cx="128880" cy="179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C07C17-2290-9CF1-FA0A-4EDECC32BD3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27488" y="5138568"/>
                  <a:ext cx="146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3FD16A-0E75-E356-4381-E96D3B47A6E4}"/>
                    </a:ext>
                  </a:extLst>
                </p14:cNvPr>
                <p14:cNvContentPartPr/>
                <p14:nvPr/>
              </p14:nvContentPartPr>
              <p14:xfrm>
                <a:off x="9755928" y="5137848"/>
                <a:ext cx="127080" cy="212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3FD16A-0E75-E356-4381-E96D3B47A6E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47288" y="5128848"/>
                  <a:ext cx="144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291C9D-8F75-4E42-F3AD-F9ADF34B2FE7}"/>
                    </a:ext>
                  </a:extLst>
                </p14:cNvPr>
                <p14:cNvContentPartPr/>
                <p14:nvPr/>
              </p14:nvContentPartPr>
              <p14:xfrm>
                <a:off x="8824608" y="5090688"/>
                <a:ext cx="288360" cy="346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291C9D-8F75-4E42-F3AD-F9ADF34B2F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15968" y="5082048"/>
                  <a:ext cx="3060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290527C-9352-57B8-857F-FE78510452D8}"/>
                    </a:ext>
                  </a:extLst>
                </p14:cNvPr>
                <p14:cNvContentPartPr/>
                <p14:nvPr/>
              </p14:nvContentPartPr>
              <p14:xfrm>
                <a:off x="9140688" y="5350968"/>
                <a:ext cx="169200" cy="151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290527C-9352-57B8-857F-FE78510452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31688" y="5342328"/>
                  <a:ext cx="186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CC17468-08BD-9558-F4C4-6F7CD4DC9DCB}"/>
                    </a:ext>
                  </a:extLst>
                </p14:cNvPr>
                <p14:cNvContentPartPr/>
                <p14:nvPr/>
              </p14:nvContentPartPr>
              <p14:xfrm>
                <a:off x="10086768" y="4819968"/>
                <a:ext cx="209520" cy="233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CC17468-08BD-9558-F4C4-6F7CD4DC9DC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78128" y="4810968"/>
                  <a:ext cx="227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465FDA6-7DA3-159A-E641-1CFA1C3E43BA}"/>
                    </a:ext>
                  </a:extLst>
                </p14:cNvPr>
                <p14:cNvContentPartPr/>
                <p14:nvPr/>
              </p14:nvContentPartPr>
              <p14:xfrm>
                <a:off x="10030248" y="5095008"/>
                <a:ext cx="392040" cy="66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465FDA6-7DA3-159A-E641-1CFA1C3E43B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21608" y="5086008"/>
                  <a:ext cx="409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44A133C-A66E-9E4F-09C9-82A50D15D377}"/>
                    </a:ext>
                  </a:extLst>
                </p14:cNvPr>
                <p14:cNvContentPartPr/>
                <p14:nvPr/>
              </p14:nvContentPartPr>
              <p14:xfrm>
                <a:off x="10129608" y="5288688"/>
                <a:ext cx="223560" cy="238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44A133C-A66E-9E4F-09C9-82A50D15D37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20968" y="5280048"/>
                  <a:ext cx="24120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44717D7-6DFE-EF85-E25D-56615DC48234}"/>
              </a:ext>
            </a:extLst>
          </p:cNvPr>
          <p:cNvGrpSpPr/>
          <p:nvPr/>
        </p:nvGrpSpPr>
        <p:grpSpPr>
          <a:xfrm>
            <a:off x="10608048" y="4934088"/>
            <a:ext cx="125280" cy="99000"/>
            <a:chOff x="10608048" y="4934088"/>
            <a:chExt cx="12528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0CF9CBC-2BAF-A0F6-02DA-D2CD02D48742}"/>
                    </a:ext>
                  </a:extLst>
                </p14:cNvPr>
                <p14:cNvContentPartPr/>
                <p14:nvPr/>
              </p14:nvContentPartPr>
              <p14:xfrm>
                <a:off x="10608048" y="4934088"/>
                <a:ext cx="111240" cy="22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0CF9CBC-2BAF-A0F6-02DA-D2CD02D4874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599408" y="4925448"/>
                  <a:ext cx="12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D37EFE-F328-5E0A-D302-2928E96BCCDF}"/>
                    </a:ext>
                  </a:extLst>
                </p14:cNvPr>
                <p14:cNvContentPartPr/>
                <p14:nvPr/>
              </p14:nvContentPartPr>
              <p14:xfrm>
                <a:off x="10624608" y="5001768"/>
                <a:ext cx="108720" cy="31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D37EFE-F328-5E0A-D302-2928E96BCCD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615968" y="4993128"/>
                  <a:ext cx="1263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74758F0-C693-CB35-3E24-FA9BD39EF805}"/>
              </a:ext>
            </a:extLst>
          </p:cNvPr>
          <p:cNvGrpSpPr/>
          <p:nvPr/>
        </p:nvGrpSpPr>
        <p:grpSpPr>
          <a:xfrm>
            <a:off x="10914408" y="4677408"/>
            <a:ext cx="795600" cy="815040"/>
            <a:chOff x="10914408" y="4677408"/>
            <a:chExt cx="79560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B1C3D1F-1A53-94D8-002B-24CD4CB7CDA1}"/>
                    </a:ext>
                  </a:extLst>
                </p14:cNvPr>
                <p14:cNvContentPartPr/>
                <p14:nvPr/>
              </p14:nvContentPartPr>
              <p14:xfrm>
                <a:off x="10914408" y="4729608"/>
                <a:ext cx="171720" cy="239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B1C3D1F-1A53-94D8-002B-24CD4CB7CDA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05408" y="4720608"/>
                  <a:ext cx="189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92CFD80-6DAC-5B9F-3C92-500B21C4371A}"/>
                    </a:ext>
                  </a:extLst>
                </p14:cNvPr>
                <p14:cNvContentPartPr/>
                <p14:nvPr/>
              </p14:nvContentPartPr>
              <p14:xfrm>
                <a:off x="11164248" y="4751928"/>
                <a:ext cx="56880" cy="203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92CFD80-6DAC-5B9F-3C92-500B21C4371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155248" y="4742928"/>
                  <a:ext cx="74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8403645-C662-C406-1EC8-06FDF20B7511}"/>
                    </a:ext>
                  </a:extLst>
                </p14:cNvPr>
                <p14:cNvContentPartPr/>
                <p14:nvPr/>
              </p14:nvContentPartPr>
              <p14:xfrm>
                <a:off x="11161008" y="4677408"/>
                <a:ext cx="12960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8403645-C662-C406-1EC8-06FDF20B75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52368" y="4668768"/>
                  <a:ext cx="147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B99DED8-F63E-0A3C-79A3-5A2316592886}"/>
                    </a:ext>
                  </a:extLst>
                </p14:cNvPr>
                <p14:cNvContentPartPr/>
                <p14:nvPr/>
              </p14:nvContentPartPr>
              <p14:xfrm>
                <a:off x="11338488" y="4760208"/>
                <a:ext cx="138600" cy="136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B99DED8-F63E-0A3C-79A3-5A231659288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29488" y="4751568"/>
                  <a:ext cx="156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6836FA5-E13E-58F0-5559-75A5BE52779F}"/>
                    </a:ext>
                  </a:extLst>
                </p14:cNvPr>
                <p14:cNvContentPartPr/>
                <p14:nvPr/>
              </p14:nvContentPartPr>
              <p14:xfrm>
                <a:off x="11508048" y="4697928"/>
                <a:ext cx="111960" cy="1810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6836FA5-E13E-58F0-5559-75A5BE52779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499048" y="4689288"/>
                  <a:ext cx="129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DC3152A-F6DB-A011-7344-930B6ABFD9F6}"/>
                    </a:ext>
                  </a:extLst>
                </p14:cNvPr>
                <p14:cNvContentPartPr/>
                <p14:nvPr/>
              </p14:nvContentPartPr>
              <p14:xfrm>
                <a:off x="11522448" y="4776768"/>
                <a:ext cx="105840" cy="33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DC3152A-F6DB-A011-7344-930B6ABFD9F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13448" y="4768128"/>
                  <a:ext cx="123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F49AB95-EC5E-5964-6698-832422240AE3}"/>
                    </a:ext>
                  </a:extLst>
                </p14:cNvPr>
                <p14:cNvContentPartPr/>
                <p14:nvPr/>
              </p14:nvContentPartPr>
              <p14:xfrm>
                <a:off x="11277648" y="4978728"/>
                <a:ext cx="3445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F49AB95-EC5E-5964-6698-832422240AE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268648" y="4969728"/>
                  <a:ext cx="362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C1630B3-B8E0-9748-5DDD-28DE03AE8B03}"/>
                    </a:ext>
                  </a:extLst>
                </p14:cNvPr>
                <p14:cNvContentPartPr/>
                <p14:nvPr/>
              </p14:nvContentPartPr>
              <p14:xfrm>
                <a:off x="11407968" y="5173128"/>
                <a:ext cx="123120" cy="319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C1630B3-B8E0-9748-5DDD-28DE03AE8B0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98968" y="5164128"/>
                  <a:ext cx="140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D84CB3-1DA0-AF33-58F3-C8096FD57ED1}"/>
                    </a:ext>
                  </a:extLst>
                </p14:cNvPr>
                <p14:cNvContentPartPr/>
                <p14:nvPr/>
              </p14:nvContentPartPr>
              <p14:xfrm>
                <a:off x="11592648" y="5030928"/>
                <a:ext cx="117360" cy="91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D84CB3-1DA0-AF33-58F3-C8096FD57ED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584008" y="5022288"/>
                  <a:ext cx="13500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6982AED-1E5E-AE04-C40D-B118D736F4EB}"/>
                  </a:ext>
                </a:extLst>
              </p14:cNvPr>
              <p14:cNvContentPartPr/>
              <p14:nvPr/>
            </p14:nvContentPartPr>
            <p14:xfrm>
              <a:off x="2461320" y="1014480"/>
              <a:ext cx="6972120" cy="48978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6982AED-1E5E-AE04-C40D-B118D736F4EB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451960" y="1005120"/>
                <a:ext cx="6990840" cy="49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3858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1687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5CE3AD-7293-403C-C043-CD6ECE2B1527}"/>
                  </a:ext>
                </a:extLst>
              </p14:cNvPr>
              <p14:cNvContentPartPr/>
              <p14:nvPr/>
            </p14:nvContentPartPr>
            <p14:xfrm>
              <a:off x="142920" y="533520"/>
              <a:ext cx="11914920" cy="565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5CE3AD-7293-403C-C043-CD6ECE2B15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3560" y="524160"/>
                <a:ext cx="11933640" cy="56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776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1687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1006FA-DB7B-44B2-BE8F-8EBA38E5F026}"/>
                  </a:ext>
                </a:extLst>
              </p14:cNvPr>
              <p14:cNvContentPartPr/>
              <p14:nvPr/>
            </p14:nvContentPartPr>
            <p14:xfrm>
              <a:off x="585360" y="65160"/>
              <a:ext cx="11336400" cy="612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1006FA-DB7B-44B2-BE8F-8EBA38E5F0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000" y="55800"/>
                <a:ext cx="11355120" cy="614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43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15807</TotalTime>
  <Words>1925</Words>
  <Application>Microsoft Office PowerPoint</Application>
  <PresentationFormat>Widescreen</PresentationFormat>
  <Paragraphs>403</Paragraphs>
  <Slides>53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Arial Black</vt:lpstr>
      <vt:lpstr>Calibri</vt:lpstr>
      <vt:lpstr>Calibri Light</vt:lpstr>
      <vt:lpstr>Cambria</vt:lpstr>
      <vt:lpstr>Cambria Math</vt:lpstr>
      <vt:lpstr>Courier New</vt:lpstr>
      <vt:lpstr>Wingdings</vt:lpstr>
      <vt:lpstr>Office Theme</vt:lpstr>
      <vt:lpstr>Visio</vt:lpstr>
      <vt:lpstr>WEEK 5  Transistor Amplifiers – Frequency Response</vt:lpstr>
      <vt:lpstr>PowerPoint Presentation</vt:lpstr>
      <vt:lpstr>Learning Outcomes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Open Circuit Time Constant </vt:lpstr>
      <vt:lpstr>Open Circuit Time Constant </vt:lpstr>
      <vt:lpstr>Miller’s Theorem </vt:lpstr>
      <vt:lpstr>Miller’s Theorem </vt:lpstr>
      <vt:lpstr>Miller’s Theorem </vt:lpstr>
      <vt:lpstr>Miller’s Theorem </vt:lpstr>
      <vt:lpstr>Miller’s Theorem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Analysis</vt:lpstr>
      <vt:lpstr>High Frequency Analysis</vt:lpstr>
      <vt:lpstr>High Frequency Analysis</vt:lpstr>
      <vt:lpstr>High Frequency Analysis</vt:lpstr>
      <vt:lpstr>High Frequency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5</cp:revision>
  <dcterms:created xsi:type="dcterms:W3CDTF">2018-04-12T05:54:00Z</dcterms:created>
  <dcterms:modified xsi:type="dcterms:W3CDTF">2023-07-09T01:52:31Z</dcterms:modified>
</cp:coreProperties>
</file>