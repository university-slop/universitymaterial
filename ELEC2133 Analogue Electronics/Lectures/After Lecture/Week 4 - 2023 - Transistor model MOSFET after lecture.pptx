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6" r:id="rId3"/>
    <p:sldId id="267" r:id="rId4"/>
    <p:sldId id="292" r:id="rId5"/>
    <p:sldId id="449" r:id="rId6"/>
    <p:sldId id="417" r:id="rId7"/>
    <p:sldId id="419" r:id="rId8"/>
    <p:sldId id="450" r:id="rId9"/>
    <p:sldId id="420" r:id="rId10"/>
    <p:sldId id="421" r:id="rId11"/>
    <p:sldId id="423" r:id="rId12"/>
    <p:sldId id="453" r:id="rId13"/>
    <p:sldId id="451" r:id="rId14"/>
    <p:sldId id="452" r:id="rId15"/>
    <p:sldId id="454" r:id="rId16"/>
    <p:sldId id="455" r:id="rId17"/>
    <p:sldId id="456" r:id="rId18"/>
    <p:sldId id="457" r:id="rId19"/>
    <p:sldId id="422" r:id="rId20"/>
    <p:sldId id="458" r:id="rId21"/>
    <p:sldId id="459" r:id="rId22"/>
    <p:sldId id="460" r:id="rId23"/>
    <p:sldId id="462" r:id="rId24"/>
    <p:sldId id="461" r:id="rId25"/>
    <p:sldId id="463" r:id="rId26"/>
    <p:sldId id="46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2121"/>
    <a:srgbClr val="FFFFFF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102495-A862-4A6F-8490-C6C7B55994AA}" v="12" dt="2023-06-23T05:57:08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3:3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9338 0 0,'-2'0'-648'0'0,"1"0"48"0"0,-3 0-32 0 0,-4 0 7 0 0,4 0 521 0 0,1 1 280 0 0,-1 1-192 0 0,3 1 40 0 0,-1 1-64 0 0,-1 4 80 0 0,1 1-64 0 0,2 0 16 0 0,0-6-56 0 0,0-1-96 0 0,0 3-432 0 0,0-4-184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3:4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129 591 3881 0 0,'0'0'113'0'0,"-3"-15"-121"0"0,11-110-1495 0 0,-3 51 2634 0 0,-2-159 1827 0 0,-4 139-1646 0 0,-5 59-1086 0 0,9 21 445 0 0,0 14-212 0 0,-1 11-245 0 0,4 59 17 0 0,-4 1 1 0 0,-3 0-1 0 0,-12 88 0 0 0,-49 211 401 0 0,41-266-543 0 0,-9 181 28 0 0,9-61 167 0 0,19-198-264 0 0,1 0-1 0 0,2 0 1 0 0,0 0-1 0 0,2 0 1 0 0,7 35-1 0 0,-5-35 49 0 0,-5-22-85 0 0,1 0-1 0 0,0 0 1 0 0,0 0-1 0 0,0 0 1 0 0,0 0-1 0 0,4 6 1 0 0,-5-4-300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45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 0 0,'0'0'3986'0'0,"17"9"-3943"0"0,-14-8 22 0 0,0 0 1 0 0,0 0-1 0 0,0 0 1 0 0,0 0-1 0 0,0 0 1 0 0,0 0-1 0 0,0-1 0 0 0,0 0 1 0 0,0 1-1 0 0,0-1 1 0 0,0 0-1 0 0,0-1 1 0 0,0 1-1 0 0,5-1 1 0 0,42-13 471 0 0,-48 13-556 0 0,6 1 742 0 0,-13 7-249 0 0,-13 7 180 0 0,13-12-615 0 0,-1-1-1 0 0,1 1 0 0 0,-1-1 1 0 0,0 0-1 0 0,1-1 0 0 0,-1 1 1 0 0,0-1-1 0 0,-9-1 0 0 0,0 1-29 0 0,14 0-11 0 0,1 0 1 0 0,0 0 0 0 0,-1 0 0 0 0,1 0 0 0 0,0 0-1 0 0,-1 0 1 0 0,1 0 0 0 0,0 0 0 0 0,-1 0-1 0 0,1 0 1 0 0,0 0 0 0 0,-1 0 0 0 0,1 1-1 0 0,0-1 1 0 0,0 0 0 0 0,-1 0 0 0 0,1 0 0 0 0,0 1-1 0 0,0-1 1 0 0,-1 0 0 0 0,1 1 0 0 0,0-1-1 0 0,0 0 1 0 0,-1 0 0 0 0,1 1 0 0 0,0-1 0 0 0,0 0-1 0 0,0 1 1 0 0,0-1 0 0 0,0 0 0 0 0,0 1-1 0 0,-1-1 1 0 0,1 0 0 0 0,0 1 0 0 0,0-1-1 0 0,0 0 1 0 0,0 1 0 0 0,0-1 0 0 0,0 0 0 0 0,0 1-1 0 0,0-1 1 0 0,1 0 0 0 0,-1 1 0 0 0,0-1-1 0 0,0 0 1 0 0,0 1 0 0 0,0-1 0 0 0,0 0 0 0 0,0 1-1 0 0,1-1 1 0 0,-1 1 0 0 0,1 0 12 0 0,-1 1-1 0 0,1-1 1 0 0,0 0 0 0 0,0 1 0 0 0,-1-1-1 0 0,1 0 1 0 0,0 0 0 0 0,0 0 0 0 0,0 0-1 0 0,0 0 1 0 0,2 2 0 0 0,3-1 28 0 0,0 1 1 0 0,0-1-1 0 0,0 0 1 0 0,0-1-1 0 0,1 1 0 0 0,-1-1 1 0 0,1-1-1 0 0,-1 1 1 0 0,1-1-1 0 0,12-1 0 0 0,-18 1-27 0 0,-1 0 0 0 0,1-1-1 0 0,0 1 1 0 0,0 0 0 0 0,-1 0-1 0 0,1-1 1 0 0,0 1 0 0 0,-1-1-1 0 0,1 1 1 0 0,0-1 0 0 0,-1 1-1 0 0,1-1 1 0 0,-1 1 0 0 0,1-1-1 0 0,0 1 1 0 0,-1-1 0 0 0,0 0-1 0 0,1 1 1 0 0,-1-1 0 0 0,1 0-1 0 0,-1 0 1 0 0,0 1 0 0 0,1-1-1 0 0,-1 0 1 0 0,0 0 0 0 0,0 1-1 0 0,0-1 1 0 0,0 0 0 0 0,0 0-1 0 0,0 0 1 0 0,0 1 0 0 0,0-1-1 0 0,0 0 1 0 0,0-1 0 0 0,0 1 17 0 0,-1-1 0 0 0,1 1-1 0 0,-1 0 1 0 0,1-1 0 0 0,-1 1 0 0 0,0 0 0 0 0,0 0 0 0 0,1-1 0 0 0,-1 1 0 0 0,0 0 0 0 0,0 0-1 0 0,0 0 1 0 0,0 0 0 0 0,0 0 0 0 0,-1 0 0 0 0,1 0 0 0 0,-2-1 0 0 0,2 2-22 0 0,0 0 1 0 0,0-1 0 0 0,0 1 0 0 0,0 0 0 0 0,0 0 0 0 0,0 0-1 0 0,0 0 1 0 0,0 0 0 0 0,0 0 0 0 0,0 1 0 0 0,0-1 0 0 0,0 0-1 0 0,0 0 1 0 0,0 1 0 0 0,0-1 0 0 0,0 0 0 0 0,1 1-1 0 0,-1-1 1 0 0,0 1 0 0 0,0-1 0 0 0,0 1 0 0 0,1 0 0 0 0,-1-1-1 0 0,-1 2 1 0 0,-21 24 358 0 0,13-15-221 0 0,10-11-140 0 0,0 1-1 0 0,0-1 1 0 0,-1 0-1 0 0,1 0 1 0 0,0 0-1 0 0,0 0 1 0 0,0 0-1 0 0,0 1 1 0 0,-1-1-1 0 0,1 0 1 0 0,0 0-1 0 0,0 0 1 0 0,0 0-1 0 0,0 1 1 0 0,0-1-1 0 0,0 0 1 0 0,-1 0-1 0 0,1 1 1 0 0,0-1-1 0 0,0 0 1 0 0,0 0-1 0 0,0 0 1 0 0,0 1-1 0 0,0-1 1 0 0,0 0-1 0 0,0 0 0 0 0,0 1 1 0 0,0-1-1 0 0,0 0 1 0 0,0 0-1 0 0,0 1 1 0 0,0-1-1 0 0,0 0 1 0 0,0 0-1 0 0,1 0 1 0 0,-1 1-1 0 0,0-1 1 0 0,0 0-1 0 0,0 0 1 0 0,0 0-1 0 0,0 1 1 0 0,0-1-1 0 0,1 0 1 0 0,-1 0-1 0 0,14 4 69 0 0,17-5 129 0 0,77-34-32 0 0,-94 31-138 0 0,-1 0 0 0 0,-1 0-1 0 0,1-2 1 0 0,14-7 0 0 0,-26 13-32 0 0,2-1 2 0 0,1 0 0 0 0,0 1-1 0 0,1-1 1 0 0,-1 1 0 0 0,0 0 0 0 0,0 0-1 0 0,6 2 1 0 0,5-1 8 0 0,5 0 26 0 0,36 6-1 0 0,-36-3-13 0 0,38 1 0 0 0,286-10 178 0 0,-336 5-184 0 0,1 1 1 0 0,-1 1-1 0 0,0-1 0 0 0,0 2 1 0 0,14 4-1 0 0,-14-4 9 0 0,0 0 0 0 0,0-1 0 0 0,0 0 0 0 0,1 0 0 0 0,14 1 0 0 0,29-1 34 0 0,-35 0-26 0 0,0-2-1 0 0,0 0 1 0 0,0 0 0 0 0,19-4-1 0 0,-4-1 105 0 0,1 2-1 0 0,0 2 1 0 0,35 2-1 0 0,-11 0-32 0 0,37 6 83 0 0,-77 0-183 0 0,-16-6-2 0 0,1 0 1 0 0,-1 0-1 0 0,1 0 0 0 0,-1-1 1 0 0,1 1-1 0 0,-1 0 1 0 0,1-1-1 0 0,0 1 1 0 0,0-1-1 0 0,3 1 0 0 0,77-1 64 0 0,-80 0-60 0 0,1-1 1 0 0,-1 1-1 0 0,1-1 1 0 0,0 1 0 0 0,-1-1-1 0 0,1 0 1 0 0,-1 0-1 0 0,3-2 1 0 0,-2 1-3 0 0,-1 1 0 0 0,1 0-1 0 0,0 0 1 0 0,0 0 0 0 0,-1 0 0 0 0,1 0-1 0 0,0 1 1 0 0,4-1 0 0 0,-1 1 7 0 0,12 0 33 0 0,-17 0-40 0 0,-1 0 0 0 0,1 1 0 0 0,-1-1 0 0 0,0 0 0 0 0,1 0 0 0 0,-1-1 0 0 0,1 1 0 0 0,-1 0 0 0 0,0 0 0 0 0,1 0 0 0 0,-1 0 0 0 0,1 0 0 0 0,-1 0 0 0 0,0 0 0 0 0,1-1 0 0 0,-1 1 0 0 0,0 0 0 0 0,1 0 0 0 0,-1 0 0 0 0,0-1 0 0 0,1 1 0 0 0,-1 0 0 0 0,0-1 0 0 0,0 1 0 0 0,1 0 0 0 0,-1 0 0 0 0,0-1 0 0 0,0 1 0 0 0,1-1 0 0 0,28-3-30 0 0,36 4-2015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4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112 169 2280 0 0,'0'0'1202'0'0,"2"-7"402"0"0,1 4-1377 0 0,0 0-1 0 0,-1-1 0 0 0,1 1 0 0 0,0-1 0 0 0,-1 1 0 0 0,0-1 0 0 0,0 0 0 0 0,0 0 0 0 0,2-5 0 0 0,-4 8-173 0 0,0 0 0 0 0,0 0 0 0 0,0 0 0 0 0,1 1 0 0 0,-1-1-1 0 0,0 0 1 0 0,0 0 0 0 0,0 0 0 0 0,0 0 0 0 0,-1 1 0 0 0,1-1-1 0 0,0 0 1 0 0,0 0 0 0 0,0 0 0 0 0,-1 1 0 0 0,1-1 0 0 0,0 0-1 0 0,-1 1 1 0 0,1-1 0 0 0,-1 0 0 0 0,0 0 0 0 0,0 0-24 0 0,0 0 0 0 0,-1 0 0 0 0,1 0 1 0 0,0 0-1 0 0,-1 1 0 0 0,1-1 1 0 0,-1 1-1 0 0,1-1 0 0 0,-1 1 0 0 0,1-1 1 0 0,-1 1-1 0 0,1 0 0 0 0,-1 0 0 0 0,1 0 1 0 0,-4 0-1 0 0,3 0-18 0 0,0 0 1 0 0,0 0-1 0 0,0 0 0 0 0,-1 1 1 0 0,1-1-1 0 0,0 1 1 0 0,0-1-1 0 0,0 1 0 0 0,0 0 1 0 0,0 0-1 0 0,0 0 0 0 0,0 0 1 0 0,1 0-1 0 0,-1 0 0 0 0,0 0 1 0 0,0 1-1 0 0,1-1 1 0 0,-1 1-1 0 0,1-1 0 0 0,-1 1 1 0 0,-1 3-1 0 0,-1 1 28 0 0,1 1 0 0 0,-1 0 0 0 0,1 0 0 0 0,-3 14 0 0 0,4-15-19 0 0,0 0 0 0 0,0 0 0 0 0,-1 1 0 0 0,1-1 0 0 0,-6 7 0 0 0,4-7 35 0 0,1 1-1 0 0,-1-1 1 0 0,1 1-1 0 0,0 0 1 0 0,1 0-1 0 0,0 0 1 0 0,0 1-1 0 0,0-1 0 0 0,1 0 1 0 0,0 1-1 0 0,1-1 1 0 0,-1 1-1 0 0,1-1 1 0 0,1 1-1 0 0,0-1 1 0 0,0 1-1 0 0,2 7 1 0 0,-2-12-35 0 0,1 0 0 0 0,-1 0 0 0 0,1 0 0 0 0,0 0 1 0 0,-1 0-1 0 0,2 0 0 0 0,-1 0 0 0 0,0-1 1 0 0,0 1-1 0 0,1-1 0 0 0,-1 0 0 0 0,1 0 1 0 0,0 0-1 0 0,0 0 0 0 0,0 0 0 0 0,0 0 0 0 0,0-1 1 0 0,0 1-1 0 0,0-1 0 0 0,0 0 0 0 0,5 1 1 0 0,4 1 23 0 0,0 0 0 0 0,0-1 0 0 0,0 0 0 0 0,21 0 0 0 0,-24-3 2 0 0,-1 1 0 0 0,1-1 1 0 0,-1-1-1 0 0,1 1 0 0 0,-1-1 0 0 0,0-1 0 0 0,9-3 0 0 0,-14 5-25 0 0,0 0-1 0 0,0-1 1 0 0,0 1-1 0 0,-1-1 1 0 0,1 1-1 0 0,0-1 1 0 0,-1 0-1 0 0,1 0 1 0 0,-1 0-1 0 0,0-1 1 0 0,1 1-1 0 0,-1 0 1 0 0,0-1-1 0 0,-1 0 1 0 0,1 1-1 0 0,0-1 1 0 0,-1 0-1 0 0,1 0 1 0 0,-1 0-1 0 0,0 0 1 0 0,1-6-1 0 0,0 4 4 0 0,-1 1-1 0 0,0-1 1 0 0,1 1 0 0 0,0-1-1 0 0,0 1 1 0 0,4-7 0 0 0,-3 6-6 0 0,0 0 0 0 0,-1 0 0 0 0,1 0 1 0 0,-1 0-1 0 0,2-9 0 0 0,-4 7-8 0 0,1 0 1 0 0,-1 0-1 0 0,0 0 0 0 0,-1 0 1 0 0,1 0-1 0 0,-1 0 0 0 0,-1 0 1 0 0,0 0-1 0 0,-4-11 0 0 0,-1 0-11 0 0,-1 0-1 0 0,-14-22 1 0 0,20 36 5 0 0,0 1 1 0 0,0 0 0 0 0,0 0-1 0 0,0 0 1 0 0,0 0 0 0 0,-1 1 0 0 0,0-1-1 0 0,1 1 1 0 0,-1-1 0 0 0,0 1-1 0 0,0 0 1 0 0,0 0 0 0 0,-1 0 0 0 0,-5-2-1 0 0,5 2-8 0 0,-2-1-13 0 0,-1-1 1 0 0,0 1-1 0 0,0 1 0 0 0,0-1 1 0 0,-8-1-1 0 0,12 4 16 0 0,1 0 0 0 0,-1 0-1 0 0,1 0 1 0 0,-1 0 0 0 0,1 0 0 0 0,-1 0 0 0 0,1 1-1 0 0,0-1 1 0 0,-1 1 0 0 0,1-1 0 0 0,-1 1 0 0 0,1 0 0 0 0,0 0-1 0 0,0 0 1 0 0,0 1 0 0 0,-1-1 0 0 0,1 0 0 0 0,0 1-1 0 0,1-1 1 0 0,-4 4 0 0 0,-2 3 3 0 0,1 0 1 0 0,0 1-1 0 0,1 0 0 0 0,0 0 1 0 0,0 0-1 0 0,1 0 1 0 0,1 1-1 0 0,-4 12 0 0 0,4-15-1 0 0,1 0 0 0 0,-1 0 0 0 0,0 0 0 0 0,-7 10 0 0 0,6-11-2 0 0,1 0 1 0 0,0 0-1 0 0,0 1 1 0 0,0-1-1 0 0,-3 12 1 0 0,3 0-5 0 0,1-1 1 0 0,1 1 0 0 0,0 25 0 0 0,2-32 9 0 0,0-1-1 0 0,0 0 1 0 0,1 0 0 0 0,0 0 0 0 0,0 0-1 0 0,1 0 1 0 0,6 11 0 0 0,-7-18 7 0 0,0 0 0 0 0,0-1 0 0 0,0 1-1 0 0,1-1 1 0 0,-1 0 0 0 0,1 1 0 0 0,-1-1 0 0 0,1 0 0 0 0,0-1 0 0 0,0 1 0 0 0,0 0-1 0 0,0-1 1 0 0,0 0 0 0 0,5 2 0 0 0,-1-1 3 0 0,0 0 0 0 0,1 0-1 0 0,-1 0 1 0 0,1-1 0 0 0,9 0 0 0 0,-12-2-12 0 0,0 1 1 0 0,1-1 0 0 0,-1-1-1 0 0,1 1 1 0 0,-1-1-1 0 0,0 0 1 0 0,0 0 0 0 0,0-1-1 0 0,0 1 1 0 0,-1-1-1 0 0,1 0 1 0 0,6-6 0 0 0,11-6 55 0 0,-18 13-52 0 0,-1-1 1 0 0,0 0-1 0 0,1 0 0 0 0,-1 0 0 0 0,0 0 0 0 0,-1-1 0 0 0,1 1 0 0 0,0-1 0 0 0,-1 0 0 0 0,0 1 0 0 0,0-1 0 0 0,2-5 0 0 0,16-55 18 0 0,-10 30-46 0 0,19-86 45 0 0,-26 113-14 0 0,18-50 80 0 0,-19 53-79 0 0,0 0 0 0 0,0 0 0 0 0,-1 0 0 0 0,0 0 0 0 0,0 0 0 0 0,1-8 0 0 0,-2 12-7 0 0,1-1 0 0 0,-1 0 1 0 0,0 0-1 0 0,0 0 1 0 0,0 0-1 0 0,0 0 0 0 0,-1 1 1 0 0,1-1-1 0 0,0 0 1 0 0,0 0-1 0 0,-1 0 0 0 0,1 0 1 0 0,0 1-1 0 0,-1-1 1 0 0,1 0-1 0 0,0 0 0 0 0,-1 1 1 0 0,1-1-1 0 0,-1 0 1 0 0,1 1-1 0 0,-1-1 0 0 0,0 0 1 0 0,1 1-1 0 0,-1-1 0 0 0,0 1 1 0 0,1-1-1 0 0,-1 1 1 0 0,0-1-1 0 0,0 1 0 0 0,1 0 1 0 0,-1-1-1 0 0,0 1 1 0 0,0 0-1 0 0,0 0 0 0 0,0-1 1 0 0,1 1-1 0 0,-1 0 1 0 0,0 0-1 0 0,-2 0 0 0 0,-3 0-8 0 0,-1 0-1 0 0,1 1 1 0 0,-1-1-1 0 0,1 1 1 0 0,-1 1-1 0 0,1-1 1 0 0,0 1-1 0 0,-1 0 1 0 0,1 0-1 0 0,0 1 1 0 0,0 0-1 0 0,1 0 1 0 0,-1 0-1 0 0,0 1 0 0 0,1 0 1 0 0,0 0-1 0 0,0 0 1 0 0,0 1-1 0 0,1 0 1 0 0,-1-1-1 0 0,1 2 1 0 0,0-1-1 0 0,1 0 1 0 0,-6 12-1 0 0,3-4 15 0 0,2 1 0 0 0,-4 18 0 0 0,5-22 0 0 0,1 1 1 0 0,-2-1 0 0 0,1 1-1 0 0,-9 16 1 0 0,8-21-5 0 0,1 1 1 0 0,0 0-1 0 0,1 1 1 0 0,-1-1-1 0 0,1 0 1 0 0,1 1-1 0 0,-1-1 1 0 0,1 1-1 0 0,0 0 1 0 0,1-1-1 0 0,0 1 1 0 0,0 0 0 0 0,1 0-1 0 0,0-1 1 0 0,0 1-1 0 0,1-1 1 0 0,0 1-1 0 0,0-1 1 0 0,1 0-1 0 0,0 0 1 0 0,0 0-1 0 0,1 0 1 0 0,0 0-1 0 0,0-1 1 0 0,9 11-1 0 0,-10-14 3 0 0,1 0 0 0 0,0 0 0 0 0,0-1 0 0 0,1 0 0 0 0,-1 0 0 0 0,0 0 0 0 0,1 0 0 0 0,-1-1 0 0 0,1 0 0 0 0,0 0-1 0 0,6 1 1 0 0,-3-1 10 0 0,0 1 0 0 0,-1 0 0 0 0,13 5 0 0 0,-12-3-1 0 0,0 0-1 0 0,1 0 1 0 0,-1-1 0 0 0,1-1-1 0 0,14 3 1 0 0,-18-4-7 0 0,-1-1 0 0 0,0 0 0 0 0,1 0 0 0 0,-1 0 0 0 0,1 0 0 0 0,-1-1 0 0 0,0 0 0 0 0,1 0 0 0 0,-1 0 0 0 0,0 0 0 0 0,0-1 0 0 0,0 1 0 0 0,7-5 0 0 0,-9 4 2 0 0,0-1 0 0 0,0 1 0 0 0,0-1 0 0 0,-1 0 0 0 0,1 1 0 0 0,0-1 0 0 0,-1 0 0 0 0,0 0 0 0 0,0 0 0 0 0,0 0 0 0 0,0 0 0 0 0,0 0 0 0 0,-1 0 0 0 0,1 0 0 0 0,-1-1 0 0 0,0-4 0 0 0,1 2 3 0 0,-1-2-11 0 0,1-1 0 0 0,1 1 0 0 0,0 0 0 0 0,0 0 0 0 0,0 0 0 0 0,1 0 0 0 0,6-12 0 0 0,-5 12 6 0 0,-1 1-1 0 0,0-1 0 0 0,0 1 0 0 0,-1-1 1 0 0,0 0-1 0 0,0 0 0 0 0,0 0 0 0 0,-1 0 1 0 0,-1 0-1 0 0,1 0 0 0 0,-1 0 1 0 0,-1-1-1 0 0,0 1 0 0 0,0 0 0 0 0,0 0 1 0 0,-1 0-1 0 0,0 0 0 0 0,-1 1 0 0 0,-5-14 1 0 0,6 18-11 0 0,1 0 0 0 0,-1 0 0 0 0,0 0 0 0 0,0 0 0 0 0,-1 1 1 0 0,1-1-1 0 0,0 1 0 0 0,-1-1 0 0 0,0 1 0 0 0,1 0 0 0 0,-1 0 0 0 0,0 0 0 0 0,0 0 1 0 0,0 0-1 0 0,-1 1 0 0 0,1-1 0 0 0,0 1 0 0 0,-1 0 0 0 0,-4-1 0 0 0,-18-6-7 0 0,20 7 18 0 0,0-1 1 0 0,0 0-1 0 0,0 0 0 0 0,-10-6 1 0 0,10 5-18 0 0,0 0 1 0 0,0 1 0 0 0,0-1-1 0 0,0 1 1 0 0,-1 0-1 0 0,1 1 1 0 0,-1 0 0 0 0,1 0-1 0 0,-1 0 1 0 0,1 1-1 0 0,-1 0 1 0 0,0 0 0 0 0,1 1-1 0 0,-1-1 1 0 0,1 2-1 0 0,-1-1 1 0 0,1 1 0 0 0,0 0-1 0 0,-1 0 1 0 0,1 0-1 0 0,-11 7 1 0 0,16-8 4 0 0,0 0-1 0 0,-1 0 1 0 0,1 0-1 0 0,0 0 1 0 0,0 0-1 0 0,0 1 1 0 0,0-1-1 0 0,0 0 1 0 0,0 1-1 0 0,0-1 1 0 0,0 1-1 0 0,0-1 1 0 0,1 1-1 0 0,-2 2 1 0 0,-6 31-42 0 0,-1-4 13 0 0,4-19 28 0 0,0-4 1 0 0,1 1 1 0 0,1-1-1 0 0,0 1 0 0 0,0 0 1 0 0,0 0-1 0 0,1 0 0 0 0,0 1 0 0 0,1-1 1 0 0,0 11-1 0 0,1-7 3 0 0,1 0 1 0 0,0 0-1 0 0,1 0 1 0 0,0 0-1 0 0,1-1 1 0 0,1 1-1 0 0,0-1 0 0 0,0 1 1 0 0,2-1-1 0 0,6 12 1 0 0,-8-16 5 0 0,-2-5 1 0 0,-1-1 0 0 0,0 1 1 0 0,1 0-1 0 0,0-1 0 0 0,-1 1 0 0 0,1-1 0 0 0,0 0 0 0 0,0 0 0 0 0,0 0 1 0 0,1 1-1 0 0,-1-2 0 0 0,1 1 0 0 0,-1 0 0 0 0,1-1 0 0 0,4 3 0 0 0,22 11 67 0 0,-20-9-16 0 0,1-1 0 0 0,19 7-1 0 0,-26-11-43 0 0,0 0 0 0 0,0-1-1 0 0,1 1 1 0 0,-1-1 0 0 0,0 0-1 0 0,1 1 1 0 0,-1-1 0 0 0,0-1 0 0 0,1 1-1 0 0,-1 0 1 0 0,0-1 0 0 0,0 0-1 0 0,6-2 1 0 0,-7 2-10 0 0,-1 0-1 0 0,0 0 0 0 0,0-1 1 0 0,0 1-1 0 0,0 0 1 0 0,0-1-1 0 0,0 1 0 0 0,0-1 1 0 0,-1 1-1 0 0,1-1 1 0 0,0 1-1 0 0,-1-1 0 0 0,1 1 1 0 0,-1-1-1 0 0,0 0 1 0 0,1 1-1 0 0,-1-1 0 0 0,0 0 1 0 0,0-2-1 0 0,0 0 6 0 0,2-7 0 0 0,0 1 0 0 0,0 0 0 0 0,1 0 0 0 0,0 0 0 0 0,7-14 1 0 0,-6 13-6 0 0,0 0 0 0 0,-1 0 0 0 0,0 0 1 0 0,-1 0-1 0 0,0-1 0 0 0,-1 1 1 0 0,0-1-1 0 0,0 1 0 0 0,-2-14 0 0 0,-1 1 10 0 0,-1 1 0 0 0,-1-1-1 0 0,-10-32 1 0 0,-7 10-18 0 0,9 21 35 0 0,10 23-36 0 0,-1-1 0 0 0,1 0 0 0 0,-1 1 0 0 0,0 0 0 0 0,1-1 0 0 0,-1 1 0 0 0,0 0 0 0 0,-1 0 0 0 0,1 1 0 0 0,0-1 0 0 0,-5-1 0 0 0,-7-4 11 0 0,12 5-15 0 0,-1 0 1 0 0,0 0-1 0 0,-1 0 1 0 0,1 1 0 0 0,0 0-1 0 0,0 0 1 0 0,-1 0 0 0 0,1 0-1 0 0,-1 1 1 0 0,1-1 0 0 0,0 1-1 0 0,-9 1 1 0 0,11 0 0 0 0,0-1 1 0 0,0 0-1 0 0,0 1 0 0 0,0 0 0 0 0,1-1 1 0 0,-1 1-1 0 0,0 0 0 0 0,0 0 1 0 0,1 0-1 0 0,-1 0 0 0 0,0 0 1 0 0,1 0-1 0 0,-1 1 0 0 0,1-1 1 0 0,-1 0-1 0 0,1 1 0 0 0,0-1 1 0 0,0 1-1 0 0,-1 0 0 0 0,1-1 1 0 0,0 1-1 0 0,1 0 0 0 0,-1-1 1 0 0,0 1-1 0 0,0 0 0 0 0,1 0 1 0 0,-1 0-1 0 0,1 0 0 0 0,0 0 1 0 0,-1 3-1 0 0,0 2 5 0 0,0-1 0 0 0,-1 0 0 0 0,0 1 0 0 0,0-1 0 0 0,-5 8 0 0 0,4-8-7 0 0,1 1 0 0 0,-1-1 0 0 0,1 0-1 0 0,0 1 1 0 0,-1 10 0 0 0,3-6 7 0 0,0 1-1 0 0,1-1 1 0 0,0 0 0 0 0,1 0-1 0 0,0-1 1 0 0,1 1 0 0 0,0 0-1 0 0,0-1 1 0 0,2 1 0 0 0,-1-1-1 0 0,1 0 1 0 0,0-1 0 0 0,1 1-1 0 0,12 13 1 0 0,-15-19 4 0 0,1-1 0 0 0,0 0 1 0 0,0 0-1 0 0,0 0 0 0 0,0-1 0 0 0,1 1 0 0 0,-1-1 0 0 0,1 0 0 0 0,5 2 1 0 0,16 7 38 0 0,-19-7-10 0 0,0 0 1 0 0,0-1-1 0 0,0 0 1 0 0,12 4-1 0 0,-16-7-22 0 0,1 1 0 0 0,-1-1 0 0 0,0 1 0 0 0,0-1 0 0 0,0 0 0 0 0,0 0 0 0 0,1 0 0 0 0,-1-1 0 0 0,0 1 0 0 0,0-1 0 0 0,0 0 0 0 0,0 1 0 0 0,0-2 0 0 0,4 0 0 0 0,-5 0-4 0 0,1 1 0 0 0,0 0 0 0 0,-1-1 1 0 0,0 0-1 0 0,1 1 0 0 0,-1-1 1 0 0,0 0-1 0 0,0 0 0 0 0,0 0 1 0 0,0 0-1 0 0,0-1 0 0 0,-1 1 0 0 0,1-1 1 0 0,-1 1-1 0 0,1-1 0 0 0,-1 1 1 0 0,0-1-1 0 0,0 0 0 0 0,0 1 1 0 0,0-1-1 0 0,0-3 0 0 0,-1 5-6 0 0,10-49 5 0 0,-9 42-1 0 0,0 1 1 0 0,1-1-1 0 0,-1 1 0 0 0,1-1 0 0 0,1 1 1 0 0,-1 0-1 0 0,4-7 0 0 0,-2 7 0 0 0,0 0-1 0 0,-1 0 1 0 0,0 0-1 0 0,-1-1 1 0 0,0 1 0 0 0,0-1-1 0 0,-1 0 1 0 0,1 1 0 0 0,-2-1-1 0 0,1 0 1 0 0,-1 0-1 0 0,-1-13 1 0 0,-2 5 9 0 0,0-1 0 0 0,-1 1 0 0 0,-1-1 0 0 0,-11-25 0 0 0,15 40-15 0 0,0 1 0 0 0,0-1 1 0 0,0 1-1 0 0,0 0 0 0 0,0 0 0 0 0,0-1 0 0 0,0 1 0 0 0,0 0 1 0 0,0 0-1 0 0,-1 0 0 0 0,1 0 0 0 0,0 1 0 0 0,-1-1 1 0 0,1 0-1 0 0,-2 0 0 0 0,-29-10-52 0 0,0 1 45 0 0,27 7 4 0 0,0 0 1 0 0,0 1-1 0 0,0 0 1 0 0,-1 1-1 0 0,1-1 1 0 0,0 1-1 0 0,-1 0 0 0 0,0 0 1 0 0,1 0-1 0 0,-1 1 1 0 0,1 0-1 0 0,-7 1 1 0 0,3 0-4 0 0,0 1 0 0 0,0 0 0 0 0,1 1 0 0 0,-1-1 0 0 0,1 2 0 0 0,-15 7 0 0 0,21-9 6 0 0,0-1-1 0 0,0 1 0 0 0,0-1 1 0 0,0 1-1 0 0,0 0 1 0 0,1 0-1 0 0,-1-1 0 0 0,0 1 1 0 0,1 1-1 0 0,0-1 0 0 0,0 0 1 0 0,-2 4-1 0 0,-11 34-63 0 0,-1 1 18 0 0,11-33 44 0 0,1 1 0 0 0,0-1 0 0 0,0 1-1 0 0,1 0 1 0 0,0-1 0 0 0,0 1 0 0 0,1 0-1 0 0,0 0 1 0 0,1 0 0 0 0,0 0 0 0 0,0 1-1 0 0,1-1 1 0 0,0 0 0 0 0,1-1 0 0 0,0 1-1 0 0,0 0 1 0 0,1 0 0 0 0,0-1 0 0 0,0 1 0 0 0,1-1-1 0 0,0 0 1 0 0,8 10 0 0 0,-9-14 7 0 0,6 10-6 0 0,20 24 0 0 0,-25-34 12 0 0,1 1 0 0 0,-1-1-1 0 0,1 0 1 0 0,0-1 0 0 0,0 1 0 0 0,1-1-1 0 0,-1 0 1 0 0,10 4 0 0 0,-4-4 22 0 0,0 0 0 0 0,21 3 0 0 0,-24-5-22 0 0,0 0 0 0 0,0 1 0 0 0,0 0 0 0 0,-1 0 0 0 0,1 1 0 0 0,11 5 0 0 0,-13-5 3 0 0,-1 0-1 0 0,1-1 1 0 0,0 0 0 0 0,0 0-1 0 0,0 0 1 0 0,0-1 0 0 0,8 1-1 0 0,-12-1 0 0 0,1-1-1 0 0,0 0 0 0 0,-1 0 0 0 0,1 0 1 0 0,0 0-1 0 0,-1 0 0 0 0,1 0 1 0 0,-1-1-1 0 0,1 1 0 0 0,0-1 0 0 0,-1 0 1 0 0,1 0-1 0 0,-1 0 0 0 0,0 0 0 0 0,1 0 1 0 0,-1-1-1 0 0,0 1 0 0 0,0-1 0 0 0,4-2 1 0 0,-5 1-3 0 0,1 0 1 0 0,-1 0-1 0 0,1 0 0 0 0,-1 0 1 0 0,0 0-1 0 0,0 0 1 0 0,0 0-1 0 0,-1-1 1 0 0,1 1-1 0 0,-1 0 1 0 0,0-7-1 0 0,5-20 21 0 0,8 0-11 0 0,-10 24-16 0 0,0 0 0 0 0,-1 0-1 0 0,1 0 1 0 0,-1-1-1 0 0,0 1 1 0 0,-1-1-1 0 0,0 0 1 0 0,1-7-1 0 0,-2 2 6 0 0,1-1 1 0 0,-2 0-1 0 0,0 1 0 0 0,-1-1 0 0 0,0 0 0 0 0,0 1 0 0 0,-2 0 0 0 0,0 0 0 0 0,0 0 0 0 0,-1 0 0 0 0,0 0 0 0 0,-1 1 0 0 0,0 0 1 0 0,-1 0-1 0 0,-10-12 0 0 0,12 19-15 0 0,-1 0 1 0 0,1 0-1 0 0,-1 0 1 0 0,0 0-1 0 0,-1 1 1 0 0,1 0-1 0 0,-13-4 0 0 0,-11-6-70 0 0,28 12 72 0 0,0-1-1 0 0,-1 1 1 0 0,1 0-1 0 0,-1 0 1 0 0,1 0-1 0 0,-1 0 1 0 0,0 1-1 0 0,1-1 1 0 0,-1 1-1 0 0,0-1 1 0 0,0 1-1 0 0,1 0 1 0 0,-1 0-1 0 0,0 0 1 0 0,0 1-1 0 0,1-1 1 0 0,-1 1-1 0 0,0-1 1 0 0,1 1-1 0 0,-1 0 1 0 0,0 0-1 0 0,1 0 1 0 0,-1 0-1 0 0,1 0 1 0 0,0 1-1 0 0,-1-1 1 0 0,1 1-1 0 0,0 0 1 0 0,0-1-1 0 0,0 1 1 0 0,0 0-1 0 0,0 0 1 0 0,0 0-1 0 0,1 1 1 0 0,-1-1 0 0 0,1 0-1 0 0,-1 1 1 0 0,1-1-1 0 0,0 1 1 0 0,0-1-1 0 0,0 1 1 0 0,0-1-1 0 0,0 5 1 0 0,-7 27-3 0 0,6-22 0 0 0,-1 0 0 0 0,0 0 0 0 0,-1-1 0 0 0,-6 16 0 0 0,6-19 4 0 0,1 0 0 0 0,0 0 0 0 0,0 1 0 0 0,1-1 0 0 0,0 0 0 0 0,1 1 0 0 0,0-1 0 0 0,0 1 1 0 0,1 0-1 0 0,0-1 0 0 0,0 1 0 0 0,3 14 0 0 0,0-11 6 0 0,-1-1 0 0 0,2 1 0 0 0,-1-1-1 0 0,2 0 1 0 0,-1 0 0 0 0,2-1 0 0 0,-1 1 0 0 0,13 16 0 0 0,-15-23 18 0 0,1-1 0 0 0,-1 1 0 0 0,1-1 0 0 0,0 0 0 0 0,0 0 0 0 0,1 0 0 0 0,-1 0 0 0 0,9 3 0 0 0,8 5 125 0 0,-20-10-131 0 0,0 0-1 0 0,0 0 1 0 0,0-1 0 0 0,1 1 0 0 0,-1-1-1 0 0,0 1 1 0 0,0-1 0 0 0,0 0-1 0 0,0 1 1 0 0,0-1 0 0 0,1 0-1 0 0,-1 0 1 0 0,0 0 0 0 0,0 0 0 0 0,0 0-1 0 0,1 0 1 0 0,-1 0 0 0 0,0 0-1 0 0,0 0 1 0 0,0-1 0 0 0,0 1 0 0 0,1 0-1 0 0,-1-1 1 0 0,1 0 0 0 0,0 0-7 0 0,0-1 0 0 0,0 1 0 0 0,0-1 0 0 0,-1 0 0 0 0,1 1 0 0 0,-1-1 0 0 0,1 0 0 0 0,-1 0 0 0 0,0 0 0 0 0,0 0 0 0 0,2-4 0 0 0,1-2-7 0 0,-2-1 1 0 0,1 0-1 0 0,-1 1 1 0 0,0-1-1 0 0,1-14 1 0 0,-3 9 18 0 0,0 1 0 0 0,-1-1 0 0 0,0 1 1 0 0,-1-1-1 0 0,-1 1 0 0 0,0 0 0 0 0,-7-17 0 0 0,-3-1-5 0 0,-28-52-1 0 0,38 80-9 0 0,1-1-1 0 0,-1 1 0 0 0,0 0 0 0 0,0 0 1 0 0,0 1-1 0 0,0-1 0 0 0,0 0 0 0 0,-1 1 0 0 0,1 0 1 0 0,-1 0-1 0 0,1 0 0 0 0,-9-3 0 0 0,2 1-2 0 0,-1 1 1 0 0,0 0-1 0 0,-20-3 0 0 0,25 5 0 0 0,0 0 1 0 0,0-1 0 0 0,0 0-1 0 0,0 0 1 0 0,-8-4 0 0 0,10 3-16 0 0,-1 1 0 0 0,0 0-1 0 0,0 0 1 0 0,0 1 0 0 0,-1-1 0 0 0,1 1 0 0 0,0 0 0 0 0,-8 0 0 0 0,11 1 7 0 0,0-1 0 0 0,1 1 0 0 0,-1 0 0 0 0,1 0 0 0 0,-1 0 0 0 0,1 1 0 0 0,-1-1 0 0 0,1 0 0 0 0,-1 0 1 0 0,1 1-1 0 0,-1-1 0 0 0,1 1 0 0 0,-1-1 0 0 0,1 1 0 0 0,0 0 0 0 0,-1 0 0 0 0,1-1 0 0 0,0 1 0 0 0,-1 0 0 0 0,1 0 0 0 0,0 0 1 0 0,0 0-1 0 0,0 1 0 0 0,0-1 0 0 0,0 0 0 0 0,0 0 0 0 0,0 1 0 0 0,1-1 0 0 0,-1 0 0 0 0,0 1 0 0 0,0 1 0 0 0,-3 5-2 0 0,1-4 8 0 0,1 0-1 0 0,0 0 1 0 0,-1 0-1 0 0,1 1 1 0 0,1-1-1 0 0,-1 1 0 0 0,1-1 1 0 0,0 1-1 0 0,0-1 1 0 0,0 1-1 0 0,0 0 1 0 0,1 0-1 0 0,0-1 1 0 0,0 1-1 0 0,0 0 0 0 0,1 0 1 0 0,0-1-1 0 0,2 9 1 0 0,-2-7-2 0 0,2-1 1 0 0,-1 0 0 0 0,0-1 0 0 0,1 1 0 0 0,0 0-1 0 0,0-1 1 0 0,0 1 0 0 0,1-1 0 0 0,-1 0-1 0 0,1 0 1 0 0,0 0 0 0 0,1-1 0 0 0,-1 0 0 0 0,0 1-1 0 0,1-1 1 0 0,0-1 0 0 0,8 5 0 0 0,4-1 28 0 0,1 0 1 0 0,0-1 0 0 0,33 5-1 0 0,-35-7 8 0 0,21 9 42 0 0,-32-9-59 0 0,0-1 1 0 0,0 0-1 0 0,0-1 1 0 0,0 1-1 0 0,1-1 1 0 0,-1 0-1 0 0,11 1 1 0 0,-14-2-6 0 0,0 0-1 0 0,0-1 1 0 0,0 1 0 0 0,-1 0 0 0 0,1-1 0 0 0,0 1-1 0 0,0-1 1 0 0,0 1 0 0 0,0-1 0 0 0,0 0 0 0 0,-1 0-1 0 0,1 0 1 0 0,0 0 0 0 0,-1 0 0 0 0,1 0-1 0 0,-1 0 1 0 0,1-1 0 0 0,2-2 0 0 0,-2 1-4 0 0,0 0 0 0 0,0 0 0 0 0,0 0 0 0 0,-1 0 0 0 0,1-1 1 0 0,-1 1-1 0 0,0-1 0 0 0,0 1 0 0 0,1-7 0 0 0,-1 3 0 0 0,0-1 1 0 0,-1 1-1 0 0,0 0 1 0 0,0-1-1 0 0,-1 1 0 0 0,0 0 1 0 0,0 0-1 0 0,0 0 0 0 0,-1 0 1 0 0,-3-8-1 0 0,3 11-4 0 0,0 0 0 0 0,0 0-1 0 0,0 0 1 0 0,-1 0 0 0 0,1 1 0 0 0,-1-1-1 0 0,0 1 1 0 0,0-1 0 0 0,0 1 0 0 0,-1 0 0 0 0,1 0-1 0 0,-6-3 1 0 0,1 2 3 0 0,0 0 0 0 0,0 0 0 0 0,-1 1 0 0 0,0 0 0 0 0,-11-2 0 0 0,18 5-6 0 0,-8-2 2 0 0,1 0 1 0 0,1-1-1 0 0,-1 0 0 0 0,-16-8 0 0 0,20 8-10 0 0,0 0 1 0 0,-1 1-1 0 0,1 0 0 0 0,0 0 1 0 0,-1 0-1 0 0,1 1 0 0 0,-1 0 1 0 0,0 0-1 0 0,0 0 1 0 0,1 1-1 0 0,-1 0 0 0 0,-8 0 1 0 0,10 1 0 0 0,1-1 0 0 0,0 1-1 0 0,-1-1 1 0 0,1 1 0 0 0,0 0 0 0 0,0 1 0 0 0,0-1 0 0 0,0 0 0 0 0,0 1 0 0 0,0 0 0 0 0,0 0 0 0 0,0 0 0 0 0,1 0 0 0 0,-1 0 0 0 0,1 0 0 0 0,-1 1 0 0 0,1-1 0 0 0,0 1 0 0 0,0 0 0 0 0,0-1 0 0 0,0 1-1 0 0,-1 4 1 0 0,-1 1-12 0 0,0 1 0 0 0,1 0-1 0 0,0 1 1 0 0,1-1 0 0 0,-2 16-1 0 0,3-19 19 0 0,-1 0 0 0 0,1 1 0 0 0,-1-1 0 0 0,0 0 0 0 0,-6 12 0 0 0,4-12-2 0 0,2 1 0 0 0,-1-1 0 0 0,1 1 0 0 0,-4 14 0 0 0,5-10-2 0 0,0 0 0 0 0,1 0 0 0 0,0 1 0 0 0,1-1 0 0 0,0 0 0 0 0,1 0 0 0 0,0 0 0 0 0,1 0 1 0 0,0 0-1 0 0,0 0 0 0 0,1-1 0 0 0,1 1 0 0 0,7 11 0 0 0,-12-20 6 0 0,1-1 1 0 0,0 1-1 0 0,-1-1 1 0 0,1 1-1 0 0,0-1 1 0 0,0 0-1 0 0,0 0 1 0 0,0 1-1 0 0,0-1 1 0 0,0 0-1 0 0,0 0 1 0 0,0 0-1 0 0,0 0 1 0 0,1 0 0 0 0,-1 0-1 0 0,0 0 1 0 0,1-1-1 0 0,-1 1 1 0 0,1 0-1 0 0,-1-1 1 0 0,0 1-1 0 0,1-1 1 0 0,0 0-1 0 0,-1 1 1 0 0,1-1-1 0 0,-1 0 1 0 0,1 0-1 0 0,1 0 1 0 0,3 2 18 0 0,0-1 0 0 0,0 1 0 0 0,-1 0 0 0 0,1 1 0 0 0,5 3 0 0 0,-8-4-5 0 0,0 0 0 0 0,-1-1 0 0 0,1 1 0 0 0,0-1 0 0 0,0 0 0 0 0,0 1 0 0 0,0-1 0 0 0,0-1 0 0 0,0 1 0 0 0,0 0 0 0 0,0-1 0 0 0,0 1 0 0 0,0-1 0 0 0,1 0 0 0 0,-1 0 0 0 0,0-1 0 0 0,0 1 0 0 0,0 0 0 0 0,0-1 0 0 0,0 0 0 0 0,0 0 0 0 0,6-2 0 0 0,-8 2-14 0 0,0 0 0 0 0,1 0-1 0 0,-1 0 1 0 0,0 0 0 0 0,0 0 0 0 0,0 0-1 0 0,0-1 1 0 0,-1 1 0 0 0,1 0 0 0 0,0-1 0 0 0,0 1-1 0 0,-1 0 1 0 0,1-1 0 0 0,-1 1 0 0 0,1-1-1 0 0,-1 1 1 0 0,1-1 0 0 0,-1-1 0 0 0,3-35 4 0 0,-2 20 21 0 0,1 9-25 0 0,0 1 0 0 0,0 0 1 0 0,1 0-1 0 0,0 0 1 0 0,4-8-1 0 0,-2 7-7 0 0,-2 0 0 0 0,1 0 0 0 0,4-19 0 0 0,-6 14 7 0 0,-1 0 1 0 0,0 0-1 0 0,-1-1 1 0 0,0 1 0 0 0,-4-18-1 0 0,3 25 3 0 0,0-1 0 0 0,-1 1-1 0 0,0 0 1 0 0,0 0 0 0 0,0 0 0 0 0,-1 0-1 0 0,0 1 1 0 0,-1-1 0 0 0,1 1 0 0 0,-1 0-1 0 0,-10-12 1 0 0,11 16-32 0 0,0-1 1 0 0,0 1-1 0 0,-1-1 0 0 0,1 1 0 0 0,-1 1 0 0 0,1-1 1 0 0,-1 0-1 0 0,0 1 0 0 0,0 0 0 0 0,0-1 1 0 0,-7 0-1 0 0,10 3 22 0 0,0 0 0 0 0,0 0 1 0 0,0-1-1 0 0,-1 1 0 0 0,1 0 1 0 0,0 0-1 0 0,0 0 0 0 0,0 0 1 0 0,0 0-1 0 0,0 1 0 0 0,1-1 1 0 0,-1 0-1 0 0,0 0 0 0 0,1 0 1 0 0,-1 1-1 0 0,0-1 0 0 0,1 0 1 0 0,0 1-1 0 0,-1-1 0 0 0,1 1 1 0 0,0-1-1 0 0,-1 3 0 0 0,-1 32-31 0 0,3-33 35 0 0,-1 1 0 0 0,0-1-1 0 0,1 1 1 0 0,0-1 0 0 0,0 0 0 0 0,0 1 0 0 0,0-1 0 0 0,0 0 0 0 0,1 0 0 0 0,-1 0 0 0 0,1 0 0 0 0,0 0 0 0 0,0 0-1 0 0,0-1 1 0 0,0 1 0 0 0,1 0 0 0 0,-1-1 0 0 0,1 0 0 0 0,-1 1 0 0 0,1-1 0 0 0,0 0 0 0 0,0-1 0 0 0,0 1-1 0 0,0 0 1 0 0,0-1 0 0 0,0 0 0 0 0,5 2 0 0 0,37 9 29 0 0,-36-11-16 0 0,1 1 1 0 0,-1 1-1 0 0,0-1 1 0 0,11 6-1 0 0,-14-5 11 0 0,0 0 0 0 0,0-1 1 0 0,1 0-1 0 0,-1 0 0 0 0,1-1 0 0 0,-1 1 0 0 0,1-1 1 0 0,-1-1-1 0 0,1 1 0 0 0,-1-1 0 0 0,1-1 0 0 0,0 1 1 0 0,12-3-1 0 0,-18 2-31 0 0,0 1 1 0 0,0-1-1 0 0,-1 1 0 0 0,1-1 1 0 0,0 0-1 0 0,0 1 0 0 0,-1-1 1 0 0,1 0-1 0 0,0 0 1 0 0,-1 1-1 0 0,1-1 0 0 0,-1 0 1 0 0,1 0-1 0 0,-1 0 1 0 0,1 0-1 0 0,-1 0 0 0 0,0 1 1 0 0,1-1-1 0 0,-1 0 0 0 0,0 0 1 0 0,0 0-1 0 0,1 0 1 0 0,-1 0-1 0 0,0 0 0 0 0,0 0 1 0 0,0 0-1 0 0,0 0 0 0 0,-1 0 1 0 0,1 0-1 0 0,0 0 1 0 0,0 0-1 0 0,-1 0 0 0 0,1 0 1 0 0,0 0-1 0 0,-1 0 0 0 0,1 0 1 0 0,-1 0-1 0 0,0 0 1 0 0,0-3-370 0 0,-1 1 0 0 0,1 0 0 0 0,-1 0 0 0 0,0 0 0 0 0,0 0 0 0 0,0 1 0 0 0,0-1 1 0 0,0 0-1 0 0,-1 1 0 0 0,-3-4 0 0 0,-6 0-2996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5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689 32 608 0 0,'0'0'639'0'0,"0"32"4161"0"0,0-31-4765 0 0,0-1 1 0 0,0 0-1 0 0,0 0 1 0 0,-1 1-1 0 0,1-1 1 0 0,0 0-1 0 0,0 0 1 0 0,0 0-1 0 0,0 1 1 0 0,0-1-1 0 0,-1 0 1 0 0,1 0-1 0 0,0 0 1 0 0,0 1-1 0 0,0-1 1 0 0,0 0-1 0 0,-1 0 1 0 0,1 0-1 0 0,0 0 1 0 0,0 0-1 0 0,-1 1 1 0 0,1-1-1 0 0,0 0 1 0 0,0 0-1 0 0,-1 0 1 0 0,1 0-1 0 0,0 0 1 0 0,0 0-1 0 0,-1 0 1 0 0,1 0-1 0 0,0 0 1 0 0,0 0-1 0 0,-1 0 1 0 0,1 0-1 0 0,0 0 1 0 0,0 0-1 0 0,-1 0 1 0 0,1 0-1 0 0,0 0 1 0 0,0 0-1 0 0,0-1 1 0 0,-1 1-1 0 0,-9-5 859 0 0,8 1-733 0 0,-1 0 1 0 0,1 0-1 0 0,-1 0 0 0 0,1 1 1 0 0,-1-1-1 0 0,0 1 0 0 0,0 0 0 0 0,-1 0 1 0 0,1 0-1 0 0,-1 0 0 0 0,1 1 0 0 0,-1-1 1 0 0,-6-2-1 0 0,4 2-137 0 0,-1 1 1 0 0,1 0-1 0 0,-1 0 1 0 0,0 0-1 0 0,0 1 1 0 0,0 0-1 0 0,0 0 1 0 0,-8 1-1 0 0,-14 0-23 0 0,-8-1 266 0 0,-45 6-1 0 0,71-3-220 0 0,0 0 0 0 0,0 0 0 0 0,0 1 0 0 0,0 0 0 0 0,1 1 0 0 0,-1 0 0 0 0,1 1 0 0 0,-15 9 0 0 0,13-6-4 0 0,8-6-39 0 0,0 0 0 0 0,0 1 0 0 0,1 0 0 0 0,-1 0-1 0 0,1 0 1 0 0,-1 0 0 0 0,1 0 0 0 0,0 1 0 0 0,-3 4 0 0 0,-27 41 90 0 0,2 1-1 0 0,3 1 1 0 0,-41 102 0 0 0,68-149-94 0 0,-8 20-2 0 0,2-1 0 0 0,0 1 0 0 0,-3 27 1 0 0,9-43 0 0 0,-1 0-1 0 0,-1 1 1 0 0,1-1 0 0 0,-1 0 0 0 0,-8 14 0 0 0,7-15 9 0 0,1 1 0 0 0,-1 0 0 0 0,1 0 0 0 0,1 0 0 0 0,-1 0 0 0 0,0 11 0 0 0,1 0-7 0 0,1 1-1 0 0,0 0 1 0 0,2-1 0 0 0,0 1 0 0 0,2-1 0 0 0,0 1 0 0 0,1-1 0 0 0,1 0 0 0 0,0 0-1 0 0,16 33 1 0 0,-18-48-4 0 0,0 1-1 0 0,1-1 1 0 0,-1 0-1 0 0,1 0 1 0 0,0 0-1 0 0,0-1 0 0 0,1 1 1 0 0,-1-1-1 0 0,1 0 1 0 0,-1 0-1 0 0,1 0 1 0 0,0-1-1 0 0,0 0 1 0 0,9 3-1 0 0,26 14 49 0 0,-31-14-32 0 0,2 0 0 0 0,-1-1 0 0 0,0 0 0 0 0,1-1 0 0 0,0 0 0 0 0,0 0 0 0 0,17 1 0 0 0,-7-2 39 0 0,0-1-1 0 0,0-1 1 0 0,23-3 0 0 0,-39 2-40 0 0,-1 1 0 0 0,1-1 1 0 0,0 0-1 0 0,-1 0 0 0 0,1 0 0 0 0,-1-1 0 0 0,1 0 1 0 0,-1 0-1 0 0,0 0 0 0 0,8-5 0 0 0,-10 5-14 0 0,0 0-1 0 0,0 0 1 0 0,0-1 0 0 0,0 1 0 0 0,0 0-1 0 0,0-1 1 0 0,-1 0 0 0 0,0 1-1 0 0,1-1 1 0 0,-1 0 0 0 0,0 0-1 0 0,0 0 1 0 0,0 0 0 0 0,-1 0-1 0 0,1 0 1 0 0,0-6 0 0 0,0 0 1 0 0,1 0 0 0 0,-1 0 1 0 0,2 0-1 0 0,0 0 1 0 0,0 1-1 0 0,0-1 0 0 0,1 1 1 0 0,8-14-1 0 0,-8 14 7 0 0,0 0 0 0 0,-1 0 0 0 0,0 0 0 0 0,-1 0-1 0 0,0 0 1 0 0,0-1 0 0 0,0 1 0 0 0,-1 0 0 0 0,-1-1 0 0 0,0 0 0 0 0,0 1 0 0 0,0-1 0 0 0,-1 1-1 0 0,-2-9 1 0 0,1 8-14 0 0,-1 1 0 0 0,0 0 0 0 0,0 0 0 0 0,-1 1-1 0 0,0-1 1 0 0,-1 1 0 0 0,0-1 0 0 0,0 1 0 0 0,-10-11-1 0 0,15 18 12 0 0,0 0 0 0 0,0 0 0 0 0,0 1 0 0 0,-1-1-1 0 0,1 0 1 0 0,0 0 0 0 0,0 0 0 0 0,0 0-1 0 0,0 0 1 0 0,0 0 0 0 0,0 0 0 0 0,0 0 0 0 0,0 1-1 0 0,0-1 1 0 0,0 0 0 0 0,0 0 0 0 0,0 0 0 0 0,0 0-1 0 0,0 0 1 0 0,0 0 0 0 0,0 0 0 0 0,-1 0 0 0 0,1 0-1 0 0,0 0 1 0 0,0 0 0 0 0,0 0 0 0 0,0 0-1 0 0,0 1 1 0 0,0-1 0 0 0,0 0 0 0 0,0 0 0 0 0,-1 0-1 0 0,1 0 1 0 0,0 0 0 0 0,0 0 0 0 0,0 0 0 0 0,0 0-1 0 0,0 0 1 0 0,0 0 0 0 0,0 0 0 0 0,-1 0 0 0 0,1 0-1 0 0,0 0 1 0 0,0 0 0 0 0,0-1 0 0 0,0 1-1 0 0,5 12-3024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54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2681 0 0,'0'0'304'0'0,"-2"0"-352"0"0,0 0 336 0 0,1 0-184 0 0,-1 0-104 0 0,0 0-88 0 0,0 0-128 0 0,1 0-32 0 0,-1 0-945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55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55 1400 0 0,'0'0'616'0'0,"-6"-3"3214"0"0,-5-4-3203 0 0,10 6-635 0 0,1 1-1 0 0,-1-1 1 0 0,0 0-1 0 0,1 1 1 0 0,-1-1-1 0 0,0 1 0 0 0,0-1 1 0 0,0 1-1 0 0,0-1 1 0 0,1 1-1 0 0,-1 0 1 0 0,0-1-1 0 0,0 1 0 0 0,-2-1 1 0 0,-7-2 536 0 0,5 0-220 0 0,1 0-1 0 0,0-1 0 0 0,-1 0 1 0 0,2 0-1 0 0,-1 0 0 0 0,-5-8 1 0 0,11 15-183 0 0,1-1 0 0 0,0 0 0 0 0,-1 0 0 0 0,1-1 0 0 0,0 1 1 0 0,0 0-1 0 0,0-1 0 0 0,0 0 0 0 0,0 1 0 0 0,0-1 0 0 0,4 0 1 0 0,45 13 11 0 0,-49-13-81 0 0,10 2-37 0 0,39 9 391 0 0,78 9-1 0 0,-112-19-528 0 0,0-2 0 0 0,0 0 0 0 0,-1-1 0 0 0,1 0 0 0 0,0-2 0 0 0,-1 0 0 0 0,1-1 1 0 0,23-9-1 0 0,-8 1-2533 0 0,-22 7 881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0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1856 0 0,'0'0'203'0'0,"-29"16"607"0"0,29-16-831 0 0,-1 1 198 0 0,-1 0 1 0 0,1-1-1 0 0,0 1 0 0 0,0 0 0 0 0,0 0 0 0 0,0-1 0 0 0,0 1 1 0 0,-1-1-1 0 0,1 1 0 0 0,0-1 0 0 0,-3 1 0 0 0,2-2 16 0 0,1 1 0 0 0,0-1-1 0 0,0 1 1 0 0,-1-1 0 0 0,1 0 0 0 0,0 0-1 0 0,0 0 1 0 0,0 0 0 0 0,0 0-1 0 0,0 0 1 0 0,-2-2 0 0 0,3 3-177 0 0,-1 0 0 0 0,1 0 0 0 0,-1-1 0 0 0,1 1 0 0 0,-1 0 0 0 0,1 0 0 0 0,-1 0 0 0 0,1 0 1 0 0,-1 0-1 0 0,1 0 0 0 0,-1 0 0 0 0,1 0 0 0 0,-1 0 0 0 0,1 0 0 0 0,-1 0 0 0 0,1 0 0 0 0,-1 0 0 0 0,1 1 0 0 0,-1-1 0 0 0,1 0 0 0 0,-1 0 0 0 0,1 0 1 0 0,-1 1-1 0 0,1-1 0 0 0,-1 0 0 0 0,1 1 0 0 0,0-1 0 0 0,-1 0 0 0 0,1 1 0 0 0,0-1 0 0 0,-1 0 0 0 0,1 1 0 0 0,0-1 0 0 0,-1 1 0 0 0,1-1 0 0 0,0 1 0 0 0,-14 19 117 0 0,12-17-84 0 0,-5 8 61 0 0,0 0 0 0 0,0 1-1 0 0,1 0 1 0 0,1 0 0 0 0,0 0-1 0 0,0 1 1 0 0,2 0 0 0 0,-1 0 0 0 0,2 0-1 0 0,0 0 1 0 0,0 0 0 0 0,1 0 0 0 0,1 1-1 0 0,0-1 1 0 0,1 0 0 0 0,0 1-1 0 0,4 16 1 0 0,-4-29-86 0 0,0 1 1 0 0,-1-1-1 0 0,1 1 0 0 0,0 0 1 0 0,0-1-1 0 0,0 0 0 0 0,0 1 0 0 0,0-1 1 0 0,0 0-1 0 0,1 0 0 0 0,-1 1 0 0 0,0-1 1 0 0,1 0-1 0 0,-1 0 0 0 0,1 0 1 0 0,-1-1-1 0 0,1 1 0 0 0,-1 0 0 0 0,1 0 1 0 0,0-1-1 0 0,-1 1 0 0 0,1-1 0 0 0,0 0 1 0 0,2 1-1 0 0,-1-1 9 0 0,0 1 0 0 0,0-1 0 0 0,0 0-1 0 0,0 0 1 0 0,0 0 0 0 0,0 0 0 0 0,0-1 0 0 0,0 1 0 0 0,0-1 0 0 0,0 0-1 0 0,0 0 1 0 0,-1 0 0 0 0,6-2 0 0 0,-5 1-12 0 0,-1 0 0 0 0,0 0 0 0 0,0-1 0 0 0,0 1 0 0 0,-1 0 0 0 0,1-1 0 0 0,0 1 0 0 0,-1-1-1 0 0,1 1 1 0 0,-1-1 0 0 0,0 0 0 0 0,0 1 0 0 0,0-1 0 0 0,0 0 0 0 0,0-5 0 0 0,9-22 140 0 0,-6 23-133 0 0,-1 1-1 0 0,0-1 1 0 0,-1 0-1 0 0,1 0 1 0 0,1-14-1 0 0,-3 18-29 0 0,0 0 0 0 0,-1 1-1 0 0,0-1 1 0 0,1 0 0 0 0,-1 0 0 0 0,0 1 0 0 0,-1-1-1 0 0,1 0 1 0 0,0 0 0 0 0,-1 1 0 0 0,1-1-1 0 0,-1 0 1 0 0,0 1 0 0 0,0-1 0 0 0,0 0 0 0 0,0 1-1 0 0,-1 0 1 0 0,-2-5 0 0 0,1 4 16 0 0,0 1 1 0 0,-1-1-1 0 0,0 1 1 0 0,1-1 0 0 0,-1 1-1 0 0,0 0 1 0 0,0 0-1 0 0,-1 1 1 0 0,1-1-1 0 0,0 1 1 0 0,0 0-1 0 0,-1 0 1 0 0,1 0-1 0 0,0 1 1 0 0,-1 0-1 0 0,1-1 1 0 0,-1 2 0 0 0,1-1-1 0 0,-1 0 1 0 0,1 1-1 0 0,0 0 1 0 0,-1 0-1 0 0,1 0 1 0 0,0 0-1 0 0,0 1 1 0 0,0 0-1 0 0,0 0 1 0 0,0 0 0 0 0,0 0-1 0 0,-4 4 1 0 0,6-3-16 0 0,0-1 0 0 0,0 1 0 0 0,0 0 0 0 0,0 0 0 0 0,1 0 0 0 0,-1 0 1 0 0,1 0-1 0 0,0 0 0 0 0,0 1 0 0 0,0-1 0 0 0,0 0 0 0 0,0 6 0 0 0,0-4 6 0 0,0 0-1 0 0,0 0 1 0 0,0-1 0 0 0,-1 1-1 0 0,-2 5 1 0 0,1-5-7 0 0,0 1 0 0 0,0 0 0 0 0,1 0 0 0 0,-1 0 0 0 0,2 0 0 0 0,-1 1 0 0 0,1-1 0 0 0,0 0 0 0 0,0 1 0 0 0,0-1 0 0 0,1 1 0 0 0,0-1 0 0 0,2 13 1 0 0,0-6 13 0 0,1 0 0 0 0,1 0 0 0 0,0 0 0 0 0,1 0 0 0 0,9 18 0 0 0,-13-30-1 0 0,1 0 1 0 0,-1 1-1 0 0,1-1 1 0 0,0 0-1 0 0,-1 0 1 0 0,1 1-1 0 0,0-1 1 0 0,0-1-1 0 0,0 1 1 0 0,0 0-1 0 0,0 0 1 0 0,0-1-1 0 0,0 1 1 0 0,0-1-1 0 0,4 1 1 0 0,13 4 47 0 0,-5 2-31 0 0,-7-3-19 0 0,0-1 1 0 0,0 0-1 0 0,0 0 1 0 0,1 0-1 0 0,-1-1 1 0 0,1 0-1 0 0,-1 0 0 0 0,1-1 1 0 0,11 0-1 0 0,-12-1 3 0 0,0 0 0 0 0,1 0 0 0 0,-1-1 0 0 0,0-1 0 0 0,0 1 0 0 0,0-1 0 0 0,0 0 0 0 0,0-1 0 0 0,12-5 0 0 0,-16 6-9 0 0,1-1 0 0 0,-1 1 0 0 0,0 0 0 0 0,1-1 0 0 0,-1 0 0 0 0,0 0 0 0 0,-1 0 0 0 0,1 0 0 0 0,-1 0 0 0 0,1-1 0 0 0,-1 1 0 0 0,0-1 0 0 0,0 1 0 0 0,0-1 0 0 0,-1 0 1 0 0,1 0-1 0 0,-1 0 0 0 0,1-5 0 0 0,0 1 7 0 0,0 1 0 0 0,1 0 0 0 0,0 0 0 0 0,6-11-1 0 0,-5 11 0 0 0,-1 0 0 0 0,0 0-1 0 0,0 0 1 0 0,0 0-1 0 0,1-9 1 0 0,-3 7-1 0 0,0 0-1 0 0,0 0 1 0 0,-1 0 0 0 0,0 0-1 0 0,-1 0 1 0 0,0-1 0 0 0,0 1-1 0 0,-1 0 1 0 0,0 0 0 0 0,-1 1-1 0 0,0-1 1 0 0,0 0-1 0 0,-1 1 1 0 0,-5-10 0 0 0,7 16-6 0 0,1-1 1 0 0,0 1-1 0 0,-1-1 1 0 0,1 1 0 0 0,-1 0-1 0 0,0 0 1 0 0,0 0-1 0 0,0 0 1 0 0,0 0-1 0 0,0 0 1 0 0,0 1-1 0 0,0-1 1 0 0,-1 1 0 0 0,1-1-1 0 0,-1 1 1 0 0,1 0-1 0 0,-1 0 1 0 0,1 0-1 0 0,-5-1 1 0 0,4 1-9 0 0,-31-11 4 0 0,20 8 5 0 0,0-1 0 0 0,1 0 0 0 0,-15-9-1 0 0,22 11 0 0 0,-1 0 1 0 0,1 0-1 0 0,0 0 0 0 0,-1 1 0 0 0,0 0 0 0 0,1 1 0 0 0,-1-1 0 0 0,0 1 0 0 0,0 1 0 0 0,0-1 0 0 0,0 1 0 0 0,0 0 0 0 0,0 1 0 0 0,0 0 0 0 0,0 0 0 0 0,1 0 0 0 0,-1 1 0 0 0,0 0 0 0 0,1 0 0 0 0,-1 1 0 0 0,1 0 0 0 0,-12 6 0 0 0,17-7-6 0 0,-1-1-1 0 0,0 0 1 0 0,1 1 0 0 0,-1 0-1 0 0,1-1 1 0 0,0 1-1 0 0,-1 0 1 0 0,1 0-1 0 0,0-1 1 0 0,0 1 0 0 0,0 0-1 0 0,0 0 1 0 0,1 0-1 0 0,-2 4 1 0 0,-4 34-4 0 0,6-33 18 0 0,-1-1 1 0 0,0 1 0 0 0,-3 13-1 0 0,-8 7-9 0 0,9-20-6 0 0,0 0 1 0 0,0 0-1 0 0,0 0 0 0 0,1 0 0 0 0,0 1 1 0 0,-2 13-1 0 0,3-9 13 0 0,1-1 0 0 0,0 1 0 0 0,0 0-1 0 0,2 0 1 0 0,-1 0 0 0 0,1 0 0 0 0,1-1-1 0 0,0 1 1 0 0,1-1 0 0 0,0 0 0 0 0,1 0 0 0 0,9 17-1 0 0,-5-11 3 0 0,-8-15-4 0 0,0 0 1 0 0,0 0-1 0 0,0 0 1 0 0,0 0 0 0 0,0 0-1 0 0,0 0 1 0 0,1-1-1 0 0,-1 1 1 0 0,1 0-1 0 0,-1-1 1 0 0,1 1 0 0 0,0-1-1 0 0,3 3 1 0 0,8 2 8 0 0,0 0 0 0 0,0-1 0 0 0,1-1 0 0 0,-1 0 0 0 0,1-1 0 0 0,0 0 0 0 0,0-1 0 0 0,17 0 0 0 0,-23-1-15 0 0,-1 1 0 0 0,0 0 0 0 0,0 0 0 0 0,13 5 0 0 0,-14-4 3 0 0,0-1-1 0 0,0 1 1 0 0,0-1-1 0 0,1-1 1 0 0,-1 1 0 0 0,1-1-1 0 0,8 0 1 0 0,-6-1 11 0 0,-1 0 1 0 0,1-1-1 0 0,0 0 1 0 0,-1-1-1 0 0,1 1 1 0 0,-1-2-1 0 0,0 1 0 0 0,1-1 1 0 0,-1-1-1 0 0,-1 1 1 0 0,12-7-1 0 0,-1-1 12 0 0,-16 10-17 0 0,1-1 0 0 0,0 1-1 0 0,0-1 1 0 0,-1 1 0 0 0,1-1 0 0 0,-1 0 0 0 0,1 0 0 0 0,-1 0-1 0 0,0 0 1 0 0,0-1 0 0 0,0 1 0 0 0,0 0 0 0 0,0-1 0 0 0,0 0-1 0 0,-1 1 1 0 0,1-1 0 0 0,-1 0 0 0 0,0 0 0 0 0,0 0 0 0 0,0 0-1 0 0,1-5 1 0 0,-2 6-4 0 0,1-5 9 0 0,0-1 0 0 0,1 2-1 0 0,0-1 1 0 0,0 0-1 0 0,0 0 1 0 0,1 1-1 0 0,4-8 1 0 0,-4 8-14 0 0,0 0 1 0 0,0 0-1 0 0,0-1 1 0 0,-1 1 0 0 0,0 0-1 0 0,0-1 1 0 0,-1 0 0 0 0,0 1-1 0 0,0-1 1 0 0,0 0-1 0 0,-1 0 1 0 0,0 1 0 0 0,0-1-1 0 0,-1 0 1 0 0,0 0-1 0 0,0 1 1 0 0,0-1 0 0 0,-1 1-1 0 0,0-1 1 0 0,-1 1-1 0 0,1-1 1 0 0,-1 1 0 0 0,0 0-1 0 0,-1 0 1 0 0,1 1-1 0 0,-1-1 1 0 0,0 1 0 0 0,-1 0-1 0 0,1 0 1 0 0,-1 0 0 0 0,0 0-1 0 0,0 1 1 0 0,-1 0-1 0 0,-10-7 1 0 0,-23-4 13 0 0,-6-3 3 0 0,37 13-20 0 0,-1 1-1 0 0,1 1 1 0 0,-1-1 0 0 0,1 1 0 0 0,-1 1 0 0 0,0 0 0 0 0,0 0 0 0 0,0 1 0 0 0,0 0 0 0 0,0 0 0 0 0,0 1 0 0 0,-1 0-1 0 0,1 1 1 0 0,0 0 0 0 0,0 0 0 0 0,0 1 0 0 0,0 0 0 0 0,0 1 0 0 0,1 0 0 0 0,-1 0 0 0 0,-13 8 0 0 0,18-8 1 0 0,0 0 1 0 0,0 0-1 0 0,1 0 1 0 0,-1 0 0 0 0,1 1-1 0 0,0-1 1 0 0,0 1-1 0 0,0 0 1 0 0,0-1 0 0 0,1 2-1 0 0,0-1 1 0 0,-1 0-1 0 0,2 0 1 0 0,-1 1 0 0 0,0-1-1 0 0,1 1 1 0 0,0-1-1 0 0,-1 9 1 0 0,1-9 3 0 0,-1 1 0 0 0,1-1 0 0 0,-1 0 0 0 0,0 0 0 0 0,0 0 0 0 0,-3 6 1 0 0,2-6-11 0 0,1 0 1 0 0,0 0 0 0 0,0 0 0 0 0,0 0 0 0 0,0 1 0 0 0,-1 7 0 0 0,2-5 6 0 0,0 0 0 0 0,1 0-1 0 0,0 0 1 0 0,0-1 0 0 0,1 1-1 0 0,0 0 1 0 0,0 0 0 0 0,0 0-1 0 0,1-1 1 0 0,4 10 0 0 0,-5-12 8 0 0,1 0-1 0 0,0 0 1 0 0,0 0 0 0 0,1-1-1 0 0,-1 1 1 0 0,1 0 0 0 0,-1-1 0 0 0,1 0-1 0 0,0 0 1 0 0,1 0 0 0 0,-1 0 0 0 0,0 0-1 0 0,1-1 1 0 0,0 1 0 0 0,-1-1 0 0 0,1 0-1 0 0,5 2 1 0 0,38 8 65 0 0,-37-10-60 0 0,0 1 0 0 0,0 0 0 0 0,0 0 0 0 0,16 8 0 0 0,-18-8-5 0 0,0 1 1 0 0,0-1-1 0 0,1-1 1 0 0,-1 1-1 0 0,1-1 0 0 0,0-1 1 0 0,0 0-1 0 0,-1 0 1 0 0,1-1-1 0 0,0 0 1 0 0,0 0-1 0 0,0-1 0 0 0,0 0 1 0 0,-1-1-1 0 0,1 0 1 0 0,-1 0-1 0 0,15-6 0 0 0,-21 6-2 0 0,0 1-1 0 0,1-1 0 0 0,-1 1 0 0 0,0-1 1 0 0,0 0-1 0 0,0 0 0 0 0,-1 0 0 0 0,1 0 1 0 0,0 0-1 0 0,-1 0 0 0 0,1-1 0 0 0,-1 1 0 0 0,0-1 1 0 0,0 1-1 0 0,0-1 0 0 0,0 1 0 0 0,0-1 1 0 0,-1 1-1 0 0,1-4 0 0 0,10-22-13 0 0,-8 20 11 0 0,0 1 0 0 0,0-1 0 0 0,0 0 0 0 0,-1 0 0 0 0,0 0 0 0 0,-1 0 0 0 0,0-1 0 0 0,0 1-1 0 0,-1 0 1 0 0,0-1 0 0 0,0 1 0 0 0,-1 0 0 0 0,0 0 0 0 0,0-1 0 0 0,-1 1 0 0 0,0 0 0 0 0,-1 0-1 0 0,0 0 1 0 0,0 1 0 0 0,0-1 0 0 0,-1 1 0 0 0,0 0 0 0 0,-1 0 0 0 0,1 0 0 0 0,-2 0 0 0 0,1 1 0 0 0,-1 0-1 0 0,1 0 1 0 0,-2 0 0 0 0,1 1 0 0 0,-1 0 0 0 0,1 0 0 0 0,-1 1 0 0 0,-1-1 0 0 0,1 2 0 0 0,0-1 0 0 0,-10-2-1 0 0,-3 0-5 0 0,9 4 9 0 0,0-1 0 0 0,1-1-1 0 0,-14-5 1 0 0,18 6-9 0 0,1 1-1 0 0,-1 0 1 0 0,0 0-1 0 0,0 1 1 0 0,0-1-1 0 0,0 1 1 0 0,0 1 0 0 0,0-1-1 0 0,0 1 1 0 0,0 0-1 0 0,0 0 1 0 0,0 1-1 0 0,0 0 1 0 0,0 0-1 0 0,-8 3 1 0 0,3-1 8 0 0,0 1-1 0 0,0 1 1 0 0,1 0-1 0 0,0 0 1 0 0,0 1-1 0 0,0 0 1 0 0,-10 9-1 0 0,15-10 0 0 0,1-1 0 0 0,0 1 0 0 0,0 0 0 0 0,0 1 0 0 0,-4 8 0 0 0,6-12-13 0 0,1 1 0 0 0,-1 0 0 0 0,1 0 0 0 0,0 0 0 0 0,0 0 0 0 0,0 0 0 0 0,0 1 0 0 0,0-1 0 0 0,0 0 0 0 0,1 0 0 0 0,0 1 0 0 0,0 4 0 0 0,0-6-109 0 0,1 0 1 0 0,0-1-1 0 0,0 1 0 0 0,0-1 0 0 0,0 0 0 0 0,0 1 0 0 0,1-1 0 0 0,-1 0 0 0 0,0 1 0 0 0,0-1 1 0 0,1 0-1 0 0,-1 0 0 0 0,1 0 0 0 0,-1 0 0 0 0,1-1 0 0 0,-1 1 0 0 0,1 0 0 0 0,0 0 0 0 0,1 0 1 0 0,-1-1-79 0 0,8 4-2459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3:5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41 1488 0 0,'0'0'1651'0'0,"19"4"-961"0"0,-10-5-691 0 0,0 0-1 0 0,0-1 1 0 0,0 1 0 0 0,10-5 0 0 0,-2 1 352 0 0,0-1 1444 0 0,-14 5-1708 0 0,-1 0 1 0 0,0 0-1 0 0,1 1 0 0 0,-1-1 1 0 0,1 0-1 0 0,-1 1 1 0 0,6-1-1 0 0,-8 1-107 0 0,0-1-52 0 0,0 1 78 0 0,0-1-1 0 0,0 1 0 0 0,0-1 1 0 0,0 0-1 0 0,0 1 1 0 0,0-1-1 0 0,0 0 0 0 0,0 1 1 0 0,0-1-1 0 0,-1 1 1 0 0,1-1-1 0 0,0 0 0 0 0,0 1 1 0 0,-1-1-1 0 0,1 1 1 0 0,0-1-1 0 0,-1 1 0 0 0,1-1 1 0 0,-1 1-1 0 0,1-1 1 0 0,-1 1-1 0 0,1-1 0 0 0,-1 1 1 0 0,1 0-1 0 0,-1-1 1 0 0,1 1-1 0 0,-2-1 0 0 0,1 1 18 0 0,1 0-1 0 0,-1 0 1 0 0,0 0-1 0 0,0 0 0 0 0,0 0 1 0 0,0 0-1 0 0,0 0 0 0 0,1 1 1 0 0,-1-1-1 0 0,0 0 0 0 0,0 0 1 0 0,0 1-1 0 0,1-1 0 0 0,-1 0 1 0 0,0 1-1 0 0,0-1 0 0 0,1 1 1 0 0,-1-1-1 0 0,0 1 1 0 0,1 0-1 0 0,-1-1 0 0 0,0 2 1 0 0,0-2-22 0 0,1 1 1 0 0,0 0 0 0 0,-1-1 0 0 0,1 1 0 0 0,0 0 0 0 0,-1 0 0 0 0,1 0 0 0 0,0-1 0 0 0,0 1-1 0 0,0 0 1 0 0,0 0 0 0 0,0 0 0 0 0,0 0 0 0 0,0-1 0 0 0,0 1 0 0 0,0 0 0 0 0,0 0 0 0 0,1 1-1 0 0,-1-2 9 0 0,0 1 0 0 0,1-1 0 0 0,-1 0 0 0 0,0 1-1 0 0,0-1 1 0 0,0 1 0 0 0,0-1 0 0 0,0 0 0 0 0,1 1 0 0 0,-1-1-1 0 0,0 0 1 0 0,0 1 0 0 0,0-1 0 0 0,0 1 0 0 0,0-1-1 0 0,0 0 1 0 0,0 1 0 0 0,0-1 0 0 0,-1 0 0 0 0,1 1-1 0 0,0-1 1 0 0,0 1 0 0 0,0-1 0 0 0,0 0 0 0 0,0 1-1 0 0,0-1 1 0 0,-1 0 0 0 0,1 1 0 0 0,0-1 0 0 0,0 0 0 0 0,-1 1-1 0 0,1-1 1 0 0,0 0 0 0 0,0 0 0 0 0,-1 1 0 0 0,1-1-1 0 0,0 0 1 0 0,-1 0 0 0 0,1 0 0 0 0,0 1 0 0 0,-1-1-1 0 0,1 0 1 0 0,-1 0 0 0 0,1 0 0 0 0,0 0 0 0 0,-1 0 0 0 0,0 0-1 0 0,1 0 34 0 0,-5 1-4 0 0,-1-1 836 0 0,10 8-438 0 0,-3-7-422 0 0,0 0 0 0 0,0-1 0 0 0,0 1 0 0 0,0 0 0 0 0,0 0 0 0 0,0-1 0 0 0,0 1 1 0 0,1-1-1 0 0,-1 1 0 0 0,0-1 0 0 0,0 0 0 0 0,0 1 0 0 0,1-1 0 0 0,-1 0 0 0 0,0 0 0 0 0,0 0 0 0 0,1 0 0 0 0,-1 0 0 0 0,0 0 0 0 0,0 0 0 0 0,1 0 0 0 0,-1 0 1 0 0,0 0-1 0 0,0-1 0 0 0,0 1 0 0 0,1-1 0 0 0,-1 1 0 0 0,0-1 0 0 0,2 0 0 0 0,-3 1 3 0 0,0 0 0 0 0,0-1 1 0 0,0 1-1 0 0,0 0 0 0 0,0 0 0 0 0,1 0 0 0 0,-1 0 1 0 0,0 0-1 0 0,0 0 0 0 0,0 0 0 0 0,0 0 0 0 0,0-1 0 0 0,0 1 1 0 0,0 0-1 0 0,1 0 0 0 0,-1 0 0 0 0,0 0 0 0 0,0 0 0 0 0,0-1 1 0 0,0 1-1 0 0,0 0 0 0 0,0 0 0 0 0,0 0 0 0 0,0 0 1 0 0,0 0-1 0 0,0-1 0 0 0,0 1 0 0 0,0 0 0 0 0,0 0 0 0 0,0 0 1 0 0,0 0-1 0 0,0-1 0 0 0,0 1 0 0 0,0 0 0 0 0,0 0 1 0 0,0 0-1 0 0,0 0 0 0 0,0 0 0 0 0,0-1 0 0 0,-1 1 0 0 0,1 0 1 0 0,0 0-1 0 0,0 0 0 0 0,0 0 0 0 0,0 0 0 0 0,0 0 1 0 0,0-1-1 0 0,-1 1 0 0 0,-10-1 227 0 0,9 1-243 0 0,-1 0 1 0 0,1 1-1 0 0,0-1 1 0 0,0 1-1 0 0,0 0 1 0 0,-1-1-1 0 0,1 1 1 0 0,0 0-1 0 0,0 0 1 0 0,0 0-1 0 0,-3 3 1 0 0,-22 22 74 0 0,21-22-78 0 0,6-4 4 0 0,-1 1 1 0 0,1-1 0 0 0,-1 0-1 0 0,1 1 1 0 0,-1-1-1 0 0,1 1 1 0 0,0-1 0 0 0,-1 1-1 0 0,1-1 1 0 0,-1 1-1 0 0,1-1 1 0 0,0 1-1 0 0,0-1 1 0 0,-1 1 0 0 0,1-1-1 0 0,0 1 1 0 0,0 0-1 0 0,0-1 1 0 0,0 1 0 0 0,-1-1-1 0 0,1 1 1 0 0,0 0-1 0 0,0-1 1 0 0,0 1-1 0 0,1 0 1 0 0,-6 13 153 0 0,4-12-151 0 0,0 0 1 0 0,0 0 0 0 0,0 0 0 0 0,0 0-1 0 0,0 0 1 0 0,1 1 0 0 0,-1-1 0 0 0,1 0-1 0 0,0 2 1 0 0,-16 857 482 0 0,16-680-469 0 0,2-107 12 0 0,-11 107-1 0 0,-26-15 84 0 0,7-42-32 0 0,18-73-136 0 0,2-13-237 0 0,2-1 1 0 0,-3 60-1 0 0,9-116-2647 0 0,0-21 756 0 0,0 15 403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3:5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4121 0 0,'0'0'796'0'0,"-12"9"-162"0"0,-4 38-22 0 0,3 1 0 0 0,2 0 0 0 0,-8 73 1 0 0,0-3 318 0 0,5-34-745 0 0,4 1-1 0 0,4 0 0 0 0,3 1 1 0 0,4-1-1 0 0,4 0 0 0 0,26 142 1 0 0,-14-137-96 0 0,39 228 470 0 0,-46-236-292 0 0,-1 156-1 0 0,-11-208-176 0 0,-1 0 0 0 0,-1 0-1 0 0,-14 49 1 0 0,18-79-52 0 0,-10 24-716 0 0,10-23 637 0 0,0-1 0 0 0,0 0 0 0 0,0 0 0 0 0,-1 0-1 0 0,1 1 1 0 0,0-1 0 0 0,0 0 0 0 0,0 0 0 0 0,0 0 0 0 0,-1 0 0 0 0,1 0-1 0 0,0 1 1 0 0,0-1 0 0 0,-1 0 0 0 0,1 0 0 0 0,0 0 0 0 0,0 0 0 0 0,0 0 0 0 0,-1 0-1 0 0,1 0 1 0 0,0 0 0 0 0,0 0 0 0 0,-1 0 0 0 0,1 0 0 0 0,0 0 0 0 0,0 0 0 0 0,-1 0-1 0 0,1 0 1 0 0,0 0 0 0 0,0 0 0 0 0,-1 0 0 0 0,1 0 0 0 0,-10-14-1377 0 0,-7-42-1038 0 0,10 22 97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3:57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0 6153 0 0,'-1'0'2029'0'0,"-12"4"-1612"0"0,8 220-718 0 0,0-111 1353 0 0,7 203 100 0 0,0 150-573 0 0,-4-69-128 0 0,18-162-368 0 0,-14-208-52 0 0,2 18 99 0 0,-2 0-1 0 0,-7 70 1 0 0,-2-76 48 0 0,-2-1 0 0 0,-19 54 0 0 0,13-48-142 0 0,-10 55 0 0 0,23-85-8 0 0,1-1-1 0 0,0 19 0 0 0,1-24-57 0 0,1-7 30 0 0,-1 0-1 0 0,1 0 0 0 0,0 0 0 0 0,-1 0 0 0 0,1 0 1 0 0,0 0-1 0 0,0 0 0 0 0,0 0 0 0 0,0 0 1 0 0,-1 0-1 0 0,1 0 0 0 0,0 0 0 0 0,1 0 0 0 0,-1-1 1 0 0,0 1-1 0 0,0 0 0 0 0,0-1 0 0 0,0 1 1 0 0,1-1-1 0 0,-1 1 0 0 0,0-1 0 0 0,0 0 0 0 0,3 1 1 0 0,-4-1 5 0 0,7-7-463 0 0,-6 6 415 0 0,0 1 0 0 0,0 0 0 0 0,-1-1 0 0 0,1 1 0 0 0,0-1 0 0 0,0 0 0 0 0,-1 1 0 0 0,1-1 0 0 0,0 0 0 0 0,-1 1 0 0 0,1-1 0 0 0,0 0 0 0 0,-1 0 0 0 0,1 1 0 0 0,-1-1 0 0 0,1 0-1 0 0,-1 0 1 0 0,0 0 0 0 0,1 0 0 0 0,-1 0 0 0 0,0 0 0 0 0,0 1 0 0 0,1-3 0 0 0,-5-88-7 0 0,2-42-153 0 0,3 123 238 0 0,0 0 3 0 0,0-1 0 0 0,-1 1 1 0 0,0 0-1 0 0,-3-17 0 0 0,3 26-22 0 0,-1 0 0 0 0,1-1-1 0 0,-1 1 1 0 0,0 0-1 0 0,0-1 1 0 0,0 1-1 0 0,1 0 1 0 0,-1 0 0 0 0,0 0-1 0 0,0 0 1 0 0,-1 0-1 0 0,1 0 1 0 0,0 0-1 0 0,0 0 1 0 0,0 0 0 0 0,-1 0-1 0 0,1 1 1 0 0,0-1-1 0 0,-1 1 1 0 0,1-1-1 0 0,0 1 1 0 0,-1-1 0 0 0,1 1-1 0 0,-1 0 1 0 0,1-1-1 0 0,-1 1 1 0 0,1 0-1 0 0,-1 0 1 0 0,1 0 0 0 0,-1 0-1 0 0,1 1 1 0 0,-1-1-1 0 0,1 0 1 0 0,-1 0 0 0 0,1 1-1 0 0,0-1 1 0 0,-1 1-1 0 0,1 0 1 0 0,-1-1-1 0 0,1 1 1 0 0,0 0 0 0 0,0 0-1 0 0,0 0 1 0 0,-1 0-1 0 0,1 0 1 0 0,0 0-1 0 0,0 0 1 0 0,0 0 0 0 0,0 0-1 0 0,0 0 1 0 0,1 0-1 0 0,-1 1 1 0 0,0-1-1 0 0,1 0 1 0 0,-2 3 0 0 0,-12 42 136 0 0,2 1 1 0 0,1 0-1 0 0,3 0 1 0 0,-3 75-1 0 0,10-116-138 0 0,0-1-1 0 0,-1 1 1 0 0,0 0-1 0 0,0 0 1 0 0,0-1-1 0 0,0 1 1 0 0,-5 5 0 0 0,4-5-7 0 0,1-1 0 0 0,-1 1 0 0 0,1 0 1 0 0,-1 0-1 0 0,2 0 0 0 0,-1 0 1 0 0,-1 7-1 0 0,3-8 8 0 0,-1 0-1 0 0,1 0 0 0 0,0 1 1 0 0,1-1-1 0 0,-1 0 1 0 0,1 0-1 0 0,0 0 1 0 0,2 8-1 0 0,-2-12-5 0 0,0 1-1 0 0,0-1 1 0 0,0 1 0 0 0,0 0-1 0 0,0-1 1 0 0,0 0 0 0 0,0 1-1 0 0,0-1 1 0 0,1 0 0 0 0,-1 1-1 0 0,0-1 1 0 0,1 0-1 0 0,-1 0 1 0 0,1 0 0 0 0,0 0-1 0 0,-1-1 1 0 0,1 1 0 0 0,0 0-1 0 0,-1-1 1 0 0,1 1 0 0 0,0-1-1 0 0,0 1 1 0 0,0-1 0 0 0,-1 0-1 0 0,1 0 1 0 0,0 0 0 0 0,2 0-1 0 0,-1 0-4 0 0,0 0 0 0 0,0 0-1 0 0,0 0 1 0 0,0-1 0 0 0,0 1-1 0 0,-1-1 1 0 0,1 0 0 0 0,0 1-1 0 0,0-1 1 0 0,-1 0 0 0 0,1-1 0 0 0,0 1-1 0 0,-1 0 1 0 0,0-1 0 0 0,1 0-1 0 0,-1 1 1 0 0,4-4 0 0 0,-3 1 3 0 0,-1 0-1 0 0,1 0 1 0 0,-1 0 0 0 0,1 0 0 0 0,-1-1 0 0 0,0 1-1 0 0,-1-1 1 0 0,1 1 0 0 0,1-8 0 0 0,-1 5-1 0 0,1 0 0 0 0,0 1 1 0 0,0-1-1 0 0,7-10 0 0 0,-5 10 10 0 0,-1 0-1 0 0,0-1 1 0 0,5-14-1 0 0,-7 13-9 0 0,0 1-1 0 0,0-1 0 0 0,-1 1 1 0 0,0-1-1 0 0,-1 1 0 0 0,0-1 1 0 0,0 1-1 0 0,-1-1 0 0 0,0 0 1 0 0,-1 1-1 0 0,0 0 0 0 0,0-1 1 0 0,-1 1-1 0 0,-4-11 0 0 0,5 16 3 0 0,0 0-1 0 0,0 0 1 0 0,0 1-1 0 0,0-1 0 0 0,-1 1 1 0 0,1-1-1 0 0,-1 1 1 0 0,0 0-1 0 0,0 0 1 0 0,1 0-1 0 0,-6-2 1 0 0,-36-18 1 0 0,40 21-5 0 0,0-1 1 0 0,-1 1-1 0 0,1-1 0 0 0,0 1 0 0 0,-1 1 1 0 0,1-1-1 0 0,0 1 0 0 0,-1-1 1 0 0,1 1-1 0 0,-1 0 0 0 0,-7 2 1 0 0,10-2-3 0 0,0 1 0 0 0,0 0 0 0 0,0-1 0 0 0,0 1 0 0 0,0 0 0 0 0,0 0 0 0 0,0 0 0 0 0,0 0 0 0 0,1 1 0 0 0,-1-1 0 0 0,0 0 0 0 0,1 1 0 0 0,-1-1 1 0 0,1 1-1 0 0,-1 0 0 0 0,1-1 0 0 0,0 1 0 0 0,0 0 0 0 0,0 0 0 0 0,0 0 0 0 0,0 0 0 0 0,0 0 0 0 0,0 0 0 0 0,1 0 0 0 0,-1 3 0 0 0,-2 6-4 0 0,1-2 0 0 0,-1 1 0 0 0,-1 0 0 0 0,0-1 0 0 0,-6 12 0 0 0,7-14 5 0 0,0 0 0 0 0,0 0 0 0 0,1 1 0 0 0,0-1 0 0 0,0 0 0 0 0,0 1 0 0 0,1 0 0 0 0,0-1 0 0 0,1 1 0 0 0,0 0 0 0 0,0 0-1 0 0,1-1 1 0 0,2 16 0 0 0,0-10 6 0 0,1 1-1 0 0,0-1 0 0 0,1 0 0 0 0,0 0 0 0 0,1-1 1 0 0,0 0-1 0 0,8 12 0 0 0,-10-19-2 0 0,-1-1-1 0 0,1 1 1 0 0,0-1-1 0 0,0 0 1 0 0,0 0-1 0 0,0-1 1 0 0,1 1 0 0 0,0-1-1 0 0,0 0 1 0 0,-1 0-1 0 0,2-1 1 0 0,-1 1-1 0 0,0-1 1 0 0,0 0 0 0 0,1-1-1 0 0,8 2 1 0 0,-6 0 3 0 0,1 0 0 0 0,-1 0 1 0 0,10 6-1 0 0,-12-6 3 0 0,-1 0 0 0 0,1 0 0 0 0,-1-1-1 0 0,1 0 1 0 0,0 0 0 0 0,0-1 0 0 0,0 1 0 0 0,0-1 0 0 0,9 0 0 0 0,-13-1 4 0 0,0 0-1 0 0,0 0 1 0 0,1 0 0 0 0,-1 0 0 0 0,0 0-1 0 0,0-1 1 0 0,0 1 0 0 0,0-1 0 0 0,0 0 0 0 0,0 1-1 0 0,0-1 1 0 0,0 0 0 0 0,0 0 0 0 0,0 0 0 0 0,0-1-1 0 0,-1 1 1 0 0,3-2 0 0 0,-2 0 4 0 0,0 1 0 0 0,0-1 0 0 0,0 0 0 0 0,-1 0 0 0 0,1 0 0 0 0,-1 0 0 0 0,0 0 0 0 0,0-1 0 0 0,0 1 0 0 0,1-6 0 0 0,-1-1-11 0 0,0 0 1 0 0,-1 0-1 0 0,1 0 1 0 0,-2 0 0 0 0,0 0-1 0 0,0 0 1 0 0,-1-1-1 0 0,0 2 1 0 0,-1-1-1 0 0,0 0 1 0 0,0 0-1 0 0,-1 1 1 0 0,0 0 0 0 0,-1 0-1 0 0,0 0 1 0 0,0 0-1 0 0,-8-8 1 0 0,10 12-5 0 0,-1 1 0 0 0,1 0 0 0 0,-1 0 1 0 0,0 0-1 0 0,0 0 0 0 0,0 0 0 0 0,0 1 0 0 0,-1 0 1 0 0,-8-5-1 0 0,-63-30-40 0 0,74 37 33 0 0,0 0 0 0 0,-1 0 0 0 0,1 0 0 0 0,0 0 0 0 0,-1 0 0 0 0,1 1 0 0 0,-1-1 0 0 0,1 1 0 0 0,-1 0 0 0 0,1 0 0 0 0,-1-1 0 0 0,1 2 0 0 0,-1-1-1 0 0,1 0 1 0 0,-1 0 0 0 0,1 1 0 0 0,-1 0 0 0 0,1-1 0 0 0,0 1 0 0 0,-3 1 0 0 0,2 0-2 0 0,0 0 0 0 0,1 0-1 0 0,0 0 1 0 0,-1 0 0 0 0,1 0-1 0 0,0 1 1 0 0,0-1 0 0 0,0 0 0 0 0,0 1-1 0 0,1 0 1 0 0,-1-1 0 0 0,1 1-1 0 0,0 0 1 0 0,-2 4 0 0 0,1-2-3 0 0,1 1 0 0 0,-1-1 0 0 0,1 1 0 0 0,0-1 0 0 0,0 1-1 0 0,1 0 1 0 0,0-1 0 0 0,0 1 0 0 0,0 0 0 0 0,1 0 0 0 0,0-1 0 0 0,0 1 0 0 0,0-1 0 0 0,0 1 0 0 0,1-1 0 0 0,0 1 0 0 0,4 6-1 0 0,-3-8 5 0 0,1-1 0 0 0,-1 0-1 0 0,0 0 1 0 0,1 0-1 0 0,0-1 1 0 0,0 1 0 0 0,0-1-1 0 0,0 0 1 0 0,0 0-1 0 0,7 2 1 0 0,45 14 68 0 0,-37-14-51 0 0,-14-3-7 0 0,-1 0-1 0 0,1 0 1 0 0,-1 0 0 0 0,1 1-1 0 0,-1-1 1 0 0,5 4-1 0 0,0-1 4 0 0,0 0 0 0 0,-1 0 0 0 0,1-1 1 0 0,1 0-1 0 0,-1-1 0 0 0,0 0 0 0 0,1 0 0 0 0,14 0 0 0 0,-16-1 7 0 0,-1-1 0 0 0,1-1 0 0 0,0 1 0 0 0,-1-1 0 0 0,1 0 1 0 0,-1-1-1 0 0,1 0 0 0 0,-1 0 0 0 0,0 0 0 0 0,0-1 0 0 0,8-4 1 0 0,-13 5-12 0 0,0 0 0 0 0,0 0 1 0 0,0 0-1 0 0,0 0 1 0 0,0 0-1 0 0,-1 0 0 0 0,1-1 1 0 0,-1 1-1 0 0,1 0 1 0 0,-1-1-1 0 0,0 0 1 0 0,0 1-1 0 0,0-1 0 0 0,0 0 1 0 0,0-3-1 0 0,1-2 3 0 0,-1 1 0 0 0,0-1 0 0 0,0 0-1 0 0,-1-9 1 0 0,-1 8-5 0 0,-1 1 0 0 0,1 0 0 0 0,-2-1 0 0 0,1 1 0 0 0,-1 0 0 0 0,0 1-1 0 0,-1-1 1 0 0,0 0 0 0 0,0 1 0 0 0,0 0 0 0 0,-6-7 0 0 0,0 4-8 0 0,-1 1 0 0 0,1 0 0 0 0,-1 0-1 0 0,-1 1 1 0 0,0 1 0 0 0,0 0 0 0 0,0 0 0 0 0,-1 1 0 0 0,0 1 0 0 0,-26-8 0 0 0,30 11-2 0 0,0-2 0 0 0,0 1 0 0 0,-10-7 1 0 0,13 6 0 0 0,0 1 1 0 0,0 0-1 0 0,-1 0 1 0 0,1 1 0 0 0,0 0-1 0 0,-1 0 1 0 0,0 0-1 0 0,-8 0 1 0 0,10 2 1 0 0,1-1 0 0 0,0 1 1 0 0,-1 0-1 0 0,1 1 0 0 0,-1-1 0 0 0,1 1 0 0 0,0 0 1 0 0,0 0-1 0 0,-1 0 0 0 0,1 1 0 0 0,0 0 0 0 0,0-1 1 0 0,-6 5-1 0 0,6-3 0 0 0,0 1 0 0 0,0-1 0 0 0,1 1 0 0 0,0 0-1 0 0,-1 0 1 0 0,2 0 0 0 0,-1 0 0 0 0,0 0 0 0 0,1 1 0 0 0,0 0 0 0 0,-3 6 0 0 0,-1 8-19 0 0,-8 39 1 0 0,12-44 10 0 0,-1 0 1 0 0,-1 0 0 0 0,0-1 0 0 0,-1 1 0 0 0,-7 14 0 0 0,9-22 13 0 0,0-1-1 0 0,1 1 1 0 0,-1 0 0 0 0,1 0 0 0 0,0 0-1 0 0,1 0 1 0 0,-1 0 0 0 0,1 1-1 0 0,1-1 1 0 0,-1 0 0 0 0,1 1 0 0 0,0-1-1 0 0,0 0 1 0 0,1 1 0 0 0,0-1 0 0 0,0 0-1 0 0,1 0 1 0 0,-1 0 0 0 0,1 0-1 0 0,5 11 1 0 0,-5-15-3 0 0,-1-1 0 0 0,1 1-1 0 0,-1 0 1 0 0,1-1 0 0 0,0 1-1 0 0,0-1 1 0 0,0 1 0 0 0,0-1-1 0 0,0 0 1 0 0,0 0 0 0 0,0 0 0 0 0,0 0-1 0 0,0 0 1 0 0,0 0 0 0 0,4 0-1 0 0,37 7 70 0 0,-39-7-66 0 0,0-1 5 0 0,1 1 0 0 0,-1 1 0 0 0,0-1 0 0 0,0 1 1 0 0,-1 0-1 0 0,8 3 0 0 0,-8-2 5 0 0,0-1-1 0 0,1-1 1 0 0,-1 1 0 0 0,1 0 0 0 0,-1-1-1 0 0,1 0 1 0 0,0 0 0 0 0,-1 0 0 0 0,1 0 0 0 0,5 0-1 0 0,-8-1-10 0 0,1 0-1 0 0,0 0 0 0 0,-1 0 0 0 0,1 0 1 0 0,-1-1-1 0 0,1 1 0 0 0,-1 0 0 0 0,1 0 1 0 0,-1-1-1 0 0,1 1 0 0 0,-1-1 0 0 0,1 0 1 0 0,-1 1-1 0 0,1-1 0 0 0,-1 0 0 0 0,0 0 1 0 0,1 0-1 0 0,-1 0 0 0 0,0 0 0 0 0,0 0 1 0 0,0 0-1 0 0,0 0 0 0 0,0-1 0 0 0,0 1 1 0 0,0 0-1 0 0,0-1 0 0 0,-1 1 0 0 0,1-1 1 0 0,0 1-1 0 0,-1 0 0 0 0,1-1 1 0 0,-1 1-1 0 0,1-1 0 0 0,-1-2 0 0 0,2-1-3 0 0,-1-1 0 0 0,0 0 0 0 0,-1 1 0 0 0,1-1 0 0 0,-1 0 0 0 0,0 0 0 0 0,-1 0 0 0 0,1 0 0 0 0,-1 1 0 0 0,0-1 0 0 0,0 0 0 0 0,-1 1 0 0 0,0-1 0 0 0,-5-9 0 0 0,-2-4-4 0 0,-1 1 0 0 0,-22-30 0 0 0,20 29-4 0 0,9 15 3 0 0,1-1 0 0 0,-1 1 0 0 0,0 0 0 0 0,0 0 0 0 0,0 0 0 0 0,-1 0 0 0 0,1 1-1 0 0,-1-1 1 0 0,0 1 0 0 0,0 0 0 0 0,0 0 0 0 0,0 0 0 0 0,-10-4 0 0 0,12 6-17 0 0,0 0 1 0 0,0 1 0 0 0,0-1-1 0 0,0 0 1 0 0,0 1-1 0 0,0-1 1 0 0,0 1-1 0 0,0 0 1 0 0,-1 0-1 0 0,-3 0 1 0 0,5 0 18 0 0,0 1-1 0 0,1-1 1 0 0,-1 1 0 0 0,0 0 0 0 0,0-1-1 0 0,0 1 1 0 0,0 0 0 0 0,1 0 0 0 0,-1 0-1 0 0,0 0 1 0 0,1 0 0 0 0,-1-1 0 0 0,0 1-1 0 0,1 0 1 0 0,0 0 0 0 0,-1 1 0 0 0,1-1-1 0 0,-1 0 1 0 0,1 0 0 0 0,0 0 0 0 0,0 0-1 0 0,0 2 1 0 0,-2 7 2 0 0,1 0 1 0 0,0 1-1 0 0,0-1 0 0 0,2 1 1 0 0,-1-1-1 0 0,1 1 0 0 0,1-1 1 0 0,0 0-1 0 0,0 0 0 0 0,1 0 1 0 0,0 0-1 0 0,1 0 0 0 0,0 0 1 0 0,0-1-1 0 0,8 12 0 0 0,-9-16 10 0 0,-1-1-1 0 0,1 0 0 0 0,0 1 0 0 0,0-1 0 0 0,0-1 0 0 0,0 1 0 0 0,1 0 0 0 0,0-1 0 0 0,0 1 0 0 0,0-1 0 0 0,0 0 0 0 0,0-1 0 0 0,0 1 0 0 0,1-1 0 0 0,-1 0 0 0 0,6 2 0 0 0,4 1 12 0 0,-1 0-1 0 0,19 4 0 0 0,-24-7-5 0 0,-1 0 0 0 0,1 0-1 0 0,-1 1 1 0 0,13 7 0 0 0,-16-8-6 0 0,-1 0 0 0 0,1 0 1 0 0,1 0-1 0 0,-1 0 0 0 0,0 0 1 0 0,0-1-1 0 0,0 0 0 0 0,1 0 1 0 0,-1 0-1 0 0,1 0 0 0 0,-1-1 1 0 0,1 0-1 0 0,-1 1 0 0 0,1-2 1 0 0,-1 1-1 0 0,1-1 0 0 0,-1 1 1 0 0,7-3-1 0 0,-9 3-4 0 0,-1-1-1 0 0,0 1 1 0 0,1-1-1 0 0,-1 1 1 0 0,1-1 0 0 0,-1 0-1 0 0,0 0 1 0 0,0 1-1 0 0,1-1 1 0 0,-1 0 0 0 0,0 0-1 0 0,0 0 1 0 0,0 0 0 0 0,0 0-1 0 0,0-1 1 0 0,0 1-1 0 0,0 0 1 0 0,0 0 0 0 0,-1-1-1 0 0,1 1 1 0 0,0 0-1 0 0,-1-1 1 0 0,1 1 0 0 0,-1-1-1 0 0,1 1 1 0 0,-1-1 0 0 0,0-2-1 0 0,7-19-13 0 0,-7 23 12 0 0,4-8 10 0 0,0 1 0 0 0,-1-1 0 0 0,0 0 0 0 0,0 0 1 0 0,-1-1-1 0 0,0 1 0 0 0,0 0 0 0 0,-1-1 0 0 0,0 1 0 0 0,-1-14 0 0 0,-1 12-11 0 0,0-1-1 0 0,-1 0 1 0 0,-1 1-1 0 0,1-1 1 0 0,-2 1 0 0 0,0 0-1 0 0,-9-19 1 0 0,9 23 0 0 0,1 0 1 0 0,-1 1-1 0 0,0 0 0 0 0,0-1 1 0 0,0 1-1 0 0,-1 1 0 0 0,0-1 1 0 0,0 1-1 0 0,0 0 0 0 0,0 0 1 0 0,-1 0-1 0 0,1 1 1 0 0,-13-6-1 0 0,-14-4 9 0 0,13 5-25 0 0,1 1 0 0 0,-23-5 0 0 0,34 10-9 0 0,0 0-1 0 0,0 0 1 0 0,-11-7-1 0 0,13 7 5 0 0,0 0 0 0 0,1 0 0 0 0,-1 0 0 0 0,0 0 0 0 0,0 1 0 0 0,0-1 1 0 0,0 1-1 0 0,0 0 0 0 0,-6 0 0 0 0,10 3 17 0 0,-1-1 0 0 0,0 0 0 0 0,1 1 1 0 0,-1-1-1 0 0,1 1 0 0 0,0 0 0 0 0,-1-1 0 0 0,1 1 1 0 0,0 0-1 0 0,0 0 0 0 0,0 0 0 0 0,0 0 0 0 0,1-1 1 0 0,-1 1-1 0 0,0 3 0 0 0,0-3 3 0 0,-3 9-1 0 0,1 0 0 0 0,0 1 0 0 0,0-1 0 0 0,2 1 0 0 0,-1 0 0 0 0,1-1 0 0 0,1 1 0 0 0,1 17 0 0 0,1-13 3 0 0,0 1 0 0 0,1-1 0 0 0,1 1-1 0 0,1-1 1 0 0,8 21 0 0 0,-10-32 16 0 0,-1 0 0 0 0,1 0 0 0 0,0-1 0 0 0,0 1 0 0 0,1-1 0 0 0,-1 0 0 0 0,1 0 1 0 0,0 0-1 0 0,0-1 0 0 0,6 5 0 0 0,-9-7-7 0 0,1 0-1 0 0,0 1 1 0 0,0-1 0 0 0,0 0 0 0 0,0 0 0 0 0,0 0 0 0 0,0 0 0 0 0,0 0 0 0 0,1-1-1 0 0,-1 1 1 0 0,0-1 0 0 0,0 1 0 0 0,1-1 0 0 0,-1 0 0 0 0,0 0 0 0 0,1 0 0 0 0,-1 0-1 0 0,0 0 1 0 0,0-1 0 0 0,1 1 0 0 0,-1-1 0 0 0,0 1 0 0 0,0-1 0 0 0,0 0 0 0 0,0 0-1 0 0,3-1 1 0 0,-3-2-13 0 0,0 1 0 0 0,0 0-1 0 0,-1-1 1 0 0,1 1 0 0 0,-1-1 0 0 0,0 1-1 0 0,0-1 1 0 0,-1 1 0 0 0,1-1-1 0 0,-1 0 1 0 0,1 0 0 0 0,-1-4 0 0 0,1-4 6 0 0,0 4 5 0 0,0-1 0 0 0,1 1 0 0 0,0-1 0 0 0,0 1 0 0 0,1 0 0 0 0,4-9 0 0 0,-4 11-4 0 0,0 1-1 0 0,-1-1 0 0 0,0 0 1 0 0,0 0-1 0 0,0 0 1 0 0,-1 0-1 0 0,1 0 1 0 0,-2 0-1 0 0,1-1 0 0 0,-1 1 1 0 0,0 0-1 0 0,0 0 1 0 0,0-1-1 0 0,-1 1 0 0 0,-2-9 1 0 0,2 13 12 0 0,-1 0 0 0 0,1 1-1 0 0,0-1 1 0 0,0 1 0 0 0,-1-1 0 0 0,1 1 0 0 0,-1 0 0 0 0,1 0 0 0 0,-1-1-1 0 0,0 1 1 0 0,1 0 0 0 0,-1 0 0 0 0,0 1 0 0 0,0-1 0 0 0,0 0 0 0 0,-2 0-1 0 0,3 1-207 0 0,0-1-1 0 0,-1 0 0 0 0,1 1 0 0 0,0 0 0 0 0,0-1 1 0 0,-1 1-1 0 0,1 0 0 0 0,-1 0 0 0 0,1 0 1 0 0,0 0-1 0 0,-1 0 0 0 0,1 0 0 0 0,0 0 0 0 0,-1 0 1 0 0,1 0-1 0 0,0 1 0 0 0,-1-1 0 0 0,1 1 1 0 0,0-1-1 0 0,0 1 0 0 0,-1-1 0 0 0,1 1 0 0 0,-2 1 1 0 0,1 2-2521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14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1152 0 0,'0'0'744'0'0,"1"0"-1504"0"0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14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1096 0 0,'0'0'920'0'0,"-2"0"-872"0"0,1 0 0 0 0,-1 0-48 0 0,0 0 16 0 0,1 0-48 0 0,-1 0-392 0 0,0 0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16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118 520 280 0 0,'0'0'411'0'0,"-33"0"2467"0"0,33 0-2849 0 0,0 0-1 0 0,-1 0 1 0 0,1 0 0 0 0,0 0 0 0 0,0 0-1 0 0,-1 0 1 0 0,1 0 0 0 0,0 0-1 0 0,-1 0 1 0 0,1 0 0 0 0,0-1 0 0 0,-1 1-1 0 0,1 0 1 0 0,0 0 0 0 0,0 0 0 0 0,-1 0-1 0 0,1 0 1 0 0,0-1 0 0 0,0 1 0 0 0,-1 0-1 0 0,1 0 1 0 0,0-1 0 0 0,0 1 0 0 0,-1 0-1 0 0,1 0 1 0 0,0-1 0 0 0,0 1 0 0 0,0 0-1 0 0,0 0 1 0 0,0-1 0 0 0,-1 1 0 0 0,1 0-1 0 0,0-1 1 0 0,0 1 0 0 0,0 0 0 0 0,0 0-1 0 0,0-1 1 0 0,0 0 0 0 0,4-15 352 0 0,14-15-67 0 0,-16 25-189 0 0,0 0 1 0 0,-1 0-1 0 0,1 0 0 0 0,-1 0 1 0 0,-1 0-1 0 0,1 0 0 0 0,-1 0 1 0 0,0 0-1 0 0,-1 0 0 0 0,0-9 0 0 0,-1-9 71 0 0,-6-80 325 0 0,7 99-474 0 0,-9-118 542 0 0,11 119-560 0 0,-1 0 0 0 0,0-1 1 0 0,0 1-1 0 0,-1 0 0 0 0,1-1 0 0 0,-1 1 0 0 0,0 0 0 0 0,0-1 0 0 0,0 1 0 0 0,-1 0 0 0 0,1 0 0 0 0,-1 0 0 0 0,0 0 0 0 0,0 0 0 0 0,-1 1 0 0 0,1-1 0 0 0,-5-4 0 0 0,5 5 12 0 0,1 1-1 0 0,0 0 0 0 0,0 0 0 0 0,0-1 1 0 0,1 1-1 0 0,-1 0 0 0 0,0-1 1 0 0,1 1-1 0 0,-1-1 0 0 0,1 1 1 0 0,0-1-1 0 0,0 1 0 0 0,0-1 1 0 0,0 1-1 0 0,1-5 0 0 0,0-5 1022 0 0,-1 36-315 0 0,-13 145-159 0 0,0 1-386 0 0,-1 427 312 0 0,15-476-539 0 0,-8 369 469 0 0,0 60 22 0 0,28-380-337 0 0,-8-86-29 0 0,-6-4 25 0 0,-4 120 0 0 0,-4-106-34 0 0,0-89-81 0 0,1 0 0 0 0,-1 0 0 0 0,0 0 0 0 0,-1 0 0 0 0,-2 8 0 0 0,2-8-3 0 0,1 0 1 0 0,-1-1-1 0 0,1 1 0 0 0,0 0 1 0 0,-1 9-1 0 0,-1 49-1752 0 0,3-65 974 0 0,2 1-635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18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0 549 3857 0 0,'0'0'1644'0'0,"9"-16"-5871"0"0,-6 10 4613 0 0,1 1 0 0 0,-2-1 0 0 0,1 0 1 0 0,-1-1-1 0 0,1 1 0 0 0,-2 0 0 0 0,1 0 1 0 0,-1-1-1 0 0,0 1 0 0 0,0-1 0 0 0,-1 0 1 0 0,0 1-1 0 0,-1-11 0 0 0,1 12-534 0 0,-1-83 906 0 0,1-73 796 0 0,10 61-386 0 0,-10 91-995 0 0,1 0 1 0 0,0 0 0 0 0,5-15-1 0 0,-6 24-168 0 0,6-30 1128 0 0,-1 46-857 0 0,0 15-85 0 0,2 60-1 0 0,-2-18 65 0 0,12 498 384 0 0,-17-467-643 0 0,0 11 78 0 0,-2 221 41 0 0,-20-2 172 0 0,19-307-304 0 0,-1-2 129 0 0,1 27 0 0 0,3-52-143 0 0,20 0-2134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1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6 160 400 0 0,'0'0'77'0'0,"2"-10"202"0"0,4-10-747 0 0,-3 13 1066 0 0,-1-1-1 0 0,1 0 1 0 0,-1 0-1 0 0,-1 0 0 0 0,0-1 1 0 0,0 1-1 0 0,0 0 1 0 0,-1 0-1 0 0,-2-13 1 0 0,-7-1 550 0 0,9 21-1065 0 0,-1 0-1 0 0,1 0 0 0 0,-1 0 1 0 0,1 0-1 0 0,-1 0 0 0 0,1 0 1 0 0,-1 1-1 0 0,0-1 0 0 0,0 0 1 0 0,0 0-1 0 0,1 1 0 0 0,-1-1 1 0 0,0 0-1 0 0,0 1 0 0 0,0-1 1 0 0,0 1-1 0 0,0-1 0 0 0,0 1 1 0 0,-2-1 295 0 0,9 37 76 0 0,-1-7-195 0 0,11 369 694 0 0,-26 1-374 0 0,2-142-438 0 0,8-245-133 0 0,-9 528 636 0 0,9-456-395 0 0,4 0 0 0 0,3 0 0 0 0,25 119 0 0 0,-13-126-183 0 0,17 154-1 0 0,-34-149 126 0 0,-3-1 1 0 0,-15 101 0 0 0,-8-18-35 0 0,22-135-97 0 0,2 49 0 0 0,2-27-41 0 0,-2-48-17 0 0,1 1 1 0 0,0 0 0 0 0,0 0-1 0 0,0-1 1 0 0,1 1 0 0 0,-1-1-1 0 0,1 1 1 0 0,0-1 0 0 0,0 0-1 0 0,0 0 1 0 0,0 0 0 0 0,3 4-1 0 0,10 15-22 0 0,-14-2-153 0 0,-2-12-3344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2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1 840 0 0,'0'0'56'0'0,"-2"0"136"0"0,1 0-224 0 0,-1 0-112 0 0,0 0-64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22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0 840 0 0,'-28'4'2727'0'0,"18"1"-2351"0"0,7-5-196 0 0,0 1 0 0 0,1 1-1 0 0,-1-1 1 0 0,1 0 0 0 0,-1 0 0 0 0,1 1 0 0 0,0-1-1 0 0,0 1 1 0 0,-1 0 0 0 0,1 0 0 0 0,0 0-1 0 0,1 0 1 0 0,-1 0 0 0 0,0 0 0 0 0,0 0 0 0 0,1 1-1 0 0,0-1 1 0 0,-2 4 0 0 0,-4 9 53 0 0,5-13-12 0 0,1 0 0 0 0,0 0 0 0 0,1 0 0 0 0,-1 0 0 0 0,0 0 0 0 0,0 0 0 0 0,1 0 0 0 0,-1 0 0 0 0,1 0 0 0 0,0 0 0 0 0,0 4 0 0 0,0-5-164 0 0,-1 0 1 0 0,2 0 0 0 0,-1 1 0 0 0,0-1 0 0 0,0 0 0 0 0,0 1 0 0 0,1-1 0 0 0,-1 0 0 0 0,0 0 0 0 0,1 1 0 0 0,-1-1 0 0 0,1 0-1 0 0,0 0 1 0 0,-1 0 0 0 0,1 0 0 0 0,0 0 0 0 0,0 0 0 0 0,0 0 0 0 0,0 0 0 0 0,-1 0 0 0 0,1 0 0 0 0,1 0 0 0 0,-1 0 0 0 0,0-1-1 0 0,0 1 1 0 0,0 0 0 0 0,0-1 0 0 0,0 1 0 0 0,1-1 0 0 0,-1 1 0 0 0,0-1 0 0 0,0 0 0 0 0,3 1 0 0 0,4 0 198 0 0,1-1 0 0 0,-1 0-1 0 0,0 0 1 0 0,14-2 0 0 0,5 0-129 0 0,-20 3-89 0 0,-1 0 0 0 0,1 0 0 0 0,-1 1 0 0 0,0 0 0 0 0,0 0 0 0 0,0 1 0 0 0,0 0 0 0 0,0 0 0 0 0,-1 0 0 0 0,1 1 0 0 0,4 4 0 0 0,-2-2 80 0 0,1-1 1 0 0,0 0-1 0 0,17 7 0 0 0,-5-5-31 0 0,0-1 0 0 0,1-1 0 0 0,-1-1 0 0 0,1-1 0 0 0,0-1 0 0 0,0-1 0 0 0,1-1 0 0 0,-1-1 0 0 0,0-1 0 0 0,41-9 0 0 0,-3-2-94 0 0,-29 7 31 0 0,-1-2 0 0 0,40-14 0 0 0,-53 14 3 0 0,1 0-1 0 0,1 2 1 0 0,-1 0 0 0 0,1 2-1 0 0,-1 0 1 0 0,1 0 0 0 0,21 1-1 0 0,-37 3-13 0 0,-1 0-1 0 0,0 0 1 0 0,1 0-1 0 0,-1 1 1 0 0,1 0-1 0 0,-1-1 1 0 0,0 1-1 0 0,1 0 0 0 0,-1 0 1 0 0,0 0-1 0 0,0 0 1 0 0,0 1-1 0 0,0-1 1 0 0,0 1-1 0 0,0-1 1 0 0,0 1-1 0 0,0-1 0 0 0,-1 1 1 0 0,1 0-1 0 0,2 4 1 0 0,-1-2 1 0 0,1 0 0 0 0,0 0 0 0 0,0-1 0 0 0,0 1 1 0 0,1-1-1 0 0,-1 0 0 0 0,1 0 0 0 0,0 0 0 0 0,0-1 0 0 0,-1 1 0 0 0,2-1 1 0 0,6 2-1 0 0,-5-3-18 0 0,1 0 0 0 0,0-1 0 0 0,-1 0 0 0 0,13-1 0 0 0,3 0 78 0 0,-22 2-73 0 0,0 0 0 0 0,0 0 0 0 0,0 0 0 0 0,-1 0 0 0 0,1 0-1 0 0,0 0 1 0 0,-1 0 0 0 0,1 0 0 0 0,-1 0 0 0 0,1 0-1 0 0,-1 0 1 0 0,0 0 0 0 0,1 1 0 0 0,-1-1 0 0 0,0 0 0 0 0,0 0-1 0 0,0 0 1 0 0,0 1 0 0 0,0-1 0 0 0,0 0 0 0 0,0 0-1 0 0,-1 3 1 0 0,-1 30 35 0 0,-9 13-48 0 0,5-26 7 0 0,2 0 0 0 0,0 0 0 0 0,-1 31 0 0 0,-2 245 40 0 0,3-170-35 0 0,5-69-10 0 0,10 70 0 0 0,1 18 31 0 0,-9-48-27 0 0,-3 177 62 0 0,-12-110-70 0 0,10-121-27 0 0,-5 110 73 0 0,7-145-51 0 0,-1 24 6 0 0,1-32-17 0 0,0 0 1 0 0,0 1 0 0 0,-1-1 0 0 0,1 0 0 0 0,0 0-1 0 0,-1 1 1 0 0,1-1 0 0 0,-1 0 0 0 0,0 0 0 0 0,1 0-1 0 0,-1 1 1 0 0,0-1 0 0 0,0 0 0 0 0,1 0 0 0 0,-1 0-1 0 0,0 0 1 0 0,0-1 0 0 0,0 1 0 0 0,-2 1 0 0 0,3-1-11 0 0,-1-1 0 0 0,1 0 0 0 0,0 0 0 0 0,-1 0 0 0 0,1 0 0 0 0,-1 0 0 0 0,1 0 0 0 0,0 0 0 0 0,-1 1 0 0 0,1-1 0 0 0,0 0 0 0 0,-1 0 0 0 0,1 0 1 0 0,0-1-1 0 0,-1 1 0 0 0,1 0 0 0 0,-1 0 0 0 0,1 0 0 0 0,0 0 0 0 0,-1 0 0 0 0,1 0 0 0 0,0 0 0 0 0,-1-1 0 0 0,1 1 0 0 0,0 0 0 0 0,-1 0 0 0 0,1 0 0 0 0,0-1 0 0 0,0 1 0 0 0,-1 0 0 0 0,1 0 1 0 0,0-1-1 0 0,0 1 0 0 0,-1 0 0 0 0,1-1 0 0 0,0 1 0 0 0,0 0 0 0 0,0-1 0 0 0,0 1 0 0 0,-1 0 0 0 0,1-1 0 0 0,-4-17-810 0 0,3 14 721 0 0,-2-25-2324 0 0,-2-37 0 0 0,5 24-552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2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64 1384 0 0,'0'0'640'0'0,"-28"-2"2645"0"0,21 0-2873 0 0,-1 0-1 0 0,1-1 1 0 0,-1 0-1 0 0,1-1 1 0 0,0 1-1 0 0,0-2 1 0 0,1 1-1 0 0,-1-1 0 0 0,1 0 1 0 0,-9-8-1 0 0,1 0 345 0 0,13 14-704 0 0,1 0 0 0 0,0-1 0 0 0,0 1 0 0 0,0 0 0 0 0,0-1-1 0 0,0 1 1 0 0,0 0 0 0 0,0-1 0 0 0,0 1 0 0 0,1 0 0 0 0,-1-1 0 0 0,0 1-1 0 0,0-1 1 0 0,0 1 0 0 0,1 0 0 0 0,-1-1 0 0 0,0 1 0 0 0,1-1-1 0 0,-1 1 1 0 0,1-1 0 0 0,-1 1 0 0 0,1 0 0 0 0,10 18 93 0 0,0 0 0 0 0,1-1 0 0 0,1 0 0 0 0,1-2 0 0 0,1 1 0 0 0,0-2 0 0 0,1 0 0 0 0,33 25 0 0 0,-37-29-98 0 0,-1 0 0 0 0,-1 1-1 0 0,1 0 1 0 0,-2 1-1 0 0,0 0 1 0 0,11 21-1 0 0,-17-29-17 0 0,12 19 258 0 0,-2-1 1 0 0,18 46-1 0 0,-18-50-189 0 0,-12-18-79 0 0,0 0 0 0 0,0-1-1 0 0,0 1 1 0 0,-1 0 0 0 0,1 0-1 0 0,0 0 1 0 0,0 0 0 0 0,-1-1-1 0 0,1 1 1 0 0,-1 0 0 0 0,1 0-1 0 0,-1 0 1 0 0,1 0 0 0 0,-1 0-1 0 0,0 1 1 0 0,1-1 0 0 0,-1 0-1 0 0,0 0 1 0 0,0 0 0 0 0,0 0-1 0 0,0 0 1 0 0,0 0 0 0 0,0 0-1 0 0,0 0 1 0 0,0 0 0 0 0,0 1-1 0 0,0-1 1 0 0,-1 0 0 0 0,1 0-1 0 0,0 0 1 0 0,-1 0 0 0 0,1 0 0 0 0,-1 0-1 0 0,1 0 1 0 0,-1 0 0 0 0,-1 1-1 0 0,-4 6-22 0 0,0-1 1 0 0,-1 0-1 0 0,0 0 0 0 0,-1 0 0 0 0,-12 8 0 0 0,12-9 13 0 0,-1 0 0 0 0,1 1 0 0 0,1 0 0 0 0,-1 0 0 0 0,-8 12 0 0 0,-22 29 2 0 0,-6 7-63 0 0,20-22-104 0 0,13-21-3006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25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2040 0 0,'0'0'399'0'0,"0"29"-1227"0"0,0-26 1172 0 0,-1 0 1 0 0,1 0-1 0 0,-1 0 1 0 0,1 0-1 0 0,-1-1 1 0 0,0 1-1 0 0,0 0 1 0 0,-1 0-1 0 0,1-1 0 0 0,0 1 1 0 0,-1-1-1 0 0,-2 4 1 0 0,-10 20 198 0 0,8-10 307 0 0,4-13-616 0 0,1-1 0 0 0,0 1 0 0 0,0 0 0 0 0,0 0 0 0 0,1 0-1 0 0,-1 0 1 0 0,1 0 0 0 0,-1 0 0 0 0,1 3 0 0 0,0-5-186 0 0,0 0 0 0 0,0 0 1 0 0,0-1-1 0 0,0 1 0 0 0,0 0 0 0 0,0 0 1 0 0,0 0-1 0 0,0 0 0 0 0,0-1 0 0 0,0 1 1 0 0,1 0-1 0 0,-1 0 0 0 0,0-1 0 0 0,0 1 1 0 0,1 0-1 0 0,-1 0 0 0 0,1-1 0 0 0,-1 1 1 0 0,1 0-1 0 0,-1-1 0 0 0,1 1 0 0 0,-1-1 1 0 0,1 1-1 0 0,-1 0 0 0 0,1-1 1 0 0,0 0-1 0 0,-1 1 0 0 0,1-1 0 0 0,0 1 1 0 0,2 0-3 0 0,0-1 0 0 0,0 0 0 0 0,0 0 1 0 0,0 0-1 0 0,1 0 0 0 0,-1 0 0 0 0,5-1 0 0 0,92-22 377 0 0,-76 16-261 0 0,0 1-1 0 0,0 1 0 0 0,0 1 1 0 0,32-1-1 0 0,279 14 419 0 0,-325-9-557 0 0,1 0 0 0 0,-1 0 0 0 0,0-1 0 0 0,0 0 0 0 0,0-1 0 0 0,0 0-1 0 0,0-1 1 0 0,0 0 0 0 0,0 0 0 0 0,-1-1 0 0 0,10-5 0 0 0,-12 5-22 0 0,-3 1 4 0 0,2 0-1 0 0,-1 0 1 0 0,0 1-1 0 0,1-1 1 0 0,-1 1-1 0 0,1 0 1 0 0,-1 1-1 0 0,1-1 1 0 0,0 1-1 0 0,6 0 1 0 0,31-1-125 0 0,-43 2 20 0 0,-2-9-5450 0 0,1 6 3091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2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19 572 2104 0 0,'0'0'347'0'0,"-12"-5"-1828"0"0,12-65 2005 0 0,3 1 0 0 0,20-114 0 0 0,-16 132 1704 0 0,-2 0-1 0 0,-2-81 1 0 0,-3 123-2198 0 0,0 9-19 0 0,0 0 0 0 0,0 0 0 0 0,1-1-1 0 0,-1 1 1 0 0,0 0 0 0 0,0 0 0 0 0,0 0-1 0 0,0 0 1 0 0,0 0 0 0 0,1 0 0 0 0,-1 0 0 0 0,0-1-1 0 0,0 1 1 0 0,0 0 0 0 0,0 0 0 0 0,0 0-1 0 0,1 0 1 0 0,-1 0 0 0 0,0 0 0 0 0,0 0 0 0 0,0 0-1 0 0,0 0 1 0 0,1 0 0 0 0,-1 0 0 0 0,0 0-1 0 0,0 0 1 0 0,0 0 0 0 0,0 0 0 0 0,1 0 0 0 0,-1 0-1 0 0,0 0 1 0 0,0 0 0 0 0,0 0 0 0 0,0 1-1 0 0,1-1 1 0 0,-1 0 0 0 0,0 0 0 0 0,0 0-1 0 0,0 0 1 0 0,0 0 0 0 0,0 0 0 0 0,0 0 0 0 0,1 0-1 0 0,-1 1 1 0 0,0-1 0 0 0,0 0 0 0 0,0 0-1 0 0,0 0 1 0 0,0 0 0 0 0,0 1 0 0 0,0-1 0 0 0,0 0-1 0 0,7 6 669 0 0,-6-3-520 0 0,0 1-1 0 0,0-1 1 0 0,-1 1-1 0 0,1 0 1 0 0,-1-1 0 0 0,0 1-1 0 0,0 0 1 0 0,0-1-1 0 0,-2 7 1 0 0,2 1 157 0 0,-1 2-169 0 0,-1 1 1 0 0,0-1 0 0 0,-5 17-1 0 0,-4 22 139 0 0,-1 51 261 0 0,-6 76-53 0 0,7 615 575 0 0,62-250-729 0 0,-50-535-334 0 0,4 43 63 0 0,-2 1-1 0 0,-8 101 1 0 0,4-143-211 0 0,0 4 222 0 0,0-9-5035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5:0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29 2048 0 0,'-4'4'2992'0'0,"-11"12"-3319"0"0,11-9 19 0 0,3-5 467 0 0,0 0 1 0 0,0 1-1 0 0,0-1 1 0 0,-1 0-1 0 0,1 0 1 0 0,0 0-1 0 0,-1 0 0 0 0,1 0 1 0 0,-1 0-1 0 0,0 0 1 0 0,0-1-1 0 0,0 1 1 0 0,0-1-1 0 0,0 1 1 0 0,0-1-1 0 0,0 0 1 0 0,0 0-1 0 0,0 1 1 0 0,-1-1-1 0 0,1-1 1 0 0,0 1-1 0 0,-1 0 1 0 0,1-1-1 0 0,0 1 0 0 0,-1-1 1 0 0,1 0-1 0 0,-5 0 1 0 0,5 0-112 0 0,0 0 0 0 0,0 1 0 0 0,0-1 0 0 0,0 0 0 0 0,0 1 0 0 0,1-1 0 0 0,-1 1 0 0 0,0-1 0 0 0,0 1-1 0 0,1 0 1 0 0,-1 0 0 0 0,0 0 0 0 0,1 0 0 0 0,-1 0 0 0 0,1 0 0 0 0,-1 0 0 0 0,1 0 0 0 0,0 1 0 0 0,-2 1 0 0 0,1 0-24 0 0,-1 0-1 0 0,1 1 1 0 0,0-1 0 0 0,1 1 0 0 0,-1 0-1 0 0,1 0 1 0 0,-1-1 0 0 0,0 7-1 0 0,0 2-11 0 0,0 0 0 0 0,1-1 0 0 0,1 1 0 0 0,0 0 0 0 0,2 14 0 0 0,-1-13 69 0 0,1-1 0 0 0,1 1 0 0 0,0-1-1 0 0,0 0 1 0 0,1 0 0 0 0,1 0 0 0 0,0-1 0 0 0,0 0-1 0 0,1 1 1 0 0,1-2 0 0 0,15 20 0 0 0,-19-27-63 0 0,1-1 0 0 0,-1 1 0 0 0,1-1 0 0 0,0 0 0 0 0,0 0 0 0 0,0 0 0 0 0,0-1 0 0 0,0 1 0 0 0,8 0 0 0 0,21 11 92 0 0,-29-11-63 0 0,0 0-1 0 0,0 0 0 0 0,0 0 0 0 0,0-1 1 0 0,0 1-1 0 0,1-1 0 0 0,-1 0 0 0 0,0 0 1 0 0,1 0-1 0 0,-1-1 0 0 0,1 0 0 0 0,-1 1 0 0 0,1-2 1 0 0,-1 1-1 0 0,1 0 0 0 0,-1-1 0 0 0,9-2 1 0 0,-13 2-41 0 0,1 1 1 0 0,0-1 0 0 0,-1 0 0 0 0,1 0 0 0 0,-1 0 0 0 0,1 1 0 0 0,-1-1-1 0 0,1 0 1 0 0,-1 0 0 0 0,0 0 0 0 0,1 0 0 0 0,-1 0 0 0 0,0 0 0 0 0,0-1-1 0 0,2-5 6 0 0,2 0-3 0 0,-1 1 0 0 0,1-1-1 0 0,-2 0 1 0 0,1-1 0 0 0,-1 1-1 0 0,0 0 1 0 0,0-1 0 0 0,-1 1-1 0 0,0-1 1 0 0,-1 0 0 0 0,1 1-1 0 0,-1-1 1 0 0,-2-12 0 0 0,1 14-8 0 0,0 0 0 0 0,0 0 0 0 0,-1 0 0 0 0,0 1 0 0 0,0-1 0 0 0,0 0 0 0 0,-1 1 1 0 0,0-1-1 0 0,0 1 0 0 0,0 0 0 0 0,-1 0 0 0 0,0 0 0 0 0,0 0 0 0 0,0 1 0 0 0,0 0 0 0 0,-1-1 1 0 0,1 2-1 0 0,-1-1 0 0 0,0 0 0 0 0,0 1 0 0 0,-1 0 0 0 0,1 0 0 0 0,-1 1 0 0 0,1 0 0 0 0,-1-1 1 0 0,0 2-1 0 0,0-1 0 0 0,0 1 0 0 0,-7-1 0 0 0,9 1-3 0 0,0 0 0 0 0,0 0 0 0 0,0 0 0 0 0,0-1 0 0 0,0 0 0 0 0,-7-4 0 0 0,7 4-4 0 0,1 0 0 0 0,-1 0 0 0 0,0 0 0 0 0,0 1 0 0 0,0-1 0 0 0,0 1 0 0 0,0 0 0 0 0,0 0 0 0 0,0 1 0 0 0,-5-1 0 0 0,6 1 2 0 0,1 0 1 0 0,-1 0-1 0 0,1 0 1 0 0,0 0-1 0 0,-1 1 1 0 0,1-1-1 0 0,0 1 1 0 0,0 0-1 0 0,-1 0 1 0 0,1-1-1 0 0,0 1 1 0 0,0 1-1 0 0,0-1 0 0 0,0 0 1 0 0,0 0-1 0 0,0 1 1 0 0,1-1-1 0 0,-4 4 1 0 0,1 0 1 0 0,1 0 0 0 0,0 0 1 0 0,0 0-1 0 0,1 1 1 0 0,-1-1-1 0 0,-2 9 0 0 0,2-4 2 0 0,1 1-1 0 0,-1-1 1 0 0,2 0 0 0 0,0 1-1 0 0,0 0 1 0 0,0-1-1 0 0,2 1 1 0 0,-1 0 0 0 0,4 17-1 0 0,-3-26 12 0 0,0 0 0 0 0,0 0-1 0 0,0 0 1 0 0,0-1 0 0 0,1 1-1 0 0,-1 0 1 0 0,0-1 0 0 0,1 1 0 0 0,0-1-1 0 0,-1 1 1 0 0,1-1 0 0 0,0 0-1 0 0,-1 0 1 0 0,1 0 0 0 0,0 0-1 0 0,0 0 1 0 0,0 0 0 0 0,0 0-1 0 0,0 0 1 0 0,3 0 0 0 0,-2 0 5 0 0,-1 0 1 0 0,0-1-1 0 0,1 1 1 0 0,-1-1-1 0 0,1 1 1 0 0,0-1-1 0 0,-1 0 1 0 0,1 0-1 0 0,-1 0 1 0 0,1 0-1 0 0,-1 0 1 0 0,1 0-1 0 0,0-1 1 0 0,-1 0-1 0 0,1 1 1 0 0,-1-1-1 0 0,3-1 1 0 0,-3 0-4 0 0,0-1-1 0 0,0 1 1 0 0,0 0 0 0 0,0 0 0 0 0,-1-1 0 0 0,1 1 0 0 0,-1-1 0 0 0,0 0 0 0 0,0 1-1 0 0,0-1 1 0 0,0 0 0 0 0,0-3 0 0 0,6-35 41 0 0,-7 35-52 0 0,0 0 0 0 0,-1 1 0 0 0,1-1 0 0 0,-1 0 0 0 0,0 1 0 0 0,-1-1 0 0 0,1 1 0 0 0,-1 0 0 0 0,0-1 0 0 0,0 1 0 0 0,-1 0 0 0 0,0 0 0 0 0,1 0 0 0 0,-2 1 0 0 0,1-1 0 0 0,0 1 0 0 0,-1 0 0 0 0,0-1 0 0 0,0 2 0 0 0,0-1 0 0 0,-1 0 0 0 0,1 1 0 0 0,-1 0 0 0 0,0 0 0 0 0,0 0 0 0 0,0 1 0 0 0,0-1 0 0 0,0 1 0 0 0,-1 1 0 0 0,1-1 0 0 0,-7 0 0 0 0,6 0-18 0 0,0 0-1 0 0,0 0 1 0 0,1 0 0 0 0,-10-5 0 0 0,11 5 16 0 0,-1 0 0 0 0,1 0 0 0 0,-1 0 0 0 0,1 0 0 0 0,-1 1 1 0 0,0 0-1 0 0,1 0 0 0 0,-11-1 0 0 0,10 2-7 0 0,0 1 1 0 0,-1 0-1 0 0,1 0 0 0 0,0 0 1 0 0,-1 0-1 0 0,-6 4 0 0 0,2-1-55 0 0,-3 17-25 0 0,10-15 84 0 0,0 0-1 0 0,0 1 1 0 0,1-1 0 0 0,-1 1-1 0 0,1 0 1 0 0,1-1 0 0 0,-1 1-1 0 0,1 0 1 0 0,1 0-1 0 0,-1 0 1 0 0,1 0 0 0 0,0 0-1 0 0,1 0 1 0 0,0 0 0 0 0,0 0-1 0 0,0-1 1 0 0,1 1 0 0 0,0 0-1 0 0,0-1 1 0 0,0 1-1 0 0,1-1 1 0 0,5 9 0 0 0,-6-12 4 0 0,-1-1 0 0 0,1 0 0 0 0,-1 1 0 0 0,1-1 0 0 0,0 0 0 0 0,0 0 0 0 0,0 0 0 0 0,0-1 0 0 0,0 1 0 0 0,0 0 0 0 0,1-1 0 0 0,-1 1 0 0 0,1-1 0 0 0,4 2 0 0 0,6 4 20 0 0,0 0 32 0 0,-4-1 18 0 0,1-1 0 0 0,18 7 0 0 0,-25-11-41 0 0,-1-1 1 0 0,1 1-1 0 0,0 0 0 0 0,0-1 0 0 0,-1 1 0 0 0,1-1 1 0 0,0 0-1 0 0,0 0 0 0 0,0 0 0 0 0,0-1 1 0 0,-1 1-1 0 0,1 0 0 0 0,0-1 0 0 0,0 0 0 0 0,-1 0 1 0 0,4-1-1 0 0,-5 1-22 0 0,0 1 1 0 0,0-1-1 0 0,0 0 0 0 0,0 0 1 0 0,0 0-1 0 0,-1 0 1 0 0,1 0-1 0 0,0-1 0 0 0,0 1 1 0 0,-1 0-1 0 0,1 0 0 0 0,-1 0 1 0 0,1-1-1 0 0,-1 1 1 0 0,1 0-1 0 0,-1-1 0 0 0,0 1 1 0 0,1 0-1 0 0,-1-1 0 0 0,0 1 1 0 0,0-1-1 0 0,0 1 1 0 0,0 0-1 0 0,0-1 0 0 0,-1-1 1 0 0,0-1-2 0 0,1 0 1 0 0,-1 0-1 0 0,0 0 1 0 0,0 1-1 0 0,-1-1 1 0 0,1 1-1 0 0,-1-1 1 0 0,-2-3-1 0 0,-1 0-1 0 0,-1 0-1 0 0,0 0 1 0 0,-1 1 0 0 0,1 0-1 0 0,-1 0 1 0 0,-1 1 0 0 0,1 0-1 0 0,-1 0 1 0 0,-9-4-1 0 0,1 2-19 0 0,1 0 0 0 0,-1 1-1 0 0,-1 1 1 0 0,-16-3-1 0 0,16 0-14 0 0,-4-2-204 0 0,20 10 228 0 0,1 0-1 0 0,-1 0 0 0 0,1 1 0 0 0,-1-1 0 0 0,1 0 0 0 0,-1 0 1 0 0,1 0-1 0 0,-1 0 0 0 0,1 1 0 0 0,0-1 0 0 0,-1 0 0 0 0,1 1 1 0 0,-1-1-1 0 0,1 0 0 0 0,0 1 0 0 0,-1-1 0 0 0,1 0 1 0 0,0 1-1 0 0,-1-1 0 0 0,1 0 0 0 0,0 1 0 0 0,-1-1 0 0 0,1 1 1 0 0,0-1-1 0 0,0 1 0 0 0,0-1 0 0 0,-1 1 0 0 0,1-1 0 0 0,0 1 1 0 0,0-1-1 0 0,0 1 0 0 0,0-1 0 0 0,0 1 0 0 0,0-1 0 0 0,0 1 1 0 0,0-1-1 0 0,0 1 0 0 0,0-1 0 0 0,0 1 0 0 0,0-1 0 0 0,1 1 1 0 0,-1 7-4 0 0,1-1 0 0 0,0 0 0 0 0,1 0 0 0 0,0 0 1 0 0,0-1-1 0 0,0 1 0 0 0,7 11 0 0 0,0 4 1 0 0,-7-18 11 0 0,0-1 0 0 0,0 1 0 0 0,1-1 0 0 0,-1 0 0 0 0,1 1 0 0 0,0-1 0 0 0,0 0 0 0 0,1-1 0 0 0,-1 1 0 0 0,0-1 0 0 0,1 1 1 0 0,0-1-1 0 0,-1 0 0 0 0,1 0 0 0 0,0-1 0 0 0,5 3 0 0 0,6 1 10 0 0,-1-1 0 0 0,1 0 0 0 0,19 2 0 0 0,-20-5-11 0 0,-7 0 3 0 0,0 0 0 0 0,-1 0 0 0 0,1 0 0 0 0,0 1 0 0 0,-1 0 0 0 0,0 0 0 0 0,11 5 1 0 0,-11-4 7 0 0,0 0 0 0 0,0 0 0 0 0,1-1 0 0 0,-1 0 0 0 0,1-1 1 0 0,-1 1-1 0 0,11 0 0 0 0,-13-2 8 0 0,-1 1-1 0 0,1-1 1 0 0,0 0 0 0 0,0-1-1 0 0,0 1 1 0 0,-1-1 0 0 0,1 1 0 0 0,0-1-1 0 0,0 0 1 0 0,-1-1 0 0 0,1 1-1 0 0,-1-1 1 0 0,1 1 0 0 0,3-3 0 0 0,-6 2-8 0 0,1 0 0 0 0,-1 0 0 0 0,1 0 0 0 0,-1 0 0 0 0,0-1 0 0 0,0 1 0 0 0,0 0 0 0 0,0 0 0 0 0,1-5 0 0 0,4-7 26 0 0,-3 8-33 0 0,-1 0 1 0 0,1 0-1 0 0,-1-1 0 0 0,0 1 0 0 0,-1 0 1 0 0,0-1-1 0 0,0 0 0 0 0,0 1 0 0 0,0-1 1 0 0,-1 1-1 0 0,0-1 0 0 0,-1 0 0 0 0,0 1 1 0 0,0-1-1 0 0,0 1 0 0 0,0-1 0 0 0,-1 1 1 0 0,0 0-1 0 0,-1-1 0 0 0,0 1 1 0 0,1 0-1 0 0,-6-6 0 0 0,-2-8 32 0 0,8 15-30 0 0,0 1 1 0 0,-1-1-1 0 0,1 0 1 0 0,-1 1-1 0 0,0 0 0 0 0,0 0 1 0 0,-5-5-1 0 0,-11-8-40 0 0,-2 0 0 0 0,0 1 0 0 0,0 1-1 0 0,-48-23 1 0 0,9 14-115 0 0,54 21 138 0 0,0 0 0 0 0,0 1-1 0 0,0 0 1 0 0,0 0 0 0 0,0 0 0 0 0,0 1-1 0 0,0 0 1 0 0,-1 0 0 0 0,1 1 0 0 0,0 0-1 0 0,-1 0 1 0 0,1 0 0 0 0,-1 1-1 0 0,1 0 1 0 0,0 0 0 0 0,0 0 0 0 0,-1 1-1 0 0,1 0 1 0 0,0 0 0 0 0,1 1-1 0 0,-1-1 1 0 0,-6 5 0 0 0,8-4 5 0 0,1 0 0 0 0,-1 0-1 0 0,1 0 1 0 0,0 0 0 0 0,0 1 0 0 0,0-1 0 0 0,1 1 0 0 0,-1 0 0 0 0,1 0-1 0 0,0 0 1 0 0,0 0 0 0 0,-2 6 0 0 0,0 0-10 0 0,1 0 0 0 0,0-1 1 0 0,0 1-1 0 0,-1 17 0 0 0,3-22 3 0 0,0 0 0 0 0,0 1-1 0 0,-1-1 1 0 0,1 0 0 0 0,-1 0 0 0 0,-5 9-1 0 0,4-9 0 0 0,0 1-1 0 0,1 0 0 0 0,-1 0 0 0 0,2 1 0 0 0,-3 5 0 0 0,4-4 5 0 0,-1 0 1 0 0,1-1-1 0 0,0 1 0 0 0,1 0 0 0 0,0 0 0 0 0,0-1 1 0 0,0 1-1 0 0,1-1 0 0 0,4 11 0 0 0,-4-13 13 0 0,0 0 1 0 0,0 0-1 0 0,0 0 0 0 0,1-1 1 0 0,0 1-1 0 0,0 0 0 0 0,0-1 0 0 0,0 0 1 0 0,1 0-1 0 0,0 0 0 0 0,0 0 1 0 0,0-1-1 0 0,0 1 0 0 0,5 2 1 0 0,8 3 18 0 0,1-1 1 0 0,0 0 0 0 0,0-2-1 0 0,0 0 1 0 0,27 5 0 0 0,-38-10-20 0 0,-1 1 1 0 0,1 1 0 0 0,0-1 0 0 0,11 7-1 0 0,-11-5-3 0 0,1-1 0 0 0,-1 0 0 0 0,16 4 0 0 0,-10-4 29 0 0,0-1 1 0 0,1 0 0 0 0,13-1 0 0 0,-22-1-2 0 0,-1 0-1 0 0,1 0 1 0 0,0-1 0 0 0,-1 1 0 0 0,1-1 0 0 0,0 0 0 0 0,-1 0 0 0 0,0-1 0 0 0,1 0 0 0 0,-1 0 0 0 0,0 0 0 0 0,8-4 0 0 0,-11 5-20 0 0,-1 0 0 0 0,1 0 0 0 0,0 1 0 0 0,-1-1 0 0 0,1 0 0 0 0,-1 0 0 0 0,1 0 0 0 0,-1 0 1 0 0,1 1-1 0 0,-1-1 0 0 0,0 0 0 0 0,1 0 0 0 0,-1 0 0 0 0,0 0 0 0 0,0-2 0 0 0,3-7 25 0 0,2-2-12 0 0,0 2-23 0 0,0-1 0 0 0,-1 0 0 0 0,0 0 0 0 0,-1 0 0 0 0,-1 0 0 0 0,1 0 0 0 0,-2-1 0 0 0,1-11-1 0 0,-3 12 12 0 0,0 0 0 0 0,-2-1 0 0 0,1 1 0 0 0,-1 0 0 0 0,-1 1 0 0 0,0-1 0 0 0,0 0 0 0 0,-1 1 0 0 0,0 0 0 0 0,-9-11 0 0 0,7 7-20 0 0,5 12 14 0 0,-1-1-1 0 0,1 0 0 0 0,-1 1 0 0 0,0 0 0 0 0,1-1 1 0 0,-1 1-1 0 0,0 0 0 0 0,0 1 0 0 0,0-1 0 0 0,-1 0 0 0 0,1 1 1 0 0,0 0-1 0 0,0 0 0 0 0,-1 0 0 0 0,1 0 0 0 0,-1 0 1 0 0,1 1-1 0 0,-6-1 0 0 0,-24-7-36 0 0,14 0 3 0 0,13 5 27 0 0,1 1 0 0 0,0-1 1 0 0,-1 1-1 0 0,0 0 0 0 0,1 0 0 0 0,-1 1 0 0 0,0 0 0 0 0,0 0 0 0 0,0 0 0 0 0,0 1 0 0 0,0 0 0 0 0,0 0 0 0 0,0 0 0 0 0,0 1 0 0 0,-6 1 0 0 0,5 1-5 0 0,-1 0-1 0 0,1 0 1 0 0,0 0 0 0 0,0 1-1 0 0,0 0 1 0 0,0 1-1 0 0,0-1 1 0 0,1 1-1 0 0,0 0 1 0 0,0 1-1 0 0,1 0 1 0 0,-1 0-1 0 0,1 0 1 0 0,1 0-1 0 0,-1 1 1 0 0,1 0-1 0 0,0 0 1 0 0,0 0-1 0 0,1 0 1 0 0,0 1-1 0 0,1-1 1 0 0,-3 10-1 0 0,-9 18-28 0 0,11-29 27 0 0,0 0 0 0 0,0 0-1 0 0,1 0 1 0 0,-3 11 0 0 0,5-15 9 0 0,0 0 1 0 0,-1 1 0 0 0,1-1-1 0 0,0 0 1 0 0,1 1 0 0 0,-1-1-1 0 0,0 0 1 0 0,1 0 0 0 0,-1 0-1 0 0,1 1 1 0 0,-1-1 0 0 0,1 0-1 0 0,0 0 1 0 0,0 0 0 0 0,0 0-1 0 0,0 0 1 0 0,3 3 0 0 0,0-2 5 0 0,0 0 0 0 0,0-1 0 0 0,0 0 0 0 0,1 0 0 0 0,-1 0 1 0 0,0-1-1 0 0,1 1 0 0 0,-1-1 0 0 0,1 0 0 0 0,0 0 0 0 0,-1-1 0 0 0,6 1 1 0 0,4 1 15 0 0,40 1 24 0 0,-43-3-33 0 0,0 0 0 0 0,0 1 0 0 0,0 1 0 0 0,0-1 0 0 0,14 5 0 0 0,6 6 14 0 0,-15-5-60 0 0,0-1-1 0 0,35 7 0 0 0,-39-11-343 0 0,0 0 0 0 0,1-2 0 0 0,-1 1 0 0 0,1-1 0 0 0,18-3 0 0 0,-16 0-1977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5:03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230 364 1632 0 0,'0'0'2745'0'0,"-6"-24"-549"0"0,-48-46 2135 0 0,41 58-4116 0 0,-1 0 0 0 0,0 1 0 0 0,-1 1 0 0 0,-23-12 0 0 0,35 20-212 0 0,0 0 0 0 0,0 0 0 0 0,0 1 1 0 0,0-1-1 0 0,0 1 0 0 0,-1 0 0 0 0,1 0 1 0 0,0 0-1 0 0,-1 1 0 0 0,-3-1 1 0 0,5 1-3 0 0,1 0 1 0 0,-1 1 0 0 0,1-1 0 0 0,0 1 0 0 0,-1-1 0 0 0,1 1-1 0 0,0-1 1 0 0,-1 1 0 0 0,1 0 0 0 0,0 0 0 0 0,0 0 0 0 0,0 0 0 0 0,0 0-1 0 0,-1 0 1 0 0,1 0 0 0 0,1 0 0 0 0,-1 0 0 0 0,0 0 0 0 0,0 1-1 0 0,0-1 1 0 0,1 0 0 0 0,-1 0 0 0 0,0 1 0 0 0,1-1 0 0 0,-1 3 0 0 0,-1 3 9 0 0,0 0 1 0 0,0 0-1 0 0,1 1 1 0 0,0-1 0 0 0,0 1-1 0 0,1-1 1 0 0,0 0-1 0 0,1 1 1 0 0,-1-1 0 0 0,1 1-1 0 0,1-1 1 0 0,-1 0 0 0 0,1 0-1 0 0,1 0 1 0 0,-1 0-1 0 0,8 13 1 0 0,-9-18-7 0 0,0-1 0 0 0,1 1 1 0 0,-1-1-1 0 0,1 0 0 0 0,0 1 1 0 0,-1-1-1 0 0,1 0 0 0 0,0 0 0 0 0,0 0 1 0 0,0 0-1 0 0,0-1 0 0 0,0 1 0 0 0,-1 0 1 0 0,1-1-1 0 0,0 1 0 0 0,1-1 0 0 0,-1 0 1 0 0,0 0-1 0 0,0 0 0 0 0,4 0 0 0 0,19 4 50 0 0,0 8 43 0 0,-19-9-83 0 0,-1-1 0 0 0,1 1 0 0 0,0-1 0 0 0,0 0 0 0 0,0 0-1 0 0,0 0 1 0 0,0-1 0 0 0,0 0 0 0 0,9 0 0 0 0,-6-1 14 0 0,0 0 1 0 0,0-1-1 0 0,0 0 0 0 0,0 0 1 0 0,0-1-1 0 0,-1 0 0 0 0,1-1 1 0 0,-1 0-1 0 0,1 0 0 0 0,10-6 1 0 0,-18 7-19 0 0,1 1 0 0 0,-1-1 0 0 0,0 1 0 0 0,-1-1 0 0 0,1 1 0 0 0,0-1 0 0 0,0 0 0 0 0,-1 1 0 0 0,1-1 0 0 0,-1 0 0 0 0,1 0 0 0 0,-1 1 0 0 0,0-1 0 0 0,1 0 0 0 0,-1 0 0 0 0,0-2 0 0 0,4-19 6 0 0,1 13 8 0 0,0 0 12 0 0,0 0 0 0 0,0-1 0 0 0,4-15 0 0 0,-8 23-26 0 0,-1 0 1 0 0,1-1-1 0 0,-1 1 1 0 0,1-1-1 0 0,-1 1 0 0 0,0-1 1 0 0,-1 1-1 0 0,1 0 1 0 0,0-1-1 0 0,-1 1 1 0 0,0 0-1 0 0,0-1 1 0 0,0 1-1 0 0,0 0 0 0 0,-3-6 1 0 0,-4-7 39 0 0,7 13-47 0 0,-1 0 0 0 0,1 0 1 0 0,0 0-1 0 0,-1 0 0 0 0,0 1 1 0 0,0-1-1 0 0,0 1 0 0 0,0-1 1 0 0,0 1-1 0 0,0 0 0 0 0,-3-3 1 0 0,-7-2-13 0 0,1 0 1 0 0,-1 1 0 0 0,0 0 0 0 0,-1 1 0 0 0,1 0 0 0 0,-1 1-1 0 0,-24-4 1 0 0,25 3 16 0 0,-6-1-127 0 0,17 6 118 0 0,1 0 0 0 0,-1 0-1 0 0,1 0 1 0 0,-1 0-1 0 0,0 0 1 0 0,1 0 0 0 0,-1 1-1 0 0,1-1 1 0 0,-1 0-1 0 0,1 0 1 0 0,-1 1 0 0 0,1-1-1 0 0,-1 0 1 0 0,1 1-1 0 0,-1-1 1 0 0,1 0 0 0 0,-1 1-1 0 0,1-1 1 0 0,-1 0-1 0 0,1 1 1 0 0,-1-1 0 0 0,1 1-1 0 0,0-1 1 0 0,-1 1-1 0 0,1-1 1 0 0,0 1 0 0 0,0 0-1 0 0,-1-1 1 0 0,1 1-1 0 0,0 0 1 0 0,-2 6-7 0 0,0 0 0 0 0,1 0 0 0 0,0 0 0 0 0,0 0 0 0 0,1 0 1 0 0,0 0-1 0 0,0 1 0 0 0,0-1 0 0 0,1 0 0 0 0,0 0 0 0 0,1 0 0 0 0,0 0 0 0 0,0 0 0 0 0,0-1 1 0 0,1 1-1 0 0,0 0 0 0 0,6 10 0 0 0,-7-13 11 0 0,0 0 1 0 0,1-1 0 0 0,-1 1-1 0 0,1-1 1 0 0,-1 1-1 0 0,1-1 1 0 0,0 0 0 0 0,1 0-1 0 0,-1 0 1 0 0,0 0-1 0 0,1-1 1 0 0,0 1 0 0 0,-1-1-1 0 0,1 0 1 0 0,0 0-1 0 0,0 0 1 0 0,6 1 0 0 0,21 6 30 0 0,-23-7-10 0 0,1 0 0 0 0,-1 1 0 0 0,0 0 0 0 0,15 8 0 0 0,-17-8-4 0 0,0 0 1 0 0,0 0 0 0 0,0-1 0 0 0,0 0-1 0 0,0 0 1 0 0,1 0 0 0 0,9 1 0 0 0,-12-3-8 0 0,-1 1 0 0 0,1-1 0 0 0,-1 0 0 0 0,1 0 0 0 0,-1 0 0 0 0,1 0-1 0 0,0-1 1 0 0,-1 0 0 0 0,1 1 0 0 0,-1-1 0 0 0,0 0 0 0 0,1-1 0 0 0,-1 1 0 0 0,0-1 0 0 0,3-1 0 0 0,0-13 111 0 0,-5 15-124 0 0,6-13 18 0 0,-1 1 1 0 0,8-25-1 0 0,-12 32-8 0 0,-1 0 0 0 0,0 0 1 0 0,-1 0-1 0 0,1 0 0 0 0,-1 0 1 0 0,0 0-1 0 0,-1 0 0 0 0,1 0 0 0 0,-1 0 1 0 0,-2-7-1 0 0,2 7-11 0 0,-1 0 1 0 0,0 0-1 0 0,0 0 0 0 0,0 1 0 0 0,0-1 0 0 0,-1 1 1 0 0,0-1-1 0 0,0 1 0 0 0,-1 0 0 0 0,0 0 1 0 0,0 0-1 0 0,0 0 0 0 0,0 1 0 0 0,0 0 1 0 0,-1 0-1 0 0,0 0 0 0 0,0 0 0 0 0,0 1 0 0 0,0 0 1 0 0,-1 0-1 0 0,1 0 0 0 0,-9-3 0 0 0,-5-1-6 0 0,1 1 0 0 0,-1 1 0 0 0,-1 0 0 0 0,-22-2 0 0 0,35 6 7 0 0,1 0 1 0 0,-1-1-1 0 0,1 0 1 0 0,-1 0 0 0 0,-10-6-1 0 0,12 5-14 0 0,0 1 0 0 0,0-1 0 0 0,0 1 0 0 0,0 1 0 0 0,-1-1 0 0 0,1 1-1 0 0,-1 0 1 0 0,1 0 0 0 0,-1 0 0 0 0,-6 1 0 0 0,8 0 7 0 0,0 1-1 0 0,0-1 1 0 0,0 1-1 0 0,0 0 1 0 0,0 0-1 0 0,0 1 0 0 0,0-1 1 0 0,1 1-1 0 0,-1 0 1 0 0,1 0-1 0 0,-1 0 1 0 0,1 1-1 0 0,0-1 1 0 0,-1 1-1 0 0,1-1 1 0 0,1 1-1 0 0,-1 0 1 0 0,0 0-1 0 0,1 1 1 0 0,-1-1-1 0 0,-2 5 1 0 0,2-2-3 0 0,0 0 0 0 0,1 0 1 0 0,0 1-1 0 0,0-1 0 0 0,0 1 0 0 0,0-1 0 0 0,1 1 1 0 0,0-1-1 0 0,1 1 0 0 0,0 0 0 0 0,-1-1 0 0 0,3 10 1 0 0,-2-12 20 0 0,0 1 1 0 0,1-1 0 0 0,0 0-1 0 0,0 0 1 0 0,0 0 0 0 0,0 0 0 0 0,1 0-1 0 0,0 0 1 0 0,0 0 0 0 0,0 0-1 0 0,0-1 1 0 0,0 1 0 0 0,1-1 0 0 0,-1 1-1 0 0,1-1 1 0 0,0 0 0 0 0,0 0-1 0 0,0 0 1 0 0,1-1 0 0 0,-1 1 0 0 0,1-1-1 0 0,-1 0 1 0 0,1 0 0 0 0,0 0-1 0 0,0 0 1 0 0,0 0 0 0 0,0-1 0 0 0,0 0-1 0 0,0 0 1 0 0,0 0 0 0 0,7 0-1 0 0,-4 1 25 0 0,-1 0-1 0 0,1 0 0 0 0,-1 0 1 0 0,11 6-1 0 0,-12-5-20 0 0,1-1 0 0 0,-1 1-1 0 0,1-1 1 0 0,0 0 0 0 0,0-1 0 0 0,0 1 0 0 0,8 0-1 0 0,-8-1-44 0 0,0-1 0 0 0,-1 1 0 0 0,1-1-1 0 0,0-1 1 0 0,-1 1 0 0 0,1-1 0 0 0,0 0-1 0 0,-1 0 1 0 0,1 0 0 0 0,-1-1 0 0 0,0 0 0 0 0,1 0-1 0 0,4-3 1 0 0,-8 4-20 0 0,-1-1 0 0 0,0 1-1 0 0,0 0 1 0 0,0 0 0 0 0,-1-1-1 0 0,1 1 1 0 0,0 0 0 0 0,0-1 0 0 0,-1 1-1 0 0,1-1 1 0 0,0-1 0 0 0,5-10-506 0 0,3-3-809 0 0,-1-1-699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5:0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708 110 1592 0 0,'0'0'451'0'0,"9"-15"120"0"0,-7 12-42 0 0,-1-1 1 0 0,1 1-1 0 0,-1-1 1 0 0,0 1-1 0 0,0-1 1 0 0,0 1-1 0 0,-1-1 0 0 0,1 0 1 0 0,-1 1-1 0 0,0-1 1 0 0,1 0-1 0 0,-2 1 1 0 0,1-1-1 0 0,0 0 1 0 0,-2-4-1 0 0,0 6-411 0 0,1 0 0 0 0,-1 0-1 0 0,0 0 1 0 0,0 0 0 0 0,0 0 0 0 0,0 0 0 0 0,0 0 0 0 0,-1 1-1 0 0,1-1 1 0 0,0 1 0 0 0,-1-1 0 0 0,1 1 0 0 0,-1 0-1 0 0,1 0 1 0 0,-1 0 0 0 0,0 1 0 0 0,0-1 0 0 0,-4 0 0 0 0,-7-1 56 0 0,-1 1 1 0 0,-17 0 0 0 0,27 1-124 0 0,-27 1 6 0 0,0 1 0 0 0,1 1 0 0 0,-60 15 0 0 0,71-14-27 0 0,1 2 1 0 0,-1 0-1 0 0,1 2 0 0 0,0 0 0 0 0,1 0 1 0 0,-27 18-1 0 0,26-15-8 0 0,17-11-15 0 0,-1 1 0 0 0,1 0 0 0 0,0 0 0 0 0,0 1 0 0 0,0-1-1 0 0,0 0 1 0 0,0 1 0 0 0,0 0 0 0 0,-3 3 0 0 0,-8 12 26 0 0,1 1 1 0 0,-17 33 0 0 0,16-27-78 0 0,11-18 46 0 0,-1 1 0 0 0,1-1 0 0 0,0 0 0 0 0,0 1 0 0 0,0-1 0 0 0,1 1 0 0 0,0 0-1 0 0,0-1 1 0 0,1 1 0 0 0,0 0 0 0 0,0-1 0 0 0,1 1 0 0 0,0 0 0 0 0,0-1 0 0 0,3 12 0 0 0,-1-8-1 0 0,0-1 1 0 0,1 1-1 0 0,0-1 1 0 0,1 0-1 0 0,0 0 1 0 0,0-1-1 0 0,1 1 1 0 0,0-1-1 0 0,11 11 0 0 0,-5-5-4 0 0,-11-12 5 0 0,1 0 0 0 0,0 0 0 0 0,0 0 0 0 0,-1 0 0 0 0,1 0 0 0 0,0-1 0 0 0,0 1 0 0 0,1-1-1 0 0,3 3 1 0 0,149 68 144 0 0,-147-67-135 0 0,-1 0 0 0 0,-1 1 0 0 0,1 0 0 0 0,-1 0 1 0 0,0 0-1 0 0,-1 1 0 0 0,1 0 0 0 0,-1 0 0 0 0,0 0 0 0 0,-1 1 0 0 0,5 12 1 0 0,24 33 1 0 0,-27-46 61 0 0,-1 1 1 0 0,0 1 0 0 0,0-1 0 0 0,0 1 0 0 0,5 16 0 0 0,-9-22-50 0 0,0 1 0 0 0,0-1 0 0 0,0 0-1 0 0,0 1 1 0 0,-1-1 0 0 0,1 1 0 0 0,-1-1-1 0 0,0 1 1 0 0,0 0 0 0 0,-1-1 0 0 0,1 1-1 0 0,-1-1 1 0 0,1 1 0 0 0,-1-1 0 0 0,0 0-1 0 0,0 1 1 0 0,-1-1 0 0 0,-2 6 0 0 0,2-8-23 0 0,1 1 0 0 0,0-1 0 0 0,-1 0 0 0 0,1 0 0 0 0,-1 0 0 0 0,0 0 0 0 0,1 0 0 0 0,-1 0 0 0 0,0-1 0 0 0,1 1 0 0 0,-1 0 0 0 0,0-1 0 0 0,0 1 0 0 0,0-1 0 0 0,0 0 1 0 0,1 0-1 0 0,-4 0 0 0 0,-23 7 22 0 0,14 1 36 0 0,-1-1 0 0 0,0 0 0 0 0,0-1-1 0 0,0 0 1 0 0,-1-2 0 0 0,1 0 0 0 0,-18 2 0 0 0,-25-2 117 0 0,-98-6-1 0 0,45-1-344 0 0,110 3 119 0 0,1 0 0 0 0,-1 0 0 0 0,1 0 1 0 0,0 0-1 0 0,-1 1 0 0 0,1-1 0 0 0,0 0 0 0 0,-1 0 0 0 0,1 1 0 0 0,0-1 0 0 0,0 0 0 0 0,-1 0 0 0 0,1 1 0 0 0,0-1 1 0 0,0 0-1 0 0,-1 1 0 0 0,1-1 0 0 0,0 0 0 0 0,0 1 0 0 0,0-1 0 0 0,-1 0 0 0 0,1 1 0 0 0,0-1 0 0 0,0 0 0 0 0,0 1 1 0 0,0-1-1 0 0,0 1 0 0 0,0-1 0 0 0,0 0 0 0 0,0 1 0 0 0,0-1 0 0 0,0 1 0 0 0,0-1 0 0 0,0 0 0 0 0,0 1 0 0 0,0-1 1 0 0,0 0-1 0 0,1 1 0 0 0,-1-1 0 0 0,0 0 0 0 0,0 1 0 0 0,0 0 0 0 0,2-1-1371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5:12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245 252 400 0 0,'0'0'80'0'0,"-19"8"419"0"0,-87 25 3544 0 0,95-28-3673 0 0,-8 0 1860 0 0,18-5-2189 0 0,1 0 0 0 0,-1 0 0 0 0,1 0 0 0 0,-1-1 0 0 0,1 1 1 0 0,-1 0-1 0 0,1-1 0 0 0,-1 1 0 0 0,1 0 0 0 0,-1-1 0 0 0,1 1 0 0 0,-1 0 0 0 0,1-1 0 0 0,0 1 1 0 0,-1-1-1 0 0,1 1 0 0 0,0-1 0 0 0,0 1 0 0 0,-1-1 0 0 0,1 1 0 0 0,0-1 0 0 0,0 1 0 0 0,0-1 0 0 0,-1 1 1 0 0,1-1-1 0 0,0 0 0 0 0,0 1 0 0 0,0-1 0 0 0,0 1 0 0 0,0-1 0 0 0,0 1 0 0 0,0-1 0 0 0,0 1 1 0 0,1-2-1 0 0,7-143 1450 0 0,-11 110-638 0 0,3 33-824 0 0,0 0-1 0 0,-1 1 0 0 0,1-1 0 0 0,-1 0 0 0 0,1 1 0 0 0,-1-1 0 0 0,0 0 0 0 0,1 1 0 0 0,-1-1 0 0 0,0 1 0 0 0,0-1 0 0 0,0 1 0 0 0,0 0 0 0 0,-1-1 0 0 0,1 1 0 0 0,0 0 0 0 0,0 0 1 0 0,-2-1-1 0 0,2 1-16 0 0,1 1 1 0 0,-1 0 0 0 0,1 0 0 0 0,-1-1-1 0 0,1 1 1 0 0,-1 0 0 0 0,1 0-1 0 0,-1 0 1 0 0,1 0 0 0 0,-1-1 0 0 0,1 1-1 0 0,-1 0 1 0 0,1 0 0 0 0,-1 0 0 0 0,0 0-1 0 0,1 0 1 0 0,-1 1 0 0 0,1-1 0 0 0,-1 0-1 0 0,1 0 1 0 0,-1 0 0 0 0,1 0 0 0 0,-1 1-1 0 0,1-1 1 0 0,-1 0 0 0 0,1 0-1 0 0,-1 1 1 0 0,1-1 0 0 0,-1 0 0 0 0,1 1-1 0 0,0-1 1 0 0,-1 1 0 0 0,1-1 0 0 0,0 0-1 0 0,-1 1 1 0 0,1-1 0 0 0,0 1 0 0 0,-1-1-1 0 0,1 1 1 0 0,0-1 0 0 0,0 1 0 0 0,0-1-1 0 0,-1 1 1 0 0,1-1 0 0 0,0 1 0 0 0,0-1-1 0 0,0 1 1 0 0,0 0 0 0 0,0 0-1 0 0,-1 33 144 0 0,1-26-100 0 0,-5 363 819 0 0,-3-147-558 0 0,6-165 232 0 0,-7-171-479 0 0,6-449-481 0 0,-1 463 360 0 0,5 97 53 0 0,-1 1 0 0 0,0-1 0 0 0,1 0-1 0 0,-1 0 1 0 0,0 1 0 0 0,1-1 0 0 0,-1 0-1 0 0,1 1 1 0 0,-1-1 0 0 0,1 0 0 0 0,-1 1-1 0 0,1-1 1 0 0,-1 1 0 0 0,1-1-1 0 0,0 1 1 0 0,-1-1 0 0 0,1 1 0 0 0,0-1-1 0 0,0 1 1 0 0,-1 0 0 0 0,1-1 0 0 0,0 1-1 0 0,0 0 1 0 0,-1-1 0 0 0,1 1 0 0 0,0 0-1 0 0,0 0 1 0 0,0 0 0 0 0,0 0 0 0 0,-1 0-1 0 0,1 0 1 0 0,0 0 0 0 0,0 0 0 0 0,0 0-1 0 0,-1 1 1 0 0,3-1 0 0 0,30 6-9 0 0,-10 2 81 0 0,37 17 1 0 0,-40-16-22 0 0,0-1 0 0 0,39 11 0 0 0,9-8-12 0 0,20 6 62 0 0,-77-14-86 0 0,0 1 1 0 0,-1 0-1 0 0,0 0 1 0 0,1 1-1 0 0,-1 0 1 0 0,10 8-1 0 0,-13-8-7 0 0,-2-2 6 0 0,-1 0-1 0 0,0 0 0 0 0,1 1 1 0 0,-1 0-1 0 0,-1-1 0 0 0,1 1 0 0 0,0 0 1 0 0,-1 1-1 0 0,5 7 0 0 0,44 99 371 0 0,-42-87-205 0 0,0-4-87 0 0,-8-17-62 0 0,0 1 0 0 0,0 0-1 0 0,-1-1 1 0 0,1 1-1 0 0,-1 0 1 0 0,0 0-1 0 0,0 0 1 0 0,0 0-1 0 0,-1 0 1 0 0,1 7-1 0 0,-1-6-11 0 0,-1 0-1 0 0,1 0 0 0 0,-1 0 0 0 0,-1 0 1 0 0,1 0-1 0 0,-1 0 0 0 0,0 0 0 0 0,0 0 1 0 0,0-1-1 0 0,0 1 0 0 0,-1-1 0 0 0,0 0 1 0 0,0 0-1 0 0,0 0 0 0 0,0 0 1 0 0,-1 0-1 0 0,0 0 0 0 0,1-1 0 0 0,-1 0 1 0 0,-1 0-1 0 0,1 0 0 0 0,0 0 0 0 0,-1-1 1 0 0,-6 3-1 0 0,-14 7 34 0 0,20-9-51 0 0,0 0 0 0 0,0-1 0 0 0,0 0 0 0 0,0 0 0 0 0,-10 2 0 0 0,-26 5 15 0 0,-18 3 68 0 0,45-10-76 0 0,0 1 0 0 0,1 1-1 0 0,-1 1 1 0 0,1-1 0 0 0,-19 11 0 0 0,-18 7 7 0 0,33-15-7 0 0,-27 16 0 0 0,33-16-1 0 0,-1-1-1 0 0,0 0 1 0 0,0-1-1 0 0,-23 7 1 0 0,27-10-3 0 0,-1 0 0 0 0,1 0 0 0 0,0 1 0 0 0,0 0 1 0 0,1 1-1 0 0,-9 4 0 0 0,6-3-122 0 0,9-5 8 0 0,-1 0-1 0 0,0 1 1 0 0,1-1 0 0 0,-1 1 0 0 0,1 0-1 0 0,0 0 1 0 0,-1-1 0 0 0,1 1 0 0 0,-1 0-1 0 0,1 0 1 0 0,0 0 0 0 0,0 0 0 0 0,0 0-1 0 0,-1 1 1 0 0,1-1 0 0 0,0 0 0 0 0,1 1-1 0 0,-1-1 1 0 0,0 0 0 0 0,0 1 0 0 0,-1 2-1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10:34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11930 14070 256 0,'0'0'-41'0,"2"0"34"0,-1 0 7 0,1 1 2 16,0 1 43-16,0 0-9 0,0 0-7 0,0 2 5 0,3 5-4 15,8 11-4-15,-3 3-3 0,1 6-6 0,-2-3 3 16,0 8-3-16,-1-8-1 0,3 2 1 0,-2-2-2 15,-1-10-1-15,5 10-1 0,-6-5 1 0,0-3-2 16,1-1 5-16,-3-2 1 0,3 2-5 0,-1-1 3 16,3 3-6-16,-1-2-7 0,-2-6 4 0,-1-2-5 15,-1-2 6-15,-1-1-2 0,0-2 5 0,-2-4-3 0,13 9 13 16,3 0-6-16,-1-5 1 0,3-2-3 0,1-4-2 16,-1-4-5-16,2-5 5 0,2 9-5 0,4-25-2 15,2-5 3-15,3 0-9 0,5 1 6 0,1-6-6 0,13-8 1 16,0 1 3-16,11-1-1 0,9-3-1 0,2 0 0 15,3-1-5-15,-5-1 4 0,-3 2-5 0,1-4 2 16,1 7 2-16,-3-9 0 0,9-3 9 0,4-1-3 16,3-10-1-16,9 14-1 0,-8-7 1 0,-9 10-4 15,-5 7 0-15,-17 3-5 0,-6 17-6 0,-9 2 2 16,-4 7-14-16,-3 2-4 0,-3 2-118 0</inkml:trace>
  <inkml:trace contextRef="#ctx0" brushRef="#br0" timeOffset="5613.4">19370 5768 16 0,'0'0'-2'0,"0"0"2"0,0 0 4 0,0 0 0 0,0 0-2 15,0 0-3-15,0-2 7 0,0 0-6 0,0 1 10 16,1-1-5-16,1 0 2 0,0 0 7 0,0 0-4 16,0-2 5-16,0 1-2 0,0-1 5 0,-1 0-3 15,1 1 7-15,0-1 1 0,-2 2-5 0,2-4 5 16,0 3 2-16,0-3 5 0,0 2-4 0,-1 1 3 0,1-1-15 16,0 0 4-16,0 1-1 0,-2 1 1 0,0 0-3 15,0 0-1-15,0 0-4 0,0 0 2 0,0 0-8 16,-2 2-2-16,0 0-2 0,0 0-1 0,2 0-5 15,0 0 6-15,0 0 1 0,0 0 1 0,0 0 3 0,0 2-3 16,0 0-1-16,0 0 0 0,0 0 4 0,0 0-2 16,0 0 4-16,2-1-5 0,0 1-2 0,0 0 4 15,0 0-4-15,0 0 5 0,0 0 2 0,-1 0-4 16,1-1-1-16,0 3-2 0,0 0 0 0,0 0 0 16,0-1 2-16,0 1-1 0,-1 0-4 0,1-1 6 15,-2-1-3-15,2 2 4 0,0 0-5 0,0-1 1 16,0 1 3-16,0 0 1 0,-1-2 11 0,1 0-13 0,0-1 8 15,0 1-9-15,2 0 11 0,-1-2-12 0,3 0 3 16,7 0-3-16,0-2 5 0,2-1 1 0,3-5-5 16,3-1 4-16,-1-2-3 0,12-6-6 0,-2 0 2 0,12-5-4 15,-3 2 11-15,-2 1-5 0,4 12 1 0,0-23-2 16,0-9 7-16,2-8-4 0,-3 1-1 0,-2-6-1 16,4 6 4-16,1-3-4 0,3-1 3 0,6 2-3 15,0 0 4-15,10 7-2 0,-1 4-2 0,4 0 0 16,2 3-1-16,-2 3 3 0,-2 3 0 0,-9-2 0 15,0 4-5-15,-10-2 8 0,1 4 0 0,-6-2 2 16,0 4-3-16,-2 3-4 0,-4-1 1 0,-5 12-2 0,-2-5-1 16,0 4-6-16,-2-8-5 0,-3 8-2 0,-3 2-26 15</inkml:trace>
  <inkml:trace contextRef="#ctx0" brushRef="#br0" timeOffset="16888.84">24771 13798 256 0,'0'0'-69'0,"0"0"41"0,0-1-5 0,0-1 1 16,0 0 53-16,0 0-4 0,0 0-16 0,0 0 8 0,2 0-6 16,0 1 13-16,-1-1-6 0,1 0-6 0,0 0 2 15,0 0-5-15,0 2 6 0,0 0 2 0,0 0 0 16,-1 0-5-16,1 2 37 0,0 0-1 0,0 0 14 16,0 0 10-16,0 1-9 0,0 1-4 0,-2 0-3 15,3 11-19-15,1 1 0 0,0 1-5 0,1 0 1 0,-1-1-17 16,0 1 8-16,1 0 1 0,1 1 1 0,-1-1-9 15,3 4 1-15,1 1-3 0,2 0 4 0,0 0 6 16,-1-3-8-16,-1 1-1 0,2-1-2 0,0 1-9 16,2 3 3-16,2 1 5 0,0-4 0 0,-2 1-2 0,2 3 3 15,-2-6-4-15,-11 5 4 0,14-5-5 0,5-3-4 16,-1 0 2-16,4 2-3 0,6-4 14 0,-2-4-9 16,-2-7 4-16,0 0-5 0,4 1 6 0,-1 16-8 15,1-8 4-15,-2-5-4 0,2-6 2 0,3-2 5 16,0-2-5-16,1-2 5 0,-1-1-12 0,3-2 7 15,-1-2-1-15,8-6 3 0,-6 2-3 0,7-3 1 16,3 1 0-16,1-2 0 0,6 1-1 0,3-3 4 16,3 3-3-16,-10 1 5 0,6 0-5 0,-8 2-2 0,-2-1 2 15,3 3-2-15,-3 0 5 0,-2-2-1 0,5 2-4 16,-1 2 1-16,-2 0-1 0,5 1-3 0,-5 1 10 16,-1 2-8-16,-3 3 6 0,-1 2-4 0,-4 0 0 0,-5 2-1 15,-1 2 7-15,-6 2-8 0,1 1 3 0,-2 1-3 16,-4 1 0-16,-3-1 6 0,0 1-3 0,-4 1 5 15,3 3-7-15,-1-6 0 0,2 14 0 0,-1-2 1 16,-1 1 1-16,0 1 0 0,0 1-1 0,-2 4 2 16,2-5 6-16,0 7-5 0,0 6 1 0,-1-12-2 15,-2 4 0-15,4-4 13 0,-1-1 0 0,0 0 4 0,4 7-8 16,-1-8 7-16,-1 1-10 0,0 1 7 0,-1-9-8 16,1 8-5-16,-2-4 5 0,3-2-6 0,1 2 6 15,-4-4-1-15,2 2-1 0,-10-4-1 0,4 2-4 0,0-5 1 16,-1-1 3-16,3-1 1 0,-2 0 6 0,-2-1-7 15,6-1-4-15,0 2 1 0,-2 5 4 0,2 1-3 16,-4-5 7-16,-4-3-7 0,4 0 5 0,0-2-3 16,6 0-4-16,2 0 1 0,-4-2 1 0,3-2-1 15,-5 1 2-15,2-5-2 0,3-1 0 0,1-2-4 16,0-2 2-16,1 3-4 0,0-12 0 0,-1-6 6 16,1 4-3-16,3 2 3 0,-1 1-3 0,2-3-2 0,2-4 1 15,0 2-1-15,2-7 5 0,7 3-3 0,1 6 2 16,6-2-2-16,5 4-4 0,-5 0 9 0,3-2-5 15,0 3 7-15,-1-1-1 0,2 1-5 0,5 5 2 0,-11-1-3 16,3 2 3-16,-4 4-2 0,0 2 0 16,2-1-2-16,-2 1 1 0,-2 2 3 0,2-1 1 0,0 3-1 15,4-1-1-15,1 2 2 0,-1 1-2 0,5 1 2 16,-3 0-1-16,5-24-4 0,-5 15 5 0,3 3-2 16,2 8-2-16,-7 0 2 0,1 2-4 0,-7 2 4 15,-1 0-1-15,-1 3 4 0,0 2-2 0,-1 1 2 16,1 1-7-16,-2 2 9 0,4 2-3 0,4 1 5 0,-11-1-5 15,11 4-1-15,-8-2-1 0,-1 1 1 0,5 3 0 16,-2-1-3-16,1-16 3 0,-1 18-3 0,0 0 1 16,-1 4 1-16,-1-2 1 0,-1-5 1 0,1 7 6 15,-3-6-7-15,-1-5-2 0,3 9-1 0,0-5 2 0,1 1 4 16,-2 3-3-16,3-7 4 0,-1 1-4 0,1-2-1 16,5 3 1-16,2-3-1 0,-2-4 2 0,-2 1-2 15,-8-7 6-15,7-1-6 0,-1 3 8 0,0-5-10 16,1 2 3-16,-10 13-3 0,0-6 16 0,3-2-13 15,3-2 5-15,-6-3-7 0,2-2 8 0,-4-2-10 16,-2 0 3-16,2-2-4 0,-3 0 13 0,-1-3-10 16,-1-1 7-16,1-1-7 0,0-1 10 0,-1 1-9 0,0-2 3 15,-1-1-4-15,1-1 8 0,3-4-6 0,0 0 0 16,1 10-1-16,-5-16 4 0,1 3-7 0,-1-4 2 16,3 10-7-16,1-4-23 0,-5 5-178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3:15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53 6289 0 0,'-12'-4'1857'0'0,"19"-36"409"0"0,-1 31-5335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11:20.0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27998 9043 40 0,'-2'0'0'0,"0"-1"6"15,0-1 72-15,0 0-7 0,1-2 9 0,1 0-24 16,0 1-5-16,0-1-25 0,0-5 5 0,0 3-7 16,0-3 5-16,0 1-11 0,0 1-1 0,0 0-2 0,1-3 2 15,1 1-4-15,0-2 3 0,-2 3-4 0,2-1 9 16,-2 7-1-16,2-7 3 0,0 2-3 0,0 1-7 15,-2 2 8-15,0 2 1 0,1-3 3 0,1 1-3 0,0-1-3 16,0 1-1-16,0 0 0 0,0 0 9 0,0 3-14 16,-1-1 9-16,1 0-9 0,0 0 11 0,0 0 2 15,0 0-4-15,0-1 4 0,0-1-1 0,-1 2-3 16,1 0 0-16,0 0 0 0,0 0-1 0,0 1 0 16,0-1-1-16,0 0 1 0,-1 2 5 0,1 0-13 15,0 0 9-15,0 0-11 0,0 0 0 0,0 0 2 16,0 2-6-16,-1 0 5 0,3-1-6 0,-2 1-4 15,0 0 6-15,0 2-6 0,1 3 5 0,3 4-7 0,1 4 1 16,-1 2-1-16,-4-4 0 0,2 6 0 0,-1-1 0 16,1 1 0-16,0 1 4 0,-1 4 0 0,1-1 0 15,2 4-1-15,-3 1-5 0,1 4 2 0,0-1-2 0,-2 5 3 16,5 3-1-16,-3-6 0 0,0 6 2 0,-1 2-2 16,-3-6 0-16,0 13 0 0,-2-3 0 0,2 1-2 15,0 3 0-15,0-12 0 0,0 2 3 0,0-8-1 16,-1-1-2-16,-1 4 5 0,0-1-3 0,0-1 3 15,0-1-6-15,2 1 2 0,0 1-1 0,0 2 1 16,2-1 1-16,0 1 3 0,0-2-1 0,0 5 2 16,-2-7-6-16,-2 1 5 0,0 1-5 0,0-9 4 0,-2 6-6 15,2-11 4-15,2-5 1 0,0-4 1 0,0-5 1 0,0 6-1 16,0-5 1-16,0 3-1 0,0-5-3 0,0 2-4 16,0-3 0-16,0 5-1 0,2-5-7 0,-2 1-2 15,2 0-11-15,0-2-1 0,0 0-75 0,-2-1-79 16,0-1-8-16,0 0-32 0,0 0-120 0</inkml:trace>
  <inkml:trace contextRef="#ctx0" brushRef="#br0" timeOffset="901.95">28291 9898 124 0,'0'0'34'0,"0"0"-6"0,-2 0 22 16,0 0 3-16,1 0-8 0,-1 0-5 0,0-2-10 0,0 0 1 15,0 0-4-15,0 0-3 0,2 2 6 0,0 0-3 16,-2-2 3-16,2 2-13 0,0 0-9 0,0 0 0 16,0 0-3-16,0 0 3 0,0 0 9 0,0 0-4 15,0 0 4-15,0 0-19 0,2 0 10 0,0 0-4 0,0 0 8 16,0 0-2-16,2 0 0 0,-1 0 0 0,10 0-1 15,4 0 2-15,3 0 5 0,5 0 3 0,-1 0 0 16,4 0-3-16,3 0-5 0,4 0 1 0,10 0 0 16,-4 0 8-16,5 0-13 0,3-2 3 0,-3 1-5 15,8 1 2-15,-2 0-10 0,5-2 2 0,-3 2-3 16,0 0 9-16,-6 0 1 0,-1 0-5 0,-5-2 2 0,-6 0-3 16,-7 2 5-16,-3-2 3 0,-5 0-1 0,-3 0-7 15,-5 2 0-15,-3 0-2 0,-5 0 1 0,-1 0 6 16,0 0-25-16,-1 0 8 0,1 0-17 0,0 0 0 0,-2 0-122 15,0 0-32-15</inkml:trace>
  <inkml:trace contextRef="#ctx0" brushRef="#br0" timeOffset="1698.35">28107 9153 160 0,'0'0'53'0,"0"0"-61"15,0-2 55-15,0 0-27 0,0 0-20 0,0 1 1 16,0-1 2-16,0 0-1 0,0 0 8 0,0 0-13 15,2 0 3-15,0 0-7 0,0 1 9 0,0-1 30 16,0 0 0-16,0 0 10 0,-1 0-2 0,1 0 1 0,0 0-4 16,2 1 3-16,0-1-6 0,1 0-10 0,16-6 1 15,6-1-4-15,5 2-1 0,-1 1-9 0,-3 2 0 16,2 1-4-16,0-1-7 0,3 0 6 0,-1 1-6 16,1 1 4-16,1-2-7 0,-1 2 11 0,2 0-1 15,4-1 3-15,-9 1-10 0,2 0-4 0,-6 0 1 0,-4 2-1 16,4 0 9-16,-4 0 0 0,4 0-5 0,0 0 1 15,-5 0-3-15,-5 0 4 0,-5 0 2 0,-1 0 0 16,-9 0-3-16,7 0 11 0,-4 0 0 0,-1 0 6 16,1 0 19-16,0 0 3 0,-2 0 4 0,-1 0-3 15,1 0-12-15,0 0-15 0,0 0 2 0,0 0-7 16,0 0 1-16,-2 0-10 0,0 0 0 0,2 0-1 0,-2 0 13 16,0 0-9-16,0 0 3 0,0 0-6 0,0 0 2 15,0 0 2-15,0 0 4 0,0 0-3 0,0-2 5 16,0 0-3-16,0 0-5 0,0 1 2 0,0-3 1 15,0 0 2-15,1-13 2 0,1-1-3 0,-2-3 5 0,4-8 3 16,2-10 3-16,3-13-1 0,-2-10 4 0,-1-6-13 16,-2-5 3-16,-1 3-6 0,1-3-5 0,-2 5 9 15,-2 1-5-15,-2 7 6 0,-2 1-10 0,2 5 4 16,-1 0-3-16,1 0 3 0,-2-7-3 0,-1 2 4 16,3-4 2-16,0-2-1 0,0 3-5 0,2-1 2 15,0 6 1-15,0 5 1 0,0 11-1 0,-2 2 0 0,2 5 0 16,-2 8 2-16,2 2 4 0,0 6-10 0,0 1 0 15,0 2-5-15,0 6-3 0,0 1 1 0,0 3-3 16,0 3 2-16,0 0-10 0,2-2-22 0,0 1 5 16,0 1-12-16,0 0-12 0,0 0-37 0,-1 2-66 0</inkml:trace>
  <inkml:trace contextRef="#ctx0" brushRef="#br0" timeOffset="2473.92">29236 9894 105 0,'0'0'37'0,"0"0"1"0,0 0 26 15,0-2-12-15,0 0 3 0,0 0-24 0,0 0-2 16,-2 1-1-16,1-1 0 0,-1 0-3 0,0 0 6 16,0 0-5-16,0 0 6 0,0 0 1 0,0 1 10 15,1-1-3-15,-1 0 4 0,0 0-8 0,0 0 0 16,0 0-4-16,2 0 1 0,0 1-10 0,-2-1-6 0,2 0 5 15,0 0-5-15,0 0-2 0,-2 0 0 0,1 0 2 16,-1 1-1-16,0 1 4 0,2 0 11 0,0 0-9 0,0 1 9 16,0 1-19-16,0 2 1 0,-2 7-6 0,0 11 2 15,0 1-11-15,0 1 3 0,2 2 4 0,-1 5 0 16,1 3 3-16,0 5-10 0,0 3 3 0,1 9-4 16,1 2 6-16,2 1 1 0,0 8 1 0,-1-9-2 15,1-2-7-15,4 4 8 0,-5-12-8 0,3 3 8 16,-1 4-4-16,1 2 0 0,1 4 0 0,1 2 0 15,-1 7 0-15,1 7-1 0,-3-5 2 0,3-4-3 0,-1-2-2 16,1-12 5-16,-1-1 0 0,-1-2 4 0,-1-12-2 16,-1-5 0-16,0-3-2 0,-1-5 2 0,-1-4 4 15,0-1-5-15,-2-5-5 0,0-3 0 0,0-4-9 0,0-3-19 16,0 3-9-16,0 0-13 0,0-2-102 0</inkml:trace>
  <inkml:trace contextRef="#ctx0" brushRef="#br0" timeOffset="3201.38">28739 9721 195 0,'0'0'26'0,"0"0"-1"0,0 0 14 15,0-2-5-15,0 0-2 0,0 1-22 0,-2-1-10 16,0 0 1-16,0 0-3 0,2 0 5 0,0 0 3 16,-2 2 1-16,0 0-1 0,1-2 0 0,-1 1 4 0,0-1 8 15,0 0 1-15,0 0 45 0,0 0 3 0,0 0 0 16,1 0-3-16,-1-1-19 0,0-1-5 0,0 0-7 15,0 1 3-15,0-1-9 0,0 0-6 0,2 0-1 16,-1-1-3-16,1 1-5 0,-2-1 4 0,0 1-5 16,0 0 3-16,0 2-13 0,0 0 2 0,0 1 1 0,1-1-2 15,-1 0-1-15,2 0 5 0,-2 0 0 0,2 0 1 16,-2 0 2-16,0 1-5 0,2-1 1 0,-2 0-2 16,0 0-1-16,2 2 3 0,-1 0 4 0,-1 0-3 15,0 0-4-15,2 0 2 0,0 0-3 0,0 0 4 16,0 0 3-16,0 2-4 0,0 0-1 0,0 1 1 15,0 1-3-15,2 7 0 0,1-1 1 0,1 1-1 0,0-4-1 16,3 6 0-16,-1-4 3 0,-2 1-2 0,9 1 7 16,-2-4-7-16,4 3-1 0,-12-5 0 0,7 4-2 0,1-1 2 15,-9-1-3-15,16 3 3 0,-9-3-3 0,3 0 6 16,0 1-3-16,-2 1 3 0,-3-1-2 0,2-1 0 16,-1 0 3-16,-6-3-4 0,0 4 0 0,-1-5-4 15,1 1 5-15,11 0-2 0,-11-1 8 0,-2-1-2 16,2 2 0-16,-2-2 0 0,0 0-4 0,2 3 7 15,-2 3-8-15,0 1 8 0,-2 0-14 0,-4 2 8 16,-3 4-2-16,5 0 5 0,-18 4-1 0,0-1 3 16,0 1-1-16,1 1 1 0,-1-3-6 0,2 0-2 15,-1-1-3-15,3-3 0 0,1 0 3 0,-2-2-22 0,1-5 4 16,1 7-16-16,0-4-40 0,2 2-254 0</inkml:trace>
  <inkml:trace contextRef="#ctx0" brushRef="#br0" timeOffset="4140.51">27560 9140 72 0,'0'0'19'0,"0"0"-3"0,0-2 16 0,0 0 0 16,0 0-2-16,0 1-9 0,0-3 18 0,0 2-4 0,0-7 9 16,1-2-3-16,1 1-13 0,0 1 1 0,2-2-7 15,0 0-15-15,-1 0 13 0,1-2-2 0,0 3 5 16,1-1-2-16,1 0 6 0,-2 2-2 0,-1 1 3 15,3-5-4-15,-2 6-1 0,-1-1-1 0,1-1 1 16,0 2 4-16,-1-1-3 0,-1 3-3 0,0-1-1 0,0-1-1 16,-2 5-12-16,2-2 11 0,0 0-11 0,0 1 5 15,-1-1 0-15,1 2-8 0,0 0 7 0,0 0 0 16,0 1 0-16,0-1 6 0,0 0-5 0,-1 2 4 0,1 0-1 16,0 2-5-16,0 0 4 0,0 1-2 0,0 3-3 15,3 16-1-15,-1-1-2 0,2 1-3 0,-3 0-3 16,3 2 0-16,-1 4-2 0,-1 2 6 0,0 1-4 15,1 3 0-15,1 7-2 0,0-4-6 0,-1 0 10 16,1 9 0-16,-3-7 3 0,3 10-6 0,-2 1 4 16,-1-8-7-16,-1 3 7 0,0-4-3 0,-2-2 2 15,0-8 2-15,0-5-2 0,0-1-1 0,0-7 1 16,0 1 0-16,0-4 1 0,0 1 5 0,0-3-8 0,0-2 0 16,0-1-2-16,0-1-2 0,0-3 7 0,0-1-3 15,0-1 3-15,0-2 1 0,0 0-24 0,0-1 0 16,0 1-16-16,0 0-45 0,0 2-92 0,0 0-28 15</inkml:trace>
  <inkml:trace contextRef="#ctx0" brushRef="#br0" timeOffset="5184.67">27548 9500 203 0,'0'-2'48'15,"0"0"86"-15,0 1-107 0,0-3-2 0,0 0-8 0,0 2 5 16,0 0-14-16,0 1-3 0,0-1 6 0,0 0-5 16,0 0 10-16,0 0 12 0,0 2-1 0,0 0 5 15,0 0 0-15,-1 0-5 0,-1 2 6 0,0 0-4 16,0 0 12-16,0-2 0 0,0 0-9 0,1 0 6 15,-3 0-13-15,0 2-1 0,-1-1 6 0,-5 1-6 16,3-2 0-16,-6 0-2 0,-2 0-1 0,9 0 0 0,-10 0 1 16,-3 0-10-16,-1 0 0 0,-4 0-4 0,-2-2-6 15,-2 1 3-15,5-1-4 0,-1 0 5 0,-2 0 0 16,0 0-3-16,-3 0 0 0,-5 0-2 0,3 1 2 0,-5 1 3 16,-1 0-4-16,-4 1 3 0,2 3-2 0,0 0-2 15,-3 1 8-15,1-1-7 0,-4 2 3 0,-3-4 6 16,5-2-3-16,-1 3 4 0,-1-3 2 0,12 2-7 15,3 0 0-15,2-2-2 0,6 2 2 0,-2 2-3 16,-6-1 2-16,8 1-3 0,1-2 1 0,3 0-3 16,3 0 0-16,0 1 0 0,2-1 1 0,0 2 5 15,2-2-4-15,0 0 3 0,3-1-6 0,3 1 2 16,1-2 4-16,-2 2-1 0,3 0 2 0,-3 0-7 0,2 0-2 16,1 0-1-16,-1-1 2 0,-2 3 5 0,3-2-5 15,-3 2 4-15,1-1-3 0,1-1 0 0,-2 2 1 16,3-2-1-16,-1 0-4 0,-2 1 6 0,1 1-2 15,-1 0 2-15,1 0 1 0,-5 1-4 0,5-3 4 0,-1 0-4 16,-1 2 10-16,1-3-4 0,3 1-1 0,-3 0-2 16,4-2-6-16,0 0 4 0,-3 2 0 0,1 0 1 15,0-2-1-15,1 0 1 0,-1 0-1 0,2 0 1 16,0 0-2-16,0 0 1 0,0 0-1 0,1 0 1 16,-1-2 0-16,0 0 0 0,0 0 3 0,0 0-1 0,2 1 0 15,0-1-2-15,0 0-2 0,0 0 2 0,0-2 3 16,0 1-6-16,0-1 6 0,0-4-6 0,0 5 8 15,0-5-3-15,-2 5 0 0,2 1-2 0,-2-2 0 0,1 2 0 16,-1 0-2-16,0 0 1 0,0 1-3 0,-2 1 3 16,1 0 3-16,-14 1-1 0,4 3 7 0,-4 0-5 15,2 1-2-15,0 1 0 0,-3 1 7 0,9-1-5 16,1 0 4-16,1-1-4 0,-1-1 0 0,1 5 0 16,-2-3 5-16,1 3-2 0,1 0 1 0,7-7-7 15,0 0-3-15,-6 5 0 0,4-3 3 0,-1 4 8 0,1-1-3 16,2-3 5-16,0-1-12 0,0 1 4 0,0-2 1 15,2 2 1-15,-1-1 0 0,3 1-1 0,0 0 3 16,7 1-1-16,4 1 6 0,5-2-8 0,-1-2-2 16,-2-2 0-16,3-2-5 0,-3 0 6 0,-1-2-3 0,1-1 5 15,-4-1 1-15,0-1-2 0,-2-1 3 0,-1 3-3 16,-1-1 0-16,-4 2-3 0,-1 2 3 0,-2 2-3 16,0-13 4-16,7 2-1 0,-1-2-3 0,-3 2 2 15,-3 6 0-15,0 1-4 0,-2 2-1 0,0 0 0 16,0 0 4-16,-2 0-1 0,0 1-1 0,0 1-2 15,-1 0-3-15,-7 1 9 0,-3 3-1 0,0 0 3 16,0 1-14-16,8-3 8 0,-3 2-1 0,6-4 3 0,-1 4 3 16,-1-1-12-16,4-1-3 0,-2 4-8 0,2-2-40 15,0-1-64-15,2 3-32 0</inkml:trace>
  <inkml:trace contextRef="#ctx0" brushRef="#br0" timeOffset="6458.76">25692 10139 142 0,'0'0'6'0,"0"-2"-1"16,0 0 0-16,0 0 5 0,-2 0-5 0,0 1-5 16,0-1 0-16,0 0-3 0,0 0 3 0,1 0 3 0,-1 0-4 15,0 0 1-15,0 1 0 0,0-1 11 0,0 0 16 16,0 0 8-16,1 0 0 0,-1 0 10 0,0 0-2 15,0 1-1-15,0-1 2 0,0-2-17 0,0 0-4 16,1 1-9-16,-3 1 5 0,0 0-2 0,0 0-3 16,1 0 9-16,1 2-7 0,-6-4 12 0,3 3-11 15,-4-3-3-15,3 2 0 0,-1 0 1 0,-1 0 6 0,3 2-3 16,-1-2 3-16,2 2-12 0,3 0 2 0,-3 0 3 16,0-1 0-16,0 1 9 0,1 0-9 0,-1 0 3 15,2 0-4-15,0 0 10 0,0-2-15 0,1 2 5 16,-1 0-7-16,0 0 3 0,0 0-1 0,0 0-7 15,2-2 4-15,0 0-5 0,0 2 3 0,0 0 2 0,0 0-1 16,2 0 7-16,0 0-1 0,0 0-1 0,1 0 1 16,3 0 2-16,9 0-9 0,3-2 9 0,5 2-9 15,6 0 17-15,10 0-7 0,0-2 2 0,6-1-5 16,3-3-6-16,4-1 4 0,4-3-5 0,0 1 5 16,-3 2-5-16,-2-1-6 0,-3 3 2 0,-2 1-3 15,-1 0 8-15,-4 2-3 0,-2 2-1 0,0 0-1 0,1 0-1 16,-2 0 1-16,-1 2 5 0,2 0-3 0,-11 0 5 15,1 0 0-15,-3 0-6 0,-7-1 3 0,-4-1-6 0,1 0 3 16,-1 2 7-16,-7-2-3 0,5 2 8 0,-11-2-11 16,3 0 1-16,1 0-3 0,-4 0-5 0,3 0 1 15,-1 0-5-15,0 0 1 0,-1 0-29 0,-1 0-58 16,0 0-51-16</inkml:trace>
  <inkml:trace contextRef="#ctx0" brushRef="#br0" timeOffset="6988.38">26537 9870 696 0,'-2'0'40'16,"0"0"6"-16,-9-4-12 0,-4 0-17 0,0 1-6 15,-7-3-16-15,9 4 10 0,0 2-5 0,3 0 7 16,1 0-11-16,2 0-1 0,-1 2 5 0,3 0-4 0,3-2 0 16,0 0 5-16,0 0-4 0,-2 4 4 0,1-1-4 15,-1 1 15-15,2 0-3 0,0-2 7 0,0-1 0 16,1 1-5-16,-1 0 4 0,2 0-4 0,0 0-6 0,2 0 7 16,-1 0-7-16,3-1 6 0,7 5-16 0,17 5 11 15,4-2-6-15,3 1 7 0,-7-3-7 0,-10-3-3 16,-1-1 6-16,-2 1-6 0,11 4 6 0,4 1 1 15,1 0-3-15,-7-1 1 0,-1-1-9 0,-3 0 7 16,-1 1-2-16,-1-1 5 0,1 3 0 0,-6-3-2 16,0 0 1-16,-2-1 0 0,-4-2 2 0,3 3-1 15,-7-5 4-15,-1 0-3 0,2 3-3 0,-2-1 2 0,3 4 2 16,1-1 1-16,-2 0 6 0,-1 3 3 0,-1-1 1 16,0 4 1-16,-2 0 0 0,-2 0-6 0,-5 7-8 15,3-12 5-15,-3 5 5 0,-23 2-3 0,2-8 3 16,2 19-4-16,-7-13-5 0,-1-5 3 0,8 6-2 15,-15 9 4-15,12-10 8 0,-3-4-4 0,-3-3 3 0,11-1-3 16,0 1 6-16,9-3-6 0,0 3 4 0,6-2-7 16,1-2-6-16,3-1-3 0,1-1 2 0,0 2-3 15,0 0-4-15,1 0 0 0,-1 0-3 0,2 0 3 16,0 0 0-16,0-1-55 0,1 1-4 0,1 0-30 16,0 2-141-16</inkml:trace>
  <inkml:trace contextRef="#ctx0" brushRef="#br0" timeOffset="8514.86">26149 10748 130 0,'0'0'23'0,"0"0"-3"0,0 0 22 16,0-2-5-16,0 0 0 0,0 0-15 0,0 0-9 16,0-1 1-16,0-1-4 0,0 0 2 0,1 1 12 15,-1 1 6-15,0-2 0 0,0-3 3 0,0 1-4 16,0 0-2-16,0 1 1 0,0-1-7 0,0 1 6 0,0-1-7 15,0 2 7-15,0 3-19 0,0-3 3 0,0 2-5 16,0-2 3-16,0 1-6 0,0-1 2 0,0 0 4 16,0 2-3-16,0-1 6 0,0-1-4 0,0 0-5 15,0 0 2-15,0 1-8 0,0-1 8 0,0 2-1 16,0 0 2-16,0 0-11 0,-1 1 16 0,-1-1-7 0,2 0 10 16,0 0-14-16,0 0 4 0,0 0 1 0,-2 0 3 15,2 1 1-15,0-1 0 0,0 0-1 0,0 0 0 16,0 0-5-16,0 0 2 0,0 2-2 0,0 0 2 15,0 0-2-15,0 0-1 0,0 0-1 0,-2 0 2 16,2 0-1-16,-2 0 2 0,0 0-4 0,0 0 3 0,1 0-1 16,-1 0 9-16,0 0 0 0,0 0 1 0,0 2-8 15,0 0 1-15,0 0 0 0,1 0 0 0,-1 0 4 16,-2 1-10-16,-2 7 1 0,-1 6-3 0,0 5 1 0,1-3 1 16,0 3 1-16,3-3 0 0,-1 3 1 0,0-1 0 15,2 2-2-15,2 3 0 0,0-1 6 0,0-4-9 16,0 1 8-16,0-3-7 0,2 3 9 0,0-1-6 15,0-1-3-15,0-5 0 0,0 1 13 0,0 9-11 16,-1-5 7-16,1 5-8 0,0-3 14 0,-2-8-4 16,0-2 1-16,0-2-1 0,0-7 3 0,-2 5-4 15,2-3-1-15,-2 2-1 0,-1-1 7 0,-1-1-8 16,0 0 6-16,1-3-8 0,-1 1 2 0,0 0 0 0,-1 0 1 16,-3 0 0-16,3 0 0 0,1-2-6 0,-2 0 1 15,4 0-2-15,-5 0 2 0,3 0 3 0,-5 0-8 16,0 0 6-16,5 0-1 0,-3-2-9 0,3 0 10 15,0 0-9-15,0 0 7 0,3 2 2 0,-5-2-6 0,0 1 6 16,-3-3-1-16,2 0 0 0,3 2 3 0,-2 0-3 16,5 2-3-16,-5-3 8 0,-1-1-6 0,-3-2 7 15,1 3-7-15,5 1-2 0,1 0 5 0,1 2-4 16,-2-2 0-16,0 0 5 0,1 0-5 0,1 1 3 16,-2-1-9-16,2 0 2 0,0 0 1 0,0 2 1 0,1 0 2 15,-1 0 2-15,0 0 1 0,0 0 1 0,0 0-5 16,0 2 0-16,2 0-1 0,0 0 2 0,0-1 1 15,0 1 1-15,0-2 1 0,2 0 2 0,0 0-2 16,5 2 8-16,18 6-6 0,-5-3 6 0,8 3-10 16,7-3 2-16,2-1 5 0,-1-4-1 0,4-2-2 0,-6-4-3 15,3 1 2-15,6-1-1 0,-2 3-3 0,-1-1 3 16,-3 2-1-16,-1 0 3 0,-1 2 0 0,2-2 1 16,2 0-7-16,-9 1 3 0,-2-3-7 0,-6 0 7 15,-3 0 3-15,3 1 1 0,-9 1-4 0,-4 0-7 16,-5 2-2-16,0-2-2 0,-1 0-9 0,1 0-20 15,-2 1-2-15,0-3-7 0,0-4-23 0,-2-3-174 0</inkml:trace>
  <inkml:trace contextRef="#ctx0" brushRef="#br0" timeOffset="8780.56">25746 10657 742 0,'0'0'87'0,"0"-2"-98"0,-2 0 94 0,0 0-46 0,2-1-16 15,0-1-7-15,0-2-1 0,0 1-2 0,0 1-7 16,2 0 0-16,5-5 3 0,4 3-2 0,21 1 5 0,1 3-9 16,6 0 3-16,-5 0-4 0,-3 0 0 0,-1-16-11 15,-8 9-6-15,-1 1-1 0,1 4-24 0,-7 3-10 16,7-1 0-16,-5 2-8 0,0 0-38 0,-3 0-74 15</inkml:trace>
  <inkml:trace contextRef="#ctx0" brushRef="#br0" timeOffset="9606.49">26867 11091 330 0,'0'0'57'15,"0"-1"121"-15,0-1-151 0,0 0 2 0,0-2-2 0,0 0 1 16,0 1-5-16,0-1-22 0,0-5 8 0,0 7-10 16,0-2 6-16,0-1-5 0,0 1 5 0,0 0-4 15,0 2 6-15,-2 0-2 0,0 1-4 0,1-1 3 16,-1 0 7-16,-2 0 17 0,0 2-3 0,-5-2 7 15,-2 2-7-15,-6 2 1 0,4 2-2 0,-5 3 1 0,1 4-7 16,0-9-6-16,0 17 0 0,4 9-3 0,-1-4 0 16,1 4-5-16,1 9 5 0,1-8-5 0,0-1-8 15,0 2 3-15,5-6-4 0,3 0 5 0,-1 2-4 0,-11-4 6 16,4 1-2-16,5-3 4 0,5-3-12 0,-1 1 12 16,2-3-4-16,2 0 7 0,3 2 0 0,3-4-1 15,-1-4 3-15,2 0-3 0,6-3 8 0,7-2-5 16,1-1 8-16,-1 12-8 0,4-2 7 0,-4-7-5 15,1-2-1-15,1-4 0 0,-4-2-5 0,-1-2 2 16,1-2-6-16,-3 1 5 0,-2-1 0 0,-2 1 0 16,-2-1-1-16,-4 2 1 0,-1 1 3 0,-4 1 0 0,-1-9-3 15,9-2-1-15,-3 2-9 0,1-4 9 0,-5 2 0 16,-1 2 4-16,-2-1 0 0,0 3-9 0,0 0 6 16,-2 1-7-16,0 1 6 0,1 3 3 0,1 2-4 15,-4-1 3-15,-4-3-7 0,-5-1-3 0,4 3 0 16,-4-2-1-16,0 3 4 0,6 3 3 0,-1 0-1 15,5 0 1-15,-3 0-6 0,2 0-1 0,1 0 2 0,-1 0-1 16,0 0 2-16,1 0-5 0,1 2 5 0,0-1-4 16,0 1 13-16,2 0 1 0,0-2-2 0,2 2-1 15,0-2-6-15,1 0 6 0,12 0 3 0,4 0 0 16,3 0-1-16,2-2-8 0,2-2 1 0,0 1-1 16,0-1 1-16,-2 2 0 0,0 0-15 0,-3 0 3 15,-1 1-66-15,-3 1-85 0,5 0-88 0</inkml:trace>
  <inkml:trace contextRef="#ctx0" brushRef="#br0" timeOffset="10558.97">29936 10564 143 0,'0'0'19'0,"0"-2"14"0,0 0 0 0,0-1-20 0,0-3-2 0,4-13-6 16,0 7-8-16,-1-7 7 0,1-1 2 0,-2 3 5 15,2-7 16-15,-2 5 9 0,-1 2 1 0,1-7 4 16,-2 8 9-16,0-9-3 0,0-4 2 0,0 10-4 16,-2-7-8-16,-1 4-10 0,-1 1-4 0,-2-3-1 15,3 4-5-15,1 9-6 0,-2-4 5 0,0 2-5 16,3 2-1-16,-1-2 2 0,0 5-7 0,2 1 5 15,0 3-2-15,0-1-1 0,0 3 4 0,0 0-5 0,-2-2 2 16,2 0-7-16,0 1 4 0,0 1-4 0,0 0 11 16,0 0-3-16,0 0 6 0,0 0-3 0,0 2 11 0,0 2-13 15,0 0 0-15,0 11-4 0,2 22 4 0,2 10-5 16,-3-4 1-16,1 7-3 0,2 0-6 0,0-3 4 16,1 5 0-16,-1-11 1 0,2 0-3 0,-3-7 4 15,1-3-2-15,0 3 3 0,-1-1-9 0,1 1 4 16,2 0 0-16,-3-3 1 0,1 3 0 0,0-1 5 15,-2 1-2-15,0 1 2 0,-1-1-6 0,-1-4 1 16,0 3 0-16,0-12 1 0,0 9-1 0,0-8-12 16,0-3 5-16,0 5-9 0,0-16-15 0,0 5-36 0,0 0-12 15,0-7-25-15,0 3-229 0</inkml:trace>
  <inkml:trace contextRef="#ctx0" brushRef="#br0" timeOffset="10927.54">29747 10826 428 0,'-2'0'29'15,"0"0"1"-15,0-2 1 0,2 0 3 0,0 0-8 0,0 0 17 16,0 1-18-16,0-1-5 0,0 0-3 0,0 0-9 16,0 0 3-16,2 2-2 0,0 0 1 0,0 0-5 15,0 0-1-15,1 0 5 0,1 2-4 0,2 0 2 0,3 3 3 16,0 1 2-16,2 1 0 0,1 3 0 0,1-5-3 15,1 10-3-15,-2-2 1 0,2 6-1 0,1 1-6 16,-2-3 0-16,0-2-2 0,0 0 5 0,-3-12-3 16,3 8 2-16,-4 2-1 0,4-7 3 0,-2 13 12 15,0-12 0-15,0 0 4 0,0-5-7 0,-1 6 8 16,-1-3 0-16,0-1 3 0,2-2 6 0,-1-2 4 16,-1 0-4-16,-2-2 5 0,1 0-5 0,-3 0-2 0,1-1-1 15,-2 1-2-15,-1-21-8 0,1 3-1 0,2-2-2 16,-5-2 0-16,3 7-14 0,-2-2-1 0,13-1-1 15,-8 7-1-15,1-2 3 0,-5 6-23 0,3-2 2 16,-2-1-13-16,-1 1-22 0,-1 4-36 0,2-2-7 0,0-1-10 16,-1 1-43-16</inkml:trace>
  <inkml:trace contextRef="#ctx0" brushRef="#br0" timeOffset="11408.64">30759 10406 851 0,'0'-2'24'0,"0"1"-5"0,-2-3-7 16,2-2 13-16,-2-7-20 0,2 11 10 0,0 1-17 16,0-3 3-16,0 0-6 0,0 0-3 0,0 3 12 15,0-1-6-15,0 2 8 0,0 0-7 0,0 2 1 16,0 1-2-16,0 7 2 0,-2 14-2 0,0-2 13 15,0 8-5-15,2-4 8 0,-1 3-8 0,1-1 0 16,-2 2 3-16,0 0-3 0,0 1-4 0,0 3 0 0,0-1-2 16,0 2 1-16,1 1 1 0,1-1-2 0,0-4 0 15,0 3-1-15,1-4 4 0,1 1 1 0,0-3-1 16,0-8 0-16,2 3-9 0,-2-7 7 0,-1-1 1 16,1-4 2-16,2 1-1 0,-2-1-1 0,-2-9 3 0,2 5-1 15,-2-3 9-15,0-1-8 0,0 1-4 0,0 0 1 16,0 0-3-16,0-3-1 0,0 1 5 0,0 0-2 15,-2 0 8-15,0 0-13 0,0-2 4 0,0 0-6 16,0 0 6-16,-1-2 0 0,-1 0 0 0,0 0 1 16,1 0 3-16,1 1-3 0,0-3 1 0,2 2-1 15,-4-4 6-15,-1-5-10 0,1 4 1 0,2 1-3 0,2 3 6 16,0-9 0-16,0 7 5 0,0 3-4 0,7-9 1 16,-5 7 0-16,17-3-4 0,1-4 2 0,1 5 3 15,1-1 0-15,0 5-3 0,1-13 1 0,-3 6-3 0,-1 1-8 16,-5 3 5-16,1 1-7 0,-4 0 2 0,1 0-14 15,-3 3-6-15,0-3-4 0,-5 2-28 0,-2 2-10 16,0 0-25-16,-1 0-1 0,1-9-130 0</inkml:trace>
  <inkml:trace contextRef="#ctx0" brushRef="#br0" timeOffset="11589.63">30464 10326 1052 0,'0'-1'21'0,"0"-1"23"16,0-2-34-16,5-11 6 0,-1 8-10 0,7-12 8 15,22 8-18-15,6 7 2 0,2-9 3 0,-4 11-1 16,2-3-12-16,-7 3-61 0,1-18 0 0,-5 10-21 16,-2 7-23-16,-2 1-136 0</inkml:trace>
  <inkml:trace contextRef="#ctx0" brushRef="#br0" timeOffset="12060.09">31260 10705 383 0,'0'0'48'0,"0"2"86"0,0 0-103 0,0 0 12 16,0 24-7-16,4 2 6 0,-2 5-26 0,3-1 1 15,6 3-8-15,1 4 5 0,-5-11-12 0,0 9 0 16,-5-11-2-16,0-2 1 0,2 8 4 0,-2-19 8 0,1 3 0 16,1-5 2-16,0-1 4 0,-4-7 11 0,2 1 7 15,0 0 1-15,-2-2 22 0,0 0-29 0,0-1 6 16,0 1-15-16,-2-2-14 0,0 0-1 0,0-2 0 0,-2 1 2 16,1-3 1-16,-10-17-9 0,1-3 3 0,1-5-3 15,4 3 4-15,1-2-9 0,3-2-4 0,3 2-1 16,0-3-9-16,0 5 10 0,1 0-2 0,3 1 6 15,0 5 0-15,3 1 3 0,1 3 1 0,-1 3-1 16,2 2-7-16,-3 1 5 0,13 1-2 0,1 2 4 16,4-3-4-16,6 3-1 0,-2-1 4 0,-1 5-3 0,3-1 6 15,-4-13-1-15,0 6-3 0,0 6 2 0,-4 5 0 16,-1 1 4-16,-3 5-1 0,-1 1 4 0,0 5 2 16,-6-1-3-16,0 17 1 0,-3-1 0 0,1 5 13 0,-4 0-11 15,1 3 5-15,18 8-7 0,-13-3 8 0,-5 9 2 16,-6-10-2-16,-2-10 2 0,-2-1-1 0,-1-11 6 15,-5 9 0-15,-1-2 0 0,-2-2-3 0,-2-1-9 16,8-10 0-16,-17-4-3 0,0-1-6 0,-2-2 1 16,2 1-7-16,-4-3 2 0,-2 0-31 0,-2 16-59 15,-5-6-40-15,-4-9-27 0,-3-5-319 0</inkml:trace>
  <inkml:trace contextRef="#ctx0" brushRef="#br0" timeOffset="12810.6">29344 7311 115 0,'0'-2'23'0,"0"0"-33"0,0-1 30 0,0-1-15 16,2-18 20-16,0 7-9 0,0-2-5 0,-1 0-2 0,1 1-17 16,2-3 7-16,0 4 5 0,-1 0-1 0,1-5-3 15,0 3 6-15,0 1-8 0,-1-3 9 0,-1 8-2 16,0 2 12-16,2-4 6 0,-4 9 0 0,2-4-1 0,-1-1 12 16,1 2-3-16,0-4 8 0,-2 7 1 0,0-2 3 15,2 3-5-15,0-1 4 0,-2 2-7 0,0-2-5 16,0 1-7-16,0-1 0 0,0 2-17 0,0 0 9 15,0 2 0-15,0 0 1 0,0 0-8 0,0 2 2 16,0 0-2-16,0 2 2 0,0 10-4 0,4 14-5 16,-3-2 5-16,1-3-5 0,2 1 6 0,0 0-11 15,-1 2 5-15,1 2-3 0,0 3 19 0,-2-3 4 16,0 2-5-16,-1 1 3 0,1 3-11 0,0 7 4 0,-2 1-5 16,0 7 5-16,0 3 0 0,-2 7-4 0,0 0-2 15,1 5-3-15,-1-9-8 0,0-8 11 0,0-6-1 16,2-12 5-16,0 5-7 0,0-10-4 0,0 0 3 15,0-7-2-15,0-4 9 0,0 0 1 0,0-8-3 0,0-3 1 16,0 4-6-16,0-3-9 0,0 1-10 0,0 0-4 16,0-1-68-16,0 1-231 0</inkml:trace>
  <inkml:trace contextRef="#ctx0" brushRef="#br0" timeOffset="14046.04">29231 7846 112 0,'0'0'27'16,"0"0"-1"-16,0 0 18 0,0 0-2 0,0 0-2 0,0 0 0 16,0-2-12-16,0 0 4 0,-2 0-7 0,2 0 1 15,-2 1 4-15,0-1-3 0,0 0 3 0,0 0-10 0,2 0 4 16,0 0-10-16,0 0 6 0,0 1-16 0,0-1 6 16,0 0 3-16,0 0 0 0,0 0 1 0,2 0-14 15,0 0 4-15,0 1-4 0,0-1 14 0,0 0-2 16,0 2 3-16,-1 0-2 0,1 2 8 0,2 1-6 15,0 1-1-15,7 11 0 0,-2-2 1 0,6 13-7 16,-4-6 3-16,4 8-6 0,-2 2-2 0,-4-11-1 16,2 3-2-16,-3-6 0 0,-1-1 3 0,1-2 5 0,1 0-5 15,-2-3 4-15,1-1-6 0,-4-4 16 0,7-1-2 16,0-2 5-16,-4 4-3 0,1-1 22 0,-3-3-8 16,1 0 11-16,5 2-15 0,0-3-1 0,0-1 3 0,4 0-3 15,-8 0-4-15,1-1-6 0,1-5-6 0,-3 0 2 16,-3-12-14-16,12-4 13 0,-4-1-3 0,-5-1 6 15,-2 2-14-15,-4-4-6 0,0-2-1 0,0 6-2 16,-2 0-10-16,0 5-26 0,-2 0-2 0,2 4-10 16,-1-7-23-16,1 7-93 0,2-2-27 0</inkml:trace>
  <inkml:trace contextRef="#ctx0" brushRef="#br0" timeOffset="14527.95">30133 7242 938 0,'0'-1'1'0,"0"-1"0"0,0 0 12 16,-2-17-5-16,2 14 7 0,0 1-12 0,0 0-9 0,0 1 4 15,0-1-6-15,0 0 9 0,0 2-6 0,0 0 2 16,0 2-4-16,0 0 5 0,0 2-1 0,0 2 0 15,0 3 0-15,0 14 4 0,0 3 8 0,0 2-1 16,0-2 2-16,0 4-3 0,0-2 0 0,0 0-2 16,0 5 1-16,0-1-1 0,0 2-3 0,-2-1 3 15,0 3-4-15,1-3 5 0,-1-7 0 0,0 1 0 0,0-1-1 16,0-8-3-16,0 7 3 0,0-8 0 0,1-1 1 16,-1 1-6-16,2-9 4 0,-2 1 1 0,2-1 3 15,0-4-4-15,0 0 4 0,-2 1-4 0,0 1 6 16,0-2-2-16,0 0-1 0,1 0 2 0,-1-1 0 15,0 1 2-15,0 0-11 0,0 0 2 0,0 0-2 16,0 0 8-16,1 0-5 0,1-1-3 0,0 1 1 0,0 0 7 16,0 0-5-16,1 0 7 0,1 0-6 0,2 0 7 15,9 1-4-15,11 1-7 0,2-2 3 0,2 0-5 16,4-2 7-16,3 0-1 0,2 0 3 0,-2 0 0 0,-3 0-5 16,-4 0 3-16,-10-4-5 0,1 0-4 0,5-1-1 15,-11 1-2-15,2 0 2 0,-4-1 0 0,-9 5-17 16,7-8-3-16,-5 6-7 0,7-14-16 0,-2-3 3 15,-5 1-20-15,-2-1 6 0,-2 0-85 0,-6-1-8 16,-3 1-18-16</inkml:trace>
  <inkml:trace contextRef="#ctx0" brushRef="#br0" timeOffset="14728.69">29823 7155 718 0,'0'0'24'0,"0"-2"35"15,0 0-3-15,2-1-17 0,2-3 7 0,3-3-14 16,26-4-12-16,-1-9 5 0,5-3-6 0,10 7 6 16,-1-6-13-16,4 7-2 0,2 2-3 0,-2 0 0 15,-5 2-6-15,-1 4-4 0,-5 3-7 0,-3-14-3 16,3 7-36-16,-10 7-19 0,-3 5-7 0,-7-1-10 16,-4 2-94-16</inkml:trace>
  <inkml:trace contextRef="#ctx0" brushRef="#br0" timeOffset="15498.43">30705 7486 382 0,'0'0'5'0,"0"0"0"16,0-2 6-16,0 0-9 0,0 0 4 0,0 0-12 15,0 0-2-15,0 2 8 0,0 0-5 0,0 0 5 0,0 0 2 16,-2 2-4-16,0 0 5 0,0 0 6 0,1 2 0 16,1-3 2-16,-6 14 1 0,0 0 14 0,1 4 8 15,-1-1 6-15,3 5-4 0,-1 1-1 0,2-2-6 16,0 8-8-16,2-2 4 0,0-1-1 0,0 3-3 15,0 0 4-15,0 1-5 0,0-6 0 0,0 1-5 16,2-4 3-16,-2-5-4 0,2 1 9 0,0-3-7 16,0-2 1-16,-2-6-4 0,0-3-4 0,0-2 2 0,0 0 2 15,0 2 0-15,0-1 3 0,0 1 12 0,0 0-8 16,0-2 9-16,0-1-14 0,0-1 2 0,0 0-5 16,0-1 3-16,0-3-7 0,-4-17-6 0,-2-5 5 15,1-1-6-15,-3-9 4 0,5 7-3 0,-3-5 4 0,2-1-2 16,1 7 1-16,-1-11-8 0,2 9-1 0,0 1-2 15,2-3 6-15,0 8 4 0,0-2-3 0,2 4 2 16,0 5-7-16,2 0 4 0,-1 2 1 0,1 2 1 16,0 2-9-16,-2 4 7 0,-1 1-5 0,-1 4 5 15,2-1 5-15,-2 1-11 0,10 0 6 0,-1-6-8 16,-2 3 6-16,6-3-3 0,-3 5 3 0,1-1-3 16,2 2 5-16,0 2-3 0,1 0-2 0,5 4 0 0,-4 1 3 15,0 3-1-15,-2-1 3 0,0-5-1 0,0 19 5 16,0 5-2-16,0-2-1 0,0 7-1 0,0-1-6 0,-2 5 10 15,-2 2-3-15,-1 1 6 0,-3 1-7 0,-1-6 5 16,1 0-1-16,-3-3 2 0,17-2 0 0,-10-6 5 16,-3-3 0-16,-4-2 2 0,-2-1 2 0,0-3 6 15,-2 4-3-15,0-4 3 0,-2-6-8 0,-3 8 9 16,3-9-3-16,-9 5 5 0,-7-4-10 0,-3-1-11 16,-1 1 6-16,-2-5-7 0,0 0 4 0,0 15-3 15,2-6-2-15,-4-4 0 0,6-3-9 0,-4-4-27 0,6 0-8 16,3 0-10-16,-5-2-68 0,10 0-216 0</inkml:trace>
  <inkml:trace contextRef="#ctx0" brushRef="#br0" timeOffset="16280.5">31618 10518 732 0,'0'-2'29'0,"0"0"-13"0,0 0 29 0,2 0-6 15,0 0-9-15,0-1-6 0,0-1 2 0,0 0-5 16,0 2-10-16,-1 1-2 0,1-1-6 0,0 0 3 0,0 0 1 16,0 0 18-16,0 0 3 0,0 0 3 0,-1 1 5 15,1-1-9-15,-2 0-1 0,0 0-2 0,-2 0 5 0,1 0-7 16,-9 2 5-16,-14 4-7 0,-2 3-3 0,-2 5-2 15,0 1-4-15,-1 1 1 0,-3 3-7 0,2 0 5 16,-3 3-5-16,3-1 3 0,8-16-15 0,-2 20 9 16,4-1 0-16,1 2 2 0,0-2-12 0,12 1 10 15,3-1-7-15,-11 2 9 0,4-2-4 0,4-1-6 16,1 5 3-16,4-6-5 0,2 3 7 0,8 3 0 16,-1-8 1-16,8 6 0 0,-2 2 1 0,19-7-5 15,-1-2 5-15,8 3-4 0,-5-9 9 0,-5 11-6 0,8 1 3 16,-5-3-3-16,0-1-3 0,-3-3 8 0,-1-1-6 15,-4 6 6-15,-3-1-2 0,-5-1-4 0,-1 3 8 16,-2-4-7-16,-5 1 10 0,-3-2-6 0,-3-2 5 0,7-4-3 16,-1 4 18-16,-3-2-3 0,-3-2 0 0,-2 0 0 15,-3 2-1-15,-5-2-6 0,-1 2 0 0,-26-2-2 16,-6 0 9-16,0-1-8 0,-6 1 1 0,5-4-5 16,-12 1-1-16,0-3-6 0,4-1 5 0,-6-2-5 15,12 1 6-15,-1 22-14 0,-1-12-6 0,10-8-3 16,3-1-20-16,3-4-21 0,6 0-6 0,6-2-9 15,1-2-52-15,6 2-50 0,3-1-37 0,6 3-9 0,-1-4-164 16</inkml:trace>
  <inkml:trace contextRef="#ctx0" brushRef="#br0" timeOffset="16619.46">31557 10661 732 0,'-2'-2'119'0,"-7"-2"239"0,-19-9-320 0,4 4-12 16,-2 1-3-16,-6 3-1 0,12 3-2 0,-4 2-20 0,0 2 1 15,5 1-6-15,-5 5-3 0,2 3 6 0,7-2-4 16,-2-1 4-16,2 18-5 0,10-2 6 0,-1 2 1 16,-10 2 2-16,6-4-10 0,3 2 6 0,1 0-4 15,4 0 6-15,2 2 6 0,0-2 3 0,6 3-5 0,1 1 4 16,6 2-4-16,6 1-1 0,-17 1 5 0,22 1-6 15,-5 0-2-15,3 2 1 0,0-2-1 0,-5-1 2 16,1-6-2-16,-8-2 3 0,-3 2-3 0,-1-4 3 16,-1 2-6-16,1-6 10 0,-4-1-4 0,7-6 7 15,-2 0-5-15,-3-4 14 0,-2-3 3 0,-2-1 3 0,0-1 3 16,0-2-10-16,-4 0 0 0,-29 18-3 0,-10-7-5 16,-11-9-7-16,-3-4-6 0,-6-4-2 0,5-3-31 15,-5-1-119-15,3-1-136 0</inkml:trace>
  <inkml:trace contextRef="#ctx0" brushRef="#br0" timeOffset="21278.18">13176 4428 19 0,'0'0'0'0,"0"-2"3"0,0 0 36 0,0 0-1 0,0 0 8 15,0 0-10-15,0 0-4 0,1 1-15 0,1-3 1 0,0 0-3 16,0 0 4-16,0 3-4 0,0-1-1 15,0 0 0-15,-1 0 8 0,1 0-2 0,0 0-1 0,0 0 0 16,0 1 3-16,0 1-4 0,0 0 4 0,-1 0-5 16,1 0 0-16,-2 1-10 0,0 1 3 0,0 2-5 15,0 11 3-15,0 3 5 0,-2 5-8 0,1-3 6 16,-1-3-11-16,-2 3 9 0,0 4-1 0,2-11 3 16,1 6 5-16,-1-2-13 0,0-2 6 0,0 3-9 0,0-3 4 15,0 0 5-15,2-6-2 0,0 4 2 0,0-2-4 16,0-3 1-16,0 5 2 0,0-8-1 0,0-1 0 15,0 0 4-15,0-1-9 0,0-1 8 0,0 6-3 0,0-5 16 16,0 1-4-16,0 0 7 0,2 0-3 0,0-3 5 16,0 1-1-16,0 0 0 0,1 0-8 0,5 0-7 15,9 0-1-15,-1-2-3 0,7-4-6 0,-1-3 3 16,4-3 5-16,5-3-3 0,1 0 3 0,5-5-5 16,13-6 1-16,-3-1-1 0,-1 12 6 0,12-26-1 15,-6-3 2-15,3-8-1 0,7 5 5 0,-9 0-9 16,-1 5 0-16,0 6-3 0,-5 4-4 0,-1 12-6 15,-10-1 0-15,-5 8-4 0,-3 0-9 0,-4 2-42 0,2 3-13 16,0 1-13-16,-4 1-81 0</inkml:trace>
  <inkml:trace contextRef="#ctx0" brushRef="#br0" timeOffset="28219.19">10582 4010 8 0,'0'0'3'15,"0"0"9"-15,0 0 14 0,0 0 2 0,-2 0 7 16,0-2-4-16,0 0-3 0,0 0 0 0,0 0-1 0,1 1-10 16,-1-1 11-16,-2 0-5 0,2 2 5 0,0 0-18 15,-5-4 4-15,3 2-3 0,-5-5 3 0,-2-1-5 16,5 5-8-16,1-1 9 0,1 2-8 0,0 0 12 0,-3-3 5 15,-3-1-3-15,-1-1 3 0,2 1-3 0,2 2-4 16,-5-1 2-16,-4-1-2 0,12 6 6 0,-11-2-6 16,0 2 3-16,8 0-3 0,-12 0 3 0,1 0-5 15,3 2-7-15,0 0 3 0,0 2-1 0,0 0-8 16,2-1 10-16,0 1-11 0,2 0 7 0,0-1-1 16,0 1 0-16,0 0-2 0,0 0 0 0,1-1 5 15,-1 1-4-15,4 0 5 0,-4 1-2 0,1-1-8 16,3-2 6-16,-2 2-4 0,-1-1 10 0,1 1-9 0,0 0-5 15,0-1 1-15,-1 3 4 0,3-2 0 0,-2 1 8 16,-1 1-5-16,3-2-2 0,1-1 5 0,-3 3-8 16,3-2 8-16,-1 1-8 0,0 1 3 0,1-3-3 0,-3 9 4 15,-1-3 0-15,5 0-3 0,-4 0 2 0,3 3-3 16,4 1 8-16,-3-4-7 0,-1 0 4 0,0-1-5 16,-1 1 8-16,1 0 1 0,-1 0 3 0,3 2-3 15,-1 1-5-15,1 2 3 0,2 3-4 0,-9-2 2 16,9 4 0-16,-2-3-5 0,-1-1 2 0,-6 2-4 15,-2 1 4-15,-2 5 5 0,2 3 0 0,5-6 3 16,1 4-5-16,5-11-2 0,-3 8 0 0,1 3 1 16,2-11 4-16,-2 11-3 0,4-9-2 0,0-4-1 0,0 6 2 15,0-1-4-15,0 1 7 0,0 4-6 0,0-3 5 0,0-3-3 16,0 5-3-16,0-5 0 0,0 2 3 0,0-2 4 16,0-2-1-16,2-2 1 0,0 4 1 0,0-4 1 15,0 2 1-15,1 2-2 0,-1-6-9 0,0 4 10 16,0-4-6-16,0 2 6 0,0 1-5 0,0-3 4 15,-1 2-3-15,3-2 2 0,0 1-1 0,1-1 2 16,-1-4 8-16,2 3-6 0,-1-1 4 0,-3 3-3 16,7-1-8-16,1 2 3 0,1 0-9 0,-4 0 7 15,-1 4-1-15,1 2 5 0,1 1-1 0,-3 1-6 0,3 1 4 16,-3 1-4-16,1-1 9 0,-1 3-7 0,1 1 4 16,1-2-4-16,1 2 0 0,-1-3 3 0,3-1-1 15,1 4 3-15,0-9 9 0,2 2 0 0,0-14-2 0,2 9 1 16,1-3 9-16,1-2-6 0,4 1 2 0,1-1-6 15,-2-3-12-15,3 0 0 0,1-1 5 0,-2 1-1 16,6 0 8-16,-4-1-9 0,0 1 1 0,-2-2-4 16,6 0 0-16,-6-2 1 0,3 0-1 0,2 2 2 15,-8-2 2-15,5 2-4 0,4 3 2 0,-6-3-2 16,4 0-3-16,-5 0 0 0,-1-2 3 0,4 0-1 16,-1-2 8-16,1-2-1 0,-2 0-4 0,-7 1 2 0,3-5-5 15,-1 3 4-15,0-5-3 0,0-1 3 0,1 0-6 16,-5 9 6-16,2-7 2 0,-2 2-1 0,0-3-9 0,0 3 7 15,-2-6-2-15,-2-2 5 0,1-2 1 0,-3 1-9 16,2 3 1-16,3 1-4 0,-5-2 14 0,0 1-15 16,-1-2 6-16,-2-2-10 0,1 0 9 0,1 1-5 15,-1-3 4-15,1 0-3 0,-2-1 6 0,1 3-3 16,3-1 0-16,-5 1-1 0,1-2 7 0,2 1-2 16,7-1-3-16,-2 1 0 0,-2-1-6 0,-3 2 12 15,-1 1-1-15,-1-3 4 0,0-1-7 0,-3-1-4 0,1-1 3 16,0 4-4-16,-2-5 6 0,0-1-2 0,-2-4 0 15,-1 4-1-15,-1-6 5 0,-2 1 2 0,1-1 0 16,-3-7 1-16,3 9 1 0,-3-4-5 0,-1-1 3 16,0 5-4-16,-2-3 3 0,-2-3 11 0,2 6-8 15,-4-5 7-15,0 3-9 0,0 2 1 0,-2 0 5 0,15 2-4 16,-18 2-4-16,0 2-3 0,-3 4-4 0,5 1 0 16,-1 2-16-16,1 4-64 0,5 3-35 0</inkml:trace>
  <inkml:trace contextRef="#ctx0" brushRef="#br0" timeOffset="32511.1">12723 4032 8 0,'0'0'5'16,"0"0"3"-16,0 0 12 0,-2-2 8 0,0 0-2 15,2 1 0-15,-2 1-4 0,0-2-12 0,0 0 9 16,0 0-8-16,1 0-5 0,-1 0 1 0,0 0-4 16,0 1 1-16,0-1-3 0,0 0 2 0,0 0-3 15,1 0 0-15,-1 0 7 0,-2 0 2 0,0 1 0 0,2 1-5 16,-9-6-1-16,2 2-3 0,-6 1 1 0,4-1 1 16,-2 0 6-16,0 2-1 0,2 0 1 0,-4 1-5 15,4 1-1-15,-2 0-2 0,0 0 0 0,0 0-4 0,2 0 8 16,-2 0-2-16,0 0 3 0,0 0-11 0,2 0 6 15,1 0 0-15,-1 1 2 0,0 1-2 0,0 0-3 16,0 0 7-16,0 0-4 0,1 0 6 0,1 0-4 16,-4 1 2-16,2-1 0 0,0 0 12 0,-4 0-10 15,6 0 2-15,-4 0-4 0,0 1 5 0,1 1 2 16,-2 0-6-16,1-1 4 0,-4 1-4 0,2 0 0 16,-2 0 2-16,4-1-2 0,4-1 0 0,2 0-5 15,-4 2 0-15,-4 1-3 0,7-1 2 0,-5 2 6 0,4-3-4 16,2 1 5-16,-10 5-4 0,0-1-2 0,0-1 3 15,1 1-3-15,6-3 6 0,3-1-7 0,-2 3 4 16,5-5-5-16,-5 9 0 0,5 0 5 0,0 1-6 0,-5-1 6 16,2 2-3-16,1 0-4 0,2 3 6 0,1 3-4 15,3 3 7-15,0-3-5 0,0 1 6 0,0 4-6 16,3 4 1-16,1 2 2 0,2-2-2 0,-1 7 3 16,-1-11-4-16,0 6 2 0,1 1-2 0,-1-3 3 15,3 6-1-15,3 1-5 0,-3-5 3 0,2-2-3 16,-1-2 10-16,-3-6-10 0,1 0 4 0,-1-1-4 0,1 0 9 15,3-1 0-15,2 1-5 0,1-1 1 0,-3-3-14 16,0 0 13-16,0 0-1 0,1-2 6 0,-8 2-4 0,11-1-4 16,7 1 0-16,-9 2 0 0,0 0 7 0,0 1-5 15,-3-3 2-15,1 0-3 0,2 2 3 0,-1-2 3 16,-3-1-1-16,2 3 1 0,-1-4 0 0,1-2 2 16,2-1 0-16,0-1 1 0,2 2 12 0,2-4 2 15,0-3-1-15,0-2 0 0,1 9-2 0,3 0-5 16,0-3 2-16,1-3-5 0,0-1-7 0,3 0-2 15,1-4 2-15,2 0-1 0,2-2 11 0,-6-2-13 16,2-1 0-16,11-1-3 0,-7 2 3 0,6-1-1 0,5 1 6 16,-15 0-4-16,4-1 5 0,1-3-5 0,-3 1-2 15,2-1-1-15,2-1-5 0,-2 0 6 0,-2 0 0 16,-2-1 3-16,4-1 4 0,-4 0-4 0,0 0 0 16,4-4-2-16,-4 0-1 0,-2 0-2 0,-1 2 2 0,-3 0-2 15,3-2 5-15,-5 4 3 0,1 9-1 0,-2-14 0 16,-2-1-7-16,-2 4 2 0,-2-2-4 0,1-2 4 15,-1 1 0-15,-2-8 6 0,3 0-5 0,-7 3 4 16,3-12-4-16,-2 1-3 0,16-1 6 0,-3-12-5 16,-10 8 5-16,-1-2 1 0,-4-2 0 0,-2 0 0 15,-6 2 1-15,-3 0-6 0,-2 4 5 0,0 3-3 16,-4 3 7-16,-2 1-7 0,15 2 1 0,-24 2-1 0,-2 3 3 16,0 1 5-16,-3 5-7 0,-4 2 6 0,-1 0-7 15,-3 8-13-15,-2-3 1 0,-9 6-11 0,6-22-28 0,-6 9-183 16</inkml:trace>
  <inkml:trace contextRef="#ctx0" brushRef="#br0" timeOffset="45617.37">7696 6468 33 0,'0'0'9'0,"0"0"2"0,0 0 44 0,0 0 14 0,-1 0 0 16,-1-2 5-16,0 0-43 0,0 2-10 0,0-1 4 16,0-1-8-16,0 0-7 0,1 0 7 0,-1 0-9 15,0 2-2-15,0 0 9 0,0 0-7 0,0 0 10 16,0-2 7-16,1 0 3 0,-1 2 5 0,0-1-3 0,0 1 0 15,0 0-3-15,0 0-2 0,0 0-1 16,1-2-19-16,1 2 7 0,0 0-8 0,0-2 8 0,0 0-6 16,0 2-4-16,1 0 5 0,1 0-5 0,0 0-1 0,2 0 4 15,3-2-5-15,10 0 4 0,3-1 0 0,-1 1-4 16,5-2 6-16,4 0-6 0,0 1 10 0,3-1-9 16,5 2 4-16,8 0-5 0,-1 2-2 0,11-2 5 15,3 0-3-15,-5 2 5 0,2-1-3 0,-2 1 0 16,0-4 0-16,-2 0-1 0,-1 2-2 0,-7 0-1 15,-6 1 4-15,-3-3-1 0,0 0 6 0,-1 2-2 16,-2 0-4-16,-6 2 2 0,-2 0-3 0,-3 0 2 16,-1 0-3-16,1 0 3 0,-6 0 0 0,0 0-2 15,-6 0 6-15,-3 0-6 0,0 0 4 0,-1 0-2 0,1 0 1 16,0 0 0-16,-2 0 3 0,-1 0-15 0,1 0 0 16,0 0-8-16,-2 0-23 0</inkml:trace>
  <inkml:trace contextRef="#ctx0" brushRef="#br0" timeOffset="46415.54">11025 6496 28 0,'0'0'13'0,"0"0"6"15,-1 0 8-15,-1 0 4 0,0 0-9 0,0 0-14 16,-2 0 4-16,1 0-7 0,-5 0 7 0,-1 0-4 15,-4 0 0-15,0 0-1 0,0 0 8 0,-2-2 2 16,0 0 4-16,2 2-1 0,-2 0 17 0,1 0-15 0,-1 0 4 16,2 0-8-16,-2 0 5 0,2 0 1 0,2 0 0 15,-6 0-1-15,2 0-11 0,4 0 2 0,-2 0-2 16,6 0 3-16,-1 0 2 0,1 0-7 0,1 0 3 16,2 0-5-16,1 0 6 0,1 0 8 0,-2 0 2 0,0 0 2 15,1 0 6-15,1 0-8 0,0 0-6 0,0 0 1 16,2 2-8-16,2 0 2 0,0-2 1 0,7 2-1 15,17 0-1-15,2 0-7 0,5-2 2 0,1 0-5 16,3 0-1-16,2 0-1 0,0-2 2 0,2-2-2 16,5 0 8-16,4 2-3 0,0 1-2 0,-3-3 0 15,-3 0-3-15,5 0 0 0,-5 3 0 0,3-1 0 16,-5 0 0-16,-8 0 0 0,-3 0 4 0,3 0-4 0,-10 0 2 16,0 1-1-16,-3-1-1 0,-3 0-1 0,-3 2 1 15,0 0 0-15,-6 0 7 0,-3 0-4 0,-4 0 0 0,-1 0 7 16,3 0-4-16,0 0 5 0,-2 0-4 0,-1 0-11 15,-1 0-2-15,0 0-7 0,-1 0-35 0,-3 2-151 16</inkml:trace>
  <inkml:trace contextRef="#ctx0" brushRef="#br0" timeOffset="46989.52">8593 7948 176 0,'0'-2'31'0,"-2"2"0"0,0-2 22 0,1 2-8 16,-3 0 1-16,0-2-11 0,-1 1 6 0,-5-3-1 0,5 2 1 16,-3 0-20-16,5 2 11 0,-1 0-5 0,0-2 6 15,0 2-14-15,1-2-1 0,1 2-4 0,0 0 2 16,0 0-13-16,2 0 0 0,0-1 1 0,2-1 1 15,0 0 11-15,7-2-1 0,21-5 0 0,1 0-1 16,8-4 0-16,6 1 1 0,3 1 3 0,14 0-1 16,-7 6 1-16,1-3-7 0,2-1-1 0,-10 0-1 15,6-4-4-15,-4 0 5 0,-9 3-4 0,-8 3 4 0,-5 3-16 16,-6 0 6-16,-1 3-4 0,-5 1 4 0,1 0-4 16,-6 0 0-16,2 0-2 0,-4 0-5 0,-1 1-49 0,-3 3-238 15</inkml:trace>
  <inkml:trace contextRef="#ctx0" brushRef="#br0" timeOffset="47419.68">11590 7937 193 0,'0'0'49'0,"0"0"17"0,-2-2 41 0,0 0 3 0,0-2-54 16,1 1-15-16,-3-1-13 0,-2 0 4 0,-10-5-26 0,-5 0 0 16,1 1 0-16,-3 1-1 0,5 3-3 0,-1 2 2 15,1 0-3-15,7 2 1 0,-2 0-2 0,1 0 3 16,11 0 3-16,-5 0-2 0,2 0 5 0,1 0 7 16,-1 0 5-16,2 0-1 0,2 0 4 0,0 0-5 15,2 0 1-15,15-1-1 0,18-5 4 0,-2 0-5 16,4-5-4-16,1 0 0 0,1 2-11 0,3 0 5 15,1 1-4-15,0 3 2 0,-3 1-9 0,3 0 6 0,-6 2-1 16,-1 0 2-16,-1 2-7 0,-4 0-19 0,1 4 0 16,-2 2-11-16,-8-3-51 0,0 5-194 0</inkml:trace>
  <inkml:trace contextRef="#ctx0" brushRef="#br0" timeOffset="47828.03">13768 8154 311 0,'0'-2'62'0,"-2"0"103"0,0 0-105 0,0 1-16 0,0-1-7 15,1 0-2-15,-1 0-24 0,0 0-1 0,2 0-1 16,0 0-1-16,0 1-6 0,2-1-2 0,0 0 4 15,-1 2-4-15,31-8 4 0,0 3 2 0,3-3 0 0,4 1 3 16,2-2 6-16,1-1 1 0,3 3-3 0,3 1 2 16,-1-1-11-16,-1 1-1 0,-3-1-1 0,-4-2 0 15,3-1 0-15,-4 3-4 0,1 0-3 0,-12 3-3 16,1 0-17-16,-4-1-94 0,-3 1-22 0</inkml:trace>
  <inkml:trace contextRef="#ctx0" brushRef="#br0" timeOffset="48250.28">13584 6643 205 0,'0'-2'23'0,"0"0"32"0,2 0 22 0,-2-2 8 16,0 1-18-16,0-5-31 0,0-1-3 0,0 3-7 0,0 1-14 15,0 3-10-15,0 0 3 0,5-2-4 0,21-10 8 16,2 2-5-16,-2 5 3 0,-2 3-2 0,2 1 6 0,-1 1-7 16,8-2-2-16,10 0 1 0,-10 2 1 0,8 2 1 15,0 0-5-15,3 2-2 0,5 2-37 0</inkml:trace>
  <inkml:trace contextRef="#ctx0" brushRef="#br0" timeOffset="55847">16473 4734 5 0,'0'0'0'0,"2"-2"2"0,-2 0 28 16,0 0-5-16,0-1 5 0,0-1-10 0,0 2-5 0,0-2-4 15,0-1 2-15,0-4-1 0,0 1 4 0,0-3 0 16,0 7-5-16,0 2 4 0,0-5 1 0,0-2 3 15,0 1 2-15,-2-1-1 0,2 5-4 0,0 1-11 16,0-1 3-16,0 2-4 0,-2-2 8 0,0 1-1 16,1-1-5-16,1 2 2 0,0 0-6 0,0 0 10 15,0 0 3-15,0 1 0 0,0-1 5 0,0 0 3 0,0 0-4 16,0 0 4-16,-2 0-2 0,2 0 5 0,0 1-1 16,-2-1 1-16,0 2 0 0,0 0-4 0,0 0 1 15,0 0-3-15,2 2-8 0,0-1 5 0,-1 1-8 16,1 0 5-16,0 2-11 0,0 1 5 0,-2 14 4 0,2-12-2 15,0 1-3-15,0 3-6 0,0-7 4 0,0 7-4 16,0 2 13-16,0-6-6 0,0 6 1 0,2-2-2 16,-1 1 5-16,-1-3 6 0,2 2 0 0,-2 0 2 15,2 4-2-15,-2 0-7 0,0 2 1 0,0-3-4 16,0 3-4-16,0 2-1 0,0 1 1 0,0 0 1 16,0 1 4-16,0-1-4 0,-2 1 0 0,2-1 0 0,-2-1 13 15,1-1-10-15,-1 3 7 0,-2-1-9 0,0 1 7 16,1-1-6-16,-1-3 5 0,0 3-4 0,2 1 2 15,-1 3-9-15,-1 0 4 0,2-4-5 0,0 1 3 0,0-10 1 16,0 4-4-16,1-2 5 0,-1 0 1 0,0 0-4 16,2-8 3-16,0-1-3 0,0 3 5 0,0-5-4 15,0 2-1-15,0 5-1 0,0-7 2 0,0 6-5 16,0-1 2-16,0-3-2 0,0-1 3 0,-2 1 3 16,0 0-4-16,0 0 1 0,0-1-4 0,1 1-4 15,-1 0 7-15,-2-1-5 0,2-3 8 0,-7 6-2 16,0-2-3-16,-3-1 2 0,3-1 6 0,0-2-6 0,0 0 2 15,1 0-3-15,-1 0 1 0,1 0 6 0,1 0-5 16,0-2 4-16,-1 1-7 0,3 1 5 0,-3 0-1 16,1 0 2-16,3 0-9 0,0 0 9 0,1 0-7 15,1 0 7-15,-2 0-6 0,0 0 6 0,1-2 1 0,1 0 2 16,0 0 2-16,0 0 2 0,0 0-2 0,2 0 1 16,2 1-6-16,0-1 6 0,2 0 0 0,14-9 0 15,6-2-9-15,6 2 13 0,-2 1-7 0,5 3 10 16,8 1-6-16,-4 3-4 0,4-1 2 0,-6 2-3 15,-1 0-1-15,-4-2-5 0,-3 4 2 0,-2 0-2 0,-9 0 8 16,5 0-9-16,-8 0 2 0,3 0-3 0,3 2 4 16,-12-2 1-16,3 0 0 0,-7 0-1 0,1 0-9 15,-2 0-10-15,0 0-3 0,0 0-4 0,-1 0-21 16,-1-2-66-16,0 2 0 0,-1-1-27 0,-1 1-54 16</inkml:trace>
  <inkml:trace contextRef="#ctx0" brushRef="#br0" timeOffset="56220.55">16094 4658 80 0,'0'2'25'15,"0"-2"-4"-15,0 0 3 0,0 0 6 0,-1 0-13 16,-1 0-2-16,0 2 6 0,0-1 2 0,2 1 2 16,0 0 7-16,0 0 11 0,0 0-2 0,2 0 4 0,0-2-2 15,1 2-5-15,1-2 6 0,13 0-5 0,7 0 7 16,2-4 0-16,5 0-5 0,5-1 4 0,-3-3-4 0,8 1-6 15,0-4 2-15,2-1-4 0,1-2-11 0,-7 2-8 16,8-1-3-16,-12 6 0 0,3 1-10 0,-1 5 1 16,-11 1 0-16,2 0 0 0,-7 0 2 0,-8 0-27 15,-4 0-1-15,-5 0-12 0,2 0-28 0,-1 1-78 16,1 1-72-16</inkml:trace>
  <inkml:trace contextRef="#ctx0" brushRef="#br0" timeOffset="57247.25">17069 5098 42 0,'0'0'31'15,"0"0"-4"-15,0 0 8 0,0 0 9 0,0 0-16 0,0 0-4 16,0 0-1-16,0 0-7 0,0 0 6 0,0 0 2 0,0 0-9 15,0 0 2-15,0 0-6 0,0 0-3 0,0 0 9 16,0-2 1-16,-2 2 1 0,0 0-5 0,1-2 0 16,-1 2-1-16,0 0 2 0,0 0 5 0,0 0-6 15,0 0 5-15,0 0-6 0,1 0 1 0,-1 0 10 16,0 0-4-16,-2 2 5 0,0-2-16 0,-7 6 11 16,0-1-6-16,2 1 7 0,-4 3-10 0,2-2 10 15,-4-3-5-15,-2 11 6 0,0-2-7 0,1 0 1 0,-1 4 0 16,8 1 1-16,-4 1 8 0,2-8-9 0,-1 0 4 15,5 0-6-15,1 2 5 0,1 11-9 0,-4-7 3 16,1 0-5-16,1 1-4 0,5 3 3 0,-13 5-5 16,8-9 4-16,1 5-3 0,4-7-1 0,2-4 0 0,2 4 0 15,0-2 0-15,2 3 3 0,-3-5 1 0,1-1 0 16,0-3 5-16,0 1-9 0,5 5 6 0,-1-4-8 16,0 0 0-16,3 6 0 0,-5-8 0 0,3 6 1 15,0 0 10-15,-1-3-14 0,0-1 1 0,-1-2-4 16,-3-1 14-16,9 0-6 0,0-3 1 0,0 1-2 15,1 5 8-15,1-1-10 0,-2-3 4 0,0-1-6 0,4 0 2 16,-4-2 7-16,2-2-6 0,2 0 6 0,-2 0-8 16,2-2 3-16,-2-2 6 0,0-2-3 0,-2 1 3 15,-2 1-1-15,-2 0 0 0,-3 3-1 0,0-5-4 16,7-9 6-16,-4 2-7 0,-1 2 7 0,-2-2-12 0,-2 0 7 16,-2-4-4-16,0 4 4 0,0-5-9 0,-2 3 7 15,-2 0 0-15,-2-2 1 0,3 4-5 0,-3 0 5 16,-1-2-1-16,1 6 1 0,2 4-8 0,1 3 3 15,-8-6 0-15,-1 1 2 0,3 3-1 0,0 2 3 16,3 2-7-16,1 0 5 0,3 0-6 0,0 0-2 16,0 0 8-16,-2 0-7 0,1 2 6 0,1 0 0 15,0 0 1-15,0 0 2 0,0 0 8 0,2 0 0 0,0-1-3 16,2 1 3-16,0 2-2 0,2 0 4 0,1-3-4 16,14 7 1-16,-1-3-9 0,1-3 6 0,-2-2-2 15,-1 0 3-15,-1 0-5 0,-2 0-15 0,2 0-11 0,-2 0-5 16,2 0-60-16,-4 2-161 0</inkml:trace>
  <inkml:trace contextRef="#ctx0" brushRef="#br0" timeOffset="59442.75">26765 8869 24 0,'0'0'8'0,"0"-2"4"0,-2 0 14 0,2 0 3 16,-2 0-6-16,0 1-8 0,1-1-3 0,-1 0 4 15,0 0 3-15,0 0 19 0,0 0-4 0,0-1-2 16,-1-1 1-16,-1 0 5 0,2 0-10 0,-9-5 3 0,-4-6-5 16,4-5 0-16,0 12-1 0,0-1-1 0,9 2-1 15,-13 1-16-15,6-5 2 0,-6 2-7 0,2 1 5 16,2 3-10-16,7 3 2 0,4 0 2 0,-15 0 0 15,8-2 5-15,-10-5-8 0,-2-4 1 0,8 8-3 16,-2-1 5-16,0 2 0 0,4 2 0 0,-2-1-1 16,-6-5 1-16,6 5 11 0,-2-1-3 0,0 0 5 0,4 2-10 15,-3 0 3-15,-2 1-6 0,-1-1 4 0,0 2-5 16,-2 0 6-16,2 2-5 0,-1 1 6 0,1 1-15 16,-2 3 8-16,0 1 2 0,1-1 0 0,-3 3-2 0,1-3 7 15,1-1-7-15,-2 3 7 0,1 2-7 0,1-2 0 16,-3 2 5-16,1 1-1 0,-1-3 8 0,5-2-9 15,-2 1 1-15,4-3-4 0,-4 5 7 0,-9 3-6 16,0 0 6-16,0-2-6 0,4-4 1 0,3 1 5 16,3-3-7-16,-8 1 8 0,1 1-8 0,-3 1 2 15,2 1 5-15,7-2-4 0,-7 3 1 0,2-1-2 16,0 0 0-16,-1 0 2 0,3 1 1 0,1-1 1 16,-1 0-3-16,0 1 3 0,1-1-3 0,1 0-3 0,3-1 1 15,-4 3-1-15,-1 0 0 0,1 0 1 0,1 2-1 16,1-2 0-16,4-2-5 0,0-7 3 0,0 11 2 15,0 0 1-15,2 4 7 0,-2 2-12 0,0 1 4 16,-6-1-8-16,1 3 8 0,3 2 1 0,-2 4-1 0,2 5 0 16,4 2-2-16,-6 3 2 0,6 1-1 0,4-4 1 15,-10 0 7-15,0-5-7 0,-3 0 1 0,-1-4-3 16,5 0-2-16,8 1 5 0,-3-1 2 0,4-1 1 16,-1-3 2-16,-3-5-4 0,-2 1-2 0,2 1 0 15,4-3 3-15,-1 3-4 0,1 0 2 0,1 1-3 0,2 0 7 16,-1 1-7-16,1-1 3 0,-1 3-3 0,-1 1 2 15,2 0 5-15,1 2-5 0,1 5 5 0,2 1-5 16,-2 1 0-16,2 3 1 0,-2 1 0 0,0 2-6 16,2 7 6-16,6-1-4 0,1-1 5 0,1-8 1 0,-3-9-8 15,1 3 8-15,-3-4-8 0,3 4 6 0,3 0 4 16,1-6-6-16,-1-4 4 0,2 2-8 0,2 1 2 16,2-1-1-16,-13 0 3 0,18 0 12 0,-1 3-9 15,-3-1 7-15,5 0-9 0,-1 0 3 0,1 0 1 16,3 4-4-16,-6-2 2 0,5 4-2 0,-3 1 0 15,1-3 6-15,3 4-4 0,-2-3 1 0,0-1 3 16,1 2-8-16,-1 3 5 0,0-1-9 0,2 0 10 16,2-1 1-16,0-5 3 0,0-4-2 0,4-1 2 0,0-6 5 15,5 1-3-15,2-5 6 0,6 1-14 0,-4-1 6 16,5-2-8-16,-3 6 5 0,0-6-5 0,2 4-2 16,-6-7 0-16,0-3 7 0,-5 7-5 0,1-5 0 0,-5-1 0 15,2 0 5-15,-3-1-4 0,1-1 3 0,2 0-4 16,0 17 0-16,-1-6-2 0,3-6 0 0,3-1-1 15,2-6 6-15,4 0-3 0,2-2 5 0,-4-2-5 16,2 0 0-16,0 1 4 0,1-3-5 0,-5-1 4 16,-1-4-9-16,-5-1 12 0,-1 1-4 0,0-4 6 15,-2 1-9-15,-4-1-2 0,0 2 2 0,-2 0-2 0,-2-2 6 16,1 0 1-16,-3 4 0 0,3-21-1 0,-1 10-6 16,-1-11 5-16,-1 3-1 0,1 2 4 0,0-5-5 15,-3 1 3-15,1 1-3 0,3-7 4 0,-1 5-3 0,1 1-3 16,6-1 3-16,-13 3-1 0,6-3 12 0,0 1-11 15,-6-1 4-15,3 1-5 0,-3-5 6 0,-5 7 2 16,5-3-6-16,-2-4 5 0,-6-4-5 0,3-5 4 16,-3-14 4-16,-1-3-2 0,26-2 3 0,-17-2 3 15,-9 6-6-15,-4 5 5 0,0 2-9 0,0 4 4 16,0 0-4-16,1 8 3 0,-1-3-3 0,0 2 0 16,0-3 6-16,-7-6-5 0,0-13 1 0,-5-11-2 0,1-2 0 15,2-2 0-15,0 9-4 0,-1 6 11 0,-4 4-7 16,-5 7 7-16,0 4-10 0,-3 0 4 0,0 5-2 15,-2-3 2-15,18 2-4 0,-25-4 7 0,-8-2-2 16,0-6 3-16,-4 2-11 0,0-3 11 0,-3 0-8 0,-4 14 10 16,-6-1-21-16,-7 12-17 0,-4 4-7 0,-7 4-9 15,-2 4-68-15</inkml:trace>
  <inkml:trace contextRef="#ctx0" brushRef="#br0" timeOffset="64606.89">7206 4422 44 0,'0'0'0'0,"0"-2"11"0,0 0 11 0,0-1 11 16,0-5 7-16,2-7-4 0,0 0-5 0,0-1-9 16,0 5 1-16,-1-1-3 0,1-1 14 0,0 2-9 0,0 0 11 15,0 2-9-15,-2 1 19 0,0 3-21 0,0-1 7 16,0 1-9-16,0-1 7 0,0 1-2 0,0 1-4 16,0 0 1-16,0 0-4 0,0 1-3 0,-2-1 0 15,0 0-2-15,0 1 1 0,0-1-5 0,-1 2 2 0,-3 0-4 16,-7-3-2-16,-3 3-5 0,-1 2 6 0,-2 2-6 15,3 1 8-15,-1 5-4 0,-4 3-6 0,3 2 4 16,-4-6-3-16,3 19-2 0,0 2 4 0,5 0-4 16,-3-2 0-16,4 6 2 0,0-1-2 0,-2 3 2 15,2-3-5-15,0 3 3 0,0 1 0 0,0-2 2 0,-4 1 0 16,6-10-1-16,-2-2-3 0,4-5 2 0,7 1 2 16,0-3 0-16,-7 0 2 0,1 0-2 0,5 0-2 15,1-2 9-15,2-2-3 0,0 0 5 0,2 2-7 0,3 0 4 16,3 2-2-16,-1-2 2 0,1-2-7 0,-5 4 7 15,10 0-8-15,4 1 7 0,-2 3-12 0,-4 0 6 16,0 1 5-16,2 0 0 0,-4 1 4 0,1 1-6 16,-5 2-3-16,-1 0-1 0,0 2-3 0,-2-1 4 15,-1-1 6-15,18 7-3 0,-10-8 0 0,-1 3 0 16,-5 1-2-16,-3-10 2 0,0 7-5 0,-3 4 1 16,-1-7 3-16,-3-1 1 0,-5 6-2 0,3-11 7 0,-6 5-9 15,10 4 6-15,-16-3-9 0,-5-1 10 0,-3 1-4 16,-7-8 8-16,-5 0-9 0,2 1 1 0,-1-2 7 15,-3-3-4-15,6 2 3 0,1-5 3 0,5 1-5 16,9-1 4-16,1-1-8 0,5-1-3 0,3-2-1 16,3 1 0-16,3-1 6 0,3 0-5 0,2-2 8 0,-1 4-8 15,-1 0 1-15,0-1 1 0,2-1-3 0,0 0 3 16,1 0 4-16,1 0-1 0,0 0 0 0,1-1-1 16,1-1 0-16,24 4-4 0,8-2 2 0,-1-2-2 15,-5 0 1-15,13 0 3 0,-15 2-2 0,2 2 1 16,9-1-8-16,-13 1 3 0,7 2 0 0,1-1 2 0,-4 1 3 15,2 1-6-15,-3 2 2 0,-2 1-4 0,-3 1 6 16,0 0 0-16,-1 2-1 0,-1 2 1 0,-1-8-7 16,-1 17 10-16,-1 2-7 0,-2 4 8 0,0 4-8 15,-2 3 2-15,-4 0-2 0,0 9 2 0,0-1 3 16,-5 5 0-16,0 4 1 0,0-6-2 0,-3 4-7 0,1-6 7 16,0-3-1-16,19-4 2 0,-8 0-6 0,-6-2 0 15,-5 2 2-15,-2 6 0 0,0-1 2 0,0 5 5 16,-4 1-5-16,0 2 4 0,-1 9-8 0,-1 0 2 15,-1 8 4-15,-1 2-2 0,1-10 0 0,1-7 6 16,3-6-6-16,-3-11 5 0,2 0-10 0,1-1 2 16,1-5 4-16,0-1-1 0,2 1 8 0,0-1-6 15,2 0-4-15,3 7 1 0,3-4-6 0,-1 1 5 0,3 1 0 16,-1 4 1-16,0-2 4 0,0 2-3 0,3 4 2 16,-3-12-1-16,2 8 9 0,0-1-24 0,-2-9-8 15,4 10-10-15,0-7-62 0,0-6-204 0</inkml:trace>
  <inkml:trace contextRef="#ctx0" brushRef="#br0" timeOffset="92452.76">17725 4920 256 0,'0'0'-28'0,"0"0"26"0,0 0 12 0,0 0-1 15,0 0 28-15,0 0-11 0,0 0-14 0,0 0 0 16,0 0-2-16,0 0-6 0,0 0 2 0,0 0-2 15,-2 0 2-15,0 1 7 0,0 1-6 0,0 0 9 0,0 2-8 16,-1 0 0-16,-5 5 10 0,-1 4-8 0,-2 4 10 16,1-1 1-16,3 1-8 0,1 0 5 0,-1 1-7 15,0 1 10-15,1-1 2 0,2-1 2 0,1 2-1 16,1-1-6-16,0-1 3 0,0 2-8 0,2-3 6 16,0-5-1-16,0 4 10 0,0-5 1 0,2-3 2 0,2 4-3 15,-1-3-9-15,1-1 3 0,0-3-5 0,1-1 8 16,14 10-1-16,3-3 2 0,2-3-1 0,4-7 1 15,4-9-7-15,5-2-3 0,6-6 0 0,3-3-5 16,15-6 7-16,4-4 0 0,11 24 0 0,0-33-10 0,-3 0 4 16,-4-2-4-16,-8 4 5 0,2-4-3 0,-5 6-1 15,-1 0-3-15,1-2 0 0,-3 1-11 0,7 1-37 16,6 4-14-16,-8-8-20 0,10 5-160 0</inkml:trace>
  <inkml:trace contextRef="#ctx0" brushRef="#br0" timeOffset="101170.7">13725 10883 9 0,'0'0'0'16,"0"0"8"-16,0 0-3 0,0 0 5 0,-2 0 1 0,0 0-4 15,1 0 6-15,-1 0-3 0,0 0 3 0,0 0-4 16,-2 0-2-16,2 0-1 0,-11-1-1 0,0-1 0 16,2 0-9-16,2 2 11 0,-6 0-10 0,11 0 9 15,-9 0-13-15,-1 0 12 0,2 0-4 0,7 0 5 16,-4 2-15-16,-6 0 9 0,-2 1 6 0,0-1-1 0,-1 2-4 16,7-2 2-16,0 1-5 0,-2 1 3 0,-2 0-2 0,5 0 5 15,-4 1-5-15,-1 1 4 0,5-3-3 0,-4 3-2 16,2 0 3-16,1 1-1 0,2-1 5 0,0-1-7 15,1 1 5-15,-1-1-6 0,0-1 4 0,-2 9 7 16,-1 2-4-16,1 2 5 0,0-10-3 0,-2 12 4 16,2-16 3-16,-2 14-1 0,2 2 1 0,-2-10-9 15,2 15 0-15,-4-7-1 0,2 3 4 0,0 2-10 16,0-9 3-16,-2 0-3 0,4 0 6 0,-2-3 1 16,4 4-3-16,-1-2 3 0,-1-1 10 0,4 4-16 15,-3-4 9-15,1 5-10 0,2-3 5 0,-3 4 2 16,-3-6-6-16,6 0 4 0,0 4 2 0,-6-4-5 0,3 1 1 15,-1 1-5-15,-9-2 1 0,10 2 6 0,-1 0 3 16,-2 2 1-16,-2-2-2 0,6 1 2 0,-2-1 0 16,0 0 1-16,0 2-3 0,0 0-1 0,0 0-2 0,-1 2 0 15,1-1-2-15,4 1 9 0,-1 0-6 0,3 0 8 16,-3-1-10-16,1-1 1 0,-6 7-1 0,-2 1 0 16,2 3-1-16,0 0 1 0,-2-4 1 0,4-2 0 15,-4 6-2-15,0-5 8 0,-1 7-1 0,-1 5 4 16,4-7-5-16,-4 11-10 0,4-11 8 0,2 0-8 15,0 0 16-15,2 0-8 0,-1-2-3 0,5-7 0 0,-3 3-6 16,3-3 7-16,-1 2 2 0,3-1 2 0,-1-1-8 16,0 0 2-16,0-1 0 0,1 3 2 0,-1 1 8 15,0 1-4-15,1 1-9 0,-3 2 5 0,2 0 2 0,1 1-5 16,-1 1 7-16,0-2-8 0,2 0 8 0,-1 7-5 16,-1-3 2-16,2 4-3 0,-2 3-1 0,1 6 2 15,-1 5 0-15,-2-1 1 0,1-1 5 0,-1 3-8 16,1-4 0-16,1 1-2 0,-2 4 10 0,3-12-3 15,-3 5 0-15,2-4-1 0,1-2-7 0,-1 0 8 16,2 0-7-16,0-3 7 0,0 0-5 0,0-5 2 16,1 3 0-16,1 2 0 0,0 3-2 0,0 2-1 0,0-3 7 15,0 5-5-15,0-10 0 0,0-3 5 0,0 17-7 16,0-11 7-16,0 8-3 0,0 5-3 0,0-19 5 16,0 7-4-16,0-1 0 0,0-1-2 0,0 3 0 0,0-3 1 15,0 3 11-15,0 5-13 0,0-2 11 0,0 4-12 16,0 2 11-16,-2 1-9 0,-2-1 1 0,0 5-3 15,1 6 11-15,-1-2-7 0,2 2 5 0,-2-2-5 16,1-8 12-16,1 1-10 0,-2-2 4 0,2-10-1 16,0 0 36-16,0-3-22 0,2 0 9 0,0-2-15 15,0 1-6-15,0-1 1 0,0-4 3 0,0 2-1 16,0 0-2-16,0 2-2 0,0 2-6 0,0 2 4 16,2-3-3-16,-2 6 4 0,0-1 2 0,0-3 0 0,0 16-2 15,0-10-2-15,0-2-2 0,2 12 1 0,-2-10-1 16,0 6 1-16,0 3-4 0,0-11 3 0,0 1-2 0,0-3 5 15,2-5-2-15,0 2 3 0,0-1-7 0,1 1 3 16,1-2 0-16,0 1 0 0,0-1 7 0,-1-2-5 16,3 0 10-16,-1-2-11 0,1-1 3 0,0 1 3 15,1 2-3-15,2 2 4 0,1 0-9 0,-3 1 5 16,4 5-4-16,-3-6 6 0,-1 1-10 0,2 5 10 16,-1-8-3-16,-1 2 6 0,4 5-9 0,-1-7 0 15,1 4-2-15,0-2 2 0,-4-12 8 0,3 5-5 0,1-3 3 16,0 1-4-16,4 1 0 0,-10-1 0 0,14-4 3 15,7-1-2-15,-4-2 14 0,0-1-2 0,-3 0-1 16,-13 2-3-16,14-2-7 0,2 2 7 0,-1-2-9 16,12 0 6-16,-9 2-9 0,0 0 9 0,-1-2-1 15,-7-3 2-15,-1 1-6 0,-2 0-2 0,4 1 6 0,5-1-6 16,-7-2 8-16,0 3-5 0,2 1-1 0,-4-2-1 16,3 2-1-16,3 2 5 0,-2-5 0 0,1-3 1 15,-1-1-2-15,1 0 8 0,5 3-3 0,-3-3 4 16,1 1 3-16,3-1-8 0,-2 11 3 0,2-4-4 15,4 0 4-15,0-5-2 0,5-1-5 0,6-1 2 0,-2-2-7 16,-3-2 1-16,-6 0 7 0,-8 0-4 0,4 0 7 16,8-4-2-16,-8 1-3 0,4-3 2 0,-2 0 9 15,-8 1-1-15,6-3 3 0,-3 1-4 0,-1 0-7 16,-1-3 5-16,-1-1-5 0,5-2 5 0,-5 0-5 0,1 11 1 16,1-14 0-16,-3-1 0 0,3 0-5 0,3 0-5 15,-3-1 2-15,2 1-2 0,1 0 7 0,1 3-2 16,-2-1-1-16,2 0-1 0,-3-2-2 0,3-1 1 15,-4-5 2-15,3 3-1 0,1-4 6 0,-8-2-5 16,3 0 2-16,9 0-4 0,-8 0-1 0,2-2 7 16,6-5-3-16,-13-3 5 0,6-3-11 0,1 0 5 15,0 4 0-15,-1-8 2 0,1 6-4 0,-2-6 2 0,-1 3-3 16,-6 2 3-16,4 1-6 0,-4 6 6 0,1 1-3 16,1-2 5-16,-4 1-1 0,2 1-3 0,-1 2 0 15,-3-3-1-15,0-1 4 0,0-3-4 0,1 2 4 16,-3-1-5-16,1-1 6 0,-3 3-1 0,-1 1 0 15,1-5 0-15,1 7-2 0,1-8-2 0,1-2 1 0,-1 1-1 16,-1-2 0-16,1-1 1 0,1-2-4 0,1 2 4 16,0 2 3-16,-1-2-2 0,-1 1-1 0,-1 1-1 15,-1-4-8-15,1 2 8 0,-2-2 0 0,-3-3 3 16,3-1 3-16,0-3-4 0,0 4 1 0,-1-6-3 16,-1 2-1-16,2 5 4 0,0-3 1 0,-1 9 1 0,1 0-5 15,-2-7 6-15,22 3-7 0,-9 0 6 0,-4 0 0 16,-2-1-4-16,-1 3 4 0,-1-9-5 0,0 2 0 15,1-6 11-15,1-11-9 0,-1 9 8 0,-3-1-10 0,1 3 2 16,-3 13 6-16,1 0-4 0,2 4-2 0,-1 2 5 16,1 3-2-16,-1 4 4 0,-1 0-2 0,0 0-1 15,-2 2-5-15,0 0 4 0,-2 0-5 0,1 4 5 16,1 0 1-16,2-2-1 0,0-4-7 0,-1 6 7 16,3-8-5-16,1 0 6 0,1-1-10 0,-1-5 4 15,1-3 0-15,-1 6 1 0,-1-6-1 0,1-6 6 16,-1 8-5-16,-4-13 4 0,1 11-10 0,-1 0 12 15,2-2-6-15,-2 4 8 0,0 2-12 0,-2-2 4 0,0 3 2 16,1 1 0-16,-1 0 0 0,0 3-6 0,-1-4 4 16,-3 3-3-16,0-3 9 0,-1-3-8 0,-1 2 2 15,-3-6-2-15,1 2-2 0,1-2 4 0,-1-3-3 16,3 5 5-16,-1-4 4 0,-3-3-6 0,-2 1 3 0,0 0-4 16,-2 5 0-16,2 1 1 0,-1 0-1 0,3 3 0 15,0 1 4-15,-2 2-3 0,0 1 1 0,-1 1-2 16,1-1-1-16,0 2 4 0,0 1 0 0,0-1 2 15,0 2-3-15,-2-7 0 0,2 3-3 0,-2-5 1 16,2 7-7-16,1 6 7 0,-1-4 0 0,0 4 3 16,-2-9-1-16,0-1 2 0,2 3 1 0,0 1 1 0,0 2-4 15,-1-1-2-15,1 1-1 0,2 4 0 0,-2-1 4 16,2 5-3-16,-3 0 0 0,-1 1-1 0,2 2 1 0,0 1-2 16,4-3 2-16,-6 6-1 0,-11 0 2 0,-1 2-1 15,-4 2-6-15,-5 1 3 0,3 3-2 0,-10-1-1 16,4 2-1-16,0 1-1 0,-4-20 0 0,4 10-2 15,-4 6 6-15,-7 1-5 0,5 4 7 0,2 1-3 16,0 1 0-16,0 0-2 0,2 0-10 0,6 0-34 16,-4 0-28-16,-4 0-24 0,2 3-303 0</inkml:trace>
  <inkml:trace contextRef="#ctx0" brushRef="#br0" timeOffset="108172.05">12498 13065 24 0,'0'0'0'0,"0"0"2"0,0 0 21 0,0 0-7 0,0 0-1 15,0 0-6-15,0 0-2 0,0 0 1 0,0 0 8 16,0-2-6-16,-2 0 8 0,0 1-3 0,0-1-2 16,0 0 3-16,1 0 13 0,-1 0-12 0,0 0 5 0,0 0-9 15,-2 1 4-15,1-1-10 0,-1 0 4 0,-4 0-4 16,-3-2 11-16,2 2-12 0,0 2 6 0,-2 0-8 15,-2 0 7-15,3 0 1 0,-3 0 4 0,-2 0-1 16,4 0 10-16,-2 0-10 0,2 0-4 0,-4-1-1 16,0-1-4-16,4 0 3 0,-3 0 3 0,1 0-3 15,3 0-3-15,-5 0 2 0,2 2 0 0,6 0 1 16,-13-1 1-16,-3 1 0 0,5 0-2 0,-5 0 2 0,7 0 5 16,-1 0-1-16,0 0-2 0,-1 0 0 0,3 0-1 15,2 0-4-15,-6 0 4 0,8 0-5 0,0 0 0 0,-6 3-2 16,2-1 2-16,-3 2-1 0,3 0 3 0,4-1-9 15,0 1 2-15,1 2-4 0,-6 3 6 0,1 0 0 16,-2 0-3-16,4-1 1 0,-2 1-1 0,2 0-1 16,0 1 1-16,0-1 0 0,0-4 1 0,0 10-2 15,-2 4-1-15,-3-2-2 0,3 3 6 0,0 2 0 16,0-1-2-16,2-1 0 0,0 4-2 0,2-3 0 16,0 1 3-16,4 2-1 0,-4-3-1 0,3 3 5 15,4 4 0-15,-7-6 1 0,8 4-1 0,-1-2-4 0,-2-5-2 16,-12 10-1-16,5 3 6 0,3-1-2 0,3-3 1 15,1 0-2-15,3 0-3 0,1-2 5 0,0 5 0 16,0-5 2-16,0 0-7 0,2 0 4 0,0 0-1 16,0-1 2-16,0-1-5 0,0 0 9 0,0-2 0 0,2 0 5 15,0 1-9-15,2-1 7 0,-1 0-6 0,1 1 8 16,0-1-1-16,1 2-1 0,1-4 1 0,1 3-1 16,1-3 7-16,1 2-7 0,4 4 6 0,0 0-9 15,2 6-8-15,0 0 6 0,-4-8-4 0,4 3 5 16,1 5-4-16,-1-4 0 0,4 15-1 0,-2-6 1 15,-4-8 0-15,1 3-1 0,-1-8 6 0,0-2-4 16,-11-3-1-16,17 0 2 0,9-6-6 0,-6 0 4 0,-3 0 0 16,8 0 5-16,-14-6 1 0,8 0 2 0,1-1 3 15,-3-2-4-15,7 1 4 0,2-1-5 0,5-2 5 0,-1 2-11 16,-6-3 5-16,-2 16-6 0,-4-8 2 0,-1-1 4 16,5-3-6-16,-6-1 5 0,3 0-3 0,1-2 3 15,-3 0-1-15,1-2 1 0,0 0 2 0,1 0-5 16,-1 0 2-16,3-2-4 0,-3 0 0 0,0-2 8 15,5-1 2-15,1-1 2 0,-2-1-4 0,7-3-5 16,1-3 0-16,-1-2 0 0,7-3 9 0,-7 3-12 16,4-4 8-16,1 1-9 0,-3-3 7 0,-3 18-1 15,-4-21-6-15,-8-2 3 0,3 3-3 0,-4 1 1 0,-8-8 6 16,4 4-4-16,-6-2 0 0,3 2-2 0,4 4 0 16,-4-4 0-16,3 4 11 0,-6-11-9 0,2 5 3 15,-3-8-4-15,-1 3 8 0,3 1-6 0,-3-1 1 0,7 0-3 16,-5-1 1-16,-1 3-1 0,-1-1 3 0,-3 0-3 15,2 1 0-15,-1-1 0 0,-1-3 1 0,0-2 0 16,22-6 4-16,-11 2-7 0,-5-3 1 0,-5-3-4 16,-1 7 4-16,-2-9 7 0,0 14-6 0,0 0 6 15,-2 1-7-15,-1 5 4 0,-1-5-1 0,0 6 0 16,1 2-5-16,-1 2 1 0,0-2 3 0,-1 2-1 0,-3-4 8 16,3 4-6-16,-1 0 2 0,0 3-4 0,-1 1-1 15,-2 0 2-15,-1 1 0 0,5-1 3 0,-17 3 1 16,-1 0 2-16,-14-3-5 0,13 5 5 0,-6 2 7 0,-20-6 0 15,13 8 2-15,-6 4-3 0,-5-1-5 0,7 7-9 16,0-22 1-16,-1 12-4 0,5 9-14 0,1 6-29 16,3 7-11-16,1 2-14 0,1 4-110 0</inkml:trace>
  <inkml:trace contextRef="#ctx0" brushRef="#br0" timeOffset="109652.07">26176 8878 24 0,'0'0'1'0,"-1"0"2"0,-1 0 37 15,0-2-4-15,0 0 2 0,0 1-10 0,0-1-6 0,0 0 11 16,1 0 1-16,-1 0 4 0,0 0-4 0,0 2-2 16,0 0 0-16,0 0 0 0,0 0 1 0,1 0 7 15,-1 0-5-15,2 0 6 0,0 0-2 0,0-2 0 16,2 1 3-16,-1-1-2 0,3 0 1 0,18-6-13 16,3 1 0-16,1-2-5 0,0-1-10 0,1 1-7 15,-3 0-1-15,1 1-2 0,-1 1 3 0,-4 0-6 16,-3-1 4-16,1 1-5 0,-1 1 0 0,5 1-10 0,-3 1-15 15,1 0 4-15,-7 2-33 0,-3 0-15 0,1 2 3 16,-9 0-14-16,1-1-52 0</inkml:trace>
  <inkml:trace contextRef="#ctx0" brushRef="#br0" timeOffset="109926.43">26249 8511 411 0,'-2'-2'37'0,"0"-2"73"0,0-2-78 15,-1-5-3-15,1 4-2 0,2 5-1 0,0 0-20 0,-2-2-4 16,2 1-3-16,0-1-1 0,0 0-2 0,0 2-4 16,2 1 3-16,0-1-3 0,-1 2 16 0,3 0-11 15,0 0 3-15,11 7-6 0,-4-5 6 0,0 33 7 16,-2-3-3-16,-1 12 5 0,-1-3 0 0,0 6-9 15,-1-1 10-15,0-1-10 0,-5-1 13 0,22-7-9 16,-12 0-4-16,-4 1-4 0,-5-5-37 0,0 6-62 16,2 0-60-16</inkml:trace>
  <inkml:trace contextRef="#ctx0" brushRef="#br0" timeOffset="110748.28">28369 11708 143 0,'0'0'21'0,"0"0"2"0,0 0 9 16,0 0 1-16,-2 0-4 0,0 0 0 0,1 0-19 16,-1-2 0-16,0 2-4 0,0 0 7 0,-2 0-7 15,1 0 1-15,-1 0-5 0,0 0-3 0,0 0 0 0,1 0 8 16,1 0-5-16,0 0 9 0,0 0 10 0,0 0-8 15,0 0 11-15,1 0-2 0,-1 0 1 0,2 0 0 16,0 0 0-16,0 0-2 0,0 0 13 0,2 0-4 16,-1-2 6-16,3 0-5 0,0 0 1 0,9-1 3 0,2-3-2 15,5-1-8-15,2-3-8 0,-1 3-7 0,1 0 2 16,-1-1-11-16,-3 3-6 0,-1 1 5 0,1 0-4 16,-1 0 0-16,-2 3-16 0,-2-1-4 0,0 0-3 15,-4 0-14-15,1 0-13 0,1 0-2 0,-4 0-2 16,2-1 1-16,1-1-8 0,-3 2 2 0</inkml:trace>
  <inkml:trace contextRef="#ctx0" brushRef="#br0" timeOffset="112222.49">9195 12456 165 0,'0'0'0'0,"0"-2"20"16,0 0 17-16,0 0 24 0,-2 1 8 0,0-1-9 15,0 0-8-15,0-2-22 0,0 0-2 0,1 1-3 16,-1 1-11-16,0 0-3 0,0 0 0 0,2 0 0 15,0 1 9-15,0-1 2 0,0 0-2 0,0 0-1 16,2 0-12-16,0 0-2 0,0 0 6 0,1 1-5 0,5-3 1 16,5-2-7-16,2 3-1 0,-2 1-1 0,1 2 2 15,-2 0 0-15,1 0-3 0,-2 2 1 0,2-1-2 0,-2 3 0 16,0 0-6-16,-2-2 1 0,4 1-30 0,-2 1-28 16,2 0-15-16,0 0-9 0,-1-1-95 0</inkml:trace>
  <inkml:trace contextRef="#ctx0" brushRef="#br0" timeOffset="112418.38">9408 12350 637 0,'-2'0'21'0,"1"0"19"0,-1 0 3 15,0-2 11-15,0 2-54 0,0 0 7 0,0 0-3 16,0 0 4-16,2 0-7 0,0 2-1 0,2 0 2 0,0 2-2 15,4 7 7-15,7 21-16 0,0 3-2 0,-2 6-6 16,-2 7-14-16,-1 8-12 0,-5 9-10 0,-3 16-1 16,-2-3-27-16,-1 2-93 0</inkml:trace>
  <inkml:trace contextRef="#ctx0" brushRef="#br0" timeOffset="112713.96">9332 14896 386 0,'0'0'19'0,"0"0"-4"0,0 0 0 0,0 0 4 15,0 0-9-15,0 2 8 0,0 0 8 0,2-1 12 16,0 1-4-16,0 0 17 0,1 0-2 0,10 4-4 16,12 3 5-16,2 0 10 0,1-3-9 0,8-4 0 0,10-2-7 15,-5-6-27-15,16-5-23 0,8-2-19 0,-9-2-11 16,15 0-144-16</inkml:trace>
  <inkml:trace contextRef="#ctx0" brushRef="#br0" timeOffset="125450.42">22656 13238 64 0,'0'0'0'0,"0"0"40"0,0-2 21 16,-2 0 15-16,0 0 4 0,0-2-35 0,1 1-17 15,-1-1-7-15,0-2-4 0,-2-1 1 0,0 0-10 16,3 1 7-16,-3-1 2 0,0 1 1 0,2 2 7 16,0 1 10-16,-1-3-2 0,1 2 5 0,0 1 3 0,2 1-4 15,-2-2-1-15,2 2-1 0,0 0-1 0,0 0 8 16,0 1-2-16,-4-3 3 0,3 0-11 0,-1 0-11 15,0 3 2-15,0-1-5 0,0 0-2 0,0 0-4 16,0 0-1-16,1 2 0 0,-1 0 3 0,0 2-9 16,0 0 5-16,0 2-6 0,2-3 5 0,-9 16-4 15,1 4 0-15,3 1 0 0,1-4 4 0,0 7-2 16,3-3 4-16,-3 4-2 0,2 4 1 0,0 1-1 0,0 4-4 16,0 4 3-16,2-5-2 0,0 5-2 15,0 0 2-15,0-6-2 0,2 4 3 0,0-9 0 0,2 0-1 16,0-6-1-16,-3 1-2 0,3-1 3 0,-2-9-2 0,2 2 2 15,1-2-1-15,-1-4-4 0,0 0 5 0,-1-1-5 16,-3-6-1-16,2 1 1 0,-2-1-11 0,0 0 5 16,6 2-28-16,-1-1-13 0,5 1-7 0,-5-4-2 15,12-2-24-15,13-5-11 0,-6-6-39 0,4-2 5 16,-2-30-139-16</inkml:trace>
  <inkml:trace contextRef="#ctx0" brushRef="#br0" timeOffset="125651.78">22747 12562 605 0,'0'-2'117'0,"0"0"35"0,-2 0-62 15,0-3-69-15,-3-6-2 0,3 5-6 0,2 4-23 16,0 0-11-16,-2-1-5 0,0-1-34 0,0 2-26 15,2 0-31-15</inkml:trace>
  <inkml:trace contextRef="#ctx0" brushRef="#br0" timeOffset="126560.32">23122 13865 80 0,'0'0'15'0,"0"0"-1"0,0 0 22 16,0 0 7-16,0 0 0 0,0 0 22 0,0 0-20 16,0 0 1-16,0 0-7 0,0 0 3 0,0 0 1 0,0-2-4 15,0 1 1-15,0-1-16 0,0 0 15 0,0 0-9 16,0 0 11-16,0 0-18 0,0 0 1 0,0 1-1 16,0-3 0-16,0 0 1 0,0 0-5 0,0 1-1 15,0-5-1-15,0 3-11 0,0-1-1 0,0 4 0 16,-2-1-1-16,0-1 2 0,0 0 12 0,1 0-4 0,-1 3 6 15,0-1-10-15,0 0-2 0,0 0 5 0,0 2-4 16,-1 0 3-16,-3 0 2 0,-5 2-7 0,-4 2 6 16,6-1 0-16,-2 3-7 0,-4 1 5 0,6-1-6 15,-4 1-1-15,1 1-4 0,5-6 3 0,0 12-2 16,1 1 1-16,0 0 3 0,1-2-5 0,-1 4 4 16,1-2-4-16,-1 3 3 0,2 1-1 0,3-2 1 15,-9-1-3-15,-5 5 3 0,8-3-2 0,1 1 5 0,5 1 0 16,1-5-3-16,0 4 2 0,0-4-3 0,1-2-2 15,3 0 12-15,-2-6-9 0,2 6 9 0,1 0-13 0,1-4 6 16,1 2 0-16,3-3 0 0,-1-3-6 0,4 3 9 16,-2-4-8-16,-2-1 8 0,4 1-9 0,0-2 5 15,-2-2 0-15,2 0 1 0,-1-4-8 0,-5 0 3 16,4-3 0-16,-2 1 2 0,1-8-2 0,-1-3 3 16,-2-4 0-16,-1-1 0 0,1 0-4 0,-1-2 2 15,-2 3 0-15,-1 1 3 0,1-2-6 0,11-1 2 16,-4 1-3-16,-4-2 2 0,-1 2-2 0,-2-3 3 15,-2 1 0-15,-1 0 2 0,-1-6-6 0,0 6 0 0,0-5-1 16,0-5 1-16,-1 3-3 0,-1-3 5 0,0 6 0 16,-2 6 2-16,0-2 0 0,1 0 4 0,-1 0-4 15,0 5 5-15,1 2-7 0,-1-1 2 0,2 3-4 0,0 4 4 16,0-2 0-16,2 5-3 0,0 3 3 0,0-1-3 16,0 1 0-16,0 1 0 0,0 0 4 0,0 1-2 15,0 1 4-15,0 0-4 0,-2-2-4 0,1 0 0 16,1 1 1-16,0-1 3 0,0 2 1 0,0 0 1 15,0 0-1-15,0 1 3 0,0-1-2 0,0 0 3 16,0 0-4-16,0 2 2 0,0 0 3 0,0 0-1 16,0 2-3-16,0 0 4 0,0 0-6 0,0 16 5 0,0 4-3 15,0 3-3-15,0 1 3 0,0 0-3 0,0-4-1 16,0 6 3-16,0 3 1 0,0 1 3 0,0 7 3 16,1-6-6-16,1 2-1 0,0-5 0 0,2 4 8 0,0-3-10 15,-1 3 4-15,3-1-5 0,-1-1 9 0,1-3-8 16,1 3 4-16,3-1-4 0,-1-1 4 0,-2-6 0 15,3 2-2-15,-3-9 1 0,-1-4 6 0,5 4-1 16,-4-6-3-16,-1-4 1 0,11 4-3 0,1 2-4 16,4-1-1-16,4-7-7 0,6-5-38 0,3-5-67 15,6-7-24-15,-2-4-34 0,2-7-271 0</inkml:trace>
  <inkml:trace contextRef="#ctx0" brushRef="#br0" timeOffset="127217.36">23774 13319 109 0,'0'0'29'16,"0"0"-4"-16,0 0 27 0,0 0 1 0,-2 0-4 16,0 0-15-16,0 0 2 0,0 0-3 0,0 0 2 0,1 0-12 15,-1 0 6-15,0 0-10 0,0 0 7 0,0 0-14 0,0 0 3 16,0 0 7-16,2 2-3 0,0 0 13 0,0 0-13 16,0-2 4-16,2 0-6 0,0 0 14 0,2 0-13 15,1 0 9-15,16 0-10 0,7-2 13 0,-4-2-15 16,4-1 4-16,0-1-8 0,-1 1-1 0,3-1-7 15,-2 2 0-15,0 1-1 0,0-1 4 0,1 0-10 16,3 2 6-16,-8 1-7 0,0 1 9 0,-1 0-1 16,-10 0-1-16,5-2 3 0,1 0 9 0,-8 2-9 15,0 0 6-15,-4 0-8 0,-3 0 3 0,0 0 15 16,0 0-7-16,-3 0 8 0,1 0-31 0,0 0-9 0,0 0-12 16,-2 0 2-16,-2 0-49 0,0 0-129 0</inkml:trace>
  <inkml:trace contextRef="#ctx0" brushRef="#br0" timeOffset="127554">23844 13544 149 0,'-2'0'91'0,"1"0"-88"15,-1 0 93-15,0 0-42 0,0 0-33 0,0 0 4 16,-2 0-1-16,1 0-1 0,-1 0-13 0,0 2 6 16,1 0 6-16,1-2-1 0,-8 2 18 0,5-2-6 15,-1 2 2-15,3-2-3 0,-1 0 1 0,0 1-11 16,0 1-3-16,3 0-2 0,-1 0-8 0,0 0 3 16,0 0 2-16,0 0 0 0,2-1 15 0,0 1 8 15,0 0 3-15,2 0 0 0,0 0 4 0,0-2-2 16,3 0 0-16,21 0-2 0,4-6-9 0,2 1-20 0,5-8-1 15,2 2-7-15,3-1-21 0,3-2-38 0,7 4-5 16,6-1-16-16,-3 0-77 0</inkml:trace>
  <inkml:trace contextRef="#ctx0" brushRef="#br0" timeOffset="133046.26">9161 12519 141 0,'-2'0'0'0,"1"0"9"16,-1 0 86-16,0-2-27 0,0 2 5 0,0 0-40 15,0 0-4-15,0 0-24 0,1 0 7 0,-1 0-11 16,0 0 4-16,0 0 2 0,2 0-6 0,0 0 5 0,0 0 3 16,2 0-5-16,0-2 10 0,0 1-9 15,-1-1 6-15,3 0-2 0,-2 2-4 0,15-8 3 0,-1 3 0 16,3-3 11-16,1 1-6 0,1 1 7 0,1-1-4 0,2 1-4 16,4 1 4-16,2-1-3 0,0 3 5 0,3-1 8 15,0 0-5-15,3 2 3 0,3-1-20 0,0 1 9 16,-2 0-5-16,-7 2 6 0,-1-2-12 0,3 2 6 15,-2-2-7-15,-1 2 6 0,-3 0-7 0,-7 0 3 16,-1 0 8-16,-1 0-4 0,2 0 1 0,-6 0-46 16,-2 0-9-16,-4 0-14 0,1 0-49 0</inkml:trace>
  <inkml:trace contextRef="#ctx0" brushRef="#br0" timeOffset="133347.94">9655 12261 669 0,'-2'0'18'0,"1"0"15"16,-12-2 6-16,-2 0-15 0,9 2 1 0,-7-3-6 0,8 1-16 15,1 0-4-15,0 0-4 0,0 2 2 0,3 0 4 16,-1 0-1-16,0 0 1 0,2 0-1 0,0 2-5 15,0 0 6-15,0 0-1 0,4 22 3 0,1 6 1 0,1 7-7 16,-3 2 5-16,1 11-5 0,-2 2 4 0,0 13 9 16,-2 7-10-16,-2 10 5 0,0 1-23 0,-3-5-12 15,-1-5-1-15,0-14-5 0,3-1-17 0,1-8-30 16,2 0-19-16</inkml:trace>
  <inkml:trace contextRef="#ctx0" brushRef="#br0" timeOffset="133708.65">9210 15089 303 0,'-2'0'76'0,"0"0"7"0,0 0-2 15,0 0-27-15,0 0-9 0,0 0-38 0,1 0-1 16,-1 0-5-16,0 0 5 0,2 0-5 0,0 0 10 15,0 0-1-15,2 0 6 0,1 0 11 0,3 0 2 16,20 0 4-16,2-4-2 0,2-1-6 0,3-3-14 16,4-1-1-16,4 1-3 0,2-1-6 0,5 2-19 0,0 1-6 15,15 1-9-15,1 3-59 0,1 0-144 0</inkml:trace>
  <inkml:trace contextRef="#ctx0" brushRef="#br0" timeOffset="135806.49">25198 13182 25 0,'0'0'8'0,"0"0"4"0,2 0 10 16,0 0 1-16,-2 0-3 0,0 0-8 0,0 0-3 0,0 0 1 15,0 0 0-15,0-2 4 0,0 0 9 0,0 0 3 16,0 1 3-16,0-1 21 0,1 0-4 0,1 0 3 15,0 0-3-15,0-2 6 0,0 1-10 0,-2-1 3 16,0 0-7-16,0-1-15 0,0 1 4 0,0-2-11 16,0 1 8-16,0-1-10 0,0 1 4 0,0-1 0 15,0-1 0-15,0-1-1 0,0 5-3 0,0-5-1 0,0 4-1 16,0-1-6-16,0-6 5 0,0 2-3 0,-2 1 2 16,-2-5-3-16,1 2 4 0,-5-4 1 0,3 2 0 15,1 4-2-15,0 1-6 0,-1-3-2 0,1 6-1 16,2 1 1-16,-2-2-2 0,2 3 5 0,-11-7-5 15,-1 9 3-15,-5-12-3 0,6 7 6 0,7 2-4 0,-12-3 6 16,7-1-3-16,0 3-7 0,-1-3 3 0,1 3 4 16,2 1-4-16,-4 0 8 0,2 3-8 0,2 1 1 15,1 0 6-15,-1 0-8 0,-2 1 5 0,7-1-8 16,-7 4-1-16,2-2 6 0,3 0-3 0,-3 0 10 0,5 0-6 16,-3 1 1-16,5-3-3 0,-7 8-1 0,3 1-2 15,-3 0 1-15,-2 2-1 0,3 4 8 0,-1-4-8 16,-2 1 2-16,1 4-2 0,1-3 9 0,0 0-4 15,0 4 1-15,-1-2-3 0,3-2-1 0,1 3 0 16,1-1-1-16,1 2 1 0,-2 2 0 0,3-1 0 16,-3 1 0-16,2-3 0 0,3 1-2 0,-1-2 2 15,-9 0 1-15,3-2 0 0,3 0-1 0,1 0-7 0,2-4 1 16,0 2-1-16,2-3 15 0,0-1-8 0,0 1 3 16,0-7-5-16,2 5 2 0,0 0 2 0,-2-5-2 15,4 7 1-15,-4-6-4 0,9 5 6 0,4 1 2 16,-2-3 2-16,2 1 4 0,0-3-5 0,0-3 0 0,2 0-2 15,2-1 7-15,3-3-4 0,-1-2 1 0,1-3-3 16,-1 0-8-16,5-6 10 0,-2 0-3 0,4 13 5 16,-4-16-12-16,-3-1 6 0,3-1-1 0,-11 3 5 15,4-2 2-15,0 3-9 0,2 1 1 0,1 0-4 16,-7-2 9-16,0 4-9 0,-3 0 9 0,-6 0-9 16,5 2 3-16,-3 0 4 0,-2 0-7 0,3 3 6 0,-3 1 2 15,0 1-5-15,4 3 7 0,-3 1-7 0,-1-2 7 16,-2 2-2-16,8-7-2 0,-7 5 0 0,-1 2-6 15,2-3 6-15,0 1-1 0,0 2 4 0,0 0-1 0,0 1-6 16,0-1 4-16,-1 0-4 0,1 0 1 0,0 0 3 16,0 0-2-16,0 0 2 0,0 2-8 0,0 0 5 15,-2 0-4-15,0 0 4 0,0 0 0 0,0 0 0 16,0 0 2-16,0 0 1 0,0 0-4 0,0 0 2 16,0 0-5-16,0 2 6 0,0 0-2 0,0 0 0 15,0 0 3-15,1 0-2 0,-1-2 1 0,0 0-5 16,0 0 2-16,0 0-4 0,0 0 8 0,0 0 3 15,0 0-6-15,0 2 3 0,0-1-6 0,0 1 4 0,0 0 4 16,0-2-1-16,0 0 0 0,0 2-3 0,0 0-2 16,0 0-1-16,0-2-4 0,0 0 5 0,0 0 1 15,0 0 1-15,0 2 8 0,0-2-6 0,0 0 1 0,0 0-3 16,0 0-1-16,0 0 3 0,0 0 0 0,0 0 1 16,0 0-4-16,0 0 0 0,0 0 0 0,0 1 0 15,0-1 1-15,0 2-1 0,0 0 7 0,0 0-6 16,0 0 0-16,-1 0 8 0,-1 0-8 0,0-1 8 15,0 3-9-15,2-2-1 0,-7 13 0 0,1-2 0 0,0 2 4 16,1-1 0-16,-3 1 1 0,1 2-2 0,1 2-9 16,1-1 10-16,1 3-6 0,0 1 6 0,3-2-10 15,-1 1 7-15,2 1 0 0,0-2 1 0,2 6 8 16,1 2-11-16,-1-5 2 0,0 1-4 0,0 0 8 0,-2 0-4 16,2 8 1-16,1 5-3 0,-1-4 0 0,0 1 2 15,-2 3-1-15,0-2 1 0,-2 4 3 0,-1 0-1 16,-5-2 4-16,1-4-6 0,-4 1-6 0,-1-4 13 15,1 1-9-15,0-3 10 0,-6 0-9 0,3-4 10 16,-1-2 3-16,2-3 2 0,0-1-6 0,9-3 10 16,-18-2-3-16,3-5 5 0,4-3-5 0,1-1 1 15,-1-2 0-15,2 7 1 0,0-1-1 0,2-5 16 0,-2-1-6 16,3-2 9-16,1-2-15 0,-2-1-8 0,3-1-1 16,1-2-2-16,1 4-7 0,3-16 4 0,1 1-6 15,-9 0 5-15,0-1-12 0,3 3 9 0,3 0-5 16,1 2 5-16,0-2-5 0,2 4-2 0,2 0 0 15,0 0-3-15,0 3-15 0,0-1-19 0,2 2-1 0,0-4-7 16,2 1-14-16,-1 3-31 0,-1 3-1 0,2-1-14 16,2-1-31-16</inkml:trace>
  <inkml:trace contextRef="#ctx0" brushRef="#br0" timeOffset="136451.26">25332 13932 652 0,'-2'0'50'0,"0"-2"99"0,-2 0-136 0,0 1-7 15,1-1-3-15,-1 0-1 0,0 0-9 0,1 0 5 16,-1 0-5-16,2 0 7 0,0 2 4 0,0 0-3 0,0 0 3 15,1 2-5-15,-1 2 0 0,-8 9 13 0,-3 11 2 16,0 4 5-16,0 2 10 0,4 1-9 0,-2-5 3 16,0 4-5-16,3-4-5 0,1-2-2 0,1 2 1 15,1-4 0-15,-1-1 4 0,3-1-4 0,1-1 3 0,2-4-3 16,0-2 2-16,0-4-5 0,0-3-2 0,0-3 1 16,0 1-1-16,0 0 9 0,0-1-9 0,0-1 10 15,2 2-7-15,-1-2-7 0,1 0 6 0,0 0-8 16,0-1 4-16,0-1-1 0,0 0 1 0,0 0-1 15,-1-1 3-15,1-1-2 0,0-2-1 0,9-13 1 16,0-1-8-16,-1-1 2 0,-1-1-2 0,0-1 3 0,-1-3 2 16,-3 4-2-16,3-4 2 0,-3 5-2 0,3 0 6 15,-1 3-6-15,1 1 1 0,-1 0-1 0,0 2 2 16,-1 4-6-16,-2 1 7 0,-2 5-7 0,-1-1 7 0,-1 2-3 16,4-2-5-16,0 1 1 0,0 1 1 0,-1 0 4 15,1 0 0-15,0 2 2 0,-2 0-1 0,-1 0-3 16,1 2 4-16,0 0-5 0,0 1 2 0,0 3 2 15,5 9-2-15,-1 2 2 0,-2-3-2 0,-1-1-1 16,-1-3 2-16,0-3-1 0,-2-3 3 0,2 0-3 16,0-1 0-16,0 1-1 0,-1-2 11 0,1 0-4 15,0 0 0-15,2-2-4 0,0 0-9 0,-1 0 10 0,10-8-3 16,0-1 5-16,-2 3-14 0,2-5 8 16,2-2-4-16,0 4 6 0,-4 1 6 0,-1 3-13 0,-3 1 6 15,0-1-8-15,1-1 9 0,1 0 1 0,-3 5 1 16,3-1 0-16,-3 2 0 0,5 0 4 0,-2 2-1 0,-3-1 2 15,1 3-4-15,-5-2-2 0,0 17-1 0,1-1 1 16,-1-5 0-16,9 2-2 0,1 2 6 0,-1-1-6 16,-4-1 8-16,0 0-12 0,-5-9 0 0,2 1-5 15,-4-5-13-15,4 2-34 0,-1-1-9 0,-1 1-8 16,0-2-24-16,2 0-90 0,0 0-8 0</inkml:trace>
  <inkml:trace contextRef="#ctx0" brushRef="#br0" timeOffset="136875.5">26017 13117 629 0,'-2'-2'64'0,"0"0"-55"15,0-1 64-15,0-1-26 0,-1-4-26 0,-1 1 0 16,2 1-7-16,0 3 2 0,2 1-16 0,-2-2-6 0,0 2 7 15,1 0-6-15,1 1 14 0,0 1-5 0,0 0-4 16,0 1 1-16,0 3 1 0,-4 18 6 0,0 12-1 16,0 3 0-16,4 6-6 0,0 5 12 0,0-2 1 15,0 5 3-15,0 1-3 0,-1-4 1 0,-1-2-5 0,2 3 3 16,0-3-13-16,2-1 8 0,1-1-2 0,1-11 6 16,2-5-4-16,-3-4-3 0,1-5-1 0,2-2 2 15,-3-2 6-15,3-2-3 0,-2-4 11 0,-3-4-8 16,1-1 18-16,2 0 15 0,0 0-1 0,-1-3 7 15,1 1-5-15,9 0-12 0,2-2-3 0,-4-5-1 16,6-7-6-16,0-32-7 0,-1-4 2 0,7-10-4 0,-5 4-7 16,3-13 5-16,-1 1-5 0,2 2 5 0,-1 1 1 15,-3 11-7-15,-3 6 0 0,0 7-4 0,-4 5-1 16,-4 7 0-16,3 4 1 0,-5 7-1 0,-3-3-1 0,7 8-14 16,-1 0 4-16,-4 5-9 0,-4 4-10 0,1-1-28 15,1-1-8-15,0 2-3 0,-2 0-8 0,0 2-26 16,0 0-35-16,-2 2-7 0,-1 13-193 0</inkml:trace>
  <inkml:trace contextRef="#ctx0" brushRef="#br0" timeOffset="137656.21">26733 13598 290 0,'0'-2'36'15,"0"0"65"-15,0 0-34 0,0 1 8 0,0-3 2 16,0 2-4-16,-1-11-22 0,-1-2-9 0,-4-2-8 0,1 3 1 15,3 4-13-15,-6-3 4 0,3 2-3 0,3 6 3 16,-4-5 0-16,3 5-5 0,-1-1 6 0,-2 2-4 16,-9 1 11-16,2-7-11 0,-1 3 0 0,-3 3-6 15,2 4-10-15,-9 8 14 0,7 1-7 0,-3 32 8 16,-10 11-14-16,6-2 2 0,-6-4-1 0,6 5-1 16,5-11-8-16,5 1 1 0,1-7-1 0,7-7 1 0,2 1-1 15,-11-7 2-15,6-5 3 0,4-1-2 0,3-4 1 16,2-3 1-16,0-3-3 0,0-1 4 0,0-2 7 0,2 2-6 15,-1-1 9-15,3-1-8 0,11 2 4 0,9-4-6 16,0-4 0-16,0-3-1 0,10-8 1 0,-3-2-3 16,-5 1-3-16,-1 8 1 0,-1-16-1 0,-8 0 3 15,9 0-1-15,-9 1 1 0,-3 5-3 0,-2 5 2 16,-5 0-2-16,0 2 0 0,3 0-1 0,-5 5 2 16,-3 2 3-16,3 1-2 0,-2 1-11 0,0 0 6 15,0 0-1-15,0 2 4 0,-1 0 3 0,1 2-2 16,2 5-1-16,3 21 0 0,-1 2 2 0,-4-8-2 0,2 6-2 15,-3-4-1-15,1 4 1 0,2 2-2 0,-2 1 9 16,2 1-6-16,1 3 3 0,3 2-2 0,1-1 0 16,0 4-1-16,0 3 4 0,1 2-2 0,-5-1 0 15,1 1-1-15,-2 1 4 0,-4-1 1 0,0-1 3 0,-2-3-1 16,-4-7 7-16,1-3-2 0,-1-5 0 0,-3-4 0 16,-1-3-7-16,1-4 5 0,0-2-8 0,5-6 6 15,-9 3-8-15,6-5 7 0,-6-3-4 0,9 0 4 16,-7 5-10-16,0-1 6 0,-4-1-2 0,2-3 2 15,4-2-8-15,5 0-10 0,0-2-1 0,0-1-3 16,-5-18-1-16,2-16 11 0,7-6 5 0,7-7-1 0,4-4 3 16,10-1 1-16,-1-3 0 0,6 3 0 0,-20-5-8 15,25-1 12-15,5 0-6 0,1-1 8 0,-6 3-5 16,1-2-5-16,3-1 5 0,0-10-4 0,1-4 9 0,-1 5-6 16,-2-3-1-16,-3 13-2 0,-2 9 4 0,-4 7 3 15,-2 12-2-15,-5 10 2 0,-6 5 6 0,-7 7 3 16,1 3 2-16,-3 5-1 0,0-1 7 0,0 0-14 15,0 0 7-15,0 3-9 0,-2 1 13 0,0 0-15 16,-2 1 8-16,-7 18-10 0,-8 18 0 0,0 0 3 16,0 4-3-16,3 2 5 0,2-6-4 0,3 4-7 15,2-2 3-15,3-6-4 0,2 1 9 0,2-7-6 16,0-1 2-16,4-3-4 0,1 3 0 0,5-2 9 0,1-2-2 16,-9 2 6-16,22-1-5 0,2 1-2 0,5-2-1 15,-3 0 0-15,2 1 5 0,3-1-4 0,-10-2 2 16,-1 1-2-16,-2 1-2 0,-3-3 8 0,-8-1 6 0,3-1 0 15,-3-2 8-15,-5 0-12 0,-4-1-2 0,-10 1-5 16,-25 2-26-16,-28 5-143 0,-6 6-124 0</inkml:trace>
  <inkml:trace contextRef="#ctx0" brushRef="#br0" timeOffset="152420.78">9484 11021 612 0,'-1'0'0'0,"-1"-2"-31"0,-2 0 15 16,-13-9 7-16,4 4 3 0,0-1 32 0,0 3-13 0,4 1 0 15,-2 0-10-15,3 2 8 0,1 0-9 0,0 1-4 16,-1 1 11-16,3 0-9 0,-3 0 7 0,1 0 3 15,1 0-7-15,1 0 7 0,-1 0-10 0,2 0 10 16,-1 0-5-16,-3 1 5 0,-1 1-8 0,3 0 3 16,-7 4 4-16,4-1-1 0,-4 3 4 0,2-5-2 15,-4 22-7-15,0 2 4 0,-1-4-2 0,-1 3-2 16,-5-4 7-16,-8 0-6 0,-2 10 6 0,-3-1-11 0,-4 5-1 16,2-1-3-16,-4-4 11 0,-2 1-6 0,3-2 5 15,-1-1-5-15,5 1-3 0,3 5-2 0,5-3 4 16,0 3-2-16,6 2 6 0,0-1-3 0,-2 3 0 15,3 5-1-15,1 1 1 0,1 16-5 0,1 0-2 0,-1 6 2 16,2 4 9-16,1-8-7 0,-5 2 5 0,4-6-6 16,1 3 2-16,-6-1 6 0,3 0-5 0,-3 4 5 15,-4 4-12-15,3 12 4 0,-6 1-1 0,-8 11 2 16,7 0 5-16,-5-6-2 0,3 2 1 0,8-5-1 16,-6-4-4-16,0 7-2 0,3 2 2 0,4 6 0 0,1 5 8 15,2-2-4-15,5-1 2 0,-2-8-2 0,4-4 8 16,2-3-8-16,2-2 0 0,5 0-1 0,-2 7 4 15,4-2 3-15,-31 3-1 0,22-1 1 0,9-11 3 16,4 0-4-16,3-5-2 0,7-4-1 0,1-2 4 0,5 3-6 16,4 1 10-16,6 2-6 0,-20 1 14 0,31 4-9 15,7 2 8-15,1-5-7 0,-1-1 14 0,4-11-16 16,-5-9-3-16,-3 2-2 0,-6-6-4 0,-1 6 1 16,-2-6 3-16,5 1 1 0,4-7 1 0,1-6-4 15,7 6 3-15,8-16-3 0,7 6 4 0,7-12-5 16,10-10 3-16,-4 3-3 0,-2-10 6 0,-11 3 0 15,-10-4-4-15,-8 16 4 0,-1-12-5 0,6-12 3 0,0-8-3 16,17-9 3-16,3-5-2 0,10 27 1 0,4-38 0 16,-8 0 0-16,-8-8-4 0,-11 3 1 0,-8-1 0 15,-11-1 1-15,3-3 7 0,-4-8-8 0,6-4 4 16,-1-12-5-16,3-10 10 0,3-12-4 0,2-2 3 16,5-1-4-16,-8 1 6 0,-1 8-11 0,-9-4 2 0,-22-5-3 15,18-2 9-15,-11-10-4 0,0 1-1 0,4 8-1 16,-15 1-4-16,-2 7 9 0,-5 4-5 0,-1 2 5 15,29 0-6-15,-21-12 1 0,-13-3 3 0,-6-2-2 16,-7 2-7-16,-5 9 7 0,1 11-2 0,-9 3 6 16,-6-3-5-16,23 6 0 0,-43-8 0 0,6-3 0 15,-3 5-1-15,-6-1 8 0,5 5-8 0,-4 7 7 0,9 1-7 16,4 6-1-16,0 5 8 0,2 3-7 0,-5 3 12 16,5 6-1-16,-15-1-1 0,-7 9 1 0,-14-4 7 0,-14 2-5 15,6 10 4-15,1-3-5 0,15 14 4 0,10 1-13 16,3 14 1-16,9-18-5 0,3 16-15 0,-1 13-17 15,-5 5-9-15,-14 15-4 0,7-10-33 0,-8 42-156 16</inkml:trace>
  <inkml:trace contextRef="#ctx0" brushRef="#br0" timeOffset="153663.76">17648 11884 40 0,'0'0'0'0,"0"0"17"16,0 0 7-16,0 0 9 0,0 0-1 0,0 0-13 15,-1 0-6-15,1 0-9 0,0 0 4 0,0-2-4 16,0 2 5-16,0 0-4 0,0 0 10 0,0 0-7 15,0 0 14-15,-2 0 3 0,0 0-9 0,0 0 8 0,0-2-12 16,0 1 2-16,2 1 1 0,-2 0 2 0,1-2 10 16,-1 0-6-16,0 0 5 0,0 0-6 0,0 0 4 0,0 0 4 15,0 1-4-15,1-1 4 0,-1 0 0 16,0 0-6-16,0 0 5 0,0 0-6 0,0 0-4 0,0 1-5 16,1-1-1-16,-1 0 0 0,-2 0 6 0,0 0-5 15,2 2-1-15,-12-4-1 0,2 3 1 0,-4-1 2 16,-3 0 5-16,10 2-3 0,-19 0-1 0,13 0-2 15,-3 0 1-15,1 0 1 0,4 2 5 0,-13 3 2 16,9-1-9-16,-11 2 9 0,4-3 4 0,2 1-6 16,-8 0 9-16,12-2-10 0,-1-1 3 0,1 1-1 15,3 0 1-15,-2-2 0 0,2 0-8 0,2 0 7 0,0 0-8 16,2 0 8-16,2 0-1 0,1 0-13 0,3 0 7 16,-1 0-11-16,-1 0 2 0,3 0-4 0,0 0 0 15,1 0-2-15,1 0 2 0,0 0 4 0,0 0-6 16,-2 0 3-16,1 0-11 0,-1 0-21 0,2 0-1 0,0 0-10 15,0 0-27-15,0 0-52 0,1 2-6 0,1 0-36 16,0 0-217-16</inkml:trace>
  <inkml:trace contextRef="#ctx0" brushRef="#br0" timeOffset="154139.63">17309 11671 72 0,'-2'0'22'0,"0"0"33"0,0 0-26 0,0 0-6 0,-1 0 6 16,-1 0-5-16,0 0-1 0,2 0 4 0,0 0-3 15,1 0 6-15,-3 0 10 0,0 0-3 0,0 0-1 16,1 0-1-16,-1 0-7 0,2 0-1 0,-2 0-3 16,1 0 0-16,-1 0-3 0,2 0-2 0,-3 0 1 0,1 0-2 15,-2 0-2-15,-1 0-5 0,-1 0 4 0,-1 0-3 16,0 2 9-16,-2-1-9 0,1 1-4 0,3 0 0 16,-4 4-4-16,2-3 8 0,-1 3 1 0,3 0-1 15,-2 1-5-15,-1-1 5 0,1 10-4 0,-2-3 5 16,0 8-5-16,1-3-6 0,1-5 7 0,0-2-7 15,1 2 4-15,3 0 1 0,-1-2-2 0,3-1 3 16,-1-1-2-16,0-7 0 0,2 5-4 0,0 1 4 0,-5 1 5 16,1-2-10-16,1 5 7 0,3-9-8 0,0 1 0 15,2-2 5-15,-2 2-5 0,2-1 6 0,0 1-6 0,0 0 2 16,0-1 8-16,0 1-5 0,2 0 0 0,0 0-1 16,0-1-1-16,2 1 2 0,-1-2-1 0,1 0 5 15,9 3-11-15,0 1 8 0,-2-2-5 0,0-3 0 16,2 3 3-16,2-2-3 0,4 2-1 0,5-2-29 15,4-2-21-15,7-4-15 0,10-7-178 0</inkml:trace>
  <inkml:trace contextRef="#ctx0" brushRef="#br0" timeOffset="159402.07">25129 15000 6 0,'0'0'11'0,"0"0"4"0,0 0 16 0,2 0 1 0,0 0 2 15,0 0-6-15,-2 0-16 0,0 0 4 0,0-2-7 16,0 0-1-16,0 0-9 0,0 0 6 0,0 0-6 16,0 1 12-16,2-1-4 0,-1 0 1 0,-1 0-1 0,0 0 9 15,0 0 5-15,0 0 2 0,0 1-1 0,0-1-6 16,0 0 4-16,0 0 0 0,0 0 1 0,0 0-7 16,0 1 9-16,0-1-11 0,0 0 12 0,-1 0-1 0,-1 0 0 15,0 0 4-15,0 0-4 0,-2 2 6 0,-3 0 4 16,-1 0 3-16,-3 0-1 0,2 0-1 0,2 0-9 15,-8 0-1-15,4 0-2 0,1 0 0 0,7 0-8 16,-1 0 2-16,0 0-6 0,0 0-11 0,1 0 6 16,-1 0-4-16,0 2 6 0,2 0-10 0,1 0 4 15,-1 0 7-15,2 0-1 0,0 0 7 0,0-1 6 16,2 1-7-16,-1 0 5 0,3 0-18 0,13 2 10 16,3-3-8-16,6-1 9 0,10 0-12 0,-3 0-1 0,6 0 3 15,0 0-1-15,-2 0 11 0,-2 0-11 0,6 0 4 16,0 0-8-16,0 0-1 0,4 0 8 0,1 0-8 15,6 0 7-15,5 0-6 0,8 0 2 0,8 2 2 16,-8 0 0-16,9-2 4 0,-7 0 0 0,-2-2 2 0,2 0-3 16,-10-1-3-16,1 1 0 0,1 2-2 0,1 0 1 15,1 2 3-15,6 1-1 0,-8 1 5 0,-1 0-5 16,-2-2 6-16,-14 1-6 0,7 1 3 0,-9-2-4 16,-4 4 3-16,-7-1 0 0,-6-1-4 0,-3 1 1 15,-3 1 0-15,-2-2-1 0,-2 1 3 0,-4-1-3 16,0 2 4-16,-3-3-10 0,-3-1 5 0,-1-2-9 0,0 4-7 15,7 7-20-15,-1 0-4 0,-1 6-6 0,-7-13-24 16,2 5-74-16,-2-2-51 0</inkml:trace>
  <inkml:trace contextRef="#ctx0" brushRef="#br0" timeOffset="159857.49">25190 15258 637 0,'-1'0'50'15,"-1"-2"5"-15,-4 0 8 0,-14-9-17 0,9 5-4 16,1 3-26-16,5 3-3 0,1 0-9 0,0 0 4 16,1 0-11-16,-1 0-4 0,2 0 5 0,0 0-5 0,0 0 4 15,0 0 7-15,2 2-1 0,0-2 3 0,2 1-10 16,0 1 5-16,2 0-5 0,7 2 5 0,9 3-4 16,-3-1 7-16,7-1-4 0,0 3 4 0,4-1-6 0,2 1 1 15,0-3 1-15,5-1 1 0,0 2 3 0,4-5-4 16,4 1 1-16,5 0-1 0,4 0 5 0,8 0 3 15,3 0-2-15,2-4 0 0,15-2-6 0,-2-3 11 16,-2-3-1-16,0-1 4 0,-9-5 3 0,5 6-4 16,2 3 0-16,1-4-1 0,12 5 8 0,2-5-4 15,0 0 2-15,2 5-3 0,-15-5-4 0,-7 4-3 16,-2 3 1-16,-8-3-2 0,-1 3 3 0,-1 4-4 16,-5 0-3-16,-7 4 0 0,-2-1-9 0,-8 3-14 0,-5 1-13 15,-10-1-2-15,-1 1-66 0,-14-5-222 0</inkml:trace>
  <inkml:trace contextRef="#ctx0" brushRef="#br0" timeOffset="161469.54">19390 11925 21 0,'0'-2'0'0,"0"0"14"0,0 0 9 0,0 1 12 15,0-1 7-15,0 0-11 0,0 0-4 0,2 0-15 16,0-2-3-16,0 1 1 0,-1-1 9 0,-1 2-1 16,2-3 6-16,0-5-4 0,0 5 22 0,-2 1-14 15,2-7 7-15,-2 5-10 0,2-3 9 0,0-2-5 16,-2 7 1-16,0-3-3 0,0 3-4 0,0 0-7 16,-2 1 6-16,0 1-5 0,0-2 0 0,0 2 1 0,0 0-10 15,0 0 7-15,1 1-8 0,-3-1 7 0,0 0 0 16,0 0 1-16,3 2-3 0,-7 0 7 0,1 0-6 15,-1 0 4-15,-1 0-9 0,3 0 12 0,1 2-8 16,-3 0 7-16,1 0-14 0,1-1-5 0,1 3 7 0,-1 0-6 16,1 9 6-16,-3 5-5 0,3 1 4 0,-3 5-4 15,1 4-2-15,1 4-1 0,1-3-1 0,-1 8 1 16,-1-3 2-16,-1-3 0 0,1 5-1 0,1-7 0 16,-1 3 6-16,3 1-9 0,-3-1 6 0,-1 1-7 15,5 1 6-15,-3-1-1 0,1 1-2 0,1-1 1 16,0 2 2-16,-1 1 5 0,-18 1-1 0,12-4 3 15,4 2 7-15,5-9-6 0,2-1-1 0,0 2-2 16,0-10 0-16,0 2-3 0,2-3 6 0,-2-12-5 0,2 5-4 16,1 4 9-16,1-1-4 0,0-1 5 0,-2-6-12 15,-1-1-4-15,1 0-2 0,0-1-1 0,2 1-10 0,0-2-22 16,-1 2 2-16,1-2-10 0,-2-1-12 0,2 1-24 16,-3-2-16-16,1 0-11 0,0 0-140 0</inkml:trace>
  <inkml:trace contextRef="#ctx0" brushRef="#br0" timeOffset="162031.31">18896 12454 138 0,'-2'0'27'0,"-1"0"36"0,-1 0-30 15,-7-2 14-15,0 0-5 0,3 2 8 16,-3-1-11-16,0-1 7 0,0 0-7 0,1 0 9 0,3 2-3 16,1 0 4-16,5 0 2 0,-3 0-3 0,0-2-14 0,0 2 3 15,1 0-4-15,-1 0 3 0,0-2-15 0,1 2-19 16,1 0 2-16,0 0-4 0,0 0 13 0,0 0-7 15,0 0-3-15,2 0-1 0,0 0-1 0,0 0 1 16,2 0 4-16,0 0-4 0,0 2-4 0,0 0-3 16,0 0 2-16,-1 0 0 0,1 0 8 0,2 1-1 15,0 1-3-15,5 13 1 0,2-4-5 0,6 5 8 16,-6 1 0-16,-5-2 3 0,7 7-5 0,-2 9 6 16,4 1-6-16,1 1 5 0,-5 0-5 0,-1-5-3 0,1 1 3 15,2-1-3-15,2 2 2 0,1-6-2 0,1-6 6 16,-8-3-4-16,3 0 5 0,-3-8 6 0,-4 0-8 15,5 0 9-15,-7-1-3 0,1-3-4 0,2 3 7 16,3-4-5-16,-5-3 11 0,-2-1-8 0,1 4 5 0,1 0-5 16,0 0 8-16,-1-3 2 0,1 1-3 0,0 0 3 15,0 0-2-15,-3-2-6 0,5 0 3 0,1-2-4 16,-1 0-1-16,7-3-7 0,-2-23-1 0,4 2 0 16,0-4 2-16,0-5-3 0,1-2 2 0,1-4-3 15,2-2 2-15,-3-7-8 0,3 7 2 0,1-3-5 16,3 3 1-16,1 0-23 0,2 3-9 0,5-3-8 0,1 4-67 15,11 2-86-15</inkml:trace>
  <inkml:trace contextRef="#ctx0" brushRef="#br0" timeOffset="168747.27">28130 13340 256 0,'0'0'-25'0,"0"0"17"0,-2-2-4 0,0 0 1 16,0 0 15-16,0 0-4 0,0 1-2 0,1 1-5 0,-3 0 3 15,0 0 0-15,-13 0 1 0,4 0-1 0,0 0 2 16,-1 0-2-16,1 0 15 0,-2 0 0 0,2 0 7 16,2 0 9-16,3 0 22 0,-5 0 6 0,4 0 1 15,1 0-3-15,1 0-5 0,3 0-1 0,2 0 0 16,-1 0-2-16,1 0-25 0,0 0 2 0,0 0-9 16,-2 0-1-16,1 0-8 0,-1 0 3 0,2 0-2 0,0 1 6 15,0 1-2-15,1 0 1 0,-1 0 0 0,0 0 6 16,0 0-6-16,2 0 7 0,0-1-5 0,2 1 4 0,0 0 9 15,1 0-12-15,18 5 11 0,18 5-11 0,-4-7 12 16,4-5-4-16,4 0 4 0,-12-4-10 0,16-3-1 16,1 0-1-16,-13-1 0 0,8-1-1 0,-10 3-2 15,-5 1-4-15,4 1 1 0,-4 0-5 0,-4 2 1 16,-2 1-1-16,-1-1-2 0,-5 0 1 0,-3 0 3 16,0 0 3-16,-3 2-1 0,-3 0-6 0,0 0-1 15,-3 0-1-15,-2 0-2 0,0 0-24 0,2 0-29 0,-1 0-13 16,-1 0-9-16,0 0-83 0</inkml:trace>
  <inkml:trace contextRef="#ctx0" brushRef="#br0" timeOffset="169155.22">28386 12926 277 0,'0'0'7'0,"0"0"27"16,0 0 3-16,-2-2 10 0,0 0-17 0,0 0-6 16,0 0-7-16,-1 1 2 0,1-1-2 0,0 0-4 15,0 0 4-15,0 0-6 0,0 2-5 0,1 0 7 16,-1 0 1-16,0 0 3 0,-2 0-1 0,0 0-2 15,1 0 1-15,-1 2 0 0,2 0-1 0,-2 0 3 16,1 1-9-16,1 1 7 0,-2 4-9 0,-5 8 9 16,3-3 1-16,1 2 1 0,1 4-8 0,2-3-6 0,2 7 2 15,0-3-2-15,0 0 1 0,0 5 1 0,2-1-2 16,2 5 1-16,-1-1 3 0,3 6 1 0,0-1-4 16,1 4 2-16,0 2-6 0,1 8 1 0,-3-3 9 15,1 1-6-15,-2-2 6 0,-1-6-1 0,-1 2-8 16,0-8 5-16,0 5 3 0,0-12 2 0,0-2-1 0,0-2 1 15,-2-9-4-15,0 2 0 0,0 0-1 0,0-3-2 16,0 3-5-16,0 0-61 0,0-4-52 0</inkml:trace>
  <inkml:trace contextRef="#ctx0" brushRef="#br0" timeOffset="177608.63">29628 13021 256 0,'0'0'-36'0,"0"0"28"0,0 0 1 0,-2 0 10 15,0-2 30-15,0 0-4 0,-1 0-10 0,1 2-1 16,-4-2-1-16,-3-3-6 0,5 3 5 0,-5-4-7 0,2 2 8 16,-1 1 2-16,3-1 3 0,-5-2 4 0,-1-1-3 15,4 1-7-15,-4-1-6 0,1 1 4 0,3 3-3 16,-2-3 5-16,-3 1-3 0,5 1-3 0,-4 0 3 15,0 0 4-15,0 1-1 0,-2-1-3 0,-2 2 1 16,2 0-6-16,0 2-3 0,-2 0 1 0,2 2-2 16,-4 0 6-16,4 0-2 0,0 2 0 0,-2-1-1 15,1 3 7-15,1-1-4 0,0 1 3 0,-6 1-3 0,6 1 8 16,-2 1-7-16,0 0 3 0,6-1-5 0,-4-1-5 16,4 10 6-16,-4 2-6 0,0 1 6 0,3 0-2 0,-1 3-9 15,4-1 6-15,1 4-7 0,4-2 8 0,1 0-6 16,-14-2 0-16,4 3-2 0,7-5 5 0,4-1-2 15,0-1 3-15,2-5-2 0,0-2 19 0,-1-1 5 16,3-3 1-16,-4-5 1 0,6 2-1 0,7 3 3 16,5 0 4-16,3-5-1 0,1-2 6 0,0-7-13 15,1-4-6-15,-1-4-1 0,0 6-15 0,0-17 1 16,-1 1-2-16,-1 1 1 0,-3 6-4 0,-4-3 4 16,2 5-1-16,-4 1 1 0,-2-2-6 0,2 2 10 0,-5 0-5 15,0 2 7-15,-3 2-11 0,1 6 3 0,-2-7 1 16,0 9 2-16,0-1 7 0,-1 0 3 0,3 1 4 15,0-1-4-15,-2 0-10 0,-1 2 0 0,1 1-5 0,0-1 2 16,0 2-1-16,0 0-2 0,-2 2 1 0,0 1 0 16,-2 14 3-16,-4 13 4 0,-1 3-7 0,0 0 5 15,-1 3-7-15,1 1 2 0,1 0 1 0,1 6-1 16,1-4-5-16,0 2 8 0,-1 3-6 0,1-5 6 16,-2 11-5-16,3-7 4 0,-1-4-1 0,0 0 1 15,1-11-8-15,-1 1 5 0,0-3 3 0,0-7 2 0,1-4 3 16,-1-4-7-16,-2 2 3 0,3-4-3 0,-1 1 16 15,0-3-10-15,2-3 4 0,-3-1-6 0,-12 9 5 16,0-3 9-16,3-4-4 0,-5 1 5 0,2-4-13 0,2-2 2 16,-3 0-3-16,3-2 2 0,2-2-2 0,-2-1-5 15,0-1 7-15,-1-1-8 0,-1-1 3 0,9 5-7 16,-5-5 2-16,12 8-3 0,-5-4 5 0,-3-1-20 16,5 3-13-16,0 0-5 0,1 0-59 0,1 0-115 15,0 1 10-15,0-1-54 0,0 0-94 0</inkml:trace>
  <inkml:trace contextRef="#ctx0" brushRef="#br0" timeOffset="178061.43">29882 13735 605 0,'0'0'22'0,"-1"0"-19"0,-1 0 22 0,0 0-8 16,0 0-9-16,0 0-8 0,0 0 2 0,-1 0-3 0,-1 0 5 15,2 0-4-15,-13 4 1 0,-5 3-1 0,5-1 16 16,6-2-12-16,-4 3 8 0,3-1-9 0,-3 1 7 16,-7 6 10-16,1-2-4 0,3 0 7 0,-5 2-5 0,10-5 2 15,4-1-5-15,-5 14 3 0,-1-3-12 0,4 3 2 16,-2-3 2-16,4 1-1 0,5-1-2 0,-9-1 5 15,3 0-7-15,3-2 7 0,1 0 5 0,2-2 5 16,2-2 5-16,2-4-2 0,3 1 3 0,-1-5 0 16,15 1 3-16,-8-2-2 0,-2 5 8 0,13 4-19 15,1-3 9-15,8-6-11 0,3-2 12 0,-8-4-7 16,0-3-1-16,-4-3 0 0,0-1-11 0,-3 0 10 0,-4 0-13 16,-6 5 12-16,-2-12-11 0,-1 3 6 0,5-2 0 15,0-1-1-15,-3 1-3 0,-3-5-7 0,-3 1 7 16,-2-1-8-16,0 1 10 0,-4 3-3 0,-3-3 0 15,-4 3 1-15,2-3 1 0,-19 1-14 0,-11-2 1 0,2 3-7 16,1 6-3-16,1-7 0 0,11 11-3 0,-4 1 1 16,0 6-2-16,4 2-32 0,0 4-1 0,5 2-15 15,6 1-43-15,4-1-89 0,3 1-16 0</inkml:trace>
  <inkml:trace contextRef="#ctx0" brushRef="#br0" timeOffset="178575.54">30218 13126 474 0,'0'-2'28'0,"0"1"0"0,-1-1 6 15,-1-2-3-15,0 0-5 0,2 2-8 0,-2-1 1 0,0-5 3 16,0 3-1-16,0-1 7 0,2 2-15 0,0 1 4 16,0 1-7-16,-1-2 4 0,-1 0-11 0,2 1 3 15,0 1-5-15,0 0 6 0,0 0 4 0,0 0-3 16,0 1 5-16,0 1 3 0,0 0-7 0,0 0 3 0,0 1-3 16,0 3 5-16,0 5-10 0,0 15 2 0,2 4-5 15,-1 4-6-15,3 1 5 0,2 1 0 0,-1 1 4 16,1 0-1-16,-2 2 1 0,1 6-4 0,4 5 3 15,-1-1 2-15,-1-3-9 0,1-3 5 0,-1-4-7 16,1-1 7-16,-1-7 6 0,0-1-7 0,-3-11 4 16,2 7-4-16,-1-5 3 0,1-3 3 0,-1-3 0 0,-3-7 7 15,0-2 1-15,0-1 5 0,-2-1-2 0,0 0 22 16,4 2 17-16,-1-1-1 0,1-1 5 0,0 0-6 16,0-2-13-16,-1-2-4 0,5-1-2 0,8-22-17 0,7-23 4 15,-5-2-4-15,-1-9 3 0,11-4-17 0,0-2 11 16,1 0-7-16,10-4 7 0,-13 8-18 0,6-3 7 15,-2 5-4-15,-2 5 6 0,3 0-4 0,-5 2 2 16,0 0-2-16,-6 6 1 0,-3 1-8 0,-2 8 3 16,-4 9 2-16,-3 6-1 0,-1 4-8 0,-3 5-34 15,-2 3-15-15,-1 5-8 0,3 1-73 0,0 2-31 16,-2 2-15-16,0 2-15 0,-2 0-152 0</inkml:trace>
  <inkml:trace contextRef="#ctx0" brushRef="#br0" timeOffset="179186.34">31375 13659 506 0,'0'0'42'15,"0"-2"-6"-15,0 1-13 0,-2-3 12 0,0 0-28 0,1 0 3 16,-1-3 2-16,0-4-5 0,0 0 2 0,2-6-9 15,0 4 16-15,0 4-6 0,-4-4 10 0,2 9 4 0,2 2-6 16,-1-2 6-16,-3 1-8 0,-9-7-4 0,-7-1 12 16,1 6-6-16,2 3 7 0,-3 2-10 0,-4 5 6 15,-2 3-4-15,0 1 4 0,-2 2-2 0,4 0-5 16,0 4-2-16,1-13-3 0,1 22-6 0,2 0 6 16,-1 1 1-16,4 4-1 0,-1-3-8 0,-1 0-3 15,3 0 0-15,-3-7 0 0,4 5 6 0,2 0-3 16,2-4 2-16,2 1-2 0,3-1 3 0,4-3-3 15,0 0-2-15,-11 1 1 0,6-3-7 0,3-2 16 0,2-2-6 16,2-1 9-16,0-3-3 0,0 0 6 0,0-3 7 16,0-2-3-16,2 2 3 0,2-1 3 0,2-1-6 15,12 4 6-15,1-4-7 0,-1-4-3 0,6-4 0 16,6-5-2-16,-2-4 1 0,4-3-9 0,-1-1 8 0,-7 15-8 16,6-16 5-16,-2 0-6 0,-8-5-4 0,3-1 1 15,-9-7 2-15,-1 1 5 0,2-3-3 0,0-8 4 16,2 3-9-16,-4-10 0 0,-6-1 4 0,-3 1-2 15,2 4 2-15,-5 3 0 0,22 6 0 0,-14 5-1 16,-3 3-4-16,-5 3 3 0,1 3-2 0,0 7 3 16,-2 1-3-16,0 6 8 0,0-1-4 0,0 3 5 0,0 5-7 15,0-2-1-15,0 1-1 0,0-1-1 0,0 0-8 16,0 2 8-16,0 0-5 0,0 1 6 0,0 1-2 0,-2 1 0 16,0 1 1-16,-1 9-1 0,-8 27-2 0,3-1-1 15,1 7 5-15,-1 14-2 0,3-10 9 0,1 10-10 16,2-1 3-16,6-18-5 0,0 13 7 0,-1-13-3 15,1 0-1-15,-2 0-1 0,3-9 5 0,5-2-2 16,-3-4-1-16,1-4-2 0,1-1-6 0,0-1-13 16,0-3 1-16,-7 0-7 0,13-4-27 0,2-1-57 15,1-5-2-15,5 10-20 0,-7-6-18 0</inkml:trace>
  <inkml:trace contextRef="#ctx0" brushRef="#br0" timeOffset="179537.28">32094 13182 414 0,'-4'0'142'15,"2"0"24"-15,-39-15-50 0,8 4-56 0,-1 0-19 16,-3 2-14-16,8 3 1 0,-3 2-1 0,6 2 0 16,2 2-7-16,0 0-18 0,2 4 8 0,-3 4-10 15,3 3 0-15,4 2 0 0,-1 2-6 0,4 14 6 0,4-1 0 16,5 2-5-16,3 0 7 0,1-4-5 0,-17 3 8 15,8 5-6-15,7-1-5 0,4 4 1 0,6-3 1 16,0-8 0-16,3 2 7 0,2-4-3 0,0 0 18 0,0-6-3 16,-3-5 3-16,20 2-3 0,3-5 1 0,4 4 2 15,3 3-1-15,-7-4 1 0,-1 0-4 0,-4 2-11 16,-6-6 2-16,1 0-4 0,-3 3 8 0,-7-1-1 16,0-2 2-16,-7 0 0 0,-2-5 10 0,0 0 0 15,0-1 2-15,-2 3 0 0,0 1 9 0,-4 1-12 16,-7 1 2-16,-30-1-7 0,-7 1-13 0,-6-2 0 15,2 1-6-15,0-1 0 0,2-1-30 0,3-1-53 0,1 1-53 16</inkml:trace>
  <inkml:trace contextRef="#ctx0" brushRef="#br0" timeOffset="180216.3">29426 12419 5 0,'0'0'3'0</inkml:trace>
  <inkml:trace contextRef="#ctx0" brushRef="#br0" timeOffset="180732.97">29273 14428 56 0,'0'0'11'16,"0"-2"-2"-16,0-2 15 0,0-22 2 0,0-2 1 16,0-3 4-16,0 11 11 0,0-3-9 0,0-1 8 15,2 4-13-15,-2-3 14 0,0 9 7 0,0 2 0 16,0 5 13-16,0-2 6 0,0 3-6 0,0 1 5 0,0-3-26 16,0 6 0-16,0-1-10 0,0-1 5 0,0 0-35 15,0 2 6-15,0 0-3 0,-2 2 4 0,1 2 1 16,-1 2 0-16,-2 18 1 0,0 17 0 0,2 0-3 15,1 6-5-15,1-1 5 0,0-3-5 0,0 0-1 0,0-6 4 16,0 1-4-16,0-3 5 0,0-1-7 0,0-5 5 16,0-4-3-16,0-3 6 0,0-1-1 0,0-3-5 15,0 1 7-15,0-2-6 0,0 0 7 0,0-2-8 16,0 0-8-16,0-4-1 0,0 0-31 0,0-1-17 16,0-4-2-16,0-1-7 0,-2 1-17 0,0 0-36 15,0-2-6-15,0-1-11 0,0 1-38 0</inkml:trace>
  <inkml:trace contextRef="#ctx0" brushRef="#br0" timeOffset="181022.2">29145 14589 72 0,'0'-1'46'0,"0"-1"-3"0,0 0 34 0,0 0-3 0,0 0-4 16,0 0-13-16,0 0-10 0,0 1-1 0,0-1-5 16,0 0-20-16,0 0-5 0,0 0-5 0,0 2 1 15,0 0-12-15,0 0 10 0,0 2-6 0,-2 0 7 16,1 2-6-16,-1 7 8 0,-2 5-8 0,4 3 7 15,0-2-12-15,0-2 3 0,2 1 5 0,0-3-2 0,1 0-4 16,1-2 7-16,0 1 2 0,1-3 3 0,1 0 18 16,0-1 0-16,-3-3 4 0,10-3-2 0,-2 0 9 15,6 9 5-15,0-2 0 0,1-3 3 0,3-2-1 16,1-4-2-16,0-4-9 0,6-4 4 0,-2-1-16 0,6-6-13 16,1-1 3-16,-5 1-8 0,2-2-5 0,-6 0-11 15,-2 10 2-15,8-17-7 0,-4 5-12 0,-9 2-78 16,1 4-18-16,-5 8-35 0,0-3-191 0</inkml:trace>
  <inkml:trace contextRef="#ctx0" brushRef="#br0" timeOffset="181538.53">29843 14952 356 0,'-1'-2'50'0,"-1"0"-8"0,0 0 28 0,0-2 4 16,-4-5-16-16,-3-4-39 0,2 2-4 0,3 3-4 15,0 3 4-15,2 1 10 0,2 2-5 0,-1-1 2 16,-1-1-5-16,0 0-7 0,0 0 1 0,0 3-4 16,0-1 3-16,0 0 4 0,2 2 3 0,0 2 2 0,0 0-1 15,-1 12-9-15,-3 25-5 0,2 0 1 0,-2 2-3 16,2 13 6-16,2-6 2 0,-3 4 0 0,1 0-1 16,-4-9-3-16,1 3 1 0,-3-8-1 0,3-1 1 15,-1-4-11-15,1-7 4 0,1 0-2 0,-4-4 2 16,1-3-1-16,1 0-7 0,3-5-3 0,3-1-1 15,0-3-18-15,0-3-82 0,0-3-10 0,0-2-30 0,2 1-69 16</inkml:trace>
  <inkml:trace contextRef="#ctx0" brushRef="#br0" timeOffset="181788.87">30304 14855 551 0,'-2'0'65'0,"-2"0"-46"16,-5 0 63-16,0 0-23 0,-4 0-45 0,2 0-4 16,-1 2-4-16,-1 2 1 0,0 3 0 0,-1-1-5 0,-1 23 6 15,-2 14-6-15,0 1 9 0,-1 10-3 0,-3 6-4 16,-1 3 2-16,0 4-4 0,0 0 13 0,-1-6 2 16,-3-9 2-16,2 2-10 0,-6-6 3 0,1 2-7 15,-8 0 6-15,7 0-7 0,2-5-3 0,4-2 3 0,7 5-4 16,-7-11-2-16,7-4 0 0,4-3 1 0,10-4-1 15,-1 2-11-15,2-6-66 0,0-11-16 0,0-7-30 16,0 0-169-16</inkml:trace>
  <inkml:trace contextRef="#ctx0" brushRef="#br0" timeOffset="182160.27">30118 15505 889 0,'0'0'14'0,"0"0"1"0,0 0-13 15,-2 2-3-15,0 0-7 0,1 1 13 0,-3 16-10 16,0 3 8-16,2 4-9 0,0 2 6 0,1 3 6 16,1 7-7-16,-2-3 6 0,0 0-4 0,0 4 2 15,0-2-3-15,0-5 0 0,0 3 0 0,1-7 1 0,1-4 3 16,-2-3-2-16,2-12 5 0,-2 0 8 0,2-5 9 15,-2 0-2-15,2-3 11 0,0 3-1 0,-2 0-2 16,0 0 2-16,1-3-2 0,-1 1 4 0,0 0-5 16,-2-2 3-16,0 0-8 0,1-2-1 0,1-1 7 0,-13-27-5 15,6 2 1-15,1-5-12 0,5-3-4 0,1-1-1 16,2 2 2-16,5 1-7 0,3 5 7 0,3 1-6 16,0 2 7-16,2 0-9 0,2 2 3 0,-4 1-3 15,13 1 5-15,4 6-11 0,-2 3 1 0,-2-4-3 16,4 4 8-16,-2 7-9 0,0-1-7 0,-8 3-3 15,8 0-38-15,-5 1-38 0,-4-1-6 0,3-9-17 0,-11 9-78 16</inkml:trace>
  <inkml:trace contextRef="#ctx0" brushRef="#br0" timeOffset="182471.2">30614 15969 649 0,'-2'0'15'15,"-2"2"35"-15,1 0-40 0,-3 9-6 0,1 24 0 16,-7-1-3-16,-10 3-5 0,11 0 6 0,5-2-1 0,6-1 3 16,0-8-7-16,2-2 4 0,2-6-1 0,2-1 4 15,3-2 9-15,-4-4 16 0,1-2-2 0,-2-3 8 16,1-3 13-16,16 1 21 0,-8 5-1 0,7 1 6 15,2-5-10-15,4-3-3 0,-2-2-9 0,1-7 2 16,1-6-21-16,-2-2-9 0,0 11-2 0,-2-16-5 16,-1-4-8-16,-5-2 3 0,-3 7 4 0,-5-5-2 15,-6-4-6-15,16-5-6 0,-10-4-3 0,-8-1-2 16,-10 3-31-16,-6-2-58 0,12 13-28 0,-39 3-18 0,-3 7-186 16</inkml:trace>
  <inkml:trace contextRef="#ctx0" brushRef="#br0" timeOffset="185068.94">29155 12062 143 0,'0'0'73'0,"0"-1"-29"16,0-1 20-16,0-2 1 0,-4-5-54 0,0-1-7 15,-5-4 2-15,3 2-2 0,-1-2 2 0,-1 2-4 0,3 3-5 16,-3 0 1-16,-6 0-2 0,-1 7 5 0,-11-9 8 16,7 1 4-16,1-1 1 0,-10-6 7 0,0 8 5 15,-2 0-4-15,-9 1 7 0,6-5 1 0,5 2-10 16,0-2 2-16,6-5-5 0,-4 10 5 0,-4-3-14 15,0 0 8-15,-5 4-11 0,2-3-1 0,-1-1 6 16,-3 4-8-16,-2 3 7 0,-5-1-9 0,-3 1 0 16,-3 2 1-16,-11-4-1 0,3 3 4 0,-11-27-6 0,5 15 6 15,6 10-6-15,-7 1 11 0,6 2-5 0,1 0-4 16,0 0 1-16,6 2 4 0,-3 0-7 0,-3 0 5 0,4 0-6 16,-12 0 10-16,-7 0-5 0,12 2 0 15,-12 0-2-15,10-2-4 0,8 0 10 0,-7 0-4 0,10 0 6 16,0 0-6-16,-2 0 2 0,-3 4 6 0,-2-1-4 15,-10 5 4-15,-7 1-4 0,0 2-4 0,-12 0 2 16,8 4-5-16,2 2-2 0,0 2 4 0,1 1-1 16,-1 0 1-16,-12 10 4 0,-6 3-7 0,-4 1 4 15,-4-1-2-15,9 1-4 0,4-3 3 0,6-1-3 16,-8 3 1-16,-4-3 1 0,-3 0 4 0,1-2 0 0,-3-2 1 16,6-2-4-16,3 0-1 0,6 0 1 0,7-2 9 15,0 4-4-15,0-1 2 0,-11 2-5 0,8-1-6 16,-5 0 8-16,9-2 0 0,14-1 4 0,-2 3-3 0,7 2 3 15,5-25-6-15,-7 42 5 0,5-1-5 0,-10-10 4 16,2 9-5-16,2-12 4 0,0-1-4 0,9 14-1 16,-2-6 6-16,8 1-5 0,3 0 6 0,3-2-4 15,4 0-6-15,3-2 2 0,2 4-6 0,3-4 8 16,6 4 0-16,0 8 1 0,5-5-4 0,1 5 0 16,-1 7 0-16,6-8 1 0,-2 15 2 0,6 1-5 15,-2-14-1-15,5 8-2 0,-3-6-2 0,-15-2 6 0,13 4-4 16,5-9 4-16,6-4-6 0,4-2 2 0,3 0 4 15,6 2 0-15,2 2 8 0,4 3-6 0,1 3-3 16,2-3 0-16,-18 5 11 0,24 8-6 0,7-3 6 16,4 4-6-16,0 3 3 0,8-17-3 0,10 8 3 0,1-7-3 15,10-8-1-15,12 2 6 0,-13-5-1 0,15-1 4 16,-6-1-4-16,-4-3-2 0,10 5 2 0,5-3 0 16,17 1 12-16,13 1-8 0,2-3 2 0,4-2-4 15,-8 0 3-15,2 3-9 0,20-1 2 0,12-4-3 16,7-6 3-16,1-7 2 0,-1-2-3 0,12 1 2 15,4 2-5-15,8-2 2 0,-3-3-4 0,1-5 1 0,11 1-18 16,-1 1 5-16,3-4-3 0,23 11 2 0,-25 27-6 16,4-30-10-16,0-10-7 0,-20-11-2 0,20 11-29 15</inkml:trace>
  <inkml:trace contextRef="#ctx0" brushRef="#br0" timeOffset="185295.11">31262 14799 286 0,'41'-11'61'0,"2"-4"-9"0,49-16 29 15,-8-3 9-15,-14 5-21 0,-1-1-29 0,-4 24 12 16,4-29-2-16,0-13 5 0,-10-8-2 0,0-5-7 16,-5-4-4-16,-9 0-1 0,1 4-10 0,-9-1-4 0,-9 5 1 15,-6 1-3-15,-3 2-3 0,-4-2-2 0,-2 4 0 16,-4-7 0-16,-5-8-11 0,27-9 3 0,-19-7-7 16,-12-3 6-16,-10 1 0 0,-3 3-8 0,-5 8 1 0,-5 3-4 15,-3 8 2-15,13 2-5 0,-39-6 3 0,-9-9-5 16,-9-4 5-16,-10-13-6 0,-4 2 2 0,-9 11-4 15,-1-3 1-15,-12 16-2 0,-15 6 2 0,-18 7-3 16,-8 6-3-16,-7-6-5 0,-4 5-6 0,-22-1 0 16,-11 0-21-16,-21 15-88 0,-25 5-88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3:15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53 6289 0 0,'-12'-4'1857'0'0,"19"-36"409"0"0,-1 31-5335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14:38.81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9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6-23T04:15:02.231"/>
    </inkml:context>
  </inkml:definitions>
  <inkml:trace contextRef="#ctx0" brushRef="#br0">7832 3243 21 0,'0'0'0'0,"0"0"7"0,0 0 81 16,0 0-11-16,0-2 11 0,0 0-28 0,0 0-4 16,0 1-39-16,0-1 13 0,2 0-14 0,0 0 31 0,-2 0-11 15,2 0-8-15,-2 0 1 0,1 1-7 0,-1-1 1 16,2 0 9-16,-2 0-6 0,0-2 18 0,0 2-11 15,0 1 5-15,0-1-8 0,2 0-2 0,-2 0 10 16,0 0-12-16,2 0 12 0,0 0-15 0,0 1-1 16,-1-1 0-16,-1 0-2 0,0 0-3 0,0 0-8 15,0 0 8-15,0 0-8 0,0 1 2 0,0 1 4 16,0 0-11-16,0 0 9 0,0 0-8 0,0 1 5 0,0 1-2 16,0 0 1-16,0 0-9 0,-1 0 3 0,-1 2 1 15,2-3 2-15,-4 14-3 0,-1 2 1 0,-1 0-2 16,0 1 2-16,1 5 2 0,-1 3-6 0,1 0 11 0,-1 5-9 15,1-1 7-15,-1 1 1 0,2 1-3 0,-1 0 3 16,-1 3-10-16,1 7 9 0,-1-1-6 0,2-2 8 16,2-3-7-16,1-5 6 0,-1-3-3 0,0 2 5 15,2-1 6-15,0-8 0 0,0 1-1 0,2-1-1 16,1-7-7-16,1 1 3 0,0 0-1 0,0-6 0 16,-1 1-16-16,3-1 5 0,-2-2-4 0,-1-1 5 0,3 1 0 15,-6-5-5-15,11 4 4 0,-2-4-5 0,2 7 1 16,-3-5-9-16,1 1-6 0,-2-1 0 0,-1-2-18 15,1 0-134-15,-1 0-31 0</inkml:trace>
  <inkml:trace contextRef="#ctx0" brushRef="#br0" timeOffset="247.86">7927 2825 646 0,'0'0'166'0,"-2"0"-238"0,0-2 204 0,0 1-117 16,-2-1-2-16,1 0 14 0,-1-2-3 0,0 0 8 15,0 1-4-15,1-1-22 0,-1 2 0 0,2 0-8 16,0 0-11-16,0 1-20 0,1-1-8 0,1 0-11 15,0 2-90-15</inkml:trace>
  <inkml:trace contextRef="#ctx0" brushRef="#br0" timeOffset="985.59">8472 3960 244 0,'0'0'75'0,"0"0"22"0,0 0-49 15,0 2-30-15,0-1-11 0,0-1 38 0,0 0 15 16,-1 0-10-16,1 0 9 0,0 0-26 0,0 0-2 0,0 0-2 16,0-1 1-16,0-1 5 0,0 0 8 0,0-2 6 15,0-1-2-15,3-8 1 0,1 0-11 0,2-4-4 16,-5 8-1-16,1-1 2 0,0 3-3 0,0-2 4 0,2-4-5 15,-4 7-1-15,0-1-4 0,0 5-2 0,0-2 0 16,0 0-10-16,0 1-2 0,0-1-4 0,-2 2 1 16,0 0-6-16,0 0 4 0,-2 0-4 0,3 2 2 15,-12 0-9-15,-4 0 5 0,2 4 0 0,2 4 0 16,-2-3 0-16,-7 17 6 0,2 4 2 0,-6-11 0 16,5 8-6-16,4-3 6 0,-1-3-7 0,10 5 6 0,-6-5-7 15,6 5 0-15,-7-2 4 0,6-1-2 0,2 1 1 16,1 1 1-16,2-1-6 0,2 1 3 0,2-1-2 15,0-3 5-15,2 1-2 0,0 1 2 0,0-2-9 0,0-1 4 16,0-5-1-16,0 2 2 0,-1-5 6 0,3-1-5 16,0 3 3-16,9-1-4 0,0 0 0 0,2-1 0 15,0-3-1-15,-2-3-1 0,7-2 0 0,-1-4-1 16,-3-1-1-16,5-5 2 0,-5-1 1 0,3 4 1 16,-4-17 1-16,0 1-1 0,1-3-4 0,-1 6 4 15,2-4-1-15,-2-2 2 0,-2 0-2 0,-4-2 0 16,0-3 0-16,-1-1 1 0,-3 0 1 0,1-7 2 15,-1-1-2-15,1-5 1 0,-2-13-7 0,-1 5 9 0,1-1-5 16,-2 0 6-16,2 9-10 0,-2-1 5 0,22 3 1 16,-11 4 3-16,-8 4 3 0,-1 7-5 0,-4 2 3 15,0 8-5-15,0 1 0 0,-2 4 9 0,0 4 0 0,0 1 4 16,1 1 0-16,1 5-3 0,0 0-3 0,-2-2 2 16,0 1 1-16,-2 1-6 0,0 0 5 0,1 0-5 15,-1 2 6-15,-3 0-5 0,-3 0-3 0,3 2 0 16,-2 3-1-16,5 8 2 0,-2 15 0 0,-12 2 1 15,5-2 5-15,3 3-8 0,5 3 4 0,1 1-5 16,2 4 0-16,2-2 5 0,0 8-5 0,0-4 4 0,0 3-5 16,0 4 1-16,0-3 1 0,0 5 1 0,0-9-4 15,2 2 4-15,0-4-2 0,0-6 2 0,0 2-7 16,0-5 7-16,-1-2 0 0,3 0 3 0,0-2-7 16,1-2 2-16,3-2-1 0,-1 0 1 0,1-3 1 0,-1-4-1 15,1-2 0-15,-5-8-2 0,1 3 0 0,11-1-12 16,0-3-1-16,1 7-6 0,-1-2-24 0,4-3-81 15,-1-4-17-15,5-2-40 0,3-6-238 0</inkml:trace>
  <inkml:trace contextRef="#ctx0" brushRef="#br0" timeOffset="1327.66">9336 3577 448 0,'0'0'18'0,"0"0"-1"15,0 0 56-15,-2 0-1 0,0 0 15 0,0 0 0 16,0 0-30-16,1 0-5 0,-1 0-8 0,0 0-19 15,0 0 6-15,2 0 11 0,0 0-3 0,0 0 11 0,2 0-1 16,0 0-13-16,1 0 10 0,14 0-13 0,9-2 1 16,4 0 3-16,0-1-2 0,3-3 1 0,0 1-13 15,10-1-5-15,-2-1-2 0,-4 1-15 0,0 2-1 16,-11 1 2-16,6-1-2 0,-2 0 0 0,-8 2-4 16,0 1 1-16,-13 1-3 0,1 0-5 0,1 0-70 15,-8 0-7-15,7 0-33 0,-7 0-127 0</inkml:trace>
  <inkml:trace contextRef="#ctx0" brushRef="#br0" timeOffset="1607.49">9336 3949 736 0,'0'0'136'0,"0"0"-190"0,-2 0 168 0,0-2-93 0,0 2 15 16,0-2 42-16,1 2-4 0,1-2 17 0,0 2-5 16,0 0-32-16,0-2 3 0,1 0-11 0,3 0 1 15,9-1-14-15,13-5-1 0,0-1-5 0,2 0-3 16,5-1-3-16,1 1 0 0,1 0-4 0,4 1-10 0,-5-1-1 16,1 0-2-16,4 1 1 0,-9-1-1 0,7 2-6 15,-6-1-4-15,-7 3-3 0,8-3-14 0,-14 3-88 16,1-1-41-16</inkml:trace>
  <inkml:trace contextRef="#ctx0" brushRef="#br0" timeOffset="2850.06">10855 3356 418 0,'0'0'20'0,"0"-2"-2"0,0 1 6 16,0-1 1-16,0-2-3 0,0 2 27 0,-2-13 19 16,0-1 1-16,0 3 1 0,0-4-16 0,2 4-24 15,0 2-1-15,0-2-6 0,0 0 3 0,0 0-1 16,0 2 1-16,0 5-2 0,0-7-8 0,0 6-5 16,0-5 4-16,0-1-4 0,0 10 5 0,0-7 6 15,-2 7-1-15,1-1 3 0,-1 0-9 0,0 1 0 16,-2-1-2-16,0 2 3 0,-10-9 7 0,-3 0-9 0,2 3 8 15,-2 5-7-15,-1 1 13 0,1 2-8 0,-3 2-2 16,-6 3-1-16,-4 4-3 0,0 4-7 0,-3 4 4 16,1 0-3-16,6-15 12 0,-7 26-6 0,1-1-5 15,1 1 1-15,-5 6-2 0,9-1-1 0,-3 1 5 0,4-1-4 16,2-1 0-16,3 1-1 0,6-1-2 0,4-3 0 16,2-3-12-16,5-5 11 0,2-1-4 0,1-5 7 15,-12 5-7-15,5-1-2 0,4 1-2 0,4-1 0 16,2-8 6-16,0-5 7 0,0-3 4 0,2 1-2 15,14 7-5-15,8 0 6 0,2-5-5 0,-2-8 5 0,6-7-8 16,-1-2 8-16,10-6-5 0,-6-2 5 0,2 17-8 16,1-33 6-16,-5 2-1 0,2 5 3 0,-7-4-3 15,-2 5-3-15,-2-1 3 0,-3 4-3 0,-1 1 0 0,-5 3 0 16,-6 3-4-16,1 0 3 0,-3 4-5 0,-1 0 6 16,-3 4-4-16,3 2 5 0,-1-1-2 0,-5 6 9 15,4-3-3-15,-2 1 5 0,0 0-8 0,0 1 4 16,-2 1-1-16,0 0-1 0,0 0-10 0,0 0 6 15,-2 2-7-15,0 0 6 0,0 0-5 0,0 2 0 16,0 0 3-16,1 2-3 0,-7 9 0 0,-1 7 0 16,0 2-2-16,1 6 2 0,3-2 0 0,1 6-4 15,4-1 5-15,0 1-3 0,4 3-1 0,1 0 3 0,3 6-4 16,-1 2 4-16,-1-4 0 0,-1 4 4 0,3-2-2 16,-1-2 2-16,-1 1-9 0,-1-2 7 0,-1-7-2 15,0-3 3-15,-3-2-7 0,1-2 4 0,0-2 1 16,-2-3 3-16,0 0 6 0,-2-5-5 0,0-1 1 0,-1 0-3 15,-1-1 2-15,0-3-3 0,-1 0 5 0,3-5-3 16,-15 1 8-16,0-1-3 0,-3-2 1 0,5 9-1 16,-11 2 9-16,2-7 11 0,4-5-7 0,-3-1 6 15,1 0-20-15,5-1 0 0,-1-3-1 0,-5-3 0 16,10 3-2-16,-3-2-4 0,6 3 1 0,5 1-2 16,-8-6-4-16,7 6-5 0,1-1-3 0,-1 1-1 0,2 0-17 15,1 0-76-15,-1 0 2 0,2 0-32 0,2 1-54 16,0-1-197-16</inkml:trace>
  <inkml:trace contextRef="#ctx0" brushRef="#br0" timeOffset="3530.97">11365 3973 942 0,'-2'0'51'0,"1"-2"-71"16,-1 2 60-16,-21-11-33 0,12 5 6 0,4 2 59 0,-10-1-9 16,2 1 23-16,4 0-24 0,4 3-30 0,-3-1 1 15,7 0-10-15,-1 2-11 0,0 0-3 0,1 0-2 0,-1 2 1 16,0 0-2-16,0 1 5 0,-7 12 2 0,-2 9 1 16,4-1-2-16,2 1 3 0,1 0-3 0,0 0 4 15,1 2 3-15,-1-2 1 0,3 2 3 0,-1 0-2 16,0-2 1-16,0 0-5 0,1-5-1 0,-1-4-2 15,-2 1-3-15,3-1-5 0,1-2-2 0,2-2 0 16,0-3-3-16,0-6 4 0,0 0 7 0,0 1-1 0,0 1 16 16,0 0-3-16,2-2-2 0,0-1-1 0,-1 1-13 15,1-2 3-15,0 0-8 0,0-2 6 0,0 1-6 0,0-3 2 16,1-15-5-16,7-1 4 0,5-1-3 0,-8 1-3 16,2 0 4-16,-5-1-4 0,7-1 5 0,-2 2-3 15,6-1 0-15,2 1-1 0,-6 1-3 0,4-1 2 16,-6 1 1-16,4 4 0 0,4-1 2 0,-4 1 0 15,4 5-1-15,-2 5 0 0,-6-3-7 0,0 5 0 16,-1 1 3-16,1-6-2 0,-2 5 11 0,-1 1-8 16,-1 2 1-16,-3 0-4 0,0 0 7 0,2 2-1 15,7 14 3-15,-2 3-3 0,1 7-1 0,-7-6 2 0,1 3-1 16,-2-3 3-16,0 1 1 0,-2-1-2 0,0-1 4 16,0-7-3-16,0 3 5 0,0-5-1 0,-2 1-1 15,0-2 0-15,2-3 0 0,0-3 0 0,0-1 7 16,0 2-4-16,2 0 16 0,0-1-12 0,0-1 0 0,-1 0-3 15,1-2 0-15,0 0-9 0,2-2 5 0,0 0-6 16,9-3 8-16,0-18-8 0,0-1 2 0,1 0-2 16,3-2 3-16,0-2-5 0,3 2 4 0,-1 2-4 15,1-4-2-15,1 2 4 0,-5 4-2 0,-1 7 3 16,-4 6 0-16,-1 2 5 0,1 5-6 0,-6-4 2 16,1 2-11-16,-2 3 8 0,-1-1 0 0,5 0 1 0,-1 2 0 15,1 2 1-15,-3 1-1 0,1 1 1 0,-3 24 0 16,-1-4 3-16,0 4 1 0,15-2 0 0,-6-2-7 15,-4 0 2-15,-1 2 0 0,-2-2 1 0,-1-3 5 0,1-1-6 16,0-3 0-16,-2-2-3 0,1 0 2 0,-1-10-29 16,2 3-18-16,-2-5-9 0,2 1-86 0,-1-2-66 15,5 0-30-15,21 0-39 0,-3-6-333 0</inkml:trace>
  <inkml:trace contextRef="#ctx0" brushRef="#br0" timeOffset="3958.81">12435 3024 901 0,'0'-2'36'0,"-2"0"7"0,0 0-12 0,0-1-7 0,0-1-4 16,0 0 50-16,1 0 24 0,-3-1-9 0,-2-3 7 15,3 5-51-15,-1-1-31 0,0 2 5 0,2 0-12 16,0 0 7-16,1 2-3 0,-1 0 7 0,0 2-5 15,-2 15 11-15,0 24-7 0,4 0-8 0,2 3 3 16,2 6-3-16,0-5 3 0,-1 5 0 0,1 2-1 0,0 6-10 16,-2 3 7-16,0 4-4 0,-1 4 7 0,-1-3-7 15,-1-6 3-15,-1 3 5 0,2-11-3 0,0-6 2 16,0-7 2-16,0-9 0 0,0-6-1 0,3-1-5 0,-1-9 26 16,0-2-3-16,0-7 14 0,0 1 2 0,0-3-1 15,1 1-5-15,5 0 2 0,7 0-10 0,3-4-2 16,5-4-1-16,1-7-2 0,2 5-10 0,3-31 7 15,-1-6-7-15,-4-3 7 0,4-2-6 0,-2-8-8 16,4 0 11-16,3 2-9 0,-1-3 14 0,0 7-6 16,-5 1-3-16,5 1 1 0,-10 7 0 0,1 6-10 15,-7 5 2-15,-3 8-6 0,0 2 2 0,-2 7-3 0,-5 1-1 16,-2 7-3-16,-4 3-19 0,3-2-42 0,1 1-1 16,-2 1-15-16,0 0-21 0,0 2-55 0,-2 2-21 15,0 1-27-15,-6 25-224 0</inkml:trace>
  <inkml:trace contextRef="#ctx0" brushRef="#br0" timeOffset="4801.12">13281 3986 705 0,'2'-2'12'0,"0"0"26"15,0-2-19-15,15-24 81 0,-2 1-12 0,-1-3 33 0,-2 6-28 16,-7 11-55-16,1-2 4 0,-3 2-22 0,-1 5 2 0,0-3 9 15,-2 2 0-15,0 2 2 0,0 1 0 0,0 2-12 16,-2 2-2-16,0 1-3 0,1 1-7 0,-3 0 2 16,-18 11 0-16,-3 4 1 0,1 1 3 0,2 20-4 15,0-1 0-15,-2 2-1 0,3-2 3 0,-1-3-3 16,1 1 6-16,3-3-5 0,1 0 1 0,8-4 0 16,3 0-7-16,4-2 4 0,-12-4-9 0,4-3 3 15,5-4 2-15,1-2 0 0,4-4 4 0,0 1 12 16,0-4-2-16,2-1 5 0,0 1-8 0,1-2 1 0,3 0-2 15,11 0 2-15,3-2 4 0,1-6-14 0,-1-3 5 16,4-6-10-16,-2 0-1 0,-1 8 6 0,-4-14-2 16,-3 1 2-16,1-1-6 0,-2 3 6 0,-2-1-4 15,-1 6 4-15,-3 0-7 0,-5 4 2 0,4 3 2 0,-5-1 0 16,-1 5 8-16,4-2-12 0,0 1 3 0,0 1-6 16,-3 0 1-16,1 0-3 0,0 0 3 0,0 2-3 15,-2 0 2-15,0 2-2 0,0 0-3 0,0 2 3 16,2 12 6-16,0 7-1 0,0 1 0 0,1 4-3 15,1-2-5-15,2 1 4 0,1 3-1 0,4 2 2 0,0-1 3 16,-1-1 0-16,1 2 0 0,-2-3 1 0,2 3 3 16,-2-4-3-16,3 3 5 0,-1-1-4 0,-2-4 0 15,2 7 3-15,-5-12-4 0,-3-1 3 0,1 3 1 0,-4-14 3 16,0 4-1-16,-2 2 2 0,0-6 1 0,-1 0-6 16,-3 2 4-16,2-5-6 0,1 1 4 0,-18 6 2 15,1-9-1-15,-4 0 1 0,5 0-4 0,-1 10-5 16,3-4 1-16,0-3 0 0,1-3 5 0,1-2-12 15,2-2-3-15,5 0-3 0,1 0-6 0,5 0-31 16,-2 0 0-16,1-2-13 0,1 0-15 0,0-2 0 16,0-12-6-16,6-9 1 0,7-4-15 0,6-1-6 0,-8 4 0 15,22-11-2-15,12 0 10 0,9-4 13 0,2-4 9 16,2 6 3-16,-3-2 56 0,-4-1 10 0,-1 1 5 16,0 0-2-16,-3 0 1 0,-6 2 16 0,-2 2 0 15,2 4 6-15,-4 1 14 0,-1 4 10 0,-3-1 7 16,-3 1-3-16,-4 2 13 0,-5 2-2 0,-1 7-4 0,-3 6 2 15,-7 3 5-15,-6 5 7 0,-2 1-1 0,3-2-1 16,-1 0-31-16,0 2-21 0,-2 1-1 0,0 1-5 16,-2 0 2-16,0 1 2 0,-1 1 0 0,-9 9-1 15,-1 15-9-15,2 0 1 0,6-1 0 0,-1-3 2 16,2 0-4-16,-12 4 2 0,6 0-3 0,5 2 4 16,3 0-2-16,2-2 8 0,4 2-3 0,3-2 6 0,4 1 12 15,2-1 7-15,2-1 0 0,-4-7 0 0,-9 3-3 16,13-5-1-16,2 1 3 0,-1-2-1 0,-3-4 8 15,-7-2-15-15,3 1-1 0,-3-3-6 0,-6-5-10 0,4 3 9 16,-1 3-6-16,3 7 6 0,-6-12-6 0,0 7-5 16,-2-7-1-16,-5 3-4 0,-21 11-10 0,-8-1-14 15,1-4-15-15,-2-1-6 0,0-4-103 0,5-5-141 16,3-2-76-16</inkml:trace>
  <inkml:trace contextRef="#ctx0" brushRef="#br0" timeOffset="5269.64">15324 3603 921 0,'-2'2'54'0,"0"-2"105"0,-2 0-123 0,-3 0 23 16,-2 0 1-16,5 0 10 0,-2 0 26 0,3 0-16 16,-1 0 5-16,0 0-10 0,1 0-17 0,1 0-12 0,0 0-2 15,0 0-4-15,2 0-14 0,2 0-1 0,2 0-5 16,22-6 4-16,7-1 0 0,2 0-1 0,2-1 2 16,1 3-2-16,0-3-4 0,1 3-10 0,0 1-2 0,-3-2-2 15,-3 3 4-15,-5-1-11 0,2 0 4 0,-4 2-6 16,-4 1 0-16,0 1-11 0,-9 0-16 0,-5 0-3 15,1 0-91-15,-7 0-54 0,2 0-18 0,-1-2-15 16,-1 0-112-16</inkml:trace>
  <inkml:trace contextRef="#ctx0" brushRef="#br0" timeOffset="5547.62">15517 3217 937 0,'0'0'26'0,"0"0"-3"0,-2-2 13 16,0 0 8-16,0 0-7 0,0-1 37 0,-1-1 9 15,1 0 4-15,-4-3-3 0,4 3-21 0,1 0-20 16,-5 1-4-16,4-5-5 0,0 6-11 0,-1-1-15 16,-1-1 0-16,0 2-4 0,2 0 5 0,0 0-1 15,1 1 3-15,-1 1-2 0,2 1 3 0,0 1 2 0,0 4-4 16,2 20 2-16,3 4-1 0,3 5-6 0,-1 4 5 15,0 5-6-15,3 3 0 0,-5 3-1 0,1 6-1 16,-2-4 0-16,-1 3-1 0,-1-1 1 0,2 6 2 16,0 1-1-16,-3-11-4 0,5 0 5 0,-2-15-4 0,1-1 6 15,3 1-2-15,-3-9-4 0,3 0 0 0,-3-7-1 16,1-1-10-16,-2-3-196 0,-1-2-74 0</inkml:trace>
  <inkml:trace contextRef="#ctx0" brushRef="#br0" timeOffset="6968.07">16893 3330 293 0,'0'0'-1'0,"0"0"-1"0,0 0 3 0,2-2 3 16,-1 1 5-16,1-1 40 0,0-2 24 0,-2 2 2 0,4-7 2 15,0-2-25-15,-1 0-3 0,1-1-1 0,0-1 2 16,-1 2 6-16,1-2-19 0,0 2 10 0,0 0-11 15,-3 0 25-15,3-4-11 0,-2-2-1 0,0-7-6 16,-2 4-12-16,0 3 5 0,0-2-6 0,-2 5 6 16,-2-3-7-16,2 6-10 0,-1 0 2 0,-1-1-5 15,0 3 1-15,1 2-12 0,1 1 4 0,-17-3-5 0,4-2 10 16,-3 0-9-16,1 5 3 0,-5 0-6 0,3 5-4 16,-7 1 11-16,0 1-5 0,6 5 8 0,-10 3-12 15,4 1 0-15,-2 3 2 0,-1 3-1 0,4-1 9 16,-1 2-3-16,2-10 0 0,4 17-2 0,-1 2-3 0,5-3 2 15,3-1-3-15,2-2 3 0,1 3-4 0,5-1 5 16,1-2-6-16,-2 3 4 0,3-3-2 0,1-1-1 16,-11-1 7-16,4-1-6 0,3 0 1 0,4-4-4 15,2-2 2-15,0 0-1 0,2-4 23 0,0-1 2 16,0 0 3-16,0-5-3 0,14 11-6 0,1-3-2 16,2-2-6-16,7-3 3 0,1-4-6 0,5-6-2 0,-2-3 5 15,-6-2-5-15,6-6 7 0,3-1 0 0,0-3 0 16,-7 18-1-16,0-18-5 0,-3 1 6 0,-1-1-8 15,-5 1 7-15,-4 1-11 0,-4 3 1 0,-2 3 5 16,1 5-1-16,-5-1 1 0,-1 0 4 0,0 3-10 16,0 2 9-16,-2 2-3 0,4-1-3 0,-1-1 3 0,-1 0-5 15,0 2-12-15,0 1 3 0,0 1-4 0,-2 1 5 16,0 1 7-16,0 6-7 0,0 25 9 0,-2 4-8 16,0 4 9-16,0 2-2 0,0 3-5 0,1-1 3 15,1 5 1-15,0 0 1 0,0 0 1 0,0 0-1 16,0-1 0-16,0 1-1 0,0-6 6 0,-2-7-4 0,-2 4 10 15,-2-11-2-15,1-2 1 0,-3-2 0 0,1-8 7 16,-2 1 11-16,-1-6-4 0,5 0 5 0,-17-4-13 16,3 2 0-16,-5-3-1 0,4-3 1 0,-6-1 3 0,1-2-2 15,1 15-4-15,-5-6 1 0,6-6-8 0,-5-3 2 16,1-2 2-16,10 0-2 0,-4-2-9 0,5-1 1 16,3-1-5-16,-2 0 3 0,2 1-11 0,7 1-4 15,1 0-24-15,1 2 2 0,0-2-117 0,1 0-35 16,1 2-8-16,0 0-12 0,2 0-77 0</inkml:trace>
  <inkml:trace contextRef="#ctx0" brushRef="#br0" timeOffset="7327.35">17401 3863 940 0,'0'0'20'16,"0"0"1"-16,-1 0 11 0,-1 0 11 0,0 0-5 15,-19 2 64-15,5 0-33 0,-5 2 0 0,10-1-15 16,-9 7-32-16,-1-1 2 0,3 0-6 0,-1 0 4 16,4 1-8-16,2-8 1 0,-1 16-1 0,2 4 2 15,1-1-8-15,4-1 6 0,3 4-4 0,0-3 5 16,-9-3-2-16,4 1-3 0,4-2 6 0,1 1-5 0,4-1 14 16,0-4 12-16,4-2-6 0,-1-2 6 0,5 1-13 0,5-5 12 15,11 1-9-15,2 10 9 0,0-4-6 16,2-3-3-16,1-5 9 0,1-3-8 0,-4-1 4 0,-2-3-5 15,2-5-6-15,-2-1 2 0,2-2-11 0,2 0-4 16,-13 3 4-16,-6 3-3 0,-5 3 3 0,-2 2 3 16,2-9-3-16,7-6 3 0,-4 0-7 0,-3-4 2 15,-4-1-4-15,-6 1 3 0,-1 3-10 0,5 1 0 16,-24 0 2-16,0 0-1 0,-6 2 1 0,1-4-16 16,-1 8-7-16,14 0-7 0,-14 1-61 0,8-8-60 15,-4 1-31-15,-1 4-22 0,17 7-257 0</inkml:trace>
  <inkml:trace contextRef="#ctx0" brushRef="#br0" timeOffset="9050.99">18185 3202 70 0,'0'0'25'0,"0"-2"34"0,2 0-4 0,0 1 13 15,0-1-2-15,-2 0 4 0,0 0-10 0,0-11-9 16,1-4 9-16,-1 4-8 0,0 0 11 0,0-5-11 0,0 1-8 16,0-3 2-16,0 1-17 0,0 2-6 0,0 6 7 15,0-7-7-15,-1 3 5 0,-1 5 1 0,0-4-3 16,0 1 3-16,-2-4-1 0,1 2-6 0,-5-5 6 15,6 10-6-15,-1-3-2 0,1 4 13 0,0 2-11 0,0-1 12 16,0 1-1-16,0 1-10 0,0 1 4 0,1-1-8 16,-1 2-3-16,0 1-1 0,0-1 2 0,0 0-2 15,0 1 4-15,0-1-11 0,1 2-2 0,-1 0-3 16,0 0-7-16,0 0 6 0,0 1 3 0,0-1 1 16,0 2 3-16,2 0-8 0,0 0 2 0,-1 0-3 15,1 2 4-15,0-1 8 0,0 3-7 0,1 26 7 16,-1-12-12-16,4 12 9 0,-2-6-4 0,-2-5 4 0,2 9-9 15,-2-2 4-15,0 1 0 0,0 9 2 0,0-3-11 0,4-1 8 16,-3-1-6-16,-1-3 8 0,0 2-6 0,0 0 3 16,0-1 2-16,0 1-2 0,0 3-2 0,0-1-2 15,0 0 6-15,0-5-3 0,0 7 8 0,0-3-7 16,0 1-2-16,0 5 0 0,0-7-3 0,0-6 4 16,0 6 0-16,0-3 2 0,0-2-3 0,2 2 6 15,0-2-5-15,2-1 6 0,-2-6-4 0,1 3 1 16,1-1-2-16,-2-9 2 0,2 10-3 0,-2-10 3 15,-1 0 4-15,1-2-2 0,0 1-4 0,-2-3 7 0,0-1-9 16,0 1 9-16,2-3-10 0,0-1 11 0,0 1 5 16,0 0 1-16,-2 0 4 0,1-3-6 0,1 1-9 15,-2 0 4-15,2 0-6 0,0 0-3 0,0 0 6 16,0-2-6-16,0 0 11 0,-1 0-11 0,3 0 4 0,0-2-5 16,0 0 1-16,-1 0 5 0,-1 2-4 0,0 0 5 15,2-2-4-15,-2-5 3 0,1 5-5 0,5-7 5 16,-5 3-5-16,5-7 0 0,-3-2 3 0,-5 13-3 15,4-9 4-15,-4 6 2 0,0 1-6 0,0-5 6 16,0 5-7-16,0 2-1 0,0-9 2 0,0 7-2 16,0 1-2-16,0-1 7 0,0 0-3 0,0 0 3 15,0 3-10-15,0-1 7 0,0 0-1 0,0 0 3 0,0 0-3 16,0 0-3-16,0 0 1 0,-2 1 0 0,2-1 9 16,0 2-8-16,0-2 4 0,0 2-5 0,-2-2 4 0,1 2-1 15,1 0-2-15,0 0 1 0,0 0 6 0,0-2-5 16,-2 0 1-16,0 2-3 0,0 0 0 0,0 0 3 15,0-2-1-15,0 1 3 0,1-1-3 0,-1 2 0 16,2 0 0-16,0 0 0 0,0 0-2 0,0 0 0 16,0 0 3-16,0 0-1 0,0 0 5 0,0 0-7 15,0 0 2-15,0 0-4 0,0 0 5 0,0 0 1 16,0 0-2-16,0 0 2 0,0 0-2 0,0 0-4 0,0 2 3 16,0-2-3-16,0 0 5 0,0 0-1 0,0 0 0 15,0 0 0-15,0 0 0 0,0 0 2 0,0 0 0 16,0 0 0-16,0 0-5 0,0 0 5 0,0 0-2 0,0 0 4 15,0 0-8-15,0 0 2 0,0 0-2 0,0 0 4 16,0 0 2-16,0 0-3 0,0 0 0 0,0 0-2 16,0 0 4-16,0 0 3 0,0 0-4 0,2 0 2 15,-2 0-5-15,1 0 0 0,1 0 4 0,-2 0-1 16,0 0 8-16,2 0-8 0,0 0 1 0,0 0-3 16,-2 0-2-16,0 0 2 0,0 0 2 0,0 0-1 15,0 0 1-15,0 0 3 0,0 0-3 0,0-2 2 0,0 2-3 16,0-2-1-16,0 2 5 0,0 0-3 0,0 0 3 15,0 0-5-15,0 0 2 0,0 0-3 0,0 0 2 16,0 0 1-16,0 0-5 0,0 0 5 0,0 0 0 16,0 0 0-16,0 0 0 0,0 0 1 0,0 0-4 0,0 0 6 15,0 0-1-15,0 0 2 0,0 0-5 0,0 0 2 16,2 0-2-16,0 0 1 0,-1 0 0 0,1 0-1 16,-2 0 2-16,0 0-2 0,0 0 5 0,0 0-4 15,0 0 2-15,0 0-2 0,2 0 7 0,0 0-6 16,0-2 1-16,0 2-2 0,0-2-3 0,-1 0 3 15,3-3-5-15,15-23 3 0,-6 7-3 0,5-8 16 16,-1 1-3-16,2-9 7 0,1-6-15 0,-1-3 13 16,-1-6-6-16,1 0 8 0,1-2-13 0,1-2 5 0,1 0-2 15,0-7 0-15,0 0-5 0,-3-4-1 0,0 2 5 16,-5 10-2-16,-2 3 2 0,-3 9-1 0,0 2-5 0,-1 8 2 16,-1-1-4-16,-3 8 7 0,-1 2-3 0,1 4 5 15,-2 7-5-15,0-2-1 0,-2 6 4 0,0 1-2 16,0 1 3-16,0 3-4 0,0 2-2 0,2-2-2 15,-2 1-4-15,0-1-6 0,0 2 2 0,0 0-4 16,0 0 9-16,0 2-5 0,0 0 1 0,-2 2-4 16,0 0-22-16,0 7-92 0,-5 19-16 0,-1 0-39 15,1 6-173-15</inkml:trace>
  <inkml:trace contextRef="#ctx0" brushRef="#br0" timeOffset="10371.01">18798 4067 178 0,'0'0'18'0,"0"0"3"0,0 0-10 0,0 0 2 16,0 0-6-16,0 0 32 0,0 0-2 0,0 0 1 16,0-1-1-16,0 1 5 0,0-2-1 0,0 2-4 15,0-2-1-15,0 0-26 0,2 2 11 0,-1-2-5 0,1 0 8 16,0 0 12-16,0 2 21 0,0-1-1 0,0-1 7 16,0 0 2-16,-1 0-12 0,1 0 11 0,0 0-12 15,0 0 1-15,2-1 1 0,-4 1-7 0,5-6 4 16,-1 1-15-16,0 0-3 0,-1 1-6 0,1-1 2 15,0-1-8-15,0 1 0 0,-3 1-2 0,1-1 0 16,0-4-15-16,-2 3 8 0,0 1-3 0,0-1 5 16,0 3-9-16,0-1 0 0,0-7 0 0,0 8 0 0,0-1 3 15,0-1 1-15,-2 1 2 0,0 0 0 0,1-1 5 16,1 5-8-16,-2-2 2 0,0 1-4 0,-2 1-5 0,-1-2 5 16,-8-3-2-16,3 3 4 0,-3 0 1 0,6 4-4 15,-8 0-1-15,0 2-1 0,0 2-6 0,-1 3 5 16,1 3-2-16,0 1 5 0,0-8-2 0,2 14 0 15,2 4 1-15,2-1-2 0,-3 2-1 0,5-1-3 16,-2-5 5-16,1 1-4 0,5 2 8 0,-1-3-8 16,-9 3 1-16,4-2-3 0,3-2 8 0,1 1-2 15,3 1 1-15,2-4-2 0,0 0-1 0,2-2 5 0,-1-2-6 16,3 1 6-16,0-3-1 0,0-1 1 0,3-1 1 16,10-3-1-16,1 11-2 0,1-4 6 0,-1-3-2 15,3-4 3-15,1-2-5 0,-2-4 8 0,-5 0-6 16,2-3 5-16,-2-2-11 0,3-4 9 0,5 7-2 15,-8-14 2-15,1-3-8 0,-3 1 3 0,-7-2-2 0,-1-2 1 16,1 0-1-16,1-4-1 0,3 4 1 0,-8-9 0 16,5-2-4-16,15-4 0 0,-5-9 1 0,-8 5 0 15,-1-3-1-15,-3 3 1 0,-1 5 2 0,-2 1 0 16,0 9 3-16,-2-2-5 0,0 6 0 0,0 2 1 16,0 4 13-16,2 5-3 0,-1 4 3 0,-1 2-3 0,0 1-2 15,0 6-1-15,0 0-1 0,2-1 0 0,-2-1-4 16,0 2-3-16,0 0-2 0,0 0 1 0,0 2 0 15,0 0-1-15,0 2 0 0,2 2-1 0,2 18 2 0,0 15-5 16,-3 2 5-16,-1 6-3 0,0-1 4 0,0 7 3 16,-1 1-2-16,-5-4 2 0,-3 2-2 0,1-9-2 15,3 2 0-15,-1-6 0 0,1-4-1 0,1 1-1 16,0-8-1-16,2 1 0 0,2-4-8 0,2-1-17 16,0-3-16-16,2-5 0 0,-1-1-46 0,1-5 19 15,4 1 4-15,6-7 3 0,20 18 6 0,-3-10 1 16,3-9-1-16,1-4 1 0,0-8-1 0,4-6-13 15,-1-2 11-15,-1 12-7 0,2-19 43 0,-4-6 21 0,0-1-1 16,0 0 5-16,3-10 3 0,-5-5 3 0,0 5 8 16,8-4-4-16,-11 1 24 0,-6 7 18 0,4-2 0 15,-24 8 8-15,1 9 4 0,-1 7-16 0,5 6 10 16,-7 7-11-16,0 0 12 0,0 1-26 0,-2-1-8 0,0 2-5 16,-2 2-22-16,-2 0 4 0,-9 6 0 0,-13 7 4 15,4-6-6-15,2 25 6 0,-1-1-4 0,8 3 3 16,2-5-13-16,4 1 6 0,5 0-2 0,-19 3 3 15,12-7 2-15,7-4 24 0,4 3-4 0,4-3 10 16,5 2-1-16,-9 0-8 0,22-2 1 0,4 1-3 0,3-3 2 16,-3 2 1-16,2 1 3 0,-2-1 1 0,-2-2 11 15,1 1-1-15,1-3-1 0,-11-3-1 0,-6 0-8 16,-3-4 0-16,-1-2 8 0,-1 1-3 0,-3-3 29 0,-3-3-22 16,0 1 1-16,-2 1-10 0,-11-4-17 0,-31 2-1 15,3-3-5-15,-5 3 2 0,-6 22-9 0,1-13-7 16,-2-7-1-16,4-6-7 0,5-2-63 0,7-4-216 15,1-1-125-15</inkml:trace>
  <inkml:trace contextRef="#ctx0" brushRef="#br0" timeOffset="11473.92">22611 3312 440 0,'0'0'0'0,"0"0"26"0,-1 0 0 0,-1 0 17 0,0 0 17 16,0 0 7-16,0 0 22 0,0 0-14 0,0 0 11 16,1 0-19-16,-1 0 0 0,0 0-18 0,0-2-2 0,2 0-5 15,0 0-9-15,0 0 2 0,0-1 3 0,0-5-1 16,4-7-3-16,1-5-4 0,3-1-3 0,1-1 2 15,0-4 5-15,1-4-14 0,-1 4 1 0,4-5-5 16,0-1-2-16,0 3 2 0,0-3 0 0,-4-1 0 16,-3 14 0-16,-1-5-7 0,1 5 6 0,-4 6-5 0,0-5 8 15,-2 16-7-15,0-4 2 0,0 3-3 0,0 1 12 16,0-2-15-16,0 0 3 0,-2 1-8 0,0 1-1 16,0 2-3-16,0 0-2 0,-2 4 0 0,-14 23 4 0,-1 9 2 15,1 8 1-15,3 1-1 0,2-4-5 0,0 5 4 16,2-3-1-16,0-1 3 0,1-3-3 0,3 2 3 15,3-2-3-15,0 0 4 0,4 0-4 0,0-3 4 16,0-1 0-16,4 2 1 0,2-4-2 0,1 1-1 16,1-5 3-16,-3-4-1 0,3-5 6 0,-1-1-5 15,0-5-1-15,3 1-1 0,-3-5-8 0,-1-5 8 16,3 3-3-16,4-1 4 0,2 0-4 0,-6-5-2 0,10 0-2 16,-3-2 0-16,5-4-6 0,5-7-21 0,-2-2-7 15,0-2-8-15,-7-1-49 0,-2-14-50 0,0-5-12 16,5-1-23-16,-1 3-144 0</inkml:trace>
  <inkml:trace contextRef="#ctx0" brushRef="#br0" timeOffset="11646.67">23172 2188 716 0,'0'-1'164'15,"-2"-1"47"-15,0 0-85 0,1 0-100 0,-1 0 0 0,0 0 12 16,0 0 36-16,-2 1-9 0,1-1 11 0,-1 0-54 15,0 0-14-15,0 0-3 0,1 2-3 0,-1 0-2 16,0 0-11-16,2 0-4 0,1 0-7 0,-1 0-64 0,2 2-334 16</inkml:trace>
  <inkml:trace contextRef="#ctx0" brushRef="#br0" timeOffset="12106.26">24392 2500 450 0,'0'0'27'0,"0"-2"-2"16,0 1 34-16,-2-3 1 0,2 2 5 15,-7-13 40-15,-1 2-20 0,3 4-2 0,-1-2-8 0,1 1-16 16,-1 3 1-16,-1 0-2 0,-4-3-2 0,-6-1-15 0,-5 0-7 16,7 5-2-16,-9 1-2 0,5 1-10 0,-3 4-7 15,-4 0 2-15,-4 6-3 0,2 3 11 0,2 4-13 16,2 2 3-16,4 0-7 0,-1 22 5 0,1 6 0 15,1 3 3-15,2 10-2 0,3 3 2 0,2 10-11 16,-1-2 2-16,4 1-4 0,0-3 3 0,3 0-4 16,3 0 1-16,-1-5-1 0,-24-1 3 0,17-5 4 15,7 0-3-15,4 0 2 0,6 0-1 0,3 5 11 16,0-9 3-16,2 2 3 0,2 2 15 0,2-11-4 0,4 3-1 16,1-5-2-16,-1-10-6 0,-6-3-3 0,22-4-2 15,10-9-2-15,-1-2-17 0,3-3 0 0,-1-5 0 16,-3-1 0-16,3 20-10 0,1-11-102 0,-1-11-8 15,-3-6-47-15,-2-9-176 0</inkml:trace>
  <inkml:trace contextRef="#ctx0" brushRef="#br0" timeOffset="15264.67">24693 2918 44 0,'0'0'0'0,"0"-2"7"0,0 0 80 0,0 0 2 15,0-9 15-15,0 0-24 0,0-4-8 0,0 4-19 0,0-2-9 16,0-3 5-16,0 4-12 0,0 3-1 0,0-4 2 15,0 2-2-15,-2-6-1 0,0 2-5 0,0 1 4 16,2 6-2-16,-2-3 6 0,1 0 3 0,1 3-7 16,0 3 6-16,0 3-6 0,-2-2 4 0,2 1-7 0,0-1 3 15,0 2-21-15,-2 0 4 0,2 0 2 0,-2 2-1 16,2 2-9-16,0 2-3 0,-6 37-1 0,5 3 0 16,-1 3-5-16,2 5 0 0,0-6-1 0,0-3 1 15,0 9 3-15,0-10 1 0,2 3-3 0,-1-2 3 16,3-4-4-16,-2-4 6 0,2-2-5 0,-1-3 5 15,3-2-1-15,0-4 17 0,-1 0 2 0,-1-7 6 16,1 0 19-16,-1-6-7 0,0-2 7 0,-2-3-7 0,-2-4 20 16,2 1 7-16,1 1-5 0,1-2 1 0,2-2-30 15,5 0-3-15,2-4-3 0,0-3 0 0,3-8-12 0,-3-20 2 16,8 3 2-16,-6-1-1 0,3-3 2 0,3 1-4 16,-1-4-3-16,2 2 0 0,-3-10 2 0,0 5-5 15,-6-3 1-15,-2 2-4 0,0 6-5 0,-4 0 0 16,-1 8 3-16,10 3-3 0,-6 1-4 0,-5 9-2 15,-1 1-6-15,-4 7 3 0,0 5-17 0,0-1-39 16,0 0-16-16,0 2-13 0,0 1-102 0,0 1-141 16</inkml:trace>
  <inkml:trace contextRef="#ctx0" brushRef="#br0" timeOffset="16074.72">25690 3275 1150 0,'0'0'12'16,"0"-2"1"-16,-2 0 1 0,0-2-4 0,2 0 1 15,-7-10 13-15,1 1 16 0,-3-6 0 0,-2 0 2 16,1 3-17-16,1 1 0 0,4 7-2 0,3 5 1 0,-9-1-17 16,-4 2-2-16,2-2-2 0,-4 1 2 0,0-8-1 15,1 3-6-15,-3 6 1 0,-3 4-1 0,0 6 8 16,-4 5-2-16,0 3 0 0,3-5 1 0,-5 17 15 0,8-2-11 15,-4 2 5-15,2-2-9 0,3 2 1 0,8-4-2 16,-6-2 3-16,13-1-2 0,-7-4 7 0,6-6 3 16,1 4 11-16,4-6-4 0,0-4 28 0,0 3-10 15,0-6-6-15,2 1 0 0,2 1-13 0,7 2 3 16,7-1-6-16,1-5 4 0,5-2-16 0,-2-3 6 16,4-6 0-16,-2-2 0 0,1-2-1 0,-7 13-7 15,1-17-1-15,-4 5-2 0,-1 1-1 0,-1 1 3 16,-3 3 3-16,-3 2 0 0,-1-1 2 0,-4 3-4 0,1 1-2 15,1 0-2-15,0 1-14 0,-1 1 6 0,1 0-3 16,-2 0 5-16,0 2 2 0,0 2-1 0,0 0 1 16,-1 5-1-16,7 21 3 0,-4 5 0 0,-3 1-2 15,-1 3 1-15,0-2 3 0,-1 4-4 0,-1 2 5 0,0 4-5 16,0-6 5-16,0-6 5 0,0 0-2 0,0-8 1 16,-1 2-8-16,-1 3 5 0,2-6 3 0,0-7 3 15,0-4 7-15,1-7-6 0,-1-3 2 0,-2 5-2 16,0-3 4-16,2-1-1 0,-11 2-4 0,-5 7 3 15,-1-4-4-15,-1-2-3 0,-1-3 2 0,3-2-3 0,-3 0 1 16,3-2-3-16,-4-2-5 0,1 0 2 16,6 0-3-16,4 0-6 0,2 0-1 0,5 1-7 0,0-1-39 15,1 0-20-15,1 0-4 0,0 0-2 0,2 0 5 16,2-1 4-16,3-9 3 0,10-10 1 0,22 15 21 0,-1-12 27 16,1 2 2-16,4-5 6 0,1-15 2 0,5 9 15 15,3-9-5-15,2 4 8 0,2-1-3 0,5-7-1 16,-3 0 4-16,5 4-2 0,-7 0 16 0,-9 2-4 15,-1 2 2-15,-16 3-4 0,0 4 4 0,-11 4 5 16,-6 1 2-16,-4 4 1 0,-3-1 5 0,5 7 35 16,-1 0-15-16,-7 7 17 0,-1 0-37 0,2 0-9 0,-2 1-5 15,0-1 0-15,-2 2-12 0,1 0-1 0,-5 2-2 16,-20 6 0-16,4 3-4 0,-4 6 3 0,5-9 2 16,1 23 0-16,-2 3-3 0,10-2-3 0,5 3 3 15,1-3-3-15,-12 5 2 0,9-3-2 0,7-3 5 16,5 3-2-16,5-8 1 0,3 0 7 0,0-2-7 0,2 2 8 15,0-1 0-15,0-1 21 0,-2-3-4 0,-1-6 9 16,-3-4-6-16,0 0-10 0,1 2 4 0,-3-1-7 16,-1-3-3-16,-2-1 0 0,0-3-2 0,-2 1 2 15,0 0-4-15,-2-1-6 0,-2 3-2 0,-5 11 0 16,-13-4 3-16,-4 2-11 0,-2-4 2 0,7-8-8 16,-5 3-17-16,0 0-58 0,8 1-9 0,3 0-18 0,11-3-59 15,1 0-98-15,1-4-8 0</inkml:trace>
  <inkml:trace contextRef="#ctx0" brushRef="#br0" timeOffset="16264.45">26512 3451 598 0,'2'0'76'0,"2"-2"-70"16,16-3 101-16,10-1-38 0,-9 2 69 0,-7 1-4 16,1 1 0-16,-13 2-8 0,9-2-50 0,-5 2-39 15,-4 0-1-15,0 0-10 0,1 4 9 0,3 9-6 0,1 16-1 16,-7 7-2-16,-9-1-7 0,-6 0-3 0,-3-2-3 15,1-1 0-15,-2 0-13 0,17-5 8 0,-11 5-8 16,-5-17 5-16,9 9-14 0,1-11-11 0,-1-4-19 16,-6 12-9-16,11-16-160 0,2 1-91 0</inkml:trace>
  <inkml:trace contextRef="#ctx0" brushRef="#br0" timeOffset="16662.14">27415 2578 1074 0,'-2'-2'17'0,"0"1"22"0,0-3-25 0,-1-2 55 16,-1-3-12-16,0 2 26 0,2-1-14 0,2 4-22 15,0 1-2-15,-2-1-7 0,2 0-14 0,0 2-14 16,0 1 1-16,2 1-5 0,0 1 3 0,0 3-4 15,13 31 2-15,-4 10-3 0,-4 3-3 0,-1 14 2 16,-2 4 2-16,-4-1 0 0,0 2 3 0,-2-7-3 16,2-8 1-16,2-2-1 0,1-8 4 0,1-6-9 0,2-7 0 15,1-1-1-15,2 0 13 0,-1-9 13 0,-1-1 15 16,-1-5-3-16,-1-3 30 0,-1-5-13 0,9-3-6 16,4 9 0-16,3-2-2 0,1-5-15 0,-3-4 4 15,3-4-7-15,3-5-2 0,-2-4-10 0,4 9 1 16,2-23-3-16,-2-3 1 0,0-7-7 0,0 0-2 0,0-10 0 15,-4 1-2-15,0 12-4 0,-1-12 0 0,-6 11-1 16,0 1 1-16,-4 5-7 0,-8 6-3 0,3 10-7 16,-4 0-56-16,7 0-76 0,-7 10-9 0,0-1-26 15,0 0-98-15</inkml:trace>
  <inkml:trace contextRef="#ctx0" brushRef="#br0" timeOffset="17137.72">28724 3245 943 0,'0'0'6'0,"0"-2"17"0,0 0-14 0,0 0 52 16,-2-1-6-16,0-1 20 0,-2 0-12 0,-1 0-19 16,-14 1 1-16,-3-12-8 0,-4 2-8 0,2 5-13 15,-4 5 5-15,0 3-5 0,-3 3 15 0,-1 3 1 16,0 3-3-16,-5 4 1 0,2 4-12 0,0 2 0 0,-2-18-1 15,7 25 0-15,-2 4-3 0,6 4-3 0,10-5 2 16,3 3-2-16,1-2-1 0,5-3-5 0,-2 5-1 16,-10-2-1-16,10-4 4 0,5-2 12 0,4-4 5 0,4 1 2 15,2-5 14-15,1-1-6 0,0-4 0 0,-1-5-2 16,20-2-8-16,-2 10-3 0,2-4 3 0,-2-10-3 16,0-4 1-16,6-7-6 0,-4-4-7 0,2 11 3 15,-4-29-10-15,4-1 2 0,-4 3 1 0,-2-6-2 16,2 0-2-16,-1-2 4 0,-1-2-5 0,0 2 4 15,-5 2 2-15,-2 0-6 0,-2 1 8 0,-4-3-8 16,0 0 1-16,1 4 1 0,-1 0-2 0,-3 1 2 0,-3 8-2 16,14 2 5-16,-6 2-5 0,-11 20 7 0,0-2-2 15,2 1-7-15,0-1-1 0,-2 2-4 0,0 0 4 0,0 2-2 16,-2 2 7-16,0 2-4 0,-11 22 7 0,-2 11-5 16,2-4 2-16,2-3-3 0,0 5-1 0,2-5 3 15,1 2-1-15,3-3 3 0,1 1-3 0,0 0-1 16,2-1 1-16,1 1-2 0,1-4-1 0,0 0-1 15,1 2-4-15,1-6-1 0,2-1-32 0,3 1-79 16,-1-11 12-16,1 2-34 0,-3-4 4 0,20-5-45 16,6 15-16-16,-4-8-18 0,11-6-134 0</inkml:trace>
  <inkml:trace contextRef="#ctx0" brushRef="#br0" timeOffset="17408.12">29530 3070 621 0,'0'-2'71'0,"0"1"6"0,-2-1 16 0,0 0-4 0,0 2-11 15,-20-8 32-15,-6 3-19 0,0 5-5 0,-3 4-6 16,-3 5-38-16,3 4-9 0,-1 2-7 0,4 1 2 16,4-1-12-16,2-11-1 0,5 18-8 0,6-1 5 15,2 3-5-15,-6-2 0 0,5 0 15 0,7 1-9 16,3-3 28-16,3 4-10 0,7 0-4 0,5 1 0 0,-8-1-2 16,25 2 2-16,1 0 0 0,2 2 0 0,-1 1-2 15,3 1 7-15,-6-2-3 0,1-8 3 0,-4 1-17 16,-4 3-1-16,-2 0 1 0,-13 0 0 0,1-7 3 0,-5-10-8 15,1 2 4-15,-4-5-4 0,1 5 4 0,-3 1-5 16,0-7-1-16,-7 3 0 0,-39 18-6 0,-3-13-4 16,-1-9-10-16,2-4 3 0,2-1-26 0,-1-3-72 15,1-1-1-15,1 1-33 0,-1-5-70 0,3-6-219 16</inkml:trace>
  <inkml:trace contextRef="#ctx0" brushRef="#br0" timeOffset="17777.53">29752 2036 854 0,'-1'-2'46'0,"-7"-7"94"15,-12-17-100-15,-3 9 28 0,-3 4 11 0,2 4 3 16,11 2 23-16,2-5-17 0,0 1-2 0,5 2-4 0,1 5-23 15,3 2-38-15,-2-1 2 0,1-1-14 0,1 2 2 16,0 0-2-16,2 2 5 0,2 0-3 0,11 4 3 16,24 11-3-16,4 5-3 0,5-14 1 0,12 31-3 0,-1 2-6 15,-1 9 1-15,3-1-2 0,-3 3 7 16,2 6-7-16,-5-3 1 0,-1 7-4 0,-5 3 10 16,-8 2-8-16,-4 7 6 0,-9 10-6 0,0 5 9 0,-7 4 4 15,-6 2-2-15,-6-8 4 0,-1-8 11 0,-4-12 10 16,24-6 1-16,-19-1 0 0,-9-1-13 0,-7-1 9 15,-4 0-11-15,-4-4 10 0,-7 3-20 0,-2-3-1 16,19-9 3-16,-27-2-2 0,-1-6 1 0,0-5-8 16,1-2-3-16,-1 3-1 0,1-5-17 0,3-2-102 0,1 2-23 15,2-7-52-15,1 1-317 0</inkml:trace>
  <inkml:trace contextRef="#ctx0" brushRef="#br0" timeOffset="18889.6">25010 4318 836 0,'0'-2'27'15,"0"0"54"-15,0 0-54 0,0 1 57 0,0-1-2 0,0 0 21 16,-2 0 6-16,1 0-31 0,-1 0-2 0,0-1-12 16,2 1-29-16,0 0 1 0,0 0-1 0,2 0 2 15,0 0-5-15,7-1 3 0,24-9-2 0,4 5 2 16,4 3-6-16,13 1-9 0,2-3 1 0,5 2-3 16,4-1-2-16,0 1-4 0,0-2-2 0,6-1 0 15,3 0-7-15,-4 1 5 0,-1-1-7 0,-4 1 7 0,-17 2-5 16,1 1 1-16,-8 1 1 0,-12 0-1 0,-1 2-3 15,-9 0 6-15,-6 0-3 0,-8 0 2 0,-3 0-7 0,2 0 5 16,0 0-3-16,-3 0 4 0,1 0-6 0,-2 0-2 16,-2 0-2-16,-3 0 0 0,-30 4-17 0,-8-1-3 15,2 1-8-15,-4 0 4 0,-3-1-10 0,0 1 13 16,-4 0 1-16,4 1 5 0,-1-1 13 0,-1 0-3 16,4 1 11-16,-2 3-7 0,3-1 7 0,-1 1 0 15,-1-1-1-15,1 1 2 0,-3 1 0 0,7-2 6 16,-3 1-6-16,4-1 5 0,4-1-6 0,6-1 7 15,8 1-1-15,10-2 3 0,0-1-8 0,8-1 3 0,-1 0-2 16,-3 2 3-16,5-2 0 0,2-1 8 0,0 1 7 16,2 0 0-16,0 0 15 0,2 0-11 0,6 0-6 15,31 7 2-15,2-5-6 0,5-6 5 0,4-4-4 16,2-1 5-16,0-4-5 0,2-2-4 0,4-2 5 0,-1 0-5 16,3 2 3-16,3-2-2 0,0 2-2 0,-6 2 0 15,-1 0 0-15,-6 3-10 0,-9 3 1 0,-2 1-2 16,-11 0 7-16,-6 3-5 0,-5 1 3 0,-6 0-5 15,-4 0-1-15,-3 0 3 0,-2 0-4 0,0 0 3 16,-2 0-4-16,0 0 1 0,-2 1 1 0,-11 5-2 0,-24 7-3 16,-10 2 8-16,-3 0-2 0,4-2 4 0,-10 2-2 15,-3-2-2-15,1-2 1 0,-3 0-1 0,-2 0-3 16,0 0 6-16,-6 2 0 0,4-4 3 0,-4 1 2 0,4-5-4 16,6 1 1-16,5-1-2 0,9-1-3 0,14 0 2 15,5 0-2-15,4-3 3 0,7 1-3 0,7-2-6 16,5 0-1-16,-1 0-3 0,2 2 2 0,0-2 0 15,2 0 5-15,2 0-3 0,13 2 3 0,30 0 3 16,3-2 0-16,6-4 1 0,-1-1 5 0,9-5-5 16,1-1 5-16,-4 0-5 0,-1 0 3 0,-4 2-2 15,-2-3 4-15,-2 5-2 0,-6 0 3 0,-3 1-4 0,-4 0 3 16,-5 3-3-16,-4 1 1 0,-10 0 0 0,-3 2-4 16,-7 0 2-16,-3 0 4 0,-3 0-4 0,0 0 4 15,2 0-5-15,-1 2 2 0,1 0 1 0,-2 0-4 16,0-1 4-16,0 1 0 0,-2 0-4 0,0 0 4 15,-2 0-4-15,0 0 1 0,0 1-16 0,0 1-22 0,0 0-10 16,0 0-187-16</inkml:trace>
  <inkml:trace contextRef="#ctx0" brushRef="#br0" timeOffset="20274.79">28317 4182 356 0,'-2'0'59'0,"0"0"0"0,1 0 13 0,-5 0-7 15,-5-1-9-15,-10-1 15 0,5 0-6 0,1 0 4 0,2 0-7 16,0 0-16-16,-2 1-2 0,-2-3-3 0,1 0 0 16,1 2-5-16,0 0-5 0,-2 1 5 0,-1-3-5 15,-5 0 2-15,5 2-18 0,-4 0 0 0,-6-1-4 16,4 1 3-16,-4 0 14 0,-2 0-3 0,2 0 8 16,0 0-3-16,-1 1 11 0,-1-1-3 0,4 2 6 0,-4 0 5 15,4 0-14-15,-2-2 4 0,2 2-9 0,2 0-4 16,4-2-3-16,1 2-3 0,4 0 0 0,0 0-5 15,8 0-9-15,3 0-4 0,1 0-2 0,-1 0-8 16,2 0 10-16,0 0 3 0,2 0 3 0,2 0 2 0,2 0-7 16,33 4-1-16,6-1-2 0,7-1 4 0,5 0 7 15,12-2-2-15,4-2 1 0,11 0-2 0,3-1 3 16,0-1 5-16,4 0-3 0,-7 1 3 0,0-1 3 16,0-2-3-16,-8 3 3 0,4 1-5 0,0 0-4 15,-2 0-2-15,4 0-1 0,-12 0-5 0,-12-1 10 16,0 1-1-16,-19 0 3 0,0 0-6 0,-7 0 1 15,-8 2 1-15,-5 0 1 0,-4 0 6 0,-11 0-6 0,0 0 4 16,1 0-4-16,1-2 5 0,-2 0-12 0,0 1 1 16,-2-1-5-16,-2 0-1 0,-2 0-1 0,-29-4-6 15,-6 3 4-15,-10 1 1 0,5 2 3 0,-3 2-1 0,-1 0-1 16,-4-1-9-16,-7 5 6 0,-2-2 1 0,-6-1 0 16,4 3-2-16,-4 0 6 0,-2-1-1 0,-9 3 3 15,4-1 4-15,-8-1-8 0,-2-1 4 0,12 1-4 16,-6 1 6-16,13 1-2 0,8-3-2 0,5 1 0 15,3-1 9-15,12 1-5 0,4-1-2 0,9-1-1 16,5 0 2-16,8-2-4 0,3-2-1 0,5 1-4 16,-1 1-13-16,2 0 14 0,2 0 0 0,0 0 4 0,4 0 1 15,26 5 6-15,20-1-3 0,11-4 4 0,6-2 1 16,15-4-1-16,5-2-5 0,4-1 2 0,2-2-5 16,-2-1 5-16,-2-1-1 0,0 2 4 0,4 0-6 0,1 1 1 15,-1 1 0-15,-4-1 1 0,4 1 0 0,-11 1-3 16,-4 1 1-16,-8 1-2 0,-10-1 1 0,-6 1 2 15,-6 0 2-15,-5 2 1 0,-4 0 3 0,-10 2-7 16,-10 0 3-16,-8 0-3 0,-4 0 1 0,-3 0 0 16,0 0 3-16,-2 0-2 0,-2 0-3 0,-2 0-2 15,-2 0-4-15,-42 0 6 0,-2 0 5 0,-12 4-9 16,-3 2 4-16,-11 1-7 0,-15 1 2 0,-10-1-1 0,-10-1-3 16,-3 1 2-16,6 2-1 0,-3-1 8 0,1 1 0 15,-7 0 3-15,-2-1-3 0,-2-1 3 0,8 0 0 16,12-1 0-16,16 0 1 0,14-3 0 0,8 1-1 15,7 0 1-15,9-2 3 0,16-1-7 0,8-1 4 0,12 0-5 16,3 0 3-16,3 0-27 0,-1 0 9 0,2 0-12 16,2 0 38-16,2 0-6 0,2 0 3 0,48 0-5 15,5-3 3-15,8-3 0 0,13-1-2 0,8-1 1 16,8-1-4-16,9 0 3 0,-1 0 4 0,0-1-2 16,-4-1-2-16,-3 2 3 0,-2 1-5 0,1 1 5 15,-8 1-3-15,1 3 0 0,-9-1 1 0,-9 0-2 0,-1 1-2 16,-17 1 4-16,-5 0-4 0,-11 2 3 0,-11 0-2 15,-7 0-1-15,-6 0 0 0,-5 0 0 0,-2 0-2 16,-1 0-13-16,1 0-7 0,-2 0-7 0,0 0-68 16,0 0-158-16,-1 0-88 0</inkml:trace>
  <inkml:trace contextRef="#ctx0" brushRef="#br0" timeOffset="21891.46">11510 6955 869 0,'-2'-2'-2'0,"0"0"8"15,1-4 3-15,-9-10-1 0,5 3 16 0,-5-4-6 0,5 4 19 16,-3 0 10-16,3 2-3 0,1 3 7 0,2 5-4 16,2 1-8-16,-3-2 3 0,-1 0-17 0,0 1-15 15,2 1 3-15,0 0-7 0,1 2-2 0,-1 2-4 16,-4 16-2-16,1 29-1 0,5-3 3 0,5 10-7 16,3-6 6-16,5 10-7 0,-4-4 6 0,2-6 2 15,0 0 1-15,-3-7 1 0,1 4 4 0,-2-1-3 16,3 5-3-16,-3 4 0 0,0 5-2 0,1 9 3 15,-3 3 0-15,1 3 1 0,0-3-1 0,-3 3-1 0,-1-4 2 16,0 1-1-16,-2 4 3 0,0-3-7 0,2 5 3 16,-2 8-4-16,0-1 2 0,0 6 7 0,0 8-4 15,0-6 6-15,0-2-7 0,0-4 6 0,2-7-6 0,-2 4 5 16,2 2-10-16,-1 5 10 0,1-6-1 0,0-5 5 16,2 2-9-16,0-4-4 0,1 0 2 0,1-5-3 15,-1-6 9-15,-1-6 2 0,0-7 2 0,-1 0-1 16,1 0 2-16,0-4-7 0,1-1 1 0,-1-1-3 15,0-7-6-15,1 4 8 0,-1-4-6 0,0-7 6 16,0 5-4-16,-3-11-17 0,1-6-8 0,-2-12-18 16,0-5-173-16</inkml:trace>
  <inkml:trace contextRef="#ctx0" brushRef="#br0" timeOffset="23155.6">11681 6748 756 0,'-2'-1'-6'16,"0"-1"-5"-16,0 0-53 0,0 0-58 0,-1-2 7 0,-1 1-18 16,-5-5 43-16,-2-5 69 0,-2-2 11 0,0-1 22 15,2-1 81-15,-2 0 17 0,0-1-6 0,0-3 4 16,1 3-38-16,1-1-11 0,-2 2-5 0,4 8-2 16,-6-4-10-16,2 6-8 0,2-4 7 0,-6 1-9 0,10 3 2 15,-1-1-17-15,7 7-3 0,-1-3-4 0,-4-4-10 16,2 5-4-16,3-1-3 0,-3-2-1 0,0 3-4 15,2-1 7-15,0 0 5 0,2 2 0 0,0 1 10 16,2-1-2-16,0 0 5 0,6-2-3 0,14-5 21 0,6 0 0 16,5 1 2-16,4 4 0 0,4 1-1 0,6 3 3 15,4-2-3-15,9-2 4 0,10 2-6 0,10-1 0 16,4-5-4-16,3-1 3 0,-3-8-5 0,1 0-3 16,0 1 2-16,6-1-4 0,8 0-2 0,1 1-1 15,6-5-3-15,-9-5 1 0,-1 0-6 0,-7 2-6 16,-3 4 0-16,1 5-2 0,0 2 3 0,10 2-2 15,-3-1 3-15,-3 3-3 0,-2 2 1 0,-12 1-1 16,-7 4-3-16,-3 0 2 0,-2 1 1 0,-6 1 3 0,5 1 0 16,-3 1-1-16,6 4-6 0,-6-1 4 0,-4-1 0 15,-1 2 2-15,-9-1 2 0,1 1 0 0,-4-2-2 0,-5-3 0 16,-1 3-2-16,-5-2 10 0,2-2 0 0,1 0 2 16,-3-4 3-16,0 2-2 0,1 1 0 0,-1-1-2 15,2 0-10-15,-3 0 1 0,-2 0 1 0,-1 0 1 16,-3 2 2-16,-1 0-7 0,1 0 3 0,-8 0-4 15,-1 0 4-15,0 0 0 0,-3 0-4 0,1 2 2 16,4 2 2-16,-4-2-3 0,1 1 4 0,-1 1-5 16,-7-2 0-16,1 2 0 0,-2-1 0 0,-1 1 1 0,7 5 4 15,-6 10-9-15,3 0 4 0,5 1-6 0,-6 4 7 16,2 4 0-16,-2 2 0 0,1-1-1 0,-1 3 1 16,0 1 0-16,2 1-3 0,-1 1 3 0,-1 2-4 0,-2 2 4 15,3 2 0-15,-1 6 0 0,2 1 1 0,0 2 0 16,0 6-3-16,0 7 1 0,-1 2-7 0,-1 11 8 15,-2-2 3-15,1-3 1 0,-1 5-8 0,-1-6 0 16,1 7 1-16,-3 4 1 0,2 5 2 0,-3 10-2 16,-1 3 2-16,0-3-2 0,2 4 4 0,-2-5-2 15,1-4 0-15,3-2-1 0,-1-2 1 0,1 1 2 0,1 6-2 16,4 3 0-16,2-4-6 0,2 1 10 0,2-10-4 16,2-8 6-16,-1 2-5 0,-1-4 2 0,5 3-1 15,2 6 1-15,-1-1-3 0,3 3-2 0,-2 2 2 16,0-9-4-16,0 2 3 0,-5-5 2 0,3-7 0 15,-5-3 2-15,-1-2-3 0,5 2 3 0,-3-5 0 0,1-1 1 16,5-5-2-16,-7 0 0 0,-1-8-1 0,1 1 0 16,-4-5 3-16,4-4 1 0,-2 1-1 0,-4-13-1 15,-2 0-3-15,2-4 7 0,-3-7-1 0,-1 1 4 16,-1-3-2-16,-3-3-5 0,3 1 3 0,-4-4-4 16,0 2 1-16,1-3 2 0,3 1 1 0,-2-1 0 15,-2-2-1-15,-1 3 5 0,-1-3-5 0,0 0 5 0,0 1-4 16,-1 1-3-16,-1-3 5 0,0 1-5 0,-15-2-3 15,-9 0 6-15,4 13-6 0,-10-2 6 0,-3-4-4 0,3-3-1 16,-12-5 1-16,3-1-2 0,-4 0 2 0,-1-1 0 16,0-3-2-16,-5 0 2 0,5 0 1 0,0-1 2 15,-1 1-2-15,-1 0 1 0,-4 3-7 0,-2-1 10 16,-7 0 0-16,-2 2 4 0,-10-2-7 0,-5 2-4 16,2-2 2-16,-4 2-1 0,4 0 9 0,6 2-6 15,-1 0 0-15,-1-2-2 0,-4 0-1 0,-2-2 0 16,-6 2 0-16,-1-2-1 0,1-2 2 0,2-1 5 15,4-3-6-15,6 3 4 0,3-3-4 0,-1 3 0 16,-1-3 5-16,-3 1-5 0,-4 1-2 0,-4 3-1 0,-1-3 2 16,3 1 0-16,4-1 9 0,7 2-10 0,2 2 4 15,2 2-6-15,-2 4 10 0,2 0-6 0,0 0 1 16,-3-3-2-16,6 3-1 0,-3 0 1 0,2-2 0 0,11 0 0 16,2-1 2-16,6 3 3 0,3 0-3 0,2 0 2 15,5-3-12-15,3 3 5 0,1-2-3 0,-2 0 4 16,5 0-6-16,1 0 3 0,-8-1-5 0,3-1 4 15,-3 2-13-15,1-2-12 0,12 0-17 0,-1 0 0 16,-6 0-67-16,2 0-55 0,-5-3-18 0,1-3-30 16,11 2-237-16</inkml:trace>
  <inkml:trace contextRef="#ctx1" brushRef="#br0">20457 15986 0,'0'0'0,"-47"-37"0,6 4 0</inkml:trace>
  <inkml:trace contextRef="#ctx0" brushRef="#br0" timeOffset="23840.52">8519 7255 473 0,'-2'0'27'0,"0"0"11"0,0 0 15 0,0-1-15 16,-1-1-4-16,-1 0 2 0,-3-2 20 16,-1 0 9-16,-3-1 2 0,4 1 1 0,-3-1-3 0,1-1-14 15,4 2 4-15,-3 1-8 0,-1-1 1 0,5 2-17 16,-1 0-3-16,1 0-6 0,0 0-12 0,0 1-12 16,1-1 5-16,-1 0-8 0,2 2 4 0,0 0 6 15,0 0-6-15,2 0 7 0,0 0-2 0,2 0 2 16,0 0 2-16,2 2-2 0,14 3 1 0,7 1-1 15,6-1 2-15,6 3-1 0,2-1-4 0,8 1 10 16,6-3-9-16,5 3 9 0,5-5-10 0,8-1 2 0,5 0 2 16,6 2-2-16,-6-2 1 0,0-2 6 0,-6 0-1 15,1 0 1-15,5 2-12 0,4-2 6 0,11 0-3 16,0 0 5-16,2 0 7 0,-2 0-6 0,-10 1-1 0,-3-1-2 16,-2 2-4-16,2 0 1 0,4 0-2 0,2 2 1 15,5-2 1-15,-4-1 6 0,-5 1 3 0,-6 0 1 16,-5 2 6-16,-4-2-3 0,0-2-1 0,0 0-1 15,0 0-3-15,7 0-7 0,1 0 1 0,-5 0-3 16,7 0 1-16,-7 0 3 0,-6 0-3 0,-7 0 3 16,-8 0 1-16,-6 0-4 0,0 0 7 0,-1 2-8 0,-4 1-2 15,-5 1 4-15,-1 0-6 0,-2-1 5 0,-4 1-4 16,-2 2 0-16,-3-3 4 0,-10-1-3 0,2 2-6 0,-7-4-55 16,1 2-13-16,-1 0-21 0,0 0-111 0</inkml:trace>
  <inkml:trace contextRef="#ctx0" brushRef="#br0" timeOffset="24337.59">8783 9541 967 0,'-2'0'27'16,"0"0"-16"-16,-2 0 27 0,-13 0-8 0,-1-2-10 0,5 2-11 16,0 0-1-16,2 0-4 0,1 0-2 0,1 0 5 15,4 0 4-15,-1 0-3 0,0 0-7 0,3 0 7 16,-1 2-7-16,0 0 6 0,1 0-10 0,1 0 16 16,0-1 1-16,0 3 5 0,2 0 2 0,0 0 9 15,0-1 0-15,7 8 4 0,3-3 7 0,25-3 1 16,10 20-3-16,7-11 0 0,5-6-15 0,16-4 5 15,-3-4-6-15,6-6 4 0,0-3-18 0,0 1 4 0,8-3-2 16,5-4 1-16,17 2-1 0,9-3 1 0,2-3-2 16,-2 4-1-16,-5-2-4 0,-3 3 0 0,12-1 0 15,6 0-1-15,-3-6 0 0,3 5-5 0,-12-1 2 16,-4 0-3-16,3 6 2 0,1-4-1 0,-3 0-5 0,1 2 4 16,-5 0-3-16,-17 6-57 0,-2 1-5 0,-14 5-29 15,-1 1-100-15</inkml:trace>
  <inkml:trace contextRef="#ctx1" brushRef="#br0" timeOffset="1232.48">26589 17114 0,'0'0'16</inkml:trace>
  <inkml:trace contextRef="#ctx0" brushRef="#br0" timeOffset="25011.05">15545 7209 282 0,'0'0'15'0,"0"-2"3"0,0 0-7 16,0 0-11-16,0 1 3 0,0-3 17 0,0 2 37 16,0-9 4-16,0 5 9 0,0 1 23 0,0 3-4 15,0-2 5-15,0-1-7 0,0-1-13 0,0 4-14 16,0-2-3-16,-2 1-3 0,0-1-14 0,0 2-15 16,0 0-6-16,0 0-2 0,1 1-12 0,-1-1-6 15,0 0-1-15,2 0-4 0,0 2 3 0,0 0-2 16,0 0 9-16,2 2-5 0,1 0 7 0,14 5 3 0,17 6-2 15,1-4 4-15,8 3 6 0,1-5 6 0,6 2 0 16,8-3 3-16,3-4 5 0,6-2-11 0,-4-4 0 16,2 0-5-16,-2-1-7 0,6-3 1 0,3-1-2 15,8-2 2-15,9 0-7 0,-1 3 6 0,-3-3-5 0,-3 2 4 16,-12-4-2-16,-3 2 2 0,-2 0-3 0,-7 1 1 16,-1 3-7-16,3-1 3 0,-1 1 5 0,-1 1-2 15,-1 1 0-15,-7 1-5 0,-5 2-1 0,-8 0-1 16,-4 1 4-16,-1-1-1 0,-8 2-1 0,-7 0-1 15,-4 0-8-15,-2 0-64 0,-2 0-10 0,4 0-24 16,-4 0-85-16,-5 0-147 0</inkml:trace>
  <inkml:trace contextRef="#ctx0" brushRef="#br0" timeOffset="25495.45">15376 8964 633 0,'0'0'59'15,"-2"0"8"-15,0 0-24 0,0 0-9 0,0 0-18 16,1 0 0-16,-1 0-12 0,0 0 6 0,0 0-1 0,0 0 44 16,2 0 0-16,0 0-1 0,0 0-1 0,2 0-10 15,0 0 8-15,0 0 1 0,20 0 2 0,4-2-5 16,6 0 9-16,3 0-4 0,11-2 4 0,6 1-13 0,8-5-13 15,6 1 0-15,11-3-4 0,-7 1-4 0,6 0-1 16,-1 1-4-16,-3 1 1 0,4-2-10 0,4-1 9 16,5-1-9-16,8 0 7 0,7 2-12 0,4 0 4 15,-9-1 6-15,0 7-3 0,-8-5 2 0,0 1-2 16,1-4-3-16,8-2 2 0,3 3-8 0,3 1 1 16,-6 3-1-16,-14-1 1 0,-8-2 5 0,-7 5-7 15,-2 0 4-15,0-1-4 0,0 3 0 0,-2-2 5 0,0 2-7 16,-11 2 3-16,0 0-18 0,-4-2-142 0,-12 1-24 15</inkml:trace>
  <inkml:trace contextRef="#ctx0" brushRef="#br0" timeOffset="28825.35">11764 11168 418 0,'0'0'0'0,"0"-2"65"0,-1 0 17 0,-1 0 9 16,0 0 9-16,0 0-56 0,-2 0-9 0,1-1 9 0,-1-1 2 16,0 0 1-16,4 2 4 0,-2-3-9 0,-3-4 3 15,1-1-3-15,0 5 0 0,1 1-8 0,-1 0-1 16,0 2-3-16,0 1-8 0,3-1-12 0,-1 0 3 0,0 0-5 15,0 0 4-15,0 2 6 0,0 0-10 0,0 2 8 16,2 2-10-16,0 12 4 0,0 18 1 0,2 3-2 16,4 6-5-16,-2-4-5 0,3 5 1 0,0-5-2 15,3 0 8-15,1 0-5 0,2-4-1 0,0-1 0 16,2-4-1-16,-13-1 0 0,24-3-1 0,0-5 0 16,3-1 1-16,1-3 6 0,-4-2-2 0,6-2 3 0,-5 0-3 15,1-8 5-15,0-1 2 0,0 0 0 0,-4-1 4 16,2 1-10-16,0-2 9 0,-7 0-9 0,3 13 3 15,-5-6-5-15,-2-2-2 0,-4-3 2 0,0 0 3 0,-2-2-1 16,-1 0 1-16,1-1-1 0,-2 1-3 0,-3-2 7 16,3 0-7-16,-5 0 9 0,0 0-5 0,2 0 2 15,-2 0-3-15,1 0 1 0,1 0-11 0,2-2 10 16,-1-1 0-16,3-3 3 0,-1 2-7 0,4-9-1 16,0-1 1-16,2 1 0 0,2-2 6 0,4-2-7 15,-1 2 3-15,5-2-3 0,3 1 6 0,0 1-3 16,1 2-3-16,7 2 1 0,-3 1-5 0,10 3 1 0,-4 1 2 15,4 5-1-15,-4-1 6 0,-5-17-3 0,0 6 0 16,-6 8-1-16,3 1 3 0,-3 4-2 0,-2 0 0 16,-1 2 0-16,-1 1 5 0,-2 3-7 0,-3 0 6 0,-2 1-7 15,0 0 5-15,-6-1-1 0,2-2 1 0,2 16 1 16,-4 1 4-16,3 3-1 0,-1 4 1 0,-4 1 0 16,1 5 6-16,-1 1 2 0,-1-3-4 0,-3 6 4 15,1-6-1-15,0 3 0 0,-2-3 4 0,-1-6-5 16,1 4-4-16,0-6 6 0,17 5-8 0,-8-6 8 15,-4-3-6-15,-5-9-2 0,0-3 6 0,-2-3-5 16,0-1-3-16,0 0-1 0,2-1-3 0,-2 1 2 0,2 0-1 16,0 0 2-16,-1-1 0 0,1-1 0 0,0 0 0 15,0-2-5-15,0-2-2 0,0 0-1 0,0-1 4 16,5-12-5-16,4-15 6 0,-2 8-5 0,1-2 7 0,3-4-8 16,0 0 0-16,0 2-3 0,5-9 7 0,-1 9-3 15,-6 0 1-15,17-4-1 0,4 6-3 0,-3-2 2 16,3 2 0-16,7 1 0 0,-4 1-3 0,4 0 10 15,4 1-3-15,-6 3 4 0,4-1-4 0,-2 4-2 16,-6 1 1-16,2 1-2 0,-1 1 2 0,1 3-2 16,2 2 3-16,0-1-2 0,2 5 8 0,0-20-5 0,8 8-2 15,1 8-1-15,-3 5-3 0,5 2 8 0,-8 4-2 16,3 1 3-16,-2 3-3 0,1-1-5 0,3 1 6 16,-6-1-5-16,3 1 11 0,-7-1-7 0,0 0 1 15,1-1-4-15,2 1 1 0,5 1 4 0,1 1-3 16,3 2 3-16,-1-1-2 0,4 1 0 0,2 2-1 15,0 0 0-15,1 0 1 0,5 0 1 0,-10 0 4 0,4-4-4 16,-2 2-4-16,-8-2 2 0,3-1-1 0,-6-3 2 16,3-1 0-16,2-2 0 0,5-2-1 0,4-4 1 15,1-3-2-15,3-2 9 0,-1-3 1 0,-4-1 4 16,2-3 9-16,-4-1-11 0,-4 0 0 0,-5 1-6 0,-6-1-3 16,-6 4-3-16,-3-2 3 0,-6 4-3 0,2-2-5 15,-5 2-224-15,-4 3-205 0</inkml:trace>
  <inkml:trace contextRef="#ctx0" brushRef="#br0" timeOffset="32056.25">7908 7846 244 0,'-2'-2'73'0,"0"0"-9"15,0 0 51-15,1 0 12 0,-3 1-31 0,2 1-13 0,-7-4 1 16,3 0 5-16,-1-1-2 0,1 1-8 0,1 0-15 16,-1 0-8-16,2 3-1 0,1-1-21 0,-1 0-17 15,2 0 1-15,0 0-6 0,0 0 5 0,2 0 9 16,0 1 5-16,2-1 0 0,2 0-1 0,18-4-3 15,12 1-6-15,3 1 2 0,-2 0-12 0,6 1-13 0,2-1 2 16,-10 2-4-16,2 0 9 0,-1 2-9 0,-5-2 3 16,7 2-6-16,-5 0-1 0,-5 0 0 0,-2-2-8 15,-9 1 6-15,4-5-15 0,-8 0-114 0,0 1-3 16,0-4-56-16,-1 5-169 0</inkml:trace>
  <inkml:trace contextRef="#ctx0" brushRef="#br0" timeOffset="32251.99">8045 7521 921 0,'0'0'43'0,"0"0"-3"0,-1 0-10 16,-1 0 8-16,0 0-21 0,0 2 34 0,0 0 21 15,0-1-1-15,-1 16 3 0,-5 11-29 0,1 17-25 16,3-3-4-16,0 7-4 0,4 6-7 0,4 3-11 15,3 3 0-15,1-5-5 0,-1 1-1 0,1-8-29 16,-1-1-21-16,2 2-21 0,3-2-242 0</inkml:trace>
  <inkml:trace contextRef="#ctx0" brushRef="#br0" timeOffset="32554.62">8014 9600 917 0,'-2'0'39'0,"0"-1"69"0,0-1-82 15,0 0 4-15,1 0 5 0,1 0 3 0,0 0 32 0,1 0-13 16,3 1-3-16,20-12-4 0,10-4-24 0,7 4-13 16,-2 2 2-16,7 1-6 0,0 3-7 0,-3 1 0 15,4 1-6-15,-14 1 2 0,0-1-22 0,-5-3-142 16,-2 1-88-16</inkml:trace>
  <inkml:trace contextRef="#ctx0" brushRef="#br0" timeOffset="33050.04">6662 8531 310 0,'-2'-2'100'0,"0"0"17"16,1 0-14-16,-1-1-45 0,-2-3-6 0,0-1-42 16,-5-3 22-16,3 9 3 0,3-3 9 0,-1 0 13 0,2 0-28 15,0 3-4-15,0-1-6 0,2 0-10 0,0 2 7 16,0 0 4-16,2 2 0 0,4 14 6 0,9 25 4 15,-2 2-3-15,2 3 3 0,-2 4-8 0,1 2 6 16,1 2-5-16,-2-9 5 0,-2-1-13 0,2-5 2 16,-3-3 0-16,1-3 3 0,-2-3 4 0,0-4 0 15,-1-4-6-15,-1-3 2 0,-1-4-9 0,-2-8 8 0,-1-1-3 16,-3-5 3-16,4 3 2 0,3 2-1 0,1-3 14 16,7-1-7-16,1-4 30 0,1-5-19 0,2-4-3 15,5-32-6-15,2-3-17 0,4-10-2 0,-1-7 1 16,5-6-2-16,5-5 7 0,2 3 6 0,1 3-3 15,1 5 2-15,-8 3-10 0,-5 8-5 0,0 6 6 0,-16 3-4 16,5 8 3-16,-8 3-7 0,-5 2 0 0,1 6-1 16,10 0-3-16,-8 2-7 0,-3 5-15 0,-4 2-6 15,-2 0-138-15</inkml:trace>
  <inkml:trace contextRef="#ctx0" brushRef="#br0" timeOffset="34108.91">7019 9199 747 0,'0'-1'17'0,"0"-3"38"0,0-11-40 16,0-7 16-16,0 1 7 0,0 6 3 0,2 2 30 16,-2 6-18-16,0 3-1 0,0 2-8 0,1-1-28 0,1 1 15 15,0 0-10-15,0 2 11 0,0 2-15 0,2 0 9 16,9 20 6-16,3 21 0 0,-3-1 12 0,-2 9-21 16,-5-1-3-16,-4-4-5 0,0 0-6 0,-2-3-8 15,0 4 1-15,-2-3-4 0,-2 1-14 0,2-10-117 16,-1-7-129-16</inkml:trace>
  <inkml:trace contextRef="#ctx0" brushRef="#br0" timeOffset="34642.08">8266 6710 371 0,'-1'0'60'0,"-1"0"-26"0,-2 0 60 15,0 0-15-15,-12 1-21 0,-10 3 31 0,9-2 0 16,-9 2 10-16,7-1-5 0,6-1-37 0,2 0-2 0,7-2-11 16,1 0-19-16,1 0-26 0,0 0 3 0,2 2-8 15,0-2 11-15,2 0 9 0,2 0-1 0,23 2 3 16,22-2-9-16,-1-2 13 0,6-2-7 0,0-1 9 16,-6-3-7-16,4 1 9 0,2 1-3 0,3 1 4 15,3 1-15-15,-3 2-2 0,5 0 0 0,3 2 0 16,0 0-1-16,-4 0-3 0,-9 0-1 0,-11 0 0 0,-4 2 3 15,-6-2-3-15,-7 0 2 0,-1 2-4 0,-7-2-1 16,-1 0-7-16,-2 0 1 0,-5 0-4 0,-5 0-4 0,-1 0-50 16,2 0-33-16,0 0-21 0,-1 0-243 0</inkml:trace>
  <inkml:trace contextRef="#ctx0" brushRef="#br0" timeOffset="34887.87">9158 6477 874 0,'0'0'45'0,"0"0"-1"0,0 0-13 0,0 0-2 16,0 0-15-16,0-1 20 0,0-1 44 0,1 0-6 15,1 0 13-15,2 0-32 0,0 0-17 0,16-7 6 16,2 0-9-16,4 1 4 0,-1 3-12 0,1 3 0 16,1 2-3-16,-1 0-2 0,-1 4 4 0,-3 1 0 0,-5 1 2 15,-3 1 5-15,-2-1-4 0,-1 1-1 0,-8-3 0 16,3 13 6-16,5-1-15 0,-2 1 6 0,-5 0-9 15,-4 1 0-15,-4 1-6 0,-7 3-3 0,-4 0-1 16,4 1-9-16,-20-3-19 0,1 1-5 0,0-3-10 16,2-1-70-16,1-6-157 0,-1 4-42 0</inkml:trace>
  <inkml:trace contextRef="#ctx0" brushRef="#br0" timeOffset="35356.24">9069 5744 366 0,'-2'0'68'0,"0"-2"111"0,0 0-110 0,0 0 3 0,0 1 10 16,0-1-2-16,1 0 29 0,-1 0-33 0,0 0-11 15,0 0-6-15,0 0-38 0,2 2 22 0,0 0 2 0,0 0 6 16,0 2-1-16,2 0-6 0,0 2-6 0,0 7 1 16,1 15-13-16,-1 4-15 0,-4 1-2 0,1-1-5 15,-1 5-4-15,0-1 3 0,0 1-4 0,-2 2 2 16,1-3-16-16,-1-7-1 0,0 3-4 0,0-4 1 16,1-2-7-16,-3 2-8 0,2-7 6 0,1-6-8 15,-1 0-3-15,4-10 16 0,-2 3 4 0,-2 1 5 0,1-3 14 16,-1 0 6-16,0-2-9 0,-3 1 8 0,-1 1-4 15,-1-2 5-15,7-2 8 0,-5 0-6 0,-2 0 0 16,1 0 3-16,4 0-3 0,1 0 4 0,1-2 2 0,0 0-2 16,0 0 3-16,2 1-1 0,0-1 11 0,2 0-1 15,2 0-2-15,11-7 0 0,20-10-9 0,2 2 2 16,-5 4-3-16,-8 0 1 0,4-1-9 0,-6 2 3 16,2 1-1-16,0 0 1 0,-2 4-5 0,-3-1-2 15,-1 1-1-15,-1 1 0 0,-2-1-4 0,-2 1-9 16,0 3 5-16,2-1-7 0,-6 2-5 0,-1 0-61 15,-3 0-19-15,-3 2-24 0,0 0-152 0</inkml:trace>
  <inkml:trace contextRef="#ctx0" brushRef="#br0" timeOffset="35571.6">8773 5763 719 0,'0'0'93'16,"-2"0"2"-16,1-2-17 0,-1 0-14 0,0 0-28 15,0 0-14-15,0 0 19 0,0 0 1 0,0 1 4 16,1-1-4-16,1 0-9 0,0 0-3 0,1-2 0 16,9-3 2-16,27-15-24 0,-2 5 11 0,8 2-17 0,-2 4-4 15,0 3-6-15,1 5-3 0,-5 3 1 0,-1 0-14 16,-5 0-48-16,-1 3-76 0,0 3-9 0,3 3-418 16</inkml:trace>
  <inkml:trace contextRef="#ctx0" brushRef="#br0" timeOffset="35757.75">9744 5798 932 0,'0'0'-4'0,"0"0"1"0,0 2 17 16,0 0 2-16,0-1 15 0,0 7 67 0,2 14 6 0,-2 4-4 16,2 6-4-16,-2 1-36 0,0 2-11 0,0 4 3 15,2 2-7-15,0 0-4 0,1 2-22 0,-1-2-2 16,0-4-6-16,0 2-5 0,0-6-6 0,0-5 1 15,1 0-4-15,3-4-18 0,0 0-71 0,3 2-87 0</inkml:trace>
  <inkml:trace contextRef="#ctx0" brushRef="#br0" timeOffset="36517.32">17855 7010 554 0,'-2'0'0'0,"0"0"81"15,0 0 18-15,-2 0 11 0,1-2 6 0,-1 1-66 16,0-1-8-16,0 0 23 0,3 2 1 0,-1 0 3 16,0 0-26-16,0-2 2 0,0 0-9 0,2 0 7 0,2 0-14 15,0 1-5-15,7-3 3 16,25-7-4-16,6 0-6 0,1 1-8 0,2 3-3 0,0 1 0 0,-4 1 2 15,-8 1-8-15,6 0 0 0,-7 2-4 0,-4 1-5 16,4-1-9-16,-8 2-4 0,-5 0-7 0,1 0-62 0,-5 0-272 16</inkml:trace>
  <inkml:trace contextRef="#ctx0" brushRef="#br0" timeOffset="36688.42">18055 6769 813 0,'-2'0'65'0,"0"0"131"0,0 0-192 0,1 0 9 0,-1 0 0 16,2 0 10-16,0 2 41 0,0 1-5 0,-2 18 0 15,2 16-6-15,0 2-22 0,0 6-25 0,0 3 1 16,0 8-8-16,0-6 1 0,0 5-7 0,-2-1-1 0,2-5-5 16,-2 1-22-16,2-2-45 0,0-2-95 0</inkml:trace>
  <inkml:trace contextRef="#ctx0" brushRef="#br0" timeOffset="36969.43">18382 8343 655 0,'-2'0'81'0,"0"0"171"0,-13 2-227 0,8 0-12 16,1 0 8-16,4-2-3 0,-1 2 52 0,-1 0-12 15,2 0 4-15,0 1-11 0,2 1-9 0,0 0-15 16,2-1 2-16,0 1-6 0,9 2 5 0,15 5-11 0,6-4-6 16,-1-5-2-16,1-2-15 0,-4-2-7 0,0-1 6 15,-2-3-8-15,0-1-16 0,1-3-127 0,-2 1-85 16</inkml:trace>
  <inkml:trace contextRef="#ctx0" brushRef="#br0" timeOffset="37373.94">18638 7497 496 0,'0'0'187'0,"-2"-2"46"15,0 0-100-15,1 0-99 0,-3 0-14 0,0-1-10 0,0-1 41 16,1 0-2-16,-1 0 15 0,0 3 0 0,1-1-42 16,-1 0 5-16,2 0-19 0,0 0-8 0,0 2 10 15,0 2-7-15,1 0 9 0,1 7-9 0,0 25 6 16,3 5-1-16,3 3 3 0,-1 3-4 0,3-1 0 16,-1 8-2-16,1-7 1 0,-1 0-5 0,0 3 3 15,-1-7 6-15,1 3-2 0,1-1-5 0,-3-10 4 16,1-9-8-16,-2-5 7 0,-1-2 1 0,1-2-7 15,0-6 5-15,-2-2-5 0,0-1-5 0,1-2 6 16,1-1-3-16,3 1 4 0,8 0 0 0,-5-4 11 0,1-4-6 16,7-9 5-16,-5 0-14 0,6-19 19 0,-1-1-1 15,-3-10 10-15,2-3-2 0,-4-6 4 0,9-2-2 16,-9 4 3-16,4 0 12 0,2 2-14 0,-16 1 1 0,12 3-7 16,-7 6-9-16,-1 9-8 0,6 5 2 0,-9 1-5 15,11 3-1-15,-6 5-5 0,-2 0-2 0,-5 8-2 16,0 1-12-16,0 1-77 0,-2 3-14 0,2-2-32 15,1 0-142-15</inkml:trace>
  <inkml:trace contextRef="#ctx0" brushRef="#br0" timeOffset="37669.08">19323 7857 919 0,'0'0'52'0,"-2"0"3"0,0 0-8 15,1 0-4-15,-1 0-13 0,0 0 33 0,0 0 10 16,0 0-11-16,0 0 7 0,0 0-35 0,1-2 15 16,1 0-3-16,0-1 5 0,0 1-12 0,5-15-18 15,1 6 1-15,-1 3-7 0,5-5 0 0,6 10-13 16,-3 1-1-16,-2-7-2 0,1 3 1 0,-3 6 1 0,-2 0 9 16,-3 2-6-16,-2 0 14 0,16 26-4 0,-6 7 1 15,-7-2-1-15,-3 4 4 0,-4-3 6 0,-2-3-2 16,-1 1 4-16,-1-10-4 0,1-3-4 0,1-4 1 15,0-1-2-15,2 1-7 0,2-2-2 0,0-3-3 0,0-7 0 16,0 3-12-16,2-2 4 0,2-1-3 0,20 8 4 16,4-3 0-16,2-8-12 0,9-8 3 0,-2-5-7 15,6-7-5-15,3 18-20 0,-3-28-39 0,-1-9 0 16,-1 6-189-16</inkml:trace>
  <inkml:trace contextRef="#ctx0" brushRef="#br0" timeOffset="38250.53">17052 6496 276 0,'0'0'66'0,"-1"0"-9"0,-1 0 85 16,0-2-2-16,-2 0 4 0,0 0-28 0,-1-1-23 16,-3-1-1-16,3 0-8 0,-1 1-23 0,4 3-18 15,-1-6-4-15,3 4-4 0,0 0-14 0,-2-1-2 16,0-1 5-16,2 0-2 0,0 0 12 0,2 1 8 0,2 1-11 16,25-6 7-16,3 7-26 0,9-22 14 0,3 7-6 15,1 4 5-15,5 3-19 0,-13 4 4 0,2 3-2 16,2 2 1-16,-11 0-9 0,7 0 2 0,-9 0-2 15,-6 0 1-15,0 0-8 0,-7 0-2 0,2 0-9 0,-4 0-4 16,-4 0-92-16,-2 0-154 0,-3 0-95 0</inkml:trace>
  <inkml:trace contextRef="#ctx0" brushRef="#br0" timeOffset="38532.14">16980 6238 1183 0,'0'0'10'0,"0"0"22"0,0-2-34 0,0 0 21 16,-2 0 6-16,2 2 7 0,-2-2 15 0,0 2-17 15,1 0-5-15,-1 0-3 0,0 0-13 0,0 2 0 16,0 2-2-16,-7 11 2 0,-10 13 1 0,3-2 5 16,14 3 0-16,-21-3 1 0,-4 0 5 0,-1-3 20 15,0-3-1-15,-2-1 6 0,2-4-2 0,4-1-11 16,4-1 1-16,7-1-5 0,5-1-9 0,3-2-7 15,1-2-4-15,-3 3-1 0,1-1-5 0,4-2-3 0,2 3-1 16,2-1-1-16,0-2-3 0,4 1 2 0,7-3 1 16,9-1-1-16,13-2-11 0,-2 0-8 0,-1 16 0 15,3-5-3-15,-3-7-11 0,-4-2-162 0,1-4-18 0</inkml:trace>
  <inkml:trace contextRef="#ctx0" brushRef="#br0" timeOffset="38997.78">17078 5646 786 0,'0'0'34'0,"0"-2"-1"0,0 0 19 15,0 0 5-15,-1 0-4 0,-1 0 44 0,0 0-28 16,0 1 0-16,2-1-13 0,0 0-27 0,-2 2 7 16,2 0-4-16,0 0 5 0,0 2-3 0,0 1-18 15,0 10 5-15,0 8-9 0,0 1 5 0,0 2-15 16,0 0 3-16,2 2-5 0,0-1 7 0,0-5-8 0,0 2 3 16,-1-3-5-16,3 1 0 0,0-1-3 0,0-4-1 15,-3-4-1-15,1-6-8 0,-2-1 10 0,0 0-10 16,2 0 10-16,0-1 3 0,0 1-2 0,0 0 5 0,0-2-5 15,-2-1 4-15,0 1-1 0,0 0 3 0,-2 0 0 16,0-2 11-16,0 0-9 0,0 0 3 0,0 0-5 16,0 0 3-16,1 0 0 0,-1 0-3 0,0 0 3 15,0 0 3-15,0 0-4 0,2 0 2 0,0 2-3 16,0-2 4-16,2 0 6 0,0 0-1 0,2 0 1 16,14 0-3-16,10-2-2 0,2-2-4 0,-2-3 2 0,1-2-4 15,-1-1-6-15,4 1 8 0,-1 0-9 0,-5 1-1 16,-3 1 0-16,-7 1-10 0,-1-1 4 0,4-2-34 15,-1-1-216-15</inkml:trace>
  <inkml:trace contextRef="#ctx0" brushRef="#br0" timeOffset="39198.17">17004 5510 1265 0,'0'-2'32'0,"0"0"-45"0,0-1 40 16,0-1-22-16,0-2 2 0,0-7 23 0,2 2 9 16,2-4 5-16,3 1 33 0,-3 1-49 0,24-8 0 15,5 1-17-15,2 7-11 0,3 0-2 0,1 3-4 0,1 7 1 16,-4-5-16-16,3-12-55 0,-10 9-56 0,5 5-15 16,1 6-319-16</inkml:trace>
  <inkml:trace contextRef="#ctx0" brushRef="#br0" timeOffset="39476.56">17726 5679 1024 0,'0'0'13'0,"0"0"2"0,0 0-6 16,0 0 1-16,0 0-2 0,0 0 33 0,0 0 2 15,0-2 1-15,2 0-4 0,0 0-20 0,2 1 6 16,0 1-4-16,18-4 6 0,0 4-1 0,-3 2-12 15,1 3 4-15,1 5-6 0,-8-3 7 0,-2-3 3 16,-4 16 1-16,-3 4 0 0,-2-1 0 0,14 1-1 16,-4-2-6-16,-7-3 4 0,-1-1-5 0,-2-1 0 15,-2-2 2-15,0-4-1 0,0-2 15 0,0-3-15 0,0-1 1 16,0-1-7-16,0-2-5 0,0 0 8 0,2 1 1 16,1 1 1-16,12 4-4 0,11-5 0 0,9-3-7 15,6-7 4-15,-4-4-21 0,4-4-12 0,0-4-1 16,4-3-12-16,-3 0-88 0</inkml:trace>
  <inkml:trace contextRef="#ctx0" brushRef="#br0" timeOffset="48856.73">22398 6578 256 0,'0'0'-56'0,"0"0"40"0</inkml:trace>
  <inkml:trace contextRef="#ctx0" brushRef="#br0" timeOffset="49624.84">21854 6318 575 0,'0'0'67'16,"-2"0"-6"-16,0 0 48 0,0 0-2 0,0 0-9 16,1-2-24-16,-1 0-24 0,0 0-2 0,0 0-8 15,0 0-11-15,2 1-2 0,0-1 1 0,2 0-2 16,2 0 0-16,24-17-17 0,16-3 7 0,10 2-12 16,-4 1-2-16,-3-1 7 0,3-3-10 0,-13 7 8 0,2-1-7 15,-8 8 1-15,-1 1 5 0,-4 5-2 0,-2-1 1 16,-1 2-2-16,-3 0-1 0,0 2 0 0,-1 0-8 15,0 2-15-15,-3 2-7 0,3 1-3 0,-3 1-38 0,1-1-65 16,-2-1-6-16,-2-2-39 0,0 0-199 0</inkml:trace>
  <inkml:trace contextRef="#ctx0" brushRef="#br0" timeOffset="50339.7">22231 6633 324 0,'0'0'21'0,"-2"-1"12"15,0-1 5-15,0-2-1 0,2 0-2 0,-2-7 4 16,2-2 23-16,0-2 5 0,0-3 1 0,2 3-2 0,2-4-24 16,0 1 7-16,-2 3-9 0,-1 4 8 0,3-4-22 15,0 4 8-15,-2 3-4 0,3-5 6 0,-3 10-2 16,0-1-8-16,0 0 5 0,0 0-6 0,0 3 2 0,-1-1-11 15,1 0 3-15,0 0-4 0,0 0 1 0,0 2 6 16,0 2-2-16,0 0 4 0,1 9-3 0,5 19-9 16,-3 5 2-16,-3 0-3 0,-2 6 10 0,-2 0-15 15,-1 4 5-15,-3 1-7 0,0-3 10 0,3 1-1 16,-3 3-2-16,2-3-1 0,1-1-10 0,1-4-1 16,0-8 1-16,2-6 0 0,0 8-4 0,0-7-10 15,0-6-12-15,4 3 1 0,-1-8-50 0,1-4-33 0,2 2-8 16,-3-4-11-16,-3-7-52 0</inkml:trace>
  <inkml:trace contextRef="#ctx0" brushRef="#br0" timeOffset="50589.16">22209 7270 155 0,'-2'0'75'0,"0"0"3"0,-4 0 31 0,-23 6-22 0,-5 1 2 16,12-1-3-16,-8-1 18 0,6-1-4 0,4-2 4 15,-5 0-25-15,5-2-7 0,9 0-5 0,0 0 0 16,1 0-18-16,9 0-3 0,-3 0-7 0,0 0 2 15,0-2-21-15,3 0-3 0,-1 2 3 0,0-2-5 0,2 0-7 16,2 1 4-16,1-1-6 0,18-6 5 0,7-1-8 16,7 0-6-16,0 3 2 0,1 1-5 0,-5 3 4 15,-5 0 7-15,-2 2-4 0,-1 0 6 0,-3 0-11 0,-1 0 8 16,-1 2-1-16,1 0 4 0,-1-1-8 0,-1 1 5 16,-2 0-4-16,0 0 5 0,-2-2-18 0,2 2-28 15,-1 0-4-15,3 0-10 0,0-1-41 0,1 1-71 16,-1 0-39-16</inkml:trace>
  <inkml:trace contextRef="#ctx0" brushRef="#br0" timeOffset="50809.17">22853 7068 768 0,'0'0'158'0,"0"0"-158"0,-2 0 169 0,0 0-76 16,0 0-46-16,-1 0 26 0,-1 0-3 0,0 0 10 15,0 0-8-15,1 0-26 0,-1 0-1 0,0 0-10 16,1 2-13-16,1 0-14 0,0-1 7 0,-2 7-9 16,-1 12 2-16,1 6-2 0,2-3-4 0,2-1 3 15,0 6-1-15,-2 0 2 0,0 3-5 0,0-3 1 16,-1-2-30-16,-1 0-34 0,0 0-9 0,-1 0-9 0,3-2-61 16,2 0-113-16,0-3-85 0</inkml:trace>
  <inkml:trace contextRef="#ctx0" brushRef="#br0" timeOffset="51130.03">23506 6687 494 0,'-1'0'373'0,"-1"0"-502"0,0 0 437 16,-2-2-239-16,0 1-29 0,1-1 28 0,-1 0-1 16,0 0 10-16,1 0 0 0,1 0-31 0,0 0 2 0,0 1-15 15,2-1-26-15,0 0 2 0,2 0-9 0,2 0 8 16,10-3-8-16,7-3 4 0,1 3 1 0,-7 1 2 16,11 0-3-16,-4 2-5 0,-7 2-1 0,4 0-4 15,-4 2-8-15,-8 0-18 0,6 2-9 0,-6-1-5 16,-1 1-54-16,-2 2-53 0,-2 14-7 0,14 4-19 15,-6 2-61-15</inkml:trace>
  <inkml:trace contextRef="#ctx0" brushRef="#br0" timeOffset="51232.36">23505 7042 253 0,'-2'2'92'0,"0"0"-8"15,-4-1 67-15,-5 5-2 0,6-4-10 0,-3 2-20 0,3-1-33 16,3-3-1-16,-2 4-12 0,0 0-18 0,2-2 2 16,1 1-4-16,1-1 0 0,1 0-21 0,3 0 1 15,22 3-8-15,9-5 2 0,4-1-23 0,2-5 0 16,-5-3 0-16,-3-1-1 0,-1-1-3 0,1 0-51 15,-2 0-23-15,-3 2-37 0,2-1-336 0</inkml:trace>
  <inkml:trace contextRef="#ctx0" brushRef="#br0" timeOffset="52038.58">24975 6275 263 0,'0'-2'70'15,"0"-2"76"-15,-4-14-14 0,-1-14-25 0,-1-3-6 16,-1 5-7-16,-1 1-27 0,3 6-19 0,-1 5 2 15,3 3-8-15,-1 2-7 0,0 4-9 0,0-1-3 0,-1 1 0 16,3 5 0-16,-7 1 3 0,-6-8-1 0,-2 1 1 16,-5 3-3-16,3 3 0 0,-3 4 4 0,-4 2-3 15,2 4 2-15,0 5-7 0,-6-9-3 0,-2 33-1 16,3 2-10-16,3 2 5 0,0 2-1 0,2-4 2 16,1 6 5-16,3-4-2 0,3-4-5 0,6 0 1 0,4-1-6 15,3-10-4-15,-2 0 6 0,-7-4-6 0,6-5 4 16,3 2 1-16,4-4-2 0,2-4 4 0,4 0 3 15,-3-5-3-15,20 11-2 0,3-4 0 0,1-5-5 16,1-6 8-16,4-6 1 0,-1-7 0 0,1-4-8 0,-2 12 6 16,-2-25-6-16,-4 0 6 0,0 4-5 0,-6 0 0 15,5 0 5-15,-7 10-3 0,-4-10 3 0,-1 3-4 16,-6 1 0-16,5 9 0 0,-1 2 4 0,-5 4 4 16,-3 3-4-16,3-5 4 0,-2 5-9 0,0 0 5 15,0 2-5-15,0 0 4 0,-1 1-6 0,1 1 1 16,0 1 1-16,-2 5-2 0,4 31 2 0,0 4-3 15,-3-2 1-15,1-2-2 0,2 4 5 0,-2-2-4 0,-2 7 1 16,0-3-1-16,0 0 1 0,0-2 1 0,-2 1 0 16,-2-1 0-16,1 0-1 0,-5-4 4 0,1 2 0 15,-1-4 2-15,-3-1-2 0,0-4 2 0,2-6-3 16,-1-6 4-16,-1-1 7 0,2-2 5 0,5-4 1 0,-12 2 1 16,3-7 12-16,-2 5 2 0,2-4 0 0,3-3-2 15,-1 0-13-15,4-4-5 0,-1 0 1 0,3 0-3 16,-1-2-7-16,3 0-5 0,1 2 0 0,-2-4-1 15,0-1-10-15,-3-7 8 0,-1-2-6 0,3-3 7 0,3 8-15 16,0-6-17-16,2 7-1 0,0 3-9 0,2-5-37 16,0 7-69-16,0-1-17 0,1 0-28 0,3 1-151 15</inkml:trace>
  <inkml:trace contextRef="#ctx0" brushRef="#br0" timeOffset="52406.43">25471 6724 912 0,'0'0'116'0,"0"0"-118"16,-2 0 127-16,0 0-56 0,0 0-12 0,-1 0 25 15,-1 0-1-15,2 0 6 0,-9 0-24 0,3 0-21 16,3 0-10-16,-3 4 0 0,3 0-13 0,3-2-2 0,-4 18-2 16,3-1-2-16,-1 3-9 0,0 4-4 0,1 0 1 15,1 0-3-15,0 2-2 0,0-6 3 0,0-9 2 16,-9 4-1-16,2-1-12 0,3-3-17 0,2 4-3 15,3-4-4-15,1-9-2 0,0 0 4 0,0-1-3 0,1 1 3 16,1-2-5-16,2-2-1 0,5 0 4 0,6-6 0 16,0-3 20-16,-2-4 13 0,2-17 3 0,-4 4 1 15,0 2 1-15,0-2 5 0,-1 2 1 0,-1 2 2 16,-2-1 6-16,3 5 2 0,-3 1 1 0,2 4 2 16,-3 4 12-16,1 1-10 0,-1 5 4 0,1 1-6 15,1-4 4-15,-3 3-8 0,3-1 8 0,1 0-7 0,-3 4 5 16,1 0 5-16,-1 0-9 0,-5 0 7 0,5 6-7 15,0 23-4-15,-3 3 1 0,1 3-3 0,14-3-9 0,-5 1 0 16,-7 4-4-16,-6-5 2 0,0 0 1 0,-2-5-12 16,0-6-4-16,0-1-6 0,1 1-26 0,1-8-36 15,0 3-15-15,0-8-13 0,0-4-102 0</inkml:trace>
  <inkml:trace contextRef="#ctx0" brushRef="#br0" timeOffset="52795.9">26175 6191 745 0,'-2'-1'80'16,"0"-1"144"-16,0 0-190 0,0 0 17 0,0 0-4 0,0 0 13 16,1 0 9-16,-1 1-24 0,0-1 1 0,0 0-11 15,0 0-18-15,0 0-4 0,0 2-1 0,1 2 0 16,-1 0 6-16,2 11-5 0,0 22 3 0,2 4-3 15,1 8-1-15,3-5 0 0,-2-5-7 0,1-1 6 16,1-3 1-16,-1 2-6 0,1-3 5 0,-1 0-7 16,1-3 4-16,-2-3 0 0,1 0-2 0,1-5 0 0,1-1-5 15,-1-5 4-15,-1-4-3 0,-1-3 3 0,-2-5 0 16,2-1 2-16,11 9 2 0,1-3 0 0,1-7 6 0,0-2-7 16,3-7 6-16,4-8-7 0,-3 1 7 0,8-21-2 15,-1-3-5-15,-6 0 4 0,8 0-2 0,-4-1 8 16,2-5-3-16,-4-5 4 0,-5 3-9 0,-8-5-5 15,-2 4 7-15,-1 15-6 0,1-3 10 0,-5 10-5 16,5 6 0-16,6-2-2 0,-8 9 3 0,-1 3-2 16,-4 5-6-16,-1 1 3 0,1 0-21 0,0 1-22 15,-2 1 2-15,0 0-11 0,0 2-18 0,0 2-31 16,0 2-18-16,0 25-7 0,0 3-94 0,0 11-220 16</inkml:trace>
  <inkml:trace contextRef="#ctx0" brushRef="#br0" timeOffset="53001.85">26943 6399 516 0,'0'0'62'0,"0"0"-4"0,0 0 29 0,0 0-5 0,2 0-8 16,0 0 5-16,0 0 16 0,0 2-1 0,-1 0 2 15,1 0-27-15,-2 2-16 0,8 22-5 0,-3 0-3 16,-1 5-10-16,-4 3 3 0,0-1-5 0,-4 4 5 16,1 0-7-16,-3 1-2 0,0-5 2 0,1 2-6 0,-3-1-18 15,3-1 3-15,-1 2-9 0,3-7 6 0,1 0-8 16,0-4-33-16,2 0-6 0,0-5-14 0,0-10-59 15,2 4-320-15</inkml:trace>
  <inkml:trace contextRef="#ctx0" brushRef="#br0" timeOffset="53311.11">27729 6178 988 0,'0'0'31'16,"0"0"-2"-16,-2 2-15 0,0-2 17 0,0 0-25 15,0 0 29-15,0 0 23 0,2 0-4 0,0 0 12 16,0 0 7-16,0 0-14 0,2 0-7 0,0 0-1 15,5-2-20-15,25-5 13 0,1 0-3 0,12-5 4 16,0 3-15-16,-1-2-18 0,4 0 3 0,-1 2-7 16,-4 3 6-16,-6 0-8 0,2 5 0 0,-15-1-4 0,0 2-17 15,9 0-56-15,-12 0-43 0,-1 2-19 0,-1 1-276 16</inkml:trace>
  <inkml:trace contextRef="#ctx0" brushRef="#br0" timeOffset="53496.88">27989 5783 1140 0,'0'0'25'0,"0"0"5"0,0 0 1 15,0 0-5-15,0 0 1 0,0 0 28 0,0 0 6 0,0 2-6 16,0 0 2-16,0 3-29 0,7 25-7 0,-1 2 1 16,-5 3-4-16,3 8-6 0,-2 5-12 0,0 6 7 15,0-2-7-15,0 5 5 0,-2-5 0 0,-4-2-14 16,0 0 7-16,0-14-41 0,1 1-57 0,1-2-27 0,2-3-27 15,0-4-221-15</inkml:trace>
  <inkml:trace contextRef="#ctx0" brushRef="#br0" timeOffset="54073.77">29305 5573 884 0,'0'-2'106'0,"-2"0"26"0,-2-7-41 16,-9-19-60-16,2-3-1 0,2 7-13 0,0 1 30 16,1 10 2-16,1 0 8 0,3 8 4 0,-1-3-19 15,-7-1 0-15,-2-2-6 0,-9 0-11 0,1 7-13 16,-2 6-5-16,-4 9-1 0,-2 6-6 0,1-6 2 15,3 28-1-15,-2-4 0 0,9 0-1 0,4-5-4 0,6-4 7 16,7-2-3-16,-2-1 5 0,1-3-3 0,-10-1-2 16,5-5 1-16,5 1 1 0,3-2 4 0,1-3-1 15,-1-7 2-15,2 1-2 0,19 11 2 0,8-2 0 0,7-6 0 16,-1-7-6-16,-5-2 6 0,-1-3-3 0,-3-3 3 16,-3 1-6-16,-3-2 0 0,-3 1-3 0,-2 1 2 15,-2 1 0-15,-6 3-1 0,-1 1 1 0,-3 0-1 16,-1 2 4-16,0 0-3 0,2 0 0 0,0 2-1 15,-1 0 4-15,-1 1-3 0,7 16 2 0,-1 9-3 16,-3 1 1-16,-1 5-1 0,-2-4 0 0,0 5 0 0,2 0 6 16,-1-1-8-16,1 3 3 0,2 0-5 0,1 2 5 15,0-2 7-15,3 6-5 0,-1-8 4 0,-3-11-8 16,3 9 9-16,-4-10-6 0,-1 1 9 0,0 2-6 0,-2-8 11 16,-2-1 3-16,0 0 0 0,-2-2-4 0,0-8 11 15,0 1-6-15,2-7 7 0,-2 3-9 0,-11 5 3 16,-3 1 0-16,-5-3 4 0,-1-3 7 0,0-4-6 15,3 0-1-15,0-2-2 0,-1-4-6 0,7 1-1 16,-6-6-2-16,10 5 0 0,4 2-11 0,-3 3-6 16,4-11 2-16,1 3-5 0,-7-2-9 0,5 2 3 15,1-1-6-15,4 1 4 0,0 0-17 0,2 0-19 0,-2 7-15 16,4-6-4-16,16 1-72 0,2 3-91 0,1-11-44 16</inkml:trace>
  <inkml:trace contextRef="#ctx0" brushRef="#br0" timeOffset="54260.51">29814 6102 630 0,'0'0'201'0,"0"0"-248"0,0 0 233 0,0 0-119 15,0 0-16-15,0-2 30 0,0 1-6 0,2 1 13 16,-1 0-11-16,-1 0-30 0,0 1 7 0,0 3-15 16,-1 11-5-16,-5 13-10 0,-1 9-4 0,1-7 0 0,-3 7-8 15,-1 2 0-15,1-2 1 0,2-2-2 0,-1-1-5 16,3-3-5-16,-3-1 2 0,1-4-2 0,-1 2 1 15,1-6-37-15,0 0-11 0,1-3-12 0,2-2-68 0,2-2-211 16</inkml:trace>
  <inkml:trace contextRef="#ctx0" brushRef="#br0" timeOffset="54559.93">30076 6136 1042 0,'-2'0'71'16,"0"-2"146"-16,0 0-190 0,0 0 9 0,0 0 4 16,0-1 2-16,1-1 7 0,1 2-17 0,-4-5-5 15,2 3-3-15,2 0-24 0,0 0 0 0,0 1-2 0,0 1 2 16,0 0 3-16,2 2-5 0,0 2-1 0,0 2-3 16,7 23-5-16,-2 11 11 0,-1-5 5 0,-4 6 1 15,-2 0 1-15,-4 4 2 0,0-4-8 0,-1-10 8 16,-3 3 2-16,3-6-5 0,-3 0 9 0,1-4-8 15,1-3 11-15,1-4-3 0,-1-2-1 0,2-4-1 0,3-2 2 16,-1-1-3-16,2-2-3 0,0-1 1 0,0 1-3 16,0 0-4-16,2 0 6 0,1-3-7 0,14 3 0 15,13-4-4-15,5-7-3 0,4-10-1 0,2-2-17 0,7-5-51 16,0 2 3-16,2-2-27 0,-7 2-90 0,4-1-286 16</inkml:trace>
  <inkml:trace contextRef="#ctx0" brushRef="#br0" timeOffset="54965.34">30781 5568 860 0,'0'-2'99'0,"-2"0"12"0,0 0-19 0,0 0-28 16,1 0-16-16,-3-1 1 0,0-1 26 0,2 2-18 0,0 0 15 15,1 0-54-15,-1 0-6 0,0 1-5 0,0 1 1 16,0 1-3-16,0 1-3 0,0 11 3 0,1 19-3 16,1-1-2-16,1 1-3 0,3 5 2 0,0 0-2 15,1 4 6-15,1 2-4 0,0-2 4 0,-1 3-4 16,1 1 0-16,-3 7 1 0,1-2 2 0,0-7 1 16,0-6 3-16,-3-9-3 0,1-2-1 0,2-4 1 15,0 2 3-15,-2-4-3 0,-1-7-2 0,3 0 1 0,-2-3 4 16,0-5 5-16,0-1 6 0,0 0-4 0,-1-2 6 15,1-1-3-15,2-1-5 0,0 0 4 0,7-7-5 16,2-12 4-16,2-16 0 0,3-11 1 0,-1 7-7 0,0-4 8 16,-1-1 1-16,3-1 3 0,-10-3 10 0,8-1-2 15,2 5 1-15,-6 1-2 0,11 2-5 0,-11 4-6 16,0 2-1-16,0 1-2 0,-10 5-6 0,3 5 0 16,-4 5-7-16,2-1 5 0,1 3-7 0,4 6-18 15,-7 7-2-15,2 0-10 0,-2 1-51 0,0 1-49 16,0 0-16-16,-1 0-19 0,1 2-119 0</inkml:trace>
  <inkml:trace contextRef="#ctx0" brushRef="#br0" timeOffset="55287.46">31444 6008 742 0,'0'0'102'0,"-2"0"210"16,0 0-266-16,0 0 9 0,0 0 0 0,1 0 4 15,-1 0 10-15,-2-2-13 0,0 0-1 0,1 0-8 16,1 0-29-16,0 0-2 0,0 1-9 0,2-1 6 0,0 0-9 16,2 0 5-16,0 0-1 0,1 2 1 0,5 0-9 15,12 4 5-15,1 3-4 0,1 8 4 0,-2-4-8 0,-5 28 8 16,2-2-1-16,-8-11 6 0,2 11 7 0,-5-7-4 16,-4-2 1-16,0 2-3 0,14-4 4 0,-6-6 2 15,-5-1 2-15,-3-4-3 0,0-2-6 0,-2-4 13 16,0 2-7-16,0-5 8 0,0-3-3 0,0 1-14 15,2 0 4-15,0-1-8 0,0 1 4 0,1-2-1 16,12 0-6-16,7-4 0 0,4-7-16 0,12-8-28 16,-1 15-6-16,5-31-10 0,7 5-41 0,-7-2-152 15,5 4-75-15</inkml:trace>
  <inkml:trace contextRef="#ctx0" brushRef="#br0" timeOffset="56085.82">22326 8587 501 0,'0'-2'198'0,"-2"0"-197"0,0-2 219 0,-4-9-99 16,1 0-52-16,1 4 5 0,0 2-6 0,2 3 6 16,1 0-9-16,-1 0-23 0,0 3 1 0,0-1-9 15,0 2-11-15,0 0 6 0,2 2 1 0,-2 12 2 16,2 25 1-16,0 6-15 0,4 5-2 0,2-4-5 0,-3 6-11 15,3 4 9-15,-4-8-3 0,0 4 5 0,-2 0-4 16,0-3-8-16,-2 3 3 0,0-2-3 0,-4 0 2 16,1 0-11-16,-1-4-4 0,-1 3-2 0,-1-8-7 0,1-6-7 15,0-2 4-15,-1-7-4 0,3-2 7 0,-1 1 13 16,0-9-1-16,6-14 6 0,-1 2 6 0,-1 0 0 16,-2-3 5-16,-2 1-3 0,-7 4 13 0,0-4 2 15,4-2 2-15,-2 0 0 0,5 0 1 0,3 0-3 16,1 0-1-16,-2-2 0 0,0-2-5 0,3 2-2 15,-1-1-2-15,0-1 0 0,2 0-5 0,0 0-3 16,2-3 2-16,5-10-1 0,1 8 7 0,3-6 0 0,13-2 4 16,2 3-3-16,4 1 8 0,-3-4-9 0,5 4-2 15,0 0-1-15,-1-4 2 0,1 8-1 0,-1-6 3 16,-3 0-3-16,-2 4-2 0,0 0 0 0,-2-2-4 16,-2 2 0-16,-3 0-27 0,-4 1-54 0,-4 1-30 0,-7-2-24 15,3 2-246-15</inkml:trace>
  <inkml:trace contextRef="#ctx0" brushRef="#br0" timeOffset="56255.23">21887 8774 1316 0,'-2'-2'40'0,"1"0"2"16,-1 1-9-16,0-1 2 0,0 0-16 0,0 0 9 16,0 0 3-16,0 0-8 0,2-1 6 0,2-1-17 0,-2 2-3 15,36-9-8-15,12 0 5 0,0 0-7 0,2-1 1 16,-1 3 5-16,-3 7-5 0,2 0-10 0,-3-22-33 15,-2 15-4-15,1 7-13 0,3 6-46 0,-5 5-333 16</inkml:trace>
  <inkml:trace contextRef="#ctx0" brushRef="#br0" timeOffset="56537.33">22931 9329 1346 0,'-2'0'29'16,"0"0"52"-16,-2 0-54 0,-5 0 14 0,4 0 3 0,1 0 4 16,0 0 7-16,2 0-26 0,0 0-6 0,-1 0-6 15,-1 0-17-15,2 0-4 0,0 0 4 0,0 0-3 16,1 2 2-16,-1 0 5 0,0 9-3 0,2 17 4 16,2 2-1-16,1 3 7 0,3-3 2 0,-2-6 0 15,-1 0 5-15,3 0 6 0,-2-7 1 0,1 2 2 16,1-6 6-16,-2-6-9 0,1 2 1 0,1-1-4 0,-1-3-8 15,14-3-4-15,-1 11-4 0,7-2 2 0,-1-5-4 16,2-4 2-16,2-4 1 0,3-7 0 0,2-3-2 0,1-2-25 16,-1-5-14-16,1-1-13 0,-1 8-125 0,-3-17-278 15</inkml:trace>
  <inkml:trace contextRef="#ctx0" brushRef="#br0" timeOffset="56725.99">23753 8884 1374 0,'-2'0'62'16,"-1"0"135"-16,-1-2-181 0,0 0 2 0,1 0-2 16,-1 2 1-16,2 0-10 0,-2 0-7 0,3-2-11 0,-1 2-1 15,0 0-37-15,0 0-59 0,2 0-30 0,0 0-22 16,0 2-196-16</inkml:trace>
  <inkml:trace contextRef="#ctx0" brushRef="#br0" timeOffset="56865.39">23785 9162 1313 0,'0'0'27'0,"0"0"2"0,0 0-10 16,0 0 11-16,0 0-15 0,0 0 42 15,2 2-9-15,0 0-9 0,-1-2 0 0,1 0-30 0,0 0-16 16,20 0-10-16,4-4-10 0,4-5-92 0</inkml:trace>
  <inkml:trace contextRef="#ctx0" brushRef="#br0" timeOffset="57483.9">25021 8293 844 0,'-1'-3'32'0,"-3"-20"46"16,-9-8-27-16,4-1 21 0,-2 2 3 0,-8 3 8 15,0 1 20-15,1 5-20 0,-1 4 2 0,4 8-9 0,1 0 0 16,-3 3-25-16,0-5-6 0,-3 0-8 0,1 5-28 15,-1 6-13-15,-3 8 4 0,-1 7-5 0,0-2 13 0,2 22-7 16,0 6 2-16,-3-2-5 0,3 2 0 0,4 1 1 16,1-1-2-16,6-4 1 0,3-1 6 0,-12-1-4 15,7-2 6-15,7-1-5 0,6-2 3 0,4-6 0 16,3 0 2-16,3-5 0 0,-5-12-5 0,6-1-1 16,15 10 3-16,4-5-1 0,0-5 13 0,5-6-14 15,-1-7 4-15,3-8-5 0,2 13 3 0,-4-26 7 16,-2-2-8-16,-3-1 7 0,2 7-12 0,-6-2 2 15,3 3 5-15,-6 5-3 0,-12 1 2 0,0 4-2 0,-9 4 3 16,1 1-1-16,-1 5 7 0,2-1-8 0,0 0-3 16,-1 0 1-16,1 3-4 0,-2-1 2 0,0 2 1 15,0 0-1-15,0 2 2 0,-1 1-3 0,9 18 3 16,1 14-2-16,-2 8 1 0,-1-1 3 0,-5 5-4 0,3-6 4 16,3 0-2-16,-1 7 0 0,1-2 4 0,-5 1-4 15,-4-3 1-15,0-5 0 0,-2-4-1 0,-4-1 2 16,1-1 0-16,-3 1-2 0,-3-1 4 0,0-1-2 15,0-3 7-15,-4 1-8 0,-2-4 3 0,13-5-3 16,-22-3 9-16,10-10 5 0,-1-1-3 0,8-5 4 16,-6 9 3-16,0-4 1 0,-2-1 2 0,3-6-1 0,1 0-6 15,3-2-7-15,3-2-5 0,-1 1 2 0,3 1-5 16,3-15 0-16,-2 0 0 0,-7 1-1 0,2-1-1 16,3 0 0-16,4 1-5 0,2 1 4 0,2 0-7 0,4 2 9 15,1 0 1-15,-3 0 0 0,20 4-11 0,6 3-21 16,-4-1-6-16,2 1-6 0,-2 2-26 0,-2 1-120 15,2-1-17-15,3 2-62 0,10-20-319 0</inkml:trace>
  <inkml:trace contextRef="#ctx0" brushRef="#br0" timeOffset="57860.78">25476 9081 546 0,'0'0'234'0,"-1"0"48"0,-1 0-110 0,-2 0-90 16,0 0-40-16,-5-2 3 0,3 0 2 0,5 2-4 0,-1 0 2 16,-2-2-17-16,0 0-15 0,2-2 0 0,1 1-5 15,1-1 0-15,0-2-5 0,1-1-2 0,3 1 0 16,0 3-1-16,18-12-5 0,4 2 5 0,-2 7-8 16,-3 6 6-16,-3 2-1 0,-1 4-1 0,-6-1 0 15,-5-1-2-15,9 16 6 0,-4 5 0 0,-2 4 0 0,-5-1-3 16,-4 6-1-16,-2-5 3 0,-4 5 0 0,1-5 7 15,-5-1 13-15,-1-2-6 0,4-13 8 0,-6 11 8 16,5-13 7-16,1 2 1 0,0 0 1 0,3-7-5 16,-2 3 2-16,6-7-5 0,0 0 2 0,-2 2-25 0,1-1-12 15,-1 1 2-15,0 0-4 0,2 0 8 0,0-1-1 16,2-1 0-16,0 0 0 0,1-2 9 0,20 4-6 16,4-4 3-16,-1-4-5 0,8-3-4 0,-1-5-20 15,1 1-11-15,-3-4-5 0,-5 1-60 0,-2 12-117 16,0-19-26-16</inkml:trace>
  <inkml:trace contextRef="#ctx0" brushRef="#br0" timeOffset="58032.11">26232 8893 1190 0,'0'0'95'0,"0"0"-91"0,0 0 106 0,0 0-45 16,0 0-4-16,0 0 15 0,0 0 3 0,0 0 1 15,0 0-9-15,0 2-28 0,0 0 4 0,0 1-10 16,0 7 6-16,-2 18-13 0,0 1-6 0,2 1-2 15,-1 0-10-15,-1 3-4 0,0-1 2 0,-2 3-6 16,0 0-13-16,1-3-23 0,1 1-5 0,0-1-8 16,2-4-37-16,0-6-60 0,0-2-54 0,2-5-28 0,5 7-434 15</inkml:trace>
  <inkml:trace contextRef="#ctx0" brushRef="#br0" timeOffset="58437.09">26644 8193 842 0,'2'0'43'0,"0"0"-41"0,0-2 45 15,0 0-18-15,0 0 4 0,-1 1 25 0,3 1 7 16,4 0 3-16,5 1 7 0,1 5-13 0,-1 1-4 0,-3 6-4 16,-1 19-13-16,4 7-14 0,-2 2-2 0,0 3-5 15,2 5-9-15,-7 10 0 0,1-1-3 0,-1-1 3 16,-1-3-3-16,-1-13-6 0,-2-2 2 0,4 0-4 16,-3-11 5-16,3-2-6 0,-2-6 6 0,-3-11-5 15,3 3 11-15,0-5-1 0,1-5 3 0,1 2-1 16,1 1 13-16,-1-3 5 0,1 0 2 0,-1-2 0 0,3-4-2 15,2 2 3-15,2-31-5 0,2-15 5 0,0 3-3 16,0-9-4-16,2-2 5 0,-1 3-6 0,1-5 3 0,0 2-4 16,-2 3-6-16,-1 4 2 0,-1 5-17 0,-1 8-2 15,-3 7 4-15,0 5-3 0,-3 3 5 0,-1 6-13 16,1 4-7-16,-4 6-7 0,1-1-50 0,1 2-39 16,0 1-47-16,0 1 2 0,-3 0-163 0</inkml:trace>
  <inkml:trace contextRef="#ctx0" brushRef="#br0" timeOffset="58657.06">27528 8407 756 0,'0'0'52'16,"2"1"85"-16,0 1-73 0,0 2 37 0,7 13-5 16,2 7 16-16,-2 0-1 0,1 4-34 0,-5 5-2 0,-1 4-14 15,-2 6-26-15,-2 3-15 0,-2-3 0 0,-6-4-7 16,-3-2-5-16,0-5-2 0,-2-1 2 0,0 1-3 15,0-2-7-15,0-2-3 0,2-4-13 0,0-2 3 16,0 0-45-16,2-1-48 0,3-5-29 0,2-4-18 16,2-1-214-16</inkml:trace>
  <inkml:trace contextRef="#ctx0" brushRef="#br0" timeOffset="58940.46">28169 8297 1122 0,'0'0'33'0,"0"0"-1"0,0 0 6 0,0 0 1 16,0 0-9-16,0 0 0 0,1 0 17 0,1 0-13 15,2 0 13-15,18 0-18 0,2 0-9 0,10 2 6 0,-6 0-7 16,3 0 1-16,-1-1-11 0,-4 1 7 0,6 2-9 16,-6-2 3-16,-4 0-6 0,2 0-8 0,-5-1 2 15,1 1-26-15,-3-2-42 0,-2 0-11 0,-6 0-18 16,2 0-121-16</inkml:trace>
  <inkml:trace contextRef="#ctx0" brushRef="#br0" timeOffset="59126.35">28570 7902 1151 0,'0'0'36'0,"0"0"-1"0,0 0-20 15,0 0 16-15,0 0-24 0,0 0 53 0,0 1 5 16,0 3-1-16,2 26-2 0,-1 5-29 0,-1 8-11 16,0 3-7-16,-3 1 1 0,-5 6-9 0,1 7-7 15,-2-1 6-15,-1 6-6 0,1-2 0 0,2 2-33 16,1-7-7-16,2 0-12 0,2-5-52 0,2-3-92 15,4 2-18-15</inkml:trace>
  <inkml:trace contextRef="#ctx0" brushRef="#br0" timeOffset="59700.97">29680 7738 740 0,'-2'-4'63'0,"-15"-29"112"0,-3-6-129 16,3 7 21-16,2 6 0 0,2 4 10 0,2 5 22 0,4 4-35 16,-14 6 1-16,-1-8-17 0,0 4-21 15,0 5-21-15,-3 6 5 0,-1 6-9 0,1 7 8 0,-3-2-4 16,-2 32-1-16,0 9-2 0,1 0-6 0,4 4 9 15,-4-1-4-15,5-5 6 0,1-1-2 0,3-10 8 16,5-2-3-16,4-11 4 0,-6 0-3 0,10-8 10 16,3 1-4-16,4-2 5 0,2-4-7 0,0-6-6 15,1-1 4-15,16-5-6 0,5 14 0 0,6-4 0 16,0-7-2-16,3-6 2 0,2-5 5 0,2-6-7 16,1-4 6-16,4-1-7 0,-3-1 3 0,-5 2-3 0,1 2-5 15,-9 4 2-15,-2 2-7 0,-5 3 7 0,-6 5-1 16,-4-1 3-16,0 2-7 0,4 0 9 0,-7 2-2 15,3 3 6-15,-7 12 4 0,7 13-6 0,-1-1 1 16,10 1-3-16,-3 3 1 0,-6 3-8 0,-1 1 2 0,-3 0-3 16,-1 2 3-16,-4 0 3 0,0 0-4 0,-2 2 3 15,0-2-1-15,0 4 5 0,-1-6-1 0,-3-6 1 16,-1 1-7-16,-1-14 10 0,1 1-3 0,-2-1 5 16,1-6-7-16,4-1 2 0,-20-4 4 0,8 4-1 15,-3-1 8-15,0-7-4 0,3-3-2 0,-8-2-1 16,5-3-3-16,4-3 6 0,0-1-1 0,2 0 2 0,2-19-3 15,2 2-3-15,1-7-4 0,5 3 1 0,-1 4-5 16,-15-4-1-16,10 4 0 0,6 4-2 0,3 0-10 16,3 1 2-16,3 3 2 0,3 1 1 0,2 0 2 0,-2 6 6 15,14 2-6-15,1 5 4 0,9 0-26 0,-5-14-36 16,7 5-8-16,-9 7-16 0,-5 4-95 0,9 2-124 16,-3 0-95-16</inkml:trace>
  <inkml:trace contextRef="#ctx0" brushRef="#br0" timeOffset="60008.86">29977 8609 691 0,'0'0'77'0,"-2"0"7"0,0 0-12 0,1 0-13 16,-1 0-15-16,0 0 21 0,0 0 10 0,0 0-12 16,0 0 7-16,0 0-28 0,1 0-2 0,1-2 1 0,0 0-3 15,0 0-10-15,1-1-5 0,1-1-5 0,2 0 1 16,9-5-10-16,7 0 1 0,3 1-3 0,1 3-1 15,0 3-6-15,2 2 6 0,-4 4 3 0,0 3 1 16,-7 0 3-16,-4 3 4 0,-1 6 4 0,-8 9 0 16,-1 4 10-16,18 1-3 0,-10 0-3 0,-5 3 0 15,-6-5-14-15,-3-6-8 0,-3 0 3 0,3-10-3 0,-5 2 2 16,1-1-4-16,0 0-1 0,5-7 1 0,0 0 9 16,4-5-10-16,-3 3 6 0,1 0-7 0,0 0-3 15,0-3 3-15,2 1-4 0,0 0 3 0,2-2-11 0,3 0-5 16,27-11-1-16,1-6-3 0,6 14-20 0,2-23-10 15,2 1-6-15,0 7 0 0,-6-1-21 0,0 1-197 16,0-3-53-16</inkml:trace>
  <inkml:trace contextRef="#ctx0" brushRef="#br0" timeOffset="60286.78">30506 8603 819 0,'-2'0'58'0,"-1"0"98"0,1 0-107 0,-7-1-1 0,3-1-6 16,4 2 3-16,-2 0-12 0,1-2 3 0,1 0-2 15,0-2 3-15,2 1-11 0,0-1 5 0,6-9-5 0,1 4 4 16,6-3-6-16,13-1-9 0,-7 8 0 0,3 3-4 16,-2-2-2-16,3-11-1 0,-3 8 3 0,-9 5-2 15,2 2 8-15,-7 2 12 0,-1 2 3 0,3 7 3 16,7 20-1-16,-10 5-14 0,-7 1-6 0,-7-2-2 16,-4 0-11-16,-2-7 3 0,-2 0 2 0,3-2 2 15,-3-2 1-15,4-3 1 0,2-5-1 0,3-3 2 16,3-2-2-16,3-5-1 0,0 0-3 0,0-1 1 0,0 1-12 15,2-4 10-15,0 1-6 0,2 1 6 0,2-2-10 16,16 5-1-16,12-1-1 0,5-6-2 0,2-6-11 16,0-7-27-16,-2-2 0 0,0 12-11 0,4-27-16 0,2 2-13 15,3-9-99-15</inkml:trace>
  <inkml:trace contextRef="#ctx0" brushRef="#br0" timeOffset="60694.74">31130 8009 852 0,'0'-2'48'15,"0"-3"69"-15,0-14-53 0,0 8-3 0,0 4-5 16,0 5 2-16,0-2-12 0,0 0-6 0,0 3-3 16,0-1-1-16,2 0-13 0,0 0 10 0,0 2-1 0,0 0 4 15,-1 2-6-15,1 2-10 0,2 9 1 0,3 11-4 16,-1 3-3-16,-2 5-6 0,-1 0-1 0,7 5-1 15,-3 0 3-15,-1 4-5 0,-3 0 7 0,-3 1-6 16,0-3 4-16,2 2-7 0,0-2 2 0,0-5-1 16,5 5 11-16,3-10-14 0,-1 1 7 0,2 2-8 15,0-12 1-15,2 2 6 0,-5-3-1 0,16-10 3 0,-9-2-4 16,0 5 4-16,5-3-5 0,-2-5 6 0,5-4-3 16,-3-4 3-16,-3-5 1 0,0 5 0 0,-4-31-1 15,0 1 0-15,-2 1-1 0,-4-8 1 0,-1-2-7 0,-4-1 9 16,22-1-5-16,-11-1 7 0,-6 1-3 0,-5 2 9 15,-2-1 1-15,0-4 3 0,0-1 13 0,-2-3-9 16,0 2 3-16,0 13-5 0,1-4 10 0,-1 12-19 16,0 4 1-16,2-1-7 0,0 10-6 0,0 5-4 15,0-1-4-15,0 11-2 0,0-1-14 0,0-2-12 16,0 2-10-16,0 0-3 0,0 0-61 0,0 2-137 16,2 0-78-16</inkml:trace>
  <inkml:trace contextRef="#ctx0" brushRef="#br0" timeOffset="60998.93">31860 8321 1429 0,'0'0'24'0,"-2"-2"41"15,0 0-38-15,0 1 11 0,0-1 0 0,1-2 5 16,-1 0 6-16,2 1-14 0,0-7 2 0,2-1-8 0,3 0-10 15,1 4-13-15,1-3 3 0,12 7-6 0,-1 1 0 16,6-13-8-16,-1 7 0 0,-5 7-3 0,4 2 8 0,-1 9 6 16,-1 3-2-16,-7 5 3 0,4 18-1 0,-8-1 8 15,-7 0 1-15,20 2 1 0,-10 2 5 0,-7-3-1 16,-3-5-1-16,-2 1 0 0,-2-3 0 0,-2-6 5 16,3 3-3-16,1-10 3 0,0-8-4 0,0 7-7 15,0-12 3-15,0 3-6 0,3 5-4 0,1-7-3 16,7 3 1-16,17 6-1 0,4-9 3 0,1-6-3 15,4-7-1-15,0-10-1 0,4 14-7 0,0-25-41 16,4-5-5-16,3 5-14 0,0-2-41 0,4-8-299 0</inkml:trace>
  <inkml:trace contextRef="#ctx0" brushRef="#br0" timeOffset="62534.86">9219 5133 256 0,'-2'0'81'0,"0"-2"-34"0,-2 0 29 16,-16-5 5-16,-12-4-49 0,8 3-1 0,-2-1 26 15,-9-2-5-15,5 4 8 0,-9-3-21 0,2 3-8 16,2 3-1-16,0 2-2 0,-2 2 2 0,3 2-12 16,3 2 4-16,-3 5-7 0,3 4-2 0,1 2 8 0,2-11-10 15,0 33 9-15,0-4-11 0,4 14-4 0,0-5 10 16,4 5-8-16,-1 5 6 0,3-2-6 0,3 4-5 15,0-8 0-15,2-3-2 0,0 0 4 0,-2-6 1 16,4-2 1-16,4 2-4 0,3 6 3 0,2-4 1 0,-20 4 0 16,11 1-4-16,5 4 3 0,6 1-4 0,2 10 5 15,2-1 4-15,3 3 2 0,2 2 1 0,2-4-2 16,4-1-4-16,2-4-4 0,2-4 5 0,1-9-4 16,-18 2 4-16,29-8 5 0,5 0-9 0,4-5 8 15,3-2-9-15,7-2 11 0,6-10 4 0,13-1 1 16,-1-4 3-16,5-9-1 0,-3 0-3 0,-12 22 1 0,5-15-5 15,-5-9 5-15,5-9-9 0,4-8 6 0,5-5-10 16,15-6 4-16,-1 1 1 0,8-5-2 0,-1-1-9 0,-13 1 5 16,-6 30-1-16,-14-37 2 0,-5 0-6 0,-4 0 7 15,-5-2 1-15,-3 10 3 0,-2-5-3 0,-6 1 3 16,-5 0-1-16,-10-8 4 0,-3-1 7 0,-8-5 6 16,-2-4 1-16,5-5 1 0,-9-1 6 0,25-5-7 15,-19 1 6-15,-14-5-7 0,-8-7-1 0,-9-12 2 16,-8-4-5-16,28-4 5 0,-43 3 3 0,-1 10-5 15,-10 8-4-15,-11 12 0 0,-5 8-15 0,-23 6-5 16,-18 9-3-16,-9 13-2 0,-10 6-24 0,7 16-17 0,5-28-3 16,-9 36-8-16,-15 20-34 0,-9-18-168 0,1 61-62 15</inkml:trace>
  <inkml:trace contextRef="#ctx0" brushRef="#br0" timeOffset="70042.86">21310 6745 43 0,'-2'0'17'0,"0"0"15"0,0 0 42 0,0 0 4 15,1 0 5-15,-1 0-16 0,-2 0-47 0,0 0 11 0,2 0-18 16,1 0 4-16,-1 0-7 0,0 0 0 0,0 0-2 16,0 0-10-16,0 0 7 0,0 0-10 0,1 0 9 15,-1 0-12-15,0 0 10 0,0 0 1 0,0 0 3 16,0 0 3-16,0 0 7 0,-1 0 7 0,-1 0 0 15,0 0 29-15,1 0 10 0,-5 0-7 0,-5 0 8 0,-4 2 2 16,6-2-4-16,-5 1 4 0,3-1-5 0,2 0-6 16,-2 0-10-16,7 0 1 0,-1 0-4 0,-1 0-9 15,1 0-5-15,5 0-4 0,-2 0-1 0,0 0-22 0,1 0 0 16,-1 2-3-16,2 0 3 0,0 0 6 0,2 0-3 16,0 0 12-16,2 0-8 0,2-1 13 0,7 3-5 15,19 2 0-15,3-1 0 0,-1-1 10 0,-5-2-15 16,5 0 3-16,-6-2-6 0,-2 0 1 0,0 0 2 15,-5 0-7-15,-4 0 5 0,-4 0-8 0,0 0 5 16,-2 0 4-16,-3 0-3 0,1 0-5 0,-5 0-7 16,4 0-17-16,-4 0 3 0,1 0-58 0,1 0-79 15,-2 2-60-15</inkml:trace>
  <inkml:trace contextRef="#ctx0" brushRef="#br0" timeOffset="70229.59">21113 7098 883 0,'0'0'38'0,"0"0"1"0,0 0 27 0,0 0-5 0,0 0 1 16,0 0 10-16,0 0-7 0,2 0-2 0,0 0-3 15,0 0-8-15,1 0-18 0,23-2 6 0,15 2-11 16,-15 0 0-16,2-2-8 0,4 0-2 0,-12-2-2 0,8-1-2 16,-2 1-10-16,-2 0-2 0,2 2-3 0,-4 1-12 15,-5 1-33-15,0-2-13 0,-6 2-15 0,-2 0-120 16</inkml:trace>
  <inkml:trace contextRef="#ctx0" brushRef="#br0" timeOffset="70746.73">20060 6940 591 0,'0'-2'19'0,"-2"0"-3"0,1-2 9 0,-3-3 6 0,-7-15-6 15,1 5 18-15,3 2 3 0,0 0 4 0,1 0-2 16,0 2-3-16,3 2-6 0,1 4 1 0,0 1-1 16,2 2 3-16,0 1-2 0,0 1 3 0,-2-2-2 15,0 0-12-15,0 1-5 0,1 1-4 0,-1 0 2 16,0 0 0-16,-2 2 8 0,0 2 0 0,1 2 5 15,1 12 22-15,-4 20-22 0,1 12 2 0,-6 4-10 0,3 2-11 16,1 11-8-16,-1-8 3 0,6-3-5 0,-1 4 0 16,1-12 1-16,0 4-1 0,-22-3 1 0,9-3-10 15,11-1 0-15,4-4-3 0,4 2 4 0,7-4-2 0,2-5 4 16,2-1 1-16,-2-10 1 0,-7 1-1 0,20-7 6 16,5-6-3-16,6 13 3 0,2-9-2 0,6-7 7 15,3-8-6-15,10-7 5 0,5-10-12 0,4-5 1 16,-8-4 4-16,-3 21-1 0,-6-32-1 0,-6 0 5 15,-3 2-2-15,-9-4 4 0,-4 4 1 0,-6-6-4 16,-2 0-1-16,-5-3-1 0,0-2-1 0,-4-3 6 16,-5-4 0-16,-4 1 3 0,24-2-5 0,-17-1 2 0,-9 3-6 15,-7 5 5-15,-6-1 0 0,-2 8-1 0,-4 3 0 16,17-2 0-16,-29 7-1 0,-6 3 3 0,-2 5 1 16,-4 2-1-16,-5 3 0 0,-4 5 11 0,-2 3-5 15,2 7 6-15,-2 4-1 0,6-22-8 0,5 17 6 0,0 8-9 16,6 7-9-16,4 5-2 0,3 4 0 0,6-8 1 15,2 26-6-15,7 6-9 0,2 0-10 0,9 0-2 16,-20 7-65-16,11 8-306 0</inkml:trace>
  <inkml:trace contextRef="#ctx0" brushRef="#br0" timeOffset="76148.06">25547 5815 675 0,'0'-2'66'0,"0"0"16"0,0 0-40 15,2-2-38-15,3-9-6 0,8-7-28 0,-11 1 7 16,19 1 2-16,-5-5 4 0,-3-1 22 0,4-5 1 0,-8-5 2 15,-5-1-1-15,7-8 4 0,-7 0 6 0,0-1-4 16,3-2 6-16,15 3 4 0,-11-2-4 0,-7 8 2 16,-4 4-4-16,-5 1 2 0,-1 6-10 0,-3 2-4 15,-1 7 0-15,1 4 19 0,-6 8 5 0,-9 1 6 16,-4-13-6-16,1 8-9 0,1 9-3 0,-4 4-3 0,-2 7 0 16,-3 9-8-16,0-9 6 0,-4 32-1 0,-6 4 1 15,-5-3-4-15,0 8 5 0,-2-2 2 0,2-1-1 16,0 4 0-16,-6-6 7 0,2-1-1 0,0-1 3 15,6-3 2-15,3 5 8 0,5-4-1 0,2 1 2 16,3 1-10-16,5-3 4 0,4 7-7 0,0-5 4 16,6 6-24-16,1 2 5 0,3 0 0 0,1 6 2 0,2 3-3 15,-2-1-4-15,4 1 1 0,3-4-1 0,7 1 6 16,-27 1-3-16,15 1-1 0,7-1-1 0,6 6 7 0,9 0-10 16,6 2 1-16,4-2-2 0,1-2 6 0,-1-7-3 15,1-8-1-15,1-1 0 0,-1-10-4 0,-12 2 0 16,23-8 4-16,4-3-1 0,1-6 2 0,3-1-4 15,2-6 1-15,5-2-1 0,6-2 12 0,-4-6-10 16,2-1 6-16,2 22-7 0,-5-13 6 0,7-7-3 16,-8-6 0-16,-3-2 0 0,-2-4 3 0,-2-1-7 15,0-3 3-15,-2-1-4 0,0-2-5 0,-6 2-9 16,1-2-6-16,0-2 3 0,-3 1 0 0,1-3 14 0,-2 0-6 16,-4 13 7-16,0-27-8 0,4 1 10 0,2-13 0 15,-3-9 4-15,1 6 5 0,-5-17-4 0,-5 3 3 16,-3 5-3-16,-4-5 5 0,-2 3-8 0,-7-3 2 15,26 1-4-15,-17-2 6 0,-11-6 4 0,-11-2-1 0,-13-16 1 16,2-3-6-16,-8-14 0 0,0 0 4 0,1 11-1 16,27 0 5-16,-28 17 6 0,-2 7-7 0,1 0 8 15,1 2 6-15,-1 11-9 0,-1-1 3 0,-1 12-7 16,-3-1-3-16,3 1 8 0,-4 4-1 0,-2 4 4 16,-2 10-4-16,-4 3-13 0,-7 7 6 0,6 2-7 0,-8 2 2 15,-2 7 2-15,-1-23-9 0,-4 15 7 0,1 12-1 16,6 10-13-16,4 6 11 0,4-10-12 0,1 44 2 15,8 13 2-15,-2 4-9 0,4 11 6 0,3 0-16 16,1-2-54-16,8 8-20 0,7-1-35 0,5 5-293 16</inkml:trace>
  <inkml:trace contextRef="#ctx0" brushRef="#br0" timeOffset="77106.88">29565 4895 387 0,'-2'0'33'0,"0"0"4"0,-15-3 15 16,-14-7-21-16,3 3 8 0,2 1-20 0,0 1 40 15,2-1-2-15,0 4 13 0,0 2-18 0,0 2-11 16,-1 2-1-16,-1 2 1 0,-3 3 12 0,1 2-12 16,0 2 6-16,0 0-9 0,-3 4-4 0,-1-15-10 15,2 25-9-15,1 5 3 0,1 3-8 0,4 8 2 16,-2-4 0-16,3 15 0 0,-5 3 0 0,-1 1-7 0,5 11 1 16,-1-14-4-16,7 3 2 0,-1-2 9 0,1-4 0 15,5 3 3-15,2-1-4 0,7-2-6 0,-2-2 0 16,5 2-1-16,-25 0 3 0,11 2-6 0,9 4 2 15,8 3-4-15,5-2 3 0,6 3-3 0,4-9-1 16,2 1-1-16,3-2 3 0,-20 0-4 0,27-2 6 16,7-7-5-16,-5 0 3 0,1-2-1 0,1-2-7 0,6-2 5 15,-2-2 4-15,2-1-2 0,4-1 0 0,-6-2-2 16,6 3 0-16,0-4 2 0,3-4 0 0,4-2 2 16,6-6-3-16,7 1-6 0,6-2 6 0,-4-8-5 15,5 2 7-15,-8-5-1 0,-9 18 2 0,3-15-1 16,-9-9 6-16,-1-9 3 0,6-6 4 0,-4-7 1 15,6 18 17-15,5-37-9 0,-1-7-5 0,14-1 1 0,1-4-10 16,1-1 7-16,-3 0-3 0,-8 2 3 0,-6-2-14 16,-12 2 10-16,1-5-7 0,-12-8 8 0,-3 3-8 0,-5-6 12 15,-2 4 8-15,-3 5 1 0,-6-8 21 0,-4 6-14 16,-7-2-1-16,23-2-2 0,-19-2 6 0,-10-2-3 16,-11-1-1-16,-7-10-4 0,-8-6-22 0,-6-6 4 15,29-5-8-15,-40 14 7 0,-10 6-6 0,-7 14-12 16,-6 11-7-16,-10 17-6 0,0 9-42 0,-8 13-61 15,3-20-19-15,1 31-35 0,-7 20-257 0</inkml:trace>
  <inkml:trace contextRef="#ctx0" brushRef="#br0" timeOffset="80339.53">12546 7491 60 0,'0'-2'0'15,"0"0"11"-15,0-5 114 0,0-13-26 0,0 1 5 0,0 2-48 16,0 4-3-16,0 0 11 0,0 2 1 0,0 2 8 16,0 1 11-16,0 5-26 0,0-1 1 0,0 0-12 15,0 2-17-15,0 1 0 0,0-1 1 0,0 0 0 16,0 0-1-16,0 0-6 0,0-1 2 0,0-1-3 15,0 0 3-15,0 0-10 0,0 3-4 0,0-1-1 0,0 0 0 16,0 0-5-16,0 0 2 0,0 0-3 0,0 0 1 16,0 2-1-16,0 0 0 0,0 0 1 0,0 2 5 15,0 0-6-15,0 2 8 0,0 3-8 0,2 15 4 16,2 4 6-16,1 2-4 0,3 6 4 0,-1 3-11 0,2 4 4 16,3 5-4-16,-1 4 4 0,-2-3-6 0,2 7 5 15,-3-4-2-15,3 9 1 0,-2 4-9 0,0-5 3 16,-1 1-1-16,-5-9 1 0,1-1 0 0,2-5 5 15,-1 1-4-15,3-6 5 0,-1 0 0 0,-1-6-2 16,1 2 9-16,-3-5-4 0,1 4 26 0,1-3-8 16,0-7 3-16,-3-1-6 0,-1-5-7 0,0 1-1 0,-2 5-1 15,0-6 1-15,2-1-4 0,-2-4-7 0,0-5 3 16,0 5-4-16,0-6 3 0,0-1-5 0,0 1-3 16,0-3-1-16,0-1-13 0,0 1-3 0,0-2-15 15,0 0 4-15,0 0-51 0,0-1-68 0,0 1-2 16,0 0-28-16,0-2-56 0,0 0-30 0</inkml:trace>
  <inkml:trace contextRef="#ctx0" brushRef="#br0" timeOffset="81133.89">12661 7785 166 0,'0'0'55'0,"0"0"-4"0,0 0 42 16,0-2-2-16,0 0-2 0,0 0 6 0,-2 0-4 0,1 0 3 15,-1 0-6-15,0 1-25 0,0-1-14 0,0 0-3 16,0 0-3-16,0 0-13 0,1 0 0 0,-1 0-5 16,0 1 4-16,0-1 3 0,0 0-7 0,2 0 0 15,0 0-3-15,0 0-6 0,0-1 3 0,0-1-4 0,0 0 1 16,2 0-16-16,0 1 6 0,2-1 1 0,12-7 3 16,14-6-6-16,5 4 3 0,-3 4-3 0,3 0 3 15,4 1-1-15,-5 1-5 0,5-1 1 0,-8 3-1 16,2 1 0-16,1 2 4 0,-6 0-3 0,3 0 2 15,-3 1-11-15,2-1 12 0,1 2-5 0,3-2 7 16,-3 2-12-16,1-2 9 0,1-2-3 0,-1 1 8 0,7-1 8 16,2 0 14-16,2 0-7 0,-3 1 7 0,-1-1-18 15,-1 0-1-15,-3 1 1 0,0-1-2 0,-9 0-5 0,4 0 1 16,-8 1-1-16,-2 1 1 0,-1-2-5 0,-4 2 2 16,-2 0 2-16,2 1-1 0,-4 1 3 0,0 0-4 15,-2 0 0-15,-1 0-1 0,-3 0-4 0,1 0 4 16,-2 0 2-16,-1 0 2 0,1 0 1 0,-2 0-3 15,0 0 0-15,1 0 0 0,1 0 5 0,0 0-7 16,0 0 2-16,-1 0-3 0,1 0 9 0,-2 0-5 16,0 0 6-16,0 0-3 0,-1 0 16 0,1 0 2 0,0 0-4 15,0 0 1-15,0 0-12 0,0 0-1 0,0 0 0 16,-1 0-1-16,1-2 2 0,0 0-10 0,0 0 3 16,0 0-5-16,-2 0 5 0,0 0-4 0,0-1 1 15,0-1-2-15,0-5 2 0,0-8 3 0,2-2-3 0,-2-1 1 16,0-2-5-16,0-1 3 0,0-1-3 0,-2-5 2 15,0-3-6-15,-2-5 6 0,-3 0 4 0,-1-8-1 16,-1-1-3-16,-2-12 4 0,0-3-9 0,-4-4 8 16,2-4-2-16,2 6-5 0,-2-4 8 0,2 0-7 15,0 4 2-15,1 4-1 0,3 1 2 0,-2 1 0 16,3 3 1-16,0 4-1 0,1 5-1 0,1 3 1 0,2 6-2 16,0 1 2-16,2 5-2 0,0 15 2 0,0 4 1 15,0 4-1-15,0 3 0 0,0 0-2 0,0 1-17 16,0-1-4-16,0 0 0 0,2 2 1 0,0 1 11 0,0 1-24 15,0 0 1-15,0 1-14 0,0 5-56 0,9 31-157 16,-4 2-67-16</inkml:trace>
  <inkml:trace contextRef="#ctx0" brushRef="#br0" timeOffset="82050.66">12678 8459 861 0,'0'0'7'0,"0"0"1"0,0 0 9 16,0-2 0-16,2 0 2 0,0 0 21 0,0 0 1 15,-1 0-1-15,3-1 0 0,7-7-10 0,2 1-18 16,4-2 0-16,3-2-7 0,-1 2-3 0,1 1 3 16,1 3 1-16,-1 1 0 0,-1 3 5 0,5-1 10 0,-2 2-2 15,-3 0 4-15,-1 2-2 0,-1 0 13 0,0 0 1 16,1 0 3-16,3 0-9 0,-5 0-6 0,5 0-1 16,1 0-1-16,-1 0 2 0,3 0 1 0,0-2-7 15,7 1 4-15,3-1-15 0,1 0-3 0,2 0 3 16,2 2-4-16,0 0 4 0,6 0-6 0,-10 2 0 0,4 2 0 15,-2 1 3-15,-7-1-4 0,1 1 3 0,-6-1-3 16,-1 0 2-16,-2 0 2 0,-3-1 1 0,-3-1 1 16,-3 0 5-16,-5-2-10 0,3 2 2 0,-6-2-4 15,3 0 5-15,-3 0 0 0,1 0 5 0,-2 0-4 16,-2 0 1-16,1 0-1 0,-1 0 0 0,2 0 1 16,0 0-2-16,-1 0 0 0,1 0-5 0,-2 0 2 0,0 0-5 15,0 0-10-15,-1 0-5 0,1 0-4 0,0 0-46 16,0 0-16-16,0 0-5 0,-2 0-2 0,0 2-25 0,0 0 25 15,0-1-6-15,0 1 17 0,0 0 22 0,-2 0 39 16,0 0-1-16,0 0 14 0,0 0 4 0,2-1 5 16,0 1 2-16,0 0 3 0,0 0 11 0,0 0-1 15,0-2-2-15,0 0 0 0,0 0 6 0,0 0-2 16,0 0 5-16,-1-2-5 0,1 0 3 0,-2 0 2 16,2 0 1-16,-2 1 1 0,0-1 12 0,0 0 16 15,2 0-4-15,0-2 7 0,-2 1-2 0,0-1-6 16,1 2 5-16,-1-2-6 0,2 2-4 0,-2 1-9 0,0-1-3 15,0 0-2-15,2 0-14 0,0 0 5 0,0 0-6 16,0 0 6-16,0 2-8 0,0 0-6 0,0 2 5 16,2 0-4-16,0 2 4 0,7 18-6 0,2 13-3 15,0 4 1-15,2 12 10 0,-1 2 0 0,1 7 6 16,1 7-5-16,-1-6 2 0,0 8-4 0,2-4-5 0,-2 1 1 16,0 5-11-16,0 1 8 0,0 1-3 0,2 7 5 15,0-2-6-15,-2 5 1 0,0 3 2 0,0-5-1 16,-2 3-2-16,0-1-1 0,-1-5 4 0,-1 2-3 15,0-7 7-15,0 1-6 0,1-4 1 0,-1-6-2 16,0 2 3-16,1-6 0 0,-1-12-4 0,0-1 2 0,0-10-5 16,-1-6-6-16,-1-3-5 0,-3-13-3 0,0 0-50 15,-2-6-118-15,-2-7-41 0</inkml:trace>
  <inkml:trace contextRef="#ctx0" brushRef="#br0" timeOffset="82591.75">13237 8271 555 0,'-2'0'26'0,"0"0"28"0,0-2-20 15,0 0 14-15,1 0-6 0,-3 1 11 0,0-1-7 16,0 0-10-16,1 0 4 0,-1 0-6 0,0-2-4 0,1 1-1 15,-1-1-2-15,2 0 3 0,0 1 7 0,-2-3 8 16,3 2-2-16,-1-1 5 0,-4 3-1 0,4 2-9 16,0 0-2-16,1 0-4 0,-1 0-11 0,-2-4-11 15,0 0 5-15,1 1-8 0,-1 1-4 0,2 0 10 16,0 0-9-16,0 0 10 0,2 2-12 0,0 0-2 16,0 0-1-16,0 2-1 0,2 0 0 0,0 0 5 15,0 0-1-15,2 1 3 0,9 7-11 0,5 3 15 0,3 0-6 16,-3-2 9-16,3 0-14 0,-1 0 7 0,2 2 2 15,2 0 3-15,-1 0 1 0,-1-2 4 0,-3 0-2 16,-3 1 3-16,-5-5-3 0,1 0 10 0,-7-5 1 16,3 8 4-16,-3 1 11 0,-3-4-7 0,-2 6-4 15,0-4-1-15,-4 6-10 0,-5 0-6 0,0 4-1 0,-21-4-3 16,-5 3-12-16,3-1-9 0,-1-4-4 0,3 7-5 16,2-5-41-16,4 6-97 0,0-3-28 0,3-5-42 15,3 7-282-15</inkml:trace>
  <inkml:trace contextRef="#ctx0" brushRef="#br0" timeOffset="84306.68">12539 7970 84 0,'0'0'37'0,"0"0"-4"0,0 0 60 16,0 0-1-16,0 0 5 0,0 0-24 0,0 0-16 16,0 0-6-16,0 0-2 0,0 0-14 0,0 0 0 0,0 0-1 15,0 0 1-15,0 0-7 0,0 0-1 0,0 0-1 16,0 0 0-16,0 0-7 0,0 0-6 0,0 0 3 0,0 0-2 16,0 0 17-16,0 0-4 0,0 0-2 15,0 0 0-15,0 0-4 0,0 0 5 0,0 0 0 0,0 0 3 16,0 0 1-16,0 0-3 0,0 0 0 0,0 0 0 15,0 0 5-15,0 0-6 0,0 0-1 0,0 0-2 16,-2 0 0-16,0 2-10 0,0 0 9 0,0 0-10 16,0 0 8-16,1 0 0 0,-3-1 0 0,0 1 1 15,-5 4 6-15,-2 1-5 0,-2 2 2 0,-2 1-2 16,2-1 8-16,2-2-7 0,-4 3 2 0,0-1-3 0,2-2 5 16,0 1-9-16,2-3 5 0,0 1-6 0,0 0 8 15,-1-3-5-15,1 1-6 0,0 0 2 0,-2-1-6 16,6-1-6-16,-3 2 6 0,-1 0-6 0,2-2 6 0,-4 1-6 15,2 1 1-15,2-2-2 0,-1 2 8 0,1-3-9 16,-8 3 3-16,-3 0-4 0,14-4 1 0,-3 2 2 16,5-2 3-16,1 2-2 0,-1-1 2 0,2-1 1 15,0 0-1-15,-7 0 0 0,5 0-7 0,1 0 4 16,-1 0-4-16,0 0 5 0,0-1-6 0,3-1 4 16,-1 0 0-16,0 0 3 0,-2-2-4 0,4 2-2 0,-9-11-1 15,0-1 1-15,1-1 6 0,-1-2-3 0,0 0 0 16,-3-3-2-16,3 1-4 0,-2-1 3 0,2 1 1 15,-1-3 1-15,3 0-3 0,1 5 4 0,-3-9-2 16,2 4 5-16,-3-2-4 0,-3-2-3 0,0 0-2 0,-1-2 1 16,-1 0 2-16,0-2 2 0,6 6 2 0,-1 2-2 15,1 1-2-15,-2-1-4 0,0 0 4 0,1 3-3 16,1-1 3-16,0 1-2 0,1 4 4 0,3 1-2 16,-1 1 8-16,1 1-9 0,-1 1 1 0,2 2-3 15,-1-2 2-15,-1 0 1 0,3 1-3 0,-1 1 3 16,-2-2 4-16,3 4-3 0,-3-5 1 0,2 5-1 0,-1-2-1 15,-1-1-2-15,1 1 3 0,-1-2-3 0,0 2 5 16,3 1 1-16,-1-1-4 0,2 4 2 0,-3-7-1 16,-1 3-5-16,2 2 5 0,1-1-5 0,3 6 5 0,-2-1 2 15,0-1-1-15,0 0 0 0,0 1-2 0,0-1 0 16,0 2 0-16,1 0 0 0,-1 0-2 0,0 0-4 16,0 1-1-16,0-1 0 0,0 0 0 0,0 0 6 15,1 2-1-15,-1 0 1 0,0 0-3 0,0 0 3 16,0 0-1-16,0 0 1 0,0 0-3 0,1 0 5 15,-1 0-1-15,2 0 2 0,0 0-5 0,0 0 5 16,0 0 4-16,0 0 0 0,0 0-4 0,0 0 0 16,0 0-3-16,0-2 3 0,0 0 4 0,0 0-3 0,0 1 2 15,0-1-3-15,0 0-1 0,0 0-1 0,0 0 1 16,-2 0-1-16,0 0 1 0,0 2-10 0,0 0 1 16,0 0-5-16,1 2 9 0,-1 2 0 0,-4 7 1 0,-5 15 0 15,2 0 3-15,3-5-5 0,1 3 0 0,3-6-1 16,0 1 2-16,2-6 4 0,0 0 0 0,0-4 1 15,0-2 5-15,0-1-7 0,0-4 1 0,2 2-3 16,2-1 3-16,-1-1 13 0,3 0-3 0,5 2 6 16,0-4-14-16,-2-2 2 0,-1 0 2 0,-1-4-1 15,4 1 5-15,-3-17-2 0,-1 1-3 0,-3-1 1 16,0 2-7-16,-3 1 4 0,14-1 0 0,-7 5 3 0,-3 0-2 16,-1 0 4-16,-4 6-2 0,0 1 4 0,0 6 6 15,0 1-4-15,0-3 3 0,-4-2-4 0,2 3-1 0,-3-1-1 16,-10-4 3-16,2 5-3 0,0 1-3 0,2 0 0 15,-2 2-5-15,4 0 4 0,-1 0-4 0,5 0-2 16,-1 0 2-16,3 0-1 0,1 0-2 0,0 0-3 16,0 0-4-16,-2 2 2 0,1 0-3 0,1 1-51 15,0 1-21-15,2-2-20 0,-2 7-141 0,2 10-332 16</inkml:trace>
  <inkml:trace contextRef="#ctx0" brushRef="#br0" timeOffset="85899.95">11269 9392 279 0,'0'0'40'16,"-2"0"-1"-16,0 0 11 0,0 0 9 0,-2 0-12 16,3 0 40-16,-12 0-9 0,1 0 6 0,5 0-8 15,0 0 13-15,-3 0-20 0,5 0-2 0,1 2-8 16,0-2-22-16,1 0-21 0,-1 0 7 0,2 0-11 15,0 0 10-15,0 0 8 0,2 0 2 0,2 0 0 16,0 0-1-16,5 0-20 0,19 0 1 0,2-2-7 0,6 2 1 16,-5 0 2-16,3 0-5 0,0 0 3 0,-6 0-5 0,1 0-3 15,3 2 3-15,2 4-2 0,1 3 6 0,4 2-5 16,2 2 0-16,4-2-3 0,3 2 3 0,4 0 2 16,12 2 3-16,1 4-1 0,4-4 4 0,1 0 5 15,-8-1 0-15,-6-2-1 0,-2 2-11 0,-10-4 12 16,1 1-5-16,0 0 7 0,1-2-2 0,1 1-10 15,3 1 7-15,4-4-8 0,2 4 14 0,0-3-1 16,-2-1-3-16,-4 1 0 0,0 1-11 0,-1 2 4 16,-3 0 0-16,-3 0 1 0,-5 0 1 0,-7 1-1 0,-1 1 2 15,-4 0-1-15,0 0-2 0,-1 1 2 0,1 1-5 16,-2-13 6-16,2 15 3 0,-2 0-7 0,3-1 6 16,-1 1-6-16,0 0 14 0,0-3-7 0,-2-1 4 15,1-1-7-15,3 1-4 0,0 0 2 0,0-4 0 0,3 2 1 16,1 0-7-16,-2-2 8 0,3 3-8 0,-5-3 9 15,-5 2-4-15,-3-4-2 0,3 5 1 0,-3-5-2 16,3 2-3-16,-1 4 0 0,2-2-1 0,-7 1 3 16,6 4 7-16,-6-3-6 0,-4 2-2 0,4 0 0 15,-1-8-4-15,-4 1 5 0,3 5 3 0,-4-9 0 16,0 3 0-16,1 2-3 0,-1-5 3 0,0 3-2 0,2 1 3 16,0-3-6-16,1 1 2 0,-3-2-1 0,2-2 5 15,-4 5 10-15,5-5-8 0,-3 7 8 0,2-5-11 16,-2 0 2-16,1 5 1 0,-1-5 0 0,0 7 0 0,-1-6 0 15,-3 1-2-15,1 3 0 0,-1-7-2 0,-1 2 8 16,2-2-3-16,-3-1 4 0,1 1-6 0,0 0-2 16,-1 0 1-16,1 0 0 0,-2-2 6 0,2 2-5 15,-2-2 4-15,-1 0-4 0,3 2 3 0,-2-2-4 16,2 3 0-16,-1-1-1 0,1 0 5 0,0 0-4 16,0 0 0-16,-3 0-2 0,1-1 1 0,0 1-1 15,0 2 3-15,0-2-3 0,0 0 3 0,0 0 1 16,-1-1 0-16,1 1 0 0,0 0-5 0,0 0 0 0,0 0-2 15,0 0 0-15,0 0-3 0,-1-1 2 0,1 1 1 16,0 0-1-16,0 0-18 0,0 0-81 0,0 0-29 16,0-2-32-16,-1 0-244 0</inkml:trace>
  <inkml:trace contextRef="#ctx0" brushRef="#br0" timeOffset="89649.93">13933 6708 119 0,'0'0'0'16,"0"0"74"-16,-2 0 15 0,0 0 27 0,1 0 17 0,-1 0-46 16,-2 0 2-16,0 0-3 0,1 2-2 0,-3-2-3 15,-1 1-18-15,-1 1-6 0,-1 0-3 0,5-2-1 16,0 0-21-16,3 0-7 0,-3 2 2 0,0 0-4 16,0 0 2-16,1-1-12 0,1 1-1 0,0 0-2 15,0 0-2-15,0 0 8 0,0 0-6 0,1-2 7 16,-1 2 0-16,0-1-5 0,0 1 5 0,0 0-6 0,0 0 9 15,2 0 1-15,0 0 2 0,0 0-1 0,0-1 1 16,0 1-3-16,0 0-7 0,0 0 3 0,0 0-8 16,0 0 8-16,0-2 0 0,0 2 1 0,0-1-9 0,2 1 1 15,0 0-7-15,0 0 4 0,2 0-11 0,3 0 6 16,12 1 0-16,3 1 2 0,2 0 2 0,8 0-5 16,1-1-1-16,4 1-2 0,13 2-1 0,2-3 3 15,2-1 2-15,2 0-1 0,1 0 1 0,-5-2-1 16,4 2-1-16,-6 0-1 0,-11 1 8 0,-4 3-6 15,-3-1 0-15,1 7-3 0,-3-3 7 0,0 2-4 16,0 2 0-16,-1 2-2 0,-1 0 4 0,-2-2-4 16,0 2 6-16,0-1-4 0,2 1 1 0,0 0 1 0,1 0-4 15,7 0 2-15,-7-4 4 0,7 2-5 0,-7-4 5 16,1-1-5-16,4 1-2 0,-5-3 4 0,1-3-2 16,-6-1 3-16,-2-2 3 0,3 0-4 0,-5 0 3 0,-3 0-3 15,1 2 1-15,-5-2-2 0,-2 0 0 0,1 0 1 16,-1 0 5-16,0 2-3 0,0 0-3 0,0 0 0 15,0 1-6-15,-1 1 7 0,-1 0 2 0,0-1 1 16,0 1 0-16,1 0-3 0,-3 0 5 0,2 1-4 16,1 1 1-16,1-1 4 0,0 1-5 0,0-2 5 15,4-1-10-15,2 1 7 0,-3-2-4 0,3-2 7 0,-2 0-7 16,0 0 3-16,0-2-3 0,-2 0 3 0,0 0 3 16,0 0-6-16,0 1 2 0,-6 1-3 0,1-2 6 15,-7 2 3-15,3-2-3 0,0 0 0 0,0 0-8 16,-1 0 9-16,-1 0-4 0,0 1 5 0,0-1-4 0,0 0-2 15,0 0 8-15,-1 0-8 0,1 0-1 0,-2-1 5 16,0-1-5-16,0-4 5 0,0 3-8 0,0 1 3 16,0 0-1-16,0-1 2 0,-2-4 7 0,2 5-6 15,-1-2 0-15,-1 3-2 0,0-1-2 0,-2 0 5 16,0 2 1-16,-7-3 1 0,0-1 2 0,-4 1-2 16,0 1 2-16,1 2-3 0,1 2-6 0,1 2 7 0,-1 3-2 15,4 1 4-15,-2 1-5 0,4 1 4 0,1 7-5 16,2-2 5-16,1-4-9 0,1 2 4 0,0-2-2 15,-7 4 2-15,1-1-6 0,6-9 8 0,2-1-3 16,0 0 5-16,-2 4-10 0,2-3 6 0,0 1 2 16,0 0 1-16,0-1 0 0,0-1 0 0,2 0-1 0,0 0 2 15,0-2 5-15,0 0 1 0,0-2-2 0,0-2 0 16,3-9-9-16,3-5 8 0,-5 3-5 0,3-4 5 16,-6 14-3-16,2-8-1 0,-2 7 8 0,0 4-4 15,0-5 6-15,-2 3 3 0,0 1-9 0,0 1 7 16,0 0-11-16,0 2-3 0,1 0 0 0,-3 0-1 0,0 2 3 15,2 0-6-15,0-1 6 0,1 1-7 16,-1 2 4-16,0 0-13 0,0-1-4 0,2 1-11 0,2-2-90 16,0 0-413-16</inkml:trace>
  <inkml:trace contextRef="#ctx0" brushRef="#br0" timeOffset="93816.46">22047 11448 686 0,'-2'-2'0'0,"0"-2"11"15,-3-3 99-15,-8-14-44 0,3 5 4 0,1 1-53 16,-2-2 3-16,5 8 20 0,1 0-8 0,1 3 11 16,-3 0-8-16,-14-7-4 0,3 4 6 0,1 4-8 0,-2 1-12 15,-1 4 16-15,-6 5-7 0,0 8 11 0,2-3 0 16,-2 31 3-16,0 5-1 0,2 4 0 0,2 0-10 0,5 0-14 15,4 2 3-15,4-1-6 0,1-5 4 0,-16-3-2 16,13-6 1-16,7-11-1 0,4 0-5 0,0-6 3 16,4-1-3-16,0-10 4 0,3 0 6 0,6 1 14 15,11 1-2-15,4-4 6 0,2-9-11 0,-1-9-15 16,12-11 1-16,2 5-5 0,-6-22-1 0,0-5 0 16,-7 1-4-16,-8 0 3 0,0 1-5 0,1 3 5 15,-5 1-2-15,-1 1 2 0,0 4-7 0,-10 3 6 16,4 4-3-16,-7 2 4 0,9 5-1 0,-6 6 20 0,-3 6-6 15,-2 3 10-15,0 1-10 0,0-1-18 0,0 0 1 16,-1 2-7-16,1 0-5 0,0 2 3 0,0 2 6 16,0 2-3-16,7 22 2 0,0 7 3 0,1 1-2 15,-1 5 3-15,4 5-2 0,-2 1-1 0,0 7-3 0,0-4 2 16,1 6-1-16,-1 4 2 0,-2-5 2 0,-2 1-1 16,-1-4 4-16,-4-5 1 0,0 0-2 0,-2-6 1 15,0 0 1-15,-4-8 4 0,-2 3 9 0,-1-8-4 16,-2 0 9-16,-2-2-2 0,-2-4-2 0,9 1 0 15,-28-3-7-15,6-3-5 0,-3-2-3 0,1-2 1 16,0-2-3-16,-4-1 3 0,8-1 0 0,-4-3 0 0,10 2-7 16,3-3-25-16,-2 1-1 0,15 0-11 0,-1-1-37 15,-1 1-73-15,0 0 0 0,2-1-25 0,0 1-16 16,2 0-71-16,0-2-20 0,4 0-11 0,20 7 19 0</inkml:trace>
  <inkml:trace contextRef="#ctx0" brushRef="#br0" timeOffset="94021.56">22714 12049 255 0,'1'-1'102'0,"-1"-5"138"0,4-13-81 0,-2 8-53 16,-2 6 15-16,2-1-24 0,-2 4 28 0,2-1-25 0,0-1-9 15,-2 2-8-15,0 0-55 0,0 0 6 0,0 2-4 16,0 2 4-16,0 0-8 0,0 2 0 0,0 18-2 16,-2 2 0-16,0 2-10 0,-2 4-3 0,0 0-6 15,1-3 3-15,-1 3-6 0,0-2-2 0,1-4 0 0,-3 0-5 16,0-1-13-16,1-3-16 0,1-1-6 0,2-3-11 15,2-3-92-15,0-3-69 0,0-7-6 0,0-1-15 16,2 2-8-16</inkml:trace>
  <inkml:trace contextRef="#ctx0" brushRef="#br0" timeOffset="94170.69">23057 11892 516 0,'0'-2'144'16,"0"-2"-4"-16,2-5-4 0,0-2-11 0,0 3-45 0,0-1-23 15,-1 1 17-15,1 5 4 0,0-1 0 0,0 2-19 16,0 0-26-16,0 2 5 0,0 0-9 0,-1 2 12 0,1 2 7 15,11 26-10-15,-4 3 7 0,-1 4-26 0,-3 2 4 16,1 6-10-16,-2-4 7 0,-2-2-15 0,1 0 0 16,-1-6-1-16,0 2 0 0,-2 4-8 0,0-3-7 15,0-3-6-15,2-1-3 0,0-5-45 0,1-2-150 16,1-9-24-16,0-5-61 0,0-3-263 0</inkml:trace>
  <inkml:trace contextRef="#ctx0" brushRef="#br0" timeOffset="94378.6">23713 11717 1499 0,'0'0'60'0,"0"0"-76"0,0 0 69 0,0 0-36 16,0 0-12-16,0 0 27 0,0-2 2 0,0 0 9 15,1 1-2-15,1-1-15 0,0 0-11 0,4 0 2 16,12-7-14-16,6 1-5 0,0 3-2 0,-1 1-4 15,-1 2-18-15,-3 2-102 0,-3 0-7 0,-3 0-45 16,2 4-134-16</inkml:trace>
  <inkml:trace contextRef="#ctx0" brushRef="#br0" timeOffset="94536.95">23772 12185 897 0,'0'0'154'0,"-2"0"43"0,0 0-106 16,0 0-77-16,2 0-19 0,0 0 9 0,2 0 10 15,0 0 0-15,0 0 2 0,20-2-7 0,4-3-2 16,2-3-9-16,4-5 2 0,1-4-24 0,4 1-43 16,4 12-27-16,5-28-10 0,-3-1-124 0,9 1-72 0</inkml:trace>
  <inkml:trace contextRef="#ctx0" brushRef="#br0" timeOffset="94798.11">24691 11544 584 0,'0'0'129'0,"0"0"211"16,0 0-254-16,-2 0-57 0,0 0-8 0,0 0-9 15,1 2 6-15,-1 0 23 0,-2 2 1 0,-3 5 8 16,3 15 16-16,-11 2-17 0,2 4 10 0,2 2-15 16,2-1-4-16,1 6-13 0,1-5-2 0,1-6-2 15,4 3-1-15,-13-6-5 0,6-1 0 0,5-3-1 16,4-5-1-16,0-2 14 0,4-1-4 0,0-6 7 16,1-3-14-16,21 15 1 0,4-6-7 0,4-5 5 0,1-6-13 15,4-4 3-15,2-5-3 0,5-8 3 0,4-4-2 16,2-5 8-16,-2 17 0 0,-3-26 3 0,-1-2 1 15,-5-2-8-15,-4 4 2 0,-9-3-5 0,-6 1 1 0,-7 4 1 16,0 1 1-16,-9 3-1 0,12-3 0 0,-7 4 9 16,-7-3-3-16,-6 5 4 0,-5 0-5 0,-8 1-17 15,-6 7 4-15,-27 5-8 0,-6 4 1 0,-9 5-45 16,-2-24-22-16,-2 15-17 0,1 15-155 0,10 7-282 16</inkml:trace>
  <inkml:trace contextRef="#ctx0" brushRef="#br0" timeOffset="95512.43">27799 10969 800 0,'-2'-2'20'0,"0"-2"38"0,-5-7-51 0,-4-9-2 0,0-3 7 16,0 5 0-16,-1-3 55 0,1 3 17 0,0-1 5 15,2 3 2-15,-2-1 17 0,3 4-18 0,-1 0-3 16,7 5-10-16,-13 5-52 0,2-7-15 0,0 3-5 16,-5 0 0-16,-1 5-5 0,-3 4 3 0,-8 7 0 15,4 6 0-15,-7-4 2 0,-2 26-1 0,-1 2 3 0,-1 4-2 16,4-1 5-16,-1 5 2 0,6 1-1 0,6-7 1 15,4-4 5-15,5-7-5 0,3-6 6 0,8 2-5 16,-12-6 6-16,8-3 1 0,4-2 0 0,2-6 2 16,0-7 5-16,0 0-10 0,19 11 3 0,10-4-6 15,9-5 0-15,1-10-11 0,5-7 5 0,-1 11-7 16,-2-35 8-16,-4-9-6 0,-6 3 0 0,3 4 0 0,-6 2 6 16,-4 7-7-16,-4-1 0 0,-3 7-2 0,0 7 5 15,-8 4 8-15,0 2 6 0,-5 5-1 0,-2 4 8 16,0 2-17-16,-1 0-5 0,3-1-2 0,-2 1-1 0,2 0-1 15,-2 0 1-15,1 1-2 0,1 18-3 0,-2 16 5 16,2 2-1-16,-3 2 3 0,3 4-6 0,2 4 4 16,-1-12-2-16,1 4 2 0,1-4-1 0,1-7 1 15,-1 9-2-15,1-5 0 0,-3-3 2 0,-1-3-2 16,-2-2 7-16,13-1-6 0,-6-1 5 0,-4-3-4 16,-3-1 3-16,-2 1-2 0,-3-3 8 0,-3-1-1 0,-3 2-1 15,5-2 0-15,-18-2 0 0,-2-2 1 16,-1-2-3-16,-1-1 2 0,0-3-9 0,4 1 3 0,-4-1-2 15,2-1 3-15,-2 2-1 0,6-1-7 0,1-1-4 16,4 2-3-16,2-5-28 0,6 5-77 0,5-2-6 16,-4-2-32-16,5 3-98 0,-3 1-127 0</inkml:trace>
  <inkml:trace contextRef="#ctx0" brushRef="#br0" timeOffset="95734.98">28354 11299 1172 0,'0'0'53'0,"-2"0"105"0,1 0-145 16,-1 0 58-16,0 0-17 0,-2 0 30 0,0 0-27 0,1 0-10 15,-3 0 0-15,1 0-4 0,-5 4-2 0,3 2-13 16,5 7 1-16,-4 13-6 0,-12 1-9 0,7 3 0 16,1 0-1-16,3 0 1 0,0-1-4 0,-1 1-2 15,3 0-7-15,1-1 5 0,0-1-7 0,2-4-15 16,2-1 1-16,-2-5-10 0,2-5-42 0,0-2-154 15,0 2-2-15,0-7-68 0,2 3-166 0</inkml:trace>
  <inkml:trace contextRef="#ctx0" brushRef="#br0" timeOffset="96060.8">28460 11288 976 0,'0'-2'167'0,"-2"0"33"0,0 1-85 0,1-3-69 0,-1-4-28 15,0-3-3-15,0 2 52 0,2-2-7 0,0 0 19 16,2 1-19-16,-2 9-24 0,0-1 2 0,2-2-10 16,9-5-19-16,4 1 1 0,1 5-7 0,1 3 5 15,-2 3-4-15,-6 3-1 0,1 9-1 0,-5 22-1 16,16-2 1-16,-8 4 5 0,-6 6-2 0,-7-3 2 0,-4 1 1 16,-3-4-4-16,-4 0 5 0,0-5-4 0,-2 1 3 15,1-7-4-15,1-2 4 0,0-4-3 0,0-2 7 0,2-1-1 16,5-12-3-16,-2 3 3 0,5-5-5 0,-1-1 3 15,2-2-5-15,-2 2 4 0,2-1-8 0,0 1 0 16,0 0 4-16,2-1-3 0,0-1 0 0,1-2 4 16,21 4-4-16,6-4 3 0,-4-2-6 0,4-3 2 15,1-5 3-15,3 1 0 0,1-2-3 0,-1 0-14 16,1-2-11-16,-5 2-2 0,-1-1-36 0,-1-1-141 16,0 0-9-16,-8 2-64 0,3 0-215 0</inkml:trace>
  <inkml:trace contextRef="#ctx0" brushRef="#br0" timeOffset="96405.65">29429 10948 1227 0,'0'0'145'0,"-1"-1"309"15,-1-1-438-15,0 0-9 0,0 0 3 0,2 0 1 16,0 0 43-16,0 0-22 0,0 2-1 0,0-1-9 15,0-1-18-15,0 0-9 0,0 0-2 0,2 0-4 0,0 2-4 16,0 0-57-16,-1 0 3 0,1 0-26 0,2 0-32 16,0 0-22-16,-3 0 3 0,1 2-9 0,0 0 6 0,0 0 13 15,0 0 3-15,0 1 9 0,-2 12 53 0,0 7 79 16,-4 6 24-16,0-7 20 0,1-1 96 0,-3 1-20 16,1-5-6-16,1-1-7 0,0 2-37 0,2-8-15 15,-1 10 4-15,1-1-7 0,2-3 4 0,0-4-9 16,2 0-6-16,-1-1 0 0,3-3-18 0,2 2-20 15,-4-5 1-15,14 2-9 0,3-5-10 0,5 14-24 16,7-4-2-16,1-9-15 0,-2-5-85 0,-1-7-124 0,9-5-31 16</inkml:trace>
  <inkml:trace contextRef="#ctx0" brushRef="#br0" timeOffset="96763.32">30384 10512 796 0,'0'0'201'0,"0"0"-228"0,-2 0 230 0,0-2-110 16,0 0-12-16,0 1 17 0,-1-1-4 0,1 2 4 16,-9-2-25-16,-2 0-33 0,1 2-1 0,-1 0-11 15,4 0-8-15,2 0-4 0,-3 2-2 0,1 2-1 16,2-1-5-16,-1 1 3 0,1 18 1 0,1 2 0 0,3 2 3 16,-1 4-6-16,2 2 3 0,-18 3-4 0,8 0 3 15,7 0-1-15,3 3-1 0,4-3-1 0,2 2-11 0,-1-2 7 16,7 2-5-16,1-1 5 0,2-1-5 0,3 0-1 15,-1-7 0-15,2 0-1 0,-15-8 2 0,20 3-2 16,4 1 0-16,-2-11-2 0,-1 5 4 0,4-7-7 16,7 1 4-16,-14-1-5 0,4-9 8 0,1 14 0 15,-7-8 1-15,14-5 0 0,-8-3 5 0,-2-5 1 16,4-8 3-16,-2-2-2 0,4 8 7 0,0-36 4 16,0 2 0-16,3-11 2 0,-3-4 6 0,2 10 2 0,-2-4 4 15,-2 0-3-15,-6 1 0 0,-7 1-3 0,-5 2-1 16,16-1 0-16,-13-1-4 0,-11 3-16 0,-8-3-4 15,-6 4-2-15,-7 3-6 0,12 2-39 0,-28 11-40 16,-10 6-12-16,-1 7-242 0</inkml:trace>
  <inkml:trace contextRef="#ctx0" brushRef="#br0" timeOffset="99903.38">25294 9849 361 0,'0'0'0'0,"-1"0"8"0,-1 0 80 15,0 0-12-15,-2-2 10 0,0 1-25 0,1-1 7 0,-1 2-17 16,-3-2 5-16,5 2-10 0,-6-2-6 0,5 2-1 16,-7-4 1-16,1 1 1 0,0-1 8 0,-2 0-2 15,9 4-5-15,0 0 1 0,-4-2-4 0,3 2-4 16,-9-2 7-16,-2 1-7 0,4-1 1 0,1 2-2 15,5 0-2-15,-3 0 2 0,-4 0 3 0,-4 0-5 16,0 0 3-16,9 0-3 0,1 0-3 0,1 0-9 16,-3 2 0-16,-3-1-2 0,-4 3 10 0,2-2-11 0,1 0 4 15,0 2-7-15,9-4-1 0,-3 1 3 0,1-1-7 16,0 2 5-16,1 0-8 0,-1 0-3 0,0 0 4 16,2 0-4-16,1 0 2 0,-1-1-3 0,0 1 4 0,2 0-4 15,0 0 4-15,2 0-4 0,0 0 0 0,1 0 0 16,23 7 4-16,4-2-1 0,3-1 1 0,-1-2-1 15,1-3-3-15,8-1 5 0,-2-1-5 0,6-3 5 16,3-2-2-16,-2 1-1 0,6-1 2 0,4 1-2 16,0-1-2-16,9 2-2 0,-6 2 0 0,-5 2-1 15,5 0 6-15,-8 0-3 0,-9 2 2 0,-6 2-4 16,-9 0 1-16,-6-1-2 0,3 3 2 0,0 0-1 0,-7-1 0 16,-2 1 6-16,-4-3-5 0,-4-1 6 0,-1 0-7 0,1 2 9 15,-1-2-4-15,-2 0 5 0,-1-1-8 0,-1-1 1 16,0 0 1-16,2 2 0 0,-1 0-3 0,1 0 1 15,0 0-6-15,-2 0 2 0,0-1-17 0,-1 1-8 16,1 0-20-16,0-2-1 0,0 0-119 0,0 0-123 16,0 0-56-16</inkml:trace>
  <inkml:trace contextRef="#ctx0" brushRef="#br0" timeOffset="100432.2">25254 10182 171 0,'0'0'32'0,"0"0"-1"15,0 0 53-15,-2 0-6 0,0 0 12 0,0 0-4 16,-2 0-20-16,1 0 4 0,-3 0-8 0,-7 0-3 0,7 0 5 16,-1 0-6-16,-2 0 6 0,1 0-7 0,-3 0 8 15,-2 0-2-15,4 0 2 0,0 0-14 0,3 0 5 16,-1 0-2-16,-1 0 3 0,4 0 0 0,-12 0-7 16,8 0 0-16,-5 0-4 0,0-2-14 0,6 2 4 15,-4-2-7-15,5 2 7 0,1 0-7 0,-1 0-10 0,0 0 3 16,5 0-6-16,-7 0-2 0,6 0-8 0,0 0 2 15,1 0-4-15,-3 0 2 0,2 0-11 0,0 0 5 16,0 0-7-16,0 0 13 0,2 0-6 0,0 0 0 16,2 0-2-16,2 0-2 0,7 0 0 0,17 0 0 15,5 0 1-15,3 0-1 0,5 0-3 0,1 0 1 0,-3-2-1 16,10-4-2-16,-1-1 5 0,6-2 1 0,5-2 2 16,6 1 4-16,8-3-3 0,3-2-1 0,3-1-1 15,-1 1 2-15,-5 0 3 0,-10 2-1 0,-7 0 3 16,-8 4 3-16,-5 1-8 0,-4 1 7 0,-6 1-7 15,1 3 0-15,-8 1 7 0,-2 0-7 0,-8 2 8 0,-1 0-3 16,-6 0-1-16,-1 0 1 0,-4 0-1 0,-1 0 5 16,-1 0-6-16,0 0 3 0,2 0-5 0,-1 0-2 15,1 0-24-15,-2 0-16 0,0 0-17 0,0-2-210 0</inkml:trace>
  <inkml:trace contextRef="#ctx0" brushRef="#br0" timeOffset="101336.64">29830 9320 749 0,'-1'0'54'0,"-1"0"-5"0,-15-2 17 0,-15 0 5 15,-3 0-15-15,11 2 15 0,-13 0 12 0,3 2 0 16,7-2 4-16,-3 2-7 0,9 0-28 0,3 0 1 16,-1 0-10-16,4 0 3 0,4-2-19 0,4 0 2 0,5 0-10 15,0 0-13-15,-2 0 9 0,1 0-8 0,1 0 7 16,0 1-8-16,0 1 10 0,0-2 1 0,0 2 1 15,1 0 10-15,-1 0-4 0,0 0 5 0,2 0-6 16,0-1-7-16,0 1-3 0,0 0-3 0,0 0 1 16,2 0-6-16,0 0-1 0,1 0-3 0,12 5 2 15,11 4-9-15,8 0 6 0,1-5-1 0,6-2 3 0,7-4 5 16,4 0-2-16,2-2 0 0,2-4 0 0,-1 1-5 16,1-3 2-16,5 1-3 0,2-3 1 0,6-1-1 0,3 0 1 15,3 0 2-15,-1 0 1 0,-7 3-3 0,-6 1 5 16,-7 1-4-16,-9 1 5 0,-5 1-7 0,-6 2 6 15,-3 0-4-15,-5 2 4 0,-2 0-10 0,-3 0 6 16,-4 0 1-16,-3 0 1 0,1 0-4 0,-4 0 2 16,-1 0-3-16,-3 0 4 0,1 0 0 0,-5 0 2 15,1 0 0-15,-2 0-1 0,2 2-3 0,-1 0-1 16,1 0 1-16,-2 0 0 0,0 0-1 0,0 0-16 16,-1-2-9-16,-1 0-6 0,0 1-70 0,0 1-70 0,-1 0-24 15,-1 0-19-15,-2 0-134 0</inkml:trace>
  <inkml:trace contextRef="#ctx0" brushRef="#br0" timeOffset="101664.36">29869 9675 1077 0,'-1'0'80'0,"-3"0"-7"16,-30 2 43-16,-5-1 0 0,6-1-15 0,3 2-24 15,4-2-11-15,-3 2 4 0,6 0-7 0,1-2-1 16,9 0-18-16,4 0-3 0,3 0-5 0,2 0-23 0,1 0-11 16,-1 0-3-16,0 0-2 0,2 0-9 0,2 0 10 15,0 0-3-15,2 0 5 0,9 0-5 0,28 0 7 16,8-2 2-16,3 0 1 0,6-1-3 0,-2 1 2 16,-1-2-4-16,3-2 5 0,4 1 1 0,1-1-4 15,6-1 3-15,9 3-2 0,-8-1 1 0,3-3-1 16,0 3 1-16,-14-5-1 0,3 1 5 0,-8 3-9 15,-10-1 0-15,1 0-2 0,-6-1 9 0,-4 1 4 0,-5-3-7 16,-2 5 4-16,-5-1-8 0,-5 3-2 0,-1-1 2 16,-4 0-2-16,-1 2-1 0,-5 0-35 0,1 1-28 15,-2 1-19-15,-3 0-243 0</inkml:trace>
  <inkml:trace contextRef="#ctx0" brushRef="#br0" timeOffset="108196.57">17910 5235 114 0,'0'-2'6'15,"0"1"15"-15,-2-1 4 0,1 0 12 0,1 0 8 16,-8-11-6-16,-1-2 24 0,-4-3 1 0,11 5 4 16,-13-2 12-16,4 2-19 0,-6-2 0 0,1 0-6 0,1 0-3 15,2 2-16-15,0 0 5 0,2 2-8 0,1-2-1 16,-3 2 3-16,2 2-9 0,-2 1 6 0,-2-1-18 16,-1-2 14-16,1 1-6 0,0 3 7 0,-4-4-10 0,6 5 3 15,-5-5 1-15,1 6 0 0,-7-5-4 0,0 3 0 16,-2 1 1-16,-6 3 0 0,6-3-4 0,-4 4-2 15,-1-2-1-15,1 3 1 0,-5-20-5 0,-4 8 0 16,-2 8-3-16,-3 3 1 0,5 2 0 0,0 2-1 16,0 1 3-16,1 5-2 0,1 1 1 0,2 0 0 15,-2 2 1-15,0 1 0 0,0-1 3 0,1 2-3 16,-3 2-5-16,4 1 2 0,0 3-2 0,1-17-1 0,8 24 1 16,0 5-2-16,4 3-2 0,0-3 1 0,1 6 1 15,8 2 0-15,0 4-2 0,4 2-1 0,2-4-1 16,-17 3 0-16,11-5 4 0,5 4-3 0,4-1 2 15,4-4-2-15,0-3 2 0,4-2 5 0,4-1-4 0,-1-2 2 16,4 1-5-16,2 3 8 0,0-1 2 0,6 2 1 16,-3 4 2-16,3 0-11 0,1 4 1 0,3 2-3 15,-18 1 2-15,27 2 1 0,-1 0-1 0,-1-1 0 16,-2-4-4-16,0 3 4 0,0-7-5 0,1 0 5 16,-1-4-5-16,2-5 5 0,1 0-1 0,1-6 1 15,1 2-6-15,5-2 7 0,2-4-2 0,7-3 4 0,3-2 0 16,2-4 11-16,2-3-1 0,9-1 2 0,-9-1-6 15,5-5 0-15,-3 27 0 0,-6-17-1 0,6-5-9 0,-4-6 8 16,2-4-3-16,-1-1 4 0,5-3-12 0,5 1 7 16,11-1-2-16,-3 1 5 0,-6 1-6 0,-2-1-1 15,-15 0 0-15,2-1 0 0,2-1-1 0,-7 0 3 16,1-3 2-16,-3 3 1 0,0-2-2 0,-6 0 3 16,0-2-4-16,0-2 3 0,-2 0-6 0,3-3 4 15,-3 1-2-15,-2-4 4 0,-5 18-3 0,0-25 7 16,-4-4-4-16,-3 8 3 0,-5-11-8 0,-5 3 1 15,1-3 3-15,-5-2-1 0,-1 3 1 0,1-1 3 16,-3 0-4-16,16 2 4 0,-5-1-1 0,-6 3 0 0,-5-1-2 16,-4 0 2-16,-4 3 3 0,1-1-1 0,-1 2-1 15,0 2-1-15,0-2-6 0,-3-1 11 0,-4-3-4 16,-4-1 5-16,-4-1-5 0,-1 1 0 0,16-10 6 0,-20-3-5 16,-2 5-1-16,-4-4-1 0,-1 6-1 0,-1 0 0 15,-3-5 3-15,2 1-5 0,-4 6 4 0,-4 3-5 16,0 3 2-16,2 3 0 0,-6 2-3 0,-9 4 4 15,-9 1 1-15,-4 1 3 0,-1 3-4 0,-5 4 2 16,3-2-10-16,-4 4 7 0,5 0 4 0,4 4 1 16,2-1-1-16,3 3-8 0,-5 1 0 0,2 2-1 0,-2-28 1 15,2 19-1-15,4 9-7 0,-3 4 2 0,5 6-27 16,5 3-109-16,5 2-21 0,10 3-49 0,2-10-251 16</inkml:trace>
  <inkml:trace contextRef="#ctx0" brushRef="#br0" timeOffset="109816">4130 13717 1 0,'0'0'22'0,"0"0"6"15,0-2 29-15,0 0 9 0,0 0-10 0,0 0-9 16,0 0-10-16,0 1 4 0,0-1 1 0,0 0 8 15,0-2-9-15,0-1 2 0,1-6-2 0,3-6-3 0,-2 8 4 16,0 3-5-16,5-9 5 0,-1 2-11 0,-1-2 12 16,3-5-10-16,-4-1 11 0,-1 7-15 0,1-3 2 15,0 0-4-15,-1 4 2 0,3-4-13 0,-2 3 2 16,1-1-2-16,1-4 1 0,-4 12-7 0,0-4-1 16,-1 1 3-16,-1 7-3 0,4-9-4 0,-2 7 13 15,0-3-10-15,0 1 11 0,-2 3-6 0,0-1-7 16,0 1 7-16,0 0-7 0,0 2 6 0,2-1-3 0,-1-1-5 15,1 0 3-15,-2 2-3 0,0 1 0 16,0-1 3-16,0 0-3 0,0 0 2 0,0 2-5 0,0 2 3 16,0 0-3-16,-2 7-1 0,-5 23 2 0,-2-1-1 15,-2 10 3-15,1 0 1 0,3 2-2 0,-1 5-1 16,3-7 0-16,-1 1-2 0,-1 3 4 0,3-6-3 0,-1-4 3 16,1 4-2-16,2-4-1 0,2 1 5 0,0-1-3 15,0-2 2-15,2-1 2 0,2 0 0 0,1-5 2 16,3 1 12-16,-1-5-5 0,4-1 1 0,2-2-2 15,0-1-2-15,-9-8-6 0,11 0 4 0,-4-2-4 0,4-3 3 16,1-2-10-16,-4 3-2 0,2 1-2 0,-4-7 4 16,1 1-3-16,6-2-3 0,-12 0-4 0,10-5-36 15,-4-3-36-15,-3 5-4 0,10-18-13 0,-14 1-39 16,5-1-35-16,-1-3-22 0</inkml:trace>
  <inkml:trace contextRef="#ctx0" brushRef="#br0" timeOffset="110002.67">4445 13024 750 0,'-2'-2'331'0,"1"1"-446"0,-7-12 401 16,4 3-221-16,-5-8-13 0,5 7-30 0,3 5-6 15,-1-7-6-15,2 9-11 0,0 1 2 0,0-1-7 16,2 2 6-16,-1 0-21 0,1 0-68 0,2 2-23 0,-2 0-27 15,9 0-169-15</inkml:trace>
  <inkml:trace contextRef="#ctx0" brushRef="#br0" timeOffset="110668.59">4898 14504 752 0,'0'-2'38'0,"0"0"80"0,0-1-112 0,0-1-5 16,0-11 0-16,0 4-1 0,2-10 3 0,-2 5-2 15,0 5 5-15,2-10-4 0,0 3 7 0,-2 3-6 16,0-2-2-16,-2-1-1 0,0 6-4 0,-2-8 19 0,1 7 10 15,1 6 4-15,-2-1 23 0,0 3-16 0,1-1-3 16,-5 0-2-16,-7-5-2 0,4 4-10 0,-4-1 0 16,-1 3-3-16,1 3-2 0,-2 2-6 0,-1 4 0 0,1 3-2 15,-2 4 2-15,3 4-3 0,1 17 2 0,2 3-3 16,0 2-2-16,2-2-1 0,1 6 0 0,5 0 1 16,-1-6 4-16,-12-3-5 0,5-2 1 0,5-4-3 15,5 1 5-15,3-1-3 0,0-3 7 0,0-7-6 16,1 1 10-16,3-4 2 0,0-4-4 0,1 1 2 15,-1-5-6-15,-2 1 44 0,15 5-13 0,7 2 21 0,0-7-23 16,-2-5-22-16,4-1 4 0,-2-5-10 0,4-4-2 16,0-3 3-16,0-2-3 0,2-5 3 0,1 17-6 15,-1-24-2-15,0 0 4 0,-4 0-3 0,0-9 0 0,-6-4 1 16,-1 0-1-16,-10 0 2 0,0-4 5 0,4 4-7 16,-7-5-1-16,-3-3-3 0,20 6-3 0,-12 1 6 15,-9 4 1-15,-2-3 2 0,-6 0 2 0,-1 2-8 16,-1 2 4-16,3 3-5 0,-5 1 9 0,-1 1 3 15,2 6-8-15,-2 2 6 0,2 3 1 0,1 4-2 16,3 2 11-16,-1 2-10 0,2 4-3 0,2 3 5 16,1 0-3-16,-1 0 3 0,0 1-9 0,0-1-5 15,0 2 1-15,0 0 0 0,0 0 1 0,1 2 2 0,-1 0-2 16,0 2 3-16,2 2 1 0,-2 7-1 0,2 13 1 16,0 4-2-16,2 2 6 0,2 3-4 0,-1 1-3 15,1 5 1-15,5 3-2 0,1 5 7 0,-1-1-6 16,0 6 5-16,-1-2-7 0,-5 4 5 0,7 2 1 0,-1-4-1 15,2-2-4-15,0-7 7 0,-2-8 1 0,1-3 3 16,-1-5 2-16,0-2-9 0,1-3 6 0,1-4-6 16,0-1 7-16,-7-6-5 0,14 0 3 0,-1-3-3 15,3-1-1-15,-3-5-10 0,2 0-8 0,3 13-2 16,-4-8-26-16,1-3-164 0,-2-4-16 0</inkml:trace>
  <inkml:trace contextRef="#ctx0" brushRef="#br0" timeOffset="111033.29">6023 13876 669 0,'-1'-1'289'0,"-1"-1"-387"0,-2 0 336 15,0-2-187-15,-7-3-47 0,4 3 3 0,1 0-7 16,-1 1 5-16,3 1-8 0,2 2 4 0,-2-2 1 16,3 0 2-16,-1 0 1 0,0 0-3 0,0 0 4 0,0 1-1 15,0-1 20-15,2 2 41 0,2 0-5 0,2 0 14 16,3 0-6-16,23-6-20 0,-2 1-2 0,7-1-7 16,2 0-18-16,-1 1-14 0,1-1 2 0,0-1-6 15,2 1 8-15,-4 1-10 0,-1 1 2 0,1 0-4 16,-5 2-3-16,-1-1 5 0,-3 1 1 0,-5 2 3 15,5 0-2-15,-10 0-8 0,3 0-4 0,-4 0-2 16,-4 0-12-16,-7 0-71 0,-2 0 2 0,1 0-29 0,1 0-31 16,0 2-35-16,-2 0-19 0,-1-1-12 0,-1 1-123 15</inkml:trace>
  <inkml:trace contextRef="#ctx0" brushRef="#br0" timeOffset="111283.33">5964 14153 1205 0,'0'0'51'0,"0"0"2"0,0 0-11 0,-2 0-14 16,2 0-14-16,0 0-27 0,0 0 13 0,0 0 0 16,2 0 4-16,0 0 1 0,7 0-2 0,15-2-1 15,6 0 0-15,-2 1 2 0,-2-1 9 0,2-4 5 16,5 1 0-16,2-3 2 0,3 1-10 0,1-1 0 0,-4-1-2 15,-2 2 5-15,-1 1-14 0,-8 2 2 0,-5 1-7 16,-1-1-9-16,-7 2-94 0,0 0-50 0,-1 2-39 16,-3 0-387-16</inkml:trace>
  <inkml:trace contextRef="#ctx0" brushRef="#br0" timeOffset="113961.06">7873 13345 5 0,'0'0'0'0,"0"0"1"16,0-1 26-16,0-1 36 0,0 0 10 0,0 0 15 15,0-2 1-15,2-9-24 0,-1-3 3 0,-1-1-5 0,2-2 5 16,0 1-6-16,-2-1-1 0,0 2-4 0,0 1-8 16,0-1-15-16,0 0 8 0,-2 4-10 0,-1-2 2 15,-1 2 0-15,0 2-1 0,2 4 0 0,-1-2-7 0,1 5-12 16,2 2-5-16,-10-5 0 0,-6-5-5 0,-1 5-4 15,-1 2 2-15,-7 3-2 0,3 2 14 0,-2 2-10 16,-4 3 5-16,4 2-7 0,-9 6 6 0,1 4-4 16,-5 4 7-16,-4 1-4 0,6-17 12 0,1 25-10 15,3-2 1-15,7 2-3 0,-4-2 5 0,2-4-3 16,9 0-6-16,11 4 2 0,-3-4-5 0,7 2 1 16,-16 2 4-16,7-2-2 0,5 0 0 0,6 2-2 0,2-4 2 15,2-2-1-15,3-3 7 0,0-6 4 0,-3-6-1 16,18 0 3-16,-7 5-6 0,11 2 21 0,-3-4-4 15,-3-5 10-15,12-1 0 0,-5-2-16 0,3-4 3 0,4-5-9 16,3-5 0-16,-6-4-11 0,1 10 5 0,1-20-6 16,-3-5 4-16,0 3-2 0,-2 4-2 0,-2-4 1 15,-2 2-6-15,-4 5 8 0,-1 3-4 0,-5 3 6 16,-4 0-6-16,-5 2 1 0,-1 4 1 0,-2 3 1 16,2 1 15-16,-1-1-1 0,-1 2-3 0,0 1-2 15,0-1-16-15,0 0 0 0,0 0 1 0,-1 3 0 16,-1-1 2-16,0 0-3 0,-1 2 1 0,-1 0-2 0,0 2 3 15,0 0-1-15,-2 1 0 0,-14 25-1 0,3 4 1 16,2 3 0-16,4-2 1 0,1-3-1 0,3 5 0 0,-1 4 2 16,2 0-3-16,3 2 2 0,-1 2 1 0,2-2 0 15,0-2 3-15,-2-2-3 0,2 4 0 0,-2-4 3 16,0-2-5-16,0 2 2 0,0-3 1 0,1-3-3 16,-3 3 7-16,0-6-7 0,-1-1 7 0,-1-4 1 15,-1-3-1-15,-1-1 0 0,1-4-5 0,-3 1 15 16,1-1 3-16,2-2 4 0,-3 0 6 0,7-9 1 15,-12 0-2-15,0-1 4 0,0 8 1 0,0-1-12 16,-1-5 2-16,-1-1-7 0,6-4-2 0,-4 0-5 0,0-2 1 16,4 0-2-16,-6-3-3 0,10 3-3 0,-3-2-2 15,-1-1 0-15,9 5-5 0,-5-4 6 0,3 0-5 16,1 0 3-16,1 1-13 0,0-1-9 0,0 0-14 16,0 2-2-16,2 1-69 0,0-1-67 0,0 0 3 0,2 0-31 15,0 0-56-15</inkml:trace>
  <inkml:trace contextRef="#ctx0" brushRef="#br0" timeOffset="114623.45">8055 14142 558 0,'0'0'168'0,"-2"0"-155"16,0-2 169-16,-2 0-72 0,-7-3-83 0,2-1 17 15,1 2-5-15,1 1 8 0,0-1-8 0,5 4-13 16,-2-2-4-16,0 0-4 0,1 0-11 0,1 1-4 16,0-1 0-16,0 0-3 0,0 2-1 0,0 0 6 15,0 0 1-15,1 0 2 0,-1 2 4 0,2 0 5 16,0 5 0-16,-2 17 1 0,0 4-13 0,2 4 6 0,0 1 0 16,-2 2 3-16,2 1 7 0,-2 1-10 0,0-4 0 15,1-5-2-15,1 5 5 0,0-10-3 0,0-1 6 16,0 2-5-16,0-9 2 0,0 0-1 0,0 0 0 15,0-8 2-15,0 0 4 0,0-1-9 0,0-2 4 16,0-2-5-16,1 3 4 0,-1-3 13 0,2 2-3 0,0-1 7 16,0-1-1-16,0 0-12 0,0 0 0 0,1 0-4 15,1-2-3-15,0 0-6 0,0-2 1 0,-1-2-4 16,1-1-2-16,5-12 1 0,1-2-2 0,-3 3 1 16,2-5-3-16,-1 1 8 0,-1 1-2 0,1 1 3 15,-1-6-11-15,0 1 6 0,3 3-2 0,1-2 3 16,-4 9 0-16,3 0-2 0,-9 2 1 0,9 1-1 0,1 1 2 15,-4 3-6-15,4 3 2 0,4 1-4 0,-9-2-1 16,9-5 7-16,-6 5-3 0,-2 4 4 0,6 0-2 0,-9 0 2 16,4 4 1-16,-5 1 1 0,-1 23-6 0,4-2 4 15,-1-2-3-15,10-1 4 0,-4-1 1 0,-5-4 5 16,-1 5-2-16,-1-1 1 0,-4-9-9 0,0 0 7 16,0-2-4-16,0-7 4 0,0 3-10 0,0-3 9 15,0 0-1-15,0-1 3 0,0 1-1 0,0 0 11 16,0-2-2-16,2 0 4 0,0-1-9 0,0-1-7 15,0-1 1-15,-1-1-2 0,3-6-4 0,9-16 8 16,0 2-3-16,4-10 5 0,-4 4-9 0,0-3 2 16,0-1-2-16,-2 4 3 0,0 1 0 0,-3 8-6 0,1-1 5 15,-4 9-5-15,1 1 9 0,-6 8-3 0,4-1-3 16,-1-1 0-16,1 0-10 0,0 2 7 0,0 1 5 16,-1-1-1-16,1 2 6 0,-2 0-6 0,3 2 1 0,3 5-4 15,-3 19 5-15,-1-2 3 0,2 2-2 0,-3 4 3 16,1-2-2-16,0-2-2 0,-2 3-1 0,-1-8-2 15,12-3-3-15,-1 5-11 0,-3-1-7 0,-4-7-9 16,1 5-99-16,-2-5-149 0,-2-9-24 0</inkml:trace>
  <inkml:trace contextRef="#ctx0" brushRef="#br0" timeOffset="117227.36">27450 7833 834 0,'-2'-2'125'0,"0"0"30"0,-5-11-70 16,-13-24-57-16,1 0-17 0,2 2-6 0,6 5-3 15,-2 0 1-15,6 6-2 0,-3-2 0 0,1 2 1 16,2 2-3-16,1-1 3 0,-1 1 6 0,1 2-5 16,-1-1 1-16,-1 4-2 0,1 3 7 0,-1-1 8 15,3 4 2-15,-4-2 0 0,7 3 1 0,-17 3-7 0,2-1 3 16,1 5-5-16,-7-1-2 0,-3 2 0 0,0-14-1 15,-3 4 1-15,1 9-6 0,-4 5 9 0,-1 5-5 16,-4 4 6-16,1 2-7 0,3 4 10 0,-2 1 0 0,1-16 4 16,3 24-2-16,3 4-8 0,4 0-2 0,2 3-1 15,3 0-5-15,-1 1 2 0,5 5 4 0,7 0-1 16,-3 4 11-16,6 3-9 0,-3-3 1 0,3 1-3 16,-20 5 7-16,14-1-14 0,9-2 3 0,6 4-5 15,-2-7 13-15,4 5-7 0,-1 2 4 0,3 2-6 16,5 4-2-16,-4 4-2 0,4-1 2 0,-2 2-1 15,2 6 7-15,2 4-8 0,-2-3-1 0,-2 1-2 0,0-10 6 16,-2-12 4-16,6-1-5 0,2-7 4 0,3 0-3 16,-12 0 2-16,22-3 2 0,3-5-2 0,2 1 0 15,8-3 8-15,3-4-1 0,4-5 3 0,8-1-1 0,5-5-6 16,6-1 2-16,1-3-2 0,-1-7 6 0,0 27-1 16,-6-17-5-16,-4-11 0 0,1-4-10 0,-6-5 9 15,1-5-2-15,-3 1 5 0,-2 0-3 0,1-2-5 16,-7-2 5-16,8-3-5 0,-2-3 6 0,-5-1-6 15,7-4 5-15,-17 22-4 0,6-29 1 0,-6-2 1 16,-9-2-4-16,0-12 4 0,-7-1-1 0,-3-9 1 16,1-8-1-16,-4 2-1 0,0-9-1 0,-7-4-1 0,-4-2 1 15,29 2 0-15,-18 4 0 0,-9 5-3 0,-6 2 3 16,-4 2-3-16,-8-7 3 0,-7 1 3 0,-5-3-3 16,22 7 3-16,-38 8-6 0,-5 3-17 0,-8 6-2 15,-8 5-6-15,-1 10-24 0,-8 9-45 0,-6 7-30 0,-6 6-19 16,-12 11-223-16</inkml:trace>
  <inkml:trace contextRef="#ctx0" brushRef="#br0" timeOffset="118061.65">8615 7634 808 0,'-1'0'284'0,"-1"-2"-371"0,0 0 333 0,0 1-181 16,0-1-47-16,0 0-16 0,0 0-7 0,1 0 0 15,-1 0 4-15,2 0 1 0,2 1 5 0,-1-1-3 0,3 0 14 16,11-2 0-16,13-3 4 0,-2 3-2 0,5 0 7 15,7 2-6-15,-3 2-2 0,6 0-2 0,1 0-4 0,-1 4-9 16,-5-2 5-16,-3 2-6 0,-3-1-1 0,5 1-6 16,2 2-1-16,-3-3-2 0,-3 1-25 0,-5 0-73 15,-7-2-2-15,-3 0-28 0,1-1-46 0,-4 1-86 16,-2 0 40-16</inkml:trace>
  <inkml:trace contextRef="#ctx0" brushRef="#br0" timeOffset="118264.65">9165 7473 747 0,'-2'0'515'0,"0"0"-747"0,0-2 622 16,-1 0-360-16,-1 0-28 0,2 0-10 0,0 0 1 0,0 2-4 15,1 0 4-15,-1 2 2 0,2 0 2 0,0 7-1 16,0 19 1-16,3 7 3 0,3 1-3 0,1 5 3 15,1-2-1-15,-1-2 3 0,-1 4 0 0,1-1 0 16,1 3-9-16,1 5-1 0,-2-7-15 0,1 2 3 16,-3-4-62-16,3-2-153 0,-1 4-14 0</inkml:trace>
  <inkml:trace contextRef="#ctx0" brushRef="#br0" timeOffset="118537.84">9189 9290 593 0,'0'0'47'0,"0"0"4"0,-2 0-23 16,2 0-5-16,-2 2-19 0,1 0 3 0,1 0-4 0,-2 0-1 15,2 0 0-15,0 1-7 0,0 1 14 0,0 0 0 16,0 1 7-16,0 3 17 0,0-1 11 0,0 2 3 15,0-5 3-15,2 0 9 0,-1 0 11 0,1-3-1 16,2 1 2-16,0 0-18 0,7 0-12 0,7 0-11 0,7-2 3 16,-1 0-22-16,4-2-13 0,1-4 1 0,5-3-7 15,-3 0-10-15,6-2-88 0,4 1-32 0,-4 3-36 16,19-2-252-16</inkml:trace>
  <inkml:trace contextRef="#ctx0" brushRef="#br0" timeOffset="119698.72">9067 13481 268 0,'0'-2'0'0,"0"0"110"16,0-1 17-16,-11-29 10 0,3 6 5 0,3 2-105 0,-1 0-11 15,6 5-7-15,0-1 3 0,0 1-4 0,2 1 5 16,2 1-9-16,-3 4 6 0,1 2-4 0,-2 3 25 15,0 3-6-15,0 1 1 0,0 0-3 0,0 1 0 0,0-1 3 16,0 0-4-16,0 2 2 0,0 0-18 0,0 1-9 16,0-1 0-16,0 0-4 0,2 0-1 0,0 2-4 15,0 0 2-15,-2 2-2 0,0 2 5 0,2 18-6 16,0 17 3-16,1 5-3 0,1 3 6 0,0 7 0 16,3 1-4-16,-5-3 1 0,2 0-1 0,-2-5 2 15,-1-4 4-15,3-1-1 0,2 1 0 0,-1-6-1 16,1 0-1-16,-2-3 0 0,-3-3 0 0,1 1 1 15,0 1 0-15,2 1 0 0,-2-1 1 0,1-1 1 0,-1-1 0 16,0-3 0-16,-2-4 7 0,0-3-4 0,0-1 5 16,0-7-5-16,0-2 8 0,0-3 6 0,0-5 4 15,0 1 2-15,0 0 30 0,2-1 6 0,0 1-7 16,0-2 2-16,-1 0-35 0,1-2-9 0,0-2 1 0,0-2-5 16,11-18-8-16,7-17 1 0,-1 0-5 0,1-6 3 15,-1 1 1-15,1-4-5 0,1-1 3 0,1-1-3 16,4-6 5-16,-24-1-2 0,30-3 3 0,-3-3-3 15,-1 2 1-15,-2 2-2 0,-4 5 1 0,4 9-1 16,-7 4 1-16,-6 10-4 0,-2 3 0 0,-7 8-1 0,0 5 4 16,-1 7-2-16,1 3-7 0,0 3 0 0,-2 2-41 15,1-4-16-15,1 2-13 0,-2 0-3 0,0 2-67 16,0 0-103-16,-2 2-8 0,-2 17-33 0,-6 24-46 0</inkml:trace>
  <inkml:trace contextRef="#ctx0" brushRef="#br0" timeOffset="120323.32">10015 14179 492 0,'0'0'29'16,"0"-2"54"-16,0 0-57 0,0 1 11 0,0-3-1 15,0-2 4-15,-1-14-1 0,1-2-15 0,0-1-4 16,0 3-5-16,0-2-16 0,-2 3 15 0,0 0 3 0,-2 3 4 15,0-1 8-15,1 4 14 0,-5-2-2 0,3 4 8 16,-3 0 13-16,6 3-13 0,-12 3 2 0,-1 1-10 16,0-7-30-16,-4 0-3 0,-1 3-3 0,-10 3 2 15,-5 1 0-15,5 4-2 0,-1 6 7 0,-6 3-4 16,3 4 6-16,-5 4 0 0,0 3-9 0,8-16 9 16,3 26 3-16,2-1-4 0,2 1 6 0,3-2-7 0,3-2-5 15,5-4 5-15,0 4-8 0,5-4 8 0,3 1-9 16,1-1-5-16,2 0 5 0,-11-3-3 0,6-4 10 15,3 1 0-15,4-6-4 0,0 1 4 0,2-2 5 0,0-5 13 16,-1 0-4-16,18 9 4 0,7-2-18 0,2-4-4 16,2-5-3-16,1-4 0 0,10-7 2 0,-4-2-1 15,0-4 3-15,-3 0-3 0,-5 0-4 0,7-3 1 16,-9 1 1-16,-1 0 2 0,-5 12 4 0,-4-10 3 16,-3-2-7-16,-1 2 4 0,-3 2-13 0,-8 2 11 15,-1 0-1-15,5 3 5 0,0 1 9 0,-3 1 3 16,-1 1-1-16,-2 3 1 0,0 0-10 0,0 0-9 0,0-1 3 15,0-1-5-15,0 2-5 0,0 0 0 0,0 0-2 16,0 2 1-16,0 2-4 0,-2 0 9 0,0 2-2 16,-1 14 4-16,-1 10-2 0,2 2-4 0,2 0 2 15,0 9-1-15,2-2 7 0,0-2-4 0,0 0-2 0,0-3 0 16,-1 3-2-16,1 2 1 0,2 4 4 0,0-4-1 16,-2-3 6-16,-1 1-8 0,1-4 5 0,-2 3-6 15,-2-3 2-15,-1 1 1 0,-3 0-2 0,-1-3 4 16,-3-1 6-16,-1-6-1 0,0-1 1 0,0-4-2 15,2-4-7-15,3-2 8 0,-11-4 0 0,1 1 7 16,-3-3 8-16,8-3 2 0,-4 0 2 0,2 7-1 0,-7 0-1 16,-4-3-9-16,7-4-4 0,-2-2-1 0,12 0-8 15,1 0-4-15,-1-2-2 0,3 0-2 0,-1-2-10 0,-1 1-15 16,-1-5-18-16,-1-5-3 0,-1 0-95 0,2 2-90 16,1-2-22-16</inkml:trace>
  <inkml:trace contextRef="#ctx0" brushRef="#br0" timeOffset="120655.38">10675 14040 932 0,'-2'0'152'0,"-2"-2"32"0,-13-4-77 0,-12-5-68 16,1 2-21-16,-2 2-7 0,-2 3-3 0,8 2-1 15,4 2 0-15,-8 0-6 0,4 2-4 0,2 2-1 0,-3 3-2 16,11-1 2-16,3-1 5 0,-1 3-1 0,5-1 0 16,0 12-6-16,3-3 4 0,-11 7 0 0,4 1 1 15,5-2-1-15,4 6 2 0,2-4 0 0,6 6 1 16,1-4 1-16,3 0 0 0,1-2 1 0,-9-2 0 16,20 2 5-16,4-9 32 0,-2 5-6 0,2-1 14 0,0-4-10 15,-2 3-15-15,8 3 5 0,-17-10-9 0,1 0-4 16,-6-3-1-16,-9-3 1 0,5 4 1 0,-2-1 1 15,1-1 9-15,1 4-10 0,-6-5 8 0,-2 11-23 0,-5-2 1 16,-3 1-2-16,-36-1 0 0,-4-2-12 0,-8 2-17 16,1-2-6-16,7 0-9 0,1-4-68 0,10-1-137 15,4-3-2-15,9-3-52 0,6 2-94 0</inkml:trace>
  <inkml:trace contextRef="#ctx0" brushRef="#br0" timeOffset="121086.29">11230 13847 919 0,'-2'0'50'0,"0"0"4"16,-9 0-8-16,-11 0-15 0,-1 0-10 0,-1-2-4 0,6 2 0 16,1 0 7-16,6 0-3 0,0 0 16 0,1 0 8 15,7 0-6-15,-1 0 4 0,0 0-16 0,0 0-10 16,1 0 3-16,1 0-4 0,0 0 17 0,2 0-1 15,0 0 4-15,2 0-5 0,0 0-2 0,37-8 10 16,-2 1-4-16,2-2 6 0,5-2-4 0,5-1-3 16,1 1-1-16,-4 0-1 0,1-2-18 0,-6 0-3 15,-2 0-2-15,-4 2 0 0,0 4-5 0,-1-1-9 0,-5 3 1 16,1 1-3-16,-6 0 7 0,-2 2-13 0,-1 1-5 16,-5-3-10-16,-3 2-93 0,-1 0-123 0,-7 2-20 15,-1 0-37-15,0-2-140 0</inkml:trace>
  <inkml:trace contextRef="#ctx0" brushRef="#br0" timeOffset="121335.57">11480 13485 1252 0,'0'-2'45'0,"-1"0"65"0,-1 0-87 16,0 0-5-16,0 0-7 0,0 1 4 0,0-3-9 15,0 2-4-15,2 0-3 0,0 0 2 0,0 0 11 0,2 1 16 16,0 1-5-16,0 0 5 0,0 1-16 0,0 3-6 16,5 11 1-16,10 20-4 0,-2 6-3 0,-4 6 7 15,-4-3-4-15,-3 4 4 0,0-1-4 0,-2-3-1 16,1 1 5-16,-1-2-5 0,2-3-2 0,-2-1 3 16,1 2-3-16,1-2 0 0,0 2-29 0,3-4-185 15,1-5-47-15</inkml:trace>
  <inkml:trace contextRef="#ctx0" brushRef="#br0" timeOffset="122795.28">30278 7619 444 0,'0'-2'85'0,"0"1"-92"0,-2-3 95 15,-2-7-47-15,-1-8-25 0,1 4-11 0,-2 0-2 16,1 1-1-16,-1-1 0 0,1 2 2 0,-1-2-4 15,1 2 4-15,-3-2-4 0,3 2 11 0,-3-2 2 16,1 2 3-16,-1 2 7 0,-1-2-7 0,7 0 11 16,-11-2-6-16,-2-2 36 0,0-1-23 0,1 1 10 0,-1-1-15 15,0 5 1-15,4 2-11 0,-2-2-1 0,-2 1-2 16,0-2-7-16,0-1 0 0,0 2 1 0,1 3 0 16,-3-1-8-16,-4-4 3 0,3 2-6 0,-8-1 4 15,-2 4-4-15,-5 5 1 0,-8-1 0 0,5 2 0 16,-1-16 8-16,0 9-6 0,6 9 3 0,-8 2-4 0,-6 6 7 15,2 5-7-15,-1 2 5 0,3 5-6 0,2-16 0 16,0 28-2-16,2 3 1 0,-2-1 1 0,-4-2 4 16,-1-3-2-16,-5 1 1 0,1 2-2 0,0-2-3 0,-1 1 3 15,3 1-4-15,5 0 4 0,0 0-1 0,-1 3 2 16,6 4 4-16,3 0-3 0,1 2 5 0,8 0-10 16,-2 0 6-16,6-2-7 0,3 10 8 0,4 1-7 15,2-1 0-15,4 1-3 0,1-6 3 0,2 1 7 16,-20 2-4-16,13-4 5 0,5 1-12 0,6 5 5 15,2 3-4-15,6 6 5 0,3-1 0 0,2 5 0 16,2 7 3-16,1-2 0 0,1 3 3 0,0-7-3 0,1-3-3 16,3-6 1-16,1-4 1 0,-20-1 2 0,33-6 1 15,-5-1-2-15,3-1-2 0,6-1 0 0,-2-1 4 16,10-6-2-16,-1 3 3 0,4-5 0 0,1-6 0 16,-3-1 1-16,0-2 6 0,0 1 0 0,1-1 1 0,6-1 0 15,3-3-7-15,5 1 0 0,4 0-5 16,-8-4 2-16,4-2-7 0,-5-2 6 0,-2-7-1 0,-2 2 4 15,-4 1-4-15,-2-3-2 0,0 22 1 0,2-11 0 16,-1-7 1-16,-5-6 2 0,6 0 0 0,0-4 1 16,8-5-6-16,0-4 4 0,-6-2-3 0,0-3 4 15,-2-1-5-15,2-3 2 0,2-1 3 0,-6 1 0 16,-5 0 0-16,-5 16 0 0,0-25-2 0,-3-3 0 0,0 1-7 16,-3-2 9-16,1-1-4 0,-3-3 5 0,0 2-3 15,-3-2-1-15,-1-2 8 0,-7-11-6 0,-4-1-1 0,3-7 5 16,-8-10-7-16,6 8 9 0,-6-8-1 0,18-3-3 15,-15 8 1-15,-15-5-1 0,-6 9 12 0,1 3-10 16,-4 0 11-16,-4-3-11 0,-6-6 10 0,-3 0-11 16,-7-10-1-16,27 0-3 0,-35 3-3 0,-4-4-7 15,-3 15-14-15,-6 5 4 0,-6 8-46 0,1 8-65 16,-21 4-18-16,-8 9-26 0,-5 3-144 0</inkml:trace>
  <inkml:trace contextRef="#ctx0" brushRef="#br0" timeOffset="124854.69">12784 13390 631 0,'0'-2'66'0,"0"0"5"0,0 0 14 15,0-1-23-15,0-7-4 0,4-6-36 0,-1-7 4 16,1 3-4-16,2 1 2 0,3-5-10 0,-2 4-8 15,3-4 6-15,-5 1-6 0,-1 3 4 0,0 0 13 16,-1 1-9-16,-1 6 12 0,-2-4 2 0,0 1 6 0,-2 3 6 16,0-2-3-16,-1 0 10 0,-1 6-1 0,0 1 0 15,1 3-4-15,-7 1-22 0,-12 2-16 0,3-2-3 16,-10-14-2-16,6 10 1 0,-4 3 4 0,-1 5-4 16,-2 5 4-16,0 5-7 0,1 3-2 0,-1 3 2 15,0-10-2-15,2 27 6 0,6 3 3 0,0 1-4 0,5 2 3 16,0-2-7-16,6 2 4 0,2-8 0 0,1 1 1 15,3-6 2-15,-14 4-3 0,8-4 3 0,6 0-4 16,3-6 1-16,2-3 2 0,0-4-1 0,2 0 2 16,1 2-4-16,-1-8 5 0,4 6-4 0,-3-5 7 15,-3-7-4-15,10 7 4 0,6 1 0 0,1-5 1 16,4-2-1-16,1-2-1 0,4-4-2 0,0-2 1 0,-2-5-3 16,2-4 0-16,-6 14 3 0,5-25-4 0,-5 5 4 15,4-1-2-15,-2 3-3 0,-3 1 1 0,1 1 2 16,-8 0-5-16,2 6 5 0,-2 2-5 0,-5 0 3 0,-3 3 1 15,-2 2-1-15,-1 1 0 0,3-1 2 0,0 0-8 16,0 0 4-16,-1 3-4 0,1-1 14 0,0 2-8 16,-1 2 2-16,1 3-5 0,17 34-2 0,-8 4 0 15,-6 0 4-15,0 5 0 0,-3 2 6 0,0 2-9 16,0 2 2-16,-3-6-5 0,1-3 8 0,-2-6 1 16,0 0-2-16,0-4 0 0,-2-4-4 0,-1 3 2 15,-1-3 5-15,-2-1-2 0,1-2 9 0,-3 0 2 0,1-2 0 16,1-6 3-16,-1 1 3 0,0-8 9 0,-3 2 2 15,-12-2 2-15,3-2-1 0,-3-6 0 0,4 1-11 16,-7 11 7-16,1-6-16 0,2-4-5 0,0-3 7 16,-1-2-7-16,5-2 2 0,-1-2-5 0,3 0-1 0,3 0 0 15,0-2 0-15,3 1-2 0,1-1-3 0,0-2-2 16,3 3-13-16,2 1-4 0,1 0-2 0,1 2-3 16,0-4-32-16,-2-1-37 0,2 1-9 0,1 0-9 15,-3-1-45-15,2 1 3 0,2 2-14 0,0-3 6 16,0 1-47-16</inkml:trace>
  <inkml:trace contextRef="#ctx0" brushRef="#br0" timeOffset="125197.62">13003 14036 86 0,'2'0'42'0,"0"0"38"0,-1 0 20 0,1 0 28 16,0 0-12-16,0 0 13 0,0 0-38 0,-2 0 9 15,0 0-21-15,0 0 10 0,-2 0-72 0,0 0-1 16,0 2-5-16,0 0 3 0,1 2-7 0,-3 5 2 15,-7 13 5-15,0 10-3 0,1 1 7 0,3 1-5 16,-1 6 2-16,3 5-1 0,1-8 0 0,2 4 0 16,2 0-2-16,0-13 3 0,4 9 7 0,0-11 8 0,-1-4 6 15,3-2 0-15,0-5 21 0,-1-4-8 0,1-1 0 16,-4-3-5-16,14 1-16 0,3-5-2 0,1-1-2 16,3 13 1-16,3-6-5 0,-2-7 5 0,4-2-6 15,1-7 5-15,1-3-12 0,-2 1-10 0,0-2 6 16,-6 0-6-16,2-2 8 0,-5 0 0 0,-8 4-2 0,-2 1 2 15,-1-12-6-15,6-3 9 0,-4 3-5 0,-1-8 5 16,-5 0-7-16,-4-5-3 0,-8-2 4 0,-3 1-4 16,-4 1 3-16,-1 1-6 0,12 1-3 0,-22 7 0 15,0-2 0-15,2 3-12 0,0 5 4 0,-1 3-11 16,5 4-40-16,1 5-71 0,3-5-37 0,3 4-16 16,-2 3-181-16</inkml:trace>
  <inkml:trace contextRef="#ctx0" brushRef="#br0" timeOffset="126323.87">31581 9094 655 0,'0'-2'49'0,"-2"0"81"0,1 0-94 0,1 0-16 0,0 0-4 16,0 0-3-16,0 1-3 0,0-1 0 0,0 0 1 15,0 0-2-15,0 0-5 0,0 0 6 0,0 0-3 0,0 1 4 16,0-1-1-16,0 0 6 0,0 0 8 0,0 0-3 16,0 0 9-16,1 0-2 0,1 1-5 0,2-1 2 15,3-2-18-15,18-7 4 0,1 0 2 0,9 1 1 16,4 3 4-16,0 0-12 0,7 1-1 0,6 2-3 15,-3 1-2-15,4 1 4 0,-1 0-5 0,-9 0 5 16,-2 0-5-16,-6 2-2 0,-5 0 3 0,-8 0-3 16,0 0-1-16,-9 0-7 0,-3 2-5 0,-5-2-5 0,-3 0-70 15,2 2-33-15,-2 0-28 0,0 0 3 0,-2 1-70 16,-2 1 76-16,-24 0 20 0,-34 5 22 0,1-3 101 0,-4-1 31 16,3-1 9-16,5 24 10 0,5-15 41 0,7-8-10 15,0-1 2-15,10-2-4 0,1 0 9 0,6 0-16 16,6-1-4-16,5 1-4 0,4 0-7 0,3-2-22 15,6 0 13-15,-1 2-16 0,-1 0 4 0,2 0-2 16,0 0 0-16,2-1 1 0,2 1 9 0,0 0-3 16,15 4-3-16,22 1 1 0,3-3-12 0,14-2 6 15,2-4 1-15,1-4 2 0,2 1-1 0,-1-3-25 16,-1-1 2-16,-5 2-9 0,0-1 8 0,-8 3-17 16,-3 1 4-16,-6 0-10 0,-2 2-9 0,-9 2-133 0,-1 0-27 15,-9 0-49-15,-6 2-233 0</inkml:trace>
  <inkml:trace contextRef="#ctx0" brushRef="#br0" timeOffset="127671.72">13978 13399 25 0,'0'0'10'0,"0"0"0"0,0 0-9 0,0 0 3 0,0 0-8 16,0 0 3-16,0-2 5 0,0 1-1 0,0-1 3 16,0 0-1-16,0-2 31 0,0 0 1 0,0 1 12 15,0-3 18-15,0-3-11 0,0 0 2 0,0-4-6 16,0 0 1-16,-2-2-18 0,2 0 1 0,0-2-7 15,0-1 7-15,0 1 1 0,0-2 3 0,0-1-3 16,0-1 1-16,0 5-3 0,0-3 4 0,0 2-3 0,2-3 5 16,-2 3-3-16,0-3 0 0,0 5 0 0,0-2 6 15,0 4-10-15,0-1 3 0,0 1-4 0,0 1 6 16,0 1 4-16,0 9-5 0,0-1 4 0,0-3-5 16,0 2 1-16,0 1-2 0,0 1-1 0,-2-2-12 0,2 0-14 15,0 1-2-15,0 1-4 0,0 0-7 0,0 0 2 16,0 2 3-16,0 0-1 0,0 2-1 0,0 0 1 15,0 2-1-15,2 12 3 0,1 12 3 0,1-4-4 16,0 2-1-16,1-2 0 0,3 4-2 0,-1 2 4 16,1 3 2-16,-1 1 0 0,2 3-9 0,1 4 8 15,-1 5-4-15,0 8 6 0,1 2-7 0,-1 7 2 16,-2-4 0-16,1 1 1 0,-1 1-4 0,-1-7 4 0,1 0 2 16,-1-8 1-16,-1-1 0 0,1-6-3 0,1-2-1 15,3-4 0-15,-1-1 1 0,0-4 5 0,0-4-1 16,3-2 2-16,-1-3-6 0,-10-3 21 0,25-1-5 15,-7-7 12-15,-2-3-9 0,-2 6-7 0,-4-3-2 0,4-1-2 16,-4-3-3-16,-2-2 1 0,4-2 1 0,-7 0 0 16,8-2-1-16,-2-4-2 0,-5 1 0 0,4-18-1 15,-5-8 2-15,5-4-1 0,-4-4 1 0,4 1-2 16,-1-1-3-16,-1 0 4 0,-5-7-1 0,-1-2 2 16,25-10-6-16,-11-5 10 0,-6 2-4 0,-2-6 5 15,3 2-5-15,-1 6-2 0,0-1 4 0,-2 4-4 16,2 6-2-16,-1 4 5 0,-1 5-8 0,-4 8 6 0,3 3 5 15,-3 8-8-15,-1 1 2 0,0 4-4 0,0 4 0 16,-3 4-3-16,1 2 3 0,-2 3-3 0,0 2-1 16,2-1-9-16,0-1 0 0,0 0-3 0,0 2-3 0,0 0-49 15,-1 1 3-15,1-1-22 0,0 0-20 0,0 2-20 16,0 0-17-16,0 0-6 0,0 2-95 0</inkml:trace>
  <inkml:trace contextRef="#ctx0" brushRef="#br0" timeOffset="128785.31">15123 14109 98 0,'0'0'2'0,"0"0"-2"0,0-2 12 15,0 0 1-15,0 0 2 0,0 0-7 0,0 0 12 16,0 0 4-16,2 1 5 0,0-3 32 0,0 0 6 0,0-1 2 16,3-7-1-16,-1 3 2 0,0-2-1 0,-1 0-1 15,-1 0 1-15,0 1-3 0,-2 1-22 0,2 0-3 16,0 0-6-16,0-1-10 0,1 1 5 0,-1 0 0 0,0-2 0 15,-2 5-8-15,0 0-4 0,2-1 2 16,0 1-2-16,0-1 7 0,0-2-8 0,-2 3-4 0,0-1 1 16,0-1-3-16,0-1-1 0,0 2 2 0,0-1-3 15,0-3-2-15,0 5 14 0,-2-1-7 0,2 3 8 16,0 1-11-16,-2-1 13 0,0 0-2 0,-2-1 4 16,2 1-14-16,1 0 0 0,-1 0-3 0,0 3 1 15,0-1-9-15,0 0 3 0,0 0-3 0,0 0 3 0,1 0-4 16,-1 0 2-16,0 1-3 0,0-1 1 0,-2 0-2 15,1 0 2-15,-1 2 5 0,2 0-3 0,-5 0-1 0,-1 0 4 16,3 0-6-16,-1 0 4 0,0 0-7 0,3 0 6 16,-1 0-5-16,0 0 6 0,1 0-2 0,-1 0-1 15,-2 0 0-15,-1 2-2 0,3 0 6 0,0 0-4 16,3-1 0-16,-3 1-2 0,0 0 2 0,0 0 1 16,1 0 3-16,-1 0-3 0,0 0-1 0,2-2 0 15,-11 3 1-15,2 1-1 0,-5 2 0 0,3-1-2 16,-2 3 2-16,-4 1-1 0,1 0 2 0,1 0-4 15,0 1-1-15,-1 1-1 0,1-9 6 0,-2 18 3 0,1 2-4 16,-1 4 2-16,3 2-9 0,3 2 7 0,-2 2-3 16,4-1 4-16,1 3-4 0,3-1 3 0,-1-7 3 15,7 0-1-15,-3 0-2 0,-7-9-2 0,-2 9 2 16,5-6 0-16,5 1 0 0,1-1 0 0,2-9 1 0,0 2 2 16,2-6 8-16,-1 3-1 0,5 1-3 0,-2-4 1 15,-1-1-6-15,1-4 5 0,13 0-1 0,-2 9 2 16,1-4-4-16,1-1-3 0,0-4 0 0,1-2 0 15,5 0-1-15,-7-6 5 0,5-3-5 0,1-6 5 16,-7 6-4-16,7-16 9 0,-9-8-2 0,4 2 3 16,3-5-7-16,-7-5-4 0,10 4 5 0,-12-5-4 0,-2-1 1 15,0 2 4-15,1-2-6 0,3-1 5 0,-8-1-10 16,4-1 3-16,-7-10 6 0,24 4-3 0,-11-6 3 16,-6 10 1-16,-3 4-5 0,1 3 4 0,-3 4 1 0,-2-2 2 15,-2 7 5-15,0 6-3 0,0 6 5 0,0 9 5 16,0-1-4-16,0 5 5 0,0 5-5 0,0-2-15 15,0 1 2-15,0-1-5 0,0 2 1 0,0 0-2 16,0 0-1-16,0 2 2 0,0 2 2 0,-2 2 1 16,-5 26 0-16,-6 7 0 0,-2-2-1 0,0 6-4 15,2 5 5-15,2 3-3 0,2-1 9 0,-1 4-6 16,5-6 0-16,1 4-2 0,2-1 3 0,2-3-2 16,4 1 2-16,1-3-2 0,3 1 8 0,1-3-4 0,0 3-2 15,4-6 0-15,0-2 2 0,2-2-1 0,0-5 3 16,4 4-3-16,-3-5 4 0,-1-7-6 0,-13-3 2 15,9-6-2-15,8 0 6 0,-2 0-12 0,-3 0-6 0,3 0-5 16,-2-4-24-16,0 1-85 0,2-7 0 0,-1 8-39 16,1-3-90-16</inkml:trace>
  <inkml:trace contextRef="#ctx0" brushRef="#br0" timeOffset="129207.32">15916 13813 961 0,'-2'-2'29'0,"-3"-7"65"0,-5-13-83 0,3-4-4 15,1 4 2-15,5 7-2 0,1-4 3 0,0 6-9 16,0 2 6-16,0-6-6 0,0 8 18 0,0 2 37 15,-2-1-7-15,0 5 15 0,0-1-30 0,0 2-25 0,-2 0-2 16,-18-3-4-16,0 5 8 0,0 5-1 0,-8 10-1 16,6-13-1-16,-2 31-4 0,-2-5 5 0,6 4-5 15,3-1 4-15,2 1-5 0,6 1-1 0,4-3 3 16,3 0-3-16,-15-3 0 0,10-1-1 0,4-1 2 0,5-1-2 16,0 0 6-16,5 0-5 0,3-4 4 0,3 3-4 15,4-3 4-15,-6-1 16 0,17 1-6 0,7 1 10 16,-7-5 0-16,6 5-7 0,-6-1-3 0,2 4-1 15,1 0-6-15,-3-1-1 0,-1-5 9 0,-5 5-8 16,4-5 5-16,-9-1 5 0,2-1-3 0,-15-10 5 0,3 5 3 16,-1-2 3-16,-4-7 7 0,4 4-3 0,-3-2 2 15,1-1-20-15,-2 5-7 0,0-5-2 0,-11 5-7 16,-46 1-6-16,-7 6-6 0,-10 0-2 0,0-2-36 16,0 2-80-16,9 0-24 0,0-1-27 0,5-1-151 0</inkml:trace>
  <inkml:trace contextRef="#ctx0" brushRef="#br0" timeOffset="131514.57">10996 6650 36 0,'0'0'0'0,"0"-2"57"0,0 0 11 0,0 1 20 16,0-3 5-16,0 0-42 0,0-9-5 0,0 0 24 0,0 0 5 15,0 2 6-15,0-2 14 0,0 4-21 0,-2-2 5 16,2 3-11-16,0 4-13 0,0-3-1 0,0 1-3 15,0 5 1-15,-2-5-11 0,0 2-11 0,0 1-3 16,1-1 0-16,-1 0 4 0,0 2 7 0,0 0-4 16,-2 1 3-16,-1 1-19 0,-6 0 0 0,-2 0-2 0,1 1 1 15,1 3-16-15,0 2 5 0,-4 5-1 0,2-7 4 16,-2 14 0-16,4 1-9 0,2 3 0 0,0 0-1 16,1 1 4-16,3-1 6 0,-1 0-3 0,4 2 3 15,-1 0-11-15,-1 0 2 0,-11-1 1 0,4-1 1 16,3 2 6-16,5-3 1 0,1-1-2 0,2 2 3 15,0-5 2-15,2-2-11 0,1-6 5 0,1-1-6 0,0-3 3 16,-2-1 4-16,11 0-6 0,0 5 5 0,2 0-6 16,-2-3 6-16,1-3 3 0,5-1 1 0,-2-2 3 0,-2-2-6 15,-2-1 4-15,-4-1-5 0,2-2-2 16,-2 1 3-16,1-3-6 0,3-1 6 0,-6 2-7 0,-1-10 2 16,-1 2-2-16,-1 0 1 0,-2 2-1 0,1 0 4 15,1 0-3-15,7-2 3 0,-3 2-4 0,-1-1 5 16,-1-1-1-16,-3 2 3 0,-1 0-10 0,-2 0 4 15,0 2 2-15,0 1 3 0,0 3 6 0,0 1 4 16,0 3 2-16,0-1-1 0,0 2 1 0,0-2-8 16,0 1-6-16,0-1 1 0,0 2-14 0,0 0 6 0,0 0 0 15,0 1 2-15,0 1-5 0,0 0 4 0,0 1 2 16,0 1 0-16,0 2 2 0,2 15 2 0,0-1-6 16,2 2 3-16,1 1 0 0,1 1 0 0,1 4 2 0,1 6-2 15,-3-1-2-15,1 5 1 0,-3-1 0 0,-1-2 0 16,0 6-1-16,-2 0 6 0,0 0-3 0,0-2 5 15,-2-3-5-15,-1-4 8 0,-3-4 0 0,0 0 1 16,-1-4 4-16,0-2 1 0,-3 1 4 0,3-5-2 16,-1-1 3-16,1-2 3 0,0-2-2 0,1-1 1 15,1-3-6-15,-1 0-1 0,4-3 2 0,-9-2-3 16,-2 0 5-16,0 7-9 0,0-1 4 0,0-3-5 0,2-1-2 16,-2 0-3-16,0-3-1 0,0 1 0 0,0-2 4 15,2 0-5-15,1 0 1 0,3 0-3 0,0 0 0 16,-1 0-2-16,3 0-1 0,-3-2-1 0,4 2-2 0,3 0-6 15,-3 0-8-15,0-1-1 0,0-1-36 0,1 0-166 16,1 0-18-16,0 2-71 0,0 0-239 0</inkml:trace>
  <inkml:trace contextRef="#ctx0" brushRef="#br0" timeOffset="133618.84">16154 6286 144 0,'0'0'30'15,"0"0"-5"-15,0 0 40 0,0 0 0 0,0 0 2 16,0 0-19-16,0 0 0 0,0 0-1 0,0-2 2 0,0 0 6 16,0 1 2-16,0-1-1 0,0 0 1 0,0 0-6 15,0-2-6-15,0 1 5 0,0-1-3 0,0 0 12 0,0 0-6 16,0 1-6-16,0-1 1 0,-2-9-10 0,0 7 1 15,0 1 0-15,0 1-1 0,-1-1-9 0,-3-5-6 16,0 1 4-16,-1 0-4 0,3 5 11 0,-1 0-1 16,-5-3 2-16,-1-1-1 0,2 3-2 0,0-1 0 15,-4 3-5-15,2 1 1 0,0 0-20 0,-2 2 0 16,0 0-3-16,-2 4 3 0,-4 1-6 0,4 3 3 16,6-7-5-16,-2 18 4 0,3 5-9 0,-1 0 5 15,-4 0 0-15,8 1 1 0,-3-1-2 0,-7-2 6 0,6-5-5 16,2 3 3-16,3-5-9 0,0-2 6 0,2 2 2 15,2-6 0-15,0 4-3 0,2-5-2 0,0-1 0 16,4 2 0-16,-3-3 1 0,-1-2 2 0,11-3 0 16,4 11 0-16,0-3 0 0,7 0 0 0,-4-5-1 0,1-4 1 15,3 0 8-15,-6-2-5 0,3-4 1 0,-6 1-3 16,3-4 3-16,1-3-2 0,-3 5 1 0,3-17 0 16,-2-6-1-16,-3-1 3 0,-1 6-5 0,-1-6 5 15,-3 3 1-15,-2-5-6 0,-1-3 5 0,-1 1-5 16,-1 2-2-16,15 1 5 0,-6-1-1 0,-6-1 3 15,-3-3-5-15,-4 4 0 0,0 1 0 0,-2 1 0 0,-2 1 3 16,1 2 3-16,-3 0 6 0,0 2-1 0,1 2 12 16,-1 0-6-16,3 3-4 0,-3-3 1 0,0 6 3 15,1-1-6-15,-1 2 4 0,3 4-4 0,-1-1 5 0,2 6-3 16,2 4 3-16,0 1-4 0,-2-1 1 0,0 0-15 16,0 1 0-16,1 1-6 0,-1 0 4 0,0 0 3 15,0 2 2-15,0 0 0 0,0 2 1 0,0 7-3 16,-3 23 1-16,-1 1-1 0,3 2 1 0,1 1-2 15,0 3 2-15,0-2 0 0,0 4 9 0,2-4-9 16,0 6 0-16,2 1-2 0,2-1 4 0,1-4-2 16,3-2 3-16,-1 0-3 0,1 0-4 0,3 6 4 0,0-6 0 15,0-2 2-15,0-1-3 0,-2-8 5 0,4 3-4 16,0-3 5-16,-1-3-6 0,1 1-2 0,-2-4 3 16,0-1-2-16,0-2 5 0,-2-3-5 0,1-1 1 15,-3-3-3-15,-3 1-5 0,3-6-5 0,1 1-6 16,5-2 1-16,-2-2-23 0,7 11-130 0,1-4-31 0,3 0-65 15,0-1-377-15</inkml:trace>
  <inkml:trace contextRef="#ctx0" brushRef="#br0" timeOffset="134328.49">16707 9368 735 0,'0'0'61'0,"0"0"-9"0,0-2 10 15,0 1 11-15,-2-1-26 0,0-2 10 0,1 0-9 16,1 1 6-16,0-9-7 0,0-1 11 0,-2 2-4 15,2 2 0-15,0 3-1 0,0 3-1 0,0 1 6 0,0-2-1 16,-2 0-1-16,0 1-32 0,0 1-14 0,0 0 0 16,-1 2-3-16,-1 0 5 0,-17 6 11 0,3 5-8 15,-4-4 9-15,-3 30-7 0,7-7-8 0,1 9 3 16,4-7-5-16,2-10-3 0,5 2-1 0,5-7 0 0,-14 7-1 16,5-2 1-16,9-7-3 0,1 2 2 0,0-2-1 15,3-2 1-15,7 3 0 0,-3-1-2 0,21-4 1 16,2 2 10-16,5-3 0 0,0-1-1 0,2 2-1 15,-5 0-7-15,-1 0 5 0,-1 2 0 0,-2 0 0 16,0 2-3-16,-8-2 7 0,1 0-4 0,-3 0 4 16,-1-2-5-16,-4 0-1 0,-4-1 5 0,-1-3-3 0,-5-1 15 15,-1-3 21-15,-2-1-4 0,0 0 7 0,2 2-24 16,0 0-19-16,-2-1 2 0,-4 1-6 0,-24 9-1 0,-24 0-5 16,-7-7-3-16,1-5 0 0,-5-1-15 15,-4-1-64-15,6-1-5 0,-2 0-30 0,13 0-116 0</inkml:trace>
  <inkml:trace contextRef="#ctx0" brushRef="#br0" timeOffset="135630.91">15517 9049 88 0,'0'0'29'0,"0"0"1"0,0 0 14 16,0 0 5-16,0 0 1 0,0 0-5 0,0 0 28 15,0-2 2-15,0 0 0 0,0 0-3 0,0 1-9 16,0-1 9-16,0 0-10 0,0 0 5 0,0 0 0 16,0 0-5-16,0 0 3 0,0 1-9 0,0-1-13 0,0 0 4 15,0 0-5-15,0 0 11 0,0 0-10 0,0 0 3 16,-2 1-6-16,0-1-6 0,0 0-18 0,-1 0 0 16,-10 2-5-16,-12 0 0 0,0 6 13 0,-5 3 2 15,-5 8 3-15,-4 3 3 0,-6-18-6 0,0 26 0 0,-7 1-2 16,-1 3-2-16,2 1-5 0,-2-1-2 0,2-2 0 15,7 7-5-15,-1-2 0 0,1 4 0 0,5-2 1 16,-2 4 10-16,2-2-13 0,2-2 3 0,3 4-7 16,-1-8 2-16,0 6-3 0,-6-3 1 0,-2 1-3 15,-1 0 4-15,5 4-5 0,3 0 4 0,5 1-5 16,-1 1 4-16,1-2-3 0,3 5-2 0,-2 1 0 16,6-5 2-16,2 3 4 0,0-2 0 0,9-2 0 0,-4-4-3 15,2 5 1-15,0-10 0 0,-3 0 2 0,-1-6 5 16,0 0-16-16,1 0-3 0,-1-4-9 0,-5 0-31 15,0-3-311-15,0-4-40 0</inkml:trace>
  <inkml:trace contextRef="#ctx0" brushRef="#br0" timeOffset="140351.84">3218 13245 781 0,'-2'-2'118'15,"0"-1"20"-15,-13-18-48 0,10-9-47 0,-12 4-17 16,-1 4-19-16,-3 4 21 0,3-1-2 0,-1 2 9 0,4 2 8 16,0-1-17-16,2 1 2 0,0-2-7 0,4 1-1 15,2 1-15-15,1 2 6 0,-3 2-8 0,1-4 4 0,5 9-2 16,-9-9-6-16,9 6 2 0,3 7-4 0,-2-2 2 15,0 1 3-15,0 1-1 0,0 0 6 0,0 0-8 16,1 0-1-16,-1 0-1 0,0 1 3 0,0 1 1 16,0 1-1-16,-3 16 0 0,-3 22 3 0,4 2 0 15,3 2 2-15,1 7-2 0,0 2 2 0,3 5-4 16,1 6 0-16,0 6-1 0,3 5 0 0,1 12 5 16,-1 5-3-16,0 4 3 0,-1-3-6 0,3 1 12 15,-1-2-2-15,1 6 7 0,2 5 5 0,-2 4 2 0,1 5-2 16,-5-1 2-16,3-3 0 0,1-6 12 0,2-9 1 15,0-1 3-15,0 6 0 0,1-4-14 0,-1-4 0 16,0-6-6-16,-2-5 0 0,0-1-10 0,1-5 6 16,-3-7-7-16,2-6 9 0,1-1-5 0,-1-4 0 0,2-4-2 15,0 0-10-15,2 0 3 0,-2-9-3 0,4 9 2 16,-5-20-6-16,1-4-2 0,-2-4-3 0,-3-13 1 16,5 10-12-16,-2-4-4 0,-3-8-11 0,-1 1 0 15,-1-5-52-15,0 1-70 0,-1-2-9 0,1 0-36 16,0-2-185-16</inkml:trace>
  <inkml:trace contextRef="#ctx0" brushRef="#br0" timeOffset="141435.73">3405 12337 561 0,'2'0'137'0,"2"0"327"16,29-3-454-16,23-1-1 0,7 2-1 0,2 0-1 16,6 2-7-16,-2 0 19 0,-1 0 4 0,1 0 4 15,11 0-1-15,13 0 3 0,9 0-5 0,5 0 4 16,9-2-7-16,-5-1-5 0,-1 1 6 0,10-4-5 0,3 2 3 16,14-1-3-16,4-1-6 0,-1-1 4 0,1-2 4 15,7-1-5-15,14-1 2 0,1 0-4 0,6-4-4 16,2 0 6-16,7 0-5 0,4-3 4 0,7-1-7 0,5-3 2 15,2 0 0-15,9 3-1 0,1-3 2 0,17-2-8 16,-12-2 4-16,6-4-5 0,6 4 0 0,-2 0 1 16,0-4 2-16,2 1-2 0,0-3 3 0,1-1-3 15,-3 8 0-15,6 1 0 0,3 0 5 0,-13 4-10 16,-1-1 4-16,-1 3-6 0,-5 3 7 0,2-4 1 16,-1 6 2-16,-1 0-1 0,-2 2 1 0,-4 2-2 15,-1 0-2-15,3-1 0 0,-9 3 1 0,-1-2-2 0,1 1 0 16,-7 3-1-16,1-5 1 0,-4 3 4 0,-3 0 1 15,-7-1 1-15,-3 3-7 0,-3-1 2 0,-10-1-2 16,-3 3 2-16,-4 0-2 0,0 0-3 0,-7 1 5 0,-15 1-3 16,-6 0 9-16,2 2-6 0,-7 0 2 0,0 4-3 15,-10 1 1-15,-18 1 0 0,-6 1-1 0,-11 3-1 16,-3 1 2-16,1 2 0 0,-7 2 0 0,-4 1 0 16,-5 3 3-16,-10-1 4 0,2 3-5 0,-5 1 4 15,-5 0-11-15,-3-16 3 0,-3 26 2 0,-4-5 0 16,3 5 5-16,-5 3-4 0,-2-1-3 0,0 6 1 15,-4-4-3-15,0-7 5 0,1 10 9 0,-5 0-3 0,5 4 10 16,-5 7-10-16,1-3-3 0,1 7 0 0,1 5-1 16,1 6-2-16,-4 4 0 0,7 10 0 0,-5 3-1 15,2 5-1-15,-3 3 2 0,7-3-3 0,-2-4 2 0,2-5 5 16,2 0-6-16,-17-5 5 0,6-1-7 0,7 6 6 16,2 0-3-16,9-2 4 0,4 4-4 0,-9-7-2 15,-1-7 3-15,-1-3-2 0,0-5 4 0,-2-2-3 16,0-1 4-16,0 3-4 0,0-2 3 0,-4-1 0 15,4 3-4-15,-5-4 2 0,-1 5 1 0,-1-3 1 16,-2-6-1-16,-4 2 0 0,-2-11 2 0,-6-2-4 16,-1 2 3-16,16-8-3 0,-8 1 7 0,-9-7-1 0,-3-1 0 15,-3-3-1-15,-5-1 10 0,-3-2 0 0,2 1 5 16,-25-1-3-16,-3-3-1 0,-4 2-2 0,-7-5-1 16,-10-1 0-16,-3 2-7 0,-15-5-2 0,4 3-1 15,-8-2 1-15,-6-2 3 0,-1 4-7 0,-6-2 1 0,-3 2-2 16,-5-2 3-16,-14 4-2 0,-5-2-4 0,-10 0 0 15,-4-2-6-15,2 4-1 0,-3-2 5 0,-8 4-4 16,-13 7 1-16,-8-7 1 0,-5-1-4 0,-7-3 5 16,-2 2 7-16,-6 9-4 0,-5-1 5 0,-14 1-4 15,-1 2 3-15,-4-2 3 0,-9 0 0 0,-1 0 3 16,-6 0-5-16,-8 2 2 0,-10-2-3 0,3 1 2 16,-6-1-2-16,-21-9 6 0,8 7-3 0,-2-2 5 0,-16-3-1 15,1 7 2-15,-7-2 3 0,-14 3-1 0,10-1 6 16,-13 0-6-16,0 2 9 0,-1-2-7 0,-12 0 11 0,13 6 2 15,-9-4-2-15,3 0 2 0,8 5 0 0,-13-3-2 16,9 0-5-16,-1-2 2 0,-3-2-20 0,10 0 9 16,1 4-9-16,14 4 8 0,3-8-8 0,1 2-1 15,8 2 3-15,-1 3-3 0,4 5-3 0,7 3-24 16,-2 1-1-16,-2-1-10 0,13 6-31 0,-7 1-56 16,1 3-2-16,12 3-31 0,-4 7-139 0</inkml:trace>
  <inkml:trace contextRef="#ctx0" brushRef="#br0" timeOffset="149027.6">7306 11017 296 0,'0'-2'0'0,"0"0"35"0,0-11 9 0,2-20 14 0,-2 3 5 16,0 6-32-16,0 0-6 0,0 2-3 0,0 1-12 16,0 1 9-16,2-1-12 0,2 3 3 0,1-1 3 15,-1 1-3-15,2-1 4 0,-1 2-7 0,1-1 7 16,-1 1-8-16,3 0 3 0,-3 4 11 0,1 0-6 0,0 0 8 15,-3 4-7-15,3-2 11 0,-2 4-6 0,-1-1 9 16,3-1 4-16,-6 7-4 0,4-5 5 0,-3 3-7 16,1 0-9-16,0 0 0 0,0 1-5 0,0-1 1 15,0 2-18-15,0 0 10 0,-1 0 0 0,1 1 4 16,2-1-6-16,-2 0 0 0,0 2-5 0,1 0 2 0,1 0 0 16,0 2-4-16,3 1 7 0,6 5-5 0,-9-6 12 15,2 11-9-15,-5 5 1 0,3 5-2 0,13 3 3 16,-4 0-3-16,-6 3 4 0,-7 8-4 0,0 4 2 15,0 11 1-15,2 6 0 0,0 5 1 0,-2 9-5 0,-4 3 0 16,-3 1-2-16,3 2 2 0,-1-6 7 0,-3-3-9 16,1-2 3-16,3 0-4 0,0-2 6 0,2 3 4 15,4-1-3-15,-2-4 1 0,4 4-8 0,2-2 1 16,-5-9 1-16,3-4 1 0,2-6 8 0,-1-12-2 16,1 3-2-16,-1-8 2 0,1-1 0 0,0 0 1 15,-3-2 7-15,-1-2-4 0,2 0 6 0,-2-3 6 16,1 1-6-16,-1-1 5 0,0-1-12 0,0-3-5 0,-2-4 1 15,2-2-2-15,-2-2 2 0,2 0-7 0,0 1 2 16,-1-5-4-16,-1-1-2 0,0-2 7 0,2 1-5 16,0 1 4-16,0 0-20 0,0 0-20 0,0-3-2 0,0 1-14 15,-2 0-81-15,0 0-211 0</inkml:trace>
  <inkml:trace contextRef="#ctx0" brushRef="#br0" timeOffset="149485.4">7199 12360 776 0,'-2'-2'20'0,"0"0"4"16,0 0 12-16,0-2 4 0,-1-1-16 16,-7-8-10-16,3 2 0 0,0-1-5 0,3 5-8 0,-2-2 3 15,3 1 4-15,-1 1-3 0,0 1 2 0,4 4 3 16,-2-1 10-16,0-1-3 0,1 0 29 0,-1 1 4 15,0-1-5-15,0 0 4 0,0 0-13 0,0 1-4 16,0-1-7-16,1 2 1 0,-1 0-26 0,0 0-1 16,0 1 4-16,0-1-3 0,2 0 11 0,0 2-11 15,0 0 3-15,0 0-4 0,2 2 11 0,0 0-8 16,0 1 1-16,7 10-2 0,6 10 6 0,2 1-8 0,-3 0 4 16,5 6-4-16,-1-3 6 0,-1 3-4 0,2 0-1 15,-3-1 0-15,-3-1 4 0,0 2-4 0,-3-4 3 0,-3-2-4 16,2 2 2-16,-1-5 3 0,3 3 1 0,-4-8 0 15,1 1 0-15,-1 2-3 0,1-3 1 0,1 1-2 16,-3-6-1-16,-1-1 5 0,-3-7-2 0,2 1 4 16,-2-4 7-16,5 4 8 0,10 5-2 0,-2-3 4 15,-4-5-2-15,5 1 3 0,1-2-3 0,-6-2 1 16,6-1-10-16,2-5 8 0,-3-1-9 0,5-4 9 16,-3 7-12-16,-1-25 5 0,2 1 0 0,-3-3 1 0,3 1 2 15,-1-3-9-15,-1 1 7 0,-2-5-9 0,-2-1 4 16,0 1-9-16,-4-4-2 0,1 2-3 0,-3-2-15 15,-1-1-42-15,-1-3-19 0,1 1-16 0,1-6-130 0</inkml:trace>
  <inkml:trace contextRef="#ctx0" brushRef="#br0" timeOffset="150489.22">12201 11780 356 0,'0'-20'23'0,"0"-28"28"15,-2 3-21-15,2 8-5 0,0 3-2 0,0 7 0 16,0 1-4-16,0 5-4 0,2-1-1 0,0 1 0 15,1-1 7-15,-1 0 11 0,0 3-4 0,2-3 5 0,0 0-3 16,-1 1 7-16,1 5-1 0,2-5 2 0,-1 1-9 16,1 1-1-16,-1-3-1 0,1 1 1 0,-1 5 0 15,-1-1-9-15,0 6 3 0,-2 2-6 0,-2 7 7 16,2-2-4-16,-1 0 2 0,1 1-4 0,0 1-14 0,0 0-7 16,0 0-1-16,0 0-1 0,0 2 5 0,-1 2-7 15,-1 0 2-15,11 35-4 0,-1 4 10 0,-3 3 3 16,-1 1 0-16,-3 1 1 0,-1 5-7 0,0 6 4 15,0 3 3-15,-2 8 0 0,0 7-3 0,-2 4-1 16,0 3 0-16,0 0 2 0,1 1 8 0,-1-14-8 16,-2-4 5-16,0-7-5 0,1-8 9 0,-1 0-5 15,0-2 3-15,0-3-2 0,3-3 5 0,-1-3 11 0,0 0-8 16,2 0 7-16,-2-2-16 0,2 4 0 0,-2-11 1 16,0 0-1-16,1-2-6 0,1-6 3 0,-2 0-3 15,2-7 3-15,0-2-2 0,-2 4-5 0,0 1-2 0,0-3-3 16,0-4-4-16,2-5-62 0,-2 1-20 0,2-5-25 15,-3 7-152-15</inkml:trace>
  <inkml:trace contextRef="#ctx0" brushRef="#br0" timeOffset="150938.66">12011 12441 622 0,'0'0'81'0,"-1"-2"21"0,-1 0-14 16,0 1-53-16,-2-3 9 0,4 2-29 0,-4-3 4 16,-1 1-10-16,3 0 8 0,0 0-16 0,-2 1 2 15,1-1 1-15,-1 0 1 0,0 1 3 0,1 1-2 16,-1 0 7-16,0 0-4 0,0 0 6 0,1 0 2 16,-1 0-7-16,2 1 3 0,0-1-15 0,0 0 3 15,1 0-1-15,-1 2 4 0,0 0 4 0,0 0-2 16,2 0 0-16,0 2-2 0,0 0-4 0,0 1 6 0,2 5-4 15,3 7 6-15,5 3-9 0,1 4 2 0,0-3 6 16,2 3-4-16,-2-1-2 0,4 5 6 0,-2 2-9 16,0-2 9-16,2 3-1 0,-4-6-6 0,2 3 6 15,0 0-7-15,4 1 4 0,-1 5-1 0,-3-8 0 0,0 0-1 16,-3-5 0-16,-1-2 7 0,0-1-5 0,-1-5 5 16,3 6-16-16,-7-9 17 0,-3-5-5 0,7 8 8 15,-4-7-14-15,-1 0 25 0,1 0-3 0,0-1 13 16,-1 1 8-16,1-2-4 0,-2 0 0 0,2 0-1 15,-2-1-1-15,-1-1-16 0,1 0 2 0,0 0-6 16,2-1 3-16,0-3-3 0,5-9 2 0,-7-13-4 0,11-4-5 16,0-11 1-16,1-1-6 0,3-10 4 0,2 5-7 15,1-1-1-15,-1-2 1 0,3 5 0 0,-2-3-9 0,1 3-25 16,-1 1-7-16,3-1-12 0,-5 1-103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50.9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 5521 0 0,'0'0'160'0'0,"-1"0"-232"0"0,-1 2-40 0 0,0-1 32 0 0,2 1-264 0 0,-1 1-112 0 0,-1 1-168 0 0,2 1-1433 0 0</inkml:trace>
  <inkml:trace contextRef="#ctx0" brushRef="#br0" timeOffset="1">2 519 4377 0 0,'0'0'344'0'0,"0"2"-440"0"0,0-1-72 0 0,0 3-104 0 0,0 1-192 0 0,-2 15-400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17:24.7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17182 9788 32 0,'0'0'13'16,"0"0"10"-16,0 0 24 0,0 0 8 0,0-2-2 15,0 0-10-15,-1 0-19 0,-1 1 0 0,0-1-4 16,0 0-2-16,0 0 0 0,0 0 0 0,0 0 1 16,1 0 11-16,-1 1-7 0,0-1 0 0,-2 0-3 0,0 0-3 15,1 0-3-15,-1 0 5 0,0 0-4 0,2 2 3 16,-3 0-3-16,-3-1 3 0,3 1-2 0,-3-2 12 16,3 0 1-16,-1 0 1 0,-1 0 1 0,-1 0 8 0,3 2-4 15,-1 0-2-15,1-2-2 0,1 2-8 0,0 0 5 16,1 0-7-16,-1-1 5 0,2 1-9 0,0 0-7 15,0 0 10-15,-1-2-10 0,-1 0 6 0,0 0 6 16,0 0-5-16,1 0 6 0,1 0-7 0,0 1 8 16,0-1-5-16,0 0 4 0,0 0-10 0,1 0 1 15,-1 0-5-15,0 0 2 0,0 2-7 0,0 0 7 16,0 0 1-16,0 0-2 0,1 0-8 0,-1 0 1 0,0 0-1 16,2 0 2-16,0-1 5 0,0 1-7 0,0 0-1 15,0-2-1-15,0 0-4 0,0 0 5 0,0 0 4 16,2 0-1-16,0 0-4 0,-1 2 2 0,3 0-2 15,0 0 2-15,1 0 2 0,7-1-5 0,2-1 0 0,1 0-4 16,2-2 4-16,2 0 1 0,5 3 3 0,0-1-2 16,0 2-1-16,8-2-4 0,3 2 4 0,0-2-3 15,12 2 3-15,-12 0 0 0,0-2-1 0,4 0 1 16,-6 0 0-16,10 1-5 0,-2-1 2 0,-4-2 0 16,4 2 8-16,-2 0-1 0,2 0-4 0,2 1 1 15,-1-3-8-15,1 0 8 0,2 0 0 0,7 3 3 16,-2 1-9-16,3-2 4 0,7-4 1 0,-1 2 0 0,3 3 8 15,-7 1-6-15,1 3-2 0,-10-3-2 0,1 0-5 16,-3 2 6-16,1 0 2 0,3 0 1 0,2 0 2 0,4 0-5 16,2-1 1-16,3 3-3 0,4-2 0 0,1-2 5 15,4 2-2-15,-8-2 3 0,5-2-6 0,-6 2 3 16,1-4-2-16,10 2 2 0,-3 1 0 0,2-1-2 16,9 0 0-16,1-2-2 0,5-1 7 0,3 1-1 15,-7 0-1-15,-4 0-1 0,2 3 0 0,-2-3-3 16,6 2 8-16,5-2-6 0,2 2 0 0,8 1-1 15,-6-1-5-15,-8-4 4 0,-1 2 3 0,-4 1 5 0,2-1-3 16,5 2 2-16,1 2-9 0,5 0 8 0,3 2-4 16,1 2 4-16,-4-2-13 0,-5-4 11 0,-5 2-3 15,-1 0 4-15,2-2-8 0,5 4 6 0,2-2-1 16,10 0 2-16,-1 0-11 0,-3 0 9 0,-2 0-4 16,-8 0 5-16,0 0-7 0,12 2 3 0,1-2 2 0,4 0 0 15,8 1 2-15,-12 1-1 0,1-2 1 0,-3 0 0 16,-1-3 1-16,9-1-1 0,6 2-5 0,-3-4 4 15,-1 5-1-15,-11-1 2 0,-2 0-1 0,-1 2 0 16,5 0 1-16,5 0 2 0,4-2-1 0,-2 2-1 16,-4-4-4-16,-5 2 10 0,0 1-3 0,-1-3 5 15,7 2-9-15,4 2 6 0,1-6 0 0,0-1 2 0,-6 0-3 16,-5-5-5-16,0 5 3 0,-2 5-4 0,3-2 7 0,10 4-2 16,0 0-3-16,-6-1 0 0,-2 1 0 0,-7 0 0 15,-5-4 1-15,3 2-1 0,4 0 2 0,-2 2-2 16,2 0-1-16,-2 0-2 0,-8 2-1 0,-1 4 3 15,-4-5 0-15,-2 1 1 0,-2 2 0 0,2-2 0 16,6 3 2-16,-2 3-1 0,3-4-1 0,1-3 4 16,-10-1-4-16,2 0 4 0,-5 2-3 0,-4-2 2 15,1 2-4-15,3-2 3 0,3 0 0 0,2 2 1 16,2 0 5-16,-9 0-5 0,-2 0 8 0,0-4 3 0,-8-2 0 16,2 2 1-16,-5-2-12 0,-2 4 4 0,0 0-4 15,3 2 6-15,-1 2-4 0,0-2 1 0,-6 0 0 16,-9-2 0-16,0 0-2 0,1 2 5 0,-3 1-7 15,-2-1 5-15,1 0-8 0,-9-2 5 0,1 0-2 16,-6 2 3-16,-2 0-5 0,-3 0-19 0,0 3-16 0,-5 3-33 16,-1-1-353-16</inkml:trace>
  <inkml:trace contextRef="#ctx0" brushRef="#br0" timeOffset="11897.28">16932 7415 13 0,'0'0'16'0,"0"0"15"0,0 0 33 16,0 0 9-16,0 0-4 0,0 0-14 0,0 0-29 16,0 0-6-16,0 0-1 0,0-2-20 0,0 2-1 15,0 0 2-15,0 0 0 0,0 0 3 0,0 0 1 16,0 0-5-16,0 0 3 0,0 0 7 0,0 0 1 15,0 0 0-15,0 0-1 0,0 0-4 0,0 0 10 0,0 0-3 16,0 0 4-16,0 0-8 0,2 0-8 0,-1 0 6 16,1 0-6-16,-2 0 4 0,0 0 8 0,2 2-8 15,-2 0 7-15,0 0-14 0,0 1 6 0,0 1 3 16,2 7 1-16,-2 4-5 0,0 2 3 0,0 1-5 0,0 1 5 16,0 0 0-16,0-1 2 0,0 3-6 15,-2-1 3-15,0 0-8 0,0 3 13 0,2-5 1 0,0-5 5 16,0-5 0-16,0 3-4 0,0 2 4 0,0-6-5 15,-1 10 2-15,1-13 11 0,0 1-8 0,0 5 8 16,0-7-13-16,0-1 17 0,0 2 7 0,0 0 4 16,0-1 25-16,0-1-22 0,0 0-3 0,0 0-7 15,1-2-11-15,1 0-7 0,0 0 3 0,0 0-6 0,0 0 1 16,2-2-8-16,-1 0 2 0,-1 2-3 0,9-7-4 16,2-10 2-16,0 4 1 0,0-4 3 0,2 1 7 15,2 1-12-15,0-4 1 0,3 1-3 0,0-3 5 0,5-1-2 16,1-2 3-16,7 0-3 0,2-4 2 0,8 0 2 15,-2 0-3-15,9 0 5 0,0 0-2 0,0-3-5 16,4-1 2-16,-6-7-2 0,1 0 6 0,-9-7-5 16,-1-1 0-16,-3-1 0 0,-1 5 10 0,-2 8-9 15,1-2 2-15,-4 11-5 0,-3 0-3 0,-2 6 3 16,1 8-4-16,1 3-1 0,-2-2-56 0</inkml:trace>
  <inkml:trace contextRef="#ctx0" brushRef="#br0" timeOffset="15293.06">24500 7512 16 0,'0'0'13'0,"0"0"-3"16,-2 0 5-16,0 0 4 0,0-2-2 0,0 0 1 0,2 0 2 15,0 0 1-15,0 0-1 0,0 0 19 0,0 1-8 16,0-1 3-16,0 0-6 0,0 0-3 0,0 0-7 16,0 0 5-16,0 0-7 0,0 1-1 0,0-1-11 15,0 0 1-15,0 0-4 0,2 0 8 0,0 0-9 16,0 0 3-16,0 1-4 0,0-1 1 0,-1 0 3 16,1 2 3-16,0 0 0 0,0 0-4 0,0 0 2 0,0 0 1 15,0 0 0-15,-1 2-5 0,1 0 8 0,0-1-9 16,0 1 8-16,0 2-10 0,0 0 3 0,0-1 0 15,5 9 2-15,0 1 3 0,-1-4-4 0,1 6 6 16,1-2-6-16,-3 0-4 0,1 0 7 0,0-2-5 0,-1 2 7 16,1-2-4-16,-1 6 0 0,-1-6-1 0,0-2 0 15,-2-1-1-15,-1-3 2 0,1 4 0 0,-2-5 3 16,2 4 9-16,0-1-8 0,0-1 3 0,0-1-6 16,0 3-4-16,-1-3 10 0,1 1-1 0,-2-3 7 15,2 1 8-15,0 0 19 0,0 0 5 0,0-3 4 16,0 1 18-16,-1 0-22 0,1 0 0 0,0 0-9 0,0-2-9 15,2 0-5-15,-1-2-5 0,10-7 1 0,0 3 0 16,2-16-9-16,2-2 6 0,5 0-9 0,1-2 9 0,4-4 2 16,7 0 0-16,-3-1-2 0,10-1-11 0,6 0 6 15,-6 5-6-15,-3-1 5 0,1 0-11 0,-1 4-4 16,2-2 4-16,-1 0-6 0,0 2-5 0,-5-2-53 16,-3-6-39-16</inkml:trace>
  <inkml:trace contextRef="#ctx0" brushRef="#br0" timeOffset="18215.5">26648 7389 256 0,'0'0'-39'16,"0"0"34"-16,0 0 1 0,0 0 5 0,0 0 31 16,0 0-12-16,0-2-9 0,0 0 1 0,0 2 0 15,2-2 4-15,0 2-8 0,0-1-3 0,-1-1 2 16,1 0 12-16,0 0 2 0,0 0-2 0,0 0-1 16,0 0-14-16,1 1 3 0,1-1 6 0,0 0-4 0,0 2 1 15,1 0-3-15,4-2-1 0,1 2 0 0,-8 0-2 16,1 0 9-16,3 2-11 0,-4-2 11 0,1 2-9 15,1 5 1-15,0 10 3 0,-2 0-3 0,0 1 5 0,1-1-5 16,1 0 1-16,2-3-4 0,3 1-2 0,-2-4 11 16,-1 2 0-16,3-7 5 0,0 1 8 0,-1-5 24 15,3 8 1-15,-2-5 8 0,1 1 11 0,3-1-18 16,0-1 5-16,1-2-10 0,7-2-2 0,1-6-7 16,2-3-5-16,6-8 0 0,3 14-20 0,6-25 7 15,4 0-8-15,7-2 8 0,10 0-10 0,-3 3-4 16,14-5-1-16,1 6-3 0,-3-2-25 0,5-3-84 15,-9-3-82-15</inkml:trace>
  <inkml:trace contextRef="#ctx0" brushRef="#br0" timeOffset="28544.9">23891 9823 60 0,'0'0'8'0,"0"0"9"16,-2 0 24-16,0 0 12 0,0 0 11 0,0 0-2 15,0 0-13-15,1 0-4 0,-1 0-1 0,0 0-9 0,0 0-12 16,0 0 5-16,0 0-6 0,0 0 16 0,1 0-10 16,-1 0 7-16,0 0-9 0,0 0-5 0,0 0-10 15,0 0-1-15,0 0-2 0,1 0-5 0,-1 0 9 16,2 0-8-16,0 0 9 0,0 2-13 0,0 0 4 16,0 0 2-16,0 2 1 0,0-1 7 0,2 14-4 15,-1 2-2-15,3 1 2 0,0 4 0 0,0-2-8 0,-1 6 10 16,3 6-9-16,-2-3 13 0,1 4-12 15,1 3-4-15,-3-1 0 0,3 7 6 0,-2 1-5 0,-1-1 10 16,3 5-10-16,-2-8 0 0,-1 3 1 0,1-1 1 16,0-6 2-16,0 4 10 0,-1-2-5 0,1 0-3 15,0 2 2-15,-1 1 1 0,3 1-5 0,0 2 2 0,-1 3-4 16,3 2-4-16,-3 2 7 0,3 2-6 0,-3-4 8 16,1 2-8-16,-3 2 6 0,1-4 0 0,0-4 2 15,0-1-8-15,-3-8 2 0,1-2 3 0,0-1 0 16,0-6 7-16,2 3 0 0,-1-3-1 0,1 0 0 15,0 0 0-15,1 0 0 0,-1-4 3 0,0-2-1 16,1 2 1-16,1-2-7 0,0 1 2 0,-3-1-2 0,3 2 4 16,-2-5-4-16,-1 1 0 0,1-5-1 0,0-2 1 15,-2-4 5-15,-1 0-6 0,1 3 5 0,-2-9-14 16,2 3 10-16,2 3-5 0,-2-3 7 0,0-1-6 0,-1-1-3 16,1 0-2-16,0-1 0 0,0 1-6 0,2 0 8 15,-1 0 2-15,1-3 0 0,0 1 0 0,0 0 5 16,-1 0-4-16,1-2 4 0,0 0 1 0,-1-2-9 15,1 0 3-15,0 0-3 0,0-3 3 0,3-12-1 16,-1 4 4-16,-1-9-4 0,-5 3 5 0,0 5-3 16,-2-5-2-16,2 6 1 0,-2 0 0 0,-1 0 8 15,-1 2-1-15,-2 2 3 0,1-1-3 0,-1 1-4 16,3 2 5-16,-3-3-5 0,2 5 3 0,2 1 4 0,-7 0-4 16,0-3 5-16,-2-1-6 0,0 3 1 0,1 1 0 15,1 2-1-15,-2 2-3 0,0 0 2 0,-2 2-1 16,2 2 1-16,1 1-6 0,-1 5-1 0,4 1 0 15,-1 9 0-15,3 4 6 0,-1 1-5 0,2-3 1 0,3-2-2 16,-1-3 8-16,-9-2-7 0,-1 5 1 0,5-1-2 16,3 1 8-16,4-3-5 0,0-8-1 0,0 4-1 15,2 2-4-15,2 0 7 0,1 3 1 0,-1-8 1 16,2-1-9-16,-1 0 19 0,-5-7-4 0,13 11 11 0,0-11 0 16,0 2-4-16,2-2 1 0,2 9-3 0,-2-4-6 15,-4-3-8-15,2-2-1 0,-4-2-1 16,6-2 12-16,-2 0-1 0,0-2 1 0,0-1-1 0,-4-1-4 15,-1 1 3-15,1-7-2 0,6-10 3 0,-4 4-2 0,-4-1-5 16,-1-5-1-16,-2 2-1 0,-4 1 3 0,0 1-1 16,-2 3 4-16,-2 4-3 0,0 2 3 0,1 4 3 15,-1 1-5-15,-3 4 4 0,-10 0-5 0,0-9-1 16,0 4-3-16,-3 3 0 0,1 4-5 0,1 6-2 16,1 5 0-16,0-6 0 0,1 23 2 0,3 2-4 15,0-1 5-15,3 5-4 0,3-4 10 0,1-3-4 16,5-1 0-16,-1-3-1 0,-11-5 5 0,5-3-3 15,3 2 5-15,3-8-4 0,2 2 3 0,0-1-4 0,0-5 1 16,2-1-1-16,0 0 6 0,-1-1 9 0,3 1-9 16,2-2 9-16,10 3-8 0,3-3-2 0,1-2 3 15,5-5-3-15,-1-5 6 0,2-3-8 0,-2 12 5 0,-2-20-8 16,0-3 1-16,-7 4 2 0,4-1-2 0,-10-3 3 16,-3 2 2-16,12-6-5 0,-7 0 0 0,-5 0-1 15,-4 4 0-15,-2 7-1 0,-2 1 1 0,0 3-1 16,-2 2 2-16,1 3 7 0,-1 3-3 0,-18-10 2 15,-2 4-10-15,1 5-1 0,-3 4 2 0,6 2 0 16,-2 2 5-16,-1 4-3 0,3 3-6 0,1 2 3 0,3 0 1 16,4-9-2-16,3 13 4 0,4 0-5 0,1-1 0 15,2-4 0-15,-5-1-3 0,-1 2 0 0,4-2-28 16,3 3-99-16,1-5-36 0,0-1-49 0,5 3-385 0</inkml:trace>
  <inkml:trace contextRef="#ctx0" brushRef="#br0" timeOffset="30027.96">21312 13464 628 0,'0'-2'0'16,"0"-1"0"-16,0-1 9 0,0-9-9 0,0 2-12 0,0 3-38 15,2 1-21-15</inkml:trace>
  <inkml:trace contextRef="#ctx0" brushRef="#br0" timeOffset="54070.04">17077 7422 52 0,'-2'0'4'0,"0"-1"4"0,0-1 16 0,-2 0 1 15,-11-7 0-15,-3-3-4 0,-1 3 2 0,-1 0 0 16,-2 0 6-16,-3-1 12 0,3 3 7 0,-2-2-6 0,4 1 3 15,-3-1-19-15,7 2-10 0,-7-5 6 0,-5-1-7 16,6 4 5-16,-4 2-3 0,2 1-6 0,0 2 1 16,-9 4-11-16,-3 0 13 0,3 4-3 0,-2 4 4 15,-3 1-15-15,3 4 13 0,0 2-7 0,0 3 10 16,1-16-6-16,3 26-10 0,-1 2 6 0,4 5-7 16,-2 0 2-16,6 8 7 0,-2 1-7 0,0 5 7 15,2 10-6-15,0 4-2 0,0 8 1 0,5-1-2 0,3-1 3 16,-1-6 0-16,-3-5 2 0,7-3-3 0,-4-1-6 15,4 4 7-15,-15 3-2 0,11 2 6 0,12 8-6 0,5 3 3 16,3-7 2-16,7 4-1 0,3-7-1 0,2-6-2 16,1-2-5-16,1-10 3 0,0-7 0 0,3 0-7 15,2-2 4-15,-20-1-6 0,22-1 9 0,2-2-1 16,2-1-1-16,2-4 0 0,1-2-1 0,5-4-7 16,3-2 8-16,9 3-7 0,-2-5 17 0,10 6-10 15,2-1 3-15,1-7-5 0,2 3 16 0,-1-10-10 16,-6 4 11-16,-8 11-11 0,-1-11 8 0,-6-5 3 15,0-8-6-15,1 0 7 0,1-2-5 0,-2-6 9 0,4-3 0 16,5-4 2-16,-1-5-9 0,8-6 3 0,-3 24-10 16,0-33 8-16,2 2-5 0,0-3-9 0,-6 1 10 15,-1 0-10-15,-5-2 10 0,-10-1-2 0,0-1-5 0,-6-3 1 16,0-10-8-16,-4-6 7 0,0-7 0 0,-1-11 2 16,-3 0-2-16,1-8 1 0,-1 5 1 0,-1 4 1 15,0 3 2-15,-6 7 1 0,-2 2-3 0,-5 5 3 16,24-5 1-16,-15 0-3 0,-10-2 5 0,-4-6-3 15,-7 8 6-15,-5 0-10 0,-4 4 0 0,1 9-1 16,-5-1 8-16,-1 11-5 0,16-1 2 0,-27 7-4 0,-8 3 16 16,-2 5-9-16,-7 2 10 0,-9 3-10 0,3 6 1 15,-5 2 2-15,-8 6-4 0,2-23 4 0,-1 17-5 16,6 10-10-16,7 6 1 0,5 8-5 0,1 6 2 0,10 3-24 16,0-10-22-16,2 32-17 0,7 5-228 0</inkml:trace>
  <inkml:trace contextRef="#ctx0" brushRef="#br0" timeOffset="55160.02">20261 6862 31 0,'0'-2'17'0,"0"-2"12"16,0 0 17-16,0-3-22 0,0-4 3 0,0 2-9 0,0-3 8 16,0 9-2-16,0-5 4 0,0 1-4 0,0 5-5 15,0-4-10-15,0 5 1 0,0-3-5 0,0 0-7 16,0 0 2-16,0 1-4 0,0 1 5 0,0 0 4 0,0 0 3 15,0 0-1-15,0 0 1 0,0 1 1 0,0-1 2 16,0 2 7-16,0 0-6 0,0 0-5 0,0 0 3 16,0 2-2-16,0 1 4 0,0 12 7 0,0 17-7 15,-2 5 0-15,-2 4-2 0,-1 11-10 0,-3 9 8 16,1 2 0-16,1 2 3 0,-1-5-10 0,-1-8 8 16,-1-2-10-16,-4 0 10 0,0 2-5 0,0 2-2 15,-2-2 7-15,0 1-5 0,1-2 1 0,1-5 6 0,1-5 1 16,1 0 3-16,0-10 18 0,2 1-6 0,-2 3-3 15,1-5 0-15,1 0-1 0,0-4-18 0,1-8 11 16,3-1-15-16,-3 1-1 0,3-3 5 0,-1 0-4 16,3-6 5-16,1-3-9 0,0-1-1 0,0-1-5 0,0 0 2 15,0 0-12-15,0-1-9 0,1 1-1 0,-1-2-7 16,2 0-48-16,0 0-114 0</inkml:trace>
  <inkml:trace contextRef="#ctx0" brushRef="#br0" timeOffset="55673.1">19975 7528 82 0,'0'0'9'0,"0"-2"-1"0,0 1 30 15,0-1-7-15,0 0 11 0,-2 0-11 0,0 0 11 16,0 0-5-16,0 0 7 0,1 1-10 0,-1-1-16 0,0 0 6 16,0 0-9-16,0 0 10 0,0 0 1 0,0 0-4 15,1 1 2-15,-1-1-5 0,0 0-11 0,0 0-3 16,0 0-3-16,0 0-11 0,0 0 12 0,1 1-3 16,-1 1 7-16,2 0-3 0,0 0-4 0,0 0 8 15,0 1-8-15,0 1 3 0,0 0 1 0,0 2-2 0,2 3 3 16,3 14-5-16,-1-3 7 0,1 5-7 0,1-1 6 15,-2-2-2-15,1 8-3 0,-1-2 4 0,2 4-5 16,-3-4 2-16,1 0 0 0,2 2 2 0,-3-10-1 16,1 5-8-16,-2-3 6 0,2-3-4 0,-1 3 6 15,1-1-1-15,0-1 5 0,-1-7-1 0,-1-1 1 16,0-7-6-16,-2-1 3 0,2 2 0 0,0 0 2 0,2-1 6 16,-1-1 4-16,3 2 0 0,5 2 1 0,0-3-7 15,0-1-4-15,2-2-1 0,-2-2 0 0,2-1 1 16,-3-1 6-16,1-4-6 0,2 1 6 0,0-13-6 0,0-5 3 15,0-8 1-15,2 0 0 0,-4-10 9 0,7 2-7 16,3 4 9-16,3-4-10 0,-2 2-3 0,2 4 2 16,-7-1-4-16,-9 5 4 0,10 1-3 0,-7 6-9 15,0 2 2-15,8 3-5 0,-13 4 5 0,3 2-15 16,0 2-6-16,-3 2-5 0,-3 1-36 0,-3 7-224 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48.6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10 1840 0 0,'0'0'232'0'0,"-25"0"2938"0"0,119 3-3080 0 0,-50-1-559 0 0,0-1 1 0 0,0-3 0 0 0,58-9-1 0 0,-85 8-556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49.5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19 960 0 0,'0'0'3700'0'0,"10"0"-2999"0"0,32-5-454 0 0,159-9 305 0 0,-177 14-2083 0 0,-22 0 783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50.2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0 2232 0 0,'0'0'718'0'0,"-6"2"1851"0"0,-1 0-5846 0 0,7-1 2629 0 0,2 4-476 0 0,4-5 5140 0 0,-3 0-1767 0 0,-2 0-2251 0 0,19 72-876 0 0,-17-62-768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21:56.4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12134 4032 358 0,'-2'-2'0'0,"0"0"11"0,0-1 14 16,1-1 19-16,1 2 9 0,-2-7-7 0,2 3-7 15,-2-5-13-15,0 0-9 0,2 5 7 0,-2-3-8 0,2 5-4 16,0-1 4-16,0-1-6 0,0 3-5 0,0-1 9 16,0 0-6-16,0 0 6 0,0 1 2 0,0 1 5 15,0 0-2-15,0-2 1 0,0 2-20 0,0 1 5 16,0-1-9-16,0 0 4 0,0 0-10 0,0 0 15 16,0 2-1-16,-2 0 5 0,2 0-6 0,0 2 2 15,-2 2-2-15,-3 9 0 0,-4 11-3 0,1 0-2 16,-1 0 4-16,0 6-1 0,1-2 6 0,1-2-6 15,1 3-1-15,2 1-1 0,1 3-8 0,1-1 9 16,0 5 1-16,0-2 3 0,2 3-2 0,0 6-2 16,0-5 1-16,0 4 0 0,0-4 4 0,0-11-7 0,0 5 3 15,0-7-2-15,0 2 13 0,0-6-13 0,0-3 5 16,0-6-6-16,0-4 3 0,0 0 0 0,0-3 1 0,0 0 1 16,0-5 9-16,0 5 3 0,0 0-6 0,0-1 6 15,0-1 2-15,0 0-12 0,-2-1 6 0,-1-1-9 16,-5 2-4-16,-20 7 10 0,8-5-4 0,-8-3 6 15,0-1-1-15,2-2-12 0,4-2 7 0,-4-3-8 16,2-1 11-16,3 1-1 0,1-1-6 0,5 2 2 0,-2 1-4 16,4 1 2-16,2 0 4 0,4 2-1 0,-1-2 3 15,5 2-8-15,-1 0 2 0,2 0-5 0,-2-2-8 16,1 0 18-16,1 0-5 0,0-1 12 0,2 1 5 0,0 0-6 16,2 0 4-16,24-5-4 0,24-4 4 0,4 3-11 15,3 1 4-15,3 1-6 0,3 1-2 0,4 3 4 16,3 0 0-16,-3-2 3 0,-4 2-4 0,-5 0 2 15,1 1-5-15,-1-1 5 0,1-4-5 0,1 1 7 16,-7-3-6-16,-1 4 5 0,-9 1-6 0,-6 1-1 16,-1 0 0-16,-12 0-2 0,7 2-7 0,-10 2-43 15,-5 0-29-15,-6 0-8 0,-8-2-119 0</inkml:trace>
  <inkml:trace contextRef="#ctx0" brushRef="#br0" timeOffset="338.75">11761 3874 728 0,'0'-2'16'0,"0"1"-5"16,-2-3-1-16,-2-13 12 0,4 13-16 0,-2 1-10 15,0-1-2-15,1 0 0 0,1 2 2 0,0 1 1 0,0-1 4 16,0 2-6-16,1 0 5 0,1 0 0 0,2 0 14 16,5 0 6-16,19-4 1 0,4 0 0 0,10-1-2 15,1-1-2-15,2 1 0 0,7-3-9 0,-6-1 2 16,1 5-7-16,-1 0 6 0,-7 3-1 0,-2 1-7 16,-5 0 4-16,-6-2-6 0,-2 0-6 0,2-2 3 15,-6 2-3-15,1 0 3 0,-1 2-2 0,-1 0-14 16,-1 0-21-16,1 4-1 0,-3-2-101 0,1 4-45 0</inkml:trace>
  <inkml:trace contextRef="#ctx0" brushRef="#br0" timeOffset="1029.99">13046 4288 266 0,'0'0'31'0,"0"-2"12"15,0 1-14-15,1-1-22 0,1 0 3 0,0 0 1 16,0 2-3-16,0 0-1 0,0 0 0 0,0 0 6 0,-1 0 2 16,1 2 8-16,0 0-4 0,-2 0 9 0,6 24-13 15,-4 5 2-15,-2 3-5 0,-4 3 7 0,-4 2 3 16,-1-2-5-16,-4 4 3 0,0-2-9 0,2 0-7 15,-2 3 3-15,4-6-3 0,1-3 6 0,3-9-4 16,1-7 6-16,-2 3-4 0,1-3 6 0,-1 2-5 16,3-6 1-16,1-2 1 0,0-4 14 0,2 1 13 15,0-3-4-15,0-1 7 0,0-2 3 0,0 0-12 0,0-1 8 16,0 3-8-16,0 0 13 0,0 0-16 0,0-3 3 16,0 1-9-16,2 0-11 0,0 0-5 0,-1-2-6 15,-1 0 4-15,0-2-6 0,0 0 0 0,0 0 3 16,0-1-1-16,0-5 10 0,-1-5-14 0,-3-5 6 0,0-1-6 15,0-1 3-15,-3-6-2 0,1 4 0 0,-1-8 0 16,-2-2 5-16,3 4-3 0,3-3 0 0,1 1-1 16,2 0 4-16,2 3-10 0,-1 2 3 0,1 5-6 15,0 3 10-15,2 2-1 0,1 1-2 0,-3 8 1 16,4-3-7-16,-4 5-2 0,3-3 0 0,1-1 1 16,3 6 12-16,4-1-4 0,4-9 1 0,-1 3-4 0,-3 4-3 15,2 1 5-15,-2 2 1 0,4 2 1 0,0 2 4 16,1 3-8-16,-1 3 1 0,0 3-5 0,-1-2 9 15,-1 17 3-15,0 2-1 0,0 0 2 0,0-8-4 0,-2 8-4 16,2-4 1-16,0 6 0 0,-4-4 8 0,0-7-7 16,-4 3 6-16,-3-3-6 0,0 1 2 0,11 2 3 15,-6-3 0-15,-4 1 2 0,-3 1 11 0,-2-3 0 16,-3 1-5-16,-3-3 2 0,-3 5-6 0,1-8 14 16,5 2-6-16,-20-4 6 0,1 2-16 0,0-4 10 15,-2-1 0-15,-1-1 2 0,3-1-7 0,2-1-2 16,-6-1-2-16,3-2 1 0,-3 1-7 0,2 14 4 15,2-6-1-15,-2-3 3 0,9-6-6 0,-5-1-1 0,10-1-1 16,1 0 0-16,-4 0 6 0,9 0-4 0,-3-1-3 16,3-1-1-16,2 0-10 0,1 0-26 0,-1 0 7 15,0 0-14-15,0 0 4 0,2 1-2 0,0-1-11 0,2-2-1 16,7-2-69-16,13-7-10 0,12 0-24 0,-12 8 6 16,0-1-89-16</inkml:trace>
  <inkml:trace contextRef="#ctx0" brushRef="#br0" timeOffset="1400.83">13736 4725 362 0,'0'-2'35'0,"0"0"-6"15,0-4 53-15,2-7 1 0,-2 2 1 0,0 2-17 16,0-2-29-16,0-2-1 0,0 5-7 0,0 5 1 0,0-5-13 16,0 5 8-16,0 1-10 0,-2-2 1 0,-7-2-16 15,-8-3 4-15,2 5-5 0,6 3 6 0,-6-1-4 16,0 2-2-16,-5 0 0 0,13 0-1 0,-3 3-1 15,7-1 1-15,-1 2-1 0,2 22 3 0,-2-6-5 16,-9 1 4-16,6-3-5 0,1-3 10 0,4 0-5 16,2 2-1-16,0 3-2 0,2-3 2 0,2 0 2 15,3 1-1-15,1 1 2 0,3-3-4 0,-9 1-4 16,20-2 8-16,6-2-4 0,-8 2 8 0,-5 0 7 0,0-4-10 16,-7 0 9-16,6 0-10 0,-1 0 2 0,-5-1 2 15,1-3-1-15,-5-1-1 0,0-1 23 0,-1 1 0 16,-1-1 10-16,-2-1 9 0,0 3-17 0,-2 1-4 15,0-3-4-15,-35 5-12 0,-5-7 3 0,3 3 0 0,-2-2 1 16,0-1-5-16,0 20-2 0,-2-10-1 0,12-6 0 16,-3-1-8-16,8-4 2 0,-1-2-7 0,2 0 3 15,5 0-35-15,3 0-74 0,4-2-31 0,4 0-34 16,5 2-296-16</inkml:trace>
  <inkml:trace contextRef="#ctx0" brushRef="#br0" timeOffset="1878.24">14150 4259 437 0,'0'0'32'0,"0"0"37"0,0 0-44 15,0 0-17-15,0 0-5 0,0 0-1 0,0 0-8 0,0 0 9 16,2 0-3-16,0 0 7 0,0 0-1 0,0 0 20 16,15 0-1-16,-4 0 8 0,5 0 4 0,6 0 2 15,8 0-6-15,-12-2 4 0,19-4-4 0,-7 1-11 16,3-3 3-16,6 1-9 0,-6-1-15 0,0 3 0 15,-3 1 4-15,-4 0-3 0,-4 2 5 0,-4 1-2 16,-3 1-4-16,-2-2 3 0,-2 2-4 0,0 0-4 16,-6 0 0-16,1 0-3 0,-4 0-8 0,-1 0-66 15,1 0 4-15,-2 0-29 0,0 2-45 0</inkml:trace>
  <inkml:trace contextRef="#ctx0" brushRef="#br0" timeOffset="2046.92">14228 4474 128 0,'0'0'46'0,"-2"2"-8"0,1 0 56 0,-1 0-13 16,0 1-7-16,0 1-36 0,2 0 7 0,-2 5-10 16,2 6 40-16,0-6-16 0,4 0 4 0,-2-5-10 15,9 4-7-15,15 5-24 0,2-6 3 0,14-3-11 16,-4-4 3-16,12-2-8 0,-4-4 6 0,-5-3-5 0,2 3 4 16,-14-1-16-16,3-2-2 0,-6 1-5 0,2-1-7 15,-2 2-112-15,-2-5-62 0</inkml:trace>
  <inkml:trace contextRef="#ctx0" brushRef="#br0" timeOffset="2668.4">15415 4010 903 0,'0'-2'7'0,"0"0"1"0,-2-2 0 0,0-7 0 16,0 0-3-16,0 2-3 0,2 5-7 0,0 2-6 16,0-1-1-16,0-1-30 0,0 2 13 0,-1 0 2 15,-1 0 6-15,0 0 21 0,2 1 0 0,-2-1 2 0,0 0 1 16,0 2 5-16,0 0-3 0,1 0 1 0,-1 2-2 16,0 0 7-16,0-1-7 0,0 3 6 0,0 2-6 15,-5 10 2-15,-1 3 2 0,1 3-8 0,0-1 5 16,1 5-2-16,0-2 0 0,3 2 3 0,-1 2-4 15,0 0-4-15,2-1 6 0,2 3-8 0,2 3 6 0,2-3-5 16,0-2 3-16,-1 0 5 0,1-2-2 16,2 5 2-16,1 3-3 0,-1-3-1 0,-3 1 0 0,1-4-1 15,-2-2 0-15,0 0 6 0,-2-2-3 0,0-4 10 16,0 3-12-16,-2-8 1 0,0-4-2 0,0 2 3 0,2-10 8 16,-2 5 1-16,1-4 1 0,-1-1-12 0,0 1 19 15,2-2-9-15,-8 2 12 0,-1-3-16 0,0 7 3 16,-6-1-3-16,-4 1 4 0,-1-5 1 0,1-1 3 15,-1-2 7-15,11 0-3 0,-6-2 5 0,2 1-9 16,2-1-3-16,-4-2 1 0,7 4 6 0,-1-2-14 16,2 0 4-16,1 2-8 0,1 0 2 0,1 0-3 15,0 0 1-15,0 0-1 0,3 0-7 0,-1 0 4 0,0 0-5 16,-2 0 4-16,0-2-5 0,1 1 20 0,1 1-1 16,0 0 8-16,2 0 0 0,2 0-11 0,2 0 6 15,18 0-8-15,8 0 4 0,9 0-2 0,-8-2-1 0,6 0 0 16,-3 0 0-16,-6 0-5 0,3 0 3 0,-5 0-3 15,-2 1 10-15,-5-1-7 0,-1-2 1 0,-3 2-3 16,-2-2-1-16,0 1-2 0,-2 1-2 0,-1 0 0 16,-3 2-1-16,-3 0 2 0,-1-2-1 0,-1 2-3 15,2-4-27-15,0 1-22 0,1-8-10 0,1-4-2 16,-4 0-28-16,-2-9-9 0,-2 3-5 0,-2-1-5 0,-5-4-40 16</inkml:trace>
  <inkml:trace contextRef="#ctx0" brushRef="#br0" timeOffset="2862.85">14926 3958 460 0,'0'-2'92'0,"0"0"192"0,0-2-225 0,0-1-29 16,0-3 7-16,0 5-17 0,0-1-9 0,0 2-11 15,2-2 0-15,19-3-2 0,10 5-1 0,8-11 7 16,6 4 2-16,-1 0 3 0,7-6 1 0,1 7-6 15,-2 3-5-15,-2-3 1 0,0 3-3 0,-9-1 2 0,-2 1 5 16,-3-16-3-16,-5 14 1 0,1 3-12 0,-2 4-2 16,-4 2-6-16,-2 3-28 0,-3 3-179 0</inkml:trace>
  <inkml:trace contextRef="#ctx0" brushRef="#br0" timeOffset="3410.28">15621 4491 1146 0,'0'-2'2'0,"0"0"-2"0,2-2 1 16,-2 1-1-16,2-3 0 0,-1 0-8 0,1 3 2 16,2 1 6-16,0 0-3 0,-1 2 3 0,-1 0 0 15,0 0-6-15,6 6 3 0,-5 25-8 0,14-1 3 16,-6 3 5-16,-5-3-2 0,-4 2 13 0,-2-5-10 15,-2 1 8-15,0-2-7 0,-2-3 12 0,0 1-7 16,3-4-5-16,-1-3 1 0,0-2 3 0,2 1 0 16,0-5 6-16,0-1-5 0,0-5-2 0,0 1 2 15,0-2 1-15,0 1 0 0,0-3 2 0,0 0 22 0,0 2-4 16,2-1 10-16,0-1-11 0,-1 0-12 0,1-2-4 16,2 0-1-16,0-2-7 0,-1 0 6 0,5-3-3 15,-6-10 2-15,3-7-10 0,3-4 5 0,-1 3-1 0,-1-12 1 16,-1 4-1-16,6-5 4 0,-3-8-3 15,7 7 3-15,-6-8-10 0,-2 15 7 0,1-1-1 0,-3 5 3 16,7 11 1-16,2-6-4 0,-6 8 0 0,-4 6-3 16,-1 0-4-16,-3 5 8 0,6-2-4 0,-2 0 4 15,5 2-1-15,2-7-2 0,-5 5 1 0,10-3-1 0,-5 3 3 16,12 1-4-16,3 3 4 0,-8 3-4 0,5 7 0 16,-1-1 8-16,0 4-7 0,8 2 7 0,-6-2-10 15,0 3 6-15,0-10 0 0,-2 27 0 0,1-8-2 16,1 10 2-16,-4-7 0 0,-1-2 2 0,-4 5-4 15,-2-1 3-15,-4-2-2 0,-3-2 2 0,-3 0-3 0,12-4 11 16,-6-1 2-16,-5-7 5 0,-2 3 6 0,-2-4-5 16,-4 0 4-16,-3-2-5 0,-17-2 0 0,-12 1 0 15,-8-3-4-15,-6 1 3 0,-2-1-1 0,-8-5-7 16,-3 0 3-16,4 0-4 0,-4 25-1 0,-4-14-5 16,9-7-13-16,3-2-1 0,1-4-67 0,4 2-422 15</inkml:trace>
  <inkml:trace contextRef="#ctx0" brushRef="#br0" timeOffset="4392.29">12000 5701 158 0,'-2'0'16'0,"1"0"29"0,-5 0 13 16,-20-5 10-16,7 1-14 0,3 2-14 0,-1 0-5 15,10 2 0-15,1 0-5 0,4 0-6 0,-2 0-2 0,3 0-3 16,-3 0 0-16,0 0-11 0,0 0 11 0,3 0-11 15,-1 0 6-15,0 0 17 0,0 0-10 0,2 0 13 16,2 0-17-16,0 0-3 0,1 0-1 0,10 0-1 16,10 0-7-16,10 0 1 0,-7 2-6 0,0-2 3 15,11 4-6-15,-1-2 4 0,3 0 4 0,3 1-2 16,-6-1-4-16,-1 2 2 0,0-2-2 0,0 0 3 0,6 1 8 16,4-1-6-16,5 2 1 0,2 0-3 0,7-1 7 15,10 1-7-15,5-2 3 0,14-2-4 0,1 0 4 16,-4 0 1-16,0-2 2 0,-1 2-1 0,1-2-9 0,16 2 7 15,3 0-7-15,7 0 6 0,-1 0-7 0,-8 0 5 16,-4 0 5-16,-5 0-1 0,5 0 1 0,12 2-8 16,1 2 0-16,4-1-3 0,-5-1 12 0,-8 2-9 15,-7 0 3-15,-6-1-4 0,2 1 5 0,9-2-2 16,4 0-1-16,-5 0 0 0,-3 0-5 0,-10-2 8 16,-8 0 0-16,-4 0 1 0,2 0-9 0,4 0 5 15,-4 0 0-15,-2 0 4 0,4-2 6 0,-7 0-8 0,-1 2 8 16,-7-2-9-16,-13 2 6 0,-5 0-4 0,-8-2-3 15,-3 2 1-15,-7 0 8 0,-2 0-7 0,-5 0 3 16,-5 0-5-16,0 0 6 0,-6 0-3 0,-2 0 4 16,-1 0-4-16,-4 0-2 0,2 0-6 0,-1 0-30 0,-1 0-10 15,0 0-274-15</inkml:trace>
  <inkml:trace contextRef="#ctx0" brushRef="#br0" timeOffset="6000.85">13853 6411 624 0,'0'-2'24'0,"0"0"-4"0,0 0 35 16,0-2-2-16,0-5 2 0,-2-2-22 0,2 7-28 0,0 0 3 16,0 3-9-16,0-3-5 0,0 0 2 0,0 0 1 15,0 3 2-15,0-1 7 0,0 0-5 0,0 2 2 16,0 0-3-16,0 2 7 0,0 0-4 0,0 1 4 16,0-1-5-16,0 9 1 0,0 4-3 0,0 4 3 15,0 1-3-15,0 2 6 0,0 6 4 0,0 0-5 0,-1 4 4 16,-3 3-15-16,-2 4 12 0,1 6-7 0,-3 1 9 15,1 4-8-15,-1 6 0 0,3 1 3 0,3-1-2 16,-2-6 3-16,1-5-5 0,-1-4 2 0,0-10-2 16,2-1 10-16,2-8-4 0,0-5 6 0,0 1-3 15,0-1 14-15,0-4-1 0,0-4-9 0,0-1 6 16,0-1-10-16,0 1-4 0,0-5 7 0,0 3-7 0,0-2-1 16,0-1 4-16,0 3-5 0,0-2 6 0,0-2 7 0,0 1 1 15,0 1 2-15,0 0-1 0,0-1 4 0,0-1-13 16,-2 0 6-16,1 0-9 0,-3 0-2 0,-11 5 6 15,-17 6-5-15,-7-3 4 0,2-5-8 0,6-1 4 16,-8-2-4-16,9 0 6 0,-9-1-3 0,-2-1 5 16,8 0 0-16,-2 0 2 0,-1 0-2 0,1-1-8 15,-2-3 5-15,0 0-4 0,1 2 9 0,-1-1-9 16,-2 1-1-16,-3 2-2 0,3 0 6 0,-2 0-3 16,4 0 1-16,1 0-2 0,-3 0-4 0,4 0 7 15,-2 0 0-15,2-2 1 0,7 0-7 0,4 0 2 0,3 0-1 16,12 2 2-16,-4 0 0 0,2 0 2 0,0 0 0 15,1 0 1-15,3 0-3 0,5 0-12 0,-2 0 8 16,1 0-9-16,-1 0 13 0,0 0-9 0,2 0 6 0,1 0-6 16,-1 2 8-16,0 0 5 0,0 0-7 0,0 0 6 15,0 0-12-15,2 1 8 0,0 1-5 0,0 0 7 16,0-1 1-16,0 3-4 0,0 3 2 0,2 4-3 16,2 2 5-16,0-2 1 0,-1 0-2 0,1 2 0 15,0 2-4-15,-1 1 5 0,1 3 1 0,0 1 1 16,0 4-2-16,-1 0-4 0,1 9 0 0,-2 6-1 0,-2 4 9 15,0 3-6-15,0-2 4 0,-6-1-5 0,1 1 1 16,-3-1 3-16,-1-2-3 0,2-3 2 0,1-6-9 16,0-5 7-16,1-4-3 0,3-5 5 0,0 2-2 0,0-1 5 15,2-1-4-15,0 1 3 0,0-1-5 0,0 0 2 16,0-1-2-16,0 0 1 0,0-3-1 0,0 1 1 16,0-2 2-16,0 2-2 0,0-4 0 0,0-2 1 15,0 0-1-15,0-4 2 0,0 3-2 0,0-3 7 16,0-1 6-16,0-5-2 0,0 1 7 0,0 0-4 15,0 0-6-15,0 4 2 0,0-3-10 0,0-1 10 16,0 0-3-16,0 0 4 0,4 2-8 0,-2-4 3 16,15 1-3-16,1 12 3 0,6-1-2 0,8-3-7 0,3-4 3 15,-3-1-3-15,10-4 13 0,7 0-3 0,1-2 5 16,7-1-5-16,-1-1 8 0,-4 0-8 0,4-1 0 16,1 3-3-16,-1-2-1 0,3 2 1 0,3-2-3 15,-10 4 3-15,2 0-4 0,-4 0 6 0,-8 2-6 0,1-2 4 16,-4 0-3-16,-11 0 0 0,-4 0 1 0,-4 0-2 15,-1-2 5-15,-8 2-2 0,0 0 2 0,-9 0-3 16,2 0-2-16,-2 0-51 0,1 0-15 0,1-1-26 16,-2-1-185-16</inkml:trace>
  <inkml:trace contextRef="#ctx0" brushRef="#br0" timeOffset="6422.01">12017 7404 797 0,'-2'-2'21'15,"0"0"-5"-15,0 0 11 0,-1-1 8 0,1-1-13 16,0 2-26-16,0 0 1 0,0 0-4 0,0 0 4 16,1 1-5-16,1-1 4 0,0 2 1 0,0 0 2 15,1 0 11-15,1 2-10 0,-2 1 1 0,2 7-3 16,2 16 10-16,0 7-10 0,-1 0 6 0,3 10-6 15,-1 4 14-15,1 6-4 0,0 3 1 0,-1 2-3 0,1 1-6 16,-4 1 5-16,-2-1-1 0,-2-7 2 0,-2-8-5 16,4-5 1-16,0-5-3 0,-2-6 1 0,2 3-2 0,0-5 2 15,0 2 4-15,0-4-2 0,0 0-1 0,0-3 1 16,0 3-3-16,0-4 1 0,0 3-10 0,0-1-257 16</inkml:trace>
  <inkml:trace contextRef="#ctx0" brushRef="#br0" timeOffset="6923.69">13736 8423 144 0,'0'0'49'0,"0"-2"-15"16,0 1 38-16,0-3-7 0,0 0-54 0,2-9 5 16,2 2-5-16,0 2 3 0,-1 1-16 0,1 3 1 15,-2 1 1-15,0 0 1 0,-2 2 14 0,3-1 2 16,1-1 2-16,0 0-1 0,0 2-4 0,-3 1 20 16,1-1 0-16,0 0 10 0,0 2 13 0,0 0-1 0,0 2 0 15,0 0-2-15,1 5-11 0,7 25-6 0,-3 5-7 16,-1 17 2-16,-3 1-4 0,-1 8-9 0,0 2 7 15,-2-7-9-15,0-1-11 0,0-1 0 0,0-4 2 0,0 0 0 16,0 0-2-16,0-2 2 0,0 4-7 0,0 0 7 16,0 0-8-16,2-2 7 0,3-2-2 0,1 2 4 15,-2-4-11-15,-1 4 10 0,-1-7-8 0,0-6 9 16,0 2-3-16,-2-14-6 0,0-2 3 0,0-5-4 16,0-1-1-16,-2-5-13 0,0 1-5 0,0-4-7 15,1-1-59-15,-1-5-225 0</inkml:trace>
  <inkml:trace contextRef="#ctx0" brushRef="#br0" timeOffset="7499.9">11284 7857 99 0,'0'0'76'0,"-2"0"-29"15,0 0 70-15,-2 0-14 0,-7-2-37 0,-11-2-9 16,-1 1-5-16,3 1-3 0,3 2-16 0,1 0-15 0,1 0 0 16,9 0-6-16,4 0-4 0,-1 2-8 0,-1 0 5 15,0-1-5-15,2 1 2 0,0 0 7 0,1 0-2 16,-1 0 6-16,2 0 13 0,0 0-1 0,2-1-3 0,1 3 0 15,20 9-7-15,14 0-5 0,2-2 2 0,7-1-5 16,1-5 1-16,3 3-2 0,2-1 2 0,-10-3-4 16,7-2-10-16,-7-2-6 0,3 0-34 0,0 3-9 15,3 7-313-15</inkml:trace>
  <inkml:trace contextRef="#ctx0" brushRef="#br0" timeOffset="8282.27">14312 6193 304 0,'0'-3'9'15,"0"-16"14"-15,0 6 6 0,0 0-15 0,0 9 12 16,0 1-14-16,0-3 2 0,0 2 6 0,0 1-8 0,0-1 8 15,0 0-3-15,0 2-9 0,2 0 8 0,-2 1-6 16,0-1 18-16,0 0-5 0,0 0-2 0,0 0-1 16,0 2-1-16,0 0 12 0,0 2 1 0,0 0 2 15,0 2-12-15,0 3 0 0,0 13-10 0,2 10 6 16,-2-6-13-16,1 10 6 0,1-1 0 0,-2 1-2 0,0-3-14 16,-2-1 10-16,1-4-1 0,-1 0 8 0,0 0 0 15,-2-2-10-15,4 2 8 0,-4-2-7 0,1 4 6 16,3-2 4-16,-2 2-7 0,2 0 6 0,0-2-5 0,0 2 2 15,0-2-6-15,0-1 3 0,0 1-12 0,0 4 9 16,4 0 1-16,-3-2 4 0,-1-4-7 0,0-4 4 16,-1-3-1-16,1-2 2 0,0 3-7 0,0-14 2 15,0 0 2-15,0 0 1 0,-2-1 5 0,2 1-1 16,-2 0-8-16,0-1 2 0,0 1-6 0,-2 0-63 16,-5 0-18-16,-8 1-24 0,-3-3-127 0</inkml:trace>
  <inkml:trace contextRef="#ctx0" brushRef="#br0" timeOffset="8647.24">13976 6708 148 0,'0'0'45'15,"0"0"47"-15,0-2-2 0,0 0-2 0,0 0-8 0,0 0 0 16,0 0-44-16,0 1-19 0,0 1-7 0,0 0-1 16,0 0-7-16,0 0 5 0,0 0 1 0,2 0 0 15,0 0-6-15,-1 1 6 0,1 1-5 0,0 0 4 16,2 0-10-16,0 0 9 0,7 11-1 0,2 3 3 15,2 5-1-15,-4 3-2 0,2-2 7 0,0 2-4 0,-4 4 5 16,6 6-9-16,-2-3 1 0,0 5-1 0,2-12-1 16,-8-2 4-16,1 0-5 0,8 1 6 0,-10-1 0 15,5-4 0-15,-2-1 8 0,-1-8-5 0,-7 6 13 16,3-11-3-16,5 2 3 0,6-3-2 0,-7 3 6 0,-3-2 18 16,5 1-8-16,-7-3 11 0,5 0-17 0,5 0-10 15,-2-2-1-15,7-4-4 0,-3-3-1 0,4-1-3 16,9-27 0-16,-13 0-1 0,9-8 0 0,0 4-4 15,-6-2-3-15,3 0 1 0,-8 8 0 0,-2-1-4 16,-2 5 5-16,-1 3-5 0,-1 3 1 0,-3 5 2 16,1 1-5-16,1 2 4 0,-2 0-3 0,-1 2-28 0,-1 2-3 15,6 2-15-15,-5 3-53 0,3-1-109 16,-2 1-70-16</inkml:trace>
  <inkml:trace contextRef="#ctx0" brushRef="#br0" timeOffset="9145.71">15017 6208 841 0,'0'-2'20'0,"0"0"-10"0,0-20 21 0,0 4-7 0,0 8-17 16,0 5-7-16,0-3-3 0,0 5 0 0,0 1-5 0,0 0 6 15,0 0 2-15,0 2 1 0,0 2 2 16,2 2-3-16,0 5 7 0,-2 11-5 0,0-1 7 0,0-1-2 16,-2 14-6-16,2-6 5 0,-2 4 5 0,1 1-9 15,-1-5 1-15,-4 4-3 0,2-8 4 0,1 1-2 16,-1 3 6-16,2-6-6 0,0 2-2 0,-1 1 7 16,-1-5-7-16,-2 1 7 0,-1-1-7 0,1-3 5 15,1-2 1-15,-1 0-1 0,2-4-9 0,1 1 4 16,-1-3 1-16,2-1 3 0,-2-1 3 0,1 1 1 15,3-4-6-15,0 0 5 0,0-1-2 0,-2-1 5 0,-2 2-2 16,2-2 3-16,-1 4 2 0,-1 0 7 0,0-1 0 16,0 1-1-16,3-2-7 0,-1 0-4 0,0 0-4 0,0 0 0 15,0-1 1-15,0 1 3 0,0 0 4 0,2 0-4 16,0-2-14-16,2 0 11 0,2 0-5 0,16 0 10 16,8-4-1-16,6-1-6 0,-3-1-2 0,1 1-1 15,5-3 0-15,-9 3-2 0,0-1 10 0,-2 2-8 16,-6 2 6-16,4-1-6 0,-3-1 0 0,-1 2 1 15,-1-2 10-15,-4 3-11 0,-4-1 0 0,-9 2-2 0,1 0 6 16,1-2-7-16,0 0-6 0,-1 0-4 0,1-2-39 16,-2 1-40-16,-2 1-8 0,2-9-13 0,-2 1-47 15,-4-3-87-15</inkml:trace>
  <inkml:trace contextRef="#ctx0" brushRef="#br0" timeOffset="9333.07">14841 6043 712 0,'0'-2'22'0,"0"0"2"16,2-1 22-16,0-7-2 0,3-3-16 0,3 2-10 0,3-2-1 15,17 4-2-15,14-2-6 0,-4 1-1 0,2-3-7 16,3 6 6-16,0 0 0 0,0-1-8 0,-4 6 6 16,-2 0-7-16,-15-12-3 0,-3 4 3 0,-3 5-6 15,-6 3 3-15,-3 0-13 0,0 2-34 0,1 0-19 16,-1 0-13-16,-1 0-130 0</inkml:trace>
  <inkml:trace contextRef="#ctx0" brushRef="#br0" timeOffset="9875.26">15480 6412 470 0,'0'0'99'16,"0"0"-110"-16,0 0 100 0,0 0-48 0,0 0-41 0,2 0 0 15,-1 0 4-15,1 2-4 0,0 0-4 0,0 0 5 16,0 2 3-16,0-1 1 0,5 14 1 0,-1 2-3 16,-1-1-1-16,-1 1 1 0,0 1 12 0,-2 1-9 15,-1-1 6-15,1-1-5 0,-2-1 15 0,0 1 0 16,0-2 5-16,0-1-3 0,0-1 2 0,0 0-8 16,0-4-6-16,0 0 2 0,0-3-3 0,0-1 0 15,0-3 5-15,0-1-5 0,0-1-1 0,0 2 9 0,0 0-5 16,0-1 7-16,0 1 0 0,0-2 10 0,0 0-6 15,0 0 3-15,0 0-28 0,0-2 4 0,0 0-4 16,0-2 4-16,0 0 4 0,0-2-8 0,0-5 9 16,0-10-9-16,0-1-1 0,0 1 4 0,0-1-5 15,0-2 5-15,0 1-6 0,0 3-1 0,0-3 6 0,0 5-2 16,0-1 2-16,0 0 2 0,0 0-4 0,2-1 4 16,0 3-2-16,0 2-4 0,0 0 2 0,0 6-2 15,1-5 2-15,-1 9-3 0,-2 1 2 0,2-2-1 16,2 2 7-16,9-7-13 0,2 0 6 0,3 1-8 15,-1 5 9-15,0 1 0 0,1 2-3 0,3 3 4 16,-1 3 2-16,2 1-1 0,4 5-1 0,6-1 0 0,-8-2-3 16,-2 2 1-16,-3-2-1 0,-12-3 1 0,12 1 1 15,-2 12-2-15,1 0 1 0,3 1-1 0,-10 0 9 0,4 3-7 16,-14-3 5-16,5 1-6 0,7-3 3 0,-2 3 5 16,-2-5 2-16,-1 3 3 0,-4-2 14 0,-4-3 0 15,-4 1 1-15,-4-2 0 0,7 6-2 0,-29-4-8 16,4 1 0-16,-8-3-3 0,-5-7 4 0,0 7 2 15,-1-2 1-15,1-4 2 0,3 1 9 0,-1 12 2 16,2-9-5-16,7-5 1 0,-2-4-25 0,6-2-3 16,-6-2 1-16,3-2-2 0,-1-1-2 0,0-3-36 15,2 3-43-15,6-1-12 0,-3-1-292 0</inkml:trace>
  <inkml:trace contextRef="#ctx0" brushRef="#br0" timeOffset="12518.85">13220 6052 1 0</inkml:trace>
  <inkml:trace contextRef="#ctx0" brushRef="#br0" timeOffset="13000.55">13220 6045 57 0,'0'-4'30'0,"0"-14"1"0,0-1 33 0,0 6-7 15,0-2 5-15,0 4-3 0,0 2 14 0,0-1-18 0,0 5 1 16,0 1-8-16,0 0-13 0,0 3-18 0,0-3 2 15,0 0-9-15,-2 2-17 0,0 0 10 0,1 2-3 16,-1 0 6-16,0 2-2 0,0 6 6 0,-7 23-6 16,1-1 6-16,1 9-15 0,-1-2 10 0,3-2-6 0,-1 8 7 15,3-10-1-15,-1 1-4 0,2 1 7 0,0-14-7 16,2-1 3-16,0-3-7 0,0-4 4 0,0-6-3 16,0 4 9-16,0-3-4 0,0-6 2 0,0-1-1 15,0 3 1-15,0 0 17 0,0 0 7 0,0-3 7 16,0 1 47-16,0 0-58 0,0 0 11 0,0 0-28 0,0-2-6 15,0 0 0-15,0-2 0 0,-2 0 2 0,2-2 10 16,-3-16-16-16,-3-8 6 0,4 2-8 0,0-4 4 16,0-3-1-16,2-2 2 0,0 7-1 0,0-6 5 0,0 5-2 15,0 3-7-15,0-2 4 0,0 11-7 0,0 2 2 16,2 1 4-16,0-1-3 0,0 2 4 0,0 0-6 16,0 5 4-16,1 1-7 0,-1 1 1 0,2 1 8 15,-2-3-3-15,15 3 5 0,1 1-4 0,4 0 3 16,-1 1-4-16,1-12 3 0,-1 5-12 0,1 3 10 15,0 3-1-15,2 4 3 0,-1 4-2 0,-3 2 0 16,2 5 1-16,2 4 1 0,-7-10-1 0,4 25 0 16,-5-2 1-16,-5 0 0 0,4 1 4 0,0-3 2 0,-9 0-5 15,12 6 6-15,-5-1 2 0,-4 3 11 0,-5-3 1 16,-2-8 3-16,-2-5 0 0,-4 3-3 0,-3-7-5 16,-6 9 2-16,9-5 1 0,-27-1-6 0,5-2 3 0,-8-2-6 15,3-4-7-15,3-1 8 0,-2-5-6 0,2 16 6 16,4-8-1-16,0-5-5 0,2-3 8 0,1-3-6 15,5 0 20-15,1 0-11 0,-2-3-3 0,6 1-3 16,-2-4-10-16,0 1-5 0,5 1 9 0,1-2-6 16,0 1 4-16,5 5-16 0,-2-2-2 0,0 0-8 15,1 0-30-15,-1 0-116 0,2 0-7 0</inkml:trace>
  <inkml:trace contextRef="#ctx0" brushRef="#br0" timeOffset="13542.1">13218 8537 480 0,'0'0'30'16,"-2"-2"1"-16,1 2 25 0,-3 0-6 0,-15 0 2 0,-1 3-12 15,-1 3-18-15,1 1-6 0,0 5-1 0,3-11-12 16,2 29-1-16,-5 2 1 0,7 1-1 0,-2-5 2 0,2-2-8 16,0 0 2-16,3-2-4 0,7 2 11 0,-1-6 8 15,-11 3-5-15,8-7 3 0,3-4-12 0,2 2 10 16,2-4 5-16,0-1 2 0,0 2 6 0,2 0-6 16,2 0 2-16,3 1-3 0,-5-3 5 0,17 2-12 15,-3-4-2-15,1 3-3 0,-2-1-3 0,-4-2 9 16,-2 3-7-16,-1-5 8 0,-1 3-9 0,1-1 17 15,-3 1 0-15,-3-3 7 0,0-1 6 0,-2-2 16 16,2 1-8-16,0 1 8 0,-1 2-25 0,-1-1-12 0,0 3 7 16,-3 1-9-16,-1-2 6 0,-29 1-7 0,-1-1 0 15,-1-3-2-15,-2 0-3 0,2-2-1 0,-1-1-5 16,7 18 3-16,3-8-10 0,5-5-96 0,1-4-6 16,9-2-45-16,1 0-144 0</inkml:trace>
  <inkml:trace contextRef="#ctx0" brushRef="#br0" timeOffset="18970">25454 7976 20 0,'0'0'0'0,"0"2"5"16,0 0 60-16,-2-2-20 0,0 1 6 0,1-1-29 16,-1 2-3-16,0 0-17 0,0 0 3 0,0 0-5 15,0 0 0-15,2-1 6 0,-2 1-3 0,2 0 6 16,0 0-2-16,0 0-3 0,0 0-1 0,0 0 1 15,0-1 2-15,0 1-6 0,0 0 6 0,0 0-6 0,0 0 8 16,0 0 13-16,0 1-10 0,0 1 14 0,2 0-2 16,0 0 22-16,0-1-1 0,0 1 8 0,0 0 2 15,0-1-9-15,1-1 0 0,1 0-4 0,2 0-4 16,8 2 3-16,7-2-1 0,5-2-1 0,4-8-9 0,3-5-6 16,10-5 2-16,3-5-3 0,8 14 2 0,7-26-6 15,-1 0-9-15,-3-6 4 0,-7 7-12 0,-7-3-1 16,-8 2 0-16,-5 11-1 0,0 1-9 0,-6 5 8 15,-6 7-4-15,-3-8 3 0,-2 4-9 0,-3 4-12 16,-3 0-7-16,-1 7-9 0,-1 2-94 0</inkml:trace>
  <inkml:trace contextRef="#ctx0" brushRef="#br0" timeOffset="19484.04">25686 9142 141 0,'0'0'24'0,"0"0"-4"0,0 0-4 0,0 0 10 16,0 0-17-16,0 0-4 0,0 0 10 0,0 0-7 0,0 2 10 16,0 0 3-16,0-1 5 0,0 3-3 0,0 0 3 15,0 9-1-15,0 4 9 0,0-3 3 0,2-4 3 16,0 1 28-16,2 4-16 0,-1 0 7 0,1-3-13 16,2 3 1-16,-3-7-16 0,3-1 3 0,1 6-8 15,8-11-5-15,4 5 14 0,-1 6 5 0,3-3 4 16,7-5 15-16,1-7-4 0,7-7-6 0,6-9 2 15,10-8-15-15,0 18 2 0,4-31-8 0,2 0 4 0,-1-2-15 16,6 2-11-16,4 2-1 0,11 2-5 0,0-4-10 16,15 2-63-16,-6-4-115 0</inkml:trace>
  <inkml:trace contextRef="#ctx0" brushRef="#br0" timeOffset="21970.85">24873 5842 20 0,'0'0'0'0,"-2"0"31"0,0 0 9 0,0-1 9 16,1-1 1-16,-1 0-32 0,0 0-9 0,-2 0-9 16,0 0 0-16,1 0 0 0,-1 1-4 0,0-1 2 15,-1-2 0-15,-3-2 0 0,-3-1 2 0,2 1 1 0,0-1 4 16,-4-2-1-16,1 1-1 0,-1-1 16 0,0 0-8 15,-1-1 13-15,-1 1 10 0,2 2 0 0,-6-3-2 16,2 3-1-16,-1 0-7 0,-6-3-7 0,0 3 3 16,1-1-6-16,-5 1-2 0,2 1-7 0,0 1 1 15,-13-4-3-15,12 3 2 0,-5-1-1 0,0-1 3 0,12 3-3 16,-17-7-4-16,4 5-2 0,-1 0-3 0,-5-3 3 16,8-1 12-16,1-2-11 0,0-2 4 0,-1 0-6 15,1 2 5-15,-2-1 2 0,4 1 6 0,-5 1-4 16,0 1-1-16,-3 2-5 0,-6-4-1 0,3-2 0 15,-8 0 2-15,-7-3 7 0,4 3-6 0,-5 2 4 0,1 0-11 16,2 2 13-16,-2-4-6 0,6-2 9 0,1-3-11 16,3-1 6-16,-1 3 5 0,0-1 1 0,3 3 4 15,-3-1-6-15,-1 0-4 0,-1 2 1 0,-8-1-4 0,-5 4-7 16,-3-1 4-16,-6 0-2 0,6 2 9 0,-2 0-11 16,6 2 2-16,1 0-4 0,1 1 7 0,1 1 0 15,0 1 0-15,-3 2-1 0,-12-1-2 0,-1 1 4 16,-12-1-1-16,5 1 2 0,4 2-3 0,-1-2-5 15,9 2 2-15,1 1-1 0,-1 1 3 0,5 0 1 16,-6 0-2-16,-8-2 2 0,-2 2-7 0,-12 0 9 16,5 0-3-16,9 0 5 0,-4 0-11 0,11 0 3 0,1 0 3 15,-1 2 1-15,-9-1 7 0,0 3-7 0,-4 0 0 16,-10 1-3-16,6 3 1 0,-3 1 5 0,7 0-5 16,8 3 5-16,2-1-8 0,-1 2 5 0,-1 2 0 15,-8-1 2-15,-3 3-5 0,-1 0 7 0,5-2-3 0,6 1 6 16,9 1-7-16,4-2-3 0,3 4 3 0,5 1-3 15,-3 0 4-15,-5 5-1 0,1-1 1 0,0-4 0 16,-6 6 8-16,2-4-5 0,4 1 0 0,-1 1-1 16,10-2 4-16,4 0-9 0,0 2 2 0,5-3-3 15,0 3 10-15,4-22-5 0,-1 24 4 0,-1 2-6 16,2-2-8-16,-2-2 8 0,-2 0 0 0,-3 4 3 0,1 0-6 16,1 3 5-16,6 3-5 0,-1 3 6 0,6-2-8 15,-2 0 2-15,3 10 4 0,10 5-1 0,-2 2 2 16,3-2 1-16,3-7-5 0,-1 1 4 0,3-3-2 0,3 6-3 15,-2-8 3-15,7-8-1 0,-1 5 7 0,0-9-10 16,3 5 1-16,1-4-4 0,1 2 9 0,-15-3-2 16,6 5 3-16,8-2-2 0,3-1 20 0,2 3-15 15,4 1 4-15,5 6-8 0,2-2 5 0,6 2-4 16,1 6-4-16,3-4 0 0,-18-6-5 0,31 8 4 16,5-15 0-16,-4 3-2 0,8 8-3 0,1-9 4 15,-1 3 1-15,16-3 0 0,-8-4 3 0,-5-4-4 0,2 3-1 16,-7-5-2-16,4 0 5 0,1 3-1 0,4-1 2 15,-1-2-2-15,4 4-4 0,7-1 3 0,5-1 1 16,7 0 0-16,2-1-5 0,6-1 2 0,-2-1 2 16,-2 1 2-16,-3-3 8 0,-4 3-9 0,1 1 2 15,17-3-3-15,-5-3 6 0,13-2-3 0,-2-4 0 0,-4 3-1 16,7-3 2-16,-7 2 4 0,2-2 2 0,4 1 1 16,9-1-1-16,7 4-8 0,8-4-3 0,-7 4-1 15,-5 0 6-15,-6-4 2 0,-1 3 1 0,17-1-2 16,-2-4-7-16,11-1 7 0,-7-3-4 0,-9 29 5 15,5-17-3-15,-2-6 2 0,15-1-2 0,0-5 0 16,2-3-5-16,-7 0 9 0,-12 0-1 0,10 0 4 0,5 0-7 16,11 0-3-16,-1 0 1 0,-6 0 0 0,-6 0 9 15,4-2-11-15,4 2 9 0,6-1-8 0,3 1 10 0,-15-4-6 16,-2 0-1-16,3 0-1 0,6 1-5 0,9-3 6 16,2 1 0-16,-6-1 2 0,-6 2-3 0,5-3 5 15,6-1-4-15,2 1 5 0,-2-2-8 0,-11 5 8 16,1-3-7-16,1-5 8 0,11 9-11 0,-2-7 6 15,-6 3-1-15,1 1 1 0,-9-1 0 0,11 1 0 16,1 1 4-16,-6-3-4 0,-3 1-7 0,-4-2 8 16,2-4-5-16,8 2 5 0,1-2-7 0,-11 1 6 15,-7-1 4-15,-8 2-1 0,8-2-4 0,1 0 0 0,4-3 2 16,-3-1 0-16,-15 0-4 0,-2-1 11 0,-1-1-9 16,1 2 9-16,4 1-9 0,-1-3-3 0,-5 0 7 15,-11 1-4-15,-11-1 11 0,-2 1-10 0,-4 1 1 0,-4-2-2 16,8-1 2-16,-8 2-1 0,3-1 6 0,-7-1-5 15,-10-1 6-15,-2-1-7 0,-12 0-2 0,-1 16-1 16,-2-29 10-16,-8 1-1 0,-1-3 3 0,-6 4-4 16,-2-8-7-16,-4-4 12 0,-3 4-8 0,-4 1 12 15,-4 2 11-15,-3 5 1 0,-2 0 5 0,16-5-5 16,-11 1-9-16,-7 2-6 0,-4 0 3 0,-7 3-3 16,-6-1 11-16,-3 3-4 0,8-1 0 0,-27-7-2 0,-4 5-6 15,-5-8-5-15,-4-2 1 0,-8 1-2 0,-7-7 2 16,-13-10-3-16,-2 1-1 0,-3 3 0 0,1-1-3 15,2 12 4-15,-5 1 0 0,-10 4 1 0,-5 2-8 0,-6 1 13 16,-7 3-7-16,1-2 10 0,1 3-6 0,2-1-3 16,-5-1 4-16,-8 3-3 0,-10-5 7 0,-7-8-1 15,1 1-1-15,6 2-1 0,-7-3-5 0,-8 3-6 16,-8-2 5-16,-9-3-3 0,4 5 3 0,-5 8 7 16,-13-1-6-16,-4 4 6 0,-7 6-11 0,-12 2 6 15,-1 2-2-15,-12 1 4 0,-7 2-8 0,-11 6-1 16,-4 4 4-16,-11 3 1 0,-13-41 9 0,-5 42-14 0,-12 10 2 15,-14 8-5-15,-3 9 11 0,-19 8-10 0,-5 9-3 16,-14-34-8-16,-12 64-51 0,-8 21-366 0</inkml:trace>
  <inkml:trace contextRef="#ctx0" brushRef="#br0" timeOffset="38666.82">15509 12820 157 0,'0'0'21'15,"0"0"-1"-15,0-2 7 0,0 2-1 0,0 0-23 0,-1 0-11 16,-1 0-20-16,0 0-4 0,2 0-1 0,-2 0-10 16,2 0 4-16</inkml:trace>
  <inkml:trace contextRef="#ctx0" brushRef="#br0" timeOffset="39264.65">15485 12822 53 0,'0'0'16'0,"0"0"6"16,0 0 10-16,0 0 4 0,0 0-15 0,0 0 2 16,0 0-1-16,0 0 1 0,0 0-5 0,-2 0-7 15,1 0 4-15,-1 0-4 0,0 0 8 0,0 2-11 16,0 0 6-16,-2-1-7 0,1 1 5 0,1-2-4 0,-5 4-1 16,1 0 0-16,0-1-7 0,1 1 10 15,3-4 0-15,-2 0 6 0,1 0 13 0,-1 2 4 0,0 0-3 16,2-2 4-16,-1 0 1 0,-1 2-2 0,0 0 0 15,0-2-2-15,3 0-10 0,-1 0-2 0,0 0 1 16,0 0-2-16,0 0-13 0,0 0 3 0,0 0-1 0,1 0 1 16,-1 0-2-16,0 0-6 0,0 0 1 0,0 0-1 15,0 0 11-15,0 0-6 0,1 0-2 0,-1 0 0 16,0 0 5-16,2 0-3 0,-2 0 3 0,2 0-4 16,-2 0-4-16,0 0 0 0,2 0 2 0,0 0-2 15,-2 0 4-15,2 0-3 0,0 0 3 0,0 0-2 16,0 1 8-16,0-1-3 0,0 0 3 0,0 0-4 15,0 2-2-15,0 0 4 0,0 0-6 0,2 0 6 0,0 0 4 16,0 0-8-16,0-1 8 0,2 1-9 0,-1 0 10 16,3 0 1-16,7 4 7 0,2-1-3 0,3 1 6 0,3-1 5 15,3-1-12-15,2-2 9 0,5-2-9 0,5 0-13 16,4 0 9-16,5 0-11 0,3 0 8 0,6 0-5 16,-2 0-1-16,2 0 0 0,-2-4 0 0,2 0-2 15,0 1 2-15,-8-5-4 0,4 5-5 0,-3-5 9 16,5 4-6-16,1-1 6 0,5-1-4 0,9 4 2 15,-2-1 0-15,2 1 0 0,3 0 0 0,-3-2 0 16,2-1 2-16,-1-1-2 0,-8 1-2 0,-4-1 0 0,-3 6 2 16,-1 0 0-16,4 0 6 0,2 4-8 0,3-4 0 15,-2-2-1-15,3 0 4 0,4 0 0 0,-4 2 0 16,1 2-2-16,-7 2-9 0,-12-4 9 0,-1 0-2 16,0 0 3-16,-3 0-1 0,-2 2 3 0,1-1-2 0,0 1 2 15,-6 0-4-15,0 2 0 0,1 1 4 0,1-1-4 16,-2 2 1-16,3-1 7 0,-8-1-10 0,-4 0 9 15,-6-2-4-15,-3-2-3 0,-2 0 7 0,0 0-7 16,-4 0 11-16,-7 0-6 0,8 0 4 0,-7 0-5 16,1 1 4-16,0 1 7 0,-1-2-7 0,-1 0 5 0,0 0-29 15,0 0-16-15,0 0-8 0,-2 0-8 0,0 0-89 16,-2 0-70-16,0 0-39 0</inkml:trace>
  <inkml:trace contextRef="#ctx0" brushRef="#br0" timeOffset="39706.3">16033 13176 361 0,'-4'0'23'16,"-14"-3"47"-16,-21-5-57 0,2 3-1 0,3 1 2 15,-3 0-2-15,15 2-2 0,1 1 0 0,3-1 1 0,5 2 1 16,-6-2 4-16,8 2 3 0,-2-2 0 0,9 2 3 16,-3 0 2-16,3 0-8 0,1 0 1 0,1 0-3 15,-2 0 5-15,0 0-19 0,1 0 7 0,1 0-10 16,0 0 5-16,0 0 10 0,0 0-4 0,2 0 7 16,0 0 2-16,2 0-10 0,0 0 4 0,2 0-5 15,12 0 12-15,8 0 13 0,10 2-1 0,-10 0 4 16,13 0-8-16,6-1-5 0,3 1-10 0,10 0 4 15,-6-2-13-15,0 0 7 0,-2 0 1 0,10 0-1 0,0 0-9 16,1 0 12-16,13 2-11 0,10-2 12 0,0 2-11 0,9 0 3 16,-4 0 0-16,-11-1-1 0,2 1 6 0,-5-2-3 15,-1 0-2-15,17 0-1 0,-2 0-1 0,10-2 4 16,-4 1 4-16,-15-3-4 0,5-2-6 0,-12 3 0 16,-2-3 2-16,-1-1 0 0,-1 1 4 0,0 0-4 15,2 1-2-15,-3 1 0 0,-8 0-1 0,-4 3-1 16,0 1-2-16,-12-2-2 0,1 2-5 0,-8 0-6 15,-7 0-3-15,-5 0-4 0,-1 0-47 0,-2 0-206 16</inkml:trace>
  <inkml:trace contextRef="#ctx0" brushRef="#br0" timeOffset="40381.01">19940 12599 93 0,'0'0'29'0,"-2"0"0"0,0 0 18 0,0 0-1 15,0 0-2-15,0 0 5 0,-7 4-1 0,-8 1-1 16,6-1 0-16,-5 2 7 0,-1-3-5 0,4-1-3 15,-2 0-2-15,8 0-10 0,-3 0-7 0,-5 0 0 0,8-1-4 16,-4 1-17-16,2 0 9 0,5 0-4 0,0 0 5 16,2-2-10-16,-1 2-5 0,1-2-1 0,-2 2-1 15,0 1 3-15,1 1 3 0,1 0 4 0,0-1-3 16,2 1 9-16,0 0 17 0,2-2 0 0,0 0 4 16,11 5-7-16,18 10-10 0,3-6-1 0,3-4-2 15,0-3 2-15,4-2-11 0,3 0 5 0,8 0-8 0,4-1 9 16,7 1-5-16,4-2 0 0,11 0 0 0,5 0 5 15,5 0 6-15,1 0-3 0,-8-2 3 0,1-3-2 16,-2 1 3-16,0-3-3 0,20 3 1 0,-5 2-3 0,9-5 0 16,-2-1 4-16,-17-1-4 0,3-2-7 0,-10 2 1 15,-2 3-5-15,2 2 5 0,2 2-1 0,-1 2-2 16,1 4-1-16,-9-2-1 0,-8 0 1 0,-11 2-6 16,-8 1 5-16,-8 1-5 0,-3-1 3 0,-7-1 6 15,-4 0-5-15,-3-1 5 0,-6 1-10 0,-4-2 8 16,-3 0-2-16,-1 0 5 0,-3-2-6 0,2 2 4 15,0-1-4-15,-1 1 3 0,-1 0-1 0,0 0-9 16,0 2 4-16,0-1-8 0,-2 1-2 0,0 0-46 0,-2 1 0 16,-5 7-20-16,3 2-55 0,-22 7-114 0,-6 1-52 15</inkml:trace>
  <inkml:trace contextRef="#ctx0" brushRef="#br0" timeOffset="40851.46">19587 13171 535 0,'-2'0'93'0,"0"-2"-86"16,0 0 95-16,-1 0-40 0,-1 0-48 0,2 2 11 16,-2-1-4-16,1-1 5 0,-1 0-10 0,0 0-3 15,0 0-7-15,3 0 1 0,-1 0-13 0,0 1 5 16,0-1 4-16,0 0 1 0,2 0 6 0,0 0 0 0,0 0-5 16,0 0 5-16,2 1 4 0,0-1-1 0,2 0 3 15,9-4-6-15,0 1-10 0,7-3 10 0,-1 3-4 16,7-1 6-16,5 1-5 0,6 1-1 0,-3 0 4 15,5 0-3-15,2 3 1 0,-2-3 7 0,5 2-7 16,2-2 6-16,5 1-12 0,2-3 8 0,9 1 3 0,10-1-1 16,10-1-5-16,9-1 7 0,11 3-1 0,-4-7 5 15,-3 3 6-15,2 2 6 0,-3-4 0 0,12 1 2 16,4-1 1-16,14 0-6 0,-7-4-1 0,-2 2 0 16,-5 2-8-16,-10 2-4 0,6 3-8 0,3 1 5 15,1-1-3-15,-6 0-7 0,-8 1 5 0,-12 3-6 16,-8-2 0-16,-9 2-6 0,-4 2 2 0,0 0-6 0,-9 0-8 15,-2 2 1-15,-7 6-8 0,-16-1-2 0,8 6-70 16,-18-4-377-16</inkml:trace>
  <inkml:trace contextRef="#ctx0" brushRef="#br0" timeOffset="45071.18">28802 3297 32 0,'0'0'0'0,"0"0"33"0,0 0 13 0,0 0 22 0,0 0 7 16,2 0-25-16,0 0-6 0,-1 0-26 0,1 0-3 15,0 0-2-15,0 0 5 0,0 0 11 0,0 0 20 16,-1 0-6-16,1 0 45 0,0 0-24 0,0 0-10 15,0 0-4-15,0 0-26 0,0 0 6 0,-1 0-1 0,1 0 0 16,0 0-22-16,0 2 5 0,0 0 0 0,-2-1 2 16,0 1-7-16,0 2 7 0,-2 3-9 0,-2 10 7 15,2-4-15-15,-1 0 12 0,-1-2-4 0,2 0 6 16,2 1-11-16,0-3 11 0,0 0-2 0,0 2 7 16,0-1-4-16,2-3 2 0,0-1 3 0,-2-3-2 0,2 1 10 15,0 2-16-15,1 1 6 0,1 0-8 0,0 1 4 16,1 1-3-16,-1-3-2 0,0-1 2 0,-4-3 0 15,3 4 3-15,-1-3-1 0,2 1 1 0,-4-2-9 16,2 2 5-16,3 5-7 0,-1-3 6 0,-2-3-5 0,0 1 12 16,0-2 1-16,1 0 3 0,9 3-1 0,2 1-14 15,-2-4 7-15,2-2-9 0,11-6 8 0,8-7-4 16,0-2-1-16,-1-1 1 0,5 14 7 0,2-28 0 16,0-3 3-16,4-1-4 0,1-1 1 0,5 1-6 15,3-1 0-15,2 2-2 0,5-1-6 0,2 1 0 16,0-1-7-16,3 1 1 0,-11-10-50 0,7-1-63 15,-4-8-11-15</inkml:trace>
  <inkml:trace contextRef="#ctx0" brushRef="#br0" timeOffset="47487.39">27647 4580 52 0,'0'-2'0'0,"0"-5"6"0,-4-18 59 16,-3 5-9-16,-1-2 3 0,5 12-28 0,-7-8-3 16,5-3-6-16,3 10-2 0,-2-9 2 0,0 5-6 0,-1 0 0 15,-1-2 2-15,3 4-1 0,1 4 8 16,0-2 12-16,0 2-5 0,2 3 7 0,-2-1-1 0,2 1-17 16,0 2 11-16,0 3-14 0,0-1 1 0,0-2-11 15,0 2-1-15,-2-2-3 0,2 1-4 0,0-1 4 16,0 2-6-16,0 0 5 0,0 0-2 0,0 2 0 15,0 0 4-15,0 0-2 0,0 2 8 0,0 0-8 16,0 2 3-16,4 18-4 0,2 4-2 0,-1 0 0 0,-1 4 2 16,1 0-1-16,-1 1 5 0,2 1-8 0,-3-1-2 15,-1-3 0-15,4 9 12 0,-2-1-6 0,-1-3 6 16,3 0-7-16,-4-8-1 0,0-7 9 0,1 6-10 0,-1-3 7 16,0-1-4-16,0-1-4 0,2-1 8 0,-3-3-7 15,1 0 6-15,0-2-2 0,0-4 0 0,0 2 0 16,0-1 3-16,0-3 1 0,-1 2-1 0,-1-5 1 15,2 2-3-15,-2-5 10 0,2 3 5 0,0 0 3 16,0 0 15-16,0-3-16 0,0 1 6 0,1 0-8 16,1-2 11-16,2 0-12 0,5-4-9 0,0-3 2 15,-2 5-5-15,2-20-2 0,-1-2 8 0,1-4-7 0,0-2 2 16,0-3 0-16,-2-4-5 0,1-6 5 0,1-5-5 16,-4-2 8-16,4-1-3 0,-3 5 3 0,-5 3-12 0,-1 2 3 15,21 4-2-15,-12 8 4 0,-6 3 7 0,-1 3-10 16,-2 5 7-16,0 3-8 0,-2 0-6 0,0 6 9 15,0-1-8-15,0 7 8 0,0-1-9 0,0 2-40 16,0-2 0-16,0 1-17 0,0 1-24 0,0 0-23 16,0 0-20-16,0 2-11 0,0 2-153 0</inkml:trace>
  <inkml:trace contextRef="#ctx0" brushRef="#br0" timeOffset="48342.18">28286 4801 522 0,'-2'-2'8'0,"2"0"5"16,-2-2 14-16,0 1-15 0,0-1 2 0,0 2-7 16,0-2-11-16,1 1 7 0,-3-1-7 0,-2 0 7 15,-9-5-4-15,4 3-2 0,-4 1 11 0,-3-1-7 0,1 3 14 16,4 1 3-16,-2 0-4 0,-3 2 5 0,1 0-5 15,-1 2 5-15,3 1-5 0,4 1 4 0,-2 2-5 16,0 1-8-16,-2 4 4 0,-2-7-6 0,2 9 4 0,4 2-5 16,2 0-1-16,1-1-1 0,3 5 1 0,-1-2 2 15,-1-1-3-15,5 1 2 0,0 2 1 0,-11-1-1 16,4 1 6-16,3-1-6 0,2 1-2 0,4 0 12 16,2-3-5-16,2 1 7 0,2 0-2 0,5 1 0 15,0-1-4-15,2-2 2 0,7-8 2 0,3-3-1 16,-1 0 8-16,2-2-8 0,4 3-8 0,0 14 12 15,1-8-5-15,-5-6 7 0,4-3-11 0,-4-2 0 16,-7 0 3-16,0-2 0 0,-4-1 8 0,-2-1-10 0,0-2-1 16,0-1-2-16,-3 5 9 0,-5-13-4 0,1-1-2 15,-2-1-1-15,9 0-5 0,-3 2 5 0,-3-1 1 16,-3 3 0-16,-2-2-8 0,-2 4 2 0,-2-1-3 16,1 5 3-16,-1 1-1 0,-22 1-5 0,4 1 5 0,1-11-3 15,-8 0-2-15,1 6 8 0,0 4-8 0,-4 1 8 16,6 2-6-16,6 2 4 0,1 0 1 0,8 0 1 15,2 0-3-15,0 2-3 0,7-2 3 0,-2 0-5 16,2 0-2-16,-1 2 10 0,-1 0-2 0,2-1 6 16,0 1 2-16,0 2-4 0,2 0 1 0,0-1-1 0,2-1 4 15,0-2-5-15,26 13 1 0,9-2-1 0,-4-5 4 16,6-4-9-16,8-2 6 0,-5-2-7 0,3-2 11 16,-2-1-4-16,-1-3-1 0,-3 1-1 0,-1-1-11 15,-5 1 14-15,-1-2-8 0,-1-1 10 0,-1 1-11 0,-4 2 6 16,-4-1-3-16,-7 5 4 0,-4-1-4 0,-3 2 2 15,-1 0 6-15,-1 0-5 0,-5 2 3 0,3-2-3 16,0 1 0-16,-2-1 0 0,0 0-3 0,-1 0-1 16,-1 0-3-16,0 0 4 0,-1 0 4 0,-1 1-9 15,-2-1 4-15,-2 2-8 0,-7-2 3 0,2 2 6 16,2 0-6-16,2 2 6 0,1 0-5 0,4-2 5 16,0 0-2-16,0 0 2 0,-7 13-6 0,4-4 4 15,1 2 2-15,2 2 0 0,2 0 8 0,2 0-6 0,2-2 7 16,3 2-8-16,0-2 5 0,3 0-8 0,10 1-2 15,1-3 0-15,-1 2 7 0,-1 2 1 0,-1-2-2 0,-3 0 1 16,-6-3 2-16,-3 1-7 0,-2-2 6 0,-1-1-6 16,1 0 11-16,-4-5 5 0,0 1-7 0,2 2 6 15,0 0-8-15,-2-1 1 0,0 1 5 0,-2 0-5 16,0 0-2-16,-7 1 1 0,-15 4-1 0,3-5 2 16,3 0-4-16,3-2 1 0,2-2-9 0,2 0 6 15,1 0-4-15,3 0-12 0,5 0 4 0,-2 0-12 0,1 0-35 16,-1-2-60-16,0 0 4 0,2 0-23 0,0 0-18 15</inkml:trace>
  <inkml:trace contextRef="#ctx0" brushRef="#br0" timeOffset="48591.06">28986 4886 765 0,'-2'-2'0'0,"0"0"35"0,-2 1-10 16,0-3 18-16,1 0-13 0,-1 0-21 0,2 1 4 16,0-1-12-16,0 2-6 0,1 0-2 0,-1 0 1 15,0 1 1-15,2-1 6 0,0 0 3 0,2 0-1 0,1 0 2 16,5 0 5-16,12-3-5 0,-3 1-2 16,9 0-2-16,-11 2-9 0,3 1 6 0,-3 1 1 0,-7 0-1 15,3 0-16-15,0 0-29 0,0 0-6 0,2 0-6 16,2 0-3-16,0 0-2 0,-4 0 1 0,4 0-4 15,-4 0-21-15</inkml:trace>
  <inkml:trace contextRef="#ctx0" brushRef="#br0" timeOffset="48997.85">29361 4721 431 0,'0'-2'21'0,"-2"0"5"0,2 0 33 0,-4-12-19 16,2 2-3-16,0 3-6 0,2 4-20 0,0-1-6 15,0 2-3-15,0 2-1 0,0-1-2 0,0 1-4 16,0 0 4-16,0 0-2 0,0 0 4 0,0 2-4 16,0 2-2-16,2 0 2 0,0 2 9 0,-2 1-2 15,4 18 3-15,0-5-3 0,1 4 0 0,-1-3 4 16,0 0-4-16,-1 1 3 0,1-3-8 0,0-1 6 0,-1 1-1 16,1 0 3-16,2-1 0 0,-1 1-3 15,1-4 2-15,1 2-3 0,1-2 0 0,-1-2 5 0,0 0-1 16,1-1 2-16,-4-3-2 0,7-1 6 0,-4-3-2 15,1 1 4-15,-5-2 0 0,3 2 9 0,3 1 3 16,-5-3 1-16,0 0-4 0,-1-2 7 0,1 0-11 0,2 0 9 16,-1 0-21-16,3-2 9 0,1-4-4 0,-4 3 4 15,5-18-8-15,-1 1 4 0,-3-1-1 0,3-1 3 16,-2-2 5-16,4-2-10 0,-1-2 3 0,5-3-6 16,1 5 5-16,-5-8 1 0,2 3-4 0,-3 1 2 15,-1 2-6-15,0 8-5 0,-7-4 3 0,4 3-3 16,3 8 0-16,-5 6 4 0,-1 3-4 0,-1 2 1 0,2-2-19 15,-2 3-7-15,0-1-9 0,0 0 1 0,-1 0-39 16,1 2-10-16,0 2-8 0,0 0-2 0,0 5-28 16,2 19-10-16,-3-2-1 0</inkml:trace>
  <inkml:trace contextRef="#ctx0" brushRef="#br0" timeOffset="49247.06">29920 4942 279 0,'0'0'25'0,"0"0"-2"0,0 0 15 16,-2 0 0-16,2 2-4 0,-2 0-7 0,0-1-13 0,0 1 2 16,0 2-5-16,0 5 6 0,-3 8 2 0,1-2-5 15,0 0 4-15,1 0-14 0,-1-1 18 0,2 1-7 16,0 4 11-16,0-1-11 0,2 1 1 0,0 0-1 16,0 1 2-16,0 0 2 0,0-1-6 0,2-2 4 0,0-4-5 15,2 5-4-15,-2-7-1 0,0 6-3 0,-1-4 0 16,-1-7-3-16,0 1 8 0,2 4-3 0,0 2 3 15,-2-9-12-15,0 5-10 0,0-7 7 0,0 2-8 16,0-2-4-16,0 1-21 0,0-1-8 0,0 0-5 16,0 0-48-16</inkml:trace>
  <inkml:trace contextRef="#ctx0" brushRef="#br0" timeOffset="49453.35">29591 5012 680 0,'0'0'25'0,"0"-1"-3"0,0-1 22 16,0 0-2-16,0 0-2 0,0-2-20 0,0 1-11 15,2-1 6-15,0 0-7 0,1 0 4 0,18-9 2 16,3 2-5-16,4 0 4 0,-4 4-13 0,6 1 9 16,-3 2-8-16,-1 1 6 0,-3 1-13 0,1 2 3 0,-6 0 3 15,-1 0 0-15,2 0 3 0,-6 0-16 0,0 0 0 16,0 0-9-16,-2 0-27 0,0 0-30 0,0 0-7 15,4 0-7-15,0 0-22 0</inkml:trace>
  <inkml:trace contextRef="#ctx0" brushRef="#br0" timeOffset="49753.78">30428 4836 251 0,'0'0'23'0,"0"0"-3"0,0 0 6 16,0 0 4-16,-2 0-10 0,1 0 2 0,-1 0-5 16,-2 0-1-16,0 0 0 0,1 0-3 0,-1 0 12 15,0 0-3-15,2 0 6 0,0 0-19 0,1 0 16 16,-1 0-12-16,-2 0 15 0,2 0-1 0,0 0-7 15,2 0 7-15,0 0-9 0,2 0 0 0,0 0-5 16,2 0-4-16,1 0-1 0,8 0-12 0,6 0 4 0,-4 0-5 16,3 0 2-16,3 2-16 0,-10-2-23 0,4 2-1 15,-4 0-9-15,-6-2-34 0,10 1-32 0</inkml:trace>
  <inkml:trace contextRef="#ctx0" brushRef="#br0" timeOffset="49946.94">30146 5066 279 0,'0'0'37'0,"0"0"60"0,0 0-52 0,0 0-18 0,0 0 2 0,0 0-6 15,0 0 8-15,2 0-4 0,0 0 4 0,1 0-6 0,12 0-7 16,11-2 1-16,0-1-6 0,8-3 6 0,1 1-4 16,-2-1-15-16,-1 0 7 0,-4 3-11 0,2-1-17 15,-6 0-28-15,-2 2-10 0,2-1-8 0,-3 1-64 0</inkml:trace>
  <inkml:trace contextRef="#ctx0" brushRef="#br0" timeOffset="50527.48">31524 4047 84 0,'0'-2'18'0,"0"0"8"0,0 0 18 0,0 1-22 0,0-1 0 0,0 0-7 15,0 0-8-15,0 0-6 0,0 0 4 0,0 0-4 16,0 1 8-16,0-1-13 0,0 0 3 0,0 0-6 15,0 0 5-15,0 0 6 0,0 2-5 0,0 0 6 16,0 0-5-16,0 0 7 0,0 0 3 0,0 0 2 16,0 0-4-16,0 0 4 0,-2 0-12 0,0 0 8 0,0 0-14 15,0 0-7-15,0 0-10 0,1 0-5 0,-1 0-76 16</inkml:trace>
  <inkml:trace contextRef="#ctx0" brushRef="#br0" timeOffset="51024.27">31273 4147 358 0,'-2'0'12'0,"0"-2"14"0,-1 1 14 0,-5-1-4 0,-3-2-3 16,-2 0-2-16,-4-1-15 0,8 3-12 0,-2-2 6 16,0 0-7-16,9 4 13 0,-4-1 9 0,3-1-6 15,-1 0 5-15,0 0-15 0,1 0 5 0,-1 0 0 16,0 0 2-16,2-1 7 0,0-1-11 0,1 0 4 0,1 1-6 15,1-1 8-15,3 0-5 0,9-5 0 0,2 0-3 16,7-3-10-16,-1 3 3 0,-1 4-3 0,4-1 6 16,0 4 4-16,-1 2-12 0,-1 0 7 0,-2 4-8 15,-1 1 9-15,-6 1-4 0,-4 0 0 0,-1-1-1 16,-5 4 5-16,1 16-6 0,13 1 7 0,-4 1-7 16,-6 1 4-16,-5 2 4 0,-4 0-6 0,-3 3 8 0,-5-3-1 15,1-1 3-15,-4 1 5 0,-2 0-1 0,10 7 11 16,-21-5-12-16,-2-8 3 0,-6-6-6 0,10-5 6 15,-7 0-3-15,-1-5 1 0,6 1-1 0,-2-2 6 16,4-5-4-16,7 11-1 0,3-11-1 0,-1 7-7 0,4-3 9 16,-1-2-6-16,5-4 6 0,3 0-14 0,2 0 2 15,-1 0-2-15,-1 0 2 0,0-2-4 0,2 0 1 16,1-2 3-16,-1-9-1 0,2 2-2 0,5-11-2 16,3 5-6-16,3 0 4 0,6 6-2 0,14 0 2 15,1 6 2-15,3 1-2 0,-2-2 2 0,3-14 1 16,-3 7-1-16,-1 5 0 0,-6 5-10 0,1 3 10 15,-1 0 0-15,-1 3 2 0,-5 3-3 0,-5 0-2 0,-4-1 3 16,0 1-1-16,-2-1 1 0,-1-1 2 0,1 3-6 16,-3 1 3-16,-1-3-22 0,-3 7-8 0,2-9-7 15,0 1-1-15,-1-2-42 0,3 2-21 0,-1-1-9 0,3 3-5 16,3 1-40-16</inkml:trace>
  <inkml:trace contextRef="#ctx0" brushRef="#br0" timeOffset="51541.91">32045 4073 587 0,'0'-2'14'0,"0"0"-1"0,0 0 10 15,0 1-5-15,0-3 0 0,0 0-18 0,0 0 6 16,0 1-6-16,0-1 3 0,0 0-12 0,0 2 2 15,0 1 1-15,0-1 1 0,-1 0 2 0,-1 0 3 16,0 0 4-16,-2 2 0 0,0 0 9 0,3 0-6 16,-12 2-4-16,5 0 0 0,-1 3-2 0,-2 3 5 15,0-3-1-15,-2 14 1 0,2 1-4 0,5 3-2 16,0 3 3-16,-12 3-2 0,7-1 8 0,3-4-9 0,3 4 5 16,1 2-5-16,4-4 1 0,0-4 2 0,4 2-5 15,-1-3 3-15,3 1-2 0,-2-2 8 0,-1-7 2 16,-1-7 2-16,0 0-9 0,2 3 5 0,-2-5-2 0,0 1 2 15,-1-1-7-15,1 0 18 0,0-1 1 0,-2 1 5 16,0 0-9-16,0-1 0 0,0-1-9 0,-2 0 6 16,0 0-11-16,1 0 2 0,-1-2 2 0,0 0-2 15,0 0 2-15,-2 0 6 0,1 0-5 0,-1-2 4 16,2 0-13-16,0 0 3 0,0 0 2 0,2 1 1 16,0 1-3-16,2-2 5 0,0 0-5 0,2 0 5 15,22-9-3-15,2 0 1 0,9 0 4 0,2 1-2 0,-4 3 7 16,2-1-8-16,0 3-3 0,-5 1 0 0,-4-1-1 0,-2 1 0 15,-8 0 5-15,-5 2-5 0,0 0 2 0,-4 1-2 16,-1 1 1-16,-1-2-1 0,-1 2 1 0,-2-2-16 16,-1 0-6-16,1 0-6 0,-2 0-32 0,0 0-10 15,-2 1-3-15,0-3 0 0,-2-4 0 0,-6-6 19 16,-1-1-5-16,4-2 6 0,-18 4-20 0</inkml:trace>
  <inkml:trace contextRef="#ctx0" brushRef="#br0" timeOffset="51729.75">31700 4023 569 0,'0'0'32'0,"2"-2"-5"0,0 0 19 0,0 0-1 0,1-1-8 16,5-3-22-16,16-9-5 0,4 0-2 0,3 2-1 16,3 4-5-16,5 2 6 0,-4-1 0 0,4 1-1 15,6-1-13-15,-6 5 12 0,-8 1-5 0,-1 0 7 16,-4 2-17-16,-6 0-6 0,4 0-14 0,-9 0 5 15,0 2-40-15,-2 0-21 0,-4-1-5 0,3 3-8 16,-7-2-48-16</inkml:trace>
  <inkml:trace contextRef="#ctx0" brushRef="#br0" timeOffset="52298.14">32443 4236 629 0,'0'0'22'0,"0"-2"-3"0,0 1 13 16,0-1-10-16,0 0-2 0,0 0-40 0,0 2 19 15,0 0-2-15,0 0 6 0,0 2-8 0,0 0 4 0,0 1 3 16,2 10 0-16,-2 8 7 0,0 7-3 0,0-2 0 16,0 0 0-16,-2-2-4 0,0-4 9 0,0-1-6 15,2-6 8-15,-2 5-1 0,2-5 10 0,0-7-2 16,0 7 3-16,0-9-4 0,0-1 3 0,0 1-4 15,0 0 3-15,0 0-8 0,0-3 6 0,0 1-1 0,0 0 1 16,0-2-19-16,0 0 4 0,-2 0-1 0,1 0 3 16,-1-2 0-16,0 0-4 0,2-1-2 0,-6-14 0 15,1-3 0-15,1-1 1 0,0-1-4 0,2 1 4 16,1 3 0-16,1 3 2 0,0-4 0 0,0 1-1 16,0 5-12-16,0-2 6 0,0 2 1 0,0 2 2 15,1-2 6-15,1 4-3 0,-2 3-3 0,0 0 0 0,2 1 1 16,-2 1-6-16,0 0 7 0,2 1-7 0,0-1 0 15,0 0 5-15,0 1-5 0,-1 1 6 0,1 0-4 0,0 0-5 16,0 0 8-16,2 2-6 0,-2 0 11 0,9 2-4 16,0 2-3-16,2 1-1 0,0 1 0 0,0 1 7 15,4 4-6-15,-4-9 4 0,0 15-5 0,7 2 3 16,-3-1 1-16,-1 1 1 0,1-1 5 0,-10-8-4 16,5 12-2-16,-1 0-1 0,2-1 1 0,2 5 0 15,-2 0 2-15,-2 1-3 0,-6 1-5 0,14 0 13 16,-8-6-5-16,-4 3 7 0,-3-9-9 0,-4-1 12 0,-2 0-4 15,2-11 5-15,-7 11-5 0,-1-4 17 0,1-2 0 16,-6-2 3-16,-13-1-2 0,4-4-15 0,-6 0 5 16,-2 1-8-16,2 14 6 0,-5-4-8 0,1-7-1 15,3-3 0-15,1 1 9 0,2 0-7 0,0-2 1 0,2-2-5 16,3 0-8-16,5 0 6 0,1 0-2 0,4 0 1 16,-1 0-21-16,7 0-32 0,3 0-23 0,-2 0-4 15,1 0-84-15,-1 0-82 0</inkml:trace>
  <inkml:trace contextRef="#ctx0" brushRef="#br0" timeOffset="52863.51">31203 4966 148 0,'-2'0'23'16,"0"0"-4"-16,0 0 16 0,0 0 0 0,-2 0-5 15,-1 0-17-15,-4 0-5 0,1 0-4 0,3 0 0 16,3 0-5-16,-2 0 5 0,0 0-2 0,1 0 4 16,-1 0 5-16,2 0 6 0,0 0 4 0,0 0-1 15,0 0 16-15,1 0 1 0,-1 0 0 0,2 0-2 0,2 0-10 16,1 0 1-16,18 0-5 0,10 0 3 0,6 0-3 15,10 0-10-15,5-2 5 0,3 0-7 0,3-1 11 16,-2 1-16-16,5-2 7 0,4 2-9 0,4 0 15 0,7 0-2 16,0-1 3-16,6 1-4 0,-3-2-7 0,-1 2 9 15,0 0-6-15,-7-1 8 0,-8-1-4 0,-9 2-4 16,-4 0 1-16,-3 2-3 0,-8 0-5 0,-10 0-1 16,-3 0-1-16,-9 0 2 0,-2 0 7 0,5 0-2 15,-10 0-1-15,2 0 0 0,-4 0 9 0,-4 0-9 16,-1 0 3-16,-1 0-9 0,0 0-36 0,-2 0-7 15,0 0-12-15,-2 0 4 0,-2 0-28 0,-25 0-38 16,-1 0-21-16</inkml:trace>
  <inkml:trace contextRef="#ctx0" brushRef="#br0" timeOffset="53657.34">30905 5694 91 0,'0'0'23'0,"0"0"31"0,0 2-9 0,0-2 13 16,0 0-4-16,0 0 4 0,0 0-19 0,0 0-12 16,0 0-3-16,0 2-1 0,0-2 0 0,0 0 20 15,0 0 1-15,0 0 4 0,2 0-14 0,0 0-8 16,0 0-2-16,0 0-2 0,2 0-14 0,-1 0 5 0,1 0-1 16,7 0 4-16,-3 0 6 0,1-2 3 0,0-2-7 15,-1 0 5-15,-1-1-10 0,0 3-3 0,1-15-2 16,5 0 0-16,-4 1-1 0,-1-8 5 0,-1 3-4 0,-1-1 4 15,1-4-5-15,2 0-1 0,-1-2-3 16,1 0 0-16,-3 4-3 0,3-2-5 0,-2 9 8 0,-3-3-5 16,-2 3 14-16,7 6-9 0,-1-2-2 0,-8 11-1 15,3-1 4-15,-1-1-10 0,0 0 3 0,0 2-9 16,0 0-10-16,0 1 21 0,-1-1-5 0,1 2 10 16,0 2-4-16,-2 1 7 0,0 12-5 0,0 17 4 0,-4-1-6 15,1-8-3-15,-7 4 3 0,1-1-4 0,2-2-1 16,1 1 6-16,1-1-1 0,1-8 5 15,2-1-1-15,0-2-3 0,0 2-1 0,0-4-1 0,2 4-3 0,0-4 5 16,0-1 3-16,2-1 0 0,0-2-2 0,0 1 10 16,2-1-5-16,-2-3 7 0,1 1-4 0,-1-1-1 15,4-2-4-15,3 0 3 0,8 0-1 0,-4 7-2 16,-4-3 6-16,2-1-6 0,-9-5 7 0,7 2-4 16,2 0 0-16,2-2 0 0,4-2-2 0,-4 0-6 15,-7 0 2-15,3-3-2 0,0-3 1 0,1 5 6 16,4-14-7-16,-2-4 6 0,1 1-6 0,0-2 0 15,0-4 0-15,0 7 0 0,-4-9 0 0,0 0 0 0,4 4 3 16,-2-7-4-16,0 7-8 0,-3 0 8 0,-5-8-5 16,16 4 7-16,-10 8 4 0,-3 7-7 0,-4 5 2 15,-2 6-6-15,2-5-7 0,-2 3 2 0,1 1-1 0,1-1 1 16,0 2 5-16,-2 2 4 0,0 0-2 0,0 2 2 16,0 2-6-16,-2 18 7 0,-1 8 0 0,-3 1 1 15,0 3-6-15,1-5 7 0,-1 5-4 0,4-3 4 16,2-3-2-16,0-4-3 0,0-5 3 0,-1-1-3 15,1 3 12-15,0-3-9 0,0 3 6 0,1-3-7 16,1-1 0-16,2 3 3 0,-2-3-1 0,2 2 4 16,-3-3 1-16,1-1 0 0,0 0-6 0,-2-2 3 0,0 0-11 15,0-2-35-15,2-1-10 0,0-1-10 0,-2 0-42 16,0-1-24-16,0-3-5 0</inkml:trace>
  <inkml:trace contextRef="#ctx0" brushRef="#br0" timeOffset="54111.68">31641 5854 406 0,'0'0'33'0,"0"-2"-4"0,0 0 19 0,0 0 5 15,0 0-10-15,0 0-9 0,0 0-18 0,0 1-1 16,0-1-5-16,0 0-15 0,0 0 3 0,0 0-1 0,0 0 3 15,0 2 9-15,0 0 7 0,-2 0-1 0,0 0 3 16,0 0 0-16,0 0-3 0,0 2-1 0,1 0 0 16,-3 0 7-16,0 0-10 0,0 1 5 0,1 1-7 15,-1 2 3-15,-3 5-3 0,1-2 4 0,2 0-5 16,-1 3 0-16,-5-1-1 0,3 0-2 0,1 0 3 16,5-5 2-16,-3 3-5 0,0 0 0 0,2-1 0 15,0 3 3-15,2-6-2 0,0 1 4 0,0-2-3 0,0 3 7 16,2-3 1-16,0-1-4 0,0 1 2 0,2 0-11 15,-1 0 4-15,3-1 3 0,5 1-1 0,-2-2 0 0,-1 0-4 16,-1-2-1-16,1 0 1 0,-3 0 9 0,1 0 0 16,-2 0-1-16,-1 0-1 0,3-4-8 0,-4 4 1 15,3-6-1-15,-3-7 2 0,9-1 1 0,-1-1-4 16,-3-2 1-16,-1 2-3 0,-3-2-3 0,1 1 3 16,-2 1 0-16,-2-2 0 0,0 2 4 0,0 4-1 15,0-2-3-15,-2 4 1 0,0 1-7 0,0 3 6 16,0-1-1-16,2 4 1 0,0 1-6 0,-1 1-2 15,-9-8 5-15,-3 1-3 0,4 3 6 0,-2 0-10 0,0 2-5 16,3 2 0-16,1 0-15 0,1 0-27 0,4 0-7 16,-3 0-9-16,1 2-40 0,0 0-54 0</inkml:trace>
  <inkml:trace contextRef="#ctx0" brushRef="#br0" timeOffset="54714.42">32094 5595 125 0,'0'0'53'0,"0"-1"-16"0,2-1 47 0,-1-2-7 15,5-15-25-15,0-1-7 0,-3-2-5 0,-1 5-2 16,0 10-21-16,2-5 2 0,-1 3 3 0,-1 2-1 16,4-10 12-16,-4 8-5 0,0-2 1 0,-2 1-4 15,0 9-10-15,0-7-3 0,0 6 7 0,-2-1-4 16,0-1 7-16,-2 0-3 0,-5 0-2 0,-12-1 0 16,-1 5-5-16,0 4-1 0,7 1-1 0,-9 6 2 0,-4 6-2 15,6-2-11-15,-4-8 3 0,9 14-4 0,0-5 6 16,4-1-5-16,-1 2-1 0,4-2-1 0,3 0 4 15,1-2-6-15,3-2 6 0,1-2-7 0,0 2 5 0,-7 0 10 16,1 0-8-16,3 2 10 0,1-1-5 0,2 1-8 16,2-2 8-16,0 0-6 0,2 2 3 0,2 0 4 15,-1-2-8-15,5 4 8 0,-3-4-1 0,-1 0-4 16,2 0-2-16,-3-1-2 0,3-1 1 0,-2-2 4 16,1 1 4-16,-1-3-3 0,-2-1-14 0,0 0-13 15,-2-2-5-15,1 1-4 0,5-1-28 0,5 7-1 16,-5-5 0-16,9 4 1 0,-2-3-2 0,-4-3-9 0,2 0-12 15</inkml:trace>
  <inkml:trace contextRef="#ctx0" brushRef="#br0" timeOffset="55109.89">32213 5766 313 0,'0'0'37'0,"0"0"36"16,0 0-21-16,-2 0-19 0,2 0-7 0,-2 0-3 15,0 0-23-15,0 0 0 0,0 0 2 0,0 0 0 16,1 0-2-16,-1 2 4 0,0 0 1 0,0 0 5 0,-2 0 12 16,1 1-2-16,1 1-4 0,-9 11 3 0,3-2 0 15,-3 4-13-15,2-2 6 0,-2 1-8 0,1-1 10 16,1 2-3-16,2-2-4 0,-1-2 0 0,1 0-8 0,-1 2 7 16,3-1 4-16,1-1 1 0,2 0 1 0,2-5 0 15,0-3 0-15,0-3 2 0,0 2 15 0,0 0-1 16,-2-1 3-16,0 1-4 0,2 0-9 0,0 0 8 15,0-3-1-15,2 1 4 0,0 0-11 0,0 0 1 16,2 0-4-16,3-2 4 0,6 0-14 0,0 0 7 16,-4-2-7-16,-1-2 7 0,3-3 1 0,-7 5-1 15,5-9 2-15,2-6-2 0,-2 0-2 0,-1 1-9 0,-4 1 4 16,-3 0-5-16,-1-2 6 0,0 2 0 0,-1 1 1 16,-3 1-2-16,0 1-11 0,0 3-2 0,-1 0-4 15,-1 1 5-15,1 3 0 0,-12-1-9 0,8 3-5 16,-4-1-3-16,3 2-20 0,3-4-15 0,0 1-2 0,-3-1-9 15,1 3-40-15,7 3-27 0,-7-4-3 0,5 2-9 16,0 2-34-16</inkml:trace>
  <inkml:trace contextRef="#ctx0" brushRef="#br0" timeOffset="55390.75">32343 5759 533 0,'0'0'21'0,"0"0"1"0,0 0 7 16,0 0-10-16,-2-2 2 0,0 2-15 0,0 0-13 15,0 0 6-15,2 0-9 0,0 0 11 0,0 0-2 16,0 0 4-16,0 0-3 0,0 2 15 0,0 0 3 16,0 0-4-16,2-1 3 0,0 3-5 0,0 0 8 15,1 1-2-15,7 8 3 0,-8 0-4 0,9 2 1 0,0-2-1 16,0 0 0-16,0 0 4 0,0 0-11 0,2 0 3 15,-3-2-7-15,-1-1-2 0,-2-1 1 0,1-2 1 16,-1 3-1-16,-1-3-3 0,-4-3 1 0,-1 1 0 16,-1-3 0-16,2-2-6 0,-2 2-13 0,4 2 2 0,0 0-7 15,-1-1-13-15,1-1-27 0,-2 0-4 16,0 0-7-16,0 0-16 0,0-2-68 0</inkml:trace>
  <inkml:trace contextRef="#ctx0" brushRef="#br0" timeOffset="55613.62">32541 5731 239 0,'0'0'49'0,"0"0"-5"15,-2 0 41-15,1 0-6 0,-1 0-3 0,0 0-33 16,-2 0-12-16,-3 0-4 0,-8 2 0 0,0 3-10 0,0 3-8 16,0 1 0-16,-1-3-4 0,3 14 4 0,0 2-7 15,0 1 6-15,1-1-6 0,-1 6-1 0,-1-4-1 16,2 2-1-16,1 0-1 0,4 2 0 0,-1-10-16 15,3 1-3-15,3-2-6 0,-4-10-33 0,-3 4-43 16,5-5-22-16</inkml:trace>
  <inkml:trace contextRef="#ctx0" brushRef="#br0" timeOffset="56252.1">32764 5133 52 0,'0'0'28'0,"0"0"-2"16,0 0 8-16,0 0-4 0,0 0-7 0,0 0-19 15,0 0 17-15,0 0 1 0,0 0 7 0,0 2 19 0,0 0-16 16,0 0 9-16,0 0-11 0,0-1-4 0,0 1-4 16,0 0-9-16,2 15 6 0,0-2-6 0,0 5-7 15,-2-3 5-15,3 1-6 0,1 10 7 0,-2-5 3 16,0-1-2-16,0 6 1 0,-2-15-14 0,0 18 13 16,0-3-2-16,0-9 6 0,1 12-7 0,-1-16 1 15,0 5-5-15,0-1 4 0,0-8-1 0,0-2-7 0,0-1 7 16,0-1-6-16,0 1 14 0,0-1 0 0,0-1-4 15,0-3 2-15,0 3-7 0,0-2-6 0,0-1 5 16,0 1-3-16,0 0 10 0,0 0 14 0,0-3-8 16,0 1 6-16,0 0-19 0,0 0 2 0,0-2 1 15,0 0 0-15,0-2-5 0,2-2 1 0,2-5-5 0,5-9 2 16,2-1-9-16,-1 2 3 0,1-7 1 0,-2 6 1 16,0-1 5-16,-3 4-3 0,-4 11-3 0,-2 3-2 15,0-1-12-15,2-2 3 0,0 0 4 0,-1 3-2 16,1-1 6-16,0 2 1 0,0 0 4 0,2 2 0 15,-2 1 4-15,1 3-1 0,8 10-5 0,-1 1 2 0,-1 0-3 16,-2-4 5-16,-1-4 2 0,-4-1 0 0,11-3-4 16,4 1 18-16,-4-3-3 0,-2-1 9 0,4 9-6 15,-1-3 0-15,5-1 0 0,-2-3 0 0,-1-4-4 0,-1 0-2 16,-2 0 0-16,-3-2 0 0,-1-2-4 0,-4 3 9 16,1-3-5-16,-4 4 9 0,2-4 3 0,7-13-13 15,0-5 5-15,-6 5-8 0,-1-10 5 0,-4-5-2 16,0 10 3-16,-4-4-4 0,-3 0-9 0,1 5 7 15,-1-3-8-15,0 2 7 0,1 7-10 0,2 4 2 16,1 2-7-16,1 3 4 0,2 4-14 0,0 0-24 16,-2-1 4-16,-2-1-14 0,0 0-18 0,3 4-11 0,-7-2-12 15,3 2 1-15,-3 0-33 0,3 2-81 0</inkml:trace>
  <inkml:trace contextRef="#ctx0" brushRef="#br0" timeOffset="56599.15">32695 5889 445 0,'-2'0'28'0,"1"-2"27"0,-1 0-19 0,0 0-7 15,0 0-10-15,0 1 5 0,0-1-17 0,0 0-2 16,2 0-4-16,0 0 1 0,0 2 0 0,0 0 10 16,2 0 2-16,0 0 0 0,4 0 2 0,16-4 12 15,-9 3-5-15,9-3 7 0,8-2-2 0,-2 1-3 16,11-1 5-16,-2 1-5 0,-2 1-1 0,1 0-9 16,-3 2-3-16,-5-1-2 0,0-1-7 0,-4 2-3 15,0 2 5-15,-4 0-4 0,-5 0 2 0,-2 0-12 16,-2 0-1-16,-1 0-6 0,-5 0-5 0,-1 0-28 0,-2 0 1 15,0 0-11-15,1 0-17 0,1 0-50 0,-2 0-16 16</inkml:trace>
  <inkml:trace contextRef="#ctx0" brushRef="#br0" timeOffset="56952.05">33002 5985 497 0,'0'0'19'0,"0"0"-1"16,0 0-9-16,0 0 6 0,0 0-14 0,0 0-5 16,0 0 5-16,0 0-2 0,0 2 4 0,0 0-2 15,0 0 7-15,0 2-1 0,0 9 4 0,-2 3 6 16,-2 5 6-16,0-1-4 0,-5 8 3 0,2 2-15 0,-1-2 3 16,1 1-3-16,3-3 3 0,0-3 1 0,1-3-5 15,-1 0 7-15,0-3-7 0,2-2 6 0,1-2 2 16,1-7-4-16,-2 1 4 0,-2 4 0 0,0 2 1 15,2-7 2-15,2-3 0 0,-1 1 4 0,-1 0-9 16,0 0 3-16,0-1-5 0,2 1 3 0,0 0-2 16,0-2 4-16,0-1-1 0,0 1 14 0,0 0-14 15,0 0 5-15,2 0-7 0,0 0 3 0,1 0-5 0,1-1-2 16,13 5 1-16,1-2-7 0,-1-4 4 0,4 0 0 16,-3 0 3-16,1 0 2 0,3 0-8 0,2 0 4 15,2-4-5-15,-2 0 8 0,0 1-10 0,-3-1 0 0,-1 2-5 16,-1 0-1-16,-4 0-31 0,-2 2-6 0,0 0-12 15,1-2-63-15,-2 1-138 0</inkml:trace>
  <inkml:trace contextRef="#ctx0" brushRef="#br0" timeOffset="59175.56">30438 6516 190 0,'0'0'23'16,"0"0"-7"-16,0-1 29 0,0-1 4 0,0 0-2 15,0 0-2-15,-2 0-21 0,0 0 1 0,0 0-9 16,0 1-7-16,0-1-6 0,0 0 8 0,2 0-6 16,0 0 6-16,0 0 0 0,0 0-5 0,0 1 4 15,0-1 4-15,0 0 1 0,0 0 6 0,0 0-3 0,0 2 9 16,0-2 7-16,0 0-6 0,0 1 5 0,0 1-6 15,0 0 0-15,0 0-5 0,0-2-1 0,0 0-17 16,0 0 8-16,0 2-6 0,0 0 4 0,0 0-13 0,0 0 3 16,0 0 1-16,0 0 1 0,0-2 8 0,0 2-6 15,0 0 6-15,0 0-7 0,0 0 14 0,0 0-11 16,2 0 6-16,0 0-7 0,0 0-2 0,2 0 3 16,-1 0-4-16,9 0 3 0,2 2-3 0,-1 2 1 15,6 1-3-15,-4 1 2 0,0-1 3 0,3 5-8 16,-3-3 9-16,6 2-9 0,-3 1 6 0,3 1-4 15,-1 0-2-15,-3 0 0 0,1 2 6 0,-3-11-4 16,-2 15 1-16,2-1-3 0,-2 3 7 0,0-2-1 0,2 3 2 16,-2 2-2-16,0-1-4 0,-2-1 3 0,0-1-2 15,-4 5 2-15,3-2-3 0,-3 4 6 0,1 0-5 16,-3-2 5-16,1 4-5 0,-3-7 4 0,3 1-3 16,-2-5 5-16,-1-4 0 0,-1 1-9 0,0-2 11 0,0 1-11 15,0-6 5-15,0 2 8 0,0 2-4 0,1-7 6 16,-3-2-5-16,4 2 8 0,0-1-5 0,-1 1 7 15,-1 0 3-15,0-2 10 0,0 0-2 0,0-1 4 16,0 1-13-16,0 0-12 0,-2-2 6 0,0 0-8 16,0 0 10-16,0-2-11 0,0 0 0 0,0-5-3 15,-2-19 10-15,-2-4-8 0,0 2 6 0,1 4-6 0,-3-5 2 16,0 1-7-16,1 0 2 0,-1-6-2 0,1 5 7 16,-1-7-1-16,1 1-3 0,1 0 1 0,0-2-7 15,2 2 10-15,2-3-5 0,0-1 6 0,0 6-3 0,0-6-6 16,2-2 7-16,0-3-6 0,0-10 8 0,0 0-10 15,-2 2 3-15,0 0-5 0,0 4 8 0,0-1 2 16,0-1-4-16,0 8 3 0,0 3-7 0,-2 0 2 16,0 5 2-16,0 3 1 0,-2-3 6 0,3 3-6 15,-1 1 2-15,-2-2-3 0,2 1-5 0,0-3 6 16,0-1-5-16,1-6 5 0,1-2 0 0,-2-1-4 16,0-8 3-16,0 4-2 0,0-1 3 0,2 3-1 0,0 5 1 15,0-2-1-15,-2 4 3 0,0 0-4 0,1 10 2 16,-1-1-2-16,-2 2 1 0,2 2 0 0,0 4-1 15,0 0 0-15,1-1 1 0,-1 1 1 0,0 0 0 16,0 1 0-16,-2 3-4 0,1-1 7 0,-3-5-4 0,2 2 4 16,-1-4-3-16,-1-8-6 0,2 10 7 0,-1-2-6 15,-1-5 4-15,1-3 2 0,1-5-2 0,-2 0 1 16,1 6-2-16,-1 3 2 0,-1-5 1 0,-1 1 2 16,1 1-8-16,0 1 2 0,-1 5 2 0,1 1 2 15,1 0 3-15,3 0-9 0,1 3 3 0,0 3-5 16,2-1 11-16,0 5-9 0,2-1 4 0,1 4-4 15,1-2 10-15,-2 4-6 0,2-2-1 0,-1 0-2 0,1-2-1 16,0 0 4-16,0 2 0 0,-1-3 1 0,1 1 1 16,0-2 5-16,-1-1-4 0,1-1 2 0,0-1-13 0,-1-3 9 15,1 1-3-15,-2 2 5 0,2-1-3 0,-2 4-2 16,-1-1 3-16,1 1-2 0,0 4 8 0,2-5-4 16,-2 5-3-16,1-6-1 0,-1 0-6 0,0 6 9 15,2-3-4-15,0-1 3 0,-3 4-2 0,3 0 0 16,0 0 2-16,0 2-1 0,-3 5-6 0,5-3 4 15,-2 3 0-15,-2 3 2 0,3-7 2 0,1 3-4 16,-4 3 0-16,1-1-3 0,1 3-7 0,3-4 6 0,3 1-2 16,1-1 4-16,0 1-1 0,0 1 1 0,2 0 4 15,2 2-3-15,5 1 2 0,1 1 2 0,3 0-2 16,9 3 2-16,6 1 3 0,10 1-4 0,3-1 3 16,3 2-4-16,5-3-3 0,7-3 3 0,1 0 0 15,-1-1 1-15,4-5 4 0,-3 0 0 0,5 1-4 0,7-2 3 16,5-1-7-16,14-1-1 0,3 0 0 0,-2-1-2 15,-2 1-6-15,-9 2 10 0,-7 3-1 0,-2 0 4 16,-8 2 6-16,-5 2-8 0,-9 2 3 0,-8 4-4 16,-4-1 9-16,-7-1 2 0,-3 0-4 0,-10-2 2 15,-8-1-11-15,3 1 5 0,-10 0-7 0,0 0 4 16,-2 0-24-16,-1 0-55 0,3 1-18 0,-2 1-22 0,0 2-139 16</inkml:trace>
  <inkml:trace contextRef="#ctx0" brushRef="#br0" timeOffset="62674.24">19121 10419 256 0,'0'0'64'0,"0"-2"-26"0,0 1 24 0,-2-1-5 16,0 0-43-16,2 0-5 0,0 0-4 0,0 0 5 15,0 2-4-15,0 0 6 0,0 0-1 0,0 2 5 16,2 0-4-16,-2 2 9 0,0-1-4 0,4 20-1 15,-2-5 2-15,-2 6 15 0,0 1-14 0,0-3 8 0,0 0-11 16,0-2 2-16,0-1 6 0,1-2-3 0,1-4 6 16,2-2 5-16,0-4 0 0,-1-1 3 0,-1-4-2 15,15 9 13-15,7 0 3 0,2-5-5 0,9-6 1 16,4-10-29-16,11-8 4 0,14 14-4 0,12-39 2 16,11-9-10-16,19-16-13 0,-2-14-3 0,-2-11-10 15,0 4-73-15,0 7-236 0</inkml:trace>
  <inkml:trace contextRef="#ctx0" brushRef="#br0" timeOffset="64413.68">25137 12989 22 0,'0'0'3'0,"-2"0"9"0,0 0 8 15,-2 0 13-15,0 0 1 0,3 0 1 0,-3 0-8 0,0 0 1 16,0 0 1-16,-1 0 4 0,-6-2-5 0,9 2-6 15,-2 0 1-15,0-2-3 0,1 0 1 0,1 2-5 16,-2 0-1-16,-9-1-2 0,9 1-4 0,-1 0-2 16,-6-2 2-16,7 2-1 0,2 0 10 0,-7 0-3 15,5 0 8-15,-9 0-6 0,8 0 8 0,-3 0-10 16,3 0 2-16,-5 0-5 0,5 0-1 0,1 0-1 16,0 0-5-16,1 2 4 0,-1-1-5 0,0 1 1 0,2 0-4 15,1 0 3-15,-1 0-4 0,0 0 5 0,0 0 7 16,2-1 0-16,0 1 11 0,2 0-6 0,0 0 2 15,0-2-3-15,-1 0 8 0,1 0-16 0,17 2 12 16,5-2-13-16,-9 0 12 0,-4 0-10 0,2 0 2 0,9 0-2 16,-5 0 7-16,7 0-12 0,-2 0 1 0,-12 0-4 15,10-2 6-15,0 2 1 0,1 0-2 0,3 0 1 16,0 0-3-16,-2 0-2 0,1 0-1 0,3 0 1 16,2 2 2-16,1 0-4 0,3 0 0 0,1-2-3 15,1 0 0-15,3 0 6 0,4 0 1 0,5 0 2 16,0 0-5-16,5-2-1 0,6-4 0 0,3 1 0 0,3 1 9 15,-2 2-11-15,-5 0 3 0,-6 2-5 0,0-2 5 16,-5 0 3-16,-1 1-1 0,1-1 1 0,1 0-8 16,0 2 6-16,3 0-2 0,6 2 6 0,1 0-8 0,7-1 2 15,2 1-4-15,-9 0 5 0,2-2-1 0,-5 0 3 16,-2 0 6-16,2 0-4 0,1 0-2 0,-2 0 7 16,6-2-10-16,5 2 10 0,0-3-6 0,13 1 1 15,-2 0 4-15,-1 0-5 0,3 0-2 0,-15 2-2 16,0 0-1-16,-1 0-1 0,-3 0 3 0,-1 0 8 15,4 2-7-15,5 0 6 0,1 0-12 0,1-2 8 0,9 2-1 16,-5-2 3-16,-1 0-5 0,8 0 3 0,-13-2 1 16,4 0 1-16,-2 0 2 0,2 0-4 0,-1-3-2 15,14-1-1-15,-2-1 1 0,5-1 2 0,3 3 0 16,-12 1-1-16,0 0-8 0,-13 0 5 0,-2 1-1 16,2-1 3-16,2 2 3 0,6 0-1 0,3 2 0 0,2 2-1 15,-5 0-4-15,-2-2-1 0,-4 0 3 0,-12-4-1 16,7 1 5-16,-10 3-8 0,-2-2 5 0,2 2-6 15,-1 0 6-15,1 0 4 0,-2 2-6 0,-2-1 5 16,5 1-10-16,-12 0 9 0,5 0-2 0,-3 0 6 16,-15-2-4-16,7 0-6 0,-10 0 5 0,-5 0-3 15,1 0 11-15,-4 0-11 0,-2 0 3 0,-6 0-4 0,6 0-5 16,-7 0-28-16,-4 0-4 0,1 0-10 0,1 0-27 16,0 0-201-16</inkml:trace>
  <inkml:trace contextRef="#ctx0" brushRef="#br0" timeOffset="65170.91">25055 13215 160 0,'-2'0'21'0,"0"0"0"0,0 0-11 16,0 0-5-16,2 0-9 0,0 0-15 0,0 0 15 15,0-1-7-15,0 1 11 0,2 0 8 0,0 0 0 16,0 0 4-16,-2 0-6 0,0 0-3 0,0 0 23 15,0 0 2-15,2 0 8 0,0 0 13 0,0 0-9 16,-2 0-2-16,0 0-4 0,0 0-20 0,0 0 6 0,0 0 3 16,0 0 2-16,0 0 14 0,0 0-12 0,-2 0 4 15,0 0-5-15,0 0 6 0,2-2-15 0,0 2-1 16,0-2-3-16,-2 2 3 0,2 0-16 0,0 0 7 0,0 0-9 16,0 0 15-16,0 0-2 0,0 0 5 0,2 0-3 15,0 0 10-15,0 0-7 0,1 0-1 0,1 0-1 16,17 2-6-16,10 1 1 0,4 3-5 0,1-2 3 15,-1 1-5-15,0-1 3 0,-1 0-4 0,3-1 3 16,6-1 1-16,-1 0-6 0,3-2 12 0,3 0-10 16,2 0 12-16,17 2-7 0,0-2-2 0,9 0 0 0,4 0 4 15,-6 0-4-15,8 0 1 0,-10 0-2 0,3 0 8 16,-1 0-7-16,4 0 6 0,5 0-7 0,8 0 7 16,13 2 3-16,-2 0 3 0,4 0-1 0,-2-2 7 15,-4 0-6-15,6-2 7 0,13-2-4 0,6-2 20 0,5-1-6 16,-1 0-6-16,0-1 1 0,1-1-14 0,13 0 1 15,5-1 0-15,-5-1 0 0,-2 2-7 0,-2 0 4 16,6-1 0-16,9 1 3 0,2 0 0 0,0 1-4 16,-3-1 1-16,12 0-3 0,-2 1-3 0,1-1-5 15,-3 2 2-15,2-1-1 0,10 1 2 0,-2-2 4 16,-2-1-2-16,-11 5 4 0,7-1-7 0,-2 2-13 16,-1 1-8-16,-15-3-2 0,-14 2-25 0,5 4-41 0,-5 0-49 15,3 4-24-15,-8 2-413 0</inkml:trace>
  <inkml:trace contextRef="#ctx0" brushRef="#br0" timeOffset="69358.16">13116 10794 180 0,'-2'-2'12'16,"0"1"5"-16,1-1 18 0,-3-2 5 0,-7-3-4 15,-2-3-6-15,-4-1-15 0,2 2-4 0,-3-2 1 16,-3 1-1-16,-3 1-8 0,-6 2 9 0,-1 1-10 0,-4 1 1 16,3 1 14-16,0 2-5 0,1 2 8 0,-3 0-2 15,-1 2 2-15,0 0-8 0,3 1 7 0,-5 1 1 0,6 2-5 16,-3-1 15-16,6 3-13 0,0 1 14 0,1 0-17 16,-1 2 3-16,0 2-7 0,2 2 1 0,-4-11 6 15,4 20-6-15,-2 4 6 0,1 4-13 0,1-1 1 16,-10 10-3-16,5 4 4 0,3-1-4 0,-4 14 6 15,10-8-5-15,-2 0 4 0,-4-6-8 0,9-3 5 16,6-4 0-16,4-1 0 0,2-1-5 0,-6 0 6 16,2 2-2-16,5 4 3 0,-1 0-16 0,-18 6 11 0,11-3-1 15,4 3 5-15,8 5-3 0,2 0-7 0,4-1 5 16,7 9-4-16,0-4 4 0,2 1 5 0,2 1-7 16,-2-10 5-16,2 0-6 0,0-5 9 0,2 0-7 15,1-2 8-15,6 5-7 0,-14 0-2 0,16 3 9 0,9 3-7 16,-7 1 12-16,0-6-12 0,1 5 0 0,-1-13-2 15,4-4 7-15,1 13-5 0,2-10 2 0,4 2-2 16,2-2 6-16,8-12-3 0,-1 1 2 0,4-1-3 16,4-5 13-16,5 1-15 0,4-3 8 0,2-1-10 15,-8-3 4-15,-7-2 9 0,-4-4-8 0,-3-1 10 16,3-5 5-16,2 1-3 0,4 22 7 0,7-13-7 0,1-9-4 16,5-6 2-16,7-5-4 0,-2-6 4 0,4-2-3 15,-7-6 2-15,-11-1 4 0,-8-4-3 0,-9 13 6 16,-2-33-9-16,0 5 5 0,-2-9-4 0,-4-4 6 0,-1 4-1 15,-1-12-6-15,-3 7 5 0,-2-1 5 0,-2 0-6 16,-3-1 5-16,-5 1-6 0,7 0 9 0,-7 1-1 16,-3-8 2-16,-7-10-2 0,-2-5 1 0,27-11-4 15,-25-8-5-15,-6 3 1 0,-13-5-3 0,-2 8-4 16,-2 8 0-16,-3-4-3 0,-1-4-5 0,-8-10 12 16,-3-6-5-16,-1 8 7 0,31 8-7 0,-39 13 2 15,-4 15 5-15,-3 9-4 0,-9 6 8 0,-8 9-7 0,-15 4-1 16,-11 7-4-16,-8 2-11 0,-8 7-6 0,-1 8-9 15,6-22 1-15,-15 29-35 0,-19 24-99 0,-18-18-39 16</inkml:trace>
  <inkml:trace contextRef="#ctx0" brushRef="#br0" timeOffset="115844.83">13870 10417 28 0,'0'0'0'0,"0"-1"13"16,0-1 110-16,0 0-41 0,0 0-1 0,0 0-67 15,0 0 1-15,0 0-3 0,0 1-1 0,0-1 3 0,0 0-9 16,0 0 1-16,0 0 4 0,0 0 0 0,0 2 16 15,0 0 1-15,0-2 0 0,0 2 1 0,0-1-5 16,0 1 14-16,0 0-6 0,0 0 9 0,0 0-4 0,0 0-8 16,0 1-3-16,0 1-1 0,2 0-3 0,0 0-9 15,0 0 10-15,-1 0-10 0,1 1 1 0,2 5 0 16,0-1-9-16,3 8 7 0,-1-4-10 0,-3-1 7 16,5 4 2-16,-4-6 0 0,1 3-2 0,1 0-2 15,-3-2 4-15,1-1-3 0,-2-3 3 0,2 1 6 16,-1-1-5-16,1 3 5 0,0-3-6 0,0 1 6 15,-4-4-1-15,0 0 3 0,1-2 8 0,3 2-8 16,0-1-1-16,-2-1-3 0,1 2-4 0,-1-2 3 0,4 4 1 16,-2-2 0-16,-1 0 5 0,1 0-4 0,0-1 3 15,-1-1-4-15,5 0 5 0,-3 0-6 0,5 0 4 16,3-1-6-16,-2-3-7 0,4-4-2 0,0-3 3 16,7 2 0-16,2-19 13 0,9-5-4 0,5-12-2 0,-7-3 1 15,4 0 3-15,12-8 5 0,-1 2-2 0,6-5 2 16,2-1-7-16,-6 1 0 0,1 3 1 0,3 4-1 15,1 0-4-15,-1 6-11 0,0 3-3 0,-1 10-7 16,-1 1-38-16,-6 4-114 0,3 2-86 0</inkml:trace>
  <inkml:trace contextRef="#ctx0" brushRef="#br0" timeOffset="123093.79">29166 10547 256 0,'0'0'-55'0,"0"0"35"0,0 0 0 16,-2 0 5-16,0 0 51 0,0 0-2 0,0 0-15 0,0 0 3 15,1 0-6-15,-1 0 7 0,2 0-1 0,0 0 7 16,-2 0-2-16,0 0 31 0,2 0-7 0,0 0-4 16,0 0-1-16,0-2-15 0,0 1-3 0,0-1 2 15,-2 0-4-15,0 0-10 0,0 0 2 0,1 0-6 16,-1 0 4-16,0 1-3 0,0-1-4 0,0 0 3 0,0 0-5 16,0-2-7-16,1 1 6 0,-3-1 0 0,0 0 3 15,0 1 9-15,1-1-15 0,-1 2 5 0,-11-7-7 16,2 3 11-16,0 1-4 0,0-1 2 0,-2-1-5 15,0-3-1-15,2 3 3 0,-3-2-2 0,6 5 2 16,-6-4-7-16,-3 1 6 0,4 1-8 0,-3-1 6 16,-5-2-9-16,3-1 7 0,1 3 3 0,-1 0 1 0,11 3 1 15,-6-2-3-15,2 3 0 0,0-3-1 0,-4-1-3 16,6 1 1-16,0-1-2 0,2 1 1 0,-1 2 7 16,1 1-4-16,0-1 2 0,1 2-4 0,-3 0-6 0,0 0 5 15,0 0-1-15,0 1 3 0,2 1 2 0,-4 0-3 16,1 0-1-16,1 1-1 0,-2 1 1 0,2 0-4 15,-2 0 4-15,2 2-2 0,0 1 8 0,0 3-6 16,0-3 0-16,-1 1-3 0,1 1 8 0,2 1-3 16,2 1 3-16,1 0-5 0,2-1-1 0,1-1-6 15,-5 2 5-15,8-7-3 0,-4 4 11 0,-3 3-5 16,1-1-1-16,-1 3 0 0,1-2-6 0,1 0 4 16,-1 4-1-16,1-2 3 0,-3 4 1 0,3-4 1 0,-1 2 3 15,1-2-3-15,-1 2-5 0,0 0 3 0,-1 0 0 16,0 0 0-16,5-1 1 0,-11-1 1 0,0 2-2 15,-4 0 2-15,10 0-4 0,-6 3 4 0,0-1-4 0,-4 0 4 16,-5 2-3-16,-1-4 1 0,-1 2 0 0,7-2 2 16,6 0 3-16,-2 2-5 0,2-2 4 0,-9 0-4 15,1-2-1-15,3 5-4 0,-3-3 1 0,12 2-2 16,-3 4 4-16,-6-6 2 0,4 5 5 0,1 3-1 16,-2-6 1-16,0 3 1 0,0 3-6 0,4-1 4 15,0 10-4-15,1-8 1 0,-1-3 1 0,2 9 1 0,-1-4 2 16,1 9-6-16,1-1 2 0,2-10-2 0,-1 2 3 15,1 0 2-15,0 4-4 0,3-2 1 0,-1 0-8 16,-2-4 6-16,2 2 2 0,0-1 1 0,0-1 1 0,-11-3-3 16,4-1 1-16,2 1-1 0,1-1 3 0,1-1-3 15,1 2 2-15,0 1-1 0,2-3 5 0,0-1-1 16,1 1-5-16,1 0 4 0,0 3 1 0,0 3 2 16,0-1-2-16,0 2 0 0,0 4-7 0,0 2 3 15,1 1 5-15,1-1-1 0,0-1-4 0,0 5 3 16,0-3-1-16,0 3 4 0,0-1 4 0,-1 1-10 15,3 1 0-15,0 2-2 0,0-3 1 0,-3-7 4 0,1 3-1 16,0-8 2-16,0 4-3 0,0-3-4 0,0-1 3 16,1 0-2-16,1-1 4 0,0-1 3 0,0 1-1 15,-1-3 1-15,1-1 4 0,0 0-6 0,-1-1 5 0,1 1-5 16,0 0 8-16,-2-1-5 0,3 7 3 16,-1-5-2-16,0 4 6 0,1 4 0 0,-1-3-6 0,3 10 4 15,1-1-6-15,-1-1 7 0,1 1-1 0,-1-8 1 16,6 8-7-16,0-3-4 0,0-3 0 0,-2 2-1 15,0-6 4-15,1-1 2 0,1 3 1 0,-2-7-1 16,2 1-3-16,-11-1 3 0,9-6 5 0,4 2-2 16,-4-4 5-16,2 3 4 0,3-1-8 0,1-2 7 0,2 4-9 15,-5-4 6-15,-1 2-5 0,-1-3 4 0,-1 1-9 16,2 2 4-16,0-2 0 0,-2 3 0 0,2-3-5 16,-2 0 3-16,4 0 1 0,-2 3 0 0,0-5-2 0,0-1-2 15,-2-1 1-15,4 1-1 0,-2-1 0 0,0 1 6 16,0-2 1-16,-2-3 2 0,0 9 5 0,0-3 1 15,2-1 2-15,0-3-2 0,4 1-2 0,-2-4-1 16,0 0-5-16,0-2 3 0,3-3-3 0,1-1-7 16,-1-1 2-16,6-4-3 0,2-2 8 0,0 0-7 15,-1 1 1-15,2-2-3 0,-6 2 0 0,5-2-2 16,-6 1-1-16,6-4-1 0,-4 2 6 0,1 13 4 16,3-20-5-16,-6-2 2 0,8-6-5 0,-4-3 0 0,2-4 1 15,-4-6-1-15,-1-7 1 0,-3-2-2 0,3 2 3 16,-4-6-2-16,5 6 3 0,-4 3-3 0,5 1 2 15,-8 5-2-15,-1-2-2 0,1 3 3 0,-2 1-4 16,2 1 5-16,-2 1 1 0,0 2-2 0,0 2 2 0,-2-3-3 16,0-5-1-16,-1 1-3 0,-1-5 1 0,-2-11 1 15,1 10 9-15,-3-12-5 0,1 3 3 0,-2 8-5 16,-2-5 0-16,-1 4 1 0,1-2-5 0,0 0 4 16,22 1-7-16,-9 1 5 0,-6 2 2 0,-3-6 1 15,0-8 5-15,-3-1-8 0,1-2 4 0,0 2-4 16,-1 1 2-16,-1 3 3 0,0 1-2 0,0 8 2 0,0 3-8 15,-2 2 2-15,0 3-2 0,0 2 3 0,0 3 1 16,0 4 4-16,0 3-3 0,0 4 3 0,0 1-5 0,-2 1 2 16,-2-2 0-16,-1 0 2 0,-1-2-3 0,1 5-2 15,-3 1 0-15,-1-2-1 0,-2-4 0 0,0-4-2 16,1 8 6-16,1 3-4 0,0 1 5 0,-1-1-1 16,-1-3-6-16,2 3 4 0,-2-1 4 0,0 1-7 15,0 4 4-15,7 0-8 0,-11 6 4 0,0 4 6 16,-5-5-1-16,-3 1 1 0,-3 5-6 0,-3-7 5 15,3 9-2-15,-6-16 3 0,-3 3-6 0,1 7-17 0,-6 5-14 16,10 3-16-16,-2 2-205 0</inkml:trace>
  <inkml:trace contextRef="#ctx0" brushRef="#br0" timeOffset="135906.65">10771 11947 53 0,'0'0'0'0,"0"0"15"16,0 0 9-16,0 0 8 0,0 0 5 0,0 0-11 16,0 0-6-16,0 0 18 0,-2 0-11 0,0 0 14 15,1 0-2-15,-1 0-7 0,0 0 8 0,0 0-9 16,0 0-2-16,0 0 0 0,0 0-3 0,1 0 1 15,-1 0-9-15,0 0-16 0,2 0 5 0,-2 0-8 0,2 0 0 16,0 0 8-16,0 2-7 0,0 0 9 0,0 0-4 16,0 0 3-16,0 0 1 0,0-1 0 0,0 3 2 0,0 7 5 15,2 6 0-15,0 3 1 0,-2-7-7 0,0 2 2 16,2 2-5-16,-1 2 5 0,3-1 6 0,0-3-13 16,0 0 11-16,-1-2-11 0,1 2 10 0,0-4 3 15,1 0-10-15,-1-2 7 0,-2-3 3 0,0-2 5 16,0-1 4-16,1 1-4 0,-1-4-4 0,6 6 13 15,-1-1 0-15,2 1 4 0,-1-3-4 0,1 1-6 0,2-2-1 16,4-2-2-16,2 0-3 0,5-6-9 0,2-3 0 16,10-9-4-16,-1 8-3 0,13-32 4 0,4-5 1 15,1-16 0-15,4-4-6 0,3-7 6 0,-2-6-9 16,3 6 8-16,0 1-9 0,1-1 1 0,7 4-8 16,0-8-2-16,10-4-68 0</inkml:trace>
  <inkml:trace contextRef="#ctx0" brushRef="#br0" timeOffset="144263.44">30820 10787 256 0,'0'0'-52'0,"0"0"32"0,0 0-5 15,0 0 1-15,0 0 34 0,0 0-6 0,0-2-4 16,0 0 0-16,0 0 1 0,0 0 5 0,0 1-6 16,0-1-4-16,0 0 1 0,0 0 3 0,0 0-1 15,0 0 1-15,0 0-2 0,0 1 0 0,-2-1 13 16,0 0 2-16,0 0 3 0,1 0 1 0,-1 0 1 0,0 0 4 16,0 1-1-16,0-1 8 0,2 0-5 0,-2 0-2 15,2 0-1-15,0 0-4 0,0 0-5 0,0 1 7 16,0-3-6-16,0 0 13 0,0 0-3 0,-2 1-6 15,1-1 1-15,1 0-16 0,0 1 7 0,-2-1-3 16,0 0 5-16,0 0 6 0,0 1-4 0,2-1 10 0,-4-5-8 16,1-1 20-16,-1 1-7 0,0 2 6 0,-1-4-6 15,1 3 2-15,0 1-6 0,-3-4-8 0,3 5 3 16,2-5-9-16,-9 5-3 0,0-5 0 0,-9 0-3 16,5 4-7-16,-2-6 6 0,-5 7-1 0,13 0 2 15,-10-3-4-15,-1 4 4 0,-1-3-4 0,-5 1 3 16,-2-10-13-16,8 13 16 0,1-3 0 0,1-2 4 0,3 7-11 15,-4-9 1-15,1 5 0 0,-1-1 1 0,2 1 6 16,10 4-6-16,-8-5-1 0,4-4-1 0,2 5-5 0,-8 1 6 16,4 3 2-16,4-2 0 0,-1-3-10 0,1 1 8 15,2 2-7-15,-3 1 8 0,-1-1-7 0,4 2 2 16,-2-2 2-16,1 2 0 0,-1 2 2 0,-4 0 1 16,2 0-2-16,-4 2 1 0,2 0-5 0,2 0 8 15,-4 2-4-15,4-1 5 0,-2 3-1 0,-2 1-3 16,0 1 2-16,2-1-2 0,-2 1 2 0,2 1-3 15,0-7-1-15,-2 15-2 0,-1 1 2 0,1-12 4 16,-2 7-1-16,-1-2 3 0,-1 2-4 0,-1 3-4 0,-3-1 3 16,5 0-3-16,1 0 5 0,-9-4 1 0,4 2-3 15,-2-2 1-15,-6 2 1 0,15 0-7 0,-4 0 8 16,3 0-6-16,-1 4 13 0,-9-2-10 0,2 2-2 16,2-1-2-16,1 1 9 0,1 2-4 0,1 1 1 0,2 4-2 15,-7-5-2-15,6 3 4 0,-3 0-1 0,1-3 1 16,5 9-8-16,-2-8 4 0,4 8 2 0,0 2-1 15,-1-6 2-15,2 6 3 0,1-3-5 0,0 1 3 16,2 2 0-16,1 0-1 0,1-8 3 0,1 4-4 16,1-6-12-16,-1 1 8 0,4 5 3 0,-11-8 2 15,0 8 1-15,4-3 2 0,4-5-3 0,-1 6 3 0,4-3-2 16,0-3-1-16,0 3 0 0,2-5-3 0,0 5-7 16,0-1 6-16,2 3 1 0,2 3 2 0,0-4 4 15,-1 2-16-15,3 0 3 0,0 6-7 0,-1-2 6 0,3 7 3 16,-1 6 1-16,-1 1 2 0,-1 3 2 0,-1 0 1 15,-2 3-5-15,0-9 3 0,-2 5 4 0,0 1-3 16,0-8 4-16,0 2-6 0,0-4-1 0,1 1-24 16,1-7 6-16,2 1-14 0,2 0-11 0,1 0-119 15</inkml:trace>
  <inkml:trace contextRef="#ctx0" brushRef="#br0" timeOffset="145157.44">30432 11078 22 0,'0'0'23'16,"-2"-1"-2"-16,-2-1 11 0,-12-4 4 0,-8-1-8 15,5-1-2-15,-3 1 7 0,3 3-8 0,2 0 6 16,1 1-13-16,-1-3-6 0,2 2-4 0,0 1 1 16,0 1-3-16,-1 0-6 0,1 2 8 0,-6 0-8 0,3 0 5 15,1 4 2-15,-3 3-7 0,-1 2 7 0,3 4 0 16,-3-7 0-16,3 18 5 0,-3 4-4 0,1-6 0 0,1 1 3 16,1-3-5-16,7 4 4 0,-6-2-6 0,2 4 1 15,-5 0-5-15,1-7 1 0,-1 5-1 0,7-5-4 16,0 3 8-16,-8 0-7 0,10-1 10 0,2 3-6 15,0-2-2-15,7 6-1 0,-11 0-3 0,-4 3 5 16,10 3 0-16,-8-1 2 0,4 4 4 0,3 8-5 16,-7-2-1-16,4 5-3 0,6-2-4 0,-7-3 9 15,5 5-1-15,0-3 2 0,-5-3-9 0,-12 5 5 16,11-6 2-16,10-4 2 0,3 0-6 0,0-5 3 0,0-3-4 16,1 1 6-16,3-2 4 0,5 0-7 0,1 0 2 15,-1-2-4-15,2 1 3 0,2-1-2 0,0-3 4 16,-2-1-2-16,2-2 12 0,-11-1-8 0,22 1 0 0,13-1-2 15,-12-1-3-15,1-3 0 0,1 0 4 0,-4-2 0 16,5-4 7-16,-2 1 7 0,0-7-8 0,3 14 9 16,5-6-12-16,1-9 13 0,6-2 3 0,1-5 3 15,7-10-3-15,6-6-2 0,12-7-1 0,6 25 2 16,3-29 5-16,-2-5-13 0,-3-2 4 0,-12 0-7 16,-1 0 4-16,-12 4-9 0,0 1 4 0,1 1-5 0,-1-2 0 15,-1 1 3-15,5-7 3 0,-2-1 2 0,-3-7 18 16,-10-4-3-16,-1-7 1 0,-10-3-1 0,-4 0 12 15,2 0-8-15,-12 0 5 0,18 0-6 0,-15 1 5 16,-10-3-6-16,-8-2-6 0,-8-11 2 0,-10 2-10 0,18-5-4 16,-43-8-2-16,-12 12-1 0,-1-1-4 0,-8 19-5 15,-3 16-1-15,-10 15-6 0,-15 14-24 0,-32-20-134 16,-14 42-75-16</inkml:trace>
  <inkml:trace contextRef="#ctx0" brushRef="#br0" timeOffset="160901.75">25671 12647 79 0,'-2'0'0'0,"1"0"5"15,-1 0 46-15,0 0-10 0,0 0-3 0,0 0-18 16,0 0-2-16,0 0-10 0,1 0 5 0,-1 0-8 0,0 0-2 16,0 0-1-16,0 0 7 0,0 0-3 0,0 0 25 15,1 0 5-15,-1 0-4 0,0 0 3 0,0 0-17 0,0 0 7 16,0 0-2-16,0 0 5 0,1 0-4 0,-1 0-1 15,0 0-5-15,0 0 2 0,0 0-4 0,0 0 3 16,1 0 5-16,-1 0-4 0,0 0-4 0,0 0 0 16,0 0-5-16,0 0 3 0,0 0-3 0,1 0-15 15,-1 0-4-15,0-2-5 0,0 2-5 0,0 0 22 16,0 0-2-16,2 0 7 0,0 0-14 0,0 0 13 0,2 0-6 16,2 0 9-16,14 0-9 0,10 0 1 0,9 0 3 15,-9 0-1-15,9 0 4 0,8-3 0 0,1-3 2 16,4-1-1-16,-1-1 7 0,-3-1-5 0,-7 2-5 15,0-1 2-15,-4 1 0 0,-7 3-4 0,-2 0 3 16,-3 2-4-16,-5 1 5 0,-3 1-6 0,-4 0 9 16,-2 0-8-16,-3 0 10 0,-2 0-9 0,-2 0 6 0,1 0-6 15,1 0 15-15,0 0-20 0,-2 0-8 0,-1 0-12 16,1 0-118-16</inkml:trace>
  <inkml:trace contextRef="#ctx0" brushRef="#br0" timeOffset="161483.88">27175 12629 60 0,'-2'0'42'0,"1"0"-7"16,-1 0 46-16,0 0-8 0,0 0 4 0,-2 0 1 15,1 0-7-15,-1 0 3 0,2 0-25 0,-4 0-10 16,-3 0-4-16,2 0-3 0,-1 0-16 0,1 0 5 16,-1 0-6-16,3 0 4 0,-3 0-11 0,3 0 7 15,1 0-1-15,0 0 1 0,3 0-8 0,-1 0-7 0,-2 0-6 16,0 0 0-16,1 0-4 0,1 0 11 0,0 2 3 16,0-1 1-16,2 1 14 0,0 0 11 0,2 0 0 15,2-2 1-15,5 0-15 0,22 0 6 0,5-4-11 16,14 2 9-16,-7-3-11 0,5-6 4 0,2 0 4 0,-5-1-3 15,10-1-2-15,-5 6-5 0,-1 0-4 0,-9-1 1 16,-2 1-5-16,1-1-5 0,-2 1-5 0,2-1-3 16,0 5-31-16,-2-1-284 0</inkml:trace>
  <inkml:trace contextRef="#ctx0" brushRef="#br0" timeOffset="206186.96">1798 10620 256 0,'0'0'-40'0,"0"0"41"0,0 0-1 16,0 0 10-16,0-2 37 0,0 0-12 0,0 0-8 0,0 0 1 16,0 0-2-16,0 1 0 0,0-1 3 0,0 0 2 15,0-2 1-15,0 0 9 0,0 3-3 0,1-11-7 16,1-2 3-16,2-1-12 0,0-2-8 0,-1 6 6 0,1-4-7 15,-2 4 1-15,2-2 3 0,-1-6-4 0,-1 1 5 16,0 3-3-16,-2-2-2 0,0 4 0 0,0 6 0 16,0-8 6-16,0 8 10 0,-4-6-3 0,1 0 5 15,-1 3-4-15,-2-1-11 0,1 4-1 0,1 3-4 16,-5-3-2-16,-6-3 1 0,0 7 1 0,0-1-4 16,-1 4-10-16,-1 2 7 0,-2 1-4 0,1 5 5 0,-5 3-4 15,3 4 2-15,0-2-1 0,-1 17 1 0,1 1-3 16,-4-5 1-16,-2 2 1 0,-6-6-2 0,14 2-1 15,-3-3 7-15,10-3-3 0,5 5 5 0,-8-3-6 0,1 0-1 16,5 3-2-16,-1-1 0 0,7 0 3 0,-13 1 2 16,4-3 2-16,7-1-2 0,2-1 2 0,2-3-8 15,2 4 4-15,0-3-5 0,2-1 12 0,1-2-10 16,-1-4 6-16,2 1-6 0,-4-7 5 0,7-1 4 16,8 9-5-16,1 1 5 0,1-5 0 0,-3-3-10 15,3-2 7-15,-4-2-8 0,5-2 10 0,-1-4 1 16,-1-1-8-16,5-3 5 0,-5 1-5 0,-1-2-2 0,0 0 2 15,-3 7 0-15,3-13 3 0,-2-1 3 0,-2-1 0 16,0 1-1-16,-2-1-3 0,-2 1 0 0,3-3-2 16,-5 4 2-16,2-1 2 0,-3 1-5 0,3 2 2 15,2-1-3-15,0-1 2 0,-5 6 2 0,0-6 1 0,-5 10 1 16,1-1-3-16,2-3 2 0,-4 7-3 0,0-1 3 16,0 1-1-16,0 0 6 0,0 2-2 0,0 1 2 15,0-1-5-15,-2 2-4 0,0 0-1 0,0 2-1 16,1-1 2-16,-1 3 1 0,-8 17 3 0,3-1-2 15,1 0 2-15,1 3-7 0,1-1 4 0,2 2-5 16,0 0 5-16,1 4 2 0,1 0-1 0,0 4 1 0,0 1-5 16,1 6 1-16,3 0 0 0,-2 6 2 0,2-3 6 15,-2 3-9-15,-1-1 4 0,1-3-5 0,2 6 0 0,-2-3 5 16,0 3-7-16,0-5 7 0,-2-1-3 0,0-4-1 16,0-1 3-16,-2-1-1 0,-2 0 2 0,-2-1 3 15,1-1-4-15,-1-3 3 0,1-2-3 0,-3-6 0 16,1-2 2-16,-1-1 1 0,-1-1 7 0,0-1-3 15,-4 2 3-15,2-3-4 0,7-4-5 0,-13-3 8 16,1-5-1-16,-3-3 6 0,0 3 3 0,3 7 0 16,-3-1 0-16,1-5 0 0,1-3-1 0,0-2-9 0,-3 0 1 15,-4-2-5-15,5-2 0 0,4 1 3 0,-3-3-3 16,-1 1 2-16,8 1-12 0,-2-2 2 0,7 4-4 16,3 1 3-16,-1-3-15 0,0 0-4 0,1 0 1 15,-1 1-2-15,2-1 0 0,0 0-85 0,2 1 2 16,2-1-35-16,2 0-49 0</inkml:trace>
  <inkml:trace contextRef="#ctx0" brushRef="#br0" timeOffset="207007.77">2024 11630 456 0,'-2'0'29'0,"0"-2"0"0,1 0 19 16,-3 0-12-16,-13-7 2 0,4 2-14 0,6 3-10 16,3 2 7-16,0 0-8 0,-1-2-3 0,1 3-10 15,-2-1-3-15,-1 0-1 0,-2 0 8 0,3-2-4 16,-1-1 3-16,5 5-3 0,-2-2 8 0,-1 0-3 16,1 2 3-16,2 0-2 0,-2 0 13 0,1 0 1 15,-3 4 2-15,0-1-2 0,-1 23-7 0,3 4-4 0,-14 0 1 16,3 5-2-16,4 4 6 0,3 0-8 0,1 0-3 15,1-2 2-15,3-5 3 0,1-6-3 0,2 0 8 16,0-6-7-16,0-5 7 0,0 7 10 0,0-3-6 16,0-8 7-16,0-2 4 0,0-1-3 0,0-3 3 0,0-1-4 15,0 0 1-15,0-1 1 0,0 1 1 0,0-2 0 16,0 0-2-16,0 0-14 0,0-2 1 0,0 0-6 16,0-2-1-16,0 0-5 0,0-4 0 0,5-20 0 15,1-3-2-15,-1-1 3 0,1-2-1 0,1-5 2 16,1 4 1-16,-3-1-10 0,1 3 6 0,0 3-7 15,-1-2 16-15,3 3-9 0,-1 2 1 0,0-1-5 16,1 2 3-16,-1 2 4 0,1 2-2 0,-1 5 1 0,2 0-8 16,-1 4 5-16,-1 1 1 0,-5 1 1 0,9 4 0 15,6 3 0-15,-8 0-6 0,-1-4 1 0,-1 3-9 0,4-1 9 16,4 2 0-16,2 2 4 0,-6 2-2 0,4 5 4 16,-6 1-1-16,10 8 2 0,-1 12-5 0,-8-2 2 15,4 2 1-15,-8 6 0 0,-1-8 4 0,-1 5-3 16,2 3 0-16,-3-20-1 0,3 10 7 0,1-9-10 15,-5-4 6-15,2 10-6 0,0-8 7 0,-2-4-3 16,1 4 2-16,1-9-1 0,0 0 5 0,-1-1 0 16,-1 1 2-16,0-2-1 0,0 0 6 0,0 0-16 0,0-1 2 15,0-1-5-15,-1 0 12 0,1-1-7 0,-2-1 0 16,0-24-2-16,2-6-2 0,0 4 5 0,2 1-2 16,3-1 3-16,-1 0 3 0,3-4-5 0,-2 3-1 15,3-1-2-15,-1 2-3 0,0 4 1 0,-1 2 6 0,-1 1-3 16,-1 4 0-16,-1 4 3 0,-1 4-5 0,-2 4 4 15,0-1-2-15,0 2 2 0,-2 2 0 0,3-1 0 16,1-1-6-16,0 2 4 0,-1 0 3 0,1 0 1 16,0 2 3-16,0 0-8 0,-1 2 2 0,1 0-4 15,0 2 6-15,-1 3 3 0,9 12-4 0,-3 1 3 16,-2 1-10-16,-1 3 12 0,-1 0-4 0,1 0 7 16,-2 0-8-16,1 4 2 0,-1-4 0 0,0 0-1 0,-1 1-6 15,1-3 6-15,2 2-3 0,-3-7 5 0,1-1-3 16,0-1-2-16,-2-6 6 0,1 6-4 0,1-4 3 0,-2-5-2 15,-2-4-1-15,2 2 0 0,0-1 8 0,0 1-11 16,-1 0-1-16,1-1-4 0,2 1-6 0,0-2-9 16,-1 0 3-16,1 0-12 0,0 0-76 0,0-1-144 15</inkml:trace>
  <inkml:trace contextRef="#ctx0" brushRef="#br0" timeOffset="207314.05">2800 10917 186 0,'-2'0'123'0,"0"0"-152"0,1 0 153 0,-1-2-79 16,0 0 6-16,0 0-16 0,0 0-6 0,0 1 0 15,0-1-3-15,-1 2-11 0,-1 0 1 0,2 0-5 0,-2 0 8 16,3 0-1-16,-1 0 6 0,-2 0-6 0,0 0-9 16,3 0 16-16,-1 0-6 0,0 2 10 0,2-2-8 15,2 0 5-15,0 0-6 0,1 0 7 0,6 0-2 0,17-4-13 16,6-2 6-16,5-1-10 0,-13 1-7 0,6-1-7 16,-2 1 0-16,-4 3-4 0,2 1-5 0,-4 0-2 15,-3 0-6-15,-2 2 5 0,-3 0 4 0,-2 0-25 16,-3 0-19-16,-2 0-18 0,1 0-209 0</inkml:trace>
  <inkml:trace contextRef="#ctx0" brushRef="#br0" timeOffset="207490.79">2648 11305 491 0,'-2'0'90'0,"0"0"9"0,0 0 14 0,1 0-40 0,-1 0-2 15,0 0-61-15,2 0 6 0,0 0-1 0,2 0 1 16,1 0-5-16,27-4-10 0,13-3 3 0,3-3-4 15,8-3 7-15,2-3-20 0,1-5 0 0,-5 1-10 16,-3-4-16-16,-5 2-76 0,3 3-130 0</inkml:trace>
  <inkml:trace contextRef="#ctx0" brushRef="#br0" timeOffset="208113.52">4111 9834 273 0,'0'0'43'0,"-2"-1"-6"0,0-1 47 0,0 0-10 0,1 0 2 15,-3 0-51-15,0 0-6 0,0 0-8 0,1 1 3 16,-1-1-11-16,0 2-2 0,1 0 1 0,-1 0-2 16,0 2 3-16,0-1-6 0,1 3 4 0,-8 13-3 15,1 5 3-15,5 2 8 0,1 4-7 0,2-4 7 16,2 6-4-16,2 3 0 0,0-3 4 0,3 7-3 0,1-2-4 15,1 4 4-15,3 6-4 0,-5-13 4 0,1 3-11 16,-1-7 8-16,-3-2-3 0,2 11 7 0,-2-9-3 16,-2 1-3-16,0 3 2 0,-2-13-1 0,0 3 3 0,-2-5 12 15,1-3-5-15,-3 1 7 0,-1 0 2 0,-3-2 2 16,7 0 2-16,-18 0-3 0,3-2 0 0,-3 0 2 16,3 0 0-16,-3 1 0 0,-3-1-6 0,6-2 1 15,-6 0-2-15,-1 1 2 0,1-1 0 0,-4-2-6 16,10-1 4-16,3-1-5 0,4 1-2 0,-4-4-4 15,-2 9 3-15,2-2-3 0,4-3 13 0,8-4-9 16,-1 0 1-16,2-1-2 0,0 1 9 0,2-2-11 0,0 0 7 16,2 0-8-16,2 0 12 0,25-11-6 0,7-4-4 15,1 0 0-15,4 1-4 0,1-1 7 0,3 0 1 16,0 0 1-16,1-2-11 0,0 6 3 0,1 0-5 16,3 4 3-16,-2-1-2 0,-9 3-5 0,-2 1 4 0,-13 0-6 15,-5 2-1-15,3-1-2 0,-12 1-3 0,-1 0 1 16,2 0-11-16,-7 0 8 0,-1 0-10 0,-1 0 4 15,0 1-52-15,-2-1-52 0,-2-2-2 0,0 0-18 16,-1 2-31-16</inkml:trace>
  <inkml:trace contextRef="#ctx0" brushRef="#br0" timeOffset="208269.48">3860 9942 647 0,'0'-2'102'0,"0"0"-97"15,0-1 110-15,8-18-46 0,1 1-18 0,-7 3-6 16,30 0 2-16,8 3-6 0,7 1-21 0,5 0-5 16,5 0-6-16,5 0 2 0,4 0-10 0,1 1-4 15,2 1-5-15,-10 2-2 0,-10 5-26 0,-7 2-4 16,-10-16-5-16,-8 10-14 0,0 5-172 0</inkml:trace>
  <inkml:trace contextRef="#ctx0" brushRef="#br0" timeOffset="208597">4865 10183 903 0,'-2'-3'27'0,"-7"-23"49"15,-2 2-53-15,3 9-13 0,1 4 1 0,1 3-5 0,4 4 0 16,-7-3-11-16,-8-4 5 0,-5 2-6 0,-2 3 3 15,0 6 7-15,-2 2-8 0,5 3 7 0,-5 8-5 16,-3 4 6-16,1-11 2 0,2 22 1 0,-6 5-7 0,8 6 6 16,0-4-1-16,2 6 4 0,7-4-2 0,-2-7 3 15,8 5 2-15,1-9-1 0,5-2-6 0,-12-1 6 16,6-5-3-16,3-1 5 0,6-2 1 0,2 2-8 16,3-5 0-16,1-2-2 0,1-1-8 0,18-2 4 15,2-3-8-15,1 0 6 0,4-2-25 0,-4 16-4 16,-4-8 2-16,4-5-4 0,-2-3-25 0,-2-2-144 15,0 0 1-15</inkml:trace>
  <inkml:trace contextRef="#ctx0" brushRef="#br0" timeOffset="209132.53">5268 9940 509 0,'-2'0'53'16,"0"0"-2"-16,-2 0 26 0,1 0-11 0,-12-2-5 15,4 2-32-15,-10 0-11 0,10 0-5 0,2 2 0 16,-15 6-6-16,9-3-8 0,-7 4 4 0,-1 3-5 16,7-3 10-16,-3 4-6 0,6-8 5 0,2 14-7 15,-6 9 5-15,-1-4 0 0,3 9-2 0,0 6 2 0,0-3 2 16,4 6-3-16,-2-4 5 0,0-1-4 0,7 0 3 16,3-6-6-16,-1 5 2 0,-15-8-3 0,8-2 6 0,6-2-1 15,5-6-1-15,0 1 1 0,1-3 9 16,5 1-12-16,1-4 11 0,-1 0-10 0,13-4 10 0,5-3 3 15,2 0-6-15,2-3 6 0,3-1 4 0,3 19-3 16,-5-12 3-16,5-5-5 0,1-4-3 0,-2-4-4 16,5-4 3-16,-9 1-3 0,-5-4 8 0,0-2-11 15,-7 2 1-15,-2 0-3 0,0-14 2 0,-8-8 0 16,1-2-3-16,-6-2 0 0,-1 3-4 0,22-5 3 16,-12-3 0-16,-9 4 1 0,-4-6-5 0,-4 10-7 0,-3 7 5 15,-4-1-5-15,-2 5 5 0,6 7-5 0,-25 1 7 16,3 6-4-16,-2 3 8 0,-5 0-3 0,11 3-5 15,-5 1 2-15,6-15-5 0,-2 6 7 0,-2 5-1 16,16 6 3-16,-7 0-1 0,8 2 1 0,-2 2-3 0,2 2 2 16,8-3-2-16,1-1-2 0,-5 11 3 0,1 0-3 15,1 4 3-15,3 9 5 0,4-4-1 0,2 6 4 16,2 4 0-16,1-3 12 0,5 5 2 0,1-6 2 16,5 3-5-16,3 1 7 0,-15-1-6 0,18 5 7 15,-3-9 1-15,8-4-14 0,-1-1 8 0,2-5-10 0,-2-3 3 16,-3 1-9-16,-1 0 0 0,-4-2-1 0,1 0 0 15,-2-4-13-15,-2 1 0 0,-4-5-5 0,-4 3-5 16,0-5 1-16,-3 1-6 0,4 0-1 0,-5-2-47 16,-1 0-121-16,-2-1 7 0</inkml:trace>
  <inkml:trace contextRef="#ctx0" brushRef="#br0" timeOffset="209518.84">4022 11158 330 0,'-2'0'37'16,"-2"0"74"-16,-16-7-76 0,5 3-13 0,0 2 5 0,2 0-10 15,0 2-9-15,2 0 5 0,4 0-2 0,-3 0 5 16,1 0 15-16,5 0 7 0,1 0-7 0,-1 2 4 15,0 0-16-15,2 0 2 0,1 0 6 0,-1 0-5 16,0 0 7-16,2-1 11 0,2-1-4 0,0 0 5 16,1 0-17-16,14-5 0 0,13-6 2 0,3 0-2 0,4-4 0 15,8-4-1-15,3-3-2 0,8-2 1 0,5 0-2 16,6 1-1-16,3 1 0 0,1 3 1 0,0 1 8 16,-6 1-9-16,-2 2 3 0,2-1-6 0,0 1 5 15,3 2-1-15,1 0-2 0,2 0 1 0,12 0 0 0,-10 2 2 16,-1 1 4-16,-5 3-4 0,-19-1-11 0,-2 3 2 15,-7 1-11-15,-3 0 9 0,-3 1-15 0,-7 1 8 16,0 0 3-16,-7 0 0 0,-3 2-5 0,-3 0-1 16,-3 0-2-16,-5 0 2 0,-3 0-11 0,2 0-7 15,0 0-6-15,-3 0 2 0,1 0-7 0,-2 0-54 16,-2 0-6-16,-1 2-25 0,-20 7-92 0,-4 4-45 16</inkml:trace>
  <inkml:trace contextRef="#ctx0" brushRef="#br0" timeOffset="209970.01">4560 11331 574 0,'0'-2'38'0,"-1"0"38"15,-1 0-21-15,0-1-31 0,2 1 0 0,-4-4-10 0,4 4-14 16,-2-1 0-16,0-1-6 0,1 2 4 0,-1-2-4 15,0 2 5-15,0 1-2 0,0-1 2 0,0 0 3 16,0 2 7-16,1 2 5 0,-1 0-1 0,0 3 12 0,-11 19-8 16,2 4 6-16,0 2-7 0,3-2 9 0,3 5-6 15,1-1-4-15,4-1 1 0,4 5-3 0,1-1-4 16,1 0 0-16,-3-1-3 0,3-1-9 0,0-1 9 16,1-3-1-16,0 1 4 0,5 1 1 0,-5-10 22 15,2 1-6-15,-1-5 11 0,-1-2-9 0,-1-4 1 16,-1 0-6-16,-3-7 4 0,0-1-10 0,2 1 2 15,-1 0 5-15,1 0-4 0,0-3 0 0,-2-1-6 0,3 0-2 16,3 0 1-16,-1-1-2 0,1-1-2 0,1-24 0 16,0-11-1-16,0 7 3 0,3-5-4 0,0-4 6 15,3-2-5-15,2-2 4 0,0-1-7 0,1-3 0 16,3 1 0-16,-1-3 7 0,-1 1-11 0,-3-2 6 16,1 2-7-16,-2 3 3 0,-2 8-3 0,0-2 5 0,-4 7-5 15,-1 5 4-15,-5 1 2 0,-1 9-7 0,4 10 6 16,-2 1-2-16,-3 2-9 0,1 1-3 0,0-1-3 15,-2 2-11-15,0 0-9 0,-2 2 0 0,0 2-9 16,-9 17-51-16,-11 20-158 0,2 5 18 0</inkml:trace>
  <inkml:trace contextRef="#ctx0" brushRef="#br0" timeOffset="210358.48">5162 12111 475 0,'0'-2'35'0,"-2"0"25"0,0-5 8 0,0-6-30 0,-1-10 0 16,1 8-11-16,-2-3-18 0,0-3 1 0,4 16-1 15,0 1 3-15,0-1-1 0,0 1 5 0,0 0-6 16,0 0 6-16,0 1 1 0,0 1 12 0,0 0 6 15,0 0 1-15,0 2 13 0,0 2-13 0,-1 0-1 0,1 3-4 16,-4 23-3-16,2-2 0 0,2 2-5 0,0 0 3 16,0-6-12-16,0 1-3 0,2-3-1 0,0-1-2 15,-2 1-1-15,2-1-6 0,-1-3 7 0,3 1-7 16,0 0 10-16,0-4-11 0,-1 2 2 0,-1-4-5 16,0-2 1-16,-2-2 2 0,0 1-7 0,2-3 5 15,0 1-10-15,-2-4-1 0,2 2 7 0,-1-1-5 0,-1 1-9 16,0-2-34-16,0 0-8 0,0 0-7 0,0-2-12 15,-1 0-53-15,-1 0 1 0,0-2-23 0,-2 0-34 16</inkml:trace>
  <inkml:trace contextRef="#ctx0" brushRef="#br0" timeOffset="210563.04">4802 11706 410 0,'0'0'37'0,"0"0"-2"0,-2 0 36 15,0-2-18-15,0 2 5 0,0 0-50 0,0 0 7 0,2 0 5 16,0 0 2-16,0 0 27 0,2 0-3 0,0 0 4 16,6 0-4-16,23-2 1 0,3-1-12 0,12-3-3 15,12-1-2-15,-6-1-9 0,16-1-6 0,-1-4 1 16,-6 2-4-16,4-2-5 0,-7 2-15 0,-4-1-6 0,0 3-3 16,-2 2-13-16,0 1-6 0,0 1-6 0,5 1-14 15,-1 2-155-15</inkml:trace>
  <inkml:trace contextRef="#ctx0" brushRef="#br0" timeOffset="-204005.19">7719 10781 1 0</inkml:trace>
  <inkml:trace contextRef="#ctx0" brushRef="#br0" timeOffset="-203981.2">7719 10781 6 0</inkml:trace>
  <inkml:trace contextRef="#ctx0" brushRef="#br0" timeOffset="-203592.93">7719 10781 12 0,'0'0'6'0,"0"0"-1"0,0 0 28 0,0 0-3 16,0-2 0-16,0 1-2 0,0-1-5 0,0 0-1 15,0 0 0-15,0 0 2 0,0 0 11 0,0 0-8 16,0 1 3-16,0-3-8 0,0 0-6 0,0 0 7 15,0 1-2-15,0 1 4 0,0-6 6 0,0 3-11 16,0-3 7-16,0 3-8 0,0-1 11 0,0 1-10 16,2-1-3-16,-2 2-2 0,1-3 4 0,1 1 3 0,0-1 1 15,0 0-1-15,0 1 7 0,0-1-9 0,0 1 9 16,-2 2-9-16,1-1 11 0,-1 3-13 0,0-2-1 16,2-1-4-16,-2 3 1 0,2-4-4 0,-2 2 6 15,0 1-4-15,2-1 10 0,0 0 6 0,0 1 6 16,0 1 1-16,-1 0 24 0,1 0-22 0,-2 0-3 0,0 0-7 15,0 0-8-15,0 1 4 0,0-1-3 0,0 2 2 16,0 0-8-16,0 2-4 0,0-1 4 0,-2 1-5 16,1 2 0-16,-1 3-7 0,-4 12 2 0,1 1-2 15,-1 6 7-15,2 0-8 0,-1 4 2 0,-1 5-3 0,1 1 4 16,-5 10 0-16,5 1-4 0,-3 3 3 0,3 2-4 16,-3 0 7-16,1 5-4 0,-1 1 5 0,1-4-9 15,0-6 7-15,-1-4-2 0,-1-5 5 0,-2 0-11 16,1 0 5-16,1-3 0 0,0-7 3 0,0 3-1 0,1-4-2 15,1-2 0-15,1-2 1 0,2-4 1 0,-1-3 1 16,-1 0-2-16,3-4-1 0,-1 2-8 0,2-6 1 16,0 0-1-16,2-3 0 0,0-4-16 0,-2 3-19 15,0-1-5-15,1 0-7 0,-1-1-37 0,2-1-160 16,0 0 15-16</inkml:trace>
  <inkml:trace contextRef="#ctx0" brushRef="#br0" timeOffset="-202844.13">7663 10748 260 0,'0'-2'31'0,"-2"0"-4"16,0 0 32-16,0-1-9 0,-1-3 3 15,-5-3-28-15,3-1-3 0,-1 1-1 0,2 2-1 0,-1-1-6 16,-1-1 13-16,3 3-3 0,-3-1 6 0,2 1 1 16,1 1-2-16,-1-1 9 0,2 3-8 0,0-3-2 15,2 4 1-15,-4-3-7 0,3 3 6 0,-1-2-4 0,0 2-4 16,-2-2-7-16,0 1 3 0,1-1-15 0,1 0 12 16,0 1-2-16,2-1 4 0,0 2-11 0,2 0 10 15,0 0-7-15,1-1 8 0,10-7-3 0,12-3-6 16,-5 2 4-16,8 0-6 0,0 2 5 0,-2-1-9 15,3 1 7-15,3 2-7 0,-2-1 10 0,1-1-5 16,1 2-6-16,1 1 1 0,1 2-5 0,-3 3 6 0,3 1 3 16,-3 0 0-16,-14 0-6 0,1 0 4 0,3 3-5 15,-12-1 5-15,10 4-2 0,-6-3 9 0,-10-3-1 16,1 2 2-16,0 2-1 0,0 0 12 0,1 5 0 16,1 6 4-16,-3 0 2 0,-3-1-10 0,-3 3 3 0,-5 0-6 15,-3 1 0-15,4-1-6 0,-16 0-1 0,-4-2-2 16,1 1 4-16,1-1 4 0,3-2-2 0,-2 0 2 15,0-3 4-15,0 1-10 0,1-2 11 0,3 2-12 16,3-5 8-16,2 1-8 0,1-1-3 0,1-3 0 16,2 7-4-16,1-7 3 0,3 1 3 0,-1 2 0 15,5-4-2-15,-1-1-1 0,2-1-3 0,0 0 1 0,-1 2 1 16,-1 2-6-16,0 0 3 0,0-2-5 0,3-1 3 16,-1 1 0-16,0 0 1 0,0 0 0 0,2 0 6 15,0 0-4-15,0 0 1 0,2-1-2 0,0 1 5 16,0 0-6-16,1-2 3 0,1 0-4 0,9 0-1 0,6 0 3 15,-1-2-2-15,4 0 3 0,-3 1 0 0,1-1 3 16,3 0-1-16,-5 2 3 0,3 0-4 0,-1 0-2 16,-3 0 2-16,1 0-2 0,1 2 1 0,-1 1-4 15,3 1 0-15,-12-2 1 0,2 2 9 0,2 1-5 16,-7-1 5-16,11 0-5 0,-8 7 7 0,-7 7-3 16,3 5-1-16,6-7-1 0,-1 9-1 0,-7-5-1 15,-3 0 1-15,-3 1 0 0,-5-3 7 0,1 1 7 0,-1-6 3 16,1 0 0-16,-2-2 2 0,-2-7 7 0,-10 9-2 15,3-4 6-15,-5 4-5 0,3-5-5 0,-1-3-11 0,1 1 5 16,-2-4-15-16,-4 9 3 0,-2-2 4 0,-2-2-2 16,0-3-3-16,-1 2-16 0,1-1-6 0,-5 6-5 15,-2-1-33-15,2-5-41 0,-4 3-19 0,-4-1-20 16,4 2-210-16</inkml:trace>
  <inkml:trace contextRef="#ctx0" brushRef="#br0" timeOffset="-194045.23">7875 10726 89 0,'0'0'43'0,"-2"0"-5"15,0 0 16-15,-2-2 0 0,0 0-11 0,-7 0-14 0,-3 0 2 16,-3 2 1-16,-4 0 1 0,5 0 10 0,-3 4-1 16,-1 1-4-16,3 3 1 0,-7 5-14 0,0-8 4 15,-2 25-2-15,-6 5 3 0,2 8-4 0,4 5-16 16,4 8 4-16,-8-2-7 0,14-4 10 0,-1-7-16 16,2 0 7-16,-7-3-9 0,7-3 13 0,8-5-13 15,5-10 5-15,2-3-7 0,2-4 7 0,1-2 1 16,1-6 10-16,0-3-2 0,22 11 56 0,2-4-20 15,7-7 4-15,2-6-13 0,2-9-17 0,2-6-13 0,2 13 0 16,-1-39-3-16,3-1 10 0,-2-12-17 0,1 1 9 16,8 1-11-16,-7 2 2 0,5 7 1 0,-6 4-1 15,-10 2 2-15,-1 2-6 0,-12 2 4 0,-1 3-4 16,-9 3 7-16,4 3 6 0,-4 1-3 0,-2 5 1 0,-5 1-4 16,5 6-1-16,-3 4 12 0,-4 2-5 0,0 3 5 15,-2 0-17-15,0 2 5 0,-2 1-1 0,0 1 5 16,-31 11 10-16,-5-2-12 0,-14 45 0 0,12 11-5 15,-5 5 1-15,8 12-3 0,-2 7 7 0,4 0-6 16,5-5 9-16,6-15-7 0,3-16 1 0,8-15-3 16,6-3-9-16,3-15 10 0,-9-1-5 0,8-8 6 0,1-2 3 15,4-3 8-15,0-4 2 0,2 1 2 0,0 1-1 16,1-2-4-16,9 0 0 0,15-6-1 0,7-7-1 16,1-9-1-16,-2 3 1 0,10-24-3 0,-4-9-1 0,4-8 1 15,0 1-5-15,-6-19 3 0,0 7-10 0,-6-3 6 16,-1 1 1-16,-9 15 1 0,-3 2 0 0,-7 12 6 15,-7 5-7-15,16 1 6 0,-8 7-1 0,-9 4 2 16,-3-1 1-16,-2 12-1 0,-5-1-7 0,3 9 10 16,-22-11-1-16,-16 4 4 0,-3 10-5 0,-9 8-1 15,0 12-5-15,4 7 2 0,-6-11-4 0,4 32 3 16,0 3 0-16,2 4 1 0,4 11-10 0,1-3 6 16,3 3-5-16,6-2 4 0,5-9-20 0,7-6-18 0,5-10-7 15,8-3-7-15,7-9-53 0,-5-3-32 0,7-8-15 16</inkml:trace>
  <inkml:trace contextRef="#ctx0" brushRef="#br0" timeOffset="-192356.52">8846 10150 94 0,'0'0'30'0,"0"0"0"0,0-2 11 0,0 0 0 16,-2 0-5-16,0 1 5 0,0-3-8 0,0 0 0 15,2 0-3-15,-3-7 6 0,-3-4-14 0,2 2 6 16,1 0-8-16,-1 2 19 0,2 6-16 0,-2-6 7 16,2 3-11-16,-1-3 8 0,-1 2-5 0,0-1 2 0,2 1-2 15,1 2 4-15,-1-3-4 0,0 3 3 0,0 0-3 16,0-1-2-16,0 1 4 0,2 3-6 0,0-2 5 15,0 1-14-15,0 1 3 0,0 0-9 0,0 3 7 16,0-3-4-16,0 0-7 0,0 0 6 0,0 3-8 16,0-1-3-16,0 0 4 0,0 0-2 0,0 0 4 0,0 0 11 15,0 0-4-15,0 1 6 0,0 1-4 0,2 0 8 16,0 0-11-16,0 1 3 0,0 1-6 0,0 2 9 16,1 7-9-16,3 10 2 0,-1 3-5 0,1 0 0 0,0 7 3 15,1 3 0-15,-3-1 1 0,-1 6-4 16,-1 0 0-16,-2-5-1 0,2 5 1 0,0-8 6 0,-2 5-3 15,0 1 3-15,0-4-4 0,0 1-2 0,0-5 0 16,-2-3 3-16,2-3-1 0,0 1 6 0,0-4-4 16,0-1-1-16,0-3 0 0,0-1-2 0,0 0 9 15,0-4-7-15,0-3 7 0,0 1 3 0,0-5-9 16,0-1 11-16,0 1-10 0,0 0 11 0,0-1 25 16,0 1-9-16,0 0 14 0,0-2-17 0,0 0-9 0,0-1-4 15,-2-1-1-15,0 0-9 0,1-1 2 0,1-1 1 16,0-2-3-16,-4-24-9 0,2 0 7 0,2-5-3 15,0-4 6-15,0-4-7 0,0-5 4 0,0-5-4 16,2-4 4-16,-2 3-7 0,0 0 2 0,0 0 6 0,4 5-3 16,-1-1 3-16,3 9-7 0,1 4 2 0,3 1-3 15,-1 5 3-15,-2 1 1 0,3 4-7 0,-3 1 5 16,0 3-1-16,1 5-3 0,-1 0 8 0,3 2-5 16,-1 0 5-16,15 4-1 0,2 0-3 0,0-1 1 15,0 1-3-15,2-2 0 0,0 0 3 0,-1 0 0 16,-2 1 0-16,-1-1 0 0,-4 4-5 0,-1 1 5 15,1 4 3-15,-5-1-5 0,0-8 4 0,-2 3-3 0,-2 3 4 16,-2 3-7-16,-1 0 3 0,-3 2-6 0,1 0 5 16,-4 0-17-16,1 0 3 0,-1 0-8 0,0 0-3 0,2 2-10 15,0 1-5-15,-1 1-3 0,3 7-24 0,-2 2-47 16,-3 0-46-16</inkml:trace>
  <inkml:trace contextRef="#ctx0" brushRef="#br0" timeOffset="-191777.28">9317 10479 386 0,'0'0'76'0,"0"0"20"0,0-2-19 0,0 0-48 16,0 0 4-16,0 0-27 0,0-1-5 0,0-1 1 15,2-7-1-15,0-4 9 0,2 0-4 0,-1 2 2 0,1 0-2 16,-2 2 6-16,0 3 6 0,0 1 0 0,0 0 3 15,-2 1 17-15,0 2-12 0,1 1-3 0,1 1-5 16,0 0-7-16,-2 0 13 0,0 2-2 0,0 0 4 16,0 2-14-16,-2 9-2 0,-3 19 0 0,-3 5-2 15,1 2-5-15,-1-9 2 0,1 0 2 0,0 0 1 16,-1-6 5-16,1 4-11 0,-1-4 3 0,3-1-5 0,-1 1 11 16,2-5-4-16,3-3 3 0,-1-1-2 0,0-1 7 15,2-5-9-15,0 0 5 0,0-3-5 0,0-2 3 0,0 0 1 16,0 2-4-16,0-1 4 0,0 1 1 0,2-2-3 15,0 0-2-15,-1 0 1 0,1-2 5 0,0-2-12 16,2 0 8-16,3-4-8 0,6-3 2 0,0-11-2 16,-2-1 0-16,1-1-1 0,1 1 4 0,0-1-3 15,0 4-2-15,-2-1-1 0,0 2 2 0,-2 2 3 16,-1 1-1-16,1 2 2 0,-4-4-9 0,-1 10 7 16,2 1-1-16,-3-1 3 0,1 1 3 0,0 1-11 0,0 0 1 15,-4 2-6-15,3-1 9 0,-1-1-3 0,0 2 5 16,0 0-4-16,0 2 0 0,0 0 3 0,-1 2 1 15,1 0 2-15,0 0-2 0,0 1 4 0,4 16-8 16,-3 5 6-16,1-2 0 0,-2-3-2 0,-2 1 3 16,0-5-3-16,0 2-1 0,0 0 1 0,0-4-1 0,2-2 0 15,0 0 1-15,-1-2 1 0,1 0 1 0,0-1-1 16,-2-4-2-16,0-3 5 0,2 3-4 0,0 0 5 16,0 0-5-16,0-1-3 0,-1 1 1 0,1-2-4 15,0 0-9-15,0 0-44 0,0-1 5 0,0-1-18 16,0 0-3-16,-1-1-31 0,1-1-29 0,-2-2-4 0,2-5-138 15</inkml:trace>
  <inkml:trace contextRef="#ctx0" brushRef="#br0" timeOffset="-191480.08">9273 10157 343 0,'0'-1'73'0,"-2"-1"132"0,0 0-162 0,0 0-35 0,0 0 3 16,0 0-11-16,1 0 8 0,-1 1-8 0,0-1 3 15,0 0-4-15,0 0 5 0,2 0 4 0,0 2 7 16,0-2-2-16,-2 0 13 0,0 1-1 0,2-1-4 16,0 0 5-16,0 0 7 0,0 0-4 0,0 0 4 0,0 0-5 15,2 1 2-15,0-1-4 0,0 0-1 0,0 2-1 16,16-4-3-16,3-7 0 0,3 2-2 0,0-2 0 15,2 1-19-15,0 3 4 0,-2-2-1 0,-1 5 4 16,-1-2-7-16,-4 1-9 0,1 1-8 0,0 0 2 16,-5 2-17-16,1-9-22 0,-11 9 1 0,3-1-13 15,-5 3-43-15</inkml:trace>
  <inkml:trace contextRef="#ctx0" brushRef="#br0" timeOffset="-191152.87">9980 9886 255 0,'0'0'45'0,"0"0"-29"0,0 0 49 0,0 0-15 16,0 0-4-16,0 0-7 0,0 0 6 0,0 0-6 16,0 0-1-16,0 0-5 0,0 0-7 0,0 0 4 15,-2-1-8-15,0 1-2 0,1 0 1 0,1 0-2 16,0 0 2-16,0 0-15 0,0 0 10 0,0 0-11 16,0 0 11-16,0 0-3 0,1-2-6 0,1 0 3 15,0 0-10-15,0 0 2 0,0 0 0 0,2 0 1 16,-1 1 3-16,1 1-12 0,3-2 5 0,-1 0-11 0,0 0-5 15,-1 2-11-15,-1 0-6 0,1 0 0 0,-3 0-23 16,0 0-15-16,2 0-22 0</inkml:trace>
  <inkml:trace contextRef="#ctx0" brushRef="#br0" timeOffset="-190905.2">9850 10079 57 0,'-2'0'32'0,"0"0"-3"0,1 0 31 15,-1 2-2-15,0 0 1 0,0 0 3 0,0 0-2 0,0 0 2 16,2 0-5-16,0-1-12 0,0 1 12 0,0 0-5 16,0 0 7-16,2 0-7 0,0 0 0 0,0-2 3 15,2 0-4-15,7 0-5 0,9 0-15 0,1-2-4 16,1-4-2-16,-4 1-9 0,1-3-2 0,-2 3-4 16,-2-3 1-16,-1 3-14 0,-1-1 9 0,0 1-4 0,-3 1 5 15,-1 0-12-15,-2 0-20 0,-1 3-1 0,0-1-10 16,-3 2-41-16,-1 0-46 0,2 0-71 0</inkml:trace>
  <inkml:trace contextRef="#ctx0" brushRef="#br0" timeOffset="-187320.94">10671 9016 92 0,'0'0'27'15,"0"0"0"-15,0 0 8 0,0 0-1 0,0 0-6 0,0-2-8 16,2 2 5-16,0 0-8 0,-1-2 7 0,1 2-10 15,0 0 6-15,0 0-1 0,0-2 2 0,0 0 2 16,0 2-13-16,-1 0 10 0,1 0-11 0,0 0 8 0,0 0-7 16,0 0 5-16,0 0-4 0,-2 0 14 0,0 2-7 15,0 0 0-15,0 0-2 0,0 1-3 0,0 5 3 16,2 12 2-16,-2 3 1 0,-2 3 5 0,-2 5-8 16,-3 6 3-16,-1 8-4 0,-1 7 4 0,-2 2-6 15,-2 3-4-15,2 6 2 0,-1-7-7 0,-2 2 7 16,1-12 2-16,0-11 2 0,-2 1 5 0,4-9-5 15,1 5-5-15,1-6 1 0,-2 2-3 0,2 0 2 0,-1-4-2 16,1 2 1-16,2-4-1 0,-1 0-9 0,1 1 9 16,1-7-8-16,1 1 9 0,-1-4-5 0,2-4-4 15,1 1 1-15,1-7 4 0,2-1-13 0,0 0 3 0,0 0-9 16,0 0-11-16,-2 1-38 0,0 1-4 0,-2-2-13 16,2 0-28-16,1-2-91 0</inkml:trace>
  <inkml:trace contextRef="#ctx0" brushRef="#br0" timeOffset="-186791.59">10597 8982 576 0,'-2'-2'28'0,"0"0"43"0,0 1-35 16,0-1-27-16,0 0 7 0,2 0-14 0,0-2 0 0,0 1-2 15,2-1-5-15,0 0 2 0,2 0 3 0,7-3 1 16,6-4 2-16,-1 0-1 0,-3 3 7 0,10-3 7 16,-7 4 0-16,3 1 0 0,1 1-14 0,-5 1 2 15,0 2 0-15,0 0 1 0,-2 2 2 0,-2 0-1 0,-2 2 5 16,-1 0-3-16,-5 0 9 0,1 0-3 0,7 14 0 16,0 7 0-16,-5-3 3 0,-4 4-1 0,-2 0-6 15,-4-1 4-15,-1 1-13 0,-3-4 14 0,1 1-3 16,-3-3 5-16,1-1-15 0,2-4 15 0,-3 0-9 0,3-4 10 15,3 0-14-15,-7-3 7 0,7 1-4 0,-7-5 2 16,8 2-12-16,3-2 7 0,-6 2 1 0,2-1 3 16,1 1-4-16,1 0-5 0,0-2 0 0,0-1-1 15,0 1 6-15,2 0-7 0,0-2 7 0,2 0-7 16,0 0 7-16,0 0-4 0,14-7-3 0,5-1 2 16,-3 1 1-16,1 1 1 0,1 3-1 0,-1 1 1 15,-2 2-9-15,1 0 6 0,-1 0-3 0,-2 2 5 0,-2 1 0 16,-2 3-2-16,-2-1 5 0,-1 1-3 0,-6-4 11 15,1 11-9-15,7 0 4 0,-5-2-3 0,1 4 9 0,-4-6-3 16,-1 10 1-16,-1-5 0 0,-1 5 1 0,-3-4 7 16,-4 0-9-16,-3 3 7 0,2-7-6 0,0 12-1 15,-12-8 8-15,1-2-7 0,-1 5-5 0,1-10-3 16,3 5-3-16,2 0 1 0,-1-6 6 0,5 8-6 16,-2-8-1-16,5 3-3 0,-3-1-8 0,0-5-12 15,-2 5-1-15,-4 2-10 0,10-5-50 0,3-5-56 16,0 3-89-16</inkml:trace>
  <inkml:trace contextRef="#ctx0" brushRef="#br0" timeOffset="-186341.36">10253 10302 77 0,'0'0'22'0,"-2"0"0"0,0 0 24 16,1 0-3-16,-3 0 3 0,0 2-2 0,0-2-12 15,1 0-3-15,-1 2-2 0,0 0-2 0,1 0 13 16,1 0-1-16,0-2 4 0,0 0 2 0,0 0-11 15,0 0 8-15,0 0-8 0,1 0 17 0,-1 0-18 16,2 0 4-16,0 0-7 0,0 0 5 0,2 0-15 16,-1 0 8-16,3 0-9 0,13-4 10 0,7-2 1 15,4-3-8-15,9-4 6 0,8 2-1 0,1-6-2 16,2 0 1-16,-1 3-3 0,3-9-3 0,5 5-3 0,-4-1-1 16,1-1-1-16,-4 1-5 0,-4-1 11 0,3-1-4 15,1-1 5-15,-1 3-5 0,1-1-9 0,-6 3 10 16,7-1-11-16,-5 3-2 0,-8 4 1 0,1 0-5 15,-15 5 3-15,-2 0 7 0,-1 1-5 0,0-1 4 0,-6 3-5 16,-8 3 2-16,-1-2 7 0,0 0-2 0,-3 0 1 16,1 0-21-16,0 2-12 0,0 0-8 0,-2 0 1 15,0 0-19-15,-2 0-31 0,0 0-14 0,-33 6-19 16,3-1-173-16</inkml:trace>
  <inkml:trace contextRef="#ctx0" brushRef="#br0" timeOffset="-185541.25">10556 10592 605 0,'0'0'27'0,"0"-2"5"0,0 0 12 15,0 0-11-15,2-1 3 0,-1-7-14 0,7-6-5 0,-1 3-8 16,6-6 3-16,-11 1-10 0,6-3 2 15,-5 3-2-15,5-1 1 0,-5 8 2 0,-1 0-3 0,2-4 10 16,0 9-7-16,3-5 15 0,-1 2 2 0,-4 3 6 16,-1 1-3-16,-1 1 12 0,0 0-20 0,0 1 0 0,0 1-6 15,-1 0-6-15,-1 0 7 0,-8 2-3 0,-10 0 3 16,-6 4-8-16,11 1 8 0,-2 5-3 0,-7 3 3 16,9-12-5-16,-9 16-7 0,2 4 1 0,3 3-1 15,3-8 8-15,-1 3-11 0,2 0 4 0,-3-3-6 16,-1 3 4-16,4-1 2 0,0-1 2 0,4 2 0 15,0-1-1-15,0-1 1 0,4 1-6 0,1-1 3 0,2 0 0 16,-7-2-3-16,4-2 6 0,1-2-4 0,2-2 6 16,3-1-4-16,-1 1 0 0,2-4-1 0,0 3-1 15,0-3 5-15,0-1-3 0,0 0 6 0,2 0 1 16,-1-3-1-16,1 1 4 0,2 0-3 0,-2-2 3 0,16 2 0 16,1-4-4-16,7-3 2 0,-2-3-9 0,6-5 9 15,-1-2-1-15,-6 2 2 0,5-3-12 0,-4-1 7 16,0 15-6-16,0-15 6 0,-4-1-5 0,5-1 5 15,-9 2 2-15,1 1-2 0,-2-1-7 0,-2-3 5 16,-2 7-3-16,-2 0 5 0,-1 0-2 0,-5 7 2 16,-1 1-1-16,4-3 1 0,-6 6-5 0,4-3 9 15,-1 1-6-15,-1 0 7 0,0 1-8 0,0-1-3 0,0 2 1 16,0 0-2-16,-1 0-1 0,1 0 9 16,0 1-8-16,-2 1 8 0,0 0-8 0,0 0-4 0,0 1 8 15,0 1-6-15,0 0 5 0,0 0-1 0,0 0-1 16,0 2 0-16,0-1-7 0,-2 8 10 0,2 2-4 0,0-2 5 15,0 2-3-15,2 0 0 0,0 0-1 0,0 0 1 16,2 2-1-16,-3 2-2 0,1 0 6 0,2 1-3 16,-2 3 6-16,0 1-5 0,0 2 0 0,-2 0-1 15,0 2-1-15,-4 4 1 0,-4 0 0 0,-3 5 0 16,0 4 2-16,0-6 6 0,-2 1-9 0,0-3 6 16,2-8-6-16,-2-1 2 0,-2 0 4 0,11-9-1 0,-12 4 5 15,-14-2-2-15,8 2 2 0,-6 1-3 0,0-5-2 16,-2-4 0-16,-1 2-2 0,3-5 2 0,-7 0 0 15,7-1 2-15,-2 14-2 0,2-8 1 0,4-7-2 16,2-4-2-16,-1-2 6 0,3-2-3 0,1 0 13 0,5 1-3 16,1-1-1-16,1-2-1 0,5 3-12 0,-2-3 2 15,1 0-1-15,1 1 3 0,1-4 0 0,3-6-7 16,1 4 1-16,-4 3-4 0,2 5 3 0,1-1 1 16,1 0-4-16,0 0 3 0,-2-3-1 0,2 3-7 15,1 1 0-15,-1-1-4 0,2 0-3 0,0 2-17 0,0 0 1 16,0 1-9-16,2-1-21 0,-1 2-4 0,1-2-3 15,2 0 1-15,-2 2-13 0,16-7-177 0</inkml:trace>
  <inkml:trace contextRef="#ctx0" brushRef="#br0" timeOffset="-184688.16">10795 10813 490 0,'0'0'79'15,"-2"-2"-88"-15,1 0 82 0,-1 0-40 0,0 0-26 16,0 1 5-16,0-1-2 0,0 0 1 0,0 0-8 0,1 0 0 16,-1 0 4-16,2 0-3 0,0 1-2 0,-2-1 10 15,2 0-6-15,0 0 8 0,0 0 2 0,0 0 4 16,0 0 3-16,0 2-1 0,0 0 4 0,0 0-1 15,0 0-3-15,0 0 1 0,0 2-2 16,0 0-5-16,0 0-3 0,0 2-2 0,0-2-9 0,-4 16 8 16,0 1 1-16,3 1 0 0,-1 4-2 0,0 2-9 15,0-5 6-15,0-1-6 0,0-3 10 0,0 1-5 0,1 3-2 16,-3 1 1-16,2-7 5 0,0-4-1 0,0 2 4 16,0-4-3-16,2-3 8 0,0 0 0 0,0-1 0 15,0-1 0-15,0-2-6 0,0 1 9 0,-1 1-4 16,-1 0 3-16,0-2-15 0,2 0 11 0,0-1-7 0,-2 1 8 15,2 0-10-15,0 0 4 0,0 0-5 0,0 0 4 16,0-2-8-16,0 0 2 0,0 0-1 0,0-2 0 16,0 0-1-16,0-4-1 0,4-8 4 0,-1-3-4 15,1 2-5-15,0-2 9 0,1-5-6 0,1 0 6 16,0 3-4-16,-1 1-1 0,1 1 3 0,1 0-2 16,2-5 2-16,1 3-2 0,-1 1 3 0,0-1-3 0,1 4-6 15,-1 0 4-15,0 2-1 0,-1 4 2 0,-5 2 0 16,12-1 1-16,-2 5-1 0,0-1 1 0,-4 2 2 15,-1-4-7-15,-3 3 4 0,1-1-5 0,-2 2 4 0,1 0 3 16,1 2-3-16,-1 0 3 0,-1 0-1 0,0 2 3 16,0 0-2-16,-1 0 4 0,-3 0-6 0,10 13-1 15,-3 1 2-15,-1 1 0 0,-3-2 4 0,-1-4-2 16,0 2 3-16,-2-7-1 0,0-1 4 0,0 4-6 16,0-3-1-16,0 3 0 0,0-5 12 0,0 0-3 15,0-1 5-15,0-1-4 0,0 0-2 0,0 0 4 16,0 0-6-16,0 0 6 0,0 0-4 0,0-2-5 0,0 0 0 15,0-2-2-15,0 0-4 0,0 0 4 0,0-2-2 16,6-12 4-16,-1-1-2 0,4-4-3 0,1 1 2 16,1-2-3-16,0 1 10 0,2 3-8 0,-2 1 1 15,-9 0-3-15,9 2 2 0,0 2-6 0,-2 4 6 0,3 5-5 16,-5 1 2-16,-1-1 3 0,1-2-3 0,-3 3 3 16,-1 1-1-16,1 0-5 0,-2 0 6 0,2 0-3 15,-1 2 4-15,-1 0-1 0,0 2-4 0,0 0 1 16,0 4 7-16,5 14-5 0,-3 0 4 0,0-1-5 15,-2-4-4-15,-1 2 4 0,-1-4-1 0,2 0 3 16,0-2 3-16,2-2-4 0,1 2-3 0,-1-5 0 0,0-1 2 16,5 3 7-16,10-6 2 0,-1 1 0 0,-1 8-7 15,2-1 5-15,5-5 0 0,0-5 3 0,2-3-7 16,2-3 7-16,0-3-4 0,1-2 5 0,1-4-9 0,-4 0-46 16,0 0-10-16,-2 13-18 0,-2-18-79 0</inkml:trace>
  <inkml:trace contextRef="#ctx0" brushRef="#br0" timeOffset="-182164.15">7565 12319 88 0,'0'-2'0'0,"0"0"44"0,-2 0 10 0,2 0 24 16,0-1 2-16,0-1-35 0,0 0-7 0,0 0-16 0,0 1-1 15,0-1 0-15,0 0-5 0,0 1 14 0,0-1-1 16,0 2 4-16,0 0 2 0,0 0-2 0,0 0-2 15,2 1-1-15,-1-1-3 0,1 2 11 0,0 0 0 16,0 0 2-16,0 2 2 0,0 1-9 0,1 12 3 0,7 20-7 16,-1 6-5-16,-2 6-2 0,-3 5-4 0,0 7 3 15,-4 4-7-15,0 8 0 0,-4-3-1 0,0-1 0 16,-1-5 2-16,-1-10-8 0,1-6 1 0,1-11-2 16,0-5 3-16,1-4-4 0,1-6 5 0,-2-3-6 15,0 0-4-15,1-2-4 0,-1-4 0 0,0-2-3 16,0-2-12-16,3-3-9 0,1-2-14 0,-2 2 2 15,0-1-59-15,0-1-69 0,-2 0-28 0</inkml:trace>
  <inkml:trace contextRef="#ctx0" brushRef="#br0" timeOffset="-181682.43">7358 12250 850 0,'-1'0'34'0,"-1"0"-1"0,0-2 11 16,0 0-3-16,0 0-8 0,0 1-31 0,0-1 4 16,2 0-6-16,0-2 7 0,2 0 1 0,4-1 4 0,25-4-2 15,8-4 0-15,0-4-5 0,2 2 2 0,-5-7 0 16,3 5-1-16,-10-3-5 0,-3 10-1 0,4 7 4 16,-8-12-3-16,2 7 2 0,-5 6-2 0,-4 2 1 0,-4 4 0 15,-2 2 3-15,-3 1 10 0,-2 19-9 0,14 2 10 16,-9 2-8-16,-5 1 1 0,-4 1 1 0,-7-2-2 15,-6 1-5-15,-4-1 2 0,13 0 0 0,-22-3 1 16,0 3 5-16,-2-8-4 0,2 2 0 0,0-1-3 16,-11-8-3-16,9-2-2 0,8 0 3 0,0-4-2 15,10 4 0-15,1 0-2 0,-8-4 2 0,15-1 0 0,1-5-3 16,-3 1-8-16,2 0-1 0,0-1 0 0,0 1 14 16,2-2-7-16,0 0 5 0,2 0-7 0,2 0 6 15,20-1 4-15,8-1-8 0,-3-1 6 0,-3-3-3 16,2 0 3-16,-7 4 1 0,1 2-1 0,-2 4-7 0,-3-1 5 15,-2 3 2-15,-6-3 2 0,0-1 4 0,-3 22-1 16,-2 0-5-16,-2-9 4 0,12 5-1 0,-6-7 4 16,-3 3 4-16,-3 1-1 0,-2-2 8 0,-2 1-10 15,-3 1 6-15,-4 1-8 0,-3-1-2 0,7-6 3 16,-19-2-2-16,0 2 4 0,-2 2-8 0,3 0 4 16,-5-1-5-16,4-4 5 0,0 1-7 0,-4-4-4 15,12 1-6-15,3-3 1 0,-2-3-9 0,7 0-21 0,-3 7-7 16,9-9-11-16,-1 4-74 0,1-2-74 0</inkml:trace>
  <inkml:trace contextRef="#ctx0" brushRef="#br0" timeOffset="-181424.89">8224 12426 1196 0,'-2'-1'14'0,"-2"1"17"0,-3-4-5 0,-3-2-17 15,9 6 4-15,-1 0-11 0,0 0-13 0,0-3 5 16,0-1-13-16,0 0 9 0,2 0-30 0,0 1-2 16,2 1 4-16,0-2-2 0,2 2 6 0,-1 0-7 15,12-7-4-15,9-2-3 0,-7 5-30 0,-4 3-100 16</inkml:trace>
  <inkml:trace contextRef="#ctx0" brushRef="#br0" timeOffset="-181253.19">8127 12668 257 0,'0'0'114'0,"0"2"12"0,-2-1-11 0,0 1-33 16,1 0-18-16,-1 0-28 0,0-2-10 0,0 2 5 0,2 0-4 15,0-2 28-15,2 0-27 0,0 0-1 0,1-2-10 16,12-4-14-16,6-1-18 0,1-4-6 0,8-6-7 15,-10 4-32-15,6 11-21 0,4-16 3 0,-12-1-9 16,10-3 9-16,-4-1-105 0</inkml:trace>
  <inkml:trace contextRef="#ctx0" brushRef="#br0" timeOffset="-180792.5">8714 12157 88 0,'0'-2'69'0,"0"0"-7"0,0 1 35 16,0-3-8-16,0 2-10 0,-2-13-26 0,0-5-6 15,0 1 5-15,-1-3-6 0,-1 3 4 0,2 6-1 16,-2-3-3-16,2 8 0 0,1 1-11 0,1 3-2 16,-2 0-1-16,0 1-3 0,0-1-24 0,0 0 5 15,0 0-8-15,-1 3 8 0,1 1-7 0,-9 0 11 16,-2 3 0-16,-4 7 4 0,2 6-3 0,2 27-6 16,-2-6 0-16,0-2-2 0,2 1-6 0,2-8 6 0,0 1-7 15,4-3 4-15,3-3-9 0,2-5 2 0,-9-3 4 16,3 0-1-16,3-4 0 0,1-2 6 0,2-1-2 15,2-5 5-15,0-1-8 0,0 2 12 0,0 0-5 16,2-2 8-16,0-1-2 0,2-1-9 0,-1 0 2 0,14-5-4 16,-2-4 3-16,0 3-1 0,-2-16-4 0,-2 1 1 15,0 3-5-15,-2 1 6 0,-1 4 0 0,-3 0 2 16,-1-2-3-16,0 2 3 0,5 2-5 0,-1 0 4 16,-8 9-3-16,1-2 2 0,1 1-4 0,0-1 1 15,0 2-16-15,0 0 14 0,0 0 0 0,0 2 2 16,-1 0-2-16,1 2 2 0,0 0 2 0,2 4-2 15,7 12-1-15,0 4 5 0,-2 3-6 0,1-1 7 0,-3 2-5 16,1 2 0-16,-1 1 0 0,-1 1-2 0,-1 0 2 0,-1 1 1 16,0-3 1-16,-3 0-1 0,-1-2 0 0,-3-4 6 15,-3 0 2-15,1-1 1 0,-3-1-2 0,-1 1 2 16,-4 5-5-16,2-6 5 0,9-5 2 0,-19-2-14 16,-1-4 9-16,2 2-10 0,-1 1 14 0,5 2-11 15,-1-1-3-15,0-11-2 0,4 11-2 0,4-5-7 16,-2-1-2-16,3-1-4 0,1-1-33 0,-1-1-37 15,5-2-6-15,1-2-22 0,0 0-130 0</inkml:trace>
  <inkml:trace contextRef="#ctx0" brushRef="#br0" timeOffset="-180320.44">8907 12484 467 0,'0'0'45'16,"0"0"8"-16,-2 0-10 0,0 0-25 0,-1 2 0 16,-10 3-12-16,0 3 0 0,3-1 6 0,1 8-4 15,0 9 6-15,5 4-7 0,-5-4 1 0,3 0-2 0,1 6 8 16,-3-15 0-16,4 3-3 0,3-5 3 0,-1-13 3 16,0 4 6-16,-2 0 4 0,0 0 0 0,1-1 5 15,1 1-6-15,0 0 6 0,0-2-4 0,0-1 19 0,0 1-27 16,1 0 4-16,-1-2-12 0,2 0-8 0,0-2-5 15,0-1-2-15,2-18 0 0,3 3 6 0,3-3-2 16,-1 3 0-16,2 3-1 0,4-8-10 0,-3 9 14 16,1-3-7-16,-4 6 8 0,-5 3-9 0,5 5-4 15,8-1 4-15,-11 0-3 0,0 0 11 0,-1 1-4 16,3 1 6-16,3-2-5 0,4 2 0 0,-3 2-1 16,-5 0 0-16,1 0 1 0,-3 2-4 0,1-2 9 0,0 2-6 15,9 5 8-15,-4-1-9 0,-1-2 13 0,3 1-1 16,-2 1 6-16,-5-4 2 0,7 1 9 0,-7-3 1 15,-3 0 3-15,11 2-11 0,-5 0-14 0,-3-2 0 0,1 0-3 16,-1 2 4-16,0 0-2 0,-1 0-1 16,1 0 1-16,0-1 1 0,0 1-7 0,-1 0-3 0,-1 0-1 15,0 0-15-15,0 0-9 0,0 0 1 0,0-1-4 16,-1 1-3-16,1 0-9 0,0 0 0 0,-2-2-6 16,0 0-14-16,0 0-12 0,0-2-12 0,0 0-5 15,2-1-112-15</inkml:trace>
  <inkml:trace contextRef="#ctx0" brushRef="#br0" timeOffset="-179944.86">9258 12103 717 0,'0'-2'36'0,"-2"1"53"0,0-3-51 0,0 0-7 15,0-1-5-15,1 1-1 0,-1 0-25 0,0 2-3 16,0 0-3-16,2 2 2 0,0 0 10 0,0 2-4 15,0 0 5-15,2 7-5 0,5 19 10 0,3 0-11 16,-3-4 5-16,0 2-5 0,1-2 13 0,-1 2-5 0,1-1 5 16,-1-3-4-16,-1-2-1 0,-1 1 3 0,1-5-7 15,-1 1 5-15,-1-6-1 0,0-1-9 0,-2-5 9 16,-2-3-8-16,0 0 13 0,2 2 27 0,-1-1-2 16,1-1 11-16,0 0-3 0,0 0-30 0,0-2 5 0,0-2-12 15,-2 0 4-15,0-7 3 0,2-13 0 0,-1-3 2 16,-1-1-1-16,0-1 3 0,0-3-5 0,0-2 4 15,2 1-3-15,0 3 1 0,0-2-3 0,2 0 2 16,1 1-4-16,1-3-9 0,-1 4 3 0,-1 12-6 16,2-1-6-16,-3 4 0 0,-3 9-6 0,2-1 3 0,0-1-26 15,0 2-18-15,-2 1-4 0,0 1-3 16,2-2-11-16,0 0 3 0,0 2-3 0,-1 1 2 0,1 1 1 16,0 0-11-16,0 0-5 0,0 1-16 0,2 1-144 15</inkml:trace>
  <inkml:trace contextRef="#ctx0" brushRef="#br0" timeOffset="-179495.12">9652 12116 96 0,'0'0'42'0,"0"2"-6"0,1 0 25 16,1 2-1-16,2 1-7 0,5 12-10 0,2 7-3 15,-3-2 4-15,-4-1-4 0,-3 1 12 0,-1 0 26 16,0-3-2-16,-1 1 9 0,-3 1-3 0,0-3-9 16,-1-1-5-16,1-2-2 0,-2-2-23 0,3-6-12 0,1-3 1 15,0 2-5-15,2-4-8 0,-2 1-18 0,0 1 8 16,0 0-9-16,0-2 10 0,1-1 1 0,1 1-4 15,0-2 2-15,1 0-10 0,1-2 2 0,4-1-3 0,3-10 4 16,21-8-4-16,-2 1 3 0,-15 1-3 0,11 3 2 16,-11 3-5-16,0 5 5 0,2 3 2 0,-4 3 2 15,-4-4-2-15,-3 4-2 0,3-1 2 0,-1 1-1 16,-1 2 13-16,3 0-4 0,-4 2-2 0,-1 1-1 16,3 7 4-16,7 17-8 0,-4-1 6 0,-3 2-7 15,-4-4 11-15,-2 1-4 0,0-7-3 0,0-3 0 16,0-4-4-16,0-5 2 0,0-1-3 0,0-3 0 15,-2 2-10-15,0-1-13 0,0-1 2 0,0 0-8 0,0 0-18 16,0-2 3-16,1 0 1 0,-16-6 3 0,2-1 8 0,-2 3-2 16,12-18 0-16,-12-4-1 0,6 2-9 0,-4-4-9 15,0 0 2-15,4 0 0 0,-7 1 35 0,6-3 1 16,-8-2 14-16,3-1-8 0,6-4 23 0,4 7 11 16,-1-5 0-16,-7 12 6 0,4-1 13 0,8 9 0 15,3 10 1-15,-2-6-1 0,2 7-6 0,0-5-14 16,0 5 2-16,2 0-5 0,-1 2 10 0,3 1 2 15,0-1 0-15,5-2-1 0,13-5-14 0,8-1-8 16,2 5 1-16,10-3-3 0,-6 3-4 0,-9 1-35 16,3 0-11-16,-8 1-12 0,3-3-79 0</inkml:trace>
  <inkml:trace contextRef="#ctx0" brushRef="#br0" timeOffset="193929.57">5602 6658 80 0,'0'0'6'15,"0"0"12"-15,0-2 10 0,0 0 0 0,0 0-3 16,0 0-15-16,0 0-5 0,0-1 3 0,0-1-2 15,0 0-3-15,0 0-3 0,0 1 0 0,0-1 0 0,0-2 9 16,-2-1 2-16,0 1 1 0,0 1-1 16,2 1-1-16,0 0 9 0,0 1-3 0,-1-3 6 0,-1 1 3 15,0-1-3-15,-2 0-4 0,2 3 1 0,-1-5-13 16,3 6 13-16,-2-1-4 0,0 1 5 0,-6-4-13 0,3 3 12 16,-3-3-3-16,1 2 5 0,-2-1-8 0,-2-1-2 15,-1 1 1-15,1 1-1 0,2 0 1 0,-2 0-6 16,2 3-3-16,-1-1 0 0,-3 0-5 0,2 0 3 15,2 0 1-15,0 0 1 0,-1 2 1 0,1 0 5 16,-6-2-2-16,4 1 4 0,-2-1 0 0,2 0-3 16,7 2 9-16,-1-2-8 0,-3 0-2 0,3 2 2 15,-7-2-5-15,1 0 5 0,0 1-13 0,0-1 5 0,0 0-1 16,0-2 3-16,5 2-4 0,-3 0 4 0,-6 1-3 16,4-1 6-16,-4 0-3 0,4 0-5 0,2 2 2 15,-8-2-3-15,-2 0 10 0,3 2-2 0,-1 0 4 16,-2 0-2-16,10 0 12 0,-4 0-9 0,0 0 2 0,2 0-5 15,-2 0 2-15,0 0-2 0,0 0-5 0,0 0 2 16,0 0-3-16,0 0-1 0,2 0 4 0,0 0-4 16,-2 2 10-16,-2 0-6 0,-2-2 4 0,2 0-5 15,0 0 1-15,2 0-2 0,0 0 0 0,0 0-1 16,2 0 10-16,-2 0-10 0,0 0 1 0,-2 0-4 16,1 2 6-16,-1-2-4 0,0 2 11 0,0 0-10 15,0-2 8-15,0 1-5 0,0-1-2 0,2 0 0 0,1 0 0 16,0 2 0-16,-1 0-2 0,-5 0 1 0,-1 0-4 0,4 0 2 15,-3 0 0-15,7-1 1 0,-4 1 5 0,-7 2-2 16,3-2-3-16,-3 0 0 0,-1 0-6 0,7-1 11 16,1 1-5-16,-7 2 6 0,9-2-7 0,-10 3-2 15,5-1 8-15,1 2-6 0,-3-1 5 0,3 1 7 16,-2 1-8-16,-1 3 5 0,1-1-11 0,3 0 7 16,-3 2 3-16,4-1 0 0,-2 1-2 0,6-8 3 15,-2 12-5-15,2 0 5 0,-2 0-3 0,4 4-4 16,-4-5 3-16,4 5-3 0,-1 0-1 0,1-3-3 0,2 1 2 15,-1-2-3-15,1 5 3 0,-1-1 1 0,3 1 2 16,-3 2 1-16,3-3 4 0,-1 5-7 0,3 0 1 16,-1 6-1-16,2-2 3 0,0-8 0 0,0 8 0 15,0-9 0-15,-1 5 1 0,-16 6-6 0,10-10 3 16,1 6-3-16,5-7 1 0,1-3 11 0,2-1-6 0,0-4 9 16,0 2-2-16,0 0-4 0,2 2 6 0,1 0-6 15,1-4-3-15,2 2 4 0,-1 0-5 0,3 0 6 16,1 2 0-16,0 0-9 0,2 2 3 0,1-1-3 15,0 3 3-15,0-1-3 0,-1 1 1 0,0-2-2 16,0-1-1-16,0 1 2 0,2 2-2 0,-2-3 2 0,-5 5 2 16,7-3 4-16,2 3 2 0,1-1-2 0,-4 1-5 15,2-1 3-15,5-1-1 0,0-1 0 0,-1 3-3 16,6-3 5-16,0 1-1 0,-5-3 3 0,9-3-5 16,-6-3 12-16,4 3-6 0,0-4 7 0,-5 0-8 0,1-3-4 15,-2-4 4-15,4 5-3 0,1 1 7 0,-5-3-10 16,0 6 2-16,-3-9-3 0,-2 4 0 0,2 5 4 15,1-2-4-15,-1 4 3 0,0-9-9 0,-3 1 8 16,3 1-3-16,-4 1 5 0,2 8-4 0,-2-4 3 16,2-1 1-16,2-1-1 0,-1 0-11 0,1 1 10 15,0-5-2-15,1-1 5 0,1 0-9 0,3-3 2 16,2 3-4-16,0 0 5 0,2 0 4 0,6 3-3 0,-2-2 3 16,3-3-3-16,1 2-5 0,-5 15 9 0,1-8-8 15,2-2 8-15,-1-3-14 0,1-5 10 0,-1 1-2 16,-3-2 3-16,-2 0 4 0,-4 0-4 0,2 0 3 15,-1-3-4-15,3-1-2 0,2-2 4 0,-1 1-2 0,5-1 4 16,-2 1 2-16,1 1-6 0,1 0 1 0,3 2-3 16,0 0 5-16,1 1-3 0,1-3-1 0,-6-2-1 15,5 1-1-15,-1-3 5 0,4 1 1 0,0-4 1 16,-6 2-2-16,1-3-6 0,-6 3 7 0,-4-2-6 16,4-4 8-16,-8 4-3 0,4-4-3 0,0 0 1 15,-1 0 2-15,-1 1-2 0,2 10 2 0,2-15-2 0,-4-1-6 16,2 1 2-16,-3 3 0 0,-1 1 2 0,-1-2 2 15,-4-5-3-15,3 5 5 0,-5 0-2 0,2 2 2 16,0 1 3-16,-6-1-4 0,1-2 4 0,-5-2-5 0,4 1 0 16,1-3-1-16,-3 1 1 0,2 0 2 0,6-3-2 15,-5 5 1-15,-1-6-3 0,-4 1 2 0,-1-1 1 16,-2 2-2-16,-2 0 2 0,0-1 0 0,-4 3 3 16,-1-8-3-16,-5-5 2 0,-1 1-5 0,-2-3 4 15,0 3 2-15,0 4 0 0,-2-3 2 0,-3-8 1 16,-3-6-1-16,5 8 0 0,-5-9 0 0,3 7 8 15,-1 3 2-15,15-4 0 0,-20 4-4 0,-4 5 13 0,2-3-7 16,0 5 8-16,-7-1-5 0,0 0 0 0,-10 2 1 16,-5 2-2-16,5 2-5 0,-7 0 0 0,3 0-4 15,5 0 2-15,-5-2-15 0,6 7 9 0,2-1-9 0,6 9 6 16,-4 1-19-16,-4 5-18 0,-2-17 0 0,-7 12-12 16,-4 12-56-16</inkml:trace>
  <inkml:trace contextRef="#ctx0" brushRef="#br0" timeOffset="195299.86">4585 7254 83 0,'0'0'30'0,"0"0"-5"0,0 0 36 0,0 0-4 0,0-2 2 16,-2 0-15-16,0 0-11 0,0 0 1 0,0 0-7 16,0 0-3-16,0 1 3 0,1-1 0 0,-1 0 2 15,0 0 6-15,0 0 9 0,-2-2-5 0,1 1 5 16,1-1-10-16,0 0-8 0,0 1 2 0,0-1-5 15,0 0-5-15,0 0-2 0,1 1-3 0,-1-1 2 0,0 0 4 16,0 1-4-16,0-1 1 0,0 0-5 0,0 0-6 16,1 1 5-16,-1-1-1 0,0 0 0 0,0 2-8 15,0 1 1-15,0-1-3 0,0 0 1 0,2 0-5 0,0 0 8 16,0 0-2-16,0 2 6 0,0 0-7 0,2 0 0 16,0 0-2-16,0 0 1 0,0 0 1 0,0 2 0 15,1 0 0-15,1 0-2 0,2 2 1 0,5 3-4 16,2 0 11-16,0 3-7 0,0-1 9 0,-2-2-7 15,4 5 0-15,-2-5 0 0,2 0 13 0,3 3-7 16,3-1-1-16,-1-2-2 0,2 1 5 0,2 1-11 16,1 0 6-16,4 1-7 0,1-1 10 0,-4 0-9 15,4 1 2-15,-2-1-3 0,1 0 10 0,5 2-10 0,-5 0 4 16,5 2-7-16,-10-3 6 0,8 3 9 0,-3 0-9 16,3 0 8-16,3 0-18 0,-5-4 11 0,1 2-1 15,-3-2 5-15,0 1 6 0,-2-3-11 0,-4 0 0 0,1 1-3 16,-1-1 3-16,-2 1 2 0,3-1-1 0,-3 1-1 15,0-1-3-15,-1-1 5 0,1 1-1 0,-3-1 2 16,2 1-6-16,1 2 4 0,1 1 1 0,-3 1 2 16,3 0-5-16,-3 0 1 0,1 0 0 0,-3 0 3 15,5 2 2-15,-6-3-8 0,1 1 0 0,-3-4-4 16,-1 1 7-16,-3-3 7 0,-2-1-3 0,6 3 4 0,-7-3-11 16,3 3-1-16,0-5 4 0,1 2-2 0,-5-2 7 15,5 5-6-15,-7-3-2 0,-1 0 1 0,0 1 9 16,2-1-7-16,-1 0 5 0,1-1-6 0,0-1 5 0,0 0-1 15,-1 0 2-15,1 0-1 0,0 2 4 0,-1-3-11 16,-1 1-2-16,0 0-5 0,0 0-15 0,0 0-10 16,0 0-3-16,-2-2-2 0,0 0-21 0,0 0-1 15,0 0 0-15,0 0 1 0,0 0-1 0,0-2-3 16,0 0-6-16,0-2 1 0,0-3-38 0,2-12-11 16</inkml:trace>
  <inkml:trace contextRef="#ctx0" brushRef="#br0" timeOffset="195586.33">5933 7530 86 0,'0'0'34'0,"0"0"11"0,0 0 31 16,0-2 3-16,0 0-12 0,0 1-14 0,0-1-1 16,-2 0-6-16,0 0-7 0,0 0-13 0,0 0 6 0,0 0-9 15,0 1 1-15,1-3 2 0,-1 0 1 0,0 2 0 16,0 0-6-16,0 1 0 0,0-1-10 0,0 0 7 16,1 0-20-16,-1 0 2 0,0 0 0 0,0 0 3 15,0 2 11-15,2 0-5 0,0 0-6 0,0 2 2 16,2 0-3-16,0 0 0 0,0 2 4 0,1-1-4 15,18 7 2-15,-1 3 10 0,1-4-6 0,3 2 6 16,-4 0-5-16,4-3-1 0,0 1-1 0,2-3-2 0,-7 1-6 16,-2 4 1-16,-2 0 0 0,-2-1 2 0,1 6 4 15,-2-1-5-15,-3-2 0 0,0 8-1 0,-3-10 9 16,-1 2-8-16,-3 2 7 0,0-2-7 0,7-2 15 0,-1 2-1 16,-5 0 3-16,-1 2-2 0,-2 3 6 0,-3-7-8 15,-7 4 3-15,8-4-6 0,-25-1-7 0,-3 3 1 16,0 0-5-16,-9-10 4 0,-5-1-10 0,1 0-35 15,0 2 1-15,1 20-17 0,8-15-55 0,-1-5-186 16</inkml:trace>
  <inkml:trace contextRef="#ctx0" brushRef="#br0" timeOffset="196065.99">4902 7268 110 0,'0'0'36'0,"0"0"40"0,0-1-2 0,0-1-20 15,0 0 3-15,0 0-8 0,0-2 0 0,0 1-2 16,0-3-3-16,0-1-1 0,0-3-8 0,0 7 8 16,0-1-7-16,0 0 4 0,0 2-17 0,-2-3-1 15,2 3 1-15,-2-2-2 0,-9 2-2 0,-2 0-2 16,0-7 1-16,-2 2-1 0,-1 1 4 0,-3 2-5 16,-3 1 0-16,-1 3-1 0,-3 2-5 0,2 3-1 15,-2 3 0-15,-1 1-1 0,-5 0 6 0,4 0-12 0,-7 3 5 16,3-3-5-16,-3 2 15 0,2 0-8 0,5 0-2 15,-9 4-4-15,1 0-10 0,5-2 14 0,-1-2-7 16,6 0 10-16,4-1-8 0,0-1-1 0,1 0 2 16,6-2-3-16,0 1 5 0,4-3-3 0,2-1 4 0,5-2-4 15,2-2 0-15,-1 2 0 0,-1 0-5 0,2 0 3 16,0 1-3-16,2 1 11 0,2 0-2 0,4-1 3 16,42 18-15-16,8-6-63 0,5-4-20 0,2-2-39 15,2 0-316-15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3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1891 264 0 0,'0'0'340'0'0,"-19"-13"811"0"0,17 9-618 0 0,-1 1 0 0 0,1 0 0 0 0,0-1-1 0 0,1 0 1 0 0,-1 1 0 0 0,-1-7 0 0 0,-4-5-18 0 0,7 15-483 0 0,0 0 0 0 0,0-1 1 0 0,0 1-1 0 0,0 0 0 0 0,0 0 0 0 0,0 0 0 0 0,0-1 1 0 0,0 1-1 0 0,0 0 0 0 0,-1 0 0 0 0,1-1 1 0 0,0 1-1 0 0,0 0 0 0 0,0 0 0 0 0,0-1 0 0 0,1 1 1 0 0,-1 0-1 0 0,0 0 0 0 0,0-1 0 0 0,0 1 1 0 0,0 0-1 0 0,0 0 0 0 0,0 0 0 0 0,0-1 0 0 0,0 1 1 0 0,0 0-1 0 0,0 0 0 0 0,1 0 0 0 0,-1-1 0 0 0,0 1 1 0 0,0 0-1 0 0,0 0 0 0 0,0 0 0 0 0,1 0 1 0 0,-1-1-1 0 0,0 1 0 0 0,0 0 0 0 0,0 0 0 0 0,1 0 1 0 0,-1 0-1 0 0,0 0 0 0 0,0 0 0 0 0,1 0 1 0 0,-1 0-1 0 0,17-2 531 0 0,18 7-454 0 0,-31-3-104 0 0,0 0-1 0 0,0-1 1 0 0,0 2 0 0 0,0-1 0 0 0,0 0 0 0 0,-1 1 0 0 0,1-1 0 0 0,-1 1 0 0 0,0 0-1 0 0,0 0 1 0 0,0 1 0 0 0,3 4 0 0 0,3 5 4 0 0,-1 1 1 0 0,7 16-1 0 0,15 23 54 0 0,51 56-4 0 0,-23-38-18 0 0,-58-70-40 0 0,5 7 7 0 0,1 0 0 0 0,-1 0 0 0 0,1-1 0 0 0,0 0 0 0 0,1 0 0 0 0,12 10-1 0 0,12 13 979 0 0,-31-29-797 0 0,-13-179 675 0 0,1 18-666 0 0,13-414 218 0 0,-5 506-358 0 0,-24-116 1 0 0,14 109-20 0 0,-4-78 0 0 0,25-236-13 0 0,1 315 28 0 0,1-42-82 0 0,-9 85 52 0 0,2-1 1 0 0,11-59-1 0 0,-10 82-26 0 0,0 0 1 0 0,0 1-1 0 0,1-1 1 0 0,0 1-1 0 0,1 0 0 0 0,5-8 1 0 0,0 0 103 0 0,-6 12-104 0 0,0 1 1 0 0,0-1 0 0 0,0 1-1 0 0,0 0 1 0 0,0 0-1 0 0,1 0 1 0 0,-1 1-1 0 0,1 0 1 0 0,0 0 0 0 0,0 0-1 0 0,0 0 1 0 0,0 1-1 0 0,0-1 1 0 0,6 1-1 0 0,13-2-11 0 0,1 2 0 0 0,32 3 0 0 0,-6-1-22 0 0,363 15 76 0 0,-201-11-58 0 0,-180-5-135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46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16 136 0 0,'-24'-5'3625'0'0,"-27"-2"-494"0"0,42 6-2795 0 0,-7-2-241 0 0,12 4 55 0 0,8 2 223 0 0,2-1-322 0 0,0-1 1 0 0,0 1-1 0 0,0-1 1 0 0,0 0-1 0 0,0 0 1 0 0,9 0-1 0 0,0 0 23 0 0,395 1 485 0 0,-189-7 701 0 0,-216 6-1045 0 0,-2 1-1316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47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1488 0 0,'-29'1'4267'0'0,"9"-2"-2017"0"0,13 1-1638 0 0,13 0 6 0 0,383 1 173 0 0,9 1-3579 0 0,-389-2 279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48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2105 3153 0 0,'-19'-7'3390'0'0,"17"9"-3170"0"0,1 0 0 0 0,-1 0 1 0 0,0 0-1 0 0,1 1 0 0 0,-1-1 1 0 0,1 0-1 0 0,0 1 1 0 0,-1-1-1 0 0,1 0 0 0 0,0 1 1 0 0,1 0-1 0 0,-2 4 0 0 0,2 33 208 0 0,0-34-346 0 0,3 21-34 0 0,0-1 0 0 0,2 0 1 0 0,9 27-1 0 0,30 77 185 0 0,-17-53-176 0 0,80 332-71 0 0,-20-75-10 0 0,-64-279 896 0 0,-64-112-426 0 0,31 35-383 0 0,0 0 0 0 0,1-1-1 0 0,1 0 1 0 0,2-1 0 0 0,0 1 0 0 0,1-1 0 0 0,-1-28 0 0 0,0-173 138 0 0,7 217-206 0 0,14-274-117 0 0,0 24 13 0 0,-17-414 221 0 0,2 670-112 0 0,3-389-119 0 0,21 148-29 0 0,-2 12 74 0 0,-18 0 92 0 0,-4 184-36 0 0,0 39 16 0 0,1 1 1 0 0,1-1 0 0 0,0 1-1 0 0,0 0 1 0 0,0-1 0 0 0,1 1-1 0 0,0 1 1 0 0,0-1 0 0 0,1 0-1 0 0,5-7 1 0 0,13-30-7 0 0,-17 32 9 0 0,-3 4 2 0 0,1 0 0 0 0,0 1 0 0 0,0-1 0 0 0,1 1 1 0 0,0 0-1 0 0,0 0 0 0 0,1 0 0 0 0,0 0 0 0 0,6-6 0 0 0,6-4-78 0 0,-15 14 65 0 0,0 0 1 0 0,1 1 0 0 0,-1 0 0 0 0,1-1-1 0 0,-1 1 1 0 0,1 0 0 0 0,0 0-1 0 0,3-2 1 0 0,8-2 15 0 0,1 0 0 0 0,0 1 0 0 0,-1 1-1 0 0,2 0 1 0 0,-1 1 0 0 0,27-2 0 0 0,99 5-55 0 0,-72 1 65 0 0,457-22-2 0 0,-367 5-21 0 0,324-25-40 0 0,102 4 41 0 0,-160 1 78 0 0,-166 25 234 0 0,-147 10-2985 0 0,-78 1 812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4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152 123 3169 0 0,'0'-2'231'0'0,"-1"0"1"0"0,0 0-1 0 0,0 0 0 0 0,0 1 1 0 0,0-1-1 0 0,0 0 1 0 0,0 1-1 0 0,0-1 1 0 0,0 1-1 0 0,-1-1 0 0 0,1 1 1 0 0,-3-2-1 0 0,-12-17 2154 0 0,9 7-1294 0 0,5 9-965 0 0,0 1 1 0 0,0-1-1 0 0,0 0 1 0 0,1 0-1 0 0,-2-6 0 0 0,3 9-128 0 0,0 0-1 0 0,-1 0 0 0 0,1 0 0 0 0,0 0 0 0 0,0 0 1 0 0,0 0-1 0 0,0 0 0 0 0,1 0 0 0 0,-1 0 0 0 0,0 0 1 0 0,0 0-1 0 0,1 0 0 0 0,-1 0 0 0 0,0 0 0 0 0,1 0 1 0 0,-1 0-1 0 0,1 0 0 0 0,-1 1 0 0 0,1-1 1 0 0,0 0-1 0 0,-1 0 0 0 0,1 1 0 0 0,0-1 0 0 0,-1 0 1 0 0,1 1-1 0 0,0-1 0 0 0,0 1 0 0 0,-1-1 0 0 0,3 0 1 0 0,1-1-6 0 0,0 0 0 0 0,1 1 0 0 0,-1-1 0 0 0,1 1 0 0 0,-1 0 0 0 0,1 0 0 0 0,-1 1-1 0 0,1-1 1 0 0,0 1 0 0 0,-1 0 0 0 0,1 0 0 0 0,0 1 0 0 0,-1-1 0 0 0,1 1 0 0 0,5 2 0 0 0,8 2-5 0 0,-1 1-1 0 0,27 14 1 0 0,-34-15 43 0 0,-3 0-20 0 0,0 0-1 0 0,0 1 1 0 0,-1-1 0 0 0,0 1-1 0 0,0 1 1 0 0,8 10 0 0 0,0-1-7 0 0,-6-8 17 0 0,-1 0 0 0 0,-1 0 1 0 0,1 1-1 0 0,-1-1 0 0 0,-1 1 1 0 0,0 1-1 0 0,0-1 0 0 0,-1 1 1 0 0,0 0-1 0 0,0 0 0 0 0,3 20 1 0 0,-5-22 3 0 0,0 0 1 0 0,0 0 0 0 0,1 0 0 0 0,5 12 0 0 0,-4-12 13 0 0,-1-1-1 0 0,0 1 1 0 0,0-1 0 0 0,-1 1 0 0 0,2 10-1 0 0,-4-5-5 0 0,1 1-1 0 0,-2-1 0 0 0,0 0 0 0 0,0 0 1 0 0,-1 0-1 0 0,-1 0 0 0 0,0 0 0 0 0,-1-1 1 0 0,-5 13-1 0 0,-7 11 117 0 0,-34 59 1 0 0,40-76-94 0 0,9-16-45 0 0,-1 1 1 0 0,1-1-1 0 0,-1 1 1 0 0,0-1 0 0 0,0 0-1 0 0,-1 0 1 0 0,1 0 0 0 0,-6 5-1 0 0,-3 2 26 0 0,-1-1-1 0 0,-1 0 1 0 0,0-1-1 0 0,0 0 0 0 0,0-1 1 0 0,-1-1-1 0 0,0 0 0 0 0,0-1 1 0 0,-22 6-1 0 0,31-10-17 0 0,0 0 1 0 0,0 1 0 0 0,1-1-1 0 0,-10 6 1 0 0,11-5 3 0 0,-2 0 1 0 0,1-1-1 0 0,0 1 0 0 0,0-1 1 0 0,0 1-1 0 0,-6 0 0 0 0,6-2 36 0 0,0 1 0 0 0,-1-1-1 0 0,1 0 1 0 0,-1 0-1 0 0,1 0 1 0 0,-1-1 0 0 0,-6-1-1 0 0,9 1-49 0 0,1 1 0 0 0,0-1-1 0 0,-1 1 1 0 0,1-1 0 0 0,-1 0 0 0 0,1 0-1 0 0,0 0 1 0 0,0 0 0 0 0,-1 0-1 0 0,1 0 1 0 0,0 0 0 0 0,0 0-1 0 0,0 0 1 0 0,0-1 0 0 0,0 1-1 0 0,0 0 1 0 0,1-1 0 0 0,-1 1 0 0 0,0-1-1 0 0,1 1 1 0 0,-1-1 0 0 0,1 1-1 0 0,-1-1 1 0 0,1-2 0 0 0,-2-2-27 0 0,0 0 1 0 0,0 0-1 0 0,-1 0 1 0 0,0 0-1 0 0,-5-8 0 0 0,-9-21-108 0 0,15 29 118 0 0,1 0 0 0 0,0-1 0 0 0,0 1 1 0 0,1 0-1 0 0,-1 0 0 0 0,2-1 0 0 0,-1 1 0 0 0,1 0 0 0 0,-1-1 0 0 0,2 1 1 0 0,-1 0-1 0 0,1 0 0 0 0,0 0 0 0 0,0 0 0 0 0,0 0 0 0 0,5-7 0 0 0,-5 12 0 0 0,-1 0 0 0 0,1-1 0 0 0,-1 1 0 0 0,1 0 0 0 0,-1 0 0 0 0,1 0 0 0 0,0 0 0 0 0,0 0 0 0 0,0 0 0 0 0,2 0 0 0 0,9-5 6 0 0,-9 3-3 0 0,1 0 0 0 0,0 1-1 0 0,-1-1 1 0 0,1 1 0 0 0,0 0 0 0 0,0 0 0 0 0,0 1 0 0 0,0 0 0 0 0,1 0 0 0 0,-1 0 0 0 0,0 0 0 0 0,0 1 0 0 0,1 0 0 0 0,-1 0 0 0 0,0 0 0 0 0,1 1 0 0 0,-1 0 0 0 0,0 0-1 0 0,0 0 1 0 0,10 4 0 0 0,3 3 6 0 0,0 1 0 0 0,-1 0 0 0 0,1 2 0 0 0,17 14 0 0 0,-28-20 8 0 0,14 8-43 0 0,14 12 8 0 0,-20-14 43 0 0,0 0 1 0 0,20 11-1 0 0,-24-16-31 0 0,-7-4-52 0 0,-2 1 0 0 0,1-1 0 0 0,0 1 1 0 0,0-1-1 0 0,-1 1 0 0 0,3 4 0 0 0,5 5-4464 0 0,-7-9 2604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 4017 0 0,'-3'-5'4117'0'0,"-9"-17"-4239"0"0,12 22 126 0 0,0 0 0 0 0,0 0 0 0 0,0 0-1 0 0,0 0 1 0 0,0 0 0 0 0,0 0 0 0 0,0 0 0 0 0,0 0-1 0 0,1 1 1 0 0,-1-1 0 0 0,0 0 0 0 0,0 0-1 0 0,0 0 1 0 0,0 0 0 0 0,0 0 0 0 0,0 0 0 0 0,0 0-1 0 0,0 0 1 0 0,0 0 0 0 0,0 0 0 0 0,0 0-1 0 0,0 0 1 0 0,0 0 0 0 0,0 0 0 0 0,0 0 0 0 0,0 0-1 0 0,1 0 1 0 0,-1 0 0 0 0,0 0 0 0 0,0 0 0 0 0,0 0-1 0 0,0 0 1 0 0,0 0 0 0 0,0 0 0 0 0,0 0-1 0 0,0 0 1 0 0,0-1 0 0 0,0 1 0 0 0,0 0 0 0 0,0 0-1 0 0,0 0 1 0 0,0 0 0 0 0,0 0 0 0 0,0 0-1 0 0,0 0 1 0 0,0 0 0 0 0,0 0 0 0 0,0 0 0 0 0,0 0-1 0 0,0 0 1 0 0,1 0 0 0 0,-1 0 0 0 0,0 0-1 0 0,0 0 1 0 0,0 0 0 0 0,0 0 0 0 0,0 0 0 0 0,0-1-1 0 0,0 1 1 0 0,0 0 0 0 0,5 8 470 0 0,4 11-36 0 0,3 23-324 0 0,-2 0 0 0 0,-3 1 0 0 0,5 67-1 0 0,-1-4-104 0 0,1-24 15 0 0,11 91 101 0 0,-20-134-97 0 0,-1 0-1 0 0,-6 56 0 0 0,3-81-372 0 0,-2 19-1543 0 0,3-31 1788 0 0,0-1 0 0 0,0 1-1 0 0,-1-1 1 0 0,1 0 0 0 0,-1 1-1 0 0,1-1 1 0 0,-1 0 0 0 0,1 1 0 0 0,-1-1-1 0 0,0 0 1 0 0,0 0 0 0 0,0 0 0 0 0,0 1-1 0 0,0-1 1 0 0,0 0 0 0 0,0 0-1 0 0,0-1 1 0 0,-1 2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0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5 9818 0 0,'0'0'127'0'0,"-1"-5"-63"0"0,0 6-95 0 0,0 1 1 0 0,1-1-1 0 0,-1 0 0 0 0,-1 0 1 0 0,1 0-1 0 0,0-1 0 0 0,0 1 1 0 0,0 0-1 0 0,0 0 0 0 0,-1-1 1 0 0,1 1-1 0 0,0 0 1 0 0,-3 0-1 0 0,-4 2 28 0 0,-9 8 92 0 0,-1-2 0 0 0,0 0 1 0 0,-1-1-1 0 0,-32 9 0 0 0,-162 35 965 0 0,204-49-1028 0 0,0 1-1 0 0,0 0 1 0 0,0 0 0 0 0,-9 6-1 0 0,-12 6 28 0 0,28-14-44 0 0,0-1-1 0 0,-1 1 0 0 0,1 0 0 0 0,0 0 1 0 0,0 0-1 0 0,0 0 0 0 0,0 0 1 0 0,0 0-1 0 0,1 0 0 0 0,-1 1 0 0 0,-1 3 1 0 0,-15 32 62 0 0,11-24-80 0 0,4-6 12 0 0,1 0 1 0 0,-1 0-1 0 0,1 0 1 0 0,1 0-1 0 0,-1 1 1 0 0,1-1-1 0 0,1 1 1 0 0,0-1-1 0 0,0 12 1 0 0,1-14 16 0 0,-1 0-1 0 0,1 0 1 0 0,1 0-1 0 0,-1 0 1 0 0,1 0-1 0 0,0 0 1 0 0,0 0 0 0 0,1 0-1 0 0,-1-1 1 0 0,1 1-1 0 0,0-1 1 0 0,1 0 0 0 0,6 9-1 0 0,-6-11 0 0 0,0 0-1 0 0,0 0 1 0 0,0 0 0 0 0,0-1-1 0 0,1 1 1 0 0,-1-1 0 0 0,1 0-1 0 0,0 0 1 0 0,7 1-1 0 0,51 9 233 0 0,-21-5-136 0 0,-17-2-83 0 0,-18-4-57 0 0,0 1 0 0 0,0-1 0 0 0,1 1-1 0 0,-1 1 1 0 0,0-1 0 0 0,11 7 0 0 0,-14-7-70 0 0,1 1 0 0 0,-1-1-1 0 0,0 0 1 0 0,1 0 0 0 0,0-1 0 0 0,-1 1-1 0 0,6 0 1 0 0,20-3-4744 0 0,-17-2 3016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10 11274 0 0,'1'0'0'0'0,"-1"0"0"0"0,0 0 0 0 0,0-1 0 0 0,0 1 1 0 0,0 0-1 0 0,0-1 0 0 0,0 1 0 0 0,0 0 0 0 0,0-1 0 0 0,0 1 0 0 0,0 0 0 0 0,0 0 0 0 0,0-1 0 0 0,0 1 0 0 0,0 0 0 0 0,0-1 0 0 0,0 1 0 0 0,0 0 0 0 0,0 0 0 0 0,0-1 0 0 0,-1 1 0 0 0,1 0 0 0 0,0-1 0 0 0,0 1 0 0 0,0 0 0 0 0,0 0 0 0 0,-1 0 0 0 0,1-1 0 0 0,0 1 0 0 0,0 0 0 0 0,0 0 0 0 0,-1 0 0 0 0,1-1 0 0 0,0 1 0 0 0,0 0 0 0 0,-1 0 0 0 0,-7 8-1066 0 0,-4 16 88 0 0,-29 64 2045 0 0,29-66-909 0 0,1 0-1 0 0,1 1 0 0 0,2 0 1 0 0,0 0-1 0 0,-7 36 0 0 0,12-34 29 0 0,1 38 0 0 0,2-63-175 0 0,0 0 0 0 0,0 0 0 0 0,0 0-1 0 0,0 0 1 0 0,0 0 0 0 0,0-1-1 0 0,0 1 1 0 0,0 0 0 0 0,0 0-1 0 0,1 0 1 0 0,-1 0 0 0 0,0 0-1 0 0,0 0 1 0 0,0 0 0 0 0,0 0-1 0 0,0 0 1 0 0,0 0 0 0 0,1 0-1 0 0,-1 0 1 0 0,0 0 0 0 0,0 0-1 0 0,0 0 1 0 0,0 0 0 0 0,0 0-1 0 0,0 0 1 0 0,1 0 0 0 0,-1 0-1 0 0,0 0 1 0 0,0 0 0 0 0,0 0-1 0 0,0 0 1 0 0,0 0 0 0 0,0 0 0 0 0,0 0-1 0 0,1 0 1 0 0,-1 0 0 0 0,0 0-1 0 0,0 0 1 0 0,0 0 0 0 0,0 0-1 0 0,0 0 1 0 0,0 0 0 0 0,0 1-1 0 0,0-1 1 0 0,1 0 0 0 0,-1 0-1 0 0,0 0 1 0 0,0 0 0 0 0,0 0-1 0 0,0 0 1 0 0,0 0 0 0 0,0 1-1 0 0,0-1 1 0 0,0 0 0 0 0,0 0-1 0 0,0 0 1 0 0,0 0 0 0 0,0 0-1 0 0,0 0 1 0 0,0 1 0 0 0,0-1-1 0 0,0 0 1 0 0,0 0 0 0 0,0 0 0 0 0,8-11 201 0 0,43-121-233 0 0,-37 90-34 0 0,2 1-1 0 0,39-73 0 0 0,-54 112 61 0 0,19-26-79 0 0,-19 27 68 0 0,0 0 0 0 0,0 0 0 0 0,0 1 0 0 0,0-1 1 0 0,0 0-1 0 0,0 0 0 0 0,0 0 0 0 0,0 1 0 0 0,0-1 0 0 0,1 0 0 0 0,-1 1 1 0 0,0-1-1 0 0,0 1 0 0 0,1 0 0 0 0,-1-1 0 0 0,0 1 0 0 0,1 0 1 0 0,-1 0-1 0 0,1 0 0 0 0,-1 0 0 0 0,0 0 0 0 0,2 0 0 0 0,-1 0 5 0 0,1 6 8 0 0,-2-5-3 0 0,8 22 0 0 0,-1 0 0 0 0,9 47 0 0 0,-13-49 77 0 0,1 1 0 0 0,1-1 0 0 0,1-1 0 0 0,0 1 0 0 0,14 25 0 0 0,-20-44-100 0 0,1 1 0 0 0,-1 0 0 0 0,1-1 0 0 0,0 1 0 0 0,0-1 0 0 0,-1 0 0 0 0,1 1 0 0 0,1-1 0 0 0,-1 0 0 0 0,0 0 0 0 0,1 0 0 0 0,-1-1 0 0 0,1 1 0 0 0,-1 0 0 0 0,1-1 0 0 0,0 0 0 0 0,-1 0 0 0 0,6 2 0 0 0,1 1-243 0 0,-8-3 87 0 0,0-1 0 0 0,1 1-1 0 0,-1-1 1 0 0,0 1 0 0 0,0-1 0 0 0,1 1-1 0 0,-1-1 1 0 0,0 0 0 0 0,1 0 0 0 0,-1 0-1 0 0,0 1 1 0 0,1-1 0 0 0,1-1 0 0 0,5 0-1304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50 167 1648 0 0,'2'-72'2312'0'0,"-1"0"2958"0"0,2 56-3791 0 0,-1 10-949 0 0,-1 10-240 0 0,-6 86-200 0 0,-19 112 1 0 0,0-14 150 0 0,19-76 104 0 0,5-112-336 0 0,0 1-1 0 0,0-1 1 0 0,0 1-1 0 0,0-1 1 0 0,0 0-1 0 0,0 1 1 0 0,0-1-1 0 0,0 1 1 0 0,0-1 0 0 0,0 1-1 0 0,0-1 1 0 0,0 0-1 0 0,1 1 1 0 0,-1-1-1 0 0,0 0 1 0 0,0 1-1 0 0,0-1 1 0 0,1 0 0 0 0,-1 1-1 0 0,0-1 1 0 0,0 0-1 0 0,1 1 1 0 0,-1-1-1 0 0,0 0 1 0 0,1 1 0 0 0,-1-1-1 0 0,0 0 1 0 0,1 0-1 0 0,-1 0 1 0 0,1 1-1 0 0,-1-1 1 0 0,1 0-1 0 0,15-3 45 0 0,13-14-44 0 0,-23 11-11 0 0,0 0 0 0 0,0 0 1 0 0,-1-1-1 0 0,0 1 0 0 0,0-1 0 0 0,-1-1 1 0 0,0 1-1 0 0,5-14 0 0 0,7-9-27 0 0,5-10 54 0 0,-2 0-1 0 0,21-66 1 0 0,-39 103-25 0 0,1-1 0 0 0,0 1-1 0 0,0 0 1 0 0,0-1 0 0 0,0 1 0 0 0,0 0-1 0 0,1 0 1 0 0,-1 0 0 0 0,1 0-1 0 0,0 1 1 0 0,-1-1 0 0 0,2 1 0 0 0,-1-1-1 0 0,0 1 1 0 0,0 0 0 0 0,1 1-1 0 0,4-3 1 0 0,-8 4 1 0 0,1 0 0 0 0,-1 0-1 0 0,1 1 1 0 0,-1-1 0 0 0,1 0-1 0 0,-1 1 1 0 0,1-1 0 0 0,-1 0 0 0 0,1 1-1 0 0,-1-1 1 0 0,0 0 0 0 0,1 1 0 0 0,-1-1-1 0 0,0 1 1 0 0,1-1 0 0 0,-1 1 0 0 0,0-1-1 0 0,0 1 1 0 0,1-1 0 0 0,-1 1-1 0 0,0-1 1 0 0,0 1 0 0 0,0 0 0 0 0,6 15 12 0 0,-5-16-11 0 0,2 15-3 0 0,1-1 0 0 0,-2 1-1 0 0,0 0 1 0 0,-1 0 0 0 0,0 21-1 0 0,-1-19 6 0 0,0-1 0 0 0,1 0 0 0 0,1 0-1 0 0,6 23 1 0 0,-2-19 32 0 0,-4-8-21 0 0,2-1 0 0 0,0 1 0 0 0,0-1 1 0 0,1 0-1 0 0,12 20 0 0 0,-15-29-15 0 0,1 0 0 0 0,-1 0 1 0 0,1-1-1 0 0,0 1 0 0 0,0-1 1 0 0,0 1-1 0 0,-1-1 0 0 0,1 0 0 0 0,0 0 1 0 0,0 0-1 0 0,1-1 0 0 0,5 2 1 0 0,20 6-27 0 0,-24-5 41 0 0,0 0 0 0 0,0-1 0 0 0,0 1 0 0 0,1-1 0 0 0,-1 0-1 0 0,1-1 1 0 0,0 0 0 0 0,-1 1 0 0 0,1-2 0 0 0,0 1 0 0 0,0-1-1 0 0,0 0 1 0 0,-1 0 0 0 0,1 0 0 0 0,0-1 0 0 0,0 0 0 0 0,0 0-1 0 0,-1-1 1 0 0,1 1 0 0 0,-1-1 0 0 0,1-1 0 0 0,-1 1-1 0 0,0-1 1 0 0,9-5 0 0 0,-11 5-3 0 0,-1 0-1 0 0,0 1 0 0 0,1-1 1 0 0,-1 0-1 0 0,0 0 1 0 0,-1-1-1 0 0,1 1 1 0 0,0 0-1 0 0,-1-1 0 0 0,0 1 1 0 0,2-7-1 0 0,6-46 70 0 0,-7 43-69 0 0,3-33 20 0 0,-5 34-14 0 0,1-1 1 0 0,0 1 0 0 0,2 0 0 0 0,-1 0 0 0 0,1 0 0 0 0,8-20 0 0 0,-5 18 38 0 0,-1-1 0 0 0,0 0 1 0 0,-1 0-1 0 0,-1 0 0 0 0,-1 0 1 0 0,0-1-1 0 0,0 1 0 0 0,-2-1 1 0 0,0 1-1 0 0,-1-1 0 0 0,0 1 1 0 0,-2-1-1 0 0,1 1 0 0 0,-2 0 1 0 0,0 0-1 0 0,-10-24 0 0 0,12 35-79 0 0,-1 1 0 0 0,1-1-1 0 0,-1 1 1 0 0,1 0-1 0 0,-1 0 1 0 0,0 0 0 0 0,0 0-1 0 0,-1 0 1 0 0,-4-3 0 0 0,-12-10-3501 0 0,18 13 868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72 5729 0 0,'0'0'311'0'0,"-20"-6"869"0"0,19 6-1130 0 0,0 0-1 0 0,0 0 1 0 0,0 0 0 0 0,0 0-1 0 0,0 0 1 0 0,0 1-1 0 0,0-1 1 0 0,0 0 0 0 0,0 0-1 0 0,0 1 1 0 0,0-1-1 0 0,0 0 1 0 0,0 1 0 0 0,0-1-1 0 0,1 1 1 0 0,-1-1 0 0 0,-1 2-1 0 0,2-2 14 0 0,-1 1 0 0 0,1-1 1 0 0,0 1-1 0 0,0-1 0 0 0,-1 0 0 0 0,1 1 0 0 0,0-1 0 0 0,0 1 0 0 0,0-1 0 0 0,0 1 1 0 0,0-1-1 0 0,0 1 0 0 0,0-1 0 0 0,0 1 0 0 0,0-1 0 0 0,0 1 0 0 0,0-1 0 0 0,0 1 1 0 0,0-1-1 0 0,1 1 0 0 0,-1-1 0 0 0,0 1 0 0 0,0-1 0 0 0,1 1 0 0 0,0 1 40 0 0,0 1 1 0 0,1-1-1 0 0,0 0 0 0 0,-1 0 0 0 0,1 0 0 0 0,0 0 0 0 0,0 0 0 0 0,0 0 0 0 0,0-1 0 0 0,5 4 0 0 0,3-1-79 0 0,0 0 0 0 0,0-1-1 0 0,0 0 1 0 0,1 0 0 0 0,-1-1 0 0 0,1-1-1 0 0,0 0 1 0 0,-1 0 0 0 0,17-1 0 0 0,12-3 27 0 0,46-9 1 0 0,-70 10-34 0 0,130-31 373 0 0,-94 19 174 0 0,87-10 0 0 0,-95 17-289 0 0,-28 5-270 0 0,0 0 1 0 0,18-1-1 0 0,-33 3-64 0 0,0 0 0 0 0,1 0 0 0 0,-1 0 0 0 0,1 0 0 0 0,-1 0 1 0 0,0 0-1 0 0,1 0 0 0 0,-1 0 0 0 0,1 0 0 0 0,-1 0 0 0 0,0 0 0 0 0,1 0 0 0 0,-1-1 0 0 0,0 1 0 0 0,1 0 0 0 0,-1 0 0 0 0,1-1 0 0 0,-1 1 0 0 0,0 0 0 0 0,0 0 1 0 0,1-1-1 0 0,-1 1 0 0 0,0 0 0 0 0,1-1 0 0 0,-1 1 0 0 0,0 0 0 0 0,0-1 0 0 0,0 1 0 0 0,1 0 0 0 0,-1-1 0 0 0,0 1 0 0 0,0 0 0 0 0,0-1 0 0 0,0 1 0 0 0,0-1 1 0 0,0 1-1 0 0,0 0 0 0 0,0-1 0 0 0,-4-15-6531 0 0,3 12 4693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34 3433 0 0,'0'0'37'0'0,"5"-10"5176"0"0,-3-12-2070 0 0,-1 20-2961 0 0,-1 16 9 0 0,-12 149-10 0 0,-1 4-118 0 0,15 118 339 0 0,-2-285-404 0 0,0 1 0 0 0,0-1 0 0 0,1 1 0 0 0,-1-1 0 0 0,0 0 0 0 0,0 1 0 0 0,1-1 0 0 0,-1 1-1 0 0,0-1 1 0 0,1 0 0 0 0,-1 1 0 0 0,1-1 0 0 0,-1 0 0 0 0,0 1 0 0 0,1-1 0 0 0,-1 0 0 0 0,1 0 0 0 0,-1 0-1 0 0,1 1 1 0 0,-1-1 0 0 0,1 0 0 0 0,-1 0 0 0 0,1 0 0 0 0,-1 0 0 0 0,1 0 0 0 0,-1 0 0 0 0,1 0 0 0 0,-1 0-1 0 0,1 0 1 0 0,-1 0 0 0 0,1 0 0 0 0,20-1-69 0 0,-19 1 69 0 0,21-4-19 0 0,0-1-1 0 0,0 0 0 0 0,-1-2 1 0 0,1-1-1 0 0,21-11 0 0 0,52-17 98 0 0,-58 28-214 0 0,2 1 0 0 0,-1 2 1 0 0,1 1-1 0 0,70 4 1 0 0,-65 0-1708 0 0,-39 0-407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5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1116 2200 0 0,'2'-7'5395'0'0,"12"23"-5134"0"0,0 0 1 0 0,-1 1-1 0 0,-1 0 1 0 0,-1 0-1 0 0,10 21 1 0 0,38 98 44 0 0,-47-107-183 0 0,53 155-9 0 0,-58-164-97 0 0,24 55 56 0 0,-19-48 17 0 0,-9-19-11 0 0,0 0-1 0 0,1-1 0 0 0,0 1 0 0 0,0-1 0 0 0,1 1 1 0 0,-1-1-1 0 0,2-1 0 0 0,-1 1 0 0 0,1-1 0 0 0,10 9 1 0 0,-7-6 4 0 0,11 6 1126 0 0,-19-15-1187 0 0,0 0 0 0 0,-1 0 1 0 0,1 0-1 0 0,0 0 1 0 0,0 0-1 0 0,-1 0 0 0 0,1 0 1 0 0,0 0-1 0 0,-1 0 1 0 0,1 0-1 0 0,0 0 1 0 0,-1 0-1 0 0,1 0 0 0 0,0-1 1 0 0,-1 1-1 0 0,1 0 1 0 0,-1-1-1 0 0,1 1 0 0 0,0 0 1 0 0,-1-1-1 0 0,1 1 1 0 0,-1 0-1 0 0,1-1 1 0 0,-1 1-1 0 0,1-1 0 0 0,-1 1 1 0 0,1-1-1 0 0,-1 1 1 0 0,1-1-1 0 0,-1 0 0 0 0,0 1 1 0 0,1-1-1 0 0,-1 0 1 0 0,0 0-1 0 0,7-13 23 0 0,-2 1 0 0 0,0-1 0 0 0,-1 0 0 0 0,0-1 0 0 0,-1 1 0 0 0,-1 0 1 0 0,0-1-1 0 0,0-22 0 0 0,-12-126 230 0 0,3 85-149 0 0,8-409-100 0 0,5 333-68 0 0,-6 104 57 0 0,-2 1 1 0 0,-2 0-1 0 0,-3 0 0 0 0,-1 0 1 0 0,-3 1-1 0 0,-2 0 0 0 0,-21-51 1 0 0,30 88-26 0 0,0 1 1 0 0,1-1 0 0 0,0 0-1 0 0,1 0 1 0 0,-2-17-1 0 0,4 25 1 0 0,0 0 0 0 0,0 0 0 0 0,0 0 0 0 0,0 0 0 0 0,0 0 0 0 0,1 0 0 0 0,-1 0 0 0 0,1 1 0 0 0,0-1 0 0 0,0 0 0 0 0,0 0 0 0 0,0 1 0 0 0,1-1 0 0 0,-1 1 0 0 0,1-1 0 0 0,-1 1 0 0 0,1-1 0 0 0,0 1 0 0 0,0 0 0 0 0,0 0 0 0 0,0 0 0 0 0,1 0 0 0 0,-1 0 0 0 0,0 0 0 0 0,1 1 0 0 0,3-3 0 0 0,14-6-32 0 0,1 1 0 0 0,0 1 0 0 0,0 1 0 0 0,0 1 0 0 0,1 0 0 0 0,32-2 0 0 0,68-13-83 0 0,-111 19 116 0 0,0 0 0 0 0,0-1 0 0 0,0 0 0 0 0,15-8 0 0 0,-13 5 10 0 0,1 1-1 0 0,16-3 1 0 0,58-6-1 0 0,145-5 0 0 0,-88 11 2 0 0,-80 2-133 0 0,191-9-1671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471 194 6185 0 0,'-7'-30'3650'0'0,"0"5"-4123"0"0,1-13-1295 0 0,2 18 3205 0 0,1 0 0 0 0,-1-25 0 0 0,5 45-1435 0 0,-1-1-1 0 0,0 1 0 0 0,0-1 1 0 0,0 1-1 0 0,0-1 0 0 0,0 1 1 0 0,0-1-1 0 0,0 1 0 0 0,0-1 1 0 0,0 1-1 0 0,0-1 0 0 0,0 1 1 0 0,0-1-1 0 0,0 1 0 0 0,0-1 1 0 0,0 1-1 0 0,-1 0 0 0 0,1-1 1 0 0,0 1-1 0 0,0-1 0 0 0,-1 1 1 0 0,1-1-1 0 0,0 1 0 0 0,0 0 1 0 0,-1-1-1 0 0,1 1 0 0 0,0 0 1 0 0,-1-1-1 0 0,1 1 0 0 0,-1 0 1 0 0,1-1-1 0 0,0 1 0 0 0,-1 0 1 0 0,1 0-1 0 0,-1 0 0 0 0,1-1 1 0 0,-1 1-1 0 0,1 0 0 0 0,-1 0 1 0 0,1 0-1 0 0,0 0 0 0 0,-1 0 1 0 0,1 0-1 0 0,-1 0 0 0 0,1 0 1 0 0,-1 0-1 0 0,1 0 0 0 0,-2 0 1 0 0,1 1-12 0 0,-1 0 1 0 0,0-1 0 0 0,1 1-1 0 0,-1 0 1 0 0,1 0 0 0 0,0 0-1 0 0,-1 0 1 0 0,1 0 0 0 0,0 1-1 0 0,-1-1 1 0 0,1 0 0 0 0,0 1-1 0 0,-1 1 1 0 0,-4 9-20 0 0,0 1 1 0 0,1 0-1 0 0,-6 20 1 0 0,-10 25-11 0 0,14-42 24 0 0,1 1 1 0 0,1 0-1 0 0,0 0 1 0 0,1 1 0 0 0,1-1-1 0 0,-2 20 1 0 0,3 109-132 0 0,1-31 131 0 0,0 63 92 0 0,2-90-189 0 0,-1-87 113 0 0,0 0 0 0 0,0 1 0 0 0,0-1 0 0 0,-1 0 0 0 0,1 0 0 0 0,0 0 0 0 0,-1 0 0 0 0,1 0 0 0 0,-1 0 0 0 0,1 0 0 0 0,-1 0 0 0 0,0-1 0 0 0,1 1 0 0 0,-1 0 0 0 0,0 0 0 0 0,0 0-1 0 0,1-1 1 0 0,-1 1 0 0 0,0 0 0 0 0,0-1 0 0 0,0 1 0 0 0,0 0 0 0 0,0-1 0 0 0,0 0 0 0 0,0 1 0 0 0,0-1 0 0 0,0 1 0 0 0,0-1 0 0 0,0 0 0 0 0,0 0 0 0 0,0 0 0 0 0,-2 0 0 0 0,-40 1-113 0 0,36-1 144 0 0,-21-3-36 0 0,1-1 0 0 0,-40-12 0 0 0,49 11 21 0 0,1 1 0 0 0,-2 0 0 0 0,1 1 1 0 0,-32 0-1 0 0,296-6 145 0 0,-36 2-162 0 0,-164 3-356 0 0,-34-14-364 0 0,-10 14 350 0 0,1-1-1 0 0,-1 0 1 0 0,0 0-1 0 0,0 1 1 0 0,-1-2-1 0 0,1 1 1 0 0,-1 0-1 0 0,0 0 1 0 0,0-6-1 0 0,-1-6-1849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6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10642 0 0,'0'0'214'0'0,"14"-3"499"0"0,21 5-695 0 0,-1 2-1 0 0,49 10 1 0 0,40 6 16 0 0,-95-18-19 0 0,0-1 0 0 0,-1-1-1 0 0,37-5 1 0 0,-50 3-82 0 0,0-1-1 0 0,0-1 0 0 0,0 0 0 0 0,0-1 0 0 0,-1 0 0 0 0,0-1 1 0 0,0 0-1 0 0,14-11 0 0 0,41-28-4822 0 0,-58 38 3388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111 134 11763 0 0,'0'0'-55'0'0,"1"8"-5"0"0,3 12-24 0 0,-2-1 0 0 0,0 1 0 0 0,-1-1 0 0 0,-1 1 0 0 0,-1 0 0 0 0,-4 27 0 0 0,-32 114-666 0 0,31-139 790 0 0,5-18 17 0 0,0-1 185 0 0,1 1 0 0 0,-1-1 1 0 0,-1 1-1 0 0,1-1 0 0 0,0 0 1 0 0,-4 6-1 0 0,4-8-220 0 0,1-1 1 0 0,0 0-1 0 0,0 0 0 0 0,0 1 1 0 0,-1-1-1 0 0,1 0 1 0 0,0 0-1 0 0,0 0 0 0 0,-1 1 1 0 0,1-1-1 0 0,0 0 0 0 0,-1 0 1 0 0,1 0-1 0 0,0 0 0 0 0,0 0 1 0 0,-1 0-1 0 0,1 0 0 0 0,0 0 1 0 0,-1 0-1 0 0,1 0 1 0 0,0 0-1 0 0,-1 0 0 0 0,1 0 1 0 0,0 0-1 0 0,-1 0 0 0 0,1 0 1 0 0,0 0-1 0 0,0 0 0 0 0,-1 0 1 0 0,0 0-1 0 0,-12-15-223 0 0,7 3 227 0 0,1 0-1 0 0,0 0 1 0 0,1 0 0 0 0,0 0 0 0 0,0-1 0 0 0,2 1 0 0 0,-1-1-1 0 0,2 0 1 0 0,0 0 0 0 0,0 0 0 0 0,1 0 0 0 0,3-21 0 0 0,4-14-24 0 0,2 1 0 0 0,16-49 0 0 0,-15 62-22 0 0,-7 22 13 0 0,-2 5-6 0 0,1-1 0 0 0,0 0 0 0 0,1 0 0 0 0,0 1 0 0 0,0 0 0 0 0,0-1-1 0 0,1 1 1 0 0,5-8 0 0 0,-6 14 6 0 0,-1-1 0 0 0,0 1 0 0 0,0-1 0 0 0,1 1 0 0 0,-1 0 0 0 0,1-1 0 0 0,-1 1 0 0 0,1 1 0 0 0,0-1 0 0 0,-1 0 0 0 0,1 1 0 0 0,0-1 0 0 0,0 1 0 0 0,-1 0 0 0 0,1 0 0 0 0,0 0 0 0 0,0 0 0 0 0,-1 0 0 0 0,1 0 0 0 0,0 1 0 0 0,-1 0 0 0 0,5 1 0 0 0,-3-1 6 0 0,0 0 1 0 0,0 1 0 0 0,0-1-1 0 0,0 1 1 0 0,-1 0 0 0 0,1 0-1 0 0,-1 1 1 0 0,1-1-1 0 0,-1 1 1 0 0,1 0 0 0 0,-1-1-1 0 0,0 1 1 0 0,3 5-1 0 0,20 29 27 0 0,54 57 0 0 0,-11-16 48 0 0,-58-64-84 0 0,53 71 50 0 0,-56-73-23 0 0,-1 1 1 0 0,0-1 0 0 0,0 2-1 0 0,-2-1 1 0 0,6 17 0 0 0,0-9 60 0 0,-10-19-38 0 0,1-1 1 0 0,-1 1-1 0 0,0 0 0 0 0,0-1 0 0 0,0 1 1 0 0,0 0-1 0 0,0 0 0 0 0,0 0 0 0 0,-1 0 1 0 0,1 0-1 0 0,0 0 0 0 0,-1-1 0 0 0,0 2 1 0 0,1-1-1 0 0,-1 0 0 0 0,0 0 0 0 0,0 0 1 0 0,0 0-1 0 0,0 0 0 0 0,-1 0 0 0 0,1 0 1 0 0,-1 3-1 0 0,-2-3-20 0 0,0 0 0 0 0,0 0 0 0 0,0 0 1 0 0,0 0-1 0 0,0 0 0 0 0,0-1 0 0 0,0 0 0 0 0,0 1 0 0 0,-1-1 0 0 0,1 0 1 0 0,-1-1-1 0 0,1 1 0 0 0,-5 0 0 0 0,0 1 17 0 0,-30 5 115 0 0,-39 2 1 0 0,39-5-12 0 0,-44 10 1 0 0,45-5-88 0 0,-55 12-12 0 0,83-19-9 0 0,1 1 1 0 0,-1 0 0 0 0,1 0-1 0 0,-1 1 1 0 0,-12 8 0 0 0,1-2 39 0 0,9 4-90 0 0,7-4-1071 0 0,4-3-3687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26:28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6085 10417 4 0,'0'0'0'16,"0"-1"20"-16,0-1-1 0,0 0 4 0,0 0-1 0,0 0-21 16,0-2-1-16,0 1 5 0,0-7-4 0,0 7 5 15,0-5-5-15,0 6-1 0,0-3 3 0,0-6-3 16,0 3-1-16,0 5 7 0,0-1 6 0,0 0 1 15,0 0 4-15,0-1 1 0,0-3-6 0,0 7 7 16,0-1 4-16,0-2-13 0,0 2 8 0,-2 0-10 16,0 0 2-16,0 1-3 0,-2-1-1 0,1 0 2 15,1 2 13-15,-6-2-7 0,-6-2 3 0,2 1-5 0,-6-5 3 16,3 3 8-16,9 3-3 0,-3 0 4 0,2 2-5 16,-4-2-6-16,-6-2-1 0,4 1-1 0,-2-1 4 0,0-2-4 15,0 1 2-15,1 1-4 0,1 0 1 0,3 1-7 16,-3-1 8-16,4 0-9 0,-6 0 3 0,-3-1 3 15,5 3-3-15,-4-2 4 0,2 2 2 0,2 1-4 16,-4-1-2-16,6 2 0 0,-4 0-5 0,2 0 9 16,-2 0-3-16,2 0 5 0,-1 0-3 0,1 2 1 15,-2-1 3-15,2 1-2 0,0 0 3 0,0-2-7 16,0 2-1-16,2 0 0 0,1 0 1 0,-1 0 0 16,2-1 4-16,1-1-1 0,-3 0 10 0,0 2-17 0,2-2 4 15,0 2-6-15,-1 2 13 0,3 0-7 0,-1-1-4 16,1 1 0-16,0 0 3 0,-5 1-6 0,3 1 8 15,-2 1-8-15,-6 3 6 0,1-1-3 0,1 0-4 16,-6 0 2-16,8-1 2 0,-2 3-2 0,-9 4 4 0,2 0-4 16,0-4 2-16,-4 0-1 0,11-4 1 0,0-1-1 15,-3 3 7-15,3-1-10 0,0 1 4 0,-6 2-6 16,7-3 5-16,-7 1 1 0,1 0 0 0,9-3 0 16,-6 3 7-16,2-2-9 0,-4 5 0 0,3-5-3 15,-5 2 2-15,6-1 4 0,1-1 2 0,-3 0 1 0,2 1 8 16,0-1-13-16,2-1 2 0,0-1-4 0,4 1 4 15,0 0-2-15,-1-1 3 0,1 1-3 0,2-1 6 16,-5 3-3-16,3-1 0 0,-2 2-3 0,-2 1-6 0,2-1 5 16,-4-7-2-16,2 11 2 0,2 2 4 0,-2 1-6 15,2 1 2-15,-2 2-3 0,-2-1 3 0,2 1 0 16,0-1 3-16,4 1 0 0,-2 3 1 0,-1-1-1 16,-1-1-8-16,0-1 4 0,6 3-5 0,-2-2 7 15,3 3 1-15,-3-1 0 0,1-2-5 0,5 6 5 16,-7 2-3-16,5 2 2 0,-14-10-7 0,16 6 7 15,-7-3 0-15,1-5 3 0,-10 14-1 0,10-14-3 16,-2 10 1-16,4-7-1 0,-1-3 0 0,1 3-1 0,-1-3 0 16,1 4-1-16,1-1 0 0,1-1 1 0,-1-1 1 15,2 1 0-15,3 1 0 0,-3-1 6 0,0 1-7 16,-1-3 6-16,-1 4-7 0,2-1 2 0,2 1 6 0,2 2-5 16,0-1-7-16,2-1 5 0,0 2 1 0,0-4 2 15,0 1 1-15,2 1 1 0,1 0-4 0,3 1 4 16,1 5-8-16,-2-8 7 0,1 0-5 0,-1 4 6 15,1-3 1-15,-1 1-6 0,4 4 8 0,-3-5-8 16,-1-1 1-16,0 2 0 0,1-1-2 0,1 3 2 16,0 0 4-16,1-2-2 0,-5-9-1 0,1 2-1 15,-1-2 0-15,1 0 3 0,1 0 3 0,1-2-1 0,-1 0-7 16,1 1 4-16,-1-1-4 0,-5 0 4 0,9 0 1 16,-2-2 0-16,1 2 3 0,-1 1-2 0,0-1-5 0,2 0 0 15,1 0-3-15,1 0 4 0,-2 0 9 0,2 0-11 16,0 1 8-16,0-3-9 0,0 2 3 0,0 0 5 15,1 2-5-15,3-2 4 0,0 0 0 0,-2-1 1 16,3-1-4-16,1 0 1 0,-1 1-1 0,1-1-3 16,1 4 2-16,3-2-3 0,-1 2 11 0,6 2-9 15,2-4 1-15,-8-2-3 0,8 0 8 0,-1-1-2 16,-6-4 1-16,6 5-3 0,-1-4 6 0,-4-1 0 16,12 2 5-16,-7-3-4 0,-5-1 1 0,2 6-4 0,-5-6 2 15,-1 1-4-15,1 1 10 0,-1-2-11 0,-1 5 3 16,-1-1-5-16,3 9 7 0,-1-4-6 0,0-2 5 15,1-1-6-15,1-1 6 0,-1-3-4 0,-3-2-1 0,4 1 1 16,-1-1 5-16,3-2-4 0,2 0 4 0,-4 0-5 16,2-4-2-16,2 1 2 0,0-3 3 0,-1-1 0 15,6-3-4-15,-1-1 2 0,0-2 0 0,-4 2 2 16,5-4 3-16,2-1-4 0,-1 1-1 0,3 0 1 16,-5 2 1-16,-10 2-4 0,6-2 4 0,-5 2-4 15,1-4-3-15,2-2 3 0,-1 2-3 0,3-1 5 0,-2-1 3 16,0 15-6-16,2-15 7 0,0-1-7 0,2 1 0 15,3-2 5-15,1 1-7 0,3-1 5 0,-1-1 0 16,6 1-4-16,-6-7 3 0,-3-2-4 0,1-3 9 16,-4-3-8-16,9 7 5 0,-2 1-6 0,2-2 5 0,-5-2 1 15,-6-5-3-15,-4-6 4 0,0 2 3 0,1-2-7 16,-3 2 4-16,2 2-5 0,1 2 6 0,-1 1-7 16,0-1 4-16,-1 3-3 0,-5-1 9 0,1 3-1 15,-2 1-4-15,0-3 1 0,0 4-5 0,-2-3 7 16,-2 3-3-16,-2-2 5 0,0-5-2 0,-1 3-4 15,1-7 6-15,-5-2-6 0,1 2-2 0,20-7-1 16,-12 3 3-16,-4-5 0 0,-4 2 7 0,-3 3-9 0,-2-2 2 16,-2 10-3-16,-3-4 6 0,-1 7 3 0,-1-1-7 15,-2 1 6-15,-1 5-4 0,1-3 1 0,-2 4 2 16,-2-2-2-16,0 0 1 0,0 2-4 0,-4-2 5 16,0 2-4-16,16 2 8 0,-22-5-11 0,1-1 0 0,0 2-2 15,-4-4 6-15,2 8 3 0,-6-2-1 0,-2 4 1 16,-7-10-5-16,-2 8 1 0,2-2 3 0,-3 0-2 15,5 10-4-15,-4-7 4 0,-2 8-7 0,4-1 6 16,-4-1-3-16,4 2 2 0,0 2 1 0,0 2 1 16,2 0-4-16,2 3 0 0,-2 3 0 0,3-1 0 0,-3 4-2 15,-4-20 1-15,2 9 2 0,-9 4 1 0,-2 5 1 16,0 4-4-16,-6 2-2 0,2 4-1 0,-3 5 3 16,-1 4-6-16,4 5-3 0,-3-16-1 0,5 42-9 15,-2 21-48-15,-2 2-3 0,-5 11-27 0,-6 9-119 0</inkml:trace>
  <inkml:trace contextRef="#ctx0" brushRef="#br0" timeOffset="4987.78">9993 11182 20 0,'0'2'0'0,"0"-2"3"0,0 0 39 0,0 0-8 0,0 0 4 15,0 0-13-15,0 0-4 0,2 0 7 0,0 0-7 16,0 0 7-16,-2 0-1 0,0-2-6 0,0 2 2 15,2 0-4-15,-1 0 1 0,1 0 0 0,0 0 6 0,-2 0-6 16,0 0 1-16,0 0 15 0,0 0-8 16,2 2 10-16,-2 0-6 0,0 0-13 0,0 2 4 0,0-3-8 15,0 16 2-15,0-2-9 0,0 4 6 0,0 1-7 16,0-5 10-16,0 2-8 0,0-10 1 0,0 2-2 16,0 2-4-16,0-3 9 0,0 1 1 0,0 0 4 15,0-1 10-15,0-4 0 0,0 1 2 0,0-3-2 0,0 2 1 16,0-1-5-16,2 1 0 0,0 0-2 0,0-2-2 15,-1 0 1-15,1-1-6 0,2 1 3 0,0 0-10 16,5-2 3-16,10 0 2 0,-1-4-1 0,4-5-2 16,4-4 6-16,2 11-2 0,6-33 3 0,5 3 0 0,0-10 0 15,5-1 2-15,-1-1-3 0,0-3-10 0,1 8 1 16,-5-4-4-16,2 16 4 0,-8-5-5 0,-7 10-2 16,-3 3 1-16,-12 2-1 0,4 4 0 0,-4 2-2 15,-2 0-11-15,-1 2 3 0,-1 5-33 0,-1 0-42 16,-1 1-1-16,-1 1-23 0,-2 2-81 0</inkml:trace>
  <inkml:trace contextRef="#ctx0" brushRef="#br0" timeOffset="5536.48">9999 12900 446 0,'0'-2'87'0,"-2"0"28"0,-2-13-30 16,0-1-68-16,3 4 14 0,-1 3-23 0,2 5-11 16,0 3 7-16,0-9-9 0,0 7 5 0,0 1-1 0,0-2-1 15,0 2 2-15,0 0-1 0,0 0 4 0,0 1-3 16,2 1 6-16,-1 0-3 0,1 1 3 0,0 3 2 15,-2-2 1-15,2 13 21 0,0 3-5 0,0 1-2 0,0 1-2 16,-1-1-8-16,-1 0-1 0,0-5 3 0,0-1-3 16,0 2-2-16,0 0 3 0,2 0-2 0,0-4 3 15,-2-2-7-15,0-3-1 0,0 0 3 0,2-1-2 16,-2-3 3-16,2 4 5 0,0-3-3 0,1 1 5 16,1 0 8-16,4-1-7 0,8 3 4 0,8-4-5 15,2-4 8-15,10-9-6 0,3-10 1 0,11 14-3 0,6-30 0 16,-3-8-17-16,7 3 7 0,-5-10-10 15,3-2 0-15,0 4-36 0,-3-2-15 0,-5 7-7 0,-3 6-62 16,-6 6-248-16</inkml:trace>
  <inkml:trace contextRef="#ctx0" brushRef="#br0" timeOffset="7187.71">11930 12566 40 0,'0'0'6'0,"0"0"13"0,-2 0 7 15,0 0 4-15,0 0-5 0,0-2-3 0,0 2 0 16,-1-2 1-16,-3 2 5 0,1 0 6 0,-7-2-5 15,5 2 4-15,3 0-13 0,-5-2-1 0,5 2 3 0,-1 0-3 16,-5-2 1-16,7 2-15 0,-3 0 6 0,1 0-7 16,3 0 14-16,-2 0-9 0,-5 0 2 0,3 0-5 15,1 0-6-15,-3 2 4 0,4-2-5 0,1 0 5 16,-3 2-6-16,1 0 8 0,-1 2-5 0,0-1 7 16,1 1-6-16,1-2 8 0,2-2 4 0,-1 2-1 15,1-2 9-15,0 0 8 0,-2 3-2 0,0 1 4 0,1-2-9 16,1 2-7-16,0-2-5 0,0-1 1 0,0 1-7 15,0 0-3-15,1 0 1 0,-1 0-2 0,0 0 3 16,0 0-1-16,0-1 3 0,0 1-3 0,0 0 7 16,1 0-2-16,-1 0 0 0,0 0-1 0,0 0 7 0,2-2-4 15,0 0 8-15,0 0-7 0,0 0 2 0,-2 0 7 16,2 0-9-16,0 0 8 0,0 0-8 0,0 0-4 16,0 1 5-16,0-1-4 0,0 0 15 0,0 0-9 15,0 0 5-15,0 2-6 0,0-2 9 0,0 0-2 16,0 0-3-16,0 0 0 0,0 0-10 0,0 0 3 15,0 0 0-15,0 0-1 0,0 2-2 0,0-2 2 0,0 2-4 16,0-2 4-16,0 0-3 0,0 0-3 0,0 0-2 16,0 0 0-16,0 0 2 0,0 0 0 0,0 0 6 15,0 0-5-15,0 0-4 0,2 0 0 0,0-2-3 0,0 0 3 16,0 0 7-16,-1 1-3 0,1-1 1 0,0 0-3 16,0 0-2-16,0 0-1 0,2 2 2 0,-1-2 0 15,-1 2 1-15,7-2-2 0,3 1 0 0,-1-1 0 16,4-2-4-16,-4 0 10 0,2 1-6 0,3-3 8 15,3 0-8-15,7-1-1 0,0 1 1 0,7 1 0 16,-5-1 5-16,-4 3-5 0,8-3 3 0,-2 0-4 16,3-1-1-16,6 1 0 0,-7 3 3 0,-1-1-1 0,3 0 1 15,-1-1-1-15,2 1-2 0,1-2 1 0,1 3 2 16,0-3 0-16,4 2-4 0,5-1 1 0,2 1-2 16,6 0 6-16,4 1-2 0,1-3 1 0,1 2-9 0,3 1 6 15,-4-3 1-15,-1 1 1 0,3-3 7 0,-2 1-8 16,1-1 1-16,3 1-5 0,2-2 4 0,6-2 5 15,10 1 1-15,7-1 1 0,1 0-2 0,-4 2-7 16,-13 1 3-16,-5 1-4 0,-4-1 10 0,2 1-2 16,4 0-4-16,7-1 0 0,2 3-5 0,2 1 5 15,5-2 0-15,-5 3 0 0,-7-1-3 0,-5 0 4 16,-6 0 2-16,-7 1 1 0,5 1-1 0,-1-2-6 0,2 0 4 16,4 3-4-16,6-1 3 0,0-2 3 0,-1 2-5 15,-1-2 4-15,-4 3-5 0,-4-3 3 0,-3 0 0 16,-4 2 2-16,-1-1-3 0,1-1 0 0,9 0-2 15,-1 0 3-15,12 1 4 0,-7 1-2 0,0 0 3 0,1-2-2 16,-14 1-1-16,6-1-2 0,-8 0-4 0,-4-1 2 16,2 3 4-16,-4 0-4 0,-1-2 5 0,7 2-5 15,-4 0 8-15,4 1-6 0,0 1 0 0,-9 0-4 16,0-2 1-16,-4 2 1 0,-4 0 4 0,-4 0-2 16,-3 0 4-16,-2 0-4 0,-4 0 2 0,1-2-2 15,-3 0 11-15,-5 2-10 0,-2 0 3 0,-4 0-4 0,-1 0-1 16,-5 0 11-16,1 0-3 0,0 0 8 0,0 0 1 15,-1 0-6-15,-1 0 0 0,0 0-3 0,0 0-14 16,0 0-11-16,-2 0-8 0,0 0 0 0,-2 0-21 0,-6 0-34 16,-32 2-18-16,-9 3-17 0,-8 5-180 0</inkml:trace>
  <inkml:trace contextRef="#ctx0" brushRef="#br0" timeOffset="7854.25">11168 13008 455 0,'-1'0'25'0,"-1"-2"33"0,0 0-17 16,-2 0-16-16,0 0 0 0,3 2-8 0,-5-2-18 0,2 0 1 15,1 1-6-15,1-1 6 0,0 0 1 0,0 0 6 16,2 2-2-16,0 0 0 0,2-2-9 0,0 0 5 15,1 0 7-15,20-1-2 0,5-1 8 0,-1 2-9 16,3 0 2-16,5 0-3 0,-3 1 13 0,3-1 1 16,-3 0 3-16,-2 0-3 0,3 0-12 0,0-3 10 15,3 1-12-15,3 0 13 0,2-1-13 0,1-1 15 16,5 0-3-16,5 1 4 0,5-1-11 0,10 1 1 16,0-6-1-16,7 3 0 0,-5-5-3 0,-2 0 2 0,3 2 0 15,-7 0 1-15,2 3 1 0,2-1-4 0,7-4-1 16,8-2 0-16,4-3-4 0,10 1 5 0,-3-2-3 15,-9 1 3-15,1-1-4 0,-7-1 5 0,2 1 3 0,7-1-1 16,4-1-4-16,4 3-1 0,7 1 0 0,-8 6 1 16,-4-4 0-16,-5 6 0 0,-7-4-5 0,0 2 4 15,4 1 1-15,7 1-4 0,0 4 2 0,0-1-3 16,-4 0-1-16,-12 1 2 0,-8-3-1 0,-2 3 1 16,-2-1-1-16,1 3-2 0,-1-1 6 0,7 2-4 15,-1 0-1-15,0-2 3 0,2 1-3 0,-4 1 5 16,4-2 2-16,-4 0-6 0,-4 1 1 0,-11-1-1 0,0 0 6 15,0 1 1-15,-2-1 3 0,6 2-3 0,0-2 3 0,0 1 4 16,0-1-5-16,0-2 5 0,-8 3-5 0,2-3-3 16,-3 2 4-16,0-1-3 0,-1 1 7 0,-7 0-12 15,-5 1 6-15,-6-1-7 0,-4 2 16 0,-2 0-15 16,-1 0 5-16,0 1-7 0,-5-1-2 0,-2 0-19 16,-1 2-11-16,-6 0-3 0,1 0-50 0,-2 0-155 15</inkml:trace>
  <inkml:trace contextRef="#ctx0" brushRef="#br0" timeOffset="8802.86">11826 14900 271 0,'-2'0'24'0,"0"-2"32"16,-2 0-26-16,1 0-14 0,-1 0 2 0,-5-2-5 15,-1 1 9-15,3-1-3 0,-1 0 11 0,-1-1-7 0,2 1 18 16,-3-2-11-16,3 3 2 0,1 1-3 0,3 0-1 15,-1 0 5-15,2 2-8 0,0 0 6 0,-1-2-4 0,1 2-2 16,-2-2-2-16,0 1-3 0,1-1-19 0,-1 0 2 16,2 0 3-16,0 0-1 0,0 0 2 0,0 0-6 15,1 1 1-15,-1-1-1 0,2 0 3 0,0 2 8 16,0 0-5-16,0 0 6 0,2 0-5 0,-1 0 3 16,1 0 0-16,2 0-1 0,13 0-12 0,7 0 9 15,2 0-4-15,9 0 8 0,-5 0 0 0,11 2-11 16,0-2 6-16,-1 0-6 0,11 0 6 0,-3 0 2 15,4 0-5-15,4 0 2 0,-6 0-12 0,0-2 10 0,2-2 2 16,2-1 4-16,5-3-1 0,6 1 1 0,11-3-3 16,13 3 3-16,2 0 4 0,2-3-2 0,-6 3-4 15,-9-2 0-15,4-1-8 0,0 3 9 0,5-1 0 16,19-1 3-16,0 2-9 0,-1-1-2 0,-2-1-2 0,-18 0 0 16,4-1 8-16,4 1-5 0,7 5 2 0,6-1-3 15,5 1 1-15,-3 2 1 0,-9-3 1 0,-3-1-2 16,-7-1-1-16,6 3 0 0,1 0 3 0,7 2-1 15,4-1 1-15,-5-1-1 0,1-3-3 0,-11 1 1 16,-2 0 2-16,-1 1 0 0,7 1 4 0,1 0-4 16,5-1-2-16,0-1-1 0,-11 3 0 0,0-3-1 0,-8 4 0 15,-3-2 2-15,6 3 1 0,1-1 1 0,-2 0-1 16,5 0-1-16,-3-2 0 0,-9 1 1 0,-2 1 2 0,-11 0 6 16,-2 2-7-16,-2 0 5 0,1 0-12 0,-3 0 5 15,4 0 2-15,-2 4 1 0,-7 1-3 0,0-1 2 16,-8-2-1-16,-5-2 3 0,-4 2 4 0,-5-1-6 15,-10 1-2-15,-5-2 0 0,-2 0 12 0,-6 0-11 16,0 2 9-16,-1 0-8 0,-4 0 16 0,-1 0-12 16,1 0 6-16,0-2-9 0,-2 0-1 0,-1 0-30 15,-1 0-9-15,0 1-8 0,-1 1-55 0,-22 9-192 16</inkml:trace>
  <inkml:trace contextRef="#ctx0" brushRef="#br0" timeOffset="9410.25">11631 15353 583 0,'-2'-2'95'0,"0"0"-93"16,-11-7 98-16,-9 5-43 0,3 2-34 0,1-9-15 15,5 2 6-15,0 1-10 0,5 4-1 0,3 3-1 16,-5-3-2-16,3 2 1 0,5 2 3 0,0 0-4 0,-1-2 0 15,-1 0-1-15,0 2-5 0,2-2 4 0,0 2 1 16,1 0 1-16,-1 0 9 0,2 0-9 0,0 0 3 16,2 2-4-16,-1 0 15 0,3 0-6 0,4 0-1 15,8 3-1-15,8 1 1 0,4 1 0 0,4 1 10 16,7 1-7-16,0-3 8 0,9-1-5 0,8-1-6 0,11-2 3 16,7-4-6-16,9-2 2 0,1 2 3 0,0-3-2 15,-1-1-2-15,1 4 2 0,3-5-3 0,13-2 2 16,8-1-6-16,11-4 0 0,-4 2 0 0,-2-2 1 15,-2 2 4-15,3 7-2 0,8-6-4 0,12 3 2 0,0-5-6 16,-4-5 9-16,-2-1-4 0,-4 1 6 16,12 1-12-16,10 0 12 0,-5 0-4 0,1-1 6 0,-14 1-8 15,9 0 0-15,2 4 4 0,2 0-3 0,1 4 10 16,-18 0-3-16,4-2-4 0,-5 0 2 0,8 3-7 16,1 3 4-16,-7 1 5 0,-12 0 0 0,-9 2 2 0,2-3-2 15,3 1-4-15,8 0 3 0,-5 1 0 0,-8 1-2 16,-8-2 4-16,-14 0-4 0,0 3-6 0,1-1 8 15,-5 0-5-15,2 2 9 0,5 0-9 0,-7 0 8 16,-3 0-5-16,-9 0 5 0,-14 0-4 0,-1 4-65 16,-7 1-6-16,-3 3-42 0,-2 1-212 0</inkml:trace>
  <inkml:trace contextRef="#ctx0" brushRef="#br0" timeOffset="16362.61">19086 10904 32 0,'-2'0'0'0,"0"0"15"0,0 0 12 0,0 0 15 15,0 0 5-15,0 0-9 0,1 0-8 0,-1 0 3 16,0 0-5-16,0 0 7 0,0 0-1 0,0 0 4 16,0 0-5-16,1 0 3 0,-1 0-7 0,2-2-6 15,0 0 5-15,2 0-6 0,1 0 8 0,-1 2-3 16,19-11 4-16,-1 2-5 0,-1 0 3 0,1 1-6 0,-1 1 6 16,3-2-5-16,0-1 7 0,0 1-14 0,3 0-5 15,-3 1 0-15,0 1-6 0,0 1-2 0,1 3 0 16,-3-1-3-16,0 2-6 0,-1 0 11 0,-4 0-3 15,2 2 5-15,-3 0-8 0,-1 0 0 0,2 0-1 16,-4 0-1-16,1 0 0 0,-3 2 7 0,-2 0-5 0,-1 0 4 16,-1 0-9-16,1 0 6 0,-2 1 5 0,-1 1-1 15,-1 0 4-15,8 9-3 0,-5-2-4 0,3 6 3 16,-3-1-5-16,-5-6 1 0,0 4 5 0,0 1-1 16,-2 2 5-16,-1 3-7 0,-3-1 1 0,2-6-2 15,-1 2 1-15,-3 5 3 0,3 1-5 0,-3 5 4 0,3-8-4 16,-3 5 7-16,1 1-2 0,-1 0 2 0,1-2-11 15,0-3 0-15,-1 1 3 0,-1 0 0 0,-2 6 0 0,1-3 7 16,-1 3-11-16,2-6 9 0,0 1-10 0,-1-3 4 16,3-1 3-16,0 0-2 0,-3 1 0 0,3-1 3 15,-1 0-3-15,3-3 4 0,-1 1-4 0,1 2 3 16,-1 0-3-16,2-2 4 0,1-1 1 0,-1 5-10 16,2-4 5-16,0-2-6 0,0 4 9 0,2-4-1 15,0 1-1-15,0 3 0 0,0-2-3 0,0 0 3 16,0-2 0-16,0-4 2 0,0 8 1 0,0-6-5 15,0 4 2-15,0-4-2 0,0-2 7 0,0 1 0 16,0-3 0-16,2 8-1 0,-2-13 8 0,0 0-4 0,4 7 1 16,-2-6-2-16,-2-1-3 0,2 4 5 0,11 3 5 15,3 0-2-15,-1-1 6 0,-2-4-10 0,4-1 2 16,2-1-4-16,1-2 3 0,4 0-5 0,0-2-5 16,0-1 2-16,1-3 1 0,-1 0 1 0,2-1 0 0,0 0-1 15,-11 3-3-15,-1 0-4 0,-1 0 5 0,-7 3-3 16,5-5 7-16,-2 2 0 0,-7 4 0 0,2-1-1 15,-2 1-1-15,2-2 2 0,-1 0 2 0,1 0 0 16,0 0-1-16,-2 0 6 0,-1 0-7 0,1 1 7 16,0-1-6-16,0 0-4 0,-2 0 1 0,0 0-2 0,0 0 5 15,-2 0-2-15,0 1 3 0,-1-1-4 0,-1 0 0 16,-4 2 0-16,-3 0 0 0,0 0 1 0,-6 0 0 16,4 2-1-16,-1 0 0 0,4-1-1 0,3 1 2 0,-2 2-4 15,-6 2 2-15,4-1-2 0,3-1-3 0,-1 1 2 16,7-5-2-16,-4 17 3 0,1-4-2 0,1 0-3 15,-1 6 4-15,1-5-3 0,-5-2 9 0,-1 4-7 16,3 1 0-16,1-2-4 0,-1 7 2 0,3-9 3 16,-1 8 1-16,-1 3 0 0,2-2 1 0,-1 10-1 15,1-6 0-15,2 1 0 0,-2 3-3 0,1-2 0 16,-1 2-1-16,0-1 1 0,1 3 4 0,-1 0 3 16,2-1 1-16,0 1 0 0,0 3-8 0,0-3-1 0,2 1 1 15,0-2 0-15,0 7 3 0,0-1 3 0,0 5-3 16,2 1 3-16,2-4-6 0,0 0 6 0,-1-4-3 15,1 4 3-15,2 0-4 0,-1 0-4 0,3-1 4 0,-1-7-4 16,2 3 14-16,1-3-11 0,-1-1 5 0,2 5-6 16,0-3 8-16,2 1-4 0,-2 2 0 0,4-1-2 15,0 1 1-15,0-3-2 0,4 1 2 0,-3 0-1 16,-1 5 9-16,-2-5-10 0,-2 0 9 0,-1 3-9 16,-1-7 2-16,0 3 0 0,-1-4-2 0,-3-4 2 15,1 0 1-15,1 8 1 0,1-4-2 0,-3-6 1 16,-1-2-1-16,-2-1 1 0,-2-3 2 0,0-3-1 15,0 4 4-15,0-2-5 0,-2 2 2 0,0-2-2 0,-2-1 3 16,1-1-1-16,-1-1 4 0,-2 1-3 0,1-4 3 0,-3 2-3 16,1-2-1-16,1 1 0 0,-9-3 10 0,2 0-1 15,-1-1-2-15,4 0-1 0,-1-1-7 0,-4-3 5 16,6 0 4-16,2 0-1 0,-3 5-1 0,-1 1-4 16,2-3-1-16,-2 1 1 0,-2-1 7 0,3-3-6 15,-1 2-2-15,2-2-2 0,-2 0-18 0,2-1-53 16,-3 1-43-16,3-2-41 0,-4 2-512 0</inkml:trace>
  <inkml:trace contextRef="#ctx0" brushRef="#br0" timeOffset="20159.39">10201 16734 52 0,'0'0'0'0,"-2"0"41"16,0 0 12-16,1 0 16 0,-1 0 8 0,0 0-33 15,0 0-5-15,-2 0-16 0,1 0 2 0,-1 0-5 16,0 0 3-16,0-2 4 0,1 0-2 0,-1 0 3 16,0 1-2-16,1-1 6 0,1 2 5 0,-4-2 0 0,-1-2 12 15,1 2-8-15,1 0 2 0,-1 1-3 0,-3-3 10 16,1 0-6-16,1 2 5 0,-1 0-6 0,3 1-4 15,-1-1-8-15,-1 0-1 0,1 0 0 0,-1 0-2 0,1 0-7 16,1 2-5-16,-1 0 1 0,2 0-2 0,3 0-6 16,-1 0 5-16,-2 0-6 0,0 0 3 0,1 0-7 15,-1 0-3-15,2 0-1 0,0 0 0 0,0 0-3 16,0 0 4-16,1 0-4 0,-1 0 13 0,0 0-1 16,2 0-1-16,0 0-2 0,0 0-10 0,2 0 10 15,0 0-6-15,-1 2 9 0,3-2-4 0,20 6-2 16,0-1 4-16,2 1-3 0,6-2 6 0,1-3-6 0,6-1 5 15,2 0-6-15,4 0 0 0,9 0-3 0,5-3 0 16,6-3 0-16,-7 2-1 0,-3-1 5 0,-6-1-4 16,-3 1 6-16,-1-3-1 0,-3 5-7 0,-5 1 3 15,-1 2-4-15,-1 0 6 0,-3 0-1 0,-3 0 0 0,-1 2-1 16,-2-2 3-16,-4 1 1 0,4 1-4 0,-5 0 3 16,1 2-6-16,-7-2 4 0,-4-2-2 0,-4 0 4 15,1 0 0-15,-3 0-3 0,-3 0 4 0,11 2-5 16,-9-2 7-16,0 0-7 0,-2 0 5 0,-1 0-5 15,1 0 1-15,0 0-7 0,0 0-11 0,0 0 0 16,0 0-30-16,-2 0-6 0,0 0-7 0,0 0-2 0,0-2-41 16,-2 0-39-16,0 0-5 0</inkml:trace>
  <inkml:trace contextRef="#ctx0" brushRef="#br0" timeOffset="20542.5">10450 16832 160 0,'-2'0'47'0,"-2"0"-4"0,-24-5 30 16,-3-1 3-16,5 4-8 0,0 2 6 0,2 0-18 15,3 0 6-15,-1 0-9 0,0 0 5 0,1 0 4 0,1 0-10 16,7 0 7-16,-4 0-23 0,6 0-9 0,2 0 0 16,1 0-4-16,3 0 0 0,3 0-15 0,0 0 7 15,-2 2-11-15,1 0-5 0,-1-2 10 0,2 0-9 16,0 0 12-16,0 2-3 0,2 0 0 0,0 0 7 0,2 0-5 15,0-2 7-15,0 0-10 0,26 3-1 0,3-3-4 16,12 0 4-16,4 0 0 0,3-2 0 0,9-1-1 16,-5-3-6-16,5-3 5 0,-3-2-2 0,-4 0 4 15,0 3-11-15,-6 1 4 0,1 3-2 0,-6 0 2 16,3 2 0-16,-3 2 4 0,4 0-1 0,1 2 3 16,-5-2-8-16,5 0 0 0,-7 0 0 0,0 0 0 0,2 2 2 15,-6-2 3-15,1 0-2 0,-5 2 3 0,-8-2 0 16,-9 0-2-16,1 0 2 0,-5 0-3 0,4 0-1 15,-2 0-24-15,-1 0-16 0,-2 0-9 0,0 2-90 0</inkml:trace>
  <inkml:trace contextRef="#ctx0" brushRef="#br0" timeOffset="21891.19">23776 13945 428 0,'0'0'19'0,"0"0"-2"0,0-2 21 0,0 0 6 15,0 1-3-15,0-1 12 0,0-2-20 0,0-2 2 16,0-1-6-16,0 0 3 0,0-1-1 0,0-1 0 0,0 1-1 15,0-3-1-15,0-2 2 0,0 4-5 16,0-4 5-16,0 6 0 0,0-8-1 0,-2 2 4 0,0 0-4 16,-2 0 1-16,4 9-9 0,-2-2 1 0,0 3-5 15,2 1-6-15,-3 0-3 0,-14-9-1 0,2 2 0 16,-5 1-2-16,-10 3 1 0,2 5-5 0,-7 5 3 16,-4 6-7-16,4 4 6 0,-8 7-4 0,0 1 5 15,8-21-5-15,0 24-1 0,5 1 4 0,4 3-3 0,0 0 6 16,4 0-9-16,-1-3 2 0,5 1-3 0,3 0 7 15,6-2-3-15,1-2 3 0,5-1-3 0,1-5 1 0,-9-3 4 16,3 0-2-16,1 3 3 0,5-6-4 0,0 6 2 16,2-9 5-16,0-5-2 0,2 4 9 0,-2-7-1 15,2 3-5-15,11 5 4 0,5 3 5 0,6-5-5 16,4-3 2-16,4-4-6 0,-2-6-6 0,14-9 5 16,-5-3-7-16,0 14 5 0,2-22-4 0,-11-4-1 15,5 4 6-15,-5 0-5 0,-2 0 5 0,-2 4-4 16,-12 0-2-16,5 5-1 0,-6 0-3 0,-4 2 10 15,1 4-5-15,-7 2 6 0,5 0-3 0,-6 5 2 0,-1 0 6 16,1 1-4-16,0-1 1 0,0 0-4 0,0 0-7 16,0 1 3-16,0 1-13 0,-1 0 0 0,1 0 1 15,-2 2 0-15,0 0 7 0,-2 2 1 0,1 0-1 16,-3 9 1-16,-5 17-7 0,1 2 10 0,3 1-5 0,-1 1 6 16,4-1-3-16,0 3-3 0,2 1 3 0,-2 4-5 15,1 0 1-15,1 7 3 0,0-7 4 0,0 2-2 16,1-4 7-16,1-7-10 0,2 7 0 0,0-3-2 15,-2-5 8-15,-1-5 0 0,-1-3-3 0,0-6 1 16,-1 0-2-16,-1-1 3 0,0-2 4 0,-2-3-1 16,-1 2 3-16,-1-4 3 0,-3 3-7 0,-10-1 6 0,1-2-9 15,1 3 2-15,-9-3 7 0,5 1-4 0,-1-3 11 16,-9 1-12-16,6-1 2 0,-1 1-6 0,-5-1-6 16,9 1 4-16,1-2-1 0,3-2 1 0,6 1 0 0,1 7-7 15,0-3-8-15,6-5-1 0,-1 0-41 0,2 0-85 16,1-1-10-16,1 1-28 0,0 0-64 0</inkml:trace>
  <inkml:trace contextRef="#ctx0" brushRef="#br0" timeOffset="22550.73">24075 14482 915 0,'-2'0'44'0,"0"0"-7"0,0-2-11 0,0 0 13 0,-2 0-29 16,1 0 1-16,1 2-8 0,-6-3 3 0,3 1-3 15,1 0 5-15,2 2-7 0,-1 0-1 0,-1 0-1 16,2 0-4-16,-2 0 5 0,1 0 1 0,-1 2 2 16,-2 1 4-16,1 1 8 0,-3 18-2 0,3 6 4 15,-1 2 1-15,1-4-5 0,-1 2 2 0,2-2-3 0,-1 0 3 16,-1-2-10-16,1 0 7 0,1 0-7 0,-2-1 8 15,4-3-8-15,1-1-1 0,-1-5 0 0,-8-1 10 0,5-3-4 16,-1-1 3-16,4-3-5 0,1-1-2 0,-1-1 4 16,2-2-1-16,0 0 3 0,-2 1 2 0,0 1 11 15,0 0 1-15,0-1 1 0,0-1-7 0,1 0 0 16,-1 0-3-16,2 0 2 0,0 0-5 0,0-2-12 16,0 0 4-16,0 0-6 0,0 0 1 0,0-2 4 15,0 0-5-15,0-2 4 0,2-7-5 0,-1-6-2 16,3-1 2-16,2-1-1 0,-1 1 1 0,3-1 3 15,1-1-1-15,-2 3 3 0,5-2-4 0,-1 3-7 0,0-1 4 16,2-2-5-16,-2 3 5 0,-4 6 3 0,1 3-2 16,5 3 2-16,4 1-7 0,-6 1 5 0,0-2-4 15,-2-3 4-15,0 3-4 0,1 2 2 0,-3 2 2 16,2 0 0-16,-7 0 9 0,2 2-3 0,0 2 0 16,-4-3-1-16,9 16 5 0,-2-2-4 0,-3-4 0 0,0 0-1 15,-2-3 3-15,0-3-6 0,-1 1 6 0,1-2-6 16,0-1 12-16,0 1 1 0,0 0 1 0,2-2-1 15,-1-1 0-15,1 1-5 0,15 4-4 0,-3-6 1 16,8 0 0-16,-3-4-1 0,3-1-2 0,-2-5 0 16,4-1-7-16,2-2 9 0,-8 2-5 0,-1 0 4 15,0 0-5-15,-6 3 0 0,1 1 2 0,-6 3-2 0,3 0 0 16,-4 3 8-16,1-1-2 0,3 0 5 0,-2 2-5 16,1 0 5-16,-3 0-1 0,-1 2 2 0,1 1-7 0,-1-1 6 15,1 4-4-15,0-1 3 0,-1-1-1 0,0 9-7 16,1 0 6-16,-1-4-6 0,-3 3 0 0,5-3 3 15,-5-2-2-15,5 1 4 0,-1-3-8 0,-1 1 4 16,-1-2-6-16,1-1 5 0,1 3-12 0,1-1-18 16,-3-1 4-16,1 0-13 0,0-2-36 0,-1 0-32 15,1-1-16-15,-1-1-11 0,3 0-134 0</inkml:trace>
  <inkml:trace contextRef="#ctx0" brushRef="#br0" timeOffset="22865.02">24841 14005 690 0,'-1'0'33'0,"-1"-2"57"15,0 0-53-15,0 0 2 0,0 0-5 0,0 0 2 0,0 0-12 16,1 1-1-16,-1-1 1 0,0 0-2 0,0 0 2 15,0 2 2-15,0 0 3 0,0 0-3 0,1 0-4 0,-1 0 7 16,0 0 0-16,0 0 2 0,2 0 3 0,0 0-3 16,0-2 0-16,2 2-1 0,0 0-8 0,3 0-14 15,21-4 2-15,6 1-4 0,-2-1 2 0,1 2-7 16,-1 0 1-16,-8 2-2 0,2 0 0 0,-2 0 6 16,6 0-6-16,0 0 4 0,0 0-10 0,-4 0-8 15,-2 0-4-15,-3 0-4 0,-2 0-38 0,-1 0-57 16,-4 2-8-16,-1 0-27 0,-8-2-139 0</inkml:trace>
  <inkml:trace contextRef="#ctx0" brushRef="#br0" timeOffset="23074.36">24808 14259 838 0,'0'0'137'0,"0"0"-135"0,-2-2 142 0,0 0-65 16,0 0-71-16,1 1 13 0,1 1-4 0,0 0 8 15,0 0-1-15,1 0-8 0,3 0 4 0,7 0-5 16,23 1 8-16,-1-1-13 0,4-1 0 0,0-5-4 0,1-1 4 16,12-5-31-16,-2 5-10 0,0 0-15 0,-1-1-89 15,-8-1-87-15</inkml:trace>
  <inkml:trace contextRef="#ctx0" brushRef="#br0" timeOffset="24071.57">26473 12653 448 0,'0'-6'35'0,"2"-20"-5"0,8-24 33 15,-1 11 4-15,0 8-5 0,2 3 3 0,-5 9-13 16,1 4 1-16,-3 6-7 0,-2 2-18 0,0 3-7 15,-2 2-7-15,2-2 2 0,-1 1-3 0,1-1 12 0,0 2 3 16,0 0 0-16,2 0 3 0,-1 2-14 0,1 0 7 16,0 0-8-16,0 2 4 0,-1 0-14 0,1 2 2 15,3 7-4-15,5 11 2 0,1 4 0 0,-4 6-4 0,-2 3 3 16,-1 6-3-16,-4-2-1 0,-2 4 1 0,0-3-1 16,-4 1 4-16,2 4-6 0,2-4 2 0,0-2-2 15,0-10 2-15,0-4 2 0,0-3 0 0,0-5 1 16,0-1-6-16,-2 1 1 0,0-2 3 0,1-2 2 15,-1-2 7-15,-2 0-7 0,0 0-4 0,1-3 1 16,-3 1 6-16,4 0-3 0,-20-3 3 0,1 3-3 0,-3-2 1 16,-2-1-2-16,6 1 1 0,1-3-1 0,-3 4-1 15,3 1-1-15,1-2-1 0,-3-1 1 0,3 1 10 16,-1-1-8-16,3-2 0 0,3 1-3 0,1-3-1 0,5 0 0 16,0 0 4-16,5-2-1 0,-2 2 11 0,2-2-3 15,-2 3-3-15,1 1 1 0,-1-2-8 0,2 0 6 16,0 0 3-16,1-1-1 0,1 1 5 0,1 0-7 15,1-2 4-15,2 0-4 0,26-4 3 0,3-1 0 16,6-4-5-16,7-1 3 0,3-1-3 0,-1 2-2 16,2 0 1-16,-3-1-1 0,-5 5 0 0,-3-1-5 15,-3 1 4-15,-9 1-3 0,1 0 11 0,-5 2-9 16,-7 0 4-16,-3 1-5 0,2-1 5 0,-9 2-1 0,1 0-2 16,-3 0 0-16,-2 0-6 0,0 0 0 0,1 0-4 15,1 0 2-15,0 0-18 0,-2-2-16 0,-1 0-5 16,1 0-5-16,0 0-30 0,-2 0-35 0,0-1-2 0,-2-1-12 15,0 0-7-15,1 2 40 0,-22-10 4 0,-3 2 13 16,-3-6 25-16,-5-10 13 0,8 5 0 0,-13-7 6 16,13 2 19-16,8 2 12 0,-18-13 1 0,21 0 4 15,-16-8 12-15,1 4 15 0,4 4 8 0,0 6 3 16,4-1 36-16,1 1 37 0,5 5-3 0,-1-2 12 16,6 5-13-16,3 9-17 0,1-3-10 0,3 4-1 0,2 4-34 15,1-3-1-15,-5 5-7 0,2 1 0 0,1-1-20 16,1 3 2-16,0-3 1 0,2 1-1 0,2-1-1 15,3-2 0-15,18 3-2 0,21-3 0 0,8 1-8 0,2 3-5 16,2-1-5-16,-8-18-1 0,-2 11-26 0,-7 6-27 16,0 5-10-16,-3 2-11 0,-8 2-65 0,-1 3-71 15</inkml:trace>
  <inkml:trace contextRef="#ctx0" brushRef="#br0" timeOffset="24880.7">27238 12967 901 0,'-1'0'20'0,"-1"-2"53"16,-2 0-70-16,-2 0 7 0,-7-3 4 0,4 1-2 16,-2 0-5-16,0 2-1 0,-4 0-4 0,-2 1 3 15,-1 1 4-15,-1 0 2 0,-1 1 2 0,1 5 0 16,-3 1 3-16,1 3-6 0,1 1 1 0,-2 4-2 15,1-8 3-15,-1 14 7 0,0 3-3 0,-1 0 5 16,1 0-9-16,6 2-4 0,-1-4 1 0,9 2-3 16,1-1-6-16,-8-1 2 0,6-2-2 0,3-3 5 0,4 2-1 15,2-3 1-15,2-3-4 0,4 0 2 0,-1-2-11 16,-3-7-16-16,17 2-1 0,3-4-9 0,6 14-30 0,2-6-20 16,1-9-1-16,4-6-2 0,4-8 16 0,0-4-1 15,2-3 12-15,6-3-7 0,-6 1 22 0,12 20 14 16,-4-22-6-16,1 0 8 0,4-2-5 0,-10 2-6 15,5 0 8-15,-9-2-4 0,-3-2 28 0,-5 4 3 16,-6-4 6-16,-7-2 2 0,-1 1 36 0,-5 4 31 16,-2-4 2-16,-3 6 10 0,-5 10 19 0,9-1-19 15,-5 2-1-15,-5 9-8 0,-2 1-29 0,2-4-3 0,-2 3-7 16,0-1 2-16,0 2-15 0,0 0-2 0,-2 0 2 16,0 0-2-16,-2 1 3 0,2 1-10 0,-14-2 1 15,3 2-4-15,-4 5 3 0,0 5 2 0,-1 3-2 16,-1-10 3-16,1 21-1 0,-1-1-5 0,4 5 1 15,-3-1-3-15,1-1-9 0,6 0 9 0,-6 0-8 0,10 0 7 16,3 0-10-16,0 0 3 0,-11-2 5 0,4-1-3 16,4-1 5-16,3-3 6 0,4-3 1 0,0-3 3 15,4 0 12-15,0-3 6 0,1-1 1 0,-1-2 2 16,14-5 5-16,5 0-13 0,-3 2 1 0,4 11-5 16,2-4-7-16,-4-8-4 0,8-3-1 0,2-1 0 15,-3-7 2-15,1-3-9 0,-2-2 3 0,0-2-6 0,-4 0-3 16,-5 12 3-16,-1-18 1 0,-7-1 0 0,-1 0-4 15,1-1-3-15,-8-3-3 0,3-2 1 0,11 2 4 0,-6-7-11 16,-7 3 5-16,-4-1-5 0,-6 1 8 0,-3 4-3 16,-4-2 4-16,-2 2-5 0,11-3 0 0,-18 10 6 15,-2 0-2-15,3 14 4 0,-3 1-6 0,4-1 2 16,1-8-1-16,-1 3 4 0,5 5 9 0,2 3-12 16,0 2 4-16,0 0-9 0,5 0-1 0,3 2 9 15,-4 3-4-15,5 3 5 0,0 14-1 0,2 8 7 16,-13-8 4-16,8 8 0 0,5-1-1 0,2-4-3 15,6 1 3-15,-3-8 0 0,5 3 4 0,-1-3 2 16,3 3-3-16,1-3 3 0,4 2-7 0,-14-3 9 0,18 2-3 16,0-3 5-16,3 3-10 0,0 1 6 0,2-1-8 15,2 0 6-15,-2 1-17 0,1-3 7 0,-1 3 0 16,0-1 3-16,0-1-8 0,-4-1-17 0,1-2-2 16,-4-2-4-16,1 0-10 0,-3 0-28 0,-2-8 0 0,4 5-10 15,-12-7-16-15,1-1-37 0,5 4-42 0,-9-2-10 16,-2-3-226-16</inkml:trace>
  <inkml:trace contextRef="#ctx0" brushRef="#br0" timeOffset="25396.44">26373 13884 702 0,'-2'0'49'0,"0"0"-6"0,1 0 5 0,-1 0 10 16,-13-4-23-16,2 0-12 0,2 3-7 0,3-1-6 15,-1 0 2-15,3 2-9 0,3 0-2 0,-3 0 3 0,4 0-2 16,0 0 5-16,-1 0-2 0,-1 0 2 0,0 0-2 16,2 0 6-16,1 0 9 0,-1 0 1 0,0 0 4 15,0 0 16-15,0 0-11 0,2 0 2 0,0 0-8 16,0 0-7-16,2 0 5 0,0 0-6 0,3 0 5 16,16 2-6-16,3 0-9 0,4-1 6 0,5-1-7 15,4 0 8-15,14 0 4 0,-3-3-6 0,2-1 4 0,8-2-4 16,-3 3 2-16,7-1 5 0,1-3-4 0,0-1-2 15,0 1-4-15,4-1 0 0,3 3-1 0,6-3 1 16,4 1 0-16,-2-1-5 0,4 3 3 0,-2 1-9 0,-11 0 7 16,-1-3-4-16,-12 0 5 0,-4 1-8 0,-6 2 3 15,-3 2 7-15,-8 2-3 0,-5 2 4 0,0 0-3 16,-6 0-5-16,-4 0 2 0,-3 0 3 0,-4 0-1 16,-4-1 1-16,-7-1-1 0,6 2-2 0,-5 0 6 15,1 0-1-15,0-2 3 0,-1 0 1 0,-1 0-25 16,0 0-10-16,0 0-9 0,-2 0-56 0,0 0-74 15,0 0-17-15</inkml:trace>
  <inkml:trace contextRef="#ctx0" brushRef="#br0" timeOffset="26330.51">26954 14311 456 0,'0'-2'67'0,"-2"-2"111"16,2 3-142-16,-5-14-3 0,3 5-11 0,0 5 8 16,0-4-16-16,2 5-6 0,0-2 6 0,0 3-5 15,0-1 13-15,0 0 0 0,0 0-2 0,0 3 2 16,0-1 3-16,0 0-10 0,2 0 1 0,0 0-3 15,0 2 4-15,0 0-6 0,0 2 4 0,1 2-3 16,7 12 6-16,6 23-11 0,-6-1 3 0,-3 2-5 0,-3 7 3 16,-4-6-7-16,0 5 3 0,0-3-4 0,-2-4 5 15,0-6-3-15,0 2 2 0,0-9-3 0,2 0 2 16,0 0-2-16,0-3 0 0,0-5 1 0,0 1 5 16,0-4 2-16,2-2 5 0,0-2-1 0,0-2 12 0,0-3-3 15,-2-3 0-15,0-1 0 0,2 2 17 0,1 0-7 16,1-2 5-16,7 1-7 0,6-1-12 0,5-6-3 15,0-5-8-15,6 7 4 0,4-31-6 0,1-1-5 16,1 5 7-16,-6-3-7 0,1-1 12 0,-3-4-10 16,-2-2 2-16,-1 5-4 0,-3-5 8 0,-1 0-8 15,-4 4 5-15,-1-10-7 0,-1 12 2 0,-1 9-11 16,-1 1-5-16,-6 7-3 0,3 7-25 0,-5 3-65 0,-1 2-16 16,0 1-24-16,0 1-118 0</inkml:trace>
  <inkml:trace contextRef="#ctx0" brushRef="#br0" timeOffset="26598.91">27654 14740 842 0,'0'0'20'0,"0"0"45"16,0 2-36-16,0 0 8 0,0-1 4 0,0 3-4 0,2 11-13 15,2 7 1-15,-2 4-3 0,-2 0 3 0,0 2 4 16,0-2-4-16,0-2 0 0,-2 2-1 0,-2-2-6 15,0 0-4-15,1 1-1 0,-1-5 0 0,2-3 0 0,0-1-10 16,0-1 3-16,1-5-4 0,-1-3 7 0,2-3-6 16,-2 1-7-16,0 1 1 0,0 1-15 0,0-3-13 15,0 0-7-15,1-2-7 0,-1-2-55 0,0 0-14 16,0-2 0-16,0-2-4 0,-7-22 10 0,1 0-15 16,3-7-18-16</inkml:trace>
  <inkml:trace contextRef="#ctx0" brushRef="#br0" timeOffset="26769.92">27394 14636 208 0,'-1'0'157'0,"-1"0"-112"0,-2-2 162 16,-7-2-58-16,0 1-55 0,7 3-14 0,-3-2-4 15,3 0-5-15,0 0-28 0,0 2-21 0,3 0 5 0,-1 0-7 16,2 0 22-16,0 0-1 0,2 0 0 0,1 0-1 16,20 0-8-16,19 0-11 0,-1-2-2 0,9-2-3 15,-3-1-12-15,-3-1 1 0,1 1-6 0,-4-1 1 16,-1 1-34-16,-2-3-71 0,-5 3-9 0,-1-1-30 15,-1 2-118-15</inkml:trace>
  <inkml:trace contextRef="#ctx0" brushRef="#br0" timeOffset="27156.5">28347 13763 812 0,'0'0'62'15,"0"0"-4"-15,-2-2 6 0,0 0-2 0,0 1-21 16,2-1-27-16,0 2 1 0,0 0-3 0,0 0 4 16,2 0-2-16,0 0-1 0,2 0-2 0,11-2 0 0,11 0-2 15,-2 0-3-15,0-2 2 0,0-1-4 0,0-1-9 16,-2 3 9-16,-1-1-10 0,-3 0 8 0,-3 2-29 15,-2 0-41-15,-3 2-6 0,-3 0-17 0,-5 0-63 0,2 0-100 16</inkml:trace>
  <inkml:trace contextRef="#ctx0" brushRef="#br0" timeOffset="27297.1">28299 13901 408 0,'0'0'42'0,"0"0"0"0,0 0 32 15,0 1-6-15,0 1 3 0,0 0 16 0,0 0-22 16,1 0 8-16,3 0-15 0,4 0-16 0,12 3-3 0,4 1-4 15,4-3 2-15,4-3-7 0,5 0-14 0,2-3-3 16,2-5-3-16,1-1-5 0,7-2-32 0,-1 0-33 16,8-4-9-16,1 2-176 0</inkml:trace>
  <inkml:trace contextRef="#ctx0" brushRef="#br0" timeOffset="27900.51">29426 12814 40 0,'0'-3'26'0,"0"-14"0"0,0-26 19 0,0 2 2 0,2 4-13 16,3-5 8-16,-1 3 3 0,-1 5-1 0,3 1 4 15,-2 3 19-15,-1 4-6 0,1 4 9 0,-2 3-2 16,0 6-8-16,-2 6 6 0,0 1-7 0,0 3 2 0,0-1-20 15,0 0-3-15,0 0-6 0,0 3-20 0,0-1 20 16,0 0-10-16,2 0 12 0,0 2-14 0,-1 0 5 16,1 2-2-16,0 2 2 0,4 12-8 0,5 16-6 15,0 3 2-15,-2 10-4 0,1 3-5 0,-5 8 4 16,-1 5-8-16,1 4 6 0,-3-4-8 0,-2-7 6 16,-2-2 2-16,-1-6 1 0,-3-3-7 0,1 0 0 15,-3-8-1-15,1 0 0 0,-1 1-4 0,1-3-4 0,1-1-4 16,-1-5-2-16,-1-1-33 0,1 0-42 0,1-1-27 15,1-9-7-15,-1 1-113 0</inkml:trace>
  <inkml:trace contextRef="#ctx0" brushRef="#br0" timeOffset="28442.47">30024 12800 895 0,'0'0'31'16,"-2"0"-27"-16,0 0 33 0,0 0-14 0,0 0-18 16,-2 1-4-16,1 3-5 0,1 18 2 0,-13 8 6 0,2 4-3 15,4 1 1-15,-2-5-2 0,-1 1 0 0,3 1 1 16,-6-4 5-16,-1 1-4 0,10 3 0 0,-9-6 3 16,6 2-1-16,1-6 1 0,1-2 6 0,-4-5 1 15,3-2 6-15,3-4-4 0,3-1 6 0,0-3 6 16,2-1-6-16,0 0 5 0,-2 0-11 0,0-1 15 15,1 1 8-15,-1-2 2 0,0 0 22 0,2 0-35 16,0-1-2-16,0-1-12 0,0 0-11 0,0-1 2 16,2-3-2-16,1-7 1 0,10-12-5 0,0-1 2 15,2 2 0-15,-2 2 0 0,0-1 0 0,-2 3 0 0,1-1 1 16,-3 2 1-16,0 1 0 0,-3 6-3 0,-3 3 3 16,1 1-2-16,-4 5 6 0,0-1-6 0,4 0-1 15,0 0-2-15,3-2 4 0,-1 2 3 0,-1 1-3 16,3 1 2-16,-1 0 1 0,-1 1-1 0,-1 1 8 0,1 2-6 15,-3 5 6-15,1 2-9 0,0 0 1 0,-2-1-2 16,0-5 5-16,-1-3 6 0,1 0-2 0,2 0 3 16,2 2-1-16,3 1-5 0,2-1 1 0,8-4-3 15,3-4-2-15,2-7-1 0,4-8 0 0,-2 14 0 16,0-19-1-16,0-2-1 0,-2 0-2 0,4 2 1 16,-6 0-2-16,-2 3 4 0,1 4-3 0,-6 3 3 0,3 4-8 15,-7 1 5-15,-1 3-1 0,-5 5 3 0,1-1 1 16,-1 2 5-16,-3 0 1 0,17 5 1 0,-15-3-3 0,-3 6 2 15,1 18-5-15,9-6 5 0,-3 4-6 0,-4 0 0 16,-4 2 1-16,-2-3-1 0,-2-1 5 0,-3-2-13 16,-1-3 5-16,1-2-9 0,1-4-5 0,2-4-28 15,3-1-6-15,1-4-10 0,0 0-51 0,-2 1-17 16,0 1-16-16,2-2-8 0,0 0-154 0</inkml:trace>
  <inkml:trace contextRef="#ctx0" brushRef="#br0" timeOffset="28911.08">30974 12644 985 0,'0'0'40'16,"0"0"-3"-16,-2 0-18 0,0 1 6 0,1 1-25 16,-1 2 5-16,-4 9-5 0,-9 24 6 0,4 2-6 15,2-5 0-15,1 3 3 0,3-6-1 0,-3 5 3 16,3-5-3-16,1-3-3 0,-1 0 1 0,1-6-3 15,-2 4 4-15,1-2 2 0,1-3 0 0,-2-3 1 0,3-3 2 16,-1-4 5-16,2-2 2 0,0-3 0 0,2-2 3 16,-2-1 3-16,1 1-5 0,-1 0 5 0,0-2-2 15,0 0 2-15,0-1-3 0,0-1 1 0,0-1-15 0,1-1 0 16,1 0-2-16,-4-20 1 0,2-6-1 0,2-4-7 16,4-5 5-16,3-9-4 0,4-4 9 0,0 1-2 15,4-6 2-15,2-1-3 0,-2 0-6 0,0 6 9 16,0 4-4-16,-4 14 6 0,0 6-2 0,-2 2-1 15,-1 7 1-15,-5 6-1 0,1 2 4 0,-4 7-2 16,2-2 0-16,0 0-2 0,0 1-5 0,-1 1 10 16,3 0-2-16,0 0 5 0,0 2-8 0,-1 0 4 0,5 6-1 15,-1 14 2-15,-1 14-1 0,5 3 0 0,0 5 1 16,13-1-2-16,-11-5 0 0,11 3-1 0,-3-6 3 16,-6 4-2-16,3 0 3 0,1-5-1 0,-8-2-4 15,0-6 4-15,4 0-5 0,-10-6-2 0,12 7 2 0,-15-9-1 16,7-3 11-16,-1-2-11 0,-3-1 0 0,1-1-3 15,-4-3 0-15,0 1-18 0,-1-1-1 0,-1-5-9 16,0 3-21-16,0 0-41 0,0-1-14 0,0 1-12 16,-1-2-69-16,-1 0-8 0</inkml:trace>
  <inkml:trace contextRef="#ctx0" brushRef="#br0" timeOffset="29084.58">30801 12989 444 0,'0'0'64'0,"0"0"-4"16,0 0-2-16,0 0 10 0,0 0-27 0,2 0 19 0,0 0-18 15,2 0 1-15,-2 0-6 0,20 2 7 0,6 0-8 16,2 0 8-16,12-2-9 0,-1 0 1 0,2 0-10 16,7-2-7-16,-7-2 1 0,1 0-9 0,5 2-20 15,-7 1-7-15,-8 1-10 0,-5 0-64 0,-12 0-62 16,-4 0-11-16</inkml:trace>
  <inkml:trace contextRef="#ctx0" brushRef="#br0" timeOffset="29472.43">29392 13971 597 0,'-2'0'41'0,"1"0"-36"0,-1-2 44 0,0 0-19 0,0 1-20 16,0-1 0-16,0 0 0 0,0 0 1 0,1 0 6 16,-1 0 4-16,0 0 3 0,0 1 1 0,2-1 10 15,0 0 7-15,0 0-1 0,2 0 4 0,0 0 4 0,1 0-5 16,25-11-3-16,4 2-1 0,12 0-15 0,6 2 7 16,10 0-4-16,10-1 3 0,-3 3-13 0,8-2-4 15,-3 1 0-15,-1-1-1 0,5 1 0 0,3 1-5 16,9 0 0-16,5-3-2 0,5 3 2 0,-1 1-5 15,-5-1 4-15,-10-1-4 0,-8 1 4 0,-3-2-3 16,-6 3 2-16,-4 2-3 0,-5 1-2 0,3 3 0 16,-7-2-2-16,-2 2 0 0,-7 4 1 0,-11-1-4 0,-3 3 0 15,-23-6-3-15,11 4-10 0,-8-3-21 0,-7-1-8 16,5 2-5-16,-3 0-31 0,-2 0-53 0,-2 2-10 16,0 3-21-16,-8 10-53 0</inkml:trace>
  <inkml:trace contextRef="#ctx0" brushRef="#br0" timeOffset="29924.19">29350 14450 829 0,'0'-2'68'0,"0"0"-12"0,-2 1-5 16,0-1 15-16,0 0-39 0,2 0-6 0,0-2-10 16,2 2 9-16,0-1-10 0,9-5-1 0,28-12 16 15,5 1-11-15,5 4 13 0,3-1-14 0,1 1 2 16,9 2 5-16,-12 4-4 0,2 7-11 0,-9 4 1 16,-14 3-10-16,3 5 7 0,-10-1-7 0,-7-2 4 15,-2-1 0-15,-6 14 4 0,-1 1 6 0,-2 10-10 0,11-9 8 16,-2 12-9-16,-8-3 4 0,-5-5-3 0,-4 0 0 15,-7-3-1-15,-5 3 2 0,4-2 2 0,-25-2-2 16,9-1 3-16,-18-5 2 0,5 1-1 0,8 0 5 16,-10-1-6-16,8 1 0 0,-4-4 5 0,3 0-7 15,14-4 8-15,0 1-2 0,9-7-1 0,2-1 1 0,3 0-2 16,6-2 0-16,-1 4 2 0,-1 0-1 0,2-1 2 16,0 1 8-16,0 0 8 0,2-2-2 0,0-1 1 15,2 1-6-15,2 0-1 0,33 9 4 0,15-5-3 16,0-6-1-16,8-2-8 0,5-2 0 0,-6-1-3 15,-1-1-2-15,-3 1 4 0,-3-1-8 0,0 2 3 0,-4 1-14 16,-1-1-6-16,-3 2-6 0,-1-2-1 0,-2 1-38 16,0-3-18-16,-2-1-10 0,11-1-8 0,-7 1-100 15,-1-3-127-15</inkml:trace>
  <inkml:trace contextRef="#ctx0" brushRef="#br0" timeOffset="30311.19">30859 14175 380 0,'0'0'156'0,"-2"0"23"0,0-1-46 15,0-1-60-15,1 0-24 0,-3 0-37 0,-4 2-1 0,-3 0-5 16,-5 0 3-16,-1 4-7 0,2 3 1 0,-4 6-1 16,1 8-1-16,-3 10 2 0,3 3-3 0,-1 8 3 15,6-10-3-15,-7 5-1 0,0 2 3 0,-1-2 3 16,1 0 2-16,5-2 8 0,0-1 0 0,2-3-2 0,-2-5 2 15,4 2 5-15,-6-4 7 0,8-1-2 0,5-1 3 16,4 0 9-16,2-3-5 0,0-2 5 0,4-1-5 16,1-3 7-16,2-2-8 0,6-1-4 0,13-3 0 15,-2-1-5-15,6-4-5 0,-1 16 1 0,1-7-4 16,-5-5-8-16,-1-4 1 0,2-2 1 0,-2-2-1 0,-3-2-3 16,-7 0 3-16,-3 1-4 0,-2-1 3 0,-1-2 3 15,-5 3-4-15,-3 3 1 0,9-17-2 0,-3 2-2 16,-3-2-8-16,-3-1 3 0,-2 1-6 0,-4-3 5 15,-1 5-10-15,-3 4 2 0,-3 3-5 0,-18 5-2 0,-3-16-7 16,-3 6 4-16,-4 6-5 0,4 5 1 0,-4 2-21 16,3 2-2-16,-5 5-9 0,10 0-42 0,7 1-69 15,-2 1-44-15</inkml:trace>
  <inkml:trace contextRef="#ctx0" brushRef="#br0" timeOffset="30931.52">31225 14591 662 0,'0'-2'36'0,"-2"1"80"15,0-1-91-15,0-2 10 0,0 0 0 0,2 2 1 16,-1-1-10-16,1 1 2 0,0 0 6 0,-2-2-3 15,0 1 0-15,0-1-20 0,0 2 3 0,0 0-4 0,-1 0 14 16,-1 2-8-16,0 2 5 0,-3 0-5 0,3 2-1 16,0 1 4-16,2 14-7 0,-12 1 6 0,2-3-4 15,3 0-9-15,0 1 2 0,1-3-4 0,5-2 8 0,-1 2-7 16,2-4 3-16,0 0-4 0,0-1 6 0,1-5 0 16,1-1 0-16,0 0 0 0,0-3 0 0,-2 3 2 15,0 0 7-15,0 0-2 0,0-1 29 0,0-1-17 16,0 0 1-16,2 0-9 0,0 0-10 0,0 0 0 15,0-2 0-15,0 0-1 0,0 0-2 0,0-2-9 16,0 0 0-16,2-2-3 0,2-3 2 0,5-8 3 16,2-4-3-16,-1 3 3 0,1-1 0 0,2-4-4 0,-2 5 5 15,-9-1-5-15,7 2 4 0,2 13-4 0,0-1 3 16,-3-3-2-16,-3 2 2 0,1 1 1 0,0-1-9 16,-5 4 7-16,9-4-3 0,1 2 6 0,0 2 6 15,6 4-3-15,-6 2 0 0,-4-3-4 0,-1 1 1 16,-2 15-1-16,7-3 8 0,-2-1-6 0,-3-2-2 0,-1-2 0 15,-1-1 4-15,0-1-3 0,-1-2 7 0,-1-3-6 16,0 0 6-16,2-1-1 0,-1-1 1 0,14 9-1 16,0-3-7-16,7-3 4 0,-2-5-3 0,4-1 4 15,0-7 0-15,0-1-2 0,0-2-3 0,2-4 1 16,0 0-2-16,-2 2 1 0,2-2 2 0,1 4 0 16,-1 0-6-16,0 2 5 0,0 3-3 0,-8 2 4 0,8 1-5 15,-4 3 2-15,-11 0-2 0,2 1 2 0,-2 1-6 16,-5 0 7-16,7 4-3 0,-6-3 2 0,-5-1-8 15,-1 2-16-15,-1 0-4 0,6 7-6 0,-1 2-31 0,-3-4-34 16,-2-3-4-16,-2-1-12 0,0-3-33 0,0 2-75 16,0 0-11-16</inkml:trace>
  <inkml:trace contextRef="#ctx0" brushRef="#br0" timeOffset="31306.7">31956 14524 88 0,'0'-1'59'0,"0"-1"-4"0,0-2 46 16,0 0-8-16,-1-14-2 0,1 5-10 0,0 9-9 0,0-5 8 15,0 5-10-15,1 0-6 0,1 1-14 0,0 1-3 16,0-2-4-16,0 2-10 0,-2-2 4 0,0 3 0 16,0-1 1-16,0 2-1 0,2 0 2 0,0 0-4 15,-1 2 3-15,1-1-19 0,0 3 4 0,0 13-8 0,0 0 7 16,3 7-14-16,1-2 4 0,1-2 0 0,1 5-1 16,-5-11-12-16,5 7 9 0,-1-1-8 0,-1-1 8 15,1-1-14-15,-1-3 10 0,-2 0 0 0,1 2 4 16,1-2-2-16,-1 1 3 0,-1-3-1 0,2 0 2 15,-1-1-5-15,-1-3 6 0,0-2-6 0,-1-1 6 16,1-1 3-16,-4-3-5 0,2 2 4 0,-2-2-5 16,5 0-2-16,5 0 7 0,-7-1-3 0,1 3 4 0,0-2 2 15,1 0-4-15,3 0-2 0,3 0-1 0,2-2-7 0,-2-2 4 16,2-4 5-16,2-5-4 0,0-6-1 0,2-11-4 16,-4-9 0-16,5-2 1 0,1 2 4 0,1-7-8 15,1-3 4-15,-1 1-3 0,-1-14 9 0,-1 1-9 16,3 1 3-16,-3 5-3 0,3 8 3 0,-3 4-3 15,-1 8 0-15,1-1-2 0,-5 5 2 0,0 3-14 16,0 1-5-16,-1 5-8 0,4 3-65 0,-5 4-106 16,-3-2-194-16</inkml:trace>
  <inkml:trace contextRef="#ctx0" brushRef="#br0" timeOffset="32191.86">20944 16053 549 0,'0'-2'44'0,"0"-2"90"0,-2-15-117 16,2-7 8-16,0 12-4 0,0-5 5 0,0 8 10 16,0 2-16-16,0-1 10 0,0-3-12 0,0 2 9 0,0 9 7 15,0-1-6-15,0-1 6 0,0 0-20 0,0 2 0 16,0 0 0-16,0 1 0 0,0-1-2 0,2 2 5 16,0 0-1-16,0 2 3 0,0 1 5 0,1 16-6 15,3 14 5-15,0-1-5 0,-1 1 6 0,1-5 17 16,1 2 4-16,1-12 6 0,-1-5 22 0,0-1 7 15,12-7 3-15,14-3 1 0,16 22-1 0,8-13-36 16,6-16-6-16,12-14-10 0,-7-11-27 0,14 12 3 16,2-42-1-16,7-5 1 0,9-3-9 0,13 5-20 0,6-1-7 15,3 3-5-15,5 2-33 0,-1-2-42 0,4-4-11 16,18-12-25-16,7 9-175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27:49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26572 3271 16 0,'0'0'1'0,"0"0"10"0,0 0 5 16,0 0 2-16,-2-2 12 0,0 0-5 0,0 0 1 0,0 0 11 15,1 1-8-15,-1-1 28 0,-2 0-28 0,0 0 2 16,-9-2-13-16,-3-1-16 0,6 3 7 0,-6-4-6 16,8 4 7-16,-5-1-3 0,0-1 11 0,2 0 1 0,2 2 1 15,-2-1-12-15,-1-1 6 0,-1 0 0 0,2 1 3 16,0-1-2-16,0 0 6 0,2 0-2 0,-2 1 3 16,3 1-9-16,3 0-4 0,-3-2 0 0,3 2 1 15,-1-1 1-15,2 1-2 0,1 0-2 0,-1 0 1 16,2 2-4-16,0 0 7 0,0 0-9 0,-1-2 8 15,-1 0-12-15,0 1 9 0,0-1-3 0,3 0 4 0,-1 0-9 16,0 0 4-16,0 0 2 0,0 0 2 0,0 1 7 16,0-1-2-16,2 2-4 0,0 0 2 0,0 0-4 15,2 0 1-15,0 0 7 0,2 2-6 0,1-2 4 0,14 5-10 16,0 1 1-16,1-3-3 0,6 3 3 0,2 0-1 16,2-3 0-16,5 1 0 0,4 0 4 0,5-1-6 15,7-1 2-15,6 0-4 0,-1-2 2 0,3 0 3 16,1-2-1-16,-3 0 4 0,1-1 3 0,5-1 3 15,2 0-5-15,7 1 4 0,4 1-2 0,14 0-2 16,2 0 7-16,-1-2-7 0,2-1 4 0,-9-1-9 16,-3 2 4-16,5 3-4 0,1 1 10 0,4 0-16 0,2 0 7 15,0-2-8-15,-10 0 14 0,-5 2-11 0,-5 0 1 16,-14-2-3-16,1 2 4 0,-7 0 6 0,-1 2-5 16,4 2 4-16,-8-3-8 0,6 1 3 0,-7 2 2 15,-1-2 1-15,-9 2-2 0,-2-3-1 0,-5 1-1 0,-19-2 0 16,8 2 0-16,-15-2 5 0,7 0 2 0,-2 0 0 15,-3 0-8-15,-1 0 13 0,-1 0-1 0,0 0 6 16,-3 0-2-16,1 0-8 0,0 0 1 0,0 0-3 16,-2 0-2-16,0 0-2 0,-2 0 4 0,0 0-2 15,-1 0 6-15,-12-2-3 0,-9 0-5 0,-1 1 2 16,5 1-7-16,-12-2 6 0,8 0 1 0,0 0 3 16,-13-2 2-16,5 2-7 0,-7 1-4 0,-1-1 0 15,3 0 4-15,-4 0 1 0,-2 2 3 0,-2 0-3 0,-3 0-10 16,-2 0 13-16,-19-2-9 0,-1 2 10 0,-3 0-13 0,-14-2 7 15,13 2 1-15,-8-2 3 0,0 1 2 0,6-1-8 16,-5 0 2-16,1-2-4 0,-2 2 10 0,-5 0-5 16,0 2 5-16,1-1-5 0,6-3 9 0,12 0-6 15,3 0-2-15,5 1 0 0,-1-1-1 0,5 2 2 16,-1 2 1-16,-3 0 0 0,1 2-10 0,3-2 9 16,6 0-4-16,7 2 7 0,-3-2-4 0,9 0-1 15,-2-4 3-15,11 2-3 0,7 2 0 0,1 0 3 16,7 0-6-16,0 0 6 0,6 0-2 0,1 0-6 0,4 0 5 15,0 0-5-15,0 0 9 0,-1 0-4 0,-1 2-1 16,2 0-3-16,0 0-2 0,0 0 8 0,2 0 0 16,0-1 3-16,2 1-11 0,2 0 8 0,26 15 0 0,5-2 6 15,21-2 0-15,9-4-6 0,7-2 1 0,10-1-3 16,-6-2-1-16,6-1 5 0,5 1-9 0,4 0 9 16,11 1-4-16,9 1 1 0,3-2 6 0,1-1-4 15,-4-1-4-15,-5 0 6 0,2 0-4 0,7 2 6 16,4-1-7-16,3 1-3 0,-5 0 0 0,-13-2 0 15,-7 1 9-15,-8 1-5 0,-2 2 1 0,2-1-3 0,-9-1-3 16,-8 0 8-16,-3-1 0 0,-15-1 3 0,-2 0-7 16,-9 2-5-16,-14-2 6 0,-6 0-5 0,-7-1 12 15,-4 1-4-15,-5-2-1 0,-5 0 1 0,2 0 9 0,-1 0-5 16,-1 0 2-16,0 0-3 0,-2 0-6 0,-2 0 0 16,-3 0 0-16,-47 2 1 0,-10 0-1 0,-1-2-1 15,-2 0 0-15,0-2 0 0,6 0 1 0,-6-1 3 16,-2-1-1-16,2 0 1 0,-4 0-4 0,1 1 0 15,-5 1 1-15,-10 0 2 0,-5 0-1 0,-6 0-6 16,-5 0 4-16,3 1-4 0,-1-1 4 0,1 0 6 16,-10 0-9-16,-8 2 6 0,-4 0-7 0,-5 0 4 15,10 0 0-15,5-2 1 0,12-2-4 0,3 3 7 16,0-3 0-16,0 2 4 0,4 0-9 0,5 0 5 0,10 2-4 16,17 0 4-16,6-2-4 0,12 2 2 0,4-1 2 15,5-1-1-15,6 0-4 0,9 2 5 0,1 0-5 16,6 0 5-16,1 0-5 0,5 0-5 0,-2 0 3 0,1 0-3 15,1 0 9-15,0 0-6 0,2 0 5 0,2 0-5 16,1 0 3-16,29 2 2 0,24 0-6 0,22-1 4 16,1 1-3-16,20 0 3 0,-1 0-2 0,-5-2 2 15,11 0-1-15,-4 0-4 0,8 0 10 0,2 0-7 16,14 0 8-16,2 0-9 0,-3 0 4 0,5 0-4 16,-13 0 8-16,13 2-5 0,-2 2-1 0,1-3 0 0,-5 3 1 15,-18-4-1-15,-4 2 2 0,-9 4-1 0,-1-3 4 16,-3 3-3-16,0-2-1 0,-13-1-1 0,-3 1 1 15,-10 0-3-15,-14-1 5 0,-7-1-3 0,-6 0 1 0,-10 0 3 16,-7 0-3-16,-4 0 3 0,-8-2 6 0,-3 0-8 16,0 0 8-16,2 0-8 0,-1 0 11 0,-1 0-12 15,0 0 2-15,-2 0-4 0,-4 0 5 0,-44 0-3 16,-17 0 1-16,-13 0-2 0,-11-2-6 0,-8-2 4 16,-1-1 1-16,-2-1 1 0,-2 0 1 0,-15 1-3 15,-4 1 0-15,-18-1 0 0,-2-3 2 0,5 1 6 16,-3 1-5-16,1 1 6 0,-6 1-9 0,-5-2 6 0,8 3 0 15,11-1 4-15,6 0 1 0,9 4-5 0,-6 0 4 16,4 0-5-16,11 0-3 0,4 0 2 0,18 0-1 16,14 0 5-16,3 0 7 0,6 0-8 0,11 2 3 15,5 0-5-15,12-2 4 0,8 0-4 0,7 0 0 0,14 0-2 16,-1 0-2-16,1 0 0 0,2 0 2 0,0 0-2 16,2 0 0-16,4 0-3 0,40 5 5 0,18-1-4 15,12-2 3-15,10-2-3 0,8 0-3 0,14 0 3 16,17 0 4-16,7 0-4 0,0-2 6 0,0 0-4 15,-10 0 8-15,10 1-5 0,2-1-4 0,4 2 1 16,-1-2-4-16,-12 2 9 0,5 0-1 0,-2 0 3 16,-1 0-9-16,1 0 6 0,-13 0-2 0,-13-2 3 0,-1 2-3 15,-18 0 2-15,-3 2 0 0,0 3 1 0,-13-1 1 16,-3 0-4-16,-10-2 0 0,-13 0-1 0,0-1 2 16,-10 1-2-16,-10-2 1 0,-8 0-1 0,-7 0 7 0,-2 0 12 15,1 0-6-15,1 0 6 0,-2 0-16 0,-2 0-2 16,-2 0 4-16,-18-2-4 0,-42-1 6 0,-8-1-7 15,-5 0 3-15,-4 2-2 0,-5-1 7 0,-7 1-11 16,-9-2 4-16,-10 2-6 0,-9-1 3 0,-11-1 3 16,2 0-4-16,4 0 4 0,-4 1 0 0,2-1-1 15,-15 4-1-15,3-2 1 0,3 0 2 0,6 2-1 16,14 0 1-16,-5 0-1 0,1 0 7 0,6 0-11 0,9 2 2 16,18 0-4-16,10 0 8 0,11 2 3 0,9-1-4 15,12 1 1-15,9 0-5 0,12-1 0 0,10-1-3 16,10-2 2-16,-1 2-5 0,0 0 10 0,2 0-1 15,0 0 5-15,2 0-3 0,2-1-3 0,22 7 0 0,34 5-3 16,9-6-4-16,20-3 6 0,8-2-8 0,22-2 7 16,7 0-6-16,1-2 9 0,10-2 3 0,8 4 1 15,7 0-4-15,8-3-5 0,2 3 2 0,-10-2-2 16,3 0 9-16,1 2-2 0,0 0 1 0,-8 0-3 16,-10 0 0-16,-10 0-3 0,-3 0 3 0,-4 0 0 15,-1 0 0-15,-8 0 2 0,-15 0-3 0,-15 0 3 0,-15 0-4 16,-12 0 4-16,-4 0-3 0,-12 2 4 0,-8 0 1 15,-6-2 1-15,-12 0 7 0,-4 0-5 0,-5 0 8 0,2 0-3 16,-2 0-4-16,-2 0 3 0,-2-2-4 0,-6 0-4 16,-44-9 2-16,-12 1-4 0,-20 3-6 0,-14 0 5 15,-14 1-4-15,-14 2 5 0,1-1 3 0,-3 1-1 16,-7 0-3-16,-3 1 0 0,-14-1 1 0,2-4-1 16,3 5 1-16,6-1-1 0,7 2-4 0,1 2 7 15,-3 0-2-15,6 0 4 0,8 0-6 0,12 0 0 16,8 0 0-16,7 2 1 0,8 0 1 0,5 2-1 15,15-1 1-15,15-1-2 0,10 2-4 0,12 0 8 0,6-3-7 16,15-1 6-16,3 0-10 0,4 0 8 16,-2 2-3-16,3 0 4 0,-1 0-3 0,4 0-8 0,-1-2 6 15,55 17-6-15,13-10 15 0,14-3-12 0,10-4 6 16,13-2-9-16,4-2 10 0,14-1 0 0,13 3-4 16,8-2 2-16,7 0-5 0,-10-1 7 0,1-1 0 0,-2 2 1 15,4 1 4-15,-3-1-3 0,-6 2 0 0,-12-2-2 16,5 1-2-16,-9-1 3 0,-1 2-1 0,-6 2 2 15,-16 0-7-15,-14 0 5 0,-14 0 0 0,-13 0 2 16,-10 0-2-16,-9 0 4 0,-11 0-2 0,-15 0 2 16,-1 0-5-16,-7 0 8 0,-1 0-5 0,0 0 7 0,-2 0-9 15,-4 0 1-15,-38-4-2 0,-36 3 1 0,-15-1 0 16,-18 2 0-16,-19 0 4 0,-6 0-4 0,-5 0-4 16,-15 0 5-16,-9 2 0 0,-12-1 2 0,-6-1-7 0,2 2 9 15,-4 0-5-15,-1-2 6 0,4 0-7 0,8 0 7 16,5 0-3-16,15 4 4 0,5-2-6 0,17-2 7 15,26 0-3-15,25 0 2 0,14 0-7 0,19 0 1 16,10 2 4-16,12-1 0 0,10 1-1 0,5 0-8 16,7-2-3-16,0 2-1 0,0 0 4 0,3 2 0 15,1-1 4-15,1 1-1 0,16 0 4 0,44 1-3 16,21 1-6-16,22-4 3 0,20 0-1 0,21 37-4 16,6-30 6-16,12-5-6 0,6-4 14 0,9 0-8 0,2 0 3 15,-5-4-5-15,7 2 1 0,0 2 1 0,-2 0 1 16,-6 0 0-16,-14 2 5 0,-9 0-3 0,-7 1-1 15,-1 1 1-15,-9 0 3 0,-17 0-4 0,-9-1 1 0,-16 3-3 16,-4-1 1-16,-7-1 2 0,-14 0-1 0,-15-2 2 16,-11 0-6-16,-15-1 9 0,-11 1-1 0,-9-2 5 15,-3 0 5-15,-1 0-14 0,-2 0 6 0,-4 0-9 16,-55 0 10-16,-41-2-8 0,-10 2 0 0,-16-1-4 16,-10 1 2-16,-23-4 5 0,-10 2-2 0,-9-2 1 15,-4 1-4-15,-6-1 2 0,-3 0-1 0,-2 2 1 16,1-1 3-16,-1 1-8 0,4 0 7 0,5 0-7 0,4 0 12 15,18 0-2-15,-1 0-2 0,16 1-1 0,12-3-7 16,27 2 15-16,25 0-9 0,20 2 11 0,16 0-10 16,19 0-1-16,10 0 0 0,16 0-1 0,-2 0-3 0,2 0-1 15,2 2 5-15,2 0-5 0,46 11 0 0,43 0 0 16,26-6-1-16,32-3 2 0,12-4 4 0,14 0-11 16,9 0 1-16,13 0-6 0,3-2-6 0,10 2-17 15,2 2 2-15,-4 0-8 0,5 3-20 0</inkml:trace>
  <inkml:trace contextRef="#ctx0" brushRef="#br0" timeOffset="14197.31">4740 4179 8 0,'0'0'5'0,"0"0"-1"0,0 0 8 16,0-2 1-16,0 0-6 0,0 0-1 0,0 0 1 0,0 1-5 16,-1-1 7-16,-1 0 4 0,0 0 12 0,0 0-3 15,0 0 5-15,0 0-4 0,0 1-7 0,1-3 10 16,-1 2-11-16,0-2-2 0,0 1-5 0,0 1 0 16,0-2 1-16,0 0 14 0,1 2-12 0,-1 1-3 15,0-3-3-15,0 2-8 0,0 0 19 0,0-2-4 0,0 1 9 16,1-1-7-16,-1 2 25 0,0 0-7 0,0 0 8 15,0 1-30-15,0-1 18 0,0 0-9 0,1-2 12 16,-1 2-7-16,0 0-7 0,0-1 5 0,0 1-7 16,0 0 1-16,0 0-4 0,1 0-2 0,-1 0-1 15,0 1-3-15,0-1 5 0,0 0-1 0,0 0 0 0,1 0-10 16,-1 0 1-16,0 0-1 0,0 1 3 0,0-1 1 16,0 0-3-16,0 0 0 0,1 0-1 0,-1 0-9 15,0 0 11-15,2 2-6 0,0 0 6 0,0 0-2 0,0 0 2 16,0 0 3-16,0 0-1 0,0 0-6 0,0 0 5 15,0 0 2-15,0 0 2 0,0 0 1 0,2 0-2 16,0 0 1-16,-1 0 1 0,1 0 8 0,2 0-6 16,2 0 0-16,10 0-2 0,3 0 0 0,-3 0 3 15,1 0-4-15,2-1 4 0,1-1-3 0,1 0-4 16,3-2 1-16,4 0-4 0,-4 3 0 0,5-3 2 16,3 0 2-16,-4 0 0 0,11 1 1 0,-4 1-2 0,2-2-1 15,0 0 1-15,2 3-3 0,-3-3 2 0,-1-2-3 16,4 3 1-16,-9-1 1 0,5-2 2 0,0 3 5 15,-3-1-4-15,3 0-2 0,2-1 4 0,0-1-4 16,4 0 4-16,4 1-6 0,-4 1-1 0,3-1 0 0,3-1 0 16,10 0 1-16,8 1 0 0,0 1-1 0,2-1 0 15,-11-3 9-15,-3 4-10 0,-4-3 3 0,-3 3-5 16,2-1 1-16,6-1 7 0,2 2-2 0,2 3 4 16,-1 1-12-16,4 0 6 0,3 0-6 0,0 1 7 15,5 1-2-15,-2-2 0 0,0 0 2 0,-10-3-1 16,1-3 0-16,-2 0-4 0,1 1 4 0,3-3-2 15,7 3 7-15,1-1-6 0,6-1 0 0,4-2 0 0,-1 3 0 16,-5 0 6-16,-3 1 0 0,-8 1 1 0,-3-3-6 16,1 1-5-16,0 1 1 0,3-1-2 0,4 6 15 0,5 0-8 15,1 0 3-15,-5 0-4 0,2 0-1 0,-4 0 3 16,-6 0-3-16,3-2 4 0,-7-2-3 0,-1 3 0 16,0 1 1-16,4 0 1 0,-5 1-1 0,12 7-3 15,0-4-1-15,4-3-3 0,4 1 4 0,-3-4 6 16,-3-1-5-16,-8 3 5 0,4 0-8 0,-5-2 3 15,3 2 3-15,4 0-1 0,4 2-5 0,2 1 6 0,3 1 0 16,-2-2 2-16,2-2-6 0,1 0-2 0,-7 0 2 16,-1 0 0-16,-4 4 1 0,1-1 4 0,1-1-4 15,7 2 4-15,-1 0-4 0,-1-4 1 0,4 0-1 16,-7 0 1-16,2 2-8 0,-2 1 7 0,-6-1-3 16,-5-2 6-16,-1-2 0 0,-3 2 1 0,2-2 3 0,0 2-4 15,5 0 1-15,5 0-9 0,-7 0 7 0,8 2-5 16,-5 0 10-16,-5-2-3 0,3 0-4 0,-12 0 1 15,-5-2-1-15,0 2 0 0,-2 0 0 0,0 0-1 16,-2 0-5-16,-4 2 6 0,5 2 0 0,-1 1 2 16,-4 3 0-16,14 3 0 0,-10-4-4 0,5 1 2 15,3-1 4-15,-12-5-4 0,10 2-1 0,0 0-2 0,-10-3 4 16,3 1-1-16,-5 0 2 0,-5-2-3 0,2 2-6 16,-2-2 12-16,-6 0-5 0,1 0 5 0,-3 0-5 15,-1 0-3-15,-2 0 4 0,-2 0-3 0,-2-2 12 0,-4 2-4 16,1 0 3-16,-3 0-5 0,-1 0-3 0,-2 0 15 15,2-2-7-15,-1 0 9 0,1 2-8 0,0-1 1 16,-2-1 3-16,0 0-2 0,-1 0-8 0,1 0 6 16,-2 0-9-16,0-1 9 0,0 1-10 0,-2-4 3 15,-3-5-2-15,3 7 2 0,-2 1-4 0,-7 1 6 16,-7-11-3-16,-5 0 5 0,-3 2-7 0,-2 1 2 16,-5 1 4-16,-2 3-2 0,-6 3 6 0,-2-1-8 15,4 2 1-15,-11-3-2 0,4 1 2 0,-6-2-3 0,-8-1 0 16,10 3 0-16,-4 2 9 0,4 0-9 0,0 2 5 15,-6 0-5-15,3 0 7 0,-3 4-4 0,-13-4-3 16,0 0 2-16,-10 0 5 0,-9-5-6 0,8 3 3 16,-1 0-4-16,6 0-1 0,5 0 4 0,-2 0-2 0,-8 0 5 15,-8 2 5-15,-3 0-4 0,-9 0-2 0,4 0-1 16,1 0-3-16,2 0-1 0,4 0 0 0,-8 6-2 16,-7-4 1-16,-5 0 3 0,-8 0 2 0,4-6 1 15,9 4-6-15,2 0 3 0,-1 2-4 0,-12-2 3 16,-3 3-7-16,-7-1 10 0,4 0 1 0,12 0 2 15,-1 0-13-15,1 3 6 0,-4-1-3 0,-10-2 5 0,0-2 1 16,6 0-2-16,4 0 2 0,6 0-2 0,-9 2-1 16,-6 0 3-16,-6-2-6 0,3 0 5 0,12 0 1 0,4 2-3 15,1-1 2-15,-5 3-2 0,-10 0 2 0,-1-2-6 16,7 0 5-16,7 1-6 0,8 7 8 0,-6-5-4 16,-3 3 1-16,-8-5-1 0,2-3 8 0,8 0-10 15,8 2 3-15,10-2-6 0,-2 2 11 0,1-2-5 16,-10 0 2-16,-1 2-2 0,5-2 5 0,7 0-4 15,9 0 3-15,12 2-4 0,-3 1-4 0,6 7 4 16,-7-1 0-16,6-3 2 0,-9-3-2 0,3-1 0 16,7-4 0-16,2-1 1 0,15 1-6 0,0 0 7 0,11 0-6 15,0 2 6-15,4 0 0 0,3 0-3 0,6 0 5 16,0 0-4-16,6 0 6 0,3 0-9 0,0 0 3 16,8 0-5-16,2 0 8 0,3 0-5 0,0 0-4 15,1 0 0-15,1 0-7 0,0 0 10 0,0 0 1 0,2 0 2 16,2 0-2-16,0 0 2 0,13 0-4 0,22 0 3 15,5 0-7-15,3 0 5 0,7 2 6 0,5 0-3 16,7-2 4-16,12 0-4 0,5 0-2 0,3-2 0 16,1-2-1-16,1 0 2 0,-3 3-1 0,12 1 1 15,0 5-3-15,12-3-2 0,10-2 4 0,0-2-3 0,0 0 9 16,-5-5-4-16,1 7-1 0,11 5-1 0,12 1 2 16,7 7-1-16,-4-9 0 0,-5-1-2 0,3 3 7 15,14 1-4-15,-1 8 3 0,2-7-4 0,-9 3-1 0,2 2 0 16,11 2 3-16,6 3-1 0,-1-3 0 0,-7-2-3 15,0 0 1-15,10-2-1 0,3 6 8 0,0-4-8 16,-6 0 3-16,10 2-5 0,0 0 4 0,2 0 0 16,-2-2-1-16,-15 1 0 0,11 1 0 0,5 2 2 15,-1-2 1-15,0 0 0 0,-6-1-1 0,8 1 3 16,0 2-3-16,-8-2 2 0,2 0 0 0,-7-2-6 16,5-2 4-16,0-2-5 0,-9 0 5 0,4 1 0 0,-2 1 1 15,3-2 1-15,-5 0 2 0,-9-3 0 0,-8 0-3 16,-3-1 1-16,1-1-3 0,0 0 0 0,-9-1 4 15,-9 1-2-15,-4-4 4 0,-3 2-5 0,-3 0-1 16,-5 0-5-16,-7-1-33 0,-19-1-79 0,-13 2-146 0</inkml:trace>
  <inkml:trace contextRef="#ctx0" brushRef="#br0" timeOffset="36850.94">15706 4131 256 0,'0'0'-84'0,"0"0"43"0,0 0-20 0,0 0 1 16,0 0 60-16,0 0 1 0,0 0 0 0,0 0 1 16,0 0 1-16,0 0 0 0,0 0 6 0,0 0-5 15,0 0 6-15,-2 0 9 0,1 0 5 0,-1 0 7 16,0 0-3-16,0 0 9 0,0 0-11 0,0 0-1 0,0 0-2 16,1 0 3-16,-1 0 0 0,0 0-3 0,-2 0-1 15,0 0-20-15,1-2 5 0,-1 2-5 0,-7-2 5 16,0 0 5-16,-4 0-15 0,0 0 10 0,-2 0-11 15,2 2 10-15,1 0-3 0,-1 0-4 0,-4-1 2 16,1-1 4-16,-3 2 3 0,1 0 3 0,-1 0-2 16,1 0-1-16,0 0 15 0,-3-2-2 0,1 0 8 15,7 2 2-15,2 0 2 0,2 0-6 0,4 0 4 0,-6 0-12 16,9 0 0-16,0 0-2 0,0 0 1 0,1 0-7 16,1 0-5-16,0 0 1 0,0 0-4 0,-2 0-3 15,1 0 4-15,1 0 2 0,-2 0 1 0,2 0-1 0,0 0-6 16,1 0 2-16,-1 0-3 0,0 0 4 0,2 0 1 15,-2 2-1-15,2 0 2 0,0 0 3 0,0-1-3 16,0-1 0-16,0 2-2 0,0 0-4 0,2 0 6 16,0 0-5-16,1 0 6 0,1-2-1 0,13 2 1 15,1 1 1-15,1-1-2 0,0 0-1 0,-1 0-5 16,3 0 8-16,1 0-7 0,4-1 9 0,0-1-4 16,2 2-5-16,3-2 2 0,3 2-5 0,1-2 4 15,2 2 1-15,4 0 3 0,0-2 6 0,1 2-9 0,5 0 2 16,3-1-4-16,9 3-2 0,6-2 6 0,0 0 0 15,0 2 2-15,-2-1-10 0,1 1 11 0,2 0-8 16,3 1 8-16,11 3-5 0,13 1 2 0,-4-4 3 0,8 3-3 16,-7-1-4-16,-8-3-3 0,2 3 3 0,-4-1 0 15,1 1 9-15,10 1-3 0,4 1-1 0,7-3-1 16,-4-1-4-16,-3-3 5 0,-2 0-3 0,-8 2 5 16,10 1 7-16,7 1-10 0,8-1 6 0,1 3-8 15,2-4 0-15,-5 1-3 0,-4-1 0 0,7 3-1 16,-1-3 12-16,13 2-11 0,-5-3 2 0,-4 1-4 0,-5 2 8 15,-9-1-7-15,1 6 5 0,3 2-5 0,9 0 9 16,6 2-7-16,-4-4 2 0,-2 4-2 0,-11 2 6 16,-7-6-6-16,9 6 4 0,2-6-4 0,-4-6 4 0,4 7 1 15,-13-1-5-15,-10 0 5 0,-3 2-1 0,-6-2-3 16,4 2 1-16,4-2-2 0,1 0-3 0,3 2 0 16,-10-3 1-16,-7-5 1 0,-6 4 5 0,-4 1-3 15,-5-1 3-15,-2 6-3 0,-4-4-1 0,-5-2 0 16,4 1-2-16,-10-5 2 0,9 3 2 0,-3-1 7 15,-2 0-9-15,-2 1 8 0,-4-3-8 0,0-1-3 16,-13-2 7-16,1 0-4 0,-8 0 1 0,-4 0 8 16,-4-2-9-16,-3 0 8 0,-2 0 0 0,0 0 4 0,1 1 7 15,1-1-5-15,0 0 4 0,-2 0-6 0,-1 0 0 16,1 0-3-16,0 0-3 0,0 0 1 0,-2 0-2 16,0 0 2-16,0-1 2 0,-2-1-7 0,0 0 4 15,-3 0-5-15,-19-7 1 0,-6 1 3 0,-5-1-2 0,-3 2 3 16,-2 1 5-16,-1-1-12 0,0 1 5 0,-2-1-7 15,-5-3 6-15,-4 3 1 0,-6-1-4 0,-7 1 2 16,-5-2 2-16,-10 1-6 0,-13-3 0 0,-9 2-5 16,0 0 2-16,-4-3-4 0,6 3 3 0,-8-4-4 15,-5 2 6-15,-8 0 2 0,-5-6 5 0,2 4-3 0,7 2-1 16,-4 4 1-16,0-1-5 0,-7-3 5 0,-4-4 2 16,6 0-2-16,11 4 0 0,9 2-1 0,0 0 4 15,-11 3 5-15,-2-1-5 0,-5-1 2 0,3 4-12 0,12-5 9 16,-1 4-2-16,1 3 7 0,-5-4-1 0,-8 4-6 15,-3-1 2-15,8 3-3 0,2-4 7 0,0 2-2 16,-4 0-2-16,-5-2 0 0,-10-1-9 0,4-1 8 16,2 3-1-16,-5 1 4 0,-1 2-5 0,-9 0 1 15,0 0 0-15,17 0 2 0,9-2 2 0,16-2-3 16,10-1-2-16,4-3 0 0,9 1 1 0,4 1 7 16,7 2 7-16,10 1-4 0,3 1-4 0,9 2-1 15,4-2-7-15,8 2 4 0,-1-2-9 0,10 2 5 0,6 0 1 16,1 0 1-16,6 0 1 0,2 0 3 0,3 0-2 15,2 0 0-15,1 0-16 0,-1 0-5 0,2 0 6 16,0 0-3-16,0 0 15 0,0 0 1 0,2 0 2 0,2 0-1 16,2 0-1-16,33 4 2 0,15 1-5 0,9-1 5 15,10-2-10-15,14-2 7 0,5 0-3 0,8-2 4 16,0-2-3-16,3-1 4 0,12-1-1 0,13-1 4 16,13-1 3-16,14 1-3 0,-1-2 2 0,15 3-3 15,2 1-2-15,17-1 2 0,5 0-1 0,9-1 0 16,8 1-5-16,2-1 5 0,6 0 1 0,6-1 4 15,-3-1 1-15,1 1-9 0,6-1 5 0,-3 0-5 16,2 0 6-16,5-1 0 0,4 3-1 0,-13 0 0 0,-10-1-4 16,-3 3 2-16,-15 3-1 0,-16 2 3 0,-6 0-6 0,-23 0 5 15,-18 2-6-15,-11 1 6 0,-4 1 1 0,-2 0-4 16,-7-1 6-16,-13 3-5 0,-17-2-1 0,-15 1 0 16,-10 1 2-16,-16-2 0 0,-2-1 1 0,-7 1 1 15,-11-2-4-15,0 0 4 0,-10-2 3 0,-1 2 2 16,0-1 3-16,0-1-1 0,-3 0 10 0,1 0-7 15,-2 0-3-15,-2 0-2 0,-1 0-15 0,-31-1 10 16,-18-1-4-16,-16-2 6 0,-3-2-16 0,-16 1 6 16,-12 1-4-16,-5 0 6 0,-7-1 0 0,1-1 1 0,1 1 0 15,-6-3 1-15,-10 1 0 0,-8-1 0 0,-5 1-2 16,3 1 1-16,-3-1-1 0,-8 1-1 0,-8 1 3 16,-8 1-3-16,-1 0 3 0,-8-1 0 0,-7 1 1 15,-8 0-1-15,0 1-4 0,1-1 4 0,-8 2 3 0,-2-2-1 16,-2 1-6-16,-6-1 3 0,7 0 0 0,1 4 1 15,3-2 2-15,3 2 2 0,7-1-6 0,4 1 5 16,0-4-8-16,12 0 9 0,3 0 0 0,9 1 3 16,2-1-3-16,9 4-5 0,14-2 1 0,11 2-2 15,2 0 7-15,3 0-5 0,11 2 4 0,13 0-4 16,9-2-2-16,15 2 4 0,8 0-4 0,12-1 3 16,12 1-1-16,10 0-3 0,10 0 0 0,8-2-2 0,1 0-12 15,0 2-2-15,2 0 1 0,1 0 0 0,1 1 7 16,0-1 6-16,24 9 2 0,48 0 0 0,21-1 2 0,17-1 1 15,14 0 3-15,6-1-1 0,0-3-1 0,18-1-1 16,20-2 0-16,14 39 0 0,7-30 0 0,11-9 2 16,8-2 1-16,2 2 0 0,9-2 5 0,15 0-8 15,-9 0 0-15,9 0 0 0,13-4 2 0,-13 0 3 16,7-1-7-16,13-1 4 0,-3 0-2 0,-9 3-3 16,6 3 3-16,-14 0-2 0,-7 0 7 0,-8 0-5 15,-4 2 1-15,-20 3-4 0,-9 1 1 0,-13 3 5 0,-19 0-1 16,-6-1 3-16,-14-1-5 0,-12 0 0 0,-21-1 0 15,-21 1 0-15,-14-1 6 0,-14-2-6 0,-9 1 7 16,-11-3-7-16,-6 0 1 0,-10-2 11 0,-5 0-3 16,-7 0 8-16,0 0 10 0,-2 0-11 0,0 0-4 15,-2-2-4-15,-2 0-17 0,0 2-20 0,-45-22-8 0,-14 5-9 16,-15 3-72-16</inkml:trace>
  <inkml:trace contextRef="#ctx0" brushRef="#br0" timeOffset="77842.08">25902 8928 15 0,'0'0'0'16,"0"0"3"-16,-2 0 35 0,0 0-1 0,0-2-1 15,-2 1-11-15,2 1-9 0,-1-2 8 0,-1 0-1 0,0 0 4 16,1 0-4-16,-1 0-1 0,-2 0 1 0,-1-1-2 15,-1 1 1-15,-1-2-7 0,-4-1-1 0,0 1-2 16,9 4 1-16,3 0-1 0,-3-2 0 0,0 0-2 16,-3 0-6-16,-4-1 5 0,1 1-3 0,7 0 2 15,1 2-9-15,-6-2 7 0,-3 0-6 0,-6-2 7 16,8 4-6-16,0 0 2 0,-4 0 8 0,0 0-5 0,-2 0 3 16,2 0 0-16,-2 0-3 0,4 0 3 0,0 0 8 15,-2 0-9-15,4 0-1 0,-4 2-3 0,0 0-9 16,3 0 4-16,-1 0 3 0,0 0 1 0,2 0 9 0,1-1-10 15,-1 3-1-15,2 0-1 0,-4 1 2 0,1-1-3 16,-1 2 0-16,0-1-1 0,2 1 3 0,-2-1 2 16,1 1-3-16,-1 1 0 0,0 1-7 0,-2-1 9 15,2 1-1-15,-2-1 3 0,2 1-5 0,0-1-1 16,-2 2 8-16,1-1-6 0,-1-6 2 0,-1 9 4 16,8 0-8-16,0 2 7 0,-5 0-2 0,0 0 4 15,-2-2-6-15,-5 2 5 0,3 0-1 0,4 0-3 0,1 0 6 16,-3 2-7-16,4 2-1 0,0 3 3 15,-2-3-2-15,7 3 3 0,-4-3-5 0,-3 3 3 0,2 1-2 16,-8 3 4-16,10 2 7 0,-4 2-13 0,3 5 4 16,-10-3-7-16,-1 1 5 0,4-3 2 0,-1 4 2 0,1-3-1 15,4 5 4-15,3-1-7 0,3-7 2 0,-1 2-1 16,1-7 9-16,-1-3-6 0,0 1 0 0,1-3-2 16,1 5-4-16,2-4 6 0,0 1-1 0,1-1 5 15,1 1 4-15,0-1-12 0,0 2 3 0,0-1-4 16,1 3 10-16,3 1-4 0,-2-2 1 0,4 6-4 15,-3 0 0-15,3 4 8 0,1 0-5 0,-3-2 4 16,3 9-10-16,3-2 1 0,-1 0 6 0,2-7-4 0,2 6 10 16,-2-8-8-16,4 1 2 0,5 11-3 0,-7-16 4 15,-9 6 8-15,18-8-6 0,-3-1 4 0,7 1-12 16,-2-3 9-16,0 3-5 0,-1-9 6 0,-3 1-11 0,0-3 3 16,1-2 2-16,5 2 2 0,-4-1-4 0,0-1 0 15,3-1 2-15,-1-1 1 0,0 3 2 0,-4-6-6 16,4 1-1-16,1 14 1 0,-1-6 4 0,2-3 0 15,3-3-1-15,1-1 0 0,2-4-4 0,3 0 2 16,2-4-1-16,6-1 1 0,-8-1-1 0,11-3-2 16,-5 0 3-16,-5-1-4 0,8-1 2 0,-12 2 6 15,5-6-5-15,-4 2 4 0,1-4-4 0,-6 1 1 0,-1 14 0 16,1-28-2-16,0 8-4 0,-2-2 7 0,2-4-2 16,-6 4 4-16,2-4-8 0,-1 4 9 0,-5-2-7 15,6 3 6-15,-5-6-12 0,1 1 3 0,6 0 6 16,-5 0-2-16,-1 4 2 0,-3-2 2 0,-2 2-1 0,1 0 1 15,-1 0-2-15,-2 3 7 0,-9 1-10 0,0-1 9 16,-1 1-3-16,1-2-1 0,7 1 2 0,-7 1-2 16,-2-2 5-16,13 1-7 0,-6-1 13 0,-3 0-10 15,-3 1 11-15,-1-7-1 0,-2-3-6 0,-4 3 5 16,-1-9 1-16,-1 3-10 0,-3-5 5 0,-2-2-5 16,-2 4 7-16,0 2-5 0,-2 0-1 0,0-2-1 0,-2 3 3 15,1 1-6-15,1 5 2 0,-2-2-3 0,2 4 0 16,-1-2 2-16,1 6 0 0,13 0 0 0,-15 0 5 15,-3-1-4-15,-3 3 3 0,1 3-2 0,-2-1 5 0,4 3-5 16,-1 2 1-16,1 2-3 0,-2-1 2 0,-1 5-6 16,-1-2 1-16,6 3-3 0,-1 4 5 0,0 0-22 15,-3-12 4-15,-4 1-15 0,-2 5-17 0,-1 6-30 16,-3 6-20-16,-3 5-8 0,1 6-117 0</inkml:trace>
  <inkml:trace contextRef="#ctx0" brushRef="#br0" timeOffset="79694.02">32653 15011 27 0,'0'0'8'0,"0"0"1"0,0 0 11 0,0 0 0 0,0 0 1 15,-2 0-2-15,0 0-7 0,0-2 4 0,0 0-4 16,0 0 1-16,0 0 6 0,1 1-10 0,-1-1 8 15,0 0-11-15,0 0 3 0,0 0 1 0,0 0-1 16,0 0-3-16,1 1 0 0,-1-1 3 0,0 0-2 16,0 0-2-16,0 0 2 0,0 0-7 0,0 0 7 15,1 1 2-15,-1-1-7 0,0 0 9 0,0 0-8 0,0 0 13 16,0 0-5-16,-1 1-2 0,-1-1 1 0,0 0 7 16,1 0 0-16,-1 0 9 0,0 0-8 0,0 0-4 0,-3-1 6 15,3 1-9-15,2 2 7 0,-7-8-7 0,2 3-10 16,-1-1 11-16,-5-3-10 0,4 3 7 0,0 1 1 15,-2-3-4-15,-1 3 5 0,1-1 2 0,-2 1-4 16,0-1 5-16,2 1-4 0,-2-1 12 0,2 0-8 16,0 1 2-16,-4-1-3 0,2 1 0 0,2 1 0 15,0 0-5-15,3 2 2 0,-3-1-10 0,2-1 0 16,-4 0 3-16,2 1 0 0,-2-1 7 0,2 2-8 0,-1 0 5 16,-8 0-6-16,7 2 11 0,-2 0-11 0,-5 0 5 15,7 0-6-15,-10 0 8 0,-3 0-5 0,0 0-2 16,-11 4-1-16,15-2 1 0,2 0 2 0,-3 1 3 15,-1 3-2-15,-4 0-2 0,-5 1 6 0,5-1-1 0,8-1 2 16,-4 3-3-16,-2 1 8 0,3 0-10 0,3 0 9 16,-2 3-13-16,5-3 5 0,0 2-2 0,0-5 2 15,3 12-6-15,-1 8 7 0,-2-2 0 0,2 8 0 16,0 1-9-16,2-3 7 0,0 5-3 0,2-3 5 16,2 5-6-16,1-2 8 0,-1 0-5 0,4-3 6 15,-3 1-9-15,3-1 0 0,-1-8 0 0,2 4 0 16,-3-6 4-16,5 2-4 0,0-3 0 0,-13-1 0 0,4 4 8 15,4-1-4-15,1 1 5 0,2 6-4 0,3-1 1 16,1 3-7-16,1 5 1 0,3-2-1 0,2 0 9 0,1 3-2 16,1 4-2-16,1 3 0 0,0-10-1 0,2 6-2 15,-1-6 2-15,3 2-3 0,0 4-4 0,0-4 4 16,-2-5 0-16,0-2 2 0,0-1 6 0,2-1-7 16,-2-2 2-16,0-2-3 0,2 2-6 0,0-3 6 15,0 1 1-15,0-2 2 0,0 0-10 0,0-3 11 16,-9 1-8-16,18-1 10 0,-1-1-13 0,7 3 10 15,-8-6-2-15,6 0 4 0,6-2-12 0,-1-2 12 0,10 0-7 16,-8-4 9-16,-3-1-3 0,2-4 2 0,-3 16 4 16,7-7-3-16,3-5 7 0,-4-4-8 0,2-4-3 15,-5-4-2-15,3-1 1 0,2-4 3 0,-2-4 0 16,4-2-1-16,2 1-2 0,-2-3 5 0,8-1-3 16,-3-3 3-16,8-1 1 0,2 2-7 0,-13 1 3 0,3-1-4 15,-12 4 2-15,-4 10 9 0,7-18-3 0,-9-7 4 16,4-1-12-16,-6-3 5 0,-6-5 0 0,1 3 4 15,-2 0 9-15,-2 3-10 0,1-5 6 0,-5-5-8 16,1 1 7-16,-3-1 2 0,2 9-6 0,-2 0 5 16,1 0-10-16,-3-1 2 0,-1 3 4 0,-1 2-1 0,-3-1 3 15,0 3 1-15,18-3-4 0,-9 5 2 0,-5-7-8 16,-4 1 9-16,-2 4 0 0,-4-14 3 0,-1 6-7 16,-3 0 5-16,-3-9-1 0,0 5 3 0,-2-5-2 15,-4-4-1-15,0 5 3 0,-3 1-3 0,0 7 2 0,18 2 5 16,-22 3-8-16,-6 1 7 0,-7 3-9 0,1 2-2 15,-4 4-2-15,-3 4 0 0,9 1-7 0,-6 3-37 16,-3 1 1-16,9 5-20 0,-6-1-58 0,4 6-338 16</inkml:trace>
  <inkml:trace contextRef="#ctx0" brushRef="#br0" timeOffset="82216.28">32229 10529 288 0,'-2'-2'42'0,"1"0"-14"0,-5-2 28 16,-16-16 4-16,12 9-28 0,-4-10-4 0,-3 5-5 16,6 3 2-16,-6-4 1 0,8 6-3 0,1-2-5 15,1 0-4-15,-1 4 2 0,5 1-12 0,1 4 4 16,0 1 0-16,0-1 3 0,2 0 4 0,0 1-3 0,0-5-7 16,2-5 5-16,0 8 7 0,5-7-9 0,1-2 10 15,18-3-11-15,2 2 6 0,1 0-6 0,3 2-3 16,-2-4 2-16,3 1 7 0,2 5-10 0,2 1 4 15,1 3-6-15,2 3 7 0,3 0-8 0,-4 3 2 0,4 1-4 16,-4 0 4-16,2 3-2 0,-4 7 5 0,0 1-5 16,-2 2 5-16,-5 2-6 0,0 1-2 0,-10-6 0 15,-1 10 4-15,-6 10 4 0,5 3-4 0,-7-1 2 16,-3 7 0-16,-3-10 4 0,12-3 2 0,-4 6-2 16,-7-2-10-16,-5-1 8 0,-2 3-1 0,-5-1 6 15,-1 3-2-15,-5 1-3 0,-4 0 3 0,-3 3-3 0,-3 4 7 16,0 1-7-16,1-2 0 0,1 3-2 0,1-3 14 15,2-4-13-15,1 12 4 0,-1-1-6 0,2-5 12 0,4 3-5 16,2-9 10-16,5-9-9 0,2 5-5 0,0-3 3 16,2 0-10-16,0-2 7 0,0-2-8 0,0 0 7 15,0 0-4-15,2 2 5 0,0-1-9 0,4 3 4 16,1-4-1-16,0 0 2 0,5 2 4 0,-3-4-5 16,0 0 1-16,2-1-2 0,0-1 4 0,-1-5-5 15,1-1 4-15,-7-3-5 0,14-2 9 0,4 2 0 16,1-3-3-16,3-5 2 0,3 14-3 0,-1-10 3 15,0-5-4-15,0-4 3 0,-2-2-5 0,0-4-1 0,0-3 6 16,-4 0-4-16,2-4 4 0,-5 2-4 0,-2 1-1 16,-6 5 0-16,-2-1-3 0,-1 3 5 0,-7 3 6 15,1 0-1-15,2-4 8 0,0 2-11 0,-1 0 4 16,-1 0-6-16,0 0-1 0,0 1 0 0,0-1-2 0,0 0 2 16,-2 0 2-16,0 2-3 0,0 0-2 0,-2 2 1 15,0 2 0-15,0 20 3 0,-13 4 1 0,2-6 1 16,0 6-6-16,2 7 5 0,0-4-7 0,0 1 5 15,2-2-8-15,1 3 4 0,3 1 7 0,-1-3-3 16,0 3 0-16,3-3-2 0,-3 1 0 0,1 7 0 16,3 2 9-16,-2 5-4 0,0 2-1 0,2 6-1 0,1 7-1 15,-27 4 0-15,17 2-4 0,9 6 2 0,4-1 0 16,1-7-2-16,1 0 3 0,2-9-3 0,1-4 9 0,2 0-3 16,2-2 0-16,1 4-2 0,1 1 3 0,0 7-3 15,0 1 3-15,-2 9-3 0,0 2 0 0,-2-1-3 16,-1 5 3-16,-3-15-4 0,-1-6 9 0,-4-5-7 15,0-7 3-15,0-2-4 0,-2 1 3 0,-4 1 7 16,1 1-6-16,-3 1 6 0,1 1-2 0,-2 2-1 16,-2 2 5-16,-1 2-5 0,-1-8-4 0,0-1 6 15,0 1-6-15,0-7 6 0,-1 6-9 0,1-2-32 16,0-3-26-16,-2 3-24 0,2 0-279 0</inkml:trace>
  <inkml:trace contextRef="#ctx0" brushRef="#br0" timeOffset="91168.81">27359 12395 8 0,'0'0'0'0,"0"0"10"16,-2 0 4-16,0 0-2 0,1 0 4 0,-1 0-8 16,0 0-1-16,0 0-1 0,0 0 0 0,0 0-1 0,0 0 5 15,2 0 3-15,0 0 0 0,-1 0-1 0,-1 0-10 16,0-2-2-16,0 2-2 0,2 0 1 0,0 0 7 15,0 0-7-15,0 0 3 0,0 0-3 0,0 0 15 16,0 0-6-16,0 0 4 0,0 0-5 0,0 0 3 0,0 0 1 16,0 0 7-16,0 0-2 0,0 0 16 0,0 0 3 15,0 0-8-15,0 0 5 0,0 0-17 0,0 0 0 16,0 0-1-16,0 0 0 0,0 0-4 0,0 0-9 16,0 0 6-16,-2 0-5 0,2 0 8 0,0 0-9 15,0 0-2-15,0 0-2 0,0 0-1 0,0 0 16 16,2 0-4-16,0 0 7 0,-2 0-19 0,2 0 11 0,0 0-4 15,-1 0 7-15,1-2-11 0,2 2 8 0,0-2-7 16,-2 2 7-16,7-2-5 0,0 1-1 0,2-1 7 16,0-2-7-16,4 0-1 0,-4 1 6 0,1 1-6 15,-1-2 4-15,0 0-7 0,0 2 7 0,-2 1 4 0,4-3 0 16,0 0 1-16,2 0-9 0,2 1 5 0,3-1-5 16,-7 0 3-16,0 1 3 0,0-1-3 0,-4 0 3 15,8-1-10-15,2-1 7 0,1 0 0 0,1 1 4 16,-1-3-1-16,-1 3-7 0,-1-3 3 0,6 1-1 15,-3 0 9-15,3-1-7 0,-2 1 0 0,2-1-1 16,2 1 5-16,2-1-8 0,2 1 2 0,0 0-2 0,-1-1 2 16,7-1 10-16,-3 0-3 0,6-1 5 0,-7 1-12 15,-3 2 8-15,1-3-7 0,-10 3 7 0,4-2-12 0,-1-3 10 16,-3 3-6-16,-3 0 7 0,3-2-8 0,-3 1-4 16,-4 3 5-16,2-2-3 0,-2 1 11 0,-2 1-1 15,0-2-7-15,0 7 3 0,2-6-8 0,0-3 7 16,-2-7 5-16,1 6-1 0,-1 3 0 0,2 2-1 15,3-3 0-15,1-4 0 0,0-7-2 0,3-1-3 16,3 5 2-16,-1 6 0 0,4-4 7 0,-2 2-15 16,8-5 8-16,1-3-9 0,-7 10 6 0,6 0 5 15,-6 2-6-15,-8-2 6 0,8 1-5 0,-2-3 0 16,-3 4 4-16,5 0-3 0,-2-2-3 0,-8 3 9 0,5 1-12 16,-6 1 11-16,-4 2-13 0,2-1 10 0,0-1-2 15,2 1 4-15,-2-1-10 0,0 1 17 0,-4-3-2 16,-2 1 6-16,10 1-6 0,-2-1 5 0,5-3-1 0,3 1 2 15,-5 0-5-15,5-2 7 0,-3-2-5 0,6 2 5 16,0-2-13-16,0 3-3 0,4-1 0 0,-2 2-1 16,-1 0 7-16,-2-1-6 0,2 5 3 0,5-3-5 15,-6 1 4-15,-2 1-6 0,6 1 2 0,-10-1-2 16,6 2 8-16,-2-1-5 0,-7-3-1 0,9 3-3 16,-2-3 1-16,6 1 1 0,-2 0 4 0,-10-5-2 0,6 1 4 15,1 2-1-15,1 0-6 0,0-2 4 0,1 3-2 16,-2-7 0-16,1 2 0 0,0 2-1 0,0-2 5 0,-2 0-1 15,4 0 1-15,-2-4-4 0,-1 3-7 0,3 1 5 16,-4-4-2-16,8 6 4 0,-2-6 11 0,-2 6-15 16,1 5 7-16,5-10-10 0,-5 3 7 0,12 0 5 15,-7-10-5-15,-1 5 5 0,-1 1-12 0,-3 0 7 16,7 3 0-16,-8 6 3 0,3-1 1 0,-1-6-6 16,-4 0 3-16,-4 4-4 0,2-2 5 0,-3 2-1 15,-3 2-3-15,4 1 2 0,-3-1 0 0,0 0-4 16,-1 1 9-16,-1-3-6 0,0 4 8 0,-1-3-7 0,5 3-2 15,-3-1-1-15,5 1-1 0,-3 0 11 0,2 1-9 16,8 0 8-16,-11-1-7 0,10 1-1 0,-3-1 6 16,-3 1-4-16,3-1 1 0,-2 0-1 0,-4-1-3 15,-7-1 2-15,8 1 3 0,-1-1-3 0,0 2 5 0,8-3-5 16,-5 1 6-16,-10-2-5 0,5 4 0 0,-5-1-2 16,2 3 4-16,-4-1 1 0,2 2 0 0,-9-1-1 15,1-1-1-15,1 4-2 0,-4 0 2 0,5 1-1 16,-5 1 9-16,2-4-10 0,-1 0 6 0,1 0-7 15,-2 1 9-15,0 1-4 0,0 0 3 0,0 0-3 16,-1 0 4-16,1 0-7 0,0 1 2 0,0-1-3 0,0 0 4 16,0 0-2-16,0 0-1 0,-1 0 0 0,1 0-7 15,0 1 7-15,0-1-2 0,0 0 3 0,0 2-2 16,-2 0 1-16,0 0 2 0,0 0 2 0,0 0 5 0,0 0 2 16,0 0-10-16,0 0 7 0,0 0-7 0,0 0 3 15,0 0 1-15,0 0-1 0,0 0-4 0,0 0 0 16,-2 0 1-16,0 0-1 0,0 0 5 0,0 0-6 15,0 0 2-15,1 2-4 0,-3 0 7 0,2-2-4 16,-9 3 1-16,0 1-1 0,-6 2 5 0,-2-1-4 16,5 1-1-16,-9 1 0 0,-3 2-1 0,-1 1 2 15,-9 1-1-15,-3 2 1 0,-2 0-6 0,1 0 7 0,-1-2-2 16,2 0 4-16,5 0-5 0,1 0-3 0,-1-1 5 16,1 1-2-16,3 0 6 0,-1 2-3 0,-5 2-2 15,-1 3-2-15,-9 3-4 0,0-1 2 0,-6 6 4 16,-12 0-2-16,7 0 2 0,-3-2 0 0,7-22 0 0,6 24 0 15,6-3-3-15,0-3 8 0,2-5-9 0,2 3 8 16,0 5-13-16,4-7 7 0,-1 1 2 0,3 2 0 16,-3-12-1-16,3 12 4 0,-4-6-3 0,-6-2 4 15,-2 5 0-15,-3-3-4 0,-1 0 0 0,-5-1-2 16,2 1 0-16,0-2-3 0,3 4 4 0,7-1-4 16,1-1 8-16,0 2-2 0,3 0 0 0,-1 0-1 0,2 0-6 15,3 0 1-15,-3 1 4 0,0 1-1 0,-8 2 7 16,-1 3-5-16,-5-2-2 0,5-1-1 0,-6 0-4 15,-10-3 6-15,4 1 1 0,1 5 2 0,7-3 8 0,9-1-12 16,3 3 3-16,3-4-6 0,1-3 11 0,3-1-12 16,1 6 6-16,2-6-5 0,-4 7 12 0,6 4-7 15,-4-1-3-15,2-3 0 0,-2-3 4 0,2 0-4 16,-7-8 6-16,1 8-5 0,2-6 12 0,-7-6-11 16,6 10-2-16,-6-2-2 0,-1 6 2 0,1-4 2 15,0 1-1-15,4-3 0 0,-4 6 5 0,1-1-3 16,5-1 0-16,-1-6-2 0,4 2-3 0,1-3 4 15,-1-1 1-15,2 4 0 0,2-4 4 0,3 2-5 0,-1-3 1 16,0 1-3-16,3-2 13 0,2 1-11 0,2-1 4 16,6 1-6-16,-6-1 3 0,-3-3 1 0,5 1-2 15,-4-1 3-15,4 0-2 0,4 1 2 0,-1-1-1 16,5 2 0-16,-3-3-2 0,-5-1-3 0,1 2 4 0,-11 11-3 16,16-11 4-16,-4 1 0 0,7-3-1 0,0 0 0 15,2-2-1-15,-1 2-2 0,1-2 1 0,-2 2-2 16,0-1-1-16,1 1-62 0,-1 0 6 0,2 0-26 15,0 0-16-15</inkml:trace>
  <inkml:trace contextRef="#ctx0" brushRef="#br0" timeOffset="92387.3">27647 13293 32 0,'0'0'19'0,"0"0"12"0,0 0 15 0,-2 0 5 16,0 0-12-16,0 0-12 0,0 0-2 0,1 0-3 15,-1 0-3-15,0 0-10 0,0 0 3 0,0 0-6 0,-2 0 5 16,1 0 0-16,-1 0 2 0,0 0-2 0,1 0 0 16,-1 0 2-16,0 0-1 0,0 0 1 0,1 0-5 15,-5 0 10-15,3 0-3 0,1 0 7 0,0 0 9 0,1 0 2 16,-3 0 2-16,-3 0-2 0,3 0-5 0,1 0-3 16,1 0 4-16,2 0-4 0,0 0 3 0,-1 0 5 15,-5 0-13-15,1 0 9 0,5 0-25 0,-2 0-7 16,0 0 4-16,3 0-5 0,-1 0-2 0,0 0 1 15,0 0-2-15,0 0 4 0,0 0 9 0,0 0-5 16,1 0 6-16,1 0-6 0,0 0-1 0,0 0 5 16,0-1-4-16,0 1 6 0,0-2-5 0,0 0 3 0,0 0-6 15,0 0 4-15,0 0-5 0,1 0 0 0,1 1 2 16,0-1 0-16,0 0 2 0,0 0-1 0,0 0-4 16,1 0 0-16,-1 2-5 0,13-5 6 0,4-3 4 15,5-1-2-15,-4 2-7 0,2-1 7 0,3 1-6 0,2-3 7 16,5-1 0-16,1 0-1 0,3 0 2 0,3 0-2 15,5-2 7-15,5 2-12 0,4 0 8 0,3-1-9 16,2 1 7-16,1 2 2 0,-3 0-4 0,-2 3 3 16,-4-3 5-16,-8 1-9 0,-1 1 7 0,-5 0-7 15,-1-1 8-15,-2-1-6 0,1 2-1 0,5-3-1 16,-2 1 1-16,0 2 1 0,4-3-4 0,3 3 3 16,5-1 0-16,-1 1-3 0,8-2 6 0,-1-4-4 0,-10 0 8 15,5-2-10-15,-7 0 5 0,-4 2-5 0,5-2 5 16,-5 0 0-16,0 0-4 0,0 2 3 0,2-5 5 15,0 1-5-15,4-1 3 0,1 1-5 0,2 2-6 0,2-2 12 16,-1 4-4-16,-3 0 8 0,-1 0-5 0,1 2-9 16,-9-2 4-16,2-2-6 0,-7 4 13 0,-4 0-5 15,3-2 0-15,-5 2-3 0,2-2 7 0,0 0-5 16,0 0 1-16,0 0-4 0,1 0 5 0,3 0-1 16,1-2 0-16,4 0-1 0,0-2 5 0,8-1-3 15,3-1 1-15,1 1-2 0,4-3-8 0,5 1 7 0,0 0 1 16,5 1 1-16,-11 2-4 0,-2 1 2 0,-7 3 1 15,-6 1 1-15,0-1 2 0,-6 2-4 0,3 0-1 16,-1 2 0-16,-1 1 12 0,1 1-10 0,2 1 0 16,-9 3-4-16,4-3 4 0,-4 1 4 0,0-1 3 15,0 0-1-15,-2 1-1 0,-5 1 15 0,-2 0-3 0,1 1 6 16,-5-1-10-16,0 0-1 0,-7 4-3 0,3-2 2 16,-5 2-2-16,-1 0-3 0,7-1-4 0,-7-1 0 15,1 0-5-15,0 0-18 0,-2 2-1 0,9-2-9 16,-7 2-29-16,-1 0-65 0,1 0-86 0</inkml:trace>
  <inkml:trace contextRef="#ctx0" brushRef="#br0" timeOffset="93654.96">27493 14239 45 0,'-2'0'17'0,"0"-2"-3"0,0 0 14 16,0 0 0-16,1 0-3 0,-1 0 4 0,0 0-11 15,0 1 6-15,0-1-7 0,0 2 11 0,0 0-6 16,-1 0 0-16,-1 0-3 0,0 0-5 0,1 0 1 15,-1 0-4-15,-2 0 3 0,-3 2 3 0,3-2-3 0,1 0 4 16,3 0-4-16,-5 1-1 0,-3 1-1 0,7-2 8 16,-5 2-5-16,6-2 20 0,0 0-6 0,1 0-2 15,-3 2-1-15,2 0-12 0,0 0-22 0,0 0 5 16,0-2-9-16,1 0 13 0,-1 0-4 0,0 1 3 16,0 1-4-16,0 0 6 0,2 0 2 0,0 0-4 0,2 0 2 15,0-2-6-15,3 0 1 0,14 2 6 0,1-2-3 16,5 0 2-16,-12 0 3 0,11 0-8 0,-4-2 6 15,2 0-7-15,4 2 10 0,-5 0-1 0,3 0 3 16,-2-2-12-16,0-2 12 0,4 1-7 0,-1-1 9 16,4 2-8-16,3-2-4 0,-1 2 2 0,7 2-3 0,-5 0 13 15,2 2-3-15,6 2 1 0,0-2-4 0,-4 2-4 16,10 1-1-16,-12-1 1 0,2 0 0 0,9 1 4 16,-14-3-7-16,11-2 3 0,-4 0-4 0,-8 0 6 15,4 0-2-15,-5-2 3 0,4 0 0 0,1-1 11 0,2-3-2 16,6-1 0-16,1-5 0 0,5-1-2 0,6-3 8 15,7-3-5-15,15-1 6 0,-4 1-4 0,1 1-10 16,-7 1 3-16,-17 2-5 0,8-4 3 0,-8 3-1 16,7-3 1-16,-3 4-1 0,0 0-11 0,2 2 13 15,3 4-9-15,-5 2 10 0,5-1-9 0,-1 3 0 16,-13 3 4-16,1 0-3 0,-11 0 1 0,-5 2 0 0,0 0-2 16,-6 0 1-16,0 0 0 0,-5 0 3 0,-1 0 1 15,1 0 2-15,3 0-5 0,0 0 1 0,1 0-2 16,1 0 0-16,0 0-2 0,0 0 5 0,2 0-1 15,4-2 4-15,-3-1 4 0,1-1-4 0,4 0 7 0,9-1-6 16,3-1 4-16,1-1-6 0,-4 1-2 0,-4 0 1 16,4 1 6-16,-4-1-5 0,2 3-3 0,-8-1-2 15,-1 0-6-15,-4 0 9 0,-4 3 0 0,-3-1 3 16,-2 0-6-16,-2 0 0 0,-1 0 1 0,-1 0-1 16,-2 0-4-16,-1 1-10 0,-3-1-4 0,-1 2 0 15,-1 0-9-15,-3 0-17 0,0 0-5 0,2 0-8 16,-1 0-52-16</inkml:trace>
  <inkml:trace contextRef="#ctx0" brushRef="#br0" timeOffset="94433.93">27465 15059 4 0,'0'0'0'16,"0"0"0"-16,-2 0 4 0,0 0-3 0,0 0 3 15,1 2-7-15,-1 0 8 0,0 0-5 0,0 0 5 16,0-2-10-16,2 0 9 0,0 0 2 0,-2 1 2 16,0 1-4-16,1 0 0 0,-1-2-5 0,2 2 2 0,0-2-1 15,0 0 6-15,0 2-4 0,-2 0 4 0,0 0-11 16,0-1 9-16,2 1-1 0,0 0 3 0,0 0-13 15,0 0 4-15,0 0-3 0,0 0 5 0,2-1 8 0,0-1-3 16,-2 2 10-16,2 0-7 0,0 0 12 0,-2 0 3 16,1 0-7-16,-1-2 5 0,2 0-5 15,0 2 4-15,0-1-8 0,2 1 5 0,-1 0-18 0,1 0 14 16,11 5 0-16,2-1 6 0,5 1 0 0,2-1-4 16,2-2 0-16,2-2-2 0,5-2-3 0,3 0 22 15,4-4-4-15,7 2 11 0,5-2 12 0,17-7-5 16,12 4-1-16,14-4-4 0,9-2-15 0,-4-2-24 15,-7-8 4-15,2 1-9 0,1 0 0 0,16-2-5 0,12 5 6 16,6 1-5-16,-9-1-1 0,-12 4-9 0,-10 0-7 16,5 2 1-16,5 2-19 0,16 2-31 0</inkml:trace>
  <inkml:trace contextRef="#ctx0" brushRef="#br0" timeOffset="100544.93">9711 8919 25 0,'0'0'0'0,"0"0"2"0,-2 0 25 16,0 0-5-16,0 0-1 0,-1 0-9 0,-1 0-5 0,0 0-9 15,1-2 4-15,-1 0-3 0,0 0 10 0,2 2-1 16,0 0-2-16,-1 0-1 0,-10-3 4 0,7 3 1 16,-7-4 7-16,0 2-5 0,6 0 6 0,-8-1 7 15,6 1-11-15,-1 2 10 0,-3 0-10 0,6 0-6 16,-2 0 5-16,-4 0-6 0,3 0 4 0,-1 0-8 16,0 0 4-16,2 0-5 0,-4 0-4 0,0 2 12 0,-2 1-10 15,-2 1 11-15,2 2-8 0,0-1-1 0,1 1 5 16,-1 1-6-16,0 1-3 0,2-3 15 0,-2 3-11 15,4-3 11-15,0 1-17 0,1-1 7 0,-1 3 3 16,2-3 1-16,0 1-14 0,-1 1 9 0,1 1-6 16,0-5 7-16,-2 10-3 0,0-1 3 0,-1 1-3 15,-1 1 2-15,0-2-6 0,4 1 0 0,0 1 6 0,-2-2-2 16,-6 2 4-16,2 3-5 0,2 0 0 0,-5 0-1 16,7 3 8-16,-8-7-6 0,-7 6 4 0,17 5-4 15,-8-8 1-15,2 8 4 0,4-5-5 0,-6-2 3 16,2 12-3-16,2-8 8 0,4 7-4 0,-2 1 4 15,-4-3-5-15,0 8-1 0,0-3 0 0,8-3 0 0,-4-4-3 16,0 1 2-16,0-1 5 0,-1 0-1 0,1 4 6 16,0-6-11-16,6-2 1 0,-3-1-3 0,3-2 0 0,3 1 7 15,0-1-7-15,-2-2 6 0,-9 3-9 0,4 1 11 16,1 0-5-16,3-3 6 0,3 5-5 0,2-1-2 16,0-1 4-16,2 3-4 0,2 0 3 0,1 2-4 15,3 0 0-15,-1-1-1 0,0-3 12 0,1 2-9 16,1 4 3-16,0 0-5 0,1 4 3 0,-1-4 0 15,-2-4-2-15,3 1 0 0,-3-5 0 0,2 3-1 16,4 1 5-16,-3-3-4 0,5 5 8 0,-1-2-5 16,-2-2 1-16,-1-1-3 0,2 1-2 0,-2-1-1 15,-9 0 2-15,16 1 0 0,3-1 0 0,-3-3 3 0,-3 3-2 16,0-1 3-16,-4-1 0 0,-2-4-2 0,6 2-3 16,-4-4 1-16,2 2-4 0,0-2 5 0,0 0 7 15,0-3-2-15,0 3-2 0,0-4 1 0,-2 3-2 0,1-1 4 16,1-4 1-16,0 1-2 0,1-2 0 0,-1-1 0 15,2 3-10-15,0 0 6 0,0-3-1 0,0 1 6 16,-4-2-4-16,4 2 2 0,-2-3-3 0,2 1 5 16,0 2 3-16,-1-2-9 0,-2 0 5 0,1 0-7 15,-2-1-6-15,0 3 8 0,0 5-4 0,4 1 5 0,-6-5 5 16,4 1-3-16,2-1 3 0,-4-1-4 0,6 0-2 16,-6-2 1-16,6-2-1 0,-4 0 2 0,9 0 4 15,2-2 10-15,-3-2-5 0,5-3 5 0,-12 1-6 16,14-5-7-16,-2-2 10 0,4-2-9 0,5 0 6 0,-11 4-5 15,0-2-7-15,-3 2 3 0,1-2 3 0,-5 2-4 16,1 7 3-16,-3-13-4 0,2-1 4 0,2-1 0 16,-3-5 1-16,3-4-2 0,-2 2 2 0,1-13-5 15,1 13 9-15,1-3-8 0,1-7 4 0,-1 22-1 16,-3-20-4-16,-1 3 4 0,-3 1-8 0,-1-7 8 16,1 9-3-16,-2 0 7 0,0 4-7 0,0 0 2 15,-5-6 4-15,1 2-1 0,-3-3 8 0,-2 1-9 0,1 0 5 16,16-1-5-16,-6 3 9 0,-4-2 4 0,-3 2-8 15,-3 0 7-15,-1-3-18 0,-2 5 6 0,0-8-5 16,0-3 6-16,0 0-2 0,-3-7-1 0,-1 3 2 16,2 5-4-16,-2-6-5 0,2 1 4 0,-1 0 5 0,-3-4 0 15,1 8 4-15,-3 2-8 0,1 3-2 0,-3-1 0 16,1 0 1-16,0 3 3 0,0 0 1 0,-3 4 1 16,1-2-5-16,-2 1 1 0,2 2-1 0,-2-1 1 15,-2 0-2-15,2 6 0 0,0 1 4 0,2 3-2 16,7 3 4-16,-10-6 1 0,-3 2-4 0,2 4 3 15,0 2-8-15,-2 6 3 0,3-1 1 0,-11-1 1 0,1 1-4 16,0 1 2-16,-4 1-6 0,4-13 6 0,-4 4 0 16,-5 2 1-16,-1 5 3 0,1 3-2 0,-2 1-2 15,-2 2-4-15,1 2 3 0,5 3-3 0,-3 3 7 0,3-1-5 16,3 2 2-16,-5 4-3 0,3 2 3 0,4 0 4 16,0 2-4-16,2-12 3 0,1 20-12 0,-1 1 5 15,2-2 1-15,0 7 2 0,-2-1-3 0,-1 3 1 16,-1 1 0-16,-3 1 3 0,1 2 3 0,2 4-2 15,-4-4-7-15,10 10 4 0,-10-1-3 0,4 10 5 16,4 3-2-16,-2 1 2 0,7-1 0 0,2-3-3 16,-5-2 5-16,3-6-6 0,2 4-2 0,2 4 11 0,8 5-10 15,3 9 9-15,-2 5-14 0,0 6 8 0,-27 1-1 16,20-6 3-16,11-7-1 0,3-10-5 0,5-12 3 16,1-8-3-16,4-6 0 0,0-9 6 0,-7-2-6 15,27-5 5-15,-1-2-14 0,5-2-9 0,2-6 7 0,0-3-10 16,0 18-7-16,0-10-31 0,1-11-8 0,3-4-22 15,9-10-186-15</inkml:trace>
  <inkml:trace contextRef="#ctx0" brushRef="#br0" timeOffset="108576.3">31438 10629 16 0,'0'0'0'0</inkml:trace>
  <inkml:trace contextRef="#ctx0" brushRef="#br0" timeOffset="108590.37">31435 10633 16 0</inkml:trace>
  <inkml:trace contextRef="#ctx0" brushRef="#br0" timeOffset="108625.16">31435 10633 14 0,'0'0'1'0,"0"0"-3"0,0 0 4 15,0 0-5-15,0 0 3 0,0 0 1 0</inkml:trace>
  <inkml:trace contextRef="#ctx0" brushRef="#br0" timeOffset="108673.14">31412 10649 12 0,'0'0'1'0,"0"0"3"0,0 0-2 0,-2 0-4 0,1 0-2 0,-1 0 0 16,0 0 2-16</inkml:trace>
  <inkml:trace contextRef="#ctx0" brushRef="#br0" timeOffset="108681.15">31346 10674 14 0,'0'0'1'0</inkml:trace>
  <inkml:trace contextRef="#ctx0" brushRef="#br0" timeOffset="109497.88">31275 10679 10 0,'0'0'0'0,"0"0"0"0,0 0 1 0,-2 2 0 16,0 0 3-16,0 0-5 0,-1 0 0 0,-1-1-1 16,2-1 9-16,-9 6-7 0,2-2 4 0,1-1-5 15,3-1 4-15,-5 2-3 0,1 0-4 0,-11 3 0 16,5-1-1-16,4-3 5 0,0 1 4 0,7-4-1 0,-9 6-3 15,-2-1-2-15,2-1-2 0,0 0 2 0,0 1 11 16,-2-1-2-16,2 0-2 0,-7 3-2 0,5-1-6 0,2-3 8 16,-4 3 3-16,2 0 1 0,2-3-4 0,0 3-1 15,2-1-2-15,-4 3 0 0,4-3-12 0,-2 3 14 16,-2-1-10-16,2 3 11 0,-2 1-13 0,-1-9 3 16,-7 5 3-16,1 0-1 0,2 8 3 0,-4-2-1 15,1 0 1-15,-6 0-3 0,3-5 1 0,-4-1 2 16,4 6 0-16,4 0 1 0,-10-2 10 0,10 0-11 15,-12 4 7-15,3-7-8 0,3 5 1 0,-4-2 5 0,8 0-3 16,-2 2 4-16,2 2-10 0,0-2 8 0,4 2-4 16,3 1 5-16,-5-8-11 0,5 10 8 0,-5-6-7 15,-1 1 8-15,1-1-2 0,2 0-1 0,-1 4 1 16,1-6-2-16,-1 3 1 0,3-4 0 0,-1 2 0 0,1 2-2 16,-1-4-2-16,-1 2 1 0,1 1 7 0,-1 1-3 15,-1-2 6-15,1 2-7 0,-2-4-1 0,-3 0-1 16,1 2 3-16,-4 1-4 0,-1-3 3 0,-3 0-2 15,2-1 5-15,1 1 2 0,-3 0-10 0,10 2 6 16,-6 0-3-16,2-1-2 0,0 1 8 0,-4 0-6 16,4 0 5-16,0-2 1 0,2 3-5 0,2-3 1 15,2 2 0-15,-1 0-1 0,3 0 1 0,-1 0-2 0,0-1-5 16,-1 1 11-16,3 0-6 0,-3-2 5 0,-2 1-11 16,3-3 12-16,-7 2-4 0,-2 2 4 0,2 2-13 0,-2-7 13 15,8 5-3-15,-4-7 6 0,1 5-9 0,-6-1-1 16,1 1 3-16,9-2-1 0,-3-5-1 0,2 2 7 15,1 1-3-15,-13-1 3 0,12 0-12 0,5 3 10 16,0-3-7-16,12 5 8 0,-7-1-8 0,-3-5 4 16,-1 9 0-16,2-5 1 0,1 0-2 0,-4 3 3 15,1-1 0-15,-3 0 1 0,-4 2-9 0,5 0 6 16,-5 4-5-16,-3-7 5 0,0 3 5 0,0 0-1 16,0 4-4-16,-2-6 1 0,2 13-2 0,1-9 1 0,1 10 4 15,-2-7-4-15,5 1-8 0,-5 0 3 0,0-8-2 16,7 6 4-16,-16-8 3 0,3-1 0 0,-3-4 2 15,-4 2 0-15,12 1 4 0,-1 4-8 0,-3 1 2 0,-5-7-4 16,3 3 9-16,7 1-1 0,-4 3-4 0,9-1 2 16,-10 0-5-16,-5-1-14 0,6 1 10 0,-3 0-10 15,5 2 17-15,0 1-3 0,0-3 0 0,0 2 1 16,0 0 9-16,0 0-5 0,-2-1-2 0,0-1-1 16,0 0-1-16,-3 2 0 0,-7 0 7 0,3 1-5 15,-4-3 2-15,8 0-2 0,-3 0 2 0,10-1 0 0,-7-1 16 16,-1 1 10-16,6-3-6 0,-4 3 6 15,12-1-13-15,-5 1-7 0,9-1 4 0,-9-1-7 0,5 1-9 16,1 0 8-16,0 1-3 0,2-1 7 0,-1 3-3 0,-1 3-7 16,2-4-4-16,0 4 0 0,0 3 1 0,-1-3 2 15,-1 6 0-15,-2-2-2 0,3-2-13 0,-3 7 2 16,-1-4-6-16,-3 5 5 0,3-1-5 0,-4-2 4 16,-2 3 5-16</inkml:trace>
  <inkml:trace contextRef="#ctx0" brushRef="#br0" timeOffset="109518.49">26438 12911 2 0</inkml:trace>
  <inkml:trace contextRef="#ctx0" brushRef="#br0" timeOffset="109901.81">26193 13032 23 0,'-2'0'12'0,"-1"0"8"0,-25 9 4 0,-2 0-7 0,0 1-4 15,2-3 0-15,1 0-13 0,-1 3 11 0,-2-3-8 16,-3 0 10-16,-1 1-8 0,4-1-3 0,-1 1 9 0,1-1-8 16,2 1 3-16,-7-1 7 0,5 0-1 0,2 1 3 15,-3-1 0-15,7-1-9 0,0-1 2 0,0 3-3 16,-1-1 2-16,1 3 0 0,-2 1-9 0,0 0 5 15,-2 0-3-15,1 0-4 0,-3 0 7 0,2 0-7 16,6 1 3-16,-14 2 6 0,5-1-9 0,-4 0 8 16,-8 0-4-16,4 0-2 0,5-5 7 0,1 1-6 0,1 0 4 15,1-1-9-15,-6 3 4 0,5-2-5 0,-5 1 17 16,6 1-18-16,-1-2 6 0,-1 2-10 0,3-2 7 16,-2 3 10-16,1 2-9 0,1 1 9 0,-3 4-5 0,-1-14 0 15,-1 10 3-15,1 11-3 0,-12-13-7 0,-2 8 10 16,-2 5-7-16,-15-10 7 0,5 7-9 0,-3-10 4 15,0 0 7-15,11 2-3 0,6-6 7 0,3 7-11 16,2-1 0-16,0 4-2 0,2 1 13 0,0-5-12 16,-2 0 6-16,-3 2-9 0,-3-2 2 0,-12 1 0 15,-6 1-1-15,-6 2 2 0,-3-1 6 0,7 3-12 16,6 1 5-16,3 0-8 0,5 2 8 0,1 2 1 16,0 0 3-16,-2 0 0 0,0 6 2 0,-9 3-1 0,-6 2-2 15,0 0 1-15,-12 4 5 0,3-5-10 0,5 12 8 16,3-4-7-16,10 5 11 0,5 1-9 0,-1-11-19 15,2 0 2-15,-2-10-65 0</inkml:trace>
  <inkml:trace contextRef="#ctx0" brushRef="#br0" timeOffset="111699.65">30937 13811 185 0,'-2'0'-6'0,"-3"0"37"0,-38-5-12 0,4-3 17 16,-6 1-9-16,-3 0-10 0,0 3-1 0,-8 2-2 16,-1 2 3-16,-5 0-11 0,1 0 5 0,2-2-7 15,1 2 0-15,8 0-1 0,0 0-3 0,9 0 1 16,-2 0 3-16,2 0 0 0,0 0-3 0,-1 2 1 15,3 0-5-15,-8 0 2 0,1 0-1 0,-4-1 0 16,-4 3-3-16,-2 2-7 0,-1 1 8 0,-1-1-12 0,-1 1-25 16,-3 1-42-16,5-1 10 0,-2 4-12 0,1 0 60 15,-1 4 20-15,-6 2 1 0,-13-2 4 0,0 0-4 0,-15-1 17 16,4-1-4-16,11 0 10 0,-4 0-1 0,17 2-11 16,0 0 1-16,0 0-3 0,-7 2 6 0,-6-1-15 15,0 3 5-15,-10-2-7 0,3-1 19 0,3-3-6 16,2 0-1-16,12 0-2 0,5-3 9 0,-1 1-8 15,-4 0 3-15,-8 4-6 0,-12 3 1 0,-8 3-8 16,-1-4 5-16,1-3-6 0,5-1 7 0,7 8-4 16,1 7 3-16,-5-26-4 0,-8 40-3 0,-21-12-6 15,-2 1-10-15,2 5 4 0,7-3-11 0</inkml:trace>
  <inkml:trace contextRef="#ctx0" brushRef="#br0" timeOffset="111877.5">23911 15037 26 0,'-28'5'12'0,"-39"7"18"0,-42 2 5 0,-14 5 11 16,-1-8-2-16,16-5-1 0,4-1-3 0,10-3 1 16,-7 2-10-16,-12 3-6 0,-8 1 3 0,3 1-5 15,4-2-4-15,18 1-12 0,9 5 1 0,-6 7-4 16,-8 3 2-16,-16-1-8 0,4 2 4 0,2 0-8 0,12 4-13 16,18-24-138-16</inkml:trace>
  <inkml:trace contextRef="#ctx0" brushRef="#br0" timeOffset="117980.74">19810 14940 4 0,'0'0'0'15,"0"0"8"-15,0 0 14 0,-2 0 19 0,0-1 9 16,2-1-1-16,-2 0-7 0,2 0-14 0,-2 0-1 0,2 0-1 16,0 0-9-16,-2 1 15 0,1-1-7 0,-1 0 10 15,0 0-1-15,0 0 4 0,-2 0-3 0,1 0 1 16,-9-3-16-16,7 1 7 0,-1 0-3 0,-3-1 2 16,5 3-5-16,-7-5-1 0,-4-1-2 0,12 6 0 15,-3 0-8-15,-5-3-8 0,5 3 5 0,-14-7-5 16,12 7 6-16,3 0-1 0,-4 0-7 0,5 0 4 0,-4 0-3 15,-3 1 3-15,2-1 3 0,2 2-3 0,-5-2 0 16,3 2 1-16,-4 0 0 0,4 0 1 0,3 0 6 16,-5 0-5-16,4 0 10 0,-6 0-8 0,5 0 6 0,-1 0-3 15,2 0-6-15,3 0 4 0,-5 0 1 0,-1 0-9 16,1 0 8-16,0 2-8 0,-2 0 10 0,-1 1-14 16,-1 1 4-16,-3 2-5 0,1-1 9 0,2 1-5 15,0-1 2-15,0 3-3 0,2-1 4 0,0 1 5 16,-2 1-4-16,-2 0 5 0,4-1 1 0,-1-1-8 15,1 0 1-15,0 1-3 0,0-4 1 0,2 12 3 16,-2-1-1-16,3-4 1 0,-3 6-9 0,0 0 6 16,-2-1-5-16,-4 8 6 0,4-1-6 0,0 1 3 0,4 2 5 15,0-2-2-15,-8-5-1 0,10 5-1 0,-8-8-4 16,5 5 2-16,3 7 1 0,-6-4 4 0,6-2 1 16,5 0-2-16,-8-3-1 0,5-2-2 0,-1 5 0 0,-5-5-3 15,9 1 1-15,0 3 3 0,-5-5 1 0,5 3 0 16,-2 0-4-16,-5 1 0 0,-6 0 0 0,6 1 0 15,2 1 2-15,5-2 0 0,0 3 0 0,0 1 1 16,2 0 0-16,0 2-4 0,4 4 3 0,1-2-2 16,5 3 3-16,1-1-3 0,2 3 1 0,0-1-2 15,0-1 5-15,3 8-1 0,-4-14 2 0,2 6-3 0,-1-3-1 16,0 5 1-16,0 5-4 0,0 2 4 0,0-4-1 16,-1-8 1-16,-1 1 2 0,0-3-1 0,0 0 7 0,0-2-7 15,0 0-1-15,0-1-1 0,2-1-3 0,0 0 5 16,-3-5-2-16,3 2 2 0,-11-3-2 0,12 3 1 15,3-2 0-15,2-3 0 0,1 3-1 0,-1-6 6 16,3 4-4-16,0-2 5 0,0-2-1 0,6 0-1 16,-4-3 6-16,-1-4-5 0,5 1 1 0,-1-3 4 15,-1 0-4-15,6 3 5 0,-8 12-7 0,-3-8 4 16,5 1 0-16,1-5 3 0,3-1 3 0,-2-4-5 16,-4-2 3-16,-5-2-3 0,-1-3 10 0,1-2-12 15,1-6 4-15,1 4-6 0,-3-13 10 0,1-4-10 0,-3-4 3 16,5 1-5-16,-4-5 6 0,1 3-7 0,-1-2 5 15,1-1-5-15,-1-1 1 0,-4-2-1 0,2 0-1 16,-2 2 2-16,-4-11-1 0,2 11 3 0,-1-4-5 0,-3 2 3 16,-1 5-7-16,-3-5 10 0,-1 4 1 0,21-6 2 15,-10 4-7-15,-6 2-2 0,-3 1 3 0,-4 1-1 16,0 3 8-16,-2 1-6 0,-2-1-2 0,0 2 0 16,-1-2 7-16,-3 1-9 0,-1-3 3 0,0 1-5 15,0-1 10-15,-4-5-7 0,-2-6 4 0,2 6-5 16,0-6 0-16,2 8 0 0,-1 5 3 0,-2-5-3 0,-1-6 5 15,-2-2-4-15,2 4 0 0,0 2-1 0,4 15 1 16,-2 0 7-16,9 3-7 0,-18 2 8 0,-2-1-7 16,2 1-1-16,-4 6 6 0,4 2-5 0,-8-2 5 0,2 3-3 15,4 3-4-15,-4-1 1 0,2 4 2 0,-6-1-1 16,6-14 1-16,-1 4-3 0,-1 4-3 0,4 3 4 16,-2 4 0-16,1 2 4 0,3 0-3 0,4 0-1 15,-3 2-4-15,1 0 1 0,-1 2 1 0,3 1-4 16,-1 1 5-16,4-1-6 0,-1 3 2 0,-1 1 2 15,2 2 0-15,-4-3-1 0,3 14-5 0,-1 6 2 16,0 3 4-16,3 8-1 0,-5-4 1 0,0 10 0 16,-1-4-4-16,5 5 4 0,-3 10 6 0,-1-6-5 0,0 4 1 15,3-4-5-15,-1-3 1 0,8-5 7 0,-6-3-3 16,6 2 3-16,7 0-5 0,0 3-3 0,-20 1 1 16,10-2-2-16,7-1 7 0,3-1-1 0,2 4 0 15,0 5-2-15,4-2-1 0,7 6 5 0,6-2-1 0,-1-9 2 16,3 1-8-16,-4-5 2 0,0-2-1 0,-1-3 3 15,1-4 4-15,0-4 0 0,0-2-1 0,2 0-1 16,-15 0-3-16,18-2-9 0,0-3 4 0,3-4-3 16,1 0 15-16,-2-1-8 0,4-1 4 0,2 2-6 15,0-4 0-15,3-5 1 0,3 3 1 0,5-5-1 0,-2 0-5 16,9-2 8-16,4 24 0 0,-5-15 2 0,-2-9 1 16,-2-4 2-16,-6-4-3 0,0-5 4 0,4-2 6 15,-4-2-11-15,-3-2 7 0,-6 1-8 0,4 5 2 16,-4-21 7-16,1 0-6 0,3-7 6 0,0-9-5 0,-4-2 2 15,0-11 1-15,-2 1 1 0,-2-6 7 0,-1-12-15 16,-1-2 9-16,-11-9-9 0,-1 7 8 0,-4 2 0 16,27-2-6-16,-22-9 5 0,-10-9-4 0,-14-11-2 15,-6-6 0-15,-3 15-1 0,-4 9 4 0,0 20-8 16,25 16 1-16,-38 10-6 0,2 10-8 0,-2 9-50 16,-7 6-15-16,-14 9-24 0,-6-17-164 0</inkml:trace>
  <inkml:trace contextRef="#ctx0" brushRef="#br0" timeOffset="130402.13">29821 10752 12 0,'2'0'0'0,"0"0"5"0,0 0 60 16,0 0-14-16,-1 0 5 0,1 0-24 0,-2 0-7 16,0 0-9-16,0 0 0 0,0 0-1 0,0 0 7 0,0 0 0 15,0 1 2-15,0 1 0 0,0 0 22 0,-2 0-7 16,2 0 10-16,0 2-10 0,0 1 8 0,-1 12-18 15,-1-4-1-15,0 0-6 0,-2 2-4 0,2-4-5 16,-1 4 5-16,3-2-4 0,0 0 9 0,0 0 2 16,0-6 3-16,0 4-1 0,0-3 5 0,0-3-5 15,0-1 0-15,1 0-1 0,1-1 8 0,0 1-6 16,2-2 6-16,0 0-6 0,9 2 4 0,9-4-5 16,6-8-1-16,3-10-1 0,10-3 0 0,6-25-3 15,5-6 0-15,12-2-1 0,7-4-1 0,9 1-11 0,7-10 2 16,0-5-6-16,-1-12-2 0,-4-5-6 0,-6 3-10 15,-4 3-9-15,4 9-132 0</inkml:trace>
  <inkml:trace contextRef="#ctx0" brushRef="#br0" timeOffset="137699.79">26706 12436 17 0,'0'0'0'0,"0"0"27"0,0 0 19 0,0 0 31 15,0 0 9-15,0-2-25 0,1 0-10 0,-1 0-28 16,0 0-11-16,0 0 7 0,0 1-15 0,0-1 12 0,0 0-3 16,0 0 4-16,0 0-6 0,0 0-5 0,0 0 2 15,0 1-3-15,0 1-1 0,-1 0 15 0,-1 0-1 0,0-2 7 16,0 2 15-16,0 0-11 0,0 0 2 0,0 0-5 15,1 0 1-15,-1 0-10 0,0 0 5 0,0 0-8 16,0 0-4-16,0 0 0 0,2 0 1 0,0 0 0 16,0 0 7-16,0 0 3 0,0 0-7 0,0 0 5 15,0 0-8-15,0 0-9 0,0 0 3 0,0 2-4 16,0-1 9-16,2 1-12 0,0 0 10 0,0 0-9 16,0 0 9-16,1 0-3 0,1 0-7 0,0-1 3 0,-2 1 0 15,0 0 3-15,1 0 3 0,1 0-3 0,-2-2-2 16,5 2 4-16,6 1-1 0,-5-1 1 0,-5-2-7 15,3 0 4-15,-2 0 2 0,1 0 2 0,3 0 3 16,-3 0-10-16,-3 0 2 0,2 0-3 0,1 0 6 0,-1 0 4 16,0 0-8-16,0 0 7 0,-1-2-4 0,1 0-2 15,-2 1 7-15,0-1-7 0,0 0 5 0,-1-2-7 16,1 1 0-16,0-1-1 0,0 0 10 0,0 2-5 16,0 0-3-16,0 1 0 0,-1-1-1 0,-1 0 2 15,0 0 1-15,0 0-1 0,0 0-2 0,0 0 2 16,0 2 1-16,-1 0-1 0,-1 2-8 0,0 0 6 0,0 0 1 15,-2 2 3-15,-3 7-4 0,-4 7-3 0,5-5 3 16,1 4-2-16,1-4 9 0,2-4-4 0,-2 4-1 16,2-5-2-16,1-3-1 0,1 3 2 0,0-1-1 15,0-1 2-15,0 1-2 0,0-3 4 0,1 0 2 0,1-3 1 16,0 1 12-16,2 0-6 0,0 0 0 0,-1 0-2 16,3-2-3-16,7 0-1 0,0-2 5 0,2-2-4 15,0-1 6-15,-4-1-6 0,2-3 3 0,-2 1-4 16,-4 7 5-16,1-11-4 0,-1 3-1 0,-5 0-1 15,2 0-1-15,-3 1 1 0,5 1-1 0,0-1 1 16,-5 3 1-16,1 1 1 0,0-2-1 0,-2 5 2 16,0-3 0-16,0 0-7 0,0 2 4 0,-2 0-6 0,0 1 4 15,-1-1-4-15,-1 2 0 0,-2 0-2 0,-5 0 6 16,6 0-3-16,-4 2 2 0,5-2-2 0,2 0 5 0,-4 0-6 16,3 1 1-16,-1 1-2 0,0-2 1 0,2 0 6 15,1 0-1-15,-1 0 2 0,0 0-6 0,0 0 22 16,0 0-4-16,2 0 9 0,0 0-15 0,0 0-8 15,0 0-2-15,0 0-1 0,0 0-2 0,0 0 3 16,0 0-3-16,0 0 3 0,0 0-8 0,0 0-8 16,0 0-6-16,0 0-4 0,0 0-41 0,0 0-47 15,-2 2-1-15,0 0-17 0,1 0-20 0</inkml:trace>
  <inkml:trace contextRef="#ctx0" brushRef="#br0" timeOffset="139022.72">25196 11817 55 0,'0'0'11'0,"0"0"-1"16,0 0 15-16,0 0-2 0,0-2 2 0,0 1-2 0,0-1-10 15,0 0 6-15,0 0-7 0,0 0 5 0,0 0 8 16,0 0-3-16,0 1 5 0,0-1-3 0,0-2-1 16,0 2 5-16,0 0-1 0,0 1 7 0,0-1-2 0,0 0-10 15,0 0 6-15,0 0-8 0,0 0-7 0,0 0 7 16,0 1-7-16,0-1-4 0,0-2 0 0,0 2-7 16,0 0 6-16,0 0 1 0,0 1-14 0,0-1 10 15,0 0-10-15,0 0 15 0,0 0-7 0,-2 0 1 0,0 0-4 16,0 1 0-16,1-1 3 0,1 2-5 0,-2 0 3 15,0 0 0-15,0 0-7 0,2 0 8 0,0 0-7 16,0 0 13-16,0 0-5 0,0 0 7 0,0 0-6 16,0 0 5-16,0 0 1 0,0 0-6 0,0 0 6 15,-2 0 1-15,0 0 0 0,0 0 8 0,1-2-5 0,-1 0 7 16,0 2-4-16,0 0-2 0,0-2 1 0,0 2-5 16,2 0 5-16,-2-2-2 0,1 0 3 0,-1 1-3 15,0 1-10-15,0-2 4 0,0 0-5 0,0 0 12 16,0 0-6-16,1 0-2 0,-1 0-1 0,0 1-4 0,0 1 3 15,-2-2-3-15,1 2 1 0,-1 0-7 0,0 0 5 16,0 0 2-16,3 0 1 0,-3 0-10 0,2 0 8 16,-4 0-5-16,3 0 6 0,-1 0 2 0,2 0-10 15,0 0 8-15,0 0-8 0,1 2 8 0,-1-1-2 16,0 1-1-16,0 0 1 0,0 0 3 0,0-2-2 16,0 0-4-16,2 2 2 0,0 0-8 0,0 0 7 15,0-1 1-15,0 1 3 0,0 0-5 0,0 0 2 0,0 0-3 16,0 0 4-16,0-2 4 0,0 2-6 0,0-1 5 15,0 1-4-15,0 0 9 0,0 0-7 0,0 0 1 16,0-2-2-16,0 0-3 0,-1 0 8 0,1 0 1 16,0 0 4-16,0 0-2 0,-2 0-2 0,0 0-1 0,2 0 1 15,0 0 7-15,0 0-3 0,0 0 2 0,-2 0-2 16,0 0-4-16,0 0-3 0,0 0 1 0,1 0-1 16,-1 0 1-16,0 0-3 0,0-2 1 0,2 2 0 15,0 0 8-15,0 0-10 0,-2-2 3 0,0 0-4 16,0 0 3-16,1 1-1 0,-1-1 3 0,2 0-1 15,-2 0 2-15,2 0-6 0,0 0 1 0,-2 0-1 0,0 1 4 16,0-1-4-16,0 0-2 0,2 2 0 0,0 0-2 16,0 0 4-16,0 0-1 0,0 0 1 0,0 0-5 15,0 0 7-15,0 2-2 0,0 0 4 0,0-1-12 0,0 3 13 16,2 9-7-16,4 15 9 0,-2-8-7 0,-3 8 2 16,-1 4-1-16,0-8 1 0,0 2-2 0,0-2-5 15,0 8 5-15,-1-5-4 0,-3 5 5 0,-2-4 3 16,3-6-1-16,-1-1 1 0,0 1 0 0,0-4 0 15,-1-1 0-15,1 0 1 0,0-6 8 0,1 2-8 16,-1 0 7-16,0-2-7 0,1 0 3 0,-1-1-1 16,2-1-3-16,0 0 2 0,2-3-4 0,-2 1-2 0,2 1 4 15,0-3-3-15,0-1 5 0,0 1-6 0,0 1 2 16,0-2-3-16,0 1-10 0,0-3-3 0,0 2-3 16,0 0 1-16,0-1-22 0,0 1-77 0,2-2 20 15,0 0-35-15,2 0 25 0,-1-1-26 0,1-1-6 0,0 0-7 16,-2 0-29-16</inkml:trace>
  <inkml:trace contextRef="#ctx0" brushRef="#br0" timeOffset="139373.79">24788 12315 245 0,'-2'0'31'0,"-2"0"37"0,0 0-36 16,-11-2-12-16,1 2-5 0,2 0 0 0,-1 0-4 0,0 0-1 15,2 0 0-15,0 0-2 0,0 0-7 0,2 0 6 16,-1 0 2-16,-1 0 2 0,4 0 15 0,1 0 8 16,1 0-5-16,1 0 6 0,2 0 2 0,0 0 2 15,-1 0 1-15,-1 0 0 0,0 0 3 0,0 0-21 16,1 0 10-16,1 0-16 0,0 0-9 0,0 0 1 16,0 0-7-16,0 0 7 0,1 0-2 0,-1 0-4 15,2 0 4-15,0 0-4 0,0 0 6 0,0 0-7 0,0 0 1 16,2 2-2-16,-1-2 0 0,1 2 3 0,0 0 2 15,0 0-1-15,2-1-5 0,-1-1 2 0,3 0 2 16,5 2 3-16,2 0 3 0,0 0-2 0,4 0-2 16,1 0 3-16,3 0 6 0,-1-2-3 0,3 0 5 0,4 0-4 15,5-4 4-15,7-2-8 0,4-1 0 0,-4-2-1 16,3-1 3-16,5 1 0 0,-10 2-5 0,0-1 3 16,-4 3-3-16,-10 1-10 0,1 2 1 0,-9 0-9 15,5 0-27-15,-1 2-119 0,-8 0-55 0</inkml:trace>
  <inkml:trace contextRef="#ctx0" brushRef="#br0" timeOffset="142009.24">29195 11626 21 0,'0'0'8'0,"0"0"-3"0,2 0 18 15,0-2 7-15,0 0 3 0,0 1 33 0,0-1 11 16,0 0-4-16,-1 0 1 0,1 0-37 0,0 0-4 0,0 0-1 15,0 1-1-15,0-1-5 0,0 0 10 0,-1 0-8 16,1 0 7-16,0 0-13 0,0 0-6 0,0 1 2 16,-2-1-4-16,0 0-2 0,0 0 13 0,0 0-6 15,0 0 7-15,0-1-5 0,0-1 5 0,0 2 3 16,-2-2 0-16,0 2 1 0,0 1-5 0,0-1-3 0,1 0 1 16,-3 0 3-16,0 0-9 0,0 0 0 0,1 0-3 15,-1 1-3-15,2 1-5 0,-7-4 3 0,1 2-4 16,-1 0 1-16,-2 0 1 0,0 2 1 0,-4 0 0 15,6 0-4-15,-2 2 6 0,3-2-6 0,3 2 6 16,-3 2-4-16,-1-1 2 0,-2 5-3 0,-2-1 1 16,0 1-6-16,9-6 2 0,-3 1 1 0,5 10-2 0,-6-3-1 15,3-1 3-15,3 0-2 0,-2-3 4 0,-1 1-3 16,-1 4 0-16,2-1 5 0,2-3-5 0,2 0-1 0,0 1 4 16,0-3-4-16,0-1 6 0,2 2 6 0,0-3 3 15,0 1 2-15,2 0 0 0,3 0-4 0,10 3 1 16,0-1 3-16,-1-5-1 0,1-1 3 0,2 0-5 15,-5-1-5-15,5-5 1 0,-2 0-13 0,-4 1 12 16,2-3-4-16,-6 3 6 0,-2 1-14 0,1-1 12 16,-3 1-8-16,-1 0 9 0,0-7-5 0,5 0-6 15,-2-2 9-15,-1 0-9 0,0 0 9 0,-5 2 0 16,1-2-4-16,-2 3 2 0,0-3-3 0,0 4 0 0,0 2 0 16,0-3 0-16,-2 3 7 0,1 0-2 0,-1-1-1 15,0 4-1-15,-2-1-3 0,2 1-2 0,0 0 0 16,-9 3 0-16,0-1 0 0,0-8-2 0,0 3 2 15,0 1-2-15,0 3 5 0,-1 1-6 0,-2 0 1 16,-5 2-2-16,6 0 2 0,-2 4 0 0,-2 1 0 0,10-3 1 16,-2 4-2-16,-6 3 0 0,13-9-2 0,-7 6 3 15,-2 5 0-15,1 2-4 0,3-2 4 0,-1 2-4 16,3 0 6-16,1-2-3 0,2-2 1 0,2-1-1 16,0-1-1-16,0 1 3 0,0-3-2 0,2 3 1 15,0-5-4-15,2 1 8 0,-1-2 0 0,14 9 3 0,0-4-9 16,3 1 10-16,4-4-8 0,1-4 9 0,-1 0-9 15,-4-2-2-15,2-4 5 0,-5 1-3 0,2-3 9 16,-6 3-2-16,0-3-4 0,-4 3 1 0,-2-1-1 0,-1 0-3 16,0-5 5-16,-5 2-5 0,1-4 3 0,0 2 3 15,6 2-4-15,-1-3 4 0,-3 3-3 0,-1-4-3 16,-1 6 4-16,-2-3-4 0,0 3 7 0,0 1-4 16,0-1-5-16,-2 0 2 0,1 3-3 0,-1 0 3 15,0 4 2-15,-13-4 0 0,0-7-2 0,0 2 1 16,-3 2-1-16,-1 1 1 0,-1 4-1 0,3 2 0 15,-2 0-1-15,6 0-1 0,-7 2 1 0,5 2 1 0,-2-1 0 16,-1 3-1-16,9-2-3 0,-3 1-1 0,-1 3 3 16,6-5 0-16,1 1 8 0,-3 4-9 0,0 3 1 15,3 0-4-15,1 0 4 0,3 0-5 0,2-2 8 16,0 1-6-16,2 1 8 0,0-4 1 0,1 1-4 16,1-3 3-16,2 1-6 0,12-2 3 0,3 1 1 0,-5-3 1 15,7 13-2-15,-5-6 3 0,-1-3-2 0,1-3 2 16,-1-1-2-16,-2-2 1 0,0 0 3 0,-2 0-2 15,0-2 5-15,0-1-4 0,-4 1 2 0,-1-2-3 16,-1 0 0-16,-3 3 2 0,-1-3-3 0,1-9 2 16,-2 2-3-16,0 0-3 0,7-1 2 0,-3 1-2 15,-1 0 12-15,-3 4-9 0,0-4 4 0,0-1-5 0,-2 5 1 16,0-2-1-16,0 3 3 0,0 2-3 0,0 3-4 16,-2-3 0-16,-2 0 1 0,1 2 0 0,-12-7 4 15,0 2 3-15,0 1-4 0,0 2 4 0,4 2-4 0,0 2 0 16,-4 0-2-16,4 0 1 0,-6 2-5 0,6 0 6 15,2 2 0-15,5-2 3 0,-3 1-6 0,3-1 2 16,-4 4-4-16,-1 7 5 0,-2 2 1 0,4-2-5 16,-1 2 7-16,3-2-6 0,1 0 5 0,2-2-4 15,2 0-1-15,0-2 0 0,0 0 4 0,2-1 3 16,0-3-5-16,0 1 2 0,-1-2-5 0,9-1 4 16,3 1 0-16,0 5 2 0,3 1 7 0,1-5-9 15,5-1 2-15,-1-2-3 0,-1-2 3 0,-1-2 5 0,-2-2-1 16,1-3 0-16,-3-1-9 0,0 1 3 0,-2 0 0 15,0-3 3-15,-4 3 2 0,-3 5 1 0,-3-9 0 16,5 0 1-16,-1 0 1 0,-3 1-4 0,0-1-3 0,-4 4 1 16,0-1 0-16,0 1-2 0,0 3 2 0,-2-1-2 15,0 1-6-15,-2 2 7 0,-14-11-2 0,-3 4 2 16,-3 3-4-16,-4 4 4 0,0 2 1 0,-3 4 2 16,1 2-4-16,4 1 0 0,2 0 0 0,-4 5 0 15,4-1-2-15,4-2-4 0,-6 4 2 0,16-7-1 16,-3 1 11-16,10-5-11 0,-1 0 5 0,0 0-7 0,-1 5 6 15,-1 0 1-15,2 1-1 0,2-3 1 0,2-1-6 16,0 0 8-16,0-2 1 0,2 1 4 0,0 1-4 0,2 0 4 16,11 5-6-16,9 0 5 0,-7-5-3 0,-1-2 5 15,-1-2-5-15,-4 0 4 0,0 0-8 0,-3 0 6 16,-3 0 3-16,-3 0 0 0,0 0-2 0,2-2-22 16,0 0-12-16,-3 0-8 0,1 1-83 0,0-1-114 15,-2 0-28-15</inkml:trace>
  <inkml:trace contextRef="#ctx0" brushRef="#br0" timeOffset="143277.97">26475 11472 99 0,'0'0'30'0,"-2"0"26"0,1 0-1 16,-3 0-6-16,-2 0 3 0,1 0-2 0,-3-2 7 0,-1 0-12 16,-2-1-2-16,3 1-3 0,1 0 0 0,1 0-4 15,1 0 1-15,1 2-2 0,0-2 2 0,3 2-16 16,-3-2 5-16,2 2-10 0,0 0-4 0,0 0-5 16,0 0-1-16,1 0-2 0,-3-1-5 0,0-1 10 15,0 0-6-15,1 0 9 0,1 0-3 0,0 0-2 16,0 0 0-16,0 1 0 0,0 1 0 0,1 0 4 15,-1 0 2-15,0 0-2 0,2 0-1 0,0 0-5 0,0 0 3 16,0 0-4-16,2 0 2 0,0 0 1 0,1 0 0 16,10 0 0-16,10-2 4 0,1 2-8 0,0 0 2 15,0 0-5-15,-2 0-5 0,4 0 4 0,-2-2 0 16,6 0 2-16,-4 2 6 0,2 0-3 0,2 0-4 0,-8 0 0 16,6 2-6-16,-6-2 6 0,0 2 0 0,6 0 2 15,-5-2 1-15,-1 0-5 0,0 1 2 0,2 1-3 16,2-2 2-16,-2 0 2 0,6 2 3 0,0-2 1 15,-1 0-4-15,5 0 0 0,-3 0-1 0,8 0 0 16,-3 2 2-16,3-2-2 0,0 0-1 0,-8 0-1 16,8 0 1-16,-3 0 2 0,-7 2 2 0,3 0 0 15,-12 0-6-15,1-1 4 0,3 1-4 0,-7 0 5 0,9 0-3 16,-4 2-1-16,-5-2 2 0,3-1-1 0,-3 1 1 16,-4 0 2-16,1 0 0 0,-1 0 2 0,2 0-4 0,2 0-1 15,2-1 1-15,-1 1 0 0,1 0 1 0,-3-2-1 16,3 2-1-16,3-2 1 0,-1 0 6 0,1 0-2 15,2 0-4-15,-2 0 1 0,1-2-5 0,-1 0 7 16,4 0 2-16,4 1 1 0,3-1-6 0,1 0 0 16,-3 0 1-16,-10 0-1 0,1-2 5 0,2 3 2 15,-2-1 0-15,6-2-1 0,2 2-7 0,-6 0-3 16,0 2 1-16,0 0 2 0,-3 0 6 0,-3 0-7 16,1 0 2-16,-4 0-3 0,1 0 2 0,1 0 2 0,-2 0-2 15,0 0 2-15,0 0-1 0,-2 0 6 0,-2 0-4 16,0 0 4-16,0 2-14 0,2 0 11 0,0 0-6 15,4 0 7-15,-2 0-6 0,1-2 2 0,1 0 3 0,2 1-2 16,-3-1-1-16,3 0-1 0,3 2 1 0,-5-2 1 16,1 0 0-16,5 2 2 0,-5 0-3 0,-3-2 1 15,6 2-7-15,-7 0 9 0,5 0-5 0,0-1 6 16,-3 1 1-16,3 0-8 0,-8 0 8 0,4 0-9 16,3 2 5-16,-5-3-1 0,4 1 1 0,2 0 1 15,-5-2-1-15,9 0 5 0,1 0-6 0,-4 0 7 16,-1 0-5-16,1 0 0 0,1 0 5 0,-1-2-4 0,-3 0 0 15,-2 1 7-15,-4-1-10 0,-2 0 7 0,6 0-6 16,-4 0 3-16,-2 0 0 0,3 0-1 0,-5 2-3 16,-1 0 0-16,-1 0 4 0,-1 0-3 0,1 0 2 0,-3 0 1 15,0 0-4-15,0 0 3 0,2-1 4 0,-1 1-4 16,1-2 8-16,0 2-8 0,0 0 2 0,-3 0 5 16,1 0-5-16,0 0 5 0,0 0 0 0,0 0-5 15,0 0 3-15,0 0-4 0,-1 0-4 0,1 0 0 16,0 0-2-16,0 0-1 0,0 0 3 0,0 0-12 15,0 0-9-15,-1 0-11 0,1 0-133 0</inkml:trace>
  <inkml:trace contextRef="#ctx0" brushRef="#br0" timeOffset="144255.19">25352 10991 277 0,'0'0'33'0,"0"-2"-2"0,0 0 23 16,0 1 4-16,0-3-6 0,0 0-1 0,2 0-15 16,0 1-1-16,0-1-4 0,-2 0-9 0,1-5 21 15,1 2-7-15,0-1 11 0,0 4-1 0,0 1-20 16,-2-1 7-16,0 0-11 0,0 1 8 0,0 1-4 15,0 0 1-15,0 0-3 0,0 0-9 0,0 0-14 16,2 0 2-16,-2 1-4 0,2 1-6 0,-1 0 12 0,1 0-1 16,0 1 5-16,0 3-3 0,0 7 6 0,2 21-9 15,-3 1 9-15,1-1-10 0,-2-4-3 0,0 0 5 16,0-8-4-16,0 6 4 0,0 0 1 0,0 0-4 0,2 2 5 16,-2-6 2-16,0-2-9 0,0 3 4 0,0-7-6 15,0 3 13-15,0-4-5 0,0 0-4 0,0-8 1 16,0 6-2-16,-2-4 4 0,2-3 4 0,-2 1 0 15,1-1 2-15,1-2 3 0,-2-1 0 0,0 1 0 16,0 0 4-16,-2 0-9 0,2-4 1 0,-11 9-3 16,2-2 0-16,-4 1 0 0,-3-1 0 0,7-3-1 0,-4 0 6 15,2-1-7-15,7-3 2 0,-14 4-3 0,7-4 9 16,9 0-5-16,-7 0 7 0,7 0-6 0,1 0 10 16,-1 0-14-16,2 0 1 0,0 0-4 0,0 0 3 0,0 0-4 15,2 0 6-15,2-2-6 0,0 0 4 0,0 2 2 16,18-11-6-16,6-2 6 0,4 2-6 0,-2 0 5 15,2 0 3-15,1 1-1 0,-1 3-4 0,-2 1 2 16,0 3-8-16,-2 1 6 0,-2 0-6 0,-2 2 3 16,2-2 3-16,0 2 0 0,-5-2 3 0,-2 2-3 15,-1 0 2-15,-6 0-3 0,-1 0-2 0,-2 0-1 16,-3 0-3-16,7 0 2 0,-9 0 2 0,2 0-4 0,-1 0-6 16,-1 0-2-16,0 0-38 0,0-2-86 0,-2 1 3 15,0-1-38-15,0 0-62 0</inkml:trace>
  <inkml:trace contextRef="#ctx0" brushRef="#br0" timeOffset="144460.31">25226 10935 908 0,'0'0'44'0,"0"-1"-6"15,-2-1-7-15,2 0 11 0,0 0-26 0,0 0 3 16,2 0 3-16,0-1-6 0,-2 1 4 0,20-6-16 15,4 1-2-15,0 1-1 0,-1-9 1 0,-1 4-3 16,-2 4-3-16,-1 1 4 0,-2 1-3 0,-4 3-8 0,0 0-37 16,0 0-16-16,0 2-12 0,-2 0-113 0,2 0-72 15</inkml:trace>
  <inkml:trace contextRef="#ctx0" brushRef="#br0" timeOffset="145018.81">25773 11127 138 0,'0'0'136'0,"0"0"-8"0,-1 0-26 0,-1 0 2 16,0 0-60-16,0 0-28 0,0 0 13 0,0 0-2 15,0 0 4-15,-1 2-12 0,1-1 3 0,0 3 1 0,-11 15 2 16,2-3 10-16,0 3-3 0,1-1-1 0,3-3-2 16,1 0-8-16,3 0 7 0,-1-2-1 0,0 2 2 15,2-8-5-15,1 4 1 0,-1-1 1 0,0-1 0 16,0 2-4-16,2-5-4 0,0-3-4 0,0 1 1 15,0-2 2-15,0 2-6 0,0-1 7 0,0 1-6 16,0 0 6-16,0-2-1 0,0 0-4 0,0-1 2 16,0 1-5-16,-2 0-3 0,0-2 0 0,0 0-2 0,1 0 0 15,-1-2-1-15,-2 0 1 0,0 1-1 0,2 1 0 16,-5-6-4-16,0-9 0 0,1-2-1 0,-3 3 3 0,3-7-3 16,3 6 1-16,1 2-1 0,-9-2 1 0,1 1-1 15,5 1 2-15,3 7-1 0,0 0-1 0,2 3 1 16,0-1-5-16,0-3 4 0,0-1 1 0,4-1 0 15,-2 3 2-15,-1 6-1 0,24-1 1 0,-3-5-2 16,0-1 0-16,-2-5-1 0,5 7-3 0,-3-8 3 16,0 4 2-16,2 5-1 0,-9 4-4 0,0 0 4 15,2 2-1-15,-6 0 1 0,7 5-1 0,3 4 0 16,-6-2-2-16,-2 4 3 0,-6 4 3 0,1 5-5 0,-1-3 6 16,6-1-5-16,-2 3 8 0,-5-6-5 0,-1 5-1 15,-3-7-1-15,-2 0 4 0,0 4 4 0,-4 0-5 16,-1-1 4-16,-1-1-2 0,-3-2 4 0,7-2-1 15,-15 4 0-15,-7-4-4 0,4 0 2 0,-10 1 4 0,6-3-3 16,-2 0 3-16,0-1 2 0,4-1-8 0,3 0 6 16,1-1-10-16,1-2 8 0,0-2-1 0,2 1 1 15,6 5-11-15,0-3 7 0,-1 1-5 0,-1-1 5 16,2-1-9-16,4-2-2 0,-1 0-4 0,2-2-1 16,1 0-25-16,-1 2-41 0,0 0-3 0,2-2-14 15,0 0-29-15,1 0-1 0,1 0-13 0,1-2 5 0,1 0-40 16,2 0-20-16</inkml:trace>
  <inkml:trace contextRef="#ctx0" brushRef="#br0" timeOffset="145674.66">26228 11129 591 0,'0'-2'53'0,"0"0"-1"0,0 0 3 15,-1 0 1-15,-1 0-18 0,0-1-4 0,0-1-1 16,0 0-9-16,0 0 5 0,0 3-9 0,1-1-5 0,-3 0 4 15,0 0-5-15,2 2 6 0,-7-2-4 0,2 2 3 16,-5 2-4-16,1 2 1 0,-4 1 2 0,-1 3-5 16,3-1 3-16,-4-3-8 0,4 14 13 0,0 7-8 15,2-5 8-15,0-2-17 0,3 7 4 0,-1-9 2 0,2-1 1 16,1 4 1-16,0-4-7 0,5 3 4 0,-11-1-3 16,5-2 4-16,3-2-8 0,2-2 2 0,2-2-2 15,0 2 10-15,2-1-6 0,0-1 2 0,0-4-3 16,2 1 7-16,5 0 6 0,8-5-1 0,1 3 3 15,-1-2-2-15,-2 9 5 0,-2-3 2 0,2-3 1 16,0-1 9-16,-1-4-12 0,1 0 2 0,2-2-5 16,0-2 5-16,-2-1-13 0,3-5 3 0,-1-1-6 0,0 8 3 15,-3-22 0-15,-3 1-3 0,-1-5 1 0,-5-5-2 16,-1 3-2-16,-2-1 1 0,16 2-3 0,-8 4-4 16,-5 2 6-16,-5 0-5 0,0 4 6 0,-3-4-2 0,-3 5-3 15,-5-3 0-15,2 7-2 0,1 4-10 0,1 5 1 16,-12-7-2-16,1 4-1 0,-3 1-11 0,1 5-14 15,-1 3-3-15,-3 3-3 0,4 5-8 0,-1 1-5 16,3 2 7-16,10-5-6 0,-5-1 14 0,12 10-8 16,-7-7 2-16,-1-3-4 0,0 8-2 0,1 2 8 15,4 4-1-15,4-1 6 0,0-12 12 0,0-4 18 16,2 1-2-16,0 1 8 0,0-4 5 0,15 9-2 0,3 1-1 16,-5-7-2-16,4 1 5 0,-1 0 0 0,-1-2 3 15,0-2-4-15,-3 0-1 0,-2 0 2 0,-3 0-3 16,-2 0 4-16,-1 0 3 0,-4 0 4 0,1 1 13 15,1-1-3-15,0 0 48 0,0 0-27 0,-3 0 6 0,1 0-15 16,0 0 0-16,0 0-1 0,0 2 3 0,0 0-3 16,0 0 0-16,-2 2-3 0,0 3-6 0,0 10 4 15,0-8 0-15,0-1 0 0,0 6 5 0,0 1-4 16,0-2 1-16,0-2-5 0,1-1-1 0,1-3-2 16,4 4-7-16,-1 0 5 0,5 2-2 0,-9-3 3 15,18 3-13-15,1-6 11 0,1 2-8 0,-1-1 8 0,3-1-8 16,-1 3-11-16,0-3 4 0,4 0-8 0,0-1-10 15,0 0-64-15,-2-3-77 0,-18 1-17 0,24 2-441 0</inkml:trace>
  <inkml:trace contextRef="#ctx0" brushRef="#br0" timeOffset="147559.7">29069 11583 170 0,'0'0'47'0,"0"-1"70"0,0-1-69 0,0 0-12 16,-2 0-2-16,2 0-1 0,0 0-3 0,-2 0-11 16,1 1 2-16,-1-1-4 0,0 0 3 0,2 0 11 15,0 0-8-15,0 0 9 0,0 0-2 0,0 1 5 16,0-3 7-16,2 0-2 0,0 0 10 0,-1 3-22 15,1-1 0-15,0 0-8 0,0 0-6 0,2 0-2 16,-1 0 1-16,1 0-3 0,0 1-6 0,0-1 3 16,-1 0-7-16,1 0 4 0,0 2-7 0,-1 0 8 15,1 0 1-15,0 0 1 0,0 0-1 0,-1 2-4 0,1 0 3 16,0 0-4-16,-1-1 8 0,1 3-6 0,-2 0 2 16,-2-2-2-16,6 9-1 0,1 2 2 0,-1-2 1 15,-1 4 1-15,1 0 12 0,-1 0-8 0,1 1 3 0,-2-1-5 16,1 2 3-16,1 7 1 0,-1 4-2 0,1 3 1 15,-1 5-12-15,-1 1 4 0,0 4 0 0,-2-4 3 16,0 0 3-16,-2-4-4 0,1-1-5 0,-1 3 2 16,0-3-2-16,0-3 0 0,0 1 2 0,0-4-1 15,2 2 8-15,0 0-9 0,-2-4 2 0,0-2-4 16,2 6 7-16,0 0-3 0,0 2 1 0,0 1-2 16,-1-3 1-16,1 0-7 0,0 3 6 0,0 5-5 0,2 1 9 15,-1 0-4-15,-1 2 0 0,0-2 0 0,0-3 6 16,2 6-8-16,-2-8 3 0,-1 3-3 0,1 1 13 15,0-9-9-15,0 9-2 0,0-8-1 0,2-1 2 0,-3 1-4 16,1-2 6-16,0 0-6 0,0 0 2 0,0 0 4 16,2 2-4-16,-3 0 6 0,1 0-6 0,-2 3 4 15,0-1-5-15,0 3 4 0,0 1 4 0,0-1-7 16,0 3 10-16,0-1-10 0,0 0 15 0,-2 6-4 16,1-8 0-16,1-1-1 0,-2 7 0 0,0-7-5 15,2 7 2-15,-2-4-2 0,2-2 6 0,0 1-10 16,0-7 6-16,0 1-6 0,0 0 16 0,0-2-12 0,2 2 2 15,0 2-6-15,0-1-4 0,-1 3 5 0,1 1-5 16,0 1 5-16,0-1 1 0,0 3-6 0,0-5 8 16,0 4-8-16,-1-1 11 0,1 3-7 0,-2 2 2 15,2-2-3-15,-2 0 4 0,0-5-6 0,0 3 4 0,2-3-3 16,0-5 3-16,0 3 0 0,-2-11 0 0,2 5 2 16,-1-2 1-16,1-1-7 0,0-1 2 0,2-1-2 15,0-1 4-15,-3-1 2 0,3 1-2 0,-2-3 2 16,0 2-2-16,0 2 0 0,0-3 1 0,-1 5-1 15,1-3-2-15,-2 5 1 0,0-1-2 0,0 2 2 16,0 0-4-16,0 2 4 0,0-2-1 0,0 0 3 0,0 0 3 16,0-3-3-16,0 1 1 0,0-1-2 0,0 3-3 15,0-2 4-15,0-2-3 0,0-5 4 0,2 6-11 0,-2-5 8 16,2 1 0-16,0 0 4 0,-2-8-4 0,0 0 1 16,0-1-2-16,2 3 1 0,0 6-1 0,-1 3 2 15,-1-1-2-15,0-4 2 0,0-1-3 0,0-1 0 16,0 8 2-16,0-3 0 0,0-3 3 0,0 6-4 15,0-5 2-15,0-1-2 0,0 4 5 0,0-4-7 16,0 1 1-16,0 1-3 0,0-2 9 0,0-2-4 16,2 0 1-16,-2-4-2 0,0-1 0 0,0-3 3 15,2 1-2-15,0-1 1 0,-2-1-1 0,0 0-1 16,0-2 4-16,0 0-2 0,2 1 9 0,0 1-5 0,0 0 1 16,-1-1-2-16,1-1 6 0,0 0-5 0,-2 0 1 15,0 0-3-15,0 0 7 0,0-1-9 0,0 1 5 16,0 0-7-16,0 0 1 0,0 0-6 0,0-2 2 15,0 0-3-15,0 0 11 0,0 0-3 0,0 0 1 0,0 0-3 16,0-2-4-16,0 0 7 0,0 0-6 0,0 0 6 16,0 1-4-16,0-3 1 0,0 0 1 0,-2 0 0 15,2 3-1-15,-2-5 0 0,1-3 4 0,-3 0-4 16,0-1-1-16,0 1 0 0,3 2-2 0,-3-1 2 16,0-1 4-16,-1-2-1 0,1 3 5 0,0-1-4 15,0 2-5-15,3 3 3 0,-1 0-1 0,0 0 4 0,-2 1 3 16,0-1-5-16,3 0-2 0,-3 2 1 0,0 1-2 15,0-1-10-15,1 0 10 0,-1 2-9 0,0 2 15 0,1 0-3 16,-1-1-5-16,-7 11 2 0,5 6-6 0,1 1 11 16,1-4-4-16,-7-1 5 0,3-1-12 0,3-1 7 15,1-3 2-15,2-2 2 0,2-1 1 0,0-1 3 16,0-1-2-16,0 0 4 0,0-1 2 0,2 1-1 16,0 0-3-16,0-2 0 0,1 0-9 0,7-1 10 15,6-1-3-15,-1-1 6 0,2-5-6 0,-2-1-2 16,-2-1 5-16,0 1-5 0,-4-1 3 0,-5 7 0 15,0-11-4-15,3 3 2 0,0-2-6 0,-3 2 3 16,-2 1-4-16,0-1 0 0,-2-2-36 0,0 5-81 0,-2-1-15 16,-2 3-28-16,-9-1-102 0,-16-1-113 0</inkml:trace>
  <inkml:trace contextRef="#ctx0" brushRef="#br0" timeOffset="148167.19">28651 15911 830 0,'0'-1'113'0,"-1"-1"-101"16,-1 0 117-16,-2 0-50 0,0-2-56 0,1 1-13 0,-1-1 6 16,0 0-8-16,0 0-3 0,3 1-3 0,-1 1-6 15,0 0 3-15,0 0-6 0,0 0 11 0,0 2 3 16,0 0 4-16,2 0 8 0,0 0 3 0,0 2-9 0,0 2 5 15,0 5-11-15,2 13 2 0,2 6 0 0,0-2-2 16,-2-3-6-16,1 1 9 0,1 5-5 0,2-1 6 16,-1 9-11-16,1-1 0 0,-1-5 2 0,1-3 0 15,-1 0 7-15,1-2-4 0,0 0 1 0,-1-2-3 16,1-4-3-16,-1 1 6 0,1-3-1 0,-1 1 2 16,1-4-7-16,0-2 8 0,-1-2-3 0,-1-4 6 15,0-1 5-15,-3-2-2 0,1-1 0 0,2 1-1 0,0 0 4 16,-1 0-4-16,-1-4 2 0,6 3-5 0,1-1 0 15,4-2-4-15,-2 0 7 0,-2-4-8 0,-3 1-4 0,1-3 2 16,-3-16-2-16,0-2 4 0,7-4 1 0,-7-2-4 16,1-3-1-16,12 3 0 0,-13-3 4 0,3-3-7 15,0 1 7-15,18-8-8 0,-12 6 3 0,-2 6 1 16,-2-1-1-16,0 6 1 0,1 2 4 0,-3 2-5 16,0-1 2-16,-1 9-3 0,0 1 6 0,-3 3-7 15,-1 7 0-15,0-1-2 0,0 0-1 0,0 0-2 16,0 3-7-16,-1-1 3 0,3 0-14 0,0 0-30 15,-2 2-3-15,0 0-12 0,-1 2-36 0,-1 0-50 0,15 29-6 16,-5 10-21-16,-5-7-82 0</inkml:trace>
  <inkml:trace contextRef="#ctx0" brushRef="#br0" timeOffset="148594.69">29325 16353 191 0,'0'0'110'0,"0"0"-97"0,0 0 119 0,0 0-48 15,0 0-22-15,0 0-2 0,0 0 5 0,0 0-4 16,0 0-8-16,0 0-32 0,0 0 0 0,0-2-7 0,0 1 12 16,0-1-2-16,0 0 6 0,-1 0-4 0,-1-2 19 15,0 1 8-15,0-1-2 0,0 0 3 0,0 0-11 16,-1 1 11-16,-3-1-10 0,-7-3 8 0,0 1-27 0,0 2-19 16,0 2 1-16,7 2-7 0,-5 0 2 0,2 2-2 15,2 0 4-15,-5 4-4 0,5-3-3 0,3-1 5 16,-1 9-2-16,-5 2 4 0,1 2-10 0,4 0 7 15,3 2-2-15,0-4 3 0,2 0-3 0,2 0-5 16,0-2 4-16,1-2-3 0,3 1 8 0,-1-1-3 16,-3 0 0-16,15 0 0 0,-2 1 2 0,-2 1-1 15,-2-2 2-15,0 0-2 0,-2-1 0 0,-1 1-2 16,-1-1 1-16,-3-1-2 0,-2-3 10 0,-2-2 15 0,4 3-2 16,-4-3 6-16,1 2-2 0,-1-2-4 0,2 1-4 15,-2 1 0-15,0-2-11 0,0 0-3 0,-2 1 5 16,1 1-5-16,-1 0-2 0,0-4 4 0,-13 7-7 15,-2 1 4-15,4-5-2 0,0 1-8 0,2-2 4 0,4-2-6 16,1 0-3-16,-1 0-7 0,5 0-18 0,-2 0-1 16,0 0-92-16,3 0 30 0,-1 0-17 0,0 0 14 15,2 0-83-15</inkml:trace>
  <inkml:trace contextRef="#ctx0" brushRef="#br0" timeOffset="148952.75">29682 16314 88 0,'-2'0'18'0,"0"0"2"0,0 0-10 0,0 0 2 0,2 0-10 16,-1-2-2-16,-1 1 5 0,0-1-5 0,-2 0 7 15,2 0-7-15,0 2 1 0,1 0 5 0,-1 0 0 16,-2 0 17-16,0 0 0 0,1 0-3 0,1 0 2 15,-2 0-4-15,0 0-5 0,2 0-1 0,1 0-2 16,-1 0-13-16,0 0 3 0,0 0-1 0,0 0 1 0,0 0-13 16,2 0-83-16</inkml:trace>
  <inkml:trace contextRef="#ctx0" brushRef="#br0" timeOffset="149634.06">29357 16312 346 0,'0'0'29'16,"0"-1"38"-16,0-1-18 0,0 0-11 0,0 0 2 0,0 0-5 15,0-2-6-15,0 1 15 0,0 1-1 0,-2-7 10 16,2 5 32-16,0 0 1 0,-2-3 4 0,0 3-6 16,1 0-13-16,-1 1-16 0,0 1-11 0,0 0-2 15,0 0-33-15,0 2-6 0,0 0 3 0,1 2-3 16,-1 2 8-16,-6 14 1 0,-1 12-2 0,2 0 0 16,1-1-8-16,0 1 11 0,3 0-8 0,1-4 10 15,-2 2-1-15,2-4-5 0,0 0 9 0,2-4-9 0,0-3 6 16,-1 2-5-16,1-10 3 0,0 4-2 0,0-8 8 0,0-3-8 15,0 2 2-15,0 0-2 0,0-1 15 0,0 1 6 16,0-2-3-16,0 0 0 0,0 0-23 0,0 0-9 16,0-2 2-16,-2 0-4 0,0-2 5 0,0 0-7 15,0-2 3-15,-3-9-2 0,-5-7 6 0,1-3 2 16,0-1-7-16,1 0 4 0,1 0-6 0,-1 0 5 16,3 0 2-16,-1 1 0 0,1-1-2 0,1 2 4 15,2 3 0-15,0 3 1 0,2 5-4 0,0-2-3 16,0-2-1-16,0 7 1 0,0-3 2 0,0 9 0 15,0-1-1-15,2-5 0 0,0 4 5 0,0 1-6 0,2-1 4 16,1 0-5-16,8-3 5 0,2 1-8 0,2 3 2 16,-2 3-2-16,1 0 12 0,1 3-3 0,-4 1 1 15,6 5-2-15,-3 1-1 0,-5-3 1 0,2-3 4 16,0 9-2-16,-5 0-3 0,3 3 2 0,-5 1 0 0,-1 0 4 16,3 3 2-16,3-3-1 0,2 3-2 0,-8-3 1 15,1 0 8-15,-4 0-5 0,-2-3 5 0,0 5-5 16,-2-4 1-16,-4 0 5 0,-1 0-9 0,-3-2 7 15,5 1-5-15,-14 1-6 0,-1-4 10 0,0 4-10 16,-1 0 5-16,-1-9-3 0,-4 9-2 0,4-2 1 0,-3 0-4 16,3 5 2-16,4-9-3 0,-3-3 3 0,4 5 0 15,-1 0-6-15,1-5-3 0,-1-1-4 0,5-3-19 16,7-2-43-16,0 0 6 0,3 0-21 0,-1 0-22 16,2 0 3-16,0-2-10 0,2-1 8 0,2-7-23 0,9-8-27 15,0-6-17-15</inkml:trace>
  <inkml:trace contextRef="#ctx0" brushRef="#br0" timeOffset="149943.73">29910 16199 339 0,'0'0'92'0,"-2"0"135"0,-1 0-113 0,-16-3-36 0,-9 1-6 16,2 2-11-16,0 0-28 0,-7 5-10 0,-1 1-6 15,-5 5 1-15,-1 2-2 0,10-2-1 0,4 0 9 16,-2 2-8-16,11-4-2 0,-1 4-3 0,5-3-6 0,9-3 3 15,-2 6-7-15,-5 2 1 0,4-2 1 0,1 2 1 16,4-2 6-16,2-2 10 0,2 2 1 0,4-2 4 16,-1 0-1-16,5 0-7 0,-3-3-1 0,17-1-1 15,2 3-3-15,-5-3 5 0,1 0-7 0,-9 1 6 16,6 1-10-16,-8-1 2 0,2 3 12 0,-6-2-5 16,-1-2 29-16,-1 3-9 0,-1-3-3 0,0 1-2 15,-2 1-14-15,-2 2-12 0,-2 2-4 0,-6-2-1 0,-12 4-9 16,-14 2-3-16,-5-2-1 0,15 1-3 0,-4 1-16 15,1 2-40-15,6-10-2 0,1-4-15 0,3-3-27 0,11-2-17 16,1 0-19-16,1 0-1 0,2 0-85 0</inkml:trace>
  <inkml:trace contextRef="#ctx0" brushRef="#br0" timeOffset="150417.63">30205 16093 251 0,'0'0'117'0,"0"0"-10"0,0 0 45 15,0 0 6-15,-1-1-35 0,-1-1-43 0,0 0-23 0,0 0-3 16,-2 2-3-16,1 0-2 0,-14 0-2 0,0 0-11 16,-1 2 5-16,-3 5-26 0,-1 4-5 0,2 2 6 15,-3-1-5-15,1 8 13 0,5 8-7 0,-1-2 3 0,7 2-4 16,-2 1 2-16,0-5-12 0,0 1 1 0,5 2-2 16,-1-1 8-16,1 0-2 0,3-1-1 0,1-3-1 15,2-2-5-15,-11-1 7 0,6 1 2 0,5-3 2 16,2 2 10-16,2-6-10 0,2 0-2 0,-1-4-2 15,1 0-5-15,0-3 0 0,-2-3 2 0,14 9-3 16,-3-5-4-16,6 0 8 0,-1-3-5 0,3-4 6 0,-1-2-4 16,-3-3 2-16,2-3 2 0,-3-3-2 0,1 9-4 15,-4-18 3-15,-2-2-4 0,-4-1 4 0,-1-1-11 16,-2-4 8-16,14 0-6 0,-7-3 6 0,-5 3-6 0,-4 6-1 16,-2-6 3-16,-2 7-2 0,-5-5 6 0,-3 2-3 15,1 8-1-15,0 1 0 0,7 6-4 0,-15-3 2 16,2 9 3-16,1-1-1 0,2-2 5 0,5 1-10 15,0 1 1-15,3 2-4 0,0 0 6 0,2 2-9 16,-1-1 8-16,-1 1-7 0,0 0 11 0,2 1-1 16,0 1-5-16,1 0 3 0,-1 0-2 0,2 2 4 15,0 11 0-15,3 9 3 0,3-6-2 0,1 1 5 16,5 1-5-16,-1 1 6 0,2-3 0 0,-10 6 10 0,16-1 4 16,-1-1 1-16,1 2 12 0,1-2-11 0,3 2 2 15,-3-1-6-15,-1-3-1 0,-1-3-5 0,1 0 0 16,5-3-3-16,11 1-3 0,-3-2-3 0,-2-3-4 15,-3-7 0-15,1 16-12 0,0-8-26 0,7-5-37 0,-7-8-7 16,0-4-213-16</inkml:trace>
  <inkml:trace contextRef="#ctx0" brushRef="#br0" timeOffset="153861.64">29868 11522 127 0,'0'0'0'0,"0"-2"15"0,0 0 149 0,0 1-49 16,0-1 5-16,0 0-73 0,0 0-11 0,0 0-15 15,0 0 1-15,0 0-2 0,0 1 3 0,0-1 11 16,0 0-7-16,1 0 8 0,1 0-6 0,2 0-8 16,2-1 7-16,20-12-9 0,-6 4 7 0,4-1-13 0,2 1 1 15,-4 2-5-15,3 2-3 0,-5 1-3 0,0 2-3 16,-1 1 1-16,-4 1 4 0,1 2-1 0,-1 0 7 15,-2 0-4-15,-2 0 19 0,-3 0 8 0,-1 0-4 0,1 0 5 16,-5 0 0-16,3 0-5 0,-4 0 2 0,2 2-6 16,-1-1-15-16,1 1 1 0,-2 2-3 0,0 0 1 15,0 3-6-15,-2 6 5 0,0 2-4 0,-4-2 4 16,-2 4-3-16,-1-1-1 0,-2 1 3 0,-1 0-2 16,-3 1 1-16,2-1 0 0,0 0-3 0,2-2 1 15,-2 1-5-15,1 1 1 0,-1 4 4 0,0 1-2 0,2-2 3 16,0 3-8-16,1-5 0 0,1 8-3 0,1-2 9 15,-1 2-4-15,-1 6 3 0,3-6-3 0,-3 5 0 16,1 5 0-16,1-7-2 0,1-3 2 0,-3 11 5 0,3-12-5 16,-1 1 0-16,-1 3-2 0,1-5 8 0,1 1-5 15,-1-1 4-15,0-4-5 0,3 1 0 0,-1 1 1 16,0-2-3-16,2 1 2 0,1 1 1 0,-1 0-3 16,2 1 4-16,0-1-4 0,2-4 5 0,-1 1 1 15,3 1-4-15,0-1 1 0,1-1 2 0,1 1-3 16,0 1 4-16,1 5-4 0,-1-7-7 0,1 4 7 15,0-5 0-15,1 0 5 0,-3-8 1 0,3 2 1 16,-1 0 2-16,-1-1 0 0,9 5 5 0,0-6-7 0,1 2 2 16,3 0-5-16,-1-3 2 0,1-1-5 0,1-1 1 15,1-6-1-15,-3 0 1 0,5-4 6 0,-1-4-8 16,0 1 7-16,-1 0-10 0,-7 1 7 0,-1 0-1 0,0 1 2 16,8-4-10-16,-16 7 11 0,7-6-6 0,-7 5 9 15,-1-1-5-15,0 0-5 0,-1 0 4 0,-1 1-4 16,-2 1 9-16,0 0-8 0,0 0 4 0,0 0-5 15,2-1 10-15,-2 1-3 0,0 0 1 0,2-2-1 16,-2 0 1-16,0 3-7 0,-2-1 0 0,0 0-1 16,-3 2-1-16,-12 0 4 0,-2 2 0 0,-1 3 2 0,3 1-4 15,2 1 0-15,2 3 0 0,-2-1 0 0,2 11 2 16,0-1-4-16,2-2 1 0,2 3-3 0,2 6 4 16,-3 2 0-16,3 0 1 0,-2-2-1 0,1-4 2 15,1 0-2-15,1 4-3 0,-1-2 0 0,-1 1 3 0,3-3-3 16,-1-2 5-16,1 3-5 0,-1-1 3 0,2 0 2 15,1 2-5-15,-1 0 3 0,0 2-4 0,-12 0 4 16,4 0 4-16,3 2-1 0,4 0 1 0,3 2-9 16,0-4 3-16,2 2-5 0,0 3 11 0,0 3-3 15,2 1-1-15,1 6-1 0,3-6-3 0,0-2 7 16,-1 6-1-16,1-7 3 0,-1 3-6 0,3 4 1 16,-1-7 0-16,2 3 1 0,-1-3-7 0,-1-3 7 0,2 1-2 15,-1 0 3-15,1 1-5 0,-1-3 3 0,-1 4 0 16,-1-1 1-16,1 1-3 0,0 3 7 0,-1-3-4 15,0-3 5-15,-1 5-9 0,-1-3 4 0,0-3-1 16,1 9 2-16,-1-1-5 0,0-3 3 0,-1 6-3 0,1-6 3 16,-2 1 2-16,2 5-3 0,-1-2 1 0,1 0-1 15,0-2 2-15,-1-3 0 0,3 1-1 0,-4-3 0 16,2 4 0-16,-1-3-1 0,-1 3 0 0,4-1-1 16,-1 0 0-16,3 1 2 0,-1-3 4 0,1-1-2 15,-3-2-2-15,1 2 4 0,1-1-5 0,-3-5 5 16,1 1-2-16,1-1-2 0,0-4-1 0,1 6-1 0,-1-7 4 15,-3-4-2-15,-1-2 3 0,0 3-4 0,0-1-1 16,0-2 7-16,0 6-5 0,-2-6 4 0,-4 3-7 16,-4 5 3-16,-1-3 0 0,0-5 0 0,3 2 1 0,-16 2-1 15,3-2 5-15,-1 3-4 0,0-3-1 0,1-2 4 16,-3-2-5-16,1 4 5 0,1-5-8 0,1 1 7 16,1-2-3-16,-1-3 4 0,2 1-2 0,1-1 2 15,3-3-4-15,2 3 1 0,1-1-3 0,3-3 2 16,1 0 13-16,-1 4-4 0,1-3 28 0,3-1-19 15,-1 0 4-15,2-2-9 0,0 0 8 0,-1 2-17 16,-1 0 4-16,0 0-8 0,2 0-8 0,0-1 7 0,1 1-3 16,-1 0 5-16,0 0-5 0,0 0-1 0,0 0-4 15,0 0 2-15,2-1-7 0,0 1-76 0,0 0-26 16,0 0-33-16,0 0-224 0</inkml:trace>
  <inkml:trace contextRef="#ctx0" brushRef="#br0" timeOffset="157669.75">21282 10278 82 0,'0'0'29'0,"0"0"9"0,0 0 24 0,0-2 4 16,0 0-15-16,-2 1-4 0,2-3-1 0,-4-5-2 16,-1-3-3-16,1 3 7 0,0-2-9 0,3 4 5 15,-1 3-28-15,2 0-13 0,-2 0 3 0,2 3-6 16,-2-3 7-16,0 0-2 0,0 0-3 0,0 3 0 16,1-1-2-16,1 0-2 0,0 0 2 0,0 0-2 0,0 2 3 15,0 0 1-15,0 0 3 0,0 2-2 0,0 0 6 16,0 2-7-16,1 10-2 0,3 14 0 0,-2-7 0 15,-2-3 6-15,2 14-3 0,2-1 4 0,-1 1-5 16,1 1 5-16,0-5 0 0,-1-4 2 0,-1 1 6 0,-2-1-5 16,0 0 7-16,0 0-5 0,0 2 10 0,0-2-10 15,0 0 5-15,-2 2-6 0,1 0 2 0,-3 2-4 16,0-4-5-16,-1-2 3 0,-3 6-5 0,3-5 3 16,-1 1-2-16,2-2 3 0,-1-5 1 0,1-6 0 15,-2 0 2-15,1-2-3 0,1-1-7 0,-3 7 4 16,5-12-2-16,-2 5 5 0,2-5 5 0,-1 1-3 15,-1 0-4-15,0-2 2 0,-1 1 1 0,1-1-6 0,0 0 5 16,-3 2-6-16,1-2 0 0,-3 0 10 0,-4-2-6 16,7 0 5-16,-5 0-5 0,0-2-6 0,2 0 9 15,-4-4-7-15,2-1 8 0,0-1-4 0,1 1-5 0,1 0 1 16,0 5-6-16,1-6 4 0,-1 3 5 0,0-1-1 16,1 2 4-16,5 3-3 0,-1-3-7 0,2 2 4 15,-2 0 1-15,2 2-4 0,1 0 7 0,-1 0-7 16,-2-2 7-16,0 0-6 0,1 1-1 0,1-1-2 15,0 0 9-15,0 2 1 0,2 0 5 0,0 0-2 16,2 0 20-16,2 0 4 0,12 0 1 0,16 0-2 16,1 0-15-16,8 0 3 0,6-2-11 0,-1-2 8 0,0-1-9 15,4-1-2-15,-11-1 6 0,4 1-7 0,-9 1-8 16,-8-1 5-16,3 0-1 0,-6 3 3 0,1-1 4 0,-4 0-8 16,-1 1 1-16,-4-1-4 0,-4 2 0 0,-2 0 4 15,-2 0 1-15,-1 0 1 0,-2 1-6 0,-1-1-19 16,1 0-24-16,-2-2 5 0,0 0-57 0,-2-1 22 15,0-4-3-15,-4-1 4 0,0 3-31 0,-1-1 1 16,-16 1-5-16,-1 1 0 0,-9-1-31 0</inkml:trace>
  <inkml:trace contextRef="#ctx0" brushRef="#br0" timeOffset="157827.64">20905 10462 212 0,'0'0'92'0,"0"0"-14"0,0-2 17 0,0 0 16 16,0-1-40-16,0-7-16 0,2-1-19 0,2 4 1 0,-1-1-7 15,1 3 7-15,18-3-6 0,4-3 1 0,-1-4-5 16,10 2-13-16,9 0 0 0,-5 4-1 0,13 3 0 16,-16-1-7-16,-7 1-8 0,5 3-3 0,-10-12-2 15,4 4 2-15,-10 7-99 0,5 4-14 0</inkml:trace>
  <inkml:trace contextRef="#ctx0" brushRef="#br0" timeOffset="158354.66">21588 10687 220 0,'0'0'82'0,"0"0"2"0,-1 0-21 16,-1 1-5-16,0 1-29 0,0 0 8 0,0 2-4 16,-5 14-7-16,-1 5 1 0,1 1-20 0,1 4 13 15,3-2-5-15,-1 2 7 0,2 1-1 0,0-8-1 16,0 8 8-16,2-10-7 0,0-4 3 0,0 3 9 15,0-6-6-15,0-1 8 0,0-2 2 0,0-5 1 0,0 1 3 16,0 1-3-16,0 1-2 0,0-1-8 0,0-2 3 16,0-1-4-16,0-1 2 0,0 0-17 0,0 0 3 15,-2 0-6-15,1-2-2 0,-1 0 4 0,0-2-3 16,0 0 3-16,0-2-10 0,-11-22 1 0,4 2 3 0,0-7-3 16,3 5-2-16,2 0 5 0,2-2-5 0,2 0 6 15,0 0-5-15,0 2-1 0,2 0 0 0,0 4 0 16,2 1 1-16,0 5-1 0,-1 3 1 0,3 1-1 15,-1 1 2-15,5-2-4 0,-5 4 2 0,16 0-2 16,1 1 9-16,-2 1-8 0,5 3 4 0,-1 0-3 0,4 1 7 16,-1-14-5-16,3 6 0 0,0 5-2 0,0 6 0 15,-4 2-1-15,-4 2-2 0,-7 0 0 0,3 3-3 16,-1 2 9-16,0 2-4 0,-1 1 4 0,-8-5-3 0,-6 15-3 16,12 1 3-16,-6-1-5 0,-6 0 11 0,-2 0-1 15,-4 1-4-15,-3-3 2 0,-3 1-3 0,-3-1 0 16,2-3 7-16,-20 1-6 0,3-3 3 0,-2 2 5 15,-1 1-4-15,3 1 4 0,-4-8-2 0,2-3-2 16,1-3-2-16,1-3 0 0,0 4-6 0,6 8 6 16,1-2 1-16,1-5 2 0,3-1-4 0,-1-1 0 15,3-3-1-15,-2-2 1 0,6 0 2 0,3 0-10 0,3 0 3 16,1-2-9-16,0 0-35 0,3 0-103 0,-1 1 2 16,2-3-38-16,0 0-34 0</inkml:trace>
  <inkml:trace contextRef="#ctx0" brushRef="#br0" timeOffset="158940.41">22257 10610 729 0,'-2'0'29'0,"0"0"-4"15,0 0 10-15,-22-1-1 0,6-1-8 0,-5 2-15 16,-3 0-11-16,10 0 3 0,-9 3-5 0,3 1 4 15,4 2 0-15,-12 1 2 0,11 1 1 0,-7 3 12 0,2 2-13 16,2 0 5-16,7-2-6 0,0-6 11 0,-2 14 6 16,6 0-2-16,0 1 2 0,4 0-15 0,5 3 5 15,-2-3 0-15,-7-3 4 0,0 5 8 0,5-1-12 16,4-1 3-16,2 0-6 0,4-1-3 0,0-6 9 16,1 4-5-16,3-1 8 0,3 1 5 0,-4-6 20 15,14 0-3-15,12 1 8 0,1-5-14 0,1-3-12 16,-7-1 0-16,0 14-4 0,-2-8 1 0,2-5-7 0,-2-4 3 15,-4-5-4-15,2-5-1 0,-5 1-2 0,-1-2-4 16,-5 3 3-16,0 3-2 0,-2-10 0 0,-3-7 1 16,1-2 0-16,-7 3 3 0,15-3-7 0,-6 2 3 0,-6-2-3 15,-3-1 0-15,-2 1 3 0,-4 2-6 0,-1 2 5 16,-3-3-7-16,-1 3 4 0,0 3 3 0,-2 0-1 16,1 3 1-16,-12 1-4 0,-4 0 1 0,0 3-2 15,2 1 2-15,-2 2 2 0,4 5-3 0,9-2 2 16,-6-9-5-16,12 9 1 0,-6-1 3 0,2 1-2 15,3 4-3-15,-10 0 7 0,1 0-5 0,8 2 5 0,-8 3-6 16,8 1 1-16,5-2 5 0,0 11-1 16,-9 5 4-16,6 0-3 0,3 1-3 0,6-1 1 0,2-3 1 15,5 2 2-15,-7-1 6 0,20-3-4 0,10 2 7 16,-3-6-5-16,1 4 1 0,2 0-1 0,5-2 5 0,-6-4-5 16,3-5 0-16,-1 3-2 0,1-1 5 0,-7-3-11 15,3 5 3-15,-4-6-4 0,-2-1 7 0,0 3-3 16,-1 11-5-16,-3-6 1 0,-1-3-9 0,-6-4-11 15,1-2 0-15,-2 0-17 0,-3 0-120 0,-4 0-115 16,-1-2-64-16</inkml:trace>
  <inkml:trace contextRef="#ctx0" brushRef="#br0" timeOffset="159506.68">20781 9922 226 0,'-2'0'65'0,"0"0"-4"0,0-2 51 0,-2 0-22 15,-5-2 3-15,-6-1-63 0,0 1-11 0,-1 0 2 16,6 2-9-16,-1 1-8 0,4 1 3 0,3 0-2 16,-7 0 2-16,2 0-5 0,5 0-6 0,-3 0 8 15,3 1-4-15,0 1 22 0,0 0 16 0,3 0-2 0,-1 0 9 16,0 0 13-16,2-1 6 0,0 1 1 0,2 0-1 16,0 0-15-16,11 0-21 0,18 2-6 0,6-3-2 15,4-1-8-15,6-3-9 0,6-1 10 0,12-3-10 16,0-1 13-16,13-1-6 0,8-2-5 0,-3 3 1 15,5 1-1-15,-14 0-6 0,-4-1 7 0,-3 4-7 16,0-1 0-16,2 3 3 0,0 0-2 0,7 0 3 0,-2 2 4 16,2 0-8-16,-5-2 1 0,-8 2-2 0,-6-1 5 15,-7 1-4-15,-3-2 2 0,-10 0-1 0,-2 0 3 16,-9 2 0-16,-2 0-3 0,-3 0 1 0,-6 0-3 0,-4 0 0 16,-4 0-3-16,1 0-1 0,-5 0-21 0,-1 0-168 15,2 0-25-15</inkml:trace>
  <inkml:trace contextRef="#ctx0" brushRef="#br0" timeOffset="167295.91">20391 15781 32 0,'0'0'0'0,"0"0"21"15,0 0 12-15,-2 0 15 0,0 0 4 0,0 0-12 16,0-1-7-16,1-1-4 0,-1 0 1 0,0 0-1 15,0 0-9-15,0 0 7 0,0 0-2 0,0 1 6 0,1-1 13 16,-1 0-2-16,0 0-2 0,0 2-1 0,0 0-10 16,2 0 5-16,0 0 1 0,0 0-1 0,0 2-11 0,0 0 9 15,2 0-4-15,0 1 7 0,-2 1-9 16,7 16-2-16,-1-5 0 0,3 9 1 0,0 1-5 0,1-5-8 16,3 2-1-16,0 4-1 0,-2-5 8 0,2 5-3 15,0 5-4-15,0-8 0 0,2-1-9 0,-4 2 11 16,11-9-3-16,4 0 4 0,0 3-3 0,-6-12-5 15,5 7 3-15,-9-11-5 0,7 1 0 0,-1 7 2 0,-2-7-2 16,4 7 1-16,1-1 1 0,-3 6-4 0,6-2-1 16,0-6-1-16,-1-3 0 0,3 2 5 0,2-3-2 15,-1-1 2-15,6-2 4 0,2-2-12 0,2 0 10 16,9 1-11-16,-7-5 4 0,5 0 9 0,-3-1-10 16,-12-2 8-16,4-2-10 0,-7-1 7 0,-2-1-4 0,0 0 5 15,-6 2-5-15,-1 0 4 0,1-4-3 0,-2 13 2 16,4-5-6-16,-3-6 3 0,1-4 3 0,-1 10-1 15,1-12-3-15,2 6 5 0,0-3-4 0,2-1 6 16,-2 4-3-16,2 0-3 0,6 5 0 0,1-3-2 16,4-2 2-16,4 6 0 0,-7-2-4 0,-3 1 2 15,-1 3 1-15,7-1 3 0,-4 0 1 0,8 3-1 0,-9 1-7 16,-6-4 4-16,4-12 1 0,-3 5 0 0,1 5 0 16,2 3 3-16,-2 3-4 0,0 0 3 0,3 2-5 0,-1 0 4 15,5 2-1-15,1 0 2 0,2 3-10 0,-2 1 8 16,10 5 2-16,1 2 2 0,-1 0-1 0,8 2-1 15,-8-4-2-15,3 0 2 0,-3 0 5 0,-7-1-6 16,0-1 5-16,-7-2-5 0,-1 1 1 0,1-3 5 16,-4 3-1-16,3-1 3 0,1 1-6 0,-1-3 4 15,1 4-9-15,-1 1 6 0,-3-1-7 0,0 4 6 16,0-2 2-16,-4 0 1 0,4 2-6 0,-8-3 1 16,-1-3 1-16,1 2 0 0,-3-1 2 0,-2 1 4 0,0 0-6 15,-4-1 5-15,-2-3-5 0,-1 1-2 0,-3-2 2 16,1-1-1-16,-1 1 6 0,5 3-2 0,-3-1 1 15,-3-2-3-15,-1-1-1 0,1-1-1 0,0 0 1 16,-2 0-1-16,0 0 6 0,-1 0-5 0,1 0 4 0,0-1-5 16,0 1-2-16,0 0 5 0,0 0-3 0,0 0 5 15,-1-2-7-15,1 0 1 0,0 0 0 0,2 0 2 16,0 0 2-16,-1-2-4 0,1 2 1 0,11-6-1 16,-10 3-3-16,7-5 3 0,-1 1 0 0,-4 3 1 15,8-7 0-15,0 9-2 0,2-9 0 0,7 2-2 16,-2 1 3-16,-2 1-6 0,3-8 4 0,-3 2-5 0,4-4 9 15,2 1-3-15,2-1 1 0,0-4-2 0,5 7-2 16,1 2 9-16,5 5-10 0,7 0 8 0,1-1-6 0,3-9 2 16,2 3 2-16,3-1-1 0,-1 0-3 0,2 7-1 15,-6-5 4-15,-4 0-2 0,-3 4 4 0,2-2-1 16,-4 4-1-16,1 1 0 0,1 2-3 0,0-20 4 16,3 11-1-16,1 6 2 0,8 3-4 0,-3 4-1 15,2 0 1-15,7 6-1 0,-11-3-1 0,6 7 4 16,-2-3 0-16,-9 4 2 0,-1 2-2 0,-3-4 0 15,2 3-4-15,-1-3 4 0,3 2 4 0,1 0-3 16,3 0 3-16,1 0-4 0,11 2 0 0,2 0-3 0,0 0 3 16,0 4-2-16,-5-2 2 0,1-2 2 0,-5-2-4 15,-2 0 4-15,-7-1 0 0,-2 1-6 0,1 4 5 16,4 3-6-16,1 3 4 0,3-1 2 0,7-1-2 16,0-1 2-16,-1 1 2 0,7-3-4 0,-13-4 2 0,0-1-1 15,0 0 5-15,-7 0-3 0,-3 0-1 0,3-2-1 16,-3 1 2-16,3-5-2 0,3 3 2 0,1-3-3 15,1 1 0-15,9-1 0 0,-1-1 0 0,1-2 1 16,2 0 0-16,-7-2 3 0,2 0-3 0,-10 0 5 16,-3-2-5-16,-4-2-1 0,-4 2 4 0,1-1-3 15,-3-3 0-15,-1 2 3 0,1 1-4 0,0-1 4 0,3 0 1 16,-5 0-2-16,6 1-2 0,1-1 0 0,-5 0-6 16,6 1 7-16,0-1-1 0,-9 0 2 0,7 0 2 15,0-1-2-15,-5 1 2 0,6-1-3 0,-8-1-4 16,-6 1 7-16,0-1-4 0,-1 0 5 0,-3 1-5 0,2-1-4 15,-3 1 4-15,-4-1-3 0,2 1-8 0,-4-1-42 16,-2 0-21-16,2 1-14 0,-6 3-140 0</inkml:trace>
  <inkml:trace contextRef="#ctx0" brushRef="#br0" timeOffset="169223.7">20439 16511 27 0,'-2'0'0'0,"0"0"3"16,1 0 38-16,-1 0 3 0,0 0 7 0,0 0-9 0,0 0 0 16,0 0-8-16,0 0-5 0,1 0 3 0,-1 0-9 15,0 0 12-15,0 0 3 0,0 0 2 0,-2 0 0 16,1 0-8-16,-1 0-3 0,0 0 0 0,1 0-8 16,-10 0 10-16,-2-2 3 0,9 2 2 0,-3 0 1 0,0 0 3 15,3 0-10-15,-7 0 8 0,6 0-13 0,-1 0 10 16,1 0-5-16,-1 0 3 0,3 0-14 0,1 2 2 15,0 0 0-15,1 0-1 0,1 0-12 0,0 0 3 16,0-1-3-16,0 1 2 0,0 0-8 0,0 0 3 16,2 0 0-16,0 0 1 0,2 1 0 0,0 1 7 15,0 0-2-15,7 1 3 0,8 5-10 0,11 3 6 16,3-2-1-16,-1-4 3 0,4-1-4 0,1-1-7 0,-2-1 0 16,6 0-1-16,2 0 9 0,-4-3-7 0,0 1 4 15,2 2-6-15,2 0 8 0,2-2-3 0,3 1-4 16,6-1 1-16,6 0 1 0,14 2-3 0,4-2 5 15,14-2-5-15,-5 0-3 0,-7 0 4 0,-6 0-1 0,-7 0 3 16,6 0-4-16,-1 1 1 0,10 1 2 0,2 0 1 16,11 2-1-16,3-2 1 0,-3 0-6 0,-4-1 4 15,-7-1-3-15,-8 4 2 0,4 0 0 0,11-2 1 16,4 3-3-16,11-3 1 0,2 0-1 0,-13 0 0 16,-2 0-3-16,-13 1 8 0,3 1-2 0,3 2 4 0,9-4 0 15,9 3-7-15,0 1 5 0,-3 1-5 0,-8 1 8 16,-12-3-5-16,-1-1 0 0,4 0-1 0,0 1 6 15,16 1-5-15,-1 3-1 0,3 0-1 0,-2-3 1 0,-14 1 4 16,-2-1 3-16,-6-2 0 0,5 3-2 0,14-3-5 16,4-1 1-16,1-1-1 0,-4-2 1 0,-14 0-1 15,-6 2 3-15,-9 0-3 0,0 0-4 0,0 2 7 16,1-3-4-16,5 5 5 0,1 3-9 0,2-1 3 16,-5-3 0-16,-8 3 2 0,-4-1 12 0,-7-1-14 15,-3-3 3-15,-5 1-5 0,-3-2 11 0,-2 0-8 16,0 5 2-16,-4-1-4 0,2 1 8 0,-3 2-2 15,-1-5 4-15,-1 0-5 0,-3 0 5 0,-1-3-3 0,-2 3-1 16,-3-2 1-16,1 2 5 0,-11-2-8 0,-2-1-1 16,0 1-4-16,-4-2-8 0,-1 0-26 0,1 0 4 15,-3 0-15-15,0 0-22 0,-2 0-25 0,0 0-75 16,-1 0 18-16,1-2-215 0</inkml:trace>
  <inkml:trace contextRef="#ctx0" brushRef="#br0" timeOffset="169658.87">26321 16532 74 0,'0'0'20'0,"-2"0"-1"15,0-2 28-15,1 0 6 0,-3 0-1 0,2 2 10 16,-9-4-3-16,0-5-3 0,0 0 3 0,0 1-2 16,1 1-3-16,-1 1-2 0,0-1 0 0,0-1-4 15,2 5-4-15,1-3-1 0,-1 4-3 0,3-1-17 0,-1 1 2 16,1 0-7-16,1 0 4 0,-5 0-18 0,7 0 9 15,-1-1-6-15,0-1 6 0,1 2-14 0,-1 0-1 16,2 0 7-16,0 0-3 0,0 1 13 0,0-1 1 16,1 0-2-16,1 0 2 0,0 0-1 0,0 2 3 15,1 0 1-15,1 0 1 0,2 0 2 0,0 0-8 16,7 0-1-16,7 2-1 0,1 2-1 0,0-1-4 0,5 3 2 16,-4-2-3-16,0 1 1 0,3 3-7 0,-3-1 1 15,6 2-2-15,-2-1 4 0,-3-1 1 0,1 3-4 16,-3-1 2-16,1 2 3 0,4 2-6 0,-2-2 9 15,-5-2-8-15,0 1 9 0,0 1-9 0,-3-2-1 16,3 2-2-16,-6-1 11 0,-3-5 2 0,-1 1 1 0,-5-1-1 16,4 6 5-16,-5 4-2 0,11 0 5 0,-7-6-4 15,1 3 5-15,-3-3-3 0,-1-2 0 0,-2 4-2 16,-3 4-4-16,-5 0 0 0,-1 4-7 0,-26 7 5 16,-14-8-3-16,-5 12-4 0,2-6-1 0,-7 0-2 15,3 6-16-15,-1-4-3 0,-4 9 0 0,-4-3-3 0,-8-3-25 16,-20 3-76-16,-1-6 5 0,-5-2-40 0,4 0-111 15</inkml:trace>
  <inkml:trace contextRef="#ctx0" brushRef="#br0" timeOffset="170329.5">20474 16177 463 0,'0'0'140'0,"0"0"44"0,-1 0-89 15,-1 0-85-15,2 0-6 0,0 0-4 0,0 0 0 16,0 0 0-16,0 0 1 0,0 0 5 0,0 0 0 0,0 0-3 16,0 2 3-16,0 0 2 0,0 0-1 0,0-1 5 15,-2 1-5-15,0 2-4 0,0 0 7 0,-2 3-3 16,-3 4 6-16,-2-7-1 0,-17 11-4 0,-2-8 3 15,2 2-3-15,-6 4 1 0,-1 0 1 0,-1-1-5 0,1 4 4 16,3 1-7-16,-3 0 1 0,1 1 0 0,3 1 1 16,1 3 9-16,4-3 5 0,1-1 1 0,3 1 0 15,-1-2-1-15,8-1-8 0,2-3 4 0,6 2-5 16,3-2 8-16,-7-2-9 0,1 0 8 0,4-1-7 16,1 1 9-16,1 0-2 0,2-2-3 0,0-1 3 15,2-3-2-15,1 5 1 0,5 1 0 0,-6-2 1 0,16 2-1 16,5-3-4-16,-1-1-6 0,2 0 2 0,2 5-6 15,0-3 6-15,2-2-3 0,3-1 3 0,-1-4-3 0,7 3-2 16,-3 3 2-16,7-3-3 0,-2 6-2 0,-4-1-22 16,6-1-14-16,-8 4-11 0,12 2-125 0</inkml:trace>
  <inkml:trace contextRef="#ctx0" brushRef="#br0" timeOffset="171437.77">19936 8921 115 0,'0'0'5'0,"-2"-2"1"16,0 0 19-16,0-3 4 0,-7-12 5 0,0 0 2 0,1 4-2 15,-1-5 3-15,2-1 1 0,-1 0 3 0,-1-7-4 16,3 8-7-16,3 1 2 0,1 0-9 0,2 1 8 15,0-1 2-15,0 0 0 0,0 1-6 0,0 3-7 16,2-2 2-16,1 2-4 0,1 2-2 0,0 0 0 16,-4 9-6-16,2-2 4 0,1 0-10 0,1 1 17 0,0-1-8 15,0 2 9-15,-1 2-7 0,7 0 6 0,-1 0 1 16,2 4-1-16,-2 3-14 0,-1 15 2 0,1 6-1 16,-2 6 2-16,4 3-3 0,-3-2-3 0,3 6 4 15,-2-6-3-15,-1-3 7 0,1-1-8 0,-2-5 1 16,3 0-2-16,-1 0-2 0,0-2 7 0,4 1-8 15,-3-5 9-15,3 0 0 0,-4-1-5 0,0-2 1 0,0-2-2 16,1-2 8-16,-3-6 1 0,-1 0 3 0,-1-1-2 16,-1-4 7-16,2 2 14 0,-3-3 0 0,3 1 3 15,-2 0-3-15,-1-2-4 0,1 0-7 0,0 0 3 16,3-5-7-16,1-12-4 0,-1-17 4 0,4 1-5 16,-3-6-7-16,1 0 7 0,2-6-11 0,2-3 9 15,-2-4-11-15,0-4 7 0,-1 3 1 0,16-1-1 0,-10 4-8 16,-6 7-1-16,-1 2-1 0,-5 11-1 0,-1 3 2 15,-1 8 3-15,0 2-1 0,-2 4 2 0,0 4-4 0,0 5-2 16,0 1-3-16,0-1-4 0,0 2-40 0,0 0-97 16,-2 0 11-16,0 2-46 0,0 2-62 0</inkml:trace>
  <inkml:trace contextRef="#ctx0" brushRef="#br0" timeOffset="171938.43">20745 9021 298 0,'0'0'17'0,"-1"0"-8"0,-1 2 22 15,-2 0-5-15,-2 2 22 0,-16 18-19 0,5 6 3 16,6-2-9-16,-4 2-1 0,-7 1 9 0,2-1-4 0,3 4 4 16,0-3-1-16,8-3 0 0,-4-3 7 0,-4-5-6 15,4 1 11-15,2-3-6 0,6 3 4 0,-1-6-2 16,1-6 9-16,5-5 13 0,0 0-7 0,-4 2 6 15,0 0-16-15,2-3-4 0,0 1-5 0,1-2 0 16,-1 0-15-16,0-2-8 0,2-1 5 0,2-20-7 16,3-6-4-16,5-1 6 0,1-2-11 0,-2 3 11 0,0-1-10 15,2-1 0-15,0-3 7 0,1 6-7 0,1-3-1 16,0 3 0-16,-2 4-2 0,2 0 2 0,-2 3 2 16,0 3 2-16,-2 1-2 0,1 2 0 0,-3 4-10 15,-1 2 11-15,-1-3-7 0,-1 5 7 0,-2 3-11 0,0 1 2 16,1-1 3-16,1 0-1 0,0 2 2 0,-1 0 2 15,1 2-1-15,2 0 1 0,-1 0-6 0,-1 0 7 16,0 2-2-16,-2-2 3 0,-1 21-7 0,1 5 10 16,0-2-2-16,0 4 5 0,2-2-8 0,-1 2 1 15,3 1-3-15,1 1 1 0,1 2 2 0,-1-3 1 16,1 1 3-16,-1 0-3 0,1-3-2 0,-1-2 3 0,4-3 0 16,-3 0 3-16,1 2-6 0,-2-3 4 0,1 1-4 15,-3-9 4-15,1-4-3 0,-1 2 1 0,-1-3 8 16,0-3-4-16,-2 1-1 0,0-4-5 0,-2 0-5 15,0 0 3-15,0-1-11 0,3 3-103 0,-1 0 11 0,0-2-52 16,0 0-93-16</inkml:trace>
  <inkml:trace contextRef="#ctx0" brushRef="#br0" timeOffset="172141.1">20582 9292 597 0,'-2'0'74'15,"0"0"-48"-15,0 0 74 0,1-2-22 0,-3 0-11 16,0 1 1-16,0-1-6 0,1 0-1 0,-1 0-32 0,2 0-2 16,2 0 0-16,0 0-2 0,2 1-4 0,7-5-10 15,23-7 2-15,-1 4-6 0,-5 3-7 0,0 3 0 16,-5-1-2-16,-1 2 1 0,1 0-17 0,-3 0 0 16,3 0-10-16,-1 2 5 0,-1 0-20 0,-1 0-30 15,-1 0 9-15,2-1-18 0,1-1-9 0,-1 0-154 16</inkml:trace>
  <inkml:trace contextRef="#ctx0" brushRef="#br0" timeOffset="172377.96">21102 9036 881 0,'0'0'12'16,"-2"0"-1"-16,0-2 18 0,0 0-3 0,2 0 4 15,0 1-8-15,0-1-10 0,2 0 1 0,0 0-3 16,17-2 6-16,18 1-1 0,-4 1-2 0,4 0 1 16,-1 0 3-16,4 0-9 0,3 0 8 0,-2 2-9 15,-9-2 3-15,-3 1-8 0,-6 1 3 0,-3 0-4 0,2 0 4 16,-1 0-2-16,-3 0-3 0,-1 0 0 0,-4 0-9 0,0 0 4 16,-2 0-8-16,-2 0 3 0,-1 0-31 0,-4 0-6 15,1 0-7-15,-1 0-1 0,-2 0-35 0</inkml:trace>
  <inkml:trace contextRef="#ctx0" brushRef="#br0" timeOffset="172624.06">21392 8765 707 0,'-2'-2'24'15,"0"-2"43"-15,-7-9-33 0,1 2-10 0,6 7-2 16,0 1-3-16,1-1-10 0,-1 2-8 0,0 0 6 15,0 2-7-15,0 2 10 0,0 2-4 0,0 20 1 0,2 11-1 16,2-1 10-16,2 3-3 0,-2-2 6 0,0 0-5 16,0 3 4-16,1 1-4 0,1 1-1 0,-2-1-1 15,2 2-5-15,1 2 3 0,1-6-4 0,1 2 4 16,2 0 0-16,3 0-17 0,2 4-8 0,5 3-17 16,0 2-157-16</inkml:trace>
  <inkml:trace contextRef="#ctx0" brushRef="#br0" timeOffset="174193.1">27047 15601 28 0,'0'0'10'0,"0"0"0"0,0 0 21 15,0 0-2-15,0 0 6 0,-2 0-5 0,0 0 15 16,1-1-6-16,-1-1 8 0,0 0-13 0,0 0 4 15,0 0-2-15,0 0 3 0,0 0 1 0,1 1-10 16,-1-1 6-16,2 0-8 0,0 0-7 0,0 0 0 16,0 0-7-16,0 0 5 0,0 1-15 0,0-1 12 15,0 2-8-15,0 0 10 0,0 0 6 0,0 0-1 16,0 0 7-16,0 2-6 0,0-1 2 0,0 1-7 16,0 2-2-16,0 3-2 0,-2 8-7 0,2 0 15 0,0 0-9 15,0 2 11-15,0-1-9 0,2-1 2 0,0-2 3 16,1 0-4-16,1-2-5 0,2 0 3 0,-1 2 2 15,1-1-1-15,-1-3-8 0,3 2-2 0,-3-2 0 0,-3-5 2 16,2 0 8-16,5 1-10 0,-3-1 1 0,1 2-3 16,-1-3 8-16,1 3-6 0,-1-2 4 0,5 1-3 15,-6-3 10-15,5 2-7 0,1-1 2 0,-2-1-4 16,-1 0-1-16,-3-2-4 0,4 0 1 0,1 0-2 16,-3 0 4-16,2 0-4 0,-1 0 5 0,-1 0-4 15,8-4 4-15,0 1-3 0,0-1-4 0,-6 2 1 0,-3 0 3 16,-1 0-1-16,6-5 1 0,12-6-3 0,-8 4 2 15,9-4-8-15,-6 2 6 0,6-4-5 0,8-2 9 16,-10 4-2-16,1 0-1 0,-3 2 0 0,2 0-6 16,2-2 0-16,0 2 0 0,-3 1 2 0,-1 1 8 0,1 2-8 15,-3-1 5-15,3 3-6 0,-3-1 7 0,1 2-7 16,-1 1 1-16,1 1-3 0,1 0 5 0,-1 2 2 16,-2 0-2-16,-2 0 3 0,-2 0-1 0,3 0-2 15,-1 2-1-15,-2 0-1 0,4 3-3 0,-2 1 5 16,0 1 1-16,-2 1 1 0,-2-1 4 0,-2 0-8 15,0 3 3-15,2 8-4 0,-1 1 3 0,-3-1 7 16,4 1-3-16,-9-4 3 0,7 3 4 0,1-1-11 0,3 2 9 16,-2-3-9-16,-4-1 7 0,-1-4-4 0,-2-3-1 15,3 7 0-15,0-2 2 0,-3-6 10 0,-2-3-10 16,-2-2 8-16,4 0-15 0,9 7 7 0,2 0 0 0,5 0 2 16,-3-3-6-16,1 0 4 0,4-3 0 0,-3-3 1 15,0 0-4-15,-3-2 1 0,3-1 1 0,-4-1-1 16,9-3 4-16,-7-1-4 0,1-1-3 0,4-4 0 15,-1 2 3-15,-1 0-1 0,4-1 3 0,-1 3-4 16,-1 0 0-16,2-2-4 0,4 0 2 0,0-1-2 0,2 1 9 16,-1 2-3-16,5 0-2 0,-3-1 0 15,5 3 0-15,-1 1 0 0,-2 3 0 0,4-1 0 0,-5 2 0 16,5 2-1-16,-4 0 1 0,-5 2 0 0,4 0 1 16,-4 2-1-16,1 1-4 0,3 1 1 0,-2 1 0 15,-2-1 4-15,-1-1 0 0,-1 1 1 0,-1-1-2 0,-3-1-2 16,2 0 2-16,-4 0 0 0,5-3 3 0,-5 1-1 15,-1-2-1-15,-3 0 1 0,1 0 0 0,0 0 0 16,-4 0 1-16,2 0-3 0,-6 0-14 0,2-2-88 16,0 1-15-16</inkml:trace>
  <inkml:trace contextRef="#ctx0" brushRef="#br0" timeOffset="175622.84">22184 8906 4 0,'0'0'9'0,"0"0"13"0,0-2 30 15,0 0 5-15,0 0 12 0,-1-1-9 0,1-3-23 16,-2-9 7-16,0 4-12 0,0-2-3 0,-2-2-7 15,2 0 2-15,-3-5-2 0,1 5 11 0,2 8-5 16,-1-4 3-16,1 7-4 0,0-2-2 0,0-3 7 16,2 7-7-16,-2-3 7 0,0 1-1 0,0 0 11 0,1 2-10 15,-1 0 6-15,0 1-35 0,0-1 0 0,0 2 4 16,0 2-3-16,0-1 3 0,-3 14-3 0,-4 13-2 16,1-2 1-16,3 4-6 0,1-2 7 0,0 0-3 15,0-1 6-15,1 1-2 0,3 0-7 0,0 2 4 16,0-2-5-16,0 1-1 0,0-3 5 0,0 2-3 0,0-2 4 15,3-2 5-15,1-1 4 0,-2-1 0 0,-2-3 1 16,0-1 3-16,2 1-8 0,0-5 10 0,0-4-8 16,-1-1 16-16,-1-5-13 0,0 1 9 0,0 1-7 15,0-4 19-15,0 1-6 0,0 1-5 0,0-2 2 16,0-2-13-16,0 0-3 0,0-2-2 0,-1-2-1 16,-3-16 1-16,0-13-2 0,0-1 5 0,3 1-6 0,-3-4-3 15,2 5 2-15,0-3-3 0,0 3 2 0,0 3-1 16,2-1 6-16,-1 0-6 0,1 4 5 0,0-2-8 0,0 4 4 15,0 7-1-15,-2-3 2 0,0 0-5 0,0 1-1 16,0 0 5-16,2 8-3 0,0 4-3 0,0 3 5 16,2-5-6-16,2 0 6 0,-1 3 1 0,3 2-3 15,18-11 3-15,0 8-3 0,4 3 5 0,2 4 1 16,1 6-2-16,-5 1 2 0,4 4-1 0,0 6-3 16,-2 2 4-16,-2-10-3 0,-2 17-1 0,-6 0 5 0,-1 0-3 15,-4 2 5-15,-4 0-11 0,-1 0 11 16,-6-1-7-16,-1 1 9 0,18 2-14 0,-12-4 10 0,-5 0 0 15,-4-2 6-15,-3 0 6 0,-6-1-7 0,-4-1-2 16,6-2-1-16,-19-5 1 0,-2-2-1 0,0 2-1 16,1 0 0-16,-3 0 3 0,-3-2-9 0,-2-8 8 15,7-1-8-15,-11 0 15 0,8 16-19 0,3-9 6 0,-3-3-9 16,7-5 7-16,3-3-15 0,7 0-2 0,8 0-5 16,1 0-6-16,1 0-47 0,-1 0 2 0,1 0-21 15,2-2-33-15,3 1-64 0,-1-1-8 0</inkml:trace>
  <inkml:trace contextRef="#ctx0" brushRef="#br0" timeOffset="176248.49">22777 9062 43 0,'0'0'19'15,"0"0"-4"-15,0 0 53 0,0 0 8 0,0 0 9 16,0 0 33-16,0 0-33 0,-2 0-2 0,0 0-12 16,0 0-15-16,-2 0-10 0,-10-2-1 0,-9 0-6 15,1 2-21-15,-4 0-5 0,0 2-5 0,4 2 2 16,-4 0-2-16,7-1-6 0,4-1 6 0,2 0-6 0,6-2-2 16,1 0 11-16,3 0-6 0,1 0 6 0,0 0-4 15,-2 0-5-15,0 0 5 0,1 0-7 0,1 0-1 16,0 0 9-16,0 0-8 0,0 0 8 0,0 0-12 0,2-2 3 15,0 0-2-15,0 0 2 0,0 1-3 0,2-1 10 16,0 2-6-16,0 0 6 0,0 0-14 0,0 0 8 16,0 0 0-16,-1 0 3 0,1 0 4 0,0 0-7 15,0 0 2-15,0 0-2 0,0 0 3 0,0 0-4 16,-2 2 5-16,1-1-5 0,-1 1 4 0,0 2 2 16,0-2-5-16,2 13 3 0,0 0-8 0,0 1 9 15,0 3-5-15,0-1 6 0,-2 1 0 0,0 0-4 16,0-5 7-16,0-1-7 0,0 6 7 0,0-2-1 0,0 3-2 15,0-5 1-15,0-6-2 0,0 0 5 0,0 1-1 16,0-1 3-16,0 0 14 0,0-7-8 0,0 4-2 16,0-3-3-16,0 1-5 0,-2 0 2 0,2 0 1 0,-2-1-1 15,0 1-7-15,0-2 8 0,0 0-8 0,1 0 4 16,-1-2-49-16,0 0-42 0,0 0-17 0,2 0-22 16,0-2-192-16</inkml:trace>
  <inkml:trace contextRef="#ctx0" brushRef="#br0" timeOffset="176731.78">22019 8826 685 0,'-2'-4'18'0,"-3"-16"1"0,-12-34 1 15,0-2-1-15,4 8-4 0,4 6-2 0,2 6 0 16,1 8-4-16,0 2 2 0,5 6-5 0,-1 5-4 16,2-2 6-16,0 10-4 0,0 0 7 0,0 1 1 0,0 2-5 15,0 2 5-15,0-1 8 0,2-1 5 0,-1 2 3 16,1 0-1-16,0 0 2 0,0 2-4 0,0 0 3 16,0 2-4-16,-2 0-8 0,2 35-8 0,9 13-4 0,0 6 1 15,0 2-5-15,-2 3 5 0,6-2-3 0,-6 1 2 16,-1-1-9-16,1-1 5 0,19-3 2 0,-11-1 1 15,-6 0 3-15,-4-6-1 0,1-3-1 0,-3 0 1 16,3-10-2-16,1 2 16 0,0-4-6 0,1-5 9 16,-1 0-1-16,-2-6 3 0,1-5 3 0,-3-4-2 15,1-4-1-15,-6-7-5 0,5 6 6 0,-5-7-4 16,2-1 7-16,4 4 1 0,-1 0-3 0,1-2 4 0,1-2 3 16,1-2-12-16,1 0 3 0,0-37-5 0,1 0 5 15,1-7-11-15,2-5 3 0,0 1-6 0,2-3 0 16,1-1 8-16,1 0-7 0,5 0 5 0,3-7-16 15,-1-4 8-15,2 2 0 0,-2-6 2 0,-2 2-6 0,-3 2-2 16,-1 6 2-16,-3 10-1 0,0 5-2 0,-2 14 2 16,-2 0-7-16,-4 8 5 0,-1 4-5 0,-2 5 5 15,-1 3-1-15,-3 8 1 0,2 1-24 0,2-3-25 16,0 0-5-16,-2 2-8 0,-1 0-34 0,-1 2-45 16,0 2 4-16,-5 13-20 0,-14 30-38 0</inkml:trace>
  <inkml:trace contextRef="#ctx0" brushRef="#br0" timeOffset="177933.98">22613 9214 742 0,'0'0'25'0,"0"-2"-7"0,-2 1 21 0,1-1-3 15,-1 0-23-15,0 0 1 0,0 2-4 0,0 0 1 16,0 0-14-16,0 0-1 0,1 2 1 0,-1 2 0 15,2-1 4-15,-4 21 13 0,2 0-5 0,2-1 8 0,0-1-7 16,0 4 8-16,0 0-2 0,4 2 4 0,0 0 9 16,-3-6-6-16,3 0 14 0,0 1-10 0,-2-5 17 15,-2-5 0-15,0 0-5 0,0-7 5 0,0-3 4 0,0 1-7 16,0 0 3-16,0 0-5 0,0-3-7 0,-2 1-6 16,0 0 1-16,0-2-3 0,0-2-11 0,0 0-6 15,1-7-2-15,-7-19 0 0,4 2-2 0,1-5 4 16,3 3-3-16,0 0 3 0,2-4-10 0,1 3 4 15,3-5 0-15,-1 1 1 0,1 5-2 0,1 0 0 16,1 2-3-16,-1 6 3 0,3 1-3 0,-3 3-3 16,0 3 6-16,1 1-3 0,-1 1 4 0,3 6-6 15,4-1-2-15,3 4-1 0,4-13 2 0,-7 8 1 0,5 1 2 16,-4 5-1-16,3 1-2 0,1 3 0 0,-10 1 4 16,12 7-3-16,-10-9 5 0,0 22-2 0,-2 0 0 15,-1 4 1-15,-5 0 7 0,-1 0 0 0,17 0-1 0,-10 1-1 16,-5-3-8-16,-4-3 14 0,0 1-8 0,-4-4 11 15,-5 4-7-15,-2 0-5 0,-2-3 5 0,-2-1-5 16,7-5 5-16,-12-6-6 0,5 3 2 0,-2-1-2 16,4-6 4-16,2 5-3 0,-4-7-6 0,4-1 1 15,4 4-14-15,3-4 4 0,0 1-3 0,1-1 0 16,1 0-17-16,0-2 9 0,2 0 1 0,0-2 2 16,2-2-4-16,9-14 9 0,-7-10-8 0,24 0 9 0,7-2-4 15,2-7-2-15,-2 0 4 0,1 0-4 0,-5-2 13 16,-3 9 3-16,-2 1 0 0,-2 3 0 0,-3 7-2 15,-7 4 12-15,-1 4-3 0,-5 4 6 0,-3 3-2 0,-3 0 5 16,0 2 2-16,2-1 1 0,-1-1-1 0,-1 2-4 16,0 0-4-16,0 0 2 0,-2 2 3 0,0 0-8 15,-2 2 3-15,0 2-4 0,-7 11 6 0,-2 7-5 16,2 0 4-16,1-1-5 0,1 1 0 0,3-1 0 16,0-3 0-16,3 1 1 0,-1-1 3 0,2-3 0 15,0 7-3-15,2-3 2 0,-1-1 5 0,3 5-5 16,0-8 10-16,1 3-9 0,-1-3 10 0,0-6-5 0,1 8-2 15,1 3 1-15,-2 3 4 0,-4-3-7 0,0-5 8 16,-2-8-8-16,-2 3 7 0,-1-1-7 0,-7 8-3 16,5-2 0-16,-17-1-2 0,2-6 0 0,-1 1 0 15,-1-5 1-15,6 9 2 0,1-4 0 0,0-1-2 0,12-7 0 16,-3 1-6-16,6-2 1 0,-1 0-7 0,-1 0 3 16,2-2-17-16,0 1 14 0,2-3-1 0,6-11 5 15,10-11-8-15,-1 0 8 0,19-2 1 0,-1-2 2 16,1-7-2-16,3 0 3 0,2-6-6 0,3 6 5 15,3 4-2-15,-4-1 8 0,1 7-3 0,3 1 4 16,-4 3-6-16,-2 3 4 0,4 3 3 0,-17 2-1 0,-2 2-4 16,-4 6 12-16,-11 0-4 0,1 3 7 0,-3 0-18 15,-5 2 16-15,-2 0-6 0,0 1 11 0,2-3-7 16,0 0-6-16,-2 0 6 0,0 3-6 0,-2-1 5 0,0 0-6 16,0 2-2-16,-28 0 0 0,4 2 1 0,0 3 3 15,0 5 0-15,4 1 1 0,-6-9-3 0,2 24-2 16,-3 3 0-16,3 8-1 0,1 4-1 0,3 2 1 15,5-4 0-15,3-4 0 0,1 0-5 0,5-1 4 16,3-1 0-16,1-5 2 0,0-4 5 0,-11-1-5 16,6-5 0-16,3-1-1 0,5-6 3 0,1-5 0 0,0-3 4 15,0-1-2-15,0 2 8 0,1 0 5 0,1-3 2 16,2 1 1-16,-2-2-3 0,16-2-11 0,3-7-2 16,-3 5-2-16,3-35 6 0,-4-3-4 0,1-1 1 15,3 0-3-15,-5 6 0 0,-6 2-2 0,-1 5 7 16,11-3-5-16,-9 1 6 0,-3 4-3 0,-4 1-5 15,-4 2 4-15,0 5-2 0,0 3-1 0,-2 4-1 0,0 4 0 16,0 3-5-16,0 1 2 0,2 3 0 0,-2-2-1 16,-1 1-5-16,-1 1-1 0,-5 0 2 0,-1 2-1 15,-1 4 7-15,4 1-2 0,-1 14-1 0,6 10 1 16,-16 1 4-16,7 0-1 0,5 1 0 0,4 5-1 16,4-9 4-16,6 9 1 0,1-10-1 0,4 0 0 0,2-2 3 15,-12-6-7-15,29 8 7 0,-2-7-7 0,-1-2 6 16,3-2-1-16,-4-4-1 0,3-2 1 0,-3-3-4 15,0-3-3-15,-7 12-7 0,-3-4 2 0,4-1-16 0,-5-5-27 16,2-1-6-16,-3-2-12 0,-3-2-58 0,2 2-70 16,-4-1-49-16</inkml:trace>
  <inkml:trace contextRef="#ctx0" brushRef="#br0" timeOffset="179150.81">10706 8542 307 0,'0'0'22'0,"0"0"-2"0,0-2 38 15,0 0-5-15,0 1 7 0,0-1-23 0,0 0-17 16,0 0-1-16,0 0-2 0,0 0 15 0,0 2 0 16,0 0 2-16,0 2-4 0,-2 2-8 0,-1 13-11 0,-1 9 7 15,0-2-8-15,0 5 16 0,3-6 21 0,-1 4 2 16,2-6 6-16,0-8 7 0,2 0 7 0,-2-11-6 16,1 1 5-16,1 1-19 0,2-2-6 0,11-2-3 15,16-7-1-15,3 5-17 0,9-50-11 0,7-8 2 16,18-5-5-16,7-3-7 0,23 1-6 0,8-2-13 0,2 2 0 15,3 4-72-15,0 0-368 0</inkml:trace>
  <inkml:trace contextRef="#ctx0" brushRef="#br0" timeOffset="189312.53">12375 8080 25 0,'0'0'-3'16,"0"0"5"-16,0-2 12 0,0 0 4 0,0-2 4 16,0 1 0-16,0-1-11 0,0-4-1 0,2-6 0 15,0 4-1-15,0-3 8 0,-2 8-2 0,0-3 5 16,0-3 8-16,0 0-6 0,0 4 2 0,-2-4-3 15,-2-1-2-15,1 1-5 0,-5-5-5 0,6 8 1 0,2 6-4 16,0 0-3-16,-2-1 8 0,-1-1-8 0,3 2 3 16,-2-2-6-16,-2 1 2 0,0 1-1 0,-5-4 12 15,-2-1-9-15,-2-2-2 0,0 1-1 0,4 4 3 0,0 1-4 16,-1-1 2-16,1 0-3 0,-4-1 10 0,4 1-4 16,-4 0 5-16,2 1-7 0,-4-1-2 0,-4-2 0 15,6 4 1-15,-2-1 0 0,2 1 6 0,4 2-1 16,-8 0-1-16,1 0 1 0,-5 2-7 0,3-2 5 15,-5 2 0-15,8-1 4 0,-5 1 3 0,-6 4-6 16,6-2-3-16,-3 1 1 0,3 1 2 0,1-1-4 16,-1-1 5-16,-1 2-7 0,3-1 1 0,1-1 4 15,0 1-2-15,3 1 2 0,-3 0-2 0,4-1 2 0,-2 4 1 16,0 1-1-16,2-1-11 0,0 0 11 0,0 1-9 16,-2 1 11-16,2-9-8 0,0 11 0 0,-1 0 3 15,-1-1-1-15,0 1 8 0,-4-1-11 0,4-1 2 0,-1 0-3 16,-3-2 11-16,2 4-11 0,-3-4 6 0,3-1-8 15,-3 1 10-15,7 0-6 0,-6-1 0 0,1 1-3 16,1 2 3-16,2-1 1 0,2 1 2 0,2 0 1 16,-2 0 0-16,-7 2 1 0,5-2-6 0,2 2 4 15,-2 0-3-15,6 0 3 0,-6 0 2 0,2 2 0 16,0 0-3-16,3 3 1 0,5-1 3 0,-3 0-3 0,3 3-2 16,-6-1-1-16,5 1 0 0,-3 1 1 0,5-1 7 15,2 2-12-15,-3 1 9 0,-14 5-9 0,6-1 5 16,4 1 8-16,3-2-8 0,3-5 7 0,-1-3-7 0,2 4-4 15,0 3 5-15,2-1-3 0,2 5 8 0,-2-8-9 16,2 5 2-16,-2-4-5 0,0-1 14 0,2 3-8 16,-2-6 1-16,2 1-2 0,-1 1 8 0,1-1-10 15,0-1 6-15,4 1-8 0,1 0 3 0,-1-3 2 16,3 3-1-16,-2-1 2 0,3 1 13 0,1-2-16 16,0 3 8-16,2-1-10 0,-11-1 6 0,16 5 0 15,-5-3-3-15,-1 0 2 0,4 3 4 0,-1-7-5 16,11 10 2-16,-9-2-4 0,0 2 1 0,-3 6 2 0,-2-4 2 15,2-4 0-15,-1 0-3 0,-1-3 2 0,1 5-1 16,-2 1 3-16,0-1-7 0,0 2 7 0,2-9-7 16,-4-2 7-16,2-1-1 0,-1-1-3 0,1 0 3 0,2 4-3 15,-2-8-3-15,2 0 3 0,-2-2 5 0,2-1-2 16,0 1-2-16,2 2 8 0,0-2-11 0,0-1 9 16,0-1-7-16,-1-1 8 0,3-1 3 0,-2 1 0 15,2 1-10-15,-3-3 10 0,5 0-3 0,0-1 6 16,-6 7 3-16,5 1-8 0,3-2 4 0,1-1-6 15,2-3 2-15,2-1 0 0,-2-4 1 0,6 0 0 16,1-2 4-16,-1-2 0 0,-6-1-8 0,6-1 5 0,-2-1-9 16,3-3 3-16,5-1-1 0,-7 2 0 0,-1 0-3 15,-4 1 7-15,-1-1-4 0,-3 0 2 0,-1-2-9 0,-3 1 4 16,3-1 3-16,-4 2 0 0,-2 7 5 0,0-17-9 16,0 6 3-16,-2-9-4 0,0 5 7 0,0 3-5 15,0-9 4-15,-3 7-5 0,3 1-3 0,-2-9 5 16,0-1-6-16,4-4 8 0,-5 1-3 0,1 7 4 15,0-1 1-15,1 4 0 0,1-5-9 0,0 1 6 16,0 2-4-16,-3-3 6 0,3 3-4 0,-2-2-1 16,4 3 5-16,0 1-4 0,-4-1 0 0,-1 0 0 0,-3 1-3 15,1-1 2-15,-1 1 1 0,1-1 1 0,0-1 2 16,1 1-1-16,-3-1-1 0,1 1 1 0,3-1-3 16,8-4 2-16,-3-1-1 0,-1 1-1 0,-3 0 3 15,2-4-3-15,-4-9 2 0,-3-2-2 0,-4 4 5 0,-2 0-5 16,0 9 5-16,-1 0-2 0,-7-8 0 0,5 10 1 15,-1-6 3-15,1 4-2 0,-3 4-3 0,-1-4 3 16,-2 4 3-16,0 1-8 0,0 1 2 0,-2-2-2 16,1 1 7-16,-2-1-7 0,2 3 4 0,1 3-4 15,9-1 3-15,-11 0 2 0,0 1-5 0,-1 1 3 16,-1 2-3-16,0 0 2 0,0 2 3 0,-2-4-3 16,1 2-2-16,-3 2 3 0,-1-4-7 0,-1 7 5 15,-3-1 3-15,0 0-4 0,2 3 6 0,-3 2-7 0,-4 1-1 16,3 1 4-16,-8-19-5 0,3 10 5 0,-6 4-8 0,0 7 0 15,3 2-6-15,-9 3 1 0,10 3-21 16,-2 3-100-16,1 4-71 0</inkml:trace>
  <inkml:trace contextRef="#ctx0" brushRef="#br0" timeOffset="190992.72">15580 8052 30 0,'0'0'4'16,"0"0"3"-16,0-2 8 0,0 0-3 0,0 0-1 0,0 0-1 16,0 1-6-16,0-3 11 0,0 0-5 0,0 0 5 15,0 1-10-15,0-3-5 0,0 4 5 0,0-1-4 16,-4-7 12-16,4 8-4 0,-5-7-2 0,1 2 1 16,2 3-7-16,0-9-2 0,-7 8 6 0,0 1-3 15,-2-4 14-15,1 5-12 0,-3-8-1 0,-2-6-2 16,1 11 3-16,-1-3 6 0,0-4-10 0,0 9 8 0,-5-9-8 15,3 0 6-15,-2 0 2 0,1-3 1 0,1 3 0 16,-1 0-7-16,-5 1 5 0,-1 3-5 0,4 2 3 16,1 3-2-16,2-3-3 0,12 1 2 0,-12-1-2 0,4 1 1 15,0 0 7-15,-17-3-4 0,8 5 5 0,-9-5-3 16,3 4-3-16,4-1 3 0,-4 2-4 0,4-12 5 16,-6 1-5-16,2 5 6 0,2 3 0 0,0 0-3 15,0 1 7-15,0 2-6 0,0 2 9 0,0 1-11 16,2-1 0-16,0 2-1 0,2 0 3 0,1 0-7 15,1-2 1-15,-3 2-2 0,5 0 1 0,-8 0 5 16,-6 2-3-16,4 0 4 0,1-1 0 0,-7 3-3 16,8 2 0-16,-7 5-2 0,-6-2 3 0,5-1-6 0,5-1 3 15,1 0-3-15,4 1 7 0,1-1-1 0,1 3-4 16,0-1 0-16,1-2-7 0,3 3 10 0,-1 3 2 16,3-2 2-16,1-2-6 0,-2 2-2 0,2-2-2 15,2-3 0-15,0 7 8 0,0 0-2 0,0 2 4 0,2-4-5 16,0 4-11-16,0 3 10 0,0-1-3 0,1 2 5 15,-1 1-7-15,0-3 4 0,0 5-3 0,0-3 5 16,1 3 3-16,3 0-4 0,0 0 3 0,-3 1-4 16,-1 1-4-16,2-2 6 0,-2 4-3 0,-4-2 3 15,4 4-6-15,0 0 5 0,-1-2 4 0,11 4 0 0,-12-1-4 16,5 1 5-16,-1 5-10 0,-2 3 10 0,3-1-5 16,-1 4-3-16,-2-8 2 0,2 6-4 0,5 2 5 15,-20 3-4-15,13-1 1 0,5-6-2 0,2-3-1 16,4-3 1-16,4 1 1 0,3-3 1 0,1-3 7 0,3 0-13 15,0 2 11-15,2-2-8 0,4 2 18 0,0 0-15 16,-3-2 3-16,1 2-3 0,2 3 10 0,-2-1-9 16,0 2 2-16,0 3-2 0,-2-3 9 0,0 3-9 15,-2-2 1-15,0-3-5 0,2 3 5 0,0 6 5 16,0-5-1-16,0-1 4 0,2 1-5 0,-4-12-8 16,4 9 6-16,1-1-5 0,1-4 18 0,-15 0-18 0,18-5 8 15,-3-3-9-15,4 1 6 0,1-3 1 0,6-1-1 16,-2 0 4-16,9 2 10 0,-2-4 20 0,-3 0-2 15,7 0 7-15,-2-4-7 0,3 4-6 0,4-4-4 16,-5-3 1-16,4 1-2 0,-2-3-6 0,2 0-1 16,0 0-2-16,0-3-8 0,-2 22 10 0,0-10-7 0,0-8 7 15,-2-1-8-15,4-4-1 0,-6 0 0 0,8 0-1 16,-10-2-2-16,4-4-1 0,-1 1 6 0,-3-1-5 16,6-1 9-16,-6 0-4 0,3-1 6 0,-7 1-4 15,9-4 4-15,-11 1-9 0,9-3 5 0,-7 2-4 16,3-2 14-16,3-2-15 0,-1 0 1 0,3-1-4 15,2-3 4-15,5-1-3 0,1-1-1 0,-2 1 1 0,1-2 7 16,-1 3-6-16,-8 0 3 0,2 18-5 0,-1-24 2 16,-9-2-3-16,1-1 4 0,-2 5-4 0,-11-4 6 15,0-3-2-15,-2 4-2 0,-4-9 2 0,6 5 1 0,-4-4-5 16,2 1 2-16,-2 1-1 0,-1 1 7 0,1 1-6 16,2-1 3-16,0 1-4 0,0-2 1 0,-4 1 6 15,-2-1-1-15,1-1 2 0,-1-2 3 0,1-6 2 16,-3 2 0-16,-3-13 0 0,2 0 2 0,24-6 1 15,-15-12 2-15,-10 5-2 0,-4-2-3 0,-5 4 4 16,-1 3-6-16,-5 5 5 0,-2 1-7 0,-7 2-1 16,1 9 2-16,5 4-2 0,-28 0 8 0,-9-4-9 0,-9-1 0 15,0-5-4-15,-6 9-1 0,-2 8-8 0,4 4-4 16,-5 12-4-16,3-1-17 0,-6 13-106 0,-10-26-34 16</inkml:trace>
  <inkml:trace contextRef="#ctx0" brushRef="#br0" timeOffset="197185.98">882 8997 256 0,'0'0'-53'16,"0"0"40"-16,0-2 21 0,0 0 14 0,0 0 59 15,-2 1-1-15,0-3-39 0,1 0 5 0,-1 0-12 16,0 1 2-16,0-1-6 0,0 0 2 0,2 1-3 16,0-1-3-16,0 2-11 0,0 0 2 0,0 0-3 15,0 0 5-15,0 2-1 0,0 0-3 0,2 2 0 16,0 0-2-16,0 2 2 0,5 14 0 0,4 10-1 0,-1 0-8 16,-3 0 12-16,-1 4-6 0,-1-3 7 0,1-1-13 15,-3 0 5-15,1-6-1 0,0 8 2 0,0-6 0 16,-1 4-6-16,1 0 3 0,-2-13-5 0,0 5-2 0,-2-5 7 15,0 2-6-15,2 3 7 0,-1 6-13 0,1-9-5 16,-2-1-4-16,0-6 0 0,0-7-27 0,0 3-29 16,0-4-2-16,2 3-10 0,0-1-30 0</inkml:trace>
  <inkml:trace contextRef="#ctx0" brushRef="#br0" timeOffset="197559.9">1367 9101 439 0,'-2'0'13'16,"0"0"-2"-16,0 0 6 0,0 0 0 0,-11 6-4 15,0-1-6-15,-9 10-2 0,7-6 8 0,0 17-6 16,6 4 2-16,7-4-4 0,-7 4-5 0,-8-4 1 16,4 5-2-16,4 1 4 0,7 1 2 0,2-7 1 15,0-9-2-15,4-2 6 0,0-4 0 0,5 2 5 16,-2 5 16-16,16-6 5 0,-5-5-1 0,14-5 1 0,-10 13-7 15,4-4 7-15,0-6-5 0,-7-3 4 0,12-2-12 16,-7 0-13-16,0-2 7 0,-7-1-9 0,0-1 4 0,-2-2 6 16,-1-1-11-16,1 5 11 0,-5-18-7 0,-3-1-6 15,-3-7 8-15,-2 10-8 0,16-10 5 0,-9 6 3 16,-3-6-6-16,-4 2 6 0,-2 0-1 0,-8-2 0 16,1 10 0-16,-4-3-2 0,0 6-5 0,5 2-1 15,-18 2 0-15,-6 2-1 0,8 3-6 0,-15 3 2 16,7-16-5-16,15 12 2 0,-9 1-32 0,8 4-14 15,1 2-10-15,-9 0 1 0,11 2-23 0,9-2-34 16,2 0-81-16</inkml:trace>
  <inkml:trace contextRef="#ctx0" brushRef="#br0" timeOffset="197904.87">2020 9077 394 0,'-1'0'23'16,"-1"0"-3"-16,-17 2 22 0,-18 5-1 0,9 2-1 16,2 3-7-16,-4 2-18 0,8 1 5 0,-2-4-9 0,5 14 3 15,5 1-8-15,1-8 6 0,5 6-5 0,1-3 11 16,-10 5-8-16,6-2-4 0,7-9 1 0,0 5 4 0,4-7-1 16,2 7 7-16,4-1-4 0,-2-10 12 0,3 2-4 15,10-9 0-15,16 2-1 0,4 18 8 0,2-12-13 16,6-9 7-16,-6-2-9 0,7-5 14 0,1-5-3 15,-10 0-1-15,5-8 0 0,-10 2-2 0,-4 1-1 16,-2 12-3-16,-9-20 1 0,-3 0-10 0,-8 3 6 16,1-3-2-16,8 2 3 0,-4 0 2 0,-3-1 2 15,-6 3-5-15,-4 0 2 0,-6-1-11 0,-3 4 2 16,2 1-4-16,-23 5 1 0,1-1-4 0,-6 5-29 16,-2 0 9-16,5 1-19 0,-3 4-10 0,8 0-3 0,4-14-11 15,-12 1 5-15,15 9-15 0,5 4-77 0,4 0-23 16</inkml:trace>
  <inkml:trace contextRef="#ctx0" brushRef="#br0" timeOffset="198245.97">2477 8893 265 0,'0'0'33'16,"0"0"-2"-16,0-2 38 0,0 0-5 0,0 0 3 15,0 1-10-15,0-1-15 0,0 0 8 0,0 0-11 0,0 0-2 16,0 0-12-16,0 0-6 0,0 1 1 0,-2 1-4 15,0 0-6-15,1 0 2 0,-1 1-3 0,0 1 3 0,0 0 1 16,2 2 1-16,-2 7 0 0,2 6 3 16,0 1-2-16,0 3-1 0,2 1-1 0,2 2 1 0,-1 2-1 15,3 0-1-15,0 0 0 0,1 2 3 0,0-2-5 16,1-2 2-16,1 2-5 0,0-4-3 0,3 3 11 16,1-1-4-16,-2-6 5 0,2 1-5 0,-11-1-5 15,11 1 6-15,5-4-4 0,-1-2 4 0,0-6-4 16,3 2 2-16,-11-7 0 0,8 2 7 0,-4 0-10 15,6 9 1-15,-3-4-3 0,-5-3 5 0,-1-5 7 16,-8-1-1-16,3 0 3 0,2-1-2 0,1-5-8 0,3-3 2 16,-2-21-4-16,-1-2 4 0,7-7 1 0,-1-3 0 15,7-3 0-15,3-1 5 0,2-2-5 0,-2-1-3 16,4-1-1-16,-4-6-8 0,2 3 5 0,-2-5 2 16,-3 4 0-16,-3 4-2 0,-1 7-15 0,-10 2-11 0,1 4-6 15,-3 13-79-15,1 4-115 0</inkml:trace>
  <inkml:trace contextRef="#ctx0" brushRef="#br0" timeOffset="199219.31">1319 9925 322 0,'-2'0'3'0,"0"0"14"16,-9-2-5-16,-10-3 9 0,-1-1-11 0,5 3-1 15,8 1 3-15,7 0-3 0,-2 0-3 0,1 0 5 0,-1 0 0 16,-13 1 1-16,15 1-1 0,1 0 3 0,-9-2 6 15,-1 0-1-15,6 2 5 0,-7-2 4 0,9 2-3 16,1 0 5-16,-6 0 4 0,5 0-10 0,-5 0-1 16,1 0-3-16,-1 0-3 0,5 0-3 0,-1 0-3 0,0 0 0 15,1 0-5-15,1 0 15 0,0 0-3 0,0 2 6 16,2 0-5-16,2 0 17 0,3-2-6 0,42 5 7 16,-8-1-17-16,13-4-4 0,2 0 3 0,-2 0-3 15,13-4-5-15,-4-1 1 0,4-1-1 0,-4-1 2 16,4-3-1-16,6-1 9 0,9 0-6 0,11 0 6 15,-4 0-13-15,0 0-1 0,-9 1-1 0,-15 3 0 0,0-1-4 16,-13 3 6-16,-5 1-3 0,-4 0 3 0,-4 3-3 16,-4 1 3-16,-7 0-1 0,-7 0 0 0,-2 0-1 0,-6 0-6 15,-6 0 3-15,3 0-5 0,-4 0-12 0,-3 0-7 16,1 0-4-16,-2 0 1 0,0 0-11 0,-2 0-5 16,-7 0 4-16,-19 1-3 0,-3 3 3 0,-3 2 1 15,3-3-3-15,-5 3 2 0,1 0-7 0,-8 3-71 16,-5 0-9-16,-11 2-18 0,-6 0 12 0,-4 1 54 15,2 1 23-15,0 0 2 0,2 0 35 0,6-1 20 16,-2 1-4-16,-1 2 16 0,9 0 44 0,-3 0 21 16,2 0 6-16,2-2 1 0,-7 2 11 0,1-2-15 0,6-4 1 15,-2 0-10-15,23-3-23 0,7-2-13 0,9-1 1 16,11-1-6-16,0 0-7 0,2 0-18 0,1 0 4 16,-1 0-7-16,0-1 8 0,2 1-1 0,2 0 2 0,20 7-2 15,13-1 3-15,19-4 0 0,11-4 2 0,-11-8 1 16,18-3 2-16,-5-4-9 0,4 0-5 0,9-1 0 15,12-5-5-15,9 3 6 0,-3-1-4 0,6 0 4 16,-17 3-9-16,-5 3 5 0,-2 3 3 0,-11 5 0 16,10-1-9-16,5 5-75 0,-8 1-14 0,15 0-29 15,0 3-125-15</inkml:trace>
  <inkml:trace contextRef="#ctx0" brushRef="#br0" timeOffset="208983.28">16492 11008 12 0,'0'0'0'16,"0"0"36"-16,0-2 17 0,0 0 21 0,0 0 6 0,0 0-28 15,0 1-12-15,-2-1-9 0,2 0-6 0,0 0 3 16,0 0-15-16,-2 0 8 0,0 0 7 0,2 2-3 16,0 0 2-16,0 0-5 0,0 0 2 0,0 0-2 15,0 2 4-15,0 0-15 0,0 0 1 0,2 2-4 16,-2 1 12-16,7 16-15 0,5 3 5 0,-1-7-8 15,-9 10 8-15,14 1-7 0,-5 2-1 0,8 1-2 16,0 1 9-16,-5-6-5 0,7 0 3 0,-6-6-3 16,1 1 9-16,10-4-2 0,-7-3-2 0,-2 3-1 0,-4-4-3 15,1-2 9-15,-1 0 0 0,-3-1 4 0,3-3 5 0,-6 1-12 16,1-3 5-16,-3 3-8 0,4-3 3 0,-5-1 4 16,2-2-5-16,-1 0 3 0,-3-2-7 0,2 1 23 15,0 1 4-15,-3-2 6 0,3 2 12 0,0 0-15 16,-2-2-2-16,0 0-6 0,1 2-20 0,1-2 0 15,0 0 0-15,-1 0 1 0,1-2 4 0,0 0-8 16,0 0-1-16,-1-1-1 0,1-1 0 0,-2-5-2 16,5-6-1-16,-1 0 0 0,3 0-1 0,2-2-1 0,0-1 2 15,2-3-3-15,0-3-1 0,4 7 9 0,2-3-5 16,-1 9 5-16,-1-4-6 0,2 2-5 0,-3 4 5 16,3-6-6-16,-2 11 7 0,-1-1 0 0,1-1-1 15,2-7 1-15,3 2-4 0,0 5 2 0,0 5 2 0,-3 1-1 16,1 0 4-16,-1 1-3 0,3 5 0 0,1 1-3 15,-7 1 3-15,5 3-4 0,-12-6 0 0,6 5-1 16,-4-3 7-16,0-5-5 0,8 17 6 0,-3-3-5 16,-1-1 8-16,4-2-7 0,-3 0 1 0,-4-5-4 15,1-1 11-15,-4 0-2 0,2 1-5 0,2-1 1 16,-2 1-4-16,-2-5 3 0,-1 3 8 0,-4-4-4 16,1 2 3-16,-3-1-5 0,0 1-1 0,0 0-1 0,-2-2 2 15,3 1 7-15,1 1-1 0,0 0 3 0,0-1-5 16,-3 1 1-16,1-2 2 0,0 0 0 0,0 0 12 15,0 0-10-15,0-1 3 0,0 1-6 0,-1 0-3 0,-1-2 5 16,0 0-8-16,0 0 7 0,0 0-14 0,2-2 7 16,0 0 1-16,0 1 2 0,0-3-1 0,0-2-4 15,3-7 0-15,1 0-2 0,-1 2-1 0,3 0 1 16,1-4 1-16,0 0 1 0,1 2 5 0,-7-2-3 16,12 6-3-16,-2 2 0 0,2 3-9 0,0 2 8 15,2-3-3-15,-1 3 5 0,-1-8-1 0,4 9 3 16,-1-1-2-16,3 0 1 0,-1-13-4 0,-1 6 2 0,3 3 1 15,4 4-1-15,0 2-7 0,-2 4 6 0,2 3 0 16,-7 1 2-16,9 5-1 0,-2 0 4 0,0 2-5 16,3 0 3-16,-10-6-6 0,7 4 5 0,-8-6 2 0,8 4 1 15,0-1-2-15,0 1-3 0,2 0 2 0,-7-4-1 16,-1 1 4-16,-1-1-5 0,-4-1 2 0,3-1-3 16,1 1 7-16,1 0-1 0,1-3-4 0,-1 1 2 15,-1 0 1-15,-1-2-5 0,-1-1 5 0,-2-1-5 16,1 0 3-16,1 0 2 0,0 0-2 0,0 0 2 15,-3-1 0-15,1-1 6 0,2-2-3 0,-2 0 3 16,0 1-9-16,-2-1 5 0,1-2-1 0,-6 3 4 0,7-3-5 16,0 0-2-16,-4 1 3 0,4-1-3 0,-2 1 0 15,5-1 4-15,1 1-5 0,-3-1 4 0,7 0-8 0,3 1 1 16,-4 1 0-16,8 2-9 0,-2 2-81 0</inkml:trace>
  <inkml:trace contextRef="#ctx0" brushRef="#br0" timeOffset="-209446.46">13241 14070 256 0,'0'0'-76'0,"0"0"39"0,0 0-4 15,0 0 6-15,0 0 74 0,-2 0 10 0,0 0-13 16,0-2 14-16,0 0-15 0,0 0-1 0,0 0 3 15,1 0-13-15,-1 0 12 0,0 1-10 0,0-1-13 16,0 0 3-16,0 0-8 0,0 0-5 0,2 0 8 16,0 0-6-16,0 1 6 0,0-1-11 0,2 0 9 15,0 0 3-15,0 0 0 0,2 0-4 0,3-1-5 16,8-7-1-16,2 3 0 0,3-2 2 0,2 1-4 0,6-1 2 16,-2 3-2-16,-2 3 4 0,4-1-1 15,-7 2-3-15,1 0 1 0,4 2 5 0,2 0-6 0,-4 0 0 16,-5 2-2-16,3 0-4 0,-6 0 11 0,9 3-5 0,1 1 6 15,-10-1-8-15,3 1 1 0,-4 0 7 0,-4-3-5 16,6 3 1-16,-3-1 10 0,-2-1-7 0,1 0 10 16,-2 0-3-16,2-1 3 0,0 1 1 0,0 0-1 15,0-1 4-15,-2 1-5 0,0 0 3 0,2 0-5 16,0-1-1-16,0 1-7 0,0 0 6 0,0-1-6 16,4 3 5-16,-1 0-9 0,1-3 4 0,4 1-4 0,1 0 3 15,2-4 2-15,6 0-2 0,-1 0 3 0,-3 0-1 16,6-4-5-16,0 0 4 0,1-1-4 0,6-1 2 15,-9 1 5-15,-6-1-7 0,7 0 6 0,-7 1-1 0,10-4-5 16,-1-1 11-16,-10 3-10 0,4-2 6 0,-1-1-1 16,-1 1-5-16,2-2 4 0,5 0-5 0,-4 1 8 15,3-1-3-15,3 0 2 0,1 0-13 0,2 0 6 16,6 0-2-16,5 1 3 0,2 1-1 0,8 2 5 16,-6-1-6-16,-9 1 4 0,10-1-8 0,-4 3 7 15,1-1-1-15,6 3 4 0,-14 1-5 0,-1 2 0 16,-2 0-2-16,-5 0 0 0,-1 2-5 0,-2 1 10 15,3 3-1-15,3 1 4 0,-5 3-7 0,-1-1-3 0,-3 0 3 16,4 0-3-16,-3-1 4 0,1 1 2 0,5 0 2 16,-18-3 1-16,16 5-4 0,-3-2-1 0,4 3 0 15,8 1 0-15,-8-2 11 0,3 0 29 0,-7-4-5 16,-1 1 12-16,7-1-4 0,-3-1-15 0,2-1 4 0,6-1-7 16,0-2 3-16,2 0-17 0,3-2 5 0,2 0-8 15,10-6 12-15,-1 1-20 0,5-3 3 0,5-1-7 16,-4 0 6-16,0-3 2 0,0 1-6 0,-9 2 1 15,0 0-22-15,1-1-259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32:48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25131 5612 28 0,'-2'0'0'0,"0"0"7"15,0 0 79-15,-1 0-22 0,-1 0 6 0,-7-2-38 16,5 2-7-16,1 0-14 0,1 0 1 0,0-2-3 15,1 1-5-15,1 1 4 0,0 0-5 0,0 0 7 16,0 0 6-16,0-2-4 0,0 0 0 0,-1 0-2 16,1 2 6-16,-2 0 1 0,0 0 2 0,3 0-3 15,-1-2-1-15,0 2-11 0,0 0 4 0,0 0-6 0,0-2 6 16,0 0 3-16,2 2-3 0,0 0 2 0,2 0-7 16,0 0-5-16,0 0 7 0,2 0-6 0,1 0 8 0,23-3 8 15,-2-1-4-15,-2 0 6 0,2 1-6 0,2-1-9 16,0 2 4-16,-6 0-5 0,6 0 10 0,-6 0-6 15,1-1 2-15,-1 1-4 0,0 0-1 0,2 0 3 16,1 0-3-16,-5 2 3 0,0 0-2 0,1 0-3 16,-1 0 2-16,1 0-2 0,1 0-1 0,0 0 6 15,4 0-5-15,0 0 5 0,2 0-6 0,4 0 4 16,-3 0 2-16,8 2 0 0,-1 0-9 0,5 0 3 0,-4 2-4 16,-2-3 5-16,8 5 0 0,-2 0 3 0,-1-3 1 15,1 1-1-15,-5-2 1 0,-5 0-5 0,3-2-4 16,-1 0 1-16,2 2 4 0,1-1 0 0,-1-1-2 15,0 0-1-15,4 0 2 0,-2 0-3 0,6 0 7 0,1 0-4 16,-1 0 7-16,2 0-5 0,3 2 0 0,-9 0-1 16,-2-2 0-16,-2 0-4 0,-7 0 1 0,6 0-1 15,-1 0 10-15,-3 0-6 0,1 2 0 0,-1 0-2 16,0-2 4-16,-1 2-2 0,1 0 3 0,0-2-3 16,0 1 1-16,-1-1-1 0,3 2-1 0,-1 0-2 15,7 2-4-15,1 0 9 0,-2-1 0 0,0 1 3 0,-2-2-11 16,-3-2 8-16,-1 2-2 0,1-2 3 0,-1 2-9 15,3-1 12-15,-1 1-8 0,-1-2 8 0,1 0-12 16,-1 0 8-16,-3 0-3 0,3 0 3 0,0 0-8 0,1 0 10 16,0 0-4-16,1 0 4 0,1 0-7 0,-1 0 3 15,-3 0 0-15,4 0 0 0,4 0 0 0,-1-2 0 16,1 1 5-16,0-1-3 0,-6 0-4 0,8 0 6 16,1-2-4-16,3 2 4 0,0 1-8 0,-5-1 0 15,3 0-1-15,-2 0 3 0,0 0 2 0,-2 0 0 16,2 0-2-16,0 2 2 0,-2-1-2 0,1-1-1 15,-1 0 3-15,6 0-4 0,-1-2 4 0,5 2 2 16,-5 1-1-16,-3-1 2 0,2-2 0 0,0 2-3 0,-1 2 7 16,-1 0-7-16,0-2 3 0,-4-1 1 0,-3 1-8 15,-3 2 5-15,-1 0 2 0,-2 2-1 0,-2-2 1 16,2 1-3-16,-6-1-3 0,0 0 6 0,-3 0-3 0,1 0 4 16,-3 0 1-16,-2 0-5 0,-1 0 5 0,-2 0-6 15,-1 0 1-15,-2 0 0 0,2 0 2 0,4 0-1 16,2 0-1-16,-1 2-4 0,3 0-8 0,-12-2-2 15,1 0-62-15</inkml:trace>
  <inkml:trace contextRef="#ctx0" brushRef="#br0" timeOffset="980.53">25417 5046 20 0,'0'0'16'0,"0"0"-3"15,0 0 13-15,0 0 0 0,0 0-7 0,0 0-12 16,0-2 0-16,0 2-5 0,0-2-7 0,0 2 7 16,0 0 5-16,0 0 0 0,0 0-6 0,0 0 12 15,0 0-4-15,0 0 9 0,0 0 2 0,0 0-13 0,0 0 1 16,0 0-4-16,0 2 3 0,0 0 0 0,0 0 2 16,2 0-1-16,0 1-3 0,0 1-1 0,-2 0 4 15,3 7-1-15,3 6 5 0,-2-3 2 0,-1-1-5 16,3 8 6-16,-2-6 8 0,-1 7-12 0,1-2 3 0,-2-3-6 15,0 7 5-15,0 0-10 0,-1 1 7 0,1-1-7 16,0-4 4-16,0 1 0 0,-2-1-1 0,0 6 1 16,2-2-8-16,-2-2 4 0,0-5-1 0,0-4 5 15,0-6 1-15,0 3-1 0,0 1-5 0,0-6 2 16,0-1-5-16,0 0 9 0,0 0-4 0,0-1 5 16,0 1-5-16,0 0 2 0,0-1-4 0,0-1 1 0,0 0-5 15,0 0-12-15,0-2 3 0,0 0-12 0,0-2-40 16</inkml:trace>
  <inkml:trace contextRef="#ctx0" brushRef="#br0" timeOffset="1820.66">25452 4949 228 0,'0'0'20'0,"0"-2"2"0,-2 1 18 15,1-1-13-15,-1 0 6 0,0 0-23 0,0 0-1 0,0 0 4 16,0 0-3-16,-1 1-2 0,-1-1 2 0,0 0-9 16,0 0 8-16,1 2-9 0,-1 0 4 0,0 0 2 15,1 0 1-15,1 0 0 0,0 0-1 0,0 0 6 0,0 0-4 16,0 0 18-16,0 0-7 0,1 0 0 0,1 0-3 16,0 0-9-16,0 0 2 0,1 0 2 0,1 0 0 15,2 0-3-15,16 2 3 0,1 0-6 0,-1 0 6 16,4-1 1-16,2-1-12 0,2 2 9 0,0 0-9 15,6-2 6-15,1 0-4 0,6 2 2 0,9-2-2 16,0 2 7-16,7 0-9 0,-3-2 1 0,6 2-1 16,-1-2 7-16,-3 0-6 0,-2 0-1 0,-6 0-1 0,4 0-1 15,-2-2 2-15,0 0-3 0,2 2 3 0,2-2-8 16,9 0 10-16,-3 2 1 0,6 0 2 0,-1 0-7 0,0 0 5 16,-1 0-3-16,-9 0 3 0,-3 0-8 0,-4 2 2 15,1 0 5-15,-1 0-1 0,0 0 5 0,1-1-5 16,-1 1-1-16,6 0 0 0,0-2 0 0,-1 0 7 15,7 2-8-15,-6-2 7 0,0 0-7 0,-6 0 6 16,-2-2 1-16,-7 0 0 0,0 0-1 0,0-1 5 16,-2-1 7-16,-3 2-3 0,-1 0 1 0,-1 0-11 15,1 1 3-15,1 1-4 0,1 0 7 0,2 0-10 0,-11 0 6 16,-2 0-4-16,8 0 9 0,-6 0-11 0,3 0 0 16,7 0-2-16,-9 0 4 0,7 0 3 0,-1-2-1 15,-9 2 1-15,4-2-8 0,-4 2 5 0,1 0-2 16,2-2 4-16,-1 2 2 0,0 0-6 0,0 0 0 0,0 0-1 15,2 0 3-15,0 0 1 0,0 0-3 0,0 0 2 16,0 2-1-16,1 0-3 0,3 0 6 0,-2-1-5 16,5 3-2-16,-5-2 2 0,-1 2 0 0,-1-1 1 15,-6-1 6-15,8 2-2 0,-9-2 0 0,3 2-1 16,-11-3-10-16,-2 1 11 0,-2 0-3 0,-3-2 7 16,-1 0-8-16,1 0 12 0,-2 0-9 0,-1 0 9 0,1 0-14 15,0 0 11-15,-2 0-3 0,-1 0 7 0,1 0-7 16,0 0-9-16,0 0 7 0,0 0-7 0,-2 0 6 15,0 0 0-15,-2 0-1 0,0 2 3 0,0 0-1 0,0 0-5 16,1 0 3-16,-1-1-4 0,-2 1 1 0,0 0 0 16,1 0-1-16,-10 4 2 0,5-3 4 0,3-1-3 15,-1 2-1-15,2 0 0 0,2-4-2 0,-1 7 2 16,-7 2 0-16,1 4 3 0,2 0-2 0,-1 0-1 16,1 2-1-16,1-2-2 0,1 2-1 0,3-2 2 15,0 6 1-15,2-3-1 0,4 7-2 0,-1-3 4 16,5 2 1-16,-1 1 2 0,1-5 3 0,1 1-8 15,4 5 2-15,-2-7-5 0,-2-4 5 0,1 0 2 0,-1 1-2 16,-2-2 1-16,3 2-1 0,-1 1 2 0,-7-9 5 16,3 3-3-16,1 0 5 0,-4-5-13 0,0 0 4 15,1 3-6-15,-1-3 15 0,0 0-10 0,2 1-6 16,-2-1-7-16,-2-2-53 0</inkml:trace>
  <inkml:trace contextRef="#ctx0" brushRef="#br0" timeOffset="3345.01">25345 6039 12 0,'0'0'1'0,"0"0"0"0,0 0 12 16,0 0 0-16,0 0 3 0,0 0-8 0,0 0 6 16,0 0-6-16,0 0 6 0,0 0-1 0,-2 0-1 15,0-2 7-15,0 2-6 0,0-1-1 0,-2-1 9 16,-5 0-8-16,0 0 7 0,-2 0-14 0,-6 0 12 15,0 0-3-15,-1 1 4 0,-5-1-13 0,1 2-1 16,5 0 0-16,-1 2 1 0,1-1 2 0,6 1-5 16,-8 0 5-16,3-2-4 0,-1 0 4 0,2 0 4 0,2 0-8 15,6 0 9-15,3 0 4 0,0 0-5 0,1 0 16 16,-1 0-11-16,2 0 15 0,0 0 2 0,0 0-10 16,-1 0 7-16,-1 0-12 0,2 0-5 0,0 0-1 15,0 0-2-15,0 0-5 0,1 0 5 0,-1 0 2 0,0 0-1 16,0 0-11-16,0 0 13 0,0-2-10 0,0 0 11 15,1 1-4-15,-1-1-1 0,2 0 8 0,0 2-6 16,0 0-2-16,0 0-2 0,0 0-6 0,0 0 4 16,0 0-12-16,2 0 6 0,-1 0-1 0,1 0 3 15,0 0 2-15,2 0 0 0,0 0-3 0,1 0 3 16,12-2 2-16,-2 0-7 0,7 0 4 0,2 0-4 16,-2 1 12-16,4-1-13 0,0 0 8 0,0 2-9 0,0 0 2 15,2-2 2-15,-2 2-2 0,0-2 3 0,0 2-4 16,0 0 3-16,2 0-1 0,2 0 4 0,1 0-4 0,-1-2 3 15,2 0-4-15,3-1 2 0,0 1-7 0,1-2 0 16,4 0 5-16,1-1-1 0,2-1 4 0,7 3-4 16,-5 1 1-16,1 0-3 0,-1 0 3 0,-6 2 1 15,3-2-5-15,-5 0 4 0,1 2 1 0,-5 0 4 16,-3 0-5-16,-1 0 3 0,-1 0-9 0,-2 0 13 16,4 2-2-16,-4 0 3 0,4 0-12 0,-4 0 6 15,3 0-5-15,7-1 4 0,-5 1-2 0,10 0-2 0,-2 0 6 16,-7-2-4-16,8 0 1 0,1 0 2 0,0 0 0 15,7-2 3-15,-5 0 0 0,-8 0-7 0,1 1 2 16,-5-1-3-16,-1-2 4 0,0-2 3 0,-3 3-2 0,3-1 3 16,2 0 0-16,-3 2-5 0,5 1 2 0,1-1-2 15,-1 0 4-15,-3-2-3 0,4 2-2 0,4-1-1 16,2 1 3-16,11 0 8 0,-5 0-1 0,-3-2 0 16,-1 1-10-16,-2-1 4 0,0 0-5 0,-1 0 4 15,1 1 0-15,-4-1 0 0,1 0 6 0,1 1-4 16,-4 1 3-16,4-2 1 0,0 2-2 0,0 0 2 15,4 2 1-15,3 0-8 0,0-2 2 0,-1 1-5 0,5-1 7 16,0 0-2-16,4 0 3 0,-2 2-4 0,-4 0-1 16,-1 0 5-16,-3-2 0 0,1 2 2 0,-2 0-12 0,-1 0 6 15,-3 0-2-15,4 0 4 0,0 0-2 0,-4 2 3 16,9 0-1-16,0 2 1 0,-5-3-11 0,7 1 13 16,-2 0-9-16,1 0 10 0,6 0-11 0,-1-2 3 15,-6 0 4-15,-3 0-2 0,-4 0-4 0,-2 2 6 16,-2-2-4-16,0 0 5 0,0 0-4 0,0 0 2 15,-3 0 1-15,7 0 0 0,-2 0 2 0,0 0-3 16,0 0 1-16,-10 0-2 0,1 0-7 0,7 0 9 16,0-2-2-16,0 2 4 0,1-2-9 0,-11 0 3 15,1 0-2-15,-2 2 4 0,-5-2 5 0,-1 1 1 0,-1-1-6 16,-1 2 3-16,-1 0-11 0,-4 0 8 0,0 0 1 16,-2 0 2-16,0-2-5 0,-3 2-17 0,-1 0-4 0,-1 0-14 15,-1 0-91-15</inkml:trace>
  <inkml:trace contextRef="#ctx0" brushRef="#br0" timeOffset="5310.59">25042 5750 21 0,'0'0'9'0,"-2"0"3"0,0 0 4 16,0 0 4-16,0 0-1 0,1 0 1 0,1-2 5 16,-2 0-4-16,0 0 10 0,0 2-11 0,0 0 1 0,0 0-5 15,0 0-8-15,1 0 0 0,-1 0 3 0,0 0-3 16,2 0-7-16,-2 0 13 0,0 0-6 0,0 0 10 16,0 0 3-16,1 0-3 0,-1 0 2 0,0 0-3 15,0 0-7-15,0 2 10 0,0 0-7 0,1 1 7 16,-1 1-13-16,-6 11-2 0,3 0 3 0,1-2-2 15,0 2 8-15,2-2-8 0,1 0 5 0,1 0-6 16,0 3 3-16,1-3-2 0,3 0 1 0,0 2-1 16,0-4 0-16,-3 1-7 0,5 8 2 0,0 0-3 0,-1-1-2 15,2 3-5-15,-3-7-8 0,4 6 4 0,-1 1-13 16</inkml:trace>
  <inkml:trace contextRef="#ctx0" brushRef="#br0" timeOffset="6009.37">29777 5627 75 0,'0'0'27'0,"0"0"-4"16,0 0 11-16,0-2 5 0,0 0-10 0,-2 0 2 15,2 1 3-15,0-1-3 0,-2 0 2 0,0 0-12 0,0 0-13 16,0 0 7-16,2 0-8 0,0 1 2 0,0 1-11 16,0 0 6-16,0 0-4 0,0 0 19 0,0 1 3 15,0 1-6-15,-2 0 6 0,2 4-4 0,-7 14-12 16,0 4 5-16,1 0-7 0,-3 4-3 0,-1 2 3 15,1 0-5-15,2-2 4 0,3-2-13 0,4-2-10 16,2 0-5-16,3 0-11 0,3-4-102 0</inkml:trace>
  <inkml:trace contextRef="#ctx0" brushRef="#br0" timeOffset="7490.09">22879 6234 57 0,'0'0'12'15,"-2"-2"21"-15,0 0-5 0,0 1-18 0,0-1 0 16,1 0-7-16,-1 0 7 0,0 0-5 0,2 0 5 16,0 2-7-16,-2-2 8 0,0 2 6 0,0-1 3 15,0-1-1-15,1 0 5 0,-1 0 11 0,0 0-9 0,0 0 9 16,0 0-9-16,0 1-12 0,0-1 9 0,1 0-9 16,1 0 2-16,0 0-4 0,0 0-7 0,0 2 4 15,0 0-9-15,0 0-3 0,1 0 3 0,1 0 0 16,0 0 11-16,2 0-8 0,0 0 4 0,5-2-7 15,-4 2-4-15,-3 0 10 0,6 0-7 0,-5 0 7 16,9-1-9-16,1 1 5 0,-4 0 3 0,2 0 1 0,-2 0 1 16,-1 0-3-16,1-2-3 0,-5 2 1 0,3 0-1 15,6 0 6-15,-2 0 1 0,6 0 1 16,0 0-4-16,-4 0 5 0,5 0-1 0,1 0 1 0,-1 0-8 0,5 0 6 16,1 0-10-16,4 0 7 0,-1 0-5 0,-1 0-2 15,0 0 7-15,-1 0-5 0,2 0 5 0,5-2-6 16,5-2 6-16,8 2-5 0,-10 0 0 0,0-1 4 15,2-1-8-15,-11 0 6 0,15 1 0 0,2-1-5 16,-6-2 2-16,6 1-4 0,-8-1 9 0,-2 1-5 16,1 1 6-16,-4-2-5 0,-1 3 7 0,-1-1-5 15,2 0-1-15,1 2-1 0,-3-1 0 0,0-1 0 0,0 0-2 16,4 0 1-16,-3 3 2 0,1-1-2 0,0 2 3 16,-2 0-2-16,5 0 0 0,2 2 0 0,1 1 0 15,-7 1 0-15,1 2-5 0,-6-5 7 0,2 1-8 0,6 0 9 16,-6-2 0-16,0 2-6 0,0 0 7 0,-2-2-7 15,2 0 8-15,-2 0-7 0,-2 0 3 0,4 0-3 16,-2 0 5-16,0 0-6 0,1 0 3 0,-1 0-4 16,2-2 14-16,-2 0-9 0,2 0 0 0,0 2-1 15,0-2-7-15,5-1 7 0,3-1-2 0,-1-2 3 16,6 3-1-16,-7-1 3 0,1 0-3 0,6 1 2 16,-7-3-3-16,5 2 1 0,0 1 0 0,-9 1 1 15,5 0 6-15,-5-2-10 0,-2 2 5 0,0 1-6 0,2-1 7 16,-2 2-5-16,2 0 3 0,-2 0-2 0,2 2 0 15,0-1 6-15,-1 3-5 0,3 0 6 0,2 1-9 0,-1 1-1 16,3 1 0-16,5-3 1 0,0 0 4 0,3-2 0 16,3-2 2-16,-2 0-1 0,5 0-1 0,4 0 0 15,-2-2-1-15,-2-2 2 0,-5-2-2 0,0 3-2 16,-4-1 4-16,2 0-2 0,1 1 4 0,-3-1-2 16,4 0-3-16,7 4 1 0,0-2-6 0,4 2 0 15,-2 0 2-15,0-1-1 0,-2-3 5 0,0 0 3 16,0 2-1-16,-5 2 1 0,1-2-3 0,-3-1-1 15,0-1 1-15,-1 2-1 0,3-2-6 0,-2 3 8 0,1-1-5 16,8 0 7-16,0 0 1 0,6 0-8 0,9-2 4 16,-6-1-5-16,4 1 3 0,-2-1-5 0,-5-1 2 15,1 2-2-15,-5-1 5 0,2-1 0 0,-1 2 2 16,5 1 0-16,-1-1-2 0,10 0 2 0,5 1-3 0,-3-1 4 16,3 0-2-16,0 0-1 0,-5 1-2 0,0 1 3 15,-4 0-1-15,-2 0 0 0,5 2-4 0,14 0 2 16,0 0 3-16,12 0-4 0,5 2 5 0,-8-2-3 15,2 0 1-15,-12 0 1 0,1 2-9 0,11 3 6 16,-2-3-9-16,15 0 9 0,1 0 4 0,-10 0-1 0,3 0 0 16,-11 1 2-16,-3-1-3 0,7 0 3 0,-4-2 1 15,9 0 0-15,2-2 9 0,-5 0-7 0,2 2 4 16,-14 0 1-16,-3 0-8 0,-4 0 7 0,2 0-8 0,2 0 0 16,-6 0 2-16,1 0 0 0,-9 0 6 0,-1-1-7 15,-3-1 1-15,-14 2-3 0,-4 0-4 0,-8 0-103 16</inkml:trace>
  <inkml:trace contextRef="#ctx0" brushRef="#br0" timeOffset="9044.89">25575 6071 42 0,'0'0'22'0,"0"0"0"0,0 0 13 16,0 0 1-16,0 0-4 0,0 0-11 0,0 0-12 15,0 0 0-15,0 0-3 0,0 0-6 0,0 0 5 16,0 0-5-16,0 0 5 0,0 0-5 0,0 0-4 16,0 2 8-16,0-2-3 0,0 2 14 0,0-2-6 15,0 1 0-15,0 1-1 0,0 0 15 0,0-2 16 16,0 0-13-16,0 0 12 0,0 0-21 0,0 0-5 16,0 2 9-16,0 0-10 0,0 0 0 0,-2-1-2 15,0 1-7-15,0 0 5 0,0 0 5 0,1 2-2 0,-1-1-1 16,2 3-2-16,-2 5-5 0,0-5 11 0,-2 7-4 15,2-6 5-15,1 1-5 0,-3 3 4 0,0-2 0 16,-1 6 1-16,-1 0-2 0,0 3 9 0,1-3 1 16,1-2 2-16,-1 2-9 0,1-6 2 0,-2 4-6 0,3-3 4 15,-1 1-10-15,0 0 2 0,-1 2 0 0,-1-2 0 16,0 0-1-16,3-2-1 0,-1-1 5 0,-2 3-4 16,1-2-1-16,-3 2 7 0,1 1-7 0,0 1 8 15,-1-2-8-15,-1 2 0 0,1-2 2 0,7 2-1 16,-12 0 8-16,-2-2-7 0,0 0 3 0,0-2-4 15,2 3 9-15,-4 1-10 0,2-4-1 0,1 2-1 0,-11 0 9 16,11-2-7-16,-5 3 5 0,0-3-8 0,1 0-1 16,-6 2 0-16,-2 0 2 0,7 1 0 0,-3-1-2 15,0 0 4-15,3 2-5 0,-9-4 4 0,8 2-5 0,-4 0 4 16,-2-1-5-16,2-1 5 0,-2 2 0 0,3-2-8 16,3 1 9-16,-2 3-8 0,3-4 9 0,0 4-6 15,-1 0 3-15,1 2-2 0,-1 1 7 0,0-4-6 16,-3 4-1-16,1-5 0 0,2 8 6 0,-3-8-8 15,1-2 3-15,-2 6-5 0,-6-9 2 0,6 5 8 16,-4-4-6-16,0 1 7 0,6 3-4 0,-6 0-3 16,-3-2 3-16,-3 1-4 0,6-7 3 0,-5 1-6 0,5 7 5 15,6-3-4-15,-6-1 3 0,4-1 3 0,2-3-3 16,-3 3 4-16,-1 0-7 0,2 5 3 0,0-8-2 16,-4 5 3-16,2-4 1 0,0 1 0 0,-2 3-2 15,-3-5 0-15,3-1 2 0,-4 4-5 0,5-1 5 16,2-1-6-16,-2 3 6 0,2-3 1 0,1 13-3 0,2-6 1 15,-4 0-6-15,-5-2 4 0,1-3 5 0,-2-2-2 16,6-2 5-16,-3-1-6 0,-5 1 2 0,1-2-2 16,1 0 6-16,1-2-10 0,5 1 3 0,1-3-4 15,-2-4 10-15,4 3-6 0,1-1 3 0,-4-1-3 16,4-1-2-16,-1 1 3 0,5 0 0 0,1 1 4 0,2 0-4 16,4 1 4-16,2 1-2 0,0 0 3 0,1 1-7 15,3 1 0-15,-1-2 3 0,4 4 0 0,-2-2 6 16,3 2-6-16,-3-3-1 0,0-1 0 0,0 0 3 0,1 2-1 15,1 0-2-15,0 1 1 0,0-1-9 0,0-2 8 16,0 2-4-16,1 0 6 0,-1 0-11 0,0 1-7 16,0-1-2-16,0 0-4 0,0 2-13 0,0 0-189 15</inkml:trace>
  <inkml:trace contextRef="#ctx0" brushRef="#br0" timeOffset="10539.34">29259 6162 36 0,'0'0'10'0,"0"0"10"0,0 0 6 15,0-2 4-15,0 0-16 0,0 0 2 0,0 0 3 16,0 0 0-16,0 1 8 0,0-1-10 0,0-2 0 0,0 0-4 15,0 1-5-15,0-1 9 0,0 0-2 0,0 0 6 16,0 1 1-16,0 1 3 0,0 0-1 0,0 0 1 16,0 0-6-16,0 0 2 0,0 1-3 0,0-1 3 15,0 0-12-15,-2 0 2 0,0 0-3 0,2 0 4 16,-2 0-2-16,2 1-10 0,0-1-1 0,0 0-2 16,0 2 7-16,0 0 1 0,0 0 0 0,0 0-1 15,0 0 1-15,0 0-1 0,0 0 0 0,2 2-1 0,0 0-1 16,0-1 2-16,-1 1-2 0,1 0 0 0,0 2 1 15,0 0-3-15,4 7 6 0,3 5-6 0,-4-3 3 0,1 0-3 16,1 2 0-16,-3-5 0 0,4 3 4 0,-1 0 0 16,2 3-1-16,1 1 1 0,-1 0 2 0,0-2 7 15,-3-6 4-15,-1 2-1 0,12 0-4 0,3 2-7 16,1 0 0-16,-1 0 0 0,4-2 6 0,0 0-7 16,-3 1 0-16,-1-1-2 0,1 2 0 0,-5-4-5 15,9 6 4-15,1 2-3 0,0-3 7 0,3 3-2 16,-1 0-3-16,-2 0 0 0,0 1-5 0,2 1 4 0,-2 1 1 15,2-1 0-15,0 3 4 0,-2-2 4 0,2 3-1 16,-2-3 1-16,5 1-10 0,-3 3 10 0,2-6-7 16,1 4 11-16,1 1-6 0,-1-3 11 0,3 2-6 15,-1-3 7-15,4 3-11 0,8 1-3 0,3-10 7 16,-1-2-5-16,3 0 9 0,-4-4-11 0,4 8 3 0,4 4-5 16,-7-12 0-16,-5-1 1 0,-3-3-3 0,-5 3 3 15,-1-2-6-15,-1-1 0 0,-1 7 2 0,1 8 0 16,-3-1 2-16,5-2 4 0,-1-2-6 0,-3-4 4 15,2 0-5-15,-1 1 4 0,3-3 0 0,1 2 1 16,0 1-2-16,-1-1 1 0,-3-3 0 0,3-1-1 16,-7-3-1-16,9 0-2 0,-1 2 2 0,-4-1-3 0,5-1 10 15,-7-2-10-15,1 0 6 0,0 0-8 0,0 0 8 16,-1 2 3-16,-1-2-2 0,2 0 0 0,0 0-5 0,-4 0 1 16,1-2-1-16,5 2 2 0,-6 0 4 0,2 0-1 15,5 0 1-15,-5 0-3 0,6 0-1 0,-1-2-1 16,-7 2 0-16,2-3 0 0,-2 1 8 0,2-2-10 15,-1-2 6-15,-2 3-7 0,-3-1 0 0,4-2 1 16,-6 5-5-16,-5-3 4 0,0 0-6 0,-2 0-61 16,-7 3-103-16</inkml:trace>
  <inkml:trace contextRef="#ctx0" brushRef="#br0" timeOffset="12397.01">23085 6563 47 0,'0'0'23'0,"0"0"21"0,0 0-8 0,0 0-6 15,0-2-1-15,0 0-1 0,-2 2 0 0,0-2-8 16,2 0-2-16,0 1-1 0,-2-1-6 0,1 2-6 0,-1 0 2 16,2 0-4-16,0 0 2 0,0 0-6 0,0 0 3 15,-2 0-3-15,2 0 4 0,0 0-3 0,-2 0 2 16,2 0-1-16,0 0 6 0,-2 0 2 0,0 0-2 16,0 2 4-16,1-1 6 0,-1 3-14 0,-4 11 8 0,-3 7-11 15,0 4 0-15,1 0 5 0,1 2-3 0,-1-2 6 16,1 4-10-16,-1-1 5 0,1 3-3 0,0 0 5 15,1-6 4-15,0-6 2 0,1-1 4 0,1-8-3 16,0 5 4-16,3-8 13 0,-1-1-3 0,0 3 8 16,2-7 17-16,0 1 11 0,0-2-1 0,-2 2 1 0,0-3-17 15,0 1-18-15,0-2-1 0,1-2-6 0,-1-1-11 16,-2-10 2-16,2-15-3 0,2 0 3 0,0 4-9 16,2 0-2-16,2-4-1 0,-1 0 0 0,5 0 4 0,-1 0-7 15,3 2 7-15,-1 2-7 0,0-2 9 0,-1 4-5 16,-1 0-2-16,0 3-1 0,3-1-1 0,-3 3 0 15,1 0 4-15,-3 4-1 0,3 0 3 0,-1 0-3 16,-3 6-1-16,1-1-2 0,1 1 2 0,-4 0-4 16,7 1 3-16,2 0-2 0,0 3 7 0,2-7-13 15,0 3 3-15,0 1-6 0,2 3 10 0,-2 3-3 16,0 0 4-16,4 3-2 0,-4 3 11 0,2 1-6 16,1 5 6-16,-1-7-7 0,-2 17 0 0,-2 3 7 15,0-5-7-15,-5 2 8 0,3-1-8 0,1 1 3 0,-3-2-2 16,8 1 2-16,-8-1 0 0,1 1-3 0,-1-3 3 15,-3-1-4-15,5-2-7 0,4 0-3 0,4-1-12 16,5-1 2-16,-3 8-66 0</inkml:trace>
  <inkml:trace contextRef="#ctx0" brushRef="#br0" timeOffset="13409.58">31494 6474 205 0,'0'0'12'0,"0"0"0"0,0-2-4 0,0 0 2 15,0 0-6-15,0 0 0 0,2 0-3 0,0 1 1 16,0-1-1-16,-1 0-1 0,1 0-11 0,0 0 10 0,0 2-5 15,-2 0 31-15,0 0-2 0,0 2 3 0,0 0-3 16,0 0 2-16,0 1-11 0,-2 9-3 0,-2 6-2 16,1-1 6-16,-1 1-8 0,0 1 10 0,-1 0-10 15,1-1 5-15,0-3-6 0,1 0 5 0,1 0-3 16,0-6 4-16,0 2 6 0,0-3 0 0,2-5 5 0,-2 3 7 16,2-4 16-16,0 1-3 0,0-1 10 0,-2 2 7 15,1 0-12-15,-1-1-2 0,2-1-5 0,0 0-32 16,0 0 7-16,0-2-9 0,0 0 8 0,0 0-10 15,0-2-1-15,0 0 2 0,0-1-2 0,0-1-6 0,0-13 4 16,2 2-2-16,-1-1 4 0,1 1-3 0,2-2-5 16,0 0 0-16,-1 2-2 0,3-1 7 0,0 1 2 15,-1 0-3-15,3-2 1 0,1-1-1 0,-2 3-2 16,4-6 2-16,1 3-3 0,-1 1-5 0,4-5 1 16,-8 13 1-16,2-3 0 0,6-8 3 0,0 13 3 15,0-14-1-15,-2 6 1 0,4 13-3 0,-4-7 1 16,-2 2 2-16,0-1-1 0,-4 5-8 0,1 1 4 15,-1 2-3-15,1 0 6 0,1 0 2 0,-4 2 0 0,1 1-5 16,-4 3 4-16,0 12 1 0,0 7-5 0,12-5 5 16,-4-1-5-16,-3-1 10 0,-3-3-1 0,1 2-2 15,1 1-1-15,-2-3-1 0,-1 4 0 0,-1-6 0 16,2 3 0-16,0-3-8 0,-1 0 11 0,3 2-3 0,0-4 7 16,1 2-5-16,0-1 3 0,1-3-1 0,-6 0 1 15,16-3-4-15,-1-1 4 0,-2-1 5 0,2-2-2 16,1 0 3-16,8 14-4 0,-2-4-3 0,2-5 2 15,0-3 3-15,-4-2-14 0,1-2 8 0,-3 0-9 16,1-2 8-16,-1-2-27 0,2 0-10 0,-5 1-23 0,-4-1-193 16</inkml:trace>
  <inkml:trace contextRef="#ctx0" brushRef="#br0" timeOffset="14870.4">23115 6026 58 0,'0'0'9'0,"0"0"0"0,0 0 5 16,0-2 0-16,0 1 0 0,0-1 8 0,0 0-3 15,0 0 2-15,1-2-4 0,1 1-2 0,-2-1 15 0,4-7 1 16,0-2 6-16,-1 0 0 0,3-4-8 0,-2 0 0 15,1-1-1-15,-1 1-5 0,0-2-1 0,-2-1-9 16,-1 1 7-16,1 1-4 0,-2-3-1 0,0 3 7 0,0 1-5 16,-2 0 9-16,-1-1 1 0,-3-1-7 0,1 1 5 15,-3-3-1-15,3 5-12 0,-5-7 10 0,-1 1-10 16,0 2 9-16,-4-10-1 0,0 2-8 0,2-2 4 16,-3-5-4-16,1 4-4 0,4 6 3 0,-4-1-4 15,0-1 2-15,4 2-7 0,-6-8 11 0,6 5-11 16,0 4 5-16,0 0 1 0,3 5-5 0,-3-1 5 0,6 5-4 15,-3-2-3-15,3 2 1 0,-1 1 0 0,2-1-1 16,1 0 0-16,1 2 3 0,0 2-2 0,0 1 8 0,2 3-7 16,-2 0-3-16,0 1-1 0,0 0-5 0,2 3 9 15,0-1-6-15,0 2 7 0,0 0-8 0,0 0 4 16,-1-1 2-16,-1-1-1 0,0 0-6 0,0 2 7 16,0 1-2-16,0-1 4 0,0 0-4 0,1 0 5 15,1 0-2-15,-2 0 5 0,0 0-4 0,0 1 9 16,0 1-2-16,0 0 4 0,0 0-3 0,1 0 1 15,-1 0 7-15,-2 0-4 0,-3 0 4 0,-8 0-8 16,-4 0 0-16,-3 0-2 0,7 0 5 0,-5 0-7 16,1 1-5-16,6-1 1 0,-9 2-8 0,1 0 7 0,-1 0 1 15,0 0 2-15,3 0-2 0,2 0-8 0,3-2 4 16,-1 0-5-16,2 0 15 0,2 0-8 0,1 0-4 16,-1 1 0-16,2 1-5 0,0 0 2 0,-3 0 4 15,1 2-2-15,2-1 3 0,-2 1-13 0,0 2-3 0,2-3-4 16,-1 3-13-16,3 0-100 0,-1-1-57 0</inkml:trace>
  <inkml:trace contextRef="#ctx0" brushRef="#br0" timeOffset="15510.79">21858 4881 430 0,'0'0'24'16,"-2"-2"-4"-16,0 0 31 0,-2 0 0 0,-3-2 0 15,-10-3-16-15,-1-1-20 0,-7 3 3 0,1 3-8 16,-2 2-7-16,0 2 5 0,-2 3-4 0,2 3 5 0,0 1-7 15,4 0 0-15,4-1 2 0,-3 1-2 0,3-1-6 16,-1 1 6-16,-3 0-1 0,5-1 4 0,6-3-5 0,5-1 0 16,1 0-4-16,-1 3 4 0,-5 10-4 0,4-2 2 15,-1 3 2-15,4-1 0 0,4 1 7 0,2 3-2 16,4-1-2-16,3 1 0 0,4 1-8 0,2 2 5 16,-9 0 0-16,14 4 3 0,2 2 2 0,4-2-2 15,-3 1-2-15,-1-1 1 0,-4 0-2 0,-1 4-1 16,-2-10 3-16,-4 0-2 0,0 6 4 0,-1-8 0 15,-5 1-3-15,-3-1 3 0,9-3-1 0,-2 0-2 0,-1 3 1 16,-4-3 0-16,-4-4 3 0,0 0 6 0,-2 0-4 16,-2-2 5-16,-2 0 0 0,3-3 3 0,-3-1 2 15,-5-3 1-15,-8 1 2 0,-1-1 11 0,0 11 3 16,-1-4 1-16,1-4-1 0,-1-3 3 0,3-2-12 16,-1-2 10-16,1-2-14 0,3 0-10 0,-2-1 5 0,0-3-9 15,4 0-7-15,6 3-1 0,1 1-8 0,1 0 4 16,1 0-19-16,0 0-31 0,1 0 3 0,1 1-26 15,0-1-137-15</inkml:trace>
  <inkml:trace contextRef="#ctx0" brushRef="#br0" timeOffset="16539.05">31524 5876 152 0,'0'0'34'0,"0"0"-4"15,0 0 21-15,0 0-3 0,0 0-5 0,0 0-13 16,0 0-1-16,0 0 1 0,0 0-1 0,0-2-2 15,-2 0-13-15,2 0 3 0,-2 0-7 0,0 1-3 0,0-1 13 16,0-2 1-16,2 2 6 0,-5-16 19 0,1-1-10 16,0 0 0-16,1-3-4 0,-1 0-4 0,2-2 0 15,-2-4 5-15,4 2-5 0,0-6-14 0,0-5 4 16,4-4-12-16,0-9 9 0,1 6-12 0,3-3 1 16,-1-5-1-16,1 8 0 0,1-8 2 0,2 3-4 15,-2 9 4-15,4 1-5 0,0 1-6 0,0 5 7 16,0 1-4-16,2 3 5 0,2 1 4 0,-2 4-8 15,-13 0 5-15,16 3-7 0,3 3 0 0,-3 1 7 0,5 2-2 16,-1 2 6-16,0-2-6 0,4 6 2 0,-2-6-3 16,4 6 2-16,0-4-5 0,7 2 0 0,4 3 0 15,4 1 1-15,1 1 6 0,1 1-3 0,-10 1 2 0,-5 0-3 16,3-1-8-16,-5-1 11 0,0 4-3 0,-2 0 8 16,-5-11-8-16,-1 4-3 0,-5 4 0 0,-4 1 1 15,0 2 9-15,-3 0-7 0,-3 2 4 0,-1 0-4 16,0 0-3-16,-3 0 1 0,1 0-1 0,0 0 0 15,2 0-9-15,0 0 3 0,-1 0 0 0,1 0 1 16,-2 0-5-16,0 0-57 0,0 0-16 0,-2 0-19 16,0 0-108-16</inkml:trace>
  <inkml:trace contextRef="#ctx0" brushRef="#br0" timeOffset="17194.84">32244 3865 175 0,'0'-2'24'0,"0"0"4"0,0-1 4 0,0-7-13 15,-2-3 2-15,0 2-14 0,2 9-8 0,0-1-3 0,0-1-2 16,0 0 1-16,0 2 1 0,0 0 3 0,0 1-1 16,0 1 7-16,0 1-7 0,0 1 4 0,0 2-4 15,0 5 14-15,0 4-13 0,0 2 2 0,2 2-5 16,0-4 8-16,0 2 1 0,0-6 1 0,0 4-1 16,0-2 0-16,-1-3-4 0,1 1 3 0,0-4-2 0,-2-1 13 15,0 2-14-15,0-4 8 0,2 1-9 0,0 1 13 16,0 0 22-16,-2-2-1 0,0-1 9 0,0 1 7 15,0 0-10-15,0-2-6 0,0 0-1 0,-2 0-15 0,0-2 0 16,0 0-3-16,0-1 0 0,-3-10-8 0,-5-13-1 16,1-4-1-16,2 4-1 0,-3-2-3 0,3-3 3 15,0-1 3-15,-1-3-2 0,1-1-5 0,1 1 8 16,2 4-10-16,1 3 7 0,1 2-12 0,2 5 5 16,0-1 2-16,0 4 0 0,0-3 0 0,2 3 4 15,0 3-4-15,3-2 4 0,1 4 1 0,-1 0-9 16,1 2 12-16,-1 2-12 0,-3 1 4 0,15 1 4 0,-2 1-5 15,-4 4 6-15,0-3-5 0,0-5-1 0,0 3-2 16,2 1 0-16,2 3 2 0,0 1 0 0,0 2-1 16,2 2 0-16,-2 1-4 0,-4 3 7 0,2 1-1 15,0-3 4-15,-2 17 5 0,0 1-11 0,0 2 10 16,-2 0-10-16,3 6 7 0,-3 0-7 0,0 3 0 0,2 6-2 16,0-2 8-16,-1 2-3 0,-3-2-1 0,1 2 0 15,-3-7 1-15,3-1 0 0,1-3 4 0,-4-6-3 16,1 1 1-16,-4-7 8 0,9-1-5 0,-4-4 7 15,-1 1-5-15,-4-5 17 0,-2-1 3 0,0 1 7 16,0 0 31-16,0 1-29 0,-2-1 1 0,-2-1-13 16,-11-1-19-16,-18 3 7 0,-4-1-8 0,-6 1 7 0,-3-3-9 15,-6 3 1-15,0-3 0 0,-8 3-3 0,-1 1-10 16,-8 0-146-16,-5 4-78 0</inkml:trace>
  <inkml:trace contextRef="#ctx0" brushRef="#br0" timeOffset="20085.99">27185 4088 9 0,'0'-2'0'0,"0"0"3"15,0 0 37-15,0-1 0 0,0 1 5 0,0-11-13 16,0 2-6-16,0-2 5 0,0 3-13 0,0 1 11 16,0 2-19-16,0 3 1 0,0 0 8 0,0 0-6 15,0 1 1-15,0-1-2 0,0 2-1 0,-2 0 0 16,0 0-4-16,0 1 1 0,0-1-2 0,0 2 2 15,0 0-4-15,1 2-4 0,-1-1 0 0,0 1-2 0,0 2 2 16,0 0 0-16,-5 11 2 0,1 1-1 0,1 3-1 16,1 1 1-16,0 3-1 0,0 1 2 0,3 2-8 0,-1 2 5 15,0 1-4-15,2 6 6 0,0-1 1 0,0 7 3 16,0 1-1-16,0 3 0 0,2 5-9 0,0-3 4 16,-1-5-4-16,3 5 5 0,-2-6 5 0,0-6-2 15,0-2 2-15,-2-12-5 0,0 5-5 0,0-8 8 16,0 3-5-16,0-5 6 0,-2-3-7 0,0-3 8 15,0-1-1-15,2-2 3 0,0-1-8 0,0-2 7 16,0-1-1-16,0 1 4 0,0-2-7 0,-2 2-3 16,2-3-1-16,0 1 1 0,-3 2 1 0,1-4-1 15,-8 6-30-15,1-1 11 0,-2-1-79 0,2-2 38 0,-4 0 2 16,2-2 10-16,1 0 4 0,1 0 19 0,0-2 6 16,-2-2 4-16,-1-2 17 0,3 3-2 0,-2-3 2 15,2 1-1-15,-1-3 7 0,1 6 1 0,0-11 5 0,3 8 0 16,-1-8 21-16,-1-2 1 0,-1 2-1 0,-2 0 1 15,4 0-5-15,1 4-9 0,2-1-2 0,-1 1-1 16,1 2 5-16,2 5-6 0,-1-4 3 0,1 3-4 16,-4-5 3-16,-1-3-3 0,5 7-1 0,2 2 0 15,-2-1 2-15,0-1-5 0,0 0 1 0,2 2-4 16,0 1-7-16,0-1-1 0,0 0 1 0,2 0-1 16,0 0-2-16,0 2-1 0,0 0 0 0,1 0 0 0,1 0 4 15,9 6 6-15,2 3-8 0,0 2 6 0,0-5-11 16,-1 9 2-16,5-2 1 0,0 3 0 0,1 3 5 15,-1-4-2-15,3 1 1 0,2-3-2 0,-2-2-3 0,1 1 3 16,-1-3 4-16,4-5-1 0,2 1 10 0,3-3-3 16,1 0-4-16,-6 15 2 0,-4-6 8 0,0-4-11 15,1-3 6-15,-5-2-7 0,-3-2 15 0,-2 0-13 16,-5 0 5-16,1-2-9 0,0-2-6 0,-7 4 5 16,7-5-6-16,-7 3 5 0,9-13-13 0,-1 0 5 15,-3-4-63-15,0-3 18 0,-3 0-231 0</inkml:trace>
  <inkml:trace contextRef="#ctx0" brushRef="#br0" timeOffset="20618.25">27755 3301 175 0,'0'-2'24'0,"0"0"28"0,0 0-18 0,0-2 6 15,0 1-11-15,0 1 7 0,0-2-30 0,0 2 1 16,0 0-3-16,1-1 1 0,1-1-5 0,0 0-5 15,0 0 4-15,0 3-4 0,0-1 6 0,0 0 0 16,-1 0 0-16,1 2 0 0,0 0 7 0,0 0-2 16,0 2 3-16,0 0-2 0,0 0 1 0,-1 1-8 0,7 20 2 15,-1 1-2-15,1 2 7 0,-3 3-8 0,1 5-2 16,-2-4-2-16,-1 1 4 0,3 6 5 0,-2 0 2 16,1 2 1-16,1-2-1 0,-3-7-5 0,3 2-1 15,-2-12 0-15,-1-5 5 0,3 2-3 0,-4-12 7 16,2 5-4-16,-3-5 22 0,1-1 23 0,0 0-4 0,0-3 8 15,2 1-9-15,-1-2-18 0,10-2 4 0,0-1-9 16,-1 1-4-16,1-30-6 0,3-3-5 0,5-4 2 16,-6 2-3-16,-1-2 5 0,-4-2-1 0,1 0 1 15,4 4 2-15,0 2 2 0,-1 3 4 0,-8 3-2 16,0 4 3-16,-5 3-20 0,14 0 10 0,-5 5-13 0,-3 0 4 16,-1 3 2-16,-3 1-8 0,-1 1 5 0,-2 3-3 15,0 7-18-15,0-1-1 0,0-1-11 0,0 0-45 16,0 2-164-16</inkml:trace>
  <inkml:trace contextRef="#ctx0" brushRef="#br0" timeOffset="20899.8">28482 3297 314 0,'0'0'53'0,"0"0"-5"0,-1-2 11 16,-1 0-1-16,0 0-17 0,0 0-20 0,0 1-21 0,0-1 7 15,2 2-11-15,-2 0 1 0,1 0 4 0,-1 0 0 16,0 2 4-16,0-1-5 0,0 3 5 0,0 4-6 16,-1 12 7-16,-3 2-3 0,0 2-4 0,3 1 0 15,-1 4-3-15,0 3-3 0,2 3 12 0,1 2-8 0,-3-5 8 16,2 7-6-16,0-8 7 0,0 1 0 0,0-2 1 16,1-10-2-16,1 4-1 0,0-7 0 0,0 3-2 15,0-9-7-15,0-7 5 0,1 4-5 0,1-5 5 16,0 1-4-16,0 0-10 0,0-1 8 0,2-1-10 15,-3-2-2-15,9 2-27 0,-3-2-29 0,-1 0-4 16,-4 0-149-16</inkml:trace>
  <inkml:trace contextRef="#ctx0" brushRef="#br0" timeOffset="21071.62">28349 3347 613 0,'0'-2'13'0,"0"0"-1"0,0 0 14 16,2-1 0-16,-1-3 0 0,3-3-6 0,0 3-10 16,11 1-5-16,11-3 0 0,7 5-10 0,1-5 2 0,1 3 1 15,2 1-1-15,0-2-3 0,2-16-10 0,4 9-5 16,0 4 0-16,-4 5-6 0,-2 0-17 0,-4 2 5 16,-9 2-31-16,-3 0-208 0</inkml:trace>
  <inkml:trace contextRef="#ctx0" brushRef="#br0" timeOffset="22816.87">25478 6477 2 0,'0'0'0'16,"0"0"13"-16,0 0-5 0,0 0 7 0,0 0-17 0,0 0 4 15,0 0-1-15,-2 0 4 0,1 0 0 0,-1 0-5 16,0-1 3-16,0 1-4 0,2 0-5 0,0 0 9 16,-2 0-3-16,0 0 8 0,0 0 9 0,1-2-10 15,-1 2 6-15,0 0-6 0,0-2 5 0,0 2-1 16,0 0-1-16,0 0 1 0,1 0 6 0,-1-2 0 16,0 2-1-16,0-2 0 0,0 2-8 0,0 0-5 15,0 0 4-15,1 0-4 0,-1 0 6 0,0 0-5 0,2 0-7 16,0 0 3-16,0 0-4 0,0 0 11 0,0 0 3 15,0 0 2-15,0 0-7 0,0 0-4 0,2 0 2 16,0 0-1-16,-1 0 4 0,1 0-6 0,2 0 0 16,-2 0 0-16,9-2 7 0,0 0-3 0,2 1 2 0,2-1-5 15,2 2-2-15,-1 0 1 0,3-2 0 0,-2 2 1 16,3 0-1-16,-3 0-6 0,1 0 3 0,1 0-5 16,-1 0 13-16,5 0-7 0,-1 0-2 0,-2 0-3 15,5 0-1-15,-5 0 9 0,12 0 1 0,-1 0 1 16,-1 0-11-16,3 0 7 0,-7 0-3 0,2 0 4 15,2-2-1-15,-8-2 6 0,8 1-7 0,-10-1 6 0,3 0-9 16,1 0 4-16,-8 3 0 0,3-1 0 0,-2 2 5 16,-4 0-8-16,0-2 4 0,0 0-7 0,0 0 4 0,-2 0 3 15,2 2-1-15,0 0 1 0,0 0-3 0,-2 0 0 16,0 0 3-16,0 0-1 0,-2 0 5 0,1 0-6 16,1 0 2-16,2 0-3 0,2 0 8 0,-2 0-7 15,3 0 1-15,3 0-3 0,1 0 4 0,1 0-2 16,3 2 2-16,-5 0-2 0,5 0 2 0,0-2 0 15,4 2-4-15,1-2 4 0,-1 0 4 0,8 0-5 16,-7 0 2-16,1 0-3 0,-4 0-4 0,-2 0 4 16,0 0 2-16,0-2 2 0,1 0-2 0,-5 2 4 0,0-2-7 15,-1 2 5-15,-1 0-5 0,-1-2-1 0,0 0-3 16,0 1 4-16,1-1 8 0,1 0-5 0,-1 0 0 16,1 0-4-16,-1 0 3 0,3-1 5 0,-3 1-2 0,-1-2 2 15,4 0-12-15,-5 2 15 0,7-1-7 0,3 1 9 16,-4 0-15-16,6 0 4 0,-2 0 2 0,-8 0 1 15,6-1 8-15,1 1-6 0,-1 0-3 0,4 0-1 16,-1 0-1-16,5 0 2 0,-4 2 2 0,-4 0-2 16,2 0 0-16,-6 0-1 0,4 0-1 0,2-1 1 15,-3-3 1-15,-3 2 3 0,2 0 0 0,-3 0-1 0,0 0-13 16,-1 1 8-16,-3-1-2 0,2 2 5 16,-1 0 10-16,1 0-13 0,0 0 8 0,0 0-9 0,-1 0 12 15,1 0-8-15,0 0 0 0,-2-2-2 0,-1 0-1 16,1 0 6-16,0 2-4 0,2-2 4 0,1 0 0 0,-3 2-3 15,6 0-1-15,-6 0-2 0,3 0 1 0,4 0-1 16,-3-1 7-16,3 1-5 0,-1 0 6 0,-3 0-9 16,1 0 2-16,7 0-3 0,-4 0 10 0,6 1-7 15,0 1 0-15,-10-2-4 0,5 0 0 0,-3 0 2 16,2 0 5-16,1 0-1 0,-1 0 0 0,0 0 8 16,-1 0-14-16,3 0 13 0,-2 0-9 0,-2 0-1 15,3-2 5-15,-1 1-4 0,0 1-3 0,2 0 10 16,-1 0-7-16,1 0 6 0,2 0-6 0,2-2 1 0,-4 2 1 15,2 0-1-15,-2 0-6 0,-2 0 8 0,4 0-2 16,4 0 4-16,-8-2-6 0,10 0 10 0,-3 2-4 16,5 0 6-16,1 0-12 0,-1 0 0 0,-5 0-2 0,-5-2 1 15,8 0-1-15,-6 0 9 0,0 2 1 0,-2 0 1 16,-5 0-11-16,-1 0 6 0,1-1-2 0,-4-1 4 16,1 0-7-16,-3 2 6 0,2 0-2 0,0 0 6 15,-4 0-6-15,0-2 1 0,-1 0 0 0,-3 2 1 16,2 0 7-16,-1 0-3 0,-3 0 2 0,-1 0-3 15,2 0-5-15,-1 0 10 0,-1 0 2 0,2 0 2 0,-3 0 0 16,-1 0-9-16,4 0-1 0,-3 0-1 0,1 0 1 16,0 0-1-16,0 0-3 0,-1 0 1 0,1 0-5 0,0 0-5 15,-1 0 6-15,-1 0-5 0,0 0 9 0</inkml:trace>
  <inkml:trace contextRef="#ctx0" brushRef="#br0" timeOffset="23447.59">26132 6115 15 0,'0'-2'7'0,"0"1"4"15,0-1-5-15,0 2 1 0,0 0-5 0,0 0 5 16,-2 0 4-16,0 0-3 0,0 0 2 0,0 0-3 16,1 0 14-16,-1 0 14 0,0 0-4 0,-2 0 5 15,0 0-17-15,-3 0 0 0,-8 2 6 0,-11-1-5 16,11 1 3-16,-3 4-9 0,-6 1-3 0,7 3 0 0,-15 6-11 15,1 1 0-15,5-11 0 0,0 18 1 0,-8 0 6 16,6 2-9-16,-3-8 7 0,-3-1-6 0,12 0 5 0,-2-2-4 16,4 1 0-16,5-12 0 0,0 5 2 0,0-1 6 15,4-6-10-15,7 3 6 0,1-1-8 0,3-2-11 16,-4 3 12-16,0 1-12 0,2-2-3 0,2-2-3 16,0-1-8-16,0 3 2 0,0 0-28 0</inkml:trace>
  <inkml:trace contextRef="#ctx0" brushRef="#br0" timeOffset="23724.19">26767 5985 42 0,'-2'0'21'0,"0"0"-15"0,0 0 21 0,-26 4-6 16,4 2 4-16,-2 1-13 0,2 4 2 0,7 0-8 15,-3-1 1-15,-4 14-2 0,-4 0 1 0,-2-7-4 16,-1 5-5-16,1-5 8 0,6-1-1 0,-2 7 4 16,4-3-8-16,-1 2-1 0,-1 1 7 0,0 3-3 0,4-4 11 15,-1-5-9-15,4-1-7 0,1-1 2 0,-1-2-5 16,6-2 2-16,0-1 2 0,5-3-2 0,4 2-7 16,-3-1 0-16,1-3-7 0,4-3 5 0,0 0-8 0,-2 2-8 15,2-1 0-15</inkml:trace>
  <inkml:trace contextRef="#ctx0" brushRef="#br0" timeOffset="23960.41">27289 6034 115 0,'-4'2'21'16,"-13"3"21"-16,-3 6-30 0,-1-9-1 0,1 19-3 15,-2 1 3-15,-1-4-8 0,-3 8 0 0,0-2-1 16,2-3 3-16,2 5 3 0,0-9-11 0,1 3 5 0,1-7-5 16,1 0 12-16,2 2-7 0,3-4-4 0,1 2-1 15,-4-7-9-15,2-3 5 0,0 3 0 0,8-2 1 16,1 1 6-16,4-1-54 0,-1 1 16 0,3-3-27 16,0 0 38-16</inkml:trace>
  <inkml:trace contextRef="#ctx0" brushRef="#br0" timeOffset="24164.1">27918 6010 211 0,'0'0'12'0,"2"0"21"0,0 0-8 0,-2 0-10 16,0 0 0-16,0 1-5 0,0 3-14 0,-8 15 5 15,-5 9 5-15,-3-3 0 0,8 3 1 0,-16-4 1 16,-2-3-6-16,-2-3 5 0,4 12-10 0,0-13 7 15,2 3-4-15,3-5 4 0,-1-9-7 0,1 7 4 0,0-2 1 16,5 6 1-16,-3-6-5 0,8-2-4 0,3-7-2 16,6 0 0-16,0 0-9 0,-4 1-10 0,2 1 0 15,1-2-9-15,1 0-48 0</inkml:trace>
  <inkml:trace contextRef="#ctx0" brushRef="#br0" timeOffset="24373.23">28772 5932 412 0,'0'0'7'0,"0"0"1"15,-2 0 11-15,0 1-5 0,2 1 4 0,-27 32-18 16,-3 12 12-16,-4-1-12 0,-3 1 11 0,-5 0-8 16,1-10-7-16,-2 3 9 0,6-13-9 0,2-2 9 0,3-4 2 15,6-12-4-15,6-1 4 0,1-5-3 0,8 5-5 16,7-5 1-16,0 2-3 0,1 0-10 0,1-1-15 15,0-1-11-15,2 0-5 0,0 0-71 0</inkml:trace>
  <inkml:trace contextRef="#ctx0" brushRef="#br0" timeOffset="25000.01">29385 6806 58 0,'0'0'19'16,"0"0"-3"-16,0 0 13 0,0 2 3 0,0 0-6 15,0 1-13-15,0 10-6 0,0 17 2 0,0 11-2 16,0-6 6-16,0 6-12 0,-2 4 3 0,2-6-5 0,0 5 0 16,0 1 6-16,0-8-5 0,0-2 6 0,0-1-14 15,4 1 6-15,1 0 2 0,3 2 1 0,1 0 7 16,0 4-8-16,2 0 0 0,0 2-2 0,1 1 3 0,-1 1-3 16,0 3 2-16,0 1-3 0,-2-1 2 0,-1-2 6 15,-3-7-1-15,3-2 3 0,-1-3-3 0,1-3-2 16,-3-6-3-16,1-1 1 0,-3-6 3 0,1 1-7 15,-2-3 4-15</inkml:trace>
  <inkml:trace contextRef="#ctx0" brushRef="#br0" timeOffset="25605.98">25666 7406 77 0,'0'-2'21'16,"-2"0"8"-16,0 0 9 0,0-2-24 0,0 1 1 16,0-5-8-16,1 3-4 0,-1-1 2 0,2 2-5 0,0 1 4 15,0 1-2-15,0-2-5 0,-2 0 5 0,0 1-2 16,0-1 19-16,0 0-8 0,0 3 7 0,1-1-8 16,-1 0 2-16,2 0-2 0,0 0-5 0,0 0 3 15,0 2-7-15,0 0 4 0,0 0-4 0,0 2 4 16,0 0 1-16,0 2-1 0,-2 20 1 0,2 2-3 15,0 3 1-15,2 5-4 0,0-1 2 0,1 6-2 16,1 6 1-16,0-2 4 0,1 9-5 0,5 1 3 0,-3-1-6 16,4 6 1-16,-3-8 3 0,-1-2-1 0,-1-5 1 15,-3-11-1-15,1-1 2 0,0-5 0 0,-2-2 8 16,3 0-10-16,1-1 0 0,-1-3-3 0,1 1 4 0,-1-1 6 16,1-3-5-16,0-1 1 0,-1-1-14 0,3 0 1 15,-3-2-3-15</inkml:trace>
  <inkml:trace contextRef="#ctx0" brushRef="#br0" timeOffset="26135.57">26089 8050 290 0,'-2'-2'25'0,"0"0"-7"0,1 0 14 16,-3-1 4-16,-4 1-10 0,-6-13-22 0,4 8 3 16,-1 1 1-16,7-3-1 0,1 5-14 0,-1 0-5 15,0 1 0-15,2 1 1 0,1 0 12 0,1 0-10 16,0 0 9-16,1 0-9 0,1 1 8 0,2-1 9 16,11-4-12-16,7 1 11 0,2-1-16 0,0 2 8 15,2 2 5-15,4 1 0 0,4 1 1 0,3 0 14 0,5 1-9 16,7 3 13-16,6 0 4 0,10 0 5 0,13-3 9 15,15-1-5-15,-2-1 11 0,4-5-16 0,-1 4-5 16,1 0-3-16,7-3-8 0,13 1-4 0,4-2 6 16,4-1-5-16,-3 0 6 0,-4-5-4 0,-9 1-2 0,1 6 1 15,2-1 14-15,5 2-2 0,-10 6 7 0,-8 2-9 16,-10 2-10-16,-11-5-4 0,-3 3-5 0,-6-2 2 16,0-2-9-16,1 2 3 0,-7-2-7 0,4 2 5 15,-14 0-7-15,-7-2-1 0,-1 0 7 0,-15-2-6 16,-6 0 5-16,-5 0-3 0,-6 0-1 0,-4 2 0 15,1-2 1-15,-5 2-66 0,1-2-32 0,0 1-26 0,0-1-226 16</inkml:trace>
  <inkml:trace contextRef="#ctx0" brushRef="#br0" timeOffset="26478.1">28780 7649 461 0,'0'0'25'0,"-2"-2"-4"0,0 0 8 0,0 0 1 16,0 1-8-16,0-1-17 0,0 0-5 0,1 0 0 16,-1 0 0-16,0 0 0 0,0 0 2 0,2 1-2 0,0 1 2 15,2 0 0-15,2 0 7 0,12 0 0 0,18 3 4 16,-1 1 1-16,8 3-9 0,-2 1 5 0,5 5-6 15,-3-2 9-15,0 2 0 0,0-2-1 0,-13-2-2 16,5 6-13-16,-7-2 4 0,-3 2-3 0,-7-9 4 16,-3 10-3-16,-5 10 7 0,-3-5-6 0,-3-1 7 15,7-9-11-15,-1 4 7 0,-4 2 2 0,-4 2 1 16,-8 7-5-16,-7-4 3 0,-11-4-6 0,-24-3 2 0,-6 2-32 16,-12-6-31-16,-3 2-7 0,-1 0-10 0,1 0-56 15</inkml:trace>
  <inkml:trace contextRef="#ctx0" brushRef="#br0" timeOffset="26883.22">26232 7759 191 0,'-2'-2'38'0,"0"0"41"15,1-2-5-15,1 2-25 0,-8-7-4 0,-1 2-8 16,-2-1-21-16,3 3-6 0,-5-1-1 0,0 4-3 15,-2 2 0-15,-7 4-3 0,-4 7 2 0,-4 6-2 0,1-10-1 16,-1 30 0-16,-3-7 2 0,-3 3 0 0,1-1 11 16,-6-12 5-16,4 5 0 0,5-3 1 0,-5-4 2 15,11-1 5-15,2 0-3 0,6-8 2 0,5 2-4 0,5 0-12 16,3 0 1-16,1 1-5 0,2-1-2 0,-7 0 0 16,3-2 2-16,2 2-1 0,3-3 1 0,1 1-7 15,1 0 0-15,5 1-2 0,-2-3 2 0,31 0-6 16,4-1-1-16,13-2-3 0,-4-1 1 0,2-1-8 15,1 0-5-15,-5 2-1 0,2 3-15 0,-9 1-6 16,-2-1 1-16,-5 2-8 0,-2 1-50 0</inkml:trace>
  <inkml:trace contextRef="#ctx0" brushRef="#br0" timeOffset="27383.24">26700 8622 30 0,'2'0'25'0,"0"-2"-2"15,0 0 52-15,-1 0-14 0,1-1 16 0,8-10-27 16,-7 5 26-16,1 1-14 0,-4 5 15 0,0 0-31 0,2-2-27 15,-2 3 1-15,4-3-11 0,-3 0-9 0,1 2 7 16,0 0-7-16,0 1 5 0,0 1 0 0,0 0 3 16,0 1 3-16,-1 7-4 0,3 20 2 0,-4 7 7 15,-4-5 1-15,-5 5 2 0,-4 0 2 0,0-1-10 16,-2 1 2-16,6-7-6 0,-2 1-7 0,0-3 3 16,1-1 0-16,1 1 2 0,4-2 10 0,1-2-16 15,2 0 5-15,0 1-6 0,2-3 15 0,0-3-5 0,2-1 3 16,2-1-5-16,1 0-6 0,3-2 11 0,-3-4-5 15,19 1 9-15,6-5-7 0,4-3 5 0,-3 17 3 16,6-8 2-16,4-7 18 0,0-4-3 0,7-4 2 16,4-4-3-16,-2-1-1 0,0-2-17 0,2 2 0 0,4 1-5 15,2 1-1-15,-4 3 0 0,-1-1 2 0,-8 1-4 16,-2 0-11-16,-4 0 8 0,-10 3 3 0,-5 1 4 16,-7-2 4-16,-2 0-6 0,-4 2-5 0,-2-2 3 15,3 0 3-15,-9 2-3 0,3 0-2 0,-4 0 0 16,0 0-4-16,1-2-10 0,1 0 3 0,0 1-13 15,-2-1-49-15,-1 0-340 0</inkml:trace>
  <inkml:trace contextRef="#ctx0" brushRef="#br0" timeOffset="32480.23">25259 6715 32 0,'0'0'0'16,"0"0"-3"-16,0 0 1 0,0 0-2 0,0 0-4 15,0 0 3-15</inkml:trace>
  <inkml:trace contextRef="#ctx0" brushRef="#br0" timeOffset="33601.8">25330 6704 48 0,'0'0'12'0,"0"0"-2"16,0 0 18-16,0 0-6 0,0 0 4 15,0 0-14-15,-2 0-8 0,0 0 7 0,0 0-7 0,2 0 7 16,-2-2-3-16,0 0 0 0,2 0 0 0,0 1 6 16,0-1-5-16,0 0 3 0,0 0-3 0,0 0-8 0,0 0 7 15,0 0-5-15,0 1 7 0,0-1-4 0,0 0 12 16,0 0-7-16,0 0 8 0,0 0-12 0,0 0 5 16,0 1-5-16,0-1 4 0,0 0-6 0,0 0 3 15,0 0-1-15,0 0-1 0,0 0-15 0,0 1 7 16,0-1-2-16,0 0 4 0,0 0 2 0,0 2 2 15,0 0-1-15,0 0 1 0,0 0-9 0,0 0 4 16,0 0 1-16,0 0 1 0,0 0 3 0,0-2 0 0,0 2-4 16,0 0 3-16,0 0 5 0,0 0-6 0,0 0 3 15,0 0-5-15,0 0 4 0,0 0-1 0,0 0-2 16,0 0 0-16,0 0 7 0,0 0-8 0,0 0 5 16,0 0-6-16,0 0 1 0,0 0 2 0,0 0-1 0,0 0 2 15,0 0 4-15,2 0-10 0,0 0 9 0,0 0-10 16,0 0 6-16,0 0-1 0,0 0-5 0,-1 0 3 15,1 0 1-15,0 0-4 0,0 0-1 0,0 0-2 16,0 0 1-16,0 0 6 0,-1 0 1 0,1 0 1 16,0 2-5-16,0-2 2 0,0 2-5 0,0 0 5 15,1-2-5-15,1 0 9 0,0 0-3 0,0 0 5 0,-3 2-4 16,1-1-1-16,0 1 0 0,0-2 0 0,0 2 0 16,0 0-2-16,0 0 9 0,-1 0-7 0,1-2 6 15,0 2-6-15,-2-2 3 0,0 1-2 0,0-1 4 0,0 0-7 16,0 2 0-16,0-2-3 0,0 0 5 0,0 0 6 15,-2 0-4-15,0 0 3 0,1 0-9 0,-1 0 0 16,0 0 2-16,0 0 0 0,0 2 5 0,0-2-7 16,0 0 4-16,1 0-5 0,-1 2 5 0,0 0-4 15,0 0-5-15,2 0 0 0,0-1-3 0,0 1-5 16,0 0-2-16,0 0 0 0,0 0 4 0,0 0 5 16,0 0 7-16,0-1-4 0,0-1 4 0,0 0 3 0,0 0-1 15,0 0 1-15,0 0-1 0,0 0-1 0,0 0-7 16,0 0 1-16,0 0-38 0</inkml:trace>
  <inkml:trace contextRef="#ctx0" brushRef="#br0" timeOffset="35586.99">25332 6904 12 0,'0'0'0'0,"0"0"-4"0,0 0 0 0,-2 0 7 0,0 0 0 16,0 0 2-16,0 0-1 0,0 0 17 0,0 0-9 16,1-1 10-16,-1-1-18 0,0 0 8 0,0 2 0 0,0 0 3 15,0-2-2-15,0 2 0 0,1-2-1 0,-1 2 0 16,0 0-3-16,0-2-3 0,0 2-2 0,0 0 2 15,0 0 2-15,-1 0 0 0,-1 0-1 0,0 0-1 16,1 0 1-16,-1 0-4 0,0 0 4 0,-3 0-6 16,-1 2-6-16,-3 0 5 0,2-2-5 0,5 0 6 15,0 0-4-15,1 0 2 0,1 0-4 0,-2 2 3 0,0 0-8 16,3 0 10-16,-1-1-1 0,0 1 2 0,0 0-2 16,0 0-6-16,0 0 1 0,0 0-1 0,1 0 7 15,-1-1 0-15,0-1 2 0,0 2-2 0,0 0 1 0,0 0 9 16,0 0-2-16,1 0 3 0,-1 0-9 0,0-1 7 15,0 1-4-15,-2-2 7 0,1 0 8 0,-5 0 1 16,4 0 1-16,-3 0-1 0,-4 2-3 0,0-2 5 16,-2 2-2-16,2-2 1 0,3 0-13 0,3 0 1 15,-1 0 2-15,-5 2-2 0,7-2-4 0,-3 0 5 16,1 0-5-16,4 0 6 0,-11 0-2 0,10 0-8 16,-3 0 0-16,2 2-1 0,1 0 5 0,-1-1 6 0,2 1 0 15,0 0 0-15,-2 0-3 0,3 0-9 0,-1 0 6 16,0 0-6-16,0-1 13 0,0 1-9 0,0 0 4 15,0 0-6-15,1 0 0 0,-1 0 9 0,0 0-11 16,2-1 10-16,0 1-1 0,0 0 1 0,2 0 7 0,0 0-7 16,1 0 2-16,8 0-6 0,12 1 4 0,-3-1-5 15,-1-2 8-15,1 0-12 0,-1 0 4 0,-1-2-5 16,6-1 8-16,-1-3-9 0,3 0 1 0,-6 3-3 16,-1-1 7-16,1 0 6 0,1 1-2 0,1-5 2 15,0 1-15-15,0-1 5 0,4-1-2 0,-1 3 4 16,1-1 6-16,-2 1-1 0,2 1-6 0,2-3 4 15,-2 1-4-15,5-2 0 0,1 1 5 0,-5 1-4 0,11-1 9 16,-5 3-10-16,-3-1 8 0,1 3-9 0,-3-3 6 0,2 0-1 16,0 1-2-16,1-1 4 0,-3 3 6 0,-6-1-4 15,6-2 0-15,-4 3-2 0,-3-1-2 0,-1 0 0 16,-3 0-3-16,0 1 2 0,3-1 0 0,-1 0-5 16,-1 1 7-16,1-1-6 0,-3 0 10 0,-1 0-6 15,2-1 3-15,0-1-3 0,-1 1-2 0,1-1-2 16,0 1 0-16,0-1 0 0,-1 0 0 0,-1 3 6 15,2-1-4-15,-1 0 6 0,1 1-14 0,2-1 9 16,-3 0-5-16,1 1 7 0,0-1-10 0,-2 2 5 0,1 0 0 16,1 0 2-16,5-1-1 0,-5 1 1 0,2-2 0 15,-4 0 0-15,1 1 0 0,5-1-2 0,5-2 3 16,-2 1-2-16,-4 1 6 0,4-2-6 0,-5 3 4 16,7-3-4-16,-4 1-1 0,1-1 6 0,-1 0-8 0,-4 1 6 15,3-1-6-15,-1 3 2 0,-1-3 3 0,3 0 0 16,-3 1 4-16,-3 1-7 0,5-1 1 0,-3 1-3 15,1 0 5-15,1 0-2 0,-1 1 4 0,-1-3-4 16,1 2 3-16,1 1-3 0,-1-1-6 0,3 0 2 16,-3 1-2-16,3-3 5 0,0 0 8 0,4-1-4 15,2 0-4-15,2 1 1 0,0 0-2 0,-4 1 1 0,7-3 0 16,2-1 8-16,-1 2-8 0,5-1 8 0,-9 3-17 16,-1-1 7-16,-1-1-1 0,-2-1 3 0,0 1 5 15,-2-1-2-15,0 3 0 0,-3-3-1 0,1 1 2 0,-3 0-3 16,-1-1-1-16,1 1-1 0,-1-1 1 0,-1 1 4 15,3-2 1-15,1 1-1 0,-1 1 0 0,-3 3-8 16,3-2 4-16,-3 3-5 0,7-3 8 0,-1-1 3 16,4-1-2-16,1 1 2 0,-4-1-5 0,-1-1 4 15,1-2-1-15,-7 2 3 0,10-6 1 0,7 2-5 16,-6 2 1-16,5 3-4 0,-5 1-3 0,-8-1 5 16,3 1 0-16,-9 0 3 0,5-3-1 0,0 3-1 0,-5-1-3 15,3 1 1-15,-2 0 5 0,-2-1-6 0,-2 3 3 16,2-3-5-16,0 3-2 0,0-1 3 0,2-1 3 15,-4 3 0-15,2-2-1 0,2-1 4 0,-2 1-8 16,0 1 6-16,2-1-7 0,-2 1 2 0,2-3 5 0,1 1-1 16,-1-1 5-16,-2 1-5 0,0 0-3 0,2-1 0 15,-2 3 3-15,0-1-5 0,0 0 7 0,-5 5-5 16,3-3 7-16,2-2-8 0,-4 3 0 0,6-1-3 16,-4 2 7-16,-7 2-2 0,1 0-2 0,-1-2-1 15,0 0 8-15,-1 0-5 0,-1 2 4 0,4-1-4 16,-1-1 1-16,-1 0 5 0,2 0-6 0,-4 2 5 0,1-2-7 15,1 0 9-15,0 0-4 0,-1 1 6 0,1-1-6 16,0 0-2-16,0 2 4 0,-3-2-5 0,1 0 9 16,0 2-2-16,0-2 1 0,0 2-3 0,0 0-4 0,-1 0-1 15,1-2 6-15,0 1-4 0,0-1 5 0,0 0-7 16,-2 0 0-16,2 2-2 0,0 0 9 0,-1-2-3 16,1 0-3-16,0 0 0 0,0 1-4 0,0-1 3 15,0 0 2-15,1 0 0 0,1 0-8 0,0 0 5 16,0 0-1-16,1 1 2 0,-3 1 1 0,2-2-1 15,5-4-2-15,-5 4 2 0,1 0-2 0,-3 2 4 16,2-1 0-16,0-1 1 0,-1 0 1 0,1 0 11 0,-2 0-2 16,0 0 4-16,0 0-6 0,-1 1 6 0,1-1-5 15,0 0 5-15,0 2-15 0,0 0 7 0,0 0-6 16,0 0 6-16,-2 0-12 0,0 0 8 0,0 0-1 16,0 0 2-16,-2 0-12 0,0 0 7 0,0 0-3 15,0 0 5-15,0 0-1 0,-1 2 0 0,-5 0-3 0,-1-1 1 16,-2 1 0-16,1 0-3 0,5 0 6 0,-10 4-6 15,2-3 6-15,-2 3 4 0,0-1-7 0,-1 3 5 16,-1-3-11-16,-2 3 9 0,-5 1-2 0,0 2 5 16,-2 0-9-16,0 2 4 0,-2 2-1 0,0 0 2 15,-1-2-7-15,-1 2 3 0,0-2-1 0,2 0 3 0,-7 4 0 16,2-3 0-16,-1-1 7 0,-1 0-4 0,9 0 0 16,0 0-4-16,0 0-5 0,4-1 4 0,3-3 3 15,-3 2 3-15,5-2-1 0,2-1-1 0,-3 3-7 0,1-2 5 16,-7 0 1-16,5 1 3 0,3-3-4 0,-1 1-2 15,4-1-2-15,-6 0 2 0,3 1 2 0,3-1-1 16,-4 3-2-16,2-3 3 0,-3 2 4 0,-1 1-4 16,-1-1 1-16,-1 2-2 0,3-2 7 0,1-1-5 15,0-1 3-15,0-1-4 0,1-1-6 0,-1 1 4 16,-2 1-2-16,3-1 3 0,-1-1 1 0,-5 3 2 16,1-1 2-16,-7 1-2 0,1-3 2 0,-7 1-4 15,-1-1 1-15,3 1-1 0,-10 0 1 0,3-3-7 0,-6 3 3 16,-1-1-4-16,5-1 6 0,4 0 1 0,7 0 0 15,4-3 1-15,2 3-1 0,3-2 3 0,-1 2-4 16,2-2 3-16,-1-1-5 0,3 1 2 0,-1 0 4 16,4 0-2-16,0 0-1 0,1 0-2 0,1 0-1 0,0 1 1 15,0 1 1-15,0 0-4 0,0-1-2 0,3-1-2 16,-3 2-25-16,4 0-32 0,2-1-8 0,1-1-17 16,2 0-118-16</inkml:trace>
  <inkml:trace contextRef="#ctx0" brushRef="#br0" timeOffset="36100.75">25874 6362 86 0,'0'0'22'0,"0"0"-5"0,0 0 19 15,0 0-3-15,0-2-28 0,0 1-1 0,0-1-6 0,0 0 2 16,0 0-5-16,2 0 2 0,-1-2-1 0,3-14 1 15,15-1 5-15,-1-3-2 0,-1 5 4 0,11 2-4 16,-11-3-1-16,-1 7-1 0,-1-6 2 0,-9-2 0 16,5 5 9-16,-2 1 5 0,2 0 1 0,-1 3 2 15,-3 1 15-15,-3-2-3 0,-1 9-1 0,-1-4-2 16,2 1-14-16,0 1 9 0,-1 0 2 0,1 1 1 0,-2 1-4 16,0 0 1-16,0 0-2 0,-2 2 2 0,0 2-5 15,-2 0 6-15,0 11 3 0,-37 13 2 0,2 11-3 0,-4 6 0 16,-2-4-9-16,-1 5 6 0,-5-7-12 0,-1-3 3 15,0-1-6-15,6 1 4 0,-1-1-13 0,2 2 4 16,6-3 2-16,-2 0 1 0,4-1-1 0,2-5 5 16,-1 2 1-16,6-4 1 0,0 2-5 0,2-4-5 15,0 1-3-15,6-1 1 0,-4-4 0 0,5 3 2 16,4-3 1-16,-3-5 1 0,14 0-3 0,2-5-20 16,-7 5-4-16,2 0-3 0,3-4-12 0,2 0-20 15,2 1 4-15,0-5-8 0,2-1 13 0,0-4-4 0,26 7-2 16,5-7-7-16,0-11-51 0</inkml:trace>
  <inkml:trace contextRef="#ctx0" brushRef="#br0" timeOffset="36400.01">26425 6160 477 0,'0'0'2'0,"-2"0"34"0,0 0-11 0,1-2 17 0,-1 0-36 15,-2 2 3-15,2 0-2 0,-7 6 2 0,0-1-11 16,-3 3 2-16,-1 10 2 0,-3 3 2 0,-1 8 4 16,-2 3-11-16,1 0 5 0,-4-1-6 0,-1-1 4 0,-3-4 14 15,-1 0-12-15,-3 0 14 0,-4 2-10 0,-1 0 3 16,-2 1 1-16,-2 1-1 0,2 0-13 0,2-2 3 16,3-4 4-16,6-4 0 0,9-5 4 0,1-2-6 15,4-4-1-15,5-5 1 0,-10 0 8 0,12-1-15 16,3-3-4-16,-4 4-5 0,3 0-14 0,1-2-9 15,0-1 8-15,4-1-8 0,0-1 3 0,20-10 0 16,19 5-1-16,1-20 4 0,9 0 6 0,-3 2-11 16,-5-4 2-16,3 0-5 0,-3-5 1 0,5-3-17 0</inkml:trace>
  <inkml:trace contextRef="#ctx0" brushRef="#br0" timeOffset="36630.1">26934 5948 83 0,'2'0'17'15,"1"0"6"-15,1 0 7 0,-2 0 19 0,0 0-10 0,2 0 13 16,-1 2-9-16,-1 0-7 0,0 2 4 0,-2 14-5 15,-6 8-3-15,-7 11-2 0,-3 1-3 0,-5-1 2 16,19 3-12-16,-25-8 18 0,-7-2-11 0,-3 1 13 16,-2-7-15-16,-7 6 4 0,-1-4 1 0,3 2-2 15,-5-2-7-15,7-2-8 0,1 0 1 0,4-3-3 16,3-3-6-16,3 5-2 0,3-3 1 0,2 0-1 0,4 3-3 16,5-5-23-16,4 1 0 0,4-4-7 0,1-4-15 15,6-6-9-15,-1 1-11 0,1-2 6 0,2-2-7 16,-2 1 15-16,0 1-1 0,2-2-3 0,2 0-67 0</inkml:trace>
  <inkml:trace contextRef="#ctx0" brushRef="#br0" timeOffset="36880.36">27753 5859 224 0,'2'-2'34'0,"-1"2"46"0,22-15-38 0,-8 6-21 0,-4 4-2 16,-6 3-6-16,-3 2 2 0,2-2-4 0,0 2 13 15,-3 0-8-15,1 2 30 0,-2 0-14 0,0 1 0 16,-7 10-5-16,-1 11-5 0,-23 4 2 0,-8 8-2 16,0 3 1-16,-6 7-5 0,-9 2-8 0,-7 4 2 0,-11-2-3 15,3 0-3-15,6-7-1 0,7-8-2 0,12-1 1 16,-1-10 4-16,6 0-5 0,4 0 3 0,1-5-5 16,7-4-8-16,4 0 3 0,3-4-3 0,3-4 3 15,4 2-6-15,6-3-10 0,3 1-8 0,0-1-2 16,4-4-42-16,0 0 7 0,-2 1 2 0,1 1 1 0,1-2-2 15</inkml:trace>
  <inkml:trace contextRef="#ctx0" brushRef="#br0" timeOffset="37101.22">28319 5874 84 0,'2'0'42'0,"0"0"-7"15,0 0 40-15,-1 0-5 0,1 0-14 0,0 0-7 16,0 0 2-16,-2 2-5 0,-2 0-9 0,-18 16-6 15,-32 27-2-15,-8 11 2 0,-6-3 1 0,-1 10-3 16,2-5-5-16,0-8 0 0,7-2-9 0,2-9 4 16,3-1 1-16,-3-11-2 0,13-1-10 0,0-7-1 0,4-4-4 15,6 0 2-15,0-6 1 0,7-2-10 0,3-1 7 16,16 0-8-16,-4-3 6 0,3 1-55 0,8-2 0 16,-3 2-20-16,1-1-5 0,2 1-3 0,2-2 6 0,3 0-8 15,42 1-17-15</inkml:trace>
  <inkml:trace contextRef="#ctx0" brushRef="#br0" timeOffset="37272.04">28637 5881 680 0,'0'0'16'0,"-2"0"26"0,0 0-30 16,-2 0 7-16,-14 6-9 0,-20 9 6 0,-6 7-16 15,-10-7 5-15,-15 30 1 0,-5 14-1 0,-13-5-13 0,-10 7-5 16,8-3-7-16,0-12 5 0,15-1-7 0,11-12-26 15,5-3 3-15,4-8-17 0,8-3-57 0</inkml:trace>
  <inkml:trace contextRef="#ctx0" brushRef="#br0" timeOffset="37721.25">26223 5987 123 0,'-2'0'35'0,"0"2"45"0,-2 0-15 0,-10 7-10 15,-12 2-3-15,-10 27-5 0,3 8-18 0,-12 0-4 16,-5 3-3-16,4 3 1 0,-12-10-4 0,2 3-17 0,3-4 11 16,-1-4-12-16,5 0 3 0,5 0 1 0,1-3-4 15,6-1 4-15,2-5 0 0,1-4-6 0,8-2 1 16,4-3-1-16,2-4 8 0,7-2-8 0,0 0 2 16,2-2-6-16,5 0-22 0,4-5-54 0,0-3-4 0,0 1-13 15,2-2-8-15</inkml:trace>
  <inkml:trace contextRef="#ctx0" brushRef="#br0" timeOffset="37962.01">26225 6190 414 0,'-2'0'8'0,"0"0"-1"0,-18 3 4 16,-19 14 5-16,-12 7-4 0,-1-16-1 0,-3 25-4 16,-1-1-2-16,6 3 1 0,-4-4-8 0,2-3 2 15,6 0-7-15,5-7 5 0,5 1-6 0,9 4-4 16,1-4 3-16,3 0-3 0,7-1 9 0,3-6-7 16,3-2-4-16,7-2-4 0,1-6-31 0,-2 1-24 0,0 0 19 15,4-5-15-15,-1 3 52 0</inkml:trace>
  <inkml:trace contextRef="#ctx0" brushRef="#br0" timeOffset="38243.06">27238 6123 323 0,'-1'0'16'0,"-3"0"-1"0,-31 7 6 16,-10 8 3-16,0 4-5 0,-5 7 4 0,2-15-20 15,-2 24 2-15,-4-2-5 0,-3-3 15 0,-8-6-13 16,0 0 7-16,-2-1-9 0,0-3 1 0,9 2 4 16,4-1-3-16,12-3 3 0,6-3-1 0,9-2-3 15,1-2 3-15,9-3-3 0,6 1-3 0,5 0-33 16,2-1-5-16,1-3-8 0,-1 1-18 0,2-2 10 15,2-2 6-15,-2 1 2 0,2 1 31 0</inkml:trace>
  <inkml:trace contextRef="#ctx0" brushRef="#br0" timeOffset="38510.72">28408 5815 256 0,'0'0'21'0,"2"0"1"0,0 0 17 0,0 0 1 16,0 0-15-16,-2 0 5 0,0 1-2 0,-2 1 1 0,-4 8-12 15,-16 23-2-15,-25 10 4 0,-18 5-3 0,-5 10-2 16,-6 3-1-16,-2 0-4 0,5 2 3 0,3-5-7 16,5-8-5-16,0-7 2 0,7-10-2 0,4-9 10 0,8-7-3 15,5-2-5-15,8-8 1 0,5-1-3 0,8-3-6 16,5-1 0-16,2 0-8 0,9 2-48 0,0 0 1 15,2-1-11-15,2-1 5 0,2 0-43 0</inkml:trace>
  <inkml:trace contextRef="#ctx0" brushRef="#br0" timeOffset="38679.5">28716 5835 249 0,'-1'0'54'16,"-1"0"104"-16,-15 4-127 0,-24 12 5 0,-11-14-7 15,-13 43 5-15,-11 11-11 0,-11 5-9 0,-8 0 4 16,0 6-6-16,4-6-7 0,8-7-1 0,10-6-3 0,8-11 1 16,13-3-17-16,13-8-27 0,6 0-10 0,3-6-7 15,2 1-52-15</inkml:trace>
  <inkml:trace contextRef="#ctx0" brushRef="#br0" timeOffset="39554.24">26097 6024 320 0,'0'0'-22'0,"0"0"51"0,-2-1-29 16,0-1 21-16,0 0-13 0,-2 2-5 0,-12 0 4 15,-14 9-2-15,-7 12 6 0,-8 5 7 0,-12 29-11 16,-1 12 9-16,0-8-7 0,1-8-7 0,7-1 3 16,-4-6-5-16,4 1 3 0,2-2 1 0,3-3-1 0,-3-2 0 15,7-3-5-15,-2-4-2 0,2-3 8 0,12-4-5 16,-9 4 2-16,7 0-83 0</inkml:trace>
  <inkml:trace contextRef="#ctx0" brushRef="#br0" timeOffset="44668.12">25233 7044 49 0,'0'0'0'0,"-2"-2"4"0,0 0 44 15,1 0-10-15,-1 0 0 0,0 0-21 0,0 1-6 0,0-1 8 16,-2 0-3-16,1 0 7 0,-3 0-2 0,-5-2-1 16,2 1 4-16,1 1-2 0,-1 0 11 0,3 0 6 15,3 2-3-15,-8-2 1 0,5 2-22 0,0 0 3 16,-7-2-1-16,10 2 2 0,-1-1-3 0,0 1 0 15,1 0-7-15,-16-2 6 0,13 2-5 0,1 0-3 16,3 0 8-16,-2 0-6 0,1 0 16 0,1 0-13 0,-2 0 4 16,-3 0-7-16,3 0 4 0,2 0-1 0,-2 0 3 15,1 0-1-15,-1 0 12 0,2 0-2 0,0 0-3 16,0 0 1-16,0 0-15 0,1 0-2 0,-1 0-1 16,0 0 0-16,0 0-2 0,2 0 6 0,0 0-6 0,0 0 6 15,0 0 0-15,0 0-5 0,2 0 3 0,0 0-5 16,0-2-2-16,-1 2 4 0,3-2-3 0,0 2 5 15,14-4-5-15,-1 1 2 0,0-3 1 0,0 0-1 16,1 1-2-16,-1-1 1 0,1-1 3 0,3-1-1 16,-6 3 2-16,5-3-6 0,-3 3 5 0,3-3-4 15,3 1 8-15,-5 0-4 0,3-1-5 0,-1 1 3 0,0-3-2 16,1 3 6-16,3-2-4 0,-2 1 4 0,1 1-7 16,-3-1 2-16,2-1 4 0,1 2-1 0,1-3 1 15,2 1 3-15,2 0-1 0,-2 0 0 0,1-1-10 0,5 1 11 16,5-2-7-16,4 2 9 0,-8 1-14 0,-3 1 8 15,-4-3-2-15,0 1 5 0,6-2-1 0,-6 2 6 16,1 0-6-16,-1-1 4 0,2 1-7 0,-2 2 1 16,0-1-1-16,-3 1-1 0,-3 1-3 0,2-1 4 15,1 1-1-15,-3 1 2 0,2-1 0 0,-1 0-4 16,1 1 2-16,0 1-2 0,-1 0 2 0,-1 1-7 16,-1-1 7-16,1 0-8 0,4-1 8 0,2-1 2 0,2 1-4 15,0-1 2-15,7 0 4 0,-1 1-6 16,3-1 1-16,2 1-3 0,2-1 1 0,-4 1 0 0,4-3 9 15,-8 3-4-15,-3-1 5 0,1 0-9 0,-5 1-2 16,0-3 0-16,4-1 10 0,-4 0-8 0,2 0 4 16,1 1-4-16,-1-1 6 0,-2 1-2 0,2 1-3 0,0 0 2 15,0-1-2-15,2 1-1 0,-3-3 1 0,1 3-1 16,4-2 2-16,-1 1-3 0,7-1 1 0,-5 2-1 16,-1-1 3-16,1-1 4 0,-7 1-6 0,2-1 3 15,3-2 0-15,-1 2-7 0,2-2 6 0,-1-1-6 16,-5 1 6-16,-2 0 2 0,4-2-4 0,-2 2 3 15,0 0-5-15,0-2 2 0,0 0 1 0,0 0 1 0,0 0 7 16,0 2-13-16,-2 0 9 0,-3 1-8 0,-3-1 14 16,6 0-11-16,-1 0-3 0,-1 0-1 0,6 1 4 15,-6 3 4-15,2 0-3 0,8-1 3 0,-12 1-4 0,3-1 1 16,1 3-1-16,-4-1 0 0,0 3 0 0,3-3 0 16,-8 2 2-16,5-1-2 0,-3 1 0 0,7-2 1 15,-4 1 4-15,3-3-4 0,1 1-2 0,-4 0 1 16,2-3-1-16,-1 3 3 0,1-2-2 0,-1 1 1 15,-1 1-1-15,0-1 0 0,1 1-7 0,-1-1 10 16,3 1-3-16,-1 0 6 0,0 1-7 0,2 0-4 16,-1 1 5-16,1-1-3 0,-2 1 12 0,-3 1-7 0,-3 0-1 15,1 1-1-15,0-1-3 0,-4 2 0 0,2 0 3 16,-2 0 0-16,-2 0-3 0,2 1 10 0,-8 1-7 16,-1 0 8-16,-2 0-13 0,0 0 6 0,3 0 2 15,3-2 2-15,-3 0-7 0,-1 0 8 0,0 0-9 0,-3 0 9 16,1 0-11-16,0 2 7 0,0 0-2 0,0 0 2 15,0 0-4-15,0-1 2 0,-1 1-1 0,1-2-1 16,0 2-12-16,0 0-10 0,0 0-12 0,0 0-6 16,0 0-100-16,-2 0-90 0</inkml:trace>
  <inkml:trace contextRef="#ctx0" brushRef="#br0" timeOffset="45290.05">25881 6154 107 0,'0'-2'41'0,"2"-1"-36"16,5-14 41-16,3 0-16 0,-3 2-7 0,15 4-6 16,-3 2-2-16,-6-2-4 0,-4 7-13 0,2 1 0 15,-1-5 11-15,-3 3-5 0,-1 1 12 0,-4 4 20 16,1-2-8-16,1 0 13 0,-2 2-2 0,0 2-2 15,-2 0 3-15,-2 7-3 0,-19 26-8 0,5 4-2 16,-27-3-3-16,-7 4 2 0,2-4-7 0,1 1 6 0,-1 0-3 16,1-5 5-16,-1 1-13 0,0-5 5 0,0 2-9 15,3 3 8-15,-1-1-17 0,5-3 3 0,-4 1 6 16,6-6-4-16,-2 0 2 0,8-3-8 0,1-3 2 16,14-1-2-16,-3-2 5 0,5-6-1 0,8-1-1 0,-1-3 0 15,7 1-1-15,0-3-14 0,0 1-10 0,2-2-1 16,-1 2-33-16,-1-1 34 0,0-1-6 0,2 0 16 15,2 0 5-15,1-2-32 0,23-2 11 0,6-7-18 16,0-4 5-16,5-6-37 0,-2-1-8 0,2 18-12 16,0-20-53-16</inkml:trace>
  <inkml:trace contextRef="#ctx0" brushRef="#br0" timeOffset="45509.65">26189 6043 160 0,'0'0'33'0,"0"0"-2"0,0 0 17 15,-1 0 1-15,-1 2-6 0,-2 0 4 0,-2 1 0 16,-14 16-7-16,-6 16 4 0,-4 0-17 0,-3-1 6 16,-2 5-3-16,-6-2 3 0,2 2-13 0,2 0-3 15,-4-6-3-15,2-3 1 0,-8 0 2 0,3-4-9 16,5-2 10-16,5 0-9 0,8-3 9 0,8-3-11 16,1-3 0-16,2-2-3 0,4 0-5 0,2-4 5 0,1 1-4 15,3-3 5-15,3 0-8 0,0-3-21 0,0 0-8 16,0 0-7-16,2-3-52 0,-1 3 51 0,-1 0-2 15,0-2 21-15,2 0 8 0,2-1-16 0,1-1-6 16,22-3-1-16,12-8-16 0,7-6-46 0</inkml:trace>
  <inkml:trace contextRef="#ctx0" brushRef="#br0" timeOffset="45730.9">26681 6028 40 0,'2'-2'30'15,"0"0"-2"-15,0 2 23 0,15-9-6 0,-12 7 3 16,1 0 21-16,-2 1-3 0,-1 1 3 0,-1 0-8 15,-2 1-29-15,-2 7 3 0,-18 35-7 0,-4-1 5 0,-32 8-15 16,-7-1-10-16,2 1 1 0,3-2-3 0,0-2 8 0,8-3-12 16,-2-9 10-16,6-3-10 0,3-3 11 0,6-4-6 15,4 0-4-15,-3-3 0 0,5-1-4 0,1-3 10 16,0 0-8-16,8-4 9 0,11 1-16 0,0-2-2 16,3-3 0-16,3-2-4 0,3-3-30 0,2-2 6 15,0 0-2-15,0 1 7 0,2 1 19 0,2-2-33 16,25 2-4-16,20-6-15 0,-5-9-65 0</inkml:trace>
  <inkml:trace contextRef="#ctx0" brushRef="#br0" timeOffset="45961.5">27658 5950 489 0,'0'0'13'0,"0"0"-1"0,0 0 18 0,0 0 0 0,-2 2 2 16,-2 2 10-16,-14 11-10 0,-19 24 4 0,-12 1-8 15,-1 3-9-15,-11 2-13 0,2-1-3 0,-1-1-3 16,8-8-3-16,8 0 7 0,3-9-2 0,2-1 4 16,4-3-3-16,3-4-3 0,6-3 0 0,2-4-2 15,3 2 3-15,7-3-10 0,2-5 5 0,5 1-12 0,0-2-20 16,5-3-52-16,2 1-21 0,-4 2-7 0,2 0-36 16</inkml:trace>
  <inkml:trace contextRef="#ctx0" brushRef="#br0" timeOffset="46101.84">28146 5993 817 0,'0'0'36'0,"0"0"-35"16,0 0 41-16,-1 0-17 0,-1 2-13 0,-2 1 2 16,-22 16-7-16,-11 29 4 0,-13-9-5 0,1 6-5 0,1 3 7 15,-2-9-8-15,4 4-3 0,5-8-25 0,2-7-13 16,7-2-7-16,1-6-97 0</inkml:trace>
  <inkml:trace contextRef="#ctx0" brushRef="#br0" timeOffset="52327.47">25796 5889 16 0,'0'0'10'16,"0"0"3"-16,0 0 18 0,-2 0 6 0,0 0-1 16,0 0-2-16,0-2-16 0,0 0 1 0,1 0-2 15,-1 0 3-15,0 1-8 0,0-1 1 0,0 0-3 0,0 0-6 16,0 0-1-16,-1 0 2 0,1 0-1 0,0 1 3 15,-2-1-4-15,2 0-1 0,1 0 0 0,-1-2 0 0,-2 1 6 16,0-1-6-16,1 0 5 0,-1 0 0 0,0 1-1 16,0-1 0-16,1 0-2 0,-1 1-2 0,0-1 10 15,2 4-4-15,-3-4 3 0,-1 0-12 0,1 1 7 16,-1-1-2-16,-1 0 3 0,1 2-6 0,-1-1 3 16,3 1 7-16,0 0-4 0,-1 0-4 0,1 0 6 15,0 2-9-15,-1-2 8 0,1 2 6 0,-2-1-10 16,1-1 9-16,-1 0-10 0,3 2 7 0,-3-2-3 0,1 0 3 15,-1 2-2-15,0 0 5 0,-1-2 4 0,0 2-4 16,1 0 4-16,0 0-5 0,-1 0 4 0,1 0-4 16,-1 0 2-16,0 0-6 0,-1 0 6 0,1 0 2 15,1 0-1-15,-1 0-5 0,-3 0-6 0,3 0 3 16,0 2-3-16,-5 0 1 0,5 0 0 0,-2 2-5 0,-1-1 4 16,3-1 7-16,0 2-5 0,-3 0 3 0,3-1-4 15,-2 3-2-15,1-2-2 0,-1 1 1 0,0 1-1 16,-3 1 3-16,1-1 3 0,0 1-1 0,0 1 1 15,-2 1-3-15,0 0-2 0,-4 2 2 0,1 0-1 16,1-1 3-16,2-1 4 0,-6-7-6 0,1 15 6 0,-1-1-1 16,-7-1-7-16,2-2 7 0,7-4-7 0,-1 3 11 15,3 1-12-15,5 1 9 0,-6-1-9 0,3 0 8 0,2 2-6 16,-2 2-3-16,5 5 1 0,1-7 1 0,1 2 0 16,1-1 3-16,-3-6-2 0,1 6-2 0,-1-3 3 15,5 4-4-15,-7 4 5 0,3-3-3 0,0-3 4 16,-3 0-4-16,3 0 5 0,-2-2-3 0,1 5-9 15,4-5 7-15,-3 0-7 0,3 0 5 0,1-2 6 16,-5 4-5-16,4-4 6 0,-1 1-7 0,-1 1-1 16,3 0 1-16,1 0-1 0,-2 1 3 0,2-1-2 15,0 0 0-15,0 0-1 0,-7 0 1 0,0 2 3 16,1 0-3-16,3 0 2 0,-1 2-12 0,3-2 9 0,1 1-2 16,0-3 5-16,2 4 7 0,0 0-10 0,0-1 1 15,0 1-3-15,0 0 3 0,2 1 4 0,0 1 0 16,-2 1 1-16,0 3-4 0,1-3-2 0,1 2-4 0,0 2 1 15,0 2 5-15,-2-1 3 0,0-3 2 0,0-4-3 16,0 1-3-16,0-2 0 0,2 3 0 0,0 4 0 16,0-7-4-16,-1 0 8 0,1-2-5 0,0-2 5 15,2 3-11-15,0-5 8 0,-1-1-1 0,1-1 2 16,-2-2-6-16,3 6 2 0,1-1 2 0,0-1 0 16,1 2 5-16,-3-8-2 0,1 5-5 0,3 1 2 0,-3-4 0 15,1 2-2-15,-2-3 8 0,-1 0-7 0,1-1 7 16,11 1-5-16,-8-3-1 0,4 1 0 0,1 0 0 15,-1 0-2-15,5-1 3 0,-1-1-1 0,-2 0 9 0,-2 7-8 16,-1-3 6-16,-3-2-5 0,8 3 7 0,2-1-9 16,3-1 3-16,-1-1-3 0,-3-2 9 0,-5-2-9 15,-1 0 2-15,3 0-3 0,-2 0 8 0,-2 0-8 16,2 0-1-16,-1 0-3 0,-1 0 0 0,-4 0 5 16,3 0 3-16,-1 0 1 0,-1 0 4 0,3 0-9 15,0 0 1-15,-1 0-3 0,3-2 7 0,-2 0-3 16,1 0-1-16,-1 0 0 0,2-1 1 0,0-1 0 15,4-2 3-15,-2 1-4 0,0-1-6 0,0 1 3 0,-2-1 0 16,0 0 2-16,2-1 2 0,-2 0-1 0,1-1 1 16,-1 1-1-16,-2-1 1 0,0 6 4 0,-1-5-7 15,1-2 3-15,2-6-8 0,-3 2 13 0,3-6-5 0,-4 1 7 16,-1 3-12-16,3-4 6 0,-2 1-5 0,1-3 5 16,1-3-4-16,-1 0 4 0,-1 2-1 0,-3-4 0 15,3 3-1-15,-1 3-4 0,-1-4 5 0,4 5-4 16,-5-3 9-16,4 3-5 0,-5 1 3 0,1 1-4 15,-2-1-1-15,2 1-1 0,3 0 2 0,-3 0 0 0,-2 1 3 16,9-1-1-16,-2 0-2 0,-3 3 0 0,-1-1-6 16,1-2 9-16,-3 2 1 0,1 2 2 0,-2-2-9 15,0 0 9-15,0 1-7 0,0-3 7 0,-1 2-9 16,1-2 5-16,-2 4 2 0,0-2 2 0,0-1-2 0,0-1-1 16,2-2-2-16,-2-3 1 0,0 5 1 0,0-1-3 15,2-1 0-15,-2 3 0 0,2-12-2 0,-2 5 2 16,0 3 2-16,2 0 1 0,-2 1 3 0,0-5-4 15,0 2 2-15,0-6-4 0,0 7-2 0,0 5 0 16,0-7 3-16,0 3 0 0,-2 1 9 0,0 1-8 16,0 3-2-16,0 2 0 0,0-2 9 0,1-2-4 15,-3 3-2-15,0 1-1 0,0 0-1 0,1 1 4 0,-1-1 2 16,0 2-3-16,1 0-5 0,-1 0 4 0,0 2 3 16,0-1 1-16,1 1 5 0,-1 0-8 0,0 1-1 15,-1-1-3-15,1 2 0 0,0 1 1 0,1-1 5 16,-1 1-2-16,-2-1-2 0,1-1 2 0,1 3 0 0,0-1 2 15,-7 2 0-15,2-1 5 0,-2 1-6 0,-4 0 5 16,6 1-9-16,-4-7-1 0,0 3 4 0,-2 1-2 16,-4 3 7-16,-7 3-13 0,-3 7-1 0,-9 14-4 15,-4-5 1-15,-7 34-61 0,-6 17-34 0,-5 22-28 16,-10 13-290-16</inkml:trace>
  <inkml:trace contextRef="#ctx0" brushRef="#br0" timeOffset="56272.02">28793 5582 8 0,'0'0'0'0,"0"0"8"0,-2 0 5 0,2-1 3 16,0-1 0-16,-2 0-2 0,2 0-3 0,-2 0-8 15,0 0 5-15,0 0-7 0,0 1 5 0,1-1 0 16,-1 0-4-16,0 2 2 0,0-2-9 0,0 0 3 0,-2 2 7 16,1 0-3-16,-1 0 3 0,-3 0 5 0,-3 0-6 15,1 0 6-15,0 0-5 0,-2 0 10 0,-1 0-8 16,1 0 9-16,-2 2 2 0,2 0-10 0,0 0 15 15,0 0-13-15,0 1 11 0,-2 1 0 0,2 0-8 0,-1-1 6 16,-1 1-5-16,6-2-3 0,-4 2 5 0,0 1-6 16,0 1-4-16,-2-1 7 0,1 1-8 0,-1 1 8 15,0 1-2-15,0-1 1 0,2 1-1 0,0-1-1 16,0-5-13-16,0 7 11 0,-2 4-3 0,-6-3 7 16,4 1-13-16,2 4 4 0,2-2-1 0,2 3 3 15,-4 1-9-15,-6 0 3 0,1-2 1 0,9-1 1 16,-3 3 9-16,1 0-10 0,2 0 5 0,-6 1-5 0,11 1 6 15,3 1-3-15,-16 4-5 0,6-3 2 0,1-1-4 16,3 1 7-16,1-1 2 0,1 8 0 0,5 0-6 16,0-1 1-16,0-4-1 0,2-5 1 0,1 5-3 0,3 1 4 15,1 0 3-15,3 6 1 0,-1-6-3 0,-2-2 1 16,1 4-7-16,-3-7 5 0,-1-3 5 0,2 3-6 16,-1-2 2-16,1-3-4 0,-1 1 3 0,-1-2 0 15,0 0 5-15,0-2-6 0,-1 2 0 0,1-1 3 16,0-3-2-16,-2-2 2 0,1 3 1 0,1-1 15 15,0-2 0-15,-1-1 5 0,1-1 0 0,2 3-13 16,-3-4 0-16,10 1-3 0,-1-1 9 0,-1 0-13 0,4-1 8 16,-6 1-10-16,2 0 8 0,0-2-3 0,-2 5 4 15,4 2-1-15,0-1 10 0,2-3-14 0,-2-1 2 16,0 0-5-16,2-1 0 0,0-1 7 0,4 0-7 0,-3-2 8 16,1 0-1-16,-2 0-7 0,2-2 6 0,1-1-6 15,3-1 9-15,3-2-7 0,2-1 0 0,-4-1-2 16,4-1 10-16,4-2 3 0,-4 0-5 0,3 0 3 15,-1 0-8-15,-2-1-2 0,-2 1 7 0,2 0-6 16,2 0 3-16,-7 4-1 0,-1-3-4 0,2-1 2 16,-9 4-5-16,6-4 5 0,-4 1 3 0,-6 8 0 0,6-12-1 15,-6-3 6-15,4-5-7 0,-4 5 6 0,3-11-5 16,-5 0-2-16,0 6 8 0,-1-10-6 0,0 6-2 16,-1-3-1-16,-1 3 2 0,-2 1 0 0,1-4 4 0,16 1-8 15,-6-4 1-15,-4 1-1 0,-5 5 6 0,-2 2-1 16,0-2-4-16,-2 0 3 0,0 2 2 0,-2-2-6 15,-2 1 7-15,-1 3-7 0,-3 0 7 0,1 0-1 16,-3 1-1-16,1 3-1 0,-2-3 1 0,0 1-4 16,-4-3 4-16,9-1-3 0,-8 2 10 0,-3 2-7 15,6-1 5-15,0 4-5 0,-4-3-3 0,0 3 11 16,-6-3-8-16,7 7 9 0,-5-4-10 0,4 4-3 16,0 4 7-16,-5 1-5 0,-1 3 9 0,-3-12-18 0,-4 4 6 15,4 6-9-15,-2 3 5 0,0 4 4 0,0 0-8 16,0 4 7-16,2 1 2 0,-2 7-7 0,0 1 4 15,0 1-7-15,0-10 0 0,2 24 7 0,2-2 0 0,0 4 2 16,1-3-3-16,3-1-7 0,3 2-2 0,0-2-4 16,4 8-36-16,0 3-233 0</inkml:trace>
  <inkml:trace contextRef="#ctx0" brushRef="#br0" timeOffset="58615.24">29658 11819 325 0,'-2'-4'1'15,"-9"-18"5"-15,-6-6 64 0,6 8-21 0,2-2 3 16,1 5-29-16,3 2-3 0,-1 0-11 0,2 4 4 0,1 2-7 15,1 1 0-15,0 3-4 0,0-1 1 0,2 4-2 16,0 1 0-16,0-1 8 0,-2-2-8 0,0 0 7 16,0 1-15-16,1-1 7 0,-1 2 3 0,0 0 2 15,0 0 4-15,0 0-7 0,0 2 7 0,0 0-5 16,1 2 16-16,-1 2-12 0,-4 20 1 0,-1 10-4 0,1 6 12 16,4 12-14-16,2 4 3 0,2 0-6 0,4 5 0 15,-3-3 1-15,3-3-1 0,0 1 1 0,-3-8-3 16,3 2 2-16,1 2 5 0,1 6-2 0,5 7 0 15,-4 5-2-15,0 7-1 0,-1 8 1 0,-3 6 1 0,3 0-6 16,-1-6 0-16,1-8-2 0,-5-9 6 0,-1-3 3 16,0 2-3-16,0 4 2 0,2-3-2 0,-3 5 0 15,1 3 3-15,4 0-1 0,1-7-6 0,8-2 10 16,-6-16-6-16,-3-10 7 0,1-2-4 0,1-7-1 16,-1-4 3-16,-1-2-3 0,-2 0 0 0,-1-2-1 15,1-2-1-15,3 2 0 0,1-3 4 0,-3-1-4 0,-1 2-4 16,0-1-2-16,-4-4-7 0,0 3-55 0,-4 0-20 15,-1-3-22-15,-3 4-154 0</inkml:trace>
  <inkml:trace contextRef="#ctx0" brushRef="#br0" timeOffset="59074.95">29429 13927 315 0,'0'0'31'0,"-1"-2"55"0,-1 0-50 0,0 0-10 16,0 0 9-16,0 0-10 0,0 0-1 0,0 1-2 15,1-1-9-15,-1 0 5 0,0 0-23 0,0 0 10 16,0 2 0-16,2 0 6 0,0 0-2 0,2 0-6 16,0 0 3-16,2 0-3 0,12 0 8 0,21 2-9 0,6 0 0 15,0 0-2-15,5 0 12 0,13-1 5 0,-1-1 4 16,12-3 1-16,2-1 25 0,-5-2-18 0,9-1 5 16,4-2-9-16,5-2 4 0,13-2-1 0,6 1-2 0,4-1-1 15,-1 2-13-15,-7 2 5 0,-1 0-3 0,3 3 3 16,5-1-7-16,3-1-4 0,1 3 1 0,-11-1-2 15,-7 1 1-15,-4 3-6 0,-8 2 2 0,8 2-2 16,-9 1 0-16,3-1 4 0,-7 2-1 0,-22 0 2 16,-2-1-1-16,-12 1-10 0,-8 0 2 0,-4-2-4 15,-4-1 8-15,-6 1-16 0,-5 2-28 0,-6-2-2 16,-3-2-150-16,-4 0-83 0</inkml:trace>
  <inkml:trace contextRef="#ctx0" brushRef="#br0" timeOffset="60993.17">29704 14006 92 0,'0'0'23'0,"2"0"-2"0,0 0 2 0,0 0 3 16,-2 0-11-16,0 0-10 0,0 0-2 0,0 0-4 16,0 0 2-16,0 0 6 0,0 0-6 0,0 0 5 0,0 0-4 15,0 0 8-15,0 0-2 0,0 0 5 0,0 0-4 16,0 0 1-16,0 0 14 0,0 0-6 0,0 2 10 15,2-2 1-15,-2 0-9 0,0 2 5 0,0-2-6 16,0 0-4-16,0 0 0 0,0 0-2 0,1 2 1 16,1-2-4-16,0 0 3 0,0 2-5 0,0-2 4 15,0 0-8-15,0 2-2 0,-1-2 2 0,-1 0-2 0,0 0 4 16,2 0 12-16,0 0 0 0,0 0 5 0,-2 0-1 16,0 0 3-16,0 0 0 0,0 0 0 0,0 0-9 0,0 0-5 15,0 0 2-15,0 0-2 0,0 0 0 0,0 0 3 16,0 0-7-16,0 0 5 0,0 0-11 0,0 0 9 15,0 0-3-15,0 0 5 0,0 0-4 0,0 0 3 16,0 0-7-16,0 0 5 0,0 0-10 0,0 0 4 16,0 0 5-16,0 0 0 0,0 0 7 0,0 0-11 15,0 0 2-15,0 0-4 0,0 0 5 0,0 0-2 16,0 0 4-16,0 0-4 0,0 0 7 0,0 0-2 16,0 0 1-16,0 0-1 0,2 0 0 0,0-2-2 0,0 0 7 15,-2 0-4-15,0 0 12 0,0 0-9 0,0 1 0 16,0-1-1-16,1 0 12 0,-1 0-14 0,0 0 2 15,0 0-7-15,0 0-2 0,0 1 3 0,2-1 2 16,-2 0-1-16,0 0 7 0,0-2-7 0,0 1 1 0,0-1-4 16,0 0-4-16,0 0 8 0,0 1-1 0,0-1 2 15,0 2-15-15,0-3 7 0,0-3-3 0,0 4 4 16,0-1-1-16,0-1 6 0,0 3-7 0,2-3 6 16,0 0-4-16,0-1-1 0,0 1 1 0,-2 3-2 15,2-3 0-15,-2 2-1 0,1-3 5 0,-1 3-4 16,2-1 3-16,0-1-4 0,0 1 0 0,2-7 0 0,-2 7 7 15,1-6-6-15,3-2 1 0,-2 3-2 16,3-6 6-16,-1 3-4 0,1-2 6 0,-1 2-6 0,3-4 6 16,-2 2-8-16,-1 0 3 0,-1-1-3 0,1-1 6 0,-2 4-4 15,-1 2 0-15,1-4-1 0,0 2 5 0,0-7-8 16,1-3 4-16,1 3-5 0,-1 0 7 0,-1 5-2 16,2-6 2-16,-5 8-1 0,1-5 4 0,0 1-4 15,-2 6-3-15,2-6 1 0,0 4-2 0,0 0 2 16,1-2 4-16,1 4-3 0,0 0-4 0,0-2 6 15,-1 2-6-15,1-4 6 0,0 2-4 0,1 0 0 16,3-4-2-16,-3 4 1 0,3-2 1 0,-1 1 0 16,-1-1 2-16,-1 0-2 0,1 2 1 0,-1-2 4 0,-1 2-5 15,0 2 3-15,1-2-12 0,1 0 12 0,0 0-3 16,-1-2 5-16,-1 4-8 0,1 0 2 0,1-2 0 16,0 0 1-16,1-4 3 0,-1 4-3 0,1-4 0 15,-1 3-2-15,1-3-2 0,0-4 5 0,-1 5 4 0,1-1-1 16,-1 4-8-16,-1-2 3 0,3-2-4 0,-3 4 6 15,3-5 7-15,-4 7-8 0,1-2 2 0,-1 3-4 16,1-1 3-16,-1 2 1 0,2-2-2 0,1-2 0 16,-1 0 1-16,1-4-5 0,-1 4 4 0,-1 0-4 15,1 2 6-15,1-4-2 0,-1 6 3 0,3-12-3 16,-1 5 6-16,-3 3-3 0,3-4-2 0,-5 10-1 0,5-6-5 16,-3 1 6-16,1 1-1 0,1-4 3 0,1 4-1 15,-5 4-5-15,5-2 3 0,-1-1-4 0,-1 3 3 16,1-2 5-16,1 1-4 0,5 1 3 0,3-3-8 0,-4-1 9 15,1 0-5-15,1 0 6 0,-1 0-8 0,4 0 0 16,0 2 3-16,0-1-1 0,3 1 1 0,-3 0 2 16,-2 1-2-16,-1-1 1 0,-1 0 1 0,-1-1-6 15,6 3 3-15,-5 0-3 0,-2-3 12 0,2 1-3 16,-3 0 1-16,1 1-3 0,2 1-10 0,-2-1 4 16,-2-3 1-16,4 6 2 0,2-1 12 0,-2-3-14 15,0-2 7-15,2 3-8 0,-4-3 10 0,4 4-9 0,-2-1 1 16,-4-1-4-16,4 0 8 0,-2 3-1 0,-2-1-2 15,3 5 0-15,-1 0-3 0,-2-4 2 0,2 3 1 16,-2-5 0-16,3 5 4 0,-1 1-7 0,0-2 3 16,4-7-5-16,-2 3 7 0,2-1 0 0,1 0-1 0,3 1 0 15,-1 1-4-15,3 1 3 0,-1 3-2 0,1-1 2 16,7-3 3-16,1 1-1 0,-3 2 3 0,6 1-4 16,-4 1-2-16,-6 0-2 0,6 0 1 0,-10-2-1 15,1 1 3-15,3 1-1 0,-1 0 1 0,-6 2-1 16,5-2 7-16,0 2-6 0,1 0 0 0,3 0-2 15,-7 0-2-15,-3 0 3 0,-1 0 2 0,2 0 1 0,0 0 5 16,-2 0-10-16,2 0 3 0,-2 0-3 0,2 0 3 16,0 2 6-16,-2-2-9 0,2 0 6 0,-2 0-5 0,0 0-2 15,1 0 4-15,3 0-2 0,-2 0 3 0,2-2-1 16,-1 0-1-16,-1-2-1 0,2 1 6 0,2-3-5 16,-3 2 3-16,5 1-4 0,-1-1 2 0,1 0 1 15,5 2 2-15,-8 1-2 0,3-1-1 0,5 0 0 16,-6 0-2-16,6 0 1 0,-4-2-3 0,0 3 8 15,1-3-2-15,-7 0 4 0,10 2-10 0,-5 0 4 16,-3 2-5-16,8 0 5 0,-7 0 4 0,1 0-5 16,-1 0 2-16,-6 0-4 0,2 0 1 0,-2 0 2 0,0 0 1 15,-2 0 0-15,0 0-2 0,2 0 6 0,0 0-5 16,-2 0 7-16,0 0-7 0,2 0-5 0,-1 0 5 16,4 0-4-16,-5 0 3 0,2 0 6 0,0 0-9 15,-3 0 7-15,3 0-8 0,-2 0 2 0,2 0 7 16,-2 0-3-16,0 0 4 0,-2 0-6 0,1-1 1 0,-3-1-2 15,1 0 3-15,1 0 0 0,0 0-3 0,-1 0 2 16,-1 0-4-16,0 1 5 0,-1 1 0 0,0 0 3 16,-1 0-8-16,-1 0 5 0,1 0-2 0,3 0 4 15,-4 0 1-15,-1 0 0 0,1 0 0 0,0 0 0 16,-1 0-4-16,1 0 0 0,0 0 4 0,-2 0-1 16,0 0-1-16,-1 0-2 0,1 0 0 0,0 0 1 0,0 0 1 15,0 0-2-15,0 0-3 0,0 0 1 0,-1 0-13 16,1 0-70-16,0 0-43 0,0 0-29 0,0 0-311 0</inkml:trace>
  <inkml:trace contextRef="#ctx0" brushRef="#br0" timeOffset="61896.28">30634 12243 58 0,'0'0'14'0,"0"0"6"0,0 0 14 16,-1 0 2-16,-1 0 12 0,0 0 19 0,0 0-9 16,2 0 10-16,0 0-22 0,0-2 1 0,0 0-2 15,0 0 0-15,0 0-8 0,0 0-1 0,0 2 1 0,0 0-5 16,0-2-18-16,0 1 0 0,0 1-6 0,0 0 3 15,0-2-12-15,0 2 8 0,0-2 2 0,2 2 2 16,0 0-4-16,0-2 0 0,1 0-6 0,-1 2 4 16,13-4-5-16,2 1 8 0,1-1-5 0,3 0 5 15,1-1-11-15,0-1 15 0,6-1 3 0,-2 1 5 16,6 1-3-16,-1-1 7 0,4 0-7 0,8 1 6 0,-4-1-18 16,0 3-2-16,6 1-2 0,-12-2 2 0,6 0 3 15,2 2-8-15,-4-1 5 0,8 3-7 0,-8 0 7 0,0 0-3 16,-6 0 0-16,-1 0-1 0,0 0 7 0,0 0-7 15,1 0 8-15,-1 0-7 0,1-2 10 0,1 0-1 16,1-2-1-16,1 2 1 0,1 1 2 0,6-1-1 16,0 2-2-16,5-2 2 0,4 2-2 0,-1 0-3 15,-3-2-1-15,-3 0-1 0,-6-2 2 0,2 3-6 16,-4-1 3-16,-3 2-4 0,-4-2 2 0,-4 2-1 16,0-2 1-16,-2 0 0 0,-1 0 9 0,-1 0-9 0,0 1 2 15,-1 1-4-15,-2 0-1 0,-1 0 8 0,-1-2-3 16,-2 2 6-16,0 0-7 0,0-2 4 0,-2 2-5 15,-1 0 3-15,-1 0-6 0,-2 0 5 0,-1 0 0 16,-4 0 2-16,2 0 4 0,-1 0-3 0,1 0 0 0,3 2-2 16,-5-2 1-16,2 0-6 0,2 2 5 0,-5-2-5 15,5 1 12-15,-2-1-7 0,-1 0 0 0,5 2-2 16,-1 0 3-16,-1 0 1 0,-1 0-4 0,3 0 1 16,-4-2-7-16,-3 0 7 0,7 2 1 0,-4-1 2 15,-1 1-1-15,1 0-4 0,-2 0 2 0,0-2-2 16,0 0 8-16,-1 0-6 0,1 0 1 0,0 0-4 15,0 0-18-15,0 0-57 0,-2 0-38 0,0 2-15 0,-2 0-198 16</inkml:trace>
  <inkml:trace contextRef="#ctx0" brushRef="#br0" timeOffset="63117.37">30814 12129 277 0,'0'-2'37'0,"0"1"70"15,0-11-77-15,0 3-16 0,0 2 6 0,0 3-10 0,2-5-1 16,0 3-5-16,0 2-6 0,-2 1 2 0,2-1 2 16,0 0 11-16,0 1 3 0,-1 1 0 0,1 0-9 15,0 0 13-15,0 0-7 0,0 0 12 0,0 0 20 16,-2 1 17-16,0-1-2 0,0 2 1 0,0 0-35 0,0 2-9 15,-2-1-2-15,0 3-1 0,-5 11 1 0,-5 7 2 16,3-5-2-16,0-2 2 0,0 0 4 0,-1 1-13 16,1 1 5-16,2-2-7 0,1-4 6 0,2-2-7 15,1 1 3-15,1-1-2 0,0 2 19 0,0-2 15 16,2-1-9-16,0-3 8 0,0 1-27 0,0-2-4 16,0-1 9-16,2 1-8 0,0 0 2 0,0 0 5 15,1-1-6-15,3-1 6 0,9 6-3 0,-4-5 1 0,4 1-4 16,-4-4 3-16,2 0 2 0,-2 0-11 0,2-2 6 15,0-2-10-15,2-1 2 0,0-3 8 0,0-1-5 16,-1 0 5-16,-1 0-4 0,-3 1-2 0,-1-1 1 16,-5-8-3-16,1-5-5 0,-3 5 7 0,0 2 0 0,7 2 3 15,-1 2-5-15,-1-6-1 0,-3-1 1 0,-2-3-2 16,-2 5-1-16,0 5 8 0,0 3-3 0,-2 1 7 16,0-1-3-16,2 6-3 0,-4-3 1 0,4 3-1 15,-13 0 1-15,0 0-1 0,-2-7-4 0,4 3 3 16,-2 3-4-16,2 1-2 0,0 2 4 0,-2 0-3 15,2 4 1-15,-4 1 2 0,2 3-2 0,0 1 0 0,0 0-4 16,2 4 3-16,0 4-3 0,0-2 4 0,-1 5 6 16,5-3-6-16,1-2 2 0,1 0-3 0,1-4-3 0,-5 0 11 15,1 2-4-15,5-2 7 0,-1 0-10 0,2-2 6 16,2-1-2-16,0-3 3 0,0 1-2 0,0-2-3 16,2-1 3-16,0 1-3 0,2 0-2 0,-3-4 0 15,12 7 5-15,2 1-2 0,-2-5 8 0,0-1-6 16,0-2-3-16,-2 0 0 0,1 0-1 0,-5 0 3 15,-1-2 1-15,-1 1-1 0,1-1-8 0,-4 2 10 16,1-2-6-16,5-7 7 0,-1-3-13 0,1-2 10 16,-3-1-6-16,-3 2 7 0,0-2-4 0,-2 2 3 0,0 2 3 15,-2-2-1-15,0 3-1 0,2 9-1 0,-2-3 2 16,-1-4-1-16,3 7 2 0,-2-11 3 0,-8 9-4 16,3-3 4-16,-2 1-10 0,-1-1-1 0,1 2-1 15,0 1 2-15,0 1 4 0,1 2-7 0,1 0 3 0,-1 0-4 16,3 2 1-16,-3 1-3 0,1 3 0 0,-1 5 1 15,-1 4 8-15,2-2-3 0,3 0 3 0,2 0-3 16,-7 0-1-16,1-2 2 0,3 0-4 0,3-2 3 16,0-1 2-16,2-1 2 0,0 1 1 0,0-3-1 15,0-1-2-15,0 0 2 0,2-1 0 0,2 1 0 0,-1 0-2 16,5 0-2-16,5 3 1 0,0-1-1 0,2-3 4 16,-2-1 1-16,0-2-2 0,0 0 3 0,0-2 1 15,-2-1-8-15,4-3 5 0,-6 2-4 0,2-1 7 0,-3 1-8 16,-3 0 3-16,1-3-3 0,-3-4 3 0,7 0 6 15,-5 1-12-15,1-1 7 0,-1 0-12 0,-1-2 9 16,-2 0 2-16,-2 4 0 0,0 1-2 0,0 1 3 16,0 3-3-16,-2-1 3 0,2 3-3 0,-2-2-3 15,-1 0 4-15,1 4-2 0,-13-7 2 0,0 3-1 16,0 4 0-16,0 2 0 0,0 2 1 0,2 1-3 16,0 3 2-16,2-1-3 0,2-5 7 0,2 9-3 15,-1 4-2-15,6-6 0 0,-3-1-3 0,-1-1 3 0,2-1 1 16,3-1 1-16,-1 1 3 0,2-2 2 0,0-1-5 15,0-1 3-15,0 0-7 0,0 2 11 0,0-1-5 16,2-1 8-16,-1 0-10 0,1 0 0 0,2-2 9 16,0 0-5-16,-1 0 13 0,7-2-14 0,-1-2 3 0,-2 1-6 15,-1-1 3-15,-2 2 0 0,-1-2-1 0,-1 1 2 16,4-7-4-16,-1-1 4 0,-1 4-3 0,-4 3 1 16,2-1-16-16,0 1 5 0,-2 0-6 0,0 2 6 15,0 0-15-15,0 1-52 0,-2-1-5 0,0 2-20 16,0 0-54-16,-1 2-64 0,1-2 0 0,-9 7-30 15,1 0-96-15</inkml:trace>
  <inkml:trace contextRef="#ctx0" brushRef="#br0" timeOffset="63728.78">30898 11387 88 0,'0'-2'-1'0,"0"0"-1"16,0 0 13-16,-2-2-1 0,2 2 5 0,-5-11-9 15,-1 0-5-15,0 0-2 0,3 4 0 0,-3-4-2 16,-1-7 8-16,-1 1 11 0,3-1-1 0,-1-4 28 0,2 5 3 15,1 2 2-15,-3-5 1 0,2 2-1 0,1-3 11 16,-1-6-13-16,0 5 10 0,1 5-18 0,-1 0-13 16,2 8 1-16,2 4-8 0,-2-1-16 0,2 5 1 15,0-3 0-15,-2-1 2 0,0 3 8 0,1-3-13 16,1 3 6-16,-2 0-7 0,2 0 6 0,0 3 6 16,0-1-8-16,-2 0 6 0,2 0-4 0,0 2 2 0,-2 0 6 15,0 2-5-15,0 0 7 0,0 1-9 0,-1 20-2 16,-1 1-1-16,2-9-2 0,-2 9-1 0,3 0 4 15,-1 2-4-15,0 6-2 0,2-6 2 0,0 1-1 16,0 3 2-16,0-8 3 0,0 1-3 0,0-1-1 16,0 0-1-16,0 2 3 0,0-1 1 0,0-1 2 0,2 0-4 15,0 4-4-15,-1 0 3 0,1 4 0 0,2 1 1 16,2 3-4-16,-1 1 7 0,-1 2-4 0,0 0 6 16,-1 6-11-16,1 4 5 0,-2-8-5 0,0 11 5 15,1-10-3-15,1-1 1 0,0 4-1 0,0-9-3 16,-1 6-31-16,1-2-132 0,0-1-5 0</inkml:trace>
  <inkml:trace contextRef="#ctx0" brushRef="#br0" timeOffset="64059.25">30902 12792 185 0,'0'0'25'0,"0"0"5"0,0 2 7 15,-2 2-12-15,-4 12 3 0,-1 9-11 0,-1 1-16 16,1-4 2-16,0 6-3 0,-1 0 11 0,3-4-9 15,-1 0 3-15,2-4-6 0,-1 4-6 0,1-1 7 16,0-1-1-16,1 0 3 0,-1 2 9 0,0 2-13 16,2-2 8-16,0 2-8 0,2 0 2 0,0-1 5 0,0 4-9 15,2 1 8-15,0 0 0 0,2 9-1 0,1-2 2 16,3 4-3-16,-1 3-7 0,1 3 7 0,-1 5-2 16,-1-4 3-16,-1 4-8 0,1-4 5 0,-2-1 0 15,-1-3 4-15,1-3-2 0,2-2-7 0,-1-2 5 0,3-2 3 16,-1-1 76-16,-1-3-9 0,-1 1 5 0,1-6-15 15,-1-2-40-15,1 0-12 0,-1 0 4 0,-1 2-7 16,0 0 6-16,-4-18-3 0,0-1-1 0,0-3 1 16,0 0-2-16,2 5-1 0,-2-5-5 0,0-1-3 15,0-1-65-15</inkml:trace>
  <inkml:trace contextRef="#ctx0" brushRef="#br0" timeOffset="64962.56">30824 11667 50 0,'0'0'29'0,"0"0"-2"16,-2-2 32-16,0 0-5 0,0 0 2 0,0 1-23 16,0-1-1-16,1 0-12 0,-1 0 9 0,-2 0 0 0,0 0 2 15,1 0 5-15,-1 1-5 0,-2-1-9 0,-3-2-1 16,0 2 5-16,-2 0-3 0,-2 0 5 0,5 2 2 16,-1 0-4-16,3 0 4 0,-1 0-10 0,-2 2 1 15,1 0-4-15,-3 2 3 0,-2 1-5 0,2 1 2 16,-2 1-2-16,2 1 1 0,-4 1-11 0,4-5 13 15,0 14-7-15,3 1 7 0,-1 1-18 0,3 5 6 16,-1 1-4-16,0-4 4 0,5 6-5 0,-11-12 5 0,5 3-3 16,-10 9 3-16,7-8-6 0,-1 12 3 0,3-4 2 15,2-8 3-15,-1 4 5 0,3-7 12 0,-1 3-7 16,2 1 9-16,3-3-2 0,-1 1-1 0,2-2 8 16,-2 1-7-16,2-1 8 0,0 0-17 0,0-3 1 15,0 1-4-15,0 2 3 0,2 0 2 0,3-1-4 0,-1-3 3 16,2 2-11-16,-1 2 9 0,-1-2-6 0,1 2 6 15,1-3-6-15,1 1-5 0,1-4 7 0,-6 2-7 16,7 0-2-16,0-3 4 0,1 1-3 0,-7 0 4 16,5-6-1-16,3 7-2 0,2-5 1 0,2-1 0 15,3 3 1-15,-5-7 3 0,0 1-4 0,2 1 4 16,-2 5-3-16,4 3 2 0,0-5-3 0,-3-1 3 0,3-1-2 16,-2-1-2-16,-2-2 1 0,0 1-3 0,0-1-1 15,0 0 5-15,0 0-4 0,0-2 5 0,0 0-7 16,-2 0 2-16,2 0 2 0,2 0-2 0,-2 0-6 0,2 0 8 15,1-2-3-15,-4-2 6 0,2-1-5 0,3-1 6 16,-2-1-3-16,2-1 4 0,1-3 0 0,-7 4 3 16,14-8-1-16,-7 4 1 0,-1 0-1 0,5 9-7 15,-5-15 2-15,3 1-4 0,1-3 5 0,-3 2-2 16,-3 1 2-16,-2-1-2 0,-4 0-3 0,-1 0-1 16,3 1 4-16,-4 1-2 0,3 0 4 0,1-2 2 0,-9 1-3 15,1-1 2-15,3 0-9 0,7-3 1 0,-6 7 4 16,1-6 1-16,-4-1 7 0,-3 1-4 0,-1-9-5 15,0 12 2-15,-3-9-3 0,-3 3-3 0,-1 0 2 0,-4-13-1 16,-1 5 0-16,-1 2 7 0,0-2-3 0,2 8 4 16,-2-2-9-16,-2-2 7 0,2 0-4 0,0 2 6 15,2 2-12-15,2 5 11 0,0 0-5 0,-2 2 7 16,7 0-8-16,-15 1 4 0,1 2-1 0,-1 3 1 16,1 2-13-16,-1 5-4 0,-1 0-5 0,-6-13-3 15,-4 6-54-15,-4 9-254 0,-6 11-78 0</inkml:trace>
  <inkml:trace contextRef="#ctx0" brushRef="#br0" timeOffset="74990.14">20965 8592 16 0,'0'0'0'0,"0"0"0"0,0 0 16 0,0-2-7 0,0 2 3 15,0 0-3-15,0-1-6 0,0-1-12 0,0 0 9 16,0 0-12-16,0 0 7 0</inkml:trace>
  <inkml:trace contextRef="#ctx0" brushRef="#br0" timeOffset="75821.81">20922 8574 84 0,'0'0'16'0,"0"0"2"0,0 0 11 15,0 0-12-15,-2 0 7 0,0 0-14 0,0 0 1 16,0 0 1-16,1 0-2 0,-1 0 0 0,0 0 4 16,0 0-2-16,0 0 2 0,0 0-3 0,0 0 13 15,1 0-2-15,-1 0 4 0,0 0 1 0,0 0 4 16,0 0 5-16,0 0-3 0,0 0-6 0,1 0-6 15,1 0-7-15,0 0 3 0,0 0-8 0,0 0 8 0,0 0-5 16,0 0 4-16,0 0-14 0,0 0-2 0,0 0 10 16,0 0-7-16,0 0 15 0,0 0-10 0,0-2-4 15,0 2 1-15,0-2-2 0,0 0-1 0,0 0 3 16,0 0-2-16,1 1 8 0,1-1-6 0,0 0-1 0,0 2 0 16,0 0 2-16,0-2-6 0,0 0 1 0,-1 2-3 15,1 0 2-15,0-2 2 0,0 2 2 0,0 0 1 16,0 0 1-16,0 0-5 0,-1 0 3 0,1 0-3 15,0 0 3-15,0 0 8 0,0 0-2 0,0 0 5 16,0 0-4-16,1 0-3 0,1 0 1 0,0 0 1 16,5 0 8-16,6 0-7 0,-4 0-1 0,6 0-2 0,1 0-4 15,-1 0 9-15,5 0-5 0,1 0 4 0,1 0-17 16,5 2 9-16,-4-2-5 0,1 0 6 0,-1 0 1 16,-2 0-2-16,5 0 0 0,1 0-2 0,1 0-2 0,0 2-1 15,1-2 1-15,-1 2 0 0,-2-2 4 0,2 0-4 16,-1 0 8-16,-1-2-8 0,4 2 1 0,-1 0 1 15,1-2-3-15,1-2 1 0,1 1-7 0,1 1 8 16,0 0 0-16,2 2 4 0,10 0-8 0,-5-2 8 16,5 0-7-16,3 2 7 0,-7 0-9 0,5 0 7 15,-7-2-1-15,2-1 2 0,-4 1-14 0,-2 0 13 0,4 2-6 16,-4 0 8-16,2 0-10 0,0 0 8 0,0-2-7 16,3 0 7-16,5 0 0 0,5 1-10 0,3-1 13 15,5 0-11-15,-1-2 12 0,-1 2-3 0,-8 2-5 16,-2 0 1-16,-3 0 1 0,-4-2-7 0,0 1 9 15,-4 1-7-15,3 0 13 0,1 3-9 0,0 1-1 0,-4-2-2 16,2-2 6-16,2 0-4 0,-2 0 3 0,11 4-4 16,-1-1-8-16,3 3 10 0,3-1-1 0,-14-3 4 15,6 0-4-15,-3-2 2 0,-5 0-4 0,7 4 4 16,-5-2-4-16,-2 1 2 0,0 1 1 0,2 2 0 16,-2 1 4-16,2-3-7 0,4 0 4 0,3-3-4 15,2 1 4-15,6 4 1 0,-4-1-2 0,3 3 0 0,-3-3-3 16,2 1 7-16,-2-2-7 0,-9-1 7 0,1 3-7 15,-5-2 6-15,0-2 1 0,2-1 0 0,0 1-11 0,-2 0 3 16,8 2 4-16,-5-1-1 0,-3-1 1 0,10 2 5 16,-9-2-5-16,7 2 7 0,1 1-8 0,-9 1-5 15,0-1 2-15,-15 1-2 0,4 1 6 0,-6-3-4 16,-3 0 6-16,1-1-5 0,-7-1 0 0,0 2-6 16,-2 0-16-16,-1 1-10 0,-3-1-192 0</inkml:trace>
  <inkml:trace contextRef="#ctx0" brushRef="#br0" timeOffset="77650.92">21083 9257 11 0,'0'0'0'0,"0"0"1"16,0 0 1-16,0 0 0 0,0 0 1 0,0 0 14 15,-1 0-10-15,1 0 11 0,-2-2-10 0,0 0 8 0,0 0 13 16,0 1-12-16,0-1 13 0,0 0-9 0,1 0 4 15,-1 0 0-15,0 0-2 0,0 0-15 0,0 2 17 16,0-1-6-16,2 1 10 0,0-2-10 0,0 0 10 16,0 0-4-16,0 0 6 0,0 2-13 0,0-2 6 15,-2 0-11-15,1 1 8 0,-1-1-14 0,0 2 2 16,0 0 5-16,2 0-4 0,0 0-5 0,0 0 3 16,0 0-4-16,-2 0 4 0,2 0 1 0,0 0-8 0,0 0 6 15,0-2-6-15,0 2 16 0,0 0 0 0,0-2 8 16,2 2-7-16,0 0-5 0,0-2 8 0,0 2-9 15,-1-2 10-15,1 0-5 0,0 1 1 0,2-1-4 16,0 0 0-16,-1 0-9 0,5 2 10 0,-5 0-2 0,7-2 2 16,3 0-14-16,-8 2 5 0,8-2 3 0,-7 2 1 15,-1 0 4-15,5-1-2 0,-3-1-10 0,6 0 5 16,-5 0-10-16,1 0 9 0,0 0 3 0,-2 0 0 16,6 1 1-16,0-3 3 0,0 2-2 0,0-2 1 15,0 2-15-15,-1 1 12 0,6-3-9 0,-3 2 12 16,4-2-5-16,-3 2-7 0,1 1 9 0,2-1-9 0,-3 0 2 15,1 2 4-15,2-2-3 0,-5 2 4 0,3-2-1 16,0 2-5-16,0 0 1 0,1-2-2 0,4 0 1 16,-1 1 1-16,3-1 2 0,-2 2-3 0,1 0-4 0,1 0 2 15,0 0 0-15,2 0 1 0,-2 0 3 0,2 0-3 16,2 0 0-16,0 2-1 0,5-1 1 0,4 3-3 16,-2-2 6-16,4 2-4 0,2-2 4 0,0-1 2 15,-4 3-6-15,4-2 3 0,-4 0-4 0,-1 0-2 16,1-2 3-16,-4 0-2 0,2 0 3 0,-1 0 9 15,3 0-8-15,0 0 5 0,4 0-18 0,3 0 12 16,3 0-1-16,1 0 4 0,0 0 4 0,4 0-7 16,2-2 6-16,-5 0-6 0,1 0-2 0,-2 0-1 0,-3 2 2 15,-1 0 1-15,-5-2-1 0,2 2 5 0,-4 0-6 16,4 0 6-16,-2 0-3 0,2 2-1 0,-4 0-3 16,2 0 1-16,4 2 3 0,1-1-8 0,4 1 11 0,-3 0-11 15,5 0 10-15,0-3 3 0,0 3-11 0,-5 0 6 16,-4-2-7-16,-2 0 3 0,-2-1 4 0,2 1-1 15,0-2 3-15,-2 0-2 0,0 0 4 0,4 0-3 16,0 0-2-16,3 0 2 0,8 0-6 0,-3-3 7 16,3 1-1-16,3-2 0 0,-3 0-2 0,4 1 1 15,-4-1-2-15,-6 0 1 0,-3-1 0 0,-2 1 0 0,2 0-6 16,-2 0 7-16,-1 3-1 0,-1-1 3 0,0 0 2 16,2 0-10-16,2 2 5 0,0 0-4 0,7 0 11 15,-4-2-6-15,-5 2-1 0,7 0 0 0,-12 0 1 0,-1 0-5 16,2 0 6-16,-13 0-5 0,4 2 4 0,0 0 4 15,-8 0-12-15,4 0 7 0,-1 1-10 0,-1 1-54 16</inkml:trace>
  <inkml:trace contextRef="#ctx0" brushRef="#br0" timeOffset="81096.95">21609 9727 256 0,'0'0'-42'0,"0"0"34"0,0 0 6 0,0 0 10 0,0 0 38 15,-2 0-7-15,0 0-10 0,0 0-9 0,0 0 7 16,1 0-6-16,-1 0 3 0,0 0 5 0,0 0-5 16,0 0-11-16,0 0 5 0,2 0-4 0,-2 0 6 0,2 0 1 15,-1 0-3-15,1 0-1 0,0 0 0 0,-2 0-2 16,2 0 3-16,0 0 6 0,-2 0-3 0,2 0 0 0,0 0 3 15,0 0-11-15,0 0 8 0,0 0-17 0,0 0 4 16,0 0-3-16,-2 0 1 0,2 0-14 0,0 0 10 16,0 0 0-16,0 0 6 0,0 0-3 0,0 0-7 15,0 0 2-15,0 0-2 0,0 0 10 0,0 0-10 16,0 0-2-16,0 0-2 0,0 0 9 0,0 0 4 16,0 0 1-16,0 0 0 0,0 0 0 0,0 0-8 15,0 0 1-15,0 0-2 0,0 0 11 0,0 0-8 0,0 0-2 16,0 0 0-16,0 0 3 0,0 0-4 0,0 0 10 15,0 0-9-15,0 0 6 0,0 0 6 0,0 0-5 16,0 0 7-16,0 0 5 0,0 0-7 0,0 0 4 16,0 0-6-16,0 0 3 0,0 0-6 0,0 0 3 15,0 0-4-15,0 0-1 0,0 0 0 0,0 0-6 0,0 0 2 16,0 0-4-16,0 0 6 0,0 0-4 0,0 0 4 16,0-2-3-16,0 2-3 0,0-2 8 0,0 2-5 15,0-2 9-15,0 2-9 0,0 0 1 0,0 0-2 16,0 0 4-16,0 0-4 0,0-2 1 0,0 2-4 15,0 0 4-15,0 0 6 0,0 0-3 0,0 0 3 16,0-2-7-16,0 2 1 0,0 0-2 0,0 0 3 0,0 0 1 16,0 0-7-16,0 0 10 0,0 0-9 0,0 0 7 15,0 0 2-15,0 0-4 0,0 0 5 0,0 0-6 0,0 0 5 16,0 0-8-16,2 0 8 0,0 0-2 0,0 0-3 16,-1 0 7-16,1 0-7 0,0 0 2 0,0 0-5 15,0 0 1-15,0 0-1 0,0 0 13 0,-1 0-10 16,1 0 2-16,0 0-4 0,0 0 7 0,0 0-4 15,0 0-1-15,0 0-1 0,-1 0 0 0,1 0 4 16,0 0-4-16,0 0 2 0,0 0-7 0,0 0 9 16,0 0 2-16,-1 0 2 0,1 0-1 0,0 0-11 15,0 0 7-15,0 0-8 0,0 0 12 0,0 0-3 0,-1 0-5 16,1 0 2-16,0 0 3 0,2 0-5 16,0 0 4-16,-1 0-4 0,-1 0 4 0,7 0-6 0,-1 0 6 15,1 0-4-15,2 0 9 0,-1 0-9 0,-3 0-2 16,0 0-1-16,3 0 12 0,1 0-12 0,0 0 11 0,2 0-10 15,-4 0 16-15,4-1-11 0,2-1-3 0,-4 0-1 16,4 2 5-16,-2 0-8 0,0 0 11 0,2-2-10 16,-4 0 4-16,2 0 9 0,2 0-11 0,-2 1 9 15,2-1-8-15,-4 0-2 0,0-2 4 0,0 0-2 16,2-1 12-16,6-1-13 0,-6 1 7 0,5-3-9 16,-1 3 7-16,0-1 4 0,3 1-3 0,-9 1 3 0,6-4-6 15,-6 3-3-15,6-3-1 0,-2 1-2 0,-2 1 6 16,0-1 0-16,0 0 0 0,2-3 0 0,-2 1-2 15,0 2 2-15,0-1 6 0,0 1-3 0,3-3-5 0,1 1 6 16,-2 2-6-16,0-1 7 0,1 1-8 0,-1 1 1 16,4-1 0-16,-2 1 1 0,-1 1 2 0,1-1 0 15,0 1 1-15,-1-1 0 0,1 2-3 0,0 1-1 16,1-3 2-16,1 0 0 0,-1 1-1 0,1-1 4 16,5-1-3-16,0 1 3 0,2-1-4 0,4 1 0 15,-10 3 1-15,6-5 0 0,-3 1 0 0,3-1-4 16,0 3 4-16,-6-1-1 0,4 1 2 0,-3 1-1 0,-3 0-4 15,3 2 4-15,-5 0 1 0,1-1-2 0,0-1 1 16,-6 0-2-16,6 1 4 0,-6 1 4 0,0 0-2 16,0 0 0-16,-2 0-14 0,3-2 14 0,-1 3-6 15,-2-1 9-15,2-2-13 0,0 0 7 0,0 1 0 16,2-3 3-16,0 0-4 0,0 1-3 0,4-1 3 0,-2 1 0 16,0-3 8-16,0 1-11 0,-2 1-1 0,-2 1-1 15,0-1 7-15,-2 2 2 0,2-1-2 0,0-1 1 16,1 1-4-16,-1-1-2 0,-2 3 0 0,-2-1 0 15,3 0 6-15,-1 0-6 0,2-1 8 0,-2 1-7 16,3 0 4-16,-5 3 1 0,4-3-6 0,-3 2 4 16,3-2-2-16,2-1 2 0,0-1 2 0,2 1 0 0,-2 1-9 15,-2 0 10-15,0 0-5 0,-4 3 5 0,6-3-10 16,0 0 3-16,4-1 2 0,2-1 1 0,-5 2 0 0,3-1 5 16,-2 1-7-16,-2 0 5 0,7 1-10 0,-5-1 7 15,-2 2 0-15,4-2 1 0,-10 2 6 0,6-1-11 16,4-3 5-16,-4 2-6 0,0 1 10 0,2-1-5 15,-6 2 3-15,2-2-5 0,-1 1 2 0,-1-1-1 16,-2 2 2-16,1-2-1 0,1 1 6 0,2-1-4 16,-2 0-2-16,-1 1 1 0,-1 1 0 0,-1 0 0 15,1-2 0-15,-1 2-1 0,-1 0 0 0,1 1-3 16,-2-1 3-16,-1 0-3 0,3 0 0 0,0 0 2 0,-1 0 1 16,1 0 2-16,1-1 2 0,-3 1-1 0,5-2-4 15,-3 2 2-15,3-1-7 0,-2-1 9 0,1 0-4 16,1 0 5-16,0 1-8 0,1-1 0 0,-3 2 1 15,1-2 0-15,-1 1 13 0,0 1-12 0,-1 0 9 0,1 0-10 16,3-2 9-16,-3 3-4 0,2-3-2 0,1 0 0 16,-3 2-6-16,2-1 9 0,1-1-4 0,3 0 6 15,-4 0-4-15,2 1-1 0,0-1-4 0,2 0 1 16,-2 1-4-16,1-1 11 0,1 2-4 0,-10 2 6 16,14-6-6-16,-2 3 1 0,-2-1 4 0,7-2-5 15,-10 5-9-15,1-3 10 0,4 0-8 0,-8 2 9 0,4 0-3 16,-2 1 6-16,-5 1 1 0,7-4 0 0,2 0-14 15,-2 0 10-15,1 1-9 0,1-1 8 0,-4 0-7 0,4 1 10 16,2-1-5-16,-4 0 6 0,-2 2-8 0,8-3 3 16,-6 1 0-16,4 0 2 0,3-1-2 0,-7 1-5 15,4 0 10-15,-4 1-8 0,2-1 2 0,-1 2 9 16,-3 0-12-16,0 0 11 0,2-1-19 0,-1 1 13 16,-1-2-1-16,0 0 6 0,0 2 0 0,1 1-6 15,-5-1 0-15,3 0-3 0,-3 0 3 0,1 0-5 16,1 0 7-16,-1 0-5 0,-2 2 13 0,1-1-15 15,-1-1 9-15,0 2-8 0,1-2 13 0,-1 2-4 0,0 0-7 16,-3 0 2-16,3-2-8 0,0 0 10 0,0 0-1 16,1-1 5-16,-1 1-4 0,1-2-7 0,-1 2 5 15,4-3-6-15,-5 3 10 0,3-4-5 0,1 1 5 16,-1 3-4-16,-2-4 5 0,1 1-5 0,-1-3-3 0,1 4 1 16,-1 3 3-16,0-3 3 0,0 0-5 0,-1 0 2 15,1 1-1-15,-2-1 0 0,0 0 9 0,0 2-6 16,-1-1 6-16,1-1 4 0,0 0-3 0,0 1 6 15,0-1 9-15,0 0-17 0,0 2 8 0,-1 0-10 16,-1 1 11-16,0-1-12 0,0 0 2 0,0 0-5 0,0 0 6 16,0 0 3-16,0 0-5 0,0 1 5 15,-1-1 1-15,-1 0-1 0,0 0 4 0,0 0-5 0,0 2-10 16,0 0 4-16,-1 0-7 0,-1 0 6 0,-4 0-4 16,-1 2-1-16,-2 2 6 0,2-1-4 0,-1 3 3 0,3-2-2 15,0 1-1-15,-1-3 0 0,4 7 6 0,1-3-8 16,-1 3 3-16,0-5-4 0,2 0 6 0,1-1-3 15,1-1 3-15,-6 6-3 0,4-5 1 0,2-1 0 16,-2 2-2-16,0 0 1 0,1-1-2 0,1 1 6 16,0 0-1-16,0-2 3 0,1 0-6 0,1-1 3 15,0 1-3-15,2 0 3 0,0 0 2 0,3-2-3 16,4 2 6-16,0-2-5 0,-1 0 0 0,-1-2 5 0,0-2-9 16,-1 1 6-16,-3-1-6 0,1 0 1 0,-1 0 4 15,-1-1-3-15,-2-3-1 0,2-3 5 0,3 2 1 16,-3 3 3-16,3-5-1 0,-1 0-5 0,-3 0 0 15,1-4 0-15,-2 8 5 0,-2 3 1 0,0 0 3 0,0 1-2 16,0-1 2-16,0 0-8 0,-2 2 0 0,0 0-2 16,0 1 2-16,1-1-1 0,-3 0 2 0,0 2-1 15,0 0-4-15,-1 0 6 0,-3 2-9 0,-1 3 7 16,4-1 0-16,1 2-5 0,2 3 4 0,-4-5-6 16,5-1-2-16,-5 5-1 0,0-1-1 0,3 1-4 15,-3 3-41-15,1 2-297 0</inkml:trace>
  <inkml:trace contextRef="#ctx0" brushRef="#br0" timeOffset="82227.35">21871 9691 102 0,'0'0'23'0,"0"-1"34"16,0-1-20-16,0 0 5 0,0 0-2 0,0 0 1 15,0 0-16-15,0 0-4 0,-2 1-4 0,0-1 2 0,0 0-7 16,0 0 10-16,0 2-3 0,0 0 4 0,1 0-11 15,-1 0-7-15,0 0 1 0,0 2-4 0,-2 0 2 16,1-2 10-16,-10 5-6 0,-4 5 7 0,0-3-8 0,-5 4 13 16,3-3 0-16,-3 1 3 0,2 0-4 0,3-1 12 15,-2 1-8-15,-1 0 10 0,0-1-10 0,1-1 2 16,-1 0 1-16,3-1 0 0,-4 1-4 0,7-3-8 16,-1 0-4-16,4 0 0 0,1-3 0 0,3 1-9 15,1 0 4-15,3 0-8 0,-1 0-20 0,2 0-5 16,0 0-23-16,0-1 1 0,0 1-138 0</inkml:trace>
  <inkml:trace contextRef="#ctx0" brushRef="#br0" timeOffset="85693.34">21432 9846 89 0,'0'0'0'16,"0"0"43"-16,0 0 25 0,0 0 23 0,0 0 6 15,0 0-35-15,0 0-20 0,0 0-32 0,0 0 3 0,0 0-7 16,0 0 15-16,0 0-7 0,0 0 9 0,0 0-9 15,0 0 9-15,0 0-18 0,0 0 4 0,0 0-6 16,0 0 12-16,0 0-5 0,0 0 3 0,0 0-3 16,0 0 8-16,0 0-11 0,0 0-2 0,0 0-3 15,0 0 0-15,0 0-5 0,0 0 9 0,0 0-7 0,0 0 6 16,0 0 0-16,0 0-11 0,0 0 8 0,0 0-1 16,0 0-6-16,0 0 11 0,0 0-9 0,0 0 10 15,0 0-7-15,0 0 0 0,0 0-3 0,0 0 3 0,0 0 1 16,0 0 1-16,0 0 1 0,0 0-11 0,0 0 6 15,0 0-2-15,0 0 6 0,0 0 10 0,0 0-12 16,0 0 6-16,0 0-8 0,0 0 3 0,0 0 4 16,0 0-3-16,2 0 3 0,0 0-1 0,-2 0 0 15,0 0 3-15,2 0-1 0,-2 0 12 0,2 0-5 16,0 0-1-16,0 0-1 0,-1 0-2 0,1 0-8 16,0 0 2-16,0 0-3 0,0 0 4 0,0 0-3 15,0 0 0-15,-1 0-1 0,1 0 3 0,0 0-3 0,0 0 2 16,0 0-2-16,0 0 9 0,0 0-8 0,-1 0-2 15,1 0 0-15,2 0 3 0,0 0-5 0,-1 0 11 16,1 0-11-16,-2 0 3 0,4 0 6 0,1-2-6 16,0 0 8-16,1 0-5 0,1 0 0 0,0-2-4 0,1 3 2 15,-3-1 6-15,1 0-8 0,-3 0 10 0,1 0-10 16,1-2 14-16,1 1-8 0,-1-1 2 0,2 0-4 16,-1 1-7-16,3-3 4 0,0 0-3 0,2 1 4 15,0-1-1-15,0 1 6 0,2-1-4 0,-2 1 5 16,0-1-7-16,2 0 4 0,-2 1 0 0,3-1 2 15,1 1-8-15,2-3 0 0,-1 1-3 0,4-1 4 16,-3 1 4-16,1 0-2 0,1-1 7 0,-3 1-6 0,1-1 4 16,1 1-10-16,-1 1-1 0,-8 3 0 0,8-3 12 15,-6 2-2-15,0-1-2 0,0 1-2 0,3-2-6 0,3 1 4 16,-2-1 2-16,1 1 0 0,-3 1-1 0,0-2 1 16,0 1-1-16,2-1 0 0,-4 1-1 0,-2-1 6 15,2 2-5-15,0-1 5 0,0-1-8 0,0 1-1 16,0-5 3-16,2 1-1 0,-1 0 5 0,1 0-3 15,-2-1 1-15,0 1-1 0,-2 0 14 0,1 1-13 16,1 1 6-16,0-1-8 0,0 1-2 0,-2 0 4 16,-2 1-1-16,0 0 3 0,1 1-1 0,-3 1 5 0,2-1-7 15,-3 1 6-15,1-2-3 0,-1 3 8 0,-1 1-2 16,3-6 2-16,-1 1-5 0,1-4 4 0,1 9 2 16,-4-11-1-16,5 4 1 0,-1 5-9 0,0-9 5 15,1 5-7-15,-3 1 5 0,2 0-6 0,1-1 0 16,1 1 0-16,4-1 4 0,-4 1-4 0,4-1 3 0,-2 3-3 15,1-3 6-15,-2 1-5 0,1 0-1 0,-4 1 0 16,6-1 1-16,1 3-1 0,-1-3 2 0,-2-1-3 16,0 1-3-16,4-1 5 0,3 3-2 0,8-3 3 15,-9 3-5-15,-2-3 0 0,1 3 1 0,-1-3 2 16,3 3 10-16,-3-1-11 0,2-1 0 0,-1 1-4 0,-3 1 5 16,2-3 1-16,-4 1-1 0,0 1 1 0,0 2 3 15,0-1-6-15,2 1 5 0,-2 0-6 0,-1 1 0 16,0-1 8-16,1-2-5 0,1 3 6 0,-1-3-5 0,-1 2-3 15,1-1 2-15,-4-1-1 0,4 3-3 0,0-3 5 16,-2 0-4-16,4 1 5 0,-6 1 6 0,4-1-11 16,-2-1 8-16,-1 0-8 0,4-1 5 0,5 1-3 15,-2 1-4-15,5-1 3 0,0 1 2 0,-1-1 7 16,-6-1-7-16,-1 3 5 0,1-3-10 0,-2 3 8 16,6-2-5-16,5 1 5 0,-4 1-2 0,3-2-4 15,-5 3 8-15,-1-3-8 0,-2 1 7 0,2-1-7 0,3 0 1 16,-5 1-4-16,0-3 7 0,1-1 1 0,-1 2 0 15,4-1 0-15,-2 1 5 0,-1-2-9 0,-1-3-1 16,0-4-3-16,3 8 10 0,1-7-7 0,0 4 10 16,-1 4-10-16,-1-6 2 0,-2 5 4 0,0-3-5 15,-2-2 5-15,1 4-8 0,-1-2 6 0,2 5-2 0,-4 1 3 16,-3-5 3-16,1 9-9 0,-1-7 9 0,-1 3-8 16,0-1 11-16,-1 2-10 0,0 1 2 0,-3 1-4 15,3-2 4-15,-2 2 3 0,1-2-4 0,3-1 3 16,-3 1-1-16,4-1 1 0,-1-1-1 0,-1 2 1 15,3-1-4-15,1-1 2 0,0 1 1 0,6-3 2 0,-4 3-7 16,-6 1 8-16,2-2-10 0,-7 6 9 0,6-5-3 16,5-4-1-16,-4 3 7 0,6-3-6 0,3 1 3 15,-8 6-6-15,-1 1 3 0,-7 1-3 0,1-2 13 16,-1 2-10-16,2-2 2 0,9-4-3 0,-7 4 6 0,-5 2-2 16,3-1-2-16,0-1-1 0,0 0 3 0,-1 0-1 15,1 0-1-15,-2 0-1 0,2 0 1 0,-3 1-1 16,3-1 4-16,-2 0-4 0,2 2 2 0,-2 0-4 15,-1-2 6-15,1 0-5 0,0 0 7 0,0 0-3 16,0 1 0-16,0-1-2 0,0 2-6 0,-1-2 7 16,1 0-4-16,0 2 6 0,0 0 2 0,0 0-3 0,0 0 1 15,0-2-3-15,-1 0-2 0,1 0 7 16,0 1 2-16,0-1 3 0,0 2 0 0,0 0 0 0,0-2-8 16,-1 0 5-16,1 0-7 0,-2 0 2 0,0 0 10 15,2 2-7-15,0-1-4 0,0-1 5 0,0 0-5 0,-2 0 6 16,0 0-8-16,0 2 4 0,0 0-6 0,0 0 5 15,0-2 2-15,0 2-5 0,0 0 6 0,0-2-6 16,0 2 4-16,0 0-3 0,0 0 0 0,2 0-1 16,-1 0 4-16,-1 0-3 0,0 0-1 0,0 0 1 15,0 0 8-15,0 0-1 0,0 0-1 0,0 0 0 16,0 0 2-16,0 0-6 0,-1 0 4 0,1 0-6 0,-2 0-5 16,0 0 4-16,0 0-4 0,0 0 6 0,0 0 2 15,-1 0-4-15,-1 0 4 0,-11 2-5 0,2 0 4 16,2 0 5-16,0 0-8 0,-2 0 4 0,0 0-7 0,2-1 4 15,-6 3 5-15,8-2-2 0,1 0-7 0,-3 2 4 16,7-4-1-16,1 1 5 0,-7 5 0 0,7-4-5 16,-5 3-5-16,3-1 1 0,1 2 5 0,0 3-5 15,2 2 8-15,-1-3-8 0,1-5 6 0,-4 5-1 16,1-1-3-16,3-3 1 0,0 0-3 0,0-1 10 16,0 1-4-16,0 0 7 0,0-1-8 0,2 1-1 15,0 0 2-15,0-2-2 0,0-1 0 0,0 1 10 16,0 0-10-16,2-2 10 0,0 0-8 0,0 0 3 0,0 0 1 15,0-2-2-15,0 0-4 0,1 1 4 0,-1-3-2 16,0 0 2-16,4-7-9 0,-3 2 8 0,1 0-1 16,-2 3 5-16,0 0-3 0,-2 3-1 0,0-1-3 15,0 0-1-15,0 2-6 0,0 1 5 0,0-1 4 0,0-2-1 16,0 0 2-16,0 2-3 0,0 1-2 0,0-1-1 16,0 0-3-16,-2 0 6 0,0 2 0 0,0 0 2 15,0 2-8-15,0 0 7 0,1 0-2 0,-3 1 5 16,2 1-2-16,-9 13-2 0,3-2-3 0,3-2 2 15,1-2-6-15,4-6 6 0,0 3 2 0,0-3 1 16,0 1 4-16,0 1-6 0,0-1 2 0,0-1-2 0,0-3 1 16,0 2 5-16,0 0-6 0,2-3 7 0,0 1-5 15,0 0 2-15,0 0 1 0,-1 0-2 0,1-2-4 16,2 0 2-16,0-2 2 0,-1 0 2 0,1 0 5 0,0-1-9 16,1-7 2-16,1 1-3 0,0-4 6 0,-3 0-7 15,1 2 5-15,-2 2-6 0,-2 1 2 0,0 3 4 16,0 1-7-16,0 0 7 0,-2 1-2 0,0-1-2 15,0 2 1-15,-1 0-1 0,-1 0 6 0,-2 2-7 16,-5 0 4-16,0 4-5 0,4-2-3 0,1 2 12 16,2-3-12-16,1 3 12 0,1 11-12 0,-2-9 5 15,-2 1 0-15,1 2 0 0,3-3-6 0,0-3 5 0,2-1 5 16,0 0-1-16,0 2 7 0,0-2-23 0,0 0-8 16,0-1-10-16,2 5-75 0</inkml:trace>
  <inkml:trace contextRef="#ctx0" brushRef="#br0" timeOffset="86854.9">24645 8004 111 0,'0'0'31'0,"0"0"-6"0,0 0 28 0,0 0 6 15,-2 0-8-15,0-2-6 0,0 0-13 0,0 0-8 16,0 0 1-16,0 0-16 0,1 0 1 0,-1 1 3 15,0 1-4-15,0 0-3 0,0 0-7 0,2 0 1 16,0 0-3-16,0 0 4 0,0 0 1 0,0 0-1 16,0 0 0-16,0 0 6 0,0 0-5 0,0 0 1 0,0 0-3 15,0 1-1-15,2 1 1 0,0 0 0 0,0 0 0 16,0 2 0-16,-1-1 2 0,1 1 7 0,4 7-6 16,-1 2-2-16,3 2 7 0,-3 2-6 0,1 0 7 15,0-1 1-15,-1 3-9 0,1-1 6 0,-3 1-7 16,3 5 9-16,-2-3-6 0,1 3 5 0,1 2-6 15,-2-4-2-15,1 4 5 0,-1-4-6 0,0-3 6 16,1 5-5-16,1 0-4 0,-1 0 6 0,-1-1-4 0,2 1 12 16,-3-4-14-16,1 1 7 0,0 6-7 0,-2-6 12 0,-1 3 1 15,-1-7-7-15,0-2 6 0,0-1-15 16,0-2 7-16,0 2-3 0,0-3 5 0,0 1-2 0,0-5-1 16,0-5 4-16,0 2-4 0,0-1-3 0,0 1-27 15,0 0-25-15</inkml:trace>
  <inkml:trace contextRef="#ctx0" brushRef="#br0" timeOffset="87337.05">23900 8061 16 0,'0'-2'2'0,"2"0"5"0,0-1-7 0,-2 1-2 15,7-17 1-15,-3 10-1 0,3-6 7 0,-1 2-6 16,-2 6 2-16,1-4-2 0,-1 3 10 0,0 1 7 16,-3 1 4-16,1 3 0 0,0-1 15 0,0 0 21 15,2-5-7-15,-1 0 10 0,1-3-21 0,-2 7-12 16,0 1-1-16,0 0-3 0,0 3 3 0,-1-1-11 16,1 0 8-16,0 0-9 0,0 0 6 0,0 0 13 15,0 0-5-15,0 1 6 0,-1 1-15 0,1 1-14 16,0 1 6-16,2 6-7 0,5 20 8 0,-1-1-5 0,-5 3-1 15,-1-2 0-15,-2 2 9 0,0-4-14 0,2 3 9 16,0-1-10-16,-2-2 11 0,2 0-6 0,-2 0-5 0,2 0 1 16,-1 2 4-16,1-2-6 0,0 2 6 0,-2-2-7 15,0-2 3-15,2 0 3 0,-2 0 3 0,0-1 0 16,2-5 8-16,-2 1-16 0,0-1 6 0,0-1-7 16,0-2 9-16,0-10-4 0,0 7-7 0,0-7 2 15,0 6-10-15,2 2-42 0,-2-9-97 0</inkml:trace>
  <inkml:trace contextRef="#ctx0" brushRef="#br0" timeOffset="87776.3">24793 8095 82 0,'0'0'43'0,"0"0"-8"0,-2 0-7 0,0 0 20 0,1 0-31 16,-1 0 8-16,0 0-4 0,0 0-8 0,0 0 4 16,0 0-18-16,0 0 9 0,1 0 9 0,-1 0 6 15,0 0 56-15,0 0-23 0,2 0 4 0,0 0-14 0,0 0-24 16,2 0 0-16,2 0-1 0,3 0 2 0,13-2-1 16,12-2-9-16,-2 0 5 0,3 1-5 0,6-1 6 15,-4 0 2-15,4 0-7 0,-7 3 7 0,1-1-4 16,3 0-5-16,-7 0 1 0,1 0-4 0,-6 0-12 0,-5 0 7 15,-3 1-4-15,-6 1 6 0,-5 0 1 0,1 0-4 16,-2 0 0-16,-1 0-3 0,1 0-7 0,0 0-8 16,-2 0-3-16,-1 0-11 0,1 0-104 0</inkml:trace>
  <inkml:trace contextRef="#ctx0" brushRef="#br0" timeOffset="88146.99">25018 7916 559 0,'0'-1'17'16,"0"-1"0"-16,0 0 1 0,0 0-1 0,0 0-6 16,0 0-10-16,0 0-1 0,0 1 0 0,2-1-1 15,-2 0 1-15,1 0 5 0,1 0-5 0,0 0 5 16,0 0-10-16,-2 1 22 0,0-1-6 0,0 0 12 0,0 2-2 15,0 0-7-15,0 0 8 0,0 0-9 0,0 2-4 16,0 0 7-16,-2-1-2 0,0 3 4 0,-1-2-7 16,-18 13 3-16,1 3-8 0,-1-3 8 0,-1 4-4 0,0-1-3 15,-2-3 2-15,0 0-3 0,1 2-7 0,5-4 8 16,1 2-3-16,2-2 7 0,6-4-10 0,0-2-1 16,3 3 2-16,2-3-2 0,-1-1 3 0,3 1-2 15,0-3-2-15,-2 1 1 0,1 1 12 0,3-4-2 16,0 1-7-16,0 1 3 0,0-2-11 0,1 2 11 15,1-1 0-15,8 3 1 0,19 7-14 0,5-6 4 16,3-3-1-16,2-4 0 0,0 0-28 0,-9-2-19 0,1 0-12 16,-3 2-3-16,-2 0-58 0</inkml:trace>
  <inkml:trace contextRef="#ctx0" brushRef="#br0" timeOffset="88600.76">23050 8223 183 0,'0'0'14'0,"0"0"-1"0,0 0 1 0,0 0-1 15,0 0-5-15,0 0-8 0,0 0 5 0,0 0-2 0,0 0 3 16,0 0 13-16,0 0 4 0,0 0 3 0,-2 0-1 16,2 2 4-16,0-1 36 0,0 1-9 0,0 0 16 15,0 0-25-15,2 0 0 0,0 0-5 0,-1 0 2 16,3-1-15-16,20 11-1 0,4-5 7 0,5-1-6 16,-3-5-3-16,2-1-17 0,-1 0-6 0,-3 0-1 15,6-1-7-15,-1-1 0 0,-1 0-7 0,-1-2 2 16,-7 2-33-16,-1 0-31 0,-7 2-19 0</inkml:trace>
  <inkml:trace contextRef="#ctx0" brushRef="#br0" timeOffset="88838.11">23317 8098 381 0,'0'0'23'0,"0"0"-1"0,0-2-7 16,2 1 8-16,0-1-13 0,1 0 22 0,10-4-19 15,12-3-3-15,2 2-6 0,-4 3-16 0,1 2 14 16,0 2-4-16,-11 0 9 0,9 2 6 0,-1 2 3 16,-3 1 1-16,3 3 0 0,-3-1 0 0,3 2 7 0,-3 1-2 15,-5-3 2-15,2 2 4 0,-2 1-15 0,-2-7 14 16,0 10-13-16,-5 0 19 0,3 0-19 0,-1 0 3 0,-3 0-7 16,1 2 21-16,-4 0-14 0,-2 2 6 0,-2 1-9 15,-4 1 1-15,-5 1-19 0,4 4-54 0</inkml:trace>
  <inkml:trace contextRef="#ctx0" brushRef="#br0" timeOffset="149535.81">14147 8137 256 0,'0'0'-53'0,"0"0"34"0,0 0 2 0,0-2 2 16,-2 1 49-16,0-1-2 0,0 0 1 0,0 0 1 15,0 0-1-15,1 0-11 0,-1-1 7 0,0-1-6 16,-2 0 7-16,4 2-1 0,-5-5-1 0,1 1 8 15,0 1-5-15,2 1 5 0,-1-2-12 0,-5-3 0 16,8 7-5-16,-5-5-7 0,1 3 4 0,0 0-5 0,0 1 5 16,1-1-12-16,-1 0 10 0,0 1-2 0,2 3 4 15,-5-6-8-15,0 0 6 0,-1 3-5 0,-1-3 6 16,-2 1-7-16,1 1 6 0,-3-2-4 0,0 3 4 16,0-1-6-16,-1 0 3 0,-3 2-2 0,0-1 2 15,0 1-3-15,1 2 1 0,1 0 0 0,0 0-2 16,-2 0-1-16,4 0 5 0,-3-2 1 0,4 2 0 0,1 0 2 15,0 0 0-15,2 0 3 0,-4 0-3 0,-4 0 4 16,2 0-4-16,0 0-3 0,-1 0 1 0,1 0 2 0,0 2-2 16,-4 0 3-16,8-1-4 0,-4 1 1 0,-1 2-7 15,1 0-1-15,-4 3 0 0,-1 1 7 0,-2-1-7 16,3 0 2-16,-5 3-5 0,2-3 6 0,1 1-4 16,-1-1 4-16,5-1-4 0,4-1 13 0,0 1-11 15,2-1 8-15,0 1-9 0,-2-1 13 0,4-1-14 16,1 0 7-16,-1 1-8 0,2-1 9 0,-1 2-1 15,3-3-3-15,1-1 2 0,-4 8-3 0,5 1-3 0,-1 2 4 16,-2 0-3-16,3 3 7 0,-1 1-6 0,0 2-3 16,1 1 0-16,-1 1-2 0,2-1 0 0,-2 4 4 15,2-2-2-15,1 3 1 0,-1-3-3 0,-13 0 1 16,2 6 0-16,5-8 4 0,1 8-5 0,1-5-1 16,3-1-1-16,-1 4 11 0,0 0-1 0,1-2-3 0,1 2 0 15,0 0-7-15,0-4 6 0,0 0 3 0,0-7 1 16,0 6 2-16,2-6 1 0,0 3-1 0,0 3 0 15,0-8-11-15,0 3 2 0,0-3 2 0,2 0 2 16,0 4 3-16,0-2-4 0,2 2 1 0,-1 1-2 16,1-3-3-16,0 4 7 0,0-3-9 0,1 1 8 0,1 0-8 15,-1-1 4-15,5 3 2 0,-1 0 0 16,2-1 1-16,-2-1 0 0,2 1 0 0,-1-3 0 0,1 2-5 16,0 0-2-16,-9-2 1 0,18 1-2 0,-9-1 6 0,8 0-1 15,-2 2 0-15,-6-6-1 0,6 6-3 0,-4-5 1 16,-2 0 1-16,2 1 1 0,3-8 5 0,1 3-2 15,5 5 2-15,-3 0-2 0,-6 0-7 0,0 0 4 16,0-4-4-16,9 0 5 0,-1-1 5 0,8 3-6 16,-10-4 0-16,-4 1-2 0,3-5-5 0,-7 5 5 15,6 1 0-15,-2-2 0 0,-2-1 1 0,4 1 1 16,-8-3 3-16,2 0-2 0,2-2-2 0,-4-2 5 16,6 0-6-16,-4 0 4 0,2 0 0 0,0 0-1 0,2 0 0 15,-2 0-1-15,2-2 5 0,0-2-8 0,-2 0 5 16,0-1-5-16,0-3 2 0,-2 1 5 0,2 0-3 15,-2-1 3-15,2-1-5 0,0 0-2 0,-2 1 1 0,6-3-1 16,-6 9 8-16,2-11-6 0,0-2 6 0,-3 0-6 16,4 2 8-16,-2-1-8 0,-1-3 4 0,4 4-4 15,-2-4 1-15,-2 2 1 0,-2-1-2 0,-3-1 1 16,5 2-1-16,4 2 0 0,-4-2 0 0,5 2 0 16,-3-2 2-16,0-1 0 0,4 3-2 0,-2 0 0 15,-6 2-5-15,0-1 6 0,1 1-1 0,-5 0 4 0,5 0 0 16,-1 0-1-16,-2 2-1 0,3-3-1 0,1 1-1 15,-8 2 4-15,1-4-2 0,0 2 3 0,-2 0-5 16,3-6 2-16,-1 2-1 0,2 4 0 0,-5-6-1 0,3-1 2 16,-2-5 2-16,4-1-3 0,1 4-6 0,-5-4 7 15,3-4-6-15,3 2 8 0,10-6 1 0,-5 1-3 16,-5 5 0-16,-4-8-1 0,-3 5 1 0,-1 1-2 16,-3-4 8-16,-3 3-7 0,-5-1 9 0,-2 0 1 15,-2-1-4-15,0 3 3 0,-3-2-1 0,-1 2-1 16,8 2 4-16,-21 0-2 0,-1 4 11 0,0 1-13 15,3 1 2-15,-2 1-6 0,1 5 2 0,-3 1-9 16,1 1-2-16,0 3-6 0,-1 2-22 0,-1-14-50 0,-6 10-55 16</inkml:trace>
  <inkml:trace contextRef="#ctx0" brushRef="#br0" timeOffset="151480.06">16939 6349 120 0,'0'-2'0'15,"0"1"6"-15,0-1 66 0,0 0-19 0,0-2 4 0,0-5-25 16,0-8-8-16,0-1-12 0,0 1 1 0,0 0-4 16,0 6 3-16,0-11 12 0,0 5-4 0,-2 0 7 15,-1-5 2-15,1 7 8 0,0 4 1 0,-4-11 0 16,1 5-7-16,-3 0 7 0,-1-1 0 0,2 5 1 15,-3 2-12-15,3-2-3 0,-12 0-1 0,1 0 1 0,-1 0-4 16,-5 3-9-16,-2 5-3 0,11-1 1 0,-9-1-1 16,4 1-3-16,-4-1 4 0,-10-1-5 0,6 3 4 15,0-1 3-15,-3 3-5 0,3-3 4 0,4 2-6 0,-2 1 4 16,5 1 4-16,5 0-3 0,-3 0 0 0,-1 0 1 16,-1-13-5-16,1 6 3 0,1 3-8 0,3 3 3 15,-5 1 1-15,4 2 0 0,-1 0 1 0,1 0-1 16,0 4-2-16,1 1 2 0,-3 3-1 0,4-1-3 15,-3 6 0-15,-1-9 0 0,-3 18 0 0,0 2-1 16,1 4 2-16,-1 0-1 0,0 3 7 0,-4 1-5 16,-2-6-4-16,7 11 1 0,1-7-5 0,5 7 8 0,0-2-4 15,-5-3 4-15,1 3-5 0,-1-5 3 0,7 1 1 16,0 1 0-16,2-2 0 0,3 3-3 0,-1 0 5 16,2 5-4-16,3 2 2 0,-2 1 2 0,3 4-3 15,1-1 2-15,-2 1-7 0,0-1 3 0,2 3 0 0,-22-3 2 16,11 3 1-16,8-8 7 0,5 5-8 0,0-5 7 15,2 2-6-15,3-2-4 0,1-7 7 0,-1-2-5 16,3-8 4-16,1 2 1 0,2-2 0 0,2 1 1 16,2 1 3-16,-13-4-4 0,18 4-4 0,12-2 1 15,-6 3-2-15,2-3 3 0,-2 2 5 0,-6-4-3 16,10 3-2-16,-4 1 3 0,-2-2 0 0,2-1 1 0,-6 1-5 16,1-4 5-16,-1-1-5 0,2 2 5 0,1-6 0 15,-1-2-1-15,2-4 0 0,0 3-1 0,-1-5-2 16,1 1 6-16,-2 1 0 0,2-5 0 0,0 4-8 0,4 12 8 15,0-9-9-15,9-3 9 0,-5-6-4 0,1-6-6 16,2 1 9-16,-12-3-9 0,16-5 6 0,0-1 0 16,-4-1-2-16,6-4 2 0,-12 4-5 0,-3 0 2 15,-3 1 2-15,1 12 1 0,-2-21-1 0,-1 3-2 16,1-2 1-16,-4-1 0 0,3 1 1 0,-3-2 4 16,-1 2-3-16,-2-1 3 0,0-1-1 0,-2 0-3 15,-2-2 3-15,0 0-3 0,0-3 1 0,-1-1-3 0,-3-5-1 16,0-1 0-16,1-6 0 0,-1-7 7 0,1-1-2 15,-5-9 3-15,-1 3-9 0,24 2 3 0,-13-3 1 16,-7 8 2-16,-6-3 0 0,0 4 4 0,-4 0 0 16,0 5 3-16,-1-1 9 0,-3 1 3 0,-1-2-2 0,-2-1 3 15,-4-6-4-15,-3-2-4 0,-3-4-1 0,-1 3-1 16,0 3 0-16,-3 3-14 0,24 11 4 0,-33 4-9 16,-5 6-19-16,-7 10-35 0,-10 5-17 0,-11-17-12 15,0 19-121-15</inkml:trace>
  <inkml:trace contextRef="#ctx0" brushRef="#br0" timeOffset="170569.53">13168 6234 20 0,'0'0'0'0,"0"0"8"0,0 0-1 0,-2 0 6 0,0-2 0 16,1 0-9-16,-1 1 1 0,0-1-4 0,0 0 3 15,0 2 0-15,0-2 6 0,0 2-10 0,1 0 2 16,-3 0-4-16,0 0 1 0,0-2 3 0,1 0 4 0,-1 0 1 15,0 1 2-15,2 1 2 0,-3 0-8 0,-3-2 8 16,1 2 4-16,0-2-4 0,-1 2 0 0,3 0-2 16,1 0 2-16,-5-2-2 0,-1 0 5 0,7 2-6 15,-5-2 6-15,3 2-13 0,-3 0 6 0,-3-2-7 16,4 2 12-16,-3-1-6 0,1-1 0 0,-8 0-2 0,10 2 1 16,-6-2-4-16,4 0 4 0,5 2-3 0,-11-2 5 15,9 2-7-15,-5-2 4 0,6 2-4 0,-3 0 11 16,-1 0-5-16,0 0-5 0,-8 0 2 0,10 0 0 15,-4 0-2-15,-2 2 2 0,9 0-2 0,2-2 1 0,-7 0-7 16,3 0 3-16,-3 0-4 0,1 0 11 0,3 0-1 16,1 0-3-16,-9 2 1 0,4 0-1 0,1 0-3 15,-1 0 5-15,-2-1-4 0,7 1 4 0,1 0-100 16</inkml:trace>
  <inkml:trace contextRef="#ctx0" brushRef="#br0" timeOffset="171799.11">10741 5785 54 0,'0'0'24'0,"0"0"10"16,0 0 18-16,-1 0 6 0,-1 0-4 0,0 0-13 16,0 0 6-16,0 0-11 0,0 0-7 0,0 0-6 15,1 0-5-15,-1 0 2 0,0 0-6 0,-2 0 4 16,0 2 3-16,3-2-1 0,-9 3-2 0,5-1-5 16,-12 8 0-16,6-5-2 0,-2 3 3 0,0-1-7 15,7-3 7-15,-5 3-6 0,7-5 4 0,-3 4-7 0,0 3-3 16,5-2 2-16,-8 4 0 0,5-1 7 0,-1 1-3 15,3-2 3-15,-1 2-8 0,2-1-3 0,0-3 5 16,2 0-5-16,0 3 8 0,0-5 6 0,0-1-1 0,2 0 6 16,0-1 9-16,3 1 0 0,10 5-1 0,4 1-1 15,1-3-10-15,3-3 0 0,-3-4-8 0,-1-2 5 16,-1-2-14-16,3-1 4 0,1-3 2 0,-2 1 1 16,1-1-5-16,-3 1 6 0,-1 0-3 0,-2-1 4 15,2 1-6-15,-4-1 4 0,1-1-6 0,-1 2 5 16,-5 1-8-16,-1 0 9 0,-1 1 0 0,-2-8 2 15,-3 0-1-15,1 0-1 0,8 0 4 0,-3 2-4 0,-1 0 8 16,-3 1-5-16,-1-1 0 0,-2 4 0 0,0-4 5 16,0 3-5-16,-2 1 0 0,-1-1-3 0,1 5 1 15,-2-3-1-15,0 2 0 0,-7 2-1 0,-2-1-2 0,0 1-3 16,-2-9 4-16,0 3-3 0,1 3 7 0,-1 1-8 16,2 2 0-16,0 0-2 0,-2 2 2 0,2 0 0 15,0 0 3-15,2 2-3 0,0 0-3 0,5 0 6 16,-3 2-3-16,-6 3 2 0,4-1-5 0,3-3 3 15,3 1 1-15,1 5 1 0,-5 4-10 0,1 0 13 16,3-2-12-16,1 1 13 0,2-1-11 0,0 0 1 16,2-2 6-16,0 2-3 0,2-1 9 0,2-1-1 0,0-2-6 15,-1-1 4-15,7-1-10 0,4-3 5 0,5 2 1 16,0-2 1-16,1 13 4 0,-1-6-3 0,1-2 2 16,-3-3-4-16,-1-2-1 0,3 0 0 0,-2-2 0 15,3 0-1-15,-3 0 6 0,-2-2 0 0,1-2-1 16,-4 1-1-16,1-1 0 0,-2-2-2 0,-2 3 0 0,0-3 1 15,-1 0 0-15,-5 5 0 0,-1-9-2 0,7-3 0 16,-1 2 0-16,-3-2-3 0,1 0 9 0,-2 2-6 16,-2 0 9-16,-1 0-10 0,-1 0 0 0,0-1-3 15,-1-1 10-15,-3 4-3 0,-2 0-3 0,1 1 1 16,3 1 4-16,-13 3-5 0,-2 1 3 0,1 1-4 16,1 0-4-16,0-9 5 0,0 1 2 0,2 5 1 0,-2-1 0 15,2 4-2-15,0 2-2 0,0 0 1 0,2 0 0 16,2 2 1-16,0 0-1 0,-1 2 1 0,5-2-7 0,-1 1 5 15,2-1 1-15,3 2 2 0,-9 9-2 0,5-2-2 16,-1 2-5-16,2 2 3 0,4 0-8 0,0 0-30 16,4-2-22-16,4 0-7 0,1 0-115 0,24-4-127 15</inkml:trace>
  <inkml:trace contextRef="#ctx0" brushRef="#br0" timeOffset="173882.16">14925 5744 40 0,'0'0'7'0,"0"0"13"0,0 0 3 0,0 0 6 15,0-2-10-15,0 0 6 0,0 0 2 0,-2 1 2 16,0-1 4-16,0 0-5 0,0 0-2 0,0 0-1 0,0 0-10 15,1 0-5-15,-1 1 1 0,0-1-3 0,0 0-6 0,0 0 9 16,0 0-8-16,0 0 8 0,1 0-1 16,-1 1-5-16,0-1 13 0,0 0-11 0,0 0 12 0,0 0-9 15,-1 0 0-15,-1 0 0 0,0 1 12 0,0-1-9 16,3 0 2-16,-3 0-6 0,2 2-1 0,0 0 2 16,-2 0 2-16,3 0 0 0,-3 0-1 0,0 0-3 15,0 0-1-15,1 0 0 0,-1 0 5 0,0 0-8 16,1 0 1-16,-1 0-3 0,0 0 4 0,1 0-2 15,-1 0 2-15,0 2-2 0,2-2 0 0,-3 2 1 16,-3 0-3-16,3-1 1 0,-3 3-6 0,3-2 9 0,1 0-6 16,-2 2 6-16,3-3-1 0,-3 3-9 0,1 0 8 15,-1-2-8-15,2 3 16 0,1 1-11 0,1-1 8 16,0 1-9-16,-4 1 1 0,3-1 7 0,-1 0-4 16,2-3 6-16,0 3-7 0,2-4 9 0,-2 3-8 0,2-3 11 15,0 2 6-15,0 0-7 0,0-1 7 0,0 1-7 16,0 0 10-16,0-1-12 0,2-1 8 0,0 0-10 15,0 0 4-15,0 0 0 0,1 0-7 0,1 0 4 16,0-1-14-16,1-1 4 0,5 2 2 0,1-2 2 16,-2 0-2-16,2 0 5 0,0-2-3 0,-1 1 4 15,1-3-7-15,0 0 4 0,-2 0-5 0,0 1 6 0,1-3-7 16,-7 4 0-16,1 0 0 0,0 1-1 0,-2-3 4 16,3-4 1-16,1 3-1 0,-2-1 0 0,1-1-5 15,1-1 2-15,-1 1 4 0,-1 1-1 0,2-1-5 0,-3 0 5 16,1-1-2-16,0 1 4 0,-2 1-1 0,-1 1-2 15,-1 1 1-15,0 0 0 0,2-1-4 0,-2 1 1 16,0-2-2-16,0 4 4 0,0-1 7 0,0-1-9 16,-2 0 4-16,1 1-4 0,-1-1-5 0,0 0 4 15,-2 2-2-15,-3-1 3 0,-6-3 8 0,0 2-7 16,0 2 0-16,0 2-2 0,0 0 2 0,2 0-1 16,-2 0 5-16,3 2-5 0,-1 0 2 0,4 0-2 0,-2 0-3 15,1 0 1-15,1 1 9 0,1-1-7 0,1 2 5 16,-1 0-6-16,2-2-6 0,-1 1 7 0,3-3 0 15,-2 6 2-15,2-1 2 0,-1 1-3 0,-3 1-2 16,2-1 1-16,1 1 2 0,1-1-2 0,0 0 5 16,2-3-4-16,0 1 4 0,0 2-7 0,0-1 1 0,0-1-3 15,0 1 2-15,0-1 2 0,0 0 1 0,0-2 1 16,0 0-2-16,0-1 0 0,4 1 1 0,9 0 0 16,-2 0 3-16,0 7-3 0,-2-3 0 0,-1-2-1 15,1-1 2-15,-2 1-5 0,3 0 4 0,-1-2-3 16,2-1 6-16,2 1-6 0,0-2-2 0,-2 0-1 15,0 0 6-15,2 0 6 0,-2-2-4 0,0 1 3 0,-1-1-11 16,-7 2 9-16,3-2-6 0,-2 0 6 0,1-2-1 16,3-1-4-16,-5 3 6 0,9 0-5 0,-9-5 0 15,5-3 5-15,-3 3-4 0,-1-1 3 0,0 1-5 0,-1 0 6 16,-1-1-3-16,0 3 5 0,0-3-3 0,0 3-6 16,0-3 4-16,-2 1-5 0,0 3 8 0,0 0 2 15,0-1-6-15,0 3 5 0,-2-2-6 0,2 2 1 16,-2-1 1-16,-2-1 0 0,1 0-9 0,-5-1 5 15,-7-5 2-15,10 8 1 0,-5-1-1 0,-1-1 5 16,2 2-8-16,-2 0 7 0,0 0-3 0,3 2-5 16,-3 0 4-16,4 0-3 0,-3 2 8 0,1 0-5 15,4 0 1-15,-5 2-2 0,3-1 2 0,0 1-3 0,-1 0 4 16,1 0-5-16,1-1 6 0,1-1-5 0,-1 7 0 16,4 3-1-16,0-3 5 0,-3-2-2 0,-1 1 5 0,2-1-4 15,3-1 1-15,-3 1 1 0,4-3-4 0,-2 1 2 16,2-1-1-16,0 0-4 0,0 0 4 0,0-3-2 15,0 3 2-15,0-2-4 0,4 2 4 0,3 1-3 16,6 3 3-16,2-1 0 0,2-1-3 0,5-1 3 16,-4-1 0-16,-1-2-2 0,2-2 5 0,-6 0-3 15,0 0 8-15,2-2-9 0,-1 0-1 0,-4 0-2 16,5-1 2-16,-6 1 6 0,-2 0-3 0,4-2 5 0,-3 2-3 16,-3 0-1-16,3-1 0 0,-4 1-2 0,-3 2 1 15,3-2-2-15,4-7 3 0,-3 1-3 0,1-1 1 16,-4 2 3-16,-1-1-2 0,-1 1 3 0,0-1-4 0,0 3 2 15,0-1 3-15,0 2-1 0,-1-3-4 0,-1 1 2 16,-2 1-2-16,-3-4 2 0,3 7-3 0,-15 0 6 16,3-2-6-16,-1-7 6 0,0 2-3 0,-1 1-1 15,1 5 2-15,-4 1-3 0,3 2-4 0,1 2 0 16,-1 1 4-16,3 1-2 0,0 2 5 0,4-1-3 16,0 1 0-16,1-1 0 0,5-1 3 0,3-4-4 15,0 9 1-15,-3-1-3 0,-1-1 3 0,2 1-4 16,2-1 4-16,1 0-3 0,1 1 11 0,0-3-12 0,0 1 3 15,1 0-7-15,3-1 9 0,-4-3-1 0,17 2-1 16,0 7-1-16,5 0 2 0,4-2 4 0,-4-3-5 16,-2-4 4-16,8 0-5 0,-7-2 0 0,-8 0 2 15,11-2 0-15,-9 0 3 0,-2 0 0 0,7-4 2 0,-11 5-3 16,1-3-2-16,-1 0 4 0,-3 2-1 0,-1-1 4 16,-1-1 8-16,0 0 9 0,-1-1-2 0,3-7 3 15,-2 1-11-15,-3 0-5 0,-1-2 1 0,0 4-2 16,-1 0 3-16,-1 3-4 0,-2 2-2 0,-20-1-1 15,-4 3-4-15,-4-17-11 0,-5 8-2 0,-5 7-9 0,1 8-49 16,-8 7-175-16,-1 8-66 0</inkml:trace>
  <inkml:trace contextRef="#ctx0" brushRef="#br0" timeOffset="175941.74">13619 6535 10 0,'0'0'7'0,"0"0"-2"0,0 0 23 16,-2 0-4-16,1 0 7 0,-1 0-8 0,0 0-5 0,0 0 2 16,0 0-4-16,0 0-9 0,0-2-5 0,-1 0 2 15,-1 0-3-15,0 2 5 0,1 0-8 0,-1 0 4 16,2 0-3-16,-2 0 9 0,2 0-7 0,-5-1 2 0,-4-1-2 15,7 2 11-15,1 0-7 0,-1-2 5 0,0 0-4 16,0 2 2-16,1 0 5 0,-1 0-6 0,0 0 6 16,-7-2-13-16,7 2 4 0,-3 0-3 0,0 0 4 15,3 0 9-15,-4 0-9 0,1 0 6 0,1 0-8 16,3 0 1-16,-1 0-2 0,0 0-1 0,-3 0-1 16,-2 0-4-16,3 0 11 0,0 0-7 0,3 0 9 0,-3 0-10 15,1 0 4-15,1 0 7 0,-4 0-2 16,7 0 4-16,-3 0-5 0,0 0-6 0,2 0 2 0,-3 0-5 15,-1 0 6-15,2 0 5 0,1 0-1 0,-1 0-1 0,-3 0 4 16,1 0-8-16,2 0 6 0,-1 0-9 0,1 0 9 16,-3 0-3-16,-3 0 3 0,3 0-9 0,-2 0 1 15,1 0 3-15,-1 0 1 0,3 0 3 0,1 0-1 16,-3 0-2-16,1 2 0 0,-2 0-5 0,-1 0-2 16,3-2 2-16,-4 2-3 0,3-2 2 0,-1 1 6 15,-4 3-4-15,2-2 7 0,-2 2-3 0,2-1-2 16,0 1-3-16,1-2 0 0,-3 2-1 0,2-1 3 15,-4 3 0-15,-3 1 0 0,1-1-1 0,2 0 2 0,2-1 0 16,4-1 0-16,-4 1 0 0,-2 3-1 0,-2-1 4 16,6-1-4-16,0-1-1 0,-6 3 1 0,14-6 0 15,-9 3 0-15,-1 1 0 0,4-1-1 0,-6 3 2 16,6-3-1-16,2 1-1 0,-3 0 3 0,5-3-2 0,-4-1 3 16,7 9-6-16,-4 4-1 0,-9-2 2 0,8 2 0 15,-6 0 4-15,4 0-5 0,7 9-1 0,-15-4-1 16,8 4 9-16,-1 0-5 0,-6-7 1 0,10 0-2 15,-3 1 0-15,0 1 1 0,7 1 2 0,-2-1 0 16,-2-4-3-16,3 2-4 0,-3-6 2 0,4 5-2 0,-1-3 12 16,1 2-8-16,0 2 2 0,-4-2-4 0,-3-4 5 15,2 0-4-15,1 0 3 0,2 0-2 0,1 1 3 16,1 1-1-16,0 0 1 0,2-6-1 0,0 4 4 16,0-3-7-16,0 1 1 0,0-2-2 0,2 3 12 0,1-3-4 15,3 4-1-15,0-3-2 0,-3 1-6 0,16 2 4 16,-4-5 0-16,3 1 1 0,-1-3-3 0,5 1 3 15,-3 1 1-15,5-1 1 0,0 3-1 0,-2-3-5 16,1-1 0-16,-5 2-1 0,-1-3 3 0,1 1 2 16,-1 2 1-16,0-3-1 0,0 1-2 0,-4 5 7 15,1 1-6-15,-1-5 6 0,4 1-10 0,2-1 6 16,1-1-1-16,-1 0 3 0,3-2-5 0,-3-2 3 0,3 0-2 16,0 0 5-16,2-2-6 0,2 0 4 0,0-2-2 15,2 0 4-15,4 1-1 0,-1-3-1 0,-1 1-4 16,-6 1 1-16,8-2-5 0,-4 1 7 0,1-3-1 15,5 1 3-15,-12 1-4 0,9-3 6 0,-5 2 1 16,-7-1 1-16,3-3-5 0,-5 4 4 0,2-3-5 0,-5 1 5 16,3 7-3-16,-6-16 6 0,4 1-3 0,-4 0 3 15,0-3 6-15,-3-10-3 0,1 0 6 0,-3 3-7 16,-3-5 2-16,3 4-4 0,-4 2 1 0,2-2-2 16,-3-1 6-16,16 4 8 0,-4-1 1 0,-5 0 0 15,-5 0-3-15,-1 2-1 0,-2 0-4 0,0 2 3 16,0 0 1-16,-4-1-1 0,1 3-1 0,-5 0-1 0,-1-1 3 15,0 4-8-15,-4-1 5 0,2 5-7 0,-15 0 1 16,-8 0-8-16,1 0 2 0,3 2-3 0,-7 1-1 0,7 3-4 16,-5 1 2-16,0 3-5 0,7-16-12 0,-6 6-84 15,5 8-29-15,-5 5-39 0,-1 7-294 0</inkml:trace>
  <inkml:trace contextRef="#ctx0" brushRef="#br0" timeOffset="177319.06">10879 5742 44 0,'0'0'14'0,"0"0"-2"0,0 0 6 15,0-2 7-15,0 0-8 0,0 1 9 0,0-1-11 16,0 0 5-16,0 0-4 0,-2 0 14 0,0 0-3 15,0 0 1-15,0 1-2 0,1-1 3 0,-1 0 0 0,0 0-7 16,0 0 5-16,0 0 1 0,0 0-3 0,-1 1 1 16,-1-1-5-16,0 0-11 0,0 0-1 0,-3 0 2 15,-2 0-2-15,-1 2-4 0,-1 0 1 0,4 0 0 0,-2 2 1 16,-1 2-3-16,5-2-6 0,-6 5 2 0,-1 2-2 16,3-5 3-16,-2 9 0 0,4 0-1 0,3-2 2 15,-2 0 8-15,1-3-9 0,-1 1 6 0,2-1-6 16,3 1 7-16,-1 0 5 0,2-3-2 0,0 1 4 15,0-1 2-15,0-3 5 0,2 1 3 0,-2-2 0 16,9 5 1-16,8 5-6 0,1-5-1 0,1-1-2 16,-1-3-4-16,1-1-1 0,-2-2 2 0,-1 0-1 15,1 0-2-15,0-2 8 0,1-3-7 0,-1-1 7 0,0 1-11 16,-2-3 3-16,-1 1-5 0,-4 1 5 0,1-1 2 16,-2 5-3-16,2-13 2 0,-1 0-2 0,-5 0 5 0,-1 0 3 15,5 2 5-15,0-3-3 0,-1 1-2 0,-5 0 3 16,-1 0-4-16,-2 2 3 0,0 0-8 0,-2 0 3 15,-1 0-4-15,-1 4 3 0,-2 1-6 0,3 5-3 16,-16-3 0-16,3-5-1 0,-3 0 2 0,2 3-7 16,1 5 4-16,-1 1-4 0,0 2 1 0,0 0-2 15,1 2-1-15,3 0 2 0,2 1 4 0,1 3-7 16,5-2-1-16,-1-3-4 0,2 14-10 0,3 4-64 16,-1-1-29-16,-13 5-19 0,4 1-162 0</inkml:trace>
  <inkml:trace contextRef="#ctx0" brushRef="#br0" timeOffset="178488.62">12082 7591 77 0,'-2'0'19'15,"0"-1"24"-15,0-1-17 0,1 0 13 0,-1-2-7 16,-2 0 9-16,0 1-4 0,-5-5-8 0,0 1 1 0,-8-4-5 15,8 5 2-15,-4 1-5 0,-6-1-2 0,12 4-2 16,-10-2-10-16,2 3 3 0,-2 1-4 0,-1 0 4 16,1 0 0-16,4 1-6 0,0 3 6 0,4 2-7 15,-2 1-5-15,0-1 8 0,1 14-8 0,-1 6 8 0,2 0-13 16,1-2 6-16,1 2 3 0,0 0 0 0,-1 2 3 16,1 2-3-16,-3-2-3 0,3-2 1 0,-2 2-9 15,1-2 11-15,-1 5-5 0,0-1 7 0,-1-4 0 16,3 0-5-16,-2-2 2 0,3-2-3 0,-1 0-4 0,1-3 5 15,2-4 0-15,1 2 3 0,-1-1 3 0,0 1-2 16,2 2-5-16,-1-3 1 0,-10 3-6 0,4-1 6 16,1 1 4-16,3 0 1 0,3-3 7 0,0 1-8 15,2 0 7-15,0-2-7 0,2 1 4 0,0 1-3 16,1-2 5-16,1 0-4 0,2 0 8 0,-1-4-3 16,3 4-6-16,1-2 3 0,-7 1-6 0,12-1 6 15,1-3 3-15,-2-3 0 0,2 1-4 0,0-5 3 16,2 3-7-16,3 1 6 0,-5-3-2 0,4 0 1 0,-5-1 5 15,-4 3-1-15,8 5 21 0,1-3-12 0,5-3-2 16,0-3-4-16,-2-2-13 0,6-6 2 0,-2-1 4 16,2-2-3-16,7-2 6 0,-7-1-11 0,2 1 4 15,0 0-4-15,-8 0 0 0,4-2 4 0,-6 2-4 0,1 0 4 16,1 0-6-16,-3-1 4 0,1 1-2 0,-1 0 3 16,-3 0-1-16,-1 0 2 0,2 9-2 0,-2-13 0 15,0 2-3-15,-1 0 0 0,-1-4 3 0,0 4-1 16,-1-3 8-16,-1 1 0 0,0 0 0 0,-4 2 2 15,4-2 5-15,-1-2 7 0,-3-3 0 0,2-2 2 16,-3 3-8-16,-2-3-3 0,1 0-7 0,-1-4 3 0,0-10-5 16,14 5 7-16,-3-6 7 0,-9 5-3 0,-4 2 11 15,-2-3-4-15,-4 0-3 0,-2 1 0 0,-3 2-5 0,0 6 0 16,-2 2 3-16,-2 1-2 0,7 3-6 0,-18 3-5 16,-6 4-5-16,-3 3 2 0,-3 7-3 0,-1-22-49 15,-4 14-13-15,-12 9-25 0,-10 9-159 0</inkml:trace>
  <inkml:trace contextRef="#ctx0" brushRef="#br0" timeOffset="181521.8">440 6526 8 0,'0'0'6'0,"-2"0"-2"0,1 0 11 15,-1 0 4-15,0 0 0 0,0 0 1 0,0 0 3 16,0-2 5-16,0 0 1 0,1 0 10 0,-1 0-1 15,0 0 1-15,0 1 1 0,0-1 11 0,0 0-17 0,0 0-1 16,1 0-5-16,-3 0 1 0,0 0 2 0,0 1 1 16,3 1 0-16,-9-4-3 0,3 2-6 0,3 2 2 15,-3-2-4-15,3 0-7 0,0 0-4 0,-1 1 3 0,3 1-2 16,-4-2 5-16,1 0-12 0,3 2 4 0,0 0-6 16,-2 0 4-16,2 0 11 0,1 0-8 0,-1 0 9 15,-2 0-8-15,0 0-5 0,2 0 6 0,1 0-6 16,-1 0-7-16,0 0 11 0,0 0-12 0,2 0 12 15,0 0-15-15,2 0 5 0,0 0 1 0,0 0 1 16,-1 0 4-16,18 2-4 0,3 0-1 0,1-1 0 16,-1 1 3-16,4 0-2 0,-4 0 5 0,8 0-5 0,1 0-1 15,1-2 2-15,0 0-4 0,1 0 3 0,-5 0-8 16,0 0 11-16,7 0-2 0,-7 0 6 0,0 0-6 0,1 0-2 16,-3 0 2-16,0 0-2 0,0 0 1 0,0 0-1 15,2 2-2-15,-2-1 2 0,6 3 0 0,-4 0 0 16,1 0-2-16,7-1 1 0,-7 1 0 0,7 0 4 15,-5-2-2-15,-3-1 3 0,4 1-9 0,-6-2 9 16,7 2-1-16,8-2 3 0,-8 0-7 0,6 0-1 16,-7 0 2-16,-6 0 0 0,4 0 7 0,-3 0-5 15,1 0-2-15,0-2 0 0,0 2-1 0,-4-2 2 16,2 1 1-16,0 1-1 0,2-2-1 0,2 0-5 0,-1 0 7 16,1 2-5-16,2-2 8 0,3 2-3 0,-2 0-1 15,3-2-1-15,-5 2-3 0,-5 0 7 0,4 0-5 16,-6 0 4-16,0 0-9 0,-7 0 3 0,5-2 3 0,2 2 0 15,-9 0 5-15,9 0-7 0,-13 0 0 0,-3 0-2 16,10 0 9-16,-8 0 1 0,-1 0-2 0,2 0 0 16,-5 0-4-16,1 0 1 0,0 0-2 0,-3 0 1 15,4 0-5-15,-3 0 6 0,-1 0-1 0,1 0 4 16,-1 0 0-16,0 0-7 0,1 0 3 0,1 0-3 16,-2 0 4-16,-1 0 5 0,1 0-6 0,0 0 5 15,-2 0-8-15,0 0 1 0,-1 0 3 0,1 0-1 0,0 0 8 16,2 0-5-16,0 0 3 0,-1 0-5 0,1 0-7 15,0 0-33-15,-2 0-26 0,-1 0-11 0,1 2-164 16</inkml:trace>
  <inkml:trace contextRef="#ctx0" brushRef="#br0" timeOffset="182630.9">736 8416 81 0,'-2'0'17'0,"0"0"21"0,0 0 0 0,0 0 10 15,0 0-1-15,0 0 2 0,-1 0-10 0,-1 0-1 16,0 0-6-16,-1 0 4 0,1 0-3 0,0 0-13 16,1 0 11-16,1 0-12 0,0 0 13 0,0 0 4 0,0 0-8 15,-2 0 6-15,1 0-13 0,-1 0 1 0,2 0-3 16,0 0 0-16,0 0-6 0,1 0-5 0,-1 0 0 15,0 0-3-15,2 0-3 0,0 0 8 0,0 0-2 0,2 0 3 16,0 0-7-16,-1 0-5 0,1 0 4 0,0 0-3 16,0 0 8-16,2 0 1 0,-1 0-5 0,3 0 3 15,7 0-5-15,-2 0 5 0,2 0-3 0,2 0 3 16,2 0-2-16,1 0-3 0,3 0 3 0,3 0-4 16,0 0-2-16,2 0 3 0,4 0-2 0,-4-2 5 15,11-2-2-15,-4 1-3 0,2-1 3 0,3 0-3 0,4-1 8 16,3 1-5-16,7 2 2 0,5-2-3 0,-8 2-2 15,5 1 1-15,-6-1-5 0,-7 0 3 0,-1 0-4 0,3-2 5 16,0 2 4-16,1 1-2 0,5-1-3 0,-3 0 3 16,10-2-5-16,11 2 5 0,0 0-6 0,-2 1 8 15,-4-1-4-15,-9 0 6 0,5-2-7 0,1 2-1 16,-1-1 2-16,-1 1-1 0,-4 0 1 0,0 0 3 16,4 0-3-16,0 0 1 0,3 0-9 0,6 2 10 15,2-1-2-15,1 1 5 0,-1 0-11 0,-2 0 6 16,-7 0 0-16,-2-2 4 0,-3 2-3 0,-2-2-1 15,2 2-1-15,5-2 0 0,1 2 5 0,5 0-8 0,0-2 2 16,1 2-4-16,4-2 10 0,-2 0-1 0,-6 1 3 16,-1-3-3-16,-6 2-3 0,-4 0-2 0,2-2 2 15,-2 1 0-15,0-1 5 0,2 0-2 0,-2 2-4 16,6-1 1-16,1-1-8 0,-1 2 4 0,-4 0 4 16,0 0 0-16,-11 1 0 0,2-1 5 0,-1 0-3 0,-10 0 6 15,-2 0-8-15,-6 0 2 0,0-1-3 0,-2-1 3 16,0 0-10-16,-3 2-94 0,-1 0-49 0</inkml:trace>
  <inkml:trace contextRef="#ctx0" brushRef="#br0" timeOffset="183600.11">3450 6485 48 0,'0'0'7'0,"0"0"0"0,0 0 9 0,0-2-10 0,0 0 6 15,0 0-5-15,2 0-3 0,-2 1 10 0,0-1-8 16,0 0 8-16,0 0-4 0,0-2-1 0,0 1 0 0,0-1 10 16,0 0 1-16,0 0-4 0,0 3 0 0,0-5-7 15,0 0 12-15,0-1 1 0,0 5 2 0,0-3-4 16,0 1-5-16,0 0 2 0,0 2-3 0,0-1-2 0,0 1 8 16,0-2-8-16,0 0 8 0,0 1-14 0,0 1 4 15,0 0-1-15,0 0 1 0,0 0-7 0,0 0 6 16,0 0-4-16,0 1 6 0,0-1-3 0,0 0-3 15,2 0 5-15,-2 0-3 0,0 0 16 0,2 0-12 16,-1 1-1-16,1-1-3 0,0 0-7 0,0 2 5 16,0 0-5-16,0 0 4 0,0 0-9 0,-1 0 5 15,3 0 0-15,0 2 2 0,0 0-2 0,-1-1 6 0,1 1-6 16,0 0 5-16,-2 0-5 0,-1 2 0 0,1-1 6 16,0 1-6-16,4 5 0 0,-1 4 2 0,1 0 1 15,-1 0 0-15,-1 0-2 0,0 0 3 0,-2 0-6 16,0 2 5-16,-1 2-8 0,1-2 10 0,0 2 0 0,0-3 3 15,-2 3-8-15,0 0-4 0,0-2 6 0,0 0-4 16,0-1 6-16,0-1 3 0,0 0-7 0,0 0 5 16,2-1-11-16,0-1 7 0,0-2 1 0,-1 0 3 15,1 0-2-15,-2-5 8 0,0 2-4 0,0-3 7 16,0-1 6-16,0 2-1 0,0 3-2 0,0-1-1 16,0-4-8-16,0 2 4 0,-2-1 0 0,1 1 0 0,-1 0-8 15,0-1 1-15,0-1-5 0,2 0 2 0,0 2-16 16,0 0-130-16,0 3-17 0</inkml:trace>
  <inkml:trace contextRef="#ctx0" brushRef="#br0" timeOffset="185030.86">3682 6771 87 0,'0'0'23'0,"0"0"-2"0,-2 0 15 0,0 0-6 0,1 0-1 16,-1 0-21-16,0 0 3 0,0 0 3 0,0 0-2 16,-2 0-6-16,1 0 6 0,-1 0-7 0,-9 0 8 15,-4 0-2-15,2 2-7 0,2-1 7 0,-5 3-8 16,7-2 5-16,-6 4-2 0,0-1 1 0,4-1 0 16,-5 3 13-16,5-1-10 0,-4 1 1 0,-3 3-3 15,8-5 5-15,-2 3 3 0,2-3 1 0,1 1 0 0,2-1-7 16,2 1 0-16,-1-4 1 0,1 13-2 0,-2-4-6 15,1 5 14-15,1 1-9 0,-1 0 10 0,5-2-10 16,-3 0-7-16,2 3 4 0,-1-3-5 0,1 0 8 16,2 7-8-16,0-1 2 0,-9-5-2 0,2 1 10 0,3-6-9 15,3-2 3-15,-1 3-4 0,2 1 10 0,0 3-2 16,0 1-3-16,2-4-1 0,0 4-7 0,0-6 3 16,0 2 5-16,2 0-1 0,0 0 1 0,2 0-1 15,-1 0-2-15,3 0 2 0,0 0 10 0,-3-4-7 16,3 2 3-16,1 0-4 0,-1-1 1 0,1-1-2 15,-1 2 2-15,1-4-2 0,10 5-3 0,-4-3 7 16,0 0-8-16,4 0 7 0,-4 1-8 0,1-1 3 0,7 0 0 16,-3-1 2-16,-5-1 7 0,8 1-7 0,-8-1 4 15,2 0-4-15,5 3 7 0,-3-5-6 0,3 5 2 16,1-5-3-16,1 1 5 0,0-3 0 0,1-1 0 0,-3 13-1 16,-1-6 0-16,3-1 2 0,-2-4-3 0,3-3 2 15,-3-1-8-15,0 0 3 0,3-1 1 0,-3-3 0 16,1-2 1-16,1-1 1 0,-2-1-4 0,-1 3 1 15,3-3-7-15,-1 1 2 0,-3 0 4 0,1-3 0 16,-1 3 4-16,-5 1-7 0,4-3-3 0,-2 2 1 16,-4 1-3-16,2-1 8 0,-4 1 0 0,0 0 4 0,1-1-4 15,-3 1 4-15,-1 3 2 0,-3-8 0 0,1-1-1 16,5 1-1-16,-1-2-1 0,-3 0 2 0,1 2-2 16,0-4 1-16,-3 2-1 0,1-1 0 0,-2-1-7 0,-2-2 4 15,0-2-2-15,-2 1 4 0,0 1-3 0,0 2 3 16,-1-3-2-16,-1-1 1 0,-2-1-4 0,1 3 2 15,-1 2-2-15,-1-5 3 0,-1-1-2 0,-3-8 2 16,2 1-6-16,1 4 2 0,1 3-1 0,0 1 2 16,-1-1-1-16,3 3-1 0,-3-3-9 0,3 6 15 15,-1 2-5-15,-3-1 8 0,1 1-9 0,3 3 0 16,3-3 1-16,-11 8-1 0,-2-5 1 0,0 1-1 0,0 2 1 16,-1-3-2-16,-5 5 2 0,3-3 0 0,-3 3 0 15,5-1 0-15,-3 1-5 0,-1 1 3 0,1-2 3 16,-5 3-1-16,2 1 8 0,5-9-8 0,-7-2 0 15,1 5-3-15,-1 3-7 0,-2 5-9 0,6 0-10 0,-1 4-1 16,-1 3-46-16,-2 4-30 0,-4 6-6 0,4-14-10 16,0 29-34-16</inkml:trace>
  <inkml:trace contextRef="#ctx0" brushRef="#br0" timeOffset="185623.17">3797 6908 195 0,'0'0'34'16,"0"0"-3"-16,0-2 0 0,-2 0 3 0,1 1-15 16,-1-1-5-16,0 0 7 0,0 0-4 0,0 0 4 0,-2 0-8 15,1 0 6-15,-1 1-3 0,-2-3 2 0,1 2-6 16,-4-2 8-16,-1 2-6 0,5 2 5 0,1 0-13 16,-2 0 3-16,3 0 2 0,-1 2-1 0,0 0-3 0,1 0 3 15,-1 2 1-15,0 1 1 0,-3 8-5 0,-1 2 1 16,3 7-1-16,3-7 3 0,0 11 2 0,2-7-7 15,0-8-6-15,0 11 2 0,0-3-1 0,0-1 4 16,2 3 5-16,0-4-3 0,-2-4-9 0,2 3 8 16,1 3-6-16,-1-4 7 0,0-4-4 0,0 0 5 15,0-2-5-15,1 2 4 0,-1-1-9 0,0-3 3 16,0-1 4-16,0-1-1 0,-2-1 14 0,0 0-16 0,0-1 7 16,0-1-9-16,2 4 8 0,-2-4-7 0,2 1-4 15,-1 1-4-15,1 0-34 0,0 0-39 0,-2-1-22 16,0 1-4-16,0-2-63 0</inkml:trace>
  <inkml:trace contextRef="#ctx0" brushRef="#br0" timeOffset="186029.92">3472 7183 255 0,'0'-2'41'0,"0"0"0"15,0 0 7-15,0 1-7 0,0-3-10 0,0 0-22 0,0 0 0 16,0 1-7-16,2-1 6 0,0 0-5 0,0 2-3 16,0 1 2-16,0-1-2 0,-1 0-3 0,1 0 4 15,0 0-1-15,2 0 4 0,0 2 2 0,-1 0-2 16,1 0 2-16,0 0-2 0,-1 2-2 0,1 0 1 16,0 2 1-16,-2-1 0 0,5 12-1 0,-1 0 5 15,-3 0 0-15,1 0 0 0,0-4-9 0,0 4 4 16,-1 0-1-16,-1-4 4 0,2 4-3 0,0-4 1 15,-3-2 4-15,1 0-1 0,2 1 0 0,-2-5 4 0,2 3 0 16,-1-3 4-16,-1 1 4 0,0-2 4 0,-2-3-3 16,0 1 5-16,15 9 16 0,-4-5 19 0,6 1-10 15,-2-3 10-15,-2-2-34 0,3-2-3 0,5 0 0 16,-5-2-2-16,7-2-9 0,-3-1 3 0,-5-1-3 0,-2 1 3 16,2-5-7-16,-6 5 6 0,0-1-8 0,-3 3 6 15,-2 1-12-15,-2-9 1 0,-1 1 7 0,1 3-4 16,0-1-2-16,2 3-2 0,1-3-2 0,-1 3-1 15,0-3-8-15,-2 5-14 0,0-1-14 0,-1 0 1 16,-1 2-46-16,0 1-41 0,0-1 5 0,0 0-25 16,0 2-60-16</inkml:trace>
  <inkml:trace contextRef="#ctx0" brushRef="#br0" timeOffset="186469.36">3788 7816 293 0,'0'-2'27'0,"0"-1"29"0,0-12-35 0,0 5-7 16,0-1-13-16,0-2 8 0,0 2-8 0,0-2 0 0,0 2 4 15,0 7-3-15,0-7 0 0,0 4 1 0,0-1-2 16,0-1 2-16,0 3-1 0,0 5 20 0,0-3-3 15,0 0 8-15,0 0-2 0,0 3-2 0,0-5 7 0,0 2-6 16,0 2 0-16,-2-1-3 0,0-1-7 0,0 2 3 16,1 0-8-16,-1 0-9 0,2 2 7 0,0 0-7 15,0 0 6-15,0 2 4 0,0 0-8 0,0 2 7 16,0 11-6-16,0 7-3 0,0-2 5 0,0 8-6 16,0-4-5-16,2 4 12 0,-2-2-9 0,1 4 10 0,-1-2-7 15,2 0 4-15,2 0 5 0,-2-2-1 16,0 1 6-16,1-3-2 0,1-1 1 0,-2-3-2 0,2-1 1 15,-2-3 3-15,-1 1 2 0,3 0 0 0,0-2 5 0,0 0-10 16,-1-1 1-16,1-2-4 0,0 1 4 0,-1-2-2 16,-1-2 1-16,0 0-1 0,0-1-5 0,-2-5 5 15,0 1 0-15,0-2 2 0,2 2 0 0,0-1 3 16,0 1 1-16,-1 0-1 0,1-2-9 0,0 0-7 16,0-1-5-16,0 1-2 0,0 0-34 0,0-2-235 15</inkml:trace>
  <inkml:trace contextRef="#ctx0" brushRef="#br0" timeOffset="187306.73">3573 6273 22 0,'0'0'14'16,"0"0"-3"-16,0 0 21 0,0 0 15 0,0 0-3 15,0 0 40-15,-2-2-24 0,0 0-4 0,0 1-7 16,2-1-24-16,0 0 2 0,0 0-4 0,0 0 1 0,0 0-15 16,0 0 7-16,0 2-2 0,0-1 4 0,0-1-1 15,0 0-14-15,0 0 5 0,0 0-8 0,0 2 14 16,2 0-8-16,0 0 5 0,0 0-7 0,-1 0 1 15,1 0 7-15,0 0-3 0,0 0 5 0,0 0-1 0,0 0 4 16,1 0-2-16,3 0 4 0,5 0 0 0,6 0-6 16,-2 2-1-16,-2-2-2 0,7 2 3 0,-1-2-2 15,-4 0 1-15,11 2-1 0,-4-2 4 0,-2 2-12 16,6-1 8-16,-7-1-10 0,1 0 0 0,1 0 4 16,-1 2-2-16,6 0 3 0,-2 0-8 0,2 0 6 15,2 0-6-15,0 1 7 0,0 1-2 0,1 4-6 16,3 1 7-16,5-2-7 0,2 3 4 0,-2-5 6 0,4-1-7 15,-4 0 5-15,2-3-11 0,6-1 6 0,-6 0 1 16,2 0 3-16,0 0 4 0,-6 0-3 0,4 0 0 16,-2-1 0-16,-4-3 1 0,4 0-6 0,-1-1 2 15,-1 1-2-15,2 0 11 0,-2 4-11 0,3-2 4 0,2-1-4 16,3-1 7-16,2-2-6 0,1 3-1 0,-5 1-2 16,0 2 4-16,-2-2-5 0,-4 0 9 0,2-2-8 15,-3 1 6-15,-1-1-6 0,-1 2 1 0,-6-2-4 16,-2-1 5-16,-4 1 5 0,-1 0-5 0,-1 2 5 15,-1 2-8-15,-4 0 2 0,0 0 0 0,0 0 1 16,-4 0 4-16,1 0-4 0,-5 0 2 0,1 0-2 0,-3 0 3 16,1 0 0-16,-2 0 0 0,0 0-1 0,2 0 0 15,-1 0-36-15,1 0-19 0,-2 2-16 0,0 0-153 16</inkml:trace>
  <inkml:trace contextRef="#ctx0" brushRef="#br0" timeOffset="188446.84">5123 6446 70 0,'0'0'22'0,"0"-2"33"16,0 0-33-16,0 0 0 0,0 0-6 0,0 1 3 16,0-3-10-16,0 0 6 0,0 0-6 0,0 1 5 0,0-1-6 15,0 0 19-15,0 1 7 0,0-1 1 0,0 0 3 16,0 2-8-16,0 0-2 0,2-1-2 0,-2-1-12 0,0 2 8 15,2 0-5-15,0 0 4 0,-1 1-13 0,-1-1 9 16,0 0-2-16,0 0 4 0,0 0-7 0,0 2 4 16,0 0-2-16,0 0 4 0,0 2 0 0,0 0-15 15,0 0 7-15,0 1-9 0,0 1 8 0,0 0-2 16,0 0-7-16,0 7 5 0,0-2 2 0,0 0-1 16,0 1 1-16,0-1-2 0,0 4 0 0,0 0-4 15,0 0 6-15,0-2-7 0,0 2 0 0,0 0 3 16,0-2-3-16,2 4 5 0,0-2 1 0,0 0-3 0,2 2 3 15,-1-4-2-15,1 2 8 0,2-2 0 0,1 2-3 16,1 0 2-16,-3-4-7 0,1 3 2 0,-1-3-1 16,-1-4 1-16,2 3 2 0,-3-3-6 0,3 3 5 0,-2-1-5 15,1 2 7-15,-3-5-9 0,0 2 3 0,-2-4-3 16,0-1 7-16,0 5 13 0,0-2-6 0,-2 3 7 16,0-1-9-16,0-3-2 0,-14 5 3 0,1-3-3 15,-21 3-6-15,9 1 2 0,1-3-2 0,-10-3 3 16,14 3 4-16,-4-4-3 0,2 0 0 0,3 3-2 15,-1 10-6-15,2-6 2 0,1-1 0 0,1-3 1 16,3-1 2-16,2 0-1 0,2-2 1 0,-1 0-2 0,3-1-7 16,4-1 7-16,-1 2-3 0,2-2 4 0,2 0-2 15,-1 2 2-15,-1 0-5 0,2 0 3 0,0 0-1 16,0 0-1-16,1-1 6 0,1 1-6 0,0 0 2 0,1 0 10 16,1 0-5-16,2 0 6 0,13 3-16 0,9 1 7 15,2-2-2-15,3-1 4 0,1-3-7 0,-1 0 2 16,5 0-1-16,-7 0 2 0,-1 0 3 0,-2 2-6 15,-4 0 0-15,-5 0-3 0,5 2 4 0,3-1 0 16,-9 1 4-16,12 3-3 0,-9-1 1 0,-6-2-2 16,2 3 0-16,-2-1-1 0,-2-1-3 0,0 3 7 0,-2-3-4 15,-5-3 4-15,1 0-8 0,3 7 5 0,3 8 0 16,-6-8 0-16,-1 1-1 0,0 3 4 0,-2-6-3 16,0 4 4-16,-2 0-4 0,-2-1 6 0,-2 1-2 15,-2-2 4-15,-1 2-9 0,-2-3 7 0,-15 3-3 16,-2 0 4-16,-8-7-5 0,5 7 2 0,-3-4-2 0,-7-5 0 15,11 5-3-15,0-1 7 0,4-2 1 0,6 1 2 16,-5-1-8-16,3 0 2 0,-4-1-4 0,7 1 3 16,0 0-2-16,2 0-2 0,4-1 2 0,0 3-3 15,4-2 5-15,5-1-2 0,0-1-1 0,-2 2-1 16,1 0 0-16,1-1 3 0,0 1 3 0,2 0 0 0,0-1-2 16,2-1 3-16,0 0-2 0,7 4 3 0,13 3 0 15,0-3-6-15,10-5 2 0,-2-1-3 0,-4 0 1 16,2 0 2-16,-10 0 1 0,3 0 2 0,1 0-4 15,-9 0 0-15,-2 0-2 0,-5 0 1 0,3 0-6 0,-4 0 2 16,7 2 2-16,-9 0 1 0,1 0 5 0,0 2-6 16,-2-1 0-16,3 10-2 0,1 6 2 0,-4 1-2 15,-2 4 4-15,-2 2-3 0,-2 4 4 0,-2 0-3 16,1 1 2-16,-3 1-3 0,3 0 5 0,-1 1-1 16,1 0-1-16,1 3 0 0,0-5-1 0,2 1 0 15,2 1 1-15,-1-3 0 0,-1 3 0 0,2-7 0 0,0 0 1 16,2-3 1-16,-1 1 4 0,3-4-8 0,2 4 6 15,-1-9-6-15,-1 0 10 0,2 0-5 0,-1-4-4 16,1 2 0-16,-1-4 1 0,-3-3-1 0,2-1 6 16,0 1-5-16,-3 0 9 0,1-3-6 0,-2-1-3 0,0 0 2 15,0 0 7-15,0 0-9 0,2 1 5 0,0 1-7 16,0 0 6-16,0 0-16 0,0-1-12 0,-2 1-5 16,0 0-64-16,0-2-112 0,0 1-12 0</inkml:trace>
  <inkml:trace contextRef="#ctx0" brushRef="#br0" timeOffset="188924.61">4338 8295 154 0,'-2'0'23'0,"0"0"48"0,0 0-20 0,0 0-1 0,-2 0 4 16,1 0-6-16,-1 0-13 0,0 0 5 0,1 0 2 15,1 0 2-15,0 0 5 0,0 0-7 0,0 0-1 0,0 0-2 16,2 0-2-16,0 0-11 0,2 0 1 0,0-2-5 15,5 0-4-15,25-3-6 0,-2 1 2 0,12 0-3 16,-1 3 0-16,8-1 6 0,-3 0 5 0,0 0 1 16,8 0 14-16,-2 0-6 0,9-1-1 0,14-1 0 15,8 2-2-15,5-2-7 0,4 2-1 0,-2-1-1 16,-7-3-5-16,-1 2-11 0,-1-1 3 0,3-1-5 0,1 3 2 16,5-3 4-16,2 4-6 0,-4-2 6 0,-3 1 1 15,-7-1-1-15,-9 0 10 0,-4 1-5 0,-6-1 14 16,-1 0-8-16,-3 2-4 0,-1 0 1 0,-4 1-11 15,-1-1 2-15,-8 0-4 0,-8 0 3 0,-9 2 0 0,0 0-5 16,-9 0 0-16,-8 0-4 0,1 0-6 0,-4 0-26 16,-1 0-21-16,-1 0-10 0,0 0-150 0,-2-2-115 15</inkml:trace>
  <inkml:trace contextRef="#ctx0" brushRef="#br0" timeOffset="189783.24">5375 6139 60 0,'0'-1'10'0,"0"-1"16"0,0 0-22 0,-1-2 2 15,-1 0-6-15,0 1 3 0,0-1-8 0,0 0 5 16,0 1-2-16,0 1 2 0,-1 0-4 0,-1 0 17 16,0 0-3-16,-11-2 7 0,1 1-14 0,-3-1 20 0,-3 2-3 15,10 2 12-15,-1 0 10 0,0 0 20 0,2 0-1 16,3 0 7-16,-1 2-1 0,1-2-4 0,4 0-5 16,0 0 0-16,-1 4-5 0,1-1-5 0,0 5-4 15,2 1-2-15,0-7-25 0,4 2-1 0,27-2-1 0,3 18 1 16,6-3 0-16,1-8-10 0,2-5 7 0,2-2-7 15,5-2 17-15,4 0-6 0,1 0 2 0,14-2-3 16,-4-2-1-16,6 2-9 0,1 0 4 0,-3 2-6 16,-3 0 3-16,-6-2 0 0,-3 1-1 0,-8 1 1 15,1 0-6-15,0 0 4 0,-4 0-4 0,3 0 4 16,-3-2-3-16,-3 0 1 0,1-2 2 0,-5-1-1 16,0 1 5-16,-3 2-9 0,-5-2 5 0,-1 2-5 0,-6-1 11 15,-2-3-3-15,-3 2-4 0,-4-1 2 0,-10 3 3 16,1 0-4-16,-4 2 3 0,1-2-3 0,1 0 8 0,0 1-7 15,-2-1 5-15,0 0-7 0,-1 0 3 0,1 0-6 16,-2 0-2-16,0 0 0 0,0 2 1 0,-2-1 1 16,1-1 4-16,-3 0-3 0,-5 0-5 0,1 2 3 15,1 0 0-15,-3 0 2 0,3 0-1 0,1 0 3 16,-3-2-4-16,7 2 4 0,-1-2 0 0,-1 2-2 16,0 0 3-16,-3-2-4 0,5 2-4 0,-2 0 3 15,-3-1-1-15,-1-1 2 0,3 0-2 0,-1 0 3 0,2 2-3 16,-3-2 3-16,-4 0-7 0,2 2 0 0,-3 0 0 15,1 4 1-15,2 0 0 0,-2 3-2 0,3 2 4 16,-1 12-2-16,2 5 9 0,1-4-4 0,1-1 1 16,-10 1-2-16,7-7 0 0,3 0 0 0,1-1-2 0,2 1-1 15,2-4 1-15,0-7 4 0,0-2-1 0,0 2 3 16,0-1 2-16,2 1-5 0,2 0 6 0,11 3-4 16,9 3 9-16,2-7 10 0,-6-1-1 0,4-2 4 15,-3-5 0-15,-3-3 6 0,6-3-2 0,-5 0 4 16,0-2-1-16,-8 9-7 0,-2-18-2 0,-5 7-3 15,11-5-16-15,-6 3 0 0,-4 0 1 0,1-1 0 0,-4 3-2 16,-2 5-38-16,-6-1-19 0,4 8-14 0,-27 1-117 16,-10-17-215-16</inkml:trace>
  <inkml:trace contextRef="#ctx0" brushRef="#br0" timeOffset="190859.8">448 5711 232 0,'0'0'35'0,"0"-2"1"0,0 0 1 16,0-2-11-16,0 0-5 0,0 3-13 0,0-7-7 15,0 1 2-15,0-1-3 0,0-1 7 0,0 0-5 16,0 1 3-16,0-1-4 0,0 2 0 0,0-3 12 16,-2-1 2-16,0 7 5 0,0-3 21 0,2 3-15 15,-2 1 9-15,0-1-12 0,1 0-3 0,-1 2 0 16,0 2-6-16,-17-5 5 0,-3 5-2 0,-2 3 11 15,3 5 1-15,-1 1 3 0,4 2 4 0,3 0-15 0,0-3 5 16,11 10-9-16,-3 5-1 0,-1-3-4 0,5 1-3 16,-7-1 1-16,7-1-7 0,-9-3 14 0,5-3-3 15,3-3 7-15,3-1-1 0,1-4-3 0,0-1 2 0,0 2-1 16,0-4 6-16,1 1-4 0,1 1 3 0,2 0-4 16,3-1-2-16,14 5-7 0,-1-6 1 0,10-2-3 15,-12-2 2-15,7-2 4 0,-5-1-5 0,-3-1 4 16,3-3-13-16,2-1 8 0,-5 3-4 0,0-2 6 15,-6 3-7-15,-7 4 0 0,1-1-2 0,-1-1 1 16,-2 0-3-16,11-3 1 0,-9 1 0 0,-1 1-1 0,1 1 0 16,0 2-3-16,-2 2 4 0,5-6-4 0,0 1-5 15,-3 3 3-15,0 0-1 0,-2 0 3 0,0 0-3 16,1 2 2-16,1 0-3 0,0 0 3 0,5 2 1 16,-3 0 4-16,5 6 0 0,9-3 1 0,-14 17-4 0,7 1 4 15,-4 1-2-15,2 2 3 0,-5 0-2 0,1 0 0 16,-3 2 0-16,14 1 0 0,-5 5 0 0,-5-3 2 15,-3 5-1-15,-3-5 1 0,-2 3-2 0,-3-7 2 16,-5-1 2-16,1-1 0 0,-4-5-2 0,1-1 7 16,3-6-8-16,-1-2 8 0,7-8-6 0,-3 3 9 15,-7-4-2-15,-19 16 2 0,10-10 0 0,-5-3-4 0,7-3 8 16,5-2-8-16,-13 0 0 0,-4-5-5 0,0-1 0 16,-3-5 0-16,13 5 3 0,5 1-5 0,-2-1-2 15,2 3 0-15,0-1-3 0,4 4-93 0,2 0-4 16,5 0-43-16,0 2-105 0</inkml:trace>
  <inkml:trace contextRef="#ctx0" brushRef="#br0" timeOffset="192912.62">6946 5089 1 0</inkml:trace>
  <inkml:trace contextRef="#ctx0" brushRef="#br0" timeOffset="193434.25">6941 5070 28 0,'0'0'6'0,"0"0"-1"16,0 0 8-16,0-2-2 0,0 0 2 0,0 0 0 0,-2 1 6 16,0-1 7-16,0 0-4 0,0 0 7 0,0 0-12 15,1 0-4-15,-1 0-1 0,0 1-4 0,0-1-7 16,0 0 11-16,0 0-9 0,0 2 7 0,1 0-8 15,-1 0-3-15,0 0 1 0,2 0 6 0,0 0-1 16,0 0 1-16,0 2-2 0,0 0-3 0,0 0 0 16,0 1-1-16,0 1 1 0,-2 16-1 0,2-1 5 15,0 3-4-15,0-3 3 0,0-1-4 0,0 5-1 0,0 1 2 16,2 2-2-16,0-4 8 0,0-1-10 0,1-1 8 16,-1-5-8-16,0-4 7 0,0 4 3 0,-2-6-6 15,2 2 5-15,0 6-1 0,-2-6 13 0,1 0 0 16,-1 0 3-16,0-3-7 0,0-6-3 0,0 1 7 0,0 1-4 15,0 0 16-15,0 0 8 0,0-3-4 0,0 1 5 16,0 0-14-16,0-2 2 0,0 0-6 0,0-2 5 16,0 0-9-16,0 1 3 0,2-9-7 0,2-16 4 15,0-5-16-15,-2 5 13 0,-1-8-6 0,1 10 7 16,-2 0-15-16,0 0 2 0,0 5 3 0,2-3-1 16,-2 0 5-16,0 3-2 0,0 1-3 0,2-1 1 0,-2 4 2 15,0 2-3-15,2-2 5 0,0 4-3 0,0 0 10 16,-1 2-3-16,1 1-1 0,0 3-2 0,0-1-13 15,2 1 5-15,-4 3-1 0,9 0 5 0,6-9-1 0,-2 3-11 16,0 3 7-16,4 1-8 0,-3 2 4 0,5 2 3 16,0 4-3-16,1 1 5 0,2 5 5 0,-1 1-8 15,-3 2 1-15,-1-6-4 0,3 14 7 0,-3 3-6 16,0-2 8-16,1 6-8 0,-14-4 6 0,11 4 0 16,-11 0-6-16,10-6 3 0,-2 0 0 0,-5 3 1 15,0 4 5-15,-5-5-2 0,-2 4 12 0,-3-11-9 16,-9 5 6-16,1-5-6 0,-2 5 5 0,-15-7-2 15,-1-4 1-15,-1-2-1 0,0-5 1 0,-1 4 5 0,-1-5-6 16,3 5 5-16,-5-5-15 0,4 16 4 0,-1-8-1 16,1-5 3-16,2-3-2 0,-1-1 3 0,1 0-2 15,-9-2 0-15,11 0-15 0,3 0-88 0,7 0-22 0</inkml:trace>
  <inkml:trace contextRef="#ctx0" brushRef="#br0" timeOffset="194602.31">3862 8321 126 0,'0'-2'22'0,"0"0"38"15,0 1-41-15,0-1 1 0,0 0-5 0,0 0 2 16,0-2-21-16,0 2 7 0,0 1-2 0,0-1 5 0,2 0-1 15,0 0 4-15,0 0-1 0,0 0 2 0,0 0-2 16,-1 2 12-16,1 0 1 0,0 0 6 0,0 2 19 0,0 2-3 16,5 13-2-16,3 16-2 0,-7 1-18 0,-3 3-2 15,0 7-1-15,0-1 1 0,-3 2-2 0,-3 10-9 16,2-3 4-16,1-5-6 0,-1-3 5 0,0-16-2 16,2-2 1-16,0 0 0 0,2-4 13 0,0-1 7 15,0-3-5-15,0-3 4 0,0 2-11 0,0-2 4 16,2-2-2-16,0 0-1 0,0-2-15 0,0-2 9 15,0 2-11-15,0-3 10 0,-1-1-11 0,-1-1 2 16,0-3 7-16,0-1-5 0,0 0 6 0,0 0-3 16,2 2 1-16,0-1-1 0,-2 1-2 0,0-2 3 0,0 0-2 15,0 0 4-15,0 0 5 0,0-2-11 0,0 0 5 16,0 0-8-16,0 0 3 0,-2-2-3 0,0 0 1 16,1 0-2-16,-1 0-2 0,0-2 1 0,-2 1 0 0,0-1 1 15,1 2-1-15,-10 0 8 0,2 0-8 0,-1 1 7 16,1-9-8-16,2 5 3 0,-4-1 3 0,-4 1-2 15,1 3-4-15,-1 2 1 0,4 2 2 0,0 1 1 16,0 3 3-16,9-4-7 0,-1 1 0 0,3-1-2 16,-8 11 6-16,3 0-2 0,1-2-1 0,3 1 0 15,1-3 0-15,2 0 14 0,0-3-3 0,0-1 5 16,0 1 3-16,2-2-6 0,-2-3 6 0,24 16-7 0,-2-6 5 16,-1-5-4-16,3-2-3 0,0-4 0 0,0 0-3 15,0-4 2-15,-2-2 2 0,-1-1-3 0,-3-1-9 0,-3 3 5 16,-2-1-3-16,-2 1 7 0,-3 1-2 0,-3 0 1 15,-1 2 4-15,0-1-2 0,-2-1 1 0,1-3-5 16,1-3-2-16,-2 5 1 0,-2-1 0 0,0 2-2 16,0 3 0-16,0-3-2 0,0 2 0 0,0 0 1 15,-15 0 2-15,-2-9 0 0,-1 0-1 0,3 5-5 16,2 3-7-16,0 1 1 0,4 0-25 0,3 2-6 16,-1 0-4-16,3 0-1 0,0 0-21 0,2 0-43 15,1 0 15-15,-1 2-19 0,0 0 52 0,0 0-2 0,2-1 0 16,0 1-5-16,2 0-40 0,0 0-54 0</inkml:trace>
  <inkml:trace contextRef="#ctx0" brushRef="#br0" timeOffset="194946.81">4642 9125 222 0,'0'-2'51'0,"0"0"105"0,-2 1-102 15,0-3-11-15,1 0 9 0,1 2-12 0,-4-3-15 16,0 1-7-16,-11 0-6 0,2-5 3 0,-2 0-7 16,-1 1 0-16,-10-1-2 0,5 3 3 0,-5 3 19 0,-5 1 7 15,3 2 0-15,0 2 1 0,0 3 0 0,6 1-8 16,1 1 2-16,-5 3-7 0,15-5-19 0,-4 4 2 16,14-9 2-16,-1 12 3 0,-9 4 11 0,3-1-2 15,4 0-3-15,4 0 2 0,4 0-2 0,5 0-4 16,1-2 4-16,18-2-4 0,9-2 3 0,7 4-6 15,5 0-4-15,-10 0 1 0,5 2 2 0,-12-4 1 16,1 6 3-16,-5-4-3 0,-4 5-4 0,-2 8 1 16,-1-7-1-16,-6 3 2 0,-2-7 3 0,-8-4-1 0,-1 9 5 15,5-7-4-15,-1 0 3 0,-5 4 5 0,-5-2-5 16,-9 5 2-16,-9 1-41 0,-30 5-130 0,-13-4-49 16</inkml:trace>
  <inkml:trace contextRef="#ctx0" brushRef="#br0" timeOffset="199967.05">1942 6561 13 0,'0'0'0'0,"0"0"3"0,0 0 35 0,0 0-7 16,0-2 5-16,-1 0-9 0,-1 0-2 0,0 1-10 0,0-1 5 15,0 0-5-15,0 0 12 0,0 0-9 0,2 0 4 16,-1 0-5-16,-1 1 8 0,0-1-12 0,0 0 7 15,0 0-7-15,0 2 6 0,0 0 12 0,1 0-12 16,-1 0 11-16,-2 0-11 0,0 0-10 0,1 0 6 0,-1 0-8 16,-2 0 5-16,-1 0 7 0,-2 0-5 0,5 0 5 15,-2 0-7-15,3 0 10 0,1 0 1 0,-2 2 2 16,0 0-8-16,1 0-1 0,1-1-2 0,0 1 2 16,0 0-1-16,0 0-7 0,2 2 6 0,0-2-6 15,0 1 8-15,0 1-6 0,0-2-3 0,2 2-1 16,0-1-3-16,0 1-3 0,1 0 5 0,1-1-4 0,-2-3 2 15,9 8 7-15,-5-6-7 0,12 7 8 0,-3-3-3 16,0-3-8-16,4 1 9 0,-12-4-9 0,4 0 12 16,0 0-8-16,-3 0 0 0,-1 0-1 0,2-2 3 0,-1 0-4 15,3 0 2-15,2-1-2 0,-4-1 1 0,-1 2 4 16,1-2-6-16,-5 3 5 0,-1-1-6 0,1 0-1 16,-2-2 5-16,0 0-4 0,0 1 0 0,0-1 5 15,-2 2-9-15,0-3 8 0,0-1-9 0,0 0 4 16,0 3 4-16,0-1-2 0,0 2 0 0,0 0-1 15,-2-1 0-15,0 3 0 0,-11-10-4 0,-2 1 7 16,4 3-4-16,-2 1 5 0,0 1-4 0,4 2-1 16,-6 0 1-16,0 1-2 0,4 1 3 0,-2 0-3 0,0 0 2 15,3 0-2-15,-3 1 7 0,2 3-8 0,-2 2 3 16,-2 1-3-16,2-1 3 0,4-1 4 0,2 1-3 16,1-2 2-16,2 1-3 0,3 4-2 0,-1 3 2 0,-4-5-2 15,-1 2 3-15,3-1 0 0,2-5-1 0,0 3 1 16,0 0 9-16,2-5-6 0,0 3 3 0,0-2-5 15,0 0 4-15,0 2 8 0,2-1-4 0,0 1 4 16,0-2-5-16,0-2 3 0,15 4-1 0,7-3 2 16,-2-1-3-16,8-3 0 0,-1-3 0 0,3-3 0 15,0-2-4-15,-1 0-4 0,-3-1 2 0,-6 1-3 0,2-2 9 16,-5 2-8-16,1 0 4 0,-9 4-5 0,-1 1 1 16,-5 2 0-16,3-5-2 0,-5 3 0 0,1-3-2 15,-2 2-1-15,0 1 4 0,-2 2-2 0,0-1 0 0,-2 1 1 16,0 0-4-16,-2 1 4 0,-9-5-5 0,-14-1 5 15,-9 3 0-15,5 5 1 0,-1 1-1 0,4 1 0 16,-1 5-1-16,3 0-1 0,3-1 2 0,5 1 1 16,3-1 5-16,2 1-4 0,6-4-1 0,3 0 1 15,0-1-6-15,2-1 3 0,-1 4-6 0,-1 0 9 16,2-2 0-16,0 1 3 0,0-1-8 0,2 0 7 16,0 0-2-16,0 0 4 0,2 0-4 0,2 0 3 15,11 3-4-15,5 3 1 0,1-5-15 0,-7 1-175 0,5 0-25 16</inkml:trace>
  <inkml:trace contextRef="#ctx0" brushRef="#br0" timeOffset="201246.84">1883 6561 6 0,'0'0'3'0,"0"0"-2"0,0 0 18 0,0 0-11 16,-2 0 6-16,2 0-8 0,0 0 5 0,-2 0 8 15,0 0 1-15,1 0 4 0,-1 0 14 0,0 0 2 0,0 0-1 16,0 0-1-16,0 0-14 0,2 0-6 0,0 0 3 16,-2 0-3-16,1 0-5 0,1 0-5 0,0 0-4 15,0 0 2-15,0 0-4 0,0 0 7 0,0 0-6 16,-2 0 6-16,0 0-5 0,0 0 9 0,2 0 3 0,0 0 2 15,0 0 13-15,-2 0-7 0,0 0 6 0,2 0-6 16,0 0 4-16,0 0 8 0,0 0-6 0,0 0 5 16,0 0-11-16,0 0 8 0,0 0-7 0,0 0 6 15,0 0-19-15,0 0 12 0,0 0-8 0,0 0 7 16,0 0-14-16,0 0 1 0,2 0 8 0,-2-2-6 16,2 0 6-16,-2 0 3 0,2 1-12 0,0-1 10 15,-2 0-3-15,0 0-4 0,0-2 7 0,0 1-7 0,0-1 0 16,0-5-8-16,0-4 2 0,0 3-4 0,0-5 4 15,0 2-2-15,0-1 0 0,0-5-1 0,0 0 4 0,-2-1-6 16,0 1 7-16,-2-5-6 0,2 4 6 0,-1-2-10 16,-1 1 3-16,-2-1-4 0,-1-2 4 0,1 1 3 15,1-4-4-15,1 2 4 0,0-2-7 0,3 2 4 16,-1 1 1-16,0 0 2 0,2 2-2 0,0-4 0 16,0 2-1-16,0 2 0 0,0 1 2 0,0 3-3 15,0-3 0-15,0 3 0 0,-2-3 1 0,2 3-1 16,0 1 0-16,0 2 0 0,0 0 1 0,0 0 1 0,0 2-2 15,0 0 1-15,0 2-4 0,0 2 4 0,0 0-2 16,0-1 3-16,0 1-2 0,0 0-1 0,0 1 0 16,2 1-3-16,0 1 4 0,-2 1 0 0,2-5 0 15,-2 5 0-15,1-3 4 0,1 3-5 0,0-1 0 16,-2 3-3-16,0 1 3 0,0 0 1 0,0-2 2 0,0 2-2 16,0 0 3-16,0 1-4 0,0-1 1 0,2-2-3 15,0 0 3-15,0 1-3 0,0 1 2 0,-1 0-2 16,1 0 6-16,0 0-4 0,0 0 1 0,2 0-1 15,-1 1 1-15,1-1 1 0,9-4-3 0,-2 2 2 16,6 1-5-16,-4-1 2 0,7 0 4 0,3 1-1 0,-3 1 10 16,1 0-10-16,-1 2 1 0,-7 0-2 0,6 0 1 15,5 0-2-15,0 0 0 0,2 0 1 0,-6 0 2 16,2 0 1-16,-5 0 0 0,4 0 0 0,5 0-2 0,-2-2 0 16,0 0 0-16,-2 2 0 0,0 0 1 0,-1-2 3 15,1 2-4-15,2-2 2 0,-1 1-4 0,-3-1-2 16,2-2 6-16,-1 2-3 0,1-2 3 0,-2 3-2 15,-1 1-5-15,1 0 3 0,-5 0 4 0,2 0-3 16,-2 0 3-16,-4 0-3 0,0 0 1 0,-2 0 3 16,1 0-3-16,-5 0 4 0,3 0-6 0,-6 0 3 15,1 0-1-15,1 0 3 0,0 0 0 0,-1 0-5 0,-1 0 5 16,0-2-5-16,0 0 4 0,0 0-2 0,0 2-3 16,-2-2 1-16,0 0 2 0,0 0-2 0,0 1-3 15,-2 1-1-15,0 0-12 0,0 0-26 0,-2 0 0 16,1 0-11-16,-3 0-33 0,-5 0-15 0,2 0-17 15</inkml:trace>
  <inkml:trace contextRef="#ctx0" brushRef="#br0" timeOffset="201807.31">2618 4944 46 0,'0'0'13'0,"0"0"1"0,0 0 20 16,0-2-10-16,0 0 10 0,0 0-3 0,0 0 8 0,0 0-1 15,0 1 2-15,0-1-9 0,0 0-2 0,0 0 0 16,0 0 0-16,0 0-3 0,0 0-9 0,0 1 0 16,0-1-4-16,0 0-7 0,0 0 5 0,-2 0-6 15,1 2 5-15,-1 0-10 0,0 0 3 0,0 0 7 0,0 2-5 16,0 0-1-16,0 0 2 0,1 0-2 0,-1 1 3 16,0 1-5-16,0 2 2 0,0 8-2 0,0-1 3 15,0 4-5-15,2 0 8 0,0 0-2 0,-1 3 4 16,1 0-6-16,0 5 7 0,0 1-5 0,0 0 6 15,0 3-11-15,0 5 9 0,0 1-3 0,0 2 5 16,0 2-8-16,0-2 0 0,0 2 1 0,1 0 1 0,1-7 1 16,0-1 1-16,-2-7-8 0,0 1 6 0,0 1-9 15,0-4 10-15,0-2-1 0,0-3 5 0,0-2-3 0,0-2-1 16,0 0 3-16,0-2-3 0,0 0 3 0,0-2 7 16,0 1-2-16,0-5 3 0,0 1-8 0,0-2-2 15,0-1 1-15,0-1 0 0,0 0 1 0,2 2 4 16,0-1-6-16,-2 1 4 0,0 0-10 0,0-2 12 15,0 0-2-15,0-1 3 0,0 1-15 0,0 0-2 16,0 0-2-16,0-2-1 0,-2 0-2 0,0 0-26 16,0 0 0-16,0 0-10 0,1-2-17 0,-1 0-95 15,0 0 10-15</inkml:trace>
  <inkml:trace contextRef="#ctx0" brushRef="#br0" timeOffset="202228.42">3019 4968 66 0,'0'0'31'16,"0"-2"-2"-16,-2 0-4 0,1 0 2 0,-1 0-15 16,0 1-10-16,0-1 2 0,0 0-2 0,0 0 0 0,0 0-1 15,1 0 2-15,-1 0-3 0,0 2 3 0,0 0-6 16,0 0 9-16,-2 0-4 0,1 0 7 0,-1 0 11 0,2 2 17 15,-2 0 5-15,3 0-1 0,-1 0-7 0,0 2-13 16,0-1-1-16,-5 8-2 0,-1 2 1 0,3 0-7 16,-1 2 4-16,0 2-5 0,3 0 1 0,1 3 6 15,2-3-12-15,0 1 10 0,2 1-16 0,1 1 11 16,3 10-4-16,0 4 4 0,-5-1-8 0,1 8-3 16,0-2 0-16,-2-2 0 0,0 6 10 0,-2-8-9 15,-1 2 6-15,-1 0-7 0,0-5 3 0,-1-1 3 0,-1-5 1 16,2-3 0-16,1-1 3 0,-1-2 10 0,2 1-4 15,-2-1 7-15,2 1-7 0,1-5 1 0,-1 1 3 16,2 0-1-16,0-4 8 0,0-2-10 0,0-2-2 16,0-1-3-16,0-1-6 0,0-1 6 0,0-3 1 0,0-1 0 15,0 0-8-15,0 0 8 0,0 2-3 0,0-1 4 16,0 1-2-16,0 0-5 0,0-2-1 0,0-1-2 16,0 1-6-16,0 0-15 0,2-2-35 0,-1 0 8 15,1 0-105-15,0-2-115 0</inkml:trace>
  <inkml:trace contextRef="#ctx0" brushRef="#br0" timeOffset="203427">2990 5497 53 0,'0'0'9'0,"0"0"5"0,-2 0-5 0,0 0 12 0,0 0-9 16,2 0 9-16,0 0-8 0,0 0 8 0,0 0-6 16,0-2 7-16,0 0 1 0,0 0 9 0,2 1 12 15,0-1-6-15,0 0 19 0,-1 0-12 0,3-2-4 0,0 1-2 16,-2-7-6-16,11 8-8 0,0-7-1 0,0 2-3 15,0-1-6-15,0 1-6 0,2 0 2 0,1-1-4 16,3 1-3-16,-2 3 3 0,1 0-7 0,-1 2 4 16,0 1-4-16,1-1 2 0,3 0 0 0,-1 2 0 15,2 0-3-15,-1 0-1 0,-1 0 9 0,2 2-7 16,1 0 8-16,1 1 6 0,0 1-4 0,-7-2 5 16,1 2-12-16,-1-1 1 0,1 1-1 0,1 0 3 0,-4-1 8 15,5 3-11-15,-7 0 0 0,0-1-3 0,0 2 6 0,-3-1-4 16,1 1 4-16,-8-5-4 0,7 0 10 0,-5 7-5 15,1-1 4-15,9 1-6 0,-10 0-4 0,-3-1 9 16,7 3-2-16,-3-4 5 0,0 3-7 0,1-1-2 16,-3-2 2-16,3 3-2 0,-1 1 2 0,-3-4-3 15,-1 1 2-15,4-1-1 0,-1 1 6 0,1 1-9 16,0 0 1-16,-1 0-2 0,-1-1 1 0,0 1 2 16,-1 0 3-16,-1 1-2 0,0-1-6 0,2 2 9 15,-2 0-10-15,-1-1 10 0,1 1-9 0,0 2 5 0,-2 0-1 16,0 0 3-16,0 0 1 0,0 0-9 0,0 2 6 15,-2 1-7-15,0-1 8 0,1 4-4 0,-1-3 4 16,0 3-3-16,0 1 10 0,0 1-8 0,0 5 3 16,0-8-6-16,1 3-2 0,-1-6 2 0,2 1 1 15,0 3 2-15,0 0 2 0,0-3-1 0,0 1-2 0,0-2 1 16,0-2-9-16,0-4 11 0,0 4-10 0,0 0 11 16,-2 0-6-16,0 0 0 0,0 0 2 0,0-4-1 15,0 4-2-15,1 4 0 0,-1-4 1 0,0-2 0 16,-2-2-2-16,0 1 7 0,1-3-3 0,-1 1 4 15,0-1-6-15,4-5 0 0,-2 2 6 0,1-1-2 0,-1 1 6 16,0 0-2-16,0-1-6 0,0 1 4 0,0 0-7 16,0-2 1-16,1 0 6 0,-1-1-3 0,0 1 9 15,0-2 0-15,0 0-4 0,2 0 2 0,0 0-6 0,2 0 0 16,0 0-4-16,0-2 3 0,0 1-2 0,-1-1 3 16,1-2-3-16,2-3 2 0,2-1-1 0,1-3-2 15,-3 5 4-15,-2 3-3 0,1-3 5 0,-1-1-7 16,0-6 6-16,4 0-5 0,5-2 5 0,-4 4-5 15,-5 5 0-15,2-9 0 0,-2 6 0 0,-2 0-2 16,0-2 2-16,0 7-1 0,0 0 0 0,0 2 2 16,-2-1-3-16,2 1 3 0,-6-2-2 0,-9-7 0 15,0 3 0-15,10 7 1 0,-3-1-2 0,-1 2 2 0,4 0 0 16,-5 0 2-16,8 0 0 0,-1 0-2 0,-3 2-1 16,2-1 0-16,-1 3 2 0,-1 0-1 0,3-2-1 15,-1 9-1-15,-7-4 0 0,9 4 2 0,0-1 0 0,0-3 1 16,-2 2-1-16,-3 1-1 0,-2 3 5 0,5-6-3 15,-2 6 8-15,3-5-7 0,1-3-4 0,0 3 1 16,0-1-3-16,2 0 1 0,0 1 3 0,0-1 0 16,0-3 7-16,0-2-4 0,0 2-1 0,0-1-1 15,2 1 0-15,0 0-3 0,0-1 4 0,1 1-4 16,3 0 12-16,9 3-6 0,0-1 3 0,-13-6-4 0,12 2 7 16,1-2-4-16,0 0 4 0,9-2-5 0,-7-2 8 15,-2-1-7-15,3-5-1 0,-8 5-2 0,6-6 1 0,-10 7-1 16,1-11 2-16,-3 4-2 0,0-6 4 0,-2 2 0 15,9-1-1-15,-4 3 0 0,-1 1-11 0,-2-1 5 16,-3 4-1-16,-1 2 4 0,0-1 3 0,0 3-6 16,-1 1 1-16,-3 0-2 0,-7-1 6 0,-15-1-4 15,0 6 1-15,-2 0-1 0,7 6 7 0,-3 3-11 16,4 0 8-16,7 1-8 0,-8-9 11 0,8 12-7 16,2 4-1-16,2 4-3 0,5-10-1 0,-5 2 7 15,5-6-3-15,2-3 5 0,1 0-3 0,-1-1 3 0,2 1 1 16,0 0 0-16,0-2 9 0,2-1-10 0,-1 1 7 15,3 0-9-15,5-2 12 0,4 0-7 0,6 0 1 16,0-4-4-16,-5 3-2 0,-4-1 5 0,-5 0-5 16,-1 0 4-16,0 0-14 0,-2 0-66 0,-1-1-25 15,-1 1-27-15,0 0-195 0</inkml:trace>
  <inkml:trace contextRef="#ctx0" brushRef="#br0" timeOffset="203901.74">1868 6515 54 0,'0'0'16'0,"0"0"-3"0,0 0 7 0,0 0 0 0,0-2-5 15,0 0-6-15,0 0-1 0,0 0 4 0,0 0-2 16,0 0 15-16,0 1 11 0,0 1 5 0,0 0 2 15,-2 0 18-15,0 0-26 0,1 0 8 0,-1 0-13 16,0 0 14-16,0 1 0 0,-2 1-1 0,1 0 2 16,-1 0 10-16,0 0-8 0,2 0-1 0,0 0-4 15,1-1-5-15,-1 1 3 0,0 0 3 0,0 0-1 0,2 0 9 16,0 0-14-16,0 0 1 0,2-1-7 0,0-1-13 16,0 0-1-16,1 0-6 0,7 0 4 0,3 0-11 15,-2 0-2-15,-4 0 1 0,-3-1 0 0,-2 1 8 0,1 0-12 16,-1 0 5-16,4-2-5 0,-2 0 14 0,-1 0-13 15,-1 2 5-15,0 0-7 0,0-2 4 0,0 2-5 16,0 0-2-16,-1 0-4 0,-1 0-21 0,0 0-94 16,2 0-21-16,0 0-36 0,0 0-182 0</inkml:trace>
  <inkml:trace contextRef="#ctx0" brushRef="#br0" timeOffset="205338.71">3081 4203 15 0,'0'-2'12'16,"0"0"6"-16,0 0 12 0,0 0-3 0,0 1-4 0,0-3 0 16,0 0-8-16,0 0 4 0,0 1-2 0,0-1 3 15,0 2-9-15,0-1 7 0,0-1-6 0,0 0 5 16,0 2-8-16,0 0 9 0,0 1 2 0,0-3 1 15,0 0 1-15,0 0-1 0,0 1 0 0,0 1 1 16,0 0-4-16,0 0-9 0,0 0-1 0,0 0-4 16,0 1-7-16,0-1 7 0,0 0-2 0,0 0 5 0,0 2-3 15,0 0 5-15,0 0 0 0,0 0 3 0,0 2 6 16,0 0-8-16,0 1-2 0,0 1-2 0,0 7-3 16,0 8 14-16,0-3-2 0,0 5 4 0,0-1-19 0,0 1 8 15,0 5-1-15,0-4 3 0,1 2-2 0,1 0 2 16,0-1-8-16,0-3 8 0,2 4-8 0,-2-3 6 15,1 6 4-15,-1-6-3 0,2 3-3 0,-2-4-3 16,0-8 4-16,1 8-2 0,-1-5 2 0,0-4 9 16,0 6-12-16,0-6 12 0,1 2-1 0,1 0-7 15,-4-9 6-15,2 1-7 0,0-1 4 0,0 0-1 16,1 3 1-16,-1-3-1 0,0 1 0 0,0-1-3 16,0 0-5-16,0-1 3 0,0 1-5 0,-1-2 6 0,1 0 2 15,0 0 1-15,0 0 3 0,0-1-1 0,0 1 0 16,0 0-2-16,-1 0-12 0,1 0 6 0,0 0 3 15,0-2 2-15,0 0-1 0,0 0-3 0,0 0-1 16,-1 0 2-16,1 0-4 0,0 0-1 0,0 0 1 0,0-2 1 16,-2 0 1-16,0 0 5 0,0 0-7 0,0 0 7 15,0 1-7-15,0-1-2 0,0 0 7 0,0 0-6 16,0 0 6-16,0 0-18 0,0 0-21 0,-2 1-2 16,0-1-89-16,0 2-95 0</inkml:trace>
  <inkml:trace contextRef="#ctx0" brushRef="#br0" timeOffset="205852.76">3298 4112 24 0,'0'0'6'0,"0"0"0"0,0 0 12 15,0-2-3-15,0 0 4 0,0 0-2 0,0 1 2 0,0-1 1 16,0 0 25-16,0 0 30 0,0 0-8 0,0 0 14 16,0-1-13-16,0-1-19 0,0 0 7 0,-2 0-11 15,0 1 2-15,0-1-23 0,0 0 7 0,1 1-10 16,-1 1 5-16,0 0-11 0,0 0-8 0,-2 0 3 15,1 0-3-15,-12-3-3 0,0 3 6 0,-4 0-5 16,3 2-2-16,-1 0 7 0,-2 4 1 0,3-1 2 16,-3 5 3-16,0-1 4 0,3 1-5 0,-1 1 6 0,-2 2-7 15,5 0-8-15,-7-1 3 0,1 12-5 0,5 0 0 16,-2 4 3-16,12 2-5 0,-3-2 5 0,-5 5-3 16,4-1-3-16,1 0 5 0,7 5-5 0,-18-3 0 15,8-1 11-15,5 5-2 0,6 1 5 0,6-4 2 0,-1-1-15 16,5-3 4-16,-1-4-5 0,0-3 13 0,2 0-2 15,1-3 1-15,-3-4-1 0,-7-1-6 0,20-1-4 16,-3-3 6-16,1-5-3 0,0 1 13 0,1-4-8 16,1 1 0-16,2 14-1 0,0-8 10 0,2-3-15 15,4-2 13-15,0-4-14 0,0-2 6 0,-1-2-2 16,-1 0-2-16,-2 1 3 0,0-3 7 0,-5 2-14 0,1-3-1 16,-7 1-2-16,-4 1-8 0,4-3-24 0,1-1-11 15,3 0-10-15,-1 0-79 0,-6 3-58 0,1-1-26 16</inkml:trace>
  <inkml:trace contextRef="#ctx0" brushRef="#br0" timeOffset="206507.18">3896 4613 27 0,'0'-2'16'0,"0"1"-9"16,0-3 13-16,0 0-3 0,0 0-18 0,0-5 6 15,0 5-3-15,0 1 4 0,0-3-4 0,0 4-2 16,-2-13 2-16,2 10-1 0,-2-3 4 0,-2-1 9 16,4 7 3-16,-2-1 4 0,-5 1 29 0,-6-8 14 15,-2 1-3-15,2 2 2 0,-4-1-23 0,3 3 3 16,-5-1-2-16,-3 2 0 0,5 4-27 0,-5 2-5 15,3 4 1-15,-3 3 0 0,5-1 7 0,4-1-13 0,2-3-3 16,0 16-1-16,0 2 2 0,1 4 0 0,-1-5 0 16,9-4-1-16,-3-1-2 0,-4-5 4 0,-1 2 6 15,1 0-1-15,5-5 13 0,-1 5 4 0,3-8-3 16,0 1 3-16,2 1 2 0,0-3-1 0,0 2 3 0,0-1-4 16,0-1-3-16,0-2 3 0,2 2-5 0,0-1 2 15,1 1-16-15,7 2 6 0,5 1-1 0,9 0 3 16,-4-3-4-16,1-2 0 0,1-2-2 0,-7 0 0 15,1-2-9-15,-6 0 11 0,-3-1-10 0,4-3 11 16,0 0-12-16,-1 1 0 0,-1-3 1 0,-3 3 0 16,-1-6 6-16,3-4-6 0,-3 2 4 0,-1 0-4 0,0 4 3 15,-1 3-7-15,-1 6 5 0,-2-2-5 0,0 0 9 16,4-1-9-16,0-1 4 0,-1 2-6 0,-1 0 7 16,0 0-2-16,0 2-2 0,0 0 0 0,0 2-2 0,-1 0 5 15,1 2-1-15,4 9 2 0,1 5 1 0,1 1 3 16,-5-4-5-16,3 1 2 0,-2-3-6 0,-1 0 6 15,1 4-1-15,-2-6 3 0,2 4-5 0,-2-2 1 16,-1 0-1-16,1-2 1 0,0 2 1 0,-2-2 1 16,0-1 2-16,0-1-2 0,0 0 2 0,-2 0-1 15,-1 1 0-15,-1-1 1 0,0-3 4 0,0 1 0 16,-18-3-1-16,-4-2 0 0,4-1-1 0,1 14-5 0,3-5 7 16,3-5-5-16,-2-1 5 0,1-2-1 0,3-2-4 15,0 0 2-15,1 0-2 0,1 0-3 0,0 0 6 16,7 0-5-16,3 0 1 0,-1 0 4 0,-4 0-6 15,-5-2 3-15,9 2-23 0,-3 0-29 0,3 0-12 0,-2 0-12 16,0 0-100-16</inkml:trace>
  <inkml:trace contextRef="#ctx0" brushRef="#br0" timeOffset="207205.07">4659 4728 172 0,'0'-3'34'0,"-6"-23"75"0,-1 0-92 0,3 11-9 16,-3-4 2-16,5 14-6 0,-6-5-4 0,7 9 0 16,-18-12-1-16,-5 1 0 0,0 5 2 0,-2 1-2 15,-6 5 2-15,6 1-3 0,-2 0 2 0,-1 0 2 16,1 0 5-16,-2 1-1 0,4 1 3 0,0 2 7 0,4 2 0 15,1 1 3-15,-1 2 1 0,2 1-3 0,-3 3-3 16,-1 0 1-16,6 0-1 0,3-4-6 0,2-5-2 16,-2 9-1-16,4 0-3 0,1 0-2 0,1-4 4 15,5 0-3-15,1 2 13 0,1 2-8 0,0-2 4 0,-5-1-3 16,-1 1 19-16,4-4 6 0,1 3-1 0,1-1 2 16,2-2-5-16,0 2-2 0,0-1-4 0,2-3 0 15,1 3-13-15,1-3 7 0,0 1 4 0,11-2-1 16,1-1 1-16,5-1-3 0,1 0-8 0,-3 11 5 15,3-2-10-15,-2-3 1 0,1-5 3 0,9-1-2 16,-8-2 4-16,-4 0-5 0,1-2-1 0,-10 1 1 16,12-5 10-16,1-1-14 0,-2-1 7 0,-1-1-8 0,-4 1 9 15,0-1 0-15,-2 7 1 0,0-13-3 0,-4-3-8 16,-3-4 4-16,-1 1-3 0,-1-1 6 0,0-6 3 16,-1 0-3-16,-1 0-2 0,2-3-1 0,-2-3 1 0,16 3-3 15,-5-3 2-15,-7 5-3 0,-4 3 0 0,-2 2 0 16,-2-2 2-16,-2 5-2 0,0 4 5 0,1 4-2 15,-1 4-1-15,0 0 0 0,-1 0 7 0,3 5-4 16,0 0 0-16,0 2-2 0,-5-3-3 0,-3-1-1 16,-1-1 2-16,2 3-2 0,2 2-3 0,-8-2 3 15,7 4-1-15,1 0 2 0,3 0 3 0,2 0-1 16,-3 0-1-16,3 0 0 0,-4 2-1 0,3 2-1 16,-5 7 2-16,-3 11-1 0,2 3 2 0,3-1 4 0,4 0-3 15,0 0 2-15,2 6-7 0,2-1 3 0,4 7 0 16,5-1 3-16,-2-5-2 0,2 1 2 0,-1-3-3 15,-3-7 2-15,2 5-3 0,1-6 6 0,1-3-5 0,0 1 5 16,0-1-3-16,-2-2-1 0,-7 1 2 0,15-3-2 16,-6 0 2-16,-3-1 1 0,1-3 0 0,-5 0 1 15,1-1 2-15,3 1 1 0,-3-2 3 0,-3-1-2 16,2 1-1-16,-2-1-11 0,-1-1-9 0,3 3-10 16,4 1-125-16</inkml:trace>
  <inkml:trace contextRef="#ctx0" brushRef="#br0" timeOffset="208031.37">1922 6598 30 0,'0'0'15'0,"-2"0"9"0,0 0 13 16,0 0 1-16,2-2-13 0,0 0 20 0,-1 1-2 15,-1-1 11-15,0 0 11 0,0 0-15 0,0 0 0 0,0 0-6 16,0 0-7-16,1-1-18 0,-1-1 8 0,0 0-10 15,2 1 11-15,0-1-14 0,0 0 1 0,0 0-5 16,0 1 0-16,0 1 0 0,0 0 0 0,-2 0 0 16,0 0-1-16,0 0 5 0,0 1-3 0,1-1 3 15,-1 0-8-15,0 0 14 0,0 2-7 0,0 0 8 16,0 0-9-16,0 2 0 0,1 0 2 0,-1 0-3 0,0 1-3 16,2 1-1-16,-4 13 0 0,0 1-1 0,3 1-9 15,-1 1 10-15,0-1-6 0,2 3 9 0,0-1-6 16,0-1 0-16,2 0 0 0,0 1 0 0,-1-1-4 15,3-1 8-15,2 5-5 0,-3-6 7 0,3 7-3 0,1 1-3 16,1-6 5-16,1 6-4 0,-1-6 5 0,-3-1 0 16,1-2-6-16,1-2 4 0,1 1-8 0,1 1 7 15,-2-2 1-15,3 3 1 0,-5-8 1 0,3 5-1 16,-3-2 2-16,-1-4-1 0,1 2 7 0,-3-5-12 16,2 1 2-16,2 0-5 0,-1 1 4 0,-1-3 3 15,0 1 2-15,-3-2-1 0,1-1-4 0,0 1 9 16,0 0-9-16,2 0 8 0,-2-1-12 0,-1 1-5 0,1-2 2 15,0 0-7-15,0 0-21 0,0-1-81 0,-2 1-13 16,0 0-24-16,0 0-60 0</inkml:trace>
  <inkml:trace contextRef="#ctx0" brushRef="#br0" timeOffset="208485.57">1604 7369 95 0,'0'0'14'0,"-1"0"-1"0,-1 0 2 16,0 0-2-16,0 0-3 0,-2 0-6 0,1 0 22 16,-7 1 3-16,3 1 6 0,-2 0 16 0,-3 0-16 15,3 0 4-15,-4 2-7 0,8-3 6 0,3-1-3 16,-2 0 4-16,0 0-3 0,-3 2 4 0,3 0 5 15,0 0-2-15,1 0 4 0,1 0 4 0,0 0-12 16,0-1-5-16,0 1-2 0,1-2-8 0,1 0-7 16,0 0 7-16,0 0-6 0,1 0-2 0,3 0-7 0,0 0-4 15,9 0 1-15,2 0 1 0,3 0-4 0,1-2 1 16,3 1-2-16,2-1 1 0,0-2 1 0,4 0 5 16,4-1-2-16,3-1 6 0,6-1-9 0,0-1 3 15,7 1-3-15,6-2 10 0,0-1 20 0,3-1-5 16,-7 0 7-16,6 0-20 0,-6 0-9 0,-3 2 3 0,-3-1-3 15,-12 5-1-15,-4-1-1 0,-2 1-5 0,-4 1 4 16,-2 0-4-16,-5 2 5 0,0 0-5 0,-4 2 6 16,-2 0-5-16,-3 0-2 0,0 0 6 0,-3-1-5 15,1-1 15-15,0 0-9 0,-1 0-2 0,-1 2-2 16,0 0-4-16,0 0 0 0,0 0-1 0,0-2-2 16,-2 2-20-16,0 0-16 0,0 0-11 0,-2 0-2 0,0 0-46 15,0 0-39-15,-2 2-9 0,1 0-18 0,-3 0-90 16</inkml:trace>
  <inkml:trace contextRef="#ctx0" brushRef="#br0" timeOffset="208903.25">1740 7653 139 0,'-2'0'19'16,"0"0"33"-16,-1 0-28 0,-1 0-8 0,0 0-1 16,-5 0-3-16,0 0-6 0,1 0 1 0,1 0 6 0,1 0-3 15,1 0 11-15,1 0 11 0,-2 0-1 0,3 2 5 16,-1-1 8-16,0 1 11 0,0 0-5 0,3 0 7 16,-1 0-5-16,0 0-18 0,0 0 3 0,0-1-11 15,0 1-12-15,2 0 0 0,0 0-2 0,0 0 2 16,2 0 3-16,0-2-3 0,0 0 2 0,2 0-3 15,5 0 0-15,9 2-9 0,5-1 3 0,1 1-3 0,4-2 15 16,3-2-12-16,8-1 5 0,2-3-7 0,4-1 6 16,5-1-5-16,-2-1 0 0,-3 2-1 0,7-5-3 15,-4 1 0-15,-5 0 3 0,-1 0-1 0,-5 2 6 0,-5-1-6 16,0 3-4-16,-5 1 0 0,-2 1-7 0,-3 3 12 16,-4 0-5-16,-1 2 6 0,-2 0-13 0,-2 0 10 15,-2 0 1-15,-2 0 3 0,-1 0-2 0,-4 0-4 16,-1 0 3-16,1 0-3 0,0 0 1 0,-1 0 9 15,1 0-10-15,-2 0 10 0,0 0-12 0,0 0 3 16,0 0-1-16,-2 0-1 0,0 0-18 0,0 0-111 16,0 0-16-16</inkml:trace>
  <inkml:trace contextRef="#ctx0" brushRef="#br0" timeOffset="211192.7">2264 7734 44 0,'0'0'16'15,"0"-1"-1"-15,0-1 23 0,0 0-5 0,0-2 5 16,-2 0-14-16,2 3 7 0,-2-7 0 0,2 6 3 16,-2-3 1-16,2 1-3 0,0 0-5 0,0 1 2 0,0 1-7 15,-2-2-1-15,0 0-1 0,0 1 0 0,1 1 1 16,-1 0-9-16,0 0 8 0,2 0-8 0,0 0 9 0,0 2-10 15,0 0 3-15,0 2-4 0,-2 0 3 16,0 0-2-16,0 2 2 0,0 5 0 0,-1 8 9 0,1-4-9 16,-2 5 6-16,4-9-5 0,0 8 12 0,0 2-14 15,0-1 1-15,2 1-3 0,0-1 9 0,0 5-9 16,1-5 0-16,3 5-5 0,-2-7-4 0,1 1 5 16,-1 0-2-16,2 1 2 0,-1 1-2 0,1-1-2 15,-3 1 0-15,1 1-2 0,0 1 1 0,0-5 1 0,-1 3 5 16,1-4-5-16,0 0-6 0,-1 1 5 0,1-1-3 15,0-2 4-15,0 0-2 0,-3-2 0 0,1 1 5 16,2-1-3-16,-2-2 8 0,2 2-6 0,-3-2-1 16,1 1 0-16,0-3 1 0,0 1-2 0,2 1 3 15,-2-4-2-15,-1 1 9 0,-1-2 1 0,2-1 0 0,-2-1-1 16,2 2-7-16,-2-2 8 0,2 2-4 0,0-1 5 16,2 1-10-16,-3 0 7 0,3-1-2 0,0-1 4 15,-2 0-6-15,1 0 8 0,1 0-5 0,0 0 5 16,0 0-9-16,-1-2-5 0,1 0 2 0,0 0-2 15,-2 0 7-15,3 0-4 0,3 0 0 0,-3-2-2 16,1 0 2-16,-1 0-4 0,3-2 5 0,-5 2-6 0,3 1 6 16,0-3-5-16,-1 0 0 0,1 0-1 0,-3 3 4 15,1-1-1-15,0-4 2 0,0 1-2 0,1-3 2 0,-1 3-3 16,-2-1 2-16,-2 4-2 0,2-3 6 0,-2 1-9 16,0 0 0-16,0 0-2 0,0 1 7 0,0-1 3 15,0 0-2-15,-2 2 1 0,0 1-5 0,0-1 1 16,0 0-1-16,-2 0 3 0,-5 2 3 0,-4 0-3 15,0 2 1-15,4 0-4 0,1 1-5 0,-1 3 5 16,4-2-1-16,-1-1 3 0,-1 5 2 0,3 1-4 16,2 0 3-16,-7 3-4 0,3-3-1 0,2-4 5 15,1 3-6-15,3-4 6 0,0-1 0 0,0 1-3 16,0 0 5-16,0-2-4 0,0 1 1 0,2 1 4 0,-1 0 0 16,1-2 2-16,2-1 1 0,0-1 1 0,11 4-2 15,-2-2 2-15,0-2 2 0,-4 0-1 0,0 0-2 16,0 0 0-16,-3 0-4 0,0-2 11 0,-5 2 5 0,3-2-1 15,0 0 6-15,0 1-12 0,-3-3 2 0,1 0-3 16,0 0 1-16,-2 1-14 0,0-1 6 0,0 0-6 16,-2 1 6-16,0-1-10 0,-1 2 0 0,-5-2-8 15,-8-1-24-15,-1 1-75 0,-2 2-42 0,3 2-15 16,3 0-183-16</inkml:trace>
  <inkml:trace contextRef="#ctx0" brushRef="#br0" timeOffset="212112.23">687 7376 34 0,'2'0'9'0,"0"-2"4"0,0 0 17 0,0 0 12 16,0 1-8-16,-1-1 8 0,1 0-15 0,-2 0 0 15,0-2 8-15,0 2-4 0,0 1 12 0,-2-1-4 16,1 0-4-16,-1 0 1 0,-2 0-16 0,0 0-2 16,-9-3 2-16,-18-3-2 0,12 7-6 0,-11 1 0 15,6 1-4-15,6 1 5 0,-3 2-3 0,1 2-10 16,1 1 6-16,17-7-6 0,-14 9 6 0,-3 2 0 16,10-5-5-16,-17 9 5 0,13-6 2 0,7-5 0 0,1 9 4 15,-5 9-5-15,5-2-7 0,-4 3 6 0,3 1-2 16,2 2 7-16,-3 2-2 0,3 0 2 0,-1 1-6 15,-14 1 4-15,8 0-6 0,3-1 16 0,5-4-3 16,1-3 6-16,2-2 1 0,0-1 0 0,2-1 5 0,0 1-5 16,-1-2 1-16,1-8 1 0,2-2 1 0,2-3-2 15,8 2-8-15,7-3-7 0,-8 9 4 0,-8-5-3 16,14-3 6-16,-4 1-9 0,5-3-1 0,1 6-2 16,-14-3 0-16,10-3-1 0,-8 5 2 0,-3-3-3 15,10 4-8-15,-6-5-13 0,-1 1-32 0,-5-2 3 16,-1 0-145-16,1 0-89 0</inkml:trace>
  <inkml:trace contextRef="#ctx0" brushRef="#br0" timeOffset="212740.23">929 7772 157 0,'0'-2'58'0,"0"0"78"0,0 0-81 0,-2-7-19 16,0-1-11-16,-2-4 1 0,2 1-18 0,0-2 2 0,1 2 2 16,-1 5-2-16,0 1 2 0,2 3-11 0,-2-1 0 15,0-1-1-15,0 2 11 0,0 1 7 0,1-1 0 16,-3 0 3-16,0 2 6 0,-9-5 2 0,0 3-4 16,-7 0 3-16,7 4 2 0,-4 0-11 0,-3 2 10 0,-1 4-12 15,3 1 5-15,3 1-15 0,0 3 1 0,11-6-4 16,-7 16 3-16,4-1-3 0,1 4-4 0,1-3 0 15,3 3-2-15,-8-4 5 0,7 1 1 0,-10-3 1 16,5-5 3-16,5 0 2 0,3-5-1 0,0-1 2 16,1 4 1-16,1-1-3 0,2-1 6 0,0 0-5 15,-4-7 2-15,2-2 0 0,7 8 0 0,-7-8 1 0,13 9-2 16,-2-4-5-16,1-3 1 0,3-2-1 0,-2 0 7 16,-4-2-7-16,0 1-3 0,0-3 0 0,2-2-3 15,-7 4 6-15,1-1 1 0,-1-5 1 0,0-3-2 0,-5-6 0 16,1-1-6-16,8 5 4 0,-7 5-7 0,3-1 2 15,-2 2 4-15,-4 3-1 0,1-5-4 0,-1 5 3 16,0 0-4-16,0 1 5 0,0-1 3 0,-1 0-5 16,-1 2 1-16,0 0-3 0,0 2 1 0,0 0 4 15,0 0-2-15,0 2 4 0,1 2-5 0,-1 0-1 16,-9 18-2-16,5-7 1 0,0 7 2 0,5-1 0 16,1-5 4-16,0 3-4 0,1 1-4 0,1 1 3 0,2 1 0 15,2 0 2-15,-1-5 3 0,1 3-6 0,-1-1 0 16,1-2-1-16,-1 1 3 0,1-1 5 0,-1 1-2 15,-1 1 3-15,-2-2-5 0,0-2-2 0,-2-1 1 0,0-2 0 16,0-3 3-16,0-4 5 0,0 1-2 0,0 0 3 16,-2-1 2-16,2-1-4 0,0-2 4 0,0 0-4 15,-2-1 5-15,-11 9-4 0,2-3-1 0,-2-1-2 16,2-3-5-16,2-1 1 0,-1 0 3 0,5-2-2 16,-1 0-3-16,1 0-14 0,3 0-3 0,-2-2-2 0,0 0-11 15,3 1-23-15,-1-1 6 0,0-2-12 16,2-2 2-16,0-8-3 0,2 1-7 0,3-2 0 0,3 2-48 15,3-2-20-15,0-2-9 0</inkml:trace>
  <inkml:trace contextRef="#ctx0" brushRef="#br0" timeOffset="213007.73">1215 7760 346 0,'0'0'30'0,"0"0"0"0,0-1 26 16,-2-1-8-16,0 0 3 0,-9 2-21 0,-15 0 3 15,-4 5-5-15,8 3 3 0,-2 1-13 0,3 2 3 16,4 0-8-16,3 1 4 0,-1 10-18 0,5 0 9 15,3-1 3-15,-4-3 0 0,7 1-5 0,2-3 8 16,-9-1-2-16,6-4 6 0,-1 6 13 0,4-6-4 0,2 4 1 16,2-4-2-16,2-2-7 0,-1-1-5 0,7-1 0 15,25-1-1-15,-3 3 4 0,1-1-10 0,-1-1 1 16,-14 0-3-16,10 1 11 0,-2-1-5 0,6-1 6 0,-12 1-6 16,4 3-4-16,-5-1 0 0,-4 0-7 0,5 2 7 15,-16-1 4-15,3-1 2 0,-1 0 5 0,-4-1-3 16,-1 1 8-16,-1 0-2 0,-5 2-4 0,3-1 1 15,-37-1-10-15,-2 2 0 0,-3-2-1 0,1 2-2 16,2-1-23-16,-4-1-93 0,6 0-49 0</inkml:trace>
  <inkml:trace contextRef="#ctx0" brushRef="#br0" timeOffset="-201718.3">19830 7176 256 0,'0'0'-44'16,"-2"0"36"-16,0 0 19 0,1-2 12 0,-1 0 43 16,2 0-4-16,-2-2-40 0,2 2-5 0,-8-16-5 0,5 7-1 15,1-2-6-15,0 0 10 0,0 2-9 0,0-2 6 16,0 3 0-16,-1 1 0 0,-3-2 1 0,2 3 3 15,3 3-3-15,-3-3 3 0,2 5-1 0,2 1 4 0,0 0 3 16,-4-4-5-16,-5 1 4 0,-10-8-14 0,3 5-4 16,-1 5-2-16,-3 1 0 0,7 2 1 0,-8 4 0 15,1 1 3-15,-1 3-2 0,-5 1 1 0,2 2 0 16,0 2-2-16,4 0 3 0,-1 2 0 0,-1 0-5 16,-2-12 3-16,3 18-4 0,1-3 8 0,1-3-8 15,3 4 5-15,-3-4-5 0,2-4 12 0,2 4-9 16,1-4 3-16,1 2-4 0,0 0 5 0,1-2-6 15,3 0 1-15,2 2-1 0,-4-2 11 0,1 0-11 0,1 2 8 16,0-1-8-16,0 2 6 0,-3 3 1 0,-1 2-9 16,2 1 7-16,-2 4 0 0,2 0-4 0,2 2 4 15,-6 4-5-15,4 2-1 0,-2 1 6 0,-2 6-5 16,-5 0 4-16,5 2-4 0,-4 2 0 0,2-3 4 0,8 5-4 16,-4-2 0-16,0-4 3 0,2 0-4 0,7-6 2 15,-5-7-1-15,7 2-4 0,-13-6 7 0,4 0-3 16,4-1 6-16,3-1-5 0,4 1 4 0,0 3-5 15,0 0-3-15,2 2 4 0,0 0-4 0,5 0 5 16,2 2-6-16,-1 2 6 0,-1-1-2 0,1-1 5 16,1 4 7-16,0-3-14 0,2 3 8 0,2-2-9 0,2 1 14 15,4 5-9-15,-2-5 3 0,1 6-5 0,-3-7 5 16,0-2-1-16,0 0-5 0,-4-8 1 0,4 4-4 16,-4-7 15-16,-9 0 3 0,14 1 4 0,3-5-2 0,1-2 14 15,1-1-6-15,1-5 10 0,2 6-4 0,-2-3-10 16,6-1 2-16,2-1-5 0,0-3 3 0,1 1 0 15,5-2-1-15,4 20 0 0,1-9-5 0,-4-5-6 16,2-6 1-16,-3-2-1 0,-1 0 6 0,8-4-1 16,-2-2 0-16,-2-1-1 0,0-1-1 0,-4-1-5 15,0-2 0-15,0-4-1 0,2 0 4 0,1-1-9 16,-1-3 8-16,2-1-8 0,0 18 9 0,-2-22-9 16,7 5-2-16,-1-1-1 0,0 1 11 0,1-1-8 0,-10-5 5 15,-4 3-6-15,5-4 13 0,-5 0-11 0,1 4 3 16,-1-4-5-16,-4-2 1 0,-6 4 6 0,-1-2-3 15,-1 0 3-15,-1 0-6 0,-4 0 2 0,2 0-2 0,-4 2 1 16,-4-2-1-16,1 0 3 0,-6 2 3 0,1 0-1 16,1 1-1-16,13-1-3 0,-6-2 0 0,-2-4 0 15,-3-1 10-15,-2-4-11 0,-1-8 5 0,-3-5-5 16,2-8 9-16,-2-3 3 0,0-3 0 0,0-3 2 16,0 4 11-16,0-2-3 0,0 7-5 0,0 4 2 15,-5 4-8-15,-3 5 14 0,-3 2 5 0,-2 6 0 0,-4-2-3 16,-1 2-8-16,8-1-7 0,-19 1 3 0,-10 2-6 15,-4 1-14-15,6 1 1 0,-9 10-9 0,-1-1-13 16,-3 5-54-16,-2 10-24 0,2-19-29 0,-4 18-266 0</inkml:trace>
  <inkml:trace contextRef="#ctx0" brushRef="#br0" timeOffset="-183036.34">20194 7448 12 0,'0'0'0'0,"0"0"29"15,0 0 7-15,0 0 16 0,0-1 5 0,0-1-15 16,0 0-2-16,0 0 5 0,-2 0-6 0,0 0 4 0,0 0-16 15,1 1-7-15,-1-1 8 0,0 0-9 0,0 0 3 16,2 0 1-16,0 0-7 0,0 0 3 0,0 1-11 16,0-1-8-16,0 0 0 0,0 0-1 0,0 0 6 0,0 0 4 15,0 0-5-15,0 1 3 0,0-1-8 0,0 0-1 16,0 0 4-16,0 2-3 0,0-2 3 0,0 2-3 16,0 0 3-16,0 0-2 0,0 0-2 0,0 0 8 15,0 0-7-15,0 0 8 0,0 0-9 0,0 0 2 16,0 0-2-16,0 0 2 0,0 0 3 0,0 0-4 15,0 0 5-15,0 2-5 0,0 0 2 0,0 0 3 0,0 0-7 16,0-1 5-16,-2 1-6 0,0 2 6 0,0 0 0 16,1 3 2-16,-5 6-5 0,0 4 0 0,1-2 5 15,-1 3-3-15,-1 1-1 0,1-1 5 0,1 3-5 16,-1-3 4-16,2-1-10 0,1 0 9 0,1-2-4 16,0-2 4-16,2 0-8 0,0-4 7 0,0 0 1 15,0 2 2-15,0-3 4 0,0-1 11 0,0 3-1 0,0 3 3 16,0-6-7-16,0-3 4 0,0-1-2 0,2 1 4 15,0 0-6-15,0 0 1 0,-1-3-7 0,1 1 5 16,0 0 2-16,0 0-8 0,0 0 0 0,0 0-3 16,1 0-4-16,1-1 9 0,0 1 0 0,-2-2 2 15,5 0-4-15,4 0 3 0,0 0-1 0,2-2 2 16,6-5 4-16,1-2-3 0,6-6 3 0,4-2-5 0,-2 0-7 16,0 12 1-16,2-17 1 0,-1-6 1 0,5 4 3 15,1-1-5-15,4-1 0 0,0 2 0 0,-6-2 9 16,6 2-11-16,-3 2 6 0,-1-2-7 0,4 0 6 0,-8-1-1 15,3 3-4-15,1 0 3 0,-1 0 0 0,3-1-8 16,0 1 5-16,0-2-6 0,6 2 4 0,-4 3 6 16,2-7-7-16,-4 6 8 0,-4-6-11 0,2 0-1 15,-5 5 4-15,-10 3-1 0,6 1 3 0,-1 6-1 16,-1-6-3-16,7 6 1 0,-12 0-5 0,1-6 6 16,-3 4-8-16,-2 4 5 0,2-6-26 0,-4 8-65 15,1-1-8-15,-2 3-30 0,-3 1-120 0</inkml:trace>
  <inkml:trace contextRef="#ctx0" brushRef="#br0" timeOffset="-182441.44">21262 6938 191 0,'-2'-2'57'0,"-6"-2"103"0,-3-3-127 0,-7-6-18 15,6 7-8-15,1 1 1 0,0-1-1 0,7 4-9 16,-3-1 10-16,5 3-10 0,-3-2 8 0,-6-2-4 16,5 4-3-16,-3-2 1 0,-1 0 12 0,7 2 2 15,-3 0 12-15,2 0-7 0,1 0 17 0,-1 0 8 0,0 0 0 16,2 0 3-16,1 0-4 0,-1 0-14 0,0 0-3 16,0 0-3-16,2 0-15 0,0 0 2 0,2 0 2 0,2 0-1 15,1 0-2-15,16-2-2 0,8 1-4 0,1-3 2 16,3 0 1-16,4 0-6 0,4 1 2 0,-4-3-2 15,-1 1 10-15,-3-1-13 0,-5 0 7 0,0 1-8 16,0-1 11-16,0-1-9 0,1 1-1 0,-1 1-1 16,-2-1 8-16,0 1-3 0,0 1 5 0,0 0-5 15,-2 0 3-15,-1 1 1 0,-1-1-5 0,2-2 3 16,-2 3-4-16,0-1 3 0,-9 2-2 0,0 0 2 0,-3 0-3 16,-1 1 1-16,4-1 3 0,-6 0-2 0,-1 2 5 15,-2-2-6-15,-1 2 0 0,1 0-3 0,-2 0 5 0,0 0 2 16,0 0 3-16,0 0-2 0,-2 2 9 0,-2 2 3 15,-15 22-2-15,4 16 1 0,-28 3-10 0,-1 7 3 16,-3-4-1-16,-5 4 1 0,3 2-7 0,-1-4 6 16,-4-3-3-16,4-10 3 0,-6 0-4 0,4-4 0 15,-2 1-1-15,0-1-1 0,-2 0-13 0,2 5-106 16,6 1-15-16,-1 9-47 0,3 6-210 0</inkml:trace>
  <inkml:trace contextRef="#ctx0" brushRef="#br0" timeOffset="-174644.9">13131 4819 33 0,'0'0'0'0,"0"0"1"15,-2 0 15-15,0 0-5 0,0 0-1 0,1 0-7 16,-3 0-3-16,-2 0 0 0,-9 2 3 0,-1 0-1 15,-5 2-2-15,-1-1 7 0,-8 3-6 0,-7 1 6 0,4 1-14 16,-2-3 7-16,5 1 0 0,-2 0 2 0,1 1-2 16,1 0 2-16,-5 1-3 0,1-1 3 0,5 1-6 0,-5-1 8 15,8-1-4-15,4-1 7 0,-6 3-5 0,6-1-4 16,-2 2 4-16,-2 1-3 0,3-3 4 0,5 1 4 16,-3 1-7-16,5-2 4 0,-3 3-3 0,4-1-1 15,0 0 4-15,-1-5-5 0,-1 14-1 0,-2 5 7 16,1-1-6-16,-3 6 6 0,1 2 2 0,-2-3-10 15,-1 1 7-15,1 6-8 0,2-1 6 0,3 1-2 16,-5-3 0-16,7 1-1 0,-2 1 9 0,2 2-13 16,6 1 5-16,-2-14-7 0,0 0 12 0,5 0 0 15,1-3-3-15,-7 1-1 0,11 1-5 0,-11-3 5 0,5 1 6 16,-6 0-1-16,6-6 0 0,1 1 12 0,6 1-7 16,0-2 10-16,2 0 1 0,3 2-5 0,3 0 1 15,-1 2-4-15,1-2-2 0,3 1-8 0,0 1 0 0,2-2-4 16,4 5 0-16,-1-1 0 0,5 1 2 0,-3 4-1 15,-1 1 4-15,-4 1-2 0,4 5 1 0,-4-3-3 16,4-2-5-16,-1-2 9 0,-1-2-5 0,0 2 6 16,4-3-11-16,-1-1 5 0,2 3 0 0,3 3 0 15,1 0 3-15,0-4-4 0,2 0 6 0,2-3-5 16,0-3 6-16,0 3-8 0,1-2 2 0,7-1-2 16,-1-1 10-16,6 0-11 0,-2-2 0 0,0-5-3 0,3 1 16 15,-1-5-10-15,2-1 4 0,0 1-5 0,-6 18 6 16,-6-11-5-16,-1-3 8 0,-4-6-8 0,0-2 3 0,0 0 6 15,-2-4-5-15,6 0 6 0,0-3-3 0,-1-1-5 16,5 1-2-16,-1-2 1 0,4-2 8 0,4-4-5 16,2-4 5-16,5-3-5 0,2 1-4 0,-9-1 0 15,2 17 4-15,-1-29-1 0,-6-3 7 0,5 7-6 16,-6-7-3-16,-5 0 2 0,3 0 5 0,-3-4-5 16,-2 6-1-16,-4 1-2 0,0 5 1 0,-4 3-3 15,-3-2 10-15,-4-2-9 0,-2 4 2 0,-2-2 0 0,-5 2-5 16,0 0 4-16,-2-3 11 0,18-5-8 0,-9-3 3 15,-5-2-4-15,-6-7 9 0,-2-6 1 0,-4-12-2 16,-3-6 1-16,-2 1 1 0,-2-1 3 0,0 8 5 16,-2 3-5-16,-2 1-7 0,1 10 7 0,-1 4 0 15,-3 5 4-15,14 0 15 0,-24 1 1 0,-3 3 0 0,-1-4 0 16,-6 0-13-16,-9-3-20 0,7-1 3 0,-7 6-6 16,-4 1 6-16,2 10-11 0,-2 8-1 0,4 14-3 15,3-20 0-15,-4 15-13 0,-2 11-9 0,-4 11-7 16,-7 11-76-16,-11-21-62 0</inkml:trace>
  <inkml:trace contextRef="#ctx0" brushRef="#br0" timeOffset="-173580.05">10667 7298 31 0,'-2'0'6'0,"-1"2"-1"0,-36 9 5 0,7-2 0 15,6 1-6-15,-6 3-6 0,3 0 4 0,1 0-5 16,-4 3 2-16,-1 3 0 0,11-14-1 0,-2 23 3 15,1 2 7-15,5 2-6 0,1-3 0 0,0-1-2 0,4 2-1 16,2 3-2-16,2-1 1 0,3 1 0 0,-1 3 6 16,3-5-4-16,0 3 4 0,3-1-4 0,-1 4 0 15,0 0 10-15,-19-1-9 0,10-1 8 0,8-2-12 16,3-1 6-16,3-1 3 0,3-1 0 0,1 0-1 0,3-1 10 16,1 3-8-16,4 3 8 0,3-1 1 0,3-1 4 15,-16-1 1-15,25 1-3 0,3 1-11 0,6 1 10 16,4-4-5-16,3-6 5 0,-7 6-2 0,10-3 0 15,-9 2-1-15,-4 1 0 0,3-10 7 0,-6-6-7 16,6 5 2-16,-4-5-7 0,4-2-9 0,0 7 9 16,4-3-7-16,2-4 7 0,5 7-13 0,4-9 4 0,-2 1 5 15,1-3-2-15,3-2-4 0,0 1 0 0,-6-3 1 16,-2 1 3-16,-7 16 7 0,-4-11-8 0,2-9 2 16,-2-4-3-16,6-7 2 0,0-8 8 0,3-5-4 15,6 13 6-15,4-25-9 0,13-3 0 0,1-2-3 16,-3 0 2-16,4-5-6 0,-14 5 3 0,-3 5 1 0,-8-1 1 15,-8 5-2-15,-5 4 3 0,-3 0 1 0,-4 2 0 16,0 0-2-16,-4-2 3 0,-2 0-4 0,1-2 4 16,-5-2-7-16,-1 3 2 0,0-3 1 0,-4 0 3 15,-3-5 6-15,-3-12-3 0,-3-5 2 0,26-7-2 16,-13-6 0-16,-11-7 4 0,-4 1-2 0,-2-1 3 16,-6 3 2-16,-1 4-3 0,-2 7 5 0,-6 1-3 0,-1 5 9 15,-3 2-9-15,19-2 2 0,-31 4-4 0,-8-10 3 16,-7-3-7-16,-12-2-1 0,-10 5-1 0,-4 12 1 0,-8 10 3 15,0 8-3-15,2 15 2 0,2 2-9 0,8 4-3 16,3-23 2-16,0 17-2 0,-2 15-2 0,-1 11 4 16,-12 6-7-16,-3 7 6 0,7 1-8 0,7-21-19 15,15 40-24-15,14 6-9 0,1 2-171 0</inkml:trace>
  <inkml:trace contextRef="#ctx0" brushRef="#br0" timeOffset="-171315.1">19084 9203 44 0,'0'0'0'0,"0"0"29"15,0 0 17-15,0 0 16 0,0 0 9 0,0 0-24 16,0 0-9-16,0 0-20 0,0 0-5 0,0 0 0 16,0 2-1-16,0-2-4 0,0 0 9 0,0 0-5 15,2 0 22-15,-1 0-2 0,1 0-4 0,6 0 0 16,16-7-12-16,6-5 10 0,3-1-4 0,4-3 4 15,2-3-12-15,2-1 1 0,0-3-8 0,5-1 4 0,1 2-7 16,3 0 0-16,0 1 6 0,-9 3-4 0,1 1 1 16,-4 0-20-16,-3 2-5 0,-2 2-9 0,-1 2-26 15,-14 4-125-15</inkml:trace>
  <inkml:trace contextRef="#ctx0" brushRef="#br0" timeOffset="-171051.94">19576 8761 51 0,'-2'-2'31'0,"0"0"-4"0,0 1-1 0,-2-1 5 16,-3-2-15-16,-4-2 5 0,2 3-10 0,1 1 6 16,4 0-9-16,1 0 1 0,-1 0-10 0,2 0 5 0,0 2-4 15,0 0 12-15,1 0 21 0,1 0-10 0,1 0 16 16,3 0 0-16,17 0-8 0,16-1 1 0,2-5-6 15,5 0-4-15,6-1 1 0,-1 1 1 0,3 1 0 16,-6-1 13-16,-1 3-6 0,-5-1 2 0,-2 4-5 16,-1 2-7-16,-4 3-3 0,-1 5 0 0,-6 3 0 15,-6 0-2-15,-9-2-3 0,-5 24 0 0,-4-2-1 0,16 3-1 16,-8 5-7-16,-12-1-2 0,-11 5-3 0,-8 3-34 16,-7 8-50-16,21 3-59 0</inkml:trace>
  <inkml:trace contextRef="#ctx0" brushRef="#br0" timeOffset="-163011.4">18878 6843 16 0,'0'0'8'0,"0"0"2"0,-2 0 12 0,0 0 4 16,-2 0-4-16,0 0-3 0,-16-4-7 0,1 3 2 15,-1-1 0-15,1 0-7 0,-1 0 8 0,1 0-7 0,3 2 9 16,-3-2-3-16,2 2-10 0,-1 0 7 0,1 0-8 16,0 4 9-16,1 0-12 0,-1 1 0 0,-1 1-3 15,-3 1 4-15,3 1 7 0,-1-1-3 0,2 2 3 16,1 1-8-16,1-1 0 0,2 0 4 0,-2 2-2 15,-2-5 3-15,0 9-8 0,-1 2 3 0,1 1-4 16,-1-1 13-16,-1 1-9 0,0 8 3 0,-1-9-4 16,0 5 5-16,5 6-3 0,-11-7-7 0,13 5 3 0,-2-2 0 15,-6-2 2-15,7-1 1 0,-3 3 0 0,-2-2 1 16,-1-2 1-16,5 3 0 0,-2-5 0 0,1 1 2 16,3 1-5-16,3 1 3 0,5 1-5 0,-1 2-8 0,4-2 9 15,-13 1-6-15,4-1 8 0,4 4 4 0,3 0-4 16,4-2-1-16,0 6-3 0,0-2-3 0,2-2 7 15,2 9 1-15,-1 0 3 0,5 0-2 0,-3 4-5 16,3-5 2-16,1 3-4 0,-3-5 5 0,3 3-1 16,0-4 2-16,1-3-1 0,1 2 1 0,2 0-1 15,0-4-3-15,0 0 3 0,0 0-6 0,0 0-3 16,0 0 3-16,3 3-3 0,3 3 7 0,-13-4-3 0,21 1 3 16,-6-1-1-16,5 4 18 0,-4-2 12 0,0 1-4 15,6 3 5-15,-2-5-10 0,2 5 2 0,0-10-2 16,4-2 1-16,1 2-9 0,2-1 5 0,2-1-1 0,4 0 3 15,6-2-4-15,5-3-2 0,3 4-4 0,5-5 0 16,-5 3-7-16,5-1 4 0,-4 1 0 0,-8-4 2 16,0 2-3-16,-3-1-4 0,-4-1 5 0,-1-2-4 15,-2 0 4-15,-1-4-3 0,5 1 0 0,7 1 0 16,3 0 5-16,-2-4-4 0,5 1-5 0,-1-3 2 16,0 1-2-16,7 0 3 0,-10-5 3 0,1 1 1 0,-2 0 8 15,-8 0-10-15,3 22 3 0,-6-11-5 0,2-4-3 16,-2-3 6-16,2-2-2 0,-4-4 5 0,2 0 7 15,5 0 0-15,5-4 7 0,-1-2-3 0,-2-1 14 0,-5-2-9 16,2-2 5-16,3-4-6 0,-3 0 7 0,0-2-7 16,-4-1-5-16,-6 14 1 0,4-30-4 0,-2 3-3 15,3-6-2-15,-1 7-1 0,0-7-6 0,-4-6 3 16,-1-5 2-16,1-2-1 0,-1 5 0 0,-6-1-3 16,0 1 1-16,-9 4-1 0,-1 1 7 0,-3-1 11 15,-7 2-2-15,-1 0 5 0,18 0 4 0,-12 2-4 16,-6-2 1-16,-3-8-3 0,-2 1-4 0,-5-10-3 15,-3-1 0-15,-7-1-1 0,1 0-7 0,-7-3-2 0,1 4-2 16,-3 3-1-16,-3 0-4 0,23 7 6 0,-31 3-3 16,1 3 4-16,-2-2-5 0,-3 4 4 0,-1 2 1 15,-1-2-1-15,-7 2-3 0,-10-6 1 0,-3 1 4 16,-10 3-3-16,-6-6 0 0,5 8-1 0,-3-4-1 0,1 4 1 16,3 9 4-16,-5 2-5 0,-8 13-5 0,-12 6-2 15,-11-27-26-15,-18 31-35 0,0 17-17 0,-1 20-15 16,-5-17-132-16</inkml:trace>
  <inkml:trace contextRef="#ctx0" brushRef="#br0" timeOffset="-155330.03">22974 5196 256 0,'0'0'-81'0,"0"0"40"0,0 0-21 16,0 2 0-16,0 0 61 0,-2 0 1 0,0 0 2 16,2 0-2-16,-2-1 1 0,0 1-6 0,0 0 8 15,0 0-2-15,2 0 3 0,-1 0-7 0,-1 0 7 0,2-1-5 16,0 1 6-16,0 0-8 0,0 0 6 0,0 0-4 16,0 0 4-16,0 0-8 0,0-2 3 0,-2 1 3 15,2-1-1-15,0 2 10 0,-2 0-8 0,2-2 2 16,0 2-4-16,0-2 2 0,-2 0-2 0,0 0-3 0,0 2-1 15,1 0-2-15,-1-2 12 0,0 2-1 0,0-2 3 16,0 0-9-16,0 0-3 0,0 0 5 0,1 0-2 16,-1 0 8-16,0-2-1 0,0 0-4 0,0 0 3 15,0 0 2-15,0 0-1 0,1 0 1 0,-1-1-1 16,0-1 7-16,2 2-7 0,-2-3 4 0,0 1-7 0,0-2-1 16,-1-1 3-16,-1-1-4 0,0-1 3 0,2 4-4 15,0-1-2-15,2 2 4 0,-1-3-2 0,-1-1 7 16,2 3-6-16,0-3 2 0,-2 3-3 0,0-1-6 0,0-1 12 15,-2-1-7-15,1 3 7 0,-1-3-13 0,-2 1 10 16,3 1 1-16,-3-1 3 0,2 1-3 0,-1-1-9 16,1 1 3-16,-1-1-4 0,-1-2 14 0,2 1-11 15,-1-1 3-15,1 0-4 0,2 1 16 0,0 1-16 16,2 1 6-16,0-1-9 0,0-1 17 0,0 3-8 16,0 1 3-16,0 0-5 0,0 1 0 0,0-1-5 15,0 2 3-15,0 0-4 0,0-1 14 0,0-1-11 0,0 0 3 16,0 0-7-16,0 1 7 0,0-1 0 0,0 0 0 15,0 1 1-15,0-1 3 0,2 2-2 0,0 0 1 16,0 0-2-16,0 0-9 0,0 1 7 0,-1-1 0 16,-1 0 4-16,0 0 5 0,2 0-8 0,-2 0 3 0,0 0-4 15,0 1-7-15,0-1 12 0,0 2-4 0,0 0 8 16,0 0-12-16,0 0 4 0,0 0-2 0,0 0 4 16,0 0-10-16,0 2 10 0,0-1-3 0,0 1 5 15,0 0-2-15,0 0-2 0,0 0 4 0,0 0-4 16,0 1 0-16,0 1-4 0,0 0 4 0,0 7-2 15,0 0 15-15,0 2-10 0,-2-4 2 0,1 3-4 0,-3 1 12 16,0-2-4-16,2 2 2 0,0 0-5 0,1 0-3 16,-1 2 0-16,0-4 1 0,0-2 0 0,0 0 0 15,0 2 12-15,0-1-5 0,2 1 7 0,0-2-12 0,0-3 7 16,0 3 5-16,0-3 0 0,0 1-1 0,0 0-2 16,0-5-9-16,-1 8 6 0,1-7-3 0,0-1-4 15,-2 7 5-15,0-5-5 0,0 0 7 0,0 0-4 16,0-3-1-16,0 1-1 0,1 0 3 0,-1 0 3 15,0 0 0-15,0 0-1 0,0 0-1 0,0-2-5 16,0 0 5-16,1 0-4 0,-1 0 1 0,0-2 5 16,0 0-7-16,-2 0 6 0,1 0-11 0,-1-2 7 15,0 1-1-15,-1-5 2 0,-3-5-8 0,3 2 6 0,-3-2-3 16,1 2 5-16,-1-2-10 0,-1-2 2 0,3 4 0 16,1-4 0-16,1 4 3 0,0-2 4 0,3 4-3 15,-1-1 3-15,0 1 0 0,0 0-6 0,2 1 2 16,0 3-4-16,0-1 1 0,0 3-4 0,0 1-1 0,2-2-2 15,0 0 3-15,0 1-18 0,1 1 3 0,10-4-10 16,4 1-12-16,3 3-52 0,-3 2 13 0,2 0-25 16,-1 2 16-16</inkml:trace>
  <inkml:trace contextRef="#ctx0" brushRef="#br0" timeOffset="-154232.96">23014 5243 44 0,'0'0'14'0,"0"0"1"0,0 0 2 0,0 0 7 0,-1 0-7 16,-1 0 22-16,0 0-7 0,0 0 4 0,0 0-3 15,0 0 19-15,0 0-9 0,1 0 10 0,-1 0-8 16,0 0 11-16,0 0-15 0,0 0-5 0,0 0-3 15,2-2-16-15,-2 0-1 0,1 0-3 0,-1-2 1 0,0 1-12 16,0-5 8-16,-2-3-9 0,1-2 8 0,-1-2-9 16,-2 0 1-16,1 1 8 0,-1-5-5 0,1 2 10 15,-3-1-8-15,-1-1 0 0,0 1-2 0,-1-1-6 0,-1-1 7 16,2 1 2-16,-2 0 2 0,1 1-1 16,1-3-3-16,0 1-1 0,1 0 0 0,-1-5 4 0,0 3 7 15,0-2-2-15,1 0 3 0,1-6-10 0,1-5 2 16,2 2-2-16,-1-6 2 0,1 1-6 0,0 1 2 15,3 2-1-15,1 0 1 0,0-1 0 0,0 5-3 16,-2-3 1-16,2 1-2 0,0 7 4 0,0 0-5 16,3 0 0-16,-1 2-3 0,0 0 2 0,0 3 2 15,-2 3 3-15,0-1-1 0,0 2 1 0,0 3-4 0,0-1-1 16,0 4 0-16,0-4 2 0,2 4 0 0,0 1 5 16,0-1-5-16,-1 4-1 0,1-4 6 0,0 1-10 15,0 1 9-15,0-4-4 0,0 4 0 0,0 0 1 0,1-3-1 16,1 3-4-16,2-4 5 0,1-2-1 0,-1 4 2 15,5-4 1-15,-8 6-9 0,18-4 5 0,-3 2-7 16,5-2 8-16,-3-4 2 0,4 6-1 0,-1-2 1 16,-1 0 1-16,4 2-8 0,0-2 4 0,2-2-7 15,3 4 8-15,1-4-4 0,1 0 4 0,4 6-4 16,-3-6 7-16,3 6-8 0,6-2 2 0,9-1-3 16,-2 3 11-16,2 0-4 0,0-2 2 0,-8 1-3 0,8 3-3 15,0-4-3-15,-3 2 4 0,-7 3-4 0,1-1 2 16,-2-3 1-16,0 5-1 0,-1-10 2 0,3 9 2 15,2 1 4-15,3 1-3 0,2 0 3 0,-3-1-7 0,6 1-1 16,-4 0 2-16,1 2-1 0,2 1 1 0,-6-5 5 16,2 2-3-16,-3 1 5 0,-2-1-8 0,-4-18 2 15,0 9 1-15,-2 5 0 0,2 5 1 0,-2-1 1 16,4 2-1-16,0 0 1 0,-2 0-6 0,11 0 4 16,-4 2-3-16,2 0 4 0,6 0 1 0,-4 0-3 15,-1 0 1-15,-1 0-2 0,-3 2-4 0,-5 0 4 16,1 0 0-16,0 0 2 0,-2 0 3 0,-2 0 1 0,0 1-4 15,1 1 1-15,-1 2-6 0,4-1 2 0,1-1 1 16,1-1 0-16,1 1 2 0,5 0-5 0,1 0 5 16,-4 1-4-16,8 3 4 0,0-3-2 0,-8 1-5 15,5-3 4-15,-12-1-4 0,-2 2 1 0,4 0 6 0,1-1-4 16,-1 1 6-16,2 0-2 0,1-2 0 0,8 1 0 16,4 3-4-16,2 0 2 0,-1-1-7 0,-5-3 5 15,2 0-4-15,-2 0-3 0,-2-2 9 0,-2 3-7 16,-3 1 8-16,-1-2-2 0,3-2-5 0,-3 0 4 15,3 0 6-15,1 0-5 0,6 2 5 0,0-2-6 16,3 0 0-16,1 2 7 0,-4-2-3 0,3 2 5 16,-6-2-7-16,-3 0-4 0,-4-2 0 0,-3 2 0 0,0 3 12 15,2-1-7-15,3 4 3 0,-1-4-5 0,9 3 1 16,3 3 1-16,1-5-6 0,5-1 4 0,6 0-14 0,3 0-28 16,-2 0 6-16,-3 3-11 0,-7-1 23 0,-8-4 11 15,2 0 5-15,-1 0 2 0,1 2 13 0,4 0-4 16,-1 0-2-16,14 3-5 0,1-1-29 0,6 3-89 15,-2-1 14-15</inkml:trace>
  <inkml:trace contextRef="#ctx0" brushRef="#br0" timeOffset="-153796.99">31149 3750 22 0,'2'0'16'15,"-1"0"-2"-15,5 0 3 0,20-6 6 0,-6 3-8 16,6-3-1-16,2 2-6 0,-2-1-5 0,0-1 0 0,0 2-9 16,-2 1 10-16,2 3 2 0,-2 0 2 0,-3 0-8 15,-3 2-3-15,-5-2 0 0,2 0 1 0,-2 0 1 16,0 1 3-16,0 1-3 0,-2 0 3 0,2 2-2 15,-1 0-3-15,-1-1 4 0,2 3-3 0,-4-2 5 0,0-1-3 16,1 3 1-16,-1 1-1 0,-2 1 5 0,1 1-5 16,1 4-1-16,-3-4-1 0,5 1 5 0,-2 4-2 15,0-1-1-15,2 0-1 0,1 4-6 0,-3 0 10 16,4-4-5-16,-2 4 5 0,0-4 1 0,0 0-2 16,0 0 4-16,1-2-5 0,1 2-1 0,1 0-4 15,-4 0 2-15,-1 2-1 0,6-4 11 0,-6 2-12 16,2-4 3-16,-3 2-5 0,-1 2 10 0,2-2 0 0,6 6 3 15,-7-2-3-15,-1 0-3 0,-3 1 6 0,1-1-2 16,5 4 2-16,-7-3-9 0,10 1 8 0,-9-2-3 16,2-4 5-16,-1 6-6 0,-3-8 2 0,6 0-3 15,-3-5 3-15,6-2 1 0,6 4-5 0,-4 3 3 0,0-2-4 16,5 4-9-16</inkml:trace>
  <inkml:trace contextRef="#ctx0" brushRef="#br0" timeOffset="-153132.21">32647 3479 6 0,'-2'-2'0'16,"-2"0"1"-16,-33-20 4 0,0 3 0 0,0 3 4 16,2 1-4-16,-4 0-9 0,4 4 8 0,-6 1-5 15,-2 3 6-15,-7 0-3 0,-4 1 2 0,-2 0 2 0,-1 3-1 16,3 3 8-16,-4-2 16 0,10 2 2 0,0 0 5 15,5 0 5-15,8 2-16 0,1 1-2 0,7 3-5 16,1 0-6-16,1 1-8 0,3 2 4 0,-2 4-6 16,2 2 5-16,-1-4-7 0,1 19 3 0,0 5-3 15,1 10 5-15,-1-1-5 0,2 5-4 0,3 4 0 16,-2-4-1-16,6 3 2 0,0-8 2 0,4-7 0 16,5 1 4-16,3-11-5 0,-18 5 2 0,10 0-2 0,7-6 12 15,4 3-7-15,1-3-3 0,5 2 0 0,1 2 3 16,4 0-8-16,4 1 11 0,0-3-11 0,1 2 11 0,1 1-9 15,-14 1 5-15,19-1-4 0,2 1 10 0,0-2 0 16,0-4-5-16,0-4 4 0,0 2 1 0,0 0-3 16,6 0 1-16,3 0-2 0,4-11 1 0,4 2 3 15,5-2-3-15,2-3 2 0,2 3-5 0,0-12 7 16,-2 25 3-16,-1-14-2 0,-1-12-4 0,-2-4 2 16,-3-4-2-16,-2-1 2 0,-6-2-11 0,-1-2 8 15,-3 0-5-15,1 2 8 0,-4-2 0 0,0-2 6 16,-1-2 7-16,-2 6 0 0,6-15 20 0,-5 2-7 0,-2-2 6 15,-3-2-6-15,-1-2-7 0,4 1 3 0,-5-1-6 16,-1-3 7-16,-1-3-2 0,-6 3 0 0,8-2-2 16,-8-1 1-16,-2 1-8 0,2 0 14 0,-9-4-3 0,0-6 5 15,24-9-12-15,-17-11 1 0,-12 0-3 0,-7-7 2 16,-6 9 0-16,-9 2-9 0,1 5 0 0,19 11-4 16,-36 5-5-16,-4 4-8 0,-9 5-5 0,-1 5-3 15,1 5-24-15,-5 6-35 0,-10 4-13 0,-13 6-14 16,-22-1-118-16</inkml:trace>
  <inkml:trace contextRef="#ctx0" brushRef="#br0" timeOffset="-152457.29">22593 4422 26 0,'0'-2'23'0,"-2"0"-5"15,-2-5 2-15,-9-14 9 0,10 7-14 0,-20-1 7 16,3 5 2-16,-1 1-4 0,-1 2 3 0,0 1-13 0,0-9 4 15,-4 2-3-15,-8 6 2 0,1 5-6 0,-4 4 0 16,-6 5-3-16,-5 6 1 0,-6 6-2 0,-2 5 3 16,-5 2 0-16,5-20-1 0,-1 29 1 0,5 0 3 15,3 6 3-15,1 2-1 0,9-1-2 0,0 7-5 16,2-5 0-16,2-5-1 0,1-2 0 0,1-1 2 16,-1 1-1-16,-1 4 2 0,0 3 4 0,0 6-10 15,3 4 4-15,2 11-6 0,6 6 8 0,9 5 2 16,0-4-2-16,8-1 1 0,3-6-3 0,-22-13 16 0,19-2-5 15,11-9 6-15,5-10-15 0,9 3 4 0,-5-6 0 16,28-4 2-16,6 5 9 0,-3-4 0 0,8-1 7 16,0-4-4-16,8-1 3 0,8-8 6 0,10-4-1 15,8-5 5-15,14 32 8 0,6-29-17 0,-6-9 3 0,2-9-7 16,-13-5-4-16,1-4 0 0,10-4 1 0,4-2 0 16,2-2-8-16,-6 0 4 0,-15 1-10 0,-16 25 8 15,-6-39-6-15,-9-11 2 0,-4-9 5 0,-4-7-2 16,-3-8 4-16,-9-2 18 0,-3 4-9 0,-10 1 12 15,-1 9-3-15,-9 6-11 0,-9 3 6 0,24 1-10 16,-17-2-2-16,-14-8-5 0,-10-1 1 0,-9-8-2 0,-6 7 0 16,19 14-11-16,-34 9-4 0,-7 19-5 0,-2 11-40 15,-12 14-53-15,-14-22-53 0</inkml:trace>
  <inkml:trace contextRef="#ctx0" brushRef="#br0" timeOffset="-145869.79">23982 6676 13 0,'0'0'10'15,"0"0"10"-15,0 0 15 0,0 0 5 0,0-2-12 16,0 0-14-16,0 1 5 0,0-1 1 0,-2 0 10 0,0 0 7 16,0-2-19-16,0 1-2 0,0-1-4 0,1 0 0 15,-1 0 6-15,0 1-5 0,0-1 7 0,0 0-4 16,2 1-10-16,0-1 3 0,-2 0-5 0,2 0 5 15,0 1-9-15,0-1 6 0,0 2-6 0,0 0 5 0,0 0-5 16,0 1 0-16,0-1 0 0,0 0 8 0,0 0-6 16,0 0 0-16,0 0-2 0,0 0 4 0,2 1-6 15,0-1 1-15,0 0-3 0,0 0 12 0,0 0-10 16,-1 0 4-16,1 0-5 0,0 2 17 0,2 0-3 16,0 0 2-16,-1 0-4 0,1 2-5 0,0 0 5 15,-1 0 5-15,7 5-3 0,1 1-6 0,2 9 4 16,5-1-6-16,1 1 6 0,1-2-11 0,3 0 6 15,-1 0-5-15,2-1 6 0,13 5 4 0,-3-2-6 0,1-4 6 16,2 1-5-16,-7-4 12 0,1 5-13 0,1 1 9 16,-8-5-9-16,0 6 7 0,-5 0 1 0,-3 1-2 15,-1 7 4-15,-4-5 4 0,-1 6 0 0,-5-4 1 0,-1 1-1 16,-2 1 2-16,9-9-7 0,2 9 2 0,-6-4-3 16,-3-1 2-16,0 1-9 0,-4-11 2 0,0 3-4 15,0-1 6-15,0-6-1 0,0 6-1 0,0-5 1 16,0-4-10-16,0 3-20 0,0-1-32 0,0 2 1 15,0-1-139-15</inkml:trace>
  <inkml:trace contextRef="#ctx0" brushRef="#br0" timeOffset="-145572.39">24171 7415 415 0,'-2'0'31'0,"-1"0"-29"16,-16-2 34-16,-1 0-15 0,5 2-12 0,5 0 0 16,5 0 0-16,1 0 1 0,0 0-5 0,1 0 4 15,1 0-7-15,0 0 6 0,0 2-6 0,2-2 1 0,0 0 0 16,2 0 0-16,2 0-4 0,14-2 10 0,19-3-4 16,2-3 7-16,0-3 6 0,10-4-4 0,-8 0 11 15,5-1-10-15,2-1 6 0,-5 0 1 0,-2-3-6 16,-6 1 4-16,0-1-9 0,-1 0-4 0,-1-1-5 15,-1 3 3-15,-1-1-3 0,-3 2-2 0,-2 2 2 0,0 2-3 16,-4 2-1-16,-7 4 2 0,4-1 0 0,-12 7 0 16,8-5-3-16,-6 4-2 0,-3 0-1 0,1 2-5 15,-5 0-47-15,2 0-127 0</inkml:trace>
  <inkml:trace contextRef="#ctx0" brushRef="#br0" timeOffset="-145364.83">24375 7551 256 0,'0'0'15'0,"0"0"36"0,0 0-47 0,0 0 12 16,0 0 0-16,0 0 4 0,2 0 10 0,0 0-9 16,2-2 3-16,-1 2-5 0,18-8-6 0,3 1 2 15,4-4-1-15,5-2 2 0,3-2-3 0,6-2-2 16,-1-1-4-16,4-1 1 0,-1 0-4 0,-1 3-5 0,0 1 5 15,-6 4-5-15,4 0 1 0,-2 3-12 0,-4 1-12 16,0 1-4-16,-9 3-59 0</inkml:trace>
  <inkml:trace contextRef="#ctx0" brushRef="#br0" timeOffset="-144671.03">24888 7402 165 0,'0'0'32'16,"0"0"-4"-16,0-2 35 0,0 0-9 0,0 0 3 0,0 1-32 15,0-1-8-15,0 0-4 0,0 0-2 0,0 0-11 0,0 0 6 16,0 0-2-16,0 2 2 0,0 0-3 0,0 0 0 16,0 0 2-16,0 0-2 0,2 0-6 0,0 2 7 15,-1 0-4-15,1 0 7 0,0 0-10 0,2 0 8 16,0 1-3-16,5 3 5 0,9 7-7 0,7 0 5 15,-1-2 0-15,-6-2 2 0,4 1 3 0,3-1-5 16,-1 0 5-16,2 1-5 0,3 1 5 0,3-2 1 16,5 2-3-16,0-2 2 0,0 1-1 0,2-1 4 15,2 0-2-15,9 2 1 0,1-3-11 0,-1 1 1 0,2-1 2 16,-8-1 0-16,8 4-3 0,2 0-1 0,-6-1 0 16,-7-3 1-16,-4 0 10 0,-1 1-11 0,-3-3 1 15,0 1-3-15,-7-4 12 0,2 0-13 0,0 0 8 16,0-2-8-16,2 0 10 0,-4 0-1 0,-4 0-6 15,-2 0 3-15,3-2-3 0,-3 0 9 0,1-2-6 0,1 0 7 16,-5 3-11-16,-3-1 7 0,-1 0 0 0,-5 0 1 16,-1 0-7-16,-3 2 3 0,-2 0 5 0,1-2-1 15,1 0 1-15,0 1-3 0,-2-1-3 0,0 0 2 16,-1 0 9-16,1 0-7 0,-2 0 2 0,0 0-5 16,0-1-4-16,0-1 1 0,-2 0 1 0,1 1 1 0,-1-1-1 15,0 0 7-15,-2-1-10 0,-5-1 7 0,0 2-5 16,-1 1 2-16,1-1 5 0,-2 2-1 0,0-7 5 15,0 1-8-15,-2 3 0 0,0-1-3 0,0 2 9 0,0 3-7 16,0 1 5-16,2 0-7 0,-1 1-2 0,5 1 7 16,0 0-4-16,3 0 5 0,0 0-8 0,0 0 3 15,1 1-1-15,-1 1 2 0,4-2 1 0,-2 4-2 16,0 1 0-16,2-3 1 0,0-2 7 0,0 1 1 16,2 1 5-16,0 0-4 0,2-2 6 0,11 3-8 15,5-1 1-15,0-2-3 0,1-2 4 0,-4 0-1 16,1-2-2-16,-5 0-1 0,-2 0-1 0,-3 2 19 15,-6 0-3-15,1 0 7 0,1 0-3 0,0 0-9 0,-2 0 1 16,-1 2-5-16,1 0-5 0,-2 0-1 0,0 1 0 16,-2 1 0-16,-5 7-1 0,5 0-3 0,-15 4 1 15,3-2-3-15,1-2-4 0,3-3-7 0,7-3-10 16,1 1-18-16,-4 1-225 0</inkml:trace>
  <inkml:trace contextRef="#ctx0" brushRef="#br0" timeOffset="-143832.93">26145 7517 52 0,'0'0'14'0,"2"0"0"0,0 0 2 0,-1 2 7 15,3 0-7-15,5 2 13 0,8 3-17 0,4 0 3 16,3 3-6-16,2-1 0 0,3 0 9 0,1-1-6 16,11-3 7-16,2 1 6 0,1-2-8 0,6-3 3 0,-3-1-5 15,5 0 4-15,5 2-8 0,-3-2 6 0,2 2-7 16,-6-2 0-16,2 0-3 0,0 0-2 0,4 2 1 16,1-2 11-16,4 0-7 0,3 0-2 0,4-2-2 15,8-2-5-15,1-1 4 0,-1-1 5 0,-6 1-3 16,-5-1 3-16,-2 1 4 0,-1-3-5 0,-1 3 5 15,-4-3-7-15,5 1 0 0,5-1 1 0,-4 1 0 16,0-1 5-16,7-1 1 0,-10 2 2 0,1-1 0 0,-2-1 11 16,-12 2-8-16,-6-3-1 0,0 1-2 0,-2 0-2 15,-2-2-7-15,-2 1 7 0,0-1-8 0,-1 2 7 0,-1 0-6 16,-3-1 4-16,-4 3-4 0,0-1 7 0,-4 1-1 16,-5 1-2-16,-6 3 3 0,-5 1 13 0,-3 0 4 15,5-2-2-15,-5 3 0 0,1-1-8 0,0 0 1 16,-2-2-3-16,-1 0 1 0,1 1-10 0,0-1-10 15,0 0 1-15,-2 1-3 0,0-1 3 0,0 0-1 16,-2 0 0-16,0 1 0 0,0-1 8 0,1 0-11 16,-1 1-1-16,0 1-6 0,-2 0 1 0,2 2-104 15,-3-4-10-15,1 2-48 0,-1-1-165 0</inkml:trace>
  <inkml:trace contextRef="#ctx0" brushRef="#br0" timeOffset="-143473.66">28726 7109 418 0,'-2'-2'121'0,"-2"-2"-144"0,-13-26 133 0,-5 1-68 0,2 10-23 16,5 1-1-16,2 8 0 0,9 3-3 0,-1 1-14 15,3 6-2-15,2-2-2 0,-4-1 1 0,0 1-2 16,2 0 6-16,1 0-3 0,-1 2 4 0,0 0-6 0,2 2 2 15,0 0-4-15,0 0 3 0,0 14 0 0,4 7 4 16,1-1 1-16,3 0-1 0,3 6-6 0,-2-6 9 16,4 3-3-16,2-1 6 0,-6-6 0 0,17 3-2 15,4-1 1-15,1-5-2 0,1 2-3 0,3-2 3 16,-3-1 2-16,-1-2-1 0,3 1-2 0,-1-4 3 16,1 0-7-16,-3-1 5 0,-7-1-6 0,-1 0-2 15,-5 1 3-15,-7-1-3 0,4-1 1 0,-6-3-1 0,-1 1-3 16,-3-2 1-16,-1 0-5 0,-2-2-14 0,2 2 4 15,-2-2-7-15,-1 0 0 0,3 0-8 0,-2 0 3 16,0 0-4-16,2 0-1 0,-1-2-14 0,1 0-8 16,0 0-1-16,-1-2-18 0,1-3-18 0</inkml:trace>
  <inkml:trace contextRef="#ctx0" brushRef="#br0" timeOffset="-142985.48">29129 7092 124 0,'-2'-2'50'0,"0"0"44"15,-2-3 22-15,-1-16-42 0,-10 6 1 0,4 6-17 16,-1 0-21-16,3 7-9 0,0-2-9 0,1 2 0 15,5 1-19-15,-1-1-3 0,2 2 6 0,-2 0-4 0,3 0 1 16,-3 2 6-16,2 1-5 0,-5 14 6 0,3 15-4 16,4-1 0-16,5-1 3 0,3-10 0 0,3 3 15 15,2-5-5-15,-9-1 2 0,20 3-4 0,-4-5 0 0,3 0 1 16,-1 0-2-16,-2-4 1 0,3 4-10 0,-3-2-2 16,0 0 0-16,-1 0 0 0,0-2 4 0,-3-2-10 15,3 0 4-15,-4-1-8 0,0-1 2 0,-2-1-9 16,0-2-3-16,0-3-1 0,1 11-6 0,-1-5-12 15,2-1 1-15,2-3-3 0,-2-3 10 0,1-2-5 16,3-3 9-16,-4-1-8 0,-2-1 4 0,2-2-19 16,-4-1-2-16,-2 5-7 0,8-14-21 0,-10 6 5 0,1-2 1 15,-5 6 6-15,5-2 36 0,-1 0 30 0,-1 0-2 16,-2-2 10-16,-3 2 11 0,-1-2 22 0,0 3-1 16,0 1 7-16,-1 2 0 0,-1 1-1 0,-2-5-4 15,0 3 1-15,-3-6-15 0,1-1 3 0,4 2-8 16,2 3 4-16,2-4-18 0,6-1-3 0,-6 2 6 0,27-10-4 15,12 7 13-15,7-10-12 0,-1-2 6 0,5-2-7 16,0-7 8-16,0 5-1 0,4 1-4 0,3-3 2 16,0 7-7-16,6-1 7 0,4-2 1 0,9 0 2 15,13-1 0-15,4-1-10 0,1 1 1 0,-10 1-3 16,-10 0 9-16,-6 4-3 0,-3 2-2 0,0 2 1 16,-2 0 4-16,4 1-4 0,-4-1 6 0,-4 1-7 0,-3 1-1 15,-8-4 3-15,-8 2 0 0,-8-4 1 0,-6 7-4 16,-8 8-3-16,-5 2-2 0,-6 1 2 0,-3 3 4 15,-4-3-8-15,1 3 0 0,-3 3-2 0,2-2 2 0,-2 2-27 16,0 0-12-16,0-1-14 0,0 1-111 0</inkml:trace>
  <inkml:trace contextRef="#ctx0" brushRef="#br0" timeOffset="-126803.14">5010 4535 52 0,'0'0'0'0,"0"-2"5"0,0 1 55 0,2-3-9 0,-1 0 4 16,1 0-18-16,0 1-7 0,2-5-9 0,-2 1 1 15,0-2-3-15,-1 5 1 0,1 0-7 0,0 0 3 16,0 3-3-16,0-1 20 0,0 0 9 0,0 0 9 0,-1 2-4 16,1 0 6-16,0 2-16 0,-2 0 0 0,0 35-5 15,-4-9-12-15,-3 5-5 0,-2-1 2 0,-1-4-3 16,1 3-4-16,2-1-5 0,1-4 1 0,2-6-2 16,3-5 0-16,-1-4 1 0,2 0-3 0,0-1 4 15,0-3-4-15,0 1 8 0,0-3-7 0,0-3 8 0,2 2-1 16,3-1-8-16,23 14 9 0,-6-10-9 0,10-1 4 15,5-4 0-15,-2-2-2 0,14-6 2 0,-9-3 5 16,3-4-3-16,-4-4 1 0,-2 16-3 0,2-31-6 0,2-14 7 16,2-1-5-16,-4-1 5 0,-2-6-1 0,-2 8 3 15,4 1 1-15,-2 6-1 0,4 6 2 0,-2 3-10 16,-2 0 2-16,-3 8-4 0,1 1-10 0,-13 7-62 16,4 4-58-16</inkml:trace>
  <inkml:trace contextRef="#ctx0" brushRef="#br0" timeOffset="-126053.96">1131 7289 69 0,'-2'-2'0'0,"0"0"7"0,0 0 75 0,-1 0-18 0,-1-1-3 16,0-1-33-16,1 0-11 0,-1-1-15 0,0-1 6 15,2 2-7-15,-1-1 10 0,1 1-6 0,2 2 5 0,-2 0-5 16,0 2 7-16,0 0 4 0,-2-3-2 0,1 1 3 16,-1 0 0-16,0 2 5 0,1 0 9 0,1 2-2 15,0 0 26-15,0 0-13 0,0 1-3 0,-2 7-5 16,-1 4-20-16,5-6 5 0,0 1-4 0,0-5 4 15,0-2-8-15,2 1 11 0,1 1 2 0,23 5 2 16,8-7-4-16,5-7-7 0,5-12-8 0,16-11 4 0,7 13-6 16,0-42-5-16,-8-10 4 0,-3-7-5 0,-1-3-8 15,7 3-32-15,6 5-2 0,16 6-17 0,7 10-76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38:14.6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27860 6381 256 0,'0'0'-35'15,"0"0"26"-15,0-2 11 0,0 0 7 0,0 0 28 16,0 0-6-16,0 1-17 0,0-1-5 0,0 0 5 0,2 0 7 16,0 0-3-16,0 0 3 0,0 0-4 0,0 1 6 15,0-1 11-15,-1 0 0 0,1 0 2 0,0 0 1 16,-2 0-12-16,0 0 8 0,0 2-9 0,0 0 6 16,0 2 2-16,0 0-7 0,0 2 4 0,0 5-17 0,0 10 2 15,0-1-8-15,0 1 5 0,0-2-9 0,0-1 9 16,0-3-3-16,0 0 4 0,2-2-1 0,0-1 1 15,0-1 0-15,0 0-2 0,-1-1-6 0,1-1 11 16,0-1-3-16,0 1 4 0,0-1-14 0,0-1 3 16,0 1-2-16,-1-2 3 0,1-1 2 0,0 1-5 15,-2-2 2-15,4 0-3 0,1 1 5 0,3 3-5 16,-3-2 2-16,5 1-2 0,1 1 13 0,0-2-12 0,2-3 11 16,4-1-11-16,3-1 4 0,-1-5-2 0,7-3-6 15,0-2 3-15,2-4-2 0,14-6 6 0,-1 3-1 16,4-5 1-16,-1 1-6 0,-3 17-4 0,4-31 1 0,-3-6-3 15,5-1 6-15,-1-4 5 0,1 1-4 0,1-4 4 16,6-4-11-16,3 4 5 0,1 0 0 0,-4 13 1 16,-4 3 0-16,-2 5 8 0,-3 4-4 0,-5 5 5 15,-1 1-13-15,-11 5 4 0,0 2 0 0,-9 3 0 16,-4 2-7-16,-2 1 0 0,-4 1-8 0,-4 1 0 16,3 2-58-16,-1-2-168 0</inkml:trace>
  <inkml:trace contextRef="#ctx0" brushRef="#br0" timeOffset="27375.55">21282 8574 25 0,'-2'0'0'0,"2"0"17"0,0 0 3 16,0 0 9-16,0 0 4 0,0 0-10 0,0 0 0 0,0 0-7 16,0 0-1-16,0 0 0 0,0 0-6 0,0 0 12 15,0 0-4-15,0 0 5 0,0 0-5 0,-2 0 5 16,2 0-2-16,-2 0 2 0,2 0-1 0,0 0-4 15,0 0 6-15,0 0-6 0,0 0 13 0,0 0-8 16,0 0 2-16,0 0-4 0,0 0 4 0,0 0-16 16,0 0 9-16,0 0-12 0,0 0-2 0,-1 0 11 15,1 0-12-15,0 0 12 0,0 0-6 0,0 0-5 0,0 0 4 16,0 0-5-16,0 0 14 0,0 0-9 0,0 0 4 16,0 0-7-16,0 0-4 0,0 0 7 0,1 0-3 15,1 0 5-15,-2 0-7 0,0 0 3 0,0 0-6 16,0 0 4-16,0 0-2 0,0 0-1 0,2 0 2 15,0 2-2-15,0-1-5 0,0 1 5 0,0 0 1 0,-1 0 1 16,1 2 0-16,0-1-3 0,0 5 3 0,0 5-3 16,-2-8 6-16,2 5-1 0,0-1-1 0,-1-2 1 15,1 1-3-15,-2-5 0 0,2 3-2 0,-2-4 0 16,4 7 0-16,-2-1-2 0,1-1 8 0,-1-3-5 16,2 3 8-16,-2-3-7 0,0 1 1 0,0 3-1 15,1-1-1-15,-1-3 0 0,0 0 3 0,0-1-1 0,-2-1 1 16,2 2-2-16,0 0-1 0,-1-1 0 0,1 1 11 15,0 0-6-15,-2-2 1 0,0 1-2 0,0-1 1 16,0 0 0-16,2 0 1 0,0 0-1 0,-2 0 4 0,2 0-9 16,0-1 5-16,-1 1-4 0,1 0 11 0,0 0-4 15,0 0 2-15,0 0-4 0,0-2-7 0,0 0 9 16,-1 0-8-16,1 0 9 0,0 0-12 0,0 0 8 16,0 0-1-16,0 0 3 0,0 0-5 0,-1 0 0 15,1 0-2-15,0 0 1 0,0-2-1 0,0 0 2 16,0 0-1-16,0 0 2 0,1 0-9 0,1 1 9 15,0-1-5-15,7-6 4 0,2 5-9 0,-2-14 7 0,4 2 4 16,0-11 0-16,-2 2 6 0,2 0-7 0,-1 0-2 16,1-2 0-16,4 5 0 0,-1-3 2 0,-1-2-1 15,2 4 2-15,-3-2-5 0,-1 3 2 0,0 1 1 16,2 3 1-16,0 0 0 0,-4 3-3 0,0-1 0 0,0 4-2 16,1-1-5-16,-2 3-12 0,1 0-4 0,-2 3-5 15,2-1-24-15,2 1-97 0</inkml:trace>
  <inkml:trace contextRef="#ctx0" brushRef="#br0" timeOffset="32433.05">21178 7328 52 0,'-2'0'21'0,"0"0"-4"0,1 0 16 0,-1 0 4 0,0 0-12 15,0 0-4-15,0-2-8 0,0 0-2 0,0 0 0 16,1 0-5-16,-1 1 12 0,0-1-4 0,0 0 7 16,0 0 2-16,0 0 8 0,0 0 4 0,1 0 0 15,-1 1 9-15,0-1-18 0,0 0 6 0,0 0-9 16,0 0 3-16,0 0-9 0,1 0-2 0,-1 1 0 0,0-1 8 15,0 0-9-15,0 0 12 0,0 0-10 0,0 0 11 16,1 0-11-16,-1 1-4 0,0-1 1 0,0 0 3 16,-2 2-9-16,2 0 4 0,1 0-6 0,-1 0 3 0,0 0 3 15,0 0-2-15,0 0 2 0,0 0 6 0,0 2-13 16,1 0 9-16,-1-1-10 0,0 1 7 0,0 0-4 16,0 2-1-16,0 0 0 0,2-3-2 0,-3 9 1 15,-1-1-1-15,0 0 3 0,2 1 5 0,0-1-6 16,1-2 4-16,1 1-4 0,-2 1 16 0,2-2-9 15,0 1 3-15,0-1-5 0,2 1 6 0,-1-3 4 0,1 1-1 16,0-1 3-16,0-1 7 0,0 0-8 0,0-1 3 16,9-1-5-16,2 2-2 0,-4-2-4 0,2 0 0 15,2 7-1-15,0-2-2 0,2 1-4 0,-4-4 4 16,-2-3-4-16,-3-1 3 0,1 0 0 0,3 0-1 16,-1 0 0-16,-2 0-4 0,-3 0-3 0,4-3 1 15,-5 1 0-15,1-2 7 0,-2-1-1 0,0-7-6 0,3 1 3 16,5-2-2-16,-5 2 0 0,-1-2 0 0,-2 0-1 15,-2 2-7-15,0-2 6 0,0 2-1 0,-2-4 3 16,-2 2-3-16,0 4 6 0,-1 0-3 0,1-1 5 16,-9 3-4-16,-2-2-5 0,4 3 0 0,2 2-2 15,3-1 8-15,-3 3-5 0,2 0 6 0,-3 0-6 0,-1 0 4 16,2-5 0-16,-2-1-4 0,2 5 3 0,1 1-3 16,-1 0 1-16,0 2-1 0,3 0 2 0,-3 2-2 15,-1 2 0-15,3-1-4 0,0 1 3 0,1 0 1 0,0 1 4 16,1 6-3-16,3 2 3 0,-2 0-4 0,2-1-2 15,-7 1 5-15,2-2-4 0,1 2 5 0,1-2-4 16,1 2 3-16,2-2-3 0,2 0-1 0,0 2 0 16,0-2 0-16,2-2 1 0,2 3 3 0,-1-3-1 15,1-2-1-15,0 1 1 0,-1-1 6 0,1-1-1 16,-2-3 2-16,0-1-4 0,9 2 4 0,0 5 3 16,-2-3 0-16,3-1 0 0,2 1-6 0,3-2 3 0,5-2-2 15,-3-2 2-15,-2-2-7 0,-4 0-1 0,-4-2 2 16,6-3-2-16,-8 3 1 0,2-2 3 0,3-1-5 15,-5 5 4-15,4-9 0 0,0 2-3 0,-7-4 3 16,-2 2-4-16,0-2 5 0,7 1 2 0,-2-1-1 0,-1 0 0 16,-2 2-7-16,-2 0-3 0,-1 0 3 0,-1 2-1 15,0-2 9-15,-1 1-4 0,-1-1 1 0,-2 2-3 16,2 3-3-16,0-1 2 0,-1 0-4 0,-1 1 4 16,0 0 1-16,0 1 0 0,1 1 3 0,1 4-3 15,-6-5 2-15,1 1-6 0,-4 0 3 0,0 2-6 0,0 2-1 16,-2 0 11-16,0 0-8 0,3 2 8 0,-1 2-13 15,2 1 12-15,0 1-5 0,3 0 5 0,-1 8-9 16,-1 3 8-16,1 0-2 0,1 1 3 0,3-1-7 0,-1 0 1 16,-7-1 5-16,0 1-3 0,3-2 1 0,4-2-1 15,1 2-1-15,1-2 1 0,2-2 6 0,0 0-5 16,2-2 4-16,1 1-4 0,-1-5 6 0,2 1 1 16,-2-2-5-16,0-1 5 0,1-1-11 0,14 2 14 15,-2 7-9-15,2-2 10 0,1-1-11 0,-3-5 1 16,2-1 2-16,3-2-1 0,-9 0 0 0,-3-2 2 15,1 1-4-15,-2-3 3 0,1 0 0 0,3-3-3 16,-2-1 3-16,-1 6-4 0,-3-9-1 0,-1-2 5 0,-2 4-3 16,3-4 4-16,-1 2-3 0,4 2-1 15,-3-1 7-15,-3 1-5 0,0 0 1 0,-2-1-2 0,0 3 0 16,0 0 0-16,0 1 0 0,-2-1-4 0,2 3 1 16,-2 0-2-16,-2-1 4 0,-1 3 0 0,-14 0-1 0,8-7-1 15,-6-1 2-15,1 3 1 0,-3 1-1 0,2 3 1 16,-3 1-5-16,9 2 3 0,-2 2-4 0,-4 1 4 15,2 3-6-15,-1 1 4 0,-1 3 3 0,4-3-1 16,2 2-1-16,5-3 2 0,1 11-4 0,3-3 3 16,-9 1-5-16,3-2 7 0,3 0-2 0,1-2 4 15,2 1 1-15,2-1-3 0,0-2-1 0,0 0 0 0,2 1-2 16,-2-5 6-16,2 1 2 0,2-1-1 0,-4-3-7 16,11 0 1-16,4 9 0 0,-8-7 1 0,12 5 4 15,-6-5 0-15,5 0 0 0,-7-4 1 0,2 0-3 16,0-2 4-16,2-2-6 0,-2-2 6 0,-6 3-3 0,1-1-1 15,-4 2-2-15,-1-11 0 0,5 0-7 0,-1-2 10 16,-5 0-1-16,5 2 4 0,-5 0-11 0,6 2 7 16,-1 0-3-16,-3 2 4 0,-2 0-6 0,-2 1 4 15,0 1 1-15,0 1 2 0,0-1-4 0,-2 1 2 16,0 1-2-16,2 3 0 0,0 0-3 0,-9 0 0 16,-4-7-3-16,-4-1 2 0,-3 1-3 0,1 6 9 15,1 1-3-15,1 2 4 0,4 2-8 0,2-1 2 0,1 3 0 16,1 0 0-16,2-1 1 0,-1 3-1 0,3 1 3 15,-1 5-3-15,4 1-1 0,-5-2 1 0,1 0 0 16,3-2 3-16,1 0 5 0,2-1-5 0,0-3 1 16,2 3-3-16,-1-4 2 0,-1-3 1 0,17 11 4 0,7-1-2 15,-3-4-2-15,7-1 5 0,-4-4-6 0,-8-2 5 16,10-2-5-16,-11 0 2 0,2-2 1 0,0 0 1 16,-4 1 2-16,-4-1-1 0,0 0 1 0,-3 2-2 15,-4 2-2-15,1-1 5 0,-1-9-6 0,2 1 6 16,-2 0-7-16,1 3-2 0,3-1-3 0,-4 1-2 15,-2 1-21-15,0-1-39 0,0 2-7 0,0 2-22 16,-4-1-132-16</inkml:trace>
  <inkml:trace contextRef="#ctx0" brushRef="#br0" timeOffset="34923.15">22541 7395 114 0,'0'0'47'0,"0"0"-47"0,0-2 51 15,2 0-22-15,0 0-9 0,-1 0-1 0,1 0 2 16,0 0-2-16,-2 1-3 0,0-1 4 0,0 0-4 0,2 0 5 15,0 0 0-15,0 0-6 0,-2 0 4 0,0 1-4 16,0-1 11-16,0 0-2 0,0 0-3 0,0 0 2 16,0 0-3-16,0 0 12 0,0 1-4 0,0-1 5 15,0 0-8-15,0 0-4 0,0 0 3 0,0 0-4 16,0 1-4-16,-2-1-2 0,0 0-7 0,0 2 3 16,0 0-11-16,0 0 3 0,1 0 5 0,-1 0-3 0,0 0 7 15,0 0-10-15,0 0 7 0,0 2-7 0,0 0 13 16,1-1-13-16,-1 1 8 0,0 0-8 0,0 2 10 15,0-1-5-15,0 1-3 0,0 2 1 0,-1 3 4 0,-1 2-9 16,0 0 7-16,2-1-7 0,1-1 11 0,-1 0-7 16,0 0 0-16,2 1-2 0,0-3 6 0,0 1-4 15,0-1 9-15,0-1-8 0,0 1 3 0,0-3 6 16,2 1-10-16,0 1 9 0,-2-4-8 0,1 1 13 16,-1-1-7-16,4 0 8 0,7 6-12 0,-3-5 9 15,5 3-3-15,5-1 2 0,-1-1-8 0,-4-4-4 16,2 0 5-16,-8 0-5 0,4-2 5 0,2-1 0 0,-3-1 0 15,-3 0 1-15,2-1 7 0,3-3-11 0,-3 4 4 16,-2-9-5-16,-1 0 11 0,3 0-14 0,-1 0 7 16,-1 0-8-16,-1 0 10 0,-3 2 0 0,1-2-5 15,-4 0 3-15,0 4-5 0,-2-2 2 0,-2 0 0 0,1 0-1 16,-1 1 0-16,0 3 1 0,1 1 1 0,1 3-1 16,-6-1 2-16,-3 2 0 0,0 0 0 0,-8-11 0 15,6 6-4-15,0 1-4 0,2 4 0 0,0 2 0 16,-4 0 9-16,4 0-10 0,-4 2 4 0,4 2-6 15,0 0 5-15,-2 3 0 0,4-1 0 0,-1 1-1 16,1 1 7-16,4 5-6 0,-3 0 1 0,3 1-2 0,-1 1 2 16,4 2-2-16,-2-2 5 0,3-2-5 0,-11 2 4 15,5-2-6-15,0 1 1 0,3-2-2 0,0-1 8 16,2-2 1-16,2 0-4 0,0-1 4 0,0-5 2 16,0 1-6-16,0 2 7 0,0-4-5 0,0-1 11 0,2 3-4 15,0 0 2-15,0 0-3 0,0-3-1 0,1 1 9 16,1 0-11-16,-2-2 10 0,9 0-9 0,-2 0 1 15,3-4 4-15,-1-1-4 0,-2-1-1 0,0 1-3 16,-3 1-2-16,-1-11 1 0,3 0 6 0,-4 0-2 16,3 2 0-16,0 0-3 0,-5 0-14 0,8 0 11 15,-3 2 0-15,-3 0 6 0,-1 2-4 0,-1-2 5 16,0 3-9-16,-2 1 7 0,0-1-6 0,0 5-4 0,0-1 4 16,0-1-5-16,0 1 3 0,0 0-2 0,0 0 3 15,0 3-3-15,-2-1-5 0,0 0 2 0,1 0 1 16,-1 2 3-16,0 0 10 0,-2 2-7 0,0 0-1 15,1 0-4-15,-1 1-1 0,4-1 3 0,-6 7 2 0,1 1-1 16,3-3 0-16,0 0 4 0,2-1-4 0,0-2 3 16,0-1-2-16,0 1 2 0,0-2 2 0,2 2 1 15,2-1 8-15,5 3-6 0,2 0 7 0,4-3-6 16,-4-1 9-16,0-2-5 0,-1 0-3 0,6-2 2 16,-12 2-4-16,3-2 3 0,-3 1-1 0,0-1 1 15,0 0-6-15,-3-2-4 0,1 0-6 0,-2 1-1 0,0-3-27 16,0 1-31-16,-3-3 2 0,-3 1-15 0,-9-1-36 15,-9 3-29-15,2-3-82 0</inkml:trace>
  <inkml:trace contextRef="#ctx0" brushRef="#br0" timeOffset="35855.78">22526 5811 220 0,'0'-2'31'0,"0"0"8"15,0 0 13-15,0-1-21 0,0-5 11 0,-2-1-11 16,0 0 6-16,0 1-8 0,1 3 6 0,-1-3-18 16,0 3 10-16,0-3 1 0,0 3 2 0,-2-3 4 0,3 3 2 15,-3-1 1-15,0-1 0 0,2 3 6 0,0 0-15 16,1 0 1-16,-5 3-6 0,-1-1 0 0,1-2-6 15,-1-2-2-15,1 3-1 0,0-1-3 0,-1 0-6 16,0 1 4-16,-3 1-5 0,-1 0 7 0,2 2-4 16,-2 0 0-16,-2 0-2 0,4 2-9 0,-1 1 8 15,1 1-5-15,-2 4 5 0,3-3-7 0,-3 3 8 0,2 8 1 16,3 5 1-16,-5-3-9 0,2 3 6 0,-2 3-2 16,2 0 3-16,-1 0-6 0,3 4 1 0,3 0 4 15,-1 5 1-15,1 1 4 0,0-1-8 0,2 2-3 16,-16-3 1-16,7-2 6 0,3-1-3 0,3 1 3 15,3-4-4-15,0 4-1 0,2-2 1 0,0-4 1 0,2 0 0 16,1-6 0-16,1 1 0 0,2-2 1 0,-3-4 1 16,3 0 10-16,0 0-7 0,-1-2 0 0,3 0-4 15,-1 0-5-15,-3-5 1 0,5 3 4 0,4-3-2 16,0 1 6-16,2-1 1 0,0-3-8 0,1 1 6 16,-3-2-4-16,2 0 11 0,-2 0-3 0,2 9 4 15,0-4-5-15,2-1-1 0,1-1 4 0,1-3-4 0,-3-2 0 16,1 0 7-16,-2 0-8 0,-2-2 9 0,0 0-5 15,2-1-6-15,-2-1 9 0,-2 0-7 0,0-1 11 0,-5 1-7 16,3-3 2-16,2-1-4 0,-7-7-4 0,-2 0-2 16,9-1 0-16,-6 3 1 0,1-4 1 0,0 0 2 15,-3 1-4-15,1-7 3 0,-2 7-3 0,-2-5-5 16,-2 3 4-16,-2 6-4 0,1 1 2 0,-1 2 1 16,-2-2-2-16,-1-2 3 0,-1 2 3 0,3 1-8 15,-4-1 0-15,5 6-3 0,0 3 8 0,-3 0-5 16,1-2 5-16,4 4-5 0,-5-5 4 0,1 1-1 15,-1 0-1-15,-1 1-1 0,7 3-1 0,-1 0 1 0,0 0-2 16,-2-2 2-16,0 0 2 0,1 0-8 0,-1 2 8 16,2 0-9-16,0 0 8 0,0 0-3 0,1 0 0 15,-1 2 2-15,0 0 8 0,2 0-6 0,0-1-1 16,0 1-3-16,2 0-1 0,0 0 8 0,-1 2-1 0,7-1 3 16,16 9-8-16,2-3 3 0,0-4-3 0,0-5 4 15,6 0 6-15,-1 0-4 0,-1-1-2 0,3-1-1 16,-5 0-2-16,-7 0 6 0,3 0 0 0,-8 0 2 15,-3 0 1-15,4 1-10 0,-4-1 5 0,-11 2-6 16,5-2 6-16,-3 2 2 0,0-2 2 0,0 2 0 0,-1-2 1 16,1 0 0-16,0 2-2 0,-1 0-1 0,1 0-14 15,0 0-48-15,0 0-18 0,-3 0-14 0,1 0-107 16</inkml:trace>
  <inkml:trace contextRef="#ctx0" brushRef="#br0" timeOffset="36868.08">22027 6637 98 0,'0'0'20'0,"0"-2"31"0,0 0-33 0,0 1 0 15,0-3 0-15,0 0 0 0,0 0-6 0,0 1-9 16,0-1-1-16,0 2-1 0,0-2 7 0,0-1 2 0,-2-1 0 15,0 3-1-15,-2-3-9 0,2 2 14 0,-1 1-7 16,-3-3 9-16,-3 2-12 0,3-1 5 0,-1-1 5 16,-6-1-1-16,7 1 5 0,2 2-9 0,1-1 2 15,-7 3-3-15,7-2 8 0,-7 1-2 0,3 1-2 16,3-2 1-16,-7-5 0 0,4 5-2 0,-4-2-1 0,-2 1-1 16,0 1-5-16,-2 0 6 0,2 3-4 0,-2 1 4 15,4 0-4-15,-6 0 2 0,2 0-2 0,-1 1 0 16,-1 3 1-16,4 0-3 0,-2 0 3 0,2-1-3 15,0 1-2-15,2 0-3 0,0 1 0 0,0 1-2 0,-1-1 4 16,5-1 0-16,0 0 2 0,1 0-3 16,-1 1 0-16,1-3 1 0,2 9-4 0,-1 2 3 0,-1 2-8 15,1 2 8-15,1-1-2 0,2 1 3 0,-4 0-1 16,3 5 6-16,-3-1-5 0,2 3 4 0,-3 2-4 0,3-2 1 16,-1 4 1-16,-1-2-2 0,-12 1-9 0,5 5 10 15,3-6-7-15,3 4 8 0,-1 1-8 0,5-5 3 16,-1 6 2-16,2-10 0 0,0-1 7 0,0-1-9 15,1-1 5-15,1 1-6 0,0-1 9 0,0-1-10 16,0-5 4-16,1 4-5 0,1-2 11 0,2 0-9 16,0-2 3-16,-1 0-3 0,3 1 8 0,0-2 0 15,1 2-2-15,-1-4 1 0,3 3 0 0,0 0 5 16,-3 0-4-16,12-2 5 0,-1 0-2 0,2 0-3 0,-1 0 0 16,4-2-2-16,1 3-3 0,-1-1-4 0,-2 0 3 15,1-2-3-15,-1 0 5 0,3-1 1 0,-1-1 3 16,-2 1-2-16,2-1 3 0,3-1-10 0,-3-3 1 15,2-1-3-15,-7 2 16 0,3 11-3 0,-1-6-1 0,3-1-2 16,2-3 3-16,-5-3-1 0,-1-2 4 0,8 0-5 16,-9 0-4-16,5-4 1 0,1 1 6 0,-14 1-2 15,8-4 13-15,-1 1-15 0,-3-1 2 0,6-5-5 16,-4 2 5-16,-2 7-6 0,3-13 2 0,-6-2-2 16,3 0 12-16,-2-3-8 0,0 1 8 0,2-3-7 0,-4 0 14 15,-1-2 4-15,-1-4-1 0,-5-4 4 0,4 3 7 16,-5-10-5-16,3 2-2 0,-2-8-1 0,26-11-10 15,-17 1 5-15,-9-5 1 0,-4 4 2 0,-4 6-1 16,-5 0 1-16,-2 6-4 0,-2 5 6 0,-5 0 8 0,14 3-5 16,-31 5 3-16,-2 1-6 0,-9 4-7 0,-4 2-6 15,-6 0-2-15,-14 3-1 0,9 3-2 0,3 5-26 16,1 5 2-16,5-18-16 0,-5 15-44 0,-6 15-138 16,-6 11-76-16</inkml:trace>
  <inkml:trace contextRef="#ctx0" brushRef="#br0" timeOffset="43218.75">26923 11162 173 0,'0'0'42'0,"0"-2"2"0,0 0 30 0,0 0 13 0,0-1-18 16,0-1-10-16,0 2-20 0,0 0 5 0,0 0-6 15,0 2 19-15,0 2-16 0,0 0 3 0,0 17-8 16,-2 20-6-16,0-4-11 0,-2 6 2 0,-1-4-4 16,-1-6-4-16,1 3 0 0,-1-1-2 0,1 1 1 15,1-1-3-15,0-3 1 0,0 1-5 0,-1-3 3 0,1-2-8 16,0-2 6-16,1-3 1 0,1-3 1 0,0-3-3 15,0 0 2-15,0-4-7 0,0 2 4 0,2-5-13 16,0-5-10-16,0 1-2 0,-1 0-5 0,-1 0-35 0,0-3-41 16,0 1-1-16,0-2-14 0,2 0-8 0,0-2-53 15</inkml:trace>
  <inkml:trace contextRef="#ctx0" brushRef="#br0" timeOffset="43373.71">26845 10744 765 0,'0'-2'41'0,"-2"-1"50"0,-2-5-39 0,-1-3-14 0,1 4-12 15,0 1 2-15,2 2-29 0,1 1-22 0,-1 1 5 16,0 0-13-16,0 0-18 0,0 2-51 0,0 0-21 0,0 2-14 16,2 0-116-16</inkml:trace>
  <inkml:trace contextRef="#ctx0" brushRef="#br0" timeOffset="43794.38">27292 11195 405 0,'-2'0'108'0,"2"0"-111"16,0 0 112-16,0 0-53 0,0 0-39 0,0 2 16 15,-1 0-8-15,1 2 8 0,-8 24-12 0,1-2-12 16,-1 1 9-16,3 1-12 0,-1-7-1 0,1 3 3 15,-3-2 0-15,1-1 3 0,1-3 6 0,1-1-6 16,1-2 4-16,0-2-2 0,2-2 12 0,0-2-5 16,1-1 1-16,1-3-1 0,0-1 4 0,0-2-2 15,0 1 10-15,-2 1-6 0,0 0 16 0,2 0-15 16,-2-3 2-16,0 1-5 0,0 0-2 0,0 0-11 0,1-2 0 16,1 0-2-16,0 0 0 0,0-2-1 0,0 0-6 15,0 0 3-15,1-16-13 0,5-4 3 0,1-3-1 16,5 1 3-16,1 0 3 0,1 0-3 0,-12 0 3 0,15-2-1 15,3 7 1-15,-1 1-3 0,-2 3-2 0,3 7 3 16,-5-1 7-16,-2 0-12 0,2 0 7 0,-6 5-8 16,12-2 6-16,-7 4 5 0,3 2-3 0,-4 4 4 15,-4 0-4-15,3 3-1 0,1 1 0 0,-2 8 1 16,-6 1 2-16,3-2 3 0,-1 2-3 0,-1-1 3 16,7-1-3-16,-4 2-6 0,2-2 5 0,-2-4-6 15,2 4 0-15,-3-2-36 0,1-2-6 0,-1 0-13 0,-3 0-47 16,3-1-11-16,-5-1-8 0,1 0 0 0,2-1-31 15</inkml:trace>
  <inkml:trace contextRef="#ctx0" brushRef="#br0" timeOffset="44061.88">27940 11193 770 0,'0'-1'31'0,"0"-1"3"0,-2 0 5 15,1 0-7-15,-1 0-2 0,0 0 7 0,0 0-32 0,0 1 8 16,0-1-15-16,0 2 0 0,1 0 2 0,-1 2-2 16,0 3 2-16,-11 23 7 0,4 2-4 0,1-2-1 15,3 3-1-15,1 1 4 0,2-3 1 0,0 5 1 0,2-1-3 16,0 1-7-16,0 3 10 0,2-4-5 0,0 3 8 16,2-1-4-16,-1-2-1 0,1 1 0 0,0-3-2 15,-1 1 2-15,1-4-6 0,0 0 2 0,-2-10-4 16,1 1 7-16,-1-1-14 0,0-5-8 0,2 4-7 15,-4-10-50-15,0-1-27 0,0 3-11 0,0-1-9 16,0-7-73-16</inkml:trace>
  <inkml:trace contextRef="#ctx0" brushRef="#br0" timeOffset="44296.35">27801 11366 257 0,'0'-2'42'0,"0"0"-4"0,2-1 32 15,3-14-4-15,3 0-2 0,-1 1 4 0,3-1-1 16,-3 4 6-16,2-2-5 0,-7 8-13 0,13 3-7 15,4-4-2-15,1-6-1 0,0 2-6 0,-1 3-8 16,0 4-8-16,-3 3 0 0,7 2-15 0,-3 0 11 16,4 5-3-16,-5 1 5 0,-12-4-1 0,2 1-1 15,-5-1 3-15,0 0-3 0,7 13-3 0,-4-2 3 16,-3 0-5-16,-2 2 4 0,-2-2-5 0,-6 2-9 0,-5 1-2 16,-7-1-2-16,-14 4-7 0,2-4-12 0,1 1 3 15,1 1-9-15,4-4-15 0,1 4-13 0,5-2-8 16,1-2 0-16,6-2-22 0,5-4-44 0,5-1-1 0,-3-1-13 15,4-3 13-15</inkml:trace>
  <inkml:trace contextRef="#ctx0" brushRef="#br0" timeOffset="44926.75">28438 11301 347 0,'0'-2'35'0,"0"0"54"0,0 1-18 16,0-1-2-16,0-2-3 0,0 2-2 0,-2-9-24 15,2 7 4-15,0 1-5 0,-2-1 4 0,0 0-11 16,0 0-14-16,1 1 3 0,-1 1-7 0,0 0-10 0,0 2 6 16,-2 2-4-16,1 0 5 0,-9 9-7 0,-1 19 0 15,4-3 0-15,-2 1 0 0,2 0 2 0,7-4-3 16,-4-1 1-16,-9-3-4 0,6-1-5 0,5-5 11 16,3 1-3-16,1-5 7 0,0-1-3 0,1-4 6 15,-1-3-5-15,10 6 5 0,6 1 3 0,9-3-7 16,1-6 0-16,1-6-3 0,3-5-3 0,-4-2 2 0,0 11 3 15,0-18-2-15,-4-3-4 0,-3 3 3 0,-2 1-4 16,-6-3 4-16,0 5-5 0,-5 1 7 0,3 3-3 16,-2 5 3-16,-5-1-7 0,-2 7 13 0,2-2-6 15,-2 2 9-15,4-1-18 0,-1 1 7 0,-1 0-3 16,0 2 6-16,0 0 4 0,0 2-3 0,0 0-3 0,-2 1-2 16,5 18-10-16,-1-1 10 0,0 1-4 0,-1-3 5 15,1-1-4-15,2 0 1 0,-1-4 4 0,1-4-3 16,-2 2-3-16,14-5 0 0,4-3 3 0,4-1-3 15,2 15 5-15,7-6-3 0,-1-7-1 0,-4-4 1 16,-1-6-3-16,-1-3 0 0,-4 0-3 0,-5-2 2 0,3-4 1 16,-9 5-14-16,4-14 3 0,0-2-8 0,-8-7-5 15,6-1 3-15,-8-8-4 0,1-7 4 0,-1 1 0 16,-3-11 9-16,-2 1-2 0,1-1 5 0,1 1 6 0,22 6 1 16,-13 4 5-16,-6 7-2 0,-3 4 5 0,-2 9 8 15,-2 6 0-15,-2 5 4 0,0 6 3 0,-1 0 0 16,3 7-2-16,0 2 0 0,0 0-6 0,-2-1-7 15,0-1-2-15,0 2-2 0,-2 0-7 0,2 2 10 16,-12 0-3-16,2 4 6 0,1 3 0 0,-2 6-8 16,2 21 5-16,-4 1-5 0,8 6 6 0,-1 5-5 15,3 5 2-15,-21 2-2 0,11 3 10 0,9-2-7 0,6-4 2 16,2 0-3-16,2-5 2 0,2-8-4 0,1 0 4 16,0-7-3-16,3-2 7 0,-1-2-3 0,2-2 0 15,0-2 0-15,0 0 2 0,2 1-7 0,-1-3 0 16,-1-1-2-16,-2-3 6 0,-2-3-17 0,1 0 1 15,-4-5-10-15,-1-1-17 0,-1-3-17 0,-2-2-9 0,2-2 0 16,4 3-17-16,-3-1-45 0,1-2-33 0</inkml:trace>
  <inkml:trace contextRef="#ctx0" brushRef="#br0" timeOffset="45122.85">28781 11303 790 0,'0'-2'84'0,"0"0"8"0,0 0-23 16,0-1-22-16,0 1-21 0,0 0-25 0,0 0 9 16,2-2-5-16,4 3 6 0,25-3-5 0,10-4 3 15,4 1-5-15,9 1 4 0,-4-1-9 0,0 3 1 16,-2-3-12-16,-3-2-1 0,-1 1-100 0,-7 1-141 16</inkml:trace>
  <inkml:trace contextRef="#ctx0" brushRef="#br0" timeOffset="47085.64">30785 10882 200 0,'0'-2'76'16,"0"0"-72"-16,0 0 80 0,0 0-34 0,-2-9-23 0,0 0 7 16,0 2-5-16,0-1 2 0,-1-1-22 0,-1 0 4 15,2 2-1-15,-2-2 2 0,2 3 5 0,-1-1 9 16,-1 1 5-16,2 3 0 0,-2-1 8 0,3 1-1 16,-11 3-2-16,-4 0 0 0,3 0-12 0,-2-9-3 15,-4 0 1-15,-3 3-1 0,0 3-8 0,-8 3-2 0,0 2-4 16,1 4 4-16,-7 3 8 0,1 4-10 0,4 2 5 15,-5 4-6-15,3 2 7 0,3-1-12 0,0-10 6 16,8 19-6-16,2 3 4 0,5 4-9 0,-4 3 3 16,6 0-3-16,4 2 8 0,2-4-5 0,1 4-2 0,2-4 0 15,-16 1 7-15,9-5-2 0,5-5-2 0,4 4-1 16,2-6-3-16,2 2 5 0,2-2 3 0,1-3 0 16,3-1 13-16,-1-1-12 0,3-3 3 0,-1-3-6 15,-4 0 1-15,16-2 9 0,5-1-8 0,4-3 9 16,-3-1-4-16,3-4-1 0,-2 16 5 0,-2-7-5 15,11-3-4-15,4-6 2 0,-4-2-5 0,6-4 4 0,-10-2-3 16,-5-1-3-16,-4-1 4 0,-7 1-3 0,2-2 6 16,-5-1 2-16,-2 3-4 0,-1 0 1 0,-6-1-4 15,-1-9-1-15,0-3 0 0,10 0 0 0,-4 1 5 0,-3-1-8 16,-3 3 4-16,-2-4-6 0,-2 5 9 0,-2 1-10 16,-2 2 5-16,0 2-6 0,1 3 6 0,-1 3-2 15,-13-1-1-15,-9 4 0 0,2-1 0 0,-2-14-1 16,-2 8 1-16,4 7 0 0,0 2-5 0,4 3 5 15,5 1-4-15,4 0 4 0,1 0-7 0,1 1 5 16,4-1-2-16,3-4 3 0,-2 5-3 0,-2 5 3 16,3-3 0-16,1 4 1 0,2-1-4 0,0-3 2 0,5 4 4 15,5-5 0-15,25-3 6 0,2-1-5 0,-2 17-3 16,3-10 0-16,1-7-1 0,-1-2 6 0,1-4-5 16,-1-3 5-16,2-1-12 0,1 1 10 0,0-2-1 15,2-1 4-15,-4-1-10 0,0 0 2 0,-2 0-1 16,-5 2 2-16,5-4 4 0,-11 2-1 0,3-1 4 0,-4 1-4 15,-5 2-6-15,6-4 10 0,-9 2-6 0,-4 2 8 16,-6 5 0-16,-5-5-3 0,5-1 4 0,-7 9-5 16,4-5-4-16,0-1 7 0,0-1-3 0,-3 3 4 15,-1 1-7-15,0 0-2 0,0 0 0 0,-1 1-1 16,-3 1 1-16,-15-4-5 0,-10 4 4 0,-7 8-4 0,-3 7 3 16,2 2 6-16,-2 3-7 0,9-1 6 0,1 2-7 15,-1-1 2-15,4-10 4 0,6 12-1 0,1-1 3 16,6 1-4-16,2-3-1 0,5-6-2 0,1 4 3 15,-5-2-1-15,5-4 3 0,-1 0-1 0,4-3 1 0,1-1 4 16,-1 3-5-16,2-4 5 0,0 3-5 0,0-3 4 16,0-2-2-16,2 1 4 0,-1 1-6 0,3-2 8 15,7 3-3-15,15 3 4 0,0-6-7 0,0-2 6 16,-2-6-5-16,6-1 4 0,-6-3-15 0,-1-1 8 16,-1-2-1-16,-9 6 5 0,0-2 2 0,-4 3-5 15,-1-13 5-15,-5 8-6 0,3 4 1 0,-4 3-1 16,1 2-3-16,-1-1 2 0,2-1-7 0,0 0 2 0,-2 2 0 15,-1 0 1-15,1 2 7 0,0 2-2 0,0 0 5 16,0 2-5-16,2 16-3 0,-3-5 2 0,1 4-4 16,0-4 4-16,0-4 1 0,0 2 3 0,2-2-2 0,1 0 1 15,1-4-5-15,-4-3 3 0,12-2 0 0,-8 2 1 16,11 7 4-16,5-4-5 0,-3-3 0 0,12-4-2 16,-11-2-9-16,-3-2 12 0,0-1-1 0,-4-3 6 15,0 7-6-15,-4-25-2 0,4 3-1 0,-5-12 0 16,3 3-4-16,0-1 1 0,-2-10-1 0,0 1 2 15,1-7 2-15,-1-4-3 0,-2 2 8 0,3 7-5 16,-1-4 6-16,-2 7-5 0,1 0 2 0,-3 4-2 0,3 0 7 16,-3 5-3-16,1 4-2 0,-4 4 0 0,0 4-5 15,7 7 13-15,-2 1-7 0,-3 5 9 0,-4 5-12 16,2-2 2-16,0 1-1 0,0-1 1 0,0 2-10 0,-1 0 10 16,1 0 1-16,0 2 4 0,0 2 1 0,-2 0-7 15,0 11 4-15,0 21-3 0,-2 3 7 0,0 0-7 16,0 4 0-16,2 3-2 0,0 5 7 0,-1 6-5 15,-1 5 1-15,-2-1-1 0,0 2 3 0,2-7-9 16,-3-6 8-16,1-5-8 0,0-9 5 0,3-8-1 16,-1-2-3-16,0-11 3 0,2 0-2 0,0-4 1 15,0-5-3-15,0-1 4 0,0 1 7 0,0 0-3 0,0-2 6 16,0 0-8-16,0-1-8 0,0-1 8 0,0 0-7 16,0-1 9-16,0-1-2 0,0-2-2 0,0-3 2 15,2-8-1-15,0 2-4 0,-1 0 4 0,1 5-1 16,0 1 2-16,0-2 6 0,-2 5-8 0,2-4 2 15,-2 5-5-15,2-5 5 0,1 1 0 0,3-2 0 0,0-1 0 16,-5-1 7-16,18-2-5 0,3 2 1 0,4-2-2 16,2 0 3-16,0-4-5 0,4-1 7 0,1-6-6 15,12 11 2-15,-8-4 0 0,5 0-4 0,-4 1 2 16,-7-12 6-16,6 7-4 0,-5-3 2 0,-4 2-4 16,-10 3 6-16,3-3-6 0,-3 5 4 0,-3-1-4 0,-2-1 5 15,-4 1 3-15,-1-3-5 0,-1-1 3 0,1 1-5 16,-7 5 2-16,11-1-1 0,-5 4 0 0,-1-2-1 15,-5 4-1-15,-1 2 5 0,0 3-5 0,0 2 4 0,0 3-5 16,-1-3-2-16,-3 0-1 0,-15-5 4 0,-10 3-3 16,-7 6 2-16,-1 11-4 0,-6 8 3 0,4-10-2 15,-1 30 4-15,-3 8-2 0,10 1 8 0,5 2-6 16,4 0-3-16,14 0 0 0,3-1 1 0,-15-5 2 16,12 1 1-16,8-12 0 0,6-1 2 0,4-4 1 15,1-10-2-15,-4 3 2 0,25-5 0 0,4-5-8 16,-1 2 3-16,-5-9-5 0,13 2 13 0,3-3-2 15,1 22 5-15,1-12-5 0,-7-8-1 0,-4-3 2 0,-1-4-2 16,-3-2 3-16,-3-3 0 0,-7 0-10 0,-5-1-9 16,-4 3-6-16,-9 3-89 0,10-17-156 0,-3-7-84 15</inkml:trace>
  <inkml:trace contextRef="#ctx0" brushRef="#br0" timeOffset="47503.9">29751 11088 997 0,'-2'-2'51'0,"0"0"-8"0,0-2-4 0,0 1 12 0,0-1-30 15,0 0-18-15,2 0 7 0,0 1-2 0,0 1 3 16,2 0-5-16,0 0-4 0,0 0 0 0,2 2-1 16,-1 0 5-16,1 0-1 0,0 0-5 0,0 0-1 15,-1 0-17-15,-1 0-10 0,2 0-3 0,0 0-8 16,-3 0-53-16,1 0-80 0,-2 0-23 0,0 2-18 16,-2 0-77-16</inkml:trace>
  <inkml:trace contextRef="#ctx0" brushRef="#br0" timeOffset="47659.25">29687 11544 1045 0,'0'0'58'0,"0"0"5"0,2 0-8 16,0 0-14-16,-2 0-10 0,0 0-2 0,0 0-4 16,2 0-6-16,0 0 1 0,0 0-9 0,0 0-7 15,1 0 5-15,-1 0-9 0,19 0-11 0,-3 0-158 16</inkml:trace>
  <inkml:trace contextRef="#ctx0" brushRef="#br0" timeOffset="51550.11">24110 6646 75 0,'0'0'0'0,"-2"-1"6"16,0-1 63-16,0 0-14 0,0 0 6 0,-1 0-26 15,-1 0 0-15,-2 0-9 0,1 1-2 0,-3-3 1 16,-1-2 6-16,2 3-2 0,-4-3 4 0,1 2-4 16,-1 1 3-16,6 1-4 0,-5-2 0 0,3 2-1 0,-1 0-8 15,5 2 0-15,-3-2 0 0,1 1 1 0,-1-1-2 16,0 0 2-16,5 2-2 0,-5-2 3 0,0 0 1 15,3 2-9-15,-1 0 0 0,-2-2-3 0,3 2 12 0,1 0-16 16,-4-2 4-16,-1 1-8 0,-1-1 9 0,1 2 0 16,1 0-3-16,1 0 0 0,-3 0 1 0,3 0-3 15,-3 2 1-15,3-1-3 0,-3 3-1 0,1 0-3 16,0 13 5-16,1 1-5 0,4-1 3 0,0 1 0 16,-9-1-2-16,2-2 0 0,1 2 0 0,5-4-1 15,1 0 7-15,0-2-3 0,2-2 10 0,0 6-6 16,0-2 0-16,0 0-1 0,2 4 5 0,0-8-4 15,1 0 2-15,1-1-3 0,-2-5 3 0,-2-1 2 0,2 0 1 16,7 0 0-16,2 0-3 0,2 0 6 0,-2 7-4 16,2-2 3-16,0-3-15 0,0-2 12 0,2-2-7 15,4 0 9-15,-8-2-1 0,0-2-8 0,-2 1 10 0,-5 1-10 16,2-2 9-16,-1-5-5 0,-1-4-2 0,-2 2 0 16,2-2 2-16,5 0-9 0,-2 0 8 0,-1 0-7 15,-1 1 5-15,-1-1-1 0,-2 2-5 0,-2 0 4 16,0 2 3-16,0 0-7 0,0 1 5 0,0 1-5 15,0-1 3-15,0 3 1 0,-2-3-4 0,0 3 2 16,0 1 3-16,1 0-3 0,1 3 5 0,-6-1-7 16,-1 0 4-16,1 0-5 0,0-2 1 0,-1-1-2 0,1 1-2 15,-3 0 0-15,2 2-5 0,-3 1 5 0,1 1 4 16,2 0-4-16,-3 0 4 0,1 1-3 0,2 3 9 16,-1 0-9-16,-3 3 2 0,4-3-5 0,-1 11 6 0,5 0-2 15,1-2 2-15,-9 2-1 0,3-3 8 0,3 0-9 16,1-1 0-16,2-4-4 0,0 1 4 0,2-3-1 15,0 3 3-15,0 1-2 0,0-4 4 0,0 1 3 16,2-2-5-16,0-1 3 0,2 1-8 0,7 4 10 16,7-1-1-16,-1-5 4 0,3-2-9 0,1 0 2 15,-1-2 0-15,4-4 2 0,-3 1-1 0,-3-3 7 16,1-1-4-16,-4 2 3 0,0-1-14 0,-4 1 10 0,0-1-1 16,-2 3 6-16,-5 3-3 0,0-2-1 0,-1-7-3 15,-1 2 4-15,0 0 0 0,6-1-5 0,-3 1 9 16,-1 0-9-16,-2 1 2 0,-2-1-3 0,0 2-1 0,0 1 0 15,0 2 10-15,-2 1-9 0,0-1 0 0,-9-5-4 16,-8-2-1-16,1 1 5 0,-1 5 0 0,-1 1 1 16,-3 2-5-16,5 2 4 0,-1 0-2 0,3 2 2 15,-1 2 0-15,2 1-1 0,0 3-4 0,0-1 2 16,4 1-5-16,2-1 7 0,3-5-3 0,4 11 4 16,1-2-2-16,-9 0 2 0,3 0 0 0,3-1 0 15,0 1-11-15,4-6 12 0,0 1-4 0,0-1 5 16,0-1-9-16,2 0 10 0,2-1-1 0,7 5 4 0,10 1-6 15,3-3 1-15,2-4 0 0,2-2 1 0,-1 0-2 16,3-4 0-16,-2 0 2 0,-6 0-1 0,4-3 3 0,-11 3-3 16,-2 1 4-16,-2-1-2 0,-5 2 4 0,1 0 4 15,-1 0-3-15,-4 2 3 0,1-2-6 0,1 1-2 16,-2-1 0-16,0-2 0 0,0 0 3 0,-2 1-6 16,0-1-3-16,0 0-2 0,-2 1-8 0,0-1-8 15,0 4-5-15,-15-9-4 0,6 3-29 0,2 2-18 16,0 1-2-16,7 3-7 0,0 0-30 0,-2-2 5 15,2 0-25-15</inkml:trace>
  <inkml:trace contextRef="#ctx0" brushRef="#br0" timeOffset="52250.28">25090 6060 120 0,'0'-2'33'0,"0"0"-6"15,0-2 21-15,-2-11 4 0,0 2-11 0,1-1-8 16,-1 6 5-16,0 1-6 0,0 3 4 0,0 0-9 0,0 1-12 16,0-1 5-16,1 0-9 0,-1 0-1 0,0 3 10 15,2-1-4-15,-2 0 7 0,0 0 0 0,0 0-3 16,0 0 6-16,1 2-5 0,-1 0 5 0,0 2 9 15,0 2-10-15,-4 11 8 0,-7 13-19 0,-1 9 8 16,2-4 0-16,1 12 1 0,2 5-9 0,2-9-2 16,1 5-2-16,2-13 1 0,3-1-11 0,-1-2 4 15,2-4 0-15,0-6 4 0,0-3 4 0,0-2-2 16,0-4 1-16,0-4 0 0,0 3 8 0,0-5-11 0,0-1 9 16,0 0-9-16,0-3 10 0,0 3-3 0,0 0 3 15,0 0 1-15,2-3 25 0,-1 1-22 0,-1 0 3 16,0-2-10-16,0 0-3 0,0 0-9 0,0-2 3 15,0 0-6-15,0 1 1 0,-5-24 6 0,-1 1-5 0,-1-2 6 16,-1-7-8-16,1-2-1 0,-2-1 1 0,1-3 0 16,-1-3 2-16,2-1 4 0,-1-2-4 0,3 4 2 15,1 6-6-15,0 4-1 0,2 3 5 0,-1 4-2 16,1 1 0-16,0 7 1 0,0 3-3 0,2 2 2 16,0 1 0-16,0 5-1 0,0 3-1 0,0-2-1 15,0 0-7-15,0 1 2 0,0-1 0 0,0 2 1 0,0 0 5 16,2 0-2-16,0 1 2 0,0-1-2 0,1 2-3 15,10 0 5-15,2 2-4 0,15 5 5 0,0 2-3 16,-3 2 4-16,9 6-2 0,-18-6 1 0,10 8-6 0,2-15 5 16,-1 18 0-16,9-2 2 0,-11 1 4 0,3 3-3 15,0 0 3-15,-6-2-4 0,0 8-6 0,-3-10 4 16,1 6-2-16,0 8 4 0,-3-10 6 0,-1 4-4 16,-3-2-1-16,-4-8-1 0,2 5-4 0,-5-5 3 15,-1 1 3-15,-1-1 0 0,-4-1 4 0,-1-2 0 16,11 2-2-16,-5-4 3 0,-3 0-1 0,-2 1 3 15,-2 3 1-15,0 0 0 0,-4-2 0 0,-4 0 3 0,7-1-7 16,-25-1 6-16,-4 0-8 0,2-3 14 0,-5 1-8 16,-5-4 7-16,-2 1-14 0,-3-3 9 0,-2-1 1 15,4 18 0-15,2-9 1 0,-3-3-4 0,5-7 1 16,-4-1-4-16,4-2-3 0,5 0-8 0,1 0 1 16,1-2-5-16,2 2-7 0,4 0-56 0,-2 0-23 0,5 0-19 15,3 2-166-15</inkml:trace>
  <inkml:trace contextRef="#ctx0" brushRef="#br0" timeOffset="54082.83">26995 12712 120 0,'0'-2'36'0,"0"-1"-21"15,0-18 40-15,0-3-12 0,0 6 1 0,0 6-14 0,0 1 0 16,0 8-6-16,0-1-8 0,0 2 14 0,0-2-4 16,0 1 6-16,0-3-7 0,0 2 3 0,0 1-8 15,-2 1 7-15,0 0-2 0,1 0 1 0,-1 0 2 16,0 0-3-16,0 0 2 0,0 2-3 0,0 0 6 0,-1 0-5 16,-1 2-2-16,0 0 1 0,2 2-4 0,0 22 2 15,-3 4-16-15,1 1-4 0,-1 3 2 0,3 3-2 16,0 2 6-16,0 0-8 0,0-2 6 0,-18-4-4 15,7 1 9-15,5-6 1 0,5-2 0 0,1-4 0 16,2-4 0-16,0-1 5 0,3-2-2 0,1-2 3 16,0-2-2-16,1-2 0 0,1 1-2 0,-4-7 3 0,7 3 8 15,4-4-6-15,2 9 4 0,4-2-5 0,-1-3 1 16,4-3-1-16,3-3-5 0,-3-3 3 0,0-5-4 16,0-1-5-16,1-2 1 0,-1-4-4 0,-7 4 2 0,2 3-2 15,-8-12 4-15,4-6-3 0,-9 2 0 0,14-9 11 16,-9 3-12-16,-7-2 9 0,-2-5-18 0,-3 4 6 15,-5-1 0-15,-5 1 2 0,0 7 1 0,2 5-1 16,-2 3 1-16,9 5-2 0,-16 4-5 0,-1 5 1 16,-1-2-1-16,5-5 1 0,-1 0-2 0,3 5-2 15,0 5 0-15,2 1 0 0,4 0-5 0,3 1-2 16,3 1 1-16,1-2 0 0,-2 4-4 0,2 0 4 0,-2 5-7 16,3 0 4-16,1-5-21 0,0 0 16 0,0-2-8 15,5 1 10-15,25 14-11 0,5-8 4 0,2-9 4 16,6-2-1-16,3-7 8 0,3-2-2 0,-1 0 1 15,-5-2 1-15,-2 2 14 0,-6-2-4 0,-5 0 7 0,-4 2-6 16,-8 1 5-16,1 1 1 0,-4 2-3 0,-1-3 2 16,-1 3-3-16,-7 5 4 0,-1 0 2 0,-1 0 3 15,0 0 8-15,0 1 13 0,-1-1-2 0,-1 0 4 16,0 0-24-16,0 0 2 0,0 0-5 0,0 2 5 16,-2 0-13-16,0 2 8 0,-2 4-1 0,-13 29 6 15,-2 2-2-15,2-2-7 0,1 3 0 0,-1-1-1 0,2 2 10 16,2-4-11-16,1 0 7 0,3-1-8 0,1-6 9 15,4-2-7-15,1-6-1 0,1-1-2 0,0-6 4 0,1-2 5 16,3-2-3-16,0-2 4 0,3-1-3 0,8-4 0 16,7 13 7-16,-3-6-5 0,-1-3 4 0,5-5 0 15,-3-1-3-15,2-5 2 0,1-4-8 0,-3-3 1 16,1-1-3-16,-5 12 3 0,1-20 3 0,-2-1 2 16,0-2 1-16,-2 1-2 0,0-6-3 0,-2 1-2 15,-2-2 4-15,0 4-4 0,1 0 0 0,-5 2 3 16,3 2-3-16,-5 3 7 0,-1 6-1 0,4 6-3 15,-1-3-1-15,-5 9-2 0,0-1 1 0,2-2-8 0,0 0 1 16,0 2-2-16,0 1 8 0,0-1-2 0,0 2 1 16,-1 2-3-16,1 1 8 0,2 18-7 0,0 5 6 15,-1 2-6-15,1-1 10 0,0-8-7 0,0 1 3 16,-3-8-4-16,3-3 2 0,0-2 0 0,-4-5-1 0,15 0 0 16,3 11-3-16,3-4 4 0,3-3-3 0,-9-6 3 15,13-4-6-15,-1-5 2 0,-2-2 1 0,4 3-1 16,-5-18-4-16,-5-7 1 0,-4-2 4 0,-2 5-1 15,0-9 8-15,2 5-5 0,-4-1-2 0,0 0 0 16,-6 1 2-16,3 1-1 0,1 3 1 0,0-1-2 0,-5 1 6 16,0 2-5-16,13 4 1 0,-10 4-3 15,-1 1 7-15,-5 2 8 0,1 6 1 0,-2 0 1 0,0 6-3 16,0 1 1-16,0-2 5 0,0 4-3 0,-2-1 6 16,1-1-18-16,1 0-2 0,0 2-5 0,0 1-2 0,0-1 17 15,0 2-1-15,0 0 7 0,0 2-13 0,0 1 1 16,0 8-4-16,-4 17 4 0,0 4 0 0,2 3-5 15,0 2 4-15,2 2-4 0,0 0 5 0,0 0 0 16,0 6-2-16,2-3 0 0,-2 3 0 0,0 1-5 16,0-5 0-16,2-9-3 0,0-2-12 0,0-8-24 15,0-7-16-15,-2 1-3 0,2-1-57 0,-1-4-71 16</inkml:trace>
  <inkml:trace contextRef="#ctx0" brushRef="#br0" timeOffset="55471.37">28247 12794 764 0,'-2'-2'99'0,"0"0"-112"0,0-1 107 0,0-1-54 15,2 2-40-15,0-2-4 0,0 1 1 0,0-1 0 16,2-2 10-16,0-12-7 0,28-1 0 0,1 6-3 16,-1-5 1-16,-2-3-3 0,1 6-1 0,-1-3 0 15,-4 3 11-15,-1 6-5 0,-5-1 3 0,-1 5-3 0,0-1 2 16,-4 2-2-16,0-1 0 0,-4-3-1 0,2 1-2 15,-5 3 5-15,1 1-1 0,-3 3 5 0,0 0 2 16,-1 0 10-16,1 0 0 0,-2 0 1 0,7 11-3 0,8 22-1 16,-6 6-2-16,-5 2 1 0,-5 5-5 0,-1 1-1 15,0-6 5-15,0 3-4 0,-1-3-2 0,-1-4 1 16,0 0-5-16,2-3 5 0,0-4 1 0,0-1-5 16,0 3 2-16,0-3-3 0,0 1 1 0,0 0 9 15,0-6-4-15,0 0 5 0,0-3-6 0,0-5-2 16,0-1-1-16,0-4 0 0,0-1 5 0,0-3-2 15,0-1 4-15,0-3-3 0,0 1 7 0,-2 0-2 0,0-2-2 16,0-1-1-16,0 1-6 0,-1-2-9 0,-3 0 6 16,-9-7-8-16,-1 5 5 0,1-31-3 0,0-1-2 15,2-3 0-15,4 2-2 0,-1-4 6 0,7-2-7 16,1 0 7-16,-2-7-1 0,-20 0-3 0,13 3 6 0,7 0-3 16,4 8 10-16,2 6-6 0,2 1 1 0,1 6-3 15,1 0-5-15,-1 3 7 0,3 3-1 0,1 1 3 16,-3 8-2-16,-5-1 0 0,18 1 1 0,-2 5-2 15,1-3 0-15,1-6 1 0,-2 4 1 0,-1 1 1 16,3 3-1-16,-2 3 0 0,-3 2 1 0,-1 2 0 16,-1 1 5-16,-7 1 4 0,1 0-3 0,-1 18 3 15,10-1 2-15,-6 1-7 0,-3 4 2 0,-6-6-4 0,-4 6-5 16,-7 4-1-16,0-8-3 0,-2 1 0 0,0-5-15 16,6-7 0-16,1 8-4 0,-5-10 2 0,3 2-1 0,5-1-26 15,1-7 3-15,-2 3-11 0,4-4 1 0,-2 1 3 16,0 1 4-16,1 0-1 0,1 0 5 0,0-3 20 15,1 1-2-15,3 0 7 0,15-2-2 0,12-2 14 16,3-3-4-16,-3-3 9 0,3-1 6 0,-7 0-8 16,-1-1 5-16,6-3-5 0,-4 0 9 0,0 0 6 15,-2 0 1-15,-6 4 2 0,-5 0-2 0,-4 1-1 16,-2 5 0-16,-5-18 1 0,9 5 0 0,-4 6 16 16,3 1-6-16,-7 5 9 0,-3 1-2 0,5-7 0 0,-5 7 4 15,4-7-2-15,-4 7 10 0,0-1-21 0,-1 0 4 16,1 2-10-16,0 0-2 0,0 1 7 0,0 1-2 15,0 1 3-15,0 3-3 0,1 15-8 0,-3 12-1 0,-2 5-3 16,-1-7-1-16,-1-1-5 0,2-4 1 0,2-3-3 16,0-3 2-16,0-5 3 0,0 4 0 0,0-10 2 15,0 1 2-15,2-3 5 0,0-1 3 0,0 0-1 16,1 0 3-16,1-3-9 0,13 7 3 0,1-3-4 16,3-5 4-16,-1-1 2 0,1-5-3 0,-1-5 1 15,-1-2-8-15,-1 5-4 0,1-19 5 0,1-1-3 0,-1 0 4 16,-4-4 0-16,1 8-4 0,-3-6 3 0,-1 1 2 15,-1 1-5-15,-2-6 1 0,0 3-2 0,-1 1 1 16,-3 0 0-16,5 6 1 0,-5 4 1 0,-1 1 5 0,3 4-7 16,-5 1 2-16,5 4-4 0,1 5 5 0,-4-1-7 15,-4 4 4-15,3-1-7 0,1-1-2 0,0 0 7 16,-1 2-7-16,1 0 7 0,0 1-2 0,0 1 9 16,-1 0-1-16,1 1 3 0,0 7-7 0,12 25 3 15,-3 6-2-15,-3 0 1 0,-5-3-3 0,3-1 3 16,-5-5 0-16,1-1 2 0,2 1 0 0,-3-8-5 15,5 6 2-15,-1-9-3 0,3-3 8 0,-9-1-4 0,11-7-1 16,10 1 0-16,-9-3 1 0,4-5-2 0,5 14 0 16,-4-7-1-16,7-3-1 0,-9-3-9 0,5-2 5 15,-6-2-7-15,3-3-4 0,-1-3-17 0,0-3-2 16,-3 7-4-16,-1-22-2 0,0-3-9 0,-1 6-4 16,-3-10-1-16,-2-4-1 0,1 3 8 0,-1-6 2 0,-1 2 1 15,1 3 9-15,-5-2 16 0,2 4-4 0,-1-1 6 16,-1 1-2-16,0-1 13 0,17 3 0 0,-8 5 3 15,-6 2 4-15,-3 0 14 0,-2 3 2 0,0 1 6 16,-2 3 14-16,1 4 2 0,-1 2 7 0,-2-2-4 16,0 4 6-16,2 3-11 0,2 2-1 0,-1 1-2 15,-1-1 6-15,0 0-27 0,0 2 8 0,0 0-14 0,0 1 9 16,0-1 9-16,1 0-2 0,-1 2 4 0,0 2 4 16,0 0-11-16,0 1 0 0,-9 18-5 0,-2 5-7 0,4 2 2 15,1 1-1-15,3 3 1 0,1 1-1 0,2 3 2 16,2-1-6-16,0 2 3 0,4 0-5 0,0 2 3 15,-1-2 1-15,1-2-2 0,0 3 1 0,1-9-4 16,3 5 2-16,-3-8-2 0,1-6 6 0,-1-1-9 16,1-1 2-16,-2-5-6 0,-1-2-8 0,-1-3-20 15,0-4 1-15,-2-3-7 0,0 1 2 0,2 2-1 16,0 0-5-16,0-2 1 0,0-1-21 0,-2-1 13 16,0 0-9-16,-2-1 10 0,2-1-14 0,-15-22 35 0,11-2 0 15,-20 0 14-15,0-4 27 0,0 4 10 0,1-2 14 16,-4 6-4-16,12 3 27 0,0 6 0 0,2 2-1 15,7 2 0-15,-5-1-9 0,6 5-13 0,-3 1-3 0,4 0-3 16,3 1-26-16,-1-1 6 0,0 0-3 0,2 2 6 16,0-1 1-16,2-1-3 0,13-7-4 0,24-10 0 15,0 3-7-15,0 1 4 0,3 0-5 0,-1 4 0 16,0 0-66-16,-4 2-114 0</inkml:trace>
  <inkml:trace contextRef="#ctx0" brushRef="#br0" timeOffset="56349.12">30408 12683 506 0,'-2'0'61'0,"0"-2"-9"0,0 0 10 16,-1 0 13-16,-1 0-29 0,0 0-7 0,0 0-1 16,1 1 0-16,1-1-4 0,0 0-29 0,0 0 0 15,0 0-9-15,0 0 5 0,2 0-5 0,0 1-2 16,0-1 6-16,2-2-5 0,0 0-2 0,-2 2 3 0,2-1-7 15,4-5 6-15,-5 1 0 0,7 3 5 0,-3-3 2 16,-1 1 0-16,2-1-8 0,-1-1 5 0,1 1-7 16,-1-1 3-16,-1 3-28 0,0-1-19 0,0 1-5 0,-4 3-11 15,0 0-76-15</inkml:trace>
  <inkml:trace contextRef="#ctx0" brushRef="#br0" timeOffset="56504.68">30475 12657 46 0,'0'0'27'15,"0"1"-4"-15,0 1 26 0,0 2 0 0,0 9 0 0,0 7 5 16,0-5 2-16,2 6 8 0,-1-10-7 0,3 7 0 16,0 1-3-16,-2-8-5 0,1 6 3 0,-3-10-11 15,2 1 11-15,4 3-9 0,-2-4 7 0,-3-3-28 0,-1-2-10 16,2 2 3-16,-2-3-7 0,2 3-6 0,-2-2-6 16,2 2-17-16,2-1 0 0,-2 1-88 0</inkml:trace>
  <inkml:trace contextRef="#ctx0" brushRef="#br0" timeOffset="57674.46">31019 12328 72 0,'0'-2'58'0,"0"0"-28"0,0 0 66 15,0 1-19-15,-4-14-10 0,0 0-13 0,1 4-4 16,1 1-2-16,2 7-8 0,0-1-9 0,0 0 3 0,-2 1-4 16,0-1 2-16,0 0-3 0,0 0-1 0,0 1-1 15,1-1-14-15,1 2-5 0,0 0 3 0,0 0-1 16,0 2 19-16,0 0-7 0,0 2-1 0,0 0-1 15,0 2 0-15,3 13-6 0,3 7-4 0,3 4-1 16,0 1-7-16,1 3 1 0,-1-2 2 0,-3 1-2 16,-1-1 1-16,-1-1-1 0,0 3 2 0,-3-8-1 0,1 0 3 15,0-5 1-15,-2-1-5 0,0 1 3 0,0-6-2 16,0 0 2-16,0-7 7 0,0-1-4 0,0-1 7 16,0 0 5-16,0-1-8 0,0 1 6 0,-2-2-9 0,0 0-9 15,1 0 3-15,-3-1-5 0,-9-1 7 0,-4-3-3 16,2-3 3-16,0-3-4 0,1-2 2 0,1-21-1 15,3 2 1-15,3 3-1 0,-1-1 3 0,7-2-10 16,-20-3 4-16,10 1-4 0,5 2 7 0,5 1-5 16,1 3 4-16,1 3-2 0,3 3 2 0,2 3-2 15,1-1-4-15,-1 7 3 0,1-2 0 0,-3 3 4 0,14 1 0 16,1 2 2-16,0 3-3 0,3-11-3 0,0 4 5 16,10 0-5-16,-6 5 0 0,2 4 5 0,3 4-4 15,-12 2 6-15,12 5-2 0,-1 2 6 0,-2 2-6 16,3 4 5-16,-8-4-8 0,1-9 2 0,-6 20 4 15,1 4-3-15,-6 0 2 0,-4-1 0 0,-1 3-5 0,-5-2 5 16,1-2 0-16,13 0 0 0,-6 0 1 0,-4 5-1 16,-5-8 5-16,-2-3 1 0,0 1 8 0,-2-8-5 15,-3 5 8-15,-6 4-9 0,7-7-6 0,-31 8 3 16,1-1 2-16,-7-4-12 0,-5 1 11 0,5-8-12 16,-9-3 6-16,2-5-13 0,9 3 1 0,0-4-7 0,5 3-15 15,10-3-14-15,4 0-9 0,1 11-2 0,6-7-40 16,6-5-43-16,1-1-9 0,2 0-19 0,1 0-109 15</inkml:trace>
  <inkml:trace contextRef="#ctx0" brushRef="#br0" timeOffset="58035.68">31630 12341 672 0,'0'0'46'0,"0"0"-21"16,0-2 42-16,0 0-9 0,-2 0-25 0,2 1-24 15,0-1 4-15,0 2-10 0,0 0-1 0,0 0 12 16,0 0 1-16,0 2 4 0,0-1-7 0,0 3 10 0,0 2-8 16,0 18 9-16,0 2-4 0,2 0 1 0,-1 5-3 15,1 3 1-15,2 1-3 0,0 2-4 0,-2-2 4 0,-1-3-3 16,1 1 7-16,2 1-9 0,0 1 1 0,-1-7-3 16,1 0 2-16,0-8 2 0,-2-9-3 0,0 4 1 15,-2-9-10-15,0-2 17 0,1-1 1 0,-1 1 9 16,0 0 37-16,0-2-30 0,0-1 12 0,0 1-21 15,0-2-9-15,0 0-14 0,0-2 4 0,0-1-6 16,-5-29 3-16,-1 1 3 0,1-8-5 0,1-2 5 16,0 0 5-16,2 0-11 0,2 2 6 0,0 4-7 0,0-1 8 15,4-1-5-15,0 4-2 0,1 5 0 0,1 0-7 16,0 8 9-16,1-1-3 0,2 3 2 0,1 1-8 0,-1 4 5 16,-5-4-5-16,16 6 3 0,2 2-21 0,-1 2-24 15,3 1-1-15,-4 2-9 0,1 1-18 0,1-12-9 16,-2 5 2-16,5 1-2 0,-5 5 13 0,-1 3 6 15,-1 1-4-15,-7 0-12 0,2 1-158 0</inkml:trace>
  <inkml:trace contextRef="#ctx0" brushRef="#br0" timeOffset="58530.14">32246 12419 56 0,'0'0'36'0,"0"0"-5"0,0 2 24 0,2 0 11 16,0 0-10-16,0-1 18 0,-1 1 19 0,1 0 6 15,0 0 9-15,-2 0 59 0,0 0-51 0,0-1 4 16,0-1-27-16,0 0-44 0,0 0-8 0,0 0 0 15,0 0-2-15,0 0-5 0,-2-1-6 0,0-1-1 0,1 0-2 16,-1 0-10-16,0 0-1 0,-2-1 0 0,0-1 0 16,3 4-5-16,-11-2-1 0,3-2-2 0,-6 2 2 15,4 1 3-15,0-7-14 0,-8-1 3 0,10 7-5 16,-11 2 5-16,-4 6-7 0,3 5 0 0,-5-8 0 16,4 27 7-16,0 3 2 0,5 5-4 0,-5-5 2 15,7 4-2-15,6 2 1 0,3-4 3 0,-13-1-3 0,8-4-2 16,6-8-2-16,1-2 0 0,4-3 0 0,0 2 6 15,2-5-3-15,0-6 4 0,1 1-3 0,-3-5 4 16,0-2 1-16,2 1-4 0,13 9 3 0,6-1-3 0,-10-8 2 16,7-3 3-16,3-1-2 0,-7-7 12 0,9-7-16 15,1 8 7-15,-2-15-9 0,2-3 6 0,-1-6 4 16,-9-1-4-16,-2 1 5 0,-3-1 3 0,-4 4-12 16,5-1 6-16,-3 1-7 0,-3 2 6 0,-2 3-1 15,0 3-2-15,-1 0 1 0,1 1-2 0,9 2-2 16,-3 4 2-16,-3 4-1 0,-3 4 2 0,0 1-1 15,-2 2-1-15,2-2 0 0,0 1-6 0,0-1-5 0,0 2-7 16,-1 0 5-16,1 0 2 0,0 2 9 0,0 0 5 16,0 2-1-16,0 0-1 0,0 2 4 0,1 12-5 15,1 7 5-15,0-1 0 0,-2 2-1 0,-1 0-1 16,1 0-1-16,0 0-4 0,2 1-28 0,0 1 2 0,-1-4-14 16,1-2-26-16,-2-7 3 0,0-3-6 0,1-3 6 15,5 6 3-15,-4-7 1 0,-1-1-3 0,8 3-6 16,2-1-88-16,4-1-96 0</inkml:trace>
  <inkml:trace contextRef="#ctx0" brushRef="#br0" timeOffset="58721.18">32571 12547 128 0,'0'-2'68'0,"0"0"-19"0,0 0 67 0,0-1-12 0,0-1-19 16,0-2-7-16,0-1 2 0,0 1-5 0,0 1-9 0,0 1 11 16,0-1-4-16,0 3 7 0,0 0 0 0,0-2-27 15,0 0 1-15,0 1-15 0,0 1-33 0,0 0 2 16,0 0-2-16,0 0 4 0,0 2 5 0,0 0-6 15,0 2 1-15,0 0-3 0,0 4 6 0,0 18-4 16,0-2-2-16,-2 6-1 0,0 2-3 0,0-1-6 16,1-3-8-16,-1-2-1 0,0-3-34 0,0-6-23 15,0 9 4-15,2-7-12 0,0 1-12 0,0-10-19 16,0-3-12-16,0-3-21 0,0 2-235 0</inkml:trace>
  <inkml:trace contextRef="#ctx0" brushRef="#br0" timeOffset="59196.32">32725 12256 615 0,'0'0'-2'15,"0"0"2"-15,0 0-15 0,-2 0-4 0,0-2-5 16,0 0-31-16,1 2-58 0,-3 0 9 0,0 0-18 16,-3 0 60-16,-1 0 37 0,5 0 12 0,-1 0 6 15,2 0 25-15,0 0 16 0,0 0-3 0,0 2 10 0,1 0 14 16,1-1-7-16,0 1 6 0,0 2-6 0,1 5 4 15,5 10-10-15,1 5-5 0,-3 2 0 0,0 2-12 16,0 2 3-16,-3 1 3 0,7 6 0 0,-3 2 6 0,-1 2-6 16,0 0 3-16,-2 3-3 0,0-5 15 0,-2-1 0 15,0-3-1-15,0-5-1 0,0-1-5 0,0-3 1 16,0-5 2-16,0-8-1 0,0-4-4 0,0-2-13 16,0 1 1-16,0-4-4 0,0-3-2 0,0 3 7 15,0 0 4-15,0 0 2 0,0-3 19 0,0 1-17 16,0 0-5-16,0 0-5 0,0-2-19 0,0 0 2 0,1-2-7 15,1-2 3-15,8-27-10 0,4-10 2 0,1 0 5 16,2-5-1-16,3 1-2 0,1 2 1 0,-1 1 1 16,1 8 1-16,-5 5 0 0,-3 8 1 0,-5 8-4 15,-4 6 4-15,-3 3-6 0,3 0-3 0,0 1-1 0,0 1-1 16,-1 0 2-16,5 0 3 0,3 2 1 0,-2 2 0 16,-1 3 7-16,1 12-2 0,-2 13 4 0,4 7-4 15,-3-5 8-15,1-3-6 0,2 3-1 0,2-4-1 16,2-4-5-16,4 0 9 0,1-5 4 0,4 1 1 15,2-7 3-15,0-7-5 0,0-3-6 0,4 14-2 16,0-10-43-16,7-5-54 0,2-7-7 0,3-12-30 16,7-7-178-16</inkml:trace>
  <inkml:trace contextRef="#ctx0" brushRef="#br0" timeOffset="72488.95">26646 14619 353 0,'-2'-2'0'0,"-5"-1"6"0,-12 1 65 0,-5-11-5 15,6 3 8-15,1 7-21 0,0-5 1 0,4-1-29 16,0 3 6-16,-2-7-12 0,6 10-9 0,-2 1 9 0,2-4-3 16,-1-1 6-16,1 1 0 0,2 1 1 0,1 3 2 15,0 0 0-15,1 0 4 0,-1 0-7 0,1 2 1 16,-1 0-2-16,-1 0-5 0,-1 2-6 0,-3 4-3 15,2-1-1-15,-4 1 2 0,0 12 0 0,0 5 1 16,0-3-2-16,0 1-11 0,4 1 6 0,-1 0-1 0,5-1 6 16,-1 1-6-16,2 2 4 0,1 0-3 0,-14 2 2 15,4 2-4-15,6-2 6 0,3 0-6 0,4-4 6 16,0 1-5-16,4-1-1 0,1-4 0 0,3 3 0 16,3 1-5-16,0-5 10 0,-7 1 0 0,20-1 2 15,-4-4-6-15,6-4 5 0,4-3-5 0,3 14 4 16,4-5 0-16,2-6 0 0,0-3 1 0,-3-6-1 0,1-2 0 15,4-5-6-15,-2-4 7 0,0-4-6 0,-4 0 9 16,-3-2-12-16,-1-1 3 0,-3 16-4 0,2-19 3 16,-6 5 6-16,-4-3-5 0,1 2 5 0,-3 1-5 15,-7 1-2-15,2 2 2 0,-5 2-1 0,-3 0 17 0,1 1-10 16,-4 1 3-16,1 3-6 0,3-1 12 0,-4 3-2 16,0 1 0-16,-2 1-2 0,0 0-13 0,2-2 5 15,-2 0-2-15,0 3 4 0,-2-1-3 0,0 0-2 16,0 2 0-16,-2 2-1 0,2-2 1 0,-9 2 0 15,2 24 3-15,3-2-3 0,1 0-6 0,3 0 6 16,-13-4-3-16,6 1 5 0,1 1 0 0,5-3-7 0,3-3 3 16,0-1-5-16,2-4 9 0,1-1-2 0,1-3 1 15,0-1 0-15,1-3 1 0,12 8 4 0,2-1-2 16,1-5 3-16,-1-3-4 0,-3-2-1 0,-1-2 1 16,-4-1 0-16,2-3 8 0,-3-1-5 0,1-5-2 0,-2-8 0 15,-5 0-7-15,-2-1 4 0,-1 1 2 0,12-1 2 16,-3 1 8-16,-3 0-10 0,-3-1 0 0,-4 3-3 15,0 1 3-15,-2 0-7 0,0 2 9 0,0 0-8 16,0 2 4-16,-1 0 2 0,1 2-3 0,0 2 2 16,0-2-2-16,0 2 0 0,0-1-2 0,2 1 0 15,0 2-3-15,0 1-5 0,0 0 4 0,0 3-3 0,2-1 12 16,0 0-7-16,0 1 0 0,4-1-4 0,3-2 4 16,0 3 3-16,2 1 2 0,-3 2 0 0,-3 0-1 15,5 2 1-15,-3-1-2 0,2 3 2 0,8 7-2 0,-10-5 4 16,3 3-2-16,-8 8 4 0,-1 0-5 0,3 1 0 15,7-1-3-15,0 1 1 0,1 1 4 0,-5 0-6 16,4 3 5-16,-3-2-5 0,-5 1 7 0,3-3-3 16,-4-5 1-16,1 4-1 0,-1-2 6 0,0-4-8 15,0 4 6-15,0-8-6 0,0 2 11 0,-2-3-7 16,0-4-4-16,0 3 0 0,0 1 2 0,0-2-1 16,0-1 9-16,0 1-6 0,0 0-2 0,0-2 11 15,0 0-10-15,0-1 10 0,2 1-8 0,-1-2-5 16,-1 0 2-16,0-2-3 0,2 1 7 0,0-3-2 0,6-15-1 15,3-7 0-15,-2 2-2 0,2-2 3 0,-2 2 0 16,6-4 0-16,-2 2-10 0,0 0 10 0,0 2-4 16,-3 4 4-16,-1-1-8 0,0 5 4 0,0-1 1 15,-1 2 1-15,-3 2 8 0,-1 7-8 0,0-1 0 0,-2 3-5 16,-2 2-7-16,0 1 10 0,2 1-4 0,3-4 5 16,-1 2-5-16,3 0 8 0,-3 2 3 0,-2 0 0 15,2 0-3-15,-1 2-5 0,1 0 1 0,-4 0-2 16,11 14 10-16,-4-1-6 0,-1 2 1 0,-2-4-3 15,-1 2 6-15,-1-6-1 0,0 0-2 0,0-3 0 0,-2-2-1 16,0-1-2-16,0-1 5 0,0 0-4 0,2 2 6 16,0 0 6-16,0-1-4 0,-1-1 5 0,3 0-6 0,0-2 1 15,0 0 1-15,9-6 0 0,-2-3-8 0,2-4 1 16,-2-9-3-16,-2 1 3 0,2 1 0 0,-3 1 6 16,-3 5-4-16,-1 2 3 0,-2 5-12 0,0 3 13 15,0 1-4-15,-2 1 7 0,3-2-16 0,1 0-3 16,0 1 1-16,-1 1 0 0,1 0 4 0,0 0 8 15,0 2-5-15,-3 0 5 0,3 0-8 0,-2 2 7 16,0 0 3-16,0 1 1 0,3 7-9 0,3 5 9 16,-3-1-5-16,1 1 8 0,-2 0-15 0,-1 0-30 0,1-2-1 15,-2-2-13-15,2 0-38 0,-1-1-37 0,1-3-23 16</inkml:trace>
  <inkml:trace contextRef="#ctx0" brushRef="#br0" timeOffset="73659.77">28308 14523 758 0,'-2'-2'17'0,"0"0"33"0,-2 0-36 15,3 0 7-15,-3-2-2 0,0 1 4 0,0-1-13 0,1 0-13 16,-1 2-1-16,2 1-5 0,0-1 9 0,0 2 3 15,1 0 5-15,-1 2-2 0,0-1 7 0,0 5-6 16,-4 16 3-16,1 4-3 0,-1-2 4 0,3-1 0 16,-1 1-2-16,2-2 0 0,2-1 2 0,0 1-9 15,-2-4 9-15,2-3-9 0,0 2 15 0,0-4-9 16,0 0-2-16,0-4-1 0,0 2 0 0,0-3 1 16,0-3 1-16,0-1 0 0,0 0 3 0,0-2-8 15,0 1 8-15,0 1-7 0,0 0 17 0,0 0 7 0,0-3 2 16,0 1 0-16,0 0 4 0,0 0-29 0,2-2 8 15,0 0-13-15,0-2 7 0,0 0-7 0,-1 0 1 16,-1-1-4-16,6-14 8 0,-2-2-1 0,-1 3-3 16,5-7 0-16,-1 1-6 0,1 2 3 0,1-3 2 0,2-1 1 15,-2 4 0-15,3-2-1 0,-3-1-2 0,-4 10 0 16,5-3-3-16,-5 6 7 0,-3 7-8 0,2-1 7 16,0 0-13-16,-1 2 8 0,1 0 6 0,-2 2-1 15,5 0 5-15,-1 2 0 0,-4-2-1 0,0 26 3 16,-1 2 1-16,14-6-2 0,-2 6-2 0,-5-2 1 0,-5-3-9 15,-1-1 3-15,-2-2 1 0,0-3 1 0,0-2 3 16,0-4 6-16,0-4-6 0,0 1 5 0,0-4-6 16,0-3 2-16,0 1 3 0,0 2 1 0,0 0 18 15,0-1 2-15,0-1-2 0,0 0 1 0,0 0-12 0,0 0-9 16,0-2-1-16,2 0-2 0,0-2-3 0,0-2-1 16,9-16 3-16,4-6-3 0,2-2 8 0,-1-2-7 15,1-3-1-15,2-4-1 0,-3 1 3 0,1 1-7 16,0 2 5-16,-2 3-6 0,-2 4 5 0,-4 7 1 15,-2 6-2-15,-3 6 2 0,0 1-1 0,-4 5-3 16,3-5-2-16,1 2 1 0,0 1-2 0,0 1 8 16,-1 0-1-16,1 2 2 0,0 0-3 0,-1 2 4 0,-1 1 3 15,9 20 0-15,-3 3-2 0,-4 0 0 0,-4-2-4 16,0-2 1-16,0 2-4 0,-2-3 6 0,0-1 0 16,0-1 3-16,0 1-4 0,2-3-5 0,0-2 1 15,0-2-2-15,0-2 4 0,2-4-4 0,0 3 4 0,0-7-6 16,1 3 1-16,-3-4 2 0,15 9-1 0,6 0 2 15,-1-4 0-15,4-3 0 0,2-4-1 0,0 0 1 16,2-2 0-16,9-5-5 0,-7-1 3 0,0-1-3 16,5-4 13-16,-13 2-8 0,6-4 4 0,-6 4-4 15,-3 0 9-15,-2 0-6 0,-3 1 3 0,-1 1-4 16,-3 7 1-16,-5-9 5 0,-3 2-2 0,7-2 3 16,-5 5-3-16,-4 4 2 0,4-3-3 0,-2-1 3 0,-2 2-6 15,2 1 6-15,-1-1-3 0,1 0 5 0,-2 2-11 16,0 1 4-16,0 1-1 0,-2 1 3 0,1 1-3 0,-5 9 0 15,-9 15-1-15,2 2-1 0,2-4-6 0,0 1 6 16,3-5 4-16,1-1 0 0,1 1 1 0,3-3-6 16,3-1 0-16,0-4-2 0,0-1-1 0,2-4 4 15,-1-1-3-15,-1-3 5 0,2 1-5 0,2 0 9 16,-2-4-1-16,9 7 5 0,4 1 2 0,-4-6-7 16,4-2 1-16,-2 0-2 0,-2-2-1 0,2-4 7 15,-4 1-6-15,1-1 6 0,-1-1-4 0,-4 1 0 0,1-7 1 16,0 0-3-16,-3-2-3 0,1 0 1 0,0 2 1 15,-1-3 1-15,3 1 6 0,0 2-8 0,1 0-1 16,0-4-3-16,3 2 4 0,-1 0-9 0,0 0 7 16,2 8-8-16,1-2 7 0,-3 5 3 0,2 0-1 15,-2 1 1-15,-1-3-6 0,1 0 1 0,-2 3 2 0,-1 1 0 16,1 2 2-16,-1 0 0 0,0 2 1 0,-3 0 0 16,-1 11 5-16,13 7 0 0,-6-1-5 0,-3-5 1 15,-2 1-4-15,-3-5 4 0,-1-3 5 0,0-3-1 16,0-1-2-16,0-1-4 0,2 2 0 0,0 0 0 15,0-1 1-15,0-1 14 0,0 0-7 0,1-2 9 0,7 0-14 16,16-7-1-16,7-6 0 0,-3-2-1 0,1-4-4 16,-1 3 4-16,-8 3-1 0,4-2 4 0,-3 2 4 15,-1 2 1-15,0 1-4 0,-1 5 2 0,-1 1-3 0,-5 4-3 16,0 0 4-16,-4 0-4 0,4 2 6 0,-2 3 0 16,-2 1 1-16,-4 0 1 0,3-5 6 0,-1 14-13 15,-4 2-5-15,7-2-3 0,-5 0-20 0,-1-4-24 16,5-2 6-16,-2-1-14 0,0-3-20 0,2 4-86 15,1-1-15-15,2-3-31 0,5-3-117 0</inkml:trace>
  <inkml:trace contextRef="#ctx0" brushRef="#br0" timeOffset="74066.8">30649 14266 1076 0,'-2'-1'42'15,"1"-1"-5"-15,-1 0-5 0,-2 0 10 0,2 2-22 16,-5-4 20-16,3 2-5 0,-2-1-1 0,3 1-4 0,-1 0-17 16,2 0-14-16,0 0 1 0,0 0-5 0,1 1-1 15,-1-1 6-15,0 0-3 0,0 0 3 0,0 0-13 16,0 0-14-16,0 2-3 0,1 0-3 0,-3 0-15 0,0 0-5 15,-3 2 2-15,-8 6-3 0,6-3 0 0,-1-3-12 16,-5 20 5-16,1 2-6 0,2-3 7 0,-2 1 21 16,6 4-4-16,-3-9 13 0,7 11 18 0,2-6 16 15,-5-4 0-15,-8 7 6 0,10-12 9 0,-3 9 9 16,4-2 4-16,3 1 0 0,1-1 3 0,0-1 6 16,1-4 0-16,1-1 3 0,0-1 10 0,2 0-17 15,0 0 2-15,-1-1-8 0,3 1-9 0,-2-6-2 0,1 2-3 16,-1-3 1-16,0-1-11 0,7 1-8 0,2-2-9 15,0-1-4-15,9 12-53 0,2-4-33 0,4-3-15 16</inkml:trace>
  <inkml:trace contextRef="#ctx0" brushRef="#br0" timeOffset="74566.28">31652 14270 171 0,'0'-2'64'0,"-2"0"13"0,-2-9-20 15,-7-13-24-15,0 4-7 0,2 3 13 0,-1 2 15 16,1 0 0-16,0 0 7 0,1 2 14 0,1 2 0 15,1 4-3-15,1-1 0 0,-4 7-19 0,-3-1-28 16,-4 0 7-16,1-9-14 0,-4 1 1 0,-1 7-1 16,-6 3-4-16,-6 7 2 0,-1 6-1 0,0 6-7 0,1-14-1 15,4 25-3-15,8 7-7 0,3-2 3 0,10-1-1 16,3-3 1-16,2-1-8 0,-15 2 6 0,8 3-2 16,9-4 3-16,4 1-12 0,5-8 3 0,4-2-2 15,-2-7 3-15,4 2 5 0,15-2 3 0,-1-2 1 0,3 2 0 16,-2-2-6-16,-6-2 5 0,-4-2-1 0,-1-3 2 15,-1 1 10-15,-1 1-5 0,0-1 2 0,-4 2-2 16,-2 1-4-16,-4-3 9 0,-3-1 2 0,-2-3 4 16,0 1 18-16,-2-2 21 0,2 2-11 0,-1 1 11 15,-1-1-32-15,0 1-5 0,-1 1-7 0,-1-2 1 16,-32 3-11-16,-1-1 5 0,-6-1-2 0,-9 3 1 16,6-1-11-16,-1-3 5 0,2 3 1 0,10-5 0 0,-2 2-8 15,10 13-8-15,7-8-11 0,12-7 2 0,4-2-36 16,-1 2-47-16,-1-1 16 0,2 1-21 0,0-2 55 0,4 0 7 15,2 0-1-15,24-7 0 0,20-6-13 0,-2-2-82 16,3-2-3-16</inkml:trace>
  <inkml:trace contextRef="#ctx0" brushRef="#br0" timeOffset="74909.56">31849 14350 481 0,'-2'0'55'0,"0"-2"71"0,0 0-53 0,0 0-7 0,0 0-5 15,-1 1-1-15,-1-1-25 0,0 0-16 0,1 2 0 16,-9 0-6-16,3 2-8 0,-2 1 7 0,0 3-3 16,0 1 6-16,-2 8 2 0,2 15-12 0,-2 2 5 15,1-1-6-15,3 1 1 0,2-3 1 0,1-3-2 0,1 0 2 16,3-5 1-16,0-4-10 0,-11 1 5 0,5-3-5 16,3 0 6-16,3-4-2 0,2-2 1 0,0-3 0 15,0-1 15-15,2-1-9 0,-2-2 2 0,5 2-4 16,12 7 1-16,5 0 10 0,3-5 1 0,-1-3 4 15,5-3 5-15,-1-3-3 0,2-3-4 0,-2-1 1 0,-4-1-6 16,-4 1-7-16,1-3 5 0,-6 1-5 0,-4 2 9 16,0-3-8-16,-2 5 4 0,-3-8-5 0,-4-8 5 15,12-3 4-15,-6 0-8 0,-3-4 6 0,-3 8-11 0,-2-2 2 16,-3-4 2-16,-7 3-1 0,-1 3 4 0,0 3-8 16,-4 2 5-16,-11 8-5 0,0-2-3 0,-2 7-8 15,4-13-1-15,-4 4-1 0,4 9-6 0,0 2-11 16,2 7-7-16,5 3 0 0,2-1-17 0,4-2-45 15,4 16-8-15,5-7-17 0,-13 7-67 0</inkml:trace>
  <inkml:trace contextRef="#ctx0" brushRef="#br0" timeOffset="75847.75">32432 14278 691 0,'0'0'25'0,"-2"0"1"0,0 0 12 0,0 0-9 0,-2 0 2 16,-3 0-1-16,-4 0-6 0,0 0-3 0,0 1 0 16,1 3-8-16,-1 2-6 0,2-1 4 0,0 1-5 15,1 7-3-15,1 4 7 0,1 1-3 0,1 2 5 16,-3 1-3-16,4-1 1 0,1 1-2 0,-1-5 2 0,-11 5-6 16,4 1 2-16,4-3-2 0,3-3 0 0,0-1-5 15,2-4 3-15,2 1 4 0,0-5-2 0,0 2-1 16,0 1-1-16,0-5-2 0,0-1 2 0,0 0 4 0,2-1-1 15,0 1 4-15,0 0-2 0,0-1 1 0,0 1-5 16,1 0 0-16,1 0 0 0,0-3 3 0,-2-1-6 16,5 2 0-16,0 0-2 0,1-2 0 0,-1 0 0 15,3-2-2-15,-1-1 0 0,0-3-7 0,0-3 7 16,-1-15 2-16,1 3 0 0,0-7-8 0,-1-1 7 16,1 3-1-16,-1-10 5 0,-1 7 6 0,0 3-7 15,-3-2 1-15,2 9-2 0,-3 3 5 0,-1 4-2 0,0 5 1 16,4 5-1-16,-3 0-2 0,1 0 1 0,-2 2-4 15,0 0 3-15,0 0-1 0,3-3 0 0,1 1 3 16,-2 2-1-16,-1 0 5 0,3 2 5 0,-1 1-1 16,1 9 2-16,0 12-4 0,-3 0-1 0,1 0-6 15,3 2 4-15,1 0-5 0,-3-6 4 0,5-1-1 0,-8-2 0 16,3-1-6-16,-1-6 2 0,0 1 1 0,-1-2 1 16,1-3 7-16,0-1-5 0,-1 1 3 0,1-4-4 15,-2-2 7-15,0 0 6 0,0 0 2 0,0 0 0 16,1 0-8-16,8 0-5 0,1-2-3 0,4-6 0 15,3 3-4-15,-6-19 3 0,3-8-4 0,-3 8 5 16,2 0-1-16,-2-2-5 0,2 5 2 0,0 1-5 0,5 3 7 16,6 6-2-16,-1-2 1 0,-1 4-2 0,-2-2 8 15,-2-2-4-15,3 2 2 0,1-2-3 0,0 1 1 16,-2-1 0-16,6 0 0 0,-2 4 0 0,0-2 3 0,2 2 2 16,-4-2 1-16,0-4-2 0,0 2-4 0,-1 0 0 15,-1 2-1-15,0 1 1 0,-7 1 2 0,0 0 4 16,-4 1-3-16,-5 3 4 0,3-3-1 0,-7 1 4 15,0 1 1-15,0-1 0 0,1 1-5 0,-1 3 3 16,0-1-2-16,0 0 2 0,0 0-5 0,-2 1 3 16,0-1-3-16,0 2 2 0,-2 0-5 0,-2 2 1 15,-1 0 1-15,-18 11-1 0,1 4 4 0,2-4-8 0,-1 17 2 16,1 4-3-16,3 1 7 0,2 4-9 0,0-5 5 16,4 1-6-16,0 3 9 0,5-9-5 0,3 9-3 15,1-8-1-15,0-8 6 0,-13 2-13 0,8-5 8 16,3-4-9-16,4-2 17 0,0-3-3 0,0-7 3 0,0 1-3 15,7 2 6-15,18 13 3 0,2-6-1 0,5-6 2 16,0-6 2-16,-1-7-10 0,3-5 5 0,-3-5-6 16,2 14 6-16,1-17-5 0,-4-3-2 0,-4 2 0 15,-4-4 10-15,-5-2-8 0,-8 2 11 0,9 2-11 16,-3 2 4-16,-5 1 3 0,-5 7-3 0,-1 1 4 16,-2 3-2-16,-2 1 0 0,0 5-2 0,0 2 2 15,-4-1-5-15,-9-3-3 0,-9 2 0 0,-10 10 0 0,2 9-2 16,3-10 0-16,2 33 1 0,12-5 0 0,4 2 2 0,7-1-14 15,0-7 5-15,-12-4-7 0,6-1 12 0,8-2 0 16,4-5 3-16,7 4-2 0,6-4 9 0,29-12-7 16,1 5 4-16,3 16-4 0,4-13-7 0,-4-7-15 15,-2-4-11-15,0-2-3 0,-12-5-48 0,-9-3-11 16,-2-1-47-16,-9 0 4 0,-1 0-240 0</inkml:trace>
  <inkml:trace contextRef="#ctx0" brushRef="#br0" timeOffset="76230.64">31433 15243 347 0,'-2'0'259'0,"-2"0"-343"0,-20-6 305 0,0 3-166 0,7 1-29 16,2 0-1-16,4 2 3 0,4 0-4 0,5 0-22 16,-2 0-5-16,2 0-5 0,1 0 6 0,1 0 18 15,1 0 3-15,3 0 3 0,20 0 1 0,17 0 30 0,5-7 7 16,6-5 11-16,12-6-5 0,14-4 3 0,18-3-11 16,10-4-2-16,13-3-1 0,-2-1-6 0,-2-1-15 15,0 3 0-15,6 1-5 0,5 4 2 0,9 4-2 16,-5 3-7-16,-13 4 2 0,-5 4-22 0,-12 6-1 15,4-1 1-15,-6 4-1 0,6 2 3 0,-9 0 2 16,-15 2-1-16,-11 2 2 0,-14 0 6 0,-6-1-8 16,-8 1 6-16,-8 0-6 0,-3-1 4 0,-8 1-9 15,-4 0-10-15,-6-2-2 0,-1 0-63 0,-8-2-83 0,1 1-54 16</inkml:trace>
  <inkml:trace contextRef="#ctx0" brushRef="#br0" timeOffset="111330.27">24624 9017 28 0,'0'0'17'0,"0"0"-11"0,0-1 17 0,0-1-5 15,0 0-1-15,0-2-7 0,0 2 7 0,0-11-7 16,0 0 6-16,0 2 20 0,0-2-7 0,0-2 12 15,0-1 2-15,0-3 1 0,0 2 5 0,-2-1-2 16,0 1 2-16,-1-2-4 0,-1-3-3 0,0 2-2 16,1 1-20-16,-1 4 3 0,-4-7-6 0,5 9 5 0,-5-6-6 15,3 6-13-15,-3 0 4 0,-3-1-7 0,2 6-3 0,-12 1 6 16,-3 5-2-16,-7-17 5 0,1 8-5 0,-9 4-1 16,4 3 0-16,-8 2 2 0,2 2 3 0,2 0-2 15,2 4 1-15,4 2 0 0,-3-1 4 0,1 3 6 16,2-1-6-16,1 2 6 0,1 0-10 0,1-1-3 15,-2-1 2-15,-3 1-2 0,2 1 10 0,-3 4-7 16,3 0 0-16,-2 0-3 0,-1 0-3 0,-1-2 4 16,4 0 3-16,-1 0-1 0,5 1 3 0,5-3-8 15,-4 4 1-15,0 0-2 0,0 0 5 0,-2 2-3 16,4 0-1-16,4-1-2 0,0-12-4 0,1 21 10 0,3-3-1 16,1 2 4-16,0 2-6 0,1 1 0 0,1 2 0 15,-2 1 0-15,2 2-3 0,2 3 3 0,2 1-3 16,-2 1 3-16,4 4-1 0,-1-4 2 0,5 8 2 0,1 0 2 15,0-1 1-15,3 7-7 0,-24-7 0 0,12-1-2 16,8-2 13-16,3-2-9 0,2-3 5 0,2-3-7 16,3 3-3-16,1-3 5 0,3 3 0 0,4-1 4 15,2 3-4-15,6 3 1 0,-3-4-3 0,4 6 2 16,-18-1 3-16,22 3-1 0,6 4 3 0,-1-5-4 16,6 3-2-16,1-4-4 0,1-4 4 0,0-4-3 0,1-1 8 15,3-2 2-15,2-3 1 0,1-8 3 0,-1-4 18 16,1-11-1-16,2-1-3 0,1 21-1 0,8-9-19 15,6-7 3-15,6-8-1 0,13-4 2 0,-1-7-6 16,1-6-7-16,0-5 5 0,-10 1-4 0,1-5 5 0,-8-1 6 16,0 17-9-16,-2-34 7 0,0 3-6 0,4 2 0 15,-4 0 8-15,6 0-5 0,-6 2 3 0,-6-2-7 16,-1 0 0-16,-12 2-1 0,1-1 11 0,-6 1-4 16,-4-2-1-16,-5-1-1 0,-8-3-2 0,-5-4 8 15,-4-5 4-15,-9-7 2 0,25-10 18 0,-17-5-3 16,-16-2 4-16,-9 5-5 0,-9 6-7 0,18 8-3 0,-41 1-6 15,-20 6 2-15,-3 0-11 0,-12 3 11 0,-8 1-6 16,5-4 6-16,-6 3-15 0,0-3 0 0,-4 8-1 16,-11 8-2-16,-4 10-11 0,-16 17-38 0,-6 3-5 15,7-24-17-15,-3 39-83 0,-4 24-205 0</inkml:trace>
  <inkml:trace contextRef="#ctx0" brushRef="#br0" timeOffset="122330.74">24028 3529 5 0</inkml:trace>
  <inkml:trace contextRef="#ctx0" brushRef="#br0" timeOffset="122342.34">24028 3525 4 0,'0'-2'0'16,"0"1"1"-16,0-1-1 0</inkml:trace>
  <inkml:trace contextRef="#ctx0" brushRef="#br0" timeOffset="122864.09">24028 3453 20 0,'0'0'7'0,"0"0"10"15,0 0-9-15,0-2 11 0,0 0 0 0,-2 0 5 16,0 0 2-16,1 1 2 0,-1-1 1 0,0 0-1 15,-2 0-15-15,2 2 1 0,-11-6-7 0,-2 1 5 16,1 1-12-16,-5 0 10 0,-3 3-6 0,-6 1 8 16,0 1-7-16,0 3-3 0,-2 2 2 0,4-1-2 0,-5 5 13 15,1-3-12-15,2 0 5 0,1 1-7 0,2-1 10 16,5 1-10-16,5-3 2 0,2 3-3 0,0 1 5 16,6-5-5-16,-12 9 1 0,4 2-2 0,2-1 5 15,-3-1-3-15,4 0-1 0,3 4 0 0,0 2-1 0,1-1 3 16,1 6 0-16,-4-1 1 0,2-1-9 0,-1 2 5 15,5-2 3-15,-1 2 1 0,4 4 3 0,-3-2-7 16,3 2 1-16,-13-6-1 0,4 1 4 0,2 1 1 16,3-4 0-16,2 1-1 0,1-3-3 0,1 5 1 15,2-1 2-15,0-2 0 0,2 1 5 0,1-3-6 16,3 1 4-16,1-2-4 0,4 3 3 0,-5-3-1 0,18-1-2 16,0 1 3-16,10-4 8 0,-3 0-11 0,10-2 3 15,0-2-5-15,-6 3 0 0,4-5 7 0,-3 0-4 16,1 3 4-16,-2-5-7 0,0 3 4 0,2 3-5 15,2-7 3-15,-2 1-2 0,2 17 3 0,0-9 3 0,8-5-3 16,-3-4-3-16,1-4 6 0,1-2-2 0,-5-2 3 16,4-2-5-16,-4-1 5 0,-6-2-2 0,2-2 3 15,-5-1-11-15,1-1 6 0,-1 0 3 0,-6 0 3 16,0 0 6-16,-6 2 2 0,0-4-4 0,-1 14 6 16,-2-16 9-16,-4 0-4 0,0 1 3 0,-6-1-4 15,-1 0-2-15,-3-3 2 0,1 1-2 0,-2-1 1 16,11 1-6-16,-2-3 0 0,-5-2-2 0,-6 0 0 0,-4-6-4 15,-5-4-1-15,-8-5 8 0,11-5-5 0,-38-6 17 16,-14-2-8-16,-7 0 3 0,-9 0-4 0,-6 2-7 0,-3 9-5 16,-1 4-4-16,4 5 1 0,6 10-1 0,7 7-5 15,-2 6 1-15,-1-21-5 0,-8 17-5 0,-11 17-47 16,-2 12-13-16,-8 14-20 0,5-21-114 0</inkml:trace>
  <inkml:trace contextRef="#ctx0" brushRef="#br0" timeOffset="124750.12">24719 3477 25 0,'0'0'3'0,"0"0"8"0,0 0-2 0,-2 0-1 0,0 0 3 15,0 0-3-15,0 0-6 0,1 0 9 0,-1 0-3 16,-2 0 5-16,0 0-6 0,1 0 1 0,-1 0 4 16,2 0-1-16,-4 0 10 0,1 0-13 0,1 0-1 0,2 0-3 15,0 0 2-15,-1 0-3 0,-1 0 0 0,0 0 0 16,1 0 6-16,1 0-9 0,0 0 1 0,0 0-3 16,0 0-1-16,0 0 5 0,0 0-2 0,1 0 3 15,1 0 1-15,0 0 1 0,0 0 4 0,1 0-1 16,1 0 17-16,2 0-1 0,16-4 7 0,10 1-6 15,2-3 1-15,1 0-6 0,4-1-7 0,0 1 3 16,2 1-4-16,2 1-7 0,0 0 1 0,-4 3-4 0,-2-1 1 16,-12 2-5-16,-5 0 4 0,-5 0-4 0,2 0 5 15,2 0-9-15,1 0-1 0,-5 0-2 0,-7 0 1 16,0 0-1-16,-5 0-9 0,3 0 4 0,0 0-29 0</inkml:trace>
  <inkml:trace contextRef="#ctx0" brushRef="#br0" timeOffset="125094.35">24736 3295 26 0,'0'0'10'0,"0"0"0"0,0 0-5 0,0-2 1 0,0 0-5 15,0 0 5-15,0 1-3 0,0-1-2 0,0 0 0 16,0-2-4-16,0 2 4 0,0 0 2 0,0-1 0 16,0 1-3-16,0-2 0 0,1 0 0 0,1 3 2 15,0-1 13-15,0 0 8 0,-2 0 5 0,0 0 0 16,2 0 7-16,-2 0-17 0,2 1 2 0,0-1-6 0,-2 0-5 16,1 2 12-16,-1 0-6 0,2 0 8 0,0 2-7 15,0 0 1-15,0 1 3 0,2 12-1 0,1 11-4 0,1 4-5 16,-1 1-5-16,-1 1 2 0,0 3 5 15,1 2-10-15,1-1 1 0,-1 3-3 0,1 1 0 0,0 1-3 16,-3 0 5-16,1-4-5 0,0 0 3 0,-2-3-26 16,-1-4-5-16,-1 3-19 0,0-5-113 0</inkml:trace>
  <inkml:trace contextRef="#ctx0" brushRef="#br0" timeOffset="126048.92">25398 3282 21 0,'0'2'6'0,"-1"0"13"15,-1 1-13-15,0 3 6 0,-7 14-5 0,1 3 3 16,3-1-7-16,3 0-1 0,2 1 3 0,2 1-3 0,1-2 9 15,7 4-7-15,1-2 5 0,2 0-6 0,2 0 3 16,-14-3 7-16,20 1-8 0,1 0 9 0,-1 1 4 16,3-3 17-16,-4 0-2 0,2-1 2 0,-1 0-24 0,-6-3 7 15,3-1-1-15,-1-4 3 0,-4-1 10 0,-2-1 10 16,-5-4 1-16,-3 1 1 0,-1-2-4 0,2-1 32 16,0 1-4-16,-1 0 11 0,-1 0-21 0,0-3-26 15,0 1-6-15,-2 0-6 0,-2 0-19 0,0-2 0 16,-11 0 1-16,-17-2 1 0,3-2-1 0,-5 1-14 15,-1-1-3-15,-3 0-4 0,-1-1-14 0,4-1-37 16,-1-1-11-16,7-3-11 0,-3-1-63 0</inkml:trace>
  <inkml:trace contextRef="#ctx0" brushRef="#br0" timeOffset="126472.59">25482 3221 235 0,'0'0'21'15,"2"0"-5"-15,2-2 5 0,9-4 7 0,20-5-13 16,2 2-6-16,4 3-7 0,-5 3-3 0,6 1 0 16,1 2-9-16,-15 0 9 0,4 2-6 0,-11-1 7 0,-8-1-10 15,7 2 10-15,-10-2 0 0,3 0 3 0,-6 0-5 16,-3 0 4-16,4 0-4 0,-2 0 4 0,-1 0-2 16,1 0 2-16,0 0 3 0,-2 0-1 0,1 0-5 15,5 0 4-15,-1 2-6 0,-3 0 6 0,0 0-5 16,-3 0 4-16,1 0-1 0,0-1 2 0,0 3-6 0,0 0 13 15,0 3-5-15,0 6 7 0,-1-2-3 0,1 6-1 16,0-2-2-16,0 4-1 0,2 1-8 0,-1 0 4 16,1 1 2-16,2-3 1 0,1 3 0 0,2-1-4 15,3 4 2-15,1 2-2 0,-2-5 3 0,4 3 4 16,1 0-1-16,-14-5 2 0,19 7-5 0,-3-8 17 16,1-10-4-16,-3 5 7 0,1-6-6 0,0-1 4 15,0 1 1-15,-3 4 3 0,1-3 15 0,-2-5-6 0,0-1 6 16,0-2-6-16,2 0 3 0,0-2-1 0,0-3-1 15,3-6 0-15,-1 3-5 0,0-22-3 0,-2-1-5 16,-1-1 3-16,1-1-9 0,-4 0 3 0,2-3-1 0,-3 3 0 16,-1-1-3-16,0 3-7 0,-1-1 4 0,-1 4-5 15,1 1 1-15,-7 1-8 0,1 1-5 0,13-1-2 16,-6 2-14-16,-5-2-213 0</inkml:trace>
  <inkml:trace contextRef="#ctx0" brushRef="#br0" timeOffset="132109.13">23105 11392 256 0,'0'0'-2'0,"0"0"32"0,-2 0 42 0,1-2 13 0,-1 0 21 15,0 1-19-15,0-1-49 0,0 0 0 0,0 0-10 16,0 0-5-16,1 0-10 0,-1 0 4 0,0 1-7 16,0 1 0-16,0-2 4 0,2 0-1 0,0 0 4 15,0 0 12-15,2 0 1 0,0 0 0 0,2 1-2 16,5-3-10-16,13-4 4 0,4-1-1 0,0 0 1 15,2 1-9-15,2 1 2 0,-1 1-7 0,-1 3 4 0,2-1-13 16,0 0 5-16,3-1 1 0,-1 1 2 16,-3 0-7-16,-3 2-2 0,-9 1 2 0,2-1-2 0,-3 0-8 15,5 0-13-15,-3 2-29 0,-1 0 0 0,-6 0-151 0</inkml:trace>
  <inkml:trace contextRef="#ctx0" brushRef="#br0" timeOffset="132487.54">24024 11151 620 0,'0'-2'22'16,"0"-2"34"-16,0 1-28 0,0-10-5 0,0 0 2 15,0 5-4-15,0 3-8 0,0-3-10 0,0 6-3 0,0 0-2 16,0 1-3-16,-1-3 13 0,-1 0-2 0,0 0 6 15,0 3-14-15,-2-1 7 0,1 0-5 0,-5 2 5 16,-3 0-5-16,4 2 6 0,-1 1-3 0,3 1 3 16,-3 5-5-16,4 6-4 0,1 4 5 0,1 1-4 15,-13 1 6-15,4 1 0 0,3 0-2 0,7-7 0 16,-1 4 2-16,2-3 2 0,2 1-4 0,1 2 4 0,3-5-5 16,1 3 6-16,1-4 0 0,-6 6 0 0,18-4-10 15,0-1 7-15,-1 1-2 0,-2-4 6 0,1 4-1 0,-3-2-3 16,4 2-1-16,-1-2-1 0,-1-2-3 0,-4 0 17 15,-4 1-1-15,1-3 8 0,-3-2 11 0,-3-1-6 16,1-1 1-16,-1 1-4 0,-2-2 7 0,0-1 13 16,0 1-1-16,-2-2 1 0,0 4-32 0,0-3-4 15,0 1-5-15,0-2 2 0,-12 2-6 0,-12 12-13 16,-2-3-6-16,-2-3-5 0,1-7-45 0,2-3-43 16,3 0-5-16,2 0-16 0,1-3-61 0</inkml:trace>
  <inkml:trace contextRef="#ctx0" brushRef="#br0" timeOffset="132938.46">23833 11104 875 0,'0'0'22'15,"0"0"0"-15,0-1-12 0,0-1-1 0,0 0-9 16,0 0 2-16,2 0-2 0,0 0-3 0,2 0 0 15,16-7-1-15,8-4-6 0,2 2 0 0,3 2-3 0,0 1 4 16,1 1-6-16,-1 1 12 0,1-1-10 0,-1-1 8 16,-3 3 5-16,0-1-3 0,-6 3 5 0,0 1 7 15,-6 0-10-15,3 0 2 0,-6 2-2 0,-6 0 9 0,4 0-9 16,-4 0 5-16,8 2-6 0,-2 2 1 0,-6-1 1 16,-5-1 2-16,-1 2 0 0,1 1 7 0,5 12-3 15,-3-4 1-15,5 13-1 0,-3 2 4 0,-5-2-5 16,1 0 0-16,-2-2-1 0,0-2 5 0,-2-3-7 15,0 1 2-15,2 1-3 0,-1-3 3 0,1-3 3 16,4 4 1-16,-2-4 0 0,-1-2-1 0,3 3-1 16,-2-1 2-16,1 0 1 0,3 0 1 0,-3-2-4 15,1 0-4-15,-1 0 2 0,3 0 4 0,-3-2-2 0,3 0 4 16,-3-2-4-16,1 1 3 0,-1-1 6 0,-1-3 5 16,-2-3 0-16,-2-1 15 0,0 0 10 0,6 2 2 15,-5-4 4-15,7 5 24 0,-1-1-31 0,4-2 1 0,4-2-13 16,-2-4-13-16,0-3-4 0,2 1-1 0,2-27-1 15,0-1-5-15,-3-3-4 0,7-4 1 0,-4-9-2 16,1-6-3-16,3-9-5 0,-1-5-6 0,2-1-6 16,-1 1-63-16,-1 5-304 0</inkml:trace>
  <inkml:trace contextRef="#ctx0" brushRef="#br0" timeOffset="145171.19">2583 3789 237 0,'0'-2'0'0,"0"0"8"0,0-2 85 0,0 1 2 0,0-14 13 15,0 0-25-15,0 6-3 0,0 2-20 0,0-2-1 16,0 3-2-16,0 1-12 0,0 1-10 0,0 3-2 15,0-1-2-15,0 2-2 0,0-5-3 0,0 3 7 0,0-2-6 16,0 1-3-16,0 1-10 0,0 0-4 0,0 2 1 16,0 1 0-16,0 1-1 0,0 0 2 0,0 1-1 15,0 1 9-15,-7 32-8 0,-1 3 2 0,1 2-5 16,-1 4 0-16,1-1-1 0,-1-3-1 0,-1 2 0 16,-2 2-4-16,2-2 0 0,-2 5-1 0,-1 2 2 15,-1 3 4-15,0 2-6 0,0 1 6 0,0 0-7 0,0 2 2 16,2-8 17-16,2 2-5 0,2-11 10 0,1-5 4 15,2-5-15-15,1-6 7 0,1-3-10 0,0 0 6 0,2-8-9 16,0-1 0-16,0-4-2 0,0-1 2 0,0-4 14 16,0 1 2-16,0 1 4 0,0 0 1 0,0-1-6 15,2-1-5-15,0 0 0 0,-1-2-12 0,1-2-1 16,0-1 2-16,6-12 0 0,6-15 1 0,1-7-6 16,-4 2 1-16,1-3-1 0,-1-4 6 0,-2 3-8 15,0-6-3-15,1 1-2 0,1-5 5 0,-2 1-2 16,2-2 2-16,2 0-3 0,-2 2 1 0,2-3 0 0,-2-2 0 15,2-3 0-15,-1-4 2 0,1 3 1 0,-4 5 1 16,0 9-1-16,0 2-1 0,1 6-1 0,-3 5 0 16,-1 1 1-16,-3 12-4 0,-1 4 6 0,0 4-2 15,0 3 4-15,-2 2-5 0,0 1 1 0,2-1-3 0,0 0 2 16,0 2-4-16,-1 0 4 0,1 1 2 0,0 1-1 16,0 1 6-16,-2 1-3 0,2 19-1 0,5 12-1 15,-1 6 2-15,-2 6-6 0,-3-3 6 0,-1 9-6 16,0-9 4-16,2 5-2 0,0-6 1 0,2-4 0 0,1 4 3 15,3-8-3-15,-1 0-3 0,3 3 2 0,-1-3 5 16,0-1-3-16,2 1 3 0,0-1-4 0,0-1-4 16,2 1 6-16,-1-4 1 0,-1-1 2 0,0-1-6 15,-2 0 1-15,2 6-3 0,-3-8 4 0,-1 0 5 0,1 2-5 16,-5-11 4-16,3 2-5 0,-2-6-1 0,-3-4 3 16,1-1-4-16,-2-4 3 0,2 3-5 0,0-1 0 15,0 0-3-15,0 0 1 0,0-1-13 0,-1 1-64 16,1 0-13-16,0-2-25 0,0-1-99 0,-2 1-158 15</inkml:trace>
  <inkml:trace contextRef="#ctx0" brushRef="#br0" timeOffset="145330.21">2438 4418 648 0,'0'0'69'0,"0"-2"113"15,0 1-138-15,0-1-2 0,0 0-5 0,0 0 7 16,0 0 15-16,2-2-13 0,0 1 5 0,2-7-10 15,22-3-13-15,9-1-11 0,4-3-5 0,7-2 0 16,4 3-8-16,6-1-4 0,2 2 5 0,7 0-4 16,-8 0-3-16,-3 2 2 0,-6 2-10 0,-12 2 3 0,4 1-55 15,-4 1-72-15,-1 0-80 0</inkml:trace>
  <inkml:trace contextRef="#ctx0" brushRef="#br0" timeOffset="145596.63">3686 4015 500 0,'0'-1'38'0,"0"-1"65"0,-2 0-26 0,0 0 39 16,0-2-1-16,0 1 11 0,-1-1-13 0,-1-2-29 16,-5 1 0-16,-8 1-12 0,-5 0-17 0,5-7-7 15,0 2 1-15,-7 0-2 0,6 5-2 0,-7 4-17 16,1 0-1-16,8 4-5 0,-5 3-6 0,6 0 0 0,0 3 0 16,1-5 0-16,-1 16-3 0,2 5-4 0,4 0-7 15,1 0 4-15,3 5-6 0,-1 1 2 0,2 1 1 16,-14-1-2-16,5 3-1 0,5 0 2 0,6-5-1 15,4 0 3-15,4-2 0 0,3-4 0 0,6 0 4 0,-9-4-3 16,21-7 3-16,7-3 3 0,-1-1-1 0,8 0 3 16,-4-5 8-16,2-2-5 0,2 20-5 0,-8-15 1 15,6-7-5-15,6-1-1 0,-8-5-6 0,0-1 0 16,-3-5-39-16,-6-1-99 0,-1-1-61 0</inkml:trace>
  <inkml:trace contextRef="#ctx0" brushRef="#br0" timeOffset="147118.06">4646 4218 402 0,'0'0'243'0,"0"0"-331"0,-2 0 283 0,0 0-155 16,0 0-8-16,0 0 30 0,1 0 2 0,-1 0 9 0,0-2 15 16,0 0-33-16,0 0-2 0,0 0-15 0,0 0-27 15,1 1 1-15,-1-1 4 0,2 0-1 0,0 0 8 16,0 0-7-16,2 0 3 0,-1-1-4 0,3-5 3 15,5-7 2-15,-1 1-3 0,12-1 2 0,-1-2-10 0,-4-2-2 16,-1 6-3-16,-2-1 1 0,-1-1-5 0,-4 0 3 16,-1 0 2-16,-1 0-1 0,-1 2 7 0,5 2-6 15,-1-2 4-15,-3 0-5 0,-1 2 13 0,-2 0-8 16,-2 3 2-16,0-1-3 0,-2 0 7 0,0 1-9 16,-2-1 6-16,1 2-6 0,3 5 8 0,-15-9 7 15,-2 1-4-15,2 7 5 0,-1 1-10 0,-1 2 2 0,0 3-4 16,1 5 1-16,-1 3-11 0,-2-4 1 0,1 14 3 15,1-3 0-15,0 3-1 0,4 3-5 0,0-4 0 16,8 3-2-16,-1-3 3 0,4-1 0 0,-9-3-2 16,2 3 1-16,3-2-1 0,3-1 6 0,1 1 0 15,2-4 1-15,2 2-11 0,1-4 5 0,3 0-1 0,1-2 3 16,8-1 4-16,6-4 0 0,-1 10-2 0,6-2 0 16,0-5-7-16,2-5 8 0,3-2-3 0,1-4 6 15,1-5-4-15,3-4 5 0,-1-2-2 0,4-4 1 16,-2 1-7-16,6-4 3 0,-4 1-2 0,2 1 1 15,-4-1-4-15,-13 7 3 0,0 12 0 0,-4-19 2 16,-3 3 3-16,2-1-7 0,-10-1 5 0,-7 1-5 0,3 1 5 16,8-1 7-16,-3 0-7 0,-3-3 6 0,-5 5-9 15,-2 4-1-15,0 6 2 0,0 3 0 0,-2-1 9 0,-2 1-12 16,-1 0 5-16,-10-5-6 0,-4 0 9 0,3 5-6 16,-3 2 0-16,2 2-3 0,1 2 1 0,3 0 0 15,3 2 1-15,7-3 0 0,-1 3 3 0,0 0-2 16,2 0 0-16,-1 5-2 0,1 2-1 0,2 0 0 15,2 2 2-15,1-2 0 0,3 0 4 0,0-1-6 16,1 3 1-16,10 2-3 0,3-1 5 0,1 5 1 16,1 1 0-16,2 5-1 0,-7-1-3 0,-2 4 1 0,-6 1 2 15,-2 5 0-15,1 1 7 0,1 0-8 0,-3 0 2 16,1 1-3-16,-5-1 0 0,0-5 5 0,1-2-4 16,14-4 4-16,-8-8-3 0,-3-1 2 0,-2-2 3 15,-1 0 1-15,1-2 0 0,-2-5-3 0,0 0 4 0,0-3-3 16,-1 1 8-16,1 0 0 0,0-2-5 0,0-1 3 15,0 1-3-15,0-2 0 0,0 0 5 0,-1-2-5 16,1 1-3-16,-2-1 0 0,8-22 1 0,-3-1-1 16,-1 1-6-16,-2 4 7 0,2-2-9 0,-3-3 9 15,1 3-8-15,0-2 4 0,0 0-1 0,0 0 3 16,0 0-1-16,0 1-6 0,1-1 5 0,1 0-6 16,2 0 10-16,-1 0-7 0,3-2-1 0,1-4-3 0,2 4 0 15,2-2 3-15,0 2 3 0,0 0-2 0,4-2-3 16,-2 4 3-16,-1 2-2 0,-10 7 3 0,13 2 2 0,0 6-1 15,-4 1 0-15,1 4-2 0,-2-7-6 0,-3 3 8 16,0 1-2-16,-3 3 4 0,3 0 3 0,-3 2-3 16,-1 0 0-16,-1 2-1 0,-2-2-1 0,9 15 4 15,2 9-1-15,-6-4 1 0,-3-1-3 0,0 3-3 16,-2-3 1-16,-2 5-1 0,0-4 7 0,0-1-5 16,0 1 1-16,0-3-3 0,-2 2 9 0,0-4-5 15,2-1 3-15,0-1-5 0,0 0-2 0,0-1 2 0,2-1 1 16,0-4 2-16,1 2 1 0,1-3-3 0,0 0-1 15,-1-5-1-15,12 1-3 0,6 13 3 0,-1-6 3 16,2-1-1-16,3-6 7 0,-5-2-5 0,4-4 0 16,2-4-2-16,-4-1-1 0,3-4 0 0,-3-2 1 15,-2 10 0-15,10-17 0 0,-10-1 0 0,1-1-1 0,-5 0 2 16,-1-2 2-16,-4 4-5 0,1 1 1 0,-7 1-3 16,1 1 3-16,-1 6 0 0,-1 4-1 0,2 0 1 15,-5 5 0-15,-1 2 0 0,4-3 0 0,0 1 1 16,0 2-1-16,-1 0 1 0,1 2-1 0,-2 0 2 15,0 2 4-15,0 2-6 0,1 5 6 0,7 13-6 0,-3-3-2 16,-1-1 1-16,-1 1 0 0,-1-2 1 0,1-1 4 16,-1 1-5-16,0-4 1 0,1 2-1 0,1-2 5 15,0-2-18-15,-1-2-9 0,-1-1-7 0,13-3-61 0,3-3-113 16,2 13-43-16</inkml:trace>
  <inkml:trace contextRef="#ctx0" brushRef="#br0" timeOffset="147351.97">6814 3915 1322 0,'0'0'8'0,"0"0"0"0,0 0 13 0,0 2 11 16,-1 0 2-16,-1 2 63 0,0-1-8 0,-4 8-2 16,-1 4-8-16,1-2-44 0,3 0-17 0,-1 2-4 15,2 0-3-15,0 0-11 0,2 0 2 0,0-4 1 0,0 0-1 16,0 0 0-16,2 0 0 0,0-1-7 0,0-3 3 15,0-1-13-15,1-1-6 0,-1-1-10 0,11 0 1 16,2 7-35-16,4-2-17 0,-6-5-1 0,0-2-9 16,1-2-34-16,1 0-21 0,0-4-3 0,0 0-8 15,-2-1-41-15</inkml:trace>
  <inkml:trace contextRef="#ctx0" brushRef="#br0" timeOffset="147442.13">7048 3973 266 0,'0'-2'63'0,"0"-7"64"0,0-25 4 15,0 4-8-15,0-3-7 0,0 9 0 0,0-2-26 16,0-4-8-16,-1 2-3 0,-1-1-2 0,0 3-7 0,0 7-12 15,0 4 1-15,0 4-5 0,-1-4-16 0,1 6-27 16,0 0 0-16,0 3-9 0,0 2-1 0,0 1-16 16,0-1-19-16,1 2-6 0,-1 0-118 0</inkml:trace>
  <inkml:trace contextRef="#ctx0" brushRef="#br0" timeOffset="148845.64">7505 3809 1151 0,'0'0'22'0,"0"0"-1"0,-2-2 38 0,0 1 8 0,1-1 2 16,-1 0 18-16,0 0-13 0,0 0-8 0,0 0-1 16,-2 0-36-16,1 1-20 0,1-1-4 0,0 2-2 15,0 0 12-15,0 0-4 0,0 2 7 0,1 1-7 16,-9 20-2-16,-1 8 8 0,2-1-11 0,0 0 9 15,1-1-15-15,3-1 7 0,3 2-4 0,2-4 5 16,0 0-8-16,0-2 0 0,0-4 0 0,0-1 0 0,0-2 8 16,0-2-8-16,0-2 4 0,2-4-4 0,-1-4 1 15,3 1 17-15,0-2 0 0,9 5 6 0,5-2-4 0,3-5 1 16,3-2-3-16,-4-5 2 0,5-7-2 0,-1-2 0 16,-4 10-1-16,4-20-1 0,-7-2-2 0,3 2-1 15,-3-2 1-15,-2-2-1 0,0 0 4 0,-4-2-13 16,-2 4 5-16,-3 6-8 0,1-1 5 0,-3 5-5 15,-2 1-2-15,0 2-1 0,1 7 2 0,-3 4-16 16,0 1-4-16,4-3-6 0,0 0-27 0,-2 2-20 16,0 0 3-16,-1 2-11 0,1 2-9 0,0 0 11 0,-2 0 0 15,6 13 7-15,-1 2 26 0,-1-4 27 0,0-2 1 16,-1-2 8-16,3 0 4 0,-2-3 7 0,-2-2 2 16,12 7 1-16,3-2-4 0,0-2 5 0,-1-3-3 15,1-2 5-15,0-2 7 0,0 0 10 0,-3-4-2 0,3 1 5 16,0-1 4-16,-6 0-4 0,0 0 6 0,-3 1-5 15,-5 1 7-15,1 0 3 0,0 0-1 0,-1 0 1 16,-1 0-10-16,0 1-9 0,0-1 1 0,0 0-4 16,-2 2-6-16,0 0-2 0,-2 0 2 0,0 2-2 15,-2 0 3-15,1-1-6 0,-12 3-4 0,9 9 2 16,-3-2-5-16,3-1 2 0,5 1-4 0,-1-4 3 0,-4 1-4 16,2-1 0-16,3-1 5 0,1-5-3 0,0 1 0 15,1 2 3-15,3 0-3 0,18 7 3 0,8-6-1 16,2-3 4-16,1-2-6 0,-7-3 4 0,2-5-7 0,2 1 6 15,-1-3 2-15,-1 1 1 0,0-2 1 0,-2 0-4 16,-11 2-1-16,9-8-1 0,-5 13-4 0,-3-20 4 16,7 2-3-16,-7-4 4 0,-3-6 5 0,2-5-4 15,-5-6 0-15,-1 1-3 0,-2-1 2 0,3 0 2 16,-3 4 2-16,2-4-1 0,-1 3-5 0,-1 6 6 16,-3 1 0-16,-2 7 3 0,12 4 1 0,-6 7 0 15,-3 4 4-15,-3 7-2 0,0-2 6 0,0 3-8 0,0-1-2 16,0 2 1-16,-2 0 12 0,0 2 5 0,0 0 2 15,0 2-2-15,0 2-11 0,-2 29-7 0,-2 1 1 16,0 6-3-16,-1 1 1 0,-1 2 0 0,1 5-1 16,1-3 1-16,0 1-4 0,1-1 1 0,1-3 2 15,2-4 0-15,0-3 1 0,2-4-7 0,1-6 2 0,5-1-3 16,-1-8 9-16,2-1-1 0,1-2-4 0,-1-3 3 16,13-3-2-16,4-3-1 0,4-1 3 0,0 16-2 15,1-8 10-15,5-5-10 0,4-6 5 0,-4-4-6 16,6-3 13-16,-3-5-7 0,-5-1 1 0,10-5-4 15,-12 3-1-15,-4-2-1 0,2-1 0 0,-12 16-1 16,-1-20 2-16,0 1 1 0,-6-1 3 0,-4-2-1 0,-1 0-4 16,10-1 2-16,-5-1-2 0,-3 4 3 0,-4 4-4 15,-4-1 6-15,0 6-4 0,-2 2 4 0,0 3-9 0,0 5 3 16,-2-3-2-16,-9-3 2 0,-9-2-3 0,-6 5 3 16,4 6-3-16,4 4 2 0,-6 7-6 0,2 2 5 15,1 2 0-15,1-10 1 0,7 23 1 0,4 2 0 16,0-2-2-16,2 3-1 0,-1-5 1 0,7-3-3 15,-12-1 4-15,5-3-4 0,5-3 7 0,3-1-1 16,2 0 1-16,0-4-1 0,2-2-2 0,0-3 2 16,1 0-3-16,18-5 2 0,5 16-2 0,9-4 4 15,0-7 1-15,12-6 1 0,-8-2-2 0,-4-4-2 0,0-3 0 16,-7-2-1-16,2-4 1 0,-4 2 0 0,0 0 2 16,0 0-1-16,-4 0 2 0,-3 2-2 0,-1 0-1 15,-5 3 0-15,0 3-4 0,-3 1 3 0,-5 2 0 0,1 2 1 16,-3 0-5-16,-1 0 5 0,2 2-1 0,0 2 1 15,1 3-6-15,5 12 8 0,-3-1-4 0,-1 1 5 16,-3-2-6-16,1-3 4 0,0-1-3 0,-1 0 2 16,1-3-6-16,2-1 2 0,-4-5 4 0,3-2 0 15,10 9 6-15,7 0-11 0,1-7 4 0,3-4-7 16,3-4 11-16,1-5-7 0,0-4 4 0,5-6-6 0,-11 2 9 16,2 8-2-16,4-21-4 0,-13-5 2 0,8-4-1 15,0-7-2-15,-7-8 7 0,10 4-5 0,-11-6-3 16,3-2 4-16,2 6-6 0,-1-3 6 0,7 3-5 0,-8 7 6 15,-3 1-1-15,-8 10 1 0,-3 6 0 0,-4 4 1 16,-1 9 2-16,9 2 2 0,-7 6 5 0,-1 1-4 16,0 3 0-16,0-1-3 0,0 0-1 0,0 2 0 15,-2 0-2-15,0 2 0 0,0 2 0 0,-2 2 2 16,-4 15 6-16,-1 18-3 0,-1 2 9 0,5 2-2 16,-1 1-2-16,2 5 1 0,2-1 2 0,0 4-9 15,2 0 8-15,2-3-8 0,1-5 3 0,3 3-7 0,1-2 0 16,0-4-1-16,1-4 6 0,-1-7-3 0,0-4 3 15,2-4-5-15,2 3-3 0,-3-7 0 0,-1-3-10 16,0-1 3-16,-3-5-45 0,3-3-21 0,0-1-10 16,1 5-5-16,-7-6-59 0,1 0-99 0,0-1-27 0,-1-1-30 15,-1 0-147-15</inkml:trace>
  <inkml:trace contextRef="#ctx0" brushRef="#br0" timeOffset="148954.47">9869 3664 1336 0,'0'0'25'16,"0"0"-2"-16,0 0 37 0,0 0-3 0,0 0 6 15,-2 0 0-15,0 0 18 0,2 0-7 0,0-1 7 16,0-1-32-16,2 0-24 0,7-2-2 0,25-11-7 0,3 2-6 16,4-2-10-16,5-3-1 0,12-3-6 0,3-1-21 15,15-4-155-15,2 0-162 0</inkml:trace>
  <inkml:trace contextRef="#ctx0" brushRef="#br0" timeOffset="149576.73">11493 3436 749 0,'0'-2'151'0,"-1"0"-193"16,-1 1 173-16,0-3-92 0,-6-7-14 0,-3-6 37 0,0 2 3 15,2 0 11-15,-6 0 7 0,-5 4-18 0,3-2-3 16,0 4-5-16,-3 2-12 0,-1 3-19 0,1-11 4 16,-2 4-9-16,-6 3 6 0,4 7 2 0,-1 1-6 15,1 5 4-15,-2 6-8 0,-2 6 11 0,2-6-2 0,0 26 3 16,10 4-16-16,1-4 9 0,2 4 0 0,5-4 3 16,3 0-9-16,3 0 2 0,-16 1-12 0,10-9 9 15,6 1-17-15,2-2 2 0,4-4 2 0,3 0 0 16,3-5-5-16,1-1 3 0,0-1-2 0,13-4 1 15,8 0-8-15,1-6-8 0,2 14-11 0,2-6-3 16,4-6-67-16,0-7-46 0,-2-2-21 0,4-4-18 0,-8-1-169 16</inkml:trace>
  <inkml:trace contextRef="#ctx0" brushRef="#br0" timeOffset="149736.81">11612 3449 903 0,'0'0'81'0,"0"0"-54"16,0 0 90-16,0 0-28 0,-2 0 6 0,1 0 1 15,1 0-6-15,-2 0 2 0,2 2-21 0,0 0-15 16,0 2 2-16,-2 7-8 0,0 17-7 0,2 3-12 16,0-1-5-16,0 3-2 0,2 1-11 0,0-7-11 15,0 3 8-15,-1-2-10 0,3-2 8 0,2 7-8 0,-3-1-5 16,3-4-1-16,0-2-10 0,-3-11-71 0,3 3-5 16,1-1-31-16,-1-4-103 0</inkml:trace>
  <inkml:trace contextRef="#ctx0" brushRef="#br0" timeOffset="149921.46">12076 3269 1382 0,'-1'0'-27'0,"-3"0"13"15,-5 0-90-15,-12 0 62 0,3 0-1 0,-7 2 19 0,11 2-5 16,4-3-93-16,5 1-1 0,1 0-38 0,0 2-72 15</inkml:trace>
  <inkml:trace contextRef="#ctx0" brushRef="#br0" timeOffset="150813.26">12136 3525 221 0,'2'2'52'0,"1"13"76"0,9 18-35 0,-1-1 20 16,-2 1-2-16,0 3 6 0,-3-7-8 0,-1 1-8 16,-3-4-3-16,0-4-1 0,-2 4-11 0,0-11-25 15,0 0 2-15,0-8-13 0,0 1-17 0,0-6-7 16,0 1-1-16,0 1 1 0,0-2 20 0,2 0-11 0,0 0 6 15,0-2-10-15,1-2-7 0,-1-2-6 0,9-29 0 16,2 1-1-16,-1-5-3 0,-3 0-4 0,2 2 3 16,0-1-3-16,2 5 2 0,0-3-8 0,0 5 1 15,0-3-2-15,0 4 1 0,0 4-1 0,0 0-4 0,2 2 1 16,0 5-8-16,0 4 2 0,-1 4-1 0,-1 3 0 16,0 1-3-16,0 3 0 0,2-9-2 0,2 1 2 15,2 3-9-15,-1 1-2 0,-1 4-3 0,5 2 2 16,-3 0 8-16,-4 2 2 0,5 2 6 0,-3 0-4 15,1-1 1-15,-3 1 10 0,0 0-1 0,-11-4 6 0,1 2-5 16,-1 0 7-16,0-1-6 0,-1 1 6 0,1 0 0 16,-2 0 0-16,0 0 4 0,0 2-4 0,-2-1 5 15,-2 1-7-15,-4 7 4 0,4 8-5 0,-20-1 3 16,-2 5 5-16,0 3-7 0,2 1 5 0,-3 3-14 0,5 3 8 16,0 8-2-16,3-4 6 0,2-1-7 0,4-1 0 15,3-7 1-15,3 2-1 0,-14-3-2 0,8-2 1 16,6-3-1-16,3-5 0 0,2-3 1 0,2-1 0 15,1-1 2-15,1-5-1 0,0-1 3 0,24-3-1 16,-1 16 0-16,11-4-1 0,1-8 1 0,-2-7 2 16,5-2-2-16,-1-1 0 0,-2-5-7 0,4-5 7 15,-6 0-1-15,-2-4 5 0,-1-1-5 0,-8 16 2 0,2-20-5 16,-4 1 3-16,-4-1-3 0,1 2 0 0,-5-3 7 16,-1-1-4-16,-2-2 11 0,0 0-9 0,-4 2-1 15,-1 4 0-15,-1 1 7 0,-3 4-3 0,-2 2 4 16,5 4-5-16,-1 1 1 0,-4 5 8 0,0-3-1 15,-1 2 3-15,1 1-5 0,0-1-4 0,0 2 0 0,-2 0 0 16,0 2 4-16,0 0-13 0,-2 2 6 0,0 0-7 16,-3 7 6-16,-8 17-2 0,3-3-3 0,1 1 0 15,2-4-1-15,1 2-3 0,2-1 4 0,3-4-2 16,1-1 6-16,0-3-4 0,0-2-1 0,1 2 0 16,1-3 2-16,2 1-1 0,0-4 4 0,-1-3-4 15,5 2 4-15,9 3 0 0,-1-4-2 0,7-1 3 0,-3-4 1 16,2 0-8-16,1-4 5 0,-3-3-6 0,4-2 8 15,-2-1 1-15,4-3-5 0,8-5 3 0,-12 12-5 0,0-20 1 16,-3 2 4-16,-2 0-2 0,1 0-3 0,-1-2 4 16,-6 0-3-16,2 5 3 0,-5 5-6 0,1 5 6 15,-4 1-2-15,-1 5 4 0,-2-1-8 0,0 2 2 16,0 1-3-16,0 1 3 0,-1 0-3 0,-1 2 3 16,0 2-1-16,-1 0 1 0,-3 5 0 0,-11 23-3 15,2-2 4-15,2 1-2 0,2-1 5 0,3-5-3 16,2 1-2-16,2-9 0 0,1 1 4 0,1 3-2 15,0-8 4-15,5 6-4 0,1-6 0 0,-3-6 0 0,12 5-3 16,4 3 1-16,5-2 3 0,-2-7-7 0,6-4 6 16,-4-6-7-16,4-3 4 0,-2-2 3 0,2-4-2 15,-2 13 4-15,-4-19-2 0,0-5 0 0,-5 4-1 0,0 7 1 16,0-7 1-16,-1 11 1 0,-3 2-1 0,-7-1 0 16,1 7-4-16,-1-1 2 0,-4-2 2 0,0 6 0 15,1-2-2-15,-1 2 0 0,0 0-1 0,2 0 2 16,-2 0 0-16,-1 0 3 0,1 0-1 0,0 0-1 15,2 2-9-15,0 9-17 0,-1 8-17 0,7-4 0 16,-3-8-69-16,2 4-32 0,4-1-9 0,0-5-9 0,2 6-47 16,6-1-126-16</inkml:trace>
  <inkml:trace contextRef="#ctx0" brushRef="#br0" timeOffset="151062.6">14301 3542 289 0,'0'-2'48'0,"2"-18"59"0,1-12 7 0,5 1-4 15,1-5 3-15,2 3-6 0,0-4-9 0,0 1-23 16,1-1 2-16,-5 4-10 0,2-4-8 0,-1 1 12 15,-1-3-3-15,1 6 7 0,-3 3 2 0,-3 6-9 16,-2 11 8-16,0-2-7 0,0 8 17 0,0 5-31 16,0-2-7-16,0 1-8 0,0 1-26 0,-2 0 12 15,0 2 0-15,0 2 4 0,-3 16 3 0,-4 16-3 0,-1-1 5 16,1 2-4-16,2 3-4 0,1 1-5 0,2 1-9 16,1 5 3-16,1-2-14 0,0 3 8 0,2 2-6 15,0-3 5-15,4 0-13 0,-1-3 4 0,1 1 1 16,3 1 1-16,-1-5-2 0,0 2-15 0,-1-5-12 0,-3-7-3 15,0-1-71-15,2-7-51 0,1-3-2 0,1-5-21 16,-1-2-53-16,-5-9-200 0</inkml:trace>
  <inkml:trace contextRef="#ctx0" brushRef="#br0" timeOffset="151233.59">14368 3481 1026 0,'0'0'74'0,"0"0"7"15,-2-2 19-15,0 0-21 0,0 0-1 0,0 0 12 16,0 0-5-16,2 1-8 0,0-1-1 0,0 0-44 15,0-2-6-15,2 0-3 0,0 1 1 0,2-1-2 16,20-11-11-16,6 0 3 0,-1 4-7 0,3 2-4 0,-4 1-3 16,3 1-4-16,-3 1 1 0,-2 3-8 0,-4-1-43 15,-3 0-14-15,-2 2-21 0,-6 1-147 0,-7 1-281 16</inkml:trace>
  <inkml:trace contextRef="#ctx0" brushRef="#br0" timeOffset="151390.2">13928 3180 1242 0,'0'0'37'0,"0"0"0"0,-2-2 56 0,0 0-5 15,0 0 11-15,0 0-2 0,0 1-46 0,0-1-5 16,2-2-13-16,0 0-32 0,0-1-5 0,2-3-1 0,2 1-1 16,-2 3 0-16,5 0-28 0,14 1-26 0,-3-10-31 15,-1 3-384-15</inkml:trace>
  <inkml:trace contextRef="#ctx0" brushRef="#br0" timeOffset="151872.78">3192 4782 122 0,'0'0'-8'16,"0"0"-1"-16</inkml:trace>
  <inkml:trace contextRef="#ctx0" brushRef="#br0" timeOffset="152502.87">3110 4779 116 0,'0'0'39'16,"0"0"-3"-16,-2 0 12 0,1 0-4 0,-1 0-8 15,0 0-20-15,0 0-14 0,0 0 1 0,0 0-3 16,0 0 0-16,1 0-1 0,-1 0 1 0,0 0 0 0,0 0 0 16,-2 0 4-16,1 0-4 0,-3 0 5 0,-3 0 6 15,-4 0 11-15,-2-2 12 0,-6 0-2 0,3 2 43 0,-4 0-5 16,1 0 1-16,4 0-4 0,-5 2-12 0,5 0-11 16,1-1 10-16,-5 3-9 0,3 0 12 0,-3-2-8 15,3 1 2-15,-1-1-2 0,2 0 1 0,1 2-12 16,1-2-3-16,8 0-1 0,-3-1 1 0,3 1-2 15,-4 2-1-15,9-4-1 0,-6 2-9 0,3 0 3 16,3-2-5-16,-4 1 4 0,5-1-3 0,-1 0-2 16,0 0 1-16,-2 2-2 0,0 0 1 0,3 0-3 15,-1 0 0-15,0 0-2 0,0 0-10 0,2 1 0 0,0 1-1 16,2 0 2-16,0-1 8 0,1-1-13 0,23 13 6 16,6-2-7-16,1-2 2 0,8-3-1 0,4-3 4 15,10-1-2-15,-4-4-1 0,2 0 5 0,1 0-6 16,2-2 6-16,5 0-4 0,6-1-1 0,6-1-1 0,10-2-1 15,10 1 6-15,5-3-9 0,-1-1 6 0,-2 0-6 16,-3-2 9-16,7-2-6 0,16 0 1 0,6 0-3 16,1 0 9-16,-3-6-7 0,-6 2 1 0,4 3-1 15,8-1 6-15,10 0-7 0,4-2 2 0,-3-1-3 16,-2-3 6-16,-3 4-1 0,7 4-2 0,7 0 0 0,1 2-3 16,-5 0-2-16,-5 4 5 0,11-1-4 0,-6-1 7 15,9 3-2-15,-3-1 1 0,-13 1-2 0,5 3-4 16,4-3 5-16,7 2-4 0,1-1 5 0,-5-3-1 15,-3 5 0-15,6-7 2 0,3 1-1 0,4 0 0 0,-4-4-1 16,-1 2 1-16,12 1-1 0,0-3 4 0,6-1-6 16,-2-3 2-16,-9 2-4 0,11-2 1 0,2 2 4 15,-2 1-2-15,4-3 1 0,-2 2-4 0,-1 0 2 16,5 2 1-16,-10 0 0 0,0-2 8 0,8 2-7 16,-2 0 1-16,-4 0-3 0,-4 0 1 0,-7 0 0 15,8 2 3-15,-1 0-1 0,-7-2-2 0,-6 2 3 0,-5-2 0 16,6 4 0-16,-5-1-4 0,-5-1-1 0,-9 2-1 15,-9 0 1-15,1-1 4 0,4 3 2 0,-5 0-1 16,-8-1 1-16,-11 3-4 0,-9-1-2 0,-4 0 1 16,0 5 0-16,3-1 4 0,-6 0 2 0,-5-2 0 15,-9 0 0-15,-7 1-5 0,-5-1 3 0,-5 0 0 16,-3 4 2-16,-8-2 5 0,-3 2-10 0,-2 0 6 0,-6 0-7 16,-1 0 1-16,-8 0 6 0,-2 0-6 0,-8 0 4 15,3 2-16-15,0 0-146 0,-5 0-145 0</inkml:trace>
  <inkml:trace contextRef="#ctx0" brushRef="#br0" timeOffset="186473.47">11900 11734 373 0,'-2'-2'60'0,"0"0"115"16,0 0-145-16,1 0-13 0,-3 1 0 0,0-1-6 16,0 0-9-16,3 0 3 0,-1 0-7 0,0 0 5 15,0 0-4-15,0 1 1 0,0-1 5 0,0 2-2 16,1 0 22-16,1 0 2 0,0 0 4 0,1 0-3 0,1 0 2 16,0 0 4-16,28 5-3 0,-2-1 3 0,16 2 4 15,1-5-4-15,1 1 2 0,14-2-6 0,-6 0-11 16,1-3 6-16,1-1-1 0,-4 0 4 0,-2 0 1 0,0 1-6 15,2-1-2-15,2 2-1 0,-2 0-7 0,-2 2-2 16,0-2 1-16,-7-1-1 0,-4 1-7 0,-9 2 0 16,-4 0 1-16,-11 0 0 0,5 0-4 0,-1 0-8 15,-8 0-6-15,2 0-2 0,-10 0-35 0,1 0-52 16,0 0-46-16,-2 0-16 0,-2 0-298 0</inkml:trace>
  <inkml:trace contextRef="#ctx0" brushRef="#br0" timeOffset="186632.1">12073 12153 696 0,'0'0'26'0,"0"0"2"0,0 0 1 0,0 0-3 0,2 0-7 16,-1 0-10-16,5 0-5 0,24 0-7 0,3-1-3 16,-5-1-62-16</inkml:trace>
  <inkml:trace contextRef="#ctx0" brushRef="#br0" timeOffset="186741.8">12385 12170 376 0,'0'0'59'0,"0"0"-2"16,0 0 21-16,1 0 2 0,1 0-15 0,0 0-12 16,0 0-12-16,0 0-4 0,2 0-1 0,-1 0-10 15,5 0-10-15,7 2-11 0,-2-2 3 0,1 2-21 0,1-2-122 16,0 0-70-16</inkml:trace>
  <inkml:trace contextRef="#ctx0" brushRef="#br0" timeOffset="188348.45">8537 5180 71 0,'0'0'30'0,"0"0"-3"0,0-2 10 0,0 0 5 16,0 0-10-16,0-2 5 0,0 1-7 0,0-1-4 0,0 0 1 15,0 0 1-15,0 1-10 0,0 1-1 0,0 0-5 16,0 0-8-16,0 0 4 0,0 0 4 0,0 1-2 15,0-1 2-15,0 2 0 0,0 0-2 0,0 2 4 16,0-1 4-16,0 1-1 0,0 0 11 0,0 0-6 16,0 0 16-16,0 0 16 0,2 0-10 0,0-1 13 0,0 1-19 15,0-2-9-15,2 0-4 0,7-3-1 0,7-10-4 16,3-4-10-16,-1-15 1 0,1 1-3 0,-1 1 5 16,2 2-5-16,-1 2 4 0,3 4-6 0,-4 1-4 15,-7 3 8-15,4 1-7 0,-2 4 8 0,-6 2-4 0,2 4 2 16,-7 1 0-16,-2 2-1 0,0 2-8 0,1-1-5 15,1-1 2-15,0 2-4 0,0 0 13 0,3 0-8 16,-1 2 2-16,3 0-3 0,4 4 8 0,2 4-7 16,1 3 7-16,-6-6-7 0,-5 14 7 0,10-2 2 15,0-1-8-15,2 1 5 0,5 0-12 0,-2-4 8 16,3 2-1-16,-8-2-1 0,9 0-27 0,-2 3-277 16</inkml:trace>
  <inkml:trace contextRef="#ctx0" brushRef="#br0" timeOffset="190017.75">3660 8850 81 0,'-2'0'19'0,"0"0"16"15,0-2-8-15,0 1-7 0,1-1-8 0,-1-2 2 0,0-2-18 16,-4-12 7-16,3 3-7 0,-1-7 6 0,2 1-15 0,2 3-16 16,0-5 5-16,0 3-9 0,2 0 2 15</inkml:trace>
  <inkml:trace contextRef="#ctx0" brushRef="#br0" timeOffset="190039.77">3608 8512 6 0,'0'0'-1'0</inkml:trace>
  <inkml:trace contextRef="#ctx0" brushRef="#br0" timeOffset="191755.61">3625 8811 265 0,'0'-2'35'0,"-2"1"-8"16,-2-18 44-16,-2-5 12 0,1 0-9 0,1 1-13 0,2 1-15 16,-1-2-3-16,3 5-3 0,0-1-9 0,0 7 2 15,0 2-7-15,0 7 4 0,0 1-9 0,0-1-19 16,0 0 9-16,0 2-11 0,0 0 7 0,0 2-2 16,0 2 3-16,-2 9 0 0,-2 34 28 0,-2 5-8 15,3 0 1-15,-5-2-5 0,1 1-3 0,-2-3-12 16,-1 2 3-16,1 6-7 0,0 4-1 0,5 3-1 15,-2 0 2-15,5 3-3 0,-1-3-1 0,0 0 2 16,2-3 1-16,2-5 0 0,3-4-1 0,3-7 1 0,1-3-3 16,-2-7 3-16,3-4 1 0,-3-4-4 0,2-4 2 15,3 1-2-15,-1-3 5 0,0 1-4 0,0-2-6 16,-4-2 1-16,3 1-11 0,-3 1-16 0,1 3-42 16,-3 1 0-16,-1 3-214 0</inkml:trace>
  <inkml:trace contextRef="#ctx0" brushRef="#br0" timeOffset="192537.91">3658 9996 412 0,'0'-2'26'0,"-2"0"36"16,0-2-13-16,0-5-22 0,1-2 5 0,-1 0-12 16,0 0-10-16,0 3-4 0,-2 1-1 0,2 1 2 15,-1 1 8-15,3 3-5 0,-10 0 1 0,-3 0-3 16,4-5 1-16,-6-2 15 0,-11-4 2 0,2 5 6 16,-2 3 18-16,4 1 5 0,3 2-2 0,3 2-1 0,-7 0-22 15,5 0-10-15,-4 2-3 0,1 0 0 0,3 1 1 16,-1 1-13-16,0 2 4 0,-1 1-7 0,0 2 9 15,3 1-9-15,-2 1 3 0,1 2-5 0,-1-10 8 0,1 16 8 16,1 5 1-16,-2-2 2 0,4 3 4 0,-1 1-7 16,1 1-3-16,0 3 0 0,2 4-3 0,2-1-3 15,0 2-2-15,-10 1 0 0,6-3-3 0,6-1-1 16,4-1 1-16,1-1-2 0,2 3 0 0,2-7 1 16,0 0 2-16,0-2-2 0,2-3-1 0,2 1-3 15,1-2 1-15,1-1-2 0,-1 0 9 0,3-1-2 16,-1 1 2-16,1-1-3 0,1 3-1 0,2-1 2 15,2 2-1-15,0-1 1 0,0-1 14 0,-7 1-12 0,14 1 8 16,4 0-9-16,0-3 13 0,2 1-10 0,2-3 5 16,4-4-7-16,1 4 0 0,2-4 12 0,10 0-10 15,-1-4 10-15,-1-7-14 0,4 0 4 0,-3 22 4 16,1-11 0-16,-1-6 3 0,1-5-7 0,-6-2-2 0,-2-4-1 16,-4-1-3-16,-3-3 7 0,0-3-7 0,-2-2 6 15,1 0-3-15,1-2-4 0,0 1 5 0,-2-1-5 16,-2 0 6-16,-2 0-6 0,0 0 5 0,0-2-4 15,-2 16 10-15,1-20-9 0,-7 1 3 0,-1-1-4 0,-4-1 6 16,-1 0 2-16,-3-2-3 0,2-1 2 0,-1-2-10 16,-6-5 7-16,-1-1-4 0,18-5 7 0,-10-4-2 15,-7-8-3-15,-6-8 0 0,-5-7-2 0,-6 0-2 0,-5 0 5 16,-4 2-1-16,0 7 2 0,-1 4-9 0,24 8 6 16,-29 5 1-16,-2 9 3 0,1 8-4 0,-1 7-7 15,-3 4 1-15,2 7-4 0,-6 2-7 0,0-18-5 16,-4 12-2-16,-5 8-2 0,-4 10-20 0,-2 5-56 15,2 5-8-15,5 4-18 0,1-18-75 0,5 27-64 16</inkml:trace>
  <inkml:trace contextRef="#ctx0" brushRef="#br0" timeOffset="192989.44">3511 10631 628 0,'-2'0'19'0,"1"0"23"16,-20-2-7-16,-1 0-3 0,1 0-2 0,8 2-2 16,-1 0-14-16,4 0-6 0,-1 0 1 0,6 0-3 0,-1 0 1 15,2 0 5-15,3 0-1 0,-3 0 2 0,2 0-1 16,-2-2 0-16,1 1 1 0,1-1-1 0,0-2 1 15,2 2-4-15,-2-13-1 0,2-3 0 0,4-3-2 0,3-1 7 16,1 2-6-16,3 3 7 0,2-2-8 0,-8 8 3 16,17 6 2-16,-5 1 0 0,5-11-1 0,1 4-12 15,-10 7 1-15,5 4-5 0,-1 2 9 0,2 6 3 16,3 5 1-16,-2-4-1 0,3 17-6 0,-5-2 3 16,-1-4 0-16,0-1 2 0,-3-4 8 0,7 0 2 15,-3-4-3-15,1-6 5 0,1 1 10 0,-3 5 9 16,0-2 2-16,1-3-2 0,1-6-12 0,1-2-1 0,3-5-6 15,-3-5 2-15,1 11-13 0,-5-25-7 0,1-2 4 16,-6 2-4-16,-5 2 9 0,-3 1 0 0,-1 1-5 16,13 2 2-16,-6-1-16 0,-5 8-23 0,-2 0-5 15,-2 10-11-15,0-3-70 0,-2 2-90 0,-2 1-8 16</inkml:trace>
  <inkml:trace contextRef="#ctx0" brushRef="#br0" timeOffset="193284.76">3628 11188 779 0,'0'-4'39'0,"-5"-14"64"0,-1-1-66 0,-1-1-4 15,1 3-5-15,4 6-1 0,0 2-29 0,2 5 8 16,0 2-9-16,0-2 9 0,0 1-9 0,0-1 4 15,0 2-1-15,0 0 2 0,0 2-2 0,0 2 9 16,0 2 0-16,-1 14 4 0,-3 14-9 0,0 1 8 16,0 4 1-16,1 0 2 0,1-1-8 0,2 1 2 15,-2-4-5-15,-2 3 6 0,2-1-2 0,-1-2-5 0,1 1 0 16,0-3-1-16,2 3-2 0,0-3-4 0,2 1 2 16,3-2-3-16,1-1 5 0,3 3 1 0,1-1-1 15,-1 1 0-15,2 7-28 0,-4-6-81 0,3 8-52 0,-5 0-19 16,-1-4-248-16</inkml:trace>
  <inkml:trace contextRef="#ctx0" brushRef="#br0" timeOffset="193534.29">3159 12276 573 0,'-2'0'45'0,"0"0"45"0,0-2-18 0,0 0-36 15,0 0-4-15,0 2-9 0,2 0-2 0,0 0 2 16,0 0 0-16,2 0-1 0,0 0 2 0,2 0 13 16,22-3 3-16,9-1 2 0,4 0-6 0,6-3 10 15,3-1-4-15,0 1 5 0,8-2-17 0,7-2-14 16,0-1-5-16,-7 3-1 0,-4 2-6 0,-11 3-1 16,-12 0 2-16,-1 2-3 0,-9 2-10 0,-4 0-6 15,0 0-10-15,-6 0 1 0,-4 0-45 0,-1 0-75 16,0 2-74-16</inkml:trace>
  <inkml:trace contextRef="#ctx0" brushRef="#br0" timeOffset="193706.34">3277 12679 495 0,'0'0'42'0,"0"0"61"15,0 0-65-15,0 0 1 0,2 0 4 0,0 0 0 16,2 0 0-16,14 0 9 0,10 0-9 0,6-2 9 15,-1-2-15-15,8-3-13 0,2 1 2 0,-1 1-6 0,1-3-7 16,-2 3-31-16,-6-5-17 0,0 1-12 0,-7 5-117 16</inkml:trace>
  <inkml:trace contextRef="#ctx0" brushRef="#br0" timeOffset="194970.76">4655 7187 122 0,'0'-2'28'0,"0"-2"-13"0,0-26 30 0,0-7-6 16,0 8 11-16,0 3-11 0,0 1 2 0,0 5-6 15,0 0-1-15,0 5-12 0,2 4 2 0,-2 5-8 16,0 0-5-16,0 1 6 0,0-3 3 0,0 3 1 16,0 1 5-16,2 0-13 0,-2 3-2 0,0-1-3 15,2 0 5-15,0 2 4 0,-1 2 0 0,1 1 1 0,6 31-8 16,-1 16 11-16,-3-4-6 0,-2 5 6 0,-1 1-8 15,1-10-7-15,-2 3 7 0,0-6-9 0,0 0-1 16,0 2 6-16,0-2-3 0,0 1 4 0,0-1-4 0,0 0-6 16,0 2 0-16,0-5-1 0,2-5 4 0,0-3 0 15,0-9 2-15,-2-5-2 0,2 1 7 0,-2-9-3 16,0-2 8-16,0-1-4 0,0 1 31 0,0-2-20 16,0-2-2-16,0 0-8 0,0-2-17 0,0-5 6 15,0-25-4-15,0 0 4 0,-2 1-6 0,0 1 7 16,-2-1-3-16,1 1 3 0,-1 2-2 0,0 2-5 15,-1-2 5-15,1 4-4 0,-2 0 10 0,1 0-8 16,-1 0 2-16,1-2-3 0,1 0 4 0,0 0-2 0,2 0 0 16,2 0-2-16,0-8 3 0,2 1 0 0,4-2 1 15,1 1-1-15,4-1-7 0,0 0 4 0,2 1-4 16,4 1 5-16,-2 7 2 0,0 3-2 0,-10 3 4 16,18 7-2-16,1 2 6 0,2 5-8 0,2 3 1 0,0-1-3 15,-1-13 2-15,-2 8 6 0,1 5-4 0,-2 6 4 16,-6 4-3-16,-5-1-2 0,0 1 1 0,6 23-1 15,-4 3 2-15,-2 3 5 0,-6-3 1 0,-1-1-1 16,-4 1-3-16,-2-2 7 0,-6-6-1 0,-3 2 4 16,-1-4 6-16,1-3-3 0,-4 3 1 0,4-7-4 15,1 0-7-15,-16 0 6 0,0-4 1 0,-4 2 0 16,6-2-8-16,-2 0 4 0,2-4-5 0,3-1 4 0,-1 1-7 16,3-1 3-16,0 0 3 0,2-3 0 0,0-1-1 15,4 7 2-15,-2-1 0 0,4-4 3 0,2-1 8 0,-1-1-10 16,6-2-4-16,-1 0 0 0,1 0-3 0,-2 2-10 15,0 0 7-15,1 0-9 0,1 0 7 0,0-1 1 16,0 1 0-16,0 0-1 0,2 0-3 0,0 0 6 16,0 0-2-16,2 0 4 0,0-1-7 0,0 3 2 15,-2-2-1-15,9 9 3 0,6 0 6 0,0 0-7 16,0 0 4-16,-1-1-5 0,1-1 0 0,6 0 1 16,-1-1 0-16,1-1 1 0,-1 1 1 0,-1-1 0 15,5 0 0-15,-4-1 0 0,-3-2-1 0,0-1 3 0,-3-1 0 16,-2 2 2-16,-3-2 5 0,-2 0 2 0,-3 0-1 15,5 5 1-15,-1-3-2 0,-1-1 1 0,-3-1-1 16,0 0 1-16,-1 0-1 0,1 0-4 0,-2 0 4 0,0 0-5 16,0-1 2-16,-1 1 5 0,1-2-2 0,0 0 4 15,0 0 9-15,0 0-10 0,0 0 1 0,0 0-5 16,-1 0-1-16,1 0-5 0,0 0 4 0,0 0-3 16,0 0 4-16,0 0-6 0,0 0-1 0,-1 0-2 15,1 0 3-15,0 0-1 0,0 0 2 0,0 0-2 16,0 0 3-16,-2-2-2 0,2 2 3 0,-1-1-3 0,1 1-1 15,-2-2 1-15,0 0-3 0,0 2 3 16,0 0-2-16,0 0-1 0,0 0 0 0,2 0-1 0,-2 0-7 16,0 0-39-16,0 0-25 0,0 0-9 0,-2 0-128 0,0 0-165 15</inkml:trace>
  <inkml:trace contextRef="#ctx0" brushRef="#br0" timeOffset="195471.57">5403 7306 142 0,'0'0'36'0,"0"0"32"0,0 0 10 15,0 0-6-15,0-2 3 0,0 0-4 16,0 0-13-16,0 0-2 0,0 0-12 0,0 0 6 0,0 1-28 16,0-1 2-16,0 0-5 0,0 2 2 0,0 0-8 15,-2 0-1-15,1 0 0 0,-3 2-2 0,-15 5-6 16,-3 4 7-16,-10 6-5 0,5 0 7 0,4-3 3 0,-6 5-5 15,12-8 1-15,-13-5-5 0,17 10-14 0,8 3 7 16,1-2-2-16,-7-1 3 0,2 1-3 0,3-2 1 16,0 2 3-16,5-4-1 0,1 0 5 0,1-2-6 15,5 2-1-15,0-6-1 0,16 4 3 0,9-7 5 16,-1 2-2-16,0-3 1 0,-6 3-5 0,2 1 0 16,-4-3 1-16,-1 0-1 0,-3-2-4 0,-1 1 4 15,-2 5-1-15,0-1 3 0,-2 1-2 0,-6-3 5 0,0 3-4 16,-1-1 5-16,-4 1-6 0,5 1 29 0,1 2 5 15,-5-4 8-15,-1 1 12 0,-2-1-23 0,0 3 1 0,-2-5-7 16,-3 4 1-16,-3 3-8 0,-19-5-1 16,2 4-2-16,-4-2-2 0,-3 1-6 0,-1 1 0 0,-2-2-2 15,-1 0-7-15,5 1-6 0,1-5 3 0,-5 3-5 16,11-1-11-16,-4 1-188 0,4 3-24 0</inkml:trace>
  <inkml:trace contextRef="#ctx0" brushRef="#br0" timeOffset="201269.34">9445 6206 51 0,'0'-2'0'0,"0"1"7"15,0-3 74-15,0-9-9 0,0-6 9 0,0-1-27 0,0 5-4 16,0-4-14-16,0 1 1 0,0 5-1 0,0 0 2 16,0 4-9-16,0-4 3 0,0 3-5 0,0 1-1 0,0 5-8 15,0 1 0-15,0-1-1 0,0 0-1 0,0 1-11 16,0-1 3-16,0 2-5 0,0 0 3 0,0 0-3 16,0 2-3-16,0 2 0 0,0 2 4 0,0 24 1 15,-3 18 1-15,-3 6 0 0,-3 0 0 0,0-4-3 16,-3 1-2-16,3-5 0 0,0 1 2 0,0-4-7 15,-1-4 6-15,1 0-7 0,2-4 8 0,-1-1-1 16,3-2-2-16,-1-4 0 0,2 1 0 0,1-4 5 16,-1 1 2-16,2-4 0 0,0-3-6 0,0-2 10 0,0-4-2 15,1 0 4-15,1 0-2 0,0-7 0 0,0 0 6 16,0-1 1-16,0 1 39 0,0-2-20 0,0 0 6 16,-2 0-15-16,2-2-20 0,0-2-2 0,0-2-4 15,0-13 3-15,3-14-1 0,3-1-3 0,1 1-1 0,1-3 0 16,1 3-4-16,0-3 7 0,3-1-3 0,-1 2 5 15,2-6-8-15,2-2 3 0,1-6 0 0,1-5 0 16,-2-5-4-16,-2 3 4 0,0 4 1 0,0 3 2 16,0 7-2-16,0 1-1 0,0 3-3 0,2 7 2 15,-2 4-5-15,0 5 4 0,-6 5 2 0,14 2 0 0,1 6 0 16,-4 1-3-16,-1 2 3 0,2-9-2 0,-4 6 2 16,3 0-2-16,-1 3 3 0,-8 4-2 0,10 2 0 15,-6 1 2-15,-4 3 0 0,15 3 2 0,-15 21 1 16,1 5-5-16,-7 4-2 0,16 4 1 0,-14-2 6 0,-5 0-1 15,-1-2 3-15,-3-6-2 0,-4 0 6 0,-1-1-7 16,-4 0 3-16,0-10-5 0,9 4 5 0,-23-6 1 16,-1 1-1-16,-7-1 3 0,1-5 1 0,4-4-4 15,3-2-3-15,4 1 1 0,5-3 4 0,-1 2-5 16,1-3 5-16,-1-4-6 0,2 2 2 0,4-3-4 16,2 1 1-16,2 6-1 0,1-3-2 0,7-5 0 15,-3 2-2-15,0 2 1 0,0 0-1 0,1-1 4 16,1 1 0-16,2-2 1 0,-4 7-4 0,2 0 0 0,2 1 0 15,0-1 3-15,4 2 5 0,0-2-4 0,1 1 1 16,1-1-1-16,3-2 5 0,15 3-5 0,4-3 7 16,-6-3-6-16,3 1 11 0,2-3-9 0,-2 0 7 15,4 0-6-15,-1 17 7 0,-4-8-11 0,2-4-3 0,-7-3-1 16,5-2-5-16,-4 0 1 0,-1-2-6 0,1 0-1 16,-5 0-41-16,-2 0-23 0,-5 0 2 0,1-2-7 15,-2 0 7-15,-1 0-10 0,3-2 1 0,-5 2-7 16,1-1-46-16,1-1 8 0,-4 0 1 0</inkml:trace>
  <inkml:trace contextRef="#ctx0" brushRef="#br0" timeOffset="201650.56">10021 6424 78 0,'0'0'25'0,"0"-2"28"0,2 0 9 0,0 0-1 16,-2 0 4-16,3-7-4 0,-1 1-1 0,0 1-11 15,-2 5-1-15,2-2-5 0,0 1-18 0,0-1-8 16,0 0-6-16,-1 2 1 0,1 1-11 0,0-1 3 15,0 2 6-15,2 0-3 0,-2 2 2 0,-1-1 1 16,1 3-6-16,2 4 5 0,3 8-11 0,-1 5 7 16,-2-1-5-16,-4-3 7 0,0 3-5 0,0-3 3 0,-2 2 4 15,0 3-2-15,0-4 8 0,0 1-3 0,0-2 4 16,2-1-2-16,0-1 4 0,0-2-1 0,0 0-6 16,0-3 4-16,-1-1-6 0,1-2-2 0,0-1 6 15,0 1-5-15,0-1 5 0,0-2-1 0,0-3-3 16,0 1 1-16,0 2-4 0,0 0 8 0,1-1 1 0,1-1 2 15,0 0-4-15,2 0-2 0,9-2-9 0,7 0 6 16,1-2-3-16,-1-2-1 0,1-1 0 0,-1-3-1 16,0 1 11-16,3-2-2 0,-1-1 12 0,0 3-10 15,2-2 11-15,-7 3-7 0,0 1 4 0,-4-1-4 16,4 0 4-16,-3 1-12 0,-3 1-2 0,2 0 0 0,0 1-1 16,-3 1-4-16,3-2 0 0,-6 2-1 0,-3 0-1 15,0 1-8-15,-1-1-12 0,-1 0-3 0,0 2-81 16</inkml:trace>
  <inkml:trace contextRef="#ctx0" brushRef="#br0" timeOffset="204186.62">9031 7324 32 0,'-1'0'26'16,"-1"0"-1"-16,0 0 5 0,0 0-6 0,0 0-5 0,0-2-7 16,0 0-2-16,1 1 6 0,-1 1-3 0,0 0 17 0,0 0-4 15,0 0 8-15,0 0-7 0,0 0 7 0,1 0-6 16,-1 0-6-16,0 0 2 0,0 0 0 0,0 0 10 15,0 0 0-15,0 0 3 0,1 0-10 0,-1 0 6 16,0 0-8-16,0 0 8 0,0 0-4 0,-2 0 8 16,1 0 3-16,-1 0-1 0,0 0-3 0,1 0 3 15,-1 0-7-15,0-2 4 0,2 0-16 0,0 2-8 16,1 0-1-16,-1 0-3 0,0 0-9 0,0-2-3 16,0 2 2-16,0 0-1 0,0 0 9 0,2 0-2 0,0 0 1 15,0 0-1-15,0 0 0 0,2 0 5 0,0 0-3 16,0 0 5-16,2 0 12 0,11 2-2 0,7 0 4 15,2 0-4-15,11-1 6 0,2-1-11 0,4 0 2 16,0-1-6-16,0-3-1 0,5-2-1 0,3 1-4 16,4-1 1-16,5 1-1 0,5 1-3 0,4 0 1 0,4 0-3 15,12-1-4-15,1-1 10 0,-3-1-6 0,1 1 7 16,-6-1-5-16,0-1-1 0,4 3 3 0,6 1-4 16,6 2 0-16,5 0 2 0,-4-1 0 0,-4-3-1 15,-4-1-2-15,-9 1-1 0,1 1 3 0,-1 1-1 16,3 2-1-16,5 0 5 0,1 2-8 0,-5-2 7 15,-5 0-9-15,-9-1 4 0,-6-1 2 0,-4 0 0 16,-6 2 5-16,-4 1-3 0,0-1 2 0,-3 0-3 0,0 2-4 16,-2-2 5-16,-4 0-2 0,-4-2 5 0,6 1-2 0,-3 1-2 15,-3 0 1-15,4 2 0 0,-15 0 8 0,4-2-7 16,-3 0 6-16,-10 0-6 0,5-1 6 0,-7 1-6 16,-5 0 2-16,3-2-2 0,-7 4 8 0,0 0 0 15,2-2-1-15,1-1 0 0,-1-1-7 0,0 0-2 16,-4 2 2-16,9-11-1 0,-5 8 10 0,-1-3-10 15,1-1-3-15,0 2 0 0,-2 3-2 0,0-2 7 16,1-1-4-16,1 0 4 0,0-3-10 0,-2 3 5 0,-2 1 2 16,0-1 1-16,0-1-2 0,0 3 4 15,0 1-4-15,0 0 3 0,0 1-7 0,0-1 4 0,-2 2-1 16,0 0 1-16,0 0-7 0,-2 2 3 0,-3 0 2 16,-14 4 1-16,5 5 0 0,-3 4-6 0,2-7 5 15,4 24-4-15,2-10 9 0,6 1-7 0,1-1-1 0,0-7-2 16,2 4 6-16,-9-1 2 0,4-1-2 0,1-4 2 15,3 2-5-15,3-5-1 0,0 1 4 0,0-1-2 16,0-3 7-16,1-1 0 0,-1-2-3 0,13 0 2 16,6-1 7-16,5 16 2 0,-3-8 4 0,-1-3-2 15,-1-4 6-15,-3-2 2 0,3 0 0 0,-8-2 1 16,0-2 10-16,-2 1-5 0,-3-1-1 0,1-2-3 0,-3-1-7 16,9-12-9-16,-4 1 3 0,-5 5-6 0,0-2 2 15,-4 2-3-15,0-4-2 0,-4-3 0 0,-1 5-3 0,-7-4-10 16,5 10 0-16,-2 3-9 0,-17 1-24 0,0-12-56 15,0 8-6-15,2 3-19 0,9 6-55 0,-2 0-102 16</inkml:trace>
  <inkml:trace contextRef="#ctx0" brushRef="#br0" timeOffset="204670.05">12995 6799 816 0,'0'-2'16'0,"0"-4"15"16,-1-7 2-16,-1 2-10 0,2 5-3 0,-2 1-3 16,2 1-15-16,-2 0-2 0,0 1-6 0,2-1 2 15,0 2 3-15,0 0-1 0,0 0 0 0,0 1-1 16,0-1 3-16,0 2 0 0,0 0 10 0,0 0-8 0,0 0 6 15,2 0 4-15,0 2-1 0,0-1 3 0,0 3 3 16,3 13-9-16,6 13 3 0,-3-1-6 0,-1 8 6 16,-3 4-12-16,-2 2 3 0,-2 5-3 0,0-1 9 15,0-6-6-15,-2-4 0 0,2-6-2 0,0-7-2 0,0-1 0 16,2-5 3-16,1-1-1 0,1 0-1 0,0-2 5 16,0-4 1-16,-1-2 3 0,3 0 4 0,-2-3 3 15,1 1-5-15,-1-3 5 0,5 0 10 0,0 3 1 16,3 1 7-16,-5-5-3 0,4 1 21 0,0-2-18 15,-1-2 7-15,3 0-11 0,-2-4-8 0,0-1 2 16,0-5-2-16,0-3 4 0,0-11 0 0,-1 0-4 0,1-6-2 16,-2-1 1-16,0-6 2 0,1-2-12 0,-1-4 8 15,-4-5-10-15,3 7-1 0,-4 0-1 0,5 6-6 16,-4 10 4-16,3-1-4 0,-3 8-1 0,-1 1 2 16,0 4-2-16,-2 2-2 0,3 4 2 0,1-1-3 0,-4 4 0 15,-2 3-23-15,3-3-46 0,-1 0 6 0,0 2-20 16,0 0-19-16,0 1-147 0,0 1 9 0</inkml:trace>
  <inkml:trace contextRef="#ctx0" brushRef="#br0" timeOffset="204996.29">13528 7320 412 0,'0'0'27'0,"0"0"43"0,0 0-47 0,0 0 14 16,0 0-10-16,2 0 11 0,0 0-18 0,0 2-9 15,0 0 4-15,-2 0-6 0,0 0 3 0,2 0 5 16,0 0 2-16,-1 1 1 0,1 1 9 0,0 0 11 16,-2-2-5-16,2 1 7 0,2 3-8 0,-2-3-5 15,3 5 2-15,1-1-5 0,8 1-5 0,3-3 6 16,-6 1-3-16,-5-1 4 0,9-1-9 0,0 0 1 16,-2 0-4-16,5-3 4 0,-5 9-2 0,0-3-3 0,-2-1 2 15,-3-4-2-15,5 1 3 0,0-1 1 0,0 0 1 16,3-2 1-16,-6 0 4 0,1-2-8 0,-2 0 0 15,0-1-2-15,3-3-1 0,-5 2 1 0,-3 2 2 16,3-3-2-16,-3-6 0 0,-2-2 0 0,0 2 1 16,5-1-2-16,0-1-3 0,-1 1-4 0,-4-3-3 0,-2 2 2 15,-2 0-1-15,-2 3 1 0,-1-1-4 0,-1 0 1 16,-24 2-8-16,-5 3-10 0,-4 4-7 0,-2-18-14 16,-7 11-138-16</inkml:trace>
  <inkml:trace contextRef="#ctx0" brushRef="#br0" timeOffset="-212536.38">1827 10235 256 0,'0'-1'-33'0,"0"-1"22"15,0 0-2-15,0 0 2 0,0 0 30 0,0 0-3 16,0 0-3-16,0 1 1 0,0-1-1 0,2 0 7 0,0 0-1 16,0 0-3-16,0 0 1 0,0 0 5 0,-1 1 5 15,1-1 6-15,0 0-3 0,0 0-3 0,0 2-12 16,2 0 2-16,-1 0-3 0,-1 0 6 0,6 0-3 15,-5 0 0-15,1 2-1 0,-2-2-2 0,2 9-8 16,7 12 3-16,-8 5-4 0,3 7 8 0,5 2-7 16,-7-5 1-16,1 5-2 0,3-5 5 0,-1 0-2 15,-3 3 0-15,7-7-2 0,-5 2-2 0,12 0-2 16,-7-2 0-16,-1 3 0 0,-1-1-2 0,-2 0 0 0,1-2 0 16,-1-4 1-16,1 1 8 0,-1-3-11 0,1-1 6 15,-1-1-6-15,0-1 4 0,-1-4 2 0,3 4-1 16,-1-4 2-16,-1-2 2 0,1 2 1 0,-3-4-4 0,-1-1 2 15,0-3-4-15,-3-1 17 0,-1-2-1 0,0 0 5 16,2-1-9-16,2 1 14 0,0 2 0 0,-1 0 6 16,1-2 0-16,0-1-2 0,-1-1-3 0,1-1 1 15,0-1-17-15,-4 0 1 0,5-28-3 0,8 2 3 16,-5-3 5-16,3-1-10 0,2-1 0 0,-2-1-4 16,2-1-1-16,-2 3 4 0,0-7-4 0,-1 0 4 15,1-3-4-15,-2-6-2 0,2-6 0 0,0-4-2 0,-1 1 0 16,1 1 4-16,-4 8-4 0,3 1 5 0,-5 8-6 15,-1 6-1-15,0 3 8 0,-3 8-6 0,1 1 3 0,0 6-2 16,0 2-5-16,0 4 3 0,2 4 1 0,-3 1-9 16,-1 2-6-16,4-2-6 0,0 1-46 0,-2 1-67 15,0 0-7-15,-1 2-26 0,-1 2-70 0</inkml:trace>
  <inkml:trace contextRef="#ctx0" brushRef="#br0" timeOffset="-212088.65">2576 10828 326 0,'0'0'53'15,"0"-2"-8"-15,0 0-7 0,-2 0 14 0,0 0-33 16,0 0 0-16,0 1-1 0,0-1 0 0,0 0 1 0,1 0 2 16,-3 0-3-16,-4-2 6 0,-8-1-3 0,-1 3 17 15,-2 2-4-15,1 2-2 0,-3 3 0 0,1 5 7 0,1 1-11 16,3 0 5-16,-1-2-11 0,0 15-15 0,4 2-4 16,0 0-3-16,4-1 3 0,3-1 10 0,-8-2-11 15,6-5 1-15,3 5-5 0,5-5 0 0,0-4-2 16,3 2 5-16,-1-10-2 0,0-1-4 0,13 3 3 15,15-1 2-15,-1 12 3 0,5-3 3 0,-3-5-2 16,1-5-5-16,1 3 2 0,1-3-2 0,-3 1 1 16,-1 1 0-16,-4-1 0 0,0 1-3 0,-4 0 10 15,1 5-7-15,-3-3 9 0,-7-2-7 0,-6-3 31 0,-1 0 9 16,-2-1 6-16,-2 1 21 0,-1 0-29 0,-1 0-4 16,-1 1-8-16,-5 1-16 0,-33 1-8 0,-6 4 2 15,-3-1-4-15,2-1 6 0,1 2-6 0,2-2 1 0,4 2-5 16,0 4-30-16,4-2-182 0,2 2-65 0</inkml:trace>
  <inkml:trace contextRef="#ctx0" brushRef="#br0" timeOffset="-171110.39">8710 5258 1 0,'0'0'1'0,"0"0"6"0,0 0 13 16,0 0 3-16,0 0 3 0,0 0-5 0,0 0-8 15,0 0-7-15,2 0 2 0,0 0-4 0,0 0 4 16,0 0-1-16,-1 0 1 0,1 0-1 0,0 0 2 16,0 0 7-16,0 0-5 0,0 0 10 0,-2 0 8 15,0 0 4-15,0 0 1 0,0 0 9 0,0 0-9 16,0 0-2-16,0 0-2 0,0 0-5 0,0 0-2 0,2 0-5 15,-2 0 2-15,0 0-13 0,0 0 7 0,0 0-5 16,0 0 4-16,0 0-16 0,1 0 7 0,1 0-1 16,0 0 5-16,-2-2 5 0,0 0-8 0,0 0 3 15,2 0-5-15,0 2 9 0,0 0 4 0,0 0 7 0,-1 0-2 16,1-2 15-16,0 0 7 0,-2 1-10 0,0-1 6 16,0 0-15-16,0 0-1 0,0 0-4 0,0-2 1 15,0 1-9-15,0-7-5 0,0 1 2 0,0 0-5 16,0-2 2-16,0 1 0 0,-2-3 5 0,0 2-4 15,-1-2-5-15,-1 0 5 0,2 2-6 0,0 2 6 16,0 0-5-16,1-1 5 0,-3 1-1 0,0 0 2 0,2 1-1 16,0 1 2-16,1 1 0 0,-1 1-1 0,0-1-1 15,2 2 1-15,0 3 1 0,0-3-1 0,0 2-1 16,0 0-2-16,0 0 0 0,0 0-1 0,-2-1-3 16,0-1 4-16,0 0-4 0,0 2 1 0,1 1-4 0,1-1 3 15,0 0 2-15,0 0 1 0,0 0-1 0,1 0-4 16,1 2 0-16,0 0-1 0,0 0 9 0,2 2-6 15,-1 0 0-15,-1-2-3 0,6 6-1 0,-5-5 4 16,1 14-2-16,0-2 2 0,7 2-6 0,0 2 4 16,-3-4 4-16,-1 2-1 0,-1-2 7 0,-3-4-7 15,1 0 1-15,-2-3-2 0,0 3 0 0,0-1-1 16,-1-3-1-16,-1-1 1 0,0 1 6 0,0-3-3 0,0 2 0 16,0 0-2-16,0-1 9 0,0 1-11 0,0 0 9 15,0 0-9-15,0-3 9 0,0 1 3 0,0 0-8 16,2 0 5-16,-2 0-5 0,2-2 1 0,0 0 7 0,-2 0-6 15,2-2 4-15,0 0-8 0,-2 0 2 0,2-1-2 16,-2-1-2-16,3-9 2 0,-1 0-2 0,0 2 3 16,0 0-1-16,0-1 1 0,0 5 1 0,-1-4 1 15,1 2 3-15,-2 1-10 0,0 1 6 0,0 3-6 16,0-2 10-16,2 3-4 0,0-1-2 0,-2 0 0 16,0 1-7-16,0 1 1 0,0 0 5 0,0 0-3 0,0 0 3 15,0 0 1-15,0 2-5 0,0 0 5 0,0 0-1 16,0 2 1-16,0 0 2 0,0 2-1 0,0 7-2 15,0 4 0-15,-2 3-1 0,0 1 2 0,0-2 3 0,2-1-5 16,-1 1 0-16,1-4-2 0,0-6 5 0,-2 5-1 16,2-5 4-16,-2 2-4 0,0 6 3 0,2-7-3 15,0-1 0-15,0-3 0 0,0-1 3 0,0 1 1 16,-2-2-3-16,0 0 3 0,0 0 2 0,1 0-3 16,-1-1 3-16,0-1-3 0,0 0 8 0,0-1-7 15,0-1 3-15,0-6-3 0,-5-10 8 0,0-5-9 16,-1 3-1-16,1 0-2 0,1-1 7 0,1-1-7 15,1 1 4-15,0 3-5 0,0-1-3 0,1 1 5 0,1 1-2 16,0 2 2-16,2 2 2 0,0 2 1 0,0 2-2 16,0-1 0-16,0 3-7 0,0 1 5 0,0 1-3 15,0-1 3-15,0 4 1 0,0 1-6 0,0-1 7 16,2-2-7-16,0 0 5 0,0 2-3 0,-1 1-1 0,3-1 2 16,0 2 3-16,0 0-5 0,1 0 2 0,-3 0-3 15,4 3 6-15,-5 1-1 0,14 17-2 0,-4-1-1 16,1 2-3-16,-5-3 6 0,0 3-3 0,-3-1 4 15,0-1 3-15,0 2 0 0,-1 1 0 0,1-3-2 16,-2 0-9-16,0-1 14 0,0-4-9 0,-2-8 9 16,0-1-14-16,0 1 9 0,0-3 2 0,0 0 2 0,0-1-6 15,0 1 8-15,0 0-3 0,0 0 6 0,0-3 2 16,0 1-4-16,0 0 7 0,0-2-5 0,0 0 7 0,0-2-5 16,-2 0-5-16,2 1 2 0,-8-24-6 0,3 3-3 15,-1 0 0-15,2 0-1 0,1 1 6 0,-1-1-6 16,0 1 5-16,2 3-5 0,1-1 5 0,-1 3-2 15,0 1-3-15,-2 2 1 0,2 2-2 0,0 3-1 16,1 1 2-16,1 1-1 0,0 2-4 0,0 3 9 16,0-1-5-16,-2-2 4 0,0 0-13 0,0 2-5 15,0 1 3-15,0-1-2 0,0 0 13 0,1 2-1 16,-1 0 0-16,0 2-1 0,0 0 3 0,0-1 3 0,0 3-3 16,0 0 3-16,2-2 0 0,-1 1-3 0,-1 1 6 15,2-2-6-15,0 0 9 0,-2 2 17 0,0-1-1 16,0 1 6-16,0-2-5 0,0 0-16 0,1 0 4 15,-1-1-7-15,2 1 2 0,0-2-6 0,0 0 1 0,0 0-1 16,0-2 0-16,0 1-3 0,0-1 0 0,0 0 0 16,0-2 6-16,0 0-5 0,0 1-1 0,0-1 0 15,2-2 2-15,-1 1-1 0,-1 1 3 0,0 0-4 16,2-1-2-16,0 1-1 0,0 0 1 0,0 1-1 16,3-1 0-16,5-3 6 0,5-3-4 0,1 1 4 15,3 0-9-15,7-1 6 0,-4 3-3 0,-5 3 3 0,5-1-5 16,6 1 7-16,4 0-2 0,1 1 3 0,-1 1-2 15,1 0-3-15,-1 0 2 0,-1 2-3 0,2 0 7 16,1 0-3-16,-3 0-1 0,1 0 0 0,1 0-7 0,1 0 6 16,-1 2-1-16,3 0 2 0,-3 1 7 0,2 1-10 15,-3 0 3-15,-4 0-6 0,7-1 9 0,4 1-2 16,0 0-1-16,6-1 0 0,-5 1-4 0,1 0 10 16,4-2-6-16,-3 0 5 0,-3-2-4 0,-3 0-4 15,-5 0 7-15,-3 0-7 0,0 0 0 0,-2 0 3 16,2 0 0-16,0 0 2 0,0 0-2 0,-2 0 1 15,1 0-4-15,-4 0 3 0,-1 0 3 0,0 0-4 16,-5 0 5-16,0 0-6 0,-2 0 0 0,-4 0 2 0,2 0 0 16,-4 0 4-16,-5 0 3 0,-1 0-4 0,3 0-3 15,-4 0 1-15,2 0-3 0,-1 0 3 0,1 0 0 16,0 0 3-16,-1 0 5 0,1 0-12 0,0 0 3 0,0 0-7 16,-1-2 7-16,1 0 3 0,-2 0-1 0,0 0 2 15,1 0-2-15,1 0-1 0,-2 1 0 0,0-1 0 16,0 0-4-16,-1 0-1 0,1 0 1 0,0 0-1 15,2 2 2-15,0 0 0 0,-3 0 2 0,1 0-1 16,2 0 1-16,-2 0 0 0,0 0-3 0,0 0 3 16,-1 0-8-16,3 0 2 0,0 2 3 0,0 0-2 0,-3 0-2 15,1 2 4-15,-2-3-4 0,8 16 6 0,1 2 5 16,-2 1-7-16,-1 2 5 0,-2 1-5 0,-1 1 3 0,1 2 0 16,0-2 0-16,3 2 2 0,-1-2-4 15,-2-3 0-15,-1 1 0 0,-1-5 1 0,0 1 9 0,-2-5-8 16,2 2 4-16,0-4-4 0,0 0 6 0,-1-1-2 15,1-3 1-15,0-1-1 0,-2-3 3 0,0 1-7 16,0-2 5-16,0 2-5 0,2-1 7 0,0 1-2 16,0 0-1-16,0-1 1 0,-1-1 2 0,1 0-4 15,0 0-3-15,-2 0 1 0,0 0-9 0,0-2 5 16,0 0-5-16,0 0 3 0,0 0-20 0,0 2-31 16,0-1-36-16,-2 1 1 0,0 0-119 0,-1 0-30 0,-3 2-22 15</inkml:trace>
  <inkml:trace contextRef="#ctx0" brushRef="#br0" timeOffset="-170644.26">10201 5612 213 0,'0'-2'55'0,"-2"-1"75"0,0-3-65 16,-3-9-13-16,-1 2-8 0,1 0 1 0,-1 2-25 0,2 2-9 15,-1-2 2-15,3 7-5 0,-2-2-8 16,-1-3 6-16,5 7-2 0,-4-3 7 0,0-1-4 0,4 4 5 16,-7-7 5-16,1 0 1 0,3 3 11 0,1 2 3 15,2 2 0-15,0 1 4 0,-4-3 18 0,0 0-16 16,1 0 4-16,-1 3-8 0,2 1 1 0,-2-2-24 16,-1-2 8-16,1 2-12 0,2 2 2 0,-2-2-2 15,1 1-7-15,-1-1 3 0,0 2-11 0,2 0 15 16,1 0-5-16,-1 0 9 0,0 0-7 0,0 0 1 15,0 0-1-15,2 0 1 0,0 0-2 0,0 2 6 16,2-1-1-16,2 1 3 0,7 0-9 0,17 4 21 0,5-1-3 16,4-1 9-16,6-2-11 0,2 0-1 0,8-2-3 15,3 1 2-15,2-1-8 0,5-3 0 0,-6-1 2 16,3 2-1-16,-10 0 6 0,-2 2-9 0,-3 0-1 16,-10 0-3-16,0 0-7 0,-3 0 6 0,-4 0-1 0,-2 0 3 15,0 0-3-15,-8 0 4 0,-1 0-1 0,-2 2 1 16,-4 0-8-16,-4-2 6 0,-1 0-2 0,-4 0 3 15,0 0 1-15,1 0 4 0,1 0-1 0,0 0 0 16,-2 0-12-16,-1 0 5 0,1 0-7 0,0 0 6 16,0 0-6-16,-2 2-22 0,0 0-18 0,-2 0-4 15,0-1-71-15,-5 3-61 0,-19 9-2 0</inkml:trace>
  <inkml:trace contextRef="#ctx0" brushRef="#br0" timeOffset="-170213.97">10567 5755 351 0,'0'-2'59'0,"0"0"101"0,0 1-109 0,0-1-13 0,0 0-11 16,0 0 1-16,0 0-28 0,0 0-2 0,0 0 2 15,0 2-1-15,0 0 6 0,0 0 0 0,2 0 0 0,0 0-1 16,-1 0-3-16,1 0 15 0,0 0 7 0,2 0 4 16,0 0 25-16,-3 0-11 0,9 0-10 0,10 0-1 15,-12 0-28-15,-1 0 1 0,-1 0 4 0,-1 0-4 16,-3 0-4-16,5 0-3 0,-3 0 2 0,0 0-2 16,3 0 4-16,-3 0-15 0,0 0-7 0,-1 0-4 15,1 2-38-15,-2 0-21 0,0 0 2 0,0 0-8 0,0 0 1 16,-2 0-3-16,0-1 4 0,-2 3-1 0,0 0 33 15,-2 0 39-15,-3 1 0 0,-3-3 14 0,-4 5 5 0,2-1-2 16,3 1 5-16,-9 1-4 0,8-3 14 16,5 1 15-16,1 1-5 0,0 1 10 0,2-3 3 0,-3-1 12 15,1 2-1-15,2-3 4 0,-1 3-7 0,-1 1 4 16,2-3 10-16,0 2 0 0,2-4 42 0,0 1-21 16,2 1 2-16,2 0-10 0,7 1-12 0,15 5-18 15,2-7-4-15,1-3-7 0,3 0-26 0,-6-2 0 16,0 1-5-16,-2-3 1 0,-2 2-8 0,1 0-24 15,-3 2-20-15,-3 0-31 0,-2 0-349 0</inkml:trace>
  <inkml:trace contextRef="#ctx0" brushRef="#br0" timeOffset="-146207.18">25760 7176 256 0,'0'0'-62'16,"0"0"39"-16,0-2-5 0,0 0 11 0,0 0 50 0,0 0-1 15,0-2-6-15,-1-5-10 0,-3-6 7 0,0 2-2 16,0 4-5-16,-1-4 2 0,1 2-3 0,-3-4 10 16,-3-4-9-16,3 3 10 0,1 5-9 0,-3-8 9 0,2 4-1 15,-1 0-8-15,-5-7 4 0,6 11-6 0,-1-2-3 16,1 2 2-16,0 0-4 0,5-1-4 0,-9 3 2 15,-2 0 5-15,2 1-2 0,-1-1 3 0,-1 2-10 16,0-1 1-16,-1 3-3 0,1 1 2 0,-2 2 1 16,-4-2 4-16,1 3-3 0,-3-1-2 0,3-11-3 15,-3 2-1-15,3 3 0 0,-3 3 6 0,-1 1-6 16,0 2 3-16,-1 2-3 0,-3 0 14 0,4 0-17 0,0 0 5 16,7 0-7-16,-2 0 16 0,2 0-6 0,2 0-1 15,-5 0-4-15,7 2-1 0,1 0-2 0,-3 0 5 16,2 1-3-16,-2 1 3 0,-4 2-4 0,3 1 1 15,8-3-3-15,-5 7 2 0,0 13 1 0,0 0-3 0,-10 2 4 16,4 0 0-16,-1 4 1 0,-2 1-2 0,3 3 2 16,0 1 6-16,0 2-9 0,4 0 6 0,-1-5-8 15,1-2 2-15,0-4 2 0,1 2-4 0,3-4 4 16,2 2 5-16,-1-2-7 0,1 0 5 0,1 0-6 16,1 2 3-16,3 4 0 0,-2-2-5 0,-14 3 3 15,5 4-4-15,3 3 8 0,5 1 0 0,1 3 3 16,2-1-5-16,2 2-7 0,0 0 1 0,2-3-2 0,2 1 2 15,-1-2 0-15,1-3 5 0,2-1-4 0,-1-6 1 16,3-1 2-16,-1-2 2 0,2-3 1 0,3-1 0 0,-1 2-1 16,0-4-4-16,-7 3 4 0,16-1 0 0,6-2-5 15,-2 3-1-15,8-3-2 0,-4 1 10 0,-2-3-2 16,1 1 0-16,-12-3-2 0,11 1-2 0,-4-2 5 16,1-4-2-16,3 2 2 0,-2 0-6 0,0-4 3 15,-4 3 5-15,3-3-2 0,-5-2-3 0,1 3 4 16,-1-9-4-16,1 12 6 0,-2-3 8 0,-1-3 2 15,1-3 4-15,2-2-1 0,-3-2 5 0,3-2 13 16,0-2-2-16,-1-1 4 0,1-5-14 0,1-3-11 0,2-2 2 16,1 12-3-16,-1-20 1 0,-2 1-2 0,1-2-3 15,1 0 1-15,0-2-2 0,-7 0 2 0,0 0 4 16,4 0-2-16,-3-2 3 0,1 0 4 0,-10-2-5 16,-1-1 7-16,1-3 5 0,1-5-1 0,7 0 4 0,-4-5-2 15,-4 1 5-15,-5-3-11 0,22 1 2 0,-13 1-5 16,-3-1 0-16,-6 2-11 0,-2 6 8 0,-2-2-8 15,-2 2 9-15,-1 4-4 0,-3 1-4 0,-3 1 0 16,-2 1-9-16,-2 0 4 0,0 2 4 0,-1-1 1 16,-1 1-1-16,11 0 10 0,-20-2-9 0,-2 4 10 0,1 0-12 15,1 6 6-15,-4-1-2 0,0 1 5 0,-1 1-1 16,1 5-10-16,-2 4 1 0,1-8-3 0,-3 5 7 16,-1 7-10-16,-8 6 6 0,-1 2-7 0,-6 9 7 0,-6 6-6 15,2 1-3-15,-3 7 0 0,-3-1 0 0,10-2-26 16,0-20-9-16,7 24-14 0,4 4-96 0,4 1-145 15</inkml:trace>
  <inkml:trace contextRef="#ctx0" brushRef="#br0" timeOffset="-131837.02">30387 3716 1 0,'0'-11'0'0</inkml:trace>
  <inkml:trace contextRef="#ctx0" brushRef="#br0" timeOffset="-131444.12">30439 3505 16 0,'2'0'6'0,"0"-2"3"0,0-5 7 0,7-18 25 16,-1 3 1-16,-1 0 10 0,1 0 33 0,-3 3-17 15,1 2 3-15,-3 2-11 0,-1 4-15 0,0 2 10 16,-2 0-5-16,0 5 4 0,0 2-24 0,2-2-21 16,0 1-1-16,-2 1-8 0,0 0-7 0,0 0 10 15,0 2-5-15,0 0 6 0,0 2-1 0,0 0-4 16,-2 28 7-16,-2 1-7 0,1 6 2 0,-3 2 3 0,0 2-8 15,1 4 6-15,1-8-1 0,4 7 1 0,0-7 4 16,4 2-4-16,0-1-2 0,-1-5-3 0,5 0 4 16,-1-3-3-16,2-2 5 0,-1-6 0 0,-4-5-2 15,-3-2 1-15,-1 0 0 0,0-4 5 0,0 0-7 16,0 0 5-16,0-2-4 0,-1-1 2 0,-3-1 1 0,-2 1-2 16,-9-1-4-16,-12 1 8 0,-5-3-4 0,0-1 5 15,1 1-3-15,3-3 0 0,-2 2 2 0,4 0-3 16,-2-2-4-16,4-1 5 0,-2 16-1 0,6-8 5 15,3-3 3-15,2-2-7 0,4-1 5 0,4-1-5 16,-1-2 12-16,5 0-1 0,-1 0-3 0,0 0 0 0,0 0-6 16,3 0-6-16,-1 0 6 0,0 0-5 0,2 0 16 15,0 0-9-15,2 0 2 0,3 0-4 0,25-2 3 0,7-1-9 16,2-1 4-16,9 0-5 0,4 1 6 0,-1-1 5 16,-1 0-4-16,-4 0 3 0,1 1-14 0,-1 1 5 15,-5 0 0-15,-6 2 2 0,-11 0 2 0,-3 0-6 16,-6 0-1-16,-3 0-2 0,0 0-1 0,-7 0-15 15,-1 0-2-15,-2 0-6 0,1 2-14 0,-1 0-21 16,0 0-14-16,-2 1-5 0,0 3-58 0</inkml:trace>
  <inkml:trace contextRef="#ctx0" brushRef="#br0" timeOffset="-131104.25">29251 4630 539 0,'-2'-2'14'15,"0"0"0"-15,1 0-1 0,-1 1 4 0,0-1-7 16,0 0-2-16,0 0 1 0,0 0-5 0,0 2 3 0,1 0-7 16,1 0 2-16,1 0 0 0,3 0 0 0,13 2 0 15,20 0-1-15,4 2 0 0,11-4 1 0,9-2 0 16,11-4 2-16,18-1-1 0,1-3 1 0,3-4 11 15,-1-5 22-15,-7-1 4 0,3-1 3 0,5 1-4 16,16 1-12-16,11 2-6 0,-1 3 1 0,-1-1-3 0,-13 5-7 16,-6-1-1-16,6 4-3 0,2 1-2 0,-1 1 0 15,-3 3-2-15,-14 0 1 0,-13-2-12 0,-12 2 11 16,-11 2-1-16,-13 0 4 0,-6 0-8 0,-5 0 0 16,-9 0 1-16,-5 0 0 0,-3 0-1 0,-7 0-4 15,-4 0 1-15,1 0-6 0,1 0-31 0,-2 0-60 0,0 0-18 16,-2 2-19-16,-4 0-119 0</inkml:trace>
  <inkml:trace contextRef="#ctx0" brushRef="#br0" timeOffset="-130789.21">30016 5007 617 0,'0'-2'13'15,"0"0"0"-15,0 0 11 0,0 0-8 0,0 1 3 0,0-1-18 16,0 0 0-16,0 0-3 0,0 2 0 0,0 0-8 16,0 2 5-16,0 0 3 0,0 1 0 0,-4 18-1 15,-1 12 5-15,1 4-4 0,-1 8 5 0,1 0 1 16,0-3-4-16,2 5 0 0,0-6-2 0,1-2-9 0,-1 0 11 16,2-6-2-16,-2-2 5 0,0-1 4 0,0-8-5 15,0 1 0-15,0-7-2 0,1 1 9 0,-3-4 7 16,0-4 2-16,-1 4 2 0,1-3 3 0,0-3 4 15,0 2 1-15,1-3 0 0,1-2 10 0,-6 1-17 16,-6-1 3-16,-3 0-7 0,-4-1-2 0,-5-1-14 16,2 2 5-16,8 0-8 0,-18-2 2 0,-3-1-6 15,-6 1-16-15,-9 2-2 0,8 2-104 0,-5 1-90 0</inkml:trace>
  <inkml:trace contextRef="#ctx0" brushRef="#br0" timeOffset="-130594.14">30022 4832 1009 0,'-2'-2'3'16,"0"1"2"-16,0-1 5 0,0-2-15 0,-1 0 6 0,-1 2-26 15,-7-5-51-15,-4 2-6 0,2 3-22 0,-4 2-77 16</inkml:trace>
  <inkml:trace contextRef="#ctx0" brushRef="#br0" timeOffset="-130094.16">30116 5074 14 0,'0'0'5'0,"0"0"17"0,0 0 1 16,0 0 9-16,0 0 6 0,0 0 6 0,0 0 9 15,0 0-2-15,0 0 20 0,0 0-36 0,0 0 3 16,0 0-16-16,0 0-13 0,0 0 3 0,0 0 4 16,0 2 2-16,0-1 16 0,0 1-1 0,0 2-9 15,0 20 4-15,0-2-15 0,0 3-10 0,0-1 5 0,-2 7-7 16,1-3 8-16,-1 2-5 0,0-2-2 0,2-10 1 16,0 5 1-16,0-7 0 0,2-1 9 0,-2-9-5 15,0-3 10-15,2 3 7 0,-1-2-2 0,1-1 6 16,2-1 3-16,7 2 6 0,8-2-3 0,-1-2 2 15,1-4-13-15,-1-5-12 0,7-6-3 0,-7 8-3 0,4-25-6 16,-3 6 5-16,0 6-1 0,-5 5 1 0,-1 0-3 16,-1 6 1-16,-3 1 0 0,-5 3 0 0,-1 1-6 0,1 0-5 15,-2 0 4-15,2 3-5 0,-1-1 5 0,-1 2 3 16,0 2-3-16,0 1 4 0,2 14 4 0,1 16-5 16,-1-5-1-16,-2 2-2 0,1 2 3 0,3-8 2 15,3 4 3-15,-1-10 0 0,-1-5-3 0,-3-2 6 16,16-5 0-16,3-1 2 0,4 14 2 0,1-8 15 15,8-5-2-15,-5-8 7 0,1-4 15 0,-3-5-11 16,-3-2 1-16,0-2-7 0,-5 8-8 0,-3-23-10 16,-1-3 2-16,-6 1-4 0,-2-3 5 0,-3 3 7 0,0-1-3 15,-5-1 2-15,18 3-8 0,-8 1-8 16,-3 0 2-16,-5 3-4 0,-3 1-5 0,0 3 0 0,-2 3-2 16,1 5 0-16,-3 2-19 0,0 4-67 0,2 3 11 15,0 2-31-15,-1 1-10 0,-1-1-31 0,-2 0-20 16</inkml:trace>
  <inkml:trace contextRef="#ctx0" brushRef="#br0" timeOffset="-129832.52">31522 5064 505 0,'0'-1'50'0,"0"-3"54"0,-2-5-38 16,-4-6-10-16,1 2-12 0,1 2 5 0,0 1-22 15,1 5-1-15,-1-1-5 0,-3 1 1 0,-6 3-21 0,-6 0-4 16,-1-13 5-16,1 6-4 0,-11-1 9 0,1 7-5 16,-3 3-2-16,4 3-1 0,4 5-7 0,4-1 10 15,-1 4-3-15,1 2 6 0,1-11 1 0,10 21-8 16,2-3 2-16,-8 4-3 0,5 0 12 0,7-3 12 16,3 3 3-16,2-7-1 0,7 1-9 0,-5-1 6 15,35-4-10-15,5 0 8 0,-5-4-15 0,6-5-1 16,1 5 0-16,-3-5 0 0,5 20 4 0,-2-13-16 0,-3-7 6 15,4-4-14-15,-7 0-21 0,-6 0-125 0,-3 0-67 16</inkml:trace>
  <inkml:trace contextRef="#ctx0" brushRef="#br0" timeOffset="-129113.93">31995 4689 208 0,'-2'-1'37'0,"2"-1"43"0,-3-17-1 0,-19 1-15 16,-4 3-7-16,11 4-4 0,-8 1-35 0,-1 1 9 15,0-6-4-15,-2 2 5 0,6 4-9 0,5 0 8 16,0 3-3-16,2 4 4 0,-2-5-5 0,2-1-12 16,2-1 4-16,0-4-7 0,-2 4 3 0,2 3-1 0,-2 4-3 15,-2-9 3-15,0 2 2 0,0 1-8 0,-2 3 2 16,1 1-5-16,-1 4-11 0,-3 0 10 0,-3 6-2 16,-3 3 5-16,-3 4 1 0,-3 4-4 0,-1-15 0 15,-3 27-2-15,-1 1 1 0,4 5 2 0,-4-7-1 16,13 2 1-16,-6 0-1 0,-2-10-5 0,6 4 9 0,-3-3-8 15,6-1 7-15,1 2-3 0,2-1-4 0,-1 1 3 16,4 0 0-16,4 0 1 0,2 3 3 0,4 1-2 16,-1 3-6-16,1 3 2 0,0-1 1 0,5 5 2 15,0-1 5-15,-20 2-5 0,9 4-2 0,5-4 0 16,6 4 0-16,2 4 1 0,0-12 2 0,2 12-1 0,2-8 3 16,-2-4 1-16,1 6 0 0,-1-11 1 0,2 2-5 15,0-4 0-15,-1-2 0 0,3 0 1 0,0-2-1 16,-1 0 6-16,3 1 5 0,-1-1 0 0,2-2 7 15,1 1-9-15,3-1-5 0,-10 1 3 0,20-3 3 0,-1 1-8 16,8-1 8-16,-3-1-9 0,5 0 8 0,5 3-9 16,0-3 0-16,4-2-1 0,-2-2 1 0,0-4 6 15,-2-1 2-15,0 14 3 0,4-11 5 0,0-7 10 16,0-6-7-16,3-6 8 0,3-3-4 0,3-5-5 16,0-3-1-16,8-5-3 0,3 0-5 0,-3 0 0 15,3-2 0-15,-7 0 0 0,-6 22-5 0,-2-26 8 0,-5 0-2 16,-2-1 4-16,-5-3 2 0,-7-8-1 0,-1-7 5 15,0-6-5-15,-5-7 5 0,-3-4 4 0,-5-3-1 16,-5-2 3-16,-4 3 5 0,23 5-7 0,-14 3 0 16,-9 3-3-16,-8 5-8 0,-7 0 2 0,-7-2-4 15,-8-2 3-15,11-14-12 0,-33 3-2 0,-14-2-4 0,-10 0 0 16,-1 17-4-16,-18 10-57 0,-1 12-24 0,-7 17-30 16,-10-21-241-16</inkml:trace>
  <inkml:trace contextRef="#ctx0" brushRef="#br0" timeOffset="-126679.31">28898 4485 8 0,'-2'-2'0'0,"1"0"13"0,-1-1 10 16,0-1 12-16,-7-11 10 0,-3-2-6 0,3 3-1 15,2 2 0-15,-3-1 0 0,3 2 1 0,1 2 1 16,1 0 11-16,-1-1-11 0,4 5 11 0,1 1-10 0,-1 0-9 16,0 1 1-16,2 1-8 0,0 0-27 0,-2-2 6 15,2 1-3-15,0 1 5 0,2 0-5 0,0 2 0 16,0 0-6-16,1 0 5 0,1 2 0 0,0 1-3 15,1 3 3-15,3 11-5 0,-1 1 8 0,-1-7-3 16,-3 6 3-16,1 2-5 0,7-6 1 0,2 5-9 16,-2-7-3-16,2 6-4 0,-5 5-25 0</inkml:trace>
  <inkml:trace contextRef="#ctx0" brushRef="#br0" timeOffset="-126524.33">28531 4847 246 0,'0'0'40'15,"0"0"58"-15,0 0-49 0,0 0-29 0,0 0 0 0,0 0-9 16,0 0 6-16,0 0 5 0,2 0 11 0,-1 0-4 16,3 0 20-16,2 0-22 0,16 0-2 0,2 0-6 15,2 0-11-15,2-2-4 0,2 0 4 0,-2 1-5 16,3-1 3-16,3 2-26 0,3 0-10 0</inkml:trace>
  <inkml:trace contextRef="#ctx0" brushRef="#br0" timeOffset="-120388">9069 9803 256 0,'0'0'-52'0,"0"0"38"0,0 0 6 15,0 0 16-15,0-2 56 0,0 0 3 0,0 0-12 16,0 0 1-16,0 1-5 0,0-1-17 0,0 0-20 15,0-2-8-15,0 0-1 0,0 1-1 0,0-1-4 16,0 2 4-16,0 0-5 0,0 0 4 0,0 1-9 16,0-1 5-16,0 0-6 0,0 0 2 0,0 0-46 0,0 0 12 15,0 2-21-15,0 0 18 0,0 0-83 0</inkml:trace>
  <inkml:trace contextRef="#ctx0" brushRef="#br0" timeOffset="-108609.97">9232 9725 66 0,'0'0'24'0,"0"0"12"15,0 0 17-15,0 0 5 0,0-2-18 0,0 2 2 0,0-2 2 16,0 0-1-16,0 2-7 0,0-2-14 0,0 2-1 15,0-1-2-15,0 1 6 0,0-2 9 0,0 2-3 16,0 0 3-16,0 0-9 0,0 0-10 0,0 0 2 16,0-2-6-16,0 2-5 0,0 0 2 0,0 0 2 0,0 0-2 15,0 0 9-15,0 0-11 0,0 0 1 0,0 0-4 16,0 0-3-16,-2 2-4 0,0 0 2 0,0-1-3 16,0 1 2-16,1 0 5 0,-1 0-1 0,0 0 4 15,0 0-5-15,0 0 5 0,0-1-8 0,0 1 7 16,1 0-3-16,-1 0-2 0,0 0 5 0,0 0-4 15,0 0 11-15,0-1-11 0,0 1 2 0,1 0-5 0,-1 0 3 16,0 0 9-16,0 0-1 0,0 0 3 0,0-1-3 16,0 1 0-16,1 0 3 0,-1 0-1 0,0 0 9 0,0 0-8 15,0 0 3-15,0-1-4 0,0 1 2 0,1 0 11 16,-1 0-2-16,0 0 5 0,0 0 13 0,0 0 9 16,0-1-1-16,0 1 0 0,1 0-17 0,-1 0-6 15,2 0-2-15,0 0-1 0,0-2-7 0,2 0-3 16,-1 0-2-16,1 0 0 0,0 0-3 0,2 0 3 15,0 0-5-15,-1 0 4 0,3 0-11 0,-1 0 12 16,3 0-2-16,-4 0 5 0,-1 0-10 0,1 2 18 16,0-1 2-16,-1-1 7 0,1 0 16 0,-2 0-22 0,0 0 2 15,0 0-9-15,0 0 0 0,-1 0-9 0,-1 0 2 16,0 0-4-16,-1 0 2 0,-1 0 0 0,0 0-1 16,0 0 1-16,0 0-7 0,0 0 4 0,0 0 0 15,1 0 2-15,-1 0-6 0,0 0 1 0,0 0-5 16,2 0 4-16,0 0-1 0,0 0 3 0,0 0 0 0,0 0 1 15,2 0-3-15,0 0 0 0,1 0 0 0,10-1 0 16,10-1 2-16,-1-2 2 0,2 2-2 0,4-2 1 16,0 1-4-16,3 1-3 0,3 0 5 0,3 0-1 15,-2 0 4-15,8 2-4 0,2 0-1 0,-5-2-1 16,5 2 3-16,-2 0-1 0,-1 0 1 0,1 0-1 16,0 0 11-16,-2 0-9 0,-4 0-2 0,2 2-1 0,0-2-3 15,0 0 5-15,3 0 4 0,5 0-1 0,3 0-4 16,2 0 1-16,6 2-1 0,-3-2 2 0,5 2-1 0,1-2-1 15,0 2-4-15,0 0 1 0,-5 0 1 0,-6-2 5 16,0 1-3-16,-1 1 2 0,-3 0-5 0,-1 2 3 16,-3-2 3-16,7 3-1 0,-3 1 4 0,4-2-9 15,2 1 2-15,-5-1-4 0,1 0 5 0,-2-1 2 16,1 1-3-16,-8-2 3 0,5 0-3 0,-3 0 2 16,-9-1 0-16,3-1 2 0,-7 0-3 0,0 2 0 15,0-2 3-15,-4 0-3 0,0 2-1 0,0-2 5 16,-2 0-6-16,-3 0 4 0,-1 0-9 0,-1 0 7 0,0 0 0 15,1 2 3-15,-1-2 1 0,-4 0-3 0,0 0 0 16,-6 0-1-16,1 0-4 0,1 0 7 0,-5 0-4 16,-2 0 5-16,3 0-3 0,-1 0-3 0,3 0 1 15,-1 0-4-15,-2 0 6 0,-2 0 2 0,-1 0 0 0,3 0 0 16,-2 0-3-16,0 0 4 0,2 0-4 0,-1 0 2 16,1 0-7-16,-2 0 4 0,0 0 2 0,0 0 0 15,-1 0-1-15,1 0 2 0,0 0-2 0,0 0 1 16,0 0-1-16,0 0 3 0,0 0-3 0,-1 0 4 15,1 0-7-15,0 0 2 0,0 0 2 0,0 0 0 16,0 0 3-16,0 0-4 0,-1 0-1 0,1 0 0 0,0 0 5 16,0 0-6-16,0-2 5 0,0 0-5 0,0 0 6 15,-1 1-6-15,1 1 2 0,0 0-2 0,0 0-2 0,0 0 8 16,0 0-5-16,0 0 6 0,-1 0-8 0,1 0 0 16,0 0 2-16,0 0 0 0,0 0 8 0,0 0-4 15,0 1-3-15,-1 1-1 0,1 0-1 0,0 2 2 16,2 5 0-16,0 10 0 0,-3 1 1 0,1 0 0 15,0 5 1-15,2 1-2 0,-2 0-1 0,0 1 0 16,-1-1 1-16,3 8 0 0,-2-4 0 0,2 7 2 16,1 0-4-16,1-4 2 0,-1-1-7 0,1-4 9 15,-2-2 0-15,-1 3 2 0,1 1-10 0,0 2 8 0,0-3-1 16,-3-1 3-16,3-2-4 0,0-2 1 0,0 2-1 16,-1 0 1-16,1 4-1 0,-2-2-4 0,0 3 6 15,0 1-5-15,-1 0 9 0,1 3-4 0,-2 0-6 16,2 2 3-16,0 2 0 0,0-2-1 0,3 2 3 15,1 0-3-15,-2-1 2 0,-1-5-1 0,1 0 1 0,-2-8 0 16,2 2 2-16,-2-1-2 0,-1-3 5 0,1-1-3 16,0-2 1-16,0-1-5 0,2 1 1 0,-1-1-2 15,3 3 8-15,-4-7-3 0,0 2 2 0,0-2-2 16,1-1-1-16,1 1 2 0,0-4-5 0,-1 2 3 16,-1-3-4-16,0-1 4 0,0 2 1 0,-2-3 2 15,0 3-7-15,0-2 5 0,0-3-3 0,0 1 3 0,0 0-4 16,0 1 4-16,0-1 1 0,0 1 1 0,0-3-9 15,0 1 9-15,0-1-3 0,0-1 5 0,0 0-10 0,0 0 8 16,0-3-4-16,0 3 5 0,0-2-7 0,-2 2 1 16,2-1 1-16,0 1 1 0,0 0 4 0,0-2-6 15,0 0 1-15,0-1-3 0,0 1 3 0,0 0-10 16,0 0 2-16,0 0-5 0,0 0-8 0,0 0-18 16,0-1-32-16,0 1 2 0,0 0-143 0,0 0-111 15</inkml:trace>
  <inkml:trace contextRef="#ctx0" brushRef="#br0" timeOffset="-108121.03">11323 11810 550 0,'-2'0'25'0,"0"-2"44"0,-7 0-28 15,-21-5 11-15,2 1-6 0,-4 3 4 0,8 3-21 0,8 0 0 16,-1 1 2-16,2 1 0 0,-5 0 9 0,3 0 6 16,-2 0-2-16,4-2 3 0,6 0 2 0,4 0-2 15,-5 0 1-15,8 0-3 0,-3 0-4 0,1 0-9 16,0 0-2-16,1 0-4 0,-1 0-22 0,2 0-4 15,0 0 1-15,0 0 0 0,2 0 6 0,0 0-9 16,2 0 4-16,0 0-5 0,0 0 8 0,22-4-6 16,17 0-1-16,0 3-1 0,-2 1 4 0,11-2 2 15,-7-2 7-15,5 2-5 0,4-2 12 0,0 1 5 0,2-3-3 16,5 1 5-16,3-1-1 0,2-1-11 0,9 1 1 16,3-1-4-16,2-1 2 0,6 3-6 0,-3 1-2 15,-1-4 0-15,-6 3 1 0,-3-1 7 0,-4 1-6 16,-2-1 4-16,3 1-10 0,-4 1 6 0,2-2-4 0,-1 3 4 15,0-1-2-15,-1 2-2 0,-11 0 10 0,-6 0-9 16,-8 0 3-16,-6 1-1 0,-5 1-5 0,-6 0 3 16,-5 0-2-16,-6 0 7 0,-3 0-1 0,-7 0 0 15,3 0-6-15,0 0 16 0,0 0-3 0,-3 0 6 16,1 0-19-16,0 0 3 0,-2 0-5 0,0 0 2 16,-2 0-21-16,0 0-38 0,-1 0-18 0,-12 0-10 0,-9 0-99 15,-6 0-40-15,-2 3-42 0</inkml:trace>
  <inkml:trace contextRef="#ctx0" brushRef="#br0" timeOffset="-107771.98">11660 12192 786 0,'0'0'42'0,"0"0"-1"0,-1-1 7 0,-1-1-3 16,0 0-12-16,0 0-21 0,0 0-8 0,0 0-3 0,2 2 2 15,0 0 3-15,0 0 5 0,0 0-5 0,2 0 5 16,0 0 0-16,2 0 28 0,-1 0 5 0,14 0 5 16,2 2 4-16,1 0 3 0,-1 0-5 0,7 0 6 15,-2 0-2-15,2-1-13 0,0-1-4 0,2 0-5 16,0 0-12-16,1 0-11 0,1 0 7 0,-6 0-10 15,-2 0 5-15,-3-1-9 0,1-1-3 0,-1 2-1 16,1 0 3-16,-1 0-8 0,-2 0 7 0,-2 0-9 0,-6 0-5 16,0 0-43-16,0 0-35 0,-5 0-5 0,0 0-138 15,0 0-90-15</inkml:trace>
  <inkml:trace contextRef="#ctx0" brushRef="#br0" timeOffset="-107616.3">11631 12523 881 0,'0'0'217'0,"0"0"-275"16,0 0 243-16,0 0-130 0,0 0-49 0,0 0 33 15,2 0 4-15,1 0 9 0,9 0 2 0,21 0-22 0,6-2-6 16,5-2-3-16,8 1-15 0,10-1-4 0,1-2 0 16,6 1-3-16,5-1-11 0,-4 2-66 0,5 3-96 15</inkml:trace>
  <inkml:trace contextRef="#ctx0" brushRef="#br0" timeOffset="-83087.96">3541 8637 203 0,'0'0'34'0,"0"0"-2"15,0 0 17-15,0 0 8 0,0-2-10 0,0 0-2 16,0 0-17-16,0 0-2 0,0 1-4 0,0-1-8 0,0 0 3 15,0 0-5-15,0 0 5 0,-2 0-5 0,2 0-3 16,0 1 0-16,0-1-2 0,0 0 1 0,0 0 9 16,0 0 3-16,2 0 2 0,0 0 2 0,0 1 19 15,1-1-9-15,14-4 11 0,5-1-16 0,8-1-5 16,2 3 1-16,-6-3-4 0,7-1-7 0,1 3-3 16,-3-1 4-16,3 1-4 0,-7 1-2 0,1-1 9 15,4 1-8-15,3-3 10 0,0 1-2 0,3-1-2 0,-1 1-1 16,2 3-2-16,-2 1-4 0,2 1-5 0,0 2-1 15,-10 0-2-15,1 0 2 0,-4 2-6 0,-7-1 5 16,-1 1-6-16,-3 2 4 0,-4 0 4 0,2 1-5 16,-2 1 2-16,-1-2 0 0,-8-4-4 0,1 1 8 15,-1-1-8-15,0 0 3 0,2 2 11 0,-1 0-11 0,1 2 12 16,0-2-8-16,0 0 6 0,-1-1 0 0,-1 1 2 16,0 0 12-16,0 0 10 0,0 0-5 0,0 0 4 15,-1-2-20-15,1 0-3 0,0 0 2 0,0 0-4 16,0-2-8-16,0-2 7 0,0-1-7 0,5-12 6 15,0 2-6-15,1-4 3 0,-3 3-2 0,1 1 1 16,0-2-1-16,-3 4-2 0,3-2 4 0,-2 2-5 0,-1 2-1 16,-1 0 8-16,0 2-4 0,0-1 5 0,0 1-12 15,0 2 8-15,-1-1-2 0,1 3 5 0,0-1-8 0,0 1 4 16,0-1-1-16,0 0 3 0,-2 3-3 0,0-1 0 16,2 0-4-16,-1 1 2 0,3-1-4 0,0 0 7 15,0 0-1-15,-1 3 2 0,1-1-2 0,3-2-5 16,1 2 4-16,1 2-5 0,0 0 12 0,-3 0-3 15,3 2 2-15,1 4-4 0,-1-1-1 0,0 3-2 16,-1 12-1-16,-1 0 0 0,2 3 7 0,1-3-9 16,-1 2 6-16,-2 3-7 0,3 1 10 0,1 0-1 0,-2 0-2 15,0-6-1-15,0 4-5 0,1 0 2 0,-1 0 3 16,2 4 0-16,-2-5 10 0,1 1-10 0,-3-2 2 16,2 2-3-16,1 2-1 0,-1-9 3 0,-2 1 0 15,1-8 2-15,-1 1 2 0,1-2-1 0,-3 0 1 16,1-1-2-16,-4-1-4 0,3-1 3 0,-1-3 2 0,0-1 3 15,1 2 2-15,-1-2 7 0,2 2-3 0,1 1 7 16,-3-3 22-16,-1 0-13 0,1-2 1 0,0 2-8 16,0-2-16-16,-1 0 1 0,-1 0 2 0,4-2-2 15,1-2-5-15,-3 2 0 0,0-16-2 0,-1-6 2 16,-1-2 0-16,4 0 0 0,-1 0 1 0,-1-6 0 0,0-1-2 16,-1 1 3-16,5 4-1 0,1 2 1 0,-1 2-3 15,-1-4-1-15,-5 0 0 0,0 2-1 0,7 4-1 16,-3 7 2-16,5 0-5 0,0 8 4 0,-4-2-3 15,-1 1 7-15,-1 3 0 0,-5 3 1 0,0 0-7 0,8-4-8 16,-3 3 0-16,1-1-1 0,3 0 5 0,-5 4 4 16,3 0-3-16,3 0 2 0,-8 0 0 0,9 6 2 15,-2-1 2-15,4 18-2 0,-7 3 1 0,1 3 1 16,0 1 0-16,-3 2 0 0,7-1 0 0,-3-7-3 16,1 2 4-16,2-3-1 0,0-3-2 0,4 4 2 15,-7-3-4-15,1-5 5 0,0 1 1 0,-1-8-2 16,1 2 4-16,4 2-4 0,-6-3-1 0,1-1 3 0,-5-7 0 15,-1 2 3-15,6-3 3 0,-6-1-5 0,5 6 4 16,-3-4-2-16,-1 0 16 0,3 0-14 0,-1-1 5 16,3 1-7-16,1-2 6 0,-3 0-11 0,3-2 2 15,-3 1-2-15,-1-1 6 0,3-19-2 0,-1 3-1 0,2-1 0 16,1 1-3-16,-1-7 0 0,0 5 0 0,0-4 0 16,3 2-2-16,-1 7 2 0,2-4-2 0,2 1 2 15,-1 5 0-15,-1-2-2 0,2 0 2 0,2 6-2 16,0-1-1-16,-1-3 7 0,3 0-4 0,3 4 4 15,2 0-9-15,2 1 0 0,4 3 1 0,-8-1 2 0,12 3 10 16,-1 1-10-16,-1-2 1 0,7 2-5 0,-6 0 5 16,4 0 4-16,2 1-1 0,0-1 1 0,-2 0-7 15,-5-17 4-15,1 6 0 0,-1 4 1 0,-2 3-1 16,-1 3 0-16,3 1-5 0,0 0 3 0,-1 2 6 0,-1 0-7 16,3 0 6-16,-1 0-6 0,-2 0 10 0,1 0-7 15,4 0 1-15,-3 0-4 0,0 0 1 0,-1 0 5 16,-3 0-1-16,-2 0 2 0,9 0-9 0,-7 0 5 15,2 0-1-15,3 0 2 0,-11 0-3 0,4 0 5 16,-3 0-3-16,-7 0 3 0,1 0-4 0,-4 0 1 16,-2 0-2-16,-1 0 2 0,1 0 2 0,-4 0-2 15,-3 0-1-15,-2 0 0 0,0 0 6 0,1 0-3 16,1 0 3-16,0-2-5 0,-1 0 0 0,-1 0 4 0,0 1-3 16,0-1 3-16,0 0 1 0,0 0-8 0,0 0 5 15,-2 0-7-15,0 0 10 0,0-1-7 0,0-1 2 16,0 0-4-16,0 1 9 0,0-1-7 0,0 0 7 0,0 0-8 15,0 1 3-15,0 1 0 0,-2 0-6 0,0 0 4 16,0 0-2-16,0 0 0 0,0 1 2 0,0 1 0 16,-1 0 1-16,-5 0-6 0,-10 7 2 0,-1 4-3 15,4 0 8-15,-1-5-1 0,8 14 0 0,-9-3 1 16,8-4 1-16,4-2-2 0,-3-2 2 0,1 1-2 16,-3 3 4-16,5-4 1 0,-1 0-5 0,4-3 2 15,1-1-4-15,1 1 9 0,0-4 0 0,0 2 3 0,0-1 0 16,1 1-6-16,1-2 5 0,2 0-4 0,3 0 12 15,10-2-10-15,2 0-2 0,-3-4-3 0,3-4 1 0,-2-1 1 16,-1-2 2-16,-3 2-3 0,0 1-3 0,-1-7 2 16,-5 1 0-16,0 2 3 0,-1 3 0 0,0 2-3 15,-1-1 0-15,-1 3-1 0,-2-1 4 0,0 2-2 16,-2 1-2-16,0 1 0 0,0-2 0 0,0 0 0 16,0 1 1-16,-2 1-2 0,0 0-9 0,0 0 11 15,-2 0-3-15,1 0 4 0,-1 2-5 0,0 0-2 16,-1 0 2-16,3 0-3 0,-2 0-2 0,0 0-51 15,2 2-43-15,1 0-14 0,1 0-234 0</inkml:trace>
  <inkml:trace contextRef="#ctx0" brushRef="#br0" timeOffset="-79367.47">8688 5012 52 0,'0'0'21'0,"0"0"-2"0,0-1 11 16,0-1 4-16,0 0-5 0,0 0 7 0,0-2-12 15,0 1 3-15,0 1-6 0,0-6 4 0,0 3-7 0,0-3 2 16,0 3-3-16,0 1-5 0,0 0 5 0,0 2-11 16,0-1 8-16,0-1-14 0,0 0 7 0,0 1 0 15,0 1 2-15,0 0 3 0,-2 0-5 0,0 0 6 16,0 2-5-16,0 0 11 0,1 0-8 0,-3 2-1 16,0 0-2-16,-3 2-2 0,-3-1 1 0,1 18-1 0,2-1 2 15,-1 2 9-15,5 1-7 0,-3 1 6 0,0 0-5 16,3 2 7-16,-16 2-2 0,8-4-2 0,2 6 0 15,5-4 3-15,2 0 11 0,2 2-4 0,0-8 4 16,0 6-12-16,2-2 4 0,0 0-3 0,2-1 2 16,-1 1-13-16,-1-8 1 0,0-1 9 0,0 0-5 15,0-2 4-15,0-4 10 0,-1 1-5 0,1-3 9 0,0-1-3 16,0-1 4-16,-2 1-8 0,0-3 7 0,0-1-7 16,0 4-2-16,0-2 5 0,0 1-5 0,0-3-7 15,0 4 2-15,-2-1-6 0,-2 1 5 0,-5 1-10 0,-9-3 3 16,-5 0-3-16,3 1 3 0,-1 3-3 0,-1-5 0 15,2-1-2-15,-1 2 0 0,1-2 3 0,-2 0-4 16,3 1 2-16,-12 16-3 0,16-12 5 0,0 1-4 16,-4-1 3-16,16-5-3 0,-5 0-1 0,3 0-5 15,1 0 3-15,0-1-3 0,2 1 5 0,0 0 0 16,1 0 0-16,-1 0 0 0,0 0 4 0,2 1-4 16,0 1 4-16,0 0-4 0,2 0 8 0,0-1-4 15,3 1-1-15,14 9 0 0,5 0 3 0,0-4-4 0,-4-1 5 16,6-1-5-16,-3-3 4 0,-3 0-5 0,2-1 3 15,-1 1-2-15,1 0-1 0,-2-2 3 0,3-1-4 0,-1 1 5 16,-2 0-1-16,1 0-4 0,-3 0 0 0,-3 0 0 16,-2 0-2-16,-2 1 2 0,2 1 2 0,0 2 1 15,-1-3-3-15,-3 1 0 0,-2 0-2 0,-3-2 2 16,0 1 2-16,-1 1 6 0,1 0 2 0,0-1 1 16,-2 1 1-16,0 0 3 0,-1 0 0 0,1-1 2 15,-2 1-8-15,0 0 5 0,-2-1-10 0,1 1 8 16,-5 0-10-16,-16 11 3 0,-4 0 3 0,2-4-3 0,-2 0 1 15,0-2-1-15,-2 0 1 0,2-1-1 0,2-1-1 16,-4 3-3-16,4-3 4 0,-8-1-3 0,2-1 6 16,4 1-8-16,0 1-1 0,6 1 0 0,1-1 2 0,1 0-4 15,-4 5 7-15,7-5-7 0,-6 4 3 0,6-3 0 16,10-5-6-16,1-1 4 0,-5 9-1 0,3-1 2 16,3-3-1-16,-5 4 1 0,4-2 1 0,1 6-7 15,3-4 9-15,0-1-5 0,3 1 10 0,1-4-7 16,2 1-1-16,-3-7-1 0,22 1 16 0,2 0-12 15,-2 2 5-15,8 3-7 0,-5 12 1 0,-4-8-1 16,2-2 1-16,-6-3-1 0,-3-2 8 0,-2-3-10 0,0 1 1 16,0 2-3-16,-2 0 9 0,-2-1-7 0,-2-1 2 15,-2 0-4-15,1 0 5 0,-1 2 4 0,-1-2-1 16,-2-1 1-16,-3-1-5 0,1 0-4 0,2 4 6 16,0 0-4-16,-1 0 10 0,1-1-6 0,-2 3-2 0,2 3-1 15,-2-1-5-15,-1-1 5 0,1 4 2 0,-2 2 1 16,0 2 3-16,0-2-2 0,0 0-3 0,-2 2 0 15,1-2-6-15,-1-2 5 0,-2 4-2 0,2-4 2 16,-2 4-3-16,3 0 7 0,-1 0 0 0,0 1 2 16,0 1-6-16,0 2 0 0,2-3-1 0,-2 5 2 15,2-3 0-15,0 3 0 0,0-1 0 0,0 2 0 16,2 3-4-16,0-3 4 0,0 2-1 0,-2-2 2 0,2 4 0 16,0 2 2-16,-1 0-2 0,1 3 0 0,0-3-3 15,-2 0 3-15,0 4 0 0,0-6 1 0,0 5-5 0,2-3 6 16,-2 2-3-16,0-6 2 0,0 2-6 0,2 0 4 15,-2-7 2-15,2-1 0 0,-2-1-2 0,0 0 0 16,2 1 0-16,-1 1 0 0,1-1 0 0,-2-1 1 16,0 0-1-16,2-1 0 0,0 1-2 0,0 0 2 15,0 0 0-15,-2-4 1 0,2 1-1 0,-2 1 3 16,0-2-2-16,0 0 3 0,0 0-2 0,0 0-4 16,0-2 0-16,0-1-1 0,0-3 3 0,0 0 5 15,0-1-1-15,0 0 1 0,0-5-5 0,0 3 5 0,0-2-2 16,0 2 3-16,0-1-4 0,0 1 4 0,0 0 2 15,0-2 1-15,0 0-2 0,0-1 7 0,0 1-8 16,0 0 8-16,0 0-6 0,0 0 4 0,0 0-3 16,0 0 2-16,0-1-7 0,0 1-3 0,0 0 1 0,0 0-2 15,0-2 0-15,0 0 0 0,0 0 1 0,0 0-1 16,0 0 4-16,1 0-5 0,1 0 2 0,0 0-3 16,0 0 2-16,0 0-1 0,0 0 2 0,0 2 0 15,-1-2 6-15,1 2-5 0,0-2-1 0,0 2-1 16,0-1-1-16,0-1-1 0,0 2-1 0,-1 0 0 15,1 0 1-15,0 0 1 0,0 0 2 0,0 0-1 0,0-1 0 16,0 1 0-16,-1 0 2 0,1 0-1 0,0 0 6 16,0 0-5-16,0 0-4 0,0-1 2 0,0-1 1 15,-1 0 0-15,1 0 2 0,0 0-3 0,-2 0 0 16,2 0 3-16,0 0-2 0,-2 0 2 0,2 0-8 0,0 0 7 16,-1 0-4-16,1 0 5 0,0 0-2 0,0 0 1 15,0 0 5-15,0 0-4 0,0-1-2 0,-1-1 0 16,1 0-3-16,0 0 2 0,0 0 6 0,0-2-3 15,0 1-3-15,0-1 1 0,-1 0-4 0,-1 2 2 16,4-5 4-16,0 1-2 0,-2 1 1 0,0 1-1 16,-1 0-1-16,1 1 0 0,-2 1 0 0,0-2 4 15,0 2-7-15,0 0 4 0,0-1-12 0,0-1 6 0,0 0 2 16,0 2 1-16,0 1 1 0,-2-1-1 0,1 2-1 16,-1 0 1-16,-2 0 6 0,2 0-7 0,-5 2 5 15,-1 1-5-15,3 1 6 0,1-2-5 0,0 0-1 16,2 3-1-16,1 5 0 0,-7-1 2 0,3 0 2 15,1-1-1-15,0-1 1 0,2 0 2 0,0-1-3 0,2 1 2 16,0-1-1-16,0-2-3 0,0-1 4 0,0-1-1 16,2 2 6-16,-2-2-3 0,0 0 0 0,6 0-1 15,5 5 4-15,0 0-6 0,0-1 6 0,0-2-5 16,-1-2 8-16,-1-1-6 0,-3-1 1 0,1 0-2 16,-1 0 8-16,-1 0-8 0,1-1 2 0,-1-1-3 0,-3 2 1 15,2-6 3-15,7-9-1 0,-4 0 1 0,-1 2-3 16,-2-1 5-16,-1-3-7 0,-3 2 6 0,0 4-3 15,0 0-6-15,0 0 7 0,0 3-7 0,-1 1 8 0,-1 1-3 16,2 4-1-16,-2-1 0 0,0-1 1 0,-2 0-2 16,1 0-2-16,-1 3 0 0,0-1-6 0,2 2 7 15,-3 0 0-15,1 0 1 0,0 0-1 0,1 0 3 16,1 0-2-16,0 0 2 0,-2 2-5 0,0-1 4 16,1 1-1-16,1 2 0 0,0 0-38 0,0-1-89 15,2 1-107-15,-2 9-3 0,2 2-438 0</inkml:trace>
  <inkml:trace contextRef="#ctx0" brushRef="#br0" timeOffset="-77823.49">8727 7714 24 0,'0'0'23'0,"0"-2"-2"0,0 0 32 0,0 0-6 0,0-1 8 15,0 1 10-15,0-11-17 0,0 4 11 0,0-3-15 16,0 1 8-16,0 2-2 0,0 0-4 0,0 1 2 15,0 1-9-15,0 1 2 0,0 1-2 0,0-1 2 16,0 1-8-16,0-1-11 0,0 2-3 0,0 1-1 16,0-1 4-16,0 0 4 0,0-1 4 0,0 3-3 15,0-2 7-15,0 2-4 0,0 0 0 0,0-1-2 0,0 1-5 16,0 0-11-16,0 0 2 0,0-2-6 0,0 1-6 0,0-1-4 16,2 2-1-16,0 0-1 0,-2 0 11 0,1 2-3 15,-1 0-1-15,2 2-1 0,-2 2 0 0,0 3 2 16,0 16 2-16,0 1-3 0,0 4-4 0,0-2 1 15,0 3-1-15,-2-1 1 0,1 0 1 0,-1 0 0 16,0 2 2-16,0-1-2 0,2-3 0 0,0 0-1 16,-2-3 1-16,0-3 1 0,0 4 9 0,2-2-9 15,0-3 1-15,0-6-3 0,0 0 3 0,0 0 2 16,0-2-3-16,-1 0 2 0,1-2-1 0,0 1-1 0,0-3 2 16,0-1-3-16,0-3 3 0,0 1 5 0,0 0-1 15,0-2 2-15,0 0 0 0,-2 1 1 0,2 1-1 16,-2 0 1-16,0-1-7 0,0 1 2 0,2-2 1 15,0 0 1-15,0 0 1 0,0 0-19 0,0-1-10 16,0 1-12-16,-2 0-122 0,2 0-175 0</inkml:trace>
  <inkml:trace contextRef="#ctx0" brushRef="#br0" timeOffset="-76975.68">8688 8152 696 0,'0'0'28'0,"0"0"-3"0,-2-2 11 16,0 0 5-16,-2 1-10 0,1-1-12 0,-1 0-10 15,-5-4-2-15,-1 1-2 0,1-1 0 0,-4 1-1 16,2 1-4-16,-4 0 0 0,0 0-5 0,0 3 5 16,-3 1 6-16,-3 0-2 0,1 1-6 0,5 1 8 15,-9 2-2-15,2 2 7 0,-6 1 11 0,2 0-1 16,-6 3 4-16,3-1-3 0,1 2 8 0,-6 0-1 15,10-1 1-15,2-1 0 0,-4 4-6 0,0 0-2 0,7-4-7 16,1 2 4-16,3-1-8 0,-4 1-3 0,1 2 3 16,-1 0-4-16,6-4-5 0,8-7 2 0,-1 13 1 15,1-2 1-15,1 5 0 0,-2-1-8 0,3 2 6 16,-12 1-6-16,4 0 8 0,1 3 4 0,3-3-6 0,1 4 4 16,3-1-9-16,1 3 4 0,2 3 0 0,0-5 3 15,3 4 0-15,1-2 0 0,2 4 2 0,-1 0-1 16,1-6 2-16,-1-6-4 0,-1-5-3 0,2 4 2 15,1 0-1-15,2 3-2 0,-1-3 7 0,-1-2-4 16,1-2 12-16,1 0-11 0,-2-2 5 0,-3 0-6 16,7-2 5-16,4-1 0 0,4 1-4 0,3-2 4 15,0 1 4-15,-3-1-11 0,3 3 7 0,0-3-8 0,3 0 5 16,-3 1 3-16,0-1-7 0,0 1 6 0,1-1-4 16,1 1-1-16,-4-1 2 0,1-1-4 0,-1-1 2 15,1 1 5-15,1-3-1 0,2 1 2 0,0 0-5 0,0-2 11 16,0 0 2-16,0-1 2 0,1 16 5 0,-5-8-6 15,4-1-1-15,-3-4-1 0,3-1-8 0,4-1 3 16,-6-2-5-16,0 0 5 0,2 0-11 0,0 0 3 16,1-2-4-16,2-1 2 0,-1 1-1 0,-1-2 4 15,1 0 0-15,1 1 0 0,-1-1-2 0,4 0-2 16,-4 0 5-16,2-1-3 0,0-1 5 0,-6 3-7 0,0-1 2 16,-1 0-2-16,-3 0-3 0,3-1 3 0,-1-1-1 15,-1 1 2-15,-1-1 4 0,-1 1-2 0,-2-1 2 16,0-1-1-16,0-1 0 0,-2 3 2 0,1-3-3 15,-1 1 4-15,-1-1-3 0,-1 1-2 0,-2 1 0 16,-3-14-1-16,3 7 5 0,-4-9 7 0,3 1-3 0,1-3 3 16,-5-6-13-16,1-3 4 0,-1 1-3 0,0-1 5 15,-2 1-3-15,0 1 3 0,1-3-3 0,16 3 3 16,-8-3-7-16,-7 7 0 0,-4-1 0 0,0 2 1 16,-2 2 8-16,-2-1-6 0,0 5 2 0,-1 3-4 15,-3-1-4-15,1 1 3 0,-2 0 1 0,-1 2 0 16,9 1-2-16,-14 1 2 0,-2 0 1 0,0 1 1 15,1 1-2-15,-3 2 0 0,2 0-3 0,-1-1 3 0,-3 3 0 16,5 1-2-16,-7-1 1 0,-1 0-1 0,0 1 0 16,2 0 1-16,-2 1 1 0,-10-1 0 0,4 3 5 0,-1-1-3 15,-1 0 0-15,10-1-1 0,-11 3-9 0,3 0 7 16,0 0 0-16,2 0 2 0,12-9 3 0,-7 0-12 16,1 3-2-16,4 5-3 0,-8 1-6 0,5 2-12 15,1 2-5-15,-4 1-3 0,7 3-25 0,-2 1-36 16,4 1 1-16,-1 3-20 0,1-5-87 0,2 16-129 15</inkml:trace>
  <inkml:trace contextRef="#ctx0" brushRef="#br0" timeOffset="-76455.58">8595 8472 177 0,'0'-2'48'0,"0"0"51"0,0 0 0 0,0-2-40 15,0 2 7-15,0-7-18 0,0 0-7 0,0 1 1 16,0 3-6-16,0-1 5 0,0 1-12 0,0 3-7 16,0-2-2-16,0 2-1 0,0-1 2 0,0-1 2 15,0 0 6-15,0 0-2 0,0 3 21 0,0-1-19 16,0 0-2-16,0 0-6 0,0 0-12 0,0 0-6 16,0 0 3-16,0 1-4 0,0-1 4 0,0 0 0 0,0 2 1 15,2 0 0-15,0 0-3 0,0 0 0 0,-1 0-1 16,1 2 2-16,0 0 5 0,0-1 1 0,0 3 2 15,0 4-2-15,3 8-3 0,1-1-5 0,-1 4 4 16,1-1-4-16,0 5 8 0,1 3-1 0,-1 1-6 0,-3-1 3 16,-1 8-7-16,0-10 9 0,-2 2-1 0,0 0 2 15,0-2-5-15,0 2-3 0,0-7 3 0,-2 1-3 16,0-3-2-16,2-4 4 0,-2 2 3 0,2-6 0 16,0-4 0-16,-1 5-2 0,1-3 1 0,0-1-1 15,-2 3 1-15,2-5-13 0,0-1-12 0,0 1-1 16,-2 0-54-16,0 0-77 0,2-1 10 0,-2-1-37 0,0 0-63 15</inkml:trace>
  <inkml:trace contextRef="#ctx0" brushRef="#br0" timeOffset="-75971.13">8435 8659 505 0,'0'0'28'0,"0"0"-1"0,-1-2 20 0,-1 0-5 16,0 0 0-16,0 1-12 0,0-1-10 0,0 0 0 15,0 0-4-15,1 0-7 0,1 0 6 0,0 0-3 16,0 1 3-16,0-1-1 0,0 0 3 0,0 0 2 16,0 0-1-16,0 0 6 0,1 1 13 0,1-1-8 0,0 0 9 15,0 0-10-15,0 0-5 0,0 2 2 0,0 0-5 16,-1 0-6-16,1 0-9 0,0 0 4 0,0 0-6 15,0 0 3-15,0 2 1 0,1 0-5 0,1 2 4 16,0 1-6-16,5 8 4 0,2 4-1 0,-3-6 0 16,-3-2-3-16,6 8-3 0,-3-6 4 0,3 8-2 15,0 1 10-15,-5-11-6 0,3 6 2 0,-4-6-5 16,3 3-6-16,1 1 6 0,-3-6 0 0,1 2 5 0,1 1 3 16,-3-3-8-16,3 2 4 0,-3-1-4 0,1-1 3 15,-3-1 3-15,1-1-5 0,-2-3 4 0,2 2-3 16,1 1 4-16,-1-3 6 0,2 0-2 0,-1 2 6 0,3 1 7 15,-1 1-1-15,-1-2 5 0,-1-2 11 0,3 1 4 16,-1-1 5-16,2 0-3 0,2-2-2 0,4-2-12 16,2-2-5-16,-4-1-1 0,6-6-6 0,1-2-2 15,2 11-2-15,-5-17 0 0,3 1-4 0,-8-1-6 16,-1 1 2-16,13 1-3 0,-20 2-1 0,1 6 3 16,-3-2-6-16,4 3 3 0,-3 3-16 0,3-5-24 0,-2 5-25 15,-1-3-6-15,1-1-136 0,-2 5-148 0,0 1-7 16</inkml:trace>
  <inkml:trace contextRef="#ctx0" brushRef="#br0" timeOffset="-75130.46">9806 8576 329 0,'0'-2'79'0,"1"0"-61"16,1-2 82-16,0-3-31 0,6-16-30 0,-5 9-12 16,3 1-3-16,-1 0-3 0,3 0-13 0,-1 1-2 0,1-1-3 15,-1-1 0-15,-1 1-7 0,-1 0 9 0,1 0 3 16,-2 1 5-16,-1 1 14 0,-1 0 21 0,-2 2 1 16,0 1 5-16,0 1-11 0,0 3-5 0,0 1-3 0,0-1 1 15,0 2-16-15,0 0-7 0,-2-2 0 0,0 1-1 16,-1-1 0-16,-5 0-12 0,-10-3-1 0,3 5-4 15,-4 2 6-15,1 2 1 0,1 3 1 0,4 1-2 16,-2 3-3-16,6-1 7 0,-8 1-5 0,-3 10 4 16,11 1-13-16,3-1 10 0,0-1 1 0,-7 1 3 0,4-4-1 15,2-2-6-15,1 3 5 0,4-5-5 0,2 2 11 16,0-3-9-16,0-1 0 0,0 0-1 0,0-5 11 16,0 3 10-16,0-3 0 0,2 4 2 0,2-1-4 0,-2-3 0 15,0-1-1-15,-1 1 1 0,3-2 5 0,0 0-5 16,0 0 2-16,-3-2-4 0,3 0-5 0,5 0 0 15,-5 0 2-15,0 0-2 0,1-2 4 0,3-4-6 16,-1 1-2-16,-1-14-1 0,1 1 0 0,4 1-5 16,-1 4 3-16,-3 2-4 0,0-2 0 0,-1 2 2 15,0 1-2-15,-5 5 2 0,-1 3-2 0,0 0-2 16,0 0 2-16,2-2-4 0,0 1-8 0,0 1 6 16,0 0-6-16,0 0 6 0,1 0-3 0,1 2 5 15,0 2 2-15,0 0 1 0,5 2 0 0,-7 22 0 0,1 2 1 16,5-1 0-16,9-2 3 0,-6-1-5 0,2 7 2 15,-6-3-4-15,1 4 7 0,-3-1 2 0,1-5-6 16,-1 0 3-16,-1-5-5 0,-2-1 2 0,-2 0 3 0,0-1-2 16,0-2 6-16,0-2-3 0,0-4 2 0,-2-2-3 15,-2-2 7-15,1 1-1 0,-1-3 3 0,-2-1-3 16,-9 0 2-16,-3-2-4 0,1 0 2 0,6 7-2 16,-15 4-3-16,4-6 15 0,-10-1-6 0,4-4 9 15,4-2-9-15,-2-2 3 0,6-2-3 0,-2-1 4 16,-1-1-9-16,3-1 1 0,5 1-3 0,0 0 2 15,2 1-8-15,6 1 5 0,-4-1-4 0,5 3 6 0,-1-2-11 16,3 2 5-16,2 2 0 0,-2-2 0 0,1 0-14 16,-1 1-16-16,0-1 3 0,2 0-5 0,0 2-5 0,1 0-44 15,1 0-1-15,0 0-15 0,1 0-20 0,1 0-20 16,2 0 2-16,18 4-11 0,-1-3-35 0</inkml:trace>
  <inkml:trace contextRef="#ctx0" brushRef="#br0" timeOffset="-74399.3">10062 8750 715 0,'0'-2'16'0,"0"0"0"0,-2 0 6 0,0 1-2 0,0-1-4 15,0-2-13-15,1 2 1 0,1 0-4 0,0 0 2 16,0 1-2-16,0-1-4 0,0 0 4 0,0 0-3 15,0 0 11-15,0 2-3 0,0 0-2 0,0 0 0 16,0 2-1-16,0 0 9 0,0 0 3 0,0 1 0 16,-2 7 0-16,0 5 11 0,0 3-5 0,0 3 6 15,0-7-10-15,0 1-8 0,2 2 3 0,-1-6-4 0,-1 2 3 16,0-2 3-16,2-1 1 0,0-1 1 0,-2 2 3 16,2-2-4-16,0-1-2 0,0-1 1 0,0-1 4 15,0-1-5-15,0 1 5 0,0-4-4 0,0 1 7 0,0 1-3 16,0 0 3-16,0 0-3 0,0-1 8 0,0 1-7 15,0 0 2-15,0-2-2 0,0-1 12 0,0 1 5 16,0 0-4-16,0 0 2 0,0 0-24 0,0 0 4 16,0-2 1-16,0 0 1 0,0 0-1 0,0 0-7 15,0-2 0-15,0 0-3 0,0 0-4 0,0 0 5 16,0-1-3-16,0-3 5 0,0-5-7 0,0-2 1 16,0 2 3-16,0-2 0 0,0 3 3 0,2-3-10 15,0 0 2-15,0 6-4 0,1-6 5 0,1 6-6 0,-2 3 5 16,2-4-7-16,-3 5 3 0,3-1-2 0,0 0-5 15,0 2 5-15,-1 1 3 0,-1 1-5 0,6 0 1 16,-1 0-1-16,0 1 10 0,-1 1 1 0,0 0 1 0,-1 2-2 16,1 0-4-16,-4 3 5 0,1 2-2 0,1-1 3 15,0 1 4-15,-2-5-8 0,1 1 5 0,-3-3-6 16,0 0 2-16,0 0 7 0,0 0 2 0,4 1 1 16,0 1 9-16,-1 0-2 0,1-2-7 0,-2 0 3 15,0-1-13-15,0 1 3 0,0-2 4 0,-1 0-3 16,1-2-3-16,2 1-1 0,0-3 1 0,-1-2-1 15,1-9 2-15,5-3 2 0,-1 3-6 0,1-2 6 0,-1 1 0 16,-3-1-8-16,3 0 4 0,-7 4-6 0,5 4 6 16,-2 5 0-16,-2 0-4 0,-1 4 2 0,1 0-9 0,2-1-2 15,2-3 4-15,-1 2-4 0,-1 2 8 0,7 0 0 16,-4 0 0-16,5 4 1 0,-1 1 4 0,-6-3-2 16,1 2 3-16,3 0-3 0,-5 12-1 0,0-3 2 15,1 0 1-15,-3 2 0 0,5-6 2 0,-1 1 6 16,-2-3-6-16,1-3 6 0,1 3-13 0,-4-3 8 15,1 0 2-15,5-1 3 0,-1-1-11 0,1 4-3 16,-5-4-9-16,3 1 1 0,-1 1-47 0,5 2-67 16,-5-4-7-16,-1-2-18 0,2 1-12 0,-5-1-71 0,12 2 9 15</inkml:trace>
  <inkml:trace contextRef="#ctx0" brushRef="#br0" timeOffset="-73916.28">10611 8317 468 0,'-1'-1'166'0,"-1"-1"-192"0,0-2 181 0,0 0-89 16,2-1-35-16,0-1-10 0,0 2 4 0,0 3-7 0,0-1-8 16,-2-2-13-16,0 0 0 0,0 2-3 0,1 1 11 15,-1-1-5-15,2 0 1 0,0 2-3 0,0 0-1 0,0 0 9 16,2 2-6-16,-1 0 5 0,1 1-9 0,-2-1 6 15,8 15 4-15,1 1 1 0,-3 1 3 0,1 3-3 16,-1 1 2-16,1 3-2 0,0 3 3 0,1 3-3 16,-1 5-4-16,-3-4 2 0,0 3 1 0,-1 1-4 15,1-2 6-15,4 2-7 0,-3-3 6 0,1-7 0 16,-3 1 0-16,-1-5 1 0,2-1-2 0,-2-4-3 16,2-1 2-16,-3-4-2 0,1-2 1 0,0-1 9 15,0-3 0-15,0-1 6 0,0-1 18 0,0-1 0 0,-2-2-1 16,1 1 1-16,1 1 5 0,0 0 24 0,0-2-4 15,0 0 7-15,0-1-31 0,1 1-11 0,1-2-7 16,0 0 1-16,0 0-8 0,7-7-5 0,-2-1 5 0,2-19-5 16,0-1 6-16,-1-11 6 0,1 2-5 0,0-4 6 15,0-6-5-15,0 3 1 0,0-3-2 0,2 1 0 16,-3 3-10-16,-1 6 2 0,-2 2 1 0,-1 7-1 16,-1 4-5-16,-1 2-2 0,0 5-2 0,0 2 1 15,-1 0 4-15,5 6-4 0,-3 1 0 0,-1 3-3 16,-2 1-3-16,0 0-21 0,0 1-2 0,-1-1-9 15,1 2-23-15,-2 0-19 0,0 0-5 0,0 2-6 0,-2 0-32 16,1 2-66-16,-1 2-17 0,-2 7-18 0,-5 15-73 16</inkml:trace>
  <inkml:trace contextRef="#ctx0" brushRef="#br0" timeOffset="-73305.31">11196 8802 521 0,'2'-2'72'0,"-2"-2"158"0,6-20-195 0,-4 4 7 16,1 1-8-16,-1 4 3 0,0 2-27 0,2-5-4 0,-2 1-1 15,-1-3-1-15,1-1 1 0,-2 8-3 0,0 6 6 16,0 0-3-16,0 1 17 0,-2-1-3 0,1 3 1 16,-3-2-3-16,0 3 5 0,0-1-12 0,-10-5 4 0,-5 1-7 15,-5 4 5-15,-2 4-8 0,4 4 5 0,-1 4-6 16,-1 3 8-16,0 5-5 0,0-10 1 0,2 20 0 15,1-2 9-15,6-4-8 0,1 6-2 0,1-7-1 16,1 5 4-16,5-2-6 0,1-3 6 0,5 0-9 16,-1-5-3-16,-8-2 6 0,3 1-2 0,3-4 6 15,1 4 8-15,1-6 0 0,2-1 1 0,0-2-1 0,0-1 2 16,0-1 1-16,0 0 3 0,2 2-1 0,1-1 2 16,3 1-8-16,11 4 1 0,1-3-4 0,1-3 0 15,-3-2-3-15,-1 0 1 0,4-4 0 0,-4 1-1 16,-4-3 6-16,4-1-7 0,-6 1 7 0,-2 0-8 0,1-3-5 15,-3-8 6-15,-1 1-5 0,5 5 8 0,-5-4-6 16,0-4-1-16,5 6-2 0,0-2-1 0,-5 8 0 16,-2-1 0-16,2-1-1 0,-3 2 1 0,-1-1 4 15,0 5-4-15,0-1 1 0,0 0-15 0,0 2 4 16,0 0 0-16,0 1 2 0,0 1 6 0,0 0 4 16,0 1-1-16,0 1 2 0,0 0-13 0,0 17 9 0,0-1-3 15,0-1 5-15,2 2 3 0,0 5-3 0,2-4-2 16,0 1 0-16,1-3-10 0,-1 3 13 0,1-3-2 15,-1 1 4-15,0 1-4 0,-2 1-2 0,-2-5 2 16,2 3-2-16,-2-1 0 0,0-3 2 0,0 0-1 16,0-2 4-16,0-5 9 0,-2 1-7 0,0-2-1 0,2-3-2 15,-4 3 4-15,2-3 6 0,-5 0-4 16,-8-2 3-16,0 9-10 0,0-4 6 0,2-1 1 0,0-2 0 16,2-4-3-16,2 0-4 0,0 0 1 0,1 0-2 15,1-2-1-15,1 0-17 0,3 0 4 0,-1 0-10 16,0-11-11-16,2-2-38 0,-9 0-4 0,4 1-12 15,1-3-26-15,4-2 7 0,2 1-3 0,6-1 5 0,5-1-2 16,-2 1-43-16,23-1-17 0</inkml:trace>
  <inkml:trace contextRef="#ctx0" brushRef="#br0" timeOffset="-73028.71">11675 8483 400 0,'0'0'66'0,"0"0"-3"0,0 0 20 15,-2 0-6-15,1 0-14 0,-1 0-24 0,-4 2 8 16,-16 5-6-16,-4 2 7 0,-2 2-11 0,-3 2 8 15,-1 4-1-15,-3 2 2 0,5-4-13 0,8-1-18 16,-1-12 2-16,14 15-7 0,0 5 0 0,-4-5-8 16,5 1 0-16,1 5-1 0,0-7 5 0,-6 3 8 0,5 0-4 15,4-1 4-15,4 3-8 0,4-1 4 0,4-1-2 16,1-3 3-16,-7 3 0 0,16-2-2 0,3 1-1 16,-5 1-2-16,7 1-4 0,-5-3 12 0,3 0-4 15,-3-1 7-15,-1-1-6 0,-6-2 1 0,-2 0 5 16,-3-4-3-16,-4 1-2 0,0-5 20 0,1 1-1 0,-1-2 9 15,0-1 7-15,-2 3-26 0,-2 1-1 0,-1-1-9 16,-42-1-11-16,-11-1-5 0,-3 2-3 0,-6-3-4 16,-8 1-30-16,3 0-49 0,1 0-15 0,8 1-26 15,3 1-201-15</inkml:trace>
  <inkml:trace contextRef="#ctx0" brushRef="#br0" timeOffset="-72010.28">8855 9095 169 0,'0'0'56'0,"0"-1"-8"16,0-1 40-16,0 0 7 0,0 0-14 0,0-2-13 0,0 1-7 15,0-1-1-15,0 2-1 0,0-2-9 0,0 2 3 16,0-1-8-16,0 1 5 0,0 0-19 0,0 0-12 16,0-2 1-16,0 1-4 0,0-1 8 0,0 0-12 15,0 2 8-15,0 1-8 0,2-1 8 0,0 0 9 16,0 0-8-16,1 0 9 0,5-2-12 0,5-3-12 15,-10 5 5-15,7-2-8 0,-8 4-2 0,-1 0 2 16,7-1-1-16,-6 1 1 0,5 0-11 0,-1 0 11 16,-1 0-6-16,3 3 8 0,-3 1 0 0,-1 2-2 0,13 18 5 15,-6 2-5-15,-4 3-2 0,-1 3 4 0,-4 1-2 16,-2 3 3-16,0 3 2 0,0 0-10 0,0 1 4 16,0-2-4-16,-2 1 9 0,2 1-5 0,-2-2 0 15,0-1-1-15,2-8 0 0,-2-1 1 0,2-2 2 0,0-3 0 16,0-3 2-16,0-5-4 0,0-2 0 0,0-2-1 15,0-2 5-15,0 1 2 0,0-3-2 0,2 0 0 16,0 1-7-16,0-3 10 0,-2-1-6 0,0 2 8 16,0-4-9-16,0-1-1 0,0 1 6 0,0 0-5 15,0 2 7-15,0 0 3 0,0-1-2 0,0 1 4 16,0-2 4-16,0 0-7 0,0 0 5 0,0-1-6 0,2 1-4 16,-2-2 3-16,2 0-5 0,-2 0 4 0,0 0-8 15,1-2 9-15,1 1-5 0,0-1 6 0,0-2-10 16,4-5 0-16,1-6 2 0,2-2-1 0,-1 4 3 0,1-2 0 15,2-3-4-15,-3 5 0 0,-1 0-4 0,-1 2 5 16,-1-2 1-16,-1 1 2 0,-2 7-4 0,0-3-1 16,-2 5 1-16,0 1-1 0,1-4 4 0,1 3-8 15,0 1-1-15,-2 0-3 0,0 0-1 0,0 2 11 16,-2 0-2-16,0 2 4 0,-1 0-3 0,1-2 1 16,-11 9-2-16,-6 4 1 0,10-2 0 0,3 6 0 0,5-4 3 15,-9 0-3-15,3 0 0 0,3-4 2 0,0 0 0 16,1 1-1-16,1-3-1 0,2-1-3 0,0-1 0 15,0 1-1-15,0-2 11 0,2 1-2 0,0 1 3 16,-2-4-4-16,5-1-4 0,12 1 7 0,3 13-3 16,-5-7 5-16,6-1 0 0,-1-3-3 0,-3-2 1 0,1-1-1 15,-5-1-2-15,-4 0-1 0,1 0 3 0,-3-1-2 16,2-1 3-16,-3 0 1 0,0 0-3 0,-5 2 3 16,1 0-4-16,2-6 2 0,2-3-2 0,-3 2 2 15,1-1-6-15,-2-1 7 0,-2 5-8 0,0-1 7 16,0 1-11-16,-2 0 7 0,0 1 2 0,-5-3 1 0,-10-3-1 15,-3 1-4-15,-5 5 1 0,7 3-1 0,-1 0 5 16,3 0-8-16,5 0 5 0,9 0-6 0,-6 0 9 16,5 1-3-16,-1-1-2 0,-2 2 0 0,3 0-5 15,-1 0-16-15,2 2-13 0,0-1-15 0,2 1-178 0,0 0-271 16</inkml:trace>
  <inkml:trace contextRef="#ctx0" brushRef="#br0" timeOffset="-68710.77">8679 7417 26 0,'0'0'18'0,"0"0"-8"0,0 0 19 15,-2 0-2-15,0 0 11 0,0 0-11 0,0 0 2 0,0 0-7 16,0-2-3-16,1 0 0 0,-1 0 2 0,0 2-2 16,0-2 7-16,0 1-11 0,0 1 4 0,0-2-7 15,1 0 4-15,1 0-16 0,0 0 8 0,0 2-8 16,0 0 11-16,0 0-8 0,0 0 0 0,0 0 0 16,0 0 10-16,0 0 5 0,0 0 0 0,0 0 2 15,0 0 7-15,0 0 0 0,1 0-2 0,1 0 0 0,0 0-5 16,0 0 3-16,0 0 0 0,0 0 0 0,0 0-1 15,1 0-3-15,1 0 5 0,0 0-4 0,-1 0 7 0,3 0-12 16,7-2 1-16,-4 0-4 0,4 1 9 0,4-1-9 16,2-2 6-16,5 2-8 0,-2-2 3 0,-2 3-1 15,1-1-1-15,-8 0 0 0,11 0-10 0,-5 0 1 16,-1 0-1-16,8 0 2 0,-9 2 3 0,0-1-7 16,3-1 1-16,-1 2-2 0,-1-2 9 0,1 2-5 15,-3 0 3-15,-1 0-5 0,4 0-4 0,-1 0 4 16,-1 0 0-16,0 0 2 0,-1 0 2 0,3 0-4 0,0 0 1 15,1 0-1-15,0 0 3 0,3 0-3 0,3 0 7 16,0 0-5-16,3 0 10 0,3 0-13 0,0 0 3 16,3 0-4-16,0 0 9 0,2 0-2 0,6 0-1 15,-2 0 0-15,3 0-4 0,-1 0 5 0,0 0-5 16,-4 0 6-16,3 0-5 0,-1 0 0 0,-4-2 3 16,4-2-2-16,-4 1 8 0,1-1-4 0,2 0 2 0,-1 1-3 15,4-3 7-15,2 0-7 0,3 1 2 0,8-1-4 16,-8 1-3-16,4-1 6 0,-13 2-2 0,2 1 2 15,1-3-7-15,-3 2 0 0,6 3 1 0,-15-3 0 16,3 0 0-16,-5 0 1 0,0 1-1 0,0-1 1 16,0 2 5-16,-4 0-10 0,0 0 5 0,0 1-5 15,0-1 10-15,2 0-2 0,2 0-4 0,4 0 1 0,-3 0-1 16,3 2 0-16,1 0 4 0,-3 0-4 0,3 0-8 0,3-2 8 16,-5 2 0-16,4 0 2 0,-7 0-2 0,-2 0 7 15,-2 0-8-15,-3 0 6 0,1 0-9 0,2 0 3 16,-3 0 1-16,-3-1 1 0,3 1-1 0,-6 0 3 15,3 0-1-15,-5 0 1 0,-2 0-7 0,2 0 7 16,0 0-6-16,0 0 5 0,-2 0-7 0,4 0 8 16,-2 0 2-16,4-2 1 0,-2 0-7 0,0 0-4 15,1 0 3-15,1 0-1 0,-2 0 6 0,0 1 0 16,-2-1-4-16,0 2 1 0,-4 0-5 0,4 0 7 0,-4 0-2 16,1 0 4-16,-3 0 1 0,-1 0-8 0,-1 0 7 15,1 0-7-15,-4 0 9 0,1 0-6 0,-1 0 0 16,2 0 0-16,0 0 3 0,-1 0 0 0,1 0 8 15,0 0-4-15,-2 0 9 0,-1 0-3 0,1 0-4 0,0 0 2 16,0 0 2-16,0 0-8 0,0 0 5 0,0 0-7 16,-1 0 0-16,1 0-2 0,0 0-1 0,0-2 0 15,-2 2 6-15,0 0-6 0,0 0 6 0,0 0-6 16,0 0 6-16,0-2-4 0,0 2-1 0,0-2 0 16,0 0-2-16,0 2-2 0,0 0 3 0,0-2-2 15,0 2 7-15,0 0-3 0,0 0-1 0,0 0 0 16,0 0 5-16,0 0-6 0,0 0 1 0,0 0-2 0,0 0 8 15,0-1-2-15,0-1 2 0,0 0-2 0,0 2-2 16,0 0 7-16,0 0 0 0,0 0 3 0,0-2 2 16,0 0-8-16,0 2-2 0,0 0-2 0,0 0-4 0,0 0 2 15,0 0-1-15,0 0 1 0,0 0-4 0,0 0-1 16,0 0 1-16,0 0 0 0,0 0 4 0,0 2 4 16,0 0-5-16,0 0 3 0,0 0-5 0,0 1 2 15,0 1 4-15,0 0-3 0,0 9-7 0,0-2 6 16,0 4-3-16,0-2 5 0,0 0 1 0,0 0 1 15,-2 2-2-15,0-1 0 0,0 1-5 0,1 0 7 0,-3 0-1 16,2-2 3-16,0 2-7 0,0-2 6 0,0 2-4 16,1-2 6-16,-1-2-7 0,0 0 6 0,0 0-1 15,0-2 3-15,2-1-6 0,-2 1 3 0,2-3-4 16,0-1 4-16,0 3-5 0,0-3 5 0,0-1 0 0,0 1 1 16,0-1-6-16,-2 4 6 0,1-1-2 0,1-1 5 15,-2 1 0-15,0-1-1 0,-2 1 3 0,-1 4-2 16,1-3 8-16,2-5-7 0,-7 7 0 0,-6-7-3 15,0 5 1-15,0-1 3 0,-2-1 1 0,3-3 0 16,-1 1-4-16,0 4 0 0,2-5 0 0,0 7 0 16,-2-9 2-16,2 1 2 0,0 2-1 0,0 5 2 15,2-1-6-15,0-3 0 0,0 1-3 0,3-4 2 0,-1 0-4 16,5-2 2-16,-1 1 1 0,-3 1-1 0,5-2-2 16,-5 2-3-16,6-2-2 0,0 0 1 0,-1 0 2 0,-1 2-1 15,0 0 0-15,1 0-2 0,-1 0-1 0,0-1 4 16,2 3-1-16,0 0 1 0,1 0-7 0,-1-1 7 15,0 1-6-15,0 0 7 0,2-1-2 0,0-1 1 16,0 2 0-16,0 3 0 0,2-1-4 0,2 1 4 16,1 1 2-16,3-3 0 0,12-3 0 0,-3 9-2 15,1 1-1-15,5-3 0 0,-3-2 3 0,4 1-2 16,2-3 3-16,0 1-3 0,0-2 1 0,-2-1 0 16,0 3-3-16,-1 1 2 0,-1 1 0 0,0-1-4 0,0 1 7 15,3-1-6-15,-7-1 3 0,-1-1 5 0,1 3-6 16,-1-3 3-16,0 1-9 0,-2-1 7 0,-10-3-2 15,5 2 5-15,-3-2-1 0,2 1 2 0,6 3 0 0,-13-6-1 16,7 4 1-16,-5-2 1 0,0-1-1 0,-1 1 0 16,1 0 2-16,-2 0 11 0,0 0-6 0,0 0 5 15,0 0-14-15,-2-1 5 0,0 1-3 0,-2 0 3 16,0 0-3-16,-2 0-4 0,-9 1 3 0,-13 5-3 16,2-1 0-16,0 1 0 0,0-1-2 0,1 1 2 15,5-3 0-15,-1-1 3 0,3 0 1 0,-1-1 1 16,2 1-5-16,2 0-2 0,0-1 2 0,2 1-1 0,0-2 4 15,3 0-2-15,3 0-4 0,-1 0 2 0,4-2-2 16,0 0-1-16,1 0 3 0,-3 1-3 0,0 1-1 0,0 0 5 16,3 0-6-16,-1 0 6 0,0 2-3 0,0-1 3 15,2 1 5-15,0 0-3 0,0-1-4 0,2 1 0 16,0 0 2-16,1 0-1 0,14 5 2 0,7 0 4 16,0-3-5-16,6-1 5 0,4-1-7 0,-1-2 7 15,-1 0-5-15,3-2 4 0,-4 0-6 0,3 0 3 16,-8 0 0-16,-8 0 1 0,3 0-5 0,-3 2 3 15,5-1 0-15,-1 1 0 0,-5 0-5 0,-2 2 6 16,-8-2-4-16,0 0 3 0,1-1-2 0,-4 1 2 16,-1 0 3-16,1 0-1 0,-2-2 3 0,0 0-4 0,1 6 0 15,1 1-1-15,0 0 4 0,-2 1 1 0,-2-1 2 16,0 1-2-16,0-3-5 0,-4 5 8 0,0-5-6 16,2 1 5-16,-9-1-12 0,2 1 4 0,5-2 1 0,1-3 1 15,-5 3-1-15,8-2 2 0,-2 0-4 0,0 2 3 16,-1-1-3-16,1 1 4 0,0 0-1 0,0-1 3 15,0 1-4-15,0 0 0 0,1 0 0 0,1-1-2 16,0 1-6-16,0 0 9 0,0-2-4 0,1 5 5 16,1 0-4-16,4 5-1 0,-1 1 2 0,3 1-2 15,-1 1-3-15,1 6 6 0,-1-1-1 0,-1 2 4 0,-1 3-3 16,-1-3-1-16,0 6 0 0,-2-2-2 0,1 2 3 16,-1-1-3-16,0-1 4 0,0 2-1 0,0 2 6 0,0-2-7 15,-2-2 1-15,1 2-2 0,-1-6 2 0,0-2 2 16,2 4-3-16,-2-1 2 0,2-3 1 0,2 4-2 15,-2-3 2-15,1 3-2 0,-1-2 0 0,0 4-1 16,0 0-1-16,0 2-1 0,0 2 1 0,-2 3 6 16,-2-1-4-16,0 3 6 0,-4-2-6 0,3-1 4 15,1-1-2-15,0-3 0 0,0 2-5 0,0-2 1 16,0-2 6-16,1 2-2 0,1-2-1 0,-2-2 0 16,2-4-1-16,0-5 1 0,0 4 5 0,0-4-4 0,0-1-5 15,0 3 2-15,0-8 1 0,0-3-2 0,0 5 4 16,0-2-4-16,0-1 2 0,0 3 2 0,0-2 1 15,0-3 0-15,0-1-5 0,0-3 2 0,0 2-4 16,0-2 4-16,0 2 0 0,0-1 3 0,0-1 1 0,0 0 0 16,0 2 1-16,0-1-5 0,0 1 0 0,0 0 0 15,0 0-1-15,0-1 1 0,0-1 2 0,2 0 0 16,-2 0 2-16,1 0-4 0,1 0 1 0,0-1-1 16,0 1 4-16,0 0-6 0,0 0 1 0,0 0-2 15,-1 0 3-15,1 0 0 0,0-1-1 0,-2 1 1 16,0 0-2-16,0 0 3 0,0 0 1 0,0 0 2 15,2 0-4-15,-2-1 0 0,2 1-3 0,0 0 3 0,-2 0 7 16,0 0-9-16,0 0 2 0,2 0-4 0,-1-1 4 16,1 1 0-16,0 0 2 0,0 0-1 0,-2 0 3 0,0 0 0 15,0 0 0-15,0-1 1 0,0 1 3 0,0 0-4 16,0-2 2-16,0 0-2 0,0 0 2 0,0 0-1 16,0 0-3-16,0 0 1 0,-2 0-7 0,0 0 7 15,0 2-2-15,1 0 4 0,-1-2-5 0,-2 2 1 16,-3-2 1-16,-6 2 1 0,-8-1 3 0,3 1-4 15,-1 0 1-15,-16 2-2 0,9-2 5 0,-6 0-3 16,1-1 3-16,3 1-4 0,-4-2-2 0,2 2 0 0,-1-2-1 16,5 0 1-16,-2 2 4 0,2-2 8 0,2 0-8 15,0 0 7-15,3 0-11 0,6 0 3 0,1 0 3 16,4 0 0-16,1 0 3 0,2 0-8 0,1 0 4 16,0 0-5-16,3 0-2 0,1 0 1 0,0 0 1 0,0 0 0 15,-2 0 5-15,1 0-4 0,-1 0-4 0,0 0-2 16,2 0-33-16,1 0-35 0,-1 0-39 0,0 2 4 15,0 0-113-15,0 0-110 0,2-1-19 0</inkml:trace>
  <inkml:trace contextRef="#ctx0" brushRef="#br0" timeOffset="-67080.28">12598 8165 99 0,'0'0'29'0,"0"0"0"0,-2 0 29 0,0-2-1 16,1 0-5-16,-1 1-14 0,2-1 1 0,0 0-5 16,0 0 4-16,0 0-6 0,0 0 4 0,0 0-4 15,0-1 7-15,0-1 4 0,0 0-1 16,0 1 2-16,0-1 8 0,0 0-8 0,0 0 2 0,0 1-6 15,0-1-14-15,0 0 10 0,0 1-7 0,0-1 7 16,0 0-22-16,0 0-3 0,0 3-7 0,0-1 3 16,0 0-7-16,0 0-3 0,0 0 6 0,0 2-3 0,0 0 7 15,0 0-1-15,2 2-3 0,-1 0 1 0,1 2-8 16,0 5 9-16,2 9-5 0,0 1 7 0,-1 0-5 16,1 3-2-16,0 0 1 0,-1 2-2 0,-1 0 1 15,0 2 4-15,2 2 1 0,0-2 3 0,-3 4 4 0,1-4-12 16,0 6 7-16,-2-3-7 0,2-1 9 0,0 6 1 15,0-8-4-15,0 1 4 0,-2-4 1 0,0-3 1 16,1-1-1-16,1-6 3 0,0 0 3 0,-2-8-1 16,0 3 0-16,0-7 0 0,0 3 10 0,0 0 25 15,0 0 3-15,0-1 6 0,0 1-10 0,0-2-20 16,0 0-6-16,-2-2-2 0,0 0-6 0,1-2 2 0,-1-2-2 16,-13-22 0-16,2-3-3 0,2-7-3 0,5 3 0 15,2-2-2-15,3-1-7 0,1 3 2 0,1-1 2 16,3 1 0-16,0 1 2 0,1 1-8 0,3 1 2 15,1 4-4-15,2 0 3 0,0 4 1 0,1 3-2 0,-1 3 1 16,0 1-1-16,-2 4-1 0,15-1-2 0,-3 3 1 16,5 4 1-16,-2-1 2 0,0 2 0 0,0 2-1 15,2 1-3-15,-4-14 4 0,-1 5-2 0,-3 5 2 16,-5 3 1-16,4 2-8 0,-2 0 0 0,-6 0-5 16,2 2-9-16,-3 0-17 0,-5 0-2 0,9 5-9 15,-11-7-49-15,3 6-54 0,0 7-5 0,5-2-14 0,-1 0-15 16,-1 4 15-16,-1 1-41 0</inkml:trace>
  <inkml:trace contextRef="#ctx0" brushRef="#br0" timeOffset="-66740.28">13090 8602 290 0,'0'-2'117'0,"0"0"-5"0,0 0-1 15,0 0 5-15,0 0-43 0,0 0-1 0,0 1-24 16,0-1-3-16,0 0-10 0,0 0-37 0,0 0 5 15,0 0-7-15,0 0 7 0,0 2 0 0,-2 0 7 16,0 2 6-16,1 2-3 0,-5 11-1 0,-3 11 6 0,-1 5-5 16,1-1 5-16,2-2-8 0,1 2-1 0,1-10 0 15,1 2-1-15,0-3 4 0,2-2 3 0,0-1 1 0,2-1 0 16,0 0 3-16,0-4 9 0,2 0-1 0,0-1 3 16,0-5-1-16,0 1 16 0,0-3 9 0,0 1 1 15,-2-2 18-15,16 9-21 0,3-2-4 0,1-1-4 16,1-4-14-16,-1-4 6 0,-1 0-3 0,-1-2 4 15,-1-2-11-15,-2-2-5 0,0 1 4 0,-6-1-3 16,0 1 2-16,-1-1-11 0,-5-7 0 0,1-4-2 16,11-5 5-16,-6 2-9 0,-3-6 0 0,-6-8-3 0,-4 5 0 15,-5-5-10-15,-2 4-1 0,-2 8-5 0,11-4-10 16,-20 4-36-16,-1 5-1 0,3 1-16 0,-2 6-42 16,-1 5-81-16,-3-12-31 0,0 6-27 0,-2 5-216 0</inkml:trace>
  <inkml:trace contextRef="#ctx0" brushRef="#br0" timeOffset="-63352.25">6501 7562 256 0,'2'-2'-56'15,"-1"0"34"-15,3 0-5 0,13-9 4 0,5-4 48 16,-7 6-2-16,0 0-10 0,-4 1 6 0,9 6-6 15,-7-9 9-15,6 2-2 0,-2 0-7 0,-10-3 5 0,6 3 0 16,2-2 0-16,-2 2 4 0,4-1-3 0,1 1 5 16,-5-2 14-16,2 2-5 0,-6-2 9 0,-1-1 12 0,-1 1 3 15,-1 0 4-15,1 0-4 0,-3 4-1 0,-2-1-14 16,5-1-3-16,-3 2-4 0,0-3-20 0,-3 5-8 16,1-3 4-16,-2 1-7 0,0 5-1 0,0 0 3 15,-2-2-4-15,1 3 3 0,-3-1-10 0,-28-9 5 16,8 9-3-16,0 2 5 0,-8 2 15 0,6 3-12 15,-5 4 6-15,-4 3-9 0,10-3 0 0,0 4-4 16,8-4-1-16,2 0-1 0,0-5 2 0,2 13 6 16,0-1-3-16,8 1 3 0,-1-2-5 0,4 0 3 0,-9 2-2 15,4-3 4-15,3-1 5 0,2 0 5 0,2-3 5 16,0-3-2-16,0 1 8 0,0-5-6 0,2 3-2 16,2-1 0-16,-3-1 7 0,12-2 1 0,4 9 3 15,5 0-4-15,-5-5-8 0,5-2 5 0,-1-3-1 0,-1-1 2 16,1-1-6-16,-3-3-1 0,1-2-3 0,-1-1 2 15,1-2 7-15,-8 1-15 0,6-3 9 0,-6 2-10 16,-2 5 4-16,6-9 1 0,-6 2-3 0,-5 2 4 16,2-1 1-16,-1 3-8 0,-1 1 2 0,-2 3-4 15,0-1 4-15,-2 2-1 0,3-2-4 0,-1 1-1 16,0-1-18-16,0 2 8 0,0 0-1 0,1 0 4 0,-1 0 5 16,0 2-2-16,0 0 3 0,0 2-2 0,0 0 3 15,0 2 2-15,-1 1-4 0,11 14 2 0,-1 0-1 0,0 1 0 16,0 4 0-16,-4 0 0 0,3 2 1 0,-3-3-1 15,2 6 1-15,1 3-1 0,-1-2-1 0,0 9 5 16,-3-8-2-16,-2-3 4 0,-3 2-5 0,1-6 0 16,-2 2 0-16,0-6 0 0,0-5 0 0,0 0 9 15,-2-4 4-15,2-7 2 0,-3 5 10 0,1-5-6 16,0 0 0-16,-2-1-1 0,-11 7-2 0,1-3-3 16,-5 0-1-16,-7-1 0 0,6-2-9 0,-10-2 0 15,4-2-4-15,-4 0 2 0,-7 0-5 0,15 0-39 0,-4 0-17 16,7 1-22-16,6 1-193 0,-7 6-130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3:15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53 6289 0 0,'-12'-4'1857'0'0,"19"-36"409"0"0,-1 31-5335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44:54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4579 8050 169 0,'0'-2'0'16,"-2"0"2"-16,0 0 35 0,0 1-5 0,1-1 1 16,-3 0-14-16,0 0-8 0,0 0 6 0,-5-3-6 0,4 3 9 15,-1 0 4-15,-3-2 11 0,7 4 3 0,-11-5 0 16,11 5-11-16,-5-4 16 0,-1 0-9 0,3 2 11 16,-1 0-14-16,2 1 0 0,1-1-8 0,1 0 2 15,0 0-26-15,0 0 8 0,0 0 2 0,0 0 3 16,0 2 2-16,2 0-2 0,0 0 4 0,2 0 0 0,0 0 16 15,2 0 2-15,20 2 0 0,9 0 0 0,-5-2 1 16,2 0-6-16,0-2 1 0,7-1-2 0,0-1-2 16,4 0-1-16,3 2-3 0,3-1 1 0,3-1-13 0,7-2-4 15,3 3 3-15,7 1-3 0,-6 0-3 0,-2 0 1 16,-7-3-4-16,-9-1 3 0,3 2-3 0,-7 2 2 16,-3 1 1-16,-7-3 0 0,-1 0 0 0,-4 2-1 15,-1 0-1-15,-5 2 1 0,-3 0-3 0,-4 0 1 16,-1 0 0-16,-3 0 0 0,0 0 8 0,-3 0-8 15,2 0 6-15,-3 0-6 0,1 0 4 0,0 0 17 16,0 0-8-16,-3 0 11 0,1 0-3 0,0 0-10 16,0 0 0-16,0-1-4 0,0-1-4 0,-2 0 0 0,0 0 2 15,-2-22-1-15,-2 0-2 0,0-2 1 0,-1-2-1 16,1 6 1-16,-1-6-2 0,1 2 0 0,-2-4 1 16,1 0 0-16,1 6-1 0,0 2-1 0,2 1-2 0,1 1 2 15,-1 0 3-15,2 3-2 0,0 2 0 0,0 2-1 16,0 4 4-16,0 1-1 0,0 3 3 0,0 1-3 15,0 2 1-15,0-2-3 0,0 1-3 0,0-1 1 16,0 2 5-16,0 0-6 0,0 0 4 0,0 2-5 16,2 0 10-16,-1 2-5 0,1 0 1 0,2 4-3 15,9 20 4-15,2 2-5 0,-2-1 6 0,4 7-7 0,-4-4-1 16,1 5 9-16,1 0-10 0,0 0 9 0,0 1-13 16,2-3 9-16,-2-1 3 0,1-3 1 0,3 3-3 15,-2-4-2-15,-3-2 1 0,-1-6-1 0,-1-3 6 0,-9-2 0 16,14-2-5-16,-11-6 4 0,7 2-3 0,-6-3 2 15,8 3 0-15,0-3-1 0,-6-1 0 0,4 1 0 16,-7-4 2-16,3 0 0 0,-2 0 3 0,-1 1 0 16,-1 1-2-16,-3-4 2 0,7 4-4 0,-3-2-3 15,0-2 3-15,5 0-2 0,-8 0 4 0,1 0-5 16,2-2 1-16,3-6-1 0,4 1 0 0,-2-15 0 16,0-1 3-16,-1-1-1 0,-1-9 2 0,0 3-5 15,0-5 0-15,1 5-1 0,-1 6 2 0,0-4-4 0,-3-2 2 16,-2 1-2-16,1 3 10 0,-1 0-8 0,1 7 0 15,1 4-4-15,-2 0 5 0,1 4 5 0,-1 0-5 16,0 6 4-16,-1-1-11 0,-3 4 5 0,4 0 0 16,-2 0 0-16,0 1-4 0,0 1 4 0,1-2-2 0,1 0 1 15,2 0 2-15,-3 2-3 0,1 0 5 0,0 0-3 16,0 0 1-16,1 4 5 0,1-1-7 0,-1 25 5 16,1 0-7-16,-1 0 2 0,1 7 7 0,1-7-4 15,1 0 1-15,-3 0 1 0,3-4-6 0,-1 0 4 16,4 4 1-16,1-9-5 0,-3 1 4 0,2-7-6 15,2-2 8-15,-2 0-2 0,0-2 0 0,2-1 0 0,0-3 4 16,-2 1 0-16,1 0-2 0,2-3 1 0,-2 7 1 16,-1-3 5-16,4 0-3 0,-6-5 2 0,6 0-1 15,0-2-4-15,-2-2 4 0,1-1-5 0,3-5-2 0,2-5 8 16,1 6-6-16,2-19 6 0,-5 0-8 0,0 0 3 16,-6 0 0-16,-4 4 0 0,1-4-6 0,-5-2 2 15,7 2 0-15,-1 5 1 0,0 8 3 0,1 0-2 16,-1 6-1-16,-5-2-1 0,3-4-6 0,-1 5 3 15,-3 1 1-15,1 1 0 0,0 1 0 0,-1 1 5 16,1 0-6-16,5-1 4 0,1 1-7 0,-5 2 3 16,5 0 3-16,3 2-2 0,1 0-2 0,3 4 5 0,5 1 0 15,1 3 2-15,1 1 0 0,6 2-2 0,-1 2-1 16,8 2-1-16,6-2-6 0,2-2 6 0,5-1 2 16,9-3 1-16,6-1 0 0,11-1 1 0,0-3-5 15,4 0 3-15,-4-2 0 0,-5-2-4 0,-4-2 6 16,-4 1-4-16,0-1 0 0,0-2 2 0,8 4 0 0,-1 1 1 15,-1-5-2-15,7-1 5 0,-5-1-3 0,-10 3 5 16,2 1-7-16,-16 2 7 0,-7 0-4 0,-3-2 7 16,-7 3-3-16,-4-1-6 0,-4 0-6 0,-5 0-4 15,-6 2-34-15,-7 0-45 0,-2 0-58 0,2-2-12 16,-3 0-339-16</inkml:trace>
  <inkml:trace contextRef="#ctx0" brushRef="#br0" timeOffset="453.58">6150 6060 466 0,'0'-2'-5'0,"0"0"-7"15,0-4 27-15,0-12 8 0,0 3 3 0,0 8-14 16,0-1-6-16,0 6 0 0,0-1-2 0,2-1-8 16,-1 2 6-16,1 0 4 0,0 2 3 0,0 0 6 0,0 2 9 15,0 0-4-15,0 13 6 0,3 22 0 0,-1 7 9 16,-4 6-6-16,0-1 5 0,0 1-15 0,0-4 0 16,0-7-5-16,0 2 3 0,-4-6-11 0,0-3 3 15,-1 1 0-15,1 3 0 0,0-3-5 0,3-1-3 16,-1-1 7-16,0 1-7 0,2-6 3 0,0-2 6 15,2-2-8-15,0-3 8 0,3 3-5 0,1-3-28 16,-3-5-1-16,1-1-14 0,-2-7-34 0,0 1 18 16,0-3-5-16,0 0 10 0,-1-2-20 0,1 0-118 15</inkml:trace>
  <inkml:trace contextRef="#ctx0" brushRef="#br0" timeOffset="870.21">5970 6463 122 0,'0'-2'32'0,"-2"-11"39"16,-9-24-13-16,5 5-3 0,-1-1-3 0,3-5 0 15,4 11-16-15,2-3 11 0,5 2-5 0,-1-2 6 16,1 1-10-16,2 4 7 0,3-2 0 0,-1 8 1 16,-8 1-4-16,23-1-6 0,4 6-7 0,2-2 3 15,-3 2-10-15,1 2-12 0,2 2 2 0,-1 7-7 0,1-17-5 16,-4 8 2-16,0 7 1 0,-6 4-1 0,2 4-4 16,-4 2 2-16,-1 3-2 0,3-5 4 0,-7 24 9 15,-2 3-6-15,0 3 4 0,-9-5-5 0,1-1 9 16,-1 2-9-16,15 1 10 0,-8-5-7 0,-6 2 13 15,-3-2-9-15,-4-4 3 0,-1 3-4 0,-5-5 4 0,-1-3-2 16,-2-1-4-16,-8-1 3 0,-10 2 6 0,-3-2-12 16,-1 0 8-16,-1 0-10 0,3-4 9 0,-1 0 0 15,4-2-5-15,0-3 3 0,2 1-4 0,6-3-1 16,-2-2 5-16,5 0-4 0,2-1 7 0,-2 11-7 16,4-5-4-16,8-5 0 0,-1 0-7 0,2 0-2 15,3-1 1-15,-1 1 0 0,0 0 12 0,2 0-10 0,0 0 8 16,2 0-8-16,1 0 10 0,12 3-3 0,17 1 0 15,3-3-1-15,0-1 9 0,3-2-9 0,1 0 4 16,-2 0-5-16,0 0 8 0,-2 0-11 0,0 0-1 16,4 0-6-16,-5 0-20 0,3 2-52 0,0 0 5 0,-2 0-21 15,8 0 2-15,-2 0-36 0,2-1-50 0</inkml:trace>
  <inkml:trace contextRef="#ctx0" brushRef="#br0" timeOffset="1186.93">7373 6411 709 0,'0'-2'28'0,"-2"0"24"0,1-2 21 15,-5-3-16-15,-7-4-2 0,-13 5-7 0,0 0-19 16,-6-12-10-16,3 7 3 0,-3 3-5 0,1 5-2 0,-3 1 0 16,3 2-4-16,-3 5 2 0,3 3-7 0,1 1 0 15,2 2-3-15,-2 0 4 0,6 0 5 0,8-3-12 16,-3 1 5-16,8-1-7 0,2-1-2 0,3-5 1 15,2 11 0-15,-7 2 2 0,6-4 0 0,1 2 6 16,4 0-5-16,2 0 6 0,3 0 0 0,1 0-7 16,27 0 5-16,4-2-6 0,2 4-3 0,-1-2 7 15,4 0-4-15,-1 2 6 0,0 1-5 0,2-1 4 0,-1 2 5 16,-3-2-1-16,6 0-2 0,-10 1 2 0,-1 1-1 16,-12-4 2-16,-5 4 4 0,-8-8-3 0,-4 0 0 15,1 2 1-15,0-3 19 0,-3 1 2 0,-3-3-3 0,-2-3-1 16,-7 5-13-16,-43 1-8 0,-5-3 8 0,1 7-9 15,-3-8-5-15,-3-3-9 0,1 7-22 0,0-5 7 16,-1 9-66-16,-3-4-112 0,-3 4-51 0</inkml:trace>
  <inkml:trace contextRef="#ctx0" brushRef="#br0" timeOffset="1700">4510 8098 252 0,'0'-2'135'0,"0"1"-156"0,0-1 157 0,0-2-77 16,0-3-8-16,0-5-14 0,0 3 2 0,0 0-7 15,0 5-10-15,2 0-16 0,0 1 1 0,-2 1-4 16,2 0 2-16,0 0 23 0,0 0-5 0,-1 0 11 15,1 1-7-15,0 1 12 0,0 0-4 0,0 1 5 0,0 1-10 16,0 2-4-16,-2 2-6 0,3 18 0 0,-3-2-11 0,0 6 7 16,-2 3-5-16,-3 7 4 0,-3 2-8 15,-1 7-1-15,0 5-1 0,1 5-1 0,1 3-9 0,-2 3 10 16,1-2-2-16,-3-5 4 0,6 0-7 0,3-10-1 16,2 0 1-16,5-7 0 0,-1-5 1 0,2-3 2 15,1-3-1-15,-1-4 3 0,1 1 6 0,0-1-13 16,1 0 7-16,1-2-7 0,0-1 11 0,1-3-7 15,-1-1 1-15,0 0-2 0,1-3-1 0,-1 3 5 16,-2-4-2-16,1 0 4 0,-1 0-7 0,-1-2-36 16,-1 2-12-16,1 2-14 0,-2-2-89 0</inkml:trace>
  <inkml:trace contextRef="#ctx0" brushRef="#br0" timeOffset="2310.09">4542 9298 454 0,'0'0'12'0,"-2"-2"-2"15,0 0 3-15,-2 0 8 0,-3 0-9 0,-12-3-1 0,-5 1 5 16,-2 2-5-16,2 2 8 0,-11 4 6 0,1 3 8 15,3 4 0-15,-12 4 3 0,8 0 11 0,0 4-1 16,-3 1 3-16,7-1-3 0,-3-14-3 0,3 21-3 16,-1 2 1-16,3 0-3 0,3 4-7 0,3-6-6 15,3-2-5-15,0 0 0 0,3-6-9 0,4 3 2 16,2-1-1-16,5 1-1 0,1-1-12 0,1 4 5 16,-11-1-3-16,4-1 6 0,2 4-1 0,5-2-11 15,2 2 5-15,2 4-6 0,6-1 8 0,3 3 4 0,4-1-4 16,2 1 3-16,1 1-5 0,3 1 2 0,-17-3-2 15,26 5 2-15,1-7-3 0,3 1 7 0,1 2 3 16,-1-12 1-16,5 4 0 0,6-1 3 0,1-7-5 0,6 3 5 16,1-6 2-16,-5-9-4 0,4 1 3 0,0 21-5 15,2-15 4-15,-2-9-2 0,-3-4 0 0,-1-5 0 16,-3-2-2-16,1-4-3 0,1-2 3 0,0-2-4 16,-3 0 0-16,-1 1-3 0,-4-1 1 0,2 0-1 15,-2 0 8-15,-7 1-6 0,9-5 2 0,-15 6-4 16,0 10-2-16,4-14 7 0,-9-1-3 0,7 3 5 0,-4-3-7 15,-7 3 6-15,0 0-6 0,-4 1 5 0,0-3-12 16,-2 0 10-16,1 1 0 0,-5-3 4 0,1 3-5 16,-3-3 0-16,12 1 0 0,-4-4 1 0,-3 2-5 15,-4-4 7-15,-4-2-7 0,-2-2 6 0,-6-3 1 0,-5-6-5 16,-5-4 3-16,14-3-5 0,-27-6 4 0,-7 1 0 16,5-1 8-16,-6 4-7 0,-6 7 7 0,-3 8-12 15,0 3 4-15,1 10-5 0,1 5-2 0,0 6-5 16,-3 7-8-16,-1-22 3 0,2 14-18 0,-2 10-23 15,-6 6 4-15,0 5-14 0,-1 6-28 0,1 5-13 16,6 2-6-16,4-18 2 0,7 29 4 0</inkml:trace>
  <inkml:trace contextRef="#ctx0" brushRef="#br0" timeOffset="2796.27">4371 9977 610 0,'0'-2'182'0,"0"1"-247"0,-2-1 219 0,0 0-123 16,-1 0-20-16,-3 0 1 0,-1-2-12 0,5 4 9 0,-17-1-8 16,4 1-2-16,0 0 4 0,1 3-4 0,2 1-3 15,5-2 6-15,-2 2-2 0,-2 1 3 0,5-3-2 0,-1 2 20 16,3-2 0-16,2-2 7 0,-2 0 6 0,1 0 5 15,-5 0-1-15,4 0 2 0,1 0-5 0,-1 0-13 16,0-2-4-16,1-2-2 0,1 0-9 0,-8-12 3 16,3-3-2-16,3 2 0 0,4 1-11 0,2 1 6 15,4 2-2-15,1-2 3 0,1 4-5 0,-1 2 4 16,12-3-3-16,5 7 5 0,-4-3-2 0,2 3-5 16,-3 1 3-16,0 2-2 0,1-1 6 0,4-14-8 15,6 6 2-15,-4 5-7 0,0 4-1 0,-11 2 7 0,1 0-1 16,-1 2 3-16,4 2 0 0,-1 1 4 0,-1 1-4 15,-2-2 5-15,0-1 0 0,2 1 6 0,-1 0 0 16,3-2 2-16,-4-2 9 0,1 0-6 0,-1 0 8 16,0-2-7-16,-2-2 14 0,-2 0-13 0,-3 3 0 0,-3-1-3 15,-1 0 5-15,0 0-10 0,-3 2 7 0,3-2-9 16,-2-5 4-16,4-1-7 0,-3 3 1 0,-1 1-5 16,2-2-4-16,-2 1-14 0,-2 3-13 0,0-2-1 15,2 1-43-15,-2-1-48 0,0 0 3 0,0 2-21 16,-2 0-16-16</inkml:trace>
  <inkml:trace contextRef="#ctx0" brushRef="#br0" timeOffset="3106.86">4661 10499 442 0,'0'0'218'0,"0"0"-303"15,-2-2 270-15,0 0-150 0,0-1 9 0,0-3-23 16,-1-3 0-16,1 3-6 0,-4-9 4 0,2 4-5 16,-1-4 3-16,1 2-4 0,2 4 6 0,0 2 18 0,2 1-7 15,0 4 9-15,-1-1-21 0,-1-1-12 0,2 2 1 16,0 0-3-16,0 0 4 0,0 2 3 0,0 2 2 16,0 2 1-16,0 14-1 0,2 10-8 0,-2 4 1 0,0 1-2 15,0-1 1-15,-2 1 3 0,-2 2-3 0,-2 4 4 16,1 2-8-16,-1 2 1 0,1 2-4 0,-1-1 3 15,4 4-1-15,0-3 4 0,1 1-2 0,1-1 3 16,0-4-5-16,1 2 2 0,3-3 4 0,-2-1-2 16,2-3 6-16,-1-7-8 0,3-1 2 0,0-4-3 15,1-1 1-15,-1-3-17 0,-1-1-11 0,-1-3-7 16,1 1-67-16,-1-4-59 0,0 0-69 0</inkml:trace>
  <inkml:trace contextRef="#ctx0" brushRef="#br0" timeOffset="3398.27">4028 11517 722 0,'0'0'31'0,"0"0"6"0,-2-2 3 0,0 0-23 16,2 0 6-16,0 0-22 0,0 2 9 0,2 0-3 15,0 0 4-15,3 0-9 0,23 0 9 0,2 0 3 0,5 0 2 16,11 2-2-16,1 0 15 0,3 0-3 0,-2 0 8 16,-3-1 7-16,5-1-2 0,-6 0-2 0,5 0-2 15,-7 0-13-15,-6 0-6 0,-1 0-6 0,-3 0 1 16,-7 0-8-16,-2 0-18 0,-5 0 0 0,-5 0-11 16,-5 0-34-16,-3 0-51 0,-3 0-16 0,2 2-25 15,0 0-197-15</inkml:trace>
  <inkml:trace contextRef="#ctx0" brushRef="#br0" timeOffset="3554.03">4323 11802 138 0,'0'0'54'0,"0"0"4"0,0 0 31 15,0 2-17-15,0 0 5 0,0 0-3 0,2 0-14 16,-1 0 3-16,3 0-7 0,5 1-11 0,19 5 11 16,0-5-7-16,7-3 8 0,4-3-14 0,-1-7-4 15,1-3-1-15,-2-3-3 0,2-3-25 0,-4 3-6 16,-2 1-21-16,-5 4 6 0,-4 1-75 0,-7 5-34 15,-4-1-28-15</inkml:trace>
  <inkml:trace contextRef="#ctx0" brushRef="#br0" timeOffset="4098.37">2817 9677 617 0,'0'-2'25'0,"0"0"1"0,-2 0 11 16,0 0-11-16,0 0 0 0,0 0-33 0,1 1 3 15,-1 1 1-15,0 0 1 0,0 0 7 0,2 1 3 16,0 1-1-16,0 2 1 0,-2 13-8 0,2 5 10 0,0 0-8 16,2 1 10-16,2 1-1 0,1 2 2 15,1 2 1-15,-1 1 0 0,1 1-2 0,1 1-2 0,3 1 2 16,-3-2-2-16,1-1 5 0,-1-1-7 0,0 0 0 15,1-2-1-15,-1-2 10 0,-1-7-4 0,-1-2 12 16,-1-6-9-16,-2-5 20 0,0 1 38 0,0-1-12 0,0-2 20 16,1 0-23-16,1-2-32 0,3 0 6 0,19-13-15 15,-9 4 5-15,2-30-15 0,1 1 2 0,-3-2-5 16,1 1 9-16,5-2 8 0,-3 2 2 0,1 2 1 16,-1 0 9-16,-1 1-9 0,-1 3 1 0,-5 5-4 15,0-4-10-15,-4 3-2 0,-1 1 1 0,-4 2 0 0,1 5-5 16,-3-1 2-16,0 7-5 0,7 2 3 0,-1 0-3 15,-8 11-16-15,1-1 0 0,-1 1-10 0,2-2-31 16,-2 2 0-16,0 0-9 0,0 2 4 0,-2 2-31 0,-7 21-4 16,-4 8-8-16,2 1 1 0,0-1-30 0</inkml:trace>
  <inkml:trace contextRef="#ctx0" brushRef="#br0" timeOffset="4392.14">3600 10154 780 0,'-1'-2'47'0,"-1"0"-3"0,0 0 33 0,0-2-2 15,0 1-7-15,-3-5-37 0,-8 6-9 0,-10 1-5 16,8-9 2-16,-11-1-3 0,0 7-11 0,0 4 4 16,-5 4-6-16,10 4 4 0,1 1-6 0,2 4-5 0,3-4 0 15,2 19-2-15,7-6 0 0,-1 6 4 0,5 0-3 16,-17 0 7-16,8 0-2 0,6 1 1 0,3-4 0 15,2-5 8-15,5 4-6 0,3-3 5 0,3-1-5 16,-6 0 8-16,25-7-11 0,7 2 7 0,-2-2-7 16,1-2 14-16,1 2-5 0,-4-2-2 0,-10-1-1 0,3-3-4 15,-4 2 6-15,-5-1-1 0,1-1 3 0,-10 1 4 16,-3-1-1-16,-1 1-7 0,-2 1-1 0,-4 2-35 16,-9 0-44-16,-45 4-18 0,-7 0-20 0,-6 0-171 15</inkml:trace>
  <inkml:trace contextRef="#ctx0" brushRef="#br0" timeOffset="5795.18">8597 7684 122 0,'0'0'35'0,"0"0"-2"0,0 0 33 15,0-2-4-15,0 1 0 0,0-1-2 0,0 0 0 16,0-2-6-16,0 0 3 0,0 1-15 0,0-5-4 15,0 3 0-15,0-5-3 0,0 7-10 0,0-1 2 0,0 2-1 16,0 0-1-16,0 0-13 0,0-1 9 0,0-1-5 16,-2 0 5-16,0 1-15 0,0 1 4 0,0 0 0 15,1 0 2-15,-1 2 9 0,-17 2-6 0,1 3 2 0,-1 7-2 16,-1-9 1-16,5 31-11 0,-4-6 6 0,8-1-8 16,-2 3 7-16,2-9-11 0,5 5 6 0,3-4-6 15,-1-4 7-15,-13 8 2 0,10-9-5 0,1-4 4 16,4 2-4-16,2-8 2 0,0 3 2 0,0-5 0 15,0-3 10-15,2 2 0 0,-2-2 2 0,4 1 0 16,9 7 4-16,6-1-1 0,1-3-3 0,-2-5 0 16,5-1-6-16,-5-3 0 0,3-5-2 0,-3-1 1 0,-1 0-10 15,-4-1 12-15,-2 9-6 0,0-12 8 0,-5-2-7 16,-2-6 1-16,-3 5-1 0,14-5 0 0,-7 6-6 16,-5 4 1-16,-1-4 3 0,-2 2-2 0,-2-2 5 0,-1 4-10 15,3 9 2-15,-4-1-3 0,-15-8 2 0,-3 3-4 16,-4 3 0-16,2 5-1 0,0 1 5 0,3 5-1 15,3 3 0-15,7-1 0 0,-4 3-6 0,6-7 1 16,3 7-5-16,-3 2 5 0,1 0 2 0,3-2-4 16,1 0 4-16,4-9-3 0,0 5 7 0,0-3 10 15,2 0 0-15,0-1 2 0,2 1-5 0,9 4 3 16,7 1 0-16,-2-4 0 0,1-3-7 0,-4-2 6 0,0 0-3 16,-6-2 4-16,0 1-10 0,-1-1 4 0,-5 2-13 15,3 0 1-15,-4 0-77 0,0 0-100 0,1 0-106 16</inkml:trace>
  <inkml:trace contextRef="#ctx0" brushRef="#br0" timeOffset="7415">11718 7770 31 0,'0'0'14'0,"0"0"-5"0,0-2 4 16,0 0 9-16,0 0-9 0,0 0 17 0,0 0-11 15,0 1 3-15,0-3-5 0,0 0 18 0,0 0-1 16,0 1 1-16,0-1-2 0,-2-11 1 0,2 2-2 16,0 6 2-16,0 1-4 0,0-1-1 0,0 3 1 15,-2-5-3-15,0-1 1 0,1-1-5 0,-1 0-2 0,0 0 4 16,0 2-2-16,0-2 8 0,0 1-8 0,0-1 2 15,1 2-4-15,-1 0 6 0,0-3 3 0,2 5-4 16,-2 0 2-16,0-1-12 0,2 3 5 0,0-1-3 16,0 2 2-16,0 2-3 0,0 1-1 0,0-1 3 15,0 0-3-15,0 0 4 0,-2-2-9 0,0 1-1 0,1-1-4 16,-1 2-14-16,0 0 3 0,2 0-1 0,0 0 4 16,0 1 9-16,0 1-3 0,0 0 1 0,0 0-3 15,0 1-3-15,0 1 2 0,0 2-2 0,0 7 3 16,-2 11-1-16,2 3-1 0,0-3 0 0,0 6 0 15,0-2 0-15,0 9-2 0,0 6 4 0,-2-6-2 0,2 12 7 16,-2-10-4-16,2 0-1 0,0 2 0 0,0-8 0 16,0-1-2-16,0-2-3 0,0-2 2 0,0-4 3 15,0-1-4-15,0-3 3 0,0-1-3 0,0-2 6 16,0-2-3-16,0-2 4 0,0 0-5 0,0-4 4 0,0 1 8 16,0-3-5-16,0 1 5 0,0-2-1 0,0-1-3 15,0 1 3-15,0-2-4 0,0 0-1 0,2 2 3 16,0-1 4-16,0 1 0 0,0 0 8 0,-2-2 10 15,0-1-7-15,0 1 7 0,0 0-21 0,0 0 3 16,-2 0-5-16,0 0 3 0,-2 0-11 0,-9 5 9 16,-13 8-2-16,-1 0 3 0,-3 0-10 0,-5-1 8 15,-4 3-3-15,-2 0 5 0,-6 3-3 0,5-1-3 0,-3 1 4 16,-1 3-5-16,7-3 3 0,0-18-6 0,3 24 0 16,8 4 0-16,-1 1 10 0,1-7-11 0,4 10 2 15,0-3-6-15,1-1-1 0,5 9 0 0,-1-2 2 16,3 0 1-16,1-2 3 0,2-1 0 0,0-3-3 0,2 1 1 15,1 3 0-15,1-1-3 0,2 1 2 0,1-2-3 16,2 3 0-16,-16-3 4 0,9 1-4 0,7-3 4 16,2-1-8-16,4 3 6 0,4-1-2 0,3-1 4 15,2 1 2-15,0-2 4 0,4 1 4 0,2-3 0 16,-15-2-1-16,24 0 1 0,1 0-5 0,3 4 3 16,3-2-2-16,5-2 0 0,1-4 6 0,1-5-5 15,-2 1-1-15,2-3 3 0,1-2-3 0,8-2 4 0,-7-2-4 16,1-1-2-16,-4-1 0 0,-2-3 1 0,-2 0 4 0,-1-1-1 15,-3 16 0-15,1-6-1 0,0-6 5 0,-1-3-5 16,1-2-2-16,-3-2-1 0,1 0-7 0,2-4 10 16,3 1-1-16,4-3 5 0,-8 2-7 0,-1-1 1 15,-4-3 1-15,2-1-1 0,0 0-5 0,0-2 9 16,0-2-6-16,-6 1 9 0,4-2-6 0,-8 1 0 16,3 3 4-16,-1-16-4 0,-1-5-4 0,1-1 4 15,-7-9-1-15,-2 0 3 0,4 1-3 0,-4-5 6 16,2 4-9-16,-3-3 8 0,1-1-9 0,-4 1 1 0,2-1 7 15,-3 0-4-15,1 1-1 0,-1 3 1 0,-4-2-3 16,0-1 4-16,24-10 0 0,-17 0-1 0,-9-4 0 16,-6-7-1-16,-5 4 2 0,-7-4 6 0,-3 8-7 15,-3 10 5-15,13 5-8 0,-26 6 4 0,-9 5 5 16,-5 3-2-16,3 6-10 0,-4 1-1 0,2 4-2 0,4 6 2 16,-1 4-7-16,3 1-26 0,3-16-7 0,2 9-7 15,0 9-31-15,3 4-15 0,3 6-12 0,5 3-8 16,0 4-120-16</inkml:trace>
  <inkml:trace contextRef="#ctx0" brushRef="#br0" timeOffset="7803.91">11553 8796 378 0,'0'-1'9'0,"0"-1"1"0,0-8 7 0,-2-8 3 16,2 3-2-16,0 0 6 0,0 6 9 0,-2-4 4 15,2 5 4-15,0 5 22 0,-2-3 3 0,2 2-8 0,0 3 5 16,0-1-25-16,-2-2-11 0,1 2-4 0,-1 0-1 15,-2 0-2-15,0 2 0 0,1 2 0 0,-1 2-1 16,-7 13-5-16,-4 14-6 0,4 1 2 0,5-1-4 16,4-3-2-16,2 0 0 0,0 0 0 0,2-2 1 15,2 2 7-15,1-2-12 0,1 0 7 0,0-2-7 16,1 0 0-16,-1-2 5 0,-1 1-3 0,-1-5 4 16,0-1 5-16,-1 0-7 0,-1-4 5 0,0 2-8 0,-2-6-4 15,0 0-28-15,0 2-3 0,0-3-9 0,-2-1-42 16,2-5-50-16,-2 2 2 0,-1-1-29 0,-1 1-111 15</inkml:trace>
  <inkml:trace contextRef="#ctx0" brushRef="#br0" timeOffset="8119.02">11358 8980 73 0,'0'0'57'0,"0"0"-1"0,0-2 36 16,0 1-7-16,0-1-1 0,-2 0-1 0,2 0-24 15,-2 0 4-15,0 0-12 0,0 0-4 0,1 1-15 16,-1-1 2-16,0 0-8 0,0 0-4 0,0 0-15 0,0 0 7 15,0 0-9-15,2 2 7 0,0 0 5 0,0 0-4 16,0 0 5-16,2 2-1 0,0 0-6 0,0 0-2 16,2 2-1-16,7 11-3 0,4 7-5 0,-2 0 7 15,0 2-6-15,0 2 4 0,0-2 1 0,-2 2-4 0,0 0 3 16,-2-1-1-16,1-3-4 0,-1 0 3 0,0-3-3 16,0-1 10-16,-1-5 29 0,-1-4-1 0,-3-3 10 15,9-4 3-15,2 9-10 0,0-2 0 0,1-3-3 16,5-4 3-16,1-2-17 0,2-6 9 0,2-3-12 15,0-6 5-15,-2-2-5 0,-1 12-4 0,-1-17 2 16,-2 1-11-16,-5 1 8 0,4 1-4 0,-8 1 4 16,-2-3-11-16,-3 3-5 0,-1-1-3 0,-3 0-4 0,4 6-44 15,-3 0-70-15,-1 2-14 0,6 2-34 0,-3 0-215 16</inkml:trace>
  <inkml:trace contextRef="#ctx0" brushRef="#br0" timeOffset="8819.62">13085 8804 638 0,'0'-2'15'16,"0"-4"1"-16,-2-34 31 0,0-1-11 0,0 11 12 16,2-7-18-16,0-2-12 0,0 6-2 0,0-3-5 0,0 8-6 15,0 8 1-15,2-2 0 0,-2 5 0 0,0 4 1 16,0 2 8-16,0 2-5 0,0 3 6 0,0 2-3 15,0 2 1-15,-2-1 6 0,0-1-5 0,-2 2-7 0,1 0 6 16,-16-1-10-16,-3 4 9 0,-4 7-6 0,-2 7-4 16,-2-10 4-16,6 32-4 0,0-7 3 0,2 5 2 15,0 1-2-15,1-8 0 0,3 9-4 0,8-11-2 16,5 3 4-16,-1-5-3 0,1-1 9 0,3-3-8 16,-9-3-1-16,3-4 0 0,4-2 10 0,3-2-7 15,1-1 7-15,0-5-7 0,0-1 20 0,0 0-2 16,3 2 2-16,7 1-3 0,10 5-5 0,2-5-1 15,4-5-3-15,2-3 1 0,0-3-11 0,-2-1 5 0,-4-3-2 16,-5 1 2-16,-4 7 3 0,-2-20-9 0,2 3 4 16,-4 1-6-16,2 3 3 0,-3 4-2 0,-3-4 7 15,3 7-5-15,-6 1 3 0,0 7-13 0,1-2 2 0,-1 2-6 16,2-2-1-16,1 0 7 0,1 1-4 0,0 1 7 16,1 0 6-16,-1 3-1 0,-1 8-2 0,1 17 0 15,-1 4-3-15,1-4-2 0,-1 5 4 0,3-1-4 16,-4-1 8-16,1 1 2 0,-1-1-1 0,-2 1-1 15,18 1-3-15,-7 1 3 0,-5-1-6 0,-5 1 5 16,-1-1-2-16,-2-1 2 0,-2-8 3 0,-1-2-1 0,-3-3 7 16,0-4 6-16,1-6 2 0,-3 0 2 0,-6-2 8 15,-9-3-1-15,-5 5 3 0,1 10-3 0,-5-6 3 16,-5-7-5-16,7-6-2 0,2-2-1 0,-1-4-7 0,3 1-2 16,-4-5-6-16,-2 1 3 0,8 0-8 0,-2-2-1 15,8 1 6-15,3 3-6 0,2 0-2 0,4 1-2 16,-3 0-11-16,9 5 2 0,-1-1-31 0,0-2-79 15,2 2 15-15,1 0-34 0,-1 0 25 0,2 1-3 16,2-1-58-16</inkml:trace>
  <inkml:trace contextRef="#ctx0" brushRef="#br0" timeOffset="9491.36">13333 9140 583 0,'0'-2'97'0,"-1"-2"222"16,-3-10-298-16,0 1 0 0,2 5-2 0,0 3-1 15,2 1-20-15,0 2-2 0,0 0-6 0,-1-2 4 16,-1 1-11-16,0 1 9 0,0 0 2 0,0 0 2 16,0 2 3-16,0 0 7 0,1 2 0 0,-1 2 4 0,0 3-7 15,-6 15 8-15,1 1-2 0,1 1 5 0,1 0-5 16,1 2 0-16,0 4-6 0,3-4 5 0,-1 1-5 15,0 1 7-15,2-7-5 0,0 1 5 0,0-3-6 0,0-5-5 16,0 3 6-16,0-6-5 0,2 0 6 0,-2 1 5 16,0-7-8-16,0-1 8 0,0 1-7 0,0-3 10 15,2 2 3-15,-1 0 2 0,-1-1 18 0,0-1 22 16,0 0-8-16,0 0 8 0,2 0-42 0,0-2-7 16,0 0-2-16,0-2-1 0,0 0-4 0,0-2 5 15,1-10-5-15,1-9 5 0,0-1-5 0,-1 2-5 16,1-4 2-16,0 4-4 0,1-4 6 0,1 0-4 0,0 3 2 15,-1-1-3-15,1 4 6 0,1-1-4 0,1 3 1 16,-3 5-3-16,-1 2 11 0,0 1-9 0,-1 3 1 16,1 1-7-16,-4 5-4 0,6-3-6 0,1-2 8 15,-1 4-7-15,3 1 11 0,-4 1-5 0,3 0 5 0,-6 0-3 16,1 3 7-16,9 14 4 0,-1 9-5 0,-4 0 5 16,-3 0-8-16,0 2 6 0,-3-6-2 0,1-2 3 15,0 1 1-15,-2-8 2 0,2 4-3 0,0-8 3 16,0 0-3-16,0-1 5 0,-2-7 0 0,1 3 1 15,1 0 8-15,0-2 4 0,0 0-3 0,0-2 2 16,2 0-13-16,-1-2-1 0,10-6 2 0,-3 5-2 0,3-20-1 16,0 1 0-16,-2-2-3 0,0-4 2 0,4 0-7 15,-1 4 6-15,5 2-7 0,-4 3 6 0,5 4-6 16,-5 4 4-16,-4 2 1 0,-1 2 0 0,-7 1-5 16,7-1-3-16,-3 1 1 0,2 0-2 0,-1 5 4 0,3-1-2 15,-4 2 7-15,3 0-4 0,-3 2 10 0,-1-1-7 16,1 5 1-16,-3 5-2 0,1 13 5 0,-3-1 0 15,4 1 4-15,9-2-3 0,-2 4 5 0,-2-2 0 16,-2 0-6-16,-2-5 3 0,-1-3-8 0,-2-3-29 16,-2 0 2-16,-1-1-14 0,-1-5-25 0,2-3-7 15,0-1-2-15,-2 1-2 0,0 0-25 0,0-2-222 16</inkml:trace>
  <inkml:trace contextRef="#ctx0" brushRef="#br0" timeOffset="9942.1">13985 8319 690 0,'0'-2'133'0,"0"1"-168"0,0-3 152 0,-2-11-81 16,0 4-21-16,2 5-7 0,0 4-4 0,0-1-2 15,0-1-17-15,0 2 10 0,0 0-4 0,0 0 7 0,0 1 5 16,2 1 2-16,0 0 4 0,0 1-4 0,0 3-4 15,0 4 7-15,5 18-2 0,-1 3 4 0,-1 5-2 0,1 1 3 16,-1 4-4-16,3 7 4 0,-3 3 3 0,-1 3-8 16,0 5 1-16,-2-5-4 0,0-2 3 0,-1-3-6 15,1-8 2-15,0-4-3 0,2-2 4 0,0-3 0 16,-1-2-1-16,-1-2-1 0,2-2-2 0,0 0 6 16,1-1-3-16,3-3 5 0,-1-1 1 0,-1-6-1 15,-1-2 6-15,-1-4-3 0,-2-1 19 0,-2-4 23 16,3 1-3-16,1 1 7 0,0-2-10 0,0-2-21 15,10 0 0-15,1-2-8 0,0-5-7 0,-2-3 3 0,4-8 1 16,-2-10 0-16,5-4 4 0,-3 1-4 0,-1-5 4 16,1-3-3-16,-2 2 18 0,7-9-13 0,1 3 2 15,1-3-6-15,-8-3-2 0,-4 7-8 0,-3 1 2 16,-7 11-5-16,3 4-1 0,-1 10-1 0,7-1 4 0,-3 4-4 16,-5 4-7-16,-1 3-40 0,-2 2-6 0,0 1-10 15,0 1-18-15,-2 0-5 0,0 2 2 0,-14 2-4 16,-10 9 3-16,5-7 3 0,3 29-33 0,7 4 7 15,1 4-142-15</inkml:trace>
  <inkml:trace contextRef="#ctx0" brushRef="#br0" timeOffset="10482.58">14774 9021 716 0,'0'0'33'0,"0"-2"-1"0,0 0 34 16,0-1-8-16,0-1 4 0,0-9-18 0,0 0-21 15,0 0 4-15,-2 2-8 0,1-2 8 0,-1 2 3 16,0 1-1-16,-2 1 0 0,2 4-12 0,-3-5-3 16,1 5-3-16,4 3 1 0,-11-7-2 0,-6 1-4 15,-3 4-5-15,-1 4 0 0,-1 4-3 0,-4 5-1 16,-7 6 6-16,3 2-4 0,-7 3 7 0,1 1-2 0,9-17-4 16,-3 22 2-16,6 1-3 0,5 1-3 0,2-2 2 15,1-2-2-15,5 2 4 0,5-5-1 0,-9 3 3 16,8-4-3-16,5-1-5 0,2-4 11 0,0-6-5 15,2 0 8-15,0 1-6 0,-1-7 12 0,3 3-2 0,7 3 5 16,6 0-3-16,7-1-1 0,0-6-2 0,-5-2 0 16,9-6-2-16,-8-1 0 0,2-6 3 0,-3 0-3 15,-2 5-3-15,-2-14 0 0,-2-2 1 0,1 4-1 16,-1-1-2-16,-3 3 1 0,-1 1-5 0,-2 0 4 16,1 2-4-16,-1 2 5 0,1 0 3 0,-3 6-1 15,-1 1-4-15,0 1 10 0,-2 1-12 0,-2 2 10 16,3-2-25-16,1 1 2 0,0-1 1 0,-2 2 2 0,-1 0 9 15,1 0-4-15,0 2 3 0,0 0-3 0,0 2 1 16,0 2 3-16,5 11-2 0,1 9 2 0,-1 6 4 16,-1 1-4-16,-1 3 1 0,-1-1-3 0,0-1-2 0,-1 3 3 15,3-2 3-15,-1-1 0 0,1-1 0 0,0-3-2 16,-3-2-2-16,1 0 1 0,0 2 0 0,-2-6 4 16,-1-3-1-16,1 3 4 0,-2-11-3 0,0 1 7 15,0-3-3-15,0-5 5 0,0-3-4 0,-2 3 1 16,-1 2 5-16,-1-1-2 0,-5 3 0 0,-10 5-9 0,1-4 0 15,-3 0-2-15,3-1 3 0,1-5 3 0,-2 1-9 16,1 0 4-16,1-2-14 0,0 0-10 0,2-1 1 16,4-1-7-16,2 0-14 0,2 0-20 0,3 0-8 15,0 0-6-15,0 0-43 0,3-1 33 0,1-1-2 16,0 0 13-16,1-2-1 0,12 0-90 0</inkml:trace>
  <inkml:trace contextRef="#ctx0" brushRef="#br0" timeOffset="10764.24">15508 8971 401 0,'0'-2'72'0,"0"0"84"16,0-1-25-16,0-1-52 0,0-5-2 0,-2 1-18 0,0 3-25 15,0 1 0-15,-5-2 1 0,-23-10-1 0,4 6-2 16,-4 5-8-16,1 3-2 0,4 4-2 0,-2 1-7 16,2 3-15-16,-1 1 6 0,8 1-8 0,3-1 0 15,2 1 0-15,11-6-3 0,-3 14 4 0,3 3 3 0,0 1 0 16,-11 1 1-16,4 3 0 0,9 4 12 0,7 1-7 15,6 3 5-15,6 1-6 0,-1 1 5 0,-14 1 3 16,18 0 4-16,-1 1 0 0,3-7 14 0,-2 5-2 16,0-6-1-16,-3-2 0 0,-1 0-4 0,-3-8 2 15,-4 3-4-15,1-8 4 0,-7-2 0 0,-1-2-4 16,-2-7 2-16,1 2-1 0,1-1 12 0,-2 1-10 16,0 0 4-16,-2-1-10 0,-4-1-12 0,-35 13-26 0,-22 0-15 15,-8-4-7-15,-9 0-68 0,-15 0-271 0</inkml:trace>
  <inkml:trace contextRef="#ctx0" brushRef="#br0" timeOffset="11360.12">11787 9833 301 0,'0'-2'11'0,"0"0"-2"0,0 0 8 0,0 0-1 15,0-2-2-15,0 1-8 0,0-1 3 0,0 0-2 16,0 2 2-16,0-3 0 0,0 1 30 0,0 2 2 16,0-3 10-16,0-1 20 0,0 1 4 0,0-1 1 0,0 2 0 15,0 1-10-15,0 1 0 0,0 0-6 0,0-2 3 16,0 0-19-16,2 1-20 0,-2-1-5 0,0 0-3 15,0 2-14-15,0 1-2 0,0-1 0 0,0 2 0 16,1 2-1-16,1-1 0 0,-2 3 5 0,4 20-2 0,0 8 11 16,1 7-12-16,-1 2 1 0,2 7-4 0,-1 0 0 15,3 8 3-15,-1 5-1 0,-1 2 1 0,1 2 2 16,2-5-6-16,1-6 3 0,1-4-4 0,-2-6 6 16,0-3 2-16,2-2-3 0,1-2 3 0,-3-3 2 15,2 5-6-15,-4-2 5 0,-1 0-6 0,-2 0 6 0,1 2 3 16,3-2-6-16,-3 4 4 0,-1-4-5 0,0 0 3 15,-4 0 5-15,-4-3-4 0,0-6 5 0,1-4-6 16,-3-4 7-16,2-5-7 0,-1 6 5 0,1-8 2 16,-2 0-3-16,5-6 3 0,-3 0-5 0,2-1-3 15,2-4-12-15,0 0 3 0,-4 0-46 0,-3 3-55 16,-2 1-18-16,-1-3-27 0,-1 1-193 0</inkml:trace>
  <inkml:trace contextRef="#ctx0" brushRef="#br0" timeOffset="11735.34">11256 11297 572 0,'-2'-1'199'0,"-2"-1"-268"0,-13-8 232 0,3 1-127 0,-1 2-17 15,7 5-21-15,1 0 10 0,1 0-14 0,1 0 0 0,1 0 6 16,0 2-2-16,2 0 5 0,1 0 11 0,1 0 5 16,0 0-4-16,1 0 5 0,16 0 6 0,26 0-1 15,3 0 11-15,10-1-7 0,-6 1 20 0,2-4 6 16,4-2-5-16,5 1 5 0,0-3-11 0,4 1-16 16,4-2 3-16,3-1-8 0,5 3-11 0,2 1-2 15,-4 1-5-15,-5 3 4 0,-7-2-5 0,-12 4 1 16,-3 0 3-16,-13 0-2 0,-3 0 2 0,-6 0-4 15,-4 0-1-15,-4 0-1 0,-5 0 4 0,-5 0 4 0,-4 0 0 16,-3 0 2-16,1 0 6 0,2 0-3 0,0 0-5 16,-2 0-1-16,-1-2-20 0,1 0-13 0,-2 1 1 15,0-1-6-15,0 0-10 0,-2 0-33 0,1 0 0 16,-3 2-11-16,-18-7-11 0,3 3-60 0,-1 2-39 0</inkml:trace>
  <inkml:trace contextRef="#ctx0" brushRef="#br0" timeOffset="12017.65">11688 11504 1169 0,'0'-2'33'0,"-2"0"49"0,1 0-46 0,-1 0-31 15,0 0 3-15,2 0-10 0,0 1 2 0,0-1 2 16,2 2-1-16,0 0 1 0,1 0-5 0,20-4-36 15,-3 2 7-15,-1 0-16 0,-5 2 14 0,-4 0 18 16,-3 0 3-16,2 0 5 0,-1 0 8 0,-1 0 1 16,-5 0-1-16,2 0 0 0,0 0-9 0,-1 0 15 15,7 2-3-15,-3 0 8 0,-3-2 1 0,3 2-3 0,-1 0 8 16,7 1-8-16,0-1 4 0,5 2-1 0,-1-2-6 16,7 2 3-16,2-3-5 0,-2-1-5 0,12 2-4 15,-5-2-6-15,8 0-49 0,2-3-82 0,-4-1-55 16</inkml:trace>
  <inkml:trace contextRef="#ctx0" brushRef="#br0" timeOffset="12870.91">11770 7402 188 0,'0'0'16'0,"-2"-2"18"0,0 0 3 0,0 0-10 16,-1 1 1-16,-1-1-4 0,0 0-1 0,1 0 0 15,-1 0 4-15,0 0-1 0,0 0 17 0,3 2 2 16,-3-1 6-16,-2-3-3 0,3 2 9 0,-1 0-7 15,0 0-4-15,0-1-2 0,1 1-15 0,-1 0-7 16,2 0-6-16,0 0 1 0,0 0-15 0,1 0 10 16,-1 1-1-16,2-1 3 0,0 0-16 0,2 0 7 15,-1 0-5-15,3 0 9 0,11-3 4 0,13-3-9 0,7 3 4 16,10 1-7-16,1 4-1 0,12-2 4 0,1 2-6 16,6 0 5-16,4 0-7 0,1 0 5 0,1-2 3 15,1 1 1-15,8-1 6 0,9-2-5 0,13 2 3 16,6 2-4-16,9-4-4 0,4 3 4 0,-10-1 0 15,1 2 2-15,1 0-3 0,2 2 2 0,6 3-7 0,1-1 4 16,-5 0-8-16,-2-1 6 0,2-1-1 0,8 2 3 16,1 0-3-16,4-1 7 0,-6-1 0 0,-9 0 2 15,4 0-5-15,7 0 9 0,3 0-4 0,1-2 5 16,-6 1-3-16,-11-1-1 0,-5 0 2 0,-6 0-2 16,8 0 3-16,3 2-2 0,2-2 3 0,-11 0-2 15,-9 0-5-15,-10 0 4 0,-11 0-6 0,2 0 5 0,-3 0-10 16,-4 0 10-16,-3 0-7 0,-12 0 9 0,-5 0-6 15,-5 0-4-15,-10 0 4 0,-5 0-4 0,-7 0 6 0,-7 0-1 16,0 0 1-16,-7 0-1 0,-1 0 7 0,-3 0-7 16,-1 0-2-16,-1 0-5 0,2 0-38 0,0 0-38 15,-1 0-7-15,-1 0-11 0,-2 0-47 0,-2 2-158 16</inkml:trace>
  <inkml:trace contextRef="#ctx0" brushRef="#br0" timeOffset="13955.03">16276 7521 541 0,'0'-2'18'16,"0"0"-4"-16,0 0 21 0,0 0-3 0,0-1-1 15,0-1-19-15,0 0-3 0,0 2 0 0,0 1-2 16,0-3 0-16,0 2 0 0,0 0 9 0,0-2-4 16,0 3 21-16,0-3 21 0,0 0 1 0,0 0 8 0,0 1-7 15,0-1-2-15,-2 0-9 0,1 1 6 0,-1-1-16 16,0 2-11-16,0 0-1 0,0 0-3 0,0 0-12 16,0 1-4-16,1-1 1 0,-3 0-3 0,0 2-1 0,0 0 4 15,1 0-4-15,-1 2 3 0,0 0-11 0,1 1 5 16,-1 1-3-16,-5 11 5 0,-1 3-2 0,3 3-3 15,1 3 0-15,3 2 0 0,1 4 5 0,2 3-3 16,2 2 3-16,3 1-2 0,1-1-1 0,1 4 0 16,1-6-1-16,1 1 1 0,2 3 3 0,-4-11 0 15,3 4 0-15,-3-4 0 0,1-4 4 0,-1 0-2 16,0 0 0-16,-3-7 0 0,2 4-2 0,-3-2 0 0,-1-6 0 16,0 0 0-16,0-4 7 0,-2 3 0 0,0-5 4 15,0 3-2-15,0-3 14 0,0 1 4 0,-2-3-1 16,2-1 0-16,-13 2-7 0,-9-2-6 0,-6 16 6 15,-2-5-6-15,-1-3-4 0,-8-3 4 0,-4-3-6 0,2 0 5 16,-3-3-7-16,1-1 8 0,11 0-4 0,-5 0 5 16,6 0-4-16,5 0-10 0,-6 0 8 0,12 0-8 15,-1 0 7-15,6 0-4 0,4 0-2 0,-2 0 0 16,10 0-2-16,1 0-10 0,0 0 0 0,-2 0-1 16,0 0 8-16,3 0-12 0,-1 0 9 0,2 2-10 15,0 0 13-15,2 0 2 0,1 0-1 0,5 2 2 0,31 12 0 16,-2-3 2-16,4-2-4 0,14 1 4 0,-8-5-1 15,3 0-4-15,2-1 5 0,-7 0-4 0,1-1 6 16,0 1-5-16,1-1 0 0,-1 1-2 0,-1 1 3 16,-3-1 6-16,-1-1-4 0,0 1 6 0,-9 0-8 0,1-1 1 15,-1 3 0-15,-10-3 0 0,2 3 2 0,-11-3-1 16,-9-3 1-16,0 2-1 0,-1-1 8 0,-3-1-3 16,8 11 4-16,-1 4-3 0,-5-2 5 0,-4 2-6 15,-5 1 5-15,5 3-5 0,-33 3 1 0,-3 0-1 16,3-2-3-16,-8 0 2 0,4-3 4 0,2-4-5 15,-4 5 0-15,4-5-2 0,-2-2 12 0,4 2-11 0,0-10 8 16,-1 7-10-16,5-1 10 0,7-2-11 0,0 0 2 16,3-3-3-16,8-2 3 0,-2 1-2 0,4 1-3 15,9-3 1-15,-1 3 0 0,-1 0-3 0,2-1 3 16,0 3-4-16,2-5-2 0,0 3 6 0,2-2-2 16,2-3 4-16,29 20 0 0,3-6 3 0,1-8-3 0,-2-3 1 15,4-2-8-15,-6 0 7 0,-1 1-1 0,-2 1 2 16,-4 2-6-16,0 1 2 0,-4 0 1 0,-5 1 1 15,-3-1 4-15,-4-1-6 0,1 1 6 0,-4-3-6 16,-1 13 2-16,-1-1 1 0,-3 3 0 0,11 0 2 16,-2 5 4-16,-5 0-6 0,-6 2-1 0,0 0-1 15,-2 2 2-15,-3 1 3 0,-1 5-1 0,0-1 0 0,-1 3-7 16,0 1-2-16,-3 5 3 0,3 1-2 0,1 2 7 16,1-1-8-16,1-3 2 0,4-2-4 0,0 2 7 15,0-4-1-15,0-2 0 0,2-1-1 0,0-6-5 0,1-1 10 16,3 1-2-16,0-2 3 0,1 4-2 0,0 0-1 15,-1-1 2-15,1 3-1 0,1-2 3 0,-1-3-1 16,1 3 1-16,-3-2 0 0,3 4 1 0,-1-1-5 16,-1-7 1-16,-1 6-3 0,-1-8 6 0,-2 1 1 15,0 1-3-15,0-8 2 0,-1 9-4 0,1-7 1 16,0 3 6-16,-2-7-3 0,0-4 1 0,0 5 3 16,0-4-3-16,0-2 3 0,0 4-7 0,0-7 8 0,0 1-6 15,0-1 8-15,0-5-1 0,0 1-3 0,0 2 5 16,0 0-4-16,-2-1 4 0,2 1-6 0,-2 0 0 15,1-2-1-15,1 0 2 0,-2-1-11 0,0 1-5 0,0 0-5 16,0 0-28-16,2 0-22 0,0 0 6 0,-2 0-13 16,0-1-10-16,1 1-100 0,-1 0-21 0</inkml:trace>
  <inkml:trace contextRef="#ctx0" brushRef="#br0" timeOffset="14347.43">15719 10653 433 0,'-2'0'92'0,"1"-2"-88"15,-1 2 104-15,-13-5-46 0,4 1-23 0,3 2-19 16,1 0-7-16,5 2-3 0,0 0-16 0,-2-2 9 15,1 1-1-15,1-1 5 0,0 2-1 0,0 0 20 0,2 0 0 16,2 0 5-16,0 0 3 0,15 0-4 0,22 0 7 16,14-2-5-16,1 0 4 0,8-2-5 0,-1 1 3 15,-5-1-1-15,3 0 11 0,0 0-5 0,-1 1-3 16,-2-1 0-16,3 2-7 0,-1 2-7 0,3 0 0 16,-2 0-3-16,-7 0-7 0,-3 0-5 0,-9 0 0 0,-6 0-1 15,-1 0-2-15,-3 2 3 0,-10 0 0 0,-9-2 1 16,-5 0 2-16,-2 0-10 0,-2 0-2 0,-1 0-6 15,3 0-25-15,0 0-35 0,-2 0-2 0,-2 0-11 16,0 2-8-16,-4 0 0 0,-18 3 9 0,-23 3-6 16,4-5-2-16,1 1-115 0</inkml:trace>
  <inkml:trace contextRef="#ctx0" brushRef="#br0" timeOffset="14518.87">15924 10802 127 0,'-2'0'48'0,"0"2"50"0,0-1 0 0,0 1-10 16,0 0 8-16,0 0-8 0,1 0 12 0,1 0-21 15,0 1-7-15,0 1-3 0,1 0-17 0,14 3-1 16,24 6-1-16,0-5-1 0,2-5-11 0,0-3 6 16,2 0-8-16,1-3 6 0,-1-3-14 0,1 1-12 15,-1-1 4-15,4 0-8 0,-7 1-4 0,-2 1-42 16,1-1-8-16,-6 1-17 0,2-2-60 0,-3 1-55 16,-2-3-103-16</inkml:trace>
  <inkml:trace contextRef="#ctx0" brushRef="#br0" timeOffset="14980.64">17138 8462 277 0,'0'-2'60'0,"-2"1"126"0,0-3-168 0,0 0-7 15,0 0-5-15,1 1-1 0,-1 1-15 0,0 0 14 16,0 2 5-16,2 0 4 0,0 2 21 0,0 2-8 16,0 3-3-16,0 23 0 0,0 1 4 0,2 6 5 15,2 2 4-15,3 6-3 0,-1-8 0 0,-1-2-19 16,3 2 1-16,-1-9-7 0,0 0 5 0,1-2-7 15,-3-7 5-15,1-1-6 0,0-1-1 0,-1-6 4 16,-1 0-4-16,-2-5 6 0,0-1 3 0,-1-1 3 0,-1-2 8 16,2 2-3-16,0-1 13 0,0-1-8 0,0 0-2 15,0-2-1-15,0 0 2 0,-1-2-6 0,-1-1 8 16,4-16-6-16,0-13 11 0,0-7-4 0,-3 2 0 0,1-9-1 16,0-2-10-16,2-1 7 0,3-3-9 0,3 6 10 15,-1 7 2-15,0 0 13 0,-1 4-2 0,1 7 3 16,2-2-8-16,0 8-17 0,0 3 6 0,-1 4-12 15,-1 2-4-15,2 4-10 0,7 2 1 0,5 1-3 16,-10 4 4-16,13 0 3 0,-8-11-3 0,3 4 4 16,1 4 3-16,-7 3-32 0,2 2-4 0,-8 0-13 15,2 3-29-15,6 5-10 0,-4-1 2 0,2 3-5 0,-6-3 0 16,2 13-77-16,-2 5-28 0</inkml:trace>
  <inkml:trace contextRef="#ctx0" brushRef="#br0" timeOffset="15297.24">17762 8925 643 0,'0'0'27'0,"-2"0"36"0,0 0-13 0,0 0-9 16,-2 1 3-16,3-1-6 0,-11 8-15 0,3-1 3 16,0 12-6-16,3 1 5 0,3 1-8 0,1 1-4 0,-13-2 1 15,4 3-2-15,5-1 7 0,6-3-3 0,0-1 5 16,2-1-3-16,4 0 14 0,-1-6 13 0,-3 4 0 15,18-8 4-15,3-1 6 0,1-3-12 0,2 14-2 0,4-8-4 16,-1-3-5-16,3-6-9 0,-2-2 8 0,-4-4-8 16,-4-1 8-16,2-4-4 0,-2-2-1 0,-9 4 0 15,4 1 7-15,-4-14-11 0,-9 0 2 0,7-4-6 16,5 0 0-16,-4-2-11 0,-7-2 7 0,-5 0-9 16,-5-1-2-16,-7-3 3 0,-1 3-8 0,-3-3 3 15,-3 3-22-15,14-3-44 0,-25-5 0 0,-2 10-20 16,-1-5-48-16,-2 4-247 0</inkml:trace>
  <inkml:trace contextRef="#ctx0" brushRef="#br0" timeOffset="16930.93">16221 7306 179 0,'0'0'24'0,"-2"0"41"0,0 0-7 0,0 0-11 16,0 0 7-16,0 0-11 0,-1 0-2 0,-1 0 5 16,0 0 1-16,2-2 1 0,0 0 3 0,1 0-10 15,-1 0-2-15,0 0-2 0,0 0-2 0,0 1-17 16,0-1 6-16,2 0-9 0,0 0 6 0,0 0-10 16,2 0 4-16,0 0-5 0,2-1 11 0,1-1-12 0,19-9 3 15,4 0-6-15,4 2 2 0,5 2-8 0,4 1 4 16,5 1-4-16,14-1 6 0,5-1 4 0,3 2-6 15,18-5 6-15,-10 5-5 0,9 1-2 0,3 1 7 16,-5-1-6-16,12 1 6 0,7 3-3 0,6-2-6 0,9 2 4 16,-4 2-1-16,-4-2-3 0,-3 1 5 0,6-3-5 15,1 0-5-15,9 4 3 0,1-4 1 0,-10 1 1 16,-1 1 7-16,-6 2 2 0,-1 0-7 0,1 0 5 16,4 0-6-16,-4 0 0 0,-10 0 3 0,-14 0-3 15,-12-4 2-15,-10 2 3 0,-6 2-4 0,-4 0 4 16,-8 0-3-16,-1 0 1 0,-9 0 0 0,-8 0-1 0,0 2 2 15,-9-2-1-15,-4 0 2 0,-3 0-1 0,-3 0 8 0,-1 0-1 16,0 0 1-16,-1 0-2 0,1 0-4 0,0 0 1 16,-2 0-1-16,-1 0 2 0,1 0-2 0,0-2-6 15,0 0 3-15,-2 1-5 0,0-1 0 0,0 0 4 16,0 0-3-16,0 0 5 0,-2 0-2 0,0 0 0 16,0 2 1-16,1 0-1 0,-1 0-4 0,0 0 0 15,-2 0-5-15,0 0 4 0,1 0-6 0,-1 0 6 16,0 0 0-16,1 2 1 0,-1 0 0 0,2 0-3 15,0 0 3-15,0 0-4 0,0 0-2 0,1-1 2 16,-1 3 0-16,0 0 3 0,0 0 3 0,-4 5-3 0,-1 8-4 16,1-3 1-16,1 3 2 0,-1 2-4 0,1-1 6 15,1 1-6-15,0 1 9 0,-1 3-2 0,-3 3-1 16,1 1 0-16,-1 3 5 0,1 2-6 0,-2 1 3 16,1 4-3-16,1 2 1 0,-2 4-1 0,1 0 0 0,3 1-1 15,1 1 0-15,0-4 6 0,2-1-7 0,2-2 5 16,0-3-9-16,0-2 7 0,2-3 0 0,2-6 2 15,0 0 4-15,-1-5-2 0,3 1 6 0,-1-5-5 16,1-2 1-16,0 0 8 0,-3-7-10 0,1 1 10 16,-2-3-7-16,-2-2-3 0,2 1 7 0,-2-1-4 15,2 2 16-15,-1 0 5 0,1-1-5 0,0 1 4 0,-2-2-5 16,0 0-10-16,-2 0 4 0,-5 1-7 0,-25 7 0 16,1-5-8-16,-1-1 7 0,-1-2-7 0,1-2 5 0,-3 0 3 15,0 0-8-15,1 0 6 0,1 0-12 0,-1 0 5 16,1 0 4-16,13 0 1 0,1 0 1 0,4 0-6 15,8 0-1-15,-8 0-2 0,0 0-1 0,11 0-8 16,2 0 5-16,-1 0-5 0,-1 2-3 0,2-1 10 16,0 1-6-16,0 0 8 0,2 0-3 0,0 2 3 15,2-1-3-15,0 1 3 0,26 5-4 0,5-1 7 16,1 1-2-16,-1 0 2 0,3-1 3 0,-3-1-3 16,2 1 8-16,2-1-6 0,2-1 7 0,2-1-4 0,6 3-3 15,-3-5 2-15,6 3-3 0,-1 0 3 0,-1 1 3 16,0 0-2-16,-7 3-3 0,-8-1-3 0,-1 0 1 15,-8 2 1-15,0 1 6 0,-5-3 0 0,-10-2-6 16,-1-1 4-16,-7-1-5 0,3 1 12 0,0 0 2 16,0-1 2-16,-3 1 2 0,-1 1 3 0,-3 4-6 0,-5-3 4 15,-33 3-10-15,-5-2-1 0,-2 0 1 0,-10 1-2 16,4-3 1-16,-1 2 1 0,-1-1 1 0,9 3-1 16,1-2-7-16,7-1 3 0,4-1 2 0,3-3 0 15,4 5 2-15,2-3-8 0,4-1 0 0,7 3-2 16,0-5-1-16,12 3 0 0,-3 0-2 0,4-3 1 15,-1 3-7-15,-3 3 1 0,2 0 1 0,2 3 2 0,2-5 8 16,2 4-2-16,2-5 0 0,16-3-2 0,16 3-2 0,-3 14 8 16,6-7-5-16,2-3 5 0,2-5-11 0,3 1 7 15,4-2 0-15,-7-3 1 0,1 3 3 0,-6 0-4 16,-7-1 0-16,-3 1-1 0,-8-2 1 0,-3 0 4 16,2 2-5-16,-12-3 3 0,4 3-5 0,-1 0 1 15,-7-2 4-15,3 1-2 0,3 9 3 0,0 8 1 16,-3-1-3-16,-6 5 1 0,0-2-2 0,-4 6-1 15,-3-2 3-15,-2-4-2 0,-3 2 4 0,-1-1-4 16,-1 1 0-16,1 0-2 0,0 0 0 0,0 2 2 16,1 0-3-16,1 2 2 0,4 3-4 0,1 1 5 0,1 3-4 15,1 4 3-15,4 4-7 0,0-2 6 0,0 3 2 16,4-3 0-16,-1 0 1 0,-1-2 0 0,-2 0-2 16,-2-2 1-16,2-2-3 0,2-1 3 0,0-3-2 0,0-5 2 15,-2 2 0-15,0-4 1 0,-2 2 0 0,0-1 2 16,2 1-6-16,0 0 4 0,-2 0-2 0,-1-4 2 15,-3 2-4-15,2-2 2 0,1 1 1 0,1-3 1 16,0-2-1-16,2-1-1 0,0-2-1 0,0-2 1 16,0 0 2-16,0-4 2 0,0 2-1 0,0-1 1 0,0-3-3 15,0-1 5-15,0-4 0 0,0-1 1 0,2 3 7 16,0 0-5-16,0 0 1 0,-1-1-1 0,1 1 3 16,0-2-6-16,0 0 3 0,0 0-6 0,-2-1-12 0,0 1-26 15,0 0-9-15,0 0-8 0,0 0-51 0,0 0-114 16,0 0-11-16,-2-1-51 0,0 1-209 0</inkml:trace>
  <inkml:trace contextRef="#ctx0" brushRef="#br0" timeOffset="17249.5">18866 10497 735 0,'-1'-2'27'0,"-1"1"3"0,-2-3 48 0,0-4-30 0,-9-5 23 16,4 10-57-16,3-3-3 0,1 2-3 0,3 4-2 15,2-1-16-15,-4-3 10 0,1 0 1 0,1 2 4 16,2 0 7-16,0 1 3 0,2-1 2 0,1 2 3 16,34-11 17-16,8 3 3 0,5-1 0 0,0 1 1 15,6 1 4-15,3 0 7 0,1 1-1 0,1-1 1 0,0 1-13 16,2 2-11-16,4 2 0 0,0 4-4 0,6 0-10 15,-1 2 3-15,-1-2-9 0,-3 0 7 0,-6 1-13 16,-5 1 3-16,-11 0 1 0,-3 1 0 0,-8 1 4 16,-5-1-1-16,-6 1 2 0,-5-2-3 0,-4-2 4 0,-6-1-7 15,-3-1-3-15,-5 0-2 0,1 0-25 0,2 0-39 16,0 0 2-16,-2 0-16 0,-1 0-10 0,-1 0-50 16,-1 2-9-16,-1-2-26 0,-34 6-140 0</inkml:trace>
  <inkml:trace contextRef="#ctx0" brushRef="#br0" timeOffset="17422.23">19086 10666 531 0,'-2'0'85'0,"2"0"-2"0,-2 0-5 0,2 0-4 16,0 0-27-16,0 0 8 0,2 0 1 0,0 0 2 0,12 2-2 16,16 4-13-16,7-3-10 0,4 1-4 0,4-4-1 15,1 0-7-15,4-2 0 0,2-2-1 0,6-1 0 16,-3-1-8-16,1 1-15 0,-2-1-8 0,2 1-7 15,-4-1-60-15,-2-1-61 0,-6-1-30 0</inkml:trace>
  <inkml:trace contextRef="#ctx0" brushRef="#br0" timeOffset="18126.64">20367 8225 591 0,'0'-2'16'0,"0"0"14"0,0 0 9 15,0 0 7-15,0 0-18 0,0 0-29 0,0 1 6 0,0-1-12 16,0 2 14-16,0 0 7 0,0 0-1 0,0 2 3 16,-2 1 7-16,-2 14 2 0,-1 15 6 0,-1 7-3 15,2 1 7-15,-1 5-11 0,1 9 0 0,0 2-4 16,2 1-4-16,2 4-3 0,0-11-2 0,0 2-1 16,0-5-16-16,0-10 11 0,0 0-1 0,0-13 7 15,0 0-1-15,0-3-6 0,0-4-1 0,0-4 0 0,0-4-1 16,0-2 3-16,0-3 7 0,0 0-4 0,-1-1 3 15,-1-1 1-15,0 0-11 0,0 0 7 0,0-2-11 16,-2-2 8-16,1-2-3 0,-1-12 5 0,-2-16-9 0,1-3 3 16,-1-4 5-16,4-2-3 0,-24-9 1 0,12-6 0 15,8-5-4-15,6-2 3 0,4 2-2 0,5 5 1 16,2 8-2-16,4 3 2 0,0 4 7 0,0 6 4 16,1 3 1-16,-12 8 0 0,18 2 1 0,4 5-12 15,6 2 9-15,-8 4-11 0,10 0 1 0,5 5 9 16,-4 1-8-16,4 3 10 0,-4 0 1 0,-7-16-9 15,-2 8 8-15,-2 5-9 0,0 5-1 0,-2 2 3 0,-5 1-9 16,-6 3 7-16,-1-1-4 0,-9-3 5 0,12 19 3 16,-3 3-1-16,-7 2-2 0,-3 2 2 0,-7 0 2 15,-4-1 0-15,-6 1-5 0,10-2 7 0,-23 0-10 16,-5-2 10-16,5 4-4 0,-5-2-1 0,-4-2 3 16,9 1-4-16,-9-5-5 0,9 2 4 0,10 1 2 0,-2-7 0 15,11 1-5-15,1-10 1 0,5 3-1 0,-5-5 2 16,9-1-2-16,-5 3 1 0,0 1-7 0,5-1 4 15,-1 2-11-15,2-5 17 0,0 4-3 0,0-5 7 16,2 1-4-16,-2-2 7 0,24 2 1 0,5-1 1 16,-4 1-6-16,10 0-4 0,-6 1 3 0,9 3-3 0,-3 1 2 15,-7-5 6-15,-2 3-5 0,-4 1 3 0,-5-1-31 16,-2 0-64-16,-2 3-5 0,-4-3-21 0,0 2-35 16</inkml:trace>
  <inkml:trace contextRef="#ctx0" brushRef="#br0" timeOffset="18483.74">21109 8795 860 0,'0'-2'33'0,"0"0"51"0,-3-15-36 0,1 8-10 0,0-2-1 15,2 7-5-15,0 2-11 0,0 0-19 0,0-3 7 16,0 3-10-16,-2-2-4 0,0 0 3 0,0 3-3 15,1 1 5-15,-3 0 14 0,-2 1-10 0,-7 7 4 0,2-6-6 16,-2 29 3-16,0-5-1 0,0 6 3 0,0-6-2 16,2 2 1-16,0 0-3 0,2-1-4 0,-1 1 1 15,3 0-6-15,3-2 6 0,0 0 0 0,-12 0 3 16,6-4 3-16,5 1 14 0,3-5 1 0,2 1 5 16,2-2 11-16,0-4 0 0,1-2-4 0,3 0 2 15,-2-6-5-15,9 1-10 0,7-2 5 0,8-2-7 0,2-1 0 16,-1 18 2-16,10-6-7 0,-5-9 4 0,9-4-6 15,-3 0-4-15,-1-6 4 0,4-1-4 0,-6-1 5 16,2-1-6-16,-7 2 5 0,-6-1-5 0,-2-1 4 16,-6 1-13-16,1 1-14 0,-8 1-3 0,0 1-71 0,-3 1-54 15,-5 2-129-15</inkml:trace>
  <inkml:trace contextRef="#ctx0" brushRef="#br0" timeOffset="19496.72">19186 7038 57 0,'0'0'33'0,"-2"0"-1"0,0 2 37 0,-2 0-5 16,-3 0-7-16,-10 3-9 0,8-1-2 0,0 0-2 15,1-1-7-15,3-1 0 0,-1 0 0 0,2 0 1 16,1 0-1-16,-1 0 0 0,2 0 2 0,0-1 0 16,0 1 6-16,1 0-6 0,1 0-4 0,0 0 0 15,1 0-8-15,3 0-5 0,15 3 1 0,10 1-2 0,7-4 3 16,1-2-3-16,4 0-2 0,5-4 0 0,6-2-7 15,11 3 6-15,10-1-1 0,6 2 0 0,9 0-10 16,6 0 3-16,-3-5 1 0,2 3 1 0,2-1-2 0,0-1 0 16,12 6-5-16,10-4 3 0,6 1-8 0,1 3 11 15,-3-4-1-15,-4 2 4 0,-2 2-4 0,8 0 4 16,3 0-8-16,-2-6 6 0,1 3-9 0,-10-1 5 16,-6 0 4-16,5 2-3 0,1-1-3 0,3-1 1 15,-2 2-5-15,-11 0 3 0,-4 0-6 0,-8-3 8 16,-6-3-2-16,0 3 3 0,-7-4-3 0,-2-1-4 15,-4 1 6-15,-13 2-5 0,-5-1 7 0,-11 3-2 0,-12 1 0 16,-9 0-1-16,-2 0-2 0,-7 3 3 0,-4-1 1 16,-3 2 1-16,-3 0 3 0,-1 0 7 0,-2 0-9 15,2-2 9-15,-1 0-3 0,1-2-2 0,-2 1 6 16,0-1-7-16,-2 0 0 0,2-3-6 0,-2 1 4 0,0-1-4 16,0-1 5-16,-2 1-9 0,-2-2-1 0,4 7-2 15,-5-2 2-15,-10-7 2 0,-2 2-1 0,-5-1 0 16,0 5 2-16,-4 1-11 0,0 4 4 0,-2 2-6 15,0 3 12-15,2 5-3 0,2 1 1 0,0 4-2 16,3-13 0-16,-3 24-4 0,4 0 4 0,1-2-2 16,-1 4 5-16,7-6-4 0,3 4-1 0,5-8-2 0,1 1-2 15,-9 0-1-15,6-5 4 0,3 3-3 0,4-2 2 16,0-2 4-16,2-4-7 0,1-1 7 0,3-1 1 0,9-5 6 16,18 4-2-16,-1-3 3 0,1-1-4 0,8 0-4 15,-4 18 7-15,0-8-6 0,-1-11 7 0,-5-1 3 16,1-3-8-16,-4-3 6 0,-4 1-1 0,-2-3 0 15,-3 1 9-15,-5 1-7 0,-1 1 1 0,-7 1 7 16,-2 2-8-16,3-7 9 0,2-8-7 0,-5 4-6 16,-4-6 2-16,-5 1-4 0,-3 5 0 0,-5-4-3 15,-26-1-1-15,-2 8 0 0,-3-3-6 0,-8 6-14 16,5 3-1-16,-1 0-6 0,0-20-25 0,7 15-30 16,4 9-5-16,9 2-12 0,8 0-60 0</inkml:trace>
  <inkml:trace contextRef="#ctx0" brushRef="#br0" timeOffset="20123.78">23898 5972 661 0,'0'-3'79'0,"0"-8"24"0,6-32-31 16,-1 6-54-16,-1 11 8 0,0 2-15 0,-1 7-6 15,1 2 5-15,-2 6-5 0,0-1 1 0,0 3-7 0,-2 3-1 16,0 1-1-16,0 1 13 0,2-2-1 0,-1 0-1 16,1 1 1-16,0 1-7 0,0 0 9 0,0 0-3 15,0 0 5-15,0 0 0 0,-1 2 9 0,-1 0-2 16,0 2 2-16,0 2-15 0,0 11-3 0,0 11-1 0,0 0 1 16,0 3-2-16,0 3 3 0,0 0-1 15,0 1 0-15,0 6-5 0,0 2 4 0,2 2-4 0,2-5 4 16,0 3-3-16,1-4 0 0,1-3 6 0,1 1-5 15,1-7 7-15,1 0-7 0,-2-6 1 0,1-3 0 16,1 1 8-16,-1-5 2 0,-1-2-3 0,0-2 2 16,1 0-2-16,-4-3-2 0,-1-3 7 0,1 1-3 0,0-2 17 15,-1-1 43-15,-1-3-13 0,2 2 18 0,5 2-34 16,1-2-13-16,3-2-4 0,1 0-2 0,1-4-13 16,4-3 8-16,-1-6-5 0,5 5 6 0,-3-23-2 0,-3-3-3 15,0 1 4-15,-4-6-4 0,3 0 10 0,3-4-11 16,-1 2 2-16,-1 2-5 0,-4 2 4 0,-2 6 1 15,-5 3-3-15,1 5 1 0,2 7-7 0,-3 5-4 16,5 1 4-16,-7 5-5 0,1-3-1 0,-5 6-2 16,4-1-2-16,-2-1-1 0,0 0-5 0,0 2 1 15,0 1-3-15,-1-1 1 0,-1 2-28 0,0 0-28 16,-1 2 1-16,-1 1-12 0,-13 23-19 0,-2 10-34 16,4-3-23-16,2 0-1 0,6 3-68 0,3 1-40 0</inkml:trace>
  <inkml:trace contextRef="#ctx0" brushRef="#br0" timeOffset="20465.97">24706 6591 293 0,'0'0'127'15,"0"0"18"-15,0-2-10 0,0 0-50 0,0 0-8 16,0 0-27-16,0 0-22 0,0 1 6 0,0-1-10 16,-2 2 6-16,0 0-5 0,0 0 2 0,0 0-4 15,1 0-7-15,-3 0 2 0,0 2-4 0,2-1 3 0,-1 1 0 16,-1 0-1-16,2 2-3 0,0 0 2 0,-5 9-5 15,1 1 1-15,4-1 5 0,2 4-3 0,0-2 4 0,2-2 4 16,2 0 1-16,1 0 1 0,5 2-3 0,-7-4 1 16,22 4 3-16,4-2-1 0,1-8 3 0,2 6 8 15,7-5-8-15,-4 0 8 0,4 16-16 0,4-9 7 16,-1-8-3-16,-1-5 4 0,2 0-7 0,-4-3 0 16,-4-3 4-16,2-1-3 0,-9-1-7 0,-4 1 2 15,-2-2-4-15,-7 1 6 0,-2 1 4 0,-5 1-6 16,-1-7 2-16,-3-5-3 0,-2-1-3 0,13-3 2 15,-6 1-5-15,-5-1 3 0,-4-2-6 0,-6 4-1 16,-5-1 3-16,-2 3-3 0,-4 1 4 0,-22 2-20 0,0 2-3 16,-13 4-11-16,2-1-41 0,-4 7-24 0,-3 1-18 15,1-26-13-15,0 17-169 0</inkml:trace>
  <inkml:trace contextRef="#ctx0" brushRef="#br0" timeOffset="34800.68">27116 3908 134 0,'0'0'16'0,"0"-2"17"16,0 0 26-16,0-2 6 0,5-16-4 0,-1 1-19 0,0 1-20 15,-2 7-6-15,1-4 0 0,-1 5-15 0,0 3 14 16,-2 3-3-16,0 1 7 0,2-3 0 0,-2 4 6 16,0 0-2-16,0 0 3 0,2-1 3 0,0-1 2 15,0 0-5-15,-1 2 0 0,1 1-21 0,0-1 19 16,-2 2 1-16,0 0 5 0,0 2-4 0,0 1-12 15,-13 29 2-15,-4 1-5 0,-1 1-6 0,16-3 2 0,-22 5-5 16,0-1 3-16,0 0-4 0,3 0-1 0,-3 4 3 16,0 0-3-16,0 2 4 0,5 4 3 0,-1-1-2 15,5 6 2-15,-2-1-7 0,1 3 9 0,1 3-3 16,0-4 3-16,2-3-13 0,0-5 10 0,2-10 2 0,1 0 3 16,-3-5-2-16,6-5-6 0,3-5-1 0,-3-7 0 15,-2 0 3-15,3-1 3 0,2-5 2 0,2-1 1 16,2-2-2-16,0 0 37 0,-1 1-7 0,-1 1 16 15,0 0-18-15,0-2-21 0,2 0-4 0,0-2-3 16,0-2-7-16,0-2 8 0,17-33-4 0,-1-4 3 16,-1-4-14-16,4-1 6 0,-1-6-3 0,1-4 3 0,0-1 0 15,-3 3 2-15,3 0-2 0,1 2 0 0,1 6-6 16,-1 1 0-16,2 1 2 0,1 1-1 0,-1 2 4 0,2-4-4 16,-2 1 1-16,4-6-3 0,-2-2 7 15,-3-4 1-15,-4-2-1 0,-4 5 0 0,-2 4-1 0,-4 8 0 16,1 8 3-16,-3 9-1 0,-1 2 7 0,-2 5-2 15,-2 6-1-15,0 2 1 0,0 5-3 0,0 0-4 16,0 0-1-16,0 1-2 0,0 1 2 0,0 0-6 16,-2 2 6-16,0 0-5 0,0 2 11 0,-2 3-10 15,-12 27 5-15,3 1-9 0,3 3 5 0,3 3-5 16,0-2 5-16,3 2-4 0,2 2 8 0,2-4-13 0,0 0 7 16,4-2-6-16,1-1 11 0,3-1-4 0,1-1 5 15,0-1-2-15,2-1 6 0,2 3-4 0,2 1-2 16,2 3 1-16,2 2 0 0,1 2 2 0,0 1 0 15,5 5 1-15,-1-1-4 0,0 2 5 0,-2-1 1 0,-1-8 1 16,1 2-5-16,-4-12 1 0,-12 5 0 0,13-6 4 16,-6-4 8-16,0 0-6 0,-6-7-1 0,0-1-1 15,3-1-3-15,-3-4 1 0,-1-1 4 0,-1-3-2 16,1-1 7-16,-4-1-5 0,-2-3-6 0,0 0 1 16,2 2-2-16,1-1-3 0,1 1-6 0,0 0-3 15,-2 0-24-15,-1-1-18 0,1-1-1 0,-2 0-9 16,0 0-29-16,-2 0-15 0,-1 0-21 0,-16 5-10 0,-9-1-179 15</inkml:trace>
  <inkml:trace contextRef="#ctx0" brushRef="#br0" timeOffset="35002.33">26778 4591 746 0,'0'-2'12'0,"0"0"33"16,0-26-3-16,-2 10 18 0,2 3-32 0,0 9-21 0,0 3 4 15,2-3-10-15,2 1-2 0,7-1-2 0,15-3 2 16,4 5-1-16,-1 0 2 0,6-1 2 0,3-1 1 16,-1 1 0-16,0-5-4 0,-2 5-19 0,-1-16-2 15,1 6-8-15,0 8-23 0,2 3 4 0,2 1-7 16,4 3 6-16,-6 0-14 0,0 0 4 0,8 0-14 0</inkml:trace>
  <inkml:trace contextRef="#ctx0" brushRef="#br0" timeOffset="35452.71">27667 4483 251 0,'0'0'57'0,"0"0"-5"15,0-2 27-15,0 1-2 0,-2-1-10 0,1 0-7 16,-1 0-5-16,0-2 0 0,0 1-4 0,2 1-13 0,-4-6-6 16,1 1 0-16,1 1-4 0,0 1-10 0,0 1 0 15,0 0-12-15,0 1 6 0,0 1-22 0,1 0 7 16,1 0 3-16,0 2 0 0,0 0 0 0,0 2 6 15,0 0-7-15,0 1 4 0,3 14-9 0,3 5 11 16,1 8-4-16,1 0 6 0,-3-4-8 0,3 5 1 16,1-3 2-16,-2-2-2 0,3 0 4 0,-1-2-7 15,-2-7 4-15,5 4-3 0,-3-3 2 0,-2-5 7 16,3 4-8-16,-3-4 7 0,4 4-3 0,-3-5 2 0,-1 0-5 16,2 1 3-16,-3-4-8 0,1 2 4 0,-1-2 4 15,1 1-2-15,-1-3 7 0,-4-3-6 0,0-1 5 16,-2-1-4-16,0 0 13 0,3 2 18 0,1 0 11 15,-2-1 1-15,0-1 22 0,0 0-40 0,-1 0-4 0,1 0-10 16,0-2-5-16,0 0-1 0,0-2 3 0,0 0-3 16,1-4-7-16,9-18 0 0,-1 0 3 0,0-7-1 15,-2-5 9-15,-1-3-3 0,1-7-2 0,-2 0 2 16,1-3 1-16,-1-1 6 0,2-4-7 0,4 4 5 16,-3 4-8-16,-3 7-6 0,-1 5 8 0,-4 5-9 15,-1 4 1-15,1 3 2 0,0 4-5 0,0 3 4 0,0 0-1 16,-2 4-11-16,0 1-4 0,0 5-5 0,0-1-23 15,0 3-28-15,0 1-8 0,0 0-11 0,0 0-58 16,0-2 34-16,0 1-19 0</inkml:trace>
  <inkml:trace contextRef="#ctx0" brushRef="#br0" timeOffset="35622.1">28436 4147 967 0,'0'-2'12'0,"0"1"9"0,0-3 2 16,0 0 5-16,0 0-33 0,0 1-25 0,2-1-18 16,0 0-5-16,1 2-89 0,-1 2-52 0</inkml:trace>
  <inkml:trace contextRef="#ctx0" brushRef="#br0" timeOffset="35797.24">28490 4260 215 0,'0'0'29'0,"0"0"-3"15,0 0 22-15,0 2 1 0,2 0-5 16,0 0-13-16,-1 0-9 0,1 0-8 0,0 1 2 0,2 1-14 16,3 2 6-16,10 5 3 0,3 0 0 0,3-2-4 0,-3-1-4 15,1-5-7-15,-3 1 1 0,-1-2-32 0,0-2-42 16,-1 0-12-16</inkml:trace>
  <inkml:trace contextRef="#ctx0" brushRef="#br0" timeOffset="36278.06">29260 3416 960 0,'0'-4'11'0,"-1"-29"-12"16,1 7 46-16,0 11-22 0,0 4-3 0,0 3-6 15,0 4-16-15,0 1-13 0,0-1-1 0,0 2-2 16,0 0 8-16,0 0 7 0,0 1 1 0,0-1 0 16,0 2-9-16,0 0 16 0,0 0 0 0,0 2 7 15,0-1 0-15,0 3-2 0,0 11-1 0,0 13 0 0,0 3-2 16,0 7-11-16,1 10 3 0,-1 0-5 0,2 11 9 15,-2 3 1-15,0-5-3 0,0 1 2 0,0-8 2 0,4-5-6 16,0-8 4-16,-1-6-4 0,3-3 7 0,0-2-7 16,-1-4 5-16,1-3-6 0,1 1 3 0,1-5 4 15,-1 0-5-15,-1-4 4 0,-1-1 7 0,-1-5-1 16,-4-3 7-16,9 0-4 0,0 5 13 0,3-1-1 16,-3-2 3-16,4-3-3 0,4-1-7 0,-1-3-1 15,1-5-4-15,-2-1 3 0,-2 0-3 0,-2-17-1 16,4-2 0-16,-2-9 0 0,2 0 4 0,-2-10-6 15,-2-5 4-15,4 2-4 0,-1-8 2 0,-1 3 1 0,4-1-3 16,-6 2 2-16,0 10 1 0,-3 7-7 0,-4 7 0 16,-3 4-3-16,1 4-2 0,2 5 2 0,-2 0 1 15,5 6 0-15,-1 2 2 0,-4 3-13 0,-2 2-3 16,0 1-6-16,0 1-34 0,0-2-12 0,0 2 0 16,-2 0-5-16,0 1-13 0,-2 1-4 0,1 0-13 0,-3 1 0 15,-1 3-97-15</inkml:trace>
  <inkml:trace contextRef="#ctx0" brushRef="#br0" timeOffset="36589.51">29894 4001 647 0,'0'0'16'0,"-2"0"-1"0,0 0 8 15,0 0 2-15,-2 1-4 0,2-1-2 0,-11 6-16 16,4 0 5-16,-4 1-8 0,4-1 4 0,7-6 0 15,-4 7 3-15,1 2 0 0,-1 1 15 0,4-3 0 16,1 0 0-16,1-3 3 0,0 2 18 0,0-3 0 16,0-1 0-16,3 0-3 0,21 13-17 0,2-4 1 15,0-3 0-15,2-5 1 0,-4-3-4 0,1 0 10 16,-1-3-7-16,-4-3 8 0,2-1 1 0,-5 1-3 0,-2-1 7 16,-6 1-7-16,-1 0 0 0,-3-5-11 0,-3-5-1 15,9-1-4-15,-2-2-7 0,-3-1 0 0,-4 1 0 16,-2-1 0-16,-4 3-7 0,-1 2-3 0,1 6-10 15,-2 0 3-15,-3 1-31 0,-13 6-21 0,-4 1 4 0,-2-14-13 16,-2 9-19-16,-7 6-24 0,-4 4-1 0,-3 5-19 16,3 4-142-16</inkml:trace>
  <inkml:trace contextRef="#ctx0" brushRef="#br0" timeOffset="36890.18">29119 4701 807 0,'-2'-2'15'0,"1"0"-4"0,-1-2 13 16,0 0 6-16,-9-5-8 0,-6 2-13 0,8 5-12 16,1-4 0-16,5 4-4 0,-1 1-4 0,2-1 15 15,0 2-5-15,0 0 10 0,0 0 13 0,2 0-5 16,2 0 10-16,30 0-10 0,12-6 3 0,7-3 9 15,1-2-3-15,1-4 5 0,9 0-10 0,6 0 2 0,5-2-5 16,7 4 5-16,5 0 1 0,2 2-9 0,-3 2 5 16,-10 0-8-16,-7-1-2 0,-9 1-2 0,-6 5 0 15,-8 4 1-15,-5 2 1 0,-4 2-8 0,-7 2-2 16,-7-3-2-16,-3 3-32 0,-7-2-44 0,0-1-2 0,-7-1-12 16,0 0-7-16,-2 2 8 0,-2-2-6 0,0 1 4 15,-8 7-18-15,-16-1-19 0,-15-4 0 0</inkml:trace>
  <inkml:trace contextRef="#ctx0" brushRef="#br0" timeOffset="37263.82">29374 4784 246 0,'0'0'44'0,"0"0"-4"16,0 0 15-16,0 0 0 0,-2 0-13 0,2 0-15 0,0 0 6 16,0 2 1-16,0 0 1 0,0 0-1 0,0 0-6 15,0-1-3-15,0 1 1 0,0 2-8 0,0 0-6 16,4 9 2-16,3 5-2 0,0 1 4 0,1 1-6 15,-1 2-4-15,1 4 0 0,-1 2-5 0,1 4 3 16,-3 1 4-16,1 1-2 0,1 1-1 0,0 4 1 16,1-6 0-16,1 3 2 0,0-1 6 0,3-5-3 15,1 5 3-15,-2-3-2 0,-2-10 4 0,2 2 3 16,-2-7 1-16,-1-4 1 0,-1-4 7 0,-5-3 8 0,7-3 3 16,8-1 2-16,-8 4 7 0,-1-1-8 0,7 5 4 15,0-7-6-15,-6-3-7 0,8-2 3 0,-3-5-11 16,-2 1 10-16,14-23-2 0,-2-7-2 0,0-6 2 0,0-3-3 15,-2-3 5-15,-7 3-3 0,6 1 2 0,-8 3-4 16,1 0-11-16,3 8-7 0,-8 1 2 0,3 4-3 16,-3 2-3-16,-4 4-4 0,3 0 0 0,-4 5 1 15,-1 0 7-15,-1 4-9 0,4 6 1 0,3-6-3 16,-3 3-3-16,-6 9-30 0,1-3-2 0,1 0-11 16,0 2-27-16,0 1 12 0,-2-1-5 0,0 0 5 15,0 2-17-15,-2 0-116 0,0 2-12 0</inkml:trace>
  <inkml:trace contextRef="#ctx0" brushRef="#br0" timeOffset="37607.44">30326 5373 854 0,'0'-2'29'0,"0"-2"-5"0,-2-13 12 16,-5-5 5-16,1 9-10 0,1 2-11 0,1 5-15 15,-9-3 0-15,-17 2-5 0,1-12 3 0,-9 4 5 0,1 6-2 16,-2 9 4-16,2 2 1 0,2 3 1 0,0 7-1 16,1 1 0-16,1 0-9 0,11 0-3 0,1 0 4 15,3 0-4-15,3-6 0 0,2 13-2 0,7 5-4 16,2-1 4-16,-9-4 9 0,6 2-2 0,5-3 5 0,4-1-4 16,5 3 10-16,5-4-13 0,-1-1 4 0,18-1-6 15,5 0 0-15,-3 2 2 0,5-2-1 0,3 1 3 16,-8 1 2-16,3 0-7 0,-3-1 1 0,1 1 0 15,-4-2 17-15,-2 2 5 0,-2-2 2 0,-6-4-1 16,1 2-3-16,-8-6 8 0,-2 2-6 0,-3-3 5 16,-4-2-2-16,1-1 35 0,1 1-6 0,-2 0 11 0,-2-2-44 15,-2 0-8-15,-29 9-8 0,-27 0 1 0,-5-6-33 16,-8 1-78-16,-8 0-17 0</inkml:trace>
  <inkml:trace contextRef="#ctx0" brushRef="#br0" timeOffset="49159.7">24203 7881 256 0,'0'0'-28'0,"0"-2"28"0,0 0 20 16,0 1-1-16,0-3 33 0,0-9-12 0,0 0-20 16,-2 0 13-16,0-2-10 0,2 8 7 0,0-3-11 0,0 3-1 15,0 1-2-15,0-3 5 0,0 2 5 0,0-1-5 16,0-1 6-16,0-2-3 0,0 3-3 0,0 1 5 15,0 3-6-15,0 2-2 0,2-1 0 0,-2-1-5 0,0 0 3 16,2 2-5-16,0 0-6 0,-2 1 7 0,1-1-5 16,1 2 20-16,0 0-1 0,-2 0-3 0,0 2 0 15,0 1-10-15,0 27-5 0,-2 3 6 0,0 1-6 16,-1 3-4-16,-1 2 2 0,2-2-5 0,2-2 4 16,-2-3-4-16,2-1 0 0,0-1-1 0,0-2 1 15,2-2-2-15,2-4 1 0,1 6 0 0,5 0 2 16,1 2-2-16,0-1 0 0,2 1 1 0,2 0 0 0,0 0 1 15,1-3 1-15,1 5-4 0,0 0 2 0,1-3-1 16,-16 1 4-16,22-4-3 0,-3-2 3 0,-6 4-4 16,1-6 1-16,-5-1 0 0,1-5 1 0,-1-6-2 0,0-1 13 15,2 0-6-15,0-5 6 0,-6 3-8 0,3-5 2 16,-3 4 4-16,2-1-2 0,1-1 4 0,-1-2 0 16,2-2 0-16,0 0 0 0,2-2-5 0,2-5-1 15,0-3 0-15,-4-3 2 0,2-14 3 0,-2-11 4 16,2 1 0-16,0-2-1 0,0-2-3 0,-2 4 0 15,2-2-3-15,-2 2 2 0,2 0-7 0,-3 0 8 0,-1 3-5 16,0-3 7-16,-1 4 0 0,-1-1 0 0,-3-3 3 16,0 2-4-16,-1-4-7 0,20-2 3 0,-10 8-2 15,-6 3 2-15,-3 8-8 0,-2 1 5 0,-2 1-6 16,0 5 5-16,0 2-3 0,0 9-29 0,0 1 1 16,-2-1-16-16,0 2-32 0,0 0-30 0,-2 2-24 0,-3 2-7 15,-8 9-134-15</inkml:trace>
  <inkml:trace contextRef="#ctx0" brushRef="#br0" timeOffset="49598.28">25307 8505 766 0,'0'-2'16'0,"-1"0"0"16,-1 0-7-16,-2 1-1 0,2 1-6 0,-13-6 7 0,4 4-12 16,-6 0 8-16,3 2-8 0,-7 4 4 0,3 3 1 15,-3 3-4-15,3 1 2 0,1 0 5 0,-2 2-5 16,10 13 3-16,5-2-3 0,-9-3 13 0,8-3-5 16,-5 1 9-16,1-3-8 0,7 7 5 0,0 1-3 0,-12-2-8 15,2 2 5-15,7-5-7 0,3-3 11 0,2 1-3 16,4-4 4-16,3 2-7 0,1-4 2 0,-3-2 6 15,17-1-5-15,-3-4 3 0,9 1 5 0,-4-1-11 0,4 0 10 16,2-3-5-16,-4 1 2 0,3 17 8 0,-5-12-6 16,2-1 6-16,0-6 12 0,-1 0-6 0,-1-4 7 15,-2-3-19-15,-5-1 4 0,-2 1 0 0,-2-1 2 16,-6 5-3-16,-1-14 1 0,-3-7-3 0,12 2 4 16,-4-1 4-16,-3-6-9 0,-6 4 2 0,-2-2-5 15,-4-1 1-15,-2 2-6 0,-5-2 3 0,0 4-4 16,-2 3-4-16,6 3 2 0,-19 5-4 0,3 0 2 15,-5 2-9-15,2 1-18 0,0 7 4 0,-9 1-9 0,9 0-19 16,6-13-21-16,-3 6-9 0,20 9-2 0,-7-2-26 0,7 2-104 16,-1 0-1-16</inkml:trace>
  <inkml:trace contextRef="#ctx0" brushRef="#br0" timeOffset="49968.6">25924 8206 330 0,'0'0'19'16,"-2"0"-1"-16,0 0 26 0,-2 0-4 0,-1 0 3 16,-3-2-14-16,5 2-17 0,-5 0 8 0,3 0-10 15,1 0 13-15,0 0-22 0,1 0 5 0,-1 0-8 0,2 0 9 16,0 0 13-16,0 0 1 0,2 0 4 0,0 0 3 16,2 0 7-16,2 0-4 0,27 0 5 0,5 0-5 0,1-2 4 15,-2 0-1-15,4 1 3 0,0-3 3 0,-4 2-14 16,4-2-3-16,-5 2-4 0,-1 1-13 0,-5-1 0 15,2 0 3-15,-4 2-3 0,-6 0-3 0,-1 0-1 16,-3 0 3-16,-3 0-3 0,0 0-5 0,-3 0-16 16,-3 0-7-16,-5 0-3 0,2 0-20 0,-1 0-55 15,-1 0-17-15,0 0-14 0,-2 0-65 0</inkml:trace>
  <inkml:trace contextRef="#ctx0" brushRef="#br0" timeOffset="50254.77">25872 8453 585 0,'0'0'32'0,"0"0"-23"0,0-2 26 0,-2 0-10 15,0 0-31-15,2 2-7 0,0 0 6 0,0 0-4 0,0 0 16 16,2 0 0-16,0 0 2 0,2 0-3 0,9 2-2 15,14 2 23-15,5 0-3 0,0-2 11 0,-3-2 17 16,1 0 9-16,-4-2-5 0,0 0 2 0,0-2-32 16,-7 0-11-16,1 1-1 0,-3 1-3 0,-2 0-5 0,-1 0-22 15,-2 0-3-15,1 0-9 0,0 1-28 0,0-1-62 16,1-2-21-16</inkml:trace>
  <inkml:trace contextRef="#ctx0" brushRef="#br0" timeOffset="51419.94">27276 8082 174 0,'0'-2'38'0,"0"-4"57"0,0-18-69 0,0 4-1 15,0-3-8-15,0-1 6 0,0 0-4 0,-2 0-7 16,-2-2 9-16,2 9-7 0,-2-1 17 0,-3-6 1 15,-2 1 0-15,-2 1 1 0,-4-4 7 0,4 7 18 0,-1 3 0 16,5 3 5-16,-15 0-15 0,3 5-2 0,-5 3-7 16,-2-1 5-16,2-11-9 0,-4 6-15 0,-2 8 4 15,-1 4-9-15,-1 5-5 0,1 7-2 0,-5 6-3 16,-4-16 2-16,10 27-3 0,2 0-6 0,2 1-1 16,6-3-3-16,1 0 2 0,4-4 0 0,10-2 1 0,-1-3 0 15,4-4-4-15,-11 3 8 0,4-1 0 0,5-2 5 16,2 0 8-16,2-4-6 0,2-2-1 0,4 0 0 15,-4 1 1-15,20-5-1 0,4 1 1 0,-2-2-3 16,4-3-1-16,2 18 3 0,-1-8-3 0,1-7 2 16,1-2-9-16,3-2 8 0,1-2-5 0,-1-2 6 0,-3-1-3 15,-1-3-6-15,-4-1 6 0,-4 0-6 0,2-3 0 16,-5 1 4-16,-4 2-3 0,0 5 5 0,-4-12 3 16,-2 1 0-16,-2-4-2 0,-3 6 1 0,5 2-2 0,-1-2-3 15,-4 4 9-15,-3 1-6 0,1 1 0 0,-2 5 5 16,0-2-8-16,0 1 7 0,0 1-7 0,0 0 1 15,-11-5-1-15,-2 1 2 0,-2 4-9 0,4 2 8 16,-2 2-3-16,2 2 5 0,0 1-8 0,2 3-1 16,3 5 5-16,2 11-3 0,1-2 0 0,-12-1-2 15,5-3 0-15,5 4 1 0,3-1 8 0,2 1-3 16,0 0-1-16,4 1-1 0,1 1 5 0,3 4-4 16,-1-2 1-16,2 5-1 0,1-1 6 0,-3 0-5 0,2 1 0 15,-1 3-2-15,-3-1 1 0,-3 2 7 0,2 2 0 16,-4-3 1-16,0-1-11 0,0-7 8 0,-4-2-3 15,1-3 7-15,-3-3 0 0,2-6-4 0,1-5 2 0,1-3-2 16,0-1 2-16,-13 3 6 0,-4-1-6 0,1 8 6 16,1-3-2-16,0-5 2 0,-1-1 1 0,3-2-1 15,-2-2-2-15,2 0-7 0,1-2 4 0,-1-2-6 16,5 2 4-16,-1-1-3 0,0-1 0 0,4 0-1 16,-3-1-1-16,3 1-23 0,3 2-5 0,1 0-9 15,-1-1-39-15,0-1-54 0,2 0-2 0,0 1-23 0,1-1-75 16</inkml:trace>
  <inkml:trace contextRef="#ctx0" brushRef="#br0" timeOffset="52090.14">27417 8460 927 0,'0'-1'14'0,"0"-1"2"0,-2 0 0 16,0-2-5-16,0 0-1 0,0 1-12 0,2 1-12 0,0 0-4 16,0 0 1-16,0 0 3 0,0 0 9 0,-2 2 5 15,1 0-2-15,-1 2 2 0,0 0-1 0,0 6 4 16,-5 14-2-16,1 4 8 0,0 4 7 0,3-4-3 16,1 1 5-16,0 1-3 0,0-2 3 0,0-2-6 0,-1-1 4 15,1-5-4-15,0 4 1 0,2-1 1 0,-2-3-1 16,2-1-3-16,0-6-1 0,0 2-1 0,4 0 1 15,-1-3 0-15,-1-3 7 0,0-1 3 0,0-3 0 16,0 1 4-16,0 0-11 0,-2-2 5 0,3 3-6 16,1-1 12-16,0 0 0 0,0-1 1 0,-3-1-1 15,3 0-7-15,0 0 6 0,0-2-7 0,-1 0 6 0,1 0-7 16,0-2-9-16,-1 0 8 0,1 0-10 0,-2-1 6 16,0-3-9-16,5-14 0 0,-5-3 0 0,-2 3 3 15,0-2 1-15,0 1-4 0,0 1 1 0,4-8 3 0,-2 7-4 16,1-1 2-16,5-4-3 0,-1 2-6 0,3 2 5 15,1-2-3-15,-4 7 3 0,-1 4-1 0,1 0-10 16,-3 7 6-16,-2 3-7 0,5-3 8 0,-1 2-8 16,5-1 2-16,-9 5-3 0,5 0 14 0,2 0-6 15,-1 4 5-15,3 3-6 0,-7 10 11 0,1 12-1 16,3 3 1-16,-7-2-2 0,7-8 0 0,-4 0-3 0,-1-3 2 16,3 1-2-16,-2-7 8 0,-1-2-3 0,3-1 2 15,-2-9-4-15,-1 3 2 0,3-2 7 0,-1 2-3 16,3-1 6-16,3 1 0 0,0-2-2 0,4-2 1 15,0-4-1-15,0-5-7 0,0-4 0 0,-2-19-2 0,0-5 2 16,1 2-3-16,-1 2-2 0,2 5 4 0,-2 4-4 16,0-2 2-16,-3 7 2 0,-1 2-3 0,-5 6 4 15,1 4-2-15,-1 1 3 0,0 3-7 0,1 1 4 16,1-2-5-16,1 0-3 0,2-1 2 0,1 3-3 16,1 2 9-16,4 2-2 0,0 1 2 0,1 7-3 15,-6-5 2-15,-3 1 5 0,0 16-7 0,1-1 4 16,9 1-10-16,-4 0 7 0,3-1 2 0,-3-8 0 0,-3 0-12 15,-3-4-19-15,-1-5-2 0,-1 5-7 0,-3-4-25 16,2-1-101-16,-1 0-16 0,-1 0-37 0,0-3-132 0</inkml:trace>
  <inkml:trace contextRef="#ctx0" brushRef="#br0" timeOffset="52603.62">27944 7707 740 0,'0'-2'6'0,"0"-2"0"0,0-9 0 0,2-9 1 0,0 9-4 16,0 2-1-16,1-1-4 0,-1 7-1 0,0-3-2 15,0 3 2-15,-2 3 3 0,2-2 2 0,1 2 1 16,7-5-1-16,-5 3 12 0,6-1-2 0,-1 1 6 15,-3 2 0-15,4 0 11 0,0 2-4 0,1 0 6 16,1 4-2-16,0 3-9 0,-4 3-2 0,-2 19-2 16,6 1-7-16,-2 11-4 0,2-4-1 0,0 0-2 0,-1 4 1 15,4 0-2-15,-3-2 1 0,0-2-2 0,2 0 3 16,-2-7-1-16,4 0 0 0,1-4 0 0,-1-2 0 16,-2-2 4-16,2-2-4 0,-1 5 2 0,3-1-2 0,-1-2-5 15,1 0 10-15,-2-3-8 0,1-1 10 0,1-5-1 16,-2 0-3-16,-1-3 3 0,-3-1 0 0,0-2-2 15,-2-5 0-15,-1 6 1 0,-1-3 14 0,-2-1-2 16,-1-2 2-16,0-2-5 0,-1 0-5 0,-1 0 2 16,1-4 1-16,-1-9 1 0,-2-15-4 0,0-1 7 15,16-1 2-15,-6-2 3 0,-5 3 14 0,-1-5-10 16,-3-5-2-16,-1 0-1 0,-2-9-4 0,0-2 12 16,0 2-2-16,0-1 5 0,-2 5 0 0,0 1-12 0,1 6 1 15,-1 5-5-15,0 6-5 0,0 4-12 0,0 3 4 16,0 6-6-16,0 0-3 0,2 6 2 0,-1 0-4 15,1 3 3-15,0 2-3 0,-2-2-21 0,0 1 5 0,0 1-11 16,0 0 2-16,0 2-20 0,0 2-4 0,1 0-9 16,-5 14-45-16,-5 21-130 0,5 1 4 0</inkml:trace>
  <inkml:trace contextRef="#ctx0" brushRef="#br0" timeOffset="53211.37">29038 8304 550 0,'0'-1'136'0,"-2"-1"30"0,0 0-71 16,2 0-63-16,-9-9-17 0,3 3 2 0,2 1-3 16,-7 1 0-16,0 1-3 0,-4 1-16 0,4 2 7 15,0-7-7-15,-15-4 8 0,7 7-3 0,-5 3 2 16,-9 3 5-16,7 2-3 0,-8 5 8 0,5 2-3 15,3 1 2-15,-2 3-3 0,6 0 0 0,-1 1 2 0,5-6-6 16,1 10 2-16,6 3-13 0,3 1 1 0,5-5 1 16,-10 1 0-16,3 1 5 0,5-2 13 0,3-2-6 15,2-2 9-15,2 1-12 0,0-6 0 0,1-1 2 16,-3-5-1-16,23 11 3 0,3-4 3 0,3-5-7 0,3-4 5 16,0-4-10-16,5-3 6 0,-4-4 2 15,-3 2 1-15,-1-4 7 0,-3 0-9 0,-11 1 7 0,2 5-8 16,-4-10 6-16,-7 1 0 0,1-1-6 0,4 2 4 15,-2-2-7-15,-1 1 5 0,-4 1 1 0,-1 0 0 16,-1 4 3-16,-2 0-3 0,-4-1 2 0,1 5-2 16,-1 1 3-16,-3 1-1 0,-8 3 2 0,-6-13-2 15,1 6-9-15,-4 1-1 0,7 7-3 0,2 1 1 0,4 0-4 16,2 1 3-16,-6 5 0 0,11-4 2 0,-1 2-7 16,-1 7 6-16,-7 7-6 0,2 1 7 0,2 1-3 0,1 3 3 15,5 1-2-15,3-2 1 0,3 6 2 0,3-4-8 16,3 2 8-16,0 4-7 0,3-4 10 0,2 2-5 15,3-1 2-15,-13-1-3 0,12 2-2 0,-3-2 6 16,6 2-1-16,-4-2 4 0,3 0 0 0,-3-4-3 16,-7-1-1-16,-6-5 1 0,7-3-1 0,-2 2 2 15,-1-4 0-15,-2 2 2 0,-3-1 9 0,-1-5-5 16,0-1 5-16,0-3-6 0,0 1 4 0,-1 0 3 0,1-2-3 16,-13 7 3-16,-8 2-6 0,6-4-6 0,-9 1 1 15,7-4-3-15,3-3 0 0,-3 1-2 0,8-2-5 16,-8 2 0-16,6-2-22 0,-2 0-10 0,4 0-7 15,3 0-3-15,2 0-37 0,1-2-20 0,-1 0-1 16,2 1-7-16,0-1-17 0,0 0-1 0,2-2-4 0</inkml:trace>
  <inkml:trace contextRef="#ctx0" brushRef="#br0" timeOffset="53517.39">29372 8271 417 0,'-2'0'79'0,"0"-2"141"0,0 0-150 15,-1 0-12-15,-14-5-1 0,-4 0-6 0,-1 1-34 16,2 2-4-16,-3 4-12 0,3 0 7 0,-2 0-7 16,5 2-2-16,-3 2 0 0,8 0-5 0,5-1-12 0,1 1 18 15,3 0-8-15,-3 5 11 0,-1 6-4 0,5 2 1 16,2 1-2-16,4 3 0 0,3-1-6 0,6 6 5 16,4-2 1-16,-10 0 0 0,17 4-1 0,-1-4 9 15,-3 2-3-15,2 4 4 0,-1 0-3 0,-1-2-5 16,-1 1 5-16,-1-7-5 0,-1 1 6 0,-8 1 11 15,2-4-5-15,-9-1 9 0,0-2 13 0,7-4 14 16,-5-6 5-16,-2 0 2 0,-2-5 11 0,0 0-14 0,0 0 2 16,-7 2-7-16,-25-2-11 0,-5 18-10 0,-4-7-3 15,2-7-2-15,-9-6-12 0,9 0 0 0,-6-4-5 16,4 0 3-16,4-1-9 0,2-3-14 0,3-1-12 16,-1-2-1-16,11 3-46 0,-1-1-113 0,10 3-40 0</inkml:trace>
  <inkml:trace contextRef="#ctx0" brushRef="#br0" timeOffset="54264.67">30014 7209 309 0,'0'-2'68'0,"0"0"17"0,-2-1-10 16,1-5-42-16,-7-9 6 0,4 10-10 0,1 0-13 15,1 3 1-15,-6-2-5 0,-6-3 0 0,-5 2-13 0,-1 5 3 16,-1 4-5-16,-5 5 4 0,4 2 10 0,-4 4-5 16,-4 6 6-16,4-17 1 0,4 20 5 0,-6 2 3 15,15 0-2-15,-7 2-7 0,5 0-6 0,4 4 3 16,-4 5-4-16,7 2 1 0,5 8-5 0,-1 1-1 0,-22 8 0 16,15 4 6-16,7 3-1 0,6 0-1 0,5 2-2 15,6-5-7-15,2-6 15 0,4-6-8 0,-17-1 11 16,25-6 1-16,7-4-5 0,1-3 7 0,-11-3-6 15,10 3 6-15,-3-4 1 0,1 2 2 0,5-3-1 16,-5 1 5-16,1-2-9 0,-1 0 2 0,-3-3-5 16,1-1 3-16,-2 0-14 0,-2-7 0 0,-4 2-8 15,0-4-9-15,-3-6-7 0,-2-3 1 0,3 11-4 0,-3-8-5 16,1-1-16-16,-1-6-7 0,-4 0-6 0,-4-4-55 16</inkml:trace>
  <inkml:trace contextRef="#ctx0" brushRef="#br0" timeOffset="54716.21">30274 7465 758 0,'0'0'9'0,"0"0"-1"0,0-2-8 0,0 0-5 15,0 1-5-15,0 1-10 0,0 0 6 0,0 0 2 0,0 0 2 16,2 1 5-16,0 3 5 0,2 9-5 0,1 15 4 16,1 5-4-16,-3 6 5 0,-1 2 6 0,2 6-2 15,0 3 0-15,1-6 5 0,-3 3-7 0,2-4 6 16,0-4-5-16,-3-6 14 0,3-1-4 0,0-10 7 16,0-2-5-16,-1-1-5 0,-1-4 5 0,2-2-5 15,0-2 14-15,-3-2-11 0,1-2 2 0,-2-1-5 0,0-4 2 16,0 2 8-16,0-1 16 0,0 1-2 0,0 0 68 15,0-2-58-15,0-1 10 0,0 1-28 0,0-2-14 0,0 0 10 16,0-2-7-16,0-1 8 0,0-14-9 0,-2-15 6 16,2-5-1-16,0-5 4 0,0 1-2 0,0-9-1 15,4 0-1-15,4-2-1 0,-1 0-8 0,2 7 13 16,1 4-1-16,-3 6 5 0,2 3 5 0,1 6-11 16,-3 4 1-16,2 5-6 0,1 1-1 0,-3 3-12 15,-1 3 2-15,-1 1-5 0,-1 3-4 0,3 3 1 16,8-1-5-16,-4 2 2 0,-3-3-14 0,3-3-8 15,0 3-2-15,2-1-4 0,6 0-15 0,-8 5 2 0,0 1-3 16,-2 0 1-16,4 0-12 0,0 1-55 0,-4 3-28 16,1 0-13-16,-1 1-124 0</inkml:trace>
  <inkml:trace contextRef="#ctx0" brushRef="#br0" timeOffset="55059.61">30783 7950 968 0,'0'0'3'0,"0"0"3"15,-2 0-6-15,0 0-8 0,0 2 2 0,-1 0 3 16,-1-1-1-16,-13 12 4 0,0 6-4 0,8-1 4 16,2 1-4-16,5-4 4 0,-7-2-4 0,1 0 6 0,5-6 14 15,-1 3-6-15,2-5 10 0,2-1 0 0,0 1 30 16,0-1-5-16,2 0 13 0,-2-2-9 0,7 3-13 15,14 6 0-15,-1-3-5 0,2-4-2 0,-1-3-7 16,-1-1 1-16,-1-1-2 0,-4-1-3 0,-1-2-5 16,-1 0 4-16,-3 1-4 0,-3-1 9 0,-3 2-5 15,-2-11 1-15,11-6-3 0,-4 3-5 0,-3-5-5 16,-5 5-2-16,-1-7 1 0,-3-1 0 0,-3 6 2 16,-5-5-4-16,2 7 2 0,-1 3-11 0,7 0-6 0,-14 3-4 15,0 1-1-15,-1 2-19 0,-1-6-23 0,1 3 1 16,1 5-11-16,2 3-26 0,6 2-41 0,1 0-40 15,3 0-1-15,1 0-143 0</inkml:trace>
  <inkml:trace contextRef="#ctx0" brushRef="#br0" timeOffset="55405.7">31190 7389 901 0,'-2'-2'20'0,"0"0"-15"16,-6-13 19-16,1-5-7 0,1 2-15 0,3 6 8 15,-1-1-5-15,2 4 5 0,0 4-10 0,2 1 1 16,0 2 5-16,0 0-1 0,-2-2 7 0,1 1-21 16,-1-1 3-16,0 2-8 0,2 0 15 0,0 0 12 15,0 2-2-15,0 0 4 0,0 0-5 0,0 2 1 16,2 2-4-16,0 5 2 0,3 15-3 0,1 4-4 15,-1 2 2-15,3 5-4 0,-5 4 0 0,1 6 4 0,0 3-4 16,-4 4 3-16,2 6-2 0,1-5-1 0,5 5 3 16,-3-4-3-16,3-6 1 0,-1-3 2 0,3-3-3 15,-3-8 3-15,-1-3 8 0,-1-5-12 0,-1-3 8 0,1-3-10 16,1-1 7-16,-2-5 4 0,-1-1-1 16,1 0 1-16,-2-3-6 0,0-1-12 0,-2-5 1 0,0-1-3 15,0 1 8-15,0 0-17 0,0-2-5 0,0 0-9 16,0-1-46-16,0-1-78 0,2 0 5 0</inkml:trace>
  <inkml:trace contextRef="#ctx0" brushRef="#br0" timeOffset="55718.66">31416 7346 636 0,'0'-1'36'0,"0"-1"-5"0,-2 0 42 16,0 0 2-16,0 0-2 0,1-2-18 0,-1 1-34 15,0-1-7-15,0 2-9 0,0 0-26 0,0 0 4 16,0 1 1-16,1-1 3 0,1 0 12 0,0 2 0 16,0 0 2-16,1 2 0 0,1 0 16 0,0 1-16 15,6 8 6-15,6 12-8 0,1 4 10 0,-2 5-5 0,0 3 4 16,0 8-5-16,-2 7 7 0,1 6-5 0,-5 5 4 16,-3 2-4-16,-2-3 3 0,-1-1-1 0,-1-7-4 15,0-4 2-15,0-5 0 0,0-8-2 0,0-1 6 16,0-8-5-16,0-2 8 0,2-2-8 0,0-1 0 15,0-3-1-15,0-3 5 0,-2-2 3 0,0-4-4 0,0-1 1 16,0-3-17-16,0-3 9 0,0 2-3 0,0 0 3 16,0-3-23-16,0 1-41 0,2 0 6 0,0-2-18 15,-1-2-12-15,1 0-52 0,0-1-5 0</inkml:trace>
  <inkml:trace contextRef="#ctx0" brushRef="#br0" timeOffset="56338.24">31724 7419 672 0,'0'0'20'0,"0"0"6"15,0-2 20-15,0 0-3 0,0 0-41 0,0 0 2 16,0 2-9-16,0 0 7 0,0 2-6 0,0 0 4 16,2 2 1-16,2 16 3 0,0 10 4 0,-1 5 4 15,1 6-8-15,0 2 7 0,-2-1-8 0,-2 7 7 16,0-5-3-16,0 8 2 0,0-3-6 0,0-7 3 0,-2 3 2 15,0-10-1-15,0-3 1 0,0-8-6 0,0-6 1 16,2-5-2-16,0 0 4 0,0-5 1 0,0-3-3 16,0-3 3-16,0 0 0 0,0 2 5 0,0-1-3 15,0-1 1-15,-2 0-12 0,1-2-9 0,-1 0 1 16,0-2-4-16,0-1-1 0,-7-22 15 0,-1-12-2 0,3 0 4 16,0-9-11-16,3-2-3 0,2 1 1 0,0-5 0 15,0 0 12-15,2 8-4 0,0-1 2 0,0 6-4 16,0 6 2-16,0 1 9 0,0 2 1 0,0 6 5 15,2 4 3-15,0 1 0 0,0 4-2 0,0 4 0 16,0 2-5-16,-1 1-5 0,1 5-2 0,0-1-2 16,11 0-4-16,11 2 5 0,0 1 6 0,2-16 0 0,8 4 17 15,1 4-4-15,2 5-7 0,-3 4 3 0,-5 2-6 16,-1 3-5-16,-6 1 4 0,-7-1-6 0,6 5-2 16,-12-5-2-16,-7-3 4 0,13 19-1 0,-8-3 10 0,-3 3 15 15,-4 1-7-15,-2 0 8 0,-5 2-5 0,-6 0-10 16,-6 4 0-16,6-4-3 0,-22 1 3 0,-2-5-5 15,-4-3 6-15,6-1-5 0,5-6 1 0,8-3 3 16,1 1-2-16,6 3 2 0,0 0-7 0,2-2 0 16,2-1-4-16,4-3 3 0,-1 1-1 0,3-3-5 15,-1 1 5-15,3-2-5 0,-1 0 4 0,0 2-9 16,0-1 1-16,1 1-4 0,-1 0 10 0,2-1-3 16,0 3 4-16,-1 5 0 0,-1 6 8 0,4-4 4 0,0-6-1 15,2 1 3-15,1 1 9 0,1-2-9 0,0 6 6 16,16-1-7-16,-1-11 8 0,3 5-12 0,-3-4-2 15,1 0-3-15,-1 1-9 0,-3 9-10 0,1-1-4 0,0-4-3 16,-4-1-36-16,2-3-13 0,-6-1-3 0,-3-2-4 16,5 2-30-16,-4-2-134 0</inkml:trace>
  <inkml:trace contextRef="#ctx0" brushRef="#br0" timeOffset="56716.52">32175 7668 387 0,'0'-2'116'0,"0"0"23"0,0-2-28 15,0-3-44-15,0-3-10 0,2 1-7 0,-2 5-44 16,2 1-4-16,0-1-10 0,0 2-7 0,0 0 7 16,0 0 1-16,-1 2 3 0,1 2 5 0,0 0 2 15,-2 2 2-15,4 24-3 0,-4 3-3 0,0-1 12 16,-6 3-5-16,-1 1 9 0,-1-4-8 0,-3 3 6 15,0-1 1-15,-2-3 0 0,-2-1 0 0,4-4-6 0,0-1 4 16,4-7-5-16,-1-1 5 0,3-4 2 0,1-2-7 16,0-3 5-16,0 1-11 0,1-1 6 0,1-2-1 15,0-1 5-15,2 1 8 0,0 0 46 0,0 0-13 16,0-1 19-16,0 1-31 0,2 0-12 0,2-2 1 0,-1-1-6 16,16 7-6-16,3-3 1 0,6-3 2 0,-4-2-1 15,0 0 1-15,0-2-1 0,-1 1-6 0,1-3 3 16,-2 0-12-16,2-1 1 0,0-1 3 0,-3 2-2 15,-1-1 2-15,-5 1-6 0,0 0-3 0,-2 1-3 16,0-3-21-16,-2 2-8 0,-2 1-3 0,-1-1-1 16,1-2-8-16,-1 1-15 0,-3 1-3 0,1-13-11 15,-4-3-61-15,-1 0-68 0,3-8-16 0</inkml:trace>
  <inkml:trace contextRef="#ctx0" brushRef="#br0" timeOffset="57269.56">32357 7036 544 0,'0'-2'103'0,"0"-1"29"0,-7-23-42 0,-4-8-63 15,2 5 2-15,5 14-15 0,2 5-8 0,0 1 0 16,2 5-3-16,-2-1-5 0,2 3 1 0,0-2-3 15,-2 1 3-15,2-1-5 0,0 0 18 0,0 2-5 0,0 0 13 16,0 1 10-16,0-1 19 0,0 0-10 0,0 0 8 16,0 0-34-16,0 0-11 0,0 0-3 0,0 1-3 15,0-1-8-15,0 2 7 0,0 0 5 0,0 2 0 16,0-1 3-16,0 3-1 0,0 2-1 0,6 12 1 16,1 6 1-16,1 2 6 0,-1-3 6 0,4 8-2 15,1-7 0-15,1 2-3 0,0-1 0 0,0-3-1 0,1 0-1 16,-12-1 1-16,19 3-6 0,1-6 6 0,0 3 1 15,2-3 2-15,1 1 6 0,1 3-4 0,-2-1 1 16,5 1-9-16,-1 2 1 0,-2 2-3 0,-5 2 3 0,-5 5-6 16,-6 4 1-16,1 6-2 0,0 5 8 0,-7 4-3 15,3 6 1-15,17-1-1 0,-16 3 3 0,-8-4 3 16,-4-3-3-16,-2-4 4 0,3-5 1 0,-3-3-8 16,-3-9 1-16,-2-1-4 0,-2-3-5 0,-2 0 6 15,2-2 3-15,0 0 1 0,0 0-4 0,-2 0 8 16,0-2-3-16,0 0 5 0,0 0-2 0,2-3 1 15,0-1-2-15,0-1 4 0,12-1 2 0,-18 1 8 0,2-2-2 16,-1-1 3-16,-1-3-8 0,1-3 0 0,1-3-3 16,0 0 1-16,0 1-6 0,3-3 3 0,1 1-3 15,-2 0 1-15,4-3-12 0,3 1 10 0,-1 0-3 16,7-1 7-16,-4-1-6 0,1 2-17 0,-1 0-3 16,-1-1-9-16,-1 1-42 0,-3 2-131 0,-4 1-73 0</inkml:trace>
  <inkml:trace contextRef="#ctx0" brushRef="#br0" timeOffset="70041.07">26126 7714 256 0,'0'0'-49'0,"0"0"30"16,-2 0 10-16,1-2 8 0,1 0 48 0,-2 0 4 0,2 1-17 16,-2-1 4-16,0 0-5 0,2 0-5 0,0 0-19 15,0-2 2-15,0 3-5 0,0-3 14 0,0 2 7 16,0-2 2-16,0 2 1 0,0 1 3 0,0-1 8 16,0 0-4-16,0 0 6 0,-2 0-2 0,0 0-9 15,0 0 8-15,1 1-8 0,-1-1 4 0,0 0-4 16,0 0-10-16,0 0 5 0,0 0-9 0,0 0-3 0,1 1 9 15,-1-1-7-15,2 0-2 0,-2 0 2 0,0 0-10 16,2 0 8-16,0 0-10 0,0 1-6 0,0-1 0 16,0 0-3-16,0 0 4 0,0 0 3 0,0 2 6 15,0 0-4-15,2 0-3 0,0 0 7 0,0 0-7 0,1 0 7 16,7 0 2-16,6-2-7 0,3 0 1 0,-1 2-5 16,1 0-3-16,0 0 6 0,-3 0 1 0,3 0 1 15,-4 0-9-15,1 0 7 0,-1 0-3 0,-4 0 4 16,0 0 0-16,-5 0 0 0,0 0 0 0,-3 0 0 15,1 0-2-15,0 0 4 0,-1 0-2 0,1 0 2 16,0 0-1-16,0 0 13 0,-3 0 3 0,1 0 2 0,0 0 1 16,0 0-10-16,0 0-5 0,-2 0 1 0,0 0-10 15,0 0 3-15,-2 0 2 0,0 0 0 0,-3 0 1 0,-16 4-6 16,1 0 6-16,-1-2-6 0,1-2 10 16,0 0-10-16,1 2 1 0,0-1-2 0,-3 1 2 0,2 0 4 15,-1 0-5-15,1 0 5 0,5-2-6 0,-2 0 3 16,6 0-1-16,0 0 3 0,7 0 2 0,2 0-8 15,-1 0 4-15,-1 0-6 0,0 0 0 0,1 0-7 16,1 0 1-16,0 0-1 0,0 0 2 0,0 0 13 16,2 0-5-16,2 0 7 0,0 0-5 0,5 0 5 15,23 0-2-15,0-2 2 0,1-2-12 0,-1 1 9 0,3-3-3 16,1-1 6-16,-3-1-14 0,1 1 11 0,-1 1-3 16,-5 1 5-16,4-1 0 0,-6 2 1 0,-1 1 1 15,-3 1-1-15,2 0-6 0,-9 2 13 0,-2-2-11 16,-3 2 12-16,-4 0-9 0,-1 0 11 0,-1 0 5 15,0 0 0-15,0 0 6 0,0 0-13 0,-2 0-4 0,0 0-3 16,-2 0-11-16,-2 0 4 0,-13-4 3 0,-7 1 1 16,-4 1-2-16,6 2 2 0,4 0-4 0,-1 0 3 15,2 0-6-15,4 0 3 0,2 0-4 0,6 0 4 16,1 0-1-16,2 0-10 0,-2 0 1 0,1 0-4 16,1 0 2-16,0 2 6 0,0-1 2 0,2 1 2 15,2 0 9-15,5 0-51 0,40 11-38 0,20-4-37 0,18-3-407 16</inkml:trace>
  <inkml:trace contextRef="#ctx0" brushRef="#br0" timeOffset="75889.95">22574 10404 299 0,'0'-1'0'0,"0"-1"7"0,-2-6 14 16,-3-16 15-16,-1-2 14 0,1 0-1 0,-3-4-3 16,5 12-16-16,-1-1-4 0,0 3-1 0,2 4-9 0,-1-2 13 15,-1-3-1-15,2 6 7 0,0-4-2 0,0 2 9 16,2 2-9-16,0-2 9 0,0 3-12 0,0 3-1 15,0 0-2-15,0 1-1 0,0 2-2 0,0 2-19 16,0-1 8-16,0-1-12 0,0 0 5 0,2 1-7 16,0 1 1-16,0 0-2 0,0 0 9 0,0 2 7 15,-1 2-4-15,1 0 3 0,-2 0-14 0,11 27 6 16,1 8-2-16,-7-5 5 0,1 3-8 0,-3-1 2 0,1-1-2 16,0 6 3-16,1-4-1 0,3 4-1 0,-3-5 3 15,1-3-4-15,1 3-1 0,-1-3-1 0,1-1 4 16,-1 2-1-16,-2-3-1 0,1 3 5 0,1-1-7 0,-1 1 6 15,5 1-9-15,1 1 7 0,-4-3-2 0,6 7 3 16,0-5-8-16,0-1 6 0,2-1-1 0,0-3 5 16,-4-6 7-16,-2-1-14 0,1-3 7 0,-5-7-9 15,3 2 5-15,-3-3 11 0,-1-5-5 0,-4-3 9 16,0 0 16-16,4 2 42 0,-1-1-9 0,1-1 14 16,0 0-42-16,0-2-23 0,-1 0-1 0,1-2-5 0,2-5 0 15,3-25-8-15,4-1 7 0,-2 1-7 0,-2-3 10 16,1 2-7-16,3-5 2 0,-2 5-5 0,4-4 1 15,-2 2-2-15,-2-1-1 0,2 1 1 0,-2 0 5 0,2-1-4 16,-2-3 2-16,0 0-2 0,-2-5 3 0,-1-1-2 16,-1 6 1-16,-1 0-1 0,-2 10 6 0,-1-5-8 15,18-1 2-15,-10 7-3 0,-4 0 3 0,-3 12 1 16,0-3-2-16,-3 4 0 0,-1 6-3 0,0 0 3 16,0 7-5-16,0-2 1 0,0 0-36 0,0 1-48 15,0 1 1-15,0 0-22 0,0 2-53 0</inkml:trace>
  <inkml:trace contextRef="#ctx0" brushRef="#br0" timeOffset="76678.36">23607 11078 402 0,'0'-1'17'0,"-4"-14"35"16,-3-11-36-16,1 3-6 0,2 9 3 0,-3-5-5 0,-1 0 0 15,3 3 1-15,-3-3 2 0,1 1 1 0,0 1 10 16,-1 2 16-16,1-2-2 0,-1 2 8 0,1 2 6 0,-1 2 13 16,7-2-1-16,-11 2 4 0,1 0-7 0,-2-2-18 15,6 4-1-15,1 1-6 0,-3 1-3 0,2 3-10 16,-3 0 3-16,-5 3-5 0,2-1 4 0,0-8-12 15,2 3 0-15,-4 1-5 0,1 3-12 0,-1 3 8 16,-2 2-3-16,-2 3 5 0,1 4-8 0,-1 4 1 16,-1-5 1-16,3 18 1 0,2 0 1 0,2 0-1 15,2-4 2-15,2 8-1 0,1-8 0 0,3 2-2 0,3 2-2 16,0-3 0-16,-15 3 4 0,6 0 0 0,4-2 4 16,5-11-3-16,0 5 3 0,2-7-6 0,0 4 4 15,2-2-2-15,2-2 4 0,-1-3 3 0,1-1-5 16,0-1 5-16,3-2-2 0,10 3-3 0,-2 4 5 15,0-4-3-15,1-1 15 0,-1-2-16 0,4-4 4 0,-4 0-7 16,3-6 10-16,3-1-3 0,-1-4 2 0,1-2-3 16,-5 5-8-16,-3-18 10 0,-2 2-6 0,2 0 9 15,4-2-2-15,-4 2-9 0,-4-2 6 0,-1 0-6 16,1 0 10-16,-7 7-6 0,2 3 2 0,-1 3-3 16,7 0 7-16,-5 3 0 0,-3 3-2 0,0-1 0 0,-2 5 1 15,0-1-9-15,0 0 4 0,0 1-6 0,0 1-3 16,-2 0 2-16,0 0 1 0,0 2 0 0,1 0-2 0,-3 2 0 15,2 0 0-15,-7 26 1 0,3 3 7 0,2-1-8 16,-1-4-1-16,3 9-3 0,-17-5 9 0,6 1-3 16,6 8 1-16,5-3-4 0,2 3 3 0,4 1 2 15,1-2-2-15,3-5 1 0,-1-3-3 0,3-2 3 16,1 1 4-16,0-3-2 0,2 2 0 0,0-2 0 16,0 0-4-16,0 2 3 0,-4-4 2 0,2 0-2 15,-1-3 0-15,-1-3-1 0,-4-3 3 0,1 0 1 16,-2-2 0-16,-2-4 1 0,-2-1 4 0,0-5 14 15,0 1 0-15,0 0 4 0,0-2 2 0,0 0-18 0,-19-1 2 16,-7 1-7-16,-2 17 2 0,2-8 1 0,2-4 0 16,0-3 0-16,-4-2-8 0,9-2 7 0,3 0-6 15,1 0 6-15,0-2-11 0,2 0 2 0,2 0-4 0,2 1 3 16,1-1-10-16,3 0-29 0,3 2 1 0,-2-2-14 16,0-2-27-16,2-1 14 0,-1-10-6 0,5-4 10 15,7-1 0-15,-2-1 3 0,32-1-5 0,6 0 2 16,14 0-10-16,1-1-17 0,3-1-11 0,-4-2-11 15,-5 0-105-15</inkml:trace>
  <inkml:trace contextRef="#ctx0" brushRef="#br0" timeOffset="76977.59">24169 10973 266 0,'0'-2'47'0,"0"0"-6"16,0 0 53-16,-2-2 4 0,1 1-1 0,-3 1-14 0,-17-11-16 16,-5 0-4-16,-3 3-1 0,-1 5 6 0,-3 5-10 15,1 2 5-15,-1 3-9 0,1 5-15 0,0 3-12 16,1 1-9-16,7-1 3 0,3 0-11 0,5-7-8 15,4 16 2-15,3-5-5 0,-2 2-11 0,9-3 11 16,-9 1-8-16,2 2 9 0,5-3-5 0,4 3 5 16,0-6 0-16,4 2 1 0,-1-4 1 0,5 2 7 15,-3 2-6-15,18-2 4 0,3 1-7 0,-2 3 1 16,0-4 2-16,0 2-3 0,-2 2-2 0,-1-4 9 0,1 3-4 16,-5 1 7-16,0 0-10 0,-3 0 3 0,1-3 0 15,-2 1 0-15,-3-2 2 0,-7 0 8 0,-1-2 1 16,6 1 2-16,-3-3 10 0,-1 0 7 0,-4-1-5 0,0 1 5 15,-4 0-13-15,-1-1-14 0,-12 3 7 0,-17-4-9 16,3 1 1-16,1-1-5 0,-1-5-2 0,5 0-4 16,1 0-27-16,9 9-47 0,5-4-13 0,5-5-16 15,2 0-105-15</inkml:trace>
  <inkml:trace contextRef="#ctx0" brushRef="#br0" timeOffset="77409.19">24674 10679 96 0,'-2'0'37'0,"-1"0"42"0,-10 0 10 0,-10 2-5 0,1 0 0 15,0 0-4-15,1 0-14 0,8-2-5 0,0 0-2 16,-1 0-1-16,6 0-12 0,6 0-32 0,-1 0 0 0,1 0-11 16,0 0-1-16,0 0 11 0,0 0 6 0,2 0-2 15,2 0-2-15,0 0 4 0,5 0-7 0,23-2 6 16,-2 0-8-16,5-2-4 0,3 2 1 0,1-1-2 15,0 1 9-15,4 0-3 0,0-2 5 0,-2 2-4 16,11 0 2-16,-4 1 1 0,1-1-6 0,1 0 4 16,-4 0-8-16,-5 2 3 0,-3 0 1 0,-5 0 0 0,-9 0 3 15,1 0-6-15,-7 0 0 0,-4 0-2 0,-5 0-1 16,-3 0-13-16,-2 0 6 0,1 0-11 0,1 0-10 16,0 0-38-16,-2 0 1 0,-1 0-14 0,-1 0-3 0,-1 0-34 15,-3 0-3-15,-20 4-14 0,-17 1-48 0</inkml:trace>
  <inkml:trace contextRef="#ctx0" brushRef="#br0" timeOffset="77628.06">24492 10965 600 0,'-2'0'61'0,"1"0"-9"0,-1-2 12 0,0 0 7 16,0 1-27-16,0-1-38 0,0 2-1 0,0 0 0 0,1 0 1 15,1 0 12-15,0 0-9 0,1 0 5 0,1 0-6 16,30 2 6-16,-2-1-5 0,-1-1 4 0,3-1-4 16,5-3-2-16,0 0 9 0,2-1-11 0,6-3 10 15,1-1-7-15,-1 1-7 0,1 1 5 0,6 1-6 16,-9 1-9-16,9 1-69 0,-4 2-21 0,-9-1-33 16,7 1-236-16</inkml:trace>
  <inkml:trace contextRef="#ctx0" brushRef="#br0" timeOffset="79592.33">8868 6685 256 0,'0'0'-5'0,"0"0"11"16,2-1 7-16,0-1 4 0,0 0 4 0,-1 0-6 0,3 0-10 15,0-2-2-15,0 1 0 0,1 1-1 0,3-7 2 16,5-3 1-16,-6-2 2 0,-5 1 13 0,9-2 23 16,-7-2 4-16,1 0 6 0,8 2 10 0,-9 2-2 15,-2-1-4-15,2 2 1 0,5-1-21 0,-5 4 0 16,-1-2-10-16,-3 4 7 0,0-5-10 0,0 7-8 15,-2-1 4-15,-3 4-6 0,-21-1 0 0,-6-16-3 0,1 10 2 16,-1 5-3-16,-1 4 3 0,-1 2 0 0,1 2 2 16,1 3-1-16,-1 4-2 0,1 0-3 0,4 1-5 15,-1 2 2-15,3-1-4 0,0 2 2 0,0-13-1 16,2 19-1-16,-1-1-3 0,5 2 3 0,-2 1 0 0,7-1 1 16,4-2-6-16,-2 1 5 0,4-3-3 0,-10 3 3 15,10-5-13-15,7 1 12 0,-9-2-1 0,3 5 4 16,6-5-3-16,2 0-2 0,0-2 4 0,0-7-3 15,4 8 14-15,2-2-6 0,-3-7-4 0,12 1 0 16,9 9-3-16,-7-10 3 0,2-1 4 0,3-2-2 16,-2-2-2-16,4-4 5 0,1-3-7 0,-1-5 8 0,0 1 2 15,0-2-8-15,-2-2 6 0,-3 14-7 0,-1-18-2 16,-1-1 2-16,-2 3 1 0,-2 0 1 0,0 2 9 16,-4 1-11-16,2 1 2 0,-3 0-4 0,-1 1 1 0,3 1 10 15,-5 2-6-15,-1 3 7 0,0-1-6 0,-3 1 2 16,-1 3 4-16,0-1-3 0,2 0-7 0,-2 1 1 15,0-1-6-15,0 2 3 0,-2 0-1 0,1 0-8 16,-1 2 7-16,-2 0-7 0,0 2 2 0,1 0 3 16,-1 2-7-16,-2 3 6 0,-7 17-3 0,4 0 5 15,3 2-1-15,5 2 1 0,1-2 0 0,1 9 2 16,5-3 0-16,1 1 0 0,5 8-3 0,-3-9 2 16,6 11-1-16,0-4 0 0,-1-2-6 0,-1-4 11 0,-1-3-2 15,-1-6 5-15,-2 2-5 0,-2-4-2 0,1-3-1 16,-3-1 0-16,-1-5 0 0,0 2 10 0,0 0-2 15,-4-2 5-15,0 0-9 0,0-2 9 0,-2 0-4 0,0-1 6 16,0-3 4-16,-2 1 5 0,2-1 4 0,-14-1-2 16,-1-1-7-16,4-3-5 0,-2 2-2 0,-2-3-2 15,-1 5-14-15,-3-2-144 0,-5 3-67 0</inkml:trace>
  <inkml:trace contextRef="#ctx0" brushRef="#br0" timeOffset="84280.7">26078 10310 4 0,'0'-2'0'0,"0"-2"9"15,-4-22 95-15,2 4-20 0,-1-2 5 0,-3-4-45 0,2 7-12 16,1 5-9-16,1 1-3 0,0 4 6 0,-2-4 6 16,2 0 5-16,1 2 4 0,-1 2-1 0,0 2 10 0,0-3-8 15,0-1 4-15,0 2-5 0,0 0 1 0,1-2-6 16,-1 2 0-16,0 2-2 0,2-1 3 0,0 5-15 16,0 1 4-16,0 2-8 0,0-1-5 0,0-1-9 15,0 0-3-15,0 2-1 0,0 0 0 0,0 1 1 16,0-1 4-16,0 0-2 0,0 0 3 0,0 0 3 15,0 2-3-15,0 0 3 0,0 0-3 0,0 2-2 16,0 0 2-16,0 0-2 0,0 1 6 0,0 3-11 0,-4 13 0 16,4-1-4-16,0 3 4 0,0 3 5 0,2 2 0 15,2 3 0-15,-1 7-7 0,1 5 5 0,0-2-5 16,1 1 5-16,-1-1-6 0,0-3 1 0,0-1 5 0,-1 4-2 16,1-7 3-16,0 1-1 0,-1-5-2 0,-1 0 0 15,0-1-3-15,0-2 5 0,0 1 3 0,0-2 1 16,0 2-11-16,-1-2 7 0,1-2-2 0,0 0 6 15,2-3-2-15,0 0 0 0,-1-5-3 0,1 3 3 16,0-4 5-16,-2-5-2 0,1 1 7 0,-3-7-6 16,2 3 8-16,0 1 10 0,-2-4-3 0,2 1 7 15,2 1 7-15,-3 0 7 0,3-2-1 0,0 0 1 0,0-1-17 16,-1-1-16-16,1 0 0 0,0-1-4 0,5-3 5 16,0-20-5-16,2-4 7 0,1 0-7 0,-3-2 1 0,2-1 0 15,0-3-2-15,4 3 3 0,0-5-5 0,2-3 0 16,-1-5-2-16,1-6 1 0,-2-4 3 0,1-4-5 15,3-3 1-15,1 2-2 0,-1-3 4 0,-2 9-4 16,-1 6 0-16,-3 6-1 0,0 6 4 0,2 5 2 16,-2 4 1-16,0 6-1 0,0 3 0 0,-2 1 2 15,-5 3-3-15,-4 1 1 0,5 3-11 0,-5 5 8 16,0 1-2-16,2-1 4 0,-1 0-11 0,1 1-2 16,-2-1-6-16,0 2 3 0,0 0-10 0,1 0-5 0,1 0-12 15,0 1 1-15,0 1-40 0,-1 0-60 0,1 1-5 16,0 1-21-16,-1 2-43 0,9 7-27 0</inkml:trace>
  <inkml:trace contextRef="#ctx0" brushRef="#br0" timeOffset="84700.17">27032 10668 826 0,'0'0'50'0,"0"0"-5"16,0-2-3-16,0 0 6 0,0 0-24 0,2 1-10 15,0-3 0-15,0 0-4 0,2-3 2 0,1-4-5 16,3-2-3-16,-3 1 5 0,3-1-4 0,-3 0 10 16,1 0 5-16,-3 2 6 0,1 0-1 0,0 0 18 0,-2 2-17 15,0 0 7-15,-2 3-10 0,0 2 8 0,0 1-21 16,0 1 1-16,-2-2-9 0,-2 0-2 0,-9-1 4 16,-11 1-3-16,-4 4 4 0,-2 6-5 0,-1 3 0 15,-1 2 0-15,-1 4 0 0,1 1-1 0,6-1 2 16,0 0 1-16,-2 2-1 0,10-6-7 0,7-4 5 15,0 3-5-15,7-8 5 0,-4 9-5 0,1 2 7 16,1 0-2-16,5 0 3 0,1-2-2 0,1 0 1 0,3-2 7 16,2 1-4-16,-3-1 8 0,22 0-12 0,1-1 2 15,1 1-4-15,1 0 5 0,-4 2 1 0,2 2-1 16,-2 0 0-16,-1 4-6 0,-5 2 5 0,3-1-2 16,-3 6 5-16,-3-3-9 0,-2 3 7 0,-2 0 2 0,-1-4 3 15,-3 3 4-15,-3-3-3 0,-2-3-4 0,11 3 3 16,-8-5 2-16,-3 0 10 0,-2 0-3 0,-6 0 4 15,-3 3-7-15,-41 5-9 0,-15 1 1 0,-24 0-6 16,-8-2-16-16,-21 0-42 0,-5-3-37 0,6 5-41 16,0 6-520-16</inkml:trace>
  <inkml:trace contextRef="#ctx0" brushRef="#br0" timeOffset="87058.97">13161 12120 59 0,'0'-2'0'0,"0"0"9"16,0-1 91-16,0-9-26 0,2-10 6 0,-1 2-41 16,1-4-4-16,2-6-11 0,-2 6 0 0,2-8-2 15,-3 4 4-15,1 6 8 0,0 0 1 0,0 3 0 16,0-1 0-16,0-1 8 0,0 3-5 0,-1-1 6 0,1 3-4 16,0 4-3-16,0 1 7 0,-2 6-6 0,0-1-6 15,0 2-17-15,0 1-4 0,0-1-4 0,2 2-24 0,-2 0 23 16,0 0 1-16,0 2 12 0,0 2 27 0,0 2-20 15,0 29 3-15,-6 14-10 0,-1 1-9 0,-2 2-6 16,1 2 1-16,1 0-1 0,1-2-2 0,2-3 3 16,1-6-4-16,1-4 4 0,2-2-8 0,0 0 3 15,0 2 0-15,0 1 3 0,2-3 0 0,1-2 4 16,3-3-5-16,0-2 4 0,1-4-11 0,0 0 5 16,3 2 0-16,-1-4 3 0,2 2 13 0,-2-5-8 15,1-4 4-15,-1 0-5 0,0-2-3 0,-3-4 1 0,7-3 0 16,4-3 0-16,-3-1 4 0,-1 7 0 0,2-1 0 15,2-4 0-15,0-4 3 0,3 0 8 0,1-4-6 16,-3-5 7-16,3 7-10 0,-3-34-8 0,3 3 5 16,-8-2-7-16,7-2 8 0,0-1-2 0,-7-1 2 0,4 1-1 15,-8-1 0-15,8 1 7 0,2 5-3 0,-3-4 4 16,3 3-5-16,-12-5 8 0,-1-1-5 0,-1 4 6 16,-3 1-7-16,0 3-3 0,15 8 0 0,-8 4-3 15,-3 5-4-15,-4 8 1 0,-2 1 2 0,0 2-2 16,0 1-4-16,0 1-16 0,0 0-9 0,0 0-5 0,0-2-44 15,0 2-36-15,-2 1-17 0,0 1-6 0,0 0-62 16,0 1-39-16,0 3 5 0</inkml:trace>
  <inkml:trace contextRef="#ctx0" brushRef="#br0" timeOffset="87374.14">13950 12244 63 0,'0'0'54'0,"0"2"-5"0,0 0 48 16,0 2 1-16,0 5-5 0,0 10-23 0,0 3-14 15,-2 0-9-15,-2 4 1 0,-1 0-15 0,-3 0 10 16,-1 0-2-16,0 0 4 0,-2 2-4 0,1-4-9 16,1 4-7-16,2-6 1 0,1-1-6 0,2-5-10 0,2 1 11 15,1-2-10-15,1-2 7 0,0 0 10 0,1-4-1 16,1 1 4-16,2-3-5 0,-2-3 3 0,0-1-4 16,11 7 3-16,3-1-3 0,3-2 4 0,1-5 4 15,6-2-1-15,-1-2 1 0,-1-3-9 0,0-3-2 0,0-1-2 16,-4-2-3-16,6-4 3 0,-7 2 3 0,-4 9 0 15,3-14 13-15,-8-4-6 0,3 1 0 0,1 1-4 16,3-4-12-16,-6 1-1 0,-3-1-2 0,-8 0 1 16,-2-2-8-16,-6 2 9 0,-5 2-9 0,0 3 9 15,-3 4-13-15,-14 2-6 0,0 4-2 0,-3 5-2 16,1 1-12-16,3-16-23 0,-3 8-10 0,-3 7-9 16,1 6-73-16,-1 5-70 0,-4 8-15 0</inkml:trace>
  <inkml:trace contextRef="#ctx0" brushRef="#br0" timeOffset="87794.29">12971 13228 333 0,'-2'0'36'16,"1"0"47"-16,-27 0-41 0,-2 2-6 0,10 0-8 0,-1 0 3 16,1 0-10-16,11-2-1 0,1 0-6 0,-1 2 2 15,0 0-9-15,3-2-1 0,2 0 10 0,-1 0-7 16,1 0 12-16,2 0 11 0,0 0-6 0,2 0 8 16,0 0 5-16,2 0-7 0,2 0 3 0,26-2-5 15,9-4 1-15,11 1-4 0,-6-3-2 0,1 1-2 16,5-1-8-16,2 3 3 0,2-1 1 0,5 1 0 15,4 1 0-15,12 0-1 0,-1 2 2 0,2 0-2 0,0 1 4 16,-5-1-4-16,-3 2-4 0,-3-2 1 0,-5 2-2 16,-3 0-10-16,-5 0 2 0,0 0-5 0,-3 0 0 15,1 0 6-15,-2 2-3 0,-4 0 3 0,-8-1 0 0,-3 1-8 16,-5 0 3-16,-8-2-3 0,-1 2 8 0,-8-2-10 16,-5 0 2-16,-1 0-6 0,-3 0 2 0,2 2-4 15,0 0-20-15,-3 0-1 0,1-1-114 0,-2 1-215 16</inkml:trace>
  <inkml:trace contextRef="#ctx0" brushRef="#br0" timeOffset="88234.8">13413 13516 1103 0,'0'-2'19'16,"0"1"3"-16,-2-1-3 0,1 0-7 0,-1 0-3 16,0 0-9-16,0 0-4 0,2 0 0 0,0 1 0 15,0-1 4-15,0 0-5 0,0 0 6 0,2 2-4 0,-2 0 12 16,0 2-11-16,2 0 5 0,-2 1-4 0,0 1 15 16,0 11 0-16,-4 13-4 0,2-2 2 0,-2 4-11 15,1-1 7-15,-1 1-6 0,0 0 7 0,2-1 0 0,1-3-5 16,-1-2 3-16,2-1-4 0,0-1-3 0,0 0 8 15,0-1-3-15,2-1 4 0,-1-3-5 0,5 1-5 16,0-3 3-16,3 2-2 0,0-2 13 0,0-2-10 16,-7-2 0-16,11-2-3 0,8 1 5 0,-5-3 4 15,3-3 0-15,0-2 1 0,-5 9 10 0,11 0-8 16,-5-4 11-16,8-3-9 0,-4-4 22 0,-2-4-8 16,6-5-5-16,-8 0-1 0,6-6-5 0,-3 11-6 0,-7-22 4 15,3 0-5-15,-4-2 3 0,0-1-6 0,-2-3 6 16,-2-1-6-16,-2 1 7 0,-5-3-7 0,0 1-1 15,-3 1-1-15,20 0 2 0,-10 3 8 0,-5 2-3 16,-3 0 2-16,-3 0-14 0,0 10 1 0,-2-1 1 16,1 6 0-16,-1 4-4 0,0 1 2 0,2 5-12 0,-2-1 5 15,0 0-50-15,0 2-49 0,0 1-2 0,-1 1-18 16,-1 0-30-16,0 1-78 0,-5 12-20 0</inkml:trace>
  <inkml:trace contextRef="#ctx0" brushRef="#br0" timeOffset="88617.52">14247 13908 918 0,'0'0'38'0,"0"0"-2"0,0 0 6 16,-2 0 8-16,0-2-15 0,0 0 19 0,0 2-18 16,-1 0 0-16,-1 0-6 0,-16-2-2 0,-3 2-11 15,3 0 0-15,-4 4-5 0,0 2-9 0,1 1 8 16,3 1-6-16,5-1 5 0,0 0-10 0,6-1 3 15,2 0 1-15,1-5-2 0,2 11-7 0,-5-1 9 16,2 2-5-16,1-2 5 0,2 2-14 0,2 0 10 0,2 0-8 16,0 2 7-16,4-2-14 0,4 2 16 0,1-1-2 15,2 3 5-15,13-2-5 0,-2-4 0 0,8 6 1 16,2 0 1-16,-10-3 2 0,0 3 4 0,2-2-2 16,-13-4 2-16,12 4-7 0,-10-2 5 0,-10-2 2 0,-1 0 2 15,0-3 22-15,2-3 41 0,-4-3-15 0,0 0 19 16,0 2-45-16,0 3-16 0,-2 1 6 0,-4 3-11 15,-27 2 2-15,-10-4-11 0,-1 4 1 0,5-6-2 16,-4-1 6-16,8-2-1 0,-2 1-4 0,5-3 1 16,6 4-4-16,6-5-5 0,3 11 6 0,8-7-8 15,-2-1-17-15,9-4-69 0,-2 2-29 0,0 0-20 16,2-2-153-16,1 0-25 0</inkml:trace>
  <inkml:trace contextRef="#ctx0" brushRef="#br0" timeOffset="88974.67">15257 13254 407 0,'-2'0'28'16,"0"0"48"-16,-1-1-30 0,-1 1 0 0,-7-2 2 0,3 0-2 16,-3 0 8-16,4 2-4 0,-4-2 6 0,7 2-7 15,0 0-1-15,-3 0-10 0,3 0-9 0,0 0 2 16,1 0-23-16,-1 0 0 0,2 0 4 0,0 0 0 16,0 0 19-16,0 0-8 0,2 0 4 0,0 0-5 15,2 0-3-15,2 0-2 0,13 2-4 0,14 0 1 16,-8-2-13-16,1 0 2 0,0 0-1 0,-4 0 1 15,3 0 3-15,-5 0-10 0,1 0 2 0,-1 0-5 0,1 0 5 16,-4 0-24-16,0 2 0 0,-4-2-12 0,0 0-22 16,-2 2-109-16,-3-2-35 0</inkml:trace>
  <inkml:trace contextRef="#ctx0" brushRef="#br0" timeOffset="89126.63">15116 13598 701 0,'0'0'87'0,"-2"0"172"0,0 0-227 0,0 0-21 16,2 0 1-16,0 0-6 0,0 0 15 0,0 0-7 0,2 0 4 15,2 0-5-15,9 0 10 0,13-2-13 0,7-2 3 16,8-1-6-16,-7-1 0 0,-1-1-27 0,0-2-13 16,6-4-11-16,-5 1-73 0,3-1-174 0</inkml:trace>
  <inkml:trace contextRef="#ctx0" brushRef="#br0" timeOffset="89631.05">16614 13152 301 0,'0'0'71'16,"0"0"-4"-16,-2 0 41 0,1 0-5 0,-1 0-10 15,0 0-17-15,-2 0-5 0,0 0-5 0,3 0 1 16,-3 0-5-16,2 0-11 0,0 0-7 0,0 0-4 0,0 0-32 15,1 0 5-15,-1 0-4 0,2-2 3 0,0 1-3 16,0-1 6-16,2 0 9 0,1 0-4 0,12-2 7 16,11-3-2-16,4-1-9 0,3 1 5 0,4 0-16 0,0 1-7 15,-5 2 5-15,3-1-5 0,-5 1 4 0,-2 0-23 16,2 1-10-16,-4 1-7 0,0 0-44 0,1 0-108 16,1 2-87-16</inkml:trace>
  <inkml:trace contextRef="#ctx0" brushRef="#br0" timeOffset="90334.71">17998 12961 570 0,'0'-2'71'16,"-2"0"9"-16,0 1-23 0,0-3-15 0,2 2-19 16,-11-9-5-16,3 2-1 0,1-4-9 0,-2 1 6 0,-2-1-15 15,-1-3 18-15,-2-1-6 0,1 0 13 0,0-5 15 16,1 15 8-16,-2-10 6 0,1 4-1 0,-2 0 12 16,0-9-13-16,2 5 6 0,-2 2-9 0,2 0-1 0,-2 8-8 15,2 1-9-15,2 1 4 0,0 1-13 0,2 2-7 16,-4 0 2-16,3-5-5 0,-5-3-2 0,2 5-9 15,-3 1 5-15,1 4-6 0,2 2-3 0,4 2 5 16,-3 3-6-16,-1 2 6 0,-3 14-6 0,3 1 7 16,-2 6-2-16,9-1 4 0,3-3-7 0,-5 0 1 15,4-2 4-15,-10-1-2 0,2 1 6 0,7-4-3 16,1-1-3-16,2-4 1 0,2-4-8 0,0 0 6 0,0 2-5 16,2-4 6-16,2 2-3 0,0-3-4 0,-1-1 6 15,1-1-5-15,2-2 4 0,5-3 6 0,5 1-7 16,-1 9 8-16,-2-3-2 0,4-3-6 0,-2-1 9 15,-4-4-7-15,6 0 8 0,-4-2-3 0,-4-1-4 16,2-3 2-16,-2-1-2 0,1 1 0 0,-5-11 1 0,1-1-1 16,-4 1-1-16,0-2 1 0,-1 5 1 0,11-1 1 15,-5 4 6-15,-3 1-9 0,1-1 6 0,-3 7-6 16,-2 3 8-16,0-1-1 0,2-2-9 0,0 0 4 16,0 1-7-16,0 1-1 0,-1 0 6 0,1 2-5 15,0 0 9-15,0 2 4 0,0 0-7 0,0 1 4 16,3 8-8-16,3 8 6 0,1 3 0 0,-2-1 2 0,3 3-7 15,-1 0 2-15,-2 0 2 0,1-2-1 0,-1 2 0 0,1-1 2 16,-3-1-2-16,-1 2 2 0,0-2 3 16,-2 1 7-16,-2-3 1 0,0-3 1 0,0-4-2 0,-2 0 1 15,-2-2 2-15,-2 0 1 0,-3 2 2 0,5-4-9 16,-16 1 0-16,-2-3-2 0,-1-1-2 0,1 1 2 16,0-5-5-16,-2 2 4 0,0-2 0 0,5-1-3 15,2 11 3-15,2-3-5 0,2-4 4 0,-1-1-5 16,1-4 1-16,1 0-3 0,1 0-4 0,2 0-12 15,3 0-13-15,5 0 0 0,-1 0-57 0,-2-2-39 16,0 0 1-16,2 1-14 0,1-1 0 0,1 0-91 0,1 0-22 16</inkml:trace>
  <inkml:trace contextRef="#ctx0" brushRef="#br0" timeOffset="91043.93">18146 13219 957 0,'-2'-2'24'0,"0"0"43"15,0 1-53-15,1-1 12 0,-1 0-9 0,0 0 9 0,0 0-17 16,0 0-12-16,0 0 8 0,2 1-7 0,0-1 19 16,0 0-7-16,0 0-1 0,-2 2-1 0,2 0 5 15,0 2 2-15,0 0-1 0,-1 1 2 0,-3 10 6 0,-2 10 0 16,-1 3 0-16,-1 0-3 0,1 0-12 0,1 5 1 15,1-5-1-15,-3 2 1 0,3-2-1 0,-1 2-1 16,3-2 4-16,1-4-4 0,0 2 3 0,2-3 4 16,-2-1 0-16,2 3 2 0,0-10-1 0,0 3-4 15,0-3-6-15,0-3 4 0,2 3 3 0,0-2-10 16,1-2 7-16,1 2-8 0,-2-5 10 0,-2-3-8 16,2 3 5-16,0-1-6 0,-2-3 1 0,3 4 0 0,-3-4-1 15,4 1 1-15,0 1 2 0,0 0 12 0,-1 0-2 16,-1-3 5-16,0 1-5 0,0 0-6 0,0-2-4 0,1 0 0 15,1 0-7-15,0-2 1 0,0 0-3 0,-3-1 2 16,12-23-2-16,-3 0-3 0,-5 2 5 0,-1 1-5 16,0 5 2-16,1-6-2 0,1-4-3 0,-1-2 2 15,1 0-1-15,0 8 12 0,-1 4-6 0,1 5 5 16,-1 1-9-16,-1 3 5 0,0 2-1 0,-1 1 1 16,-3 4-7-16,0 0 6 0,8-3 5 0,1-1-1 15,0 3 0-15,-1 1 4 0,7 2-4 0,-4 0 5 0,-2 3-1 16,-1 1 8-16,-1 4-2 0,0 16 3 0,-3-2-3 15,4 4 0-15,-5-2-1 0,5-7 1 0,-6 0 0 16,1-1-6-16,3-3 5 0,5 2-7 0,2 4 4 0,-7-8 2 16,-5-7-6-16,1-1 5 0,-2-1-7 0,2 2 7 15,0 1-5-15,-2-3 4 0,2 2-4 0,0 0 8 16,0-2-2-16,-1-1 1 0,1 1-13 0,2-2-3 16,0-2-2-16,-1 1 0 0,-1-7 5 0,8-20-1 15,1 6-1-15,2-10 0 0,-2 6-1 0,2 0-1 16,0-3 5-16,-2 3-5 0,0 0 6 0,-2 9 2 15,1 2-1-15,-5 6 1 0,3 1-5 0,-5 5 3 0,1-1 2 16,-2 2 0-16,2 0-7 0,-2 2 9 0,3-3-3 16,-1 1 5-16,1 0 0 0,-1 2 20 0,2 0-5 15,-3 0 8-15,1 2-10 0,-2 16-1 0,13 5-2 16,-2 4-1-16,-6-4-11 0,1 3 0 0,-3 2 2 16,-3-12-1-16,2 5 3 0,-2-5-8 0,0-1 1 0,-1 0-3 15,3 4 7-15,-2-8-15 0,2 2-2 0,-1 2-10 16,-3-12-41-16,4 7-78 0,-2-7-5 0,0 1-33 15,0 0-95-15</inkml:trace>
  <inkml:trace contextRef="#ctx0" brushRef="#br0" timeOffset="91483.77">19275 12386 409 0,'0'-2'30'0,"-2"0"-13"16,0 0 34-16,0-2-8 0,-1 1 6 0,-1-1-3 15,-2 2-3-15,-5-2 0 0,0-5-10 0,2 3 8 0,-2 1-1 16,-2-1 2-16,-2 3-14 0,0 1 1 0,-5 2 2 15,-1 2 1-15,-1 3-1 0,0 4-18 0,3 3 0 0,-1-5-5 16,1 19 2-16,0 4-4 0,3 1 1 0,6 6-1 16,-4 2-4-16,4 4 4 0,1 5-4 0,-2 2 3 15,9-1-4-15,-2 1-1 0,2 2 4 0,-20-8-4 16,7 3 5-16,10-4 4 0,5-3-6 0,2-1 6 16,1 2-7-16,3-2 21 0,1 2-7 0,3 2 12 15,1-1-9-15,4-1 0 0,1-2 1 0,3 2-2 0,1 0-5 16,-1-6-1-16,1 1-4 0,-18-7 1 0,22-3-11 15,0 4 9-15,1-6-4 0,-3-3 4 0,0 3-17 16,-1-6-1-16,-3-5-4 0,3-3 3 0,-1-7-9 0,-1 1-10 16,1-2-6-16,0 0-3 0,1 11-32 0,-1-4-46 15,1-2 1-15,-5-5-24 0,1-2-86 0</inkml:trace>
  <inkml:trace contextRef="#ctx0" brushRef="#br0" timeOffset="91983.43">19418 12710 948 0,'-2'-1'19'0,"0"-5"39"16,-2-5-53-16,1 3-3 0,1 5-4 0,0-1-1 15,0 0-15-15,0 2 12 0,2 1-3 0,0-1 7 16,0 0 5-16,0 0 9 0,0 2 2 0,2 0 0 16,0 2-4-16,0 2 12 0,3 12-2 0,3 10 6 0,-1 2 1 15,1 6-3-15,-3-5 2 0,1 1-3 0,-1-4-11 16,1-2 8-16,-2 4-7 0,-1-4 7 0,1 0-16 16,-2-1 0-16,2-3-1 0,1 0 2 0,-1-3 4 0,0-2-6 15,-1-2 4-15,1 0-5 0,-2 0 0 0,0-6 11 16,-2 1-8-16,0-3 9 0,0 1-14 0,0-2 15 15,0-3 6-15,2 3 5 0,0 0 29 0,-2 0-21 16,0-3-3-16,0 1-7 0,0 0-23 0,0 0 8 16,-2-2-6-16,0 0 4 0,0-2-7 0,0 0 4 15,-2-1 2-15,-7-12 2 0,-4-9-4 0,4-2-4 16,4-4 0-16,1 2-1 0,3-5 0 0,3-4 0 0,0 1-1 16,1-6 0-16,3 10 4 0,2 4-2 15,-1-2 7-15,1 12-4 0,3-8-3 0,-1 9 3 0,-1 2-8 16,2 2 7-16,-5 2-2 0,11-4-7 0,5 2 8 15,-3 2-4-15,2 2 4 0,3 3 3 0,0-1-8 0,0 1 5 16,3 3-3-16,-5-1-5 0,-7 2 5 0,2 0-6 16,-2-7-5-16,0 1-25 0,-2 3-35 0,4-1 1 15,-8 4-137-15,3 2-100 0</inkml:trace>
  <inkml:trace contextRef="#ctx0" brushRef="#br0" timeOffset="92339.82">19769 13054 765 0,'0'0'67'0,"0"0"2"0,0 0-31 16,-2 0 3-16,0 0-33 0,0 0 6 0,0 2-9 16,1 0 3-16,-1 0-4 0,0 1 6 0,-6 10-10 15,-1 4 2-15,2 0-3 0,-1 3 10 0,3-3-8 16,1 1 3-16,4-1-4 0,0-2 11 0,2-2-1 0,2 0 3 15,-1-2-2-15,1-2 14 0,0 1-1 0,1-1 3 16,-3-5-3-16,7-1 2 0,6 1 8 0,-4-2 1 16,2 0 2-16,4 9 11 0,-4-4-6 0,0-1 0 15,-4-2-3-15,4-3-8 0,-3-1 3 0,-1 0-2 0,2 0 1 16,-7 0-12-16,0-1-1 0,-3 1 0 0,12-19-1 16,-2-1-5-16,-3-3 3 0,-6 1-6 0,-2 2 6 15,-4 1-3-15,-3-1-7 0,-4 1 6 0,-1 2-8 16,7 2 1-16,-17 4-2 0,-3 0-5 0,-4 2 1 15,5 0-16-15,1 1-15 0,1 3-17 0,2 3-2 16,-3-13-76-16,1 4-28 0,3 5-15 0,8 4-11 16,2 2-108-16</inkml:trace>
  <inkml:trace contextRef="#ctx0" brushRef="#br0" timeOffset="92761.89">20207 12536 331 0,'0'-2'110'0,"0"0"-139"16,0-2 123-16,-7-16-64 0,-1 1-9 0,1-1-4 0,1 1 4 15,2 1-5-15,1 1 3 0,1 4 8 0,0 0 4 16,2 6 1-16,-2-2 16 0,2 5 5 0,0 0-1 15,0 2 1-15,0-1-19 0,0-1-12 0,0 0-3 0,0 2-1 16,0 0 11-16,0 1 10 0,0-1 1 0,0 2 0 16,2 0-11-16,0 0-8 0,0 2 2 0,0 1-3 15,3 14 5-15,3 9-10 0,-1 2 4 0,-1 0-7 16,1 7 2-16,0 2-5 0,-1 2-2 0,0 4 0 16,-3 1-1-16,1 1 0 0,2-2-3 0,1 1 1 15,-1-3-6-15,-1-4 6 0,1 0 1 0,-1-5 2 0,1-2-5 16,-1-1 5-16,1-5-2 0,-2 1 3 0,3-3-8 15,-1 0 4-15,-1-2-5 0,-1 1 4 0,0-3-6 0,-1-1 9 16,-1 0-2-16,0-4 4 0,0-2-9 0,0-2-5 16,-2-1 2-16,0-5 0 0,0 1 4 0,2 0-11 15,-2 0 7-15,0-1-10 0,0-1-14 0,0 0-86 16,0 0-7-16,0-2-32 0,0 0-92 0</inkml:trace>
  <inkml:trace contextRef="#ctx0" brushRef="#br0" timeOffset="93063.72">20593 12341 1068 0,'0'0'29'0,"-2"-2"58"16,0 0-63-16,1 0-17 0,-1 2 5 0,0 0-10 15,0 0 0-15,2 0 2 0,0 0-3 0,0 2 3 16,0 0-3-16,0 0 3 0,0 2 3 0,0 7-1 15,4 9 2-15,-1 1 8 0,1 1-2 0,4 4 7 16,-1 4 6-16,0 3-6 0,-1 4 2 0,-2 4-4 16,-2 0-7-16,1 0 0 0,-1-2 0 0,2-4 0 0,-2 0-2 15,0-1 0-15,3 5-4 0,-1-6 3 0,1 2-3 16,1-9-1-16,-2-1 3 0,1-3-2 0,-1-2 7 16,0 1-4-16,-1 1 0 0,1-5-2 0,0 1-7 0,0-3-2 15,-1 2 1-15,-1-2-1 0,0-2 7 0,-2-4-9 16,2 2-2-16,-2-4-5 0,0-1-7 0,0 1-60 15,0-3 2-15,0-2-25 0,0 2-19 0,2-1-20 16,0-1-15-16,-1 0-9 0,1 0-125 0</inkml:trace>
  <inkml:trace contextRef="#ctx0" brushRef="#br0" timeOffset="93697.57">20901 12512 1057 0,'0'0'39'0,"0"0"1"0,0-2-3 0,-1 0-9 0,-1 0-9 16,0 0-15-16,2 2-5 0,0 0 1 0,0 0-2 15,0 2 2-15,0 0 5 0,0 2-1 0,4 24 4 16,-1 1-2-16,3 12 12 0,-1-2-8 0,-1 2 9 16,0 0-8-16,0-2 8 0,-1 4 1 0,1-4 0 15,-2 0-13-15,0-8 4 0,-2 1 1 0,0-8 1 0,0 0-5 16,0-4-1-16,0-1-3 0,0-6 3 0,0 0-7 15,0-2-2-15,0-2 0 0,0-3 2 0,0-2 7 16,0-1-3-16,0 1 1 0,0 0-4 0,0-1-8 0,0-1 5 16,-2 0-8-16,0 0 6 0,0-2-21 0,0 0-16 15,0-2 11-15,1-2-10 0,-5-9 36 0,-1-11-6 16,-1-3-2-16,3-3-2 0,1-2-4 0,0-5 5 16,2-2 5-16,0-2-2 0,2-3 12 0,0-1-3 15,0-1 2-15,0 1-1 0,0 4 3 0,0 4 10 16,2 2 0-16,0 5 3 0,0 4 0 0,2 4-1 15,-1 3-6-15,1 4 3 0,0 1-2 0,1 1-10 0,1 3 9 16,0 3-9-16,-5 0 3 0,18 1 1 0,1 0 1 16,1 3 2-16,5-1 22 0,-4 0-13 0,0-11 5 15,4 2-9-15,-5 8 4 0,1 1-9 0,-3 4 8 16,-4 0-7-16,-1 2 11 0,-3 2-4 0,-1 1-2 16,-3 1 0-16,2 5-7 0,3 9-6 0,-3 1 1 0,-5 1 0 15,-4 2 16-15,-4 6-9 0,-5 0 4 0,-6-1-7 16,-4 1-1-16,14-10-2 0,-25-1 7 0,10 0-4 15,-8-6 9-15,9 3-11 0,4 1-1 0,2-6-1 16,4 0 5-16,0 0-3 0,-1 1 1 0,3-1-4 16,3 2-7-16,1 0 8 0,1-2-2 0,-2-6 4 0,2 7-2 15,-3-5-4-15,-3 4 1 0,1 2-2 0,5-7 7 16,0 1-8-16,2-3 4 0,0 1-6 0,0 5 6 16,0-1-6-16,2 0 4 0,0-3-4 0,0-2 5 0,1-1 3 15,10 7-2-15,2-1 3 0,7 2-4 0,-3-2-4 16,0-3-7-16,-3-1 1 0,-3-1-41 0,0-2-6 15,4 2-1-15,-11-4-3 0,5 2-24 0,-2-1-67 16,-2-1-32-16</inkml:trace>
  <inkml:trace contextRef="#ctx0" brushRef="#br0" timeOffset="94133.5">21457 12785 697 0,'0'0'53'16,"-2"0"105"-16,0 0-129 0,0-2-2 0,0 0-3 0,0 2 1 16,0 0-10-16,1 0-3 0,1 0-2 0,0 0 0 15,0-2-6-15,0 2 6 0,-2 0 0 0,0 0 2 16,0 0 12-16,0 0 8 0,0 0-2 0,2 2 3 16,0 0-12-16,0 0 6 0,0 1-1 0,-2 9 4 15,-1 4 3-15,-1 3-16 0,0-1 0 0,1 1-6 0,-1 3-3 16,2-1 2-16,-2-5 1 0,1 1-1 0,-1-4-6 15,0 0 2-15,-1 2 1 0,1-6 1 0,-2 2 0 0,4-5-8 16,-3 3 2-16,1-1-3 0,2-3 11 16,0 3-3-16,1-3-6 0,-1 1 2 0,2 1-10 0,0-3 7 15,0 1 4-15,0 1 0 0,0-2-4 0,0-1 4 16,0 1-5-16,0-2 4 0,0 2-6 0,0-2 9 16,2 1-4-16,1 1 6 0,3 0 1 0,12 5 15 15,1-3-3-15,3-3 6 0,1-3 0 0,-3 0-5 16,2-2 1-16,2-1-5 0,2-3-1 0,0 1-1 15,2-3 0-15,0 1-2 0,-2 1-7 0,-2 1-3 0,-1 1 0 16,-3 2-1-16,-3 0-6 0,-4 0 4 0,0 2-5 16,-6 0 4-16,2-2-9 0,-3 2-7 0,-4 0-5 15,0 0-2-15,1-1-18 0,1-1-58 0,0 0 12 16,-2 0-29-16,0 0-12 0,-1 0-21 0,1 1-9 0,-2-1-4 16,0 0-40-16</inkml:trace>
  <inkml:trace contextRef="#ctx0" brushRef="#br0" timeOffset="94788.35">21527 11767 273 0,'0'0'84'0,"-2"-2"-6"0,0 1 21 0,1-1 6 16,-1-2-26-16,0 0-8 0,0 1-17 0,-2-3-3 15,4 4-4-15,-2-2-12 0,1 1-13 0,-1-1 10 16,2 2-11-16,0 0 7 0,0 0 1 0,-2-1-7 0,0-1 5 15,0 0-18-15,0 1 12 0,0 1-4 0,1 0 6 16,-1 0-13-16,2 0 6 0,0 0 1 0,0 0 4 16,0 2 8-16,2 0-5 0,-1 0-3 0,1 0 0 15,2 0-5-15,0 2 9 0,11 4 1 0,1 1 1 16,5 3-2-16,-3-1-15 0,5 2 6 0,-1 0-8 16,2 2 10-16,0-2-4 0,0 0-8 0,0 2 4 15,-1 0-5-15,5-11 1 0,-1 22 6 0,9 0-4 0,-3 2 0 16,0 0-3-16,-3 2 2 0,0 0-2 0,3 4 7 15,-1-3-10-15,-1 3 3 0,-1-2-4 0,-4-1 4 0,0-1 4 16,-4 4-2-16,1-4 3 0,1 5-4 0,-4 1 1 16,1 1-4-16,-3 4 3 0,-3 0-5 0,2 3 3 15,0 3 2-15,-4 1 0 0,1 6-4 0,-2 2 3 16,-1-2-2-16,-4 0 4 0,-1 0 5 0,-3-3 2 16,22-5-2-16,-12-3 1 0,-10-4-6 0,-3-3 11 15,-2 1-5-15,-5-4 4 0,-2 1-12 0,-4-1 3 16,-4 5 0-16,0-3 1 0,1-1-2 0,-5 1 4 15,19-3-5-15,-22 0 5 0,-2 1-8 0,4-3 2 0,-4-2 7 16,4-2-3-16,3-2 9 0,-5 3-3 0,7-7-4 16,4-3 1-16,-4 2-3 0,8-4 2 0,-4-4-1 15,-5 0 1-15,10 1-4 0,-1-5 2 0,3 6-1 16,3-7-1-16,-1 0-5 0,0-2-2 0,0 1 0 16,1 1 0-16,-1-2 5 0,0 0-5 0,1 0 1 0,1-1-2 15,0 1 3-15,0 0-10 0,0 0-6 0,0 0-11 16,0 0-101-16,1 0-300 0</inkml:trace>
  <inkml:trace contextRef="#ctx0" brushRef="#br0" timeOffset="101421.07">17797 14205 256 0,'0'0'7'0,"-2"0"18"16,0 0 27-16,-1 0 8 0,-1 0 5 0,-5-2-12 16,-1 0-22-16,-1 1 2 0,0-1-4 0,0 0 4 15,2 0 8-15,-1 0-9 0,3 0 8 0,-2 0-4 16,-3 1-5-16,3-1 7 0,-2 0-9 0,2 0-8 0,3 2 3 16,-1-2-1-16,-3 0 2 0,9 2 2 0,-1 0-10 15,0 0 2-15,-2-2-5 0,0 1 1 0,3-1-15 16,-1 2 1-16,0 0-3 0,0 0 3 0,0 0 6 15,0 0-4-15,2 0 4 0,0 0-5 0,0 0 4 16,2 0-4-16,0 0 2 0,2 0-7 0,5 0 3 16,8 0 0-16,5-2 3 0,-2 0 3 0,3 0 2 0,3 0-5 15,2-1 2-15,1-1-5 0,3 2-1 0,3 0 4 16,6-2-3-16,0 3 0 0,5-3 2 0,8 0 2 16,-6-1 2-16,8-1 5 0,2 0 1 0,-5 1 2 15,3-3-1-15,2 1 2 0,-1-2-6 0,1-1-1 0,7 3 0 16,4-2-4-16,10-1 0 0,5 1-3 0,7 2 1 15,-2-1-5-15,-5 1 5 0,-10-1-2 0,-4 5 3 16,1-1-4-16,5 0 3 0,6 1 1 0,7 1 1 16,4 0-1-16,0 0-4 0,-2 0 1 0,-13 0-2 15,-1 0 1-15,0 1 2 0,-3-1-1 0,6 0 1 16,9-2-7-16,4 0 8 0,-4 1-2 0,-4-1 6 0,-9-2-10 16,-1 1 8-16,-1-1-3 0,0-1 6 0,2-1-5 15,8-1 0-15,-1 0-1 0,10 0 1 0,-2-1 2 16,-11 1 3-16,-4 0 0 0,-13-1 1 0,0 1-5 0,-3 0 4 15,1 1-1-15,2 3 1 0,-3-1-3 0,-7 4-2 16,-1 1-1-16,-13-1 1 0,4 0-3 0,-2 0 1 16,-6 0 1-16,-7 0 1 0,-2 0 2 0,-5 1-3 15,-7-1 4-15,-2 0-4 0,-1 2 1 0,-6 0 7 16,1 0-5-16,-1 0 7 0,-1 0-4 0,0-2-2 16,0 0-1-16,-3 0-2 0,1 0-10 0,0 1-3 15,0-1-2-15,-2 0-5 0,0 0-51 0,-2-2-80 0,-2 1-17 16,-27-14-28-16,-10 6-148 0</inkml:trace>
  <inkml:trace contextRef="#ctx0" brushRef="#br0" timeOffset="101970.71">17452 14389 504 0,'0'0'30'0,"-2"0"-5"0,0 0 30 16,-2-2-4-16,0 0-2 0,1 0-25 0,-1 0-13 16,0 2 1-16,2 0-5 0,1 0 7 0,-1 0-11 15,0 0 1-15,2 0-4 0,0 0 0 0,2 0-1 0,0 2 6 16,-1 0-5-16,3 0 11 0,11 5-8 0,5 1 3 16,10 1-3-16,-11-3 2 0,-1-3-5 0,6 3 5 15,-3 0-4-15,3-1 11 0,2-1 0 0,0 0-4 0,7-3 4 16,3 1-2-16,5 2 1 0,7-2 2 0,8 0-1 15,14-2 1-15,6 0 2 0,2-2-6 0,4-2 4 16,0 0 1-16,-3-3-7 0,5 1 4 0,1-1-5 16,1 0 4-16,18-3-6 0,7 3-1 0,6-1-3 15,-5-3-4-15,-8 2 4 0,0-2 5 0,3-2-1 16,10 0 0-16,11 4 0 0,-3-1-1 0,-8-1 1 16,-4 0-4-16,-7 6 1 0,7-3-4 0,8 1 3 0,5-1-5 15,-7-3 4-15,-8 0 2 0,-3 2-1 0,-8-1 0 16,10 3 2-16,7 0-2 0,-8-1 3 0,6 1 0 0,-13 1 0 15,-7-3 0-15,2 0 0 0,-14 1 13 0,12-1-7 16,-4 3 5-16,-4-3-5 0,-3 2 3 0,-16-3-13 16,-4 3 1-16,-9-2-3 0,-3 1 7 0,-3-1-9 15,-5 0 0-15,-1-1-11 0,-4-1-65 0,2 0-244 16</inkml:trace>
  <inkml:trace contextRef="#ctx0" brushRef="#br0" timeOffset="102877.87">18029 11377 123 0,'0'0'31'0,"0"0"0"0,2-2 18 16,0 1-2-16,0-7-2 0,5-12 0 0,0-3-7 15,3 1 1-15,-5 4-3 0,-1 3 6 0,-2 5-6 16,2-1 5-16,1 0-5 0,-1 4 15 0,-2 1-9 0,-2 4 9 16,0 0-9-16,2-1 0 0,-1-1-18 0,1 0-9 15,0 1-1-15,0 1-17 0,0 0 3 0,0 0 4 16,0 0-2-16,-1 2-1 0,1 0 20 0,0 0-7 15,0 2 10-15,-2 0-10 0,0 2-2 0,0 9-5 0,-2 7 2 16,-2 6-9-16,-1-2 5 0,-3 6 1 0,3-4-1 16,-4 2-6-16,1 3 6 0,-1-3-5 0,-2 6 4 15,0-1-9-15,-2 2 7 0,0 1 6 0,-2-1 0 16,2-2-3-16,0 1 4 0,0 1-10 0,2 0 8 16,0 2-4-16,1-5 17 0,-1 1-3 0,2-3 6 15,-2 3-13-15,3-5 6 0,-1 0 4 0,2-4-2 0,1-5-7 16,0 1 9-16,1-1-9 0,-1-4 8 0,1 3-10 15,-1-1 8-15,2-4-1 0,1-4 2 0,-1-1-11 16,0 1 3-16,1-2-1 0,-1 1 3 0,0-1-5 0,2-3-1 16,2-2-3-16,0 0 2 0,0 0-9 0,0-1 3 15,-2 1-11-15,1-2 6 0,-1 0-27 0,-2 4-34 16,0 0-4-16,1-1-19 0,-1-1-95 0,2 0-108 16</inkml:trace>
  <inkml:trace contextRef="#ctx0" brushRef="#br0" timeOffset="103660.07">17723 12139 553 0,'-2'-2'94'16,"0"0"133"-16,-2 0-138 0,-3-2-30 0,-6-3-9 0,4 1 0 15,-3 1-2-15,3 1-20 0,-2-2 0 0,7 5-8 16,-5-3-10-16,5 2 0 0,2 2 0 0,-5-4-1 15,3 2-1-15,1 1 2 0,1-1 2 0,0 0 0 16,0 0 3-16,0 0 0 0,0 0-2 0,-1 2 1 16,1 0 0-16,0 0-10 0,0 0 7 0,0 0-9 0,0-2 8 15,0 2-3-15,1 0-6 0,-1 0 3 0,0 0-9 16,2 0 8-16,0 0-3 0,0 0 5 0,0 0-8 16,0 0 8-16,0 2 0 0,0 0 3 0,0 0-7 15,0 2 0-15,0-2-1 0,2 14 0 0,0-3 4 0,1 4-1 16,-1 0 1-16,0-2-2 0,2 1-6 0,-2-3 4 15,1 2-4-15,-1-2 4 0,0 2 3 0,0-2-1 16,0-2 2-16,0 0-2 0,-1 0-3 0,1 1 0 16,0-3 2-16,-2-2 1 0,2 3 1 0,0-3 2 15,0 0-4-15,0 1 3 0,1-1-4 0,-1-1-2 16,0-2 0-16,-2-3 0 0,7 1 9 0,5 0-5 16,1 7-2-16,1 1 0 0,-1-5-4 0,0-1 7 0,0-2-2 15,0 0 3-15,0-2-4 0,-1 0 1 0,-1 0 0 16,2-2 1-16,0 0-1 0,-4-2 1 0,2 1 3 15,-2-1-1-15,-1 0 9 0,-1-1-3 0,3-3 0 16,-3 4 0-16,2-10-2 0,-1 1 0 0,-1-2-1 0,-5 2 0 16,2-2-5-16,1 2 4 0,6-2-6 0,-1-2 6 15,-5 2 1-15,1-1 1 0,-4 5 3 0,-2-6-4 16,0 0-3-16,-2 2 6 0,-2-3 0 0,-1-3 1 16,-3 3 0-16,1 1-11 0,-3 0 6 0,1 2-6 15,2 6 5-15,1 0 2 0,-12 5-5 0,1 0 2 16,-2-3-4-16,1 3 9 0,1-9-4 0,-2 8 6 15,-1-10-11-15,0 4 17 0,3 5-3 0,0 2 6 0,-1 1-13 16,1 3-2-16,-2 0-5 0,1 0 1 0,7 2-6 0,1 1-2 16,-3 3 3-16,0 3-3 0,-2-7 3 0,-1 15 3 15,6-1-3-15,1 3 4 0,5 0 0 0,-7-5-2 16,2 1 1-16,5-4-2 0,1 1 3 0,1-3-5 16,2 2 4-16,0-4-3 0,2 3 10 0,-1-5-5 15,3 1 2-15,-2-2-3 0,20-1 0 0,-1-1 0 16,3 15 0-16,0-6 0 0,-2-5-1 0,4-5 3 15,0-1-4-15,-2 0 4 0,2-1 0 0,-3-3-5 16,-1 0 9-16,-3 0-8 0,-3 1 2 0,1-1 4 0,-4 0-7 16,0 1 6-16,-4 1-9 0,-1 2 6 0,-5 0 0 15,3 0 3-15,-4 0 3 0,2 0 1 0,-1 0 0 16,1 0 1-16,0 0 3 0,-2 0-5 0,-1 0-1 0,1 0-3 16,-2 0-5-16,0 2-18 0,-2-1-33 0,-1 3-6 15,-18 7-210-15</inkml:trace>
  <inkml:trace contextRef="#ctx0" brushRef="#br0" timeOffset="114359.42">20499 10896 8 0,'0'-1'0'0,"0"-1"8"0,0-2 91 0,0 0-5 0,0-5 13 16,3 0-38-16,1-4-7 0,0 0-29 0,-1 2-4 15,-1-1 1-15,0 3-1 0,0 0-8 0,0 0 2 16,2-1-4-16,-1 1 5 0,1 0-7 0,0 1-5 15,-1 3-1-15,-1-1-3 0,2-1-5 0,-2 3 6 0,0 0-7 16,-2 2 6-16,0 1-4 0,0-1 5 0,0 0-5 16,1-2-1-16,1 0-5 0,2 3-2 0,0-1 2 15,-2 2 8-15,-1 0 15 0,3 2-6 0,0-1 7 16,0 7-12-16,10 22-1 0,-4 5-3 0,-5 0 1 16,-1 4-3-16,-4 2 1 0,0 2 2 0,0-2-3 0,-2 1 3 15,0-5-6-15,0-3 5 0,1-3-4 0,-3 1 10 16,0-2-10-16,0 1 2 0,3-5-4 0,-1-4 5 15,0-3 0-15,2 0-2 0,0-5-1 0,0-1-2 0,0 0-4 16,0-3 2-16,0-1 0 0,0 2 7 0,0-3-10 16,0 1-4-16,0-2-7 0,0 3-36 0,0-3-49 15,0 2-2-15,0-3-17 0,-2 1-25 0</inkml:trace>
  <inkml:trace contextRef="#ctx0" brushRef="#br0" timeOffset="114784.13">20261 11416 114 0,'0'-2'38'0,"0"1"36"0,0-1 4 0,-2-2-22 0,-2-7 4 15,-1-6-7-15,1 2 9 0,0 2-14 0,1 0 1 0,1 4-7 16,0 2-4-16,0-3 3 0,0 5-5 0,2 3 3 16,0 0-5-16,0 0 5 0,-2-2 1 0,0 1-1 15,1-1-26-15,-1 2-13 0,0 0 4 0,2 0-4 16,0 1 20-16,0 1-13 0,0 0 0 0,0 1-4 15,0 1 6-15,0 2-6 0,0 7 0 0,2 4-3 16,1 2-4-16,1-2 10 0,2 1-4 0,1 1 5 16,1 0-16-16,1-1 12 0,0 1 0 0,2 0 4 15,0 0-9-15,1-1 0 0,1 3 2 0,0-1 1 0,-10 3 9 16,12-3-8-16,0-1 0 0,-2-2-2 0,-2-2-6 0,4 2 7 16,-4-4-1-16,8 2 5 0,-8-2-2 0,-2-2-5 15,0 3 1-15,-3-3-3 0,5-2 7 0,-9-3 3 16,4 2-1-16,-1-3 0 0,1 1 4 0,3-2-4 15,-2 3 10-15,-1-1-5 0,1 0 31 0,3 0-16 16,1-1 1-16,0-1-7 0,0-2-8 0,2 0-2 16,0-4 4-16,2-3-3 0,2-2 5 0,-1-2 1 15,-1-1-6-15,0-10 5 0,0-2-6 0,0-4-3 16,1 4-3-16,-1-2 0 0,0-4-4 0,-2 2-1 0,0-1 2 16,-2-1-4-16,2 2-17 0,0-3-23 0,0-3-15 15,0 1-5-15,2-1-76 0</inkml:trace>
  <inkml:trace contextRef="#ctx0" brushRef="#br0" timeOffset="-115551.73">23406 12684 288 0,'-2'0'0'0,"0"0"1"0,1 0 18 15,-1 0 9-15,0 0 10 0,-2 0 14 0,-1 0 2 16,-7 0-17-16,1 0 5 0,0 0-12 0,0 0 5 0,0 0-9 16,2 2 2-16,1 0-7 0,1 0-11 0,-1 0 5 15,5 0-3-15,1-2 2 0,0 0-8 0,0 0-3 16,-2 3 3-16,1 1-1 0,1 0 31 0,0-2 22 15,2 0-5-15,2-1 5 0,0 1-24 0,16 4-7 16,25 1 4-16,3-7-5 0,3-2 12 0,6-5-11 16,-3-2 5-16,0 1-8 0,-2-1-11 0,-7 0-1 15,2 1-8-15,-6 3 6 0,-4-1-7 0,-5 4 2 0,-3 0-3 16,-4 2 2-16,-5-1-2 0,-1 1 2 0,-4 0 0 16,-4 0-3-16,-1 0-1 0,-5 0 4 0,1 0 3 15,-2 0 0-15,2 0 4 0,-1 0-9 0,1 0-2 16,-2 0 0-16,0 0 0 0,0 0-5 0,0-2-1 0,-1 0-5 15,1 2-17-15,-2 0-55 0,0 0-14 0,0 0-21 16,0 0-109-16</inkml:trace>
  <inkml:trace contextRef="#ctx0" brushRef="#br0" timeOffset="-115149.02">23657 12976 17 0,'-2'0'0'0,"0"0"4"0,-2 0 2 16,3 0-8-16,-14 0 4 0,0 0-11 0,4 0 13 16,-2 0-2-16,0 0 7 0,2 0-7 0,-6 0 41 15,-4 0-3-15,7 0 18 0,-7 0 16 0,6 0-6 16,4 0-1-16,-6 0-2 0,3 0-4 0,-5 0-6 0,4 0-3 15,0 0-3-15,4 0-24 0,2 0 3 0,-2 0-3 16,1 0 4-16,3 0-7 0,0 2-6 0,3-2 3 16,2 0-4-16,0 0 7 0,-2 2 41 0,3 0-13 15,-1-1 20-15,2 1-35 0,0 0-5 0,2 0-5 0,11 2 2 16,29 1-9-16,5-3 2 0,5-2 2 0,3-4-1 16,-1 1 4-16,2-5-1 0,-4 1-7 0,-4-2 3 15,-1-1-7-15,-7 5-6 0,-1-1 5 0,-5 1-8 16,-4 1-4-16,-4 0 3 0,-6 2-1 0,-3 0 4 15,-2 2-6-15,-6 0 7 0,-4 0-3 0,-3 0 4 16,2 0 1-16,0 0-26 0,-2 0-5 0,-1 0-17 0,1 0-81 16,-2 0-156-16</inkml:trace>
  <inkml:trace contextRef="#ctx0" brushRef="#br0" timeOffset="-114527.72">25111 12649 172 0,'-2'0'42'0,"0"0"-2"0,0 0 24 0,-7 0-7 16,-17-2-2-16,3 0-1 0,-4 1 6 0,3-1 2 15,5 0-2-15,-3 2-11 0,3-2-9 0,-1 0-4 16,3 0 0-16,2 0 1 0,-2 2 4 0,4 0-1 16,2-1-1-16,-2 1-10 0,6 0-3 0,-1 0 0 0,1 0 0 15,3 0 9-15,1 0 22 0,-1-2-15 0,0 0 12 16,2 0-39-16,0 0 2 0,2 0 5 0,0 0-4 16,2 1-8-16,0 1-5 0,32-15 0 0,3 2 0 15,5 2-1-15,5-1 3 0,-4 3-5 0,-3 0 5 16,3 1-11-16,-8 3 3 0,1-1 0 0,-1 3 1 0,-7-1 8 15,-2 2-9-15,0 0 1 0,-8 2-7 16,3 0-5-16,-5 0-26 0,1 0-5 0,-2 0-18 0,0 0-124 16,-2 0-133-16</inkml:trace>
  <inkml:trace contextRef="#ctx0" brushRef="#br0" timeOffset="-113838.88">26236 12378 306 0,'0'-2'72'0,"0"0"2"0,-2 1-12 0,0-3-14 16,-2-7-19-16,-3-8-14 0,0 1 8 0,1 1 1 0,0 2-2 15,-1 0-17-15,0 0 12 0,-1 0-1 16,1 1 6-16,-1 1 6 0,1 0-8 0,-4-2 7 0,9 4-4 15,-17-2 15-15,1 3-11 0,-3 1 5 0,1 2-6 16,-2 3 4-16,-3 2-7 0,-2-17-1 0,-5 6 0 16,-1 8-11-16,-3 5-1 0,3 5-2 0,-1 5 2 15,-3 3-1-15,2 2-2 0,0-1-7 0,-1 5 4 16,7 0 1-16,1-16 3 0,4 18 2 0,5-1 0 0,3 1 14 16,8-5-5-16,3 1 6 0,3-2-8 0,-9 2-11 15,3-3 7-15,4 1-5 0,4-4 6 0,0 1-10 16,2-5 4-16,2-1-5 0,18-3 6 0,10-1-2 0,5 20-3 15,7-9-1-15,3-9-2 0,1-4-5 0,2-4 5 16,-1-1 0-16,-3-4 3 0,0-1-4 0,-3-1 6 16,-6 0-5-16,-3 0 4 0,-3 0-5 0,-8 3 3 15,-1-1-2-15,-4 0 2 0,-1-1-2 0,-4 3 3 16,-2 0 0-16,-1-1 0 0,-5 4-3 0,-3-1 2 16,2-1 6-16,1-1-2 0,-3 1 10 0,-2 3-6 15,0-1 4-15,0 0-4 0,0 0 7 0,-2 1 1 0,-1 1-4 16,-12-4 3-16,-11 1-8 0,2 5-8 0,-1 2 3 15,3 3-4-15,0 3 8 0,3-1-9 0,1 2 1 16,3 1-4-16,4-7-1 0,3 20 0 0,5 1 4 0,1 2-1 16,-15 0 6-16,6 0-7 0,5 1-2 0,4 1 0 15,4 6-2-15,4 1 5 0,-1-3 1 0,7 5 0 16,-1 0-5-16,0-2 9 0,2 2-6 0,-2 0 8 16,-4-3-6-16,1-1 2 0,-3-1 3 0,-1-4-1 15,-2-4-9-15,0 0 5 0,-2-2-2 0,0-5 4 16,0 0 4-16,-2-6 0 0,-2 2 1 0,1-6 0 0,-3 1 13 15,2-5 28-15,-20 1-4 0,0-2 8 0,0 15-27 16,-2-6 0-16,4-6-11 0,-3-1 7 0,-1-2-21 16,2-2 8-16,2 0-3 0,-2-4 3 0,5 1-11 15,-1-1 6-15,3-2-4 0,2 1 4 0,2-1-8 0,4 2-4 16,0 1-4-16,1-1 0 0,3 2-14 0,1 0-13 16,0 0-3-16,2 1-6 0,1-1-21 0,1 0-9 15,0 0-1-15,1 0-4 0,7-2-21 0,23-12-3 16,7 1-13-16,1 4 3 0,0 1-57 0,7 1-31 15</inkml:trace>
  <inkml:trace contextRef="#ctx0" brushRef="#br0" timeOffset="-113155.33">26347 12898 172 0,'0'0'66'0,"0"0"-25"0,0 0 71 16,0 0-17-16,0 0-9 0,-2-2-9 0,0 0-4 0,1 0-2 15,-1 1-18-15,0-1-6 0,0 0-3 0,0 0-3 16,-2 0-17-16,1 0 4 0,-1 0-8 0,0 2 7 15,1 0-16-15,-1 0 16 0,0 2-5 0,0 0 8 16,1 0 1-16,-3 17-17 0,1 5 8 0,1 2-13 16,0 0 3-16,0-2 1 0,1-2-1 0,-1 2 2 15,0-2-2-15,3 1 7 0,-14-3-2 0,4 2 3 0,3-1 5 16,3-3 2-16,1 3-3 0,2-4 2 0,0-1-12 16,2-3 0-16,0-2-2 0,0-1 0 0,0-3-1 15,0-1 2-15,0 1 0 0,0-3 1 0,0 0-7 0,0-3 7 16,0 3-4-16,2 0 4 0,0 0-8 0,0-3 9 15,0 1-4-15,-1 0 4 0,1-2-13 0,0 0 2 16,0 0-2-16,0-2 2 0,0 0-2 0,0-1-1 16,3-10 2-16,4-4-2 0,3-2 5 0,-3 3-5 15,0 1-1-15,0-2 0 0,-1 2-3 0,1-1 3 16,-2 1 0-16,3 0-1 0,-1 0-1 0,0 0 2 16,1 0 4-16,1 0-2 0,-9 2 1 0,12 2-2 0,3 0-5 15,-2 2 3-15,-2 2 1 0,-2 1-1 0,0 0 1 16,4 5-2-16,-4-1-7 0,0-6 10 0,-1 3-7 15,-5 3 7-15,1 2-3 0,-2 0-4 0,3 0 6 16,-1 2-5-16,-1 1 11 0,4 9-5 0,3 8 3 0,-5-1-4 16,-1 1-2-16,-1 2 7 0,1-3-5 15,-3-1 6-15,-3 1-6 0,0-4 2 0,0-4-1 0,0-2 1 16,0-1-1-16,0-5-1 0,0-1 5 0,2 2-5 16,0 0 4-16,0-3 5 0,0 1-5 0,0-2 5 15,0-2-9-15,1 1 0 0,-1-3 0 0,4-18 2 16,-1-1 4-16,5-1-5 0,-3 0 1 0,-3 0-2 0,7-2 0 15,-4 0 3-15,10-2-3 0,-2 4 0 0,-2 2-1 16,-4-1 3-16,-1 7 0 0,-1-1 2 0,-1 2-2 16,-1 10 6-16,3 1 4 0,-1-2 0 0,4-1-5 0,-2 3 7 15,1 0-5-15,-1 3 6 0,-2 1-8 0,5 1 2 16,-1 3-5-16,2 2 4 0,-4-1-10 0,2-3 5 16,2 17-1-16,0-1 3 0,0 1 2 0,-2-4-7 15,0-2 3-15,0 3-4 0,1-3 1 0,-3 2 5 16,0 0-7-16,0-2 5 0,1 0-8 0,-5-4-26 15,1 2-16-15,-1-1-6 0,-1-3-64 0,0-1-17 16,1-1 6-16,1-3-11 0,1 0-5 0,-1 2-68 16,3 1-26-16</inkml:trace>
  <inkml:trace contextRef="#ctx0" brushRef="#br0" timeOffset="-112422.7">27484 12295 302 0,'0'-2'39'15,"0"0"3"-15,0-2 2 0,-2-16-6 0,2-3-6 0,0-1 10 16,0 0-10-16,0 0-8 0,0-2 2 0,0 2-3 16,0 2-1-16,0 1 13 0,0 4-10 0,0 6 21 15,0-4 1-15,0 4 1 0,0 0-1 0,0 0-1 0,0 9 8 16,0-3-6-16,0 3 7 0,-2-2 0 0,0 0 5 15,0 2 0-15,0 1-1 0,0-1-11 0,1 2-13 16,-1 2-4-16,-2-1-3 0,-2 7-7 0,-10 23-12 16,5-1 2-16,3 0-6 0,3 1 3 0,1-1-5 15,0 2 0-15,0 1-2 0,3 2-1 0,-1 3 3 16,0 2 1-16,2-1 2 0,0 2-5 0,-2 0 0 16,2-2 1-16,-2 0-1 0,0 2 0 0,2-2 3 15,0-2-3-15,2-2 2 0,0-7-4 0,0-6 2 0,2-3-1 16,-1-2 0-16,1-1-7 0,0-4 3 0,-2-5 4 15,-2-1-2-15,1-3 0 0,-1 1-4 0,0-2-6 16,0 0 3-16,0 0-8 0,0-2 6 0,0-2 1 0,0-2 0 16,-3-20-2-16,-3-11 8 0,-1-1-3 0,-1-5 5 15,1 2-5-15,1-1 6 0,3-1 1 0,-1-2 1 16,2 0-5-16,2 1 5 0,0-1-3 0,0 2 5 16,0 4-1-16,2-2-2 0,2 0-1 0,1 0 0 15,3-6-3-15,-1 3 8 0,2-1-3 0,1 0 4 16,-1 10-7-16,2 1 5 0,0 6-1 0,0 6 2 15,-1 7-5-15,-7 0 5 0,18 2 2 0,-1 5 1 0,2-1 3 16,6 3 6-16,-2 2-4 0,0-15 5 0,4 6-4 16,-4 8-10-16,2 3 2 0,-2 3-5 0,-2 7-1 15,-6 1 2-15,-1-8-1 0,-2 31 2 0,-6-6 3 0,-3 3-1 16,-4 5-1-16,16-7 0 0,-7 5-1 0,-7-3-1 16,-4-1 2-16,-4 0-3 0,-3-4 0 0,-4 0 1 15,-2 0 3-15,2-6-2 0,9 2 3 0,-19-1 0 16,1-4-3-16,3-1 2 0,1-3 1 0,1 2-2 15,0-2 1-15,2-2-1 0,2 2 3 0,3-3-5 16,1-1 5-16,-1 0-6 0,5-1 0 0,-1 1 4 0,2 2-4 16,-7 2 7-16,0 2 6 0,1 0-7 0,4-1 5 15,1 1-7-15,1 0-3 0,2 2 4 0,0 1-5 16,2-1 4-16,3 2-4 0,1-4 1 0,3 3 2 16,0-3-1-16,-5-2-1 0,17-2 3 0,3-2-2 0,-2 3 2 15,2-1-2-15,-2-6-2 0,3 1-1 0,-1 1 0 16,-4-5 2-16,1 4-1 0,-3 1-4 0,1-5-1 15,-1 2-19-15,1 9-110 0,-2-6 0 0,-3-1-49 16,5-3-103-16</inkml:trace>
  <inkml:trace contextRef="#ctx0" brushRef="#br0" timeOffset="-111296.18">28447 12638 395 0,'-2'-2'136'0,"0"0"20"0,1 0-41 16,-1-1-45-16,-2-1-22 0,-3-2 7 0,-6-3-6 15,0 2 2-15,3 3-8 0,-3-2-27 0,2 5 8 16,-7 1-6-16,-1 3 9 0,-1 5 5 0,-1 3-6 16,4-4 4-16,1 19-7 0,-1 0-7 0,4 0 1 0,0-2-4 15,4 4 4-15,1-2-7 0,1 0 12 0,-1 0-1 16,5-3 5-16,1-3 0 0,-11-1 0 0,4-1-4 15,5-3 1-15,2 0-12 0,2-6 3 0,0 2-5 16,2-1 4-16,0-3-8 0,2 0 4 0,1-1-2 0,21-2 1 16,-4-1-6-16,4 14 3 0,-2-6 4 0,1-3-2 15,1-3-2-15,-2-1 4 0,-2-4-7 0,-3 0 6 16,-1-2-5-16,-1-2 0 0,0-1 4 0,-4-1-1 16,-2-1 6-16,-4 5-10 0,1-18 2 0,-5-3-4 15,-1-3 5-15,17-5 2 0,-8 1-1 0,-4-3 1 0,-5 1-1 16,-4 4-3-16,-1 2 3 0,-5-2-5 0,-1 2-4 15,-2 4 7-15,0 2-4 0,-1 3 6 0,11 4-6 16,-18 0 0-16,2 4 1 0,4 5 0 0,0 0 3 16,4-3-6-16,2 3 4 0,3 2-4 0,-4-2-2 0,5 4 4 15,-1 0-8-15,0 0 7 0,1 0-5 0,-1 0-3 16,2 0 3-16,0 2-3 0,2 0 9 0,0 0-2 16,2 2 1-16,2-1-2 0,9 5 4 0,13 5-6 15,3-2 7-15,1-4-6 0,0 1 6 0,-4-4-1 16,2-1-3-16,-2-1 2 0,-2-2 0 0,-6 2-1 15,3 0 3-15,-6-2-2 0,-2 0 5 0,2 0-6 16,-6 0 1-16,0 0-2 0,-3 0 7 0,-3 0 2 0,1 0-2 16,0-2 1-16,0 0-1 0,-1 0 1 0,-1 0-3 15,0 1 0-15,0-1-4 0,0 0 1 0,0 0 0 16,-2 0 0-16,0 2 3 0,-2 0-3 0,0 2-1 16,0 0-2-16,-2 2 5 0,1 10-5 0,-10 7 4 0,0-3-4 15,1 1 8-15,3 1-7 0,-2 6 2 0,4-1-3 16,-1-1 3-16,3 0-2 0,3-4 1 0,0-1-3 15,-11-1 3-15,4 1 1 0,3-2 0 0,2-2 0 16,4-2-1-16,0-2 0 0,0-2-2 0,2-2 3 16,0 1 3-16,0-3-3 0,2 1 1 0,-1-2-1 15,12-2 1-15,2 9 4 0,-2-2-4 0,3-2 4 16,-1-3-5-16,2-2 0 0,-1-2 0 0,3-2-2 0,1-2 4 16,0-3 4-16,0-2 0 0,-5 1 1 0,2-3-5 15,-3 9-3-15,3-18 3 0,-2-4-3 0,-3 1 3 0,1-1 2 16,-4-2-3-16,-1 4 2 0,-1 7-5 0,-2 0 2 15,-1 0 2-15,0 1 0 0,-5 1 5 0,3 3-5 16,-2 5-2-16,-2 3 1 0,0 0-1 0,2-2 0 16,0 1 0-16,0 1 1 0,-1 0 5 0,-1 2-6 15,0 2 0-15,-1 1-2 0,-7 22-2 0,-1 2 4 16,3-2 2-16,1-1 0 0,1-4-3 0,2 2-4 16,2 1 2-16,0-7-2 0,4 1-2 0,1-4 7 0,3 0-3 15,1-2 4-15,2-3-1 0,12-3 3 0,-1-3-4 16,11 0 3-16,-3 17 1 0,-2-10-1 0,3-5-1 15,-3-4-1-15,0-2 0 0,-4-4-1 0,0-1 0 16,-3-3 0-16,-1 1-2 0,-1-2 2 0,-2 9 3 0,1-20-1 16,-5-6 2-16,-2-4-7 0,0 1 1 0,-5-4-3 15,0-1 7-15,-3-1 3 0,20-4-4 0,-11-1 4 16,-4-3-6-16,-6 0 2 0,-2 1 1 0,-2 1 1 16,-2 0 2-16,0 6-3 0,-1 0 3 0,-1 2-4 15,1 3-7-15,-1 5 10 0,3 1-5 0,-1 5 7 16,0 3-5-16,2 5 3 0,0 1-2 0,1 3 3 0,1 5-6 15,0 1 4-15,0 1-3 0,-2-2 2 0,0 2-2 16,0 0-2-16,-2 2 3 0,1 0-2 0,-1 0 2 16,-5 6 7-16,1 9-3 0,-1 15 3 0,1 3 0 0,5 0-5 15,-3 5 8-15,-16-1-6 0,9 2 9 0,5 3-8 16,7 3 3-16,1 3-4 0,5-3 4 0,4 1-2 16,1 1-2-16,3-3 1 0,0-1-1 0,0-2 1 15,-2-6 3-15,-2-5-2 0,2 1 4 0,-1-5-10 16,-3-2 1-16,-1-3-3 0,-1-3 2 0,-1-3 6 15,0-4-6-15,-3-3 3 0,1-1-22 0,-2-5-29 16,0 0 0-16,2 2-12 0,0-1-35 0,-2-1-89 0,0 0-3 16,0-2-32-16,0 0-68 0</inkml:trace>
  <inkml:trace contextRef="#ctx0" brushRef="#br0" timeOffset="-111111.2">29000 12644 959 0,'-1'0'39'16,"-1"0"2"-16,0-2 16 0,0 0-3 0,0 0-8 15,0 0-29-15,0 0 0 0,1 0-10 0,1 1 8 16,1 1 4-16,1-2 8 0,9-2 3 0,23-5 2 16,7-1 11-16,0 1-14 0,3-2 2 0,1 4-8 15,-4-1-20-15,-1 3-6 0,1 1-2 0,-2 0-2 0,-3 2-13 16,-1 2-15-16,-6 0-54 0,-4 0 11 0,-3 4-201 16</inkml:trace>
  <inkml:trace contextRef="#ctx0" brushRef="#br0" timeOffset="-110161.55">27712 13596 744 0,'-2'0'49'0,"0"0"-5"0,-2-2 25 0,-10-1 5 0,-1-1-12 16,-6-2 6-16,10 4-27 0,6 2-2 0,1 0-8 16,0-1-15-16,0-1-10 0,3 0 8 0,-1 0-7 15,2 0 19-15,0 0 2 0,2 0 0 0,7-3 3 0,28-10 4 16,9 2 3-16,6 4 6 0,13 3-2 0,10-1 5 15,10-3-4-15,4 1-9 0,8 0 5 0,-1 1-15 16,-1 3 0-16,3-3-2 0,5 3 0 0,1 3 4 16,0 2-10-16,-1 0 2 0,-4 2-6 0,-4 0-3 0,-8 0-3 15,-4 1 5-15,-5 3-6 0,-9-2 0 0,-4-1 0 16,-6 1-4-16,-8 0 3 0,-11-1 8 0,-10 1-7 16,-9-2 4-16,-12-2-5 0,-2 0 10 0,-5 0 1 15,2 0 1-15,-2 0-3 0,0 0-17 0,-2-2 6 16,0 0-3-16,-4 0 3 0,-30-9-6 0,-16-2-2 15,-7 4 1-15,-1 3-1 0,-1 1 6 0,-4 1-6 16,-6 0 1-16,-9 4-1 0,-9 0 4 0,-12 2-3 0,-1 2 2 16,-2 2-1-16,0-1 4 0,5 4 0 0,-1 4 0 15,1-3 0-15,1 3 4 0,7 0-4 0,5 0 1 16,10 0-2-16,9-2-2 0,11 0 3 0,8-2 0 16,12-1 2-16,6 1-5 0,10-2 3 0,3-1-1 0,9-4 1 15,3 0-6-15,-1 0 6 0,2 1-5 0,0 1 5 16,2 2-1-16,0 3 4 0,2-4 2 0,5 1 1 15,36-2-5-15,9 22 4 0,8-13-4 0,6-8 4 16,7-3-2-16,5-6 10 0,2-3 0 0,1-2 3 16,3-2 1-16,1-1-4 0,3-1 0 0,4 2-2 15,1 0-3-15,-4-2 1 0,0 0-2 0,-9 0 2 0,-4 2-8 16,-7 0 1-16,-9 0 3 0,-8 0-2 0,-4-1 5 16,-11 3-6-16,-4 0 4 0,-10 1-5 0,-7 3 3 15,-10 3 8-15,-4 2-8 0,1-2 6 0,-1-2-17 0,-2-3-3 16,-2-6 2-16,-5 0-2 0,-19 4 1 0,-20-1 3 15,-8 5 3-15,-7-1 1 0,-8 3 7 0,-13 1-5 16,-3 0-3-16,-8-32 0 0,-4 21-6 0,3 10 11 16,-3 3-4-16,2 2 6 0,3 3-1 0,-5 1-5 15,0-1 2-15,1 3-3 0,-1-3 4 0,12 3-2 16,5 1 3-16,13-2-3 0,10 3-3 0,12-3 1 16,6 1-3-16,11-1 3 0,8-1-3 0,9-3-5 15,7-1 1-15,0 0-1 0,2 2 4 0,1-1 8 0,1-1 1 16,3 8 3-16,16-5 3 0,37-1-4 0,12 26 3 15,18-19-2-15,1-11 5 0,11-6 3 0,8-3-2 16,-4-4 2-16,6 0-7 0,0 0 3 0,-1 2-2 0,5 0 3 16,-1-1-2-16,-1 3 3 0,-8 0 2 0,-9 0-1 15,-6 1 2-15,-9 3-1 0,-2 1 0 0,0 0-1 16,-3 2 2-16,-10-1 0 0,-8 1 0 0,-12-2 0 16,-2 0-4-16,-6 1 3 0,-5-1-1 0,-2 0 2 15,-8 2 7-15,-7 0-6 0,-2 1 8 0,-9 1-6 0,2-2 12 16,0 0-15-16,-2 0-1 0,-1 0-6 15,-1-2-19-15,0 3-29 0,-5-11-6 0,-12 1-13 0,-27 2-73 16,-20 0-82-16,-10 5-37 0,-6 2-20 0,-9-29-196 0</inkml:trace>
  <inkml:trace contextRef="#ctx0" brushRef="#br0" timeOffset="-109522.31">25638 13806 283 0,'0'0'50'0,"0"0"2"16,-2-2-5-16,0 0 1 0,0 0-16 0,0 0 15 15,-1 1 8-15,-1-1-7 0,-5-4 9 0,-4 1 5 0,0-1 24 16,-2 2-7-16,0 1 10 0,2 1-21 0,0 2 5 15,-2 0-3-15,2 0 3 0,0 0-11 0,6 0-20 16,-1 0 2-16,5 0-10 0,1 0-11 0,-2 2-11 16,0-1 4-16,3 1-6 0,-1 0 5 0,2 0 14 15,0 0-4-15,2 0 8 0,1 0 2 0,23-1-3 16,13-1 1-16,11-1-1 0,0-5-2 0,10-1-17 0,-1-1 4 16,-5 1-8-16,4-1 8 0,-1 1-7 0,-3-1-7 15,0 3 2-15,-8 1-7 0,-7 0 6 0,-5 3 4 16,-6-1-1-16,-6 2-5 0,-7 0 2 0,-4 0-3 15,-5 0 3-15,-3 0-3 0,1 0-2 0,-2 0-1 16,-2 0-2-16,0 0-9 0,-2 2 3 0,-22 3 1 0,-21 8 1 16,-7 0 12-16,-5 0 0 0,-6 0-4 0,-1-4 3 15,-1 1-1-15,6-3 0 0,5 1 1 0,4-1-2 16,5-1-1-16,8-1 0 0,4 1 5 0,11-3-5 16,5 1 0-16,10-2 0 0,1 0-5 0,2 0 4 15,2 0-1-15,1-1-2 0,1 1 6 0,0 0-4 16,1 0 10-16,25 11 0 0,26 0-1 0,10-7 2 0,3-6 11 15,7-2-8-15,2-4 5 0,-1-3-7 0,3-2 0 16,-6 0-9-16,3-1 0 0,-3 3-4 0,1 2-19 16,3 3-93-16,0 0-30 0,3 1-40 0,-1-1-260 0</inkml:trace>
  <inkml:trace contextRef="#ctx0" brushRef="#br0" timeOffset="-107906.03">29868 11886 30 0,'0'0'16'16,"0"0"0"-16,0 0 17 0,1-2 0 0,1 0 3 16,0 0 16-16,0 1-11 0,0-3 6 0,0 0-7 15,3-5 7-15,1-2-4 0,-1-2 1 0,-1 2-1 0,-2-1 0 16,0-1 9-16,-2 1-2 0,0-3 4 0,0 0-11 16,0 2-14-16,-2 2-3 0,-2 0-3 0,1-2-8 15,-3 0 3-15,0 0-4 0,1 0 3 0,-3-2-1 16,1 0-12-16,0 0 10 0,-1 0-11 0,-1 0 9 0,-2-1-1 15,0-1-8-15,1 2 6 0,8-4-2 0,-18 1 3 16,3-1 3-16,-5 1-2 0,0-3 1 0,-2 1-4 16,-8-1 4-16,4-3-4 0,-3-2 13 0,1-2-5 15,-2-5 6-15,1 1-4 0,1 3 4 0,0-5-7 16,3 6 0-16,-3-3-2 0,4 5-9 0,2-4 2 16,-4 2-5-16,2 2 5 0,-2 2-4 0,0 4-3 15,-2 1 3-15,1 3-3 0,-3-1 1 0,-1 2 2 16,-1-2-2-16,-1 4 4 0,0 0 5 0,1 2-8 0,1-2 6 15,-2 2-6-15,1 0 1 0,1 2-6 0,-4-3 5 16,7 3-4-16,-3-2 8 0,5 0-2 0,-2 0-2 0,0 1 1 16,2 1 1-16,-1 0-3 0,1 1-2 0,0 1 0 15,0 0 2-15,0 1 0 0,-1 0 0 0,-3 1-1 16,2-1-4-16,-1 3 7 0,1-1 0 0,0 2 2 16,-5 0-12-16,3-16 8 0,1 5-5 0,3 5 6 15,-5 3 3-15,1 3-6 0,2 2 2 0,-3 0-3 16,5 0 6-16,-5 2-3 0,3 1 1 0,-2 3-2 15,3-1-3-15,-1 1 0 0,-3 1 2 0,3 1 0 16,-4 1 6-16,3 0-4 0,-1 1-1 0,-3-1-1 0,3 0-2 16,1 1 8-16,-4-1-6 0,5 0 4 0,0 0-16 15,-1 1 9-15,3-1 5 0,4 0 0 0,-6 4 3 0,8-2-8 16,1 1-3-16,-1 2-1 0,9-8 7 0,-4 18 0 16,1 2 1-16,1 6-2 0,-4-6-5 0,2 7 8 15,3 6 1-15,-3-5 1 0,0 1-7 0,-1 2 4 16,-1-2-6-16,2 2 5 0,1 4-8 0,-1-2 6 15,-2 2 1-15,3 0 2 0,-3 0-4 0,2 1 5 16,1 5-9-16,3 3 8 0,1 4-6 0,3 5-6 16,2 4 8-16,1 2-9 0,2 4-2 0,-25 0 7 0,16-1-4 15,11-1 6-15,4-2 1 0,1-3 6 0,7-1 1 16,3 0 1-16,0 0-2 0,2 4 4 0,-2-2-3 16,1 4 3-16,-1-2-5 0,0 2-5 0,0-4 0 15,2-1 0-15,0-5 14 0,0-3-6 0,2-2 6 0,-1-4-6 16,3 2 6-16,3 4-4 0,4-2 0 0,-16 4-2 15,30 3-2-15,9 3 3 0,-5 1-1 0,6 0 3 16,2 2-6-16,0-6 0 0,2-1-1 0,-4-4 2 16,-1-6 5-16,-1 0-3 0,2-1 1 0,0-1-3 15,-2-1-1-15,4 1 3 0,-5-5-2 0,7-2 3 16,1 2-3-16,-3-10 12 0,6 1-3 0,-6-4 8 0,-2-6 2 16,-2-2 7-16,2-3 1 0,1-2 1 0,-1-8 0 15,0 1-6-15,2-3 4 0,7-3-6 0,3 2-2 0,3 26 3 16,0-23-9-16,3-7 7 0,-1-7-3 15,4-6-10-15,1-6 5 0,-5-3-7 0,2-2 3 0,-3-2 0 16,7-4 0-16,7 26-1 0,5-31-4 0,6-4 1 16,-4-4 5-16,-3 2-4 0,-6-3 4 0,-8 1-2 15,-1-3 1-15,2-6-2 0,-3 0 1 0,1-11 3 16,2-2-7-16,-5-8 7 0,-2-7-3 0,-3 2 0 16,-4-7 5-16,-1 5-4 0,-4 0 10 0,-5 2 0 15,-9 0 3-15,-2-11-2 0,-8-9 5 0,-6-8-3 0,-5-4 0 16,-10 6 0-16,-3 8-4 0,29-1 12 0,-27 5-1 15,-16-3 4-15,-10-9-10 0,-10-6-12 0,21 1-1 16,-49 1-2-16,-10 13-7 0,-10 8-3 0,-9 7-5 16,-6 6 1-16,-4 2-18 0,4-1-34 0,2 6 4 0,4 8-19 15,-8 7-48-15,-7 15-210 0</inkml:trace>
  <inkml:trace contextRef="#ctx0" brushRef="#br0" timeOffset="-86172.63">28390 11556 236 0,'0'0'27'15,"-2"0"20"-15,0 0 39 0,-2-2 11 0,2 2-10 0,-11-4-24 16,4 2-35-16,0 0-2 0,-1 0-5 0,1 1-10 0,4-1-1 16,-3 0-4-16,4 2 5 0,1 0 5 0,1 0 0 15,-2 0 5-15,0 0-3 0,-5-4 8 0,2 2 2 16,3 2 0-16,-5-2 0 0,7 2-11 0,-2-1-3 16,0-1-2-16,3 0-1 0,-1 0-4 0,0 0 5 15,0 0-4-15,2 0 4 0,2 1-3 0,0-3 3 16,7-11-3-16,23-7 3 0,3-4 3 0,9-8-2 15,3-1 4-15,7-13-3 0,7-2 5 0,6-4-5 16,9-9 3-16,11 3-5 0,4-3 3 0,2 0-3 16,0 5 0-16,-10 5-1 0,-5 1-4 0,-3 5 2 0,3 3-5 15,3 5 4-15,3 0-2 0,-1 3-8 0,-12 3 8 16,-6 1-7-16,-11 1 10 0,-11 3-8 0,-4 2 0 16,-17 4-1-16,-4 5 3 0,-6 0 8 0,-7 4-5 15,-3 2 6-15,4 4 7 0,-5 3-16 0,1-2 3 0,0 1-9 16,-2 1-15-16,0 2 1 0,-2-1-7 0,0 3 2 15,-27-6-43-15,3 6-95 0,0 6 1 0,-2 3-40 16,6 0-76-16</inkml:trace>
  <inkml:trace contextRef="#ctx0" brushRef="#br0" timeOffset="-85719.74">29847 10013 354 0,'-2'0'57'0,"0"0"-5"0,1-2 19 15,-3 0 3-15,0 2-18 0,-14-8-24 0,3 5-8 16,5 1-2-16,-1 0-2 0,4 2-18 0,1 0 10 16,-5-2-5-16,7 2 8 0,1 0-5 0,-1 0 14 0,0 0-2 15,1 0 5-15,-1 0-11 0,0 0-8 0,2 0-1 16,0 0 1-16,1 0 10 0,1 0-8 0,0 0 2 15,1 0-4-15,3 0 7 0,26-5 7 0,3-1-5 16,4-1 4-16,2-1-10 0,-1 1-4 0,1-1 0 16,-2 1-3-16,2-1-5 0,2 1 2 0,-3 1 4 0,7-1-1 15,0 1 9-15,1 1-13 0,4 1 3 0,-7 1-6 16,-2 1 1-16,0 0 2 0,-4 2 0 0,-4 0 2 16,-1 0 9-16,-4 2-9 0,-8 0 7 0,0-1-9 15,-3 3-3-15,-4 0 2 0,0 1-1 0,-4-1 2 16,-3 0 8-16,1 1-3 0,-1 1-3 0,-2 11 0 15,-2-1 1-15,9 1 3 0,0 5 3 0,-6 1-2 0,-3 1 1 16,-4 7 7-16,-5 5 0 0,-6 1 1 0,-4 2-13 16,-5 0 11-16,16-2 0 0,-21 4 5 0,-7-4 5 15,3-6-5-15,-5-1 4 0,-1-6-4 0,4 0-3 0,-4-1-3 16,5-5-5-16,4 1 4 0,0-3-5 0,4 1-9 16,2 2-3-16,1-3-6 0,5 3-38 0,-1 0-368 15</inkml:trace>
  <inkml:trace contextRef="#ctx0" brushRef="#br0" timeOffset="66719.23">28906 11000 16 0,'-2'2'0'0,"-4"0"8"15,-22 13 92-15,-5 2 2 0,-2-1 14 0,5-1-23 0,2-2-9 16,2 0-35-16,-2 2 7 0,2-2-11 0,0 0 1 15,4-2-15-15,2 0 1 0,1 1-6 0,4-3-2 0,2 0-6 16,2-2-1-16,0 1-1 0,4-3 3 0,-1 1-1 16,3-2 6-16,-1-2-4 0,0-1 5 0,5-1-2 15,-3 2-5-15,0 0 4 0,0 0 10 0,3 0-6 16,-1 0 5-16,0 0-8 0,0-2-7 0,0 0 0 16,0 0 0-16,0 0 1 0,2 0 8 0,0-2-6 15,0 0 1-15,2-2-3 0,8-13-1 0,6-7 5 16,-5-3-4-16,25-1 3 0,3-4-15 0,7-3 5 15,8-2 0-15,5 0 1 0,6-1-5 0,6 5-5 0,5 0 0 16,-2 3 0-16,-5-2 5 0,-6 3-3 0,-7-1 0 16,-2 2-1-16,1 4 2 0,1 0-2 0,2 3-2 15,1-1 0-15,-3 2-2 0,-1 1 6 0,1 0-1 16,-11-1 4-16,1 3-2 0,-9-3-2 0,-5 5 3 0,-2 4-2 16,-6-2 5-16,-6 11-5 0,-3-7 3 0,-4 5-3 15,-3-3-3-15,-3 1 3 0,-1 2-3 0,-2 1 4 16,0-1 4-16,0 0 0 0,-1 1-3 0,-1 1 1 15,0 0-5-15,4-2-11 0,0 0-2 0,-2 1-6 16,0-1-20-16,-1 0-28 0,1 1-16 0,-2 1-19 16,6-8-202-16</inkml:trace>
  <inkml:trace contextRef="#ctx0" brushRef="#br0" timeOffset="67340.36">29999 9814 358 0,'-1'0'278'0,"-1"-2"-380"0,-15-3 326 16,-11-5-184-16,-2 1-24 0,-1 2-7 0,-4 1 2 15,3 4-4-15,4 0 4 0,-2 2-7 0,6 2 5 16,-5 2-6-16,1 0 4 0,0 1 1 0,4-1-3 15,7 0 3-15,-2-1 6 0,8-1 5 0,-2 0 5 0,4 0-2 16,5-2 0-16,1 0-3 0,-1 2-3 0,0 0 0 16,0-1-5-16,3 1 8 0,-1 0 0 0,0 0 2 15,0 0-2-15,2 0 2 0,0 0-2 0,2-1 2 16,2 1-7-16,16 8 1 0,17 1-2 0,4-4 2 16,5-1-9-16,1-4 3 0,-1-2-5 0,1 0 5 15,1 0 0-15,-3-4-9 0,1 0 3 0,-1 0-3 0,-1 1 7 16,1-3-10-16,-5 2 9 0,7 1-10 0,-1-1 5 15,3 0 4-15,1 2-5 0,-8 1 4 0,1-1-3 16,-4 2-1-16,-9 0 0 0,-2 0-2 0,-6 0 2 0,-5 0-1 16,-2 2 3-16,-4-1-3 0,-4-1-1 0,-1 0 4 15,-3 0 1-15,1 2 2 0,-2-2-3 0,2 2 4 16,-1 2-8-16,-1 0 8 0,0 1-3 0,0 6 1 16,-2 2 5-16,0 4-4 0,-4-2 2 0,-5 3-4 15,-4 3 1-15,4 1-1 0,-17 2 1 0,0 6-2 16,-2 1-2-16,-2 1 0 0,-1 1 1 0,5 1 2 15,-2-1 3-15,5 1-2 0,-1-5-3 0,2-1 2 0,0-2-1 16,1-2 1-16,1 4-3 0,5-5 5 0,-2-3-5 16,2 0 5-16,4-3-9 0,2 0 1 0,2 0 3 15,3-4-1-15,-2 0 7 0,4-2-6 0,1-6 0 16,-1 3-3-16,-2-3 7 0,0 1-7 0,1-1 7 0,1-1-6 16,0 0 5-16,0-1-3 0,2-1-1 0,0 0 1 15,0 0 1-15,0 0 3 0,-2 2-4 0,2-3 4 16,-2 3 10-16,0 0-4 0,1 0 4 0,-1-3-6 15,0 1 1-15,0 0-1 0,0 0 3 0,0 0-3 16,0 0-5-16,1 0-28 0,-1-1-23 0,2 1-7 16,0 0-111-16</inkml:trace>
  <inkml:trace contextRef="#ctx0" brushRef="#br0" timeOffset="69399.47">12047 14034 346 0,'0'0'0'16,"0"0"42"-16,0 0 4 0,-2 0 7 0,0 0 6 0,0 0-30 15,0 0 5-15,0 0 9 0,1 0 5 0,-1 0-2 16,2 0 8-16,0 0-7 0,0 0-9 0,-2 0 2 15,0 0-24-15,2 0 1 0,0 0 0 0,0 0-1 16,0-2-12-16,0 1 0 0,0-1 4 0,0-2-3 16,2-5 0-16,2-10 7 0,1-3-7 0,-1-6 6 15,-2-2-10-15,0-5 9 0,-1-4-5 0,1-6 8 16,-2-8 5-16,-2-5 8 0,-5-5 2 0,0-6 1 0,-3 2-1 16,-1-5-15-16,4 3 9 0,1 4-11 0,2-3 3 0,3 3-3 15,-1-6-7-15,0-5 5 0,0-2-4 0,-2-2 2 16,1 0 4-16,-1 13-2 0,2 4 7 0,0 11 0 15,2 10 3-15,-2 3-1 0,-1 3-3 0,-1 7 3 16,0 3-7-16,2 7 6 0,2 4-2 0,0 2-6 16,0 4-1-16,0 3-2 0,0 3-5 0,0 1-6 15,0-2 0-15,0 0-3 0,0 1 0 0,0 1-19 16,0 0 3-16,0 0-9 0,0 0-8 0,0 0-8 0,0 1-7 16,2 1 1-16,0 0-16 0,0 0-110 0,0 1-21 15</inkml:trace>
  <inkml:trace contextRef="#ctx0" brushRef="#br0" timeOffset="69736.61">11722 12805 268 0,'0'0'56'16,"0"0"-5"-16,-2 0 16 0,0 2 9 0,0 0-21 15,-2 0-7-15,1 0-7 0,-1-1-1 0,0 1-1 16,1 0 6-16,1 0-9 0,0 0 7 0,0 0-7 0,0 0 8 15,0-1-15-15,0 1-3 0,1-2-3 0,-1 0 2 16,0 0-14-16,0 0 8 0,2-2-9 0,0 1 12 0,0-3-14 16,0-20 4-16,2-2-6 0,3-8 15 0,3-1-4 15,-1 2 3-15,3-3-4 0,1 3-1 0,-2 1 3 16,2 1-5-16,2-1 5 0,0 1-5 0,2-1-9 16,0 2 8-16,0 3-7 0,0 2 12 0,-1 3-12 15,-1 2 4-15,-3 5-6 0,1-2 0 0,-4 8 4 16,-3-2-7-16,9 1 6 0,-6 3-7 0,3 0 0 15,-5 1 3-15,3 4-1 0,1 0 1 0,0-5 2 16,2-1-6-16,2 3 2 0,0 1-3 0,0 4 2 0,4 0 2 16,-4 2-1-16,6 5 0 0,1 5-2 0,2-11 3 15,1 25-2-15,1 0 0 0,2 6 9 0,0 0-9 16,4 1 6-16,1 4-38 0,3 0-146 0</inkml:trace>
  <inkml:trace contextRef="#ctx0" brushRef="#br0" timeOffset="72453.87">23085 6381 256 0,'0'0'-33'16,"0"0"29"-16,-2 0 11 0,0-2 5 0,0 0 33 0,-1 0-8 16,-1 0-18-16,-3 1 5 0,-6-1-4 0,-6 0 3 15,0 2-11-15,-5 2 0 0,-4 3-2 0,-7 5 11 0,-4 3-10 16,0 0 2-16,6 0-4 0,-4 1 6 0,1 1-6 15,1 0 5-15,-4 2-5 0,7-4 12 0,5 0-10 16,1 0 1-16,5-2-6 0,1 2-6 0,-1 2 9 16,5-13-3-16,-1 14 5 0,4 3 2 0,2 0-3 15,0 1 3-15,0 2-3 0,-2 1-1 0,3 3-3 16,-1 1-3-16,2 7 1 0,1 1 1 0,1 4 4 16,0 6 1-16,3-1-1 0,0 4-1 0,-20-1-8 0,9-4 8 15,8-3-8-15,3-1 9 0,4-5-5 0,0 1-3 16,2-3 2-16,2-3-3 0,1-1 5 0,1 2-4 15,1 0 4-15,2-1-2 0,3 3-3 0,1-1 5 16,1 1-4-16,3 0 16 0,0-3-14 0,1 3 10 0,-12-4-12 16,18 0 7-16,4-2-2 0,2-6-1 0,3 4 1 15,4-2 5-15,2-5-9 0,-2-6 7 0,0-1-7 16,4-1 6-16,2-5-3 0,2 3-3 0,-1 17 3 16,-3-13-7-16,-6-7 2 0,1-4 0 0,-5-4 1 15,-1-1 4-15,-2-5-7 0,1-1 2 0,-3-2-4 0,2-5 6 16,-4 16 2-16,-1-22 2 0,1-2-2 15,-2 0 0-15,0-4-1 0,1 0 3 0,-1 1-1 0,-4-1 0 16,3-4 1-16,5 3-5 0,-8-1 6 0,7 3 1 16,-9-5 2-16,-8 1-3 0,3-4 1 0,-4-4-4 0,-5-7 4 15,4-4-3-15,22-10 1 0,-21-6-9 0,-7-1 12 16,-7 0 2-16,-6 10 4 0,-4 3-2 0,-2 10 6 16,-1 5-3-16,16 2 4 0,-26 5-9 0,3 5 3 15,-3 3-4-15,0 3 4 0,2 5-2 0,0 5-6 16,1 2 0-16,-1 7-4 0,2 0-14 0,0-12 6 15,2 6-7-15,-1 7 6 0,1 3-17 0,2 1-18 16,0 5 0-16,3 1-8 0,3 1-23 0,3 1-38 16,1-3-7-16,5 16-16 0,0-2-93 0</inkml:trace>
  <inkml:trace contextRef="#ctx0" brushRef="#br0" timeOffset="85942.89">4869 13394 430 0,'0'0'5'0,"0"0"22"0,0 0 12 16,-2-2 3-16,0 0-2 0,0 0-21 0,0 0 1 0,0 0-3 16,0 1 5-16,1-1 1 0,1 0-9 0,0 0 1 15,0 0-3-15,-2 0 12 0,2 0-16 0,0 1 11 16,0-1-12-16,0 0 11 0,0 0-11 0,0 2 3 16,0 0-4-16,0 0 6 0,0 0-7 0,0 0 0 0,0 0-1 15,2 2 0-15,-1 0 7 0,1 3-6 0,6 25 4 16,-1 3-14-16,1 5 8 0,1 2-2 0,0 7 5 15,-1-3-1-15,-1 8-3 0,0 4 0 0,-1-2-2 16,1 0 4-16,1 3 3 0,1 3-2 0,-3 7 1 16,1 3 0-16,1 8 3 0,-3 4-1 0,3 7 0 15,-1-6-12-15,-1 1 12 0,-3-12-4 0,1-10 8 0,0-3-10 16,-1-5-2-16,-1-2 1 0,4-2-1 0,-2-2 8 16,-3-5-2-16,-1-2-2 0,0-6 0 0,0-3-1 0,2-1 3 15,0-3-3-15,0-6 1 0,0-5-8 0,-2-8 2 16,0-1 2-16,0-4 0 0,2-1-14 0,0-1-35 15,-1 0-20-15,1 0-10 0,0-2-127 0</inkml:trace>
  <inkml:trace contextRef="#ctx0" brushRef="#br0" timeOffset="86579.96">4950 12995 1013 0,'-2'-2'26'0,"1"0"-17"0,-5-2 26 0,-9-1-8 16,0-10-13-16,8 5-6 0,1 3-1 0,3 3-2 16,1 1-8-16,0 3 9 0,0-2-6 0,-2-2 8 15,1 0-13-15,-1 1 7 0,2-1 0 0,0 2 3 16,0 0-1-16,0 0 2 0,2 0-2 0,0 1 1 0,0-1-1 15,2 0 3-15,0 2-5 0,2 0 3 0,7 0-1 0,9 5-4 16,6 7 5-16,0 1-6 0,0 3-4 0,8-10 5 16,-3 18 0-16,-1 2 2 0,4 0-2 0,3 0 3 15,2 2 0-15,5 1 1 0,-3 1-4 0,2 4-3 16,-2-1-1-16,3 6-1 0,1-2 5 0,5 2 0 16,0 4 0-16,8 5 0 0,1 2 0 0,12 0 4 15,-1 1 0-15,1-3 0 0,3-2-11 0,-11-3 2 16,0-4 5-16,-5-2 0 0,-4-4 5 0,1 1-2 15,-1 1-5-15,0-1 2 0,2-3 1 0,1 1-3 16,1-3 5-16,-3 1-4 0,-3-2 4 0,-5-2 1 0,-6 0-7 16,-4 0 4-16,0 4-4 0,-4-6 0 0,-3 2 5 15,-8-2-2-15,-1-5 3 0,-6 3-1 0,0-4 0 16,-4-5 0-16,-2 4 3 0,-3-10 2 0,-3 3-2 0,3-3 3 16,-1 1-2-16,-1-1 3 0,-2-1 0 0,2 3 0 15,-4-7 3-15,0 3-10 0,0 1 5 0,-2-2-7 16,-2 1 4-16,-7 4-4 0,-11 4 0 0,-6-1-2 15,0-3 7-15,-5 0-5 0,-6-1 3 0,-2 1-4 16,-9-2-3-16,-4 3 5 0,-4 3-7 0,3 1 6 16,1 5-7-16,-2 3 7 0,0 2-2 0,-3 2 2 15,-4 2-4-15,0 0 0 0,-8 2-2 0,-9 1 2 0,-3 1 2 16,-6 0 4-16,3-3 6 0,8-1-2 0,6-4 13 16,7-5 5-16,3-1 0 0,12-3 1 0,0 0 1 15,2-4-12-15,3 0 1 0,3 0-6 0,3-1-3 0,5-3-6 16,5-1 0-16,3-1-2 0,1-1-4 0,5 0-17 15,1-2-13-15,3-1-2 0,8-1-48 0,-3 2-59 16,2 0-17-16</inkml:trace>
  <inkml:trace contextRef="#ctx0" brushRef="#br0" timeOffset="87097.6">2852 14677 877 0,'-4'0'19'0,"-23"-8"12"0,-1 1-11 0,9 1-10 16,1 1-6-16,5 3 1 0,5 0-11 0,1 2 12 15,1 0-7-15,4 0 9 0,1 0-11 0,-3-2-9 16,0 0 5-16,0 2-5 0,3-2 12 0,-1 1 1 15,2-1 0-15,0 0 0 0,2 0 9 0,5 0-1 16,25-9 1-16,5-2-3 0,5 0-7 0,8 0 4 0,1-2 0 16,1 2 2-16,-2-2 1 0,0-1 8 0,4 1-8 15,3-2 7-15,6 4-12 0,6 2 2 0,7 2 1 16,-2 1-3-16,3 4-7 0,-5 1 6 0,-9 1-1 0,-3 2 3 16,-10 0-1-16,-4 0 2 0,-1 2-4 0,-3 0 2 15,-1 1 0-15,0 1-3 0,-2-2 3 0,2 0-3 16,-4-2 9-16,4 0-5 0,-2 0 2 0,-4-2-3 15,-1-2 0-15,-3 0-4 0,-1-1 3 0,-6 1-3 16,0 0-8-16,-5 1-27 0,-3-1-11 0,-6 2-8 16,-5 0-75-16</inkml:trace>
  <inkml:trace contextRef="#ctx0" brushRef="#br0" timeOffset="88344.42">4740 13745 420 0,'0'0'39'0,"0"0"69"0,0 0-55 0,-1 0-6 16,-1 0 2-16,0 0-6 0,0 0-10 0,0 0-1 16,0 0-4-16,0 0 2 0,1 0-12 0,-1 0 10 15,0 0-2-15,0 0 5 0,0 0 7 0,0 0-6 16,0 0 3-16,1 0-4 0,-1 0 1 0,0 1-3 16,-2 1-1-16,0-2 0 0,-1 0-4 0,-4 2-13 15,-6 0 1-15,0 0-4 0,-5 2 5 0,-5-3-10 16,3 1 7-16,-9-2-9 0,-1 0 5 0,-1 0 8 15,-3 0-3-15,-1-3 5 0,0-5 6 0,-4-1-5 16,0 0 2-16,8-3-5 0,-4 1-2 0,7 2-2 0,2-2 3 16,4 2-3-16,4-1-2 0,-1 1 1 0,1 0-4 15,-3 0 4-15,3 1-9 0,2 1 6 0,-1 1-4 16,4 1 5-16,4 1-3 0,2 0-4 0,-1 0 3 0,3 3-3 16,0-1 1-16,3 2 1 0,0 0-3 0,0-2 2 15,1 0-4-15,-1 0 6 0,0 0 1 0,1 0 2 16,1 1-7-16,0-1 1 0,0 0 1 0,0 0 1 15,0 0-1-15,0-2 0 0,1 1-1 0,-1-5 1 16,-4-8-1-16,4 3 2 0,2-4 0 0,0-2 1 0,0 1-2 16,2-5-1-16,2 1-3 0,0 0 2 0,1 0 6 15,1-1-7-15,-1-1 2 0,1 0-4 0,-1 2 8 16,3-2-5-16,-1 1 2 0,1 1-2 0,-3 2-1 0,1 1 5 16,-1 2-3-16,1 1 4 0,0-1-7 15,-3 2 4-15,1-2-1 0,-2 1 3 0,0-1-2 0,0 2 1 16,-1-2-1-16,-1 6 1 0,2-4 0 0,0-3-2 15,-2 5 0-15,0-2-4 0,0 2 4 0,2-2 0 16,-2 2 0-16,2-4 0 0,0 3-4 0,0 1 4 16,-1 0 2-16,1 3 1 0,2-1-1 0,-2 4-4 15,2-3-2-15,-4 9-1 0,3-5-1 0,1 2 2 16,1 1 2-16,14-9-1 0,1 3 0 0,8 0 1 0,0 1 0 16,9 1 0-16,2 1-4 0,4 1 10 0,5 1-5 15,2-1 5-15,1 1-11 0,4-2 8 0,-1-1-1 16,0 1 4-16,-2-1-6 0,2-1-6 0,1 1 0 15,5-2-2-15,3 1 4 0,8 3 2 0,-1 1-3 0,-1 4 2 16,1 0-1-16,-6 4 6 0,-3 1 1 0,-4 1 0 16,-5 1-6-16,2 1 3 0,-2-3-5 0,2 1 5 15,5 1 0-15,3 1 2 0,1-5 1 0,11 1 0 16,2-4 2-16,4 0-1 0,-4-5-2 0,-7-3 0 16,0-3-3-16,-6-4 4 0,5 0 1 0,5-1 0 15,3-1-5-15,2 0 3 0,-2-1 1 0,2-3 2 0,-6 3 1 16,-1 1-4-16,-4 0 3 0,-10 4-3 0,-3 0 1 15,-2 2 0-15,-2 2-1 0,-5 1 3 0,1 3 2 16,-1 1-5-16,-8 0 0 0,0 2-1 0,-11 2 5 0,0 0-7 16,0 0 4-16,-5 0-4 0,1 2 9 0,-5-2-2 15,5 2 0-15,-5 0-2 0,-1 0-6 0,3 0 4 16,-4 0 1-16,1-1 1 0,1 1 1 0,-2 0-4 16,-4 0 1-16,2 0-3 0,-4 0 1 0,1 0 4 15,-1-1-2-15,0 1 3 0,1 2-3 0,-1 0-2 16,-2-1 0-16,1 1-3 0,-3 17 3 0,3 1 2 15,-1 4 0-15,2 4 0 0,-1 1-1 0,-1 4 1 0,-3 3 0 16,0-1 2-16,-2 4 2 0,-1-1-6 0,1-1 3 16,21 2-3-16,-9 0 2 0,-6-2 0 0,-3 4 0 15,-3-1 1-15,0 1 0 0,0 4 0 0,0-1-1 16,2 2 0-16,-1 4-1 0,3-2 4 0,-1 4 0 0,-1-9 1 16,2 3-6-16,-3-5-1 0,1-2 2 0,0 1-1 15,-2-6 0-15,0-3 3 0,-1-3 2 0,1-2 2 16,0-2-2-16,2-4-6 0,0-2 3 0,-3-3-2 15,3-2 4-15,0 0 4 0,-1-2-6 0,1 0 3 16,0-2-10-16,0 0 9 0,-1-2-2 0,-1-1 4 16,2-1-8-16,-2-1-21 0,0-1-8 0,-1 1-7 15,-1-2-60-15,0-1-137 0,0-1-80 0</inkml:trace>
  <inkml:trace contextRef="#ctx0" brushRef="#br0" timeOffset="88998.95">6850 14365 724 0,'-2'0'83'0,"0"0"19"0,-7-2-33 0,-15-4-43 16,-2 3-5-16,7 1-15 0,6 2 2 0,6 0-5 15,5 0 4-15,-2 0 2 0,2 0-2 0,-2 0 2 16,1 0-4-16,1 0-1 0,0 0 10 0,0 0-5 0,2 0 5 16,0 0-8-16,2 0 13 0,2 0-4 0,11-2 6 15,14-2-4-15,1 0 13 0,3-1-4 0,3-1 6 16,5 1-11-16,3-3 5 0,8-1-4 0,4-2 2 16,9 0-8-16,9 0-6 0,6 0 3 0,3-1-4 15,5-1 4-15,-3 0-4 0,1 2 0 0,-3 0-3 16,-3 2 3-16,2 0-3 0,7 1 2 0,-2 1-3 0,2 3-2 15,-3 2-2-15,-14 2 2 0,-5 0-1 0,-6 4-3 16,-7 0 7-16,0 1-8 0,-4 3 8 0,-4 1-7 0,1 0-4 16,-5 0 11-16,3 1-8 0,-4-1 1 0,-4-2 4 15,2 1-2-15,-9-3 6 0,5 3 2 0,-9-3-7 16,-2 1 2-16,-2-2-2 0,-5-2 10 0,-2-1-6 16,-6-1-2-16,-3 0 0 0,-2 0 5 0,-1 0-1 15,-1 0-1-15,0 0 0 0,2-1-4 0,-1-1-5 16,-1-2 5-16,0-2-6 0,2-5 3 0,-2-4 0 15,-2 1-1-15,-4 1 1 0,-2-2 0 0,-1 2 0 16,0 2 3-16,3-1-2 0,-13 5 2 0,0 0-3 0,6 3 0 16,-5 2 0-16,6-5 7 0,-6-3-4 0,-3 3-3 15,4 5 0-15,-5 2-3 0,9 2 3 0,-1 3-2 16,1 3 1-16,6-6-8 0,1 18 11 0,-2 1-3 16,-7-1 3-16,4-1-7 0,4-6 5 0,3 0-1 0,2 0 1 15,0-4-1-15,2-2 8 0,-1-1 0 0,3-4 3 16,24 14 1-16,4-4 2 0,-1-9 3 0,3-3-2 15,-1-7 2-15,0-4-2 0,3-4 2 0,-12 4-4 16,0-4-4-16,-7 4 4 0,-3 9-5 0,-4-11 6 16,-3-2-2-16,-3-2-3 0,7 1 2 0,-4-3-5 15,-3 0-14-15,-6 3-36 0,-5-1-14 0,-6 4-12 0,-39 2-111 16,-7 3-256-16</inkml:trace>
  <inkml:trace contextRef="#ctx0" brushRef="#br0" timeOffset="89268.9">2973 14727 1025 0,'-2'0'97'15,"0"-2"27"-15,0 0-52 0,0 2-54 0,-18-7-4 16,3 1-2-16,4 2-11 0,0 1 2 0,2 1-4 16,-2 0 0-16,-2 0-5 0,0 0-9 0,2 2-1 15,-7 0-51-15,1 0-84 0,-3 2-45 0</inkml:trace>
  <inkml:trace contextRef="#ctx0" brushRef="#br0" timeOffset="102840.11">20495 14441 325 0,'0'-2'59'0,"-2"0"-38"0,0 0 50 0,0-1-14 0,-13-22-38 0,4 9 11 16,0 1 8-16,6 6-2 0,-3-3 1 0,3 1-9 16,-1-2-9-16,0 2 2 0,3 2-11 0,-1-2 5 15,0 0 3-15,1 0-1 0,1 1 7 0,2 1-11 16,0 2 11-16,0-1-9 0,0 3 24 0,0 3-15 16,0-2 7-16,0 2-10 0,0 0 1 0,0 0 2 0,0 1-1 15,2-3 4-15,-1 0 9 0,1 2-12 0,0 0 0 16,0 2-3-16,0 0-2 0,0 2-6 0,0 0-2 15,-2 0-2-15,11 28-9 0,-4-1 7 0,2 7-4 16,-3 1 6-16,0 4-1 0,-1-2-2 0,3 1 0 0,-3-2-4 16,1-3-7-16,1 2 15 0,1-4-5 0,1 3 10 15,0-1-5-15,2 2-7 0,0 2 1 0,0 2-4 16,-1-2 0-16,-1 2 7 0,0-2-1 0,1 2 3 16,-3-2-6-16,0-4-1 0,1-2-2 0,-4-3 0 15,-1-4 1-15,-1-2 7 0,0-5 2 0,2-1 0 16,-2-3-9-16,-1-6 6 0,1 1-5 0,-2-5 6 15,0-1-7-15,0 0 3 0,0-2-2 0,2 1 4 0,-2 1 9 16,0-2-14-16,0 0 8 0,0-2-10 0,0 0 6 16,0-2-2-16,0-2-2 0,0-22 1 0,0-4-5 15,-2-5 0-15,0 0 0 0,-1 0 2 0,-1-4 2 0,0 0-2 16,1 2-1-16,1-6 0 0,-2 2 4 0,0 0-8 16,1-2 3-16,-1 6-4 0,0-2 12 0,0-2-7 15,1 6 2-15,-1-8-5 0,-2 3 3 0,3 8 4 16,-1 0 1-16,2 14 0 0,0-1-7 0,0 6 3 15,1 4 3-15,1 7 2 0,-2-2 6 0,0 1-7 16,0 1-3-16,0 0 1 0,0 0 4 0,0 2-5 0,2 2 3 16,-1 9-3-16,-3 26 8 0,2 4-8 0,0 6 0 15,4-1-2-15,0 0 4 0,2 6-2 0,-1 0 4 16,-1 4-4-16,0 2-3 0,2 5 3 0,-1-4 0 16,3 2 1-16,0-1-2 0,1-4 5 0,0-3-4 15,1-8 5-15,1 1-5 0,-3-7-3 0,-1-1 3 0,-1-9-3 16,0-5 1-16,-1-5-13 0,1-4 0 0,0-2-5 15,-2-4-9-15,0-1-14 0,-1-3 2 0,1-1-7 16,0 0-17-16,2-1-93 0,0-1-10 0,-1 0-29 16,1 0-48-16</inkml:trace>
  <inkml:trace contextRef="#ctx0" brushRef="#br0" timeOffset="103367.78">20257 15445 676 0,'0'0'50'0,"-2"-1"2"0,0-1-5 16,1 0-11-16,-1-2-12 0,-2-3-9 0,-2-3-10 15,3 3 12-15,-1-2-10 0,0 1 15 0,4 5-13 0,-3-7-7 16,3 8 2-16,0-1 1 0,0 1 5 0,-2-2 8 15,0 0-3-15,0 1 13 0,0-1 12 0,0 0-5 16,0 2 5-16,1 1-21 0,-1-1 0 0,0 0-5 0,2 0 3 16,-2 0-9-16,2 2 4 0,0 0-2 0,0 0 1 15,0 2-10-15,0 0 0 0,0 0 2 0,0 1-3 16,0 1 0-16,6 15 4 0,-1-1-7 0,3 1 5 16,1-1-2-16,0-1 0 0,2 2 2 0,2-1-1 15,-7-1-1-15,12 2 5 0,1-3-5 0,-2 3 5 16,-1-2-5-16,5 1 2 0,-3-1 0 0,1-1 0 15,0 1-2-15,-3 0 0 0,1 1 0 0,-4 1 0 0,2-2 5 16,3-2-6-16,-1-1 5 0,0-1-5 0,-1 0 4 16,-4-1-3-16,1-1 0 0,-2-8 0 0,0 5 8 15,2-4 0-15,-2 5-2 0,-2-4 2 0,1 1 8 0,-3-2-2 16,2-2 0-16,2-1-1 0,-1-1-4 0,-1-1 3 16,2-3 1-16,-2-2 1 0,-1 4 0 0,1-22 13 15,0-4 2-15,-1 1 3 0,3-3 4 0,-4-2-5 16,5 1-4-16,-1-5 1 0,-2 1-14 0,-2-6 3 15,1-1-3-15,-3-3 3 0,1-5-11 0,-2 0-5 16,1 2-1-16,-1-1 0 0,0 3 3 0,-1-1-5 16,-1 3-5-16,0 1-1 0,2 6-10 0,0 0-16 0,-1 2-6 15,5 3-7-15,-1 1-52 0,1 3-292 0</inkml:trace>
  <inkml:trace contextRef="#ctx0" brushRef="#br0" timeOffset="119491.52">22961 6357 27 0,'0'-2'1'15,"-2"0"3"-15,0 0 38 0,0-2-13 0,-2-1 5 0,-3-10-20 16,-8 2 2-16,-4 0 10 0,1 4-8 0,5-4 9 15,-4 3-11-15,2 5 13 0,-3-4 2 0,-1 3 3 16,2 4-5-16,-5-2 9 0,2 3-13 0,-1-12 11 16,-3 1-10-16,4 9-3 0,-3 3 4 0,-1 3-3 15,-2 5 5-15,0 5-13 0,-2 5 1 0,1-10-7 16,-1 22-15-16,2-4 5 0,-2 3 0 0,2-1 5 0,0-2 2 16,0 2-13-16,2 0 7 0,2-2-8 0,-3-2 6 15,5 0-2-15,3 0-2 0,2-1 2 0,8 3 5 0,1-2 1 16,3 2-1-16,1 3 0 0,-2 1-2 0,-16 7 6 15,7 0-6-15,5 8 5 0,8 1-4 0,0-1-4 16,2 7 6-16,6-2-4 0,-1-2 8 0,2-3-7 16,1-6-2-16,1-2-3 0,2-4 0 0,0 1 8 15,2-3-3-15,1-1 4 0,1 2-8 0,2 3 2 16,1-2 3-16,-18 3-1 0,22-1 3 0,0-4 1 16,0 3-4-16,4-3 2 0,2 1-1 0,-1 0 3 15,5-5 5-15,3 3-2 0,4-4 4 0,2-2-6 0,-1-3 0 16,1 1 0-16,3 2 1 0,-1 0-5 0,-4 0 1 15,2-7-2-15,-8-2 6 0,-4-8-5 0,3 5 7 16,-6-3-5-16,-2-2 7 0,0 1-5 0,0-6 0 16,-2-1 0-16,2 16-4 0,-4-6 15 0,0-3-10 0,2-5 12 15,1-3-6-15,1 0 4 0,3-5-4 0,1-4 2 16,3-8-3-16,-1-2 4 0,-4 6 6 0,0-20-4 16,-4-6 10-16,0-4-13 0,4-1 6 0,-8-3-7 15,1 1 11-15,-1-3-13 0,-1 3 5 0,1 0-7 16,4 3 3-16,-7 0 6 0,0 2-5 0,-6 0 4 15,-4-3-13-15,-1-1 14 0,-3-5-5 0,-1-5 6 16,26-7-13-16,-15-3 14 0,-11-2-5 0,-9 2 8 0,-5 4-2 16,-4 5-6-16,-5 4 0 0,3 10-2 0,14 1-3 0,-33 2-10 15,2 7 5-15,-12 6-9 0,3 2-18 0,-8 4-40 16,-6 1-25-16,-3 3-16 0,-6 6-205 0</inkml:trace>
  <inkml:trace contextRef="#ctx0" brushRef="#br0" timeOffset="120486.09">10030 9792 55 0,'-2'0'29'0,"1"0"28"0,-1 0-2 0,0 0-1 16,-2 2-8-16,0-1 4 0,3-1-13 0,-7 2-5 15,1 0 0-15,-4 2-3 0,-1 0-13 0,1-1 1 16,0 1-4-16,0 0 3 0,2-1-1 0,-2 1-6 15,3-2 4-15,-3 4-5 0,-6 1 8 0,1-1 4 16,-5 1-2-16,1 0 3 0,-1 1 2 0,3-3-1 16,7-1-4-16,-4 2 1 0,7-4-8 0,-1 1 10 0,2-1-2 15,1 0 3-15,4-2-3 0,-1 2 1 0,1 0 0 16,0 0 0-16,0-1 0 0,2-1 6 0,2 0-5 16,0-1 2-16,9-3-21 0,28-13 5 0,3-3-3 15,3-1 3-15,-2-1 4 0,-2 0-4 0,-1 16 1 0,3-24-3 16,2-1-1-16,1 1 5 0,1 0-1 0,1 3 0 15,-2-1-12-15,1 2 4 0,-6 7 0 0,-6 1 2 16,-2 3 7-16,-12 2-12 0,-1 5 0 0,-7 3-5 16,-2 3 0-16,-7 0-3 0,0 0 3 0,-1 0-3 15,-1 2 0-15,0 0-18 0,2-3-3 0,-1 1-7 16,-1 0-30-16,0 0-112 0,-2 0 22 0</inkml:trace>
  <inkml:trace contextRef="#ctx0" brushRef="#br0" timeOffset="120831.11">10277 9363 369 0,'0'0'47'0,"-2"-2"-7"0,1 0 0 16,-1 0 11-16,0 0-26 0,0 0-17 0,0 1 1 0,0-1-4 15,0 0 3-15,1 0-5 0,-1 0-3 0,0 0 2 16,0 0-2-16,0 2 9 0,0 0-5 0,0 0 1 15,1 0-4-15,1 0 4 0,0 0 18 0,0 0 0 16,1 0 4-16,1 0-3 0,2 0 0 0,5-1 0 16,12-3 0-16,1-2-2 0,8-1-4 0,3 1-4 0,0-1 0 15,10-2-7-15,-4-1 8 0,2-1 1 0,4 0 1 16,-5 0 5-16,1 0-8 0,-2 0 1 0,-5 1-4 16,-3 1-7-16,-1 4 7 0,-6 1-4 0,-2 2 7 15,-3 2 2-15,-4 4 10 0,-4 1 0 0,-2-1 1 16,-5 33-6-16,18 13 5 0,-14 15-4 0,-18 9 3 15,-14 14-17-15,21 1 1 0,-51 4-9 0,-17 7 0 0,-11 17-62 16</inkml:trace>
  <inkml:trace contextRef="#ctx0" brushRef="#br0" timeOffset="122900">12864 9857 73 0,'0'0'0'0,"0"0"5"0,0 0 65 15,-2-2-19-15,2 0 6 0,0 0-23 0,0 0-8 16,0 0-13-16,0 1 0 0,0-1-5 0,0 2 0 0,0 0 5 15,0 0 3-15,0 0 1 0,0 0 1 0,0 0 5 16,0 0-6-16,2 0 6 0,0 0-10 0,-1 0-3 16,1 2-2-16,0-1 1 0,0 1-1 0,0 0 2 15,0 2 0-15,1 0-3 0,7 9-10 0,3 7 9 16,-2 0 1-16,2 6 3 0,-2 2-10 0,0 2 3 16,0 0-3-16,0 1 6 0,0 1 0 0,-1-4-1 15,1 3 4-15,-2-5-4 0,0-2 0 0,1 0 12 16,-3-7-8-16,2 0 9 0,1-2-8 0,-3-4 13 0,-1-4-3 15,-3 4 5-15,9-7-8 0,-1 4 3 0,0-1-8 16,-2-5 6-16,0 3-11 0,-1 1-1 0,-1-4 2 0,1 3-2 16,-1 1 5-16,1-2-7 0,-3-2 4 0,1-1-5 15,-1 1 4-15,1-2 1 0,-1 0-6 0,-1 0 4 16,2-2-11-16,-1 1 5 0,3-5 2 0,-1 0 2 16,1-8 9-16,-1-3-13 0,4 0 6 0,-2-3-8 15,6 1 2-15,0 2 7 0,2-1-10 0,5-3 9 16,0 3-6-16,4-1 3 0,8 4-1 0,-4 4 1 15,1 0-9-15,-1 2 6 0,-8 1-2 0,4 5 3 16,0 1 5-16,0-15-5 0,4 6-1 0,-6 7-1 0,-2 4-3 16,-1 2 4-16,-3 4 0 0,1 1 0 0,-3 2-3 15,-1-7 2-15,-2 19 4 0,0-1-1 0,-2-1-1 0,-1-1 8 16,1 1-8-16,0-1 7 0,0 1-10 0,-2-4 3 16,-1 0 1-16,-3 0 2 0,1-4-1 0,-2 4 4 15,-1-4-1-15,-1-2 2 0,0-3-4 0,-2-5 6 16,4 5-2-16,0-2 2 0,-4-2-10 0,0-1 7 15,0 1-6-15,1 2 8 0,1 0 2 0,0-1-11 16,0 1 12-16,0-2-12 0,0 0 6 0,0 0-2 16,-1-2 1-16,1 0 1 0,0 0 7 0,2 0-17 0,-2 0 6 15,13-10-7-15,-1 1 14 0,5 5-8 0,1-14-2 16,3-1 0-16,1-5 2 0,6 7-6 0,3-5 3 16,4 0-5-16,2 3 13 0,6 1-4 0,-1 1 3 15,-1 4-5-15,5 2-2 0,-3 2-2 0,-3 3 4 16,3 2-1-16,-8-18 6 0,-2 11-6 0,-1 3 2 0,-3 5-1 15,3 3 6-15,-3 0 0 0,1 2-2 0,0 1 0 16,-3 1 6-16,3 0 21 0,-4-1-4 0,5 3 9 16,0-2 0-16,3-2 9 0,-1-1-3 0,-3 1 3 15,5-2-12-15,-4 0-18 0,6 0 3 0,-4 0-9 16,-3 0-1-16,0 0-15 0,-5 0-5 0,-2 0-4 0,2 0-10 16,-2 2-18-16,1 2-1 0,0 0-16 0,-2 1-98 15</inkml:trace>
  <inkml:trace contextRef="#ctx0" brushRef="#br0" timeOffset="135438.81">17019 4747 22 0,'0'0'0'0,"0"0"2"15,0-2-1-15,0 0 9 0,0 2-4 0,0-2 0 16,0 2 2-16,0-1 3 0,0 1 3 0,0 0 1 0,0 0-9 16,0 0 4-16,0 0-1 0,0 0 4 0,0 0 12 15,0 1-16-15,0 1 4 0,0 0-9 0,0 2 5 16,0-2-9-16,0 14 8 0,0 1-8 0,2 4 8 0,0-1-11 15,1 0-1-15,1 3-1 0,0-1 5 16,0 0-1-16,-1 4 5 0,3-2-4 0,-2 0 1 0,1 1 2 16,-1-7-5-16,1 1 4 0,-1-4-5 0,0-2 5 15,0 0 1-15,-3-6 3 0,5 4-1 0,-4-3 0 16,0-5 3-16,1 5 1 0,-1-5 10 0,-2 1-6 16,0-2 0-16,2 2 1 0,0-1 31 0,0-1-7 15,0 0 4-15,0 0-9 0,-2 0-25 0,0-2 0 0,0 0-2 16,0-2 1-16,0 0-6 0,0 0 1 0,0-20-1 15,-2 0 2-15,2-1 12 0,0-1-12 0,0 2 9 16,0-2-11-16,0 2 1 0,0-1 6 0,0-1 0 16,0 2 5-16,2 0 11 0,1-1-10 0,1 5 7 0,2-6-6 15,1 1 10-15,0-1-10 0,5-4-7 0,1 4 1 16,-12-4-9-16,27 1 7 0,2 1 0 0,9-2 1 16,-2 2-9-16,2 2 5 0,7 3-4 0,-14 4 4 15,5 3-3-15,-3 4-3 0,-10 3 2 0,2 1 0 16,-8-7 6-16,-1 4-8 0,0 3 3 0,-4 5-5 15,-4 1-3-15,4 0 0 0,-6 0-2 0,-1 1 0 0,3 5-5 16,-5-4-73-16,0 11-38 0</inkml:trace>
  <inkml:trace contextRef="#ctx0" brushRef="#br0" timeOffset="135861.01">17739 5090 127 0,'0'0'-1'0,"-1"0"-1"0,-1 0 15 0,0 0-2 15,-2 2 8-15,-1 2 0 0,-18 7-17 0,1 19 5 0,2 0-7 16,-1 1 10-16,4 4-5 0,1-3-3 0,-1-4 1 15,6-2-1-15,7-6 3 0,-1-1 2 0,-5-6 2 16,3 0 38-16,3-4 24 0,4-5 3 0,0-2 2 16,0 0-6-16,2 1-27 0,0 1 1 0,2-2-11 15,20 5-17-15,2-3 2 0,-2-4-5 0,2-2 2 16,-4 0-10-16,2-1-5 0,-1-3 4 0,-3 0-5 16,0-1 4-16,-5 1 0 0,0-1-3 0,-2 0 0 0,-2-1 0 15,-1 3 7-15,-3-14 2 0,-3 2 2 0,-1-5 3 16,10 3 12-16,-1-3 1 0,-5-2 1 0,-5 4-5 0,-2-1-6 15,-2 4-4-15,-2 1 0 0,-1 1-5 0,-3 2-6 16,1 2 5-16,1 0-6 0,-10 1 9 0,-3 7-10 16,0-1 0-16,3 2-3 0,-3-11 5 0,1 4-5 15,1 3 2-15,-4 4-5 0,5 2-9 0,-1 2-48 16,2 2-9-16,2 1-18 0,-4 5-80 0</inkml:trace>
  <inkml:trace contextRef="#ctx0" brushRef="#br0" timeOffset="136323.04">18140 4569 55 0,'0'-2'16'0,"0"-2"19"0,0-1-2 0,0-8-19 15,0 7 7-15,0 2-11 0,0 2 8 0,-1-1-9 16,-1-1-3-16,0 2 0 0,0 0 7 0,0 0-6 16,0 1 4-16,0 1-3 0,1 0 13 0,-1 0-10 15,0 1 0-15,0 1-5 0,0 0-7 0,0 2 8 16,-1 7-5-16,-3 13 5 0,6 0-4 0,0 0-5 15,4 2 10-15,-1-1-8 0,1-1 5 0,0 0 7 16,0 2-3-16,-1 0 7 0,1 2 10 0,0-1-10 16,-1 1-2-16,1 2-4 0,-2 0-7 0,2 1-3 0,-2 5 7 15,-1-3-7-15,5 4 11 0,0-2-4 0,-1-3-2 16,1 1-1-16,-1-3-5 0,1 4-2 0,-2-3 2 16,-1-5-1-16,1-2 3 0,0-5 4 0,-2-4-7 0,-1 0 6 15,1-6 1-15,0-2-1 0,0-1 1 0,-2-4-2 16,2 1-14-16,0 1 3 0,0 0-2 0,-1-2 2 15,1 0 0-15,0-1-27 0,0-1 5 0,0 0-14 16,0-1-7-16,1-3-51 0</inkml:trace>
  <inkml:trace contextRef="#ctx0" brushRef="#br0" timeOffset="136627.41">18480 4552 266 0,'0'-2'18'0,"0"0"-1"0,-2-1 37 16,1-1-5-16,-1-2 7 0,2 3-22 0,-2-1-22 16,0 0 5-16,0 2-11 0,0 0-3 0,-1 2-3 15,-1 0 1-15,0 2 0 0,0 2 11 0,-7 16-15 16,-4 10 6-16,4-2-7 0,2 0 7 0,3-2 1 16,3 0-1-16,3 0 2 0,0-2 9 0,0 2 4 15,0-4 5-15,2 4-1 0,1 0 8 0,3 2-13 0,1 2 0 16,1 1-5-16,-1 6-2 0,1 1 4 0,-1 1-4 15,2 1 4-15,-1-1-14 0,-1-1 7 0,1 2-3 0,-3-4 5 16,3-3-11-16,-1 1 5 0,-1-8-3 0,-1-6 5 16,-1-3-3-16,0-6 7 0,-3-4-1 0,1-1 1 15,-2-4-7-15,2 1-9 0,0 1-1 0,2-2-5 16,-1 0-12-16,1 0-21 0,-2-2-3 0,4 0-5 16,1 0-13-16,-1-2-31 0,-1-2-15 0</inkml:trace>
  <inkml:trace contextRef="#ctx0" brushRef="#br0" timeOffset="137274.88">18829 4454 288 0,'0'-2'12'0,"0"0"-3"0,0 0 21 15,0-2 0-15,0 1 0 0,0-1-18 0,0 0-3 16,0 2-6-16,0 0 3 0,0 2-4 0,0 2 9 15,-2 2 2-15,-3 22 1 0,-1 11-6 0,3 0 3 16,3 4-4-16,0 0 5 0,1 0-2 0,3-4 1 16,0-5-2-16,0-3 1 0,-1-3-5 0,3 0 0 0,1-4 3 15,3 1-1-15,-1-1 5 0,0-3-6 0,-1 1 5 16,-1-1-6-16,0-3-1 0,1 1 1 0,-3-4-5 16,1 0 3-16,0-2-2 0,-3-2 6 0,-1-3 1 0,-2-4 1 15,0 0-3-15,4 1 4 0,0 1-6 0,-3-2 4 16,1 0-8-16,0 0 3 0,0-2-2 0,0 0 2 15,0-2-5-15,-2-2-1 0,0-3 5 0,0-14-2 16,0 1 1-16,0-4-3 0,-4 0 3 0,0-1-1 16,1-1 6-16,-3 0-8 0,0-5 0 0,-1-2-3 15,0-3 8-15,-1-3 2 0,3 0-1 0,-1-3-2 16,0-3-12-16,3 6 11 0,-3 2 0 0,2 2 6 0,3 5 3 16,1 0 1-16,0 6-2 0,3 4 2 0,3-1-2 15,3 3-3-15,0 3 0 0,-3-2-2 0,20 2-5 0,2 2-2 16,5 0 1-16,-3 4 0 0,2 0 10 0,-1 1-9 15,-3 3 6-15,0 3-7 0,-6-13-1 0,-3 6 6 16,-3 3-7-16,-4 4 8 0,-3 2-4 0,-2 2 20 16,-5-2-2-16,2 6 8 0,11 20 6 0,-6 5-21 15,-9 4 9-15,-6 4-14 0,-5 4 7 0,-5 2-7 16,-5-1 5-16,1-1-5 0,18-4 5 0,-24-6-7 16,2-3 3-16,1-6-3 0,5-5 1 0,-1-2 0 0,3-1-1 15,1-3 1-15,2 0-2 0,2-2-3 0,-1 1 1 16,5-3 0-16,3 0 2 0,-1-3 11 0,-1 1-9 15,1 1 9-15,1-3-17 0,0 4 3 0,4-3 0 16,0 0 1-16,0-1 3 0,0-1 2 0,2 1-6 16,5-1 3-16,21 15-4 0,0-6 5 0,6-4-2 0,-7-5 2 15,1-1-7-15,-2-3-1 0,-2 0-5 0,-1 0 1 16,-5 0-18-16,5 0-23 0,-5 0 7 0,-1 0-14 16,1 0-11-16,-3 0-9 0,2 0-2 0,0 0-2 15,-1 0-20-15</inkml:trace>
  <inkml:trace contextRef="#ctx0" brushRef="#br0" timeOffset="137665.2">19585 4780 251 0,'0'-1'20'0,"0"-1"17"0,0 0 35 0,0-2-25 15,0 0 3-15,0 3-15 0,0-3-15 0,0 0-9 16,0 0 2-16,0 1-5 0,0-1-2 0,0 2-3 15,0 0 6-15,0 0-3 0,0 1 14 0,0 1 13 16,0 0-4-16,0 0 7 0,0 1-6 0,0 1 3 16,0 2 3-16,2 15-1 0,-2 1-1 0,0 0-12 0,-2 3-5 15,-2 1 0-15,-1-2-13 0,-1 2 4 0,1-2-7 16,-1 1 8-16,2-3 3 0,2-3-12 0,1 0 6 16,1-4-6-16,0 1 8 0,0-6 1 0,0 1 3 15,0-1-4-15,1-3-12 0,-1-1 13 0,2 0-4 0,-2-3 8 16,0 1 4-16,8 4-1 0,16 9-3 0,2-6 0 15,9-2-12-15,-3-5 9 0,-1-4-8 0,6-1 7 16,1-5-7-16,10-3 4 0,-2-2 2 0,2-2-3 16,-1-1-10-16,-1-1 9 0,1 0-4 0,-5 2 6 15,-1 2-9-15,-5 2-1 0,-3 2 3 0,-3 1-2 0,-4 1 3 16,-2 1-21-16,-6 3 0 0,-5 1-7 0,-1 0-10 16,-9 2 2-16,1 0-13 0,-2 0 4 0,0 0-55 15,-2 0-15-15,-2 0-7 0</inkml:trace>
  <inkml:trace contextRef="#ctx0" brushRef="#br0" timeOffset="138145.9">17136 6002 241 0,'0'0'51'15,"0"0"-5"-15,0 0 33 0,-2 0-1 0,0 0-8 16,0 0-11-16,1 0-25 0,-1 0 7 0,2 0-12 0,0 0 1 15,2 0-18-15,-1 0-2 0,5 0-5 0,29-5-1 16,4-1 3-16,4 0-1 0,11 1 1 0,3-3-5 16,14 1 12-16,9-2-4 0,-2-4 7 0,0 0 7 0,3-2-6 15,10-2 4-15,13 0-7 0,15-1-7 0,6-3 2 16,-5 1 0-16,-1 1 1 0,-6 1-9 0,4 1 3 16,4 2-3-16,7-1 3 0,-5 3-9 0,-16 1 8 15,-3-1-4-15,-13 2 5 0,0-2-4 0,4 2 0 16,-2-2 3-16,-6 2 0 0,-7 0 4 0,-13 0-3 15,-10 1-5-15,-14 3 2 0,-8 0-2 0,-7-1 2 0,-9 3 2 16,-6 1-1-16,-4 2-1 0,-5 2 9 16,-1-2 1-16,1 0 4 0,-2 0 11 0,0 1-15 0,-2-1 6 15,0 0-9-15,-2 2-9 0,-7 0-32 0,-28 4-10 16,-8 3-5-16,0 0-20 0,-10 5 5 0,-6-1-5 16,-4 2-1-16,-8 0-44 0</inkml:trace>
  <inkml:trace contextRef="#ctx0" brushRef="#br0" timeOffset="138486.47">17400 6377 666 0,'-2'-2'8'0,"0"0"-1"0,-2 1 5 16,-5-3 0-16,-4-2-1 0,9 4-2 0,1 1-6 15,-1 1-3-15,2 0-2 0,0 0-18 0,0 0 19 16,2 0-5-16,0 0 10 0,2 0 10 0,11 0 19 16,30-4 3-16,11-4 4 0,3-5 6 0,4-1 2 15,3-7-4-15,2-3 3 0,9-2-9 0,12-2-8 16,11 0-6-16,16-5 0 0,4-1-11 0,3 1-1 16,-4 2 8-16,2 3-5 0,7 4 8 0,12-4-10 15,1 4 6-15,-2-1-6 0,-3 3 8 0,-8 2-2 0,4-1-6 16,8 3 5-16,-5-1 2 0,-8 1-13 0,-8 3 7 15,-12-2-10-15,1 2 1 0,-2 2-1 0,2 2-1 16,-11 0 1-16,-10 0-3 0,-9 3 5 0,-14 1-9 0,-10 1 6 16,-6 3-6-16,-11 1-25 0,-5 0 2 0,-11 2-39 15,-6 0-283-15</inkml:trace>
  <inkml:trace contextRef="#ctx0" brushRef="#br0" timeOffset="141649.53">20861 4702 1 0,'0'0'0'0,"0"0"27"0,0-1 13 0,0-1 17 0,0 0 7 15,0 0-21-15,0 0-6 0,0 0-12 0,1 0-6 16,1 1 3-16,0-1-9 0,-2 0-5 0,2 0 5 15,-2 0-7-15,0 0-4 0,0 0 5 0,0 1-6 0,2-1 6 16,-2 0-9-16,2 0 10 0,0 0-5 0,-1 0 8 16,1 0-4-16,0 1 5 0,0-1 5 0,0-2-3 15,0 0-2-15,0 1 1 0,3-5-8 0,-3-3 6 16,11-2-7-16,2-2 2 0,2 0 7 0,1 0-4 16,1-5 12-16,3 0-11 0,2-1-1 0,-2 4-3 15,1 3-1-15,1 2-5 0,-7-1 8 0,1 6-7 0,1 1 10 16,-4 3 7-16,1-8-3 0,-5 5 7 0,2 0 9 15,-3 5-12-15,1-1 7 0,4 2-10 0,-1 2-4 0,3 1-10 16,2 3 1-16,-1-1-3 0,1 1 5 16,-1 0 3-16,1-1-1 0,3-1 1 0,1-2-3 0,3-2-4 15,-2-2 3-15,-2-2-4 0,-2-3-2 0,1-3 0 16,1-3-1-16,-3 2 0 0,-1-2-7 0,-3 4-11 16,-4 2-7-16,0-1-1 0,-1 3-39 0,-7 3-143 15</inkml:trace>
  <inkml:trace contextRef="#ctx0" brushRef="#br0" timeOffset="141940.47">21128 5042 360 0,'0'0'40'15,"0"-2"-4"-15,0 0 6 0,-2 1 4 0,0-3-14 16,0 0 2-16,1-1-17 0,-1-5-1 0,2 3-5 16,0-1-7-16,0 3-5 0,2-3 5 0,-1 1-4 0,5-2 11 15,0 1-12-15,1 1 3 0,15-2-4 0,-5 1 9 16,-2 3-1-16,3-1-1 0,-5 2 2 0,8 2 3 16,-1-11 0-16,1 4-4 0,1 2 2 0,0 3-3 0,-1 4-2 15,5 0 6-15,0 0-5 0,3 2 1 0,1 0 8 16,2-2-14-16,3-2 9 0,0-2-8 0,4-3-6 15,0-3 3-15,-2-1-7 0,2-2-15 0,-3 0-11 16,1-2-2-16,-2 1-4 0,0-3-15 0</inkml:trace>
  <inkml:trace contextRef="#ctx0" brushRef="#br0" timeOffset="142583.47">17325 4374 31 0,'0'0'3'0,"0"-2"-1"0,2 0-2 16,0 0 1-16,0-2-2 0,0-1-5 0,2-4 6 15,-1-1-4-15,1 1 4 0,-2 2-8 0,0-3 6 16,0 3 2-16,-2-2 1 0,0 1 3 0,0 1-5 15,-2-3 0-15,-2 3-1 0,0 0 5 0,1 1-7 16,-10 0 1-16,-10 1-4 0,7-1 5 0,-3 3 6 16</inkml:trace>
  <inkml:trace contextRef="#ctx0" brushRef="#br0" timeOffset="143003.66">17138 4171 42 0,'-2'0'6'0,"0"0"4"0,-2 0-2 0,-18 2 0 0,0 2-2 16,-2 1 1-16,1 1-7 0,-1 1 11 0,-2 3-5 16,0 1 9-16,-2 2-2 0,1 2-9 0,-1 1 9 15,-4-12-8-15,2 17 3 0,3 3-6 0,1 2 0 0,5 2 0 16,-3-1 4-16,4 7-4 0,1-1 1 15,-1 4-1-15,1-1 4 0,6 3-7 0,4-2 1 0,0-2-1 16,5 2 6-16,-2-9-7 0,3 4 4 0,-16-3-4 16,10 3 4-16,3-2 2 0,6-1-6 0,0 3 4 15,2 3-9-15,5 2 8 0,3 4-2 0,1 4 5 16,0 1 0-16,2 4-6 0,0 4 1 0,4 0-3 16,3 4 9-16,-1-8-6 0,7 0 1 0,-24-6-5 0,25-7 6 15,9-3-1-15,-5-4 2 0,-1-8-2 0,5-2 5 16,-3 1-5-16,-1-5 2 0,5-1-1 0,-1 0 18 15,4-2-10-15,4-4 3 0,3 1-7 0,6-5 4 0,0-1-1 16,2-2-5-16,0 24 0 0,-4-13-7 0,4-9 10 16,-2-4-2-16,-6-2 4 0,-1-6-11 0,-6 1 9 15,-6-1-7-15,0-3 7 0,-3 2-5 0,-2-2 1 16,-2-2 0-16,-2 2-2 0,0-4-3 0,-1 0-1 16,-5 9 4-16,-1-18-3 0,-4-4 11 0,-2-5-8 15,-2-2 5-15,-1-6-6 0,-5-5 6 0,-1-5-2 16,24-1 0-16,-13-5 0 0,-9 5 2 0,-6-4 3 15,-5 4-1-15,-3 0 1 0,-3 0 4 0,-1 0 1 0,-1-2 1 16,-6-9 0-16,1-2 4 0,-2-15 26 0,-4-5-6 16,-2 5 13-16,-2-3-4 0,28 14 0 0,-35 9-3 15,-4 8 2-15,-5 12 0 0,-6 6-22 0,-2 8 7 0,-9 6-15 16,5 5-14-16,-1 6-2 0,-1 7-9 0,7-24 4 16,-3 17-37-16,9 9-116 0,3 7-7 0</inkml:trace>
  <inkml:trace contextRef="#ctx0" brushRef="#br0" timeOffset="144311.31">22320 3904 141 0,'0'-2'20'0,"0"0"5"15,0-1 20-15,0-3 0 0,-2-7-11 0,2 7-17 0,-2 1 2 16,2 3-7-16,0-2-9 0,-2 1-1 0,2 1-4 16,0 0 4-16,0 2 7 0,0 2-9 0,0 0 3 0,0 1-3 15,2 23 5-15,2-2-4 0,0 2 3 0,1-1-4 16,1 1 6-16,-1 1-1 0,-1 3 1 0,0 2-1 16,1 1-3-16,1 2-2 0,0 2 3 0,-1-3-3 15,1-1 5-15,-1-1 3 0,1-4-3 0,1 0 6 16,1-2-2-16,-1-6 1 0,2 0-2 0,-1-5 1 15,-1-4-6-15,1 1 0 0,-8-11-1 0,5 3 0 16,4 2 2-16,-5-4-1 0,4 1-3 0,-7-3 1 0,3 0 1 16,0-2-6-16,0-1 6 0,7-14-6 0,0-13 13 15,-7-1-9-15,-4-3 6 0,-2 3-7 0,-2-1 2 0,-3-1 3 16,-3 1-3-16,1 1 4 0,-2-1-2 0,2 2-3 16,-2-1 0-16,1 1 0 0,1-3 8 0,2 3-10 15,-3-9 6-15,3 0-7 0,1 0 15 0,3-2 5 16,1 8-3-16,0-4 2 0,2 3-15 0,2 6 10 15,1 0-8-15,1 8 8 0,2 0-4 0,-1 3 0 16,5 0 0-16,1 2-2 0,-4 2-8 0,17 2 11 16,0 2-3-16,2 3 5 0,0 1-16 0,0 1 3 15,-3-11-3-15,-1 6 4 0,-5 7 0 0,-4 2 1 0,-4 2 2 16,-2 0 1-16,-5-2 6 0,7 11 18 0,4 13-9 16,-3 6 10-16,-8 1-14 0,-6 1-4 0,-5 5-4 15,-4-7 0-15,-6 3 0 0,-3 4 3 0,18-1 0 0,-22-1-1 16,0-7 2-16,2-6-5 0,0 0 3 0,3-5-5 15,3 3-2-15,3-3 8 0,4-2-6 0,0 0 7 16,1-4-6-16,5 0-6 0,-1-2 11 0,-1 1-10 16,1-1 9-16,3-2-1 0,-1 3 0 0,2-3 1 15,2 2 1-15,0-1-8 0,2-3 4 0,2 3-4 16,7-3 0-16,17-1 4 0,3-2-3 0,2 0 6 16,6 0-7-16,6 22 0 0,0-9-5 0,-6-8 1 0,-2-1-4 15,-4-3-1-15,1 1-8 0,-1 0 2 0,4-1-16 16,-3-1-26-16,-3 0-19 0,-5 0-10 0,-5 0-122 15</inkml:trace>
  <inkml:trace contextRef="#ctx0" brushRef="#br0" timeOffset="144669.78">23181 4047 183 0,'0'0'36'0,"0"-2"0"15,-1 0 74-15,-1-1-23 0,0-1 22 0,0-2-67 0,-2-1-27 0,2 3-4 16,2 2-6-16,-3-1-6 0,1-1-2 0,0 0 1 16,0 2 0-16,0 0 8 0,0 1-6 0,1 1 0 0,-1 0-2 15,0 1 6-15,0 1-3 0,0 2 0 16,0 0-2-16,-3 12 0 0,1 3 4 0,0 1 2 0,2 3-1 16,1 1-3-16,1 2-3 0,0 0 1 0,0 2-2 15,0-2 9-15,0 1-3 0,0-1 0 0,0-3-2 16,0-1-1-16,1-2 9 0,1-1 3 0,0-4 0 15,2-2-5-15,0-4 4 0,-1-1 0 0,1-1 0 0,0 0-2 16,-2-3 0-16,-1 0-1 0,3-2 3 0,7 5 5 16,2 1 3-16,0-3-7 0,4-1 6 0,2-4-3 15,3-4 2-15,2-1 4 0,4-7-3 0,3-2-8 16,10-7 12-16,0 1-8 0,6-1 9 0,1-1-15 0,2 2 1 16,4-3-2-16,2 1 2 0,-1 2-1 0,-1 1-10 15,-6 2-4-15,1 2-4 0,-5 2-19 0,-5 4-65 16,2 0-29-16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3:15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53 6289 0 0,'-12'-4'1857'0'0,"19"-36"409"0"0,-1 31-5335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47:15.6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7162 5198 256 0,'0'0'-53'0,"0"0"33"0,0 0 6 0,0 0 3 16,0 0 51-16,0 0-2 0,-2-2-1 0,0 0 2 15,0 2 0-15,0-1 3 0,0 1-6 0,1-2 0 16,-1 0-4-16,0 0 1 0,-2 0 5 0,0 0 2 0,1 0 0 16,-1 1-6-16,0 1-9 0,1 0-1 0,-1 0-4 15,0 0-4-15,0-2 0 0,1 2-1 0,-1 0 1 16,2 0-5-16,0 0 17 0,0 0-7 0,1 0 9 15,-1 0-7-15,0 0 5 0,0 0 1 0,0 0 0 16,0 0-3-16,0 0 3 0,1 0 2 0,1 0-1 16,0 0 1-16,0 0-17 0,0 0 5 0,1 0-7 0,1 0 13 15,2 0-10-15,2 0 1 0,16-2-5 0,2 2 2 16,4-2-4-16,2-2 3 0,5-1-2 0,4-3 4 16,2 1 0-16,1-1-5 0,-5 1 5 0,8 0 0 15,-4 1-7-15,0 0 2 0,-10 3-6 0,-7 1-3 0,2 0 4 16,-7 0-1-16,5 0 2 0,-7 0-3 0,-2 1-2 15,-2 1 0-15,-2 0 0 0,-2 0-5 0,-1 0 12 16,-3 0-8-16,-1 0 8 0,0 0-9 0,-3 0 5 16,3 0 1-16,0 0 0 0,0 0-2 0,-1 0-1 15,-1 0-2-15,0 0-1 0,0 0-6 0,-2 0-1 16,0 0 4-16,0 0-3 0,-2 0 8 0,0 0-3 0,0 0 4 16,-9 0-2-16,-4 0 0 0,0 0 0 0,-3 0 1 15,-3 0 0-15,8 0 2 0,-7 1-4 0,1 1-4 16,1 0 3-16,-12 2 1 0,8 0-10 0,-6 1 2 15,-2 1-5-15,4-1 9 0,-7 3-2 0,1-3 1 0,1 1-2 16,1-1 1-16,2 1 6 0,0 0 1 0,4-1 1 16,0 1-1-16,0-3 4 0,0 1-3 0,3 0 3 15,-1 0-2-15,2-1-2 0,-1 1 2 0,1 0-1 16,-1-2 6-16,5-2 7 0,-1 0-1 0,4 1 1 16,-4 1-10-16,1-2 2 0,3 2-2 0,0-2 2 15,0 2 5-15,3 0-6 0,-1 0 7 0,-4 0-7 16,4-2 7-16,6 0 0 0,-3 0-2 0,6 0 1 0,-1 0-4 15,-1 0 5-15,0 0 2 0,0 0 1 0,1 0 1 16,-1 0 0-16,0 0-2 0,2 0 1 0,1 0-4 0,-1 0-8 16,0 0-2-16,0 0-1 0,0 0-1 0,0 0 2 15,0 1 6-15,1 1-4 0,1 0 2 0,0 0 2 16,0 0-5-16,-2 0 5 0,2 0-2 0,-6 20-2 16,1 0 1-16,-1 8 0 0,0-4-3 0,-3 9 4 15,0-3-2-15,0-1 3 0,-1 4 4 0,1-9-12 16,0 6 8-16,-4-6-8 0,2-4 11 0,-1 4-4 15,3-2 3-15,2 1-4 0,1-1-1 0,2-2 4 16,3 0-7-16,-1 1 5 0,2 1-4 0,0 0 5 0,0 0 0 16,3 0 3-16,1-2-6 0,0-3 1 0,1 3 2 15,1-1-2-15,1 1 10 0,-1-3-12 0,1-1 8 16,-1-3-9-16,0-2 8 0,-1 0-5 0,1 0 0 16,-3-4-1-16,3 4-6 0,0 0 7 0,-1 0-4 0,-1 0 5 15,0-2-4-15,-3-5 4 0,-1-2-1 0,2-1 2 16,0 1-3-16,0 0 5 0,-2-1 1 0,0 1-1 15,0-2-7-15,0 0 5 0,0 0-5 0,0 0 4 16,0-1 5-16,0 1-7 0,0 0 1 0,0-2-3 16,0 0 2-16,0 0-2 0,0 0 4 0,-2-2-2 15,0 0 4-15,0 1-6 0,1-1 1 0,-1 0-1 0,0 0 1 16,0 0-3-16,0 0 5 0,0 2-3 0,-1 0 4 16,-1 0-3-16,-7-2-3 0,-12 1 1 0,7 1-3 0,-7 0 4 15,7 0 0-15,8 0 0 0,-14 3-5 0,3 3 7 16,-5-1-2-16,2-1 5 0,4 0-6 0,1-2 2 15,2 1 0-15,-4 1 1 0,6-2-7 0,2 0 4 16,-2 0-4-16,4 0 4 0,2-1 1 0,-1 1-1 16,3 0 1-16,3-2 0 0,-2 2 3 0,0 2-6 15,1-1 0-15,3-1-2 0,-2 2 5 0,-2 3 3 16,0 3 3-16,2-7-1 0,1 1-4 0,1 0-1 16,0 0 2-16,0 1-2 0,1 1 7 0,1-3-3 0,0 1-4 15,15 2 3-15,3-3-3 0,4 5-3 0,-1-4 3 16,1 12-1-16,0-5 10 0,-2-1-6 0,0-3-3 15,-7-3 0-15,6 1 0 0,-1-1-2 0,2 0 5 16,-5-2-5-16,4 1-6 0,-1 1 11 0,-7-2-7 0,11 4 7 16,-9-5-3-16,-4 1 1 0,6 2 2 0,-6-2 1 15,2 0-6-15,0 1 2 0,-2-1 0 0,-3 0 0 16,5 0-1-16,-6 0 1 0,4 0-1 0,-2 0 2 16,-1-2-1-16,-1 0 0 0,-1 0 0 0,-1 0 0 15,-1 0 2-15,0 0 0 0,1 0-2 0,-3 0 0 0,2 0 0 16,-2 0-1-16,0 0 1 0,0 0 0 0,1 0 9 15,1 0-5-15,0 0-4 0,-2 0 0 0,-1 0 0 16,1 0 0-16,0 0 1 0,0 1-3 0,0 1 0 0,0 0 2 16,-2 0 3-16,0 0-1 0,0 0-3 0,0 0 4 15,0-1-4-15,-2 1 3 0,0 0-3 0,0 0 2 16,-2 0 2-16,1 0-2 0,-1 0-6 0,-5 1 7 16,-1 1 0-16,5-2 4 0,-4 2-4 0,-1-3-2 15,5 1-2-15,-1 0 1 0,1 0 1 0,-1 0 0 16,-5 0 0-16,3 0 0 0,3-2 0 0,-3 1-8 15,7-1 3-15,-3 0-3 0,2 0 3 0,0 0-11 16,0 0-2-16,-9 2-3 0,6-2-1 0,-1 0-24 0,0 2 0 16,3 0-22-16,-1 0-127 0,0 0 24 0,2-2-40 15,1 0 41-15,-1 0-26 0,-2 2-15 0,2-2 31 16</inkml:trace>
  <inkml:trace contextRef="#ctx0" brushRef="#br0" timeOffset="575.77">6839 6433 162 0,'0'-2'47'0,"0"0"49"16,0-2-23-16,0-3-15 0,-2-10-8 0,0-1 0 15,0 3-20-15,0 0 6 0,0-2-3 0,0 2 2 0,1-3-12 16,-1 1 12-16,0 2-4 0,0 2 7 0,0 4-12 16,0 0 7-16,0-1-7 0,1 3 7 0,-3 0-12 15,4 5-3-15,0 0 1 0,-9-6-2 0,-4 1 0 0,-10 0 3 16,-3 3-5-16,0 4 4 0,-7 5 0 0,3 5-1 15,-1 3 8-15,-5 3-6 0,5 3 2 0,-1-12-11 16,3 21 0-16,-1 2-2 0,2 0 0 0,2-4-1 16,-2 3-4-16,2-1 3 0,2 0 4 0,2 4-6 15,1-1 1-15,1 3-3 0,1 3-4 0,4 0 7 16,4 4 0-16,6 3 2 0,-3 3-7 0,3 3 0 16,3 6-2-16,-22-8 1 0,11 2 3 0,9-5-3 0,4-3 6 15,4 1-5-15,3-4 1 0,2-6-2 0,3-7-3 16,1-1 3-16,-12-3 4 0,25-4-5 0,4 5 3 15,2-5-3-15,3 1 8 0,0-2-3 0,8-3-2 16,2 1 0-16,1-2 5 0,6 0 0 0,-6-4 1 16,-5 1-2-16,7-3-5 0,-1-5 8 0,1 2-2 0,4 22 5 15,-7-15 3-15,-4-7-8 0,-1-4-2 0,1-2-1 16,-2-4 0-16,-5-1 2 0,-1-1 3 0,-5-1-3 16,4 0 5-16,1-2-9 0,-7-1 9 0,4 1-8 15,-14 2 13-15,5-4-7 0,-1 0 0 0,-1 9-2 16,7-18-2-16,-10 0 8 0,3-4-2 0,-15 0 4 0,-1-9-7 15,22-8 3-15,-12-2-6 0,-6-9 6 0,-7 4-3 16,0-2-3-16,-7 0 1 0,-3 6-2 0,-1-1 3 16,-7 1-7-16,-5 0 6 0,18-1-6 0,-31 3 13 0,1 3-10 15,-4 0 3-15,2 6-5 0,-2-2 3 0,2 3-2 16,-2 6-1-16,0-3 0 0,-2 5 6 0,2 2-13 16,-5-1 6-16,-5 14-7 0,-3 2 14 0,-3 3-9 15,-5-21-2-15,4 15-3 0,-3 12 1 0,3 6-4 16,6 7-6-16,4 4-2 0,7-1-27 0,5 3-11 15,5-17-7-15,3 22-5 0,3 2-54 0,7 0-147 16,3-4-50-16</inkml:trace>
  <inkml:trace contextRef="#ctx0" brushRef="#br0" timeOffset="1071.38">6820 6923 494 0,'-2'-2'128'16,"0"0"-181"-16,-11-1 148 0,-9-5-83 0,-6 3-3 15,-3 1-7-15,5 4 2 0,-6 0-4 0,6 2-5 0,0 0 5 16,-2 1 5-16,10-1 1 0,-1 0 16 0,2 0 21 15,4-2-2-15,2 0 9 0,2 0 5 0,3 0-13 16,1-2 8-16,3 2-12 0,-4-2 1 0,3-2-2 16,1 1-14-16,-7-14 8 0,3 4-21 0,4 2-9 15,2-4 4-15,0 0-5 0,4 0 3 0,3 0-2 16,-3 2 1-16,28 0-2 0,-3 0 0 0,3 2 2 16,-3 0-1-16,-4 4 1 0,1-1 2 0,1 6-5 15,-2-14 4-15,-3 7-4 0,-5 5 3 0,-6 4-3 0,2 0 0 16,-2 4-1-16,-4-1 4 0,1 5-2 0,-3 14-1 15,12 2 0-15,-4 0 2 0,-6-3 2 0,1 3-2 16,-3-8 1-16,-1-1 7 0,0-5-3 0,0-3 4 0,-4-5-5 16,3 2 10-16,1-1 5 0,2-1 2 0,3 0-1 15,8-2-9-15,-1-4 1 0,3-5-4 0,3-6 3 16,-5 11-3-16,-4-14-9 0,0-1 3 0,-6 1-3 16,1 1 4-16,-3 4-5 0,-1 0-3 0,2 2 0 15,-3-2-4-15,-1 4-8 0,2 3-6 0,-2 2-2 16,0 1-40-16,1-1-38 0,1 0 4 0,-2 2-14 15,0 1 5-15</inkml:trace>
  <inkml:trace contextRef="#ctx0" brushRef="#br0" timeOffset="1320.25">6915 7313 995 0,'0'-2'14'0,"-2"0"2"0,0 0 17 16,0 1-6-16,0-1 3 0,0 0-22 0,1 0-10 16,-1 0-7-16,0 2 1 0,0 0 1 0,0 0 12 0,0 2 0 15,0 0 3-15,2 0-8 0,-14 24 8 0,2 0-2 16,1 5 4-16,4 3-4 0,-2 1 2 0,3 2-2 0,4-4 3 16,0 5-7-16,2 1 1 0,2-4-2 15,2 2 2-15,0 2-1 0,3-6 3 0,2 1 2 0,1-8-2 16,-1 2 0-16,0 0-4 0,-1-1 0 0,-1 3-1 15,-1-4-11-15,-1 0-28 0,-1-2-9 0,-2-3-9 16,0-1-59-16,-1-1-105 0</inkml:trace>
  <inkml:trace contextRef="#ctx0" brushRef="#br0" timeOffset="1912.28">4772 6732 721 0,'-2'-4'11'0,"-5"-20"-3"16,-1-4 25-16,3 6-5 0,-1 5-8 0,2 4 1 15,3 2-22-15,-1 2 5 0,2 3-2 0,0 2 3 16,0 3-8-16,0-1 4 0,0-2 0 0,0 0 4 0,0 1 5 15,0 1 10-15,2 0-1 0,-1 0 3 0,1 2 5 16,0 0-7-16,0 2 0 0,0 2-2 0,5 14 7 0,4 19-16 16,-1 8 4-16,-1 3-9 0,0 6-4 0,1-2 6 15,1 2-6-15,0-4 5 0,0 0-10 0,0-2 5 16,2-5 2-16,2-8 1 0,0-7 3 0,-2-6-2 16,-2-5-3-16,-4-6 1 0,12-1 1 0,1 1 5 15,5-6 7-15,-7-3-2 0,6 15 19 0,-1-8 10 16,-3-5 0-16,0-4 3 0,10-4 5 0,4-5-11 15,-1-8 0-15,6 6-5 0,-4-30-8 0,-1-11 3 16,-5-5-6-16,-1-1 4 0,-4 0-16 0,-5 6 4 0,-4 6-2 16,-6 5 1-16,-2 4-1 0,-1 2-4 0,-4 5-3 15,0 2 0-15,13 6-5 0,-6 3 8 0,-5 5-7 16,-4 4 4-16,0 3-28 0,0 3-30 0,-2 0 7 16,0 1-16-16,-2 1-5 0,-3 0-40 0,-6 2-50 0,0 2-8 15,0 5-258-15</inkml:trace>
  <inkml:trace contextRef="#ctx0" brushRef="#br0" timeOffset="2728.4">5986 7280 234 0,'-2'-4'68'0,"-9"-33"104"15,0-4-59-15,0 7-18 0,-2 3-1 0,2 10-9 16,2 5-26-16,7 5-28 0,-15-1 1 0,-1 3-10 16,-8 4-7-16,1 6-8 0,-8 11 5 0,1 4-5 15,5-6 6-15,2 21-11 0,7 1 1 0,3-4-3 0,2 1 8 16,4-1-6-16,1 0 0 0,5 0-3 0,-14-2-6 0,6 2 9 16,5-2 6-16,4 0 1 0,2 0 9 0,4-2 0 15,5 2-7-15,2-4 4 0,4 2-8 0,-4 0-6 16,14-1 2-16,1 1-3 0,-6-4 3 0,-1 1-3 15,-3-5 3-15,-3 1-3 0,-2 0 8 0,-7-2 6 16,2-1 1-16,-1-6 0 0,1 3 2 0,-4-2-12 16,-2-3 2-16,-2 3-7 0,-2-3-13 0,-14-3-37 15,-14 3-10-15,-1-4-12 0,8 5-84 0</inkml:trace>
  <inkml:trace contextRef="#ctx0" brushRef="#br0" timeOffset="3942.21">7015 5525 341 0,'0'0'47'16,"0"-2"-3"-16,-2 0 25 0,2 0-5 0,-5-13-6 15,-1 1-17-15,4 8-13 0,-2-3 2 0,3 3-7 0,-1-1 0 16,2-1-18-16,0-3 2 0,0 0-6 0,0 6 6 16,5-7 4-16,3 3 4 0,5 2-1 0,16-8 3 15,5 0 1-15,5 0-5 0,11-7 4 0,2 5-1 0,9 0 5 16,13 3-3-16,-1-3 2 0,5 2-3 0,-2-4-10 16,-4 5 4-16,1 1-6 0,-1 1 8 0,2 5-14 15,4 1 7-15,-3 5-9 0,-3-29 8 0,2 15-5 16,-10 11 0-16,-9 2 0 0,1 4 3 0,-15-2 3 15,-6 2-5-15,-1 0 4 0,-5 0-3 0,-3 0-3 16,-4 1 1-16,-5-1-2 0,0 2 2 0,-6-2 0 16,-4 0 3-16,-1 0-1 0,-2-2 8 0,-2 0 14 15,1 1 1-15,1 1 4 0,0 0 3 0,-2 0-9 16,-1-2-7-16,1 0 1 0,-2 0-14 0,0 0 9 0,-2-2-1 16,1 0 2-16,-3-1-6 0,2-1-3 0,-4-15 1 15,-3 1-2-15,0-1 8 0,3-1-4 0,1 1 4 16,1 1-5-16,2-1 0 0,0 4-7 0,-9-2 2 0,4 4-1 15,-1-1 6-15,3 1-3 0,-1 0-2 0,2 1 1 16,1 1 3-16,1 4-6 0,0-1 2 0,2 5-3 16,0-1 3-16,0 2-3 0,-2-2-1 0,0 1-3 15,0-1-11-15,2 0 4 0,0 2-4 0,0 1 6 16,0-1-2-16,0 0 2 0,0 2 2 0,2 0 0 16,0 2 9-16,0 0 1 0,0 1-2 0,-2-1 1 15,13 17-4-15,0 3-3 0,0 0 6 0,2 6-6 0,0 0 5 16,-1 0 4-16,1 3-6 0,2 1 4 0,0 1-3 15,-2-3 6-15,-1 0 1 0,1 1 2 0,-2-3-3 0,0-2 2 16,2 0 1-16,-6-9-2 0,3 0-5 0,2 3 2 16,-2-3 2-16,-3-4 2 0,0 0 1 0,-5-8 2 15,1 3-2-15,-3-4 4 0,2-3 3 0,0 1 9 16,1 2 0-16,-1-2 3 0,0 0-2 0,-1-2-4 16,1 0 0-16,0-2-2 0,-2 2-1 0,1-19-6 15,1-10 4-15,2-1-6 0,-1-4-2 0,5 7 2 16,-1-5-8-16,-7-1 7 0,3 3-10 0,3-2 3 15,5 4 4-15,9 2-1 0,-7 0-1 0,0 6-5 0,-4 1-1 16,2 5-1-16,2 2 5 0,-2 3-3 0,3 4-1 16,-3 3-3-16,-3-2-7 0,-1-3 6 0,-3 3-2 15,-1 2 3-15,3 0 3 0,1 0 0 0,-2 2 2 0,-1 0-2 16,1 2 9-16,1 2-5 0,-1 0 2 0,4 3-4 16,-3-1 1-16,-3-3 3 0,4 5 1 0,3-1 2 15,2 1-1-15,3-1-2 0,0-1-4 0,0-1 2 16,3-1 1-16,0-2-1 0,5 0 1 0,1-2-1 15,3 0 0-15,1 0-4 0,2-2 5 0,7 0-4 16,-4 0 3-16,9-2-4 0,-1 1-1 0,2-3 3 16,1 2 14-16,4-1-8 0,0-3 9 0,-3 3-10 0,1-1 1 15,-3 1 1-15,-5 1-1 0,-2 0 2 0,-5 0 2 16,-5 1 8-16,2-1-8 0,-3 0 7 0,-2 2-8 0,-5 1-4 16,-1-1 4-16,-5 2-5 0,-2 0-2 0,-5 0-16 15,-1 0-7-15,-3 0-4 0,1 0-29 0,0 0-9 16,-2 0-4-16,-1 0-6 0,-1 0-39 0,-1 2-197 15</inkml:trace>
  <inkml:trace contextRef="#ctx0" brushRef="#br0" timeOffset="4768.35">9228 5668 541 0,'0'-2'284'0,"0"0"-402"0,-2 0 347 0,0-1-196 16,1-1-10-16,-1 0-25 0,0 0 0 0,0 3-8 16,0-1 8-16,0 0 0 0,2 2-2 0,-2 0 2 15,2 2 5-15,-1 1-7 0,-3 9 9 0,-5 12-8 16,-3 5 18-16,3 1-11 0,0 2 5 0,1 1-6 16,3 1 12-16,1-5-8 0,2 1-2 0,0-6 0 0,1-2 2 15,1 3-2-15,0-7 5 0,0-3-4 0,0-2 4 16,0-9-8-16,0 3 9 0,0-3-6 0,0 0 23 15,0-1-16-15,0-1 3 0,0 0-7 0,0-2 5 0,0 0-13 16,0-2 0-16,0-2-3 0,0-7-1 0,0-9 2 16,0-4 2-16,0 0 0 0,0-1 1 0,1-2-2 15,3 1 0-15,2-2-1 0,-1 0-4 0,1 2 4 16,1 0 2-16,3 2 0 0,1-4 6 0,0 0-8 16,2-2-2-16,2-1 0 0,0-1 7 0,1 2 5 15,1 1-2-15,3-7 3 0,-18 9-3 0,24-1 6 16,2 6-3-16,0 9 3 0,-2-2-10 0,-4 9-4 0,-3 2 3 15,-1-9-3-15,-5 8 0 0,-1 1-4 0,1 2 6 16,-6 2-5-16,6 2 7 0,-7 0 5 0,-5-2-9 16,7 11 7-16,1 10 5 0,-3 1-8 0,-6 0 11 15,-4 2-12-15,-5 0 11 0,-2-3-5 0,-6 3-6 0,9-7 2 16,-16 1-3-16,0 1 4 0,2-1 1 0,3 1 0 16,1-4 1-16,1 0-4 0,0-2 4 0,2 0-4 15,2-2-6-15,2 0 4 0,4-2-3 0,1 0 3 16,-1-1 0-16,3 1 0 0,0-1 0 0,-3 1-2 15,1 0 2-15,3-1 1 0,-1 1 0 0,2-2 2 16,0 3 1-16,2-5-2 0,2 3-2 0,0-3 0 16,-2-3 1-16,22 13-1 0,6-2 3 0,6-6-3 0,3-3 6 15,4-4-10-15,3-2 4 0,1-3-3 0,10-7 10 16,1-1-7-16,2-1 0 0,3-1-2 0,-7 0 2 16,0 0 2-16,-10 2-2 0,-10 4 2 0,-7-1-7 0,-6 3 0 15,-3 0 7-15,-3 1-2 0,-5 2 9 0,-7 2-2 16,-1 2-5-16,2-1 4 0,0-1-6 0,-3 0-1 15,1 0-5-15,-2 0 3 0,-2 0 5 0,1 2-4 16,-14 0 4-16,-17 2-5 0,2 4 8 0,-1 3-7 16,-3 2 2-16,10-2-4 0,2 3 0 0,3 1 3 15,8-10-5-15,-2 20 5 0,6-3-3 0,-6 0 0 16,5 3 4-16,8 1-2 0,6 0 2 0,5 2 3 0,4 0 0 16,-9-2 0-16,21 4 1 0,-1-2-4 0,2-2 0 15,-4 2-1-15,4 0 0 0,-5-4-6 0,-3-1 7 16,-1-8-3-16,-5 0 4 0,-6-6 8 0,-1 2-6 15,-5-3 7-15,0-6 5 0,-2 2 7 0,4 2-3 0,-2-1 1 16,-2 1-20-16,-2-2-4 0,-2 0-5 0,-50 9 2 16,0-7-8-16,-9-4 3 0,-2-8 2 0,11-3-2 15,-5-6-2-15,11-1-28 0,-2-5 1 0,9 22-12 16,7-29-14-16,5 2-23 0,3 0-10 0,5-3-5 16,3-3-54-16</inkml:trace>
  <inkml:trace contextRef="#ctx0" brushRef="#br0" timeOffset="5324.22">10119 4888 481 0,'-1'0'56'0,"-1"-2"-49"16,0 0 64-16,-2 0-27 0,0 1-18 0,-5-3-16 15,4 2-3-15,-1 0-2 0,2 0-8 0,1 2 7 0,1 0-4 16,-2 0 5-16,2 0 2 0,-2-2 9 0,1 1 5 16,1-1-1-16,0 0 2 0,2 0 13 0,0 0-8 15,2 0 10-15,2 0-6 0,14-9-9 0,14-4 3 0,3 4-6 16,10 2-4-16,7 2-4 0,5 1 0 0,12 1-1 16,-2 1 3-16,5 2-8 0,-3-2 1 0,-8 2-5 15,2-1 0-15,-9 1 5 0,-2 0-1 0,-6 2 1 16,-1 0-9-16,-2 0 3 0,-2 2 0 0,-3 2 0 15,0-1-3-15,-5-1 5 0,2 0-1 0,-12 0 5 16,3-2-6-16,-8 0 0 0,4 0 2 0,-3 0-1 0,0 0 5 16,-6 0-2-16,-8 0 2 0,-1 0 0 0,-2 0 15 15,1 0-2-15,-1 0 5 0,2 0-1 0,0 0 15 16,-1 0-14-16,-1 0-1 0,0-2-5 0,-2 0-14 16,-2 0-1-16,0 0 2 0,-3 2 0 0,-23-3 3 0,4 3-6 15,-2 0-1-15,4 2-1 0,-3 1 9 0,3 3-9 16,0 1 1-16,1 1-5 0,5-1 0 0,6-1-1 15,-1 1 3-15,8-5-3 0,-3 3-6 0,2 8 7 16,-5-1-4-16,2-1 6 0,3-2-2 0,2 0 3 16,2-3-4-16,0-1 4 0,2 3 4 0,0-4 5 15,11-3 3-15,22 20-2 0,4-8 3 0,0-6-4 16,0-3 2-16,-9-4-3 0,7-4 2 0,0 1 11 0,-4-5-4 16,1 1 4-16,-8-1-9 0,-6 1 10 0,-1-1-4 15,-6 3 5-15,-6 1-8 0,-1 0 6 0,-2 1 2 16,-1-3 0-16,3-5 1 0,-4 0-14 0,-2 0 4 15,-2 3-6-15,-4 1-6 0,-23 3-12 0,-12 2-9 0,-15-25-3 16,6 17-52-16,-4 10-84 0,2 2-91 0</inkml:trace>
  <inkml:trace contextRef="#ctx0" brushRef="#br0" timeOffset="6008.23">7030 8041 466 0,'-2'-2'14'0,"0"0"64"0,2 0 5 0,-9-20 25 15,0 3-17-15,-1-1-35 0,7 9 1 0,-3-4-14 0,2 0-23 16,1 0-2-16,-1 2-7 0,2 0 6 0,2 6-9 16,0 3 4-16,0-3 2 0,0 3 0 0,0 0-11 0,0 1 2 15,2 1-5-15,0 0 7 0,0 2 10 0,-1 2 1 16,1 1-2-16,6 23 1 0,-3 8-10 0,-1 5 3 15,-2-4 0-15,0 2 0 0,-2 0-4 0,0 2 0 16,-4 0-2-16,0 2 1 0,1 2-5 0,1 1 7 16,2 3-2-16,0-3 3 0,0 3-9 0,0-1 6 15,0-5-5-15,5-2 5 0,1-5-9 0,-1-10-10 16,1 0-4-16,1-2-5 0,-1-7-42 0,1 3-63 16,1 1-2-16,-4-8-37 0,1 6-170 0</inkml:trace>
  <inkml:trace contextRef="#ctx0" brushRef="#br0" timeOffset="6292.78">6360 8925 865 0,'0'0'29'15,"0"-2"-2"-15,-2 0 12 0,0 0-8 0,0 0-5 16,0 0-34-16,2 0 11 0,0 1-3 0,2-1 6 0,0 0-7 15,2 2 4-15,14-2 1 0,21-2 4 0,4 2 9 16,5 2 3-16,2-1 2 0,2-3 1 0,9-2 7 0,4 1 11 16,0-3-5-16,2-3 6 0,-7 0-16 0,-3-2-13 15,3 4 4-15,-5 3-7 0,1 2 1 0,-2 4-3 16,-4 0-1-16,-2 0 1 0,-3 0-2 0,-10 0-2 16,2 0-7-16,-5 0 1 0,-8 0-19 0,-2-1-20 15,-7 1-1-15,-9 0-10 0,1 0-35 0,-1 0-3 16,-3 0-23-16,-1 0-3 0,0 0-189 0</inkml:trace>
  <inkml:trace contextRef="#ctx0" brushRef="#br0" timeOffset="6545.3">6490 9285 742 0,'-2'0'73'0,"0"-2"145"15,0 0-200-15,0 0-16 0,0 0-1 0,2 0-2 16,2 2 2-16,0 0-6 0,4 0 3 0,21-3-6 16,7 1 1-16,1 0-6 0,-5 2 1 0,-4 0-1 0,3 0 17 15,-4 0-1-15,1 2-2 0,0 2 0 0,-12-3 5 16,1 1 15-16,0 0 2 0,-4-2 1 0,6 2-7 16,-2-2 1-16,2 0-4 0,3 0 3 0,2 0-16 0,4 0-11 15,4-2-29-15,3-2 0 0,5-1-142 0</inkml:trace>
  <inkml:trace contextRef="#ctx0" brushRef="#br0" timeOffset="7355.56">13430 5100 88 0,'0'-2'22'0,"0"0"38"0,-4-24-8 0,1 0-8 16,1 2-2-16,0 2-6 0,2-4-21 16,0 3 4-16,0-3 2 0,2 0 0 0,0-2 6 0,-1 2 20 15,3-1 0-15,0 1 7 0,0-6 0 0,-1 4 11 16,-1-3-5-16,0-3 5 0,-2 10-20 0,0 2-3 15,0 7-4-15,0 6 2 0,0 1-8 0,0 5-18 16,2-1-2-16,0 0-6 0,0 2-17 0,-2 0 16 16,0 1-1-16,0 1 7 0,0 1-1 0,0 3 4 15,0 26-8-15,0 1 7 0,0 5-4 0,-2-1-7 0,-4-2 5 16,1 3-6-16,-1-1 12 0,-1 0-13 0,-1 4 11 16,-1 6-11-16,1 5 9 0,5 7-8 0,1 7-4 15,0 4 0-15,2 1 3 0,0-2 0 0,2-4 8 0,0-5-6 16,-2-8 4-16,2-10 2 0,-1-4-5 0,1-3 4 15,2-3-16-15,-2-2-5 0,0-2-9 0,-2-2 0 16,2-2-41-16,1 0-45 0,1-3-6 0,0-6-9 16,-1-4-1-16,1-3 2 0,-4-4-8 0</inkml:trace>
  <inkml:trace contextRef="#ctx0" brushRef="#br0" timeOffset="7838.64">13593 5729 144 0,'0'0'40'0,"0"0"0"16,-2 0 26-16,1 0-10 0,-3-2 1 0,-2 2-18 0,-9-3-7 15,-1 1 3-15,1 0-4 0,-4 0 7 0,-3-2-3 16,2 2 5-16,-4 1-4 0,1 1 6 0,5 0 8 16,-1 0-5-16,-5 0 6 0,0 0-11 0,-2 3-1 15,-2 3-10-15,2 1 7 0,-4 4-9 0,4 4-7 16,-3-13 4-16,3 28-6 0,1 1 2 0,-4 7-11 16,1 2 6-16,2 11-8 0,0 2-3 0,9 7 1 15,-3-5-2-15,3-1 3 0,4 2 4 0,6-10-5 16,3 1-3-16,-16-10 1 0,8-4-2 0,7-1 2 15,3 0 1-15,2-5-1 0,6 3-11 0,5-2 6 0,3 2-2 16,5-1 4-16,-17-1 0 0,22 4 0 0,2-4-1 16,-2-2 1-16,0 1 3 0,4 3-4 0,2 0 6 15,1-2-5-15,3 1 16 0,1 1-10 0,2-6 0 0,2 2-5 16,4-3 2-16,0-7 2 0,5 1 0 0,2-4 1 16,0-4 1-16,4-1 4 0,-2-1 3 0,-6 17 0 15,1-11 4-15,-8-7-6 0,-4-6 0 0,-5-2-1 16,0-4 1-16,-3-3-1 0,-1-4 1 0,0-2-1 15,-1 10 11-15,-5-25-5 0,4 0 0 0,-2-1-3 16,1 1 5-16,-3 0-6 0,-3-1 3 0,-4-3-4 0,2 5-6 16,-4-5 7-16,0 5-4 0,2-1 4 0,-7-4-9 15,-3 5 5-15,-1-3-2 0,17 1 2 0,-8-3-2 16,-4-3-7-16,-7-4 6 0,-3-5-5 0,-5-8 5 0,-5-4-5 16,-2-5 1-16,-1-2-1 0,-5 2 8 0,-1 4-3 15,-2 5-5-15,18 7 4 0,-29 7-3 0,-2 4-7 16,-4 3 8-16,0 9-8 0,-5 1 5 0,-6 5-11 15,-2 5-5-15,-4 2 1 0,2 3-5 0,-3-20-11 16,7 17-4-16,-4 8-4 0,8 4-29 0,9 7-39 16,-2 3-6-16,10 2-24 0,-1 6-156 0</inkml:trace>
  <inkml:trace contextRef="#ctx0" brushRef="#br0" timeOffset="8307.1">13304 6360 346 0,'0'-1'48'16,"0"-1"-24"-16,2-13 54 0,3-17-16 0,-1 10-15 0,0-2-18 16,-1 0-1-16,1 7-4 0,2-2-7 0,-3 5 11 15,1 1-9-15,0 0 7 0,-1 3-15 0,-1 3 13 0,0-1 4 16,-2 7 3-16,2-3 1 0,0 0-3 0,0 0-6 15,0 1 2-15,-1-1-6 0,1 0-10 0,0 2 4 16,0 1-6-16,0-1 7 0,0 2 11 0,0 0-7 16,-1 2 7-16,3 5-15 0,7 26-3 0,-3 3 2 15,-5 1-3-15,-3 0-2 0,0-2 1 0,-1-1-2 0,-1-1 2 16,0-3-3-16,2-4 3 0,0 4-4 0,0-6 2 16,0-2-6-16,0-2 4 0,0 3 0 0,0-3-1 15,0 1-12-15,0-3-17 0,0-3-2 0,0 0-7 16,0-4-33-16,0-5-25 0,0-1 0 0,0-3-5 15,0 0 21-15,0 2-59 0,0-1-15 0</inkml:trace>
  <inkml:trace contextRef="#ctx0" brushRef="#br0" timeOffset="8674.02">13200 6446 371 0,'0'-2'44'0,"0"0"60"0,0-2-13 0,0 3-32 15,0-9 7-15,0 3-19 0,0-2-20 0,0 5-12 16,0 0-4-16,0 0-2 0,0 3-9 0,2-3 3 16,-2 0-3-16,0 0 6 0,1 3 0 0,1-1 3 15,0 0-1-15,0 2 0 0,0 0-5 0,0 2 3 0,0 0-1 16,-1-1 1-16,1 3-9 0,2 7 2 0,2 6 1 16,-1 2 1-16,1-1 11 0,-3-1-14 0,3 1 7 15,0 1-10-15,-1-2 7 0,1-1 4 0,-1-1-8 16,3 0 6-16,-3-2-7 0,1 0 9 0,1-2 0 0,-1-1 4 15,-4-3 0-15,14-1-1 0,1-3 5 0,0-1-4 16,3 0 8-16,3 13-1 0,1-4 5 0,4-4-3 16,-1-5 6-16,-2-2 2 0,1-2-6 0,-6-1 5 15,8-7-10-15,-2-1 4 0,0-2 0 0,-6 2 1 16,-5 2-6-16,0 7-8 0,-8-13-6 0,1 2 1 16,-3-2-8-16,-1 2-16 0,2 0-1 0,3 0-9 0,-2 0-33 15,-1 0-14-15,-2 2-13 0,-3 4-3 0,-1-1-80 16</inkml:trace>
  <inkml:trace contextRef="#ctx0" brushRef="#br0" timeOffset="9125.48">13426 7177 681 0,'0'-1'37'16,"0"-1"-4"-16,-2-13 34 0,-1-13-5 0,1 8-2 0,2 5-40 16,0 9-8-16,0 2-10 0,0 1 4 0,0-1-19 15,0 2 5-15,0 0 0 0,0 0 3 0,0 2 8 0,0 0 10 16,0 2 0-16,0 2 2 0,2 13-9 0,0 14 1 16,-2 1-1-16,0 1 1 0,0-3 2 0,0 2-4 15,1 1 4-15,1 2-4 0,4 2 3 0,-1 4-2 16,1 2 1-16,1 1 0 0,8 7 2 0,0-1 2 15,0 4-10-15,2-1 7 0,-2-2-12 0,-2-3 4 16,0-5 2-16,-2-3 2 0,-2-4 7 0,0-7-9 16,0 1 5-16,1-10-5 0,-3-5 4 0,1-2 0 0,-3-3-1 15,1-3-2-15,-1 0-25 0,-1-1-117 0,-4-4-21 16</inkml:trace>
  <inkml:trace contextRef="#ctx0" brushRef="#br0" timeOffset="9432.44">12910 8379 500 0,'-2'0'8'0,"-11"-2"10"0,-16-4 13 0,1 3-8 16,-2 1 6-16,13 2-9 0,-5 0 2 0,7 0-8 16,0 0 7-16,2 0-5 0,8 0 6 0,3 0 6 15,0 0 1-15,-2 0 5 0,2 0 14 0,1 0 10 16,-1 0-5-16,2 0 7 0,0 0-7 0,3 0-18 16,22-4-1-16,15-5-7 0,7-1-15 0,1-1-3 15,4 0 2-15,2 0-4 0,-4 0-7 0,-2 2-4 0,-3 1-5 16,-1 3 1-16,-6 3-19 0,-11 0-45 0,1 2-6 15,-5 0-16-15,-5 2-51 0,-5 0-44 0</inkml:trace>
  <inkml:trace contextRef="#ctx0" brushRef="#br0" timeOffset="9572.17">13150 8544 254 0,'0'2'47'0,"-2"0"49"16,0 0-18-16,0-1-16 0,0 1-5 0,0 0-3 15,0 0-10-15,1 0-9 0,1 0 1 0,0 0-3 16,1-1 0-16,3 1-18 0,15 0 4 0,14-4-9 0,2-5 0 15,4-4-16-15,4-6-10 0,5-3-3 0,6-5-37 16,2-1-29-16,-2 25-9 0</inkml:trace>
  <inkml:trace contextRef="#ctx0" brushRef="#br0" timeOffset="10201.25">14841 6570 801 0,'0'-2'5'0,"0"-1"-2"0,6-21 0 0,1-4 2 15,0 5-4-15,-1 5-2 0,0 1-8 0,-1 0 0 0,-3 4-5 16,0-3-17-16,-2 5 10 0,0 3 1 0,-2-1 6 15,0 3 19-15,-2 1 3 0,-18 3 7 0,-11-17-2 16,-1 8 35-16,1 7 5 0,-4 4-2 0,-2 2 1 16,-4 4-13-16,2 7-10 0,-1 2-2 0,-3 3-4 15,10-1-13-15,1 0-9 0,6-2 5 0,15-6-6 16,0-2 6-16,8 12-7 0,3-1 1 0,-2 1-2 0,-7-4 2 16,4 0 10-16,3-2 1 0,4-2 4 0,2 0-5 15,2-4 17-15,-3-3-15 0,29-2 15 0,2 17-18 16,5-8 2-16,0-8 2 0,-2-3-2 0,-1-5-6 0,-6-3-3 15,-1-1 1-15,-4 0 1 0,-1-2 12 0,-3 0-14 16,-3-1 10-16,-3 3-12 0,0 4 3 0,-3-10 3 16,-3-2-2-16,-1 2 4 0,-3 2 2 0,3 6-4 15,-1-3-3-15,1 1 2 0,0-2-5 0,-5 4 0 16,-1 3 0-16,0 0-1 0,0 0-12 0,0 3 7 16,0-1-5-16,0 2 7 0,-1 0 5 0,-1 2-5 15,0 1 5-15,-4 10-6 0,-1 15 5 0,-1 6-3 0,5-1 2 16,-1 4-2-16,4 2 3 0,0 0-4 15,0 6 2-15,0-1-1 0,2 1 13 0,0 3-13 0,-2-2 7 16,0-5-8-16,0 6 10 0,0-12-6 0,-2-7-2 16,0 0 0-16,-2-10 5 0,2-5 6 0,-1 0 4 15,-3-2 0-15,4-7 16 0,-5 5-7 0,1-1 1 0,-12 5-2 16,1-4 3-16,-3-1-6 0,-1-5 1 0,-3-3-3 16,2 0-6-16,3-3-1 0,-3-5-9 0,5 1 5 15,4-1-10-15,-5-5 6 0,6 11-1 0,3-11 0 16,-4-5-21-16,9 9-41 0,-3-1-5 0,-2-1-16 15,7 7-55-15,-2-3-11 0,0 0-6 0,4 1 2 0,0-1-23 16</inkml:trace>
  <inkml:trace contextRef="#ctx0" brushRef="#br0" timeOffset="10838.61">14921 6940 735 0,'-2'-2'20'0,"0"0"30"0,0-2-5 0,0-1-21 16,1 1 3-16,-1 0-12 0,0 1-12 0,0-1-7 0,0 0 0 15,0 2-3-15,0 0 7 0,1 1-3 0,-1 1 5 16,0 0-2-16,0 1 2 0,0 3 4 0,-5 11-2 16,-3 4 4-16,3 1 4 0,1 4-5 0,1 4 0 15,1 0-2-15,2-2-4 0,0-4 7 0,1-1-7 0,1-1 7 16,0-3-8-16,0 1 3 0,0-5 2 0,0 0 0 15,0-2-4-15,0 1 9 0,0-1-8 0,0-4 8 16,0 1-3-16,0-3-8 0,0 1 8 0,0-3-8 16,0-1 1-16,0 2 8 0,0 0-2 0,0-1 6 15,0 1 5-15,0 0 17 0,0 0-8 0,0-3 11 16,0 1-12-16,0 0-12 0,0 0 2 0,0-2-5 16,0 0-12-16,0 0 3 0,0-2-1 0,0 0 5 0,0-1 3 15,0-1-7-15,0-13 1 0,0-3-2 0,1-1 8 16,3-5-8-16,2 0 5 0,-1 2-5 0,3-2 0 0,-1 8 0 15,2-3-2-15,1 3 2 0,-1 1 6 0,0 2-6 16,-1 4 1-16,-6 7-3 0,-2 2-2 0,1 2-8 16,3-2 2-16,2-1-2 0,-1 1 6 0,-1 2 3 15,0 0 3-15,-1 4-1 0,9 12 4 0,-1 18-1 16,-6-3 6-16,-3-1-4 0,-2-2-1 0,0-4-1 16,0-2-5-16,0-5 4 0,0-2 4 0,0-2-7 15,0-4 8-15,0-1-6 0,0-5 11 0,0-1 0 16,0 2 1-16,2 0-1 0,0-1 5 0,0 1-2 0,1-2-3 15,1-2 2-15,17 2-1 0,-8-2-6 0,3-2 0 16,-5-2-3-16,2-3-3 0,-1-3 6 0,-1 1-1 16,5-8 1-16,-4 3-5 0,-3 2 0 0,-4 1 0 15,-1 2 1-15,2 5 5 0,-1 1-9 0,-1 1-1 0,3-2-5 16,-3 2-2-16,0 0 7 0,0 0 1 0,-1 2 2 16,1 0 4-16,0 2 2 0,-2 0-6 0,-1 2 4 15,1 1-9-15,4 8-1 0,-2-1 4 0,-1-1-4 16,1 0-3-16,-2-6-29 0,0 1-7 0,0-2-9 15,-2-2-41-15,3-1 6 0,5 1-5 0,3 8 6 16,0-3 0-16,0-1-139 0</inkml:trace>
  <inkml:trace contextRef="#ctx0" brushRef="#br0" timeOffset="11289.87">15387 6268 744 0,'0'-4'25'0,"0"-7"-3"0,-4-30 25 15,2 13 1-15,1 9-4 0,-1 5-22 0,2 12-18 0,0 0-6 16,0-2-1-16,0 0-6 0,0 3 1 0,0-1 9 16,0 2-5-16,0 0 4 0,0 2 0 0,0 1 0 15,2 7 0-15,3 17 9 0,1 5 2 0,-1-2-5 0,-1-1 4 16,0-1-7-16,-2-5-1 0,1 6 3 0,1-1-2 15,0 2 5-15,-1 1-3 0,1 1-2 0,-2 1-1 16,0 3-8-16,0-1 6 0,1 4 0 0,3 0 3 16,0 2 5-16,-1 0-7 0,1 1 5 0,1 3-6 15,-1-4 4-15,1 1-4 0,-1-8-1 0,-1-8-1 16,1-2 5-16,-3-11 7 0,1-4-4 0,2 6 6 16,-4-11 1-16,-1 1 11 0,-1-3 5 0,2 2 2 0,0-2 20 15,0 0-16-15,2-2 3 0,-1-2-11 0,5-4-13 16,3-23 7-16,-2-22-2 0,2 3 4 0,2-2-6 0,2 4 9 15,0 3 0-15,-2-4 4 0,0 1-2 0,6 2-1 16,-3 1-11-16,3 2 5 0,-2 4-18 0,-6 0 8 16,0 0-4-16,-4 1 4 0,-5 3-11 0,2 5 0 15,-2 4 2-15,11 5-2 0,-6 4 1 0,-3 4-15 16,-2 6-8-16,-2 3-5 0,0-2-36 0,0 2-34 16,0 0-6-16,-2 2-10 0,0 2-39 0,-5 8-88 15</inkml:trace>
  <inkml:trace contextRef="#ctx0" brushRef="#br0" timeOffset="11819.89">16208 6852 844 0,'0'-1'21'16,"0"-3"-3"-16,-8-26 33 0,1 2-6 0,-1 6 4 15,1 3-29-15,-1 1-16 0,1 1 4 0,1 4-7 0,-1 2 7 16,1 4-7-16,5-1 1 0,-16 5-1 0,4-1 5 16,-2-7-2-16,0 3 3 0,-3 1-2 0,-3 3 3 15,-8 2-1-15,-5 4 1 0,1 4 0 0,-6 5 8 0,3 2-5 16,3 4-2-16,3 1-1 0,6-12-9 0,2 21 5 16,3 3-4-16,4 4 4 0,1-1-4 0,4 0 0 15,5-3 5-15,3-8-2 0,-13 1 5 0,4-1 0 16,5 0 5-16,4 2-3 0,2-7 8 0,4-2-7 15,0-6 2-15,0-3-3 0,5-2 5 0,15 10-2 16,0-4-2-16,6-3 1 0,-2-3-4 0,0-4-3 16,5-2-2-16,-3-5 0 0,-4-6-1 0,0 0 5 15,-8 11 3-15,3-24-1 0,-6 3 0 0,-6-4-4 0,0 1-1 16,-5 0-1-16,1 1 4 0,3 1-7 0,-6 2 7 16,0 2-7-16,1 3 3 0,8 2 4 0,-5 4-7 15,0 0 5-15,-5 1-10 0,1 5 6 0,-2 1 0 16,0 2 2-16,0 0-13 0,2-1-2 0,-2-1-5 0,2 2 5 15,-2 0 9-15,0 2-4 0,2 2 7 0,0 0-5 16,-2 4 6-16,5 20 3 0,3 11-5 0,-1 7 1 16,-3-3-10-16,1 4 10 0,-1-8 0 0,-2 0 2 15,-2-2-1-15,2 2-1 0,-2-1 2 0,0-7-2 16,0-3 5-16,0-3-1 0,-2-7 0 0,0 1 0 16,2-4-8-16,-2-2 1 0,0-1 2 0,2-5 0 0,-1 1-4 15,1-3-8-15,0 1-3 0,-2 0 1 0,2 0 1 16,0-1-68-16,0-1 2 0,0 0-28 0,0 0-46 15,0-2-142-15</inkml:trace>
  <inkml:trace contextRef="#ctx0" brushRef="#br0" timeOffset="12113.34">16624 6619 957 0,'-2'0'28'0,"0"0"-3"0,-4 0 15 0,-14-4-5 15,-4 0-6-15,3 2-26 0,-3 2 2 0,-2 2-3 16,6 2 2-16,3 1-16 0,2 3 14 0,2-1-5 16,0 3 8-16,4-7-15 0,5 12 6 0,0 0 3 0,-9 5 1 15,4 1 8-15,5 3 3 0,4 6-7 0,6 1 5 16,3 1-6-16,6 7-6 0,2 2 6 0,1-2-5 16,3 0 9-16,-19-4 0 0,26-2-4 0,-10-5 4 15,3 2 2-15,5-6 1 0,-10-5-6 0,5-1 4 16,-3 1-7-16,-10-6 2 0,-1 0 5 0,1-4-2 15,-3-2 13-15,-1 1 16 0,-2-3-1 0,-2 1 4 0,0-2-9 16,-11-1-21-16,-34 1-3 0,-7-2-5 0,-4 26-17 16,4-15-15-16,0-8-11 0,0-3-4 0,4-2-58 15,0 0-129-15</inkml:trace>
  <inkml:trace contextRef="#ctx0" brushRef="#br0" timeOffset="12815.04">13398 4727 373 0,'0'0'28'0,"-1"-2"15"0,-1 0 18 0,0-2-23 0,2 2-9 16,-6-9-1-16,3 4-12 0,1 3-2 0,0 0 9 15,0 1-7-15,0-1 1 0,0 0-5 0,2 0-2 16,0 3 0-16,0-1 0 0,2-2 7 0,2 0-6 16,14-9 6-16,16-3-10 0,-1 4 11 0,8 3-5 15,15-2 6-15,-10 5-13 0,14-1 1 0,1-2 4 0,-5-1-2 16,9 3-1-16,0 0-5 0,7 1 0 0,21 2 0 16,9 2 3-16,20-1-7 0,1 3 1 0,-4-2-3 15,0-2 6-15,7 4-2 0,21 2 0 0,5 0-1 16,4 2 0-16,-4-1 8 0,0-3-5 0,14 2 5 15,4-2-6-15,5 2 1 0,-2-2 6 0,-6 6-6 0,17-1-3 16,-3-3 0-16,-4-2 1 0,5 0 2 0,-11-4 6 16,1-1-6-16,-6 5-3 0,-12-4 0 0,-8 0-1 15,7-1 6-15,-10 1 6 0,-10-3-1 0,-12-1 2 0,-15 4 5 16,-6-1-9-16,-5 3 9 0,1-2-7 0,-7 1-2 16,-7 1 0-16,-15 2 0 0,-9 0 5 0,-14 0-13 15,-9 0 7-15,-7 0-8 0,-9 2 8 0,-6-2-7 16,-4 0-5-16,-3 0-6 0,-3 0-62 0,1 0-41 15,-2 1-30-15</inkml:trace>
  <inkml:trace contextRef="#ctx0" brushRef="#br0" timeOffset="13860.42">18302 4819 93 0,'0'0'23'0,"0"0"-2"16,0 0-6-16,0 0 3 0,2 0-12 0,-2-2 8 15,0 1 8-15,0-1-2 0,0 0 3 0,0 0 5 0,0 0-1 16,0 0 5-16,0 1-1 0,0-1 23 0,0 0 20 15,0 0 2-15,0-2 5 0,0 1 1 0,0-1-14 16,0 0 2-16,0-1-8 0,0 1-15 0,0-2-9 16,0 4-8-16,0-1 0 0,0-1-38 0,0 0 9 15,-2 2-3-15,2 1 6 0,0-1-6 0,-2 2 10 16,2 0-6-16,0 2 7 0,0-1-4 0,0 3-3 16,0 2 0-16,0 9-2 0,0 1-3 0,-2-1 5 15,0 2 4-15,-1-2 1 0,-3 1 1 0,1 1-3 0,-1 3 1 16,2 1-1-16,1 1 1 0,-3 6-5 0,2-2 2 15,1 4-1-15,-1 1 11 0,0-1-13 0,0 7 4 16,1 0-6-16,1-3-3 0,-2 5 9 0,2-4-6 0,2-2 6 16,0 1-1-16,2-4-5 0,0-4 6 0,2-8-4 15,1 6 14-15,-1-7-12 0,0-2 9 0,-1-4-10 16,-1-6 9-16,0 1-3 0,0 0 0 0,0-1 1 16,0-1 15-16,-2 0 2 0,0-1 2 0,0 1-2 15,-2-2-6-15,-2 0-11 0,-9 3 2 0,-13 5-3 16,-5-5 2-16,-5 1-1 0,-3-4-1 0,2-2 1 0,2 0 2 15,0-2-8-15,1 2-1 0,-1-2-1 0,5 2 0 16,2 0 4-16,2 0-4 0,4 0 4 0,2 0-3 16,3 0 0-16,6 0 2 0,2 2-3 0,3-2-3 0,2 2-2 15,1-1 0-15,-1 1-1 0,2 0 4 0,0 0 0 16,0 2 4-16,2-1-2 0,0 1 5 0,2 0-3 16,2 0-1-16,20 1 0 0,8 3-1 0,5-1 4 15,5 0-2-15,5-1 2 0,1 1-8 0,4 1 2 16,4-1 2-16,-2 1 0 0,5 1-1 0,-5 0 1 15,-8-1-9-15,-1 1 8 0,-14-2 1 0,-5 3-1 16,-1 1 4-16,-11 0-5 0,-1 4 4 0,-5-2 5 16,-3 0-3-16,5-2 2 0,-3 4 1 0,-3-2-3 15,-4 2 10-15,-6 1-8 0,1 3 8 0,-40 0-7 0,-5-1 5 16,-4 3-4-16,-3-1 4 0,-1-3-8 0,-3 3 0 16,3-9-3-16,2 0 0 0,6 2 0 0,6-3 1 0,3-1 1 15,4 6 4-15,5-2-3 0,3 0 2 0,4-4-3 16,7 0 3-16,1-3-6 0,4 0-3 0,2 3-1 15,5 4-6-15,-3-2 8 0,0 4-2 0,5-6 3 16,2 0-4-16,0 1 4 0,2 3-1 0,2-4 1 16,4 0 0-16,3 2 0 0,10-1 4 0,9 1-3 15,-1 0-2-15,1 2 0 0,-2 0-2 0,-2-2 1 0,2 4 1 16,-3 2 0-16,1 3 3 0,-2-1-1 0,-5-1 1 16,3 6-1-16,-5-7-2 0,-2 7 1 0,4-3-4 15,-6-3 4-15,4 4-1 0,3-1 2 0,3 5-9 16,-5 0 9-16,-1 2-4 0,-5 3 4 0,-3 1 1 0,4 1-8 15,-2 4 6-15,10 6-8 0,-6 3 3 0,0 6 2 16,4 2 3-16,-12-4 1 0,3-1 5 0,3-7-2 16,-4-1-4-16,-1-7 1 0,1-1-1 0,12-5 9 15,-8-4-5-15,-2 0 6 0,-3-3-6 0,-1-3 6 16,-1-1-2-16,-2-4 2 0,0 2 0 0,0-2-3 16,0-2 4-16,-1 2-3 0,-1-4 1 0,0-1 1 15,0-1 0-15,0-1 0 0,0-1 2 0,0-3 0 0,0 2 3 16,0-1-2-16,0 1-2 0,0 0 1 0,0-2-2 15,-1 0 1-15,-1-1-13 0,0 1-20 0,-2 0-9 16,-3 0-2-16,-6 2-38 0,3-2-27 0,-1-2-14 16,8 0-11-16,1 0-117 0</inkml:trace>
  <inkml:trace contextRef="#ctx0" brushRef="#br0" timeOffset="14313.65">18681 6073 777 0,'0'-8'18'0,"-6"-27"10"0,2 5 12 0,3 14-26 15,1 8 5-15,0 3-12 0,0 3-4 0,0-2-14 16,0 0 7-16,0 1-7 0,0 1 16 0,0 0-3 15,1 0 2-15,1 2-1 0,0 0 0 0,0 2 14 16,0 0-9-16,-2 0 11 0,2 24-4 0,7 5-1 16,0 6 4-16,1 4-3 0,1 0-2 0,-6 0-7 15,5 0 3-15,-7-1-3 0,20 1 1 0,-9-2 1 0,-8-3-4 16,-4-7 3-16,-2-5-7 0,0 1 4 0,0-7-2 16,0-1 3-16,0 0-6 0,0-6 7 0,0-2-5 15,0-3 7-15,0-3 4 0,0 1 22 0,0 0-3 0,0-1 7 16,0-1-13-16,0 0-1 0,0-2-4 0,0 0 1 15,0-2-11-15,0-1 11 0,0-16-2 0,2-5 5 16,3-6-7-16,5-5-6 0,1-8 4 0,2-3-3 16,5-6 6-16,-1-2 0 0,2 2 0 0,1-2 1 15,0 2 10-15,3 9-10 0,-3 8-2 0,-1 4-4 0,-12 8-9 16,15 7-4-16,-1 3 2 0,-8 3-4 0,-4 5 0 16,2 1 1-16,-1-3-8 0,1-1 4 0,-2 3-27 15,-3 3-52-15,-1 2 7 0,-1 0-22 0,0 0-1 0,-1 2 2 16,1-1-11-16,-2 5-8 0,3 20-164 0</inkml:trace>
  <inkml:trace contextRef="#ctx0" brushRef="#br0" timeOffset="14593.12">19345 6531 693 0,'0'0'32'0,"-1"0"-5"0,-1 0 18 0,-2 0 5 15,-3 0-10-15,-8 2-15 0,4 0-11 0,1 2-2 16,3-1 0-16,1 1 0 0,4-4-6 0,-5 9 6 16,2 1-4-16,-1 1 18 0,4-4 11 0,0 3-4 0,2-5 5 15,0 1-4-15,0-4-9 0,0-1 11 0,15 11-11 16,5-3 8-16,1-2-13 0,1-3 3 0,-1-2-3 16,1-2 18-16,-4-2 6 0,1-4 2 0,0-1 1 15,-3 0 0-15,-5 1-12 0,-3 0-8 0,-4 1-1 16,7-12-20-16,-6 0 0 0,-3-3 0 0,-4 1-2 15,-3-1-2-15,-5 0-11 0,-3 1-3 0,4 2-5 16,-15 2-21-16,2-1-29 0,-2 3-12 0,-1 2-7 0,5 3-45 16,0-1-123-16</inkml:trace>
  <inkml:trace contextRef="#ctx0" brushRef="#br0" timeOffset="16244.73">18391 4871 332 0,'-2'0'35'0,"0"-2"34"0,-1 1 9 0,-1-1-28 0,-7-4-2 16,7 4-11-16,2 2-27 0,-9-3-4 0,9 3 0 15,-1-2-2-15,-1 2-13 0,2 0 28 0,0 0-7 16,0 0 17-16,2 0-3 0,2 0 7 0,2 0-1 0,16-4 2 16,14-2-5-16,1-1 4 0,4 0-4 0,4-3 2 15,1 1-12-15,3 0-1 0,1 0 2 0,9-1-2 16,1 1 3-16,5 2-7 0,6-1-5 0,-2-1 1 16,3 0-4-16,1-3-8 0,-4 3 4 0,-2 0-5 15,1-2 12-15,3 1-11 0,2-1 6 0,14 0-8 16,1 2 6-16,1-2 5 0,2 0-4 0,-11-2 5 0,-2-2 0 15,-2 4-1-15,-1-1 1 0,1 5-1 0,0 3-1 16,4 1-2-16,0-1-1 0,0-2 2 0,-4 1 7 16,-3-1-9-16,-6 1 2 0,-11-1-5 0,-2 0 5 0,-4 1-4 15,-3 1 5-15,-4 0-6 0,-4 1 4 0,-2-1 7 16,-3 0-5-16,-3 1 5 0,-1-1-9 0,-7 2 0 16,3 0 3-16,-8 0-2 0,-3 0 5 0,2 1-6 15,-6 1 3-15,-5 0-4 0,0 0 5 0,-2 0 3 16,0 0-2-16,5-2 3 0,2 0-6 0,-5 0 2 15,0 0-4-15,-1 0 4 0,-1 0-4 0,0 1-3 16,0 1 5-16,0 0-4 0,0 0 4 0,0 0-2 0,-1 0-3 16,1 0 1-16,0 0 8 0,0 0-8 0,0 0 0 15,-2 0-2-15,0 0 2 0,0 0-3 0,0 0 6 16,0 0-4-16,0 0 2 0,0 0 0 0,0 0-2 16,0 0 2-16,0 0-1 0,0-2 1 0,0 0-2 15,0 2 1-15,0 0-5 0,-2 0 3 0,0 0 3 0,0-2-1 16,0 0-9-16,1 0 11 0,-1 2-6 0,0 0 7 15,0 0 0-15,0 0-6 0,-2 0 2 0,1 0-4 16,1 0 7-16,0 0-4 0,0 0 2 0,0 0-3 16,0 0 4-16,1 0-2 0,-1-2 3 0,0 2-4 15,0 0-2-15,0 0 4 0,0 0-7 0,0 0 8 0,1 0-1 16,1 0 0-16,0 0 2 0,0 0-2 0,-2 2 0 16,0 0-3-16,2 0 3 0,0 0-2 0,0 0 2 15,0 0 5-15,0 1-5 0,0 1 4 0,0 0-7 0,0-2 1 16,0 3 2-16,0-1 0 0,0 5 14 0,0 0-7 15,-2 12-4-15,-2-1-1 0,-1 8-4 0,-1 0 6 16,1 0 1-16,-1 3 1 0,-1-5-7 0,-3 2 1 16,1-4 2-16,0-1 0 0,-2 1 2 0,0-2-4 15,-1 2 0-15,3-3-2 0,0 1 2 0,1 0 8 16,3 0-5-16,-1 3 4 0,3-1-7 0,1 0 2 16,0-2-1-16,0 4 3 0,2-2-3 0,0 4-2 0,0 0 2 15,0-2-3-15,2 0 1 0,0-7 7 0,1 3 0 16,-1-2 3-16,0-7-7 0,0 4-2 0,0-6 3 15,0-2-2-15,0 4 8 0,-2-9 1 0,0 0-2 16,0 0 3-16,0-1 16 0,0 1 2 0,0 0-1 16,0-1 0-16,-2 1-16 0,-2 0-2 0,-9 1 5 0,-11 5-5 15,-2-5-5-15,-2-1 2 0,0-2-8 0,-3 0 6 16,1-2-3-16,0-2-1 0,2 0 3 0,2 0-4 16,-3-2 3-16,3 3-1 0,-2-5-1 0,2 2 1 15,3 1 5-15,3 1-10 0,3 0 4 0,6 2-6 16,2 0 10-16,1 0-6 0,5 0 0 0,-1 0-4 15,0 2-2-15,2 0 2 0,1-1 0 0,-1 1 1 0,0 2 0 16,2 0 1-16,0 12 1 0,5-4 0 0,5 1 2 16,5 0-2-16,12-6 2 0,-1-1-2 0,10 3 2 0,-5-5 1 15,5 1-1-15,1-1 1 0,-2-2 2 0,0 1-3 16,2 5 0-16,-1-1-2 0,-3 1 2 0,1-3-4 16,-3 3 1-16,-5-3-1 0,-4 1 9 0,3 5-9 15,-5-4 4-15,-9 3-6 0,8-3 6 0,-14-1 5 16,-3 1-1-16,7 2 3 0,-3-1-5 0,-2 3 10 15,-4-2-2-15,-2-1 4 0,-2 5-13 0,-40-2 8 16,1 0-9-16,0 0 8 0,0-2-5 0,1 1-3 16,-1-3 3-16,0-1-3 0,4-1 0 0,2 1 6 0,4-1-4 15,7 1 4-15,0-2-9 0,5-3 3 0,5 3-1 16,-1 0 1-16,6 0-3 0,7-1-1 0,-2-1 2 16,6 0-2-16,-1 2 0 0,-1-1 1 0,0 1 3 0,2 0 0 15,0 0 6-15,2-1-5 0,1-1-2 0,33 17 0 16,-3-6 1-16,-1-6 0 0,-3-1-2 0,1-3-1 15,2 1-4-15,-4 0 7 0,-2 0 0 0,0 1 0 16,-4 1-6-16,0 1 3 0,-3 1-1 0,1 3 2 16,-1 2-2-16,-8-2-3 0,2 17 3 0,-4 3-3 15,-1 5 5-15,-1 1 2 0,-3 7-1 0,-2-3 1 0,1 4-3 16,-1-5 4-16,2 1 4 0,20 2 0 0,-13-6-4 16,-3-3 6-16,-5-5-7 0,-1-3 7 0,0-3-7 15,-2 1 6-15,0-4-5 0,0 2 4 0,2-1-5 16,0-3 4-16,0-1-1 0,-1 2 3 0,1-1 0 0,0-1-2 15,0 0 8-15,-2-1-7 0,2 3 3 0,0-2-2 16,1 1-2-16,1-3 2 0,0-2 0 0,-2-2-2 16,0 0 1-16,-1-1-1 0,1-3 2 0,2 2 2 15,-2-1 1-15,0-3-1 0,-1 1-6 0,-1-2-52 16,2 1-18-16,-2 1-18 0,0 3-121 0</inkml:trace>
  <inkml:trace contextRef="#ctx0" brushRef="#br0" timeOffset="16692.84">17559 7632 701 0,'-2'-2'187'0,"1"1"-250"16,1-1 233-16,-13-17-127 0,9 2 7 0,0 12-22 15,0-1-7-15,3 3-2 0,-3-1-23 0,2 0 1 16,0 2-3-16,0 0 5 0,2 1 11 0,2-1 8 16,2 0-1-16,31-4 1 0,8 3-9 0,3 1 10 15,1-2-3-15,3 2 5 0,4-2-17 0,3-1 5 0,6-1-4 16,14-1 5-16,-11-1 3 0,5 3-8 0,-4-1 5 16,-21 3-6-16,2-1-4 0,-9 2-5 0,-9 0-5 15,-4 2 0-15,-5 0-11 0,-5 0-28 0,-3 0-4 0,-5 0-10 16,-5 0-22-16,-1 0-6 0,2 0-4 0,0 0-1 15,-2 0-15-15</inkml:trace>
  <inkml:trace contextRef="#ctx0" brushRef="#br0" timeOffset="16841.9">17641 7872 632 0,'-2'0'56'0,"0"0"-9"15,0 0 42-15,1 0-1 0,-1 0-11 0,2 0-56 16,0 0 11-16,2 0-6 0,-1-2 9 0,3 0-6 0,24-7-8 15,15-2-4-15,5-2 0 0,6 2-11 0,7-1-4 16,4-2 5-16,13 1-7 0,2 0-15 0,7 0-99 16,-1 1-24-16,-10 3-42 0,0 0-249 0</inkml:trace>
  <inkml:trace contextRef="#ctx0" brushRef="#br0" timeOffset="17333.74">20628 7200 226 0,'0'0'29'0,"0"0"-2"0,-1 0 4 15,-1 0 4-15,0 0-12 0,0 0-3 0,0 0 10 16,0 0-6-16,0 0 9 0,2 0 1 0,0 2 13 0,2-1-7 16,0 1 10-16,11 0 7 0,17 2 1 0,5-4 6 15,0-2-6-15,6 0-5 0,4-3 2 0,1-3 2 16,3-1-1-16,3-2-8 0,9 1-17 0,9 1-9 16,-1 2 0-16,2-3-13 0,-3-1-3 0,-6 0 0 0,-1 0-2 15,-5 0-7-15,-10 3 8 0,-7 3 0 0,-7-1 3 16,-6 3-2-16,-8 1-16 0,-1 0-1 0,-4 2-10 15,-6 0-38-15,-5 0-58 0,2 0-11 0,0 0-14 16,-3 0-44-16</inkml:trace>
  <inkml:trace contextRef="#ctx0" brushRef="#br0" timeOffset="17483.14">20836 7304 131 0,'0'0'33'0,"-1"0"-2"15,-1 2 30-15,0-1-2 0,0 1-1 0,0 0-3 16,2 0 10-16,0 2-3 0,0-1 5 0,2 1-7 0,0 0-21 15,5 0 7-15,25 9-11 0,1-4 3 0,4-6-1 16,10-1-7-16,7-2 2 0,3-3-20 0,10-3-6 16,-4 1 4-16,2-3-6 0,0 1-5 0,-9-1-50 15,-2 1-14-15,-4-1-18 0,-4 1-114 0</inkml:trace>
  <inkml:trace contextRef="#ctx0" brushRef="#br0" timeOffset="21746.28">21861 5646 87 0,'0'-2'23'0,"0"0"19"0,0 0 24 0,0-2 4 16,0-3-11-16,0-10-14 0,0 0-3 0,0 1-2 16,-3-8 1-16,1 7 16 0,-2-2 0 0,0-5 4 15,2 4-19-15,1-1 2 0,-1 3-8 0,0 5 7 16,0 2-14-16,0 0 0 0,2 3-6 0,0 6 2 16,0-1-21-16,0-1-4 0,0 2-2 0,0 0-1 15,0 0-3-15,0 0 14 0,0 2-1 0,0 2 6 0,0 2-7 16,0 15 7-16,0 8-4 0,0 5 5 0,0-2-10 15,0-1 2-15,0 1-4 0,0-2 3 0,0-2-3 0,0-2 3 16,0 0 2-16,0-3 0 0,0-1 5 0,0 2-7 16,0-3-1-16,0 3-3 0,0-5-6 0,-2-2 10 15,0-2-2-15,2-6 7 0,-1 2 0 0,-1-1-1 16,2-4 6-16,-2-1-5 0,0 1 8 0,0 0-4 16,-2-2-1-16,1-1 0 0,-8 1-9 0,1-2 6 15,3-2-4-15,1-1 6 0,1-8-2 0,-1-15 0 16,3-2 1-16,1 0-1 0,-17-2 2 0,10 4-7 15,3-5-1-15,4 1-2 0,2-4 0 0,6-8-2 0,0 1 0 16,3-9-1-16,0 3-3 0,2 3 3 0,2-3 3 16,0 10 0-16,2 2 6 0,2 5-2 0,-15 4 0 15,20 6 0-15,-2 1-5 0,6 8-2 0,4 2 0 16,-4 1-1-16,6 5 7 0,-1 1-9 0,-5-15 0 0,6 6-3 16,-4 7 3-16,-6 4-4 0,0 6 4 0,-1 3-5 15,-7 0 13-15,-1 6 0 0,-3 21-1 0,12 3 1 16,-9 3 5-16,-9-1-9 0,-6-4 7 0,-6-3-7 15,-6-1 13-15,-5 2-10 0,13-1 4 0,-21-3-6 16,-5-5 7-16,0-2-6 0,-1-5 3 0,1-4-4 16,1 2 5-16,3-4-3 0,2-2 4 0,4 0-4 15,7-4 8-15,4-1-9 0,0-2 0 0,5-1-2 0,0 1-2 16,5-2 5-16,-1 0-1 0,2 0 2 0,0-1-13 0,-2 3 9 16,2-2-6-16,-2 2 7 0,0-1-6 0,0 3 7 15,2 0 0-15,0-1 3 0,2 3-1 0,0-5-3 16,9 3 0-16,15-2-1 0,4 1 4 0,-2-1-5 15,1 0 5-15,-8-1-5 0,5 1 9 0,0-2-4 16,-4 2 2-16,2 12-3 0,-3-6-6 0,-1-3-23 16,-3-3 1-16,0-1-10 0,5-1-26 0,-5-2-25 15,3 0-4-15,0-2-3 0,-1-1 8 0,0-3 0 16,1-1-16-16,-1-1 0 0,1 1-107 0</inkml:trace>
  <inkml:trace contextRef="#ctx0" brushRef="#br0" timeOffset="22094.02">22546 5625 130 0,'0'0'40'0,"0"-2"50"16,0 0-29-16,0 1-15 0,0-1 3 0,0 0-6 16,0 0 10-16,0 0-1 0,0-2 2 0,2 1-2 15,0-1 7-15,-2 2 2 0,4-7-3 0,-2 3 2 16,0 3-4-16,3-5-6 0,-5 6-3 0,8 0-3 16,1-1-19-16,2-5-15 0,-4 5 0 0,1 1-3 15,-3 2 5-15,-1 0-5 0,0 0 10 0,0 2-8 0,-3 1 14 16,3 10-7-16,-2 11-4 0,-4 1 0 0,-3-5-8 15,-5 4 6-15,1-3-3 0,0-1 4 0,-2 0-5 16,1 1 0-16,1-3 1 0,2-3-1 0,1 2 2 0,2-6-5 16,1 0 3-16,1-3-4 0,0-1 2 0,2 1-3 15,0-3 4-15,0 3-4 0,0-1 7 0,0-3 3 16,4 1-1-16,5 3 3 0,19 7 1 0,9-2-6 16,2-6 3-16,-4-5-4 0,-1-2 9 0,1 0-6 15,4-2-1-15,2-2-1 0,3 1 3 0,-5-1-4 16,-5-2 2-16,-6 3-3 0,-4-1 0 0,-6 0 1 15,-1 0-12-15,-2 1 1 0,-4-1-56 0,-4 2-59 0,-3 0-3 16,-2 2-41-16,2-3-247 0</inkml:trace>
  <inkml:trace contextRef="#ctx0" brushRef="#br0" timeOffset="23085.9">20994 4303 121 0,'0'0'27'0,"0"0"-1"0,-2 0 17 0,1 0 1 0,-1 0-4 16,-2 0-10-16,-15 2 1 0,1 2-1 0,-3-1 2 16,1 3-5-16,3 0 2 0,-1 1-3 0,3-1 2 15,-2 1-7-15,6-1-2 0,-2 1-4 0,4-1 2 16,3-3-11-16,-1 3 7 0,3-4 6 0,4 0 2 16,-7 7 26-16,3-4-1 0,0 5 0 0,4-3 0 0,0 1-1 15,0-7-20-15,2 3 9 0,2 0-12 16,16 7 6-16,8-2-13 0,4-3 1 0,5-2-4 0,2-4 6 15,7-2-7-15,4-2 5 0,4-2-6 0,11-1-8 0,7-2 15 16,5-2-14-16,2-1 13 0,-2 3-9 0,-3-2-4 16,4 2 4-16,5 1-5 0,8 1 6 0,8-2-3 15,7-1-3-15,3 3 1 0,-1-1-2 0,-4 3 3 16,-2 1 1-16,6 0-1 0,5 3-7 0,8 1 1 16,1 0 1-16,-9 0 0 0,-5-2 2 0,-8 2 0 15,6-2 5-15,0 0-3 0,2 0 1 0,-1-2 0 16,-6-1-4-16,-9-1 4 0,-4 1 3 0,-3 1-3 15,-5 0 10-15,4-3-6 0,-3 1 10 0,1 1-8 0,-8-1-5 16,-13 1 3-16,-1-1 0 0,-10 0 5 0,-4 1-2 16,-8-1 2-16,-5 3-6 0,-7-1 3 0,-2 0-3 15,-5 0 5-15,-1 1-2 0,-7 1 6 0,1-2 0 16,-5 2 1-16,-1 0-7 0,-1 1 12 0,1-1-6 0,-4 2 8 16,1-2-7-16,1 0 0 0,0 0-2 0,-1 0 1 15,1 0-14-15,0 1-1 0,0-1 0 0,-1 0 1 16,1 0 3-16,-2 0-3 0,0 0 4 0,0 1-4 15,-1-1 5-15,1 0-3 0,0 0 1 0,0 0 0 16,0 0 2-16,0 0 5 0,0 1 0 0,-1-1-1 16,1 0-7-16,-2 0-9 0,0 0 3 0,0 2-5 0,0 0 0 15,-2 0 5-15,1 0-7 0,-1 0 6 0,-2 0 2 16,2 0 1-16,-13 8-2 0,-1-1 2 0,1 2-4 0,2 0 4 16,-2-5 0-16,0 15 0 0,2-1-6 0,2 3 3 15,0-3 1-15,3-1 0 0,-1 2 5 0,3-5-2 16,3 1 0-16,1 4-1 0,-11-1 0 0,4 1 0 15,5-6 3-15,2 0-2 0,2 0 6 0,0-2-6 16,2 0 2-16,2 0-2 0,-1-1 4 0,-1-7 2 16,6 3-6-16,14 9 3 0,-2-4-1 0,4-2-3 15,-1-3 10-15,-1-2-8 0,2-4 1 0,-2-4 4 16,4-4-6-16,-3 1 6 0,-7 0-8 0,-1-3 10 0,2-1-1 16,-6 7 6-16,2-10 7 0,-2-1 13 0,-9-4 0 15,0 4 5-15,11-3 6 0,-6 1-15 0,-5 0 0 16,-2 1-6-16,-2 1-16 0,-1 2 0 0,-3 0-3 15,-1 3 1-15,-6 1-14 0,-11 5 8 0,-2 3-8 0,-2-18 7 16,-4 8-20-16,-3 5-52 0,-4 6-4 0,-6 6-23 16,-3 5-80-16,-11 8-383 0</inkml:trace>
  <inkml:trace contextRef="#ctx0" brushRef="#br0" timeOffset="28228.1">7641 4634 32 0,'0'0'0'0,"0"0"10"15,0-2 5-15,0 0 10 0,0 0 1 0,0 0-14 16,0 0-4-16,0 1-2 0,0-3-4 0,0 0 7 15,0 0-2-15,0-1-1 0,0-4-5 0,0-4 3 16,0 1 0-16,0 5 13 0,2-4-3 0,-1 3 4 0,1 1-14 16,0-2 3-16,0 1-1 0,0 1 0 0,0 1-2 15,-2 4-4-15,0-1 3 0,2-3-3 0,-1 2 18 16,1-3-10-16,0 3 4 0,0 1-5 0,0-1 5 16,0 0-5-16,0 0 1 0,-2 1-3 0,0-1 1 0,0 2 6 15,0 0-3-15,0 0 2 0,0 1-14 0,0-1 12 16,0 0-9-16,1-2 11 0,1 0-6 0,0 1 0 15,0-1 5-15,0 0-5 0,0 1 2 0,0-1 5 16,-1 0-5-16,1 0 4 0,0 1-3 0,0-1 7 16,0 0 3-16,0 1-1 0,0 1 8 0,-2-2-2 15,0 0 4-15,0 1-3 0,0-1 0 0,0 0 4 0,0 0-6 16,0 1 6-16,0-1-12 0,0 0-4 0,0 1-1 16,0-1 1-16,0 0 3 0,0 0 0 0,0 3-2 15,0-1 0-15,0 0 2 0,0 0-10 0,0 0 7 16,0 0-8-16,0 0 6 0,0 1 1 0,0-1-4 15,0 0 3-15,0 0-5 0,0 0 1 0,0 0 0 0,0 0-1 16,0 1-11-16,0 1 2 0,0 0 0 0,0 0 4 16,0 1 7-16,0 1-4 0,0 2 0 0,0 5-3 15,0 14-9-15,0 3 10 0,1 3-1 0,1 3 5 16,0 1-3-16,0 1-5 0,0-3 0 0,0 6-2 16,0-5 3-16,-1 0 7 0,1-3-2 0,0-5 3 0,2-1-9 15,0-1 0-15,-1-2 0 0,3 1 1 0,-1 1 6 16,1 2-2-16,1 0 3 0,-1-1-3 0,3 4 2 0,-1-1-1 15,1 6-5-15,-2 0 2 0,1 5-3 0,-1-2 0 16,-1 8 8-16,-1 3-5 0,-1 6 7 0,-2 2-7 16,0 0 0-16,0-2-3 0,0-9 4 0,-1 5 0 15,3-7 2-15,0-4 0 0,1-2 3 0,1-3-7 16,1-3 1-16,1 1-3 0,1 0 9 0,2 1-6 16,0 1 3-16,2-1-5 0,-2 1 2 0,2 1 7 15,-1-1-7-15,-1 3 4 0,2 6 0 0,-2 0-7 16,0 7 8-16,-4-5-8 0,1 1 6 0,-3 1-6 15,-1-4 4-15,0 2-3 0,-2-4 6 0,0-2-5 0,-1-6 1 16,-1-1 0-16,0 2 7 0,0-5-7 0,0 3-1 16,2 0-2-16,2 1 2 0,-2 1 5 0,2 1-5 15,-3 3 4-15,1-1 0 0,0 2-2 0,2 2 1 16,0 2-2-16,-1 2 0 0,1-3 0 0,0 1 5 0,-2 2-4 16,1-2 1-16,1-2-5 0,0 2 0 0,1-8-1 15,-1 1 11-15,0 1-8 0,-2-5 3 0,-1 1-6 16,1-1 4-16,0-2 1 0,2 5-1 0,0-1 2 15,3 5 2-15,2 4-4 0,-1-1 1 0,3 9-1 16,-2 3 0-16,-1 0 0 0,3 5 1 0,-4-3 1 16,1-2-2-16,1-2 3 0,0-5-2 0,2-4 3 0,0-2 2 15,-1-6-7-15,-3-7 4 0,2 2-4 0,1-4 11 16,-1 2-10-16,2 2 2 0,-2 0-3 0,-1 0 10 16,-1 1-9-16,3 3 6 0,1 1-7 0,-2 1 1 0,0 1 5 15,-1-2-6-15,-3-1 5 0,1 1-6 0,-2-1 6 16,1 0-2-16,-1-5 4 0,0-1 4 0,-1-5-7 15,1-3 6-15,2-1-6 0,-3-4 16 0,1-2-7 16,-2-5 2-16,0-3-3 0,0 1 9 0,-1 0-10 16,1 0 8-16,0-3-12 0,0 1-10 0,0 0-72 15,0-2-32-15,0 0-25 0,-1-2-225 0</inkml:trace>
  <inkml:trace contextRef="#ctx0" brushRef="#br0" timeOffset="28846.29">7628 4324 92 0,'0'0'60'16,"0"0"-9"-16,0 0 19 0,0 0 7 0,0 0-23 15,-2 0-9-15,0-2-7 0,0 0 2 0,0 0-6 16,0 2-18-16,2 0 2 0,0 0-8 0,0 0 6 15,0-2 1-15,0 0-4 0,2 0 5 0,0 1-5 16,0-1 5-16,2 0-3 0,-2 2 5 0,14-9-4 0,8-3 8 16,2 1-6-16,4 0 5 0,4-2-4 0,3 0 9 15,7-2-15-15,3 2 4 0,16 0-6 0,0 0 13 16,13-1-1-16,6 1 1 0,-8 1 0 0,4-1-2 0,-11 2-11 16,-2 2 3-16,-8 2-4 0,-1-1-3 0,-8 4 0 15,-1 1-2-15,-5 1 0 0,-6 2-5 0,5 0 4 16,-6 0-5-16,-7 0 4 0,1 0 0 0,-12 0 2 15,-6 0-1-15,2 0-2 0,-2 0-21 0,-7 0-26 16,0 0 0-16,0 0-14 0,-3 0-57 0,1 0-62 16,-2 0-37-16</inkml:trace>
  <inkml:trace contextRef="#ctx0" brushRef="#br0" timeOffset="29151.04">8913 3908 316 0,'0'-2'54'16,"0"0"-7"-16,0-2 40 0,0-5 7 0,0-2-14 16,-2-4-23-16,2 4-20 0,0 0-8 0,0 3-1 15,0 1-7-15,0 5-10 0,0-2-1 0,0 1-5 16,0-1-6-16,0 0-2 0,2 2 3 0,-1 0-4 0,1 1 4 16,2-1 4-16,13 0 3 0,-8 2 0 0,13 0 5 15,4 4 0-15,-2-1-2 0,12 3 1 0,-7-1-1 16,-1 1 8-16,4 0-3 0,-6-3 3 0,3 5-12 0,-1-1-6 15,0 2 2-15,-2 1-2 0,-4-1 6 16,-1 0-7-16,-3 1 6 0,-1-1-7 0,-2 0 3 0,-6-1 1 16,1-1-1-16,-7-5 3 0,-1 3 1 0,4 3 17 15,-1 1-13-15,1 0 13 0,-4 1-6 0,-2 1-2 16,-2 0 4-16,-2 0-4 0,-3 2-2 0,-6 0-8 16,-15 0 1-16,-4 0-5 0,1 2-7 0,-5 4-33 15,-4 1-10-15,-5 0-15 0,-1 3-99 0</inkml:trace>
  <inkml:trace contextRef="#ctx0" brushRef="#br0" timeOffset="29840.93">8350 9016 586 0,'0'0'27'0,"0"-2"39"15,0 0-18-15,0 0-23 0,0 0 5 0,0 0-12 16,2 0 2-16,0 1-6 0,0-1 4 0,1 0-6 0,16-4 3 16,5 1 5-16,4-1-2 0,3 2 4 0,3-1 6 15,1-1 4-15,6 1 0 0,2-3 1 0,7-1 8 16,2 0-7-16,9-2 4 0,2-2-5 0,2 0-1 0,11-2-16 16,-13 0 2-16,1 0-7 0,-11-2-1 0,-6 4-1 15,-3 0-6-15,-1 2 2 0,-4 4-4 0,-9-3-6 16,-1 3 6-16,-8 0-7 0,-3-1-5 0,-3 3-19 15,-2 1-6-15,-2 0-6 0,-5 2-50 0,-4 2-83 16,2-2-32-16</inkml:trace>
  <inkml:trace contextRef="#ctx0" brushRef="#br0" timeOffset="30106.06">9247 8551 600 0,'0'0'42'0,"0"0"-4"0,0 0 10 0,0-1 4 0,2-1-16 16,-1 0-1-16,3 0-13 0,9-2 0 0,9-1-6 16,3-1-10-16,2 2 11 0,5 4 1 0,-2 2 2 15,1 2 2-15,5 5 0 0,-5 1-5 0,1 1 4 16,3 4 3-16,2-1-5 0,2 1 6 0,6 2-5 16,-8-2 6-16,0 0-6 0,-6-2-4 0,-12-4 0 15,3 2-5-15,-5-2 5 0,0 2-3 0,-2-7 3 0,-4 11-12 16,-8 0 7-16,7-4 1 0,-3 2 2 0,-3-2-4 0,-2 4-4 15,-6 0-5-15,-5 0 2 0,-17 1-6 16,-23 1-14-16,3 0-6 0,-2 1-4 0,-4-1-36 16,4 2-64-16,-3-3-21 0,5 3-24 0,3 0-138 0</inkml:trace>
  <inkml:trace contextRef="#ctx0" brushRef="#br0" timeOffset="30808.1">7993 9732 757 0,'0'-2'16'0,"-3"-11"19"15,-5-11-9-15,3 6-14 0,1 1 3 0,2 4-7 16,0 2-6-16,2 3 8 0,0 1-7 0,0 3 9 15,0 1-6-15,0-1 5 0,0 0 5 0,0 2-1 16,0 0 3-16,0 1 21 0,0 1-11 0,0 1 15 16,0 1-8-16,2 8-7 0,0 12 4 0,0 6-7 0,0 0-4 15,-2-2 0-15,0 3-5 0,0 1 4 0,0 3-6 16,3 3-10-16,3-1 4 0,0 2-6 0,1-2 6 0,0-1-6 16,3-1 4-16,1 2-4 0,-2-3 9 0,0-4-23 15,-1-4-1-15,-1-2-10 0,-1-1-23 0,-2-3-20 16,-3-3-3-16,1-6-5 0,0 1 4 0,-2-8 33 15,0 1-8-15,0-1 15 0,0 0-18 0,0-2 18 16,0-2 0-16,-2-2 8 0,-3-18 21 0,-1-4-7 16,1-4 8-16,-1-1-9 0,-1-1 4 0,-3-3 15 15,3 2-7-15,1-3 10 0,3 1-14 0,-1-2 4 16,4 0 0-16,0 2 3 0,2-1 7 0,0-1 3 0,1-4 5 16,3 2-2-16,1-2 7 0,3 4 14 0,1 0-4 15,2 0 6-15,-2 4-14 0,4 1 5 0,1 0-4 16,-1 8 5-16,-5 4-1 0,16 1-10 0,5 4 3 0,-1 6-8 15,0 0-17-15,-3 5 6 0,-1-13-4 0,0 6 5 16,-5 8-5-16,1 3 1 0,-3 3 3 0,-6 3 0 16,2 1 9-16,-8 25-10 0,2 3 1 0,-3-3-3 15,14 1 0-15,-5 6-1 0,-8-5 1 0,-5 6-2 16,-2-6-6-16,-3-8 10 0,-5 4-6 0,1-8 8 16,-4 0-2-16,0-3 3 0,7-3 1 0,-18 1-1 0,-8-4-3 15,4 0 3-15,-4 0-5 0,4-4 5 0,2 1-3 16,0-5-3-16,5 1 9 0,-3-4-7 0,13 0 14 15,-12-1-14-15,3 12 6 0,5-5-8 0,-6-1 14 0,15-7-7 16,-3 2 2-16,3 0-4 0,1 0-7 0,-1 0-1 16,0 0 4-16,0-1-2 0,3 1 17 0,-1 0-18 15,2 2 5-15,0 0-6 0,0-3 14 0,5 11-6 16,-1-3-1-16,28 2-2 0,-6 0-2 0,1 2-2 16,-1 0 2-16,0-2-1 0,2 2-2 0,-4-2 7 15,2 0-7-15,-5 1 4 0,1-1-12 0,-1-2 0 16,-1 0-6-16,-1 4 0 0,-1-2-31 0,-1-1-37 15,1 1 7-15,-1-4-22 0,2-3-39 0,-1-2-160 0</inkml:trace>
  <inkml:trace contextRef="#ctx0" brushRef="#br0" timeOffset="31046.14">8835 9988 695 0,'-2'0'54'0,"0"-1"88"15,0-1-66-15,0 0-21 0,0 0-4 0,0 0-8 16,1 2-34-16,-1 0 19 0,0 0-7 0,2 2 10 0,0 0-16 16,0 5 8-16,0 16-2 0,0 1 2 0,2 0-15 15,1 4 12-15,3-2-8 0,3 5 7 0,1-1-15 16,-1-4 3-16,0-2-2 0,0 0 1 0,-1-3-2 16,-3-5-3-16,3 5-1 0,-6-14-3 0,1 6-23 0,1-3-15 15,0 1-5-15,-2-6-5 0,0 1-30 0,-1-1-35 16,1-1-11-16,0 0-28 0,0-2-243 0</inkml:trace>
  <inkml:trace contextRef="#ctx0" brushRef="#br0" timeOffset="31215.48">8983 9768 1198 0,'-2'-2'15'16,"0"-2"16"-16,1 0-24 0,-1 1-16 0,0-1-7 0,0 0-3 15,0 2-29-15,0 0-53 0,0 1-2 0,1 1-17 16,-1 0-24-16</inkml:trace>
  <inkml:trace contextRef="#ctx0" brushRef="#br0" timeOffset="31511.99">9067 9864 148 0,'0'0'27'15,"2"0"-2"-15,-1 2 27 0,3 0-10 0,-2-2 5 0,11 9-17 16,-2-5 7-16,-3 18-3 0,1 6 4 0,-4 3-7 15,-1 5 3-15,-2 1 0 0,0 0 1 0,0 4 12 0,22 2 3 16,-11-4-2-16,-8 0 0 0,-3-6-8 0,-2-9-7 16,0 0 3-16,0-5-7 0,0-6-11 0,0-2 8 15,0-9 0-15,0 2 6 0,0-1 17 0,0 1 25 16,0 0-17-16,0-2 13 0,0-1-47 0,0-1-10 16,2-1 1-16,0-1-5 0,3-11-5 0,10-19-3 15,0-1 5-15,-2-1-5 0,-2 8 5 0,2-5-4 16,0 1-1-16,-2 0-1 0,2-1 1 0,-3 8-1 15,-1 3 4-15,-2 5-1 0,-1 4 5 0,-2 4 1 0,-2 1-10 16,-2 4 7-16,3-2-7 0,1 1-4 0,0 1 6 16,-2 2-4-16,7-2 10 0,2 2 1 0,0 0 0 15,0 2-1-15,2 3-9 0,-2 3 2 0,2 1-2 16,2-3 2-16,-4 7 8 0,8 5-11 0,-2-1 2 0,-1-4-8 16,9 2-14-16,-7-4-88 0,12 8-25 0</inkml:trace>
  <inkml:trace contextRef="#ctx0" brushRef="#br0" timeOffset="32306.51">21592 8347 218 0,'0'-2'9'0,"0"0"18"15,-2-1-23-15,2-1-5 0,-2-3 1 0,1-1-3 16,1 3-12-16,0-3-6 0,0 1 3 0,0 1 0 16,-2-3 25-16,0-2 16 0,0 1 4 0,-2-3 6 15,1 2 36-15,1 0-8 0,0-2 7 0,0 0-9 16,-2-2-10-16,2 4-8 0,1-6-7 0,-1 1 2 0,2 5-7 16,0-4-7-16,0 9-3 0,0 2-1 0,0 1-7 15,0-1-8-15,0 0 4 0,2 1-6 0,-1 1 12 16,1 0 14-16,0 0 4 0,0 2 4 0,0 0 20 15,-2 2-19-15,0 3 6 0,0 29-12 0,-2 3 1 0,-2 6-12 16,-1 3 0-16,-1 4-3 0,2 2-4 0,1 2-6 16,-1 6 0-16,2-1 0 0,0-3 6 0,0-3-1 15,2-4-3-15,0-8 0 0,0-2-8 0,0-6 7 16,0-7-1-16,0-4 2 0,0-1-8 0,0-5 3 16,0-3-3-16,2-1 1 0,0-3-6 0,-2-4-18 15,2 1-3-15,0 0-9 0,-2-5-46 0,0 1-82 16,4 2-45-16</inkml:trace>
  <inkml:trace contextRef="#ctx0" brushRef="#br0" timeOffset="32740.82">21425 8005 955 0,'0'-1'25'16,"0"-1"-3"-16,0-9 10 0,2-10 2 0,2 8-8 15,1 2-14-15,4-4-6 0,-1-1-6 0,18 4 3 16,5 1 3-16,3 9-3 0,3-20 7 0,4 7-5 0,-2 10 6 16,2 5-6-16,-2 3-2 0,0 7-1 0,-2 5-2 15,-2 3 6-15,2-14-2 0,-13 24 4 0,-1-2-12 0,-3-2 9 16,-9-2-1-16,4 2 6 0,-6 0 5 0,6-1-5 16,-4-1 3-16,-5 2-6 0,-6 0-3 0,-8 2 2 15,-5-2-3-15,6-1 3 0,-30-1 3 0,0-2-3 16,0-1 5-16,1-2-4 0,-3-1 12 0,2-1-10 15,2-2 3-15,-2-2-5 0,5 0 9 0,4-3-6 16,4-3 6-16,6-1-5 0,1 2 5 0,4-3-6 16,0 3-2-16,6-2 0 0,-1-1 2 0,4 3-6 15,-1 1 1-15,-3 3-2 0,-1 3 3 0,2 2-3 0,-1 3 0 16,3 3-2-16,3-5-4 0,2 7 1 0,4-1-2 16,1 2 3-16,4-2 1 0,4-1 2 0,-3-3 3 15,21-7 1-15,1 6 8 0,1 0-6 0,-1-2-2 16,1 3-2-16,1-3-1 0,-5-8-1 0,3 3 3 15,3-3-3-15,-1-1-9 0,-1 7-31 0,-1-2-7 0,-6-4-9 16,0 3-19-16,-4-5-8 0,2 3-23 0,-4-5 2 16,-1 10-95-16,1-2 49 0,-1-3-15 0,-2-3 23 15,-1-1-40-15</inkml:trace>
  <inkml:trace contextRef="#ctx0" brushRef="#br0" timeOffset="32933.07">22391 8542 229 0,'0'-2'102'15,"0"0"-30"-15,0 1 105 0,0-1-21 0,0-11-37 0,0 7-34 16,0 2-9-16,0 3-9 0,0-3-52 0,0 0-1 16,0 2 3-16,0 2 1 0,0 0 12 0,0 2 2 15,0 2-11-15,-2 20 7 0,-2 4-9 0,0 2 1 16,2 1-2-16,1 4-1 0,1 1-13 0,0-9 7 16,0 1-2-16,0-7 3 0,0 1-11 0,3 2 5 15,-1-5-4-15,2-3 5 0,0 3-7 0,-1-4-13 16,3 0-10-16,-1 0-2 0,-1-4-43 0,0-2-22 15,0-2-7-15,-3-3-8 0,1 0-47 0</inkml:trace>
  <inkml:trace contextRef="#ctx0" brushRef="#br0" timeOffset="33101.18">22485 8297 1225 0,'0'-2'18'15,"-2"0"-2"-15,2 0 3 0,-11-14-3 0,7 10-5 16,4 4-20-16,-3-1-63 0,-1 1-9 0,0 0-24 16,1 0-90-16</inkml:trace>
  <inkml:trace contextRef="#ctx0" brushRef="#br0" timeOffset="33491.97">22773 8659 383 0,'0'0'61'0,"0"0"3"0,-2 0 22 16,0 2-10-16,0 0-3 0,-1 1 7 0,-5 20-36 15,1-3 7-15,-8 8-17 0,4-6-2 0,0-1-4 16,1 1 2-16,5-2-2 0,-1-1-3 0,-1-2 3 0,3-4-1 16,-1-2 4-16,3-2 2 0,-6 0-15 0,3-1 9 15,1-1-10-15,2-1 11 0,2-4 0 0,0 0-4 16,-2 1 4-16,0 1-3 0,1 0 9 0,-1-2-6 0,2-1 6 15,0 1-13-15,0 0-13 0,2-2 2 0,1 0-5 16,1-2 8-16,5-3-9 0,12-6 1 0,-12-15-4 16,4 0-1-16,6-2 1 0,-12-4 1 0,4-3 0 15,6 0 7-15,-6-3-9 0,6 5 1 0,3 3-4 16,1 3 2-16,-5 6-2 0,-5 4 5 0,-9 4-4 16,6 6 2-16,1 3-4 0,-5 1-6 0,5-5 1 15,-3 4-4-15,1 1 6 0,4 1 1 0,0 4 1 0,-1 3-8 16,1 8 14-16,-4 23-4 0,1 1 7 0,5 2 1 15,-4-6-1-15,6 2-1 0,5-3 0 0,-1-6 2 0,5-6-2 16,2 1 2-16,5-6-2 0,6-1 8 0,2 1 1 16,4-2 0-16,2 0-6 0,9-5-46 0</inkml:trace>
  <inkml:trace contextRef="#ctx0" brushRef="#br0" timeOffset="57796.21">12121 4335 3 0,'0'0'10'0,"-2"0"5"0,0-2 7 16,0 0 2-16,1 0 3 0,-3 0-5 0,0-1-1 15,0 1 3-15,-1-8-6 0,-6-1-7 0,3 0 15 16,-3 2-1-16,-6-2 6 0,8 0 7 0,-8 1-12 16,6 3 5-16,6-1-6 0,-8 1 5 0,3 1-2 15,-6-1-1-15,-3 1 0 0,-1 1-13 0,1 1 1 16,4 2-2-16,-3 0 1 0,1-9-8 0,0 2 0 0,1 2-3 16,1 1 2-16,-2 1-5 0,-3 1 1 0,-3 2 3 15,3 0 0-15,-2 2 7 0,3 0-11 0,0 0 6 16,6 0-6-16,1 0 8 0,4 0-2 0,-1 0-7 15,0 0 3-15,-4 0 0 0,1 0-3 0,-2 0 2 0,-3 2-3 16,4 0 1-16,-4 2 4 0,0-1 0 0,-1 3 0 16,-1-1-3-16,3 1-5 0,-1-1 7 0,6-1-5 15,-8 4 12-15,-1 1-9 0,-4 2-3 0,-4 2-1 16,7-4 1-16,-5 4 8 0,-2 2-3 0,8-4 4 16,-10 6-12-16,6-2 6 0,6-2 1 0,-10-4 2 15,7 10 5-15,1 1-7 0,1 1-1 0,1-8 0 0,3 11 0 16,-2-4 0-16,-1 6 0 0,5 0 0 0,-2-4-4 15,2-1 6-15,0-1-2 0,-4 6 1 0,2-2-4 0,0 8 2 16,-1-6 4-16,3-4-2 0,-2 1 1 16,0-1-2-16,0 0-2 0,0-1 1 0,0 1 4 0,1 0-4 15,-1 0 2-15,-2 2-3 0,4 1 2 0,-2 1 0 16,6 1 0-16,1 7 0 0,-1-1-1 0,0 6 1 16,-2 0 0-16,-2 6 1 0,2 3-4 0,1 6 3 15,-3-2-4-15,-13-2 4 0,10-2 2 0,6-7 3 16,5 2 1-16,-1-8-1 0,4-7-6 0,2-2 1 15,0-4 2-15,0-3 0 0,0 1-2 0,4 1 7 0,2-1-7 16,1 2 7-16,0 3-7 0,1-1-1 0,3 4 1 16,-2-2 0-16,2 1 7 0,1-1-7 0,1 6 7 15,1 1-7-15,-1 3 1 0,0 3 3 0,-1 3-2 0,-1 5 3 16,0-1-3-16,-2 6 1 0,-1-9-3 0,-3 1 4 16,1 3 0-16,-3-12-5 0,1 4-1 0,-2-4-1 15,0-5 4-15,0 2-1 0,-2 1 2 0,0-1-1 16,2 1 4-16,-1 1-7 0,1 1 5 0,0 4-3 15,2 0 6-15,-2 5-10 0,1 3 2 0,1 5-5 16,4 3 6-16,-3-1 1 0,1 0-2 0,-1-7 2 16,1-5 2-16,-1 1 2 0,-1-6-2 0,2-2 3 0,-1-1 2 15,1-1-7-15,-1-1 4 0,3 1-6 0,-1 1 3 16,3 3 2-16,-1 0-1 0,2 2 1 0,4 2-1 16,0 0 9-16,0-2 0 0,3 3 3 0,1-1 1 0,-1-4-12 15,3 2 2-15,-3-9-4 0,-14 2 9 0,20-3 0 16,0-1-3-16,2 2 1 0,2 1 0 0,2-1-7 15,-1-4 5-15,-3-2-6 0,8-2 13 0,-4-1-10 16,-3 3 4-16,5 0-6 0,-6-2 10 0,0 1-4 16,2 1 3-16,-4-2-4 0,-2 0 2 0,-1 1-2 15,1 1-1-15,0-2 0 0,2 4-2 0,1-2-3 16,-1 0 1-16,0 4-1 0,-2-5 7 0,0 1-3 0,-1-4-3 16,1 2 0-16,0 3 2 0,4-1-5 0,-2 0 4 15,-3-7-4-15,1-3 10 0,4-2-7 0,2-1 7 16,0-4-8-16,2 6 10 0,-6 0-6 0,5 0-4 15,5-4 1-15,-3 4-2 0,-3-3 1 0,-7-9 4 0,-1 7-1 16,-1-6 7-16,-3 9-1 0,7 2-3 0,-3-4 1 16,-5-5-5-16,4 0 6 0,-3-4 0 0,1 0 2 15,0 0 1-15,-3-2-7 0,3-2 1 0,-2 0-4 16,2-1-3-16,-1-1 7 0,1-1 2 0,2-4 1 16,-3-1-4-16,3-1 0 0,-2 6-4 0,3-13 3 15,-3-3 3-15,-2-4-5 0,0 4 3 0,-2-6-4 0,0-1 6 16,-2 0-3-16,-2 0 0 0,-3 1-2 0,-1-1-2 15,1 2 5-15,1-3-3 0,-5-1 4 0,4 0-5 16,-1-1-1-16,3 1 5 0,5-1-4 0,-2-2-2 0,0-4 2 16,-4 0 0-16,4-6 2 0,-1-5 6 0,1-4-7 15,2-5-3-15,-6 3-1 0,1-1 5 0,-1 1-4 16,-1 2 6-16,1 0-6 0,-1 4 3 0,1 4 1 16,1 1-3-16,-1 2 1 0,-1 1 0 0,-1-1-3 15,-1-2 1-15,0-3-2 0,7-6 6 0,-6-11-5 16,-1-3 3-16,3-5-5 0,-1 3 4 0,0 5-1 15,3 3 2-15,-5 8 0 0,-1 3 0 0,-1 4 3 16,22 4-2-16,-7 4 3 0,-6 0-8 0,-2-1 2 0,-3-7-1 16,-4-7 3-16,-4-1 4 0,0-5-4 0,0-7 0 15,-3 10 0-15,1-3 4 0,0 5-10 0,-1 10 3 16,-1 2-5-16,-3 1 13 0,-2 3-5 0,1 2-1 16,-1 1-2-16,0-1 3 0,0 2 1 0,-4 0 4 0,0-6-4 15,0-4-9-15,1-5 11 0,-1-6-4 0,0-1 6 16,-2 1-11-16,0 0 6 0,1-1-3 0,1 5 4 15,-2 2-1-15,0 1 0 0,3 9 5 0,-1-1-2 16,0 4 8-16,0 1-11 0,0 3 0 0,0 1-2 16,0-3 8-16,-1-4-5 0,-1 4 5 0,-2-6-5 0,3 0 6 15,-3-5 0-15,1-8-4 0,-1 6 1 0,0-4-4 16,1 3 3-16,-1 8 0 0,1-1 1 0,-3 5-4 16,18 1 1-16,-27 1-2 0,0 3 1 0,-11 5 1 15,2 3-23-15,4 3-5 0,-17 4-9 0,6 6-45 0,-10 4-177 16</inkml:trace>
  <inkml:trace contextRef="#ctx0" brushRef="#br0" timeOffset="59928.97">23815 8187 68 0,'0'0'0'0,"0"0"55"15,0 0 20-15,-2 0 40 0,0 0 12 0,0 0-38 16,0 0-9-16,0 0-37 0,0 0-1 0,1 0-6 15,-1 0-16-15,0 0 2 0,0 0-2 0,0 0 2 16,2 0 7-16,0 0-2 0,0 0-4 0,2 0 1 16,0 2-7-16,2 0 2 0,1-2 4 0,17 4-2 0,3-2 14 15,-1-2-11-15,4 0-2 0,1 0-5 16,1 0-15-16,0 0-2 0,-2 0 1 0,-1 0 0 0,1 0 5 16,2 0-8-16,2 0-1 0,3 0-6 0,-4 0-23 0,-5 0-28 15,-3 2-6-15,-7-1-10 0,-4 1-57 0,-1 0-120 16</inkml:trace>
  <inkml:trace contextRef="#ctx0" brushRef="#br0" timeOffset="60102.81">23649 8557 827 0,'0'-2'25'0,"0"0"2"0,0 0-3 0,0 1-8 16,0-1-5-16,2 0-12 0,2 0 12 0,31-7 0 15,12-1 4-15,1-1-7 0,2 0-6 0,-2 2 3 16,6 0-3-16,-2 1-4 0,4 1-27 0,3 1-12 0,-3 1-7 16,0 1-73-16</inkml:trace>
  <inkml:trace contextRef="#ctx0" brushRef="#br0" timeOffset="60791.37">26108 8096 911 0,'0'0'11'0,"0"0"0"0,0-1-10 16,0-1 3-16,0 0-10 0,0 0-9 0,0 2 15 15,0 0-6-15,0 0 8 0,0 0-4 0,0 0-2 16,0 2 0-16,-2 0 1 0,0 0 11 0,0-2 14 0,-24 14 1 16,-2 3 3-16,-1 0 9 0,-7 0 4 0,-1-1-2 15,-2 1 1-15,-5 3-16 0,-1-1 1 0,-3 3-6 16,-2 1 3-16,1-1-15 0,3 0 9 0,-2 0 0 0,3-1 2 16,-3 1-2-16,3-3 3 0,-1-3-7 0,3-3 5 15,6-1-5-15,2-5 5 0,3-1-1 0,1-1 1 16,5-1-2-16,-2-2-1 0,2-2 4 0,7-2-5 15,-5-2-5-15,9 0 13 0,2 1-4 0,4-1 7 16,7 4-6-16,-5-9-7 0,3-8-1 0,-4-2-2 16,-5 1-5-16,6 1 3 0,3-1-1 0,6-1 2 15,6-1-8-15,1-1 3 0,2 3-5 0,0 1 5 0,-2-2-4 16,21 4-1-16,0 1 5 0,11-1-4 0,-4 2 4 16,-2 2-1-16,0 1-4 0,-5-1 1 0,4 0-4 15,1-2 6-15,2 6-1 0,-2 3 1 0,-3-2-4 0,-4-10 4 16,-2 4-3-16,0 5 3 0,-4 3 0 0,0 4 0 15,1 0 3-15,-7 2-1 0,5 4-3 0,-5-1 0 16,3 5 1-16,-1 1 0 0,1 0 3 0,-2 0-3 16,-2-9 2-16,5 16-2 0,-11-1 5 0,8 2 1 15,-4-1-6-15,2-1 3 0,9 2-2 0,-5-3 0 16,3 1-1-16,-2 0 0 0,-3-2 3 0,5-1-5 16,-1 3 5-16,1-2-6 0,2-4 2 0,-2 0 8 0,-1 0-5 15,1-5 5-15,2 1-1 0,0-3-4 0,1-2 5 16,2 17-5-16,1-8 6 0,2-4-3 0,0-5-3 15,1-2 1-15,1-4 1 0,1-3 2 0,1-4 1 16,3-2-2-16,-8 2-3 0,-3-2 3 0,4-2 3 0,-9 4 0 16,-1-2 6-16,-3 1-5 0,-2 11-1 0,-8-16-1 15,0 0 5-15,3-1-4 0,3-1 0 0,-2 2-3 16,-4 1-1-16,-1 1 11 0,-2-2 1 0,-4 0 4 16,-4 1 2-16,-7-3-8 0,-2 4 0 0,-30-3-2 15,-7-3-1-15,-8 6-11 0,-1 6-5 0,-8 3-5 16,-5-23-43-16,-21 19-126 0</inkml:trace>
  <inkml:trace contextRef="#ctx0" brushRef="#br0" timeOffset="65682.37">18061 10662 98 0,'0'0'0'16,"0"-1"27"-16,0-1 9 0,0 0 14 0,0-2 12 16,0 2-26-16,0-7 0 0,0 5-16 0,0 1-5 0,0-1 3 15,0 2 4-15,-2-2-4 0,0 1 1 0,0-1-2 16,0 2 2-16,0 0-5 0,0 0 1 0,1 0-2 16,-1 1-3-16,0-1-3 0,2 0 6 0,0 0-4 15,0 0 7-15,0 2 5 0,0 0-8 0,0 0 7 16,0 2-12-16,0 0 9 0,0 5-8 0,-2 21 7 15,0 4-9-15,0 3 2 0,2 6 1 0,-2 5-2 0,1 6-11 16,-3 10 5-16,-4-3-3 0,3 6 5 0,-1 0-4 16,-1-9 5-16,3 3-4 0,1-11 4 0,-1-1-5 0,2-8 1 15,0-6 0-15,0-5 1 0,0-2-2 0,2-4 9 16,0 2-3-16,0-3 4 0,0-3-10 0,0-1-1 16,0-2 2-16,0-4-2 0,0 0-3 0,0-3-17 15,0-3-3-15,0-1-6 0,0 0-18 0,0-1-50 16,0 1-28-16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3:15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53 6289 0 0,'-12'-4'1857'0'0,"19"-36"409"0"0,-1 31-5335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48:28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7247 5258 256 0,'0'-2'21'0,"0"0"6"0,0-2 28 0,4-14 4 16,-1-3-15-16,1 4-14 0,-2 3-27 0,2-3 4 15,-1 4-4-15,1 0 0 0,2-2 2 0,-1 2-4 16,1 0 5-16,1 0-5 0,-1 2-2 0,1-2 3 0,-1 2-2 15,-1 1 9-15,1 1 6 0,-2 4-3 16,1-1 5-16,-1 2 13 0,-2 2-3 0,2-1 6 0,-1-1-5 16,-1 0-6-16,0 2 4 0,0 1-2 0,0-1 5 15,0 2-3-15,-2 0-5 0,0 2-4 0,0 1 0 16,-4 20-9-16,-4 8-1 0,-1 4-2 0,0 6 2 16,-2-2 1-16,1 8-3 0,1 5-1 0,2 0-1 15,1 3-6-15,4-3 9 0,-1-7-1 0,1-4 3 0,0-10-10 16,0-5 0-16,0-2-1 0,0-3 2 0,0-1 9 15,1 1-9-15,1-5 7 0,1-1-8 0,1-2 4 16,0 0-14-16,2 0-6 0,0-2-6 0,1 2-40 0,1-3-141 16</inkml:trace>
  <inkml:trace contextRef="#ctx0" brushRef="#br0" timeOffset="1181.84">7308 5181 153 0,'0'-1'32'0,"0"-1"-1"0,0 0 9 15,0 0 3-15,0-2-9 0,0 1 2 0,0-1-10 16,0 0 0-16,0 2-1 0,0-1 7 0,0 1-10 16,0 0 0-16,0 0-4 0,0-2-6 0,0 1-3 15,0-1-4-15,0 2 2 0,0 0 4 0,0 0-5 16,0 0 9-16,0 1-8 0,0 1 6 0,2 0 0 16,0 0-2-16,0 1 1 0,0 1-4 0,0 2 3 15,-2 3 1-15,1 19 2 0,1 6 6 0,-2 3-8 0,0 4-6 16,0 0 1-16,0-2-8 0,-3 4 10 0,-3 0-4 15,-1-2 5-15,-1-2-12 0,1-3 2 0,1-3 3 16,1-1-1-16,-1-4 2 0,2-2-3 0,-1-2 2 16,1-1-1-16,0-1 4 0,1-1 1 0,-1-1-2 15,2 1 2-15,0-4-7 0,2-4 6 0,0 2 1 0,0-4 3 16,-2 2-2-16,0-1-1 0,1 1-1 0,1-2 1 16,0-2-4-16,0 3 2 0,0-1-3 0,0-2 3 15,0-1-7-15,0 0 1 0,0 1 2 0,0-5 2 16,0 5 10-16,0-1-8 0,0-4 0 0,0 3-3 15,0-3-5-15,0 2 8 0,0 0-3 0,0-1 7 16,0 1-7-16,0 0 0 0,0-2 3 0,0-1-1 0,0 1 4 16,0 0 0-16,0 0-3 0,0 0 2 0,0 0-7 15,0 0-1-15,0-1 0 0,0 1-1 0,0 0 2 16,0-2-26-16,0 0 6 0,0 0-13 0,0 0-6 0,0 0-3 16,0 0 0-16,0 0 2 0,1 0 14 0,-1 2 0 15,0 0 7-15,0-2-3 0,0 0 15 0,0 0 11 16,0 0-8-16,0 0 9 0,0 0-4 0,0 0-6 15,0 0 10-15,0 0-9 0,0 0 4 0,0 0 8 16,0 0-10-16,0 0 7 0,0 0-11 0,0-2 3 16,0 0 4-16,0 0-1 0,2 2 8 0,0 0-10 15,-2-2 3-15,2 1-4 0,0-1 6 0,0 0 9 16,-2 0-6-16,0 0 5 0,0 0-7 0,0 0-6 0,0 1 4 16,0-3-4-16,0 0 2 0,0 0 6 0,0 1-6 15,0-3 5-15,0-1-7 0,0-3 5 0,0 3-1 0,0 0 5 16,0 1-2-16,0-1-7 0,0 1 7 0,0-1-6 15,0 3 4-15,0-2-1 0,0 3-2 0,0-1 0 16,0 2-1-16,0 0-8 0,0-2 6 0,0 1-5 16,0-1 3-16,0 2-12 0,0 0 0 0,0 0-3 15,0 1 1-15,0-1 2 0,0 0-2 0,0 2 2 16,0 0 4-16,0 0 8 0,0 0-2 0,0 0 3 16,0 0-15-16,0 0 15 0,0 0-14 0,0 0 8 0,0 0-66 15</inkml:trace>
  <inkml:trace contextRef="#ctx0" brushRef="#br0" timeOffset="1786.11">7230 6444 8 0,'0'0'0'0,"0"0"4"0,0 0 7 0,0-2-6 0,2 0 11 15,0 0-8-15,0 1 27 0,0-3 24 0,-2 0-5 16,2-5 10-16,-1 0-8 0,1-4-3 0,0-8-3 16,-2 8-1-16,0 0-5 0,0-4-5 0,0 6 1 15,-4-5-5-15,1 4-7 0,1 7 2 0,0-1-7 0,-2-1 5 16,2 3-8-16,-1 2-5 0,-12-9 3 0,-2 4-4 16,-1 1-3-16,-3 4 3 0,-1 4 1 0,-4 4-1 15,2 5-4-15,-2 4 3 0,0 1-1 0,-2-6 3 16,0 12 5-16,2 0-11 0,-2 4 5 0,0-2-7 15,-5 2 5-15,0 4-6 0,3-4-6 0,4 6 1 16,2 1-5-16,3 2 6 0,-5 3 3 0,10-1 1 0,-1 2 0 16,4 1-9-16,9 9 1 0,-3-1-5 0,-4 4 7 15,-15-2 4-15,11-2-4 0,9 1 4 0,6-5-3 0,4-7-4 16,5 2 3-16,2-5-2 0,0-4 5 0,6-1 1 16,-13-1 2-16,24-4-2 0,5 0 0 0,1 2 1 15,-3-3 2-15,4 1-1 0,-3-2 4 0,1-2 4 16,3-1-3-16,1-4 4 0,2 0 2 0,2-2-1 15,1-4 5-15,3 0-4 0,1-3-2 0,3-2-1 16,4-1-9-16,-4 21 6 0,1-9-3 0,-2-9-5 16,-9-6 7-16,4-4-6 0,-10-1 11 0,-1-5-1 15,-2 1 4-15,-6-2-3 0,0-2 5 0,-2-2-5 16,-7 9 4-16,-2-16-3 0,0-2 8 0,-4-2-5 0,1 0-4 16,-5-4 1-16,-1 3-5 0,-2-9-1 0,16 5 4 15,-7-10-4-15,-7 0-2 0,-4-2 0 0,-7-11-3 0,-4 6 2 16,-4-6-3-16,-2 0-3 0,-3 6 1 0,1 4 0 15,-3-1 10-15,14 6-13 0,-27 2 1 0,-10 4-4 16,6 3 4-16,0 4-1 0,10 4 2 0,-3 3-1 16,-7 2-1-16,6 6-4 0,-6 2-4 0,9 3 0 15,4-10-11-15,0 4-4 0,2 7-1 0,0 5-3 16,0 4-9-16,5 1-26 0,1 4-7 0,1-7-13 0,2 24-92 16,4 2-35-16,5 2 3 0</inkml:trace>
  <inkml:trace contextRef="#ctx0" brushRef="#br0" timeOffset="2210.46">6892 7280 605 0,'0'-2'13'0,"-1"0"16"0,-1 0 5 0,0 0-14 16,0 0-1-16,0 0-4 0,0 1-6 0,0-1-9 0,1 0 4 15,-1-2-5-15,0 0 1 0,0 1 1 0,2-1 3 16,-2-7-1-16,0-2-1 0,2-4 10 0,2-1-5 16,2-8 7-16,1 3-4 0,3-6 9 0,-1 3 4 15,3-4 0-15,-1 0-2 0,2 2 6 0,-2 0-8 0,-1 8 7 16,1 0-10-16,0 1 3 0,1 2 2 0,-1 4-2 16,-2 4-7-16,-3 7-8 0,9-7-2 0,0 1 1 15,0 5 1-15,-4 1-5 0,1 2 4 0,-1 2-3 16,0 1 4-16,0 5-2 0,3 14-2 0,-3 2 1 15,-2-1-3-15,1-1 0 0,-1-4 0 0,1 1 0 16,-1-2 3-16,0-2 6 0,1-2 8 0,3-6-2 0,-2-3 27 16,4 1 17-16,-3 3-15 0,3-3 12 0,7 3-28 15,-5-8-7-15,9 0 4 0,-6-2-5 0,1-4 1 0,3-3-13 16,-5 0 7-16,-6-1-8 0,2 1 2 0,-5-2 0 16,-1 0-6-16,-1 3 3 0,-3-1-10 0,1-2-1 15,-2 4-6-15,3 3 2 0,-1-2-20 0,-4 4-28 16,0 1 0-16,4-3-11 0,0 0-12 0,-3 2-96 15,1 0 15-15,0 1-41 0,-2 1 13 0</inkml:trace>
  <inkml:trace contextRef="#ctx0" brushRef="#br0" timeOffset="2479.04">7117 7601 428 0,'0'0'18'0,"0"0"-20"0,0 0 26 15,0 0-11-15,0 0 21 0,0 2-9 0,2-1 5 0,-2 3-7 16,2 4 3-16,2 18 1 0,-1 7-4 0,1 2 3 16,-2 2-7-16,-2 2-8 0,-2 0 5 0,-2 0-5 15,1-1 6-15,-1-7-5 0,2-5 5 0,0 0-4 16,0-6 14-16,2 1-2 0,0-4-4 0,0-4 3 16,0-6 10-16,0 0-1 0,0 1 7 0,0-4-7 0,0 1-9 15,0-3-14-15,0 2 2 0,0-1-4 0,0 1 5 16,2 2-16-16,-2-3-4 0,0 1-7 0,0 2-28 15,0-1-33-15,0 3-11 0,0 1-10 0,0-2-62 0</inkml:trace>
  <inkml:trace contextRef="#ctx0" brushRef="#br0" timeOffset="2661.12">6666 8631 613 0,'0'-2'141'0,"0"1"43"0,-2-3-62 0,-5-15-91 16,1 4 6-16,2 4-10 0,2 6-15 0,2-3 1 16,0 6-7-16,2-5-2 0,2-4-9 0,2 3-1 15,5-1-4-15,17 4-3 0,5-1-28 0,0-1 6 0,-1-1-16 16,0 3-11-16,-5 3-28 0,-1-2-5 0,-5-11-12 16,-1 6-67-16,-5 3 8 0</inkml:trace>
  <inkml:trace contextRef="#ctx0" brushRef="#br0" timeOffset="2806.81">7009 8603 150 0,'0'2'29'15,"0"0"-3"-15,0 0 39 0,0 2-9 0,-1 9 8 16,-1 1-16-16,0 1-1 0,2-4 11 0,0-3-5 0,0 1 31 16,0-3-9-16,0-4 0 0,0 1-4 0,2 1-16 15,1 0-10-15,10 3-11 0,10 1 2 0,1-8-21 16,4-4-16-16,1-4-3 0,7-3-10 0,-5-4-31 16,3-3-33-16,-5 10-6 0,-5-23-16 0,8 5-85 0</inkml:trace>
  <inkml:trace contextRef="#ctx0" brushRef="#br0" timeOffset="4055.96">7351 5388 118 0,'-2'0'51'0,"0"-2"-11"15,0 0 50-15,-3-7-8 0,-12-16-12 0,6 5 0 16,2 3-7-16,-1 1 4 0,3 1-16 0,-4-4-7 0,5 6-1 15,1 0-5-15,-1 2-12 0,4 5-11 0,-1-1 4 16,1 1-7-16,0 3 10 0,2-1-14 0,-2-2 2 16,2 3-7-16,0-1 6 0,0 0 2 0,0 1 0 0,4-3 0 15,9 2 1-15,16-1 0 0,9 1 6 0,10 0-4 16,-5-1 2-16,14 1-2 0,-5 0-4 0,0 1 3 16,8 1 1-16,-5-2-4 0,3 2 2 0,-1-26-4 15,3 15-10-15,3 8 6 0,-2 3-1 0,8 2 5 16,0 4 0-16,-1 1-6 0,-1 1 1 0,-11 1-3 15,-6 1 0-15,-7-3 0 0,-1 1 1 0,-1 1 0 16,0 1-1-16,-2-1 5 0,-2-1-2 0,-3 1 1 16,1 0-11-16,-4-1 8 0,5 0-3 0,1 1 6 0,-4-1 0 15,-1-3 5-15,-1-1-2 0,-3-2 2 0,-5 0-2 0,-5-2 3 16,-1 0 2-16,-4-1-2 0,-4-1-1 0,-1 0-3 16,-3 1 3-16,4-3-1 0,-5-11 4 0,7 1-6 15,-1-1 1-15,-7 2-3 0,-1-2 3 0,-2 4 0 16,0-2-2-16,-2 1 2 0,-1 1-5 0,-3 0 3 15,0 1 0-15,-1 1 0 0,1 2-9 0,1 0 7 16,-3-1-3-16,3 3 5 0,3 0-5 0,-4-1-1 16,5 3 1-16,-3-1-1 0,0 2 4 0,0 1-5 0,1 1 2 15,3 0-3-15,-6 0 0 0,2-2-16 0,1 1 4 16,1 1-6-16,0 0 15 0,0 0 3 0,2 0-2 16,0 2 4-16,0 0 1 0,0 2-3 0,0 0 3 15,0 0-1-15,0 1-2 0,2 5 6 0,2 9-6 16,3 3 6-16,-3 0-9 0,1 3 7 0,1-1 2 0,0 2 2 15,3 2 3-15,0 2-10 0,-1-4 4 0,1 0-4 16,0-3 11-16,0 1-7 0,1-2 2 0,-1 1-4 16,-3-6-2-16,-1-2 7 0,1 0-5 0,-4-8 7 15,3 6-2-15,-3-7 3 0,0 0 0 0,0 0 1 16,0-1-1-16,-1 1 2 0,1 0 2 0,0-1-1 16,0-1 7-16,0 0-12 0,0 0 9 0,0-2-11 0,-1 0 6 15,1-2 1-15,2-2-5 0,3-7 4 0,10-18-8 16,-4 4 6-16,-2-2-6 0,0-3 4 0,-1 6-12 15,1-2 6-15,0 0 0 0,2 0 3 0,2-2 2 0,-2 4-2 16,0 1 0-16,-2 5-1 0,0 3-2 0,-9 2-1 16,11 0 0-16,0 4-2 0,-2-1-5 0,-2 5 4 15,2-1 3-15,-3 3 0 0,1-5-2 0,-1 3-4 16,-1 1-2-16,2 0 2 0,-1 2 4 0,-3 2-1 16,1 0-1-16,-2 0 2 0,-1 2-4 0,-1-2 11 15,7 11-7-15,3 10 6 0,-3-1-13 0,-2-1 10 16,-1-1 3-16,-2-3 1 0,-1-2-1 0,1 0 1 0,2 0-5 15,-1-2 3-15,-1-1 1 0,0-5-3 0,1 3 5 16,-5-7-5-16,13 9 5 0,2-1 4 0,2-3-4 16,1-3 4-16,5-3-5 0,1-2-3 0,0-3-2 15,6-3 0-15,-4-1-3 0,5-4 5 0,3 0 2 0,-3 0 1 16,2 0-4-16,3 0 2 0,-7 4-2 0,-4 1 0 16,4-1-4-16,-5 4 3 0,1-1-4 0,1 0 3 15,-2 3-1-15,2 1-1 0,3 2 6 0,-1 0-3 16,0 0 2-16,-2 0 3 0,4 2-2 0,-2-2 3 15,5 2-3-15,-1-2-1 0,-1 0 1 0,5 0-1 16,1 0 2-16,-2-2 0 0,-4 0-4 0,-5 0 2 16,0 0-1-16,0 0 1 0,0 0 3 0,0 1-3 0,-9-1 1 15,-4 2 0-15,-5 0-1 0,-1 0 0 0,0 0-4 16,-3 0-15-16,0 0-1 0,0 0-8 0,-3 0-38 0,1 0-86 16,-2 0-25-16,-2 2-26 0,1-2-138 0</inkml:trace>
  <inkml:trace contextRef="#ctx0" brushRef="#br0" timeOffset="4963.96">9310 5621 499 0,'0'-1'5'0,"0"-1"-2"0,0 0 15 0,0-2 1 0,0 0 0 16,0 1-15-16,0-1 1 0,0 0-7 0,0 1 3 16,0-1-12-16,2 2-1 0,0 0 7 0,-1 0-5 15,1 0 8-15,0 2 20 0,-2 0-1 0,0 2 11 16,0 0 14-16,0 2 3 0,0 5-4 0,0 13 0 16,-2 3-15-16,-3 2-2 0,-3 3-1 0,-1 2 0 0,-2 1-5 15,0 2-12-15,1 3 4 0,1-1-7 0,2 0 6 16,1 0 1-16,4-4-4 0,0-3 1 0,1 2-5 15,1-8 5-15,0 0 4 0,0-9-1 0,0 0 4 0,1-4-2 16,1-2-4-16,0 2 4 0,-2-9 5 0,0 2 2 16,2-1 4-16,0 1-3 0,0-2-1 0,0 0-2 15,-1-2-5-15,1 0 3 0,0-2-15 0,0-2 9 16,4-16-7-16,-3-10 6 0,-1-1-7 0,-2 3-1 16,-2-2 6-16,-1 0-6 0,-1 3-2 0,0 1 8 15,0 1-6-15,1-1 7 0,-1 2-7 0,2-2-1 16,2 2 1-16,0 0-5 0,0 2-7 0,2 1 2 0,2-1 0 15,1 3 0-15,3-1-4 0,-1 1 1 0,2 3-2 16,3-1 3-16,-3 6 11 0,13 0 3 0,0-2 3 16,4 2-2-16,0-1 2 0,4 9-4 0,2-16 0 15,-1 8-1-15,3 5 4 0,-3 6-2 0,3 6-1 0,-8 1-1 16,2 5-2-16,-8-3-1 0,-3 0 5 0,-2 2-2 16,-8-7 4-16,-5 15 3 0,11-1-2 0,-2 3 3 15,-7-3-1-15,-4 4-3 0,-4-1 2 0,-7 1-4 16,0 0 3-16,7-1 5 0,-24-3-7 0,6 1 7 15,-4-4-8-15,0 0 6 0,4 0 0 0,-6-4 0 16,7 4-5-16,3-6-1 0,1 0 1 0,2 2-1 16,2-5-2-16,2-2 2 0,2 1 0 0,3-1 2 0,1 0 5 15,3-4-11-15,0 0 3 0,-2 3-6 0,0 1-4 16,1 0 4-16,1-2 5 0,0-1 0 0,0 1 6 0,2 0-5 16,0 0-8-16,2 0 4 0,2-2-7 0,20 0-11 15,4-2 9-15,3-2-9 0,3-1 11 0,5-3-8 16,3-1 3-16,7-2-3 0,-5 0 13 0,-3 0-5 15,0-2 5-15,0-2-4 0,5-2 5 0,-3 2 4 16,-2 0-5-16,-10 2 5 0,1 0-14 0,-6 2 1 16,-4 2-2-16,-5 1 3 0,-2 1-3 0,-6 1 17 15,0 1-5-15,-7 5 9 0,0 0-6 0,2-4 13 16,-1 0-3-16,1 3 5 0,-2-1-1 0,0 0-5 0,-2 0 1 16,-2 0-4-16,0 0-8 0,-2 2 12 0,-9 0-3 15,-11 4 6-15,8 2-11 0,-1 1 0 0,2 2-3 16,6-7 1-16,-1 15 0 0,3 1-6 0,5 1 1 0,0 0-3 15,-13 1 10-15,8-1-5 0,3 1 3 0,4-1-3 16,6 3 11-16,1-4 3 0,8 5 4 0,-7-3-2 16,18 2 0-16,3 1 2 0,1-1-3 0,0 2 3 15,-1-2 0-15,-3-3-8 0,0-2 4 0,-3 1-5 16,-7-1 1-16,-3-4-2 0,-1 0 2 0,-5-6-3 16,-1 1 0-16,-5-6 16 0,3 3-5 0,-4-3 10 0,0 0-11 15,0 2-5-15,0-3-10 0,-4 3 1 0,-20 11-28 16,-9-2-22-16,3-6-3 0,2-3-12 0,6-2-54 15</inkml:trace>
  <inkml:trace contextRef="#ctx0" brushRef="#br0" timeOffset="7007.23">11200 4385 40 0,'0'-2'29'0,"0"0"7"16,0 0 25-16,0-16 1 0,0-3-20 0,2 5-4 15,0 1-1-15,-2 4 1 0,0-2 12 0,0 1 14 16,-2 5-5-16,0 1 6 0,2 5-22 0,0-1-11 16,0 0 0-16,-20 0-4 0,3-9-6 0,-2 0-7 15,3 5 2-15,3 4-4 0,-4 2 3 0,0 0-8 16,-3 4 4-16,-4 3-6 0,5 3 5 0,2-1-5 15,3 2-2-15,2-3-1 0,3 14-8 0,4-2 1 16,-1 1 1-16,2-3 3 0,2-5 5 0,-7-2 1 0,4-1-2 16,1-1 1-16,2-2-3 0,0 5 17 0,2-5-6 15,0-3 10-15,0 1-5 0,2-1 2 0,2 0-4 16,9 1 2-16,9-1-10 0,-2-4 2 0,5-4-2 0,0-1 1 16,1-5-3-16,0-3 0 0,-3 0 3 0,-5 0-3 15,-3 10 1-15,4-14-3 0,-3 2 3 0,3 4-3 16,-10 0 2-16,-5 2-4 0,0 1 3 0,1 1-2 15,-3 3 11-15,0 0-5 0,-2 2-5 0,2-1 0 16,0-1-20-16,0 0 2 0,-1 2 1 0,1 1 1 16,0-1 13-16,0 2-5 0,0 2 6 0,0-1-6 0,0 9 3 15,3 19 1-15,1 3 0 0,-3 9 3 0,-1 2 3 16,0 1-8-16,2 6-2 0,0-9-1 0,-3-7 9 16,3 3-4-16,-2-6 0 0,0 1-3 0,-2-2 6 0,0-6-5 15,0 0 4-15,0-4-5 0,2 2 8 0,0-1-7 16,-1-3 3-16,-1 3-3 0,0-1 11 0,0 1-4 15,0-3 2-15,-1-1-5 0,-3 2 2 0,0-6 4 16,0 0 1-16,1-6 1 0,-3 0-4 0,-11-1 8 16,3 0-7-16,1-5 7 0,-6 12-13 0,0-3 9 15,1-5-4-15,1-5 6 0,4 0-3 0,0-2-2 16,2-1 0-16,0-3-1 0,2 1 1 0,1 3-4 0,4-17 7 16,-7 2-6-16,2 1 6 0,3-1 7 0,3 0-1 15,3-1 2-15,0 1-12 0,5 0-4 0,3 1 0 16,3-1 1-16,-7-2 5 0,22 3-7 0,1 1 0 15,9 4-1-15,-7 0-5 0,-3 5-4 0,-5-3-2 0,-14 1 1 16,12 5-13-16,-1-1-6 0,-5-2-4 0,10-9-1 16,-20 14-11-16,-1 1-23 0,4-4 3 0,-2 2-10 15,-1 0 5-15,-1 2-117 0,0 0-11 0</inkml:trace>
  <inkml:trace contextRef="#ctx0" brushRef="#br0" timeOffset="7506.89">10701 4918 124 0,'0'0'45'0,"0"0"-3"0,0 0 24 0,-2 0 5 16,0 0-11-16,0 0-14 0,0 0-10 0,-2 0-5 15,-5 0 2-15,-4 0-7 0,4 2-16 0,3-2 3 16,3 1-6-16,-1 1 13 0,0 0-9 0,0 0 5 0,-1 2-6 16,3-4 11-16,-2 5-11 0,-3 5 11 0,3-5-10 15,-1 4 6-15,3-3 23 0,0 0-6 0,2-1 16 16,0-3 19-16,2 2-24 0,1-1 0 0,1 1-11 15,9 4-10-15,6-3-4 0,1-3-1 0,4-2-1 16,-5-2 0-16,-2-2-10 0,-3 1 3 0,-6 1-5 16,1-2-2-16,-3 2 5 0,-3 0-2 0,-1 2 3 0,0 0 4 15,-2-1-3-15,2-3-3 0,-2 2-1 0,0 0-10 16,0 0 9-16,2-1-3 0,0-1 4 0,-2 2-14 16,0 0 7-16,-2 0-1 0,0 0 1 0,-2 2-9 0,-11 0 9 15,2 0 0-15,2 0 2 0,4 0-3 0,1 0 4 16,3 0-5-16,-1 2 5 0,0 0-1 0,2-2 5 15,0 0 3-15,1 0-3 0,-1 0-4 0,0 0-1 16,0 0-1-16,0 0-1 0,0 0-21 0,0 0-32 16,2 0-5-16,0 0-9 0,0 0-42 0,2 0-99 15</inkml:trace>
  <inkml:trace contextRef="#ctx0" brushRef="#br0" timeOffset="8785.2">13205 5014 184 0,'0'-2'38'0,"0"1"-3"0,0-1 8 16,0-2-2-16,0-2-9 0,0-7-2 0,0 4-5 15,0 2 7-15,-2-1-6 0,2 3 11 0,0-1-5 16,0 2 1-16,0 1-1 0,-1-1 1 0,-1 0-5 16,0 1-8-16,0 1 0 0,0 0-33 0,2 0 20 15,-2 0 1-15,0 2 7 0,1 0 8 0,-1 2-10 0,0 0-2 16,0 2-2-16,-7 18 0 0,-2 9-9 0,-1 7 5 16,3 4-5-16,0 5 6 0,0 8-7 0,3-1 0 15,0 8-1-15,1-1 7 0,-1-5-3 0,3-3 7 16,1-6-7-16,0-12 1 0,2 0 6 0,0-5-8 0,0-2 8 15,0 0-11-15,0-2 10 0,0 0-4 0,0 0 8 16,2 0-10-16,-2-2 4 0,0 0 1 0,0-4 0 16,0-1-5-16,0-2 5 0,0-4-1 0,0-2 3 15,0-2 4-15,0 0-5 0,0-5 6 0,0-2-5 16,0 2 20-16,0-1-1 0,0-1-4 0,0 0 0 16,0 0-20-16,0-2 3 0,0 0 2 0,0-2-2 15,2 0-3-15,-2-1-3 0,0-3 3 0,0-3-2 0,0-2 1 16,0 1 7-16,0 1-7 0,0 2 6 0,0 1-14 15,-2 0 8-15,0 3-3 0,-2-1 5 0,-7-3-5 0,-17-3-7 16,-5 5 3-16,-1 5-3 0,-3 5 7 0,0 5 0 16,9 1 0-16,-3 4 0 0,-5 3-7 0,1 3 4 15,2-16-1-15,-3 25 2 0,7 1-3 0,6 7 3 16,-6-5-5-16,8 10 4 0,1-1-5 0,1 3-2 16,4 1 5-16,2-5-4 0,2-2 7 0,4-7-3 15,-1-1 3-15,7-1-2 0,-18 2 2 0,8-3-3 16,5 3-2-16,4-1 3 0,2 1 5 0,4 1 4 15,4 3-2-15,1 1 2 0,4 2-6 0,4 3 5 0,3 5 1 16,4 3 3-16,0-2 3 0,0-1 0 0,-14-1 2 16,21-5-1-16,6 0 2 0,2-8-8 0,0 3 6 15,-5-12-6-15,10 2 8 0,1-6 0 0,-2-7-3 16,1-2 3-16,-7-3 12 0,0-6-5 0,2-1 6 0,0 22-7 16,-1-12-4-16,-1-6 6 0,0-5-11 0,2-1 8 15,0-5-14-15,-2 0 3 0,-2-1 4 0,2 0-3 16,1-3-9-16,-11-1 11 0,11-2-10 0,-14 2 12 15,-2-4-10-15,6 11 4 0,-10-23 1 0,5 1-2 16,-5-2-9-16,-1-4 14 0,0-1-9 0,-4-1 12 0,1-3-17 16,-1 0 8-16,2 0-2 0,-2 0 5 0,-2 0-6 15,4-1 2-15,-4 3 0 0,-1-4 0 0,-1 6 3 16,-2-2-7-16,1-1 3 0,-3 3-3 0,-1-1 11 0,-2-1-8 16,20-4 6-16,-11-2-7 0,-7-9 4 0,-4-4-3 15,-5 2 0-15,-5-5 0 0,-1 3 2 0,-4 2-5 16,-5-2 2-16,-1 11-2 0,20 4 1 0,-38 8 0 15,-4 5-1-15,4 2 0 0,-8 3 2 0,-3 5 3 16,-3 1-1-16,-11 5 0 0,3 1-8 0,7 4 2 16,4 1 1-16,6-20 0 0,1 13-3 0,9 7-7 15,1 4-2-15,0 5-1 0,-1 5-7 0,4 3-9 16,-3 5-11-16,5-14 1 0,0 24-31 0,2 3-47 0,8 8-19 16,3 6-16-16,8 3-109 0</inkml:trace>
  <inkml:trace contextRef="#ctx0" brushRef="#br0" timeOffset="9295.4">13203 6383 211 0,'0'-2'35'0,"0"0"33"0,0-2-5 0,0 1-35 16,0-3 2-16,0-1-14 0,0-3-16 0,0 8 2 0,0-1-2 15,0-1 4-15,0 2-4 0,0-7 3 0,0 1-1 16,0 5 5-16,0-3 11 0,0 2 3 0,0 1 1 16,0 1 1-16,0 0-1 0,0 0-7 0,0 0-3 15,0 0-2-15,0 1-6 0,0-1 11 0,0 2 1 0,0 0 3 16,0 2-4-16,0-1-3 0,0 3 1 0,0 5 0 16,-1 14-5-16,-1 3-2 0,-2-4-3 0,0 2 1 15,1-2-4-15,-1 1 7 0,-2-1-7 0,1 0 6 16,-1-1-7-16,1-1 5 0,-1 1 0 0,2-1 2 15,-1 2 0-15,1-3-7 0,2-1 8 0,0 3-8 16,2-4 1-16,0-3 7 0,0-2-7 0,0-3 7 0,-2 4-2 16,2-4 2-16,0 2 2 0,0-3-2 0,0-3-7 15,0-1 3-15,0-2-1 0,0 0 3 0,-1 1-7 16,-1 1-9-16,0 0-7 0,0-1 1 0,0-1-19 16,0 0-33-16,0 0-21 0</inkml:trace>
  <inkml:trace contextRef="#ctx0" brushRef="#br0" timeOffset="10214.32">13190 6095 110 0,'0'0'47'0,"0"0"-6"0,0-2 16 15,0 0 12-15,0 0-20 0,0 2-3 0,0 0-18 0,0 0 3 16,0 0-4-16,0 0 21 0,0 2-12 0,0 2 3 16,-5 26-8-16,-3 5-7 0,3-2-10 0,1 4 0 15,0-3-4-15,3-1-10 0,-1-5 8 0,0-2-1 16,2 0 5-16,0-4-3 0,0 1 8 0,0-3-1 0,0-3 5 15,0 0 3-15,0-1 2 0,2 1 0 0,0-2 0 16,-1 2-1-16,1-1-8 0,2 1-4 0,-2 0 0 16,2-1-11-16,-1 3 7 0,1 0 0 0,-2-1 3 15,0-1-3-15,0 0 0 0,-2-4-1 0,0-2 0 16,0-2-4-16,0 0-2 0,0-1 5 0,0-3-4 16,0-1-6-16,0-2-2 0,0 1-7 0,0 1 6 0,0 0-13 15,0 0-19-15,-2-3-6 0,0 1-5 0,0 0-24 16,0-2-18-16,-2 0-4 0,3 0-7 0,-11-4-41 15</inkml:trace>
  <inkml:trace contextRef="#ctx0" brushRef="#br0" timeOffset="10542.51">12875 6559 84 0,'-2'0'22'0,"0"-2"29"0,0 0 5 0,0 1 3 16,2-1 0-16,0 0 0 0,0-2 1 0,0 0-15 15,0 1 2-15,0-1-7 0,0 0-7 0,0 1-16 16,0 1-3-16,0 0-6 0,0 0-14 0,0 0 30 0,0 0-5 15,2 0 14-15,0 2-3 0,0 0-9 0,0 0 1 16,0 2-5-16,0 0-7 0,-1 2-6 0,7 11 5 16,1 5-5-16,0 2 1 0,1 3 4 0,-1-3-5 15,2 2 4-15,0 0-7 0,0-3 0 0,0 3 4 0,1-6-1 16,-1 1 13-16,0-3 0 0,-6-3 2 0,10 0 1 16,-2-3 15-16,0-7 3 0,2 5 1 0,2 3 1 15,0-2 5-15,-1-1-15 0,3-3 9 0,-2-3-10 16,1-4 5-16,1-1-3 0,-1-5-6 0,-1-1 2 15,0-2-13-15,-4 9-6 0,0-15 2 0,-4 0-2 16,-2 3 4-16,-1-3-6 0,0 2 2 0,1 2-4 16,-5 0 2-16,2 2-14 0,1 4-3 0,-1 1-4 0,-2 2-15 15,-2 2-40-15,2-1 1 0,-1-1-16 0,1 0-9 16,0 2-55-16,-2 1-4 0,0 1-18 0,-2 0-26 0</inkml:trace>
  <inkml:trace contextRef="#ctx0" brushRef="#br0" timeOffset="10786.94">13261 7248 293 0,'0'0'36'0,"0"0"50"0,0 0-37 0,0 0-31 0,0 0 6 16,0 0-14-16,0 0 4 0,0 0 11 0,-2 2-7 16,0 0 7-16,0 0-13 0,1 1 8 0,-1 7-6 15,-2 12 7-15,0 0 1 0,2 4-3 0,1 2 3 16,-1 2-4-16,0 7 5 0,2 4-10 0,0 1 2 15,0 8-5-15,0-3 0 0,0 5-1 0,0-4 5 0,2-5-5 16,0 1 5-16,1-5 3 0,-1-3-6 0,0-10 6 16,2-2-2-16,-2-7-1 0,-1-1-1 0,1 5-2 15,0-7-11-15,-2-2 11 0,0-5-7 0,0-1 7 16,0-1-14-16,0 3-13 0,0-1-10 0,0 2-3 16,0-1-44-16,0-3-37 0,-2 3-22 0</inkml:trace>
  <inkml:trace contextRef="#ctx0" brushRef="#br0" timeOffset="11467.59">14570 6526 553 0,'0'-2'9'0,"0"0"-2"0,0-15 0 0,0-9 6 16,2 0-7-16,0 6 2 0,0-1-8 0,-1 3 2 15,-1 1-4-15,0 0 2 0,0 4-3 0,0 0 3 0,-1 2-1 16,-1 2 19-16,0 5 16 0,-2-3 1 0,2 3 6 16,-13 0 6-16,-9-1-3 0,0-12 1 0,-9 4-3 15,3 9-13-15,0 4-16 0,-3 8 4 0,3 3-6 16,-3 6 0-16,-4 5-6 0,7-18-6 0,8 18 1 15,-1 2-8-15,10-2 8 0,0-1 0 0,4-1 3 16,4 3-8-16,1-3 0 0,-7-3 2 0,1-1 0 16,5-3-2-16,1-1 7 0,2-1 1 0,2-4 6 0,0-1 5 15,0-3 5-15,0-1 0 0,8 4 3 0,14 7-1 16,2-6-3-16,6-3-10 0,1-4 5 0,3-4-15 0,-6-1 2 16,1-5 8-16,-10 3-4 0,1-2 3 0,10-6 1 15,-11 4-5-15,3 0 4 0,-5 1-5 0,-10 5 6 16,0-1-6-16,-3-1 4 0,-2-6-8 0,0 7 9 15,0-1 5-15,1 1 0 0,-3 4-4 0,4-3-4 16,-2 1-4-16,0 0 1 0,0 1-20 0,0 1 7 16,-1 0-6-16,1 0 9 0,0 2 8 0,0 0-8 15,-2 0 8-15,0 2-8 0,0 0 9 0,0 3-1 16,2 16-3-16,0 1 0 0,0 2 1 0,-1 4-4 0,-1 2 7 16,2 3-5-16,-2 4 9 0,0 4-5 0,0-2-1 15,-2 4-1-15,1 1 11 0,-3 3-11 0,0 1 9 16,2-7-10-16,-1 0 4 0,-3-10 8 0,0 1-5 15,-3-4 7-15,2-6-4 0,-1-2 6 0,1-7-3 0,1-3 6 16,1-3 7-16,-6 1 0 0,-6-5 2 0,4-1-2 16,-4 9-9-16,-1-1 11 0,8-9 3 0,-14 1 3 15,9-2 7-15,0-2-15 0,-3-1-2 0,14 3-3 16,-3-6-7-16,-1 1-10 0,5-18 5 0,1 5-5 16,-2-3 4-16,-7 5-9 0,2 1-7 0,3 2 1 0,0-2-9 15,3 4-26-15,1 3-6 0,0-1-7 0,2 7-23 16,0-2-18-16,2 1-40 0,0-1 1 0,1 0-174 15</inkml:trace>
  <inkml:trace contextRef="#ctx0" brushRef="#br0" timeOffset="12170.26">14906 6886 621 0,'0'-2'16'0,"0"0"1"0,0-2 12 0,0-10-10 16,0 6 4-16,0 3-27 0,-2 1 2 0,0 0-6 15,0 0 6-15,1 3 2 0,-1-1 1 0,0 2-1 16,0 0 0-16,0 2-3 0,0-1-4 0,-1 1 8 0,3 0-6 16,-12 15 7-16,1 3 7 0,0 1-7 0,2-3 7 15,1 3-2-15,1-1 11 0,2-1-2 0,1 1 5 16,-2 6-2-16,3 0-1 0,1-5 2 0,0 1-2 15,2-9 3-15,0 4-7 0,0 1 2 0,0-5-5 16,0 4-3-16,0-8 5 0,0 0-4 0,0 3 5 16,0-5 4-16,0 0-6 0,0-1 10 0,0-4-8 15,2 2 17-15,0-1-3 0,-1 1 8 0,1 0-5 0,0-2 12 16,0-1-9-16,0 1-8 0,0 0 4 0,0 0-8 0,-1-2-9 16,1 0 1-16,0 0-5 0,2-2 2 0,-1 0-5 15,1-1 6-15,2-5-6 0,5-10 6 0,-2-1-3 16,2-3-3-16,-1-2 1 0,-1-2-5 0,0-4-2 15,2-4 3-15,-1 1-3 0,1 0 0 0,0 3 1 16,0 6 0-16,2-2 1 0,-2 7 2 0,0-1-8 16,0 3 3-16,-3 4-5 0,1 2 6 0,-5 5-2 15,5 3-10-15,-1 1 2 0,-3-2-12 0,4-2 14 16,-7 6-2-16,2-1 4 0,-2 1-1 0,0 0 4 0,1 1 6 16,12 20-3-16,-2 7-3 0,-5 1 4 0,-5 3-5 15,1 0 5-15,-2-3-4 0,-2-5 2 0,2 6 0 16,0-8 1-16,-2-7 2 0,0-2-1 0,0-5 2 0,0-1-1 15,0 4 0-15,0-7 8 0,0 2-6 0,0-3 8 16,2 1 5-16,-1 0 5 0,1-2 2 0,0-1-3 16,0 1-13-16,0 0-1 0,0-2 0 0,0-2 0 15,-1 0-6-15,1-1 0 0,11-20-1 0,0-1 1 16,0 0-1-16,4-4 0 0,-4 2 1 0,0 0 0 16,-2 4 1-16,0 0-4 0,-3 7 2 0,-3 6-2 0,3-4 2 15,-6 9-7-15,-1-2-6 0,1 3 2 0,0-1-4 16,0 2 7-16,2 0-1 0,-1 2 2 0,1 2 4 0,0 0-3 15,-4 0 9-15,2 20-5 0,1-2 9 0,3 5-5 16,0-5-3-16,-1 0 1 0,3 6 3 0,-3-9 3 16,3 5 0-16,-3-3-2 0,-3-8-7 0,2 0-6 15,-2-3 1-15,3 1-4 0,1-2-13 0,-1 3-29 16,1-7-2-16,-2-1-12 0,3 2-27 0,0 2-141 16,3-1-12-16</inkml:trace>
  <inkml:trace contextRef="#ctx0" brushRef="#br0" timeOffset="12601.56">15682 6041 601 0,'0'-2'12'16,"0"-1"-1"-16,0-22 16 0,0 1 1 0,0 11 0 15,0 6-14-15,0 5-21 0,0-2-2 0,0 1-6 16,0 1 2-16,0 0 7 0,0 2 3 0,0 0 0 0,0 2 0 16,0 1 2-16,-4 18 3 0,1 16-1 0,-1-2 6 15,0 8 2-15,2 0-4 0,2-4 5 0,0 1 0 16,2-2 4-16,2-1 4 0,0-2-1 0,3 0 2 0,1-7-4 16,1 2-4-16,2-4 1 0,0-2-7 0,2 0-3 15,2 0 4-15,0 0-4 0,0-1 6 0,-2-5 1 16,-11 3 2-16,16-6-1 0,-3-2 0 0,-2-4 14 15,-4-2 0-15,-3-3 11 0,3-2 42 0,-3 2 16 16,3 1-8-16,-2-1 5 0,3-2-45 0,6-2-15 16,-3-4 2-16,12-7-7 0,-9 0-3 0,-1-4 4 15,2-13-3-15,-8-4 3 0,8 3 1 0,0-7-3 0,-3-1-2 16,3 2-1-16,-4-4-13 0,-2-4-5 0,-2 6 1 16,-1-4-1-16,-4 6 1 0,1 9-4 0,-1 2 1 15,-2 5-1-15,0 3-2 0,-1 6-25 0,1-1-8 16,2 6-6-16,0 1-31 0,-1 0-5 0,1 2-2 0,-2 0 0 15,0 2-3-15,0 0-51 0,0 2 19 0,1 8-27 16,8 21 24-16,1 6-25 0,-1 0-9 0</inkml:trace>
  <inkml:trace contextRef="#ctx0" brushRef="#br0" timeOffset="13116.03">16609 6585 124 0,'0'0'72'0,"2"0"-19"0,-1 0 72 0,3-2-13 0,2 0-34 16,7-3-4-16,-8 1-10 0,3-1 5 0,-5 1-13 15,5-7-17-15,-1-2 8 0,-3 3-11 0,-2-1 4 0,-2 0-4 16,0 2-5-16,-2 0 2 0,0 1-2 0,0 3-11 16,0 1 6-16,-5 2-7 0,-17 0 2 0,2-13-13 15,-8 4-3-15,2 6-2 0,4 5-7 0,0 3 3 16,1 5 3-16,-1 3-2 0,4 0 2 0,-2 4-4 16,3-8-4-16,2 17 1 0,2 1 5 0,6-1-3 15,0 0 2-15,5-2-4 0,2 0 9 0,0 1-9 16,-11-5 6-16,4-1-7 0,4 0 6 0,3-6 11 15,0 2 1-15,2-4 4 0,0 2 4 0,0-5 6 0,0-3-6 16,0-1 7-16,4 2-7 0,-3-4-9 0,14 9 2 16,0-3-3-16,-2-4 11 0,0-2-13 0,-2-2 1 15,-1-2-5-15,3-1 4 0,0-5-8 0,0 8 5 0,5-14-5 16,-7-3 2-16,0 4-1 0,-3-1 1 0,-3 3-1 16,5 0 6-16,-7 2-7 0,5 3 1 0,-6 1-1 15,1-1 3-15,3 6-9 0,-4 1 3 0,13-1-5 16,-12-2-3-16,1 0 7 0,0 2-9 0,0 1 9 15,-1-1-8-15,-1 2 9 0,0 2-1 0,2-1 3 16,-1 3-2-16,3 7 2 0,3 13-1 0,-1 6 0 16,-3-2-4-16,-1 2 3 0,0-1-1 0,-4-1 1 0,0 2 1 15,0 0 4-15,-2-4 0 0,-2-2 2 0,0 2 0 16,1-8-2-16,1 3 5 0,0-1-3 0,0-9 10 0,-2 4-6 16,-1 2 1-16,1-6-1 0,-5 8 0 0,1-8 0 15,7-6-6-15,-16 3 3 0,4-5-12 0,2 5-3 16,0-3 3-16,-1-1-4 0,7-2-5 0,1 0-10 15,0 2-4-15,1-1-2 0,-1-1-20 0,2 0-20 16,0 0-2-16,0-2-6 0,2 0-9 0,2 0-41 16,0-2 3-16,11-7-18 0,22-1-29 0</inkml:trace>
  <inkml:trace contextRef="#ctx0" brushRef="#br0" timeOffset="13413.11">17355 6411 530 0,'0'-2'48'0,"-2"0"-7"0,0 0 53 0,2-2-3 0,-5-7-2 16,-3 0-39-16,5 5-28 0,-12-5 0 0,-6 0-9 16,-3 4 4-16,-2 5-9 0,-2 2 1 0,4 5-5 15,2 5-9-15,0 3 6 0,5-2-1 0,-2-6 0 16,6 18-12-16,4-3 12 0,2-1-7 0,5 1 8 16,0-1-5-16,-11-1 5 0,6-1 3 0,3 2 2 0,4-1 5 15,2 1 8-15,3 1 1 0,5 1 3 0,1-1-4 16,-6 2 24-16,18-1-6 0,1 1 11 0,2 0-21 15,-6-1-8-15,2 1 1 0,-3 2-4 0,-2-5-5 16,-4-1 1-16,-2-1-5 0,-2-6 7 0,-1-2 13 0,-7-1 20 16,1-5 2-16,0 1 3 0,0 0-12 0,-2 0-19 15,-2-1-4-15,-2-1-2 0,-33 9-3 0,-4-5 0 16,-5-6-8-16,1 0 2 0,-1 0-20 0,-4 0-34 16,-4 5-2-16,-5 3-18 0,-1 1-73 0</inkml:trace>
  <inkml:trace contextRef="#ctx0" brushRef="#br0" timeOffset="14635.2">13237 8195 90 0,'0'0'18'0,"0"0"31"0,0 0-49 16,0 0-4-16,0 0-3 0,0 0 2 0,0 0-2 0,0 0-2 16,0 0 2-16,0 0 1 0,0 0 15 0,0 0-13 15,0 0 9-15,2-2-10 0,0 0 7 0,-1 0 0 16,1 0-2-16,0 1 2 0,0-1-6 0,0 0 9 16,0 2-5-16,0-2 9 0,-1 2 2 0,1 0-5 15,0 0 5-15,0 0-4 0,0 0 26 0,0 0-1 16,0 0 4-16,-1-2-7 0,1 2-20 0,-2 0-3 0,0 0-3 15,0 0 3-15,0 0-1 0,0 0 4 0,0 0-3 16,0 0 5-16,0 0 11 0,0 0-5 0,0 0 3 16,0 0-4-16,-2-2 16 0,1 2-2 0,-1-2 11 15,0 2-8-15,0-1 12 0,0-1-15 0,0 0-3 16,0 0-4-16,1 0-6 0,-1 0-1 0,0 2-1 0,0 0 0 16,0 0-7-16,0 0 0 0,0 0-3 0,1 0 3 15,-1 0 9-15,0 0-12 0,0 0 11 0,0 0-12 16,0 0 2-16,0 0-2 0,1 0-2 0,-1 0 2 15,0 0-4-15,0 0 3 0,2 0 0 0,0 0 2 16,0 0-3-16,0 0-2 0,0 0-4 0,0 0 2 16,0 0 4-16,0 0 0 0,0 0-1 0,0 0-1 0,0 0-10 15,0 0 12-15,0 0-2 0,0 0 4 0,0 0-7 16,0 0 3-16,0 0 0 0,0 0 0 0,0 0 0 0,0 0 7 16,0 0-6-16,0 0 5 0,0 0-4 0,0 0 2 15,0 0 5-15,0 0-4 0,0 0 3 0,0 0-3 16,0 0-5-16,-2 0 2 0,2 0-5 0,0 0 5 15,0 0-4-15,0 0 3 0,-2 0 0 0,2 0-6 16,0 0 8-16,0 0-8 0,0 0-4 0,0 0 12 16,-2 0-10-16,2 0 11 0,0 0-10 0,0 0 5 15,0 0 2-15,0 0 0 0,0 0 3 0,0 0-6 16,0 0 4-16,0 0-3 0,0 0-1 0,0 0 1 16,0 0-5-16,0 0 6 0,0 0 0 0,0 0 1 15,0 0 4-15,0 0-2 0,0 0 2 0,0 0 0 0,0 0-3 16,0 0 2-16,0 0-1 0,0 0 0 0,0 0 1 15,0 0 0-15,0 0-1 0,0 0-3 0,0 0 0 16,0 0 0-16,0 0 2 0,-1 0-3 0,-1 0 0 0,0 0-2 16,0 0 4-16,0 0 0 0,0 0 1 0,0 0-2 15,1 0-4-15,-1 0 4 0,2 0-2 0,0 0 2 16,0 0-4-16,0 0-2 0,0 0 2 0,0 0-1 16,0 0 8-16,0 0-3 0,0 0-1 0,0 0-2 15,0 0-8-15,0 0 11 0,0 0-1 0,0 0 5 0,0 0 4 16,0 0-13-16,0 0 6 0,0 0-6 0,0 0 8 15,0 0-6-15,0 0 1 0,0 0-2 0,0 0 5 16,0 0-12-16,0 0 4 0,0 0-8 0,0 0 12 16,0 0-3-16,0 0-5 0,0 0 2 0,0 0-20 0,0 0-20 15,0 0-2-15,0 0-12 0,0 0-57 0</inkml:trace>
  <inkml:trace contextRef="#ctx0" brushRef="#br0" timeOffset="15369.03">13215 8187 38 0,'0'0'27'0,"0"0"23"16,0 0 17-16,0 0 11 0,0 0-24 0,0 0-9 16,0 0 3-16,0 0-5 0,0 0 13 0,0 0-15 0,0 0 1 15,0 0-7-15,0-1-19 0,0-1 11 0,0 0-8 16,0 0 10-16,0 0 2 0,0 0 8 0,-2 0 2 16,0 1 0-16,0-1-9 0,0 0 5 0,0 0-5 0,0 0 3 15,-1 0-11-15,-5 0-4 0,-7 1 5 0,1-1-5 16,-3 2-3-16,-2 0-4 0,1 0-7 0,-5 3 4 15,5 1-5-15,-1 2-5 0,3-1 3 0,6-1-3 16,-5 3 0-16,6-1-2 0,4-2 2 0,1-2-2 16,2-2-3-16,0 3 6 0,-2 3-1 0,3-2 5 15,1-3 14-15,0 3 2 0,0 0 1 0,0 0 0 0,1-1 0 16,1 1-9-16,2-2 0 0,5 2-4 0,14 3-1 16,-3-5-1-16,-3-2 0 0,1 0-1 0,-1 0 0 15,2-2-5-15,-5 0 7 0,1 0-5 0,-4 0 7 0,-3 1-8 16,1-3 2-16,-3 2-2 0,-3 0 11 0,1 0-2 15,0 0-2-15,0 1 0 0,-1-1-3 0,1-2-1 16,-2 0 1-16,0 1-1 0,0-1 9 0,-2 2-12 16,0-4 2-16,0 5-5 0,0-3 1 0,0 2-3 15,0-2 4-15,0 1-4 0,0-1 1 0,-2 2-2 16,0 0 1-16,-2 0 0 0,-3 0 4 0,-8-1-6 16,2 1 1-16,-2 2-3 0,6 0 3 0,-1 0 4 15,1 0-2-15,4 0 2 0,-3 0-4 0,6 0 3 16,0 0-3-16,-1 0 4 0,-1 0 0 0,0 0-6 0,2 0 3 15,1 0-7-15,-1 0 0 0,0 0 4 0,0 0-1 16,0 0 3-16,0 0 6 0,0 0-2 0,1 0 0 16,-1 0 0-16,0 0 1 0,0 0-10 0,0 0 8 0,0 0-10 15,0 0 12-15,-14 0-3 0,-1 0 2 0,-7 0-3 16,0 0 3-16,-6 0 2 0,2-2-3 0,2 2 2 16,0 0-6-16,6 0 9 0,-1 0-7 0,-1 0 8 15,2 0-10-15,-3 0 3 0,7 0 2 0,8 0 0 16,-1 0 0-16,3 0 2 0,1 0-7 0,1 0 4 15,-1 2-13-15,1 0 9 0,0 0-2 0,2-1 4 16,0 3 3-16,2 0 11 0,2 1 2 0,4 5-1 0,20-5-6 16,18 1-2-16,7 20 3 0,-1-13-2 0,5-6 7 15,1-7 0-15,3-2-1 0,3-3 2 0,-5-4 3 16,6-1-2-16,-1 1-2 0,5-2 0 0,-2 2 2 0,0 1-11 16,-8 3 3-16,-7 1-6 0,-3 0-6 0,-12 0 1 15,-4 3 4-15,-6-1-1 0,-9 0 10 0,1 0-11 16,-6 0 1-16,-5 2-5 0,-1 0 3 0,-1-2-2 15,0 0-6-15,-1 1 2 0,-1 1-28 0,0 0-27 16,0 0-3-16,-2 0-14 0,-2 0-65 0,0 0-28 16,-11 0-9-16</inkml:trace>
  <inkml:trace contextRef="#ctx0" brushRef="#br0" timeOffset="15693.59">13086 8568 743 0,'0'-2'44'0,"0"0"70"15,0 1-42-15,0-1-38 0,0 0 4 0,0 0-20 16,0 0-18-16,0 0 6 0,0 0-5 0,2 1 6 0,0-1 3 16,2 2-3-16,18-8 0 0,2 3-4 0,-1-1-7 15,-5 2-2-15,-1 3 2 0,-4-1-2 0,-4 0-2 16,-1 2-8-16,-3 0 0 0,-1 0-2 0,0 0-5 0,-1 0 20 15,1 0-7-15,0 0 10 0,-2 0-13 0,-1 0 6 16,1 0 0-16,-2 0 1 0,0 0 4 0,0 2 1 16,0 0-2-16,-2 1 1 0,1 1-10 0,-1 5 9 15,-4 10-4-15,2-1 5 0,1-1-11 0,1 0 7 16,2-2 7-16,0-6-1 0,0 4 8 0,4 2 4 16,1-4-7-16,3 0 8 0,-3-4-4 0,17 8-2 15,3-4 0-15,-1-5 0 0,7-4-5 0,-1-2-20 16,0-2-8-16,3-4-9 0,-16 1-70 0</inkml:trace>
  <inkml:trace contextRef="#ctx0" brushRef="#br0" timeOffset="16288.52">12238 8158 248 0,'0'0'99'0,"0"-2"-69"16,0 0 110-16,0 0-39 0,0-2-15 0,0 1-25 16,0-1-5-16,0-2-6 0,0 1-6 0,0 1-18 15,0 2 7-15,0 0-13 0,-2-1-9 0,0-1 5 0,-1 0-9 16,-9-1 8-16,-6-3-3 0,-8 3 1 0,0 3 6 16,-9 2-5-16,5 2-4 0,0 1 1 0,4 3 0 15,6 0 1-15,-1 1-7 0,5-1-3 0,1-1-2 0,5-1 0 16,3 0-2-16,1-1-4 0,3 1-2 0,-1 2 0 15,-3 5 1-15,1-2 5 0,2 4 4 0,2-2 0 16,2 2 10-16,4 0-8 0,4 0-1 0,5 0 0 16,18 0 5-16,1 2-6 0,-1 0 6 0,6 0-6 15,-1 1 3-15,-3-1 0 0,4 2 0 0,-11 0 0 16,2-1-3-16,-6 3 7 0,-5 1-9 0,-4-3 7 16,0 2-4-16,-4-6-1 0,-1 0 4 0,-1 0-3 0,-3-2 3 15,-2 0 9-15,0-7 4 0,3 3 1 0,-5-5 9 16,4 5-3-16,-2 3 1 0,-2-3-1 0,-2 4-3 15,-2-5-5-15,-7 1 1 0,-20 1-1 0,-8-6 6 0,1-1 0 16,5 3 1-16,-2 17-1 0,5-10-5 0,0-4 2 16,1-5-3-16,-1-2 1 0,9 0-9 0,3-2-3 15,1 0 0-15,8 0 0 0,-2 1-2 0,0-3-6 16,-1 0-4-16,7 2-2 0,1 0-20 0,0 1-66 16,1-1-17-16,-1 0-27 0,2 0-161 0</inkml:trace>
  <inkml:trace contextRef="#ctx0" brushRef="#br0" timeOffset="18738.3">17752 4951 102 0,'0'0'24'0,"0"0"-1"0,0 0 29 0,0 0-7 15,0 0 5-15,0-2-8 0,-1 0 3 0,-1 1-7 16,0-1 4-16,0 0-8 0,0 0-4 0,0 0-1 0,0 0-2 16,1 0-12-16,-1 1-1 0,0-1 3 0,0-2-1 15,0 0 6-15,0 1 4 0,0 1-1 0,1-2 2 16,-1 2-6-16,0-2 2 0,0 3-6 0,0-1 4 15,0-2-13-15,0 2 2 0,1 0 3 0,-1 0-1 16,0 1 3-16,0-1-13 0,0 0 6 0,0 0-8 0,0 0 9 16,1 0 0-16,-1 0-3 0,0 1 2 0,0-1-6 15,0 0 3-15,0 0 1 0,0 0 1 0,1 2-2 16,-1 0-10-16,0 0 4 0,0 0-6 0,0 0 4 16,0 0 6-16,0 0-6 0,1 2 7 0,-1 0-4 0,0 0 1 15,0 0 6-15,0 1-4 0,2-1 1 0,-4 11-2 16,3 0-2-16,-1 0 2 0,0 4-2 0,2 0 1 15,0-1 0-15,2-1 1 0,0 4 2 0,-1-3-5 16,3 5 1-16,0 3-2 0,0-2 4 0,1 8-1 16,1 0-1-16,-3 1 0 0,1 8 0 0,-2-2 1 15,0 4 1-15,0 2-2 0,-2-8 0 0,0 1 1 16,0-7 5-16,0-5-2 0,0 2-5 0,0-3 2 16,0-7-5-16,0 1 6 0,0-2 0 0,0-2 1 0,0-2-1 15,0-4 0-15,-2 3 2 0,0-1-1 0,0 2 4 16,-2-2-4-16,3-1 8 0,-3 1-4 0,0-1 4 15,-1-1-4-15,-3 0 9 0,-12-1-11 0,1 1 7 0,-9 1-9 16,8-1 3-16,-6-1 4 0,2-2-5 0,0-3 6 16,-2 3-7-16,1-2 5 0,-4 17-8 0,10-10 6 15,-5 0-6-15,11-5-1 0,2-2 7 0,-2 0-6 16,7-2 5-16,-3 1 5 0,4-1-10 0,3 0 8 16,-4 0-10-16,4 0 1 0,0 0 5 0,-1 0-4 15,-1 0-11-15,2 0 10 0,0 0-6 0,0 0 9 16,2 0 3-16,0 0-3 0,2 0-1 0,0 0-2 0,2 2-5 15,16 2 2-15,6 3 4 0,0 1-1 0,0-1 1 16,0 1 1-16,4-1-5 0,0 1 3 0,3-1-3 0,2 0 3 16,1 1 2-16,3-3 0 0,-6 1 2 0,0-4 6 15,1 0 2-15,-4 0 1 0,-1 1 1 0,-3 1-13 16,-2 0 0-16,-1 1-2 0,-5 1 1 0,-1-1 1 16,-2 3 4-16,0-1-4 0,-2 1-9 0,-8-5 9 15,-3-3-6-15,7 13 7 0,-1-1-2 0,-3-1 10 16,1 2-3-16,-2 0 5 0,-2 2-11 0,-2-1 8 15,0-1-2-15,-4 2 4 0,-4 0-5 0,-1-2-4 16,-2 8 5-16,-15-9-4 0,-2 9 5 0,-2-1-3 0,-3-5-2 16,0 4 1-16,-3-1-4 0,-1-3 5 0,0 4-2 15,-9-6 4-15,3-2 1 0,2 0-10 0,4-2 3 16,16 2-6-16,-5-1 10 0,8-5-2 0,1 5-1 16,-5-7-2-16,9 5-5 0,2-3 2 0,3 1-2 0,5-1 1 15,1-1-6-15,-2 2 7 0,0-1 2 0,1 3 1 16,3-5 1-16,0 3 8 0,0-4-4 0,0 0 5 15,31 0-4-15,12 22 5 0,-4-13-6 0,9-6 4 16,-1-5-6-16,1 0 0 0,0-1 2 0,-3-5-2 16,-3 0 0-16,-3 3 0 0,-1-1 2 0,-9 4-1 0,-1 0 5 15,-9 0-8-15,-1 2 1 0,-3 0-3 0,-4 0-8 16,-1-1 10-16,-3 1-3 0,-3-2 5 0,-1 2 2 16,1 2-2-16,-2 0 3 0,0 3-3 0,-2 6 2 0,0 2-6 15,-6 2 2-15,-3 3-2 0,-2 0 0 0,-4 5-2 16,13-1 1-16,-16 4 0 0,1 3 7 0,2 3-5 15,0 1-1-15,4 4-3 0,-2 9-2 0,6 4-2 16,-1 4 3-16,4 3-2 0,1-5 6 0,-23-4-11 16,15-2 5-16,9-3-6 0,2-6 12 0,5-4-6 15,3-3 2-15,3 1-2 0,2-1 7 0,2 1 5 16,1-1 0-16,3 1 2 0,0 1-7 0,-3-3 4 16,3 3 2-16,-2-3 1 0,1 4 1 0,-3-5-1 15,-2 0-3-15,-6-8 2 0,-3-3 0 0,-2-6 1 0,0-4 6 16,-2 0-1-16,0-3 15 0,0-4-6 0,0 1 1 15,0 1-2-15,0 0-11 0,-2 0-7 0,0-3-7 16,0 1 2-16,0 0-25 0,-1-2-28 0,-1 0-16 0,-3-2-10 16,-1-1-104-16,4-1-98 0</inkml:trace>
  <inkml:trace contextRef="#ctx0" brushRef="#br0" timeOffset="19229.34">18452 6063 314 0,'0'-1'24'0,"0"-3"-1"0,-1-13 42 15,-3-1-13-15,2 8 11 0,0 1-37 0,2 5-12 16,0 1-11-16,-2-1 2 0,0 0-14 0,1 2 6 15,-1 0 2-15,0 1-1 0,0 1-4 0,0 0 7 16,0 1 3-16,0 1 4 0,1 2 19 0,-7 22 0 0,6 7 4 16,2-1-2-16,2 3 9 0,4 6-9 0,-1-8 0 15,3 5-5-15,-1-7-10 0,2 1 6 0,1-3-6 16,-1-1 4-16,2-2-11 0,0-2 4 0,0-1-2 16,1-3 1-16,-1 1-10 0,0-5 9 0,-2 1 0 0,-1-4 4 15,-1-2 1-15,-3-3-5 0,-1-3-5 0,-1-1 3 16,-2-2 4-16,0 0 35 0,2 1 2 0,0 1 10 15,0-2-3-15,0 0-34 0,0 0 9 0,-2-2-17 16,0 0 7-16,0-2-13 0,0-2 1 0,-2-11-2 16,-4-9 12-16,1 0-5 0,-1-4 2 0,2 0-4 15,2-5-2-15,2-1-1 0,0-5 5 0,2 0-3 0,2 0 5 16,2-3-6-16,1 4-2 0,2 3 1 0,1 2 3 16,-1 9-12-16,0 3 2 0,0 5-6 0,1 3 5 15,-1 3-7-15,11 1 3 0,4 3-4 0,-7 3 5 0,2 1-14 16,-4-9-2-16,-2 5-6 0,1 2-20 0,-2 4-15 15,-1 0 0-15,-6 2-5 0,-1 0-7 0,2 6-80 16,8 18 9-16,-6-4-33 0,-1 8 2 0</inkml:trace>
  <inkml:trace contextRef="#ctx0" brushRef="#br0" timeOffset="19512.28">19008 6450 152 0,'0'0'37'0,"0"1"-3"0,0 1 10 0,-2 0 5 15,0 2-12-15,0 0 8 0,-4 3-9 0,-3 8 6 0,0 0-7 16,0-2 11-16,-1 2-6 0,1-2-4 0,2 1 0 16,1 1-9-16,2 0 4 0,2-2 0 0,1 0 1 15,1 0 5-15,0-4 32 0,1 3-5 0,1-5 14 16,2 0-13-16,-2-3-8 0,5 0 0 0,17-2-2 16,-1 13-6-16,-1-4-20 0,2-4 0 0,-5-3-6 15,-1-4-6-15,1 0 12 0,-2-2-1 0,-3-2 6 16,-2-1 6-16,-5 1-7 0,2-3-5 0,-3-3 0 0,9-10-8 15,-6 1-8-15,-3-1 3 0,-5-2-7 0,-1 3-3 16,-5-1 1-16,-3 3 0 0,-1 2 1 0,5 0-7 0,-14 8-8 16,-8-3-6-16,-6 3-3 0,1 5-31 0,-5-18-22 15,1 10-13-15,0 9-11 0,-4 2-126 0,-6 7-167 16</inkml:trace>
  <inkml:trace contextRef="#ctx0" brushRef="#br0" timeOffset="19986.8">17186 8037 514 0,'-2'-2'38'0,"0"0"-3"16,-1 0 45-16,-5-3-11 0,-8-3 5 0,4-1-38 0,3 4-20 15,4 1-2-15,1 2-6 0,2 2-8 0,-2-2-9 16,1 0 8-16,1 0-6 0,0 1 8 0,0-1 13 15,2 2-11-15,2 0 13 0,2 0 1 0,25 0 8 16,16 0 13-16,7 0-5 0,4 0 17 0,7 0 4 16,2-4-5-16,-8 0 5 0,6 1-5 0,-3-3-11 15,-3 1-1-15,1 1-4 0,-2-4-9 0,-3 5-11 16,-1-1 4-16,0 0-6 0,-5 1 1 0,3-1 0 16,-6 0-2-16,-5 2 0 0,-7 0-10 0,-8 2 3 0,-3 0-4 15,-7 0 2-15,7-1-5 0,-8 1 1 0,-6 0-4 16,-3 0 3-16,0 0-8 0,-1 0-37 0,-1 0-11 15,0-2-14-15,-2 0-92 0,0 2-78 0,-2 0-43 16</inkml:trace>
  <inkml:trace contextRef="#ctx0" brushRef="#br0" timeOffset="20150">17422 8364 606 0,'0'0'75'0,"0"0"19"15,0 0-42-15,2 0-29 0,0 0-8 0,1 0 45 16,12 0 10-16,20-2-6 0,14 2 2 0,-8 0-38 0,1 0-1 16,1-2-5-16,-2-2 2 0,2-1-22 0,-1-1 0 15,3-1-8-15,-2-1 2 0,-1 1-37 0,-3 0-27 16,0-1-18-16,4 3-20 0,0-3-220 0</inkml:trace>
  <inkml:trace contextRef="#ctx0" brushRef="#br0" timeOffset="20818.36">18633 4706 257 0,'0'-2'45'16,"-2"0"64"-16,0-1-33 0,0-1-38 0,0 0 2 0,-2 1-16 15,1 1-11-15,-1 0-11 0,-5-2 1 0,3 2-4 16,-1 0 1-16,3 2-6 0,2 0 6 0,0 0-6 16,-1 2 9-16,-1 0-3 0,2 0 4 0,0 0-3 15,2 0 22-15,0 0 3 0,2-1 2 0,2 1 0 16,20 4-2-16,15 1-3 0,9-1 4 0,17-2-4 16,0-4-4-16,15-2-6 0,5 0-5 0,-3-2 2 15,9-1 4-15,0 3-8 0,0 0 1 0,15 0-4 0,5 2 2 16,15 0-5-16,-1-4 6 0,-5 1-6 0,1-1 3 15,0 2 9-15,7-4-8 0,8 1 9 0,-1-4 0 16,-5-1 25-16,-11-1-3 0,-4 2 7 0,4 1-20 0,5-1 1 16,1-2-6-16,-14-4 3 0,-9-2-13 0,-11 3 10 15,-9-1 5-15,-4 0 0 0,-2 6 7 0,-9-4-9 16,-6 1-2-16,-11 1-1 0,-16 2-7 0,-1 2 3 16,-13 3-5-16,-7 2 5 0,0 0-7 0,-9 0-14 15,0 0-8-15,-2 2-5 0,-2 0-52 0,-2 0-41 16,-30-1-60-16,-29 1-4 0,-13 13-292 0</inkml:trace>
  <inkml:trace contextRef="#ctx0" brushRef="#br0" timeOffset="21823.9">20796 4749 492 0,'0'-2'19'0,"0"0"-3"16,0-2 23-16,0 1 1 0,0 1-3 0,0 0-23 15,-2-2-17-15,0 1 3 0,0 1-6 0,0 0 6 16,0 2-3-16,-1 0-2 0,-1 0 1 0,0 0 1 16,-3 4 7-16,-1 1 0 0,1 1 4 0,5 9 6 0,-2-1 3 15,-7 1 1-15,4-2 0 0,1-2 3 0,1 4-9 16,-1 0 1-16,2 0-4 0,1 5 5 0,1-1 4 15,2 3-2-15,0 4 2 0,3 4-12 0,1 3 6 16,0 1-4-16,0 3 6 0,1 7-2 0,-3-1-12 16,0 5 4-16,0-5-6 0,0-2 5 0,-1-2 5 15,1-2-7-15,0-3 6 0,0-7-2 0,0-4-7 0,0-5 7 16,0-3-7-16,-1 0 10 0,1-2-6 0,0-2 5 16,0-2-4-16,0-1 14 0,0-3 1 0,0 1 0 15,-2-4 1-15,0 1 7 0,0 1-6 0,0-2-3 16,0 0 0-16,1 2 2 0,1-1 7 0,0 1-2 0,-2 0 1 15,0-1-10-15,-2-1-7 0,0 2 1 0,-11 3-3 16,-18 8 1-16,-4-4-7 0,-3 1 7 0,1-5-7 16,-5-1 3-16,-3-1 1 0,4-1-4 0,2 0 3 15,4-1 3-15,5-1-6 0,-1 0 0 0,5 0-2 16,3 0 4-16,7 0-3 0,1-1 4 0,6-1-3 16,1 0-3-16,3 0 0 0,1 0-5 0,2 0 2 0,0 0-11 15,-2 2 7-15,1 0 2 0,1 0 3 0,0 0 2 16,2 0 15-16,0 0-3 0,2 1 9 0,2 1-2 15,12 7-8-15,23 6-3 0,0-4 0 0,6-4 0 0,3-1 3 16,0-1 0-16,6-1 1 0,0-1 2 0,-4 1 2 16,-3-1 5-16,-8-1-4 0,0 0 1 0,0-1 4 15,-4 3-11-15,0 0 7 0,-5-1-15 0,-6 1-1 16,-5-3 5-16,-6 1-3 0,-2 0 10 0,-6-2-14 16,1 0 4-16,-2-1-4 0,-1 1 14 0,1 2 1 15,-2 0-3-15,-2-1 2 0,0 10-5 0,-8 4 6 16,1 2-1-16,-34-1 1 0,0 1-12 0,-7 1 11 15,2 1-8-15,-12-3 9 0,4 1-13 0,4-6 0 0,4 0 0 16,14-4 1-16,-7 2 6 0,9-1-4 0,1 1-2 16,5-2-1-16,7 0 1 0,6 2-3 0,3-1 5 15,5-7-6-15,-1 3 1 0,0-2-2 0,2-1-4 0,-3 7 4 16,3-7 11-16,0 5-6 0,2-3 5 0,0-1-7 16,4 2 7-16,12 5-4 0,16 5-1 0,-2-3-1 15,-6-5-4-15,0-3 5 0,2-1-4 0,0-2 4 16,0 2-11-16,2 3 8 0,-8-1-1 0,1 1 2 15,-3 2-2-15,-3-1 4 0,0 1 0 0,-2 0 0 16,-2-5-10-16,-4 20 7 0,1-3-1 0,-6-1 4 16,1 4 7-16,12-1-7 0,-4 1-1 0,-5 2-2 15,-4 0-2-15,-2 3 5 0,-2 3 1 0,-4 3 3 0,-3 1-4 16,2-1-1-16,-3 0 1 0,3 0 0 0,0 1 0 0,-1 1-6 16,3 4 2-16,-1 3-5 0,2-3 5 0,4 5 3 15,0-3-4-15,0-4 4 0,2 4 0 0,-2-8 1 16,2 0 0-16,0-5 1 0,0 0 7 0,0-2-7 15,-1 0 6-15,-1-2-5 0,0-2 6 0,0-2-8 16,2 0 1-16,0-1-2 0,2-1 5 0,1-1 6 16,-1-3-2-16,0-1 3 0,0-4 3 0,-1-1-5 15,-1-5 3-15,0 1-4 0,-2-4-1 0,0-1 9 16,0 1-4-16,0 0 4 0,2 2-6 0,0 0-11 0,0-1-1 16,-1-1-9-16,1 0-34 0,0 0-26 0,-2 0-20 15,0 0-5-15,0-1-95 0,-2 1-30 0,0 0 2 16</inkml:trace>
  <inkml:trace contextRef="#ctx0" brushRef="#br0" timeOffset="22074.78">20118 7879 529 0,'-2'0'55'15,"0"-2"-9"-15,0 1 64 0,0-1 0 0,-1-2-3 0,-1-2-27 16,2 3-38-16,-3-5 7 0,5 6-17 0,0 1-8 15,-2-3-12-15,2-4-4 0,0-1-1 0,3 0 0 16,1 0 4-16,30-3 4 0,6 3 0 0,3 0 13 0,4 0 11 16,8 3-10-16,5-1 7 0,3 3-19 0,4-5-13 15,-6 3 5-15,-4-3-8 0,-3-2 3 0,-5 5-11 16,-5-1 1-16,-5-1-6 0,-4 1-9 0,-7-1-13 16,0-3-8-16,-2 4 1 0,0-4-15 0,-4-1-9 15,-1-1-5-15,1-1-12 0,-5-3-106 0,3 0-77 16</inkml:trace>
  <inkml:trace contextRef="#ctx0" brushRef="#br0" timeOffset="22713.92">21522 6054 569 0,'-4'-30'22'0,"0"-22"50"16,0 4-50-16,4 11-6 0,0 7 6 0,0 4-7 16,0 2-12-16,2 6-3 0,0-1 1 0,0 4-1 0,-2 4 0 15,0 4 0-15,0-1 4 0,0 4 2 0,0 1 38 0,0-1-29 16,0 0 11-16,0 1-17 0,0 1 11 16,0 0-8-16,0 2 5 0,0 0-5 0,0 2 6 0,0 1-5 15,-2 27-7-15,0 5 3 0,0 1-9 0,-1 1 4 16,-1 0 2-16,2 2 1 0,0 4-7 0,0-1 2 15,2 3-2-15,0-15 1 0,0-3 6 0,0-8-2 16,0-6-1-16,0 4-1 0,0-8-3 0,0-3 15 16,0-3 12-16,0 1 1 0,0 0 29 0,0-2-11 15,0-1-8-15,0-1-1 0,0-1-20 0,0-1-12 16,-1-17 5-16,-3-12-7 0,2 1 8 0,0 2-5 0,-2-3 5 16,3 1-5-16,-1 0 2 0,2 0-8 0,0 3 1 15,0-1-2-15,2-2 1 0,1 2 2 0,5 0-7 16,1 4 7-16,2 0 1 0,2 0-7 0,0 5 5 15,-11 1-6-15,18-1 2 0,1 8 6 0,-3 0-6 0,1 3 5 16,0 3-7-16,1 1 5 0,-1-9-4 0,-3 4 2 16,3 1-12-16,-6 7 11 0,-4 1 3 0,0 0 0 15,-5 0 4-15,0 1-2 0,0 3-3 0,3 7 1 16,0 8 3-16,-3 3-2 0,-4-1 2 0,-5 1-3 16,-7 2 4-16,-4 0 2 0,6 2-1 0,-17 0-1 15,-3 2-9-15,2 0 5 0,0 3-1 0,4-3 2 0,2 2 3 16,7-4-4-16,-4 2 2 0,3 0-3 0,1 0-1 15,4-4 2-15,3-4-4 0,-7 0 4 0,6-3-7 0,2 2 4 16,3-1 1-16,2-8 0 0,2 1 2 0,0-2 1 16,0-3 2-16,4 3 1 0,3 2 18 0,-5-4-7 15,22 5 1-15,4-7-4 0,2-3 0 0,-1 0-12 16,3 2 9-16,3-1-9 0,-3 1 5 0,-2-2-12 16,1 2-3-16,-3-1-3 0,-4 3-10 0,2 1-23 15,-2-5 3-15,-9 9-10 0,7 2 2 0,-11-9 0 16,-1-2-32-16,-1 0 9 0,4-2-126 0,-4 0 6 15</inkml:trace>
  <inkml:trace contextRef="#ctx0" brushRef="#br0" timeOffset="23058.16">22079 6208 295 0,'0'0'45'15,"0"0"-4"-15,1 0 39 0,1-2-3 0,2 0 0 16,0 1-7-16,1-3-20 0,6-4 4 0,-5 5-11 15,1-3-6-15,-1 2-19 0,1 1 1 0,-1 1-6 16,-2 2 11-16,-1 0 7 0,1 0-5 0,-2 0 4 16,2 2-11-16,-1 0 2 0,-1 1-3 0,9 21 1 15,-3 1-19-15,-6-1 8 0,-2 5 0 0,-6-4 3 0,-3 1-1 16,0-6-7-16,-4 2 1 0,3-3-4 0,1-1 0 0,-2 3 4 16,3-4-2-16,1-3 3 0,0 3-7 0,-1-2 9 15,3-2-1-15,-1-2 5 0,2 0 3 0,2-1 8 16,1-1 9-16,1-2 0 0,0-1 25 0,0 1-1 15,0-3-4-15,1 0 2 0,-1-2-17 0,15 9-14 16,8 0-4-16,6 0-1 0,5-4 0 0,-1-3-1 16,2-4-3-16,-1 0 2 0,1-2-3 0,-3-1-7 15,1-3 7-15,2 0-8 0,-3 3 4 0,-1-1 0 16,-3-2-8-16,-2 3 2 0,0-1-27 0,-3 0-12 0,-3 1-15 16,-3 1-1-16,-4 0-71 0,-2-2-169 15,2 0-9-15</inkml:trace>
  <inkml:trace contextRef="#ctx0" brushRef="#br0" timeOffset="23915.37">21726 4535 484 0,'-2'-9'27'0,"-5"-24"10"16,1 7 19-16,2 13-25 0,2 3-11 0,2 7-2 16,-1-1-24-16,-1 0 5 0,0 2-3 0,0 0 3 15,0 1-10-15,0 1 3 0,0 0 2 0,1 0 1 0,-1 1 8 16,2 1 18-16,0 0-2 0,2 0 9 0,1 2 8 16,18-2 21-16,18 7-10 0,2 13 12 0,10-3-15 0,13-10-11 15,6-3 7-15,12-1-10 0,1-5-6 0,3 2 0 16,-4-2-7-16,-1 0 4 0,3 0-13 0,9-6-6 15,1 5 7-15,5-1-6 0,-1-4 3 0,-9-1 1 16,-5-1-5-16,-10-1 5 0,-7 2 1 0,-2-1-5 16,-2-1 0-16,-7 0-3 0,3-1-1 0,-5-1 3 15,-8 2-2-15,-1 1 4 0,-12 1 1 0,-7 1 4 16,-7 1 2-16,-13 3 1 0,1-2 6 0,-3 2 0 0,-1 1 2 16,7-11-2-16,-5 3-6 0,1-4 1 0,-2 4-4 15,-3-2 2-15,-1 1-5 0,-1 3 5 0,-3 0-2 16,-2-1 1-16,-14 3-10 0,-4 1 1 0,0 0-3 15,1 2 2-15,-5-16-6 0,2 7 6 0,0 3-1 0,-1 4 1 16,8 4-10-16,-3 0-1 0,3 2 3 0,2 2-3 16,1 3 5-16,-1 3 1 0,2 1-2 0,2 0 3 15,0 15-4-15,4 0 4 0,0-2-7 0,3 2 6 16,-1 0-6-16,5 0 7 0,-17 6 1 0,8-4 2 16,5-2 4-16,6-4 4 0,2 0 8 0,2 0-4 0,2-5 18 15,3 0-15-15,-2-6 5 0,10 0-6 0,9-2 11 16,6 1-10-16,3-5 0 0,2 18-3 0,4-9-5 15,2-6 9-15,5-3-5 0,-5-5 7 0,-4-3 0 16,-6-1 2-16,-11-2 6 0,-5-1-4 0,1-2-4 0,-6 1 1 16,-3-1-2-16,-2-11 1 0,-5-1 0 0,13-1-4 15,-8 0-2-15,-7 1 0 0,-5-9-9 0,-4 12 0 16,-4-4 1-16,-32 10-1 0,-5 7 0 0,-15 3-32 16,2-24-7-16,-6 20-15 0,2 12-68 0,6 9-314 15</inkml:trace>
  <inkml:trace contextRef="#ctx0" brushRef="#br0" timeOffset="26209.27">21759 2944 256 0,'0'0'-14'0,"0"0"39"15,0-2 8-15,0 0 0 0,-2 0 12 0,1 1-33 0,-1 1-17 16,0 0-3-16,2 0-4 0,0 0-6 0,0 0 21 16,0 0-4-16,0 0 7 0,2 1-7 0,0 1 14 15,-1 0-7-15,5-2 9 0,16 4-4 0,6 0 19 16,7-4 8-16,1 0 2 0,6 0 17 0,5 0-2 15,-3 0-3-15,10 0 0 0,0 0-12 0,5-4-3 16,-1 0 3-16,1 2-3 0,-1 2-2 0,0 0-20 16,1 0 4-16,6-2-7 0,7 1 6 0,16 1-14 15,-1-2 4-15,4 0-6 0,-8-2 9 0,-5 0-4 0,0 1-5 16,-3-1 3-16,3 2 0 0,3 0-2 0,3 0 8 16,5 2-7-16,-2 2 5 0,-7-2-3 0,-4 2-6 15,-11 0 2-15,2 0 3 0,-4 3-11 0,-2 3 9 0,3-1-9 16,4 4 19-16,3 1-16 0,-4-3 2 0,-1-2-6 15,-8-1 11-15,-2 1-4 0,-4-1 6 0,-10-2-6 16,1 5 1-16,-9-2 0 0,-3 1-1 0,-5 1 1 16,-2-2-1-16,-1 1-3 0,-5-1 6 0,1 1-5 15,-1-1 1-15,-3-1 4 0,0-1-6 0,2 3 7 16,-4-3-2-16,-2 1 1 0,0-1-3 0,-4-1 2 16,-1 0 1-16,0 0 2 0,-3-3 3 0,-1-1-2 0,2 10 1 15,5 1-1-15,-1 0-3 0,-1 2 1 0,0 0-7 16,1 2 1-16,-3 0 2 0,1 1 0 0,-2 1 3 0,-2 2-6 15,-1 1 3-15,1 2-2 0,-2 3 9 0,2 1-9 16,2 1-1-16,3 7-2 0,-3-3 5 0,0 8 3 16,-2 0-3-16,-4 4 2 0,2 3-5 0,0 3 2 15,0-1 2-15,0 0 0 0,0-5-2 0,2 0 4 16,-1-4-5-16,1-8 4 0,2 5-6 0,0-3 5 16,-3 0-4-16,3 5 3 0,0 1 0 0,1 3-4 15,1 6 8-15,0 6-6 0,5 4 7 0,0 9-4 0,0 1 1 16,-2 5-1-16,-5-3-1 0,0-6-1 0,-1-3-4 15,3-9 2-15,0 0 2 0,1-2 0 0,2 0 3 16,2 6-2-16,-1 7-2 0,-1 11 0 0,0 8 2 16,-3 5 0-16,3 0 7 0,-1-7-5 0,1-9-2 15,-2-8-1-15,3-7-5 0,-1 1 1 0,-2 3 7 0,4 1-3 16,-1 9 1-16,3 12 1 0,-2 4-3 0,0 4 4 16,0-2-4-16,-2-14 4 0,3-7-2 0,-3-8 2 15,2-1-7-15,0-1 12 0,2 5-6 0,-2 3 8 16,2 9-8-16,0 9 2 0,4 7-3 0,-2 2 2 15,-2-8-3-15,0-8 2 0,-2-11 1 0,0-4 1 0,-2 3-1 16,1-1 4-16,-3 5 0 0,1 3 1 0,1 1-5 16,-4 1-2-16,5-3 0 0,-3-8 0 0,2-3-4 15,-1-7 10-15,-1-7-6 0,1-7 6 0,-1-2-7 0,-1-7 1 16,-1 3 4-16,1-2-2 0,-2-1 0 0,-3 1 3 16,1-2-4-16,0 2 4 0,-2-1 0 0,0-1 2 15,-4 2 2-15,1-2-2 0,-5 0 5 0,1-2-1 16,-2-4 4-16,-4 4-3 0,-4 4 0 0,-2 1-6 15,14-5-3-15,-23-2 0 0,-2-3-1 0,2-1 3 16,-5 4 3-16,1 0-1 0,-7 2-2 0,-7-7 3 16,-2 3-7-16,-10-3 5 0,2-2-5 0,-3-1 9 15,0-1-1-15,-3-4 2 0,3 2-7 0,-1 0-4 16,-5-3 3-16,-5 3-4 0,-3-2 3 0,-12 0 0 0,-6 2 0 16,-7-8 1-16,-4 3 6 0,7 1-9 0,2-1 4 15,0 1-5-15,-5-2 5 0,-12 1 2 0,1-1 1 16,3-1-1-16,4-1 0 0,11-1 1 0,9-2 1 0,6 3 1 15,2-1 3-15,-1 2-10 0,5-1 3 0,-1-1-3 16,10 2 6-16,5-3-8 0,6-1 2 0,11 0-3 16,2 0 6-16,9 0-7 0,6 13 2 0,3-6-5 15,4-4 6-15,6-1 4 0,0-2-5 0,3 0 2 16,1 0-5-16,3-2-9 0,0 0 3 0,-2 2-7 16,1-1-11-16,-1 1-18 0,2 0-3 0,0 0-4 15,0 0-4-15,0 0-38 0,1 0-23 0,1-1-10 0,0 1-120 16</inkml:trace>
  <inkml:trace contextRef="#ctx0" brushRef="#br0" timeOffset="26549.7">22656 8581 924 0,'0'-2'8'0,"0"-1"4"0,0-9 1 16,0 5 5-16,0 3-11 0,0 1-24 0,0-1 13 16,-2 2-16-16,0 0 25 0,0 2-6 0,-1 0 0 15,-12 8-3-15,-6-3 8 0,-1 27-7 0,-4 3 9 0,-2-2-8 16,0-3 4-16,-1 2 5 0,1-3-2 0,-4-1 5 16,3-2 8-16,-3-2-3 0,2-5 1 0,-1 1-2 15,3-3-9-15,8 2 3 0,-1-3-4 0,8-3 4 16,6 2-6-16,5-2 1 0,-7 0 2 0,1 2 0 15,4-2-1-15,3 0 2 0,1 0-2 0,0-2 4 16,3 0 7-16,5 0-3 0,10-1 2 0,18-1-2 0,1-2-1 16,2-1 3-16,3 0-3 0,5-1 2 0,1 1-11 15,8-1-11-15,1-3-5 0,12 0-3 0,-2 0-24 16,-2 28-7-16,-2-17 0 0,-9-10-7 0,2-3-45 0</inkml:trace>
  <inkml:trace contextRef="#ctx0" brushRef="#br0" timeOffset="27272.48">22368 2398 372 0,'0'0'27'0,"0"0"2"0,0-2 25 0,0 0-1 0,0 1-11 15,0-1-28-15,0 0-3 0,0 2-8 0,-2 0-2 0,1 0-1 16,-7 2 11-16,-22 11-8 0,-3 3 4 0,-4 3-3 15,-2 1-2-15,-8 3 2 0,8-3 1 0,-1 1 3 16,-5 1 3-16,6-2 0 0,-13 4 4 0,6-5 3 16,1 1-5-16,-1 1 4 0,1 1-3 0,-1 0 1 15,-3 3 3-15,5-1-2 0,1-21-6 0,0 29 6 16,4-6-12-16,4 2 10 0,0-6-14 0,9 4-1 16,0 4 0-16,7-1-2 0,3-3-4 0,4-1-3 15,9-7 6-15,-3-1-3 0,-3-2 12 0,3-2 19 16,4 0-8-16,2-2 10 0,6 0-16 0,3 2 11 0,30-6-6 15,8 3 7-15,-5-1-5 0,5-3 8 0,1-3-1 16,2 3 1-16,4-2-8 0,2-1 1 0,9 5-5 16,5-1 2-16,8 1-13 0,2 1-2 0,-6-2 4 0,-3 1-4 15,-13 1-3-15,-1 2-25 0,-3-2-5 0,-2 4-6 16,0 0-20-16,-2 2-114 0</inkml:trace>
  <inkml:trace contextRef="#ctx0" brushRef="#br0" timeOffset="28292.57">25699 5282 464 0,'0'-2'23'0,"0"-2"-1"0,4-26 18 16,0 3-1-16,-3 1-4 0,1 1-19 0,2 5-10 16,0 5-3-16,-1-2 1 0,1 4-7 0,2 2-6 15,-1 0 5-15,-1 4-3 0,0-1 12 0,-2 5-4 16,-1-1 4-16,1 0-2 0,0 0 13 0,0 1-6 16,0 1 12-16,0 0-6 0,0 2 31 0,-2 2-15 15,0 0-1-15,-4 18-5 0,-4 19-17 0,-1 9-3 0,0 6-2 16,0-2 2-16,-1 6-6 0,5-6 8 0,-1-8-8 15,2 3 7-15,3-14-7 0,1-5 5 0,0 4-1 16,1-10 2-16,3 0-3 0,0-5 10 0,0-4 0 16,-3-2 1-16,1-2-9 0,0-3 12 0,0-2-7 0,-2-3 7 15,0 1-6-15,2 2 28 0,0 0-1 0,0-1 7 16,-1-1-20-16,1 0-9 0,0 0-3 0,0-2-1 16,-2 0-7-16,0-2 3 0,0-2-5 0,0-5 4 15,-2-11-9-15,-3-6 2 0,-3-4-2 0,-1-5 3 16,0-2 9-16,-1-6-10 0,3 0 1 0,1-5-5 15,3-2 3-15,3 0 1 0,0 0 4 0,3 5-3 16,5-1-4-16,1 1 0 0,0 6-3 0,1 4 4 0,1 3 2 16,4 2-5-16,-1 6 3 0,1 2-5 0,-9 2 5 15,22 3-1-15,-4 0-3 0,11 4 2 0,-5 2-2 0,7 5 5 16,2-1-1-16,-2 5 1 0,-2-18-3 0,-1 7 5 16,-3 7-3-16,-3 4 3 0,-4 2-4 0,-3 4 1 15,-4 2 0-15,-6-1 1 0,-4 1 0 0,-5 5 3 16,13 9-1-16,-6 3 2 0,-5 1-3 0,-4 0 0 15,-4 4 4-15,-5 1-1 0,-8 5-2 0,-1-1 5 16,8-1-4-16,-21-1 6 0,-6-3 0 0,7 0-6 16,0-2 0-16,6-7-1 0,5 1 11 0,-3-3-6 0,2-6 4 15,7 2-6-15,-4-7-3 0,6-3 1 0,5 1-2 16,-10 7 0-16,12-7 1 0,0 0 2 0,0-1-3 16,3 1 1-16,-1 0-6 0,0-1-5 0,0 1 5 15,0 0-5-15,0 0 16 0,2-1 8 0,0 1-2 0,0 5 0 16,4 6-12-16,3 2 6 0,6 1 0 0,-11-5 2 15,26-1 3-15,4 1-6 0,1 0 4 0,6 0-3 16,-7-6 6-16,1 0-2 0,-1-5 0 0,-3 0-1 16,3 2-9-16,-6 12 3 0,-2-4-7 0,0-3 4 15,-3-4-19-15,-5-1 0 0,1 0-6 0,-4-2 3 16,2 0-18-16,-2-1-11 0,2-1 3 0,3 2-6 16,-5-2 0-16,4 0-72 0,-2 0 9 0,3 0-30 0,5 0 16 15</inkml:trace>
  <inkml:trace contextRef="#ctx0" brushRef="#br0" timeOffset="29364">26774 5430 335 0,'0'0'81'0,"-2"-2"-47"16,1 1 92-16,-1-3-29 0,0 0-20 0,-2 0-26 16,0 1-5-16,1-1-6 0,1 4-18 0,-11-7-2 15,-4 1-7-15,-7 2 2 0,9 4-13 0,-2 2 9 0,4 2-8 16,-3 5 7-16,3 0-12 0,-2 1 8 0,0 8 0 15,4-3 2-15,0 0-6 0,1 0 2 0,1 3 4 16,4-3-1-16,1 0 15 0,2 2 8 0,2-2 0 16,2-1 4-16,2-1 11 0,3-1-6 0,-1-3 2 0,12 0-5 15,8 0-7-15,6-3-5 0,-1 0 2 16,5-3-4-16,1-1-5 0,-4 0-8 0,-3 17 0 0,0-8-1 16,-6-4 2-16,-6-3 0 0,-3-2-3 0,-4-2 4 15,-2 0 10-15,-3 0-3 0,0-2 1 0,-5 2-3 16,3-4-7-16,0-3 0 0,3-12-2 0,-3-1 0 15,-4-3-6-15,-7-3 0 0,-5 0-1 0,-2-1 0 0,-1 2 0 16,9 1-5-16,-20 2 7 0,-2-2-6 0,1 2 7 16,2 7-3-16,3-2 0 0,7 10-2 0,10-3 0 15,-1 1 1-15,-1 4-3 0,-3-7 2 0,5 5-5 0,5 5-6 16,-2-2 2-16,0 1-2 0,2-1 7 0,0 0 0 16,2 1 0-16,2-1-2 0,24-11-2 0,3 6 6 15,3 1-4-15,-3 5 5 0,1-1-3 0,-3 0 6 16,1 0 0-16,0 3 0 0,-2-1-8 0,-2 2 5 15,-4 0 0-15,-4 2 2 0,-1-1-2 0,-2 1 4 16,-4 0 0-16,-2 0 1 0,-1 0-4 0,-3 0 2 16,1 0-7-16,-4-2 6 0,2 1-7 0,-1 3 8 15,1 0 0-15,0 1 2 0,-1 3-5 0,5 9 2 0,-4-3 1 16,-4 3 1-16,0 5 12 0,-2-5-12 0,-2 4 0 16,-2-1-4-16,-1 0 0 0,0 1-3 0,-1-1 5 15,3-1-4-15,-1-3-4 0,2 3 7 0,2-4 0 0,1-2 3 16,-1 2 3-16,2-2-10 0,0-4 2 0,0 4-3 15,0-6 21-15,2 1-3 0,-1-1 6 0,1-3-5 16,2 2 0-16,0-3 4 0,5 5-5 0,2-1 6 16,4 1 3-16,0-3-12 0,2-3 7 0,3-2-9 15,0 0 3-15,3-4 4 0,-3-3-2 0,-5-1 2 16,7-5-9-16,-9 4-1 0,2 0 2 0,0-13-1 16,-6 1 0-16,2-3-1 0,-3 0-5 0,5-4 2 0,-8 2 3 15,-1 0-5-15,0 4 6 0,9 3-6 0,-6 4 7 16,-3 8-7-16,-2 1 3 0,-2 5-4 0,2-3-4 0,0 0-5 15,-1 0-2-15,-1 3 1 0,0-1 7 0,0 2 2 16,0 2-4-16,0 1 2 0,-1 8-9 0,-3 19 11 16,4-6-2-16,0 2 4 0,0-2 6 0,4-5-2 15,3 3-2-15,4-3-1 0,-7-3-4 0,18 1 7 16,2-4 0-16,2 0 1 0,0-4-3 0,4 1 0 16,1-3 6-16,5-3-5 0,3 0-1 0,-2-1-5 15,2 20-1-15,-2-10 1 0,-4-6-2 0,3-3-2 16,-8-4-3-16,3 0 3 0,1-4 5 0,1-2-3 0,1-1 5 15,-7-2-4-15,-1-2 7 0,-7-1 2 0,3 11-3 16,-9-24 2-16,6-4-1 0,-4-7-6 0,-2-3 7 16,-4-7-6-16,-7-10 3 0,1 1-2 0,-1-8-4 0,0 5 2 15,11 6-3-15,-4 2 10 0,-5 5-2 0,2 4 4 16,12 4-3-16,-10 4 3 0,-5 5-2 0,-1 2 2 16,-2 4 4-16,-2 3 5 0,-1 4-3 0,-1 4 2 15,-2 2-8-15,3 1-1 0,-1 1 6 0,2 3-6 16,0 1 3-16,-1-1-11 0,-5-2 1 0,-3 1-5 15,-2 1 7-15,-4 2 2 0,6 2 0 0,-11 2 0 16,11 2-6-16,2 1 7 0,-6-1-4 0,13 18 4 0,-7 4-10 16,7 4 6-16,-17 2 0 0,4 7 2 0,8 3-6 15,7 3 7-15,0 5-5 0,5 4 4 0,7 2-6 16,2-1 5-16,5-3 3 0,0-3 0 0,-1-9 0 0,1-4 1 16,-1-3-3-16,-1-5 3 0,-13-6 2 0,16-3 2 15,-7-4 0-15,6-6 2 0,-8 0 1 0,-2-5-4 16,6 1 2-16,-6-3-3 0,-1 0-4 0,-5 0-7 15,1 0 4-15,-2-2-6 0,5 4-11 0,-1-4-39 16,-2 0-14-16,-1 0-8 0,1-2-56 0,0 0-10 16,1-11-7-16,6-19-3 0,-5-1-53 0</inkml:trace>
  <inkml:trace contextRef="#ctx0" brushRef="#br0" timeOffset="29538.86">27985 5116 308 0,'0'0'55'0,"-2"0"67"16,2 0-62-16,0 0-40 0,0 0-3 0,0 0-8 15,0 0 14-15,2 2 19 0,0 0 12 0,3 0 0 16,25 13 25-16,7 0-33 0,2-2-8 0,-2-6-7 16,0 1-22-16,8-1 0 0,5-1-7 0,2 1 2 15,7-3-20-15,-5-2-6 0,0-2-7 0,0 0-1 16,-4 3-45-16,0-1-189 0</inkml:trace>
  <inkml:trace contextRef="#ctx0" brushRef="#br0" timeOffset="51010.13">7251 5189 24 0,'0'0'9'16,"0"0"11"-16,2 0 23 0,-1 0 15 0,1 0 6 15,0 0-2-15,0 0-16 0,0 0-6 0,0 0 1 16,0-2-12-16,-1 2 6 0,1-2 1 0,0 0 0 15,0 2-10-15,0-2-4 0,-2 2 4 0,0 0-4 0,0 0 1 16,0 0-2-16,0 0-5 0,0 0 4 0,0 0 0 16,0 0 8-16,0 0-1 0,0 0 3 0,0 0-4 0,-2 0 9 15,0-1-7-15,0-1 7 0,0 0-8 0,1 0 1 16,-1 0-2-16,-2 0-2 0,0 0-17 0,1 1 0 16,-1-1 3-16,-4-2-1 0,-1 0-4 0,2 1 4 15,-3-1-9-15,-1-2 7 0,2 3-10 0,-2-1-1 16,-4-2 3-16,0 3-2 0,-1-1 11 0,-1 0-5 15,-2 2 3-15,-5 0-4 0,2 2-1 0,-4 0 0 16,0 0-1-16,0 2 0 0,-2 0 3 0,0 2-2 0,-2 0 7 16,-1-1-5-16,1 1 1 0,-3 0 1 0,-1-1-2 15,8 1 3-15,-3 0-5 0,-3 0 5 0,2-1-4 16,-1 3 3-16,-1-2-9 0,6-1 8 0,2-1-3 16,-2 2 8-16,6-2-2 0,1 1-2 0,1-1 1 15,3 0-2-15,0 0 0 0,2-2-1 0,4 2 2 0,-3 0-2 16,3 0-1-16,2-1 6 0,1-1-5 0,1 2 6 15,-1-2-7-15,2 0 1 0,-1 0-2 0,-1 0 1 16,2 0-1-16,1 0 0 0,1 0 4 0,0 0-3 16,-2 0 3-16,1 0-5 0,-1 0 0 0,-2 2-2 15,1 0 0-15,1-2 2 0,0 0 1 0,-1 2 2 16,-1 0 5-16,1 0-8 0,-3 1 0 0,3 1-3 0,-3 0 6 16,3-1-2-16,1-1 3 0,-4 4-4 0,3 3-6 15,-1 0 7-15,1 1 1 0,1-1 2 0,2 2-6 0,0 0 2 16,-1 4-3-16,-1-2 4 0,-2-4 2 0,-1 1-1 15,3-1-2-15,-1-3 3 0,3 7 4 0,-6-4-8 16,1 2 3-16,-4 6-4 0,5-6 4 0,-1 6 0 16,1-4 0-16,1 1-2 0,-1 1-3 0,0 2 3 15,1 0 0-15,-1-1 2 0,1-1 0 0,-1 0-2 16,1 2-1-16,-1 1-1 0,2-1 8 0,-1 3-5 16,-1-1 4-16,1 0-5 0,-1 1-4 0,0 2 0 15,1 4 2-15,-3 0 0 0,1 2 3 0,0 0-1 0,1-2-1 16,2 4 0-16,1 1 8 0,1 5-10 0,-2 3 3 15,0 0-4-15,1 3 4 0,3 3 2 0,-2-4-1 16,0 3 1-16,2-3 2 0,0-2-5 0,0 0 3 16,0-6-4-16,-2-1 0 0,-2-4 0 0,2 2-2 0,2-3 3 15,0 3 8-15,2 0-5 0,0 0-2 0,-2-1 0 16,0 3-1-16,0-1 3 0,2 3-1 0,2 1 0 16,-1-2-1-16,1 5 0 0,-2 1 1 0,2 3 0 15,-2 3 2-15,1-1-3 0,1-1 3 0,-2-2-3 16,2-2 2-16,-1 0 2 0,1-2-2 0,-2-3-1 15,0-1-3-15,0-1 3 0,1-1-1 0,1-1 1 16,0 1-8-16,-1 3 5 0,3-1 3 0,1 4 0 0,1 4 2 16,-1-2-2-16,-1 4 0 0,1 1-1 0,-1-1 1 15,1 2 2-15,-1-3-2 0,-1-4 2 0,1-1-8 0,1 0 8 16,-1-6-3-16,0 1 6 0,-1-2-9 0,-1-4 3 16,1 1-3-16,1-2 4 0,0-1-1 0,-3-2-2 15,1 0 3-15,0 1-1 0,-1-3 6 0,1 2-5 16,0-1 3-16,0 1-4 0,-1 0-2 0,-1-1 0 15,0-1 1-15,2 1 0 0,-1-3 0 0,1 3 5 16,0-1-4-16,-2-3 3 0,1 1-3 0,-1-1-1 16,0-2 5-16,0 0-2 0,0 0 1 0,0-2-2 0,0 0 1 15,-1-4 0-15,1 2 1 0,-2-5 2 0,2 5-6 16,-2-8 4-16,0 3-5 0,0-2 6 0,2-1 6 16,0 1-2-16,-2 0 7 0,0 0 9 0,0-1-5 15,0 1 7-15,2 0-9 0,-2-2-12 0,0-1 4 16,0 1-5-16,0 0 4 0,0 0-8 0,0 0 3 0,2 0-3 15,-2 0 1-15,0-1 5 0,0 1-4 0,0 0 5 16,0 0-7-16,0 0-7 0,0 0-1 0,0 0-4 16,0-2-17-16,0 1-29 0,1 1-30 0,-1-2-7 15,0 2-171-15</inkml:trace>
  <inkml:trace contextRef="#ctx0" brushRef="#br0" timeOffset="51512.21">5494 8702 51 0,'-2'0'32'0,"1"0"-5"0,-1 0 32 0,-4 0 10 16,-12 3-6-16,-1 3 8 0,2-2-9 0,-1 1 7 0,-1-1-5 15,1 0 13-15,3-2-3 0,-2-1-9 0,6-1 5 16,3 0-16-16,-3 0-15 0,0 0 0 0,0 0-6 16,2 0-15-16,7 0-4 0,0 0-2 0,-2 0-1 15,1 0-11-15,1 0 6 0,0 0-5 0,0 0 5 16,2 0-6-16,0 0 11 0,2 0-7 0,0 0 7 15,9 2-2-15,15 0-4 0,4 0 10 0,-4-2-8 0,7 0 9 16,-1-2-7-16,5 0-2 0,2 2-1 0,-2 0-1 16,4 2 3-16,1-2-1 0,1 0 2 0,5 0 3 15,-3 0-4-15,0 2 2 0,-1-2-2 0,-5 0 1 0,2-2 1 16,-6 0-3-16,-3-1 2 0,-3-1 0 0,-3 0 3 16,0-1 4-16,-1 1-2 0,-5 2 0 0,-5 0-4 15,0 0-3-15,-4 0 1 0,0 1-7 0,-2-1 4 16,-3 0 0-16,-1 2 1 0,-1 0-1 0,0-2 0 15,0 0 0-15,-1 0 0 0,1 0-5 0,-2 1 2 16,0-1-4-16,0 0 2 0,-1 0-15 0,1 0-34 16,-2 2-14-16,0 0-10 0,0 0-85 0,-2 0-72 0,1 2-24 15</inkml:trace>
  <inkml:trace contextRef="#ctx0" brushRef="#br0" timeOffset="51820.7">5526 9064 811 0,'0'0'36'0,"0"-2"-2"16,0 0 9-16,-2 0-6 0,0 0-7 0,0 1-24 15,2-1-11-15,0 0 2 0,0 0-6 0,0 0 8 0,2 2 1 16,0 0 0-16,0 0 0 0,2 0-2 0,10 0 2 15,5 0 1-15,1 0 3 0,1 0 22 0,5 0 3 16,0 0-1-16,-4 0 0 0,2-2-5 0,4 0-1 16,-4 1-7-16,6-1 1 0,-4 0-20 0,-4-2 7 15,-1 2-2-15,3-1 5 0,-4 1-6 0,-1 0-11 16,-1 0-3-16,-7 0-4 0,6 0-25 0,-8 2-37 16,-3 0-31-16,-2 0-3 0,-2 0-99 0,-1 0 25 15,1 2 20-15</inkml:trace>
  <inkml:trace contextRef="#ctx0" brushRef="#br0" timeOffset="51960.39">5726 9118 123 0,'-1'0'43'16,"-3"2"50"-16,-5-1-10 0,-3 3-15 0,3 0 1 16,2-2-7-16,1 0-4 0,1-1 2 0,3-1-2 0,-2 4 2 15,0-2 0-15,2 2 4 0,1-1-7 0,-1 1 3 16,2 0-29-16,0 0-10 0,2-1 4 0,-1-1-5 16,12 4 11-16,23 3-23 0,3-5 5 0,7-4-11 15,1-2-2-15,-1-4-59 0,-3 1-12 0,3-1-24 16,-3 1-119-16</inkml:trace>
  <inkml:trace contextRef="#ctx0" brushRef="#br0" timeOffset="54381.87">4867 10096 133 0,'0'0'36'0,"0"0"-3"0,0-2 34 15,0 0-3-15,0 1 1 0,0-3-6 0,0 0-15 16,0 0 3-16,0 1-8 0,0-5-6 0,0 3-3 0,0-1-5 15,0 1 2-15,0-1 0 0,0 0 14 0,0-1 1 16,0 1 2-16,0 1-11 0,0-3 3 0,0 5-2 16,0-1 3-16,0 0-2 0,0 2-4 0,0-1-4 15,0 1 1-15,0-2-12 0,0 0-3 0,0 1 1 0,2 1-2 16,-1 0 2-16,1 0-9 0,0 0 2 0,0 2-5 16,0 0-3-16,0 2 7 0,0 0 1 0,-1 2 5 15,3 3-1-15,9 15-6 0,0 4 1 0,-2 0-2 16,0 2 1-16,1 0-5 0,-3 0 1 0,-2 2-1 15,1-1 1-15,1 7-1 0,-2 3 1 0,1-2 1 16,-1 2 8-16,3-2-8 0,1-4 0 0,0-3-2 0,0 0-1 16,0 0-1-16,0-3 5 0,-3 1-3 0,1 0 3 15,0-2-3-15,1-2 1 0,-1 0 0 0,0 0 5 16,-1-3-4-16,-1 1-4 0,2 0 2 0,1-3-4 16,-1-2 5-16,2 1 3 0,-2-3 0 0,1 0 0 0,-3-4 0 15,0-2-2-15,-1 1 3 0,-2-3 1 0,1 2-3 16,-1-3 1-16,0 0-3 0,-2-3 2 0,-2-1-1 15,3 2 1-15,1 0 0 0,0-1 9 0,-1-1 13 16,-1 0-4-16,0 0 6 0,0 0-5 0,0-2-14 16,0 0 13-16,0 0-12 0,-1-2 5 0,1-2-1 15,4-7-8-15,3-11 7 0,0-4-1 0,1 0 2 0,-1-2 0 16,2-2 0-16,0-1-5 0,-2-1 9 0,3 0-8 16,-1-5 7-16,0 0-12 0,0 0 5 0,2-2-1 15,2-2 1-15,0-7 2 0,-2-4-11 0,0 0 11 16,-4 6-11-16,0 8 2 0,-1 7 2 0,1-1-4 0,0 4 4 15,-1 2-2-15,-3 8-2 0,1 1-2 0,-2 6 0 16,-1 0-6-16,-1 5 2 0,-2 3-1 0,0 1 0 16,2-2-13-16,0 0-69 0,0 2-2 0,0 1-25 15,-1 1-43-15,1 0-30 0,0 1-29 0</inkml:trace>
  <inkml:trace contextRef="#ctx0" brushRef="#br0" timeOffset="55152.75">5864 11025 327 0,'0'-2'51'0,"0"0"8"0,0 0-8 16,-2 0-16-16,0-2-7 0,0 1-11 0,0-1 0 0,1 0-5 15,-1 1 3-15,2 1-9 0,0-6 11 0,-2-1-4 16,0 2 7-16,-2-3-1 0,1-1 26 0,-1 0 5 16,0-2 5-16,0-2 2 0,3 4-5 0,-3-2-8 15,-2-2 5-15,3 2-12 0,-1 0-7 0,0 2-2 0,0 2-3 16,1-1-9-16,-1 1 2 0,0 0 2 0,1 1-1 16,-1 1 7-16,2 3 0 0,0 1-7 0,-3 1 1 15,-7 0-25-15,1-7 8 0,-2 1-3 0,-2 1 5 16,2 3-5-16,-3 4 4 0,-3 2 1 0,-1 3 0 15,-4 7-6-15,1 1 4 0,-1-10-3 0,4 23 4 16,1 0-2-16,8 2 2 0,0 0-2 0,0 2 2 0,3-4-2 16,3 3-2-16,1-3 1 0,0-5-1 0,2 1 6 15,1-5-6-15,-11 0 3 0,7-8-5 0,-1 6-2 16,4-8-2-16,1 1-2 0,1 3 1 0,0-4 2 0,0 2 6 16,1-3 1-16,3 3 1 0,-4-7-4 0,4 2 0 15,11 5-1-15,3-2 2 0,1-3 4 0,1-4-3 16,1 0-1-16,5 0 0 0,-4-4-7 0,2-1 11 15,0-1-3-15,-5-1 5 0,3-4-4 0,-7 2 7 16,2 1-2-16,5-10 2 0,-3-1-10 0,-3-1 8 16,-3-1-2-16,0 1 6 0,-11-3-5 0,4 5 5 15,1 3-2-15,2 0 2 0,1 0-5 0,-5 4 7 0,1 0-3 16,-2 4 4-16,-3-1-6 0,1 3 6 0,0-1-5 16,-2 2 4-16,0 2-2 0,0 1-8 0,0-3 5 15,0 0-5-15,0 0 8 0,0 3-9 0,0-1 5 0,0 0-6 16,0 2 3-16,0 0-3 0,0 2-1 0,0 0 0 15,2 7 3-15,4 21-3 0,-1 3 3 0,-1 2-3 16,-2 1-4-16,1 3 8 0,1 7-7 0,2-5 7 16,-3-2-7-16,1 2 1 0,-2-6 4 0,0-4-2 15,2 5 0-15,-1-10 3 0,-1 0-3 0,0-2 5 16,0-2-3-16,-2-3 2 0,-2-1 1 0,0-3-1 16,-3 0 7-16,-3 0-1 0,-1 0 2 0,5-2-2 0,-20-2 7 15,-6 0-4-15,-1 0 3 0,3-2-3 0,-2-5 8 16,-3 2 4-16,-1-4-6 0,1 18 5 0,3-9-8 15,2-3-8-15,0-5 0 0,4-3-4 0,0 0-4 0,4-2 2 16,1 1 3-16,2-3-3 0,6 0-10 0,2 0-7 16,0-1-4-16,5 3-2 0,0 0-28 0,4 0-51 15,-5-5-20-15,1-1-13 0,0-1-99 0,2 0-77 16</inkml:trace>
  <inkml:trace contextRef="#ctx0" brushRef="#br0" timeOffset="55507.87">6543 10859 1251 0,'-1'-2'16'16,"-3"1"-1"-16,-28-9 13 0,-10 1-1 0,6 7-1 15,1 2-18-15,2 4-1 0,1 5-5 0,4 0 4 16,0 6-2-16,8-2-8 0,1-9 4 0,3 24-4 15,3-4 6-15,5 2-2 0,1 2-5 0,-8-8 2 0,4 4-10 16,5-5 4-16,4-4-2 0,2 2 3 0,0-1 4 16,4 1-2-16,5 2 6 0,2-1-6 0,-3 1 6 15,20-3 3-15,0-3-3 0,1 2 3 0,1 0-6 0,-2 4 4 16,2-1-1-16,-1-1 2 0,1 1-1 0,-6-5-2 16,2 4-1-16,-5-2 0 0,-5-4 4 0,-5-2 9 15,-3-1 8-15,-4-3 1 0,-3-1 40 0,1 0-11 16,0 1-2-16,-2-1-6 0,0 0-14 0,-2 1-16 15,-13 1 7-15,-25 1-10 0,1 1 10 0,0-1-18 16,-2-1 7-16,2-1-10 0,3-1 11 0,7 15-16 16,1-6 2-16,2-6-11 0,4-3-14 0,-1-2-53 15,5-2-12-15,5 0-18 0,3-2-85 0,7 2-103 0</inkml:trace>
  <inkml:trace contextRef="#ctx0" brushRef="#br0" timeOffset="55788.65">7004 10531 1400 0,'0'-2'16'0,"-2"0"-2"16,0 0 2-16,0-2 3 0,0 1-9 0,1-1-13 15,-1 0 1-15,0 2-2 0,0 1 4 0,2-1 2 0,0 0-1 16,2 0-1-16,0 0 0 0,5 0 6 0,17-3-6 16,0-1 3-16,1-1-4 0,4-3 1 0,1 3 0 15,-2 1 0-15,2 1 0 0,-3 1 0 0,-4 0-30 16,-5 3-1-16,-1-1-14 0,0 2-52 0,-4 0-188 16</inkml:trace>
  <inkml:trace contextRef="#ctx0" brushRef="#br0" timeOffset="55975.03">6811 11021 1314 0,'0'-2'14'0,"0"0"-12"0,0-2 19 0,0-9-8 16,2 2 2-16,1 0-7 0,-1-4-4 0,35 0 2 15,2-3 2-15,2-1-6 0,2 4 3 0,3-1-5 16,4 1-5-16,4 2-35 0,2 2-8 0,3 1-13 15,8 3-77-15</inkml:trace>
  <inkml:trace contextRef="#ctx0" brushRef="#br0" timeOffset="61079.23">8465 10371 11 0,'0'-2'0'0,"-2"-2"11"0,0 1 109 16,-1-14-26-16,-3 0 7 0,2 1-51 0,3 3-10 0,1 7-19 16,-2-1 3-16,2 1-2 0,-2-1 15 0,-2-5-2 15,2 7 2-15,0-3-3 0,1 3 1 0,-1 1 10 16,0-1 2-16,0 1 3 0,0 0 9 0,2 2-12 15,-2 0-3-15,-5-3-2 0,-1-1-16 0,-1 1 6 16,4 1-4-16,-8-3 5 0,3 3 0 0,1 0-10 16,0 0 4-16,-4 1-7 0,3 1 5 0,5 2-16 15,-12 0 3-15,6 0-7 0,-2 0 7 0,-6 5-12 0,10-1 5 16,-8 5-5-16,3-1 7 0,-1 14-1 0,-6 2-3 16,12 6 1-16,-8-6-1 0,-1 0-2 0,5 4 2 15,0 0-2-15,-2 0 0 0,4-2 1 0,0-2-2 16,-4-2 0-16,7-3 5 0,5 3-2 0,-1 0 4 0,-11-1-5 15,4-1-2-15,3-1 0 0,5 1 4 0,-1-1-2 16,4 1 1-16,2 1 5 0,2-3-8 0,1 3 7 16,3-1-1-16,1-3-3 0,0 1-1 0,2-1-2 15,2 2 1-15,-7-3 1 0,16 3 3 0,-1-2-4 16,-3-1-5-16,4-1 11 0,-3 2-6 0,-6-10 8 0,11 4-10 16,-2-1 7-16,1-5 1 0,3 3 2 0,-6 7-2 15,1-6 10-15,-1-2 1 0,0-1 3 0,1-2-5 16,-1-3-3-16,3-1-6 0,-1 0 3 0,0-1-6 0,0-3 3 15,-1 0 0-15,1-1-1 0,-3-1-1 0,-3 0-6 16,3-1 5-16,-6 1-4 0,4-3 7 0,-3 2 1 16,3-4-3-16,0-1 2 0,-2 11-8 0,0-16 4 15,1 2 2-15,1 0 2 0,-2-2 4 0,-2 3-11 16,-2-1 4-16,-2 0-5 0,1 0 3 0,-5-2 5 16,-3 2-6-16,2 1 5 0,-1-3-5 0,9 2 0 15,-7-2 3-15,1 2-3 0,-3-3-4 0,10-1 4 16,-3 1-3-16,-3-3 4 0,-1 3-2 0,-1-6 0 0,-1 5 4 15,0-5-3-15,-2-6 3 0,-2 8-4 0,0-4-1 16,0 6-1-16,0-3 2 0,0-1 0 0,-2-6-1 16,-2 6 1-16,-2 0 3 0,-3-4-2 0,0 6 1 15,0-4-2-15,-1 2 2 0,1 2-2 0,-2-4 5 0,0 3-5 16,0 1 3-16,-1 3-3 0,3 1 0 0,0 3-2 16,0-2 4-16,-1 2-2 0,3 2 2 0,-2 0-1 15,-1 0 10-15,3 2-12 0,-2 0 8 0,5 2-8 16,-7 1 10-16,0 3 1 0,-2 1 0 0,0 0 1 15,1 1 1-15,1 1-1 0,-2 0-3 0,-2-9 2 0,2 3-4 16,0 3-8-16,0-1 2 0,4 5-4 0,-4-1 4 16,0 0 4-16,-2 0-5 0,4 2 4 0,-4 0-3 15,-1 0 2-15,1 2 1 0,-6 0-2 0,7 0-2 0,-1 1 2 16,-2 3-1-16,2-3 1 0,-5 5-4 0,-3-1 3 16,3 1-3-16,-4 1 4 0,7-2-1 0,0 1 0 15,4-1 1-15,-3 3-1 0,-8 4 2 0,5-2-2 16,-3 2 2-16,7-2-2 0,2-3 0 0,-2 15 0 15,0 2 0-15,-3-2-2 0,3-2-3 0,0 3 10 16,0 1-4-16,2 3 6 0,0 1-15 0,6-6 8 16,-5-2-1-16,5 8 3 0,0-6-1 0,-1 8-2 0,4-1 2 15,-1-8-1-15,1 5 0 0,2-2 1 0,-1-2-1 16,-1 0-1-16,2-2-5 0,-2 0 7 0,-12 2-1 16,6-3 4-16,5-1 0 0,1 3-7 0,4-5 3 15,0 1-4-15,2 1 10 0,0-3-10 0,1 1 4 16,3-1-4-16,1 2 7 0,1-1-1 0,1 1-2 0,0-1 1 15,3 3-4-15,-1-4 2 0,-6 1-4 0,14 1 3 16,-2-6-5-16,5 3 6 0,2-3 1 0,4-3 0 16,-2 1-4-16,2-4 3 0,-8-1-2 0,-3-2 3 15,9-3 2-15,-2 3-1 0,9-2 0 0,-1 17 0 16,-6-10 2-16,0-5 1 0,-2-4-2 0,2 0 1 16,0-2-6-16,-2-4 7 0,2-3 0 0,-2-2 4 0,4-6 1 15,-2 0-4-15,-2 15-2 0,-1-14 0 0,-1-3 1 16,-4 1-1-16,3-3 6 0,-3-1-6 0,1 1-1 0,0 1 4 15,-3-2-3-15,1-1 5 0,-6 1-4 0,0 0 3 16,-5 0-6-16,-2-4 5 0,-1 1-7 0,14-1 15 16,-4-1-5-16,-6-1 9 0,-5-4-3 0,-2-3 0 15,-7-8 1-15,-8-7-2 0,0 0-3 0,-5-6-7 16,1 6 9-16,-1 4-9 0,-3 1 4 0,3 8-4 16,16 2-6-16,-20 7 3 0,2 4-5 0,0 7-29 15,-1 4-19-15,1 6-6 0,-2 3-95 0,-4-13-172 16,-7 8-42-16</inkml:trace>
  <inkml:trace contextRef="#ctx0" brushRef="#br0" timeOffset="80771.84">15950 4779 36 0,'0'0'8'0,"0"0"22"15,1 0 2-15,-1-2 10 0,0 0-6 0,0 0-5 16,0 0-5-16,0 0-1 0,0 0-20 0,0 1 7 0,0-1-8 16,0 0 7-16,0 0-12 0,-1 0 5 0,-1 0 8 15,0 0-5-15,0 1 4 0,-2 1-9 0,-3-2 6 16,-2 0-5-16,1 2 13 0,-1-2-7 0,1 2 1 15,-3-2-1-15,-4-2 8 0,1 3 3 0,2-1 0 0,1 0 3 16,6 2 4-16,-3 0-12 0,-1-2 5 0,7 2-8 16,-3 0-2-16,3 0-2 0,-2 0-3 0,0 0 1 15,2 0-7-15,1 0 4 0,-1 0 5 0,0 0 1 16,0 0 14-16,0 0 3 0,0 0 3 0,0 0 0 16,2 0 5-16,0 0-17 0,2 0 2 0,2 0-6 0,3 0 11 15,16 0-9-15,6-2-4 0,-4 0-2 0,8 0-13 16,0-1 7-16,-3 1 1 0,2-2 2 0,-3 0-4 15,3 1 0-15,1 1 4 0,-3 0-2 0,2 0 0 16,-1 0 1-16,1 0-5 0,-1 1 3 0,-1-1-1 0,0 2 3 16,-1 0-4-16,1 0 3 0,0-2-5 0,0 0-1 15,1 2 2-15,1 0 0 0,1 0 8 0,2 0-8 16,1 0 1-16,5 0-3 0,-1 0 5 0,-1 0-3 16,0 0 1-16,-2 0-1 0,-3 0 9 0,1 0-5 15,-1 0 3-15,-3 0-6 0,-1 0-5 0,1 0 4 16,-3 0-2-16,0 0 4 0,-2 0 2 0,-4 0-2 15,4 0 0-15,-5 0-1 0,1 0-3 0,0 0-1 0,1 0 3 16,-1 0-2-16,2 0 2 0,-5 0-1 0,3 0-1 16,2 0 1-16,-2 0 11 0,4 0-11 0,0 0 5 15,-3 0-7-15,1 0 9 0,4 2-9 0,-6-2 3 16,-2 0-4-16,1 0 7 0,-6 0 2 0,1 0-2 0,-3 0 1 16,4 0-7-16,-2 2-1 0,-2-2 3 0,4 2-1 15,-4-2-1-15,0 1 6 0,-2-1-5 0,0 2 5 16,2 0-7-16,0 0 5 0,2 0-1 0,-2 0 2 15,2 0 0-15,-2-1-1 0,1 1 2 0,-1 0-3 16,0-2 2-16,0 0 0 0,0 0 2 0,0 0-2 0,0 0-3 16,-1 0 1-16,1 0-3 0,-2 0 3 0,2 0 0 15,2 2-3-15,-2-2 3 0,3 2-3 0,1 0 4 16,2 0 2-16,3-2-4 0,-2 0 1 0,10 1 1 0,-4-1-1 16,2 2 1-16,5 0-1 0,-11 0 0 0,6 0 0 15,-5-2 4-15,1 0-2 0,2 0-6 0,-6 0 6 16,6 0-7-16,-9 0 7 0,0 0-3 0,1-2 7 15,-3 0-1-15,0 0 3 0,0 0-10 0,0 1 13 16,1-1-2-16,3-2 5 0,1 0-14 0,1 1 8 16,3-1-8-16,-4 0 10 0,1 0-3 0,1 1-4 15,-2-1 5-15,1 0-6 0,-1 1 0 0,1 1 0 0,-5 0-2 16,5 0 0-16,-3 0 0 0,-7 2 0 0,4 0 5 16,-4 0-4-16,-3 0 6 0,1 0-6 0,-7 0-1 15,2 0 0-15,-1 0 4 0,1 0-6 0,0 0 5 16,0 0-6-16,-1 0 5 0,1 0-2 0,0 0-1 15,-2 0 0-15,-1 0 7 0,1 0-3 0,0 0-1 0,0 0-2 16,0 0-5-16,2 0 5 0,-3 0 2 0,3 0 2 16,0 0-4-16,0 0 1 0,-1 0-5 0,7 0 5 15,-5 0-4-15,3 2-3 0,-5 0-9 0,1 0 1 16,0 0-41-16,-1-1-135 0,9 5-20 0</inkml:trace>
  <inkml:trace contextRef="#ctx0" brushRef="#br0" timeOffset="89122.11">16874 10154 97 0,'0'0'13'0,"0"-2"1"0,0 0 14 16,0-2-7-16,0 1 6 0,0-1-6 0,0-5-15 15,0 1 8-15,0-1-12 0,0 0 2 0,0 3 12 0,0 0 0 16,0 3 7-16,0-1 16 0,0 0 1 0,0 1-1 16,0-1 1-16,0 0-2 0,0 0 1 0,0 1 4 15,0-1-1-15,0 0 2 0,0 2-5 0,0-1-5 0,0 1 2 16,-2-2-3-16,0 0-16 0,1 1 5 0,-1-1-10 16,0 2 4-16,0 0-13 0,0 0 5 0,0 1-8 15,0-1 3-15,1 0 13 0,1 0-2 0,0 0 9 16,0 2 17-16,0 0 4 0,0 2 1 0,0 2-1 15,-2 14-4-15,0 16-8 0,-2 12 1 0,0 6-6 16,-1 2-14-16,-4 4 3 0,1-6-7 0,1-4 7 0,-1-2 2 16,3-1 0-16,1-4 0 0,-2-6-1 0,1 0-9 15,-1 0 5-15,3-1 1 0,-1-1 1 0,4 1 1 16,0-3-4-16,0-1-3 0,2 0 0 0,1-1-5 0,1-1 6 16,0-2 1-16,0-3 0 0,-1-3 1 0,1 2-11 15,0-1 1-15,-1 1-3 0,-1-3 2 0,0-8 5 16,-2-4-3-16,0-3 3 0,0 1-4 0,0-1-20 15,0 0 2-15,0-2-11 0,2 1-20 0,0 1-10 16,0 0-43-16,0-2 4 0,-1 0-210 0,1-1-3 16</inkml:trace>
  <inkml:trace contextRef="#ctx0" brushRef="#br0" timeOffset="89696.84">16555 10209 756 0,'0'-1'15'0,"0"-1"0"0,-2-9 9 16,-2-10-4-16,2 4-1 0,1 6-15 0,-1 0-1 16,2 2-7-16,0 0 4 0,3-1-9 0,1 3 14 15,0-2-1-15,18 1 5 0,8 3 8 0,3-3-1 0,1 3 9 16,3-1-8-16,-2 0 6 0,0 3 4 0,2 1-1 15,-1-2 3-15,-1-16 0 0,-2 7-1 0,1 7-3 16,-1 4 1-16,-1 4-6 0,-4 4-12 0,0 3 4 16,-4 2-7-16,0 4 8 0,-6-4-9 0,1 23 8 0,-4 1-7 15,-8 2 18-15,-3 4-4 0,18 0 6 0,-12-2-5 16,-9 3 3-16,-6-6-2 0,-6 1-3 0,-4-2 2 16,-2-5-2-16,10-2 0 0,-23-6-1 0,-3 0 1 15,-1-1 2-15,1-3-3 0,-1 1 1 0,1-4-2 16,-1-2-6-16,5-2 8 0,-1-2-8 0,6 0 7 15,5-1-6-15,3-5-9 0,3 1 11 0,-2 0-11 0,2 5-1 16,7-5 5-16,1 0-7 0,1-3 6 0,0 1-10 16,0 0-4-16,3 0 5 0,-1 0-3 0,0 0 12 15,2 0-5-15,0-1 0 0,2 1 0 0,1 0 1 0,7 4 2 16,12 5-3-16,8 2 1 0,-2-2-1 0,-2-2-6 16,3 2 4-16,-5-1-5 0,4 1 3 0,0 2-17 15,-2 0-4-15,4 2-5 0,-4-2-21 0,-2 0-12 16,4 3-4-16,2 1-7 0,-3-2-64 0,5 2-183 15</inkml:trace>
  <inkml:trace contextRef="#ctx0" brushRef="#br0" timeOffset="90834.3">17777 10839 730 0,'-2'-2'89'0,"0"0"156"15,-2 0-206-15,-9-3-2 0,-4-1-14 0,1 1 11 16,-1 3-18-16,2 2-10 0,-3 0 7 0,-1 3-9 16,2 5 3-16,-3 5-6 0,-1-2 2 0,-1 19-1 15,0-2 8-15,5 3-2 0,6 4-5 0,4-1 3 0,-1-3 0 16,-10-1 1-16,6 0 9 0,7-4-7 0,3 2 13 16,4-6-7-16,2-4 5 0,1-1-5 0,1-4 7 15,3 0-5-15,-7-2 1 0,16-3 1 0,3-1 10 16,1 1-5-16,4-5-1 0,-2 14 0 0,0-6-9 0,-1-3-5 15,1-5 2-15,-2-3-2 0,-1 0-2 0,-1-3 4 16,0-3-2-16,-3 0 3 0,0-1 1 0,-4 0-3 16,0-3-3-16,-2-3 2 0,-2-9-5 0,-3-6 3 15,-4 4 4-15,14-2-3 0,-3-7 1 0,-7 1-3 16,-6 1-6-16,-2-3 4 0,-3 8-5 0,-3 2-1 16,-3 0 3-16,0 5-1 0,-2 1-6 0,7 5 5 15,-14 2-1-15,-1 3 2 0,1 3-1 0,1-1-1 0,5 4-1 16,2-7 0-16,1 1-12 0,6 7-3 0,-1-1-10 15,4 2 6-15,-1-2-18 0,-1 0 4 0,2 0 4 16,0 2-2-16,2 0 9 0,0 0-3 0,2 0 0 16,2 0 0-16,16-2 5 0,8-1 8 0,2-1 3 0,-1 0 1 15,5-1 5-15,1-1 3 0,-1 0 0 0,3 1 1 16,0-1 2-16,0 1 2 0,-2 1-3 0,-3 0 2 16,-4 1-4-16,-4 1 7 0,-6 0 0 0,-7 0 3 15,2 2-3-15,-5 0 2 0,-4 0-1 0,-3 0 1 16,3 0 7-16,0 0 13 0,0 0 2 0,-3 0 2 15,1 0 7-15,0 0-7 0,-2 2 0 0,0 0-4 16,-2 0-12-16,0 1-2 0,-3 1 1 0,-12 13 1 0,-1 1 4 16,1 5-15-16,4 1 3 0,0 4-6 0,0-1 1 0,4 1 2 15,-3 6-2-15,1-1 3 0,6 2-2 0,1-1 0 16,2-6-1-16,-15-2 0 0,6 0-2 0,8-6-3 16,1-1 6-16,2-3-2 0,2-5 5 0,1 1 1 15,1-3-1-15,-2-5 3 0,0 1 5 0,14-3-2 16,1 9-1-16,5 0 2 0,1-5 5 0,3-6-8 15,-4 0 6-15,4-6-7 0,2-5 0 0,0-2-5 16,0-4 0-16,-8 10-1 0,0-23-3 0,-1-5 5 16,0 2-3-16,-1-4 6 0,-1 1-7 0,-2-1 0 0,-2-2-1 15,2 6 1-15,-4-3 4 0,0 7-3 0,0 1 2 16,-2 0-3-16,2 2-6 0,-3 2 4 0,-1 2 2 16,1 1 0-16,-1 3 5 0,-3 3-5 0,0 0 0 15,-1 6-1-15,-1-1 4 0,0 7-2 0,0-1-3 0,2 0 0 16,-1 0-10-16,1 1 0 0,-2 1 2 0,0 0-1 15,0 0 9-15,-1 2 2 0,1 0 1 0,0 2-1 16,0 0-1-16,2 5 1 0,3 17-1 0,1 1 1 16,-3 1 2-16,1 0-5 0,-1 3 2 0,1-3-3 15,1 4 9-15,1-4-4 0,1 0-1 0,0-2 0 16,0-2-5-16,3-1 11 0,-3-4-7 0,0-3 7 0,-7-2-8 16,15 2-5-16,-1-1 3 0,3-3-5 0,-2-3-8 15,1-5-2-15,-1 2-1 0,0 7 0 0,1-2-9 0,3-5 15 16,3-4-5-16,-4-2 10 0,-1-5 5 0,-4-3-3 15,0 1 3-15,3-19-4 0,-1-2-4 0,1-5-4 16,-1 2-3-16,0-3 1 0,-4 5-15 0,-2-1 11 16,-4 1-6-16,-1-3 6 0,-2 3-9 0,-1-3 3 15,3 3 3-15,13-1 2 0,-8 1 27 0,-4-5-8 16,-5-1 7-16,-2-4-7 0,0-3 11 0,-2 3 13 16,-3-4-4-16,-1 10 7 0,0 4 2 0,-1 6 3 15,0 3 3-15,-1 5-2 0,1 3-7 0,-1 2-4 0,5 5 1 16,1 3-1-16,2 2-6 0,-4-1-6 0,0-1-5 15,1 2 2-15,-1 2 5 0,0 0-11 0,0 2 8 16,-9 20-8-16,-1 17 8 0,4 2-2 0,7 0 1 16,3-4-1-16,3 2 2 0,3-2-2 0,1 0 0 0,3-1-1 15,-3-3 3-15,2 0-3 0,2 3 1 0,2-1-2 16,0 0-4-16,0 2 3 0,-1 1 0 0,-3-3 2 16,2 0 4-16,-2 0-6 0,1-5 0 0,-1 0-2 15,-2-8 1-15,1-3-13 0,-3-4-4 0,1-2-4 16,-2-6-28-16,-1-1-4 0,-3-5 2 0,2-1-8 15,4 4-48-15,-3-2-112 0,3-2-1 0</inkml:trace>
  <inkml:trace contextRef="#ctx0" brushRef="#br0" timeOffset="91020.82">18716 10625 1237 0,'0'0'37'0,"0"0"-1"0,0-2-27 15,0 1 4-15,0-1-22 0,0 2 5 0,2 0 4 16,0 0-2-16,1 0 2 0,16 0-4 0,11 2 7 16,5-1-3-16,2 3 4 0,4-2-9 0,9 0 4 0,0 0-6 15,2-2 1-15,4 0-35 0,-4 0-24 0,2 0-5 16,-2 0-9-16,3-2-55 0</inkml:trace>
  <inkml:trace contextRef="#ctx0" brushRef="#br0" timeOffset="91288.8">20036 10586 588 0,'0'0'66'0,"-2"0"-53"16,0-2 63-16,1 1-23 0,-1-1-32 0,0 0-7 15,0 0-1-15,0 2-4 0,0 0-12 0,0 0 0 16,2 0 6-16,0 0-3 0,2 0-9 0,0 0-25 16,2 0-11-16,0 0-4 0,7 0-37 0</inkml:trace>
  <inkml:trace contextRef="#ctx0" brushRef="#br0" timeOffset="91475.68">19921 10776 233 0,'-2'0'40'16,"0"2"54"-16,0-1-19 0,-1 3-15 0,-1 0 5 15,0 1-9-15,-5 8 3 0,4-1 5 0,1-1 2 0,2 0 1 16,2-2 1-16,0-3 0 0,0-3-4 0,2 1 4 16,2 0 7-16,10 5-23 0,16 0 11 0,2-7-17 15,3-2-10-15,4-7-28 0,4-4-8 0,3-2-6 16,4-2-45-16,6-2-35 0,5 2-15 0,0-1-25 0,3 1-248 15</inkml:trace>
  <inkml:trace contextRef="#ctx0" brushRef="#br0" timeOffset="91992.6">21271 10148 322 0,'0'-2'29'0,"-2"0"5"0,-2-9-16 0,-5-9-11 16,0-1-6-16,1 5-6 0,-1-1 8 0,-2 0 8 0,0 2 2 15,7 1 30-15,-7-1 32 0,3 2 0 0,-4 0 11 16,0 2 15-16,1-1-12 0,4 1 0 0,1 6-8 15,4-3-24-15,1 5-13 0,1 1-7 0,0 0-1 16,0 0-27-16,-2-2-5 0,0 1-3 0,0 1 1 16,2 0 1-16,0 0-1 0,2 2 4 0,0 0-4 15,0 2 7-15,1 0 0 0,14 22 0 0,-4 9-1 0,5 3-5 16,-6 6-1-16,-3 3-2 0,8 1 2 0,-14 1 2 16,7-1 4-16,4 1-3 0,-4-5 3 0,3-1-6 15,5-7 2-15,-10-3 6 0,1-7-3 0,-2 2 7 0,-3-7-9 16,2-1 1-16,-4-3-3 0,-1-4 14 0,1 2 0 15,2-7-1-15,-2-2 1 0,0-1 3 0,0 1 2 16,-1 0 1-16,1-2-1 0,-2-1-6 0,0 1-7 16,0 0 2-16,-2-2-5 0,1 0-5 0,-1-2 2 15,-2-1-1-15,-2-14 2 0,-3-11 3 0,2-5 2 16,3-1 0-16,-18-7 0 0,11 4 2 0,7-5-3 16,4-5 2-16,2 3-1 0,1-3 1 0,9 4 2 15,1 6-4-15,3 4 3 0,3 3-9 0,-17 4 0 0,26 6 0 16,1 1 0-16,1 2-6 0,3 6 0 0,1 2 0 15,1 0 1-15,0 1 1 0,4 3 2 0,-1 1-4 16,-3 2 1-16,-2 0-26 0,-3-16-18 0,2 7-2 0,1 3-6 16,-2 6-16-16,8 2-154 0,-5 4-34 0</inkml:trace>
  <inkml:trace contextRef="#ctx0" brushRef="#br0" timeOffset="92330.68">22069 10495 1052 0,'-2'0'108'0,"1"0"-137"15,-3 0 118-15,-5 0-62 0,-19 0-25 0,4 4 3 16,1 4 0-16,7-1 0 0,-5 4-4 0,3 2-2 16,6-9 4-16,3 14-3 0,5-3 5 0,-7 0-6 15,6-6 0-15,1 1 0 0,4-3 21 0,0 0 2 16,0-1 8-16,2 0-4 0,-2-5 26 0,2-1 3 15,24 17-6-15,-2-6 2 0,2-3-25 0,0-6 3 16,2-2-2-16,0-2 3 0,3-2-2 0,-5-2-2 0,-2 1 5 16,-5-3-3-16,-1-1 4 0,-5 2-7 15,0-3-4-15,-5 7 0 0,-6-18-7 0,0 1-1 0,-1-2-2 16,14-1 1-16,-4-3-5 0,-7-1-9 0,-4-9 1 16,-4 7-6-16,-3-1-15 0,-2-2-13 0,1 10-5 15,-5-10-3-15,0 8-19 0,4 8-24 0,-6-5-12 0,10 12-12 16,-1 1-104-16,-1-1-73 0</inkml:trace>
  <inkml:trace contextRef="#ctx0" brushRef="#br0" timeOffset="92706.88">22948 9842 1086 0,'0'-2'106'0,"0"-2"-133"16,-4-24 119-16,0 1-63 0,0 4-15 0,1 3-10 16,-1-1 3-16,-3 1-6 0,1 1-1 0,2 3 8 15,1 5 2-15,1-1 2 0,0 7 5 0,2 1 2 16,-2-3 1-16,0 3 1 0,0 0 4 0,0 1-12 0,1 1-4 16,-1 0-2-16,0 0-9 0,0 0 29 0,0 2-8 15,0 2 14-15,0 0-21 0,1 7 6 0,-5 21-4 16,2 0 3-16,2 3-14 0,1 0 1 0,1 5-1 15,0 4 2-15,0 5-2 0,0 1-2 0,0 4 2 0,-2 4-1 16,2-4 2-16,3 5-5 0,1-1 0 0,0-4-1 16,0 2 10-16,-1-12-8 0,-1-1 4 0,0-9-5 15,2-4 3-15,-1-4 0 0,1-4 1 0,-2-1 1 16,0-4 5-16,0-2-9 0,0-2 0 0,-1-2-4 16,1-2-8-16,0-1-29 0,-2-4 7 0,0 0-14 15,2 1-2-15,0 1 11 0,2-2-15 0,-1 0 9 16,1-2-56-16,2 0-1 0,1-2-3 0,4-5 3 0,-3-6-17 15,-1-15-25-15,2-9-35 0</inkml:trace>
  <inkml:trace contextRef="#ctx0" brushRef="#br0" timeOffset="92930.14">23207 9723 183 0,'2'-4'65'0,"4"-20"70"0,3-7-20 0,-3 6 13 16,-3 3-7-16,1 4 9 0,-2 3-25 0,-2 4-23 15,0 7-6-15,0 0-6 0,0 0-36 0,0 3-26 16,0-1 3-16,0 0-9 0,0 2 19 0,0 0-3 15,0 2-3-15,0 7-1 0,2 24-14 0,0 5 5 16,-2-3 7-16,0 4-3 0,2 2 6 0,-1 1-10 16,3 3-1-16,0 3 0 0,-2 2 6 0,1 0-9 0,1 8 8 15,0 1-8-15,0-3 10 0,-1 0-8 0,-1-2 3 16,0-10-4-16,0 5 12 0,0-10-4 0,1-2-4 16,-1-8-1-16,2-1-13 0,-2-7-17 0,0-3-10 0,0-1-5 15,-1-4-57-15,3-4-69 0,0-1-26 0</inkml:trace>
  <inkml:trace contextRef="#ctx0" brushRef="#br0" timeOffset="93555.14">23932 9678 1189 0,'0'-1'31'0,"0"-1"-7"0,0 0-28 15,0 0 14-15,0 0-30 0,0 2 15 0,0 0 3 16,0 2 3-16,0 7-1 0,-2 23-2 0,-2 5 2 16,2 2 1-16,0 2 1 0,0 3-4 0,2 1 6 15,0 3 0-15,0 2 4 0,0 4-1 0,0-6 2 16,0 1-2-16,0-7 2 0,0-3-2 0,0-1 3 16,0-3-4-16,0-5 4 0,0-8-3 0,0-4 3 0,0-3-6 15,0-5 4-15,0-3-11 0,-1 0 3 0,-1-3 3 16,0 0 0-16,0 0 4 0,0-3-6 0,-2 1 2 15,1-2-3-15,-7-3-2 0,3-3-3 0,0-13 3 16,1-16-2-16,-1-4 5 0,5-2-5 0,-2-7 0 0,-22-2-4 16,15 2-7-16,7-3 5 0,4 1 1 0,4 2 3 15,3 3 6-15,4 1 0 0,1 3-4 0,1 2 4 16,1 2-3-16,1 4 9 0,4-3-2 0,-1 3 4 16,1-2-9-16,-17 5 8 0,20 0-1 0,2 6 5 15,0 5-9-15,1 1 4 0,1 5 1 0,0 2 1 16,3 1-2-16,3 9 3 0,-4-18-1 0,0 8 2 0,-4 5-4 15,-4 4-1-15,1 2-2 0,-7 2 1 0,-1 4-4 16,-1 1 4-16,-9-3-2 0,14 20 5 0,-4 8 9 0,-9-4-3 16,-6 1 8-16,-6-3-7 0,-6-3 6 0,-3 1-10 15,-18-4-6-15,-4 1 0 0,3-5-5 0,1 1 9 16,2-2-1-16,3 0 5 0,-2 0-9 0,8-1 9 16,2 1-6-16,1 0 6 0,7-2-5 0,-1 2-7 15,0 0 4-15,4 0-5 0,0-2 6 0,3 0-8 16,4 0 3-16,3 0-5 0,-1 1 5 0,-8-1 17 15,3-1-2-15,1 2 7 0,3-2-3 0,1 1-7 16,2 0-4-16,2-4 0 0,1 6 1 0,3-4-1 0,1-2 3 16,8 0-3-16,13-3 2 0,4-2-5 0,-1-1 4 15,5 1-6-15,-3-2-10 0,0 2-11 0,5-2-8 16,-5 18 1-16,2-7-19 0,-1-7-8 0,-1-3 5 16,-1-3-7-16,-1-2-8 0,3 1-28 0,-5-5-1 0,3 0-11 15,-2-1-40-15,-3-2-51 0,-1-1-22 0</inkml:trace>
  <inkml:trace contextRef="#ctx0" brushRef="#br0" timeOffset="93919.68">24667 9920 768 0,'0'0'59'0,"0"0"-2"16,0-2-2-16,0 0 1 0,-2 0-23 0,0 0-13 16,0 0 8-16,0 1-7 0,1-1 7 0,1 0-10 15,0 2 3-15,0 0-4 0,0 0 4 0,-2 0-8 0,2 0 2 16,0 0 0-16,-2 0 1 0,0 2 3 0,0 1 6 15,0 7-1-15,-3 16 2 0,-3 3-7 0,-1 7 0 16,-2 1-6-16,-4 4 3 0,0 0-16 0,-3-1 9 16,-1 3-3-16,0-4 4 0,1-2-1 0,-1-3-1 15,1-3 8-15,5-7-5 0,-2 1 12 0,6-9-6 16,-1-1 1-16,3-4-2 0,1 0 7 0,1 1-14 16,-1-3 7-16,2-2-9 0,3-1 8 0,-1-1-8 0,2-1 3 15,0 0-4-15,0 0 0 0,0-1 8 0,2 1-1 16,-1 0 4-16,11 3-3 0,17 4-4 0,5-5-1 15,1-6 0-15,4 0-1 0,-4-4-2 0,-1-2 1 16,1-1-1-16,0 0-3 0,-1 1 2 0,1-1-5 0,0 1 3 16,2-1-1-16,-5 1-10 0,-6 2 2 0,-4 1-7 15,-1-1-11-15,-6 2-14 0,-1 0-3 0,-8 2-7 16,-2 0-35-16,-2-2-239 0</inkml:trace>
  <inkml:trace contextRef="#ctx0" brushRef="#br0" timeOffset="94443.25">19756 10427 605 0,'-2'-2'64'0,"0"0"-8"0,0-2 26 15,-1 1 3-15,-1-1-19 0,-5-2-20 0,5 3-12 16,0 1 6-16,0-2-9 0,3 0-1 0,-1 1-10 15,2-1 8-15,0 0-7 0,2 0 16 0,1 1-6 16,21-12 0-16,23-4 1 0,7 3 19 0,-2 3-13 16,1 1 6-16,1 5-9 0,2 0-3 0,-2 1-15 15,2 0 3-15,-3-1-6 0,5 3-5 0,-4 2-8 16,-11 2 1-16,5 2-2 0,-11 0 0 0,-9 0-6 16,7 2-9-16,-16-1 3 0,-3 1-13 0,-1 0-7 0,-4 0-5 15,-3-3-1-15,-1 3-17 0,-5-4-63 0,2 4-35 16,3 9-18-16,-3 2-189 0</inkml:trace>
  <inkml:trace contextRef="#ctx0" brushRef="#br0" timeOffset="94663.01">19559 10924 1181 0,'0'-2'35'15,"0"1"-21"-15,0-1 27 0,0 0-9 0,0 0-45 0,0 0 6 16,2 0 1-16,2 0 3 0,9-5 8 0,27-8-4 16,1 6 1-16,11 0-2 0,6-1-3 0,7 3-3 15,7-2-11-15,-1-1 2 0,3-1-55 0,0 2-54 16,2 0-112-16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18T05:38:21.1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3363 13948 256 0,'0'0'-19'0,"0"0"23"0,0 0 29 0,0-2 8 0,0 1 35 15,0-1-3-15,0 0-21 0,0 1-2 0,0-1-6 16,0 0-19-16,0 1-5 0,0-1 0 0,0 0-3 16,-1 1 2-16,1-1 7 0,-2-1 4 0,0-1 0 15,1 1 7-15,-1 0 2 0,2 0-1 0,0-1 1 16,0 1 3-16,0 0-10 0,0-4-3 0,0 0-4 15,0-1-1-15,0 0 0 0,0 1 11 0,0-1-8 0,0 1 7 16,0 1-2-16,0-2-9 0,0 3 6 0,0-2-9 16,0 0 5-16,0 2-8 0,0 1 5 0,0-1-22 15,0 1 7-15,0-1 2 0,0 2 1 0,0 1-2 16,0 1-4-16,0-1 3 0,0-1-4 0,0-1 3 0,0 1 1 16,0 0-4-16,0 1 4 0,0 1-5 0,0-1-1 15,0 0 0-15,0 1-1 0,0-1 2 0,0 0-2 16,0 1 0-16,0-1-1 0,0 0 1 0,0 2 2 15,0 0-2-15,0 0 4 0,0 0 5 0,0 0-5 16,-2 0 5-16,1 2-6 0,-1 0 1 0,1-1-1 16,-1 1-1-16,0 0 1 0,1 1-4 0,-1 0 6 15,2-1-6-15,-3 9 6 0,1-1-8 0,0 2 5 0,1 1-2 16,-1-1 4-16,-1 3-9 0,1-1 5 0,0 1 0 16,1 3 2-16,-1 1 1 0,-1 0-5 0,0 5 5 15,-1-1-6-15,1 1 5 0,0 3-3 0,-1-4 2 16,1 3-1-16,0-1 7 0,-1-5-4 0,1 5-4 15,1-7 1-15,1 3 0 0,-1 4-1 0,0-7 3 0,1 7-2 16,1-3 6-16,0-1-5 0,0-1 1 0,0-2-2 16,0 2-4-16,1 0 8 0,1 1-4 0,0 2 7 15,-1-1-12-15,1-1 5 0,1 1 0 0,-1-1 1 16,0 2 3-16,-1 5-4 0,1 0-2 0,-2 2 1 16,0 0 5-16,0 0 1 0,0 1 0 0,0-1 0 15,-2-1-1-15,1-1-7 0,1-1 5 0,0-1-5 0,0 1 8 16,0-6-3-16,0 1-1 0,1-3-1 0,1 0-2 15,1 2 0-15,1 1 2 0,-1-1 0 0,0 1 5 16,1-1-6-16,-1-1 0 0,0 1-1 0,0-1 3 0,-1 3 3 16,0-1-1-16,-1-1-1 0,1 1-5 0,-2-1 5 15,0 1-2-15,0-1 3 0,0 4-1 0,0 0 0 16,0 3-3-16,0 1 1 0,0 1-5 0,-2 2 10 16,1 2-5-16,-3 3 6 0,1 1-7 0,0 1-2 15,0-1 5-15,-1 0-3 0,1 0 6 0,0-2-4 16,-1 4 0-16,1 0-2 0,1-2-7 0,1 0 10 15,-1-5-3-15,2 0 4 0,0 0 0 0,0 1-3 16,0-1 4-16,0 2-4 0,0 0 0 0,0 1-4 16,-2 2 3-16,1 3-3 0,1-1 11 0,-2 5-10 15,2-6 7-15,0 1-7 0,0 0 11 0,0-6-7 0,0 3 0 16,0-4-1-16,0-2 0 0,0-1 2 0,0-2-1 16,0 0 2-16,0 0-5 0,0 2 3 0,0 1-2 0,2 0 2 15,-2 2 0-15,0 4-2 0,1-1 5 0,1 4-4 16,-2-2 7-16,0 1-5 0,0 1-1 0,0-4 0 15,0 2 1-15,0-3 2 0,0 0-5 0,-2-1 2 16,-1-1 2-16,0 0-3 0,-1-3 4 0,1-2-4 16,0-1-4-16,0 1 5 0,-1-3-2 0,3-1 2 15,-1 3-1-15,0-1 0 0,1 1 3 0,-1-3-1 16,2-1-2-16,0-1 0 0,0-2 0 0,0-4-1 0,0-1-2 16,2 2 2-16,-1-4-2 0,1 0 3 0,0-1 9 15,-1-2-8-15,1-1 2 0,0 0-3 0,-1-1-3 16,-1-1 5-16,2 2 2 0,0 0 1 0,-1 2-1 0,1 1-4 15,-1-6-21-15,1 3-2 0,0-3-142 0</inkml:trace>
  <inkml:trace contextRef="#ctx0" brushRef="#br0" timeOffset="1">3322 17786 120 0,'0'0'23'0,"0"0"0"16,0 0 12-16,0 0-2 0,0 0-1 0,0 0 5 15,0 0 7-15,0 0 6 0,0 0 1 0,0 0 24 16,0 0 8-16,-2 0-8 0,1 0 6 0,-1 0-23 16,1 0-5-16,-1 0 0 0,0 0-1 0,1 0-3 0,-1 0 1 15,0 0-1-15,1 0 1 0,-1-2 2 0,0 1-9 16,1-1-2-16,-1 0-3 0,0 1-4 0,1-1-3 16,-1 0 0-16,0 1-2 0,1-1-3 0,-1 0-10 15,0 1 4-15,1 1-6 0,-1 0 10 0,0-2-8 16,1 2 3-16,-1 0-4 0,1 0 6 0,-1 0-9 15,0 0 4-15,1 0-5 0,-1 0-1 0,0 0 0 16,1 0-2-16,-1-1 1 0,0 1 2 0,1 0-11 0,-1 0 0 16,0 0-2-16,1 0 5 0,1 0-1 0,0 0 0 15,0 0-2-15,0 0-4 0,0-2 4 0,1 2 3 16,1-2 0-16,0 2-2 0,-1-1 5 0,3-1-5 16,1 2 5-16,9-3-3 0,1 1-1 0,3 0 4 0,2 1-2 15,0-1-3-15,3 0 5 0,4 1-8 0,-1-1 6 16,4 0-3-16,-2 2-6 0,-2 0 5 0,2 0-5 15,0 0 6-15,5 0 6 0,-5 0-8 0,2 0 4 16,-2 0-8-16,-3 0 4 0,1 0 4 0,1 0-3 16,2 0 1-16,1 0 3 0,3 0-4 0,0 0 6 15,0 0-2-15,5 0-4 0,3 0 2 0,4 0-4 16,1 0 2-16,-1 0 7 0,-1 0-5 0,-1 0 5 0,2 0-10 16,-1 0 3-16,-1 0-3 0,-2 0 4 0,-1-1 3 15,1 1-3-15,2 0 1 0,2-2-2 0,1 0-6 16,8-1 9-16,-1 0-3 0,5 0 4 0,0-1-8 15,1 1 2-15,-4 0 1 0,-3-1 1 0,0 3 6 0,-9-1-2 16,6-1-1-16,-1-1-2 0,-2 1-9 0,5 0 9 16,4-1 0-16,3 3 4 0,3-1-2 0,3 1-5 15,-3-3-1-15,-2 1-2 0,-1 1 3 0,-5 1 6 16,0-1-3-16,-2 0 4 0,5 1-13 0,-1-1 5 16,4 0 3-16,9 2 0 0,-4 0 0 0,7 0 3 15,-3 0-6-15,-9 0 5 0,2 0 2 0,-6 0-5 16,1 0 5-16,3 0-5 0,1 0 5 0,7 0-5 15,4-1-3-15,0-1 0 0,5 0 4 0,-7 1 0 0,-1-3 2 16,-4 1-2-16,-4 0 2 0,-1 0-2 0,6-1 6 16,1 1-5-16,3 1 5 0,4 1-9 0,-1-1 0 15,-1 0-3-15,-3 1 10 0,-9-1-4 0,-4 0 1 16,1 1-1-16,-3-1 5 0,3 2-6 0,2 0 4 0,4 0-4 16,-2 0 6-16,-3 0-5 0,-2 0-3 0,-9 0-1 15,4 0-2-15,-6 0 5 0,-4 0 2 0,-7 0 0 16,-2 0 2-16,-1 0 3 0,0 2-5 0,-2-1 4 15,-4 1-10-15,-1 1 0 0,1 1-48 0,-3-1-4 16,0 2-348-16</inkml:trace>
  <inkml:trace contextRef="#ctx0" brushRef="#br1" timeOffset="2">3372 17649 256 0,'0'0'-62'0,"0"0"33"0,0 0-19 16,0 0 4-16,0 0 44 0,0 0 0 0,0 0 4 16,0 0-9-16,0 0 8 0,0 0 0 0,0 0-5 15,0 0 9-15,0 0-7 0,0 0 36 0,0 0 15 16,0 0 3-16,0 0 2 0,0 0-5 0,0 0-1 0,-2 0-1 15,0 0 2-15,1 0 7 0,-1 0-6 0,0 0 1 16,1 0-5-16,-1 0-11 0,2 0-5 0,-2 0-2 16,1 0-1-16,-1 0-7 0,0 0-1 0,1 0-6 0,-1 0 3 15,1 0-10-15,-1 0 7 0,0 0-3 0,1 0 4 16,-1 0-5-16,0 0-6 0,1 0 6 0,-1 0-7 16,0 0-2-16,1 0-3 0,-1 0-1 0,0 0 0 15,1 0 0-15,-1 0 2 0,0 0 0 0,1 0 1 16,-1 0-1-16,2 0-1 0,0 0-3 0,0 0 2 15,0 0 4-15,0 0 17 0,0 0-1 0,0 0 9 0,0 0 10 16,0 0-16-16,0 0-2 0,0 0-6 0,0 0-8 16,-2 0-3-16,1 0 7 0,-1 0-7 0,1 0 0 15,-1 0 3-15,0 0-5 0,1 0 3 0,-1 0-3 16,0 0 5-16,1 2-4 0,-1-1 5 0,0 1-2 0,1 0-8 16,-1-1 8-16,0 1-9 0,2-1 6 0,0 1-3 15,0 0 5-15,0-1-3 0,0 1 2 0,0 0 5 16,0-1-6-16,0 1 5 0,0 0-7 0,0-1 5 15,0 1 3-15,0 0 2 0,0-1 0 0,-1 1 6 16,1 0-5-16,-2-1 6 0,2 3-6 0,-2-1-4 16,1 0 2-16,-1 0-2 0,0 1 3 0,1-1 6 15,1 0-7-15,-2 4 7 0,0 0 6 0,1 1 3 16,-1-2-1-16,1 1-1 0,-1-2-4 0,2-3-2 0,-2 1 1 16,1 2-3-16,-1-2-8 0,0 1 2 0,1 0 0 15,-1 0 2-15,-1 2 1 0,3-4-4 0,-2 3 1 16,0-2-1-16,1 1 3 0,-1 1 1 0,0-2 3 15,2-2-1-15,0 1 6 0,-1 1-6 0,-1 1-3 0,0-1 1 16,1 0 6-16,-1-1 4 0,1 0 1 0,-1-1-2 16,0 1-7-16,1 0-6 0,-1-1 1 0,0 1-2 15,1 0-3-15,1-1-1 0,0 1 4 0,0 0-2 16,0-1 8-16,0 1-7 0,0-2 0 0,-2 0-1 16,0 0 8-16,2 0 5 0,-1 0-3 0,1 0 2 15,-2 0-1-15,2 0-7 0,0-2 8 0,-2 1-9 0,2-1 1 16,-1 0 3-16,1 1-6 0,0-1 6 0,0 0-1 15,0-1-1-15,0 0 2 0,0-1-2 0,0-2 4 16,0-4-5-16,0 3-2 0,0-1-1 0,0 0-5 16,0-2 5-16,0 0-3 0,0 0 4 0,0 2-3 0,0-1-1 15,1 0 4-15,1 0-5 0,0-1 0 0,-1 0 3 16,1 2-2-16,0 0 3 0,-1-2-7 0,1 0 2 16,0 0-1-16,-1 0 1 0,1-1 1 0,0 1 4 15,-1-2-4-15,1 1 4 0,-1-1-1 0,1 1-12 16,0-1 9-16,-1 2-9 0,1-1 15 0,1-1-6 15,1 2 1-15,-1-1-2 0,0 1-4 0,-1 1 4 16,1-2 0-16,1 3 2 0,-1-2-1 0,0 0 3 16,2-3-5-16,0 1 3 0,0-1 0 0,0 0-5 0,0-1 3 15,0 1-4-15,0 0 2 0,0 0 2 0,0-2-1 16,0 0 1-16,0-2 4 0,0 4-4 0,0 0 5 16,-2 2-5-16,2-4-4 0,0 0 8 0,0-2-6 15,0 1 6-15,1-1-7 0,-1 2 5 0,0-1-2 0,-2 3 4 16,1-1-2-16,-1-2 0 0,0-1 4 0,1 1-3 15,-1 1 4-15,0-1-2 0,-1 1-5 0,1-2 3 16,-1 2-6-16,-1 0 4 0,1 1 2 0,0 2 1 16,1-1-3-16,0 0-1 0,1 1 2 0,-1-3-2 15,2 4 1-15,0-1 1 0,1-1-1 0,-1 3 2 16,0-2-2-16,0 1-2 0,0-1 1 0,0 1 0 0,0-1 0 16,0 1 1-16,-2-1-2 0,1-1 1 0,-1 1 5 15,0-1-4-15,2 0 3 0,0 1-4 0,0-1 0 16,0 0-3-16,0-2 3 0,-2 2-1 0,1 1 1 15,-1-1 0-15,0-2-1 0,2 0 0 0,-1-1 2 0,-1 1-1 16,0 2 0-16,0-4-1 0,1 4 7 0,1-2-8 16,-2 2 2-16,2 0-3 0,0-4 3 0,0 1 4 15,0-1-4-15,0-1 2 0,0 3-2 0,0 2 1 16,1-4 3-16,-1 1-3 0,0 1 0 0,2-2-3 16,-4 6 3-16,0 1-3 0,2-2 3 0,0 2 1 15,0-1-5-15,-1 1 3 0,0 0-4 0,1-1 5 16,0 1 1-16,-1 1 1 0,1-1-2 0,-2 1-4 0,2-1 6 15,0 0-4-15,0 0 2 0,0-2-2 0,1-1 0 16,1 1 0-16,0-1-1 0,-1 2 5 0,1-1-7 16,-1-1 8-16,-1 1-4 0,2-1 0 0,0 0 4 15,-3 1-3-15,3 1 1 0,0-1-2 0,-1-1 2 16,-1 2-2-16,0-1-2 0,0 0 2 0,0 2-6 0,2-3 5 16,-2 3 1-16,0 0-1 0,0 1 2 0,3-6-2 15,-3 3 5-15,1-1-6 0,1-2 4 0,-2 3-4 16,3-2 8-16,-3 4-10 0,2-4 6 0,-1 3-6 15,-1 3 11-15,0-4-10 0,0 1 2 0,0 1-5 16,0-2 6-16,-2 5 3 0,1 1-5 0,-1 1 4 16,2-2-8-16,2-1 3 0,-3 1 2 0,0 1 1 0,2-2 3 15,3 1-4-15,-1 0 1 0,2 1-4 0,1-1 4 16,-1-1 0-16,0-2-1 0,2 5 0 0,-2-5 0 16,-1 2-1-16,3 1 3 0,-4-1-1 0,4 1 9 0,-2 1-11 15,-4-1 2-15,4-1-4 0,0 0 6 0,2 1-6 16,1 0 4-16,-2 1-4 0,3-1 14 0,-3 1-10 15,-1-3 1-15,0 4-3 0,-2-3 5 0,4 0-4 16,-2 1 1-16,3 1-2 0,-2-1 6 0,1-1-4 16,3 1 0-16,-4-1-2 0,6 1-7 0,-2-1 11 15,1 2-4-15,-4-1 5 0,-2 0-4 0,3 1-1 16,-5-1-1-16,5 2 0 0,-3 0 7 0,0 2-8 16,2 0 8-16,-4-1-8 0,0 3 4 0,-1-1 2 0,1-1-5 15,-3 1 3-15,5-1-6 0,-2 1 6 0,0 0 2 16,2 1 1-16,-1-1 0 0,2 0-5 0,-1 1 1 15,0-1-3-15,2 0-1 0,-3-1 8 0,5 2-6 16,-1-4 5-16,0 1-5 0,4 1 1 0,1 0 3 16,0-1-1-16,2 1 1 0,-2 1 2 0,0-1-4 0,2 0 3 15,-2 0-1-15,0-1-5 0,0 1 7 0,0 1-6 16,1-1 8-16,2-12-7 0,-1 5 0 0,-2 4-2 16,0 1 3-16,2 0 2 0,0 0-1 0,1 0 2 15,1 0-2-15,-1 1 1 0,-1 1-1 0,1-2 0 16,-1 0 0-16,-2 0-1 0,1 0 0 0,-1 0 1 15,0 0-3-15,0 1 3 0,0-1 0 0,2 0 1 16,-2 1-3-16,0 1 2 0,4-2-2 0,-4 2 2 0,3-1 3 16,-1 1-2-16,0 0 1 0,1 1-2 0,2-1-4 15,2 0 3-15,3-1-1 0,-1-1 2 0,-1 2-1 0,-1 0 1 16,1-1 0-16,-3 3-1 0,0-3 1 0,2 1 2 16,-2 0-4-16,2 1 2 0,3 1-3 0,-1 1 4 15,-4 0 2-15,0 0-1 0,-3 0-6 0,1 0 2 16,-1 0 1-16,-2 0 1 0,3-2 4 0,-2 0-4 15,0 1 0-15,1-1-1 0,2 0 4 0,-1 1-3 16,4-1-3-16,0 0-1 0,1 1 2 0,-1-1-1 16,3 0 7-16,3 1-4 0,1-1 1 0,7-1 3 15,-6 1-8-15,3 0 5 0,2 2-6 0,-1 0 7 16,-3-1-1-16,3-2 3 0,-3 1-4 0,-6 0-4 0,4 1 3 16,-2-1-3-16,-1 0 6 0,1-1-3 0,1-2 3 15,2 2-2-15,0-1 6 0,5-1-7 0,2 0 2 16,-1 2-3-16,6 0-1 0,-2 0 3 0,-5 1-1 15,3-1 1-15,-5-1 1 0,2-1 2 0,5 2-4 0,-6 0 2 16,1 1-3-16,-5-1 2 0,0 1 3 0,0 0-1 16,1-1-4-16,1 2 2 0,-2-3-4 0,2 3 4 15,1-1 2-15,0-1-4 0,4 1 4 0,1 0-4 16,2 2 8-16,-2-1-6 0,2-1-2 0,-5 2-1 16,-2-2 3-16,2 1 1 0,-3-1 1 0,-4 2-1 15,2-2-4-15,-3 2 4 0,-2-1-1 0,4-1 2 0,-1 0-1 16,0 2-1-16,1 0-1 0,1 0-2 0,3 0-1 15,-3 0 4-15,5 0 1 0,-2 0 1 0,-8 0-1 0,5 0-1 16,-3 0 0-16,3-1-1 0,0 1 1 0,-5 0 4 16,2 0-6-16,-7 0 3 0,2 0-2 0,-2 0-3 15,-2 0 8-15,1 0-5 0,-1 0 4 0,1 0-5 16,1 0 1-16,-2 0-1 0,1 0 6 0,-1 0-7 16,1 0 3-16,1 0-4 0,0 0 6 0,0 0 1 15,-2 0-1-15,4 1 0 0,0-1 0 0,0 0 0 16,-1 0 0-16,3 2 0 0,-1 0 5 0,4 1-122 15,0 0-43-15</inkml:trace>
  <inkml:trace contextRef="#ctx0" brushRef="#br1" timeOffset="3">9340 17542 256 0,'0'0'43'0,"0"0"-20"0,0-2 15 15,0 0 10-15,0 1-21 0,0-1 8 0,0 0-18 16,0-1 3-16,0 0-11 0,0-1-9 0,0 1 20 16,0 0-7-16,0-1 11 0,0 1-5 0,1 0 14 15,-1 0-1-15,0-1 6 0,0 1-4 0,0 0-5 16,0-1-3-16,0 1-2 0,0 0-20 0,0-1 2 0,0 3 1 15,0-1 0-15,0-1 10 0,0 1 10 0,0 1-2 16,0-3 6-16,-1 1 6 0,-1 1 13 0,0-1 2 16,1 0 3-16,-1-1 1 0,0 1-22 0,2 1-7 0,-3-4-4 15,1 1-17-15,1 0 0 0,-1 2 6 0,2 1-6 16,0 0-3-16,0 1 7 0,0-1-2 0,-3-1 3 16,-1-1-11-16,3 1 4 0,-1 1-5 0,0 1 4 15,1-1-4-15,-1 0 1 0,1 1-3 0,-1-1 3 16,0 2-5-16,1 0 8 0,-1 0 1 0,0 2 2 15,1-1-3-15,-1 1-1 0,0 1 1 0,1 4-1 16,-3 10 0-16,3 1-2 0,-1 0 1 0,0 2-1 0,2 0-1 16,0 1 1-16,0-1 4 0,0 1-1 0,0 1 1 15,0 1-1-15,0-2-2 0,2 1 2 0,0 1 9 0,-1-2-6 16,1 1 0-16,0-1-2 0,-1-4 5 0,1 3 8 16,0 1 5-16,-1-4-1 0,1 2 5 0,0-4-3 15,-1-3-4-15,1 1 1 0,0-1-10 0,-1 1 11 16,1 0-2-16,-1-1 5 0,-1-4 3 0,0-5-1 15,0 1 2-15,0-3-1 0,0 2 5 0,0 1-8 16,2-1 1-16,0 0-5 0,-1-1-2 0,1 0 6 16,0-1 0-16,-1 1 2 0,3-2 3 0,-1 0-12 15,0-2-2-15,2-1-1 0,3-5-2 0,2-17-6 16,0 2 5-16,2-4-6 0,-2-1-1 0,1-1 1 0,1-3-4 16,-1 3 3-16,1-3-3 0,-2 1-1 0,0-1 2 15,0 3 0-15,1-3 4 0,-1 4-5 0,2 3 6 16,-1 2-4-16,-4 2 4 0,3 1-2 0,0 4 0 15,-5 1 0-15,5 1 3 0,-4 3-1 0,-1 1-4 0,-2 0 3 16,1 3 0-16,-3 1-6 0,4 3 4 0,2 1-4 16,-5-1-4-16,1 1 3 0,0-1-2 0,0-1 3 15,1 3-1-15,-1-1-1 0,0 0-10 0,1 1-1 16,-1-1-72-16,0 0-89 0,5 1-23 0,1 1-31 16,-3 0-168-16</inkml:trace>
  <inkml:trace contextRef="#ctx0" brushRef="#br1" timeOffset="4">9703 17935 186 0,'0'0'64'0,"0"0"-22"15,0 0 67-15,0-2-14 0,0 0-6 0,0 1-32 16,0-1 3-16,0 0-14 0,0 1-5 0,0-1 2 16,0-1-3-16,0-1 1 0,0 1-14 0,0 0-5 15,0 1 1-15,0 1 0 0,0-1 16 0,0 0 5 16,0 1-2-16,0-3 2 0,0 1-10 0,0 0-5 16,0-1-3-16,1 3-1 0,1-1-8 0,0 0-12 15,-2 1 4-15,0-1-6 0,0 0 9 0,0 1-9 0,0-1 1 16,0 1-4-16,0-1-1 0,0 0 1 0,0 1 3 15,0-1-1-15,0 0 5 0,0 1 8 0,1 1 5 16,-1-2-1-16,0 2 0 0,0 0 9 0,0 0-6 16,0 0 7-16,2 0-4 0,-2 0-4 0,0 0-1 0,2 0-1 15,-2 0-8-15,0 0 1 0,0 0-1 0,0 0 0 16,0 0-8-16,0 0-1 0,0 0 2 0,0 0-2 16,0 2-2-16,0-1-2 0,0 3-2 0,0-1 3 15,0 3 1-15,0 9 2 0,-2 3 2 0,2 2-1 16,0-2-3-16,0-1-1 0,0-2 1 0,0-2 0 15,-2 2 0-15,2 0 4 0,0 0-6 0,0 0 5 16,-1 1-12-16,-1-3 10 0,0 2-1 0,1 0 3 0,-4 1-3 16,1-1 0-16,-1 4 3 0,0-5-3 0,1 3 0 15,-1-2 1-15,0-2 1 0,0 0 1 0,0-1-1 16,1-4 10-16,-1 0-5 0,4-3 10 0,-1 0 11 0,1-2-6 16,-1 1 5-16,2-3-7 0,0 1-5 0,-2 1 17 15,1 1 3-15,-1-1 5 0,0 0 10 0,1-1-27 16,-1 0 0-16,0-1-8 0,1 1-1 0,-1-2-3 15,0 0-1-15,1 0-1 0,-1-2 1 0,0 1-5 16,2-1 4-16,0-1-5 0,0-1 8 0,-1-9-4 16,1 2-5-16,-2-4 3 0,2 0-4 0,0-2 0 15,0 1 5-15,2-2-4 0,1 1 1 0,0-1-1 16,1 1 1-16,-1 1 0 0,0-2 0 0,1 1 0 0,1-1-3 16,-1 0 2-16,1 1 4 0,-1 4-7 0,-1 0 3 15,0 3-4-15,2-1-3 0,-1 1 7 0,-3 5-6 16,1 0 5-16,-2 3-4 0,0 0-2 0,3-1 2 15,0 0-2-15,1-1 4 0,-1 3-7 0,-1 1 5 16,9-3-5-16,-1 3 10 0,-2 0-3 0,-1 0 3 0,5 1-3 16,-1 2-2-16,2 2 6 0,-1 0-5 0,-2 0 5 15,-4-1-11-15,3 2 3 0,-3-1 3 0,1 0 0 16,-1 0 4-16,1 5-1 0,-5 2-2 0,4-1 1 16,-1 1-3-16,-1-1 2 0,-1-1 4 0,5 0-1 15,-1 0 0-15,-2 0 0 0,-2-2-1 0,0 0 1 16,1 2 1-16,-3-1-3 0,-1-1 2 0,0-2-1 0,0 1-1 15,-1 0 5-15,-1-1-1 0,0 1 3 0,-1-1 2 16,0 1-4-16,-1 0-3 0,-14-1-1 0,5 1-5 16,-8-2 6-16,6 1 2 0,0 1 1 0,0-2-5 15,3 0 6-15,-7 0-7 0,5-2 4 0,-2 1-7 0,3-3 6 16,3 7 0-16,0-1 1 0,0-2-8 0,0-2 3 16,7-3 1-16,-2 2 0 0,2-2 5 0,-1 2-8 15,1-1 3-15,0 1-4 0,-1 0-1 0,3-1 5 16,-1 1-6-16,0 0 6 0,1-1-4 0,-1 1-2 15,0-1-1-15,1 1-2 0,-1 0-27 0,2-1-33 16,0 1-2-16,0 0-7 0,2-1 13 0,-1 1 5 16,3 0 6-16,-1-1-1 0,14 1 15 0,1-2 7 0,5-3 1 15,-2-4 2-15,4-3 11 0,5-1-6 0,-4-3 7 16,1 0-5-16,1-3 19 0,-5 15-2 0,3-19 5 16,-3-2-3-16,2 0 6 0,-4-2-1 0,3 0-2 15,-1-3 1-15,-2 0 9 0,-1-2 31 0,0 1-3 16,0 0 12-16,-2 5 5 0,0 2-20 0,-2 1 4 0,-2-1-13 15,-5 6-18-15,-2 4 35 0,0 4-12 0,-6 5 20 16,3-2-7-16,-3 1-21 0,1 1 5 0,-2 1-12 16,0 1-10-16,0-3 3 0,0 1-3 0,-2 1 4 15,1 1-3-15,-1 1-4 0,-1 0-1 0,-7 0-1 16,0 3 0-16,0 2 0 0,0 2 1 0,2-4 1 16,0 14 3-16,1-4-2 0,0 2-3 0,2-2 1 0,0-2-1 15,4 3 2-15,-1-5 0 0,0 3 0 0,-7 1-8 16,2 0 8-16,2 1-3 0,2-3 4 0,1-2-8 15,2-1 5-15,0-2-2 0,0 3 3 0,0-1 4 0,2-2-6 16,1 4 1-16,-1-3-5 0,3 3 1 0,-2-3 5 16,0-1 1-16,1 1 2 0,-1-2-2 0,0 0-4 15,4 1 0-15,1 1-1 0,0-2 4 0,-1 0 0 16,-1 0 0-16,-1-2-1 0,2 2 1 0,-4 0 5 16,1-2-5-16,-3 1 4 0,3 0-10 0,-3 0 5 15,1 1 1-15,1 0 1 0,-1-2 6 0,1 2-6 16,-1-2 4-16,-1 1-5 0,3 1 2 0,-1-1 1 15,-1 1 3-15,-1-1 0 0,1 1 3 0,0 0 6 0,-2 0-5 16,0 0 6-16,0 0-5 0,0-1 3 0,0 0-1 16,-2 1 1-16,-1 1 2 0,-1-1-3 0,1 0 4 15,-12 0-3-15,0 0 1 0,0 0 6 0,2 0-5 16,0 0 4-16,0-2-7 0,1 1-4 0,-1-1 4 16,2 0-4-16,1 1 6 0,0-3-16 0,2 2 1 15,1-1-4-15,0 1 6 0,4 1-3 0,-2-3 5 0,-2 3-5 16,3-3 1-16,-1 3-38 0,0-3-27 0,3-1-11 15,-1 2-159-15,-1 1-389 0</inkml:trace>
  <inkml:trace contextRef="#ctx0" brushRef="#br1" timeOffset="5">2560 13125 256 0,'0'0'115'0,"0"-1"-38"0,0-1 63 0,-2 1 11 15,0-1-76-15,1-1-9 0,-1-1-26 0,0 1 6 16,1 0-3-16,-1-1 0 0,0 1-2 0,1 0-11 16,-1-1 8-16,0 1-4 0,1 0 4 0,-1 0 1 15,1-1 0-15,-1 3-9 0,0-1-2 0,2 0-9 0,0 1 4 16,0-1-18-16,0 0 0 0,0 1 2 0,0-1-2 15,0 0-3-15,0 2-1 0,0 0 2 0,0 2-1 16,0 0 4-16,0 1-2 0,0 5-1 0,2 17-1 16,0 3-5-16,-1 3 4 0,-1 2 0 0,0 2 5 15,0-2 9-15,0 4-4 0,0 1 3 0,0-2-3 16,0 2 6-16,0-2-2 0,0-4-1 0,0-1 0 16,-1 0-5-16,-1-4 5 0,0-1-2 0,-1-1 3 0,0-4-7 15,-1-1 9-15,1-2-2 0,0-1 6 0,-2-2 3 16,1-4-10-16,-1 1 3 0,2-4-6 0,0-1 9 0,0-1-3 15,-2 1 0-15,3-4-2 0,-5-1 0 0,-1 0-4 16,2 2 10-16,-3 1-9 0,1 0 5 0,0 0-6 16,0-1-3-16,-4-1 1 0,4-1 1 0,-2-1-8 15,0 1 1-15,2-2-2 0,-2 0 14 0,0 0 4 16,-2 0 1-16,4 0-1 0,-7 0-2 0,7 0-6 16,3 0 2-16,2 0-4 0,-1 0-5 0,1 0-7 15,0 0-1-15,1 0-2 0,0 0 5 0,1 0-5 16,-1 0 3-16,1 0-2 0,1 0 5 0,0 0-1 15,0 0 0-15,1 0-1 0,1 0-7 0,1 0 5 0,0 0-2 16,14-2 5-16,-1 1 5 0,3-1 3 0,0 0-4 16,0 1 3-16,2-1-5 0,-1-1 2 0,0-1-1 15,1 1 0-15,1 1-5 0,-3 1 3 0,3-1 2 16,-6 0 1-16,2 1 3 0,-3 1-5 0,-1-2 2 0,-1 1-2 16,0-1 6-16,-3 0 0 0,1 1 0 0,-1-1 0 15,0 0-3-15,0-1 1 0,-2 0-3 0,1-1 2 16,-6 3-2-16,2-3 0 0,-4 4 5 0,3-9-5 15,1 0-7-15,3-1-74 0,-1 0 2 0,-2 2-31 16,-2 0-47-16,-1 0-96 0,-1-4-42 0</inkml:trace>
  <inkml:trace contextRef="#ctx0" brushRef="#br1" timeOffset="6">2431 13244 1015 0,'0'-1'44'0,"-2"-1"42"0,1 0 23 0,-1-1-34 16,0 0 0-16,2 1-14 0,-1-6-29 0,1-2-8 15,0 2-3-15,0-1 0 0,1 1 3 0,3 0 2 16,1 0-3-16,1-2 0 0,1 2-16 0,6-1-4 16,0 3 0-16,0 1-1 0,1 1 2 0,-3 3-3 0,1-7 0 15,-1 1-1-15,-3 4-6 0,2-1-64 0,0 3 4 16,-1 1-31-16,2 0-54 0,-1 1-89 0,-2 1-39 15</inkml:trace>
  <inkml:trace contextRef="#ctx0" brushRef="#br1" timeOffset="7">2850 13383 907 0,'0'0'44'16,"0"0"-5"-16,0 0 39 0,0 0-11 0,0 0 1 15,0 0-45-15,0 0-15 0,0 0 0 0,0 0-5 16,0 0-2-16,0 0 1 0,0 0 0 0,0 2 1 0,0-1 2 16,0 3 2-16,-2 6 11 0,-3 9-5 0,-1 6 16 15,1 2 6-15,2-1 1 0,-2 2 3 0,1-1 13 0,-1-1-11 16,-1-1 0-16,1-2-6 0,-2 0-10 0,2-5 4 16,0 2-3-16,0-2 3 0,2-3-4 0,0-2-9 15,0 0 3-15,-2-1-3 0,1-2 8 0,1-2-11 16,0 0 5-16,1-3-8 0,0 0-4 0,1-1 8 15,1-3-2-15,0 1 7 0,-2 1 12 0,0 1 7 16,1-1-4-16,-1-2 4 0,0 1-18 0,1 0-4 16,-1-2-5-16,1 0 1 0,-1-2-7 0,2 0 6 15,0-1-1-15,0-8 0 0,-2-9-7 0,2 0-5 16,0-3 6-16,0 0-4 0,2-2 7 0,0 0-7 0,-1 2 0 16,2 0-1-16,1 3 5 0,1-1-3 0,-2 4 2 15,0-1-3-15,2 1-1 0,0 1-3 0,0 1 1 16,0 2 1-16,0 0 1 0,0 4 0 0,-2 3-3 0,2-4 2 15,0 3-2-15,-1 2 1 0,0-1-3 0,5-1 3 16,-1 2 2-16,5-1-3 0,-3 1 1 0,2 1-2 16,-1 3 0-16,1 1 0 0,-1 0 5 0,4 1-3 15,-3 3 3-15,-1 1-4 0,1 1 0 0,-1 2-2 16,4 2 0-16,-5 10 6 0,0-2-4 0,0-3 5 16,-2 0-1-16,2 2-3 0,2-4 0 0,-4 5-1 15,0-5 3-15,-3 0 1 0,3 4 4 0,-1-4 0 0,0 2-1 16,-1-3-1-16,-1-1-2 0,-3 1 0 0,-1-1-3 15,1-1 6-15,6 0-1 0,-4-3 3 0,-1-1 4 16,-1 1 0-16,-1-1 6 0,1 3-3 0,-2-1 11 0,0-3-7 16,-2 3-2-16,1-5-1 0,-4 4-9 0,-5 0 1 15,-13-4 0-15,1 4 1 0,-3-2 5 0,-3 1-5 16,-1-1 3-16,-1-2-3 0,4 1 2 0,-4-1 3 16,7-1 1-16,0 1 1 0,-5 0 4 0,4-1-11 15,0 1 1-15,2-1-3 0,2 0 0 0,6-1-3 16,-1 2 3-16,1 1-3 0,1-3-5 0,2 3 5 15,-1-1-19-15,4 2 4 0,0 0-118 0,1 3-221 16,4 2-184-16</inkml:trace>
  <inkml:trace contextRef="#ctx0" brushRef="#br1" timeOffset="8">4073 15512 80 0,'0'0'39'0,"0"0"7"0,0 0 37 0,0 0 8 16,0 0-11-16,0 0-16 0,0 0-24 0,-2 0 9 15,1 0-12-15,-1 0 1 0,0 0-10 0,1 0 2 0,-1 0-3 16,0 0 9-16,1 0-6 0,-1 0 1 15,1 0-2-15,-1 0-6 0,0-2 6 0,1 1-9 0,-1-1 7 16,0 0-9-16,1 1 0 0,-1-1 8 0,0 0-6 16,1 1 9-16,-1-1 4 0,0 0 1 0,1 1 1 15,1-3-2-15,0 1-7 0,0 0 3 0,-2-1-3 16,2 1 5-16,-2 2 9 0,1-1-5 0,1 0 7 0,-2 1-6 16,0-1 1-16,1 0-5 0,-1 1 3 0,1-1-11 15,-1 0 6-15,0 1-4 0,1-1 4 0,-1 0-3 16,0 2-13-16,1 0 5 0,-1 0-9 0,0 0-3 0,1 0 2 15,-3 2-1-15,1 0 2 0,0-1-1 0,-1 1 2 16,1 0-4-16,0 1 4 0,0 0 3 0,-1 1-4 16,4-3 2-16,-3 4-4 0,-2 2-1 0,2-2-2 15,1 0-3-15,0-2 1 0,1 0-8 0,-1 2 6 16,2-1 0-16,-2 0 3 0,2 3-4 0,0-4 3 16,0 4-5-16,0 0 3 0,0-4-4 0,0 4 4 15,0-1 0-15,0 1 2 0,2 1-8 0,0-1 7 16,-1 1-1-16,1-3 5 0,0 1-4 0,-1-1-3 15,1 0 1-15,0 0 0 0,-1-1 1 0,-1-3 3 16,2 3-5-16,1-1 3 0,-1-3-5 0,9 5 3 0,-1-2 0 16,5 0 2-16,-3-3 1 0,-1 0 0 0,1-1 3 15,-2-3-3-15,-2 1-1 0,-1 0 4 0,1-4-6 16,-6 6 6-16,3-9 2 0,-2 0-5 0,5 0 6 0,-1-2-6 16,-1 1-3-16,-1 1 5 0,-1-2-5 0,-3 6 7 15,-1-4-6-15,0 3-1 0,0 1 2 0,0-1-2 16,0 0 0-16,0 2 1 0,0 2-1 0,-1 0 2 15,-1-1 5-15,2 3 3 0,0-1-1 0,-2 2 2 16,-3-3-2-16,0 0-4 0,-3-2 3 0,1 1-3 16,1 1 2-16,3 1-2 0,-2 1-2 0,-2-1 1 15,0 2-2-15,2 0 4 0,-3 0 0 0,3 0 0 0,0 0-6 16,2 0 5-16,-2 2-7 0,2-1 5 0,-1 1-3 16,-1 1 3-16,4 2 0 0,-2 3 1 0,-1 1-7 15,1-1 2-15,0-1 2 0,-1 3-1 0,3-1-1 0,-8 1 2 16,1 4-5-16,3-3 4 0,4-3-1 0,-1 1-5 15,2-3 8-15,0-1-6 0,0 0 4 0,0 0 0 16,0-3-1-16,0-1 1 0,3 3-4 0,1-1 7 16,5 4-5-16,6-1 5 0,-2-2-6 0,1-3 4 15,-3-1 3-15,-3 0 0 0,6-1-2 0,-4-1-2 16,3-1 1-16,-3-1-1 0,-9 4 7 0,8-5-6 16,-8 4 1-16,4-9-2 0,3 1 8 0,-6 0-8 0,3 2 6 15,0-1-6-15,-2 1 14 0,-3 4-8 0,2-2 1 16,-2 0-4-16,0 2-7 0,0-1 5 0,0 3 0 15,0-1 5-15,-2-1 4 0,1-1-3 0,-3 1-2 16,3 3 0-16,-11-5 1 0,2 3-8 0,4 2 7 16,-4 0-8-16,2 2 4 0,-2 1 4 0,0 2-9 0,5-1 7 15,0-3-2-15,1 13-2 0,3-5 1 0,-4-2-2 16,0 0-2-16,3-4 3 0,-1 4-2 0,1-4 2 16,2 0 3-16,0-1-2 0,0 1 0 0,0 0-2 15,0-1 3-15,2 0 3 0,0-1 1 0,-1 1-2 16,3-2 2-16,-1 0-5 0,0 0 6 0,0-2-6 15,1 1 6-15,-1-1 1 0,0-1-2 0,1-1 1 16,-1 1-2-16,-1 0-4 0,-2 1-7 0,0 1-5 0,0-1-74 16,0-1-111-16,0-1-32 0,0 3-46 0,-2-1-310 15</inkml:trace>
  <inkml:trace contextRef="#ctx0" brushRef="#br1" timeOffset="9">4027 12998 119 0,'0'0'107'0,"0"-1"-11"16,0-1 59-16,0 0-3 0,-2-1-21 0,1 0-39 16,-1-2-29-16,-1-7 0 0,-1 1-11 0,1 1-16 15,0-2-12-15,-1 1 1 0,3 1-6 0,-1 0-6 0,2 5 9 16,0-2 2-16,-2-1 4 0,2 3 19 0,-1-5-6 15,-1 4-1-15,2 1-2 0,0 0-12 0,0 3-11 16,-2-1-3-16,1-1-3 0,-1 1-9 0,1 1-7 16,-1 1 6-16,2-1-8 0,0 0 7 0,0 2 1 15,0 0 0-15,-2 2 0 0,2 0 3 0,0 1-6 16,-1 12 3-16,-3 6-4 0,3-1 12 0,-1-2-6 16,0 2 4-16,1 0-5 0,-1-2 8 0,0-1-6 15,1-1 2-15,-1-1-4 0,-1 2-1 0,1 1 4 0,-1-2-2 16,1 2 4-16,-1 2-2 0,0 3-3 0,-1 0 5 15,-1 2-3-15,2 0 1 0,0 0-11 0,-1 0-8 16,1-2-4-16,1 1-55 0,1 0-51 0,1-3-25 16,0 1-15-16,0-4-146 0</inkml:trace>
  <inkml:trace contextRef="#ctx0" brushRef="#br1" timeOffset="10">3977 14045 141 0,'0'0'75'0,"0"0"-2"0,0 0 69 16,0 0-5-16,0 0-37 0,0 0-31 0,0 0-2 15,0 0-14-15,0 0-36 0,0 0 9 0,0 0-2 0,0 0 5 16,0 0-12-16,0 2-5 0,0 0-7 0,0-1 4 16,0 1-9-16,0 1 0 0,0 6 4 0,0 9 0 15,0 0 1-15,0 3-2 0,-1-1-5 0,-1 2 2 16,0 2 2-16,1 1-5 0,-1 0 3 0,0 1-4 16,1 4 4-16,-1 0 0 0,0 4-5 0,1-4-1 0,-1 0-35 15,1 0-57-15,-3-1 0 0,1-1-25 0,1-1-51 16</inkml:trace>
  <inkml:trace contextRef="#ctx0" brushRef="#br1" timeOffset="11">4019 15715 69 0,'0'0'71'15,"0"0"-6"-15,0 2 72 0,1-1-8 0,1 3 3 0,-2-1-23 16,5 12-12-16,-2-4-7 0,0 3-3 0,1-5-34 16,-3 3-41-16,1 1-2 0,1 4-13 0,1 1-25 0,-3-2-21 15,1-2-2-15,1 1-10 0,-1-2-32 0,0 2-45 16,-1-1-5-16</inkml:trace>
  <inkml:trace contextRef="#ctx0" brushRef="#br1" timeOffset="12">4111 16357 242 0,'0'2'108'0,"0"0"-35"16,0 1 106-16,-5 22-23 0,2-9-59 0,-1 1-29 15,3-2-3-15,-1-4-10 0,1 4-27 0,-1 3-7 0,0-1-9 16,1 1 3-16,1 0-16 0,0 0-6 0,0-1-1 15,0 1 0-15,0-3-2 0,1 1-5 0,1 1-3 16,0-4-1-16,-1 2-7 0,-1-2-23 0,0 0 5 16,0 1-15-16,0-1-16 0,0-2-27 0,0 3-6 0,2-1-7 15,-2 0-14-15,1 4 11 0</inkml:trace>
  <inkml:trace contextRef="#ctx0" brushRef="#br1" timeOffset="13">4098 16950 60 0,'0'2'46'16,"0"0"-5"-16,0 1 61 0,0 15 7 0,0 7 1 15,0 0 2-15,0-1-7 0,0-2-9 0,0 1 5 16,0-3-29-16,0 1-18 0,1-3-14 0,3 2 1 15,-3 2-27-15,1-6-7 0,0 4 0 0,1-3-4 0,0-3-2 16,1 1-17-16,-1 0 5 0,0 0-12 0,1 2-11 16,-1 1 1-16,-2-2-3 0,1 2 4 0,0-3 2 15,-1 2 8-15,1-2 6 0,0 1 1 0,-2-1 13 0,0 2 0 16,0-4 0-16,-2 0 2 0,0 0 10 0,1 0-1 16,-1 1 7-16,0-1-2 0,1-2 18 0,-1 3-4 15,1-3-5-15,-1 2 3 0,0-1 1 0,1-1-9 16,-1 3 4-16,0-3-8 0,1 2-12 0,-1 1 9 15,0-1-3-15,1 2 4 0,1 0-5 0,0 1-7 16,0 2 3-16,0-4-2 0,0 4 6 0,0-3-2 16,0-1 5-16,0 3-1 0,0-1 17 0,0-2-2 15,0-3 0-15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4:55:56.67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2007 5050 1 0,'0'0'0'0,"0"0"14"0,0 0 8 16,0 0 21-16,0-2 8 0,0 0 0 0,0 0 1 0,0 0-23 15,-1 0 1-15,-1 0-8 0,0 1-11 0,0-1 8 16,-2 0-6-16,2 2 6 0,-9-2-2 0,-2 0-4 15,0 2-2-15,-2 0-2 0,1 0-4 0,1 2 2 16,-2 2 4-16,2-1-3 0,-2 5-9 0,0-1 10 16,0 3-9-16,0 1 11 0,-1-8-6 0,1 12-6 15,2 0 4-15,0 2-5 0,-2 1 16 0,2 1-9 16,-2 1 3-16,2-3-6 0,2 0 1 0,-2 1 1 0,0 1 7 16,0 5-3-16,0-3 7 0,5 1-8 0,-1 0-1 15,-2 0 0-15,2 1 1 0,-2-3 0 0,-1-1-7 16,-1-3 4-16,2 1-6 0,0 0 8 0,0-1-3 15,7-1 5-15,-5-4-4 0,5 1-1 0,1-3 8 0,-3 0-8 16,4 2 3-16,0 2-1 0,0-3-5 0,-5-1 5 16,1 0-2-16,3-1-1 0,-1 1-2 0,2 0 1 15,0 0 2-15,2 1 0 0,0-1 7 0,0-2-6 16,2 1-1-16,2-1 2 0,0 3-2 0,1-1 2 16,-1-2 5-16,1 3-5 0,3-1 0 0,-6 0-1 0,7 2 7 15,-2 0-10-15,1-1 7 0,3 1-7 0,-4 0 7 16,3-2-8-16,-1 2 3 0,-2 1-4 0,1-1 10 15,-1 2-5-15,-1 2-3 0,-1-1 0 0,1 1-2 16,0 6-4-16,-3-5 1 0,3 7-2 0,-2 1 11 0,-3-2-4 16,3 6 1-16,13-2-2 0,-4 0 2 0,-4 2-4 15,-1 1 2-15,-3 1-4 0,-1 0 3 0,0 1 4 16,-3-3 3-16,1 2-1 0,-2-2-6 0,0-4 1 16,0-4-5-16,0 1 5 0,0-3 0 0,0-1 1 15,-2 2 1-15,2-1-1 0,0-1-2 0,-1 2 6 16,1-1-5-16,0 1 3 0,0 1-9 0,0 2 6 15,0 3 3-15,0-3 0 0,0 4 0 0,0 0-3 16,0 4-1-16,0-1-1 0,1 3 5 0,-1 3-7 0,0 6 9 16,0 0-8-16,-1 1 10 0,-3 1-9 0,0-6 1 15,-1 2-4-15,-3-3 4 0,1-5 7 0,-3-3-4 16,1-2 5-16,2-4-7 0,-3 1-3 0,3-3 3 16,-2-1-1-16,-1-3 7 0,3-1-3 0,-4 2-3 0,3-6 1 15,-1 2-2-15,4 0-1 0,-8-2 4 0,-8 0-1 16,3 0 6-16,-5 0-2 0,1 1-1 0,4-1-1 15,-5-2-4-15,1 0 5 0,2 1-4 0,-3-3 6 16,5 2-5-16,1 1 0 0,-2-3 1 0,3-1 0 16,-3 1 4-16,2-1-6 0,1 1 5 0,1-1-6 0,0-1 4 15,0 1-3-15,4-4 0 0,0 1 0 0,3 1 8 16,3 0 1-16,-1-2-2 0,3-1 0 0,-1 1-12 16,0 0 6-16,0 2-1 0,1 0 4 0,-1-1 7 0,2-1-2 15,0 0 1-15,0 0-1 0,1 0-5 0,-1 0 12 16,2-1-9-16,0 1 8 0,0-2-12 0,2 0 10 15,-1 0 0-15,1 0 1 0,2 0-13 0,3 0 9 16,12 0-10-16,0-2 8 0,-3 2-11 0,-1 0 6 16,0 0 4-16,0 0-1 0,3-1 0 0,-5 1-11 15,-1 0 7-15,1 0-7 0,1 0 5 0,1 0 10 16,6 0-10-16,-1 0 9 0,-3 0-10 0,1 1 3 0,-1 1-1 16,0 0 2-16,0 0-4 0,-1 0 1 0,1 2-1 15,-4-3 2-15,4 3 8 0,-3 0-2 0,1 0 1 16,0-1-3-16,0 1-9 0,-2 2 3 0,0-1-1 15,0 3 2-15,-2-1 0 0,-2 0-2 0,1-3 1 0,-5 13-1 16,3 1 4-16,-1 1 3 0,-1 3-5 0,-1-1 4 16,1 5-5-16,-1 2 3 0,-1-4-2 0,15 4 1 15,-8-2-6-15,-2 5 3 0,-3 1 7 0,-4-3-3 16,-1 1 0-16,-1-6-2 0,0 2 0 0,0 0 0 16,0-4 4-16,0 3-7 0,0-1 4 0,0 0-3 0,0 0 6 15,0 2-4-15,0 4-3 0,0-1-1 0,0 1 4 16,0 2-1-16,0 1 3 0,0 2-2 0,0 1 0 15,0 6 0-15,0-1-1 0,0 4 2 0,0 1 5 0,0-3-4 16,0 0-3-16,0-6 1 0,0 2 0 16,0-4 0-16,0 2-4 0,0-2 2 0,-1-1-7 0,1-1 9 15,-2-1 4-15,0 1-1 0,0 3 1 0,0-1-7 16,0 2 3-16,0 4-4 0,1 2 5 0,1 5 5 16,0 2-6-16,0 6 5 0,0-1-6 0,0-3-2 15,0 4 1-15,0-4-2 0,0-6 2 0,0 1 4 16,0-10-2-16,0-2 3 0,0 2-2 0,0 1-1 15,0 1 2-15,0 0-2 0,0 3 0 0,1 3-3 0,1 3 4 16,0 4-3-16,0 2 1 0,0 9 1 0,0 0 0 16,0-2 0-16,-1-1 0 0,-1-6 2 0,0-4-2 15,0-4 3-15,0-1-7 0,0 1 7 0,0 1-3 16,0 1 4-16,0 4-10 0,2 4 9 0,-2 3-3 0,2 8 4 16,0 2-11-16,0 1 10 0,2 1-4 0,-1-8 5 15,1-4-4-15,0-7-1 0,-1-5 1 0,3-5 0 16,0 3 1-16,1 1 3 0,0 3-3 0,3-1 1 15,-1 4-12-15,0 0 10 0,2 7-2 0,2-1 5 16,0 1-3-16,2 1 0 0,0-7 0 0,2-2 0 16,3-7 3-16,1-5-3 0,-19-5 2 0,25-5 0 15,-1-3 8-15,2 0-9 0,-2-3 3 0,6-1-4 0,-1-2 12 16,5-1 33-16,-3-1-10 0,0 1 15 0,-1-2-30 16,-2-2-3-16,1-2-5 0,-1-2 2 0,2-2-9 0,-3 0 2 15,3-3 1-15,-1 1-1 0,5-1-9 0,-3-2 2 16,-1 1-3-16,1-1 2 0,-1 1-27 0,-6 5-344 15</inkml:trace>
  <inkml:trace contextRef="#ctx0" brushRef="#br0" timeOffset="32662.46">30729 12612 1 0,'0'0'0'0,"0"0"9"0,0-2 4 0,0 0 0 16,-2 0 0-16,2 1-10 0,0-3-3 0,0 0 10 0,0 0 0 15,0 1 6-15,-2-5 3 0,0 1 21 0,1-2-1 0,1 3 7 16,-2-1-8-16,0-1 5 0,2 3 0 0,-2-1 3 15,0 0 0-15,0 1-12 0,2 1-3 0,0 0-2 16,0 3-10-16,0-3 3 0,0 2-6 0,0-2 3 16,0 2-11-16,0 1 3 0,0-1 0 0,0 0 1 15,0 0 1-15,-2-2 6 0,1 1 2 0,-1-1 0 16,0 0-8-16,0 0 6 0,0 3-5 0,0-1 6 16,1 0-3-16,-1 0-3 0,-2 0-5 0,0 0 2 0,1 0-4 15,-1 1-8-15,2-1 6 0,0 0-7 0,0 2 2 16,0 0-4-16,1 0 4 0,-3 0-4 0,0 2 11 0,0 0-11 15,1-1 0-15,-1 3-2 0,4-2 10 0,-7 11-10 16,-1 6 4-16,4-5-6 0,1 5 16 0,1 0-8 16,0-1-1-16,2 6-5 0,0-3-1 0,2 8 3 15,3 1 8-15,1-2-4 0,1 2-2 0,1 1 6 16,-1 1-11-16,-1-2 10 0,1 3-11 0,-1-3 6 16,-1-2 2-16,1 1 0 0,0-1 0 0,-3-2 1 15,3-2 0-15,-3 0-1 0,3 0 7 0,-2-1-7 16,-1-1 1-16,1 0-3 0,0-1-2 0,-2-1 3 0,1-1 1 15,-1-3 0-15,0-1 6 0,0-4 0 0,0 1-1 16,2 1 0-16,-3-4-10 0,1 0 5 0,0-3-1 16,0-1 3-16,0 3 2 0,-2-5 6 0,0 1-7 0,0 0 6 15,0 0-12-15,0-3 2 0,0 1 8 0,2 2-3 16,0 0 14-16,-1-1 3 0,1-1-4 0,0 0 5 16,0 0-4-16,0 0-9 0,0 0 3 0,0-2-4 15,-1 0 5-15,1 0-5 0,0-2-7 0,0 0 2 16,0 0-6-16,0-2 11 0,7-12-4 0,0-5 5 15,1 1-9-15,-3-2 3 0,0 1 3 0,1-1-2 16,-1 1 3-16,1-3-7 0,-1 0 1 0,1 2-2 0,-1-2-1 16,0 0 6-16,1 0-4 0,-3-2 3 0,3 0-9 15,-3 0 6-15,3-2 1 0,-3 0 2 0,1 0 0 0,0-4-2 16,-1 3 3-16,1-1-4 0,-3 0-5 0,1 2 6 16,0 4 0-16,-2-2 4 0,0 4-1 0,-1 2-3 15,1-1-1-15,0 4-1 0,0 1-5 0,0 1 10 16,0 0-5-16,0 0 5 0,-1 2-5 0,1 4-4 15,0 0 3-15,0-1-4 0,0 3 4 0,-2 3 0 16,2-3 1-16,0 3-1 0,-2 2-5 0,1-2-15 16,1 1-5-16,0-1-3 0,0 0-26 0,0 2-28 15,0 1-12-15,0-1-10 0,-1 2-82 0</inkml:trace>
  <inkml:trace contextRef="#ctx0" brushRef="#br0" timeOffset="33535.94">31459 13022 95 0,'0'0'14'0,"0"0"27"0,0-1-24 0,0-1 8 16,0 0-2-16,0 0 4 0,-2-2 5 0,2 2-8 15,-2-9 6-15,0 4-6 0,0-2 19 0,2 5-7 16,0-2 12-16,-2-1-11 0,1-1 11 0,-1 1-10 16,-2-2-4-16,2 5 0 0,0 0 10 0,2 2-22 15,-3-1 0-15,1-1-8 0,0 0-3 0,-2 2-11 0,0 1 8 16,1-1-9-16,1 0 4 0,-2 0-2 0,2 0 0 15,-1 2 0-15,-1 0-1 0,0 0 8 0,-1 0-9 16,-1 0 8-16,-5 2-14 0,2 0 9 0,3-2 5 16,-5 4 0-16,7-4-7 0,2 0 0 0,-5 3-2 15,3-1 3-15,1 0-5 0,-9 5 9 0,9-5-5 0,-7 6 6 16,1-5-5-16,2 10-1 0,-8 2-4 0,4-2 2 16,5 2-7-16,-5 2 9 0,-2 1 3 0,6 1 1 15,-10-1-5-15,9 1 1 0,1 1 0 0,0 1 1 16,1-1-5-16,0-1 5 0,1 1-1 0,-10 1 3 15,6-3-2-15,1-1-3 0,3 2 0 0,1-1-1 16,0 1 3-16,4 1 5 0,2 4-7 0,0-3 5 0,0-1-8 16,2 2 5-16,-1 1 0 0,5-1 1 0,1 0-7 15,-2-5 9-15,-1-4 3 0,0 0 3 0,1-2 12 0,-1-2-7 16,-5 3 6-16,12-9-5 0,6 3 14 0,-2-4-12 16,-1 9 1-16,7 0-3 0,-10-5 0 0,0-5 1 15,2-1-1-15,1 0 1 0,1 0-1 0,-2-1-6 16,1-5 4-16,-4 0-3 0,-1-1 3 0,2-2-8 15,-4 1-5-15,-2 5 1 0,1-9 7 0,-3-2-9 16,1 1 11-16,-2 0-10 0,-1 0 7 0,-1-2-2 16,0-2 0-16,0 4 0 0,9-2 7 0,-3 2-15 0,-3 0 5 15,-1 0-7-15,-2 2 6 0,0 0 3 0,-2-2-4 16,0 4 4-16,-2-1 3 0,0 3-7 0,0-1-2 16,-2 1-1-16,1 0 3 0,-3-3 0 0,2 3 4 15,1 1-4-15,-1 1-4 0,-2-1 3 0,-5 1 0 0,0 1 1 16,4-2 9-16,3 3-14 0,-2-1 3 0,4 2-6 15,-1 0 12-15,-1 0-9 0,2 2 4 0,0 0-7 16,2-2-2-16,-3-1 4 0,-1-1-1 0,0 0 3 16,2 2 1-16,0 1-1 0,1-1 4 0,-1 0 0 15,0 0 0-15,2 0-1 0,0 2-2 0,0 0 1 16,2 0 6-16,0 0 3 0,1 0-2 0,1 0 2 0,7-2-3 16,6-1 3-16,0-1-3 0,-1 0 3 0,-1 0-9 15,2 1 2-15,1-3 3 0,1 2-1 0,0-1-1 16,-5 1-1-16,-1 2-2 0,-1 0 2 0,-3 1 8 0,0-1-9 15,-1 2 5-15,-3 0-7 0,1 0 10 0,-3 0-14 16,1 0 1-16,-2 0-9 0,2 0-39 0,-2 0-98 16,-1 0-113-16</inkml:trace>
  <inkml:trace contextRef="#ctx0" brushRef="#br0" timeOffset="85064.98">24461 16021 13 0,'0'0'20'0,"0"0"11"0,0 0 29 0,-2 0 8 15,0-2-8-15,0 0-16 0,0 0-16 0,0 1-5 0,1 1 2 16,-1 0-5-16,0 0 9 0,0-2-3 0,0 2 5 16,0-2-8-16,0 0 1 0,1 0-3 0,-1 0 1 15,0 0-4-15,0 1 0 0,0-1 3 0,0 2-4 16,0 0-4-16,1 0 11 0,-1 0-7 0,0 0 9 15,2 0-3-15,-2 0-1 0,2 0 1 0,0 0-3 16,0 0-7-16,0 0-1 0,0 0-1 0,0 0 0 0,0 0 1 16,0 0-3-16,0 0 0 0,0 2-1 0,0-1-2 15,0 1-6-15,0 0 7 0,0 0-7 0,2 2 8 0,2 11-5 16,1 1 0-16,-1 5 0 0,0-3 1 0,-1 1-1 16,-1 1-3-16,0-3 1 0,0-4 1 0,0 2 3 15,0 0 0-15,-1-2-1 0,3 2-9 0,0-1 5 16,-2-1-3-16,0 0 3 0,-1-2 3 0,1-1-3 15,0-1 5-15,0 0-5 0,0 1 0 0,0 1 5 16,1 0-5-16,1 2 6 0,-2 0-10 0,0-2 4 16,0 2-2-16,0-2 3 0,-1 2-3 0,1 0 10 15,0-2-6-15,0 0 7 0,-2 2-15 0,0-3 6 0,2 1 1 16,0 0 2-16,0-2 1 0,-2-1-4 0,0-1-2 16,0-3 0-16,0 0 1 0,0-1 1 0,0-1 11 15,0 0-6-15,1 2 4 0,1-1 10 0,-2 1-3 0,0 0 7 16,0-2-1-16,2 0-4 0,-2-1-8 15,0 1 3-15,0-2-11 0,0 0 2 0,0 0 3 0,2-2-1 16,-2 1 0-16,2-1 1 0,-2-2-2 0,0 2 1 16,2-13-2-16,1-1-1 0,1-1 2 0,0 2-2 15,1-4 3-15,1 3 2 0,1-5-8 0,1 1 7 16,1-1-5-16,0-1 0 0,1 0 3 0,1 0-2 16,0-1 6-16,-2 1-5 0,2-4 1 0,-1 4-2 15,1-4 0-15,-2 4-2 0,-1 1 0 0,-3 3 1 0,-1 6 0 16,0 1 3-16,-3 4-1 0,1 1 2 0,0 3-5 15,0-1 5-15,0 0-2 0,0 0 4 0,0 3-6 0,-1-1 1 16,1 0-7-16,0 0 4 0,0 0 0 0,0 0-12 16,-2 0 8-16,0 1-14 0,0 1-9 0,0 0-41 15,0 0-7-15,0 0-13 0,0 1-47 0,0 1-17 16,0 0-28-16</inkml:trace>
  <inkml:trace contextRef="#ctx0" brushRef="#br0" timeOffset="85821.73">24843 16390 150 0,'0'0'13'15,"0"0"2"-15,0-1-3 0,0-1 2 0,0 0-6 16,0 0 6-16,0 0-3 0,0 0-5 0,0 0 5 0,0 1 18 16,0-1-4-16,0 0 6 0,0 0-8 0,0 0 2 0,0 0 7 15,0 0 1-15,0-1 2 0,0-1 6 16,-2 2-8-16,1 0 4 0,-1 0-4 0,0 1 3 0,0-1-12 16,0 0 6-16,0 0-9 0,0 0-1 0,-1 0-1 15,-1 0-6-15,0 2 4 0,-3 0-13 0,-1 0 0 16,1 0 3-16,0 0-2 0,-3 0 3 0,3 0-7 15,-1 2 3-15,-1 0-3 0,2 0 5 0,-1 2-1 16,3-2-5-16,1-1 2 0,-2 3-2 0,3-2-5 16,-1 0 3-16,2-2-3 0,-2 2 8 0,3 5 3 15,-1 2-2-15,0-1 0 0,0 1-10 0,0-1 9 0,-5 1-4 16,-1 2 5-16,3-2-4 0,-1 4-5 0,2-2 4 16,1 2-5-16,1 0 14 0,0 2-7 0,0 0 0 15,0 0-2-15,2 0 0 0,0 0 1 0,0 0 0 16,0-4-2-16,0 0-2 0,0-2 2 0,0 0 7 15,2 1-4-15,0-1 6 0,0 0-8 0,0-1 1 0,1-1 0 16,1 1 16-16,0-1-7 0,-4-5 7 0,0 0-7 16,0 0 14-16,5 1 3 0,3 3-10 0,-1-1 7 15,-1-1-11-15,-1-2 8 0,1 0-2 0,1 0 2 16,-1 0-13-16,0-2 7 0,-1 0-3 0,-1 0 3 16,1 0-6-16,-3 0-3 0,2 0 6 0,0-2-6 15,-1-2 1-15,1 0 5 0,0-1-7 0,3-6 8 0,-1-1-14 16,-2 1 2-16,-3 2 1 0,1 0 1 0,-2-1 3 15,0 3-4-15,0 0 0 0,0 1-1 0,0-1 9 16,0 1-7-16,0 0 3 0,0 3-5 0,0 1 1 0,0 0 3 16,0 0-4-16,-2-2 2 0,2 3-9 0,0-1 7 15,0 0 3-15,-3-2 0 0,1 0-3 0,0 1 0 16,0 1-5-16,0 0 5 0,0 0 0 0,1 0 4 16,-1 0-3-16,0 1 4 0,0-1-9 0,0 0 4 15,2 0 1-15,0 0 1 0,0 0 3 0,0 0-9 16,0 1 2-16,2-1-4 0,0 0 14 0,0 0-10 15,0 0 3-15,-1 0-5 0,3 0 11 0,0 1-3 0,7-3-4 16,-2 0 0-16,1 2 0 0,-1 0-6 0,0 1 11 16,0-1-9-16,3 0 8 0,-7 2-2 0,3 0-2 15,-5 0 0-15,-1 0 2 0,2 0-4 0,0 0 2 0,-1 0-1 16,1 0 1-16,0 0-22 0,-1 0-10 0,1 0-11 16,-2 0-78-16,0 2-69 0,0 0-85 0</inkml:trace>
  <inkml:trace contextRef="#ctx0" brushRef="#br0" timeOffset="86276.36">25283 16389 207 0,'0'0'99'0,"-2"0"-83"16,1 0 93-16,-3-2-38 0,2 2-55 0,-11-2 1 15,2 0 6-15,-4 0-5 0,4 2 0 0,-4 0 0 16,-4 0-2-16,5 0 2 0,1 2-4 0,-2 2-3 16,2-1 5-16,-2 3-3 0,2 0 0 0,2-1-6 15,-4 3-4-15,6-3 2 0,-3 3-3 0,5-5 0 0,5-3 9 16,-2 4-5-16,-1 3 7 0,1 3 0 0,-1-3-5 16,-1 2 6-16,0 1 11 0,3-1 0 0,1 0 4 15,2 2-4-15,2 1-11 0,0-3 5 0,1 2-8 16,3 0 8-16,3 2-7 0,-1-4 5 0,-1 1-4 0,2 1 1 15,8-4-13-15,3 4 2 0,-3 1 1 0,-4-1 0 16,-4-2 2-16,-1 0 0 0,1 1 1 0,-3-5-1 16,-1 3-5-16,-1-3 8 0,-2-1-3 0,2 1 6 15,-3-1 6-15,-1-2 8 0,2 2 0 0,-2-1 2 16,0 1-2-16,0 2-12 0,0-1-1 0,0-3-4 16,-2 4-1-16,1-3-2 0,-11 1-1 0,-8 0-1 0,-6 13-1 15,0-4-4-15,-4-2 5 0,2-4-5 0,1 1 1 16,3-1 2-16,-1-1-6 0,1-1 5 0,8-1 1 15,-1 0-17-15,2-1 1 0,9-1-10 0,-1 0-11 0,3-2-35 16,1 2 4-16,-1 0-15 0,2 0-3 0,0-2-11 16,2 0-19-16,0 0-7 0,2-2-151 0</inkml:trace>
  <inkml:trace contextRef="#ctx0" brushRef="#br0" timeOffset="86695.26">25512 16396 45 0,'0'0'34'15,"0"0"-3"-15,0 0 7 0,0 0 2 0,-2 0-11 16,0-2-1-16,0 0 12 0,0 2-10 0,0-2 9 15,1 1-20-15,-1 1 5 0,0 0 7 0,0 0-2 16,-2 0 21-16,1 0-7 0,-1 0 1 0,0 0-4 0,0 0-9 16,-3 0 12-16,1 0-8 0,-1 0 9 0,0 0-11 15,1 0-1-15,-1 0 4 0,3 0-4 0,2 0-6 0,-2 0-2 16,1 0-2-16,-1 0 2 0,0 0-2 0,2 0-2 16,0 0 3-16,1 0-2 0,-1 0 3 0,2 0-6 15,0 0-3-15,2 0 0 0,-1 0 4 0,3 0-18 16,-2 0 8-16,17 0-10 0,3-2 11 0,0 0 2 15,2-2-5-15,0 0 1 0,2 1-9 0,-1-1 7 16,-7 2-3-16,3 0 4 0,-5 0-7 0,3 1 0 16,-1-1 3-16,-5 2-2 0,2 0 5 0,-4 0-8 15,-1 0 2-15,-3 0-3 0,-1 0 4 0,-3 0-27 16,3 0-13-16,-2 0-8 0,-1 0-55 0,1 0-54 0,-2 0 10 16,0 0-28-16,0 0-40 0</inkml:trace>
  <inkml:trace contextRef="#ctx0" brushRef="#br0" timeOffset="87336.12">25991 16147 151 0,'0'0'79'0,"0"0"-4"0,-2-2 0 16,0 1 5-16,0-1-31 0,0-2-13 0,0 2-4 15,1-2-1-15,-1 1 0 0,0-1-1 0,0 0 6 16,0 1-2-16,0-1 4 0,0 0 14 0,1 0-11 16,-1 1 8-16,0-1-9 0,0 0-1 0,0 1-14 15,0 1-3-15,0 0-3 0,1 0-7 0,-1 0-6 16,0 0-3-16,2 0 0 0,0 1 4 0,0-1-7 15,0 2 2-15,0 0-4 0,0 0-1 0,0 0 7 0,0 2 0 16,0-1 2-16,2 1-7 0,-2 2 3 0,0 0 0 16,2 9 2-16,-1 0-6 0,3 3 2 0,0 3 0 0,-2-2 1 15,0 1 1-15,1 3-2 0,1-3 0 0,0-1 0 16,1 1-3-16,1-1 3 0,-2-2 0 0,1 2 3 16,-1-2-3-16,1-1 5 0,1 1-5 0,0-2 4 15,-1 0-4-15,1 0 4 0,-3-2 1 0,1 1 0 16,0-1-8-16,0-2 5 0,-1 0-5 0,-1-1 5 15,0-1 1-15,0 1 0 0,0-3 2 0,-2-1-2 16,0 0 2-16,0-3-1 0,0 1 1 0,0 0-2 16,2 2 1-16,-1 0 23 0,1-1-1 0,0 1 9 0,-2-2-1 15,0 0 1-15,0 0-3 0,0-1 1 0,2-1-15 16,0 0-4-16,0-1-4 0,0-1 0 0,-1-2-5 16,5-7-1-16,5-10 6 0,0 1-5 0,0-2 1 0,-1 1 1 15,1-1-5-15,0 0 6 0,0-2-5 0,2-4-1 16,-2 4 0-16,-1 1 0 0,1-4-1 0,-4 6 5 15,2 1-4-15,1-6 5 0,-3 7-4 0,-1 1-3 16,-1-1 2-16,-1 8-3 0,0 0-3 0,-1 1 8 16,1-3-3-16,0 2 5 0,-2 4-10 0,0-1 8 0,-2 5-4 15,0 1 4-15,0 0-9 0,1-2-7 16,1 1 1-16,0 1-2 0,0 0 7 0,-2 0-7 0,0 0-8 16,0 2-2-16,0 2-36 0,0 0-20 0,0 0-9 15,0 0-7-15,-2 16-66 0,-2 10-106 0</inkml:trace>
  <inkml:trace contextRef="#ctx0" brushRef="#br0" timeOffset="87697.21">26434 16377 413 0,'0'0'81'0,"0"0"-3"16,0 0-23-16,-1-1 0 0,-1-1-37 0,0 0-18 15,0 0 8-15,0 0 3 0,0 0 0 0,0 0-7 0,1 1 13 16,1-1-10-16,-2 2 11 0,2 0-20 0,-2 0 13 16,0 0-5-16,2 0 9 0,-2 0-9 0,2 0 7 15,0 0 0-15,0 0 4 0,0 2 4 0,0-1-9 16,0 1 2-16,0 2-3 0,0-2 8 0,-4 16-1 16,1 1-5-16,1 0 3 0,0-1-3 0,2 1 0 15,0-1 6-15,0-1-4 0,0 2 8 0,0-5 5 16,0 3-6-16,0-2 6 0,0 0 0 0,0-2-7 0,0-2 3 15,0 0-5-15,0 2 0 0,0-2-2 16,2 4 1-16,-2-6-3 0,0-3-7 0,0 1 0 0,0 1 1 16,0-3 0-16,0 3 1 0,0-4-3 0,0-1-5 15,0-1 3-15,0 4-5 0,0-4-4 0,0 1 3 16,0 1-5-16,0 0-9 0,0-2-30 0,0-1-6 0,-2 1-11 16,0 0-55-16,0-2-80 0,0 0-40 0</inkml:trace>
  <inkml:trace contextRef="#ctx0" brushRef="#br0" timeOffset="87949.12">26288 16489 414 0,'-2'0'165'0,"0"0"-165"16,0-2 171-16,0 0-80 0,-1 0-79 0,-1 0-5 15,0 2-7-15,1 0 2 0,-1 0-2 0,2 0 2 16,0 0 4-16,0 0-1 0,0 0 1 0,2 0 25 16,0 0-5-16,0 0 12 0,2 0 4 0,2 0-2 15,9-1 5-15,11-3-5 0,4-4 4 0,9-1-3 0,4 0-6 16,0 0 2-16,1-3-21 0,-3 5-16 0,-3 0-1 16,-1 1-10-16,-7 2-45 0,0 1-255 0</inkml:trace>
  <inkml:trace contextRef="#ctx0" brushRef="#br0" timeOffset="90216.64">12290 14099 256 0,'0'0'-27'0,"0"0"27"0,0-2 7 0,0 1 9 16,0-1 24-16,0 0-10 0,0 0-22 0,0 0 2 15,0 0-6-15,0 0-4 0,0 1 16 0,0-1-6 0,0 0 12 16,0 0 7-16,0 0 2 0,0 0 0 0,0 2 1 16,0 0 0-16,0 0-18 0,0 0 6 0,2 0-10 15,0 0 8-15,-1 2 1 0,1 0-1 0,-2 2-1 16,4 20-3-16,-2 2-2 0,0 4 3 0,0 5-4 16,-2 2-5-16,0 6 0 0,0-1-1 0,0 3 3 15,0-4 8-15,0 0-8 0,0-2-3 0,0-4-2 0,0 2-3 16,0-2 6-16,1-5 3 0,1-2 0 0,0-4 2 15,0 0 8-15,0-2-9 0,0-1 9 0,1-3-8 16,1-1 11-16,0 0 5 0,0-4-2 0,-1-2-3 0,-1-4 11 16,2 1-8-16,-2-4 8 0,-2-3-5 0,3 3 8 15,1 0 4-15,0-2-1 0,5 1-4 0,0-1-8 16,6-2-2-16,2-5-1 0,2-6-8 0,-1 3-1 16,3-23-6-16,3-5 3 0,2 1-5 0,0-2-4 15,-2-6 5-15,2-3-4 0,-6-1 4 0,8-5-5 16,-6 2 4-16,3-2-5 0,-1 2 2 0,-6 4 0 15,1 3-4-15,-6 2 4 0,-2 4-6 0,-2 4 6 16,-3-1-1-16,-4 4 3 0,3 6-7 0,-3 4-2 0,9 3 2 16,-3 6-2-16,-5 4 1 0,-1 3 2 0,-2 2-7 15,2-2 4-15,0 1-26 0,0 1-16 0,0 0 5 16,-2 2-10-16,0 2-12 0,0 0-27 0,0-1-7 16,-13 25-2-16,-2 4-7 0,0 0 13 0,2 1 8 0,0 3-2 15,-2-1 4-15</inkml:trace>
  <inkml:trace contextRef="#ctx0" brushRef="#br0" timeOffset="90757.88">12654 15005 191 0,'0'0'67'0,"0"0"-57"15,0 0 67-15,0 0-27 0,0 0-34 0,0 0 7 16,0 0-9-16,2 0 6 0,0 0-16 0,-1 0 7 15,1 0-2-15,0 0 1 0,0 0-5 0,0 2 15 16,0 0-5-16,0 0 7 0,-1 0-3 0,1 1-6 16,0 5 8-16,2 7-9 0,-2 0 4 0,-2 3-5 15,0 1 5-15,0-3-3 0,-2 3 2 0,0-6 18 16,0-2-9-16,0-2 14 0,0-1 3 0,1-3 2 16,-1 3 2-16,2-6 0 0,-2 1 6 0,0 1-5 0,0-2 1 15,0 0-3-15,0 0-5 0,1 0-13 0,-1-2-4 16,0 0-2-16,0-2-9 0,0 0-10 0,0-2 3 15,-1-7-4-15,-1-8 8 0,0-1-6 0,2 0 5 0,2 3-7 16,0-5-2-16,2 3-2 0,2 2-1 0,0 1 1 16,-1-1-1-16,1 4 1 0,0 2 6 0,-1 1-3 15,1 3 4-15,0 2-1 0,0-1-4 0,1 2 2 16,6 2-3-16,0-7-7 0,4 0 5 0,-2 3-5 16,4 3 5-16,-2 1 2 0,2 2-5 0,3 3 5 15,-7 1-1-15,7 5 2 0,-5 1 2 0,-2-1-2 0,0-5-2 16,-3 14 6-16,1 1 2 0,2-1 0 0,-6 5-12 15,-1-3 12-15,1 2-4 0,-3 4 7 0,-1-5-7 16,-1 1 2-16,13-2-2 0,-6-3 4 0,1 7 1 0,-7-9 2 16,-1 4 0-16,-2-3 1 0,0-4-7 0,0 1 7 15,-2-2-1-15,-1-4 2 0,-3 4-8 0,-1 0 7 16,5-5-1-16,-11 3 5 0,-9-5-3 0,-1 2-4 16,-4-1-6-16,2-1 2 0,5 1-6 0,-6 12 9 15,6-8 1-15,-1-1 2 0,1-3-5 0,5-1-5 16,-4 0 0-16,3-2-4 0,4-2-12 0,1 0-28 15,6 0-6-15,-1 0-6 0,4 0-28 0,0 0-83 0,-1 0 17 16,-1-2-42-16,2 0-29 0</inkml:trace>
  <inkml:trace contextRef="#ctx0" brushRef="#br0" timeOffset="91120.79">13283 14903 175 0,'0'0'54'15,"0"0"-7"-15,0-2 48 0,0 1 2 0,-2-1-7 16,1 0-21-16,-1 0-35 0,-2 0 1 0,0 2-11 16,-5 0 6-16,-4 0-17 0,-2 0 9 0,0 2-11 0,0 4 6 15,-1 3-12-15,-1 0 2 0,0 2-4 0,2-3 5 16,4 10-9-16,4 4 1 0,-1 1-4 0,3-1 7 16,3-3-1-16,-2 1-2 0,-9 0 1 0,6-5-4 0,1 4 3 15,4-4 0-15,2-4 1 0,0 0 5 0,2 0 5 16,2-2 8-16,2 3-4 0,3 2 11 0,-4-6-1 15,7 3-5-15,2 0 3 0,3-2-9 0,-4 3 3 16,2-3 0-16,-2-4 1 0,-2 3-1 0,-2 1-11 16,-3 2 5-16,-2-1-4 0,-1-1 18 0,1-4 15 15,0 1-2-15,0 1 4 0,-3-1-20 0,1 1-8 16,-2-3 2-16,0 2-4 0,0-1-3 0,-3 5-2 16,-3-1-5-16,-1-2 4 0,-14-3-6 0,3 2-8 0,-3-5 3 15,3 3-6-15,1-2-9 0,4 7-14 0,4-3-14 16,3-4-1-16,0 0-76 0,3-1-63 0,-1-1-40 15</inkml:trace>
  <inkml:trace contextRef="#ctx0" brushRef="#br0" timeOffset="91385.13">13595 14758 992 0,'-2'0'33'0,"0"0"-4"16,1 0-5-16,-3-1-2 0,0-1-13 0,0 0-5 0,1 2 1 15,1 0 0-15,0 0-2 0,0 0-3 0,0 0 3 16,2 0-3-16,0 0 3 0,0 0-5 0,2 0-4 16,0 0 7-16,2 0-5 0,1 0 4 0,14-4 0 15,-2 0-3-15,1 1 1 0,-5 1-4 0,-5 0-32 16,5 0-1-16,-10 2-22 0,3 0-105 0,-2 0-43 15,-3 0-26-15</inkml:trace>
  <inkml:trace contextRef="#ctx0" brushRef="#br0" timeOffset="91522.97">13454 14972 308 0,'0'0'65'16,"-2"0"85"-16,0 0-67 0,1 0-25 0,-1 0-6 0,0 0-3 15,0 0-1-15,0 0 20 0,0 0-3 0,2 0 5 16,0 0-26-16,2 0-7 0,0 0-3 0,2 0 0 15,12 0-5-15,14-6-16 0,0-1 4 0,0-2-9 16,3-4-5-16,2 0-13 0,2-2-10 0,0 0-5 16,1 0-70-16,-5 2-191 0,-3 2 8 0</inkml:trace>
  <inkml:trace contextRef="#ctx0" brushRef="#br0" timeOffset="92070.43">14388 14261 401 0,'-2'-2'70'0,"0"-2"-3"0,-9-18 24 0,-7-10-6 16,3 6-14-16,0 0-29 0,4 6-12 0,1 1-5 15,3 5-1-15,0-1-12 0,1 2-2 0,4 5 2 16,0 1-3-16,0 1 8 0,2 3-11 0,0 1 0 0,0 0-4 16,0-2 3-16,0 0-2 0,0 1 6 0,0 1-4 15,0 0 17-15,0 2-16 0,2 0 8 0,0 2-10 16,0 0 3-16,2 3 8 0,9 21-10 0,2 4 7 16,-2 0-11-16,0 1 0 0,0 6 7 0,-2 1-6 15,0 2 0-15,-2 1 0 0,2-2-2 0,2 2 2 16,-2 0 0-16,2 0-6 0,-1 0 4 0,-3-6-4 0,2-2 13 15,-2-3-8-15,1-4 4 0,-1-2-4 0,0-2 6 16,2 3-4-16,-3-5-1 0,-1-3-1 0,1-1 4 0,-3-1 1 16,1-2 0-16,-3-3 0 0,1-3 1 0,-2-1-1 15,0-3 4-15,-2-1-2 0,2 2 24 0,0 0 0 16,-1-3 3-16,1 1-4 0,2 0 0 0,0-2-14 16,-1-2 0-16,1 0-5 0,4-9-1 0,10-18-4 15,-1-5 4-15,-2 1-5 0,0-4-4 0,-1-1 1 16,-1-2 0-16,0-5 0 0,0-1-1 0,0 1 2 15,0-3-3-15,0 5 3 0,0 2-4 0,-1 0 0 0,-1 8 1 16,-2 3 0-16,0 2-2 0,1 2 7 0,-3 6-7 16,-1 3 5-16,-1 4-14 0,-1 4-13 0,-2 3-11 15,-2 5-7-15,1-3-100 0,1 0-106 0,0 2-22 16</inkml:trace>
  <inkml:trace contextRef="#ctx0" brushRef="#br0" timeOffset="92862.84">15153 14718 274 0,'0'0'67'0,"0"0"1"16,0-2-4-16,0 0-15 0,-2 0-17 0,0 0-24 0,2 0 3 15,-2 0 0-15,1-1 2 0,1-1 4 0,-4-5-10 16,0 1-4-16,2 3-1 0,-1-1 1 0,-1 1 7 15,0-1 9-15,2 2-3 0,-5 1 20 0,-4 1-3 16,1-6 4-16,-1 3-4 0,-4-1 3 0,-1 2-4 16,-3 4-6-16,1 2 1 0,-5 4-10 0,5 1 0 15,-3 3-3-15,3 3 1 0,3-12-11 0,0 22 2 16,0-1 4-16,4 2-3 0,-2 0 1 0,4 0-6 0,-1 1 0 16,1 1-1-16,4 0-3 0,1 0 6 0,0 0-6 15,-12 0 6-15,3 1-1 0,5 5-6 0,4-4 8 16,4 1-7-16,0-3 19 0,2-1-3 0,4-1 2 15,-1-4-2-15,3 1-1 0,-1-7 1 0,3 3 4 0,-3-6-2 16,-2 0 9-16,16-3 1 0,-3-3-4 16,1-3 3-16,1 13-8 0,3-4 1 0,-1-3-3 0,6-3 3 15,-4-3-3-15,-2-2-7 0,1-2 4 0,-12-1-5 16,5-5-4-16,-1 1 9 0,-5-1-8 0,-1 6 8 16,-4-14-10-16,8-3 10 0,-3 1-9 0,-3 1 7 15,-1-4-13-15,-3 1 6 0,-3 3 0 0,-1 1 2 0,-1 1 2 16,-2 4-9-16,-2-2 6 0,3 1-7 0,-3 1 6 15,1 4 0-15,3 1-7 0,-13 1 4 0,0-1-1 16,0 2-3-16,-2 1 4 0,1-3-2 0,1 2 5 0,9 3-3 16,-1-3 2-16,5 2-3 0,0 2 3 0,0-2-6 15,2 0 6-15,0 0-5 0,0 1 0 0,0-1-5 16,-2-2 2-16,2 2-1 0,0-2 6 0,0 3 0 16,0-5-1-16,2 1 2 0,2-1 0 0,2 0-1 15,14 1-4-15,2-1 3 0,1-1 2 0,-1 1 0 16,2 1 0-16,-2-3 0 0,2 3 4 0,-1-1-6 15,-3-1 4-15,-3 3-5 0,0-2 2 0,-6 1 0 16,0 1 0-16,-2 2 1 0,0-1 1 0,-3 1 5 0,-2 0-6 16,-2 2 4-16,1-4-5 0,1 0 6 0,0 1-1 15,-2 1 1-15,-1 0-10 0,1 0 3 0,0 0 1 16,0 0 1-16,-2 1 4 0,0-1-6 0,0 2 2 16,0 0-5-16,0 0 2 0,-2 2 5 0,0-1-4 0,0 1 3 15,2 2-6-15,-1 9 4 0,-1 4-3 0,2-1 3 16,0 3-8-16,0 0 11 0,2 1-3 0,1-2 6 15,1 3-13-15,2-4 4 0,-1-3 0 0,4 5 3 16,-3-6 8-16,3 4-6 0,-1-6 5 0,-1 0-6 16,-1-2 6-16,-1-1 4 0,1-1-3 0,-4-3 4 15,0 0-8-15,-1-1 3 0,1 7 0 0,0-5 1 0,2 1-4 16,0-3 4-16,-3 1-1 0,-1-2 2 0,2 2-4 16,-2-1-2-16,0 3-4 0,0-2 1 0,0-2-11 15,0 1-37-15,0-1-2 0,-2 2-15 0,1 0-41 0,-1-3-80 16,0 1-13-16</inkml:trace>
  <inkml:trace contextRef="#ctx0" brushRef="#br0" timeOffset="93188.87">15697 14849 284 0,'0'0'143'16,"-2"0"-15"-16,0-1-15 0,0-1 18 0,1 0-71 15,-1 0-15-15,0 0-5 0,0 0-6 0,0 0 0 0,0 1-13 16,0-1 1-16,1 0 1 0,-1 0-1 0,2 0-9 15,0 0 1-15,0 0-2 0,2 1 2 0,-1-1 7 16,3 0-9-16,17-6-1 0,5 1-2 0,-2 1-7 0,2 1 3 16,-2-1 1-16,-4 3-1 0,3-1-11 0,1 0-17 15,0 0-1-15,0 3-10 0,-4-1-60 0,3 0-166 16,-5 0-10-16</inkml:trace>
  <inkml:trace contextRef="#ctx0" brushRef="#br0" timeOffset="93654.13">16221 14307 649 0,'-2'-2'56'0,"0"-3"103"15,-6-16-133-15,3 7-11 0,-1 1-6 0,4 3 1 16,1 5-1-16,-1-3 0 0,2 5 0 0,0 1-2 15,0-2-3-15,-2 0-1 0,0 1-3 0,2-1 1 16,0 2-4-16,0 0 10 0,0 0-1 0,0 0 4 16,0 2-8-16,0 0 15 0,0 2-6 0,0 0 8 0,2 2-9 15,2 13-1-15,1 10 2 0,-1 1-4 0,1 2-7 16,-1 1-2-16,2 3 2 0,-1 3-1 0,-1 0 10 16,2 0-9-16,-1-3 4 0,1-5-5 0,-1 1 3 0,1-2-2 15,-1-4 0-15,3 2 0 0,-1-2 10 0,1-1-8 16,-1-3 5-16,2-1-5 0,1-1 10 0,-3-3-3 15,-1-2 3-15,-1-4-2 0,1 1 11 0,-4-7 17 16,0 1-4-16,3-2 10 0,3 3-1 0,-1 1 3 16,2-2 0-16,1-2 0 0,3-1-7 0,-2-1-10 15,5-5-1-15,-1-4-5 0,2 1-11 0,0-22-2 16,-1 1-2-16,3-5 0 0,3 1 0 0,4-6 2 0,-5-2-3 16,5-5 2-16,-8-3-5 0,3 5-4 0,-5 1 1 15,-3 6-1-15,2 3-4 0,-5 7 3 0,1 3 1 16,-8 5 0-16,5 6-9 0,-3 6-33 0,-3 1-14 15,6 4-6-15,-3 0-62 0,-3 0-60 0,2 1 1 0,-1-3-24 16,1 2-40-16</inkml:trace>
  <inkml:trace contextRef="#ctx0" brushRef="#br0" timeOffset="93898.15">16807 14742 322 0,'0'0'49'0,"0"2"-3"15,0-1 15-15,0 1 13 0,0 0-18 0,-2 19 11 16,1 1-1-16,-1 2-8 0,0-2 5 0,2 4-11 16,0-2-12-16,4 4 5 0,-1-2-5 0,1-2 4 0,0 0-1 15,-1 2-3-15,1-3 0 0,0 3-15 0,1-2 9 16,-1-6-11-16,0 3 9 0,0-1-13 0,-1-1-7 16,-1-6-1-16,0 4-3 0,-2-3 2 0,0-2-8 15,0 1 8-15,0-6-9 0,0-1 3 0,0-1 0 16,0 1-7-16,0-4 3 0,0 1-9 0,-2 1-18 15,0-2 1-15,0 0-9 0,1-2-18 0,-1 0-21 0,0-2 7 16,-2-2-13-16,-9-16 0 0,-2-10-29 0,4 2-19 16,4-2-4-16,1-1-76 0</inkml:trace>
  <inkml:trace contextRef="#ctx0" brushRef="#br0" timeOffset="94068.75">16612 14742 529 0,'0'0'70'16,"0"0"0"-16,-1 0-4 0,1 0-12 0,0 0-20 15,0 0-25-15,0 0 15 0,0 0 7 0,0 0 3 16,1 0 17-16,3 0-10 0,4 0-4 0,14 3-1 16,4 1-16-16,5 0 4 0,3-2-3 0,1 0 4 0,-3-1-8 15,-1-1-5-15,3 0-5 0,-3 0 2 0,1-1-4 16,-4-1-8-16,-1 0-2 0,-1 2-8 0,0 0-41 16,-5 0-129-16,-4 0-21 0</inkml:trace>
  <inkml:trace contextRef="#ctx0" brushRef="#br0" timeOffset="95020.23">12995 15742 23 0,'0'0'13'0,"0"0"-3"0,-1 0 8 0,-1 0 0 15,0 0-3-15,0 0-8 0,-2 0-4 0,-5 0 0 0,-6 0-1 16,-2 0 4-16,-1 0-2 0,-1 0 4 0,1 2-3 16,-1 0 13-16,-5 0 16 0,11-2-4 0,-9 2 8 15,1 0 4-15,7-2 10 0,-9 0 6 0,8 0-2 16,-1 0 3-16,1 0 4 0,2 0-10 0,-2 0 7 15,4 0-10-15,0 0-8 0,-4-2 5 0,4 0-9 16,0 0-3-16,1 0 6 0,3 0-5 0,-1 1 5 16,1-1-12-16,1 2-6 0,3 0 0 0,-1 0-3 0,2 0-1 15,-2-2-11-15,1 0 3 0,-1 0-8 0,0 2 1 16,2 0 0-16,1 0 0 0,-1 0-1 0,0 0-3 0,0 0 3 16,2 0 1-16,0 0 1 0,0 0 3 0,2 0 3 15,0 0-6-15,1 0 4 0,22 2-10 0,2 0 6 16,7 0 0-16,3 1 3 0,4 1-5 0,3-2-4 15,7 0 0-15,-3-2-1 0,4 0 5 0,2 0-3 16,-1 0 0-16,7 2-1 0,5-2 1 0,7-2 0 16,8 0 9-16,15-2-4 0,5 1 7 0,-2-3-9 15,1 0-5-15,-8 1 0 0,2-1 1 0,5 4 0 0,12-1 6 16,7-1-5-16,1 0-1 0,-4 2 5 16,-7 2-4-16,-4 0 5 0,4 0-5 0,12 0 9 0,2 0-4 15,-1 0 6-15,-3 0-5 0,-11 0 2 0,-2 0 2 16,2 0-1-16,5-1-2 0,8 1 3 0,-7-4 2 15,-6 2-1-15,-10-2 5 0,-7-1-2 0,0 1-1 0,6-2 0 16,0 1-3-16,-2 1-2 0,-6-1-1 0,-7 1-2 16,-10 0-5-16,-7 0 4 0,-3 1 0 0,-6-1 3 15,-6 2 1-15,-4 0-4 0,-5 0 1 0,-3 2 0 16,1 0 1-16,-6 0-3 0,3 0 2 0,-12 0-3 16,0 0-2-16,-7 0 0 0,-7 0-1 0,-3 0 1 15,1 0-7-15,-2 0-9 0,-1 0-1 0,-1 0-6 0,2 0-32 16,0 0-44-16,-3 0-8 0,1 0-8 0,0-1-16 15,0-1 7-15,-2 0-3 0,0 0 0 0,0 0-17 16</inkml:trace>
  <inkml:trace contextRef="#ctx0" brushRef="#br0" timeOffset="95985.1">17413 15432 197 0,'1'-1'70'0,"1"-1"-11"15,0 0 70-15,0-2-12 0,17-9 0 0,1 0-70 0,-3-4-20 16,-1 3-1-16,-1 1-7 0,-7-4-5 0,5 2-9 15,-4 2 2-15,2 2-6 0,2 0-4 0,-2 1 5 16,4-4-2-16,-7-7 4 0,1 4 1 0,-2-1-8 0,1 3 5 16,1 2-6-16,0-4 6 0,-1-3-3 0,1 3 1 15,-2-5-1-15,1 3 11 0,-1 1-7 0,1-1-2 16,-1 1-1-16,-1-3-1 0,-1 1 8 0,-1-2 7 0,-2-3 0 16,0 1 22-16,0-4-4 0,-1 4-2 0,1-4 0 15,0 1-8-15,17-3 1 0,-6-2 4 0,-4-1-1 16,-3-6 9-16,-3 0-7 0,-1-2-4 0,-2-7 0 15,0 7 1-15,0-9-6 0,-2-2 7 0,-1 2-6 16,-3-4 5-16,0 2 3 0,-1 5 2 0,0 3 0 16,-1-1 2-16,1 6-11 0,-1 2-5 0,1 4 0 15,-4-1-9-15,1 3-1 0,3 1 2 0,-2 0-2 0,-1 4 4 16,1 0-8-16,-2 0 5 0,-2-2-5 0,0 2-1 16,0 0 6-16,-2 2-6 0,0 2 5 0,2 4-12 0,6-3 5 15,-14 3-2-15,-3-1 3 0,2-3 0 0,-4 1 6 16,4 8-6-16,-6 2 4 0,0 0-12 0,0 0 8 15,-5-4 3-15,1 0 0 0,-3 0-3 0,2 4 2 16,-1 0-1-16,1 4 2 0,-1-1 0 0,-1-1 0 16,0 1 2-16,-2-1 0 0,-2 2-1 0,-4 1 1 15,-4 1-7-15,-3 1 4 0,0-2-7 0,-4 1 8 16,-3-1 1-16,-4 1 2 0,1-1-2 0,-1-1-3 0,1 1 0 16,3 0 0-16,-3 3 6 0,5-1-8 0,-5 0 7 15,-5 1-8-15,-3-3 2 0,-8 2 3 0,-6 1-9 16,0 1 6-16,-5-2-2 0,3 2 3 0,3 0 2 15,1 0 0-15,2 1-9 0,-13-1 3 0,-2 0 0 0,-9 0 2 16,0-2 0-16,5 2 8 0,2 1-7 0,12-3 7 16,-4 2-7-16,-4 0 0 0,0-2 3 0,-11 1-3 15,1-1 2-15,5 0-2 0,3-1 3 0,13-1-3 16,0 1-4-16,2 1 4 0,-2-2 2 0,-5 1 1 16,-8-1-3-16,-1 1 0 0,3-1-3 0,5 0 3 15,8 3 0-15,6-1 4 0,-4 2-5 0,-2-29 3 16,-2 16-4-16,-9 7 1 0,0 5 2 0,3 1-1 15,4 2 2-15,12 0-4 0,3 0 2 0,0 0-1 0,6 0 1 16,-2 0 0-16,0 0 0 0,3 0 0 0,-10 0-3 0,5 0 2 16,0 0 0-16,5 0 1 0,6-2 9 0,8 2-9 15,0-2 0-15,3 0-2 0,4 2-2 0,4-2 3 16,1 0 1-16,5 2 1 0,-5-1 1 0,4 1-2 16,1 0 0-16,5 0 0 0,-2 0 1 0,3 0 1 15,3 0-3-15,1 0 2 0,8 0 1 0,4 0-2 16,1 0 2-16,4 0-4 0,-1 1-9 0,-1 3 9 15,2 0-5-15,-4 9 7 0,1 5-1 0,1 5 1 0,4 1-2 16,0 2 2-16,4 4-2 0,5 5-3 0,0 2 5 16,4 8-4-16,0 5 9 0,-1 5-4 0,1 7 2 15,-4 6-3-15,0-3-7 0,-1 2 3 0,-3 0-4 16,-1-4 5-16,0 4 3 0,-1 0-6 0,-1 2 8 16,2 1-6-16,-2-1 7 0,0 0-5 0,-1 3 1 0,3-3-2 15,0-4 1-15,0 0 2 0,-1-10-5 0,1-3 5 16,2 2-1-16,1 0-3 0,0 0 3 0,3 0-3 15,1 5 8-15,2 2 1 0,0 1-2 0,0-1-1 16,0 0-11-16,-2-5 11 0,4 0-5 0,0-6 7 16,-2-8-3-16,3-1-1 0,1-5 0 0,2-7-2 15,-8 1-4-15,24-4-6 0,8-4 4 0,9-3-4 16,11-1 14-16,11-3-9 0,6-4 3 0,4-1-6 0,3-5 7 16,2-3 2-16,9 33-4 0,21-24 3 0,7-11-8 0,17-5-4 15,2-4-7-15,0-1-5 0,13 1-76 0,15-2-215 16</inkml:trace>
  <inkml:trace contextRef="#ctx0" brushRef="#br0" timeOffset="137627.4">23976 12384 30 0,'0'0'13'0,"0"0"1"0,0 0 25 16,0 0 0-16,0 0-3 0,0 0-6 0,0 0-17 0,0 0 4 15,0 0-6-15,0 0-4 0,0 0 12 0,0 0-11 16,0 0 12-16,0 0-4 0,0 0 6 0,0 0-1 16,0-2 0-16,0 0-6 0,0 0 13 0,0 0 3 0,0 2 2 15,-2-2 3-15,2 2-12 0,0-1 2 0,0 1-4 16,0-2 9-16,0 0-14 0,0 0 6 0,0 0-8 15,0 0 10-15,0 0-8 0,2 1 0 0,0-1-2 16,0 0-1-16,2 0-5 0,14-9 2 0,12-6-2 16,-2 2-1-16,7-3-2 0,4 1 1 0,2-2-1 15,5 1-4-15,1-1-1 0,-1 1 3 0,-3 1 0 16,-2 0 8-16,-2 1-8 0,-6-1-3 0,-5 4 0 16,-4 0-4-16,-2 2 1 0,-5 1 0 0,-2 3-1 0,-4 1-8 15,-4 3 4-15,-1 1-15 0,-2 0 8 0,-2 2-39 16,-1 0-13-16,3-2 0 0,0 2-7 0,-2 0-7 0,0 0-25 15</inkml:trace>
  <inkml:trace contextRef="#ctx0" brushRef="#br0" timeOffset="138047.91">23848 13019 103 0,'0'0'15'0,"0"0"-1"16,0 0 31-16,0 0-16 0,0 0 14 0,0 0-21 16,0 0-13-16,0 0 8 0,0 0-10 0,0 0 10 0,2-2-1 15,0 0 4-15,0 0-3 0,-1 0 7 0,3 0-4 16,0 1 4-16,7-5-3 0,6-3 8 0,3-2-3 16,-1-1-4-16,5-1 3 0,2-1-1 0,2-3 3 15,7-4-3-15,6-1 2 0,0 20-12 0,9-20-1 16,2 0-7-16,-6-4 2 0,6 3-11 0,-9 3 7 15,-4-2 2-15,-2 7 0 0,-11 2-8 0,-2 4-11 16,-3 3-3-16,-5 2-2 0,-3-5 5 0,-2 2-11 16,-5 5 2-16,0 0-9 0,-3 2-31 0,1 0-17 0,-2 0-2 15,2 0-5-15,-1 0-25 0</inkml:trace>
  <inkml:trace contextRef="#ctx0" brushRef="#br0" timeOffset="138440.84">23881 13817 41 0,'0'0'20'0,"0"0"-3"0,0 0 14 16,0 0-2-16,0 0-4 0,0 0-16 0,0 0 6 15,0 0-1-15,0 0 2 0,0 0 1 0,0 0 3 16,0 2-2-16,0 0 2 0,0 0-1 0,2-1-3 16,0-1 7-16,0 0-4 0,0 0 21 0,0 0-15 0,1 0 7 15,9 0-9-15,8 0-1 0,4-3-16 0,4-3 7 16,2-3-7-16,5-4 9 0,4-4 1 0,4-3-10 15,3-1 8-15,-3 1-3 0,3 0-10 0,-3 1 7 16,-4 2-8-16,-2 1 7 0,-5 3 0 0,-3 1-4 0,-5 1 2 16,2-2-12-16,-7 6 7 0,0-2-4 0,-5 3 3 15,1 2-30-15,-4 2-20 0,-3 2-4 0,1 0-6 16,-3 0-18-16,-3 0-34 0</inkml:trace>
  <inkml:trace contextRef="#ctx0" brushRef="#br0" timeOffset="138788.94">24045 14534 349 0,'0'0'44'0,"-2"0"-7"0,0-2 4 0,0 0 8 15,0 0-22-15,1 0-1 0,-1 0 1 0,0 1-5 16,0-1 0-16,0 0-17 0,2 0-6 0,0 0 6 0,0-2-5 16,4-3 9-16,3-6 7 0,4-6-2 0,19-3 3 15,7 0-10-15,4-4 0 0,4 0 1 0,-3 2-1 16,1-4 2-16,0 9-6 0,-8 1 0 0,-2-3 0 15,-3 8-5-15,-6 0-6 0,-1 4-3 0,-9 5 1 16,1 1-4-16,-2-7-2 0,-2 3-2 0,-3 3-1 16,-3 2-26-16,-1 2-12 0,-2 0-5 0,2 0 0 15,-1-1-5-15,1 1-23 0,0 0-5 0</inkml:trace>
  <inkml:trace contextRef="#ctx0" brushRef="#br0" timeOffset="139129.41">24030 14972 118 0,'0'0'49'0,"0"0"0"0,0 0 11 0,0 0-18 0,0 0-2 15,0 0-27-15,0 0 13 0,0 0 5 16,2 0-2-16,0 0 2 0,0-2-9 0,5 0 4 0,19-5-6 16,2-2 3-16,7-3 8 0,4-1-8 0,2-1 6 15,-2-1-11-15,4-2-10 0,-4 0 10 0,3 1-9 16,-1-1 4-16,-7 4-8 0,-3 0-7 0,-7 2 2 16,0 0-8-16,-3 3 3 0,-1 1-1 0,-5 3-1 15,-2 0-13-15,-4 2 3 0,3 1 1 0,-5 1 0 0,0 0-14 16,1 0-37-16,-4 0-2 0,-1 0-12 0,1 0-21 15</inkml:trace>
  <inkml:trace contextRef="#ctx0" brushRef="#br0" timeOffset="139406.9">24112 15614 73 0,'-2'0'24'0,"0"0"30"16,0 0-20-16,0 0-7 0,0 2-1 0,2 0 2 15,0 0 17-15,0-2-4 0,2 0 9 0,0 0-8 16,11 0 10-16,19-2 1 0,3-4 2 0,8-3-2 15,-6-2-10-15,9-2-14 0,-3-2-5 0,-2 2-2 16,3-2-19-16,-7 1-2 0,4-1-15 0,-2 0 6 16,-2-2-46-16,2 0-176 0</inkml:trace>
  <inkml:trace contextRef="#ctx0" brushRef="#br1" timeOffset="150016.91">24845 11440 5 0,'0'0'3'0,"0"0"2"0,0 0 12 15,-2 0 5-15,0 0 1 0,1 0 0 0,-1 0-9 16,0 0-4-16,0 0 3 0,0 0 0 0,0 0 9 15,0 0-3-15,1 0 3 0,-1 0-12 0,0 0-11 16,0 0 2-16,0 0-4 0,0 2 6 0,0 0 5 16,2 0-1-16,0 0 2 0,0 0-8 0,0 0 1 0,2-1 6 15,0 1-3-15,2 0 10 0,3-2-2 0,14 2-4 16,5 0 4-16,3-2 4 0,10-2-1 0,2-2 3 16,2-3-3-16,5-2 8 0,-1-1-4 0,1-1 7 15,-2-2-5-15,-1-2 1 0,1-1-7 0,1-3-2 0,1-1 1 16,4-1 3-16,4-1-5 0,5-2 0 0,6 0-2 15,3-1-1-15,6 1-10 0,-1 2 2 0,-10 4-2 16,-2 1 8-16,-13 4-8 0,-7 2 5 0,-4 0-6 16,-4 1 2-16,-2 1-2 0,5-2 1 0,-5 2-1 15,0-1 13-15,-1 1-16 0,1 0 3 0,1 3-7 16,1-1 12-16,-2-1 2 0,1 1-6 0,-4 1 3 0,-6 3-10 16,2-1 7-16,-8 2 2 0,3 0 1 0,-3-2-11 15,-5 3 3-15,0-1-8 0,-7 2 6 0,-2 0-10 16,1 0-19-16,1 0 4 0,-3 0-9 0,1 0 5 0,0 0-2 15,-2 0-4-15,0 2 0 0,-2-1-26 0</inkml:trace>
  <inkml:trace contextRef="#ctx0" brushRef="#br1" timeOffset="150514.01">24849 12280 12 0,'-2'0'9'0,"0"0"1"0,0 0 11 0,-1 0-1 15,-1 0-2-15,2 0-1 0,-4 0 4 0,5 0-2 16,-1 0 7-16,0 0-26 0,-2 2 5 0,0-1-8 0,3-1 21 15,-1 0-4-15,0 2 3 0,0-2-4 0,0 0 4 16,2 0-12-16,0 0 5 0,2 0-6 0,0 0 12 16,2 0-5-16,5 0 3 0,17-2-1 0,0-1 7 0,11-3-3 15,-2 1 2-15,12-5-1 0,1 1 15 0,2-2-7 16,2 0-4-16,-4 0-2 0,2-2-9 0,1-2-8 16,1-4 10-16,3 1-11 0,3-3 3 0,5-3 10 15,11 0-11-15,10-4 10 0,7 0-19 0,7-3 10 16,-11-1-3-16,-5 0 7 0,-6 27-7 0,-3-30 6 15,7 1-5-15,9 4 5 0,7 1 2 0,6 1-7 16,-3 2 3-16,-12 0-6 0,-9 6-7 0,-9-1 4 0,-3 1 2 16,-1 3 1-16,2 2 11 0,0 2-9 0,4 0 2 15,-3 4-5-15,-1 0-3 0,-5 1 8 0,-7 1-3 16,-6-1 5-16,-11 1-9 0,1 1 2 0,-7-1-3 16,-2 1 3-16,-2 3-3 0,-8-1 3 0,0-11-10 0,-3 6 5 15,-4 3-22-15,-2 2-1 0,-3 3-6 0,-3 1 0 16,-3 0-11-16,2 0 15 0,0 0 3 15,-3 0 2-15,-1 0 1 0,0 1-22 0,-1 3 1 0,-1 2-13 16,-30 18-30-16</inkml:trace>
  <inkml:trace contextRef="#ctx0" brushRef="#br1" timeOffset="150903.81">24931 13318 52 0,'0'0'13'0,"0"0"6"0,1 0 8 0,1 0 6 0,2 0-3 15,7-2 5-15,21-4 1 0,7-3-3 0,9-4-6 16,4-4 1-16,4-1-19 0,-3-1 0 0,-1 0 5 15,2-1-3-15,2 0-7 0,3-1 12 0,6-1-12 16,15 0 13-16,7-1-8 0,10 1 1 0,-2 4 6 0,-10-1-4 16,-7-1-1-16,-5-1-4 0,-1-3 3 0,6-2-2 15,5 4 0-15,16-4-3 0,3 2 1 0,-4-2 0 16,-3 1 8-16,-13-1-5 0,-4 0-6 0,0-1 2 16,2 1-11-16,12 1 4 0,-2 3 4 0,4 2-1 15,-5 1 2-15,-12 4-2 0,-11 2-8 0,-12 4 3 16,-9 2-21-16,-4 1-3 0,-6 2 1 0,-5 2-1 0,-6 2-3 15,-6 0-10-15,-5 0-6 0,-3 0-1 0,-3 0-23 16,-3 2 17-16</inkml:trace>
  <inkml:trace contextRef="#ctx0" brushRef="#br1" timeOffset="151354.87">24892 14404 205 0,'0'0'11'0,"0"0"12"15,-2 0-5-15,0 0-9 0,0 0 0 0,2 0-3 16,0 0 10-16,2 0 5 0,0 0-4 0,1-2 4 16,20-6-2-16,14-3-9 0,6-2 9 0,3-2-10 15,0-3 10-15,4-2-10 0,1-1 2 0,-1-1-4 0,2 0 12 16,3-3-12-16,5-1 7 0,5-1-9 0,13-1 3 16,16-2-2-16,5 2-5 0,10-2 3 0,-3 1-1 15,-11 1-5-15,2 0 4 0,-1 2-3 0,12-2 10 0,14 0-6 16,3 2 5-16,-8 0-7 0,-6 0 4 0,-11-5-9 15,-1 1 1-15,16-3-4 0,6 1 6 0,-1 1 9 16,-6 1-9-16,-22 6 7 0,-8 0-16 0,-8 1 13 16,2 3-3-16,-4 3 5 0,4 4-10 0,0 2 5 15,-9 0-3-15,-6 5 2 0,-11 1-13 0,-13 1 4 16,-6 2-4-16,-8 0 2 0,-7 0-13 0,-1 2-9 16,-8 0-2-16,-3 0-3 0,-4 0-10 0,1 2 27 0,1 0-5 15,-2 2 10-15,0 11-22 0</inkml:trace>
  <inkml:trace contextRef="#ctx0" brushRef="#br1" timeOffset="151757.91">24745 15328 160 0,'0'0'-8'0,"0"0"51"15,-2 0-29-15,0 0 27 0,2-1-49 0,0 1 13 16,0-2-1-16,2 0 7 0,0 0-5 0,5-4 18 16,23-1-10-16,7-12 12 0,10-1-7 0,8-4-3 15,8 5 7-15,0-3-9 0,4 2-11 0,-2-1 6 16,-3-5-10-16,3 2 7 0,-2-4-11 0,4 4 6 15,11-2 6-15,11 0-1 0,7 2-6 0,14 0 7 16,-4-2-5-16,-10 2 9 0,-3-2-6 0,-4 0 7 0,8 0-3 16,21 3 7-16,7-1 3 0,-1 0-3 0,-5-2 0 15,-13-4-1-15,-2 3-3 0,17-1-5 0,7 2 6 16,4-4-7-16,-2 2-6 0,-19 0 1 0,-3 2-1 0,-3 2 4 16,12 2-1-16,6-2 3 0,-4 0-3 0,-13 1 3 15,-15-1-10-15,-12 7-9 0,-2 1-2 0,-5 3-3 16,2 7-27-16,2 1-4 0,-5 3-9 0,-6-28 6 15,-9 17-18-15,-12 8-10 0</inkml:trace>
  <inkml:trace contextRef="#ctx0" brushRef="#br1" timeOffset="152100.34">26453 15341 278 0,'-2'0'20'0,"0"-1"-3"0,-1-1 22 0,-1 0-1 16,0-2 0-16,0 2-11 0,1-1-18 0,1 1-4 15,0 0-3-15,2-2 2 0,2 0 1 0,-2 3 7 16,33-12-7-16,12 5-7 0,3 1 2 0,2-1-1 0,2-1 2 15,-2 2 9-15,1-5-9 0,-5 3 0 0,4-2-1 16,0 5 6-16,6-1-6 0,5-4 3 0,12 5-4 16,12-5-6-16,13 0 13 0,6 2-6 0,-1-4 9 15,-7-4-13-15,-3 2 9 0,5-2-5 0,19 4 6 16,11 0-5-16,6-3 2 0,0-3 5 0,-10-1-3 16,-1 1 4-16,22-1-3 0,10-4 2 0,5 0-1 15,5-8 2-15,8 2-8 0,9-3-1 0,9-4-2 0,6 0-14 16,7-4-40-16,4-4-18 0</inkml:trace>
  <inkml:trace contextRef="#ctx0" brushRef="#br1" timeOffset="165321.81">27716 14718 9 0,'0'0'0'16,"0"0"4"-16,0 0 52 0,0 0 5 0,0 0 2 0,0 0-10 16,0 0-9-16,0 0-36 0,0 0 9 0,0 0-14 15,0 0 3-15,0 0-3 0,0 0 1 0,0 0-1 16,0 0-2-16,0 0 4 0,0 1-1 0,0-1 1 15,0 2-5-15,0-2 3 0,0 0-10 0,0 0 7 16,0 0-6-16,0 0 9 0,1 0 4 0,1 0 1 0,0 0 3 16,0 0-6-16,0 0-1 0,0 0-1 0,0-2 11 15,-1 1-1-15,1-1 9 0,0 0-6 0,-2 0 14 16,0 0 7-16,0 0-4 0,0 2 3 0,-2 0-19 0,0 0 18 16,-1 0-10-16,1 0 12 0,-15 4-13 0,2 2-4 15,-1 1-6-15,1 0 2 0,0 3-13 0,4-1-1 16,0-3 5-16,3 7-4 0,3-2 7 0,-1 0-3 15,4-2 1-15,-3 0-3 0,-3 1-3 0,4-3 6 16,1 1-2-16,1-3 3 0,0 1-3 0,2-4 4 16,0 1 1-16,0-1 1 0,0 0-7 0,2 2-5 15,0-1-10-15,0 1 1 0,-1-2-21 0,3 0-50 0,0 0-56 16</inkml:trace>
  <inkml:trace contextRef="#ctx0" brushRef="#br1" timeOffset="166916">28265 11310 54 0,'-2'-1'22'0,"0"-1"-5"0,-1-2-5 0,1-5 17 16,-9-10-22-16,-2 2 5 0,0 3-8 0,0-1-2 15,2 4 0-15,-4-2 3 0,4 0 0 0,-8 0 4 16,-1-2-2-16,5 2 3 0,-4-4 5 0,4 2-7 0,2-3 6 16,-3 5-2-16,1 2 9 0,0 3 0 0,0 6 2 15,0-3-4-15,-1-6-10 0,-1 3 1 0,2 4-5 16,-4 4-1-16,-1 2-5 0,0 4 1 0,-3 5-1 16,1 4 3-16,0-2 6 0,-1 18-1 0,-1 3 2 15,-2 1-8-15,4 2-5 0,-4-2-1 0,0-1-1 16,-2 1 12-16,2-3-8 0,-2 1 4 0,2 1-5 15,-3 3 11-15,-1 0-5 0,4 2-1 0,-4 4-1 0,6 1-9 16,0 4 19-16,2 4-8 0,5 4 11 0,-2 3-16 0,-1-5 3 16,3 8 2-16,6-9 0 0,-4 1 6 0,4-4-5 15,-2-5-4-15,-2 0 0 0,4 3-7 0,-4 4 9 16,6 4 3-16,-2 5 0 0,0 6-9 0,0 7 7 16,-1 6-5-16,-1 0 5 0,2 3 1 0,-2-5-5 15,-2-4 6-15,2-5-5 0,-1 0-5 0,-1-1 9 16,0 5-6-16,2 5 7 0,4 4-3 0,-1-1-8 15,5-1 10-15,1-6-7 0,0-12 18 0,-24-3-7 16,17-13-1-16,8-5 1 0,3-2 6 0,0-2-1 0,1 1 0 16,5-1-1-16,1 0 4 0,1 2 1 0,3-2 8 15,0 4-4-15,2 0 14 0,2 9-21 0,0 0 3 16,0 0-9-16,0 4 5 0,-1-4-5 0,1 2 1 16,2-6-1-16,0-3-4 0,-1-2 0 0,3-4-2 0,1-2 2 15,-14 1 0-15,22-1-14 0,0-2 9 0,3-1-11 16,5-2 6-16,1-2 4 0,4-4 0 0,-2-4 2 15,1-3 6-15,-2-2-1 0,-1-1-7 0,0 1 3 16,-2-2-3-16,-3 0 2 0,1-3 6 0,-3 1-3 16,-1-2-3-16,-1-2 2 0,0 3-5 0,2-5 5 15,-2 1-10-15,3-2 11 0,1 14-6 0,-1-7 6 0,5-5-11 16,-1-6-4-16,4-4 7 0,2-5-4 0,0-6 12 16,-1-5-3-16,1-3-2 0,-5 18-2 0,-3-25-8 15,0 0 15-15,1-3-6 0,-1 0 9 0,1-3-6 0,-1 3 2 16,2-2-4-16,3-1 2 0,1-1-12 0,0-4-14 15,0-1 0-15,-6-7-6 0,6-1 3 0,-6-2 5 16,-8-5 1-16,0 3 1 0,-6-2 6 0,-2 2 16 16,1 0-4-16,-1 1 4 0,0 1-5 0,-2 0-2 15,-2 0 9-15,0 0-5 0,-6-6 3 0,0-11 4 16,3-9-6-16,23-9 5 0,-16-8 3 0,-10 6-3 16,-3 0 2-16,-2 7-4 0,-2 10 2 0,0 3-10 0,-2 2 7 15,0-3-8-15,-2-6 15 0,1-19-7 0,-1 0 0 16,-2-3-1-16,-3 5 6 0,0 10-4 0,0 5 4 15,-1 7-5-15,-3 1 0 0,-5-1 16 0,-3-9-8 16,-10-7 11-16,-1 1-8 0,23-1 7 0,-36 13-2 0,1 13 2 16,-4 5-3-16,-1 11-9 0,-3 8 7 0,-5 9-9 15,-5 8-8-15,-14 9-74 0,-13 7-70 0</inkml:trace>
  <inkml:trace contextRef="#ctx0" brushRef="#br1" timeOffset="168992.1">28326 7166 17 0,'0'0'0'0,"0"0"5"0,0 0 57 0,0-2-7 16,-1 1 2-16,-1-1-25 0,0 0-8 0,0-2-16 15,0 0 3-15,0 1-2 0,0-1 8 0,2 0-7 16,-3-7 3-16,1 4-4 0,-2-4 10 0,2 5 14 0,0 2 0 16,1 1 5-16,-3-1-10 0,-7-5 5 0,0 1-9 15,-1 3 6-15,-2-3-6 0,-1 3-3 0,2 1 2 16,0 2-6-16,3 2-13 0,3 0 9 0,-10 2-6 0,10 0 7 15,-4 1-5-15,2 1-9 0,5-2 4 0,0 0-5 16,-3 3-3-16,3-3 9 0,-3 8-4 0,3-3 8 16,0 0 2-16,2-1 4 0,2 0 5 0,0-5-2 15,0 3 4-15,0 0 3 0,2 0-5 0,9 3 5 16,21 8-7-16,9-6-4 0,-1-3 1 0,3-4-1 16,2-2 6-16,-1 0-4 0,3-6-1 0,-1-1-1 15,1-1 9-15,-1-1-5 0,0 1 0 0,1 5-4 0,-1-1-6 16,1 2-8-16,-3 0 5 0,-1 2-5 0,-2 0 0 15,-10 2 3-15,1 0-2 0,-8 0 3 0,-4 0 7 16,-8-2-11-16,-1 2 7 0,-9-2-7 0,1 0 7 0,1 0 11 16,0 0-3-16,-1 0 6 0,-1 0-6 0,0 0-13 15,-2 0 4-15,-2 0-6 0,0 0-1 0,-9 0 6 16,-26-2-5-16,2 2 7 0,-6 0 1 0,0 0-8 16,2 0 5-16,4 0-6 0,-2 0 0 0,0 0 12 15,1 0-5-15,-1 0 6 0,2 0-17 0,-4 0 11 16,-2 0-8-16,-2 0 10 0,-3 2-8 0,-4 3 2 15,0 1 3-15,1-4-4 0,-3-1-7 0,4 1 8 0,7-2-3 16,-1 2 5-16,8 0-2 0,8-2 4 0,2 2-2 16,9-2 1-16,2 0-5 0,6 0 3 0,3 0-3 15,0 0 3-15,1 0-5 0,-1 0-3 0,2 2 5 16,0 0-3-16,0-1 12 0,2 1-2 0,0 0 2 0,2 0-3 16,0 0-4-16,19 3 12 0,18 3-13 0,7-4 12 15,4-4-18-15,-2 0 9 0,4-2 3 0,2-2 1 16,0 0-2-16,2-5-6 0,-2 0 5 0,-1-2-5 15,1-1 10-15,-2 1-9 0,6 2 0 0,-1 0-1 16,-5-1 8-16,4 3-8 0,-6 1 3 0,-3 1-5 16,-5 1-1-16,-10 2 8 0,-4 0-3 0,-12 2 5 15,3 0-10-15,-12 0 7 0,-3 0-4 0,0 0 7 0,0 0 6 16,-1 0-7-16,-1 0 1 0,0 0-5 0,0 0-2 16,-2 0-2-16,-2-1 5 0,0 1-3 0,-11-2 0 0,-24-2-3 15,-4 0 4-15,-5 2-3 0,-1 1 7 0,-1-1-9 16,7 2 3-16,-5 0-3 0,-1 0 4 0,-1 0 0 15,-2 2-3-15,0 1 1 0,-2 5 3 0,-4-1 8 16,-1 2-8-16,-7-3 6 0,3 0-13 0,-2-3 7 16,4 1 1-16,9-2 2 0,-1 0-1 0,14 0 5 15,8-1-2-15,4 1 3 0,7 0-5 0,5 0-6 0,4 0-3 16,5-2-1-16,2 0 0 0,-2 2 6 0,1 0-1 16,1-1 1-16,0 1 0 0,2 0 2 0,2 0-1 15,1 0 2-15,18 7 1 0,25 2 3 0,3-7-4 16,14-4 2-16,2-4-4 0,5-3-7 0,3-4 9 15,-7-2-8-15,3-2 9 0,-6 0 2 0,0 2-6 0,4 2 4 16,4 7-7-16,-4 0 2 0,-6 1 0 0,-5-1 0 16,-12-2-4-16,1 3 5 0,-3 3 2 0,-8 0 1 15,-6 2-3-15,-10-2 4 0,-5 0-4 0,-7 0 6 16,-2 0-9-16,-3 0 14 0,3 0-11 0,0 0 13 16,-2 0-13-16,0 0-11 0,-2 0 10 0,0 0-11 15,-2 0 10-15,0 0-7 0,-30 0-1 0,1 0 0 0,1 0 3 16,4 0-26-16,4 0 1 0,3 0-12 0,4 0-31 15,6 1-80-15,5 1-36 0</inkml:trace>
  <inkml:trace contextRef="#ctx0" brushRef="#br1" timeOffset="170458.8">31269 7088 43 0,'0'0'34'0,"0"0"-22"0,-1 0 40 0,-1-2-13 16,0 1-10-16,0-1 7 0,0 0-10 0,-2 0 8 0,1 0-23 16,-5 0 15-16,-1 0-7 0,-4-1 10 0,0-1-5 15,2 0 11-15,0 2-3 0,0 1 4 0,1-1-5 16,1-2 15-16,-4-2-8 0,-2 1 8 0,-2-1-17 0,3 1 7 16,-1 1-5-16,2 0 5 0,-4 1-13 0,2 1 1 15,0-2 4-15,0 2-3 0,1 0 0 0,-1 0-16 16,0 1 3-16,2 1-7 0,0 0 5 0,2 0 0 15,0 0-1-15,1 0 2 0,3 0-4 0,1 0-3 16,4 0 2-16,-1 0-1 0,-1 1-5 0,0 1 11 16,1 0-6-16,1 0 11 0,0 0 12 0,0 0-8 15,2 0 2-15,2-1-6 0,0-1-7 0,39 12 6 16,9-7-3-16,11-3 4 0,10-4-14 0,10-2 1 16,5-3 5-16,-6-2-3 0,1-1 4 0,-5 1-2 0,-1 2-1 15,1-1 2-15,2 3 3 0,2-1-9 0,3 2 5 16,1 3-5-16,-3 1 8 0,-5 0-10 0,-11 0-1 0,-9 0-1 15,-6 0 4-15,-5 0 0 0,-2 0 6 0,-4 0-5 16,-4 1 3-16,-7 3-6 0,-2-2 4 0,-8 0-3 16,-1 0 9-16,-10-2-6 0,-3 0-3 0,-2 0 3 15,2 0 15-15,-1 0-5 0,-1 0 2 0,0 0-5 16,-2 0-11-16,-2 0-6 0,0 0 6 0,-18 0-5 16,-15 0 15-16,-4 2-6 0,-2 1-4 0,-2 3 1 0,-3-2 1 15,-3 1-6-15,-3 1 9 0,-5 3-9 0,-3 0 2 16,-3-1 4-16,0-5-6 0,0 3 6 0,2-2 3 15,1 3-9-15,1 1 3 0,0-1-5 0,-3 2 5 0,-3 1 0 16,-3-1 1-16,-7 0 0 0,-1 0 8 0,4-3-7 16,3 0-1-16,10-1-1 0,1 1 2 0,10-3-4 15,5 1 4-15,10-2-4 0,5 0 11 0,7 0-10 16,3 0 4-16,3-1-4 0,4 1 8 0,5-2-9 16,3 0 2-16,-1 0-6 0,0 0 5 0,0 2 9 15,3 0-3-15,-1 0 5 0,2 0-9 0,0 0 3 16,2-1-1-16,16 5 3 0,30 0-1 0,17-5-3 15,10-1 5-15,12 0-4 0,6-3 6 0,2-3-6 0,-3-3-2 16,-1-2 0-16,-2 1 3 0,8 1 3 0,5 4-2 16,0 3 0-16,4 0-6 0,-9-2 0 0,-10-1 5 15,-7-3-3-15,-6 1 4 0,-5 5-7 0,-6 0 0 0,6 2-1 16,-10 0 8-16,-3 0-4 0,-8 0 4 0,-13 0-3 16,-5 0 5-16,-4 0-3 0,-8 0-3 0,-8 0 1 15,-1 0 3-15,-5 0 13 0,-1 0-4 0,-1 0 2 16,0 0-16-16,-2 0 1 0,0 0-5 0,-2-2 4 15,-22-3 1-15,-24-5-5 0,-6 5 9 0,-5-3-10 16,-1 5 0-16,-1 1 3 0,0 2-1 0,-2 2 4 16,-2 1 7-16,-2 1-3 0,-6 0-6 0,1-1 2 15,-4 1-1-15,0 0-5 0,3-2 10 0,6 0-7 0,4-1 0 16,9-1 3-16,2 2-5 0,2 4 5 0,0-1 3 16,0 3-3-16,-2-3 0 0,2 1 0 0,0 0 1 0,0-1 4 15,5 3-5-15,2-3 1 0,6-1-5 0,4 1-2 16,5-1 11-16,8 0-7 0,1 0 7 0,10-3-10 15,-1 1 0-15,5-2-3 0,3 0 6 0,-2 2 6 16,2 0 0-16,1 2 3 0,1-1-5 0,1 1 3 16,22 9-3-16,31 4 5 0,11-8-4 0,9-3-5 15,-2-6 4-15,14-2-4 0,-1-2 2 0,4-3 0 16,4-1-2-16,11 3 2 0,4-1-1 0,1-3 3 16,-3 3-1-16,-11-3 3 0,-2 2-5 0,-6 5-1 0,-5-2-1 15,3 2 2-15,0 2 3 0,-5-2-2 0,-4 2 4 16,-9-2-3-16,-9 1 8 0,-10 1-9 0,-7 0 0 15,-10 0-1-15,-5 0 1 0,-7 0 5 0,-6 0-4 0,-4 0 5 16,-5 0 1-16,-2 0 3 0,2 0 4 0,-1 0-3 16,-1 0-5-16,0 0-5 0,-2 0-1 0,-2 0 0 15,0 0 4-15,-39-4-5 0,-7 0 1 0,-11 0-3 16,-12 1 5-16,-11 1-4 0,-3 0-3 0,-6 0-1 16,2-2-1-16,-4 1 7 0,0 1-1 0,-3 0 2 15,-8 0 1-15,-8 2-5 0,-3 0 5 0,6 0-5 0,8 0 0 16,14 0 6-16,11 2-2 0,7 2 5 0,10 1-4 15,7-3-2-15,9 2-5 0,12 0 3 0,8-3 3 0,12 1-6 16,8-2 1-16,-1 2-5 0,2 0 8 0,0 0 2 16,2 0 4-16,2 0-1 0,4 1-4 0,44 20 3 15,0-9-5-15,15-4 3 0,3-5-6 0,9-3 4 16,14-2 2-16,18 2 1 0,6 2-2 0,10-4 3 16,-7 0-6-16,-6 0 4 0,-3 0-3 0,5 0 0 15,1 3 2-15,0 1-1 0,2 0-5 0,-13 0 8 16,-9-1-1-16,-8 3 4 0,-5-1 1 0,3 3-4 15,-7-1 1-15,0 1-1 0,-6-1-2 0,-12-1 1 0,-5-1-1 16,-8 1 2-16,-8-2 3 0,-8-1-3 0,-6 1 5 16,-7-2-4-16,-5 0 1 0,-4-2 5 0,-3 0 1 15,-4 0 3-15,2 0 14 0,-1 0 0 0,1 0 0 16,-2 0-2-16,0 0-13 0,0 0-8 0,-2 0-4 16,0 0 0-16,-2 0-4 0,0 0-21 0,-9 0-6 0,-17-2-9 15,2 2-48-15,-4 0-191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18T06:04:11.497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2895 13879 153 0,'0'0'33'15,"0"0"2"-15,0 0 34 0,-2 0 2 0,0 0-13 16,1 0-14-16,-1 0-19 0,0 0-3 0,1 0 0 0,-1 0-1 16,0 0-3-16,1 0 13 0,-1 0-8 15,-1 0 22-15,0 0-2 0,-1 0 3 0,3 0-3 0,-11 0 6 16,4 0 8-16,0 0-7 0,-1 0 6 0,4 0-11 15,-1 0-16-15,1 0 1 0,-2 0-6 0,2 0 0 0,4 0-12 16,-6 0 10-16,5 0-12 0,-1 0 2 0,1 0-8 16,1 0-1-16,-3 0 0 0,1 0 3 0,0 0-1 15,1 0-6-15,1-2 2 0,-1 2-2 0,0 0 1 16,1 0-2-16,-1 0 1 0,0 0-3 0,1 0 2 16,-1 0 2-16,0 0-1 0,1 0-3 0,-1 0 8 15,0 0 5-15,1 0 4 0,1 0 17 0,0 0 3 16,0 0-4-16,0 0 3 0,0 0-5 0,0 0 10 0,0 0-3 15,0 0 5-15,0 0-8 0,0 0-18 0,0 0-3 16,0 0-4-16,0 0-9 0,0 0 7 0,0 0 2 16,0 0 2-16,0 0 0 0,0 0-11 0,0 0 2 15,0 0-4-15,0 0 7 0,1 0 1 0,1 0 0 16,0 0-1-16,-1 0-4 0,1 0 4 0,0 0-2 0,-1 0 3 16,1 0 0-16,0 0-2 0,-1 0 3 0,3 0-2 15,-1 0-3-15,5 0 1 0,5 0-2 0,-1 0 2 16,-1 0 4-16,-2 0 1 0,4 0-6 0,0 0 3 15,2 0-11-15,3 0 10 0,-3 0-1 0,5 0 3 16,0 0-3-16,-2 2 0 0,0-2 3 0,0 0 0 16,0 1-1-16,0 1-2 0,2-1 1 0,-2 1-1 15,-1 0-3-15,-1-1 0 0,1 1-1 0,1 0 2 0,3-1 5 16,1 1-4-16,1 0 5 0,-2-2-4 0,1 1 8 16,-2 1-9-16,1 0 1 0,4-1-2 0,3 3 2 15,0-1 0-15,2 0 3 0,-4 1-1 0,2-1 1 0,3 0-3 16,-7-1-2-16,4 1 1 0,1 0-1 0,1-1 6 15,5 1-4-15,-4 1 5 0,-3-1-2 0,-1 0-6 16,1 1 2-16,-2-3-4 0,2 3 7 0,0-3-2 16,2 1 5-16,0 1-5 0,-1-1-4 0,3-1 5 15,2 3-3-15,1-1 3 0,0 0-6 0,3 1 5 16,-4-3 1-16,4 1 3 0,0 1 1 0,-2-1-6 16,2 0 1-16,-3-1-1 0,1 1 5 0,-3-1-4 0,-1 1-1 15,-1 0-1-15,0-1 2 0,-1 1-1 0,2 0 1 16,-1-1 0-16,2 1 1 0,2-2-1 0,3 0 1 15,1 2 0-15,-3-2-1 0,6 0-3 0,-3 1 1 16,3-1 0-16,0 2 2 0,3 0 1 0,-4-1 1 16,-3 1 1-16,-1 0 4 0,-4-1-8 0,0 1 0 0,0 0-2 15,0-1 6-15,0 1-3 0,0 0 2 0,0-1-3 16,0 1-3-16,3-2 4 0,2 1-1 0,0-1 1 16,1 0 3-16,-2 0-1 0,1 0 0 0,1 0-1 15,1 0-4-15,-2 0 8 0,0 0-5 0,-8 0 6 16,-2-1-6-16,0-1-5 0,-4 2 5 0,1 0-5 15,-2 0 5-15,-1 0-1 0,-1 0 1 0,-1 0-1 0,1 0 6 16,1 0-6-16,-2 0 2 0,1 0-2 0,-1 0 2 16,1 0 1-16,1 0 0 0,1 0 0 0,-2 0-3 15,-1-1 2-15,10-1-1 0,-9 0 1 0,4-1-4 0,2 0 4 16,-8-1-1-16,9 1 1 0,-1 0 0 16,-2-1 2-16,-1 1 1 0,-2 1 0 0,-1-1-4 0,-1 0-1 15,0 0 1-15,-2 1-1 0,-1 0 4 0,-1 1 2 16,2-1-5-16,-1 0 1 0,1 1-1 0,-3 1-5 15,-2 0 7-15,0 0-6 0,0 0 4 0,-1 0 7 16,-2 0-9-16,0 0 7 0,0 0-6 0,-4 0 3 16,2 0 2-16,-3 0 0 0,0 0 0 0,0 0 8 15,-1 0-1-15,-1 0 3 0,-1 0-9 0,1 0 10 16,0 0-11-16,0 0 1 0,-1 0-104 0,0 0-300 0</inkml:trace>
  <inkml:trace contextRef="#ctx0" brushRef="#br0" timeOffset="1">3152 13586 635 0,'0'0'51'16,"0"0"-3"-16,0-1 34 0,0-1 2 0,0 0-8 15,0 1-3-15,0-1-27 0,0 0-4 0,0-1-7 0,0 1-25 16,0 1 2-16,0-3-7 0,0 3 7 0,0-1 1 16,0 0-2-16,0 1 13 0,0-1-8 0,0 0 28 15,0 1 3-15,0-1-1 0,-2 1 1 0,1 1-4 0,-1 0-7 16,1 0-4-16,-3 1 0 0,1 1-8 0,-7 4-7 15,-8-2 4-15,-7 12-5 0,2 4 13 0,-7-3 6 16,2 2-2-16,-1 0 3 0,-3-1-4 0,-2 2-7 16,-4-6 3-16,3 5-5 0,-1-6-4 0,3 2 0 15,1-4-1-15,2 2 0 0,1 1 1 0,1-1-10 16,1 0 2-16,-1 0-4 0,5 1 1 0,2-3-2 16,3-1-1-16,1 2 0 0,1-4 0 0,1 0-2 15,0 0-2-15,5-1 1 0,-2-2-5 0,4 0 3 16,3 0 1-16,-1-2 1 0,-1 0-7 0,5 1 3 0,-1 1-6 15,1-2 5-15,2-1-15 0,-1 1 9 0,-1 0-3 16,0 1 5-16,1 0-1 0,-1 3 7 0,2 0-2 16,0-2 2-16,0 1 1 0,2-1-6 0,-1 0 3 15,4 3-3-15,-3-1 10 0,15 0-7 0,-1 3 3 0,1-2-4 16,1-2 5-16,0 6 1 0,3-4-2 0,1 4 1 16,1-2 0-16,0 1-1 0,5 2 6 0,5 1-6 15,3-3-3-15,9-3-193 0,8-1-19 0</inkml:trace>
  <inkml:trace contextRef="#ctx0" brushRef="#br0" timeOffset="2">6621 13926 124 0,'0'0'65'0,"0"0"-34"0,-1 0 74 0,-1 0-23 16,0 0-15-16,1 0-25 0,-1 0-7 0,-1 0-2 16,-1 0-10-16,1 0 2 0,1 0 11 0,-4 2-6 15,-1 0 19-15,1-1 8 0,-1 1 1 0,2 0 3 16,0-1 8-16,4-1-6 0,-1 0 2 0,-1 2-2 0,-1 0-4 15,1-1-15-15,0 1-1 0,1 1-4 0,0 1-9 16,1-1-6-16,-1 0-5 0,0 0 1 0,2 1-7 16,0-1-2-16,0 0-1 0,2-1-1 0,0 0-4 0,-1-1-5 15,3 1 6-15,2 1-6 0,9 4 11 0,-2-4-9 16,2 0-2-16,-2-1 0 0,2 0 0 0,-2-1-1 16,2 1 5-16,2-2-3 0,-1 0 9 0,1 0-8 15,-1 0 1-15,1 0-2 0,3 0 5 0,-2 0 5 16,0 0-1-16,-2-2 3 0,8-1-2 0,-1-2-7 15,3 0 5-15,-1 0-5 0,-7 2 6 0,5-2-4 16,-6 2 0-16,2-2-1 0,0 0 1 0,0 0 1 16,-4 2-3-16,0-1 2 0,-3 3-6 0,-2-1 5 15,1 0 2-15,1 1-1 0,-1-1-2 0,-3 0 2 0,-3 2-5 16,-3 0 5-16,0 0 0 0,-1 0 3 0,1 0-3 16,1 0 2-16,-1 0-8 0,1 0 3 0,-1 0-2 15,0 0 2-15,-1 0 0 0,2 0-1 0,1-1 0 16,-1 1 0-16,0 0 2 0,1 0-8 0,-1 0 6 0,0 0-7 15,1 0 11-15,-1 0-5 0,0 0 0 0,0 0-1 16,-1 0 0-16,0 0 1 0,-1 0-1 0,1 0 2 16,0 0-2-16,-1 0 2 0,1 0 1 0,0 0 1 15,-1 1-4-15,1 1 2 0,0 0 5 0,-1-1-3 16,1 1 8-16,0 0-8 0,-1-1-2 0,1 1 0 16,0 0 2-16,-1-1 5 0,1 1 1 0,0 0 0 0,-1-1-7 15,-1 1 9-15,0-1-9 0,0 1 9 0,0 0-3 16,0 1-2-16,0 0 5 0,0 1-5 0,0 1 4 15,0 5 5-15,-1-1-3 0,-1 5 3 0,0-1-2 0,-1 0-7 16,0 2 4-16,-1 3-5 0,1-3-2 0,0 5 0 16,1-4 0-16,0 4 0 0,1-3 7 0,-1 1-5 15,0 0-2-15,2-3 1 0,-1 5-3 0,-1-1-3 16,2-2 6-16,-2 1-5 0,1 2 8 0,-1 0-5 16,1 0-3-16,1-1 0 0,-2 1 3 0,0-2 0 15,1 2 2-15,-1-2-2 0,-1 2-3 0,-1-2 6 16,1 1-2-16,0 2 3 0,-1 0 2 0,1 3-5 15,0 0 2-15,1 3-3 0,1-1 3 0,-1 4 1 0,0 1-3 16,1 2 0-16,-1 0-1 0,2 4-3 0,0 2 8 16,-2-1-7-16,2-1 7 0,0-1-6 0,0-3-1 15,0-2-1-15,0 1-3 0,0-2 8 0,0-6-5 16,0 1 7-16,0-3-4 0,0 1-4 0,0-2 1 0,2 1-2 16,0-1 3-16,-1 1-1 0,1-1 0 0,0 4-1 15,-1-2 2-15,1 3-5 0,-1 2 6 0,3-1-5 16,-1 1 6-16,0-2-3 0,1 4-5 0,-3 0 3 15,1 0 0-15,0 1 1 0,-1 2 2 0,1-3-1 16,0 3 4-16,-1 3-3 0,-1-3-3 0,0 3 0 16,0-1-6-16,0-4 12 0,0-1-2 0,0 2 5 15,0-4-7-15,0 1-3 0,0-1 0 0,0 2-1 0,0-2 0 16,-1 4 5-16,1-1-1 0,0 0 2 0,0 4-3 16,0 5-5-16,0 1 6 0,0 0-5 0,0 2 5 15,0-5-2-15,0 0-1 0,0-2 2 0,0-2 4 0,0-1 1 16,0-5-5-16,1-2 2 0,1-3-1 0,0-3-2 15,-1-2 2-15,1-1-1 0,-1-1-3 0,1 1 2 16,0 1 3-16,-1-2-1 0,1 3 0 0,0-1 1 16,-1 0-1-16,1 2 0 0,0 1-1 0,-1 4 1 15,1-2-2-15,0 3 2 0,-1 3-2 0,1-1 0 16,0 3 0-16,-1-3-1 0,-1 5-5 0,0-3 11 16,0 1-4-16,0-1 5 0,0-2-7 0,0-2 4 15,-1-2 1-15,-1 0 2 0,0-4 5 0,1-2-9 16,-1-3 3-16,0-3-3 0,1-1 7 0,-1-1-3 0,0-2 3 15,2-1-4-15,-1 0-3 0,-1-1 1 0,2 1-1 16,0-1 2-16,0-1 0 0,0-3 3 0,0 1-2 16,0 2 1-16,0 0-9 0,0 0 6 0,0-1-3 15,0-1 3-15,-2 2-2 0,2-2 0 0,-1 2 1 0,1-2-1 16,0 1-2-16,0-1 1 0,-2 2 0 0,2-3 0 16,0 1 0-16,0 0-31 0,0 1-2 0,0-1-13 15,-2 2-30-15,2-2-79 0,0 0-38 0,-1 2-37 16,-1 0-348-16</inkml:trace>
  <inkml:trace contextRef="#ctx0" brushRef="#br0" timeOffset="3">6866 17540 730 0,'-2'0'70'0,"0"0"-62"0,1 0 82 0,-3-2-33 15,1 1 14-15,0-1-6 0,-1 0-2 0,3 2-3 16,-1 0-29-16,-1-1 11 0,0-1-4 0,-1-1 6 16,1 1-3-16,0-1-12 0,-1-1 1 0,3 3-5 15,-1-3-8-15,0 3 9 0,1-2-9 0,-1-1 10 0,0 1-3 16,1 1-7-16,-1-1 9 0,0 1-10 0,1-1 0 15,1 1-7-15,0 1-2 0,0-1 1 0,0 0 4 16,0 1-7-16,0-1 1 0,0 0-4 0,0 1-5 16,0-1 11-16,0 0 0 0,0 1 6 0,1-1 1 0,1 2 3 15,0 0-1-15,-1 0 2 0,1 0-3 0,0 2-4 16,-1-1-3-16,1 1 1 0,0 0-6 0,1 1 5 16,-3-1-4-16,7 8 3 0,-1 1-5 0,1 1-2 15,-1-1 5-15,3 1-4 0,-3-1-3 0,1 1 4 16,-1 0-3-16,3-1 4 0,-1 1-7 0,0-1 1 15,2 2 0-15,-2 1 1 0,-1-1 4 0,0-2 2 16,-1 1-2-16,1 0 0 0,-1-1-4 0,3 2 1 0,-1 1-1 16,0 0 2-16,0 1 3 0,1 2-5 0,-1-1 5 15,0 2-5-15,0 1-4 0,-1-4 8 0,-2-2-3 16,2 2 7-16,-1-2-1 0,-1-2-3 0,2 4 0 16,-4-7-1-16,2 4 0 0,-2-5-2 0,1-1 4 15,-1 3-4-15,-2-5 6 0,3 6-4 0,-3-5 4 0,-1-1-3 16,0-3 3-16,2 3 3 0,-2-1-3 0,2 2 3 15,-2-3-6-15,0-1-2 0,1 2 0 0,1 1 0 16,0-1 0-16,-1 0 5 0,1-1-3 0,0 0 4 16,-1-1-7-16,1 1 2 0,0 0-2 0,-1-1 3 15,1 1-2-15,0 0 2 0,-1-2 4 0,1 0-2 16,-1 0-4-16,1 0 6 0,0 0-4 0,-1 0 7 0,1-2 0 16,0 0 10-16,-1-1-6 0,8-12 6 0,1-6-12 15,-2-2 0-15,2-6-4 0,-2 1 2 0,2-1-7 0,0-6 4 16,-2 4 1-16,2-2 2 0,1-2-6 0,1 2 3 15,0 1-3-15,1-1 2 0,0 2 3 0,0 3-10 16,-1 2 11-16,-2 4-11 0,0 2 10 0,-1 0-3 16,0 4 0-16,-3 1 0 0,1 0 1 0,-2 4 1 15,1-1-6-15,1-3 3 0,0 2 0 0,-1-2-47 16,1 0-22-16,1-3-22 0,-1 3-175 0</inkml:trace>
  <inkml:trace contextRef="#ctx0" brushRef="#br0" timeOffset="4">8095 17355 256 0,'0'-2'5'0,"0"1"25"16,0-19 47-16,0-5 20 0,0-3 12 0,0 2-11 0,0 7-27 16,0-2 0-16,0 4 2 0,0 4 5 0,0 2-15 15,0 1 3-15,0 3-9 0,0 2-10 0,0 2-10 16,0 0-5-16,0-1 0 0,0 1-10 0,0 0-25 15,0 1-1-15,0 0-7 0,0 1 8 0,0 1 2 16,0 1 2-16,-2 3 0 0,-1 15 9 0,-2 18-10 16,2 2 6-16,0 1-8 0,1-2 2 0,0-7 4 15,1 1-4-15,1-4 5 0,0-2-3 0,0 2-1 16,0 0-1-16,1 1 0 0,1 0 8 0,0 3 14 0,-1-3 0 16,1 3 4-16,0-3-2 0,-1 1 4 0,1 5-4 15,-2-4 3-15,0-1-9 0,0 1 3 0,0-6 4 16,0-2-2-16,0-3 2 0,0-2-5 0,0-3-4 15,0 0 0-15,0 1-9 0,0-4 3 0,0 0 1 0,0-7 1 16,0 0 2-16,-2 1-8 0,-1 1 6 0,1-4-7 16,-4 7 8-16,4-3-11 0,-13 1 4 0,0 3-4 15,0-4 5-15,2 1-3 0,0-3 1 0,2 0-1 16,-1-3 4-16,4 1-4 0,-2 5 1 0,3-4 0 16,1-1 1-16,2-1 0 0,3-2-1 0,-1 0 1 15,-1 0 3-15,-1 1 5 0,1 1-6 0,0 0 4 16,1-1-15-16,0 1 3 0,1-2 2 0,-1 0 0 0,1 0 7 15,-1 0-7-15,2 0 2 0,0 0-4 0,2 0 2 16,-1 0 0-16,1 0 1 0,1 0-1 0,9-2 6 16,4 1 16-16,2-1-3 0,2 0 6 0,0 1 0 0,-4-1-6 15,3-1 2-15,-1-1-4 0,-2 3-5 0,2-1-8 16,1 0-2-16,-3 1-1 0,2 1-2 0,-5 0 0 16,-1 0 0-16,-2 0-1 0,-3 0 3 0,1 0-6 15,0 0 1-15,-1 0-5 0,-1 0-10 0,-2 0-23 16,-3 0-1-16,2 0-9 0,1 0-16 0,-1 0-37 15,-1-2-5-15,-1 0-16 0,1 1-53 0,0-1-99 16,-2-1-34-16</inkml:trace>
  <inkml:trace contextRef="#ctx0" brushRef="#br0" timeOffset="5">7815 17297 1119 0,'-2'0'59'16,"0"-2"-10"-16,1 1 40 0,-1-1 7 0,0-1-16 16,1 0-28-16,-1-1-25 0,2 1 4 0,-2-9-9 15,2 1 6-15,4-2 3 0,2 1-5 0,-4-1 4 0,19 0-8 16,4-1-13-16,0 5 4 0,0 2-8 0,4 0-5 16,-1-9-4-16,2 4-6 0,-3 7 1 0,-3 5-26 15,1 2-37-15,0 3-8 0,1 3-16 0,-1 2-83 16,1 3-260-16</inkml:trace>
  <inkml:trace contextRef="#ctx0" brushRef="#br0" timeOffset="6">8562 17733 889 0,'0'0'97'0,"-1"0"9"0,-1 0-22 0,0 0-20 16,1 0-23-16,-1 0-6 0,0 0-24 0,1 0-6 16,-1 0-5-16,0 0-10 0,1 2 8 0,-1-1-5 15,0 3 6-15,-4 14-3 0,1 8 7 0,2-1 0 0,-1 2 3 16,3 1 3-16,-3 0 6 0,1 1 1 0,1 1 2 16,-1-5 5-16,0 0 17 0,-1-2-2 0,1-3 6 15,0-1-3-15,0 0-4 0,-1-3 2 0,1-3-5 16,0 1-7-16,1-5 2 0,0 1-10 0,1-1 7 15,-1-3-13-15,0 1 5 0,2-4 2 0,0 0-1 16,0-1-3-16,0 1 15 0,-1 1 0 0,-1-1 7 0,2-1 16 16,0-1-18-16,0 1-2 0,-2 0-8 0,1-2-10 15,-1 0-11-15,0-2 5 0,1-1-8 0,-2-9 2 16,-2-9 0-16,-2-4-4 0,2 0 1 0,2-3-6 16,-1-2 2-16,1-1 1 0,0 0 0 0,1 2 2 0,-1 5 0 15,1 1 0-15,2 6 0 0,0-1-8 0,0 3 4 16,0 5 1-16,0 2 1 0,0 1-2 0,0-1-9 15,0 5 4-15,2-2-6 0,0 0 2 0,1 1 3 16,-2 4-3-16,13-6 3 0,2 3 1 0,-1 3 5 16,2 1-4-16,-3 4 3 0,0 2-2 0,-1 1 4 15,-2 0 2-15,1 12 1 0,-2 0 2 0,1-2-4 16,-1 0 2-16,-1 2-3 0,-1-2 3 0,-2 0-5 16,-1 2 5-16,0-2-2 0,-1 4 12 0,-1-4-10 0,10 0 4 15,-5-1-5-15,-3-2 10 0,0 1-5 0,-1 1 2 16,-4-3-1-16,0 1 16 0,-2-3-8 0,-1 1 3 15,-2-1-5-15,0-1-6 0,-2-1 9 0,0 0-2 16,4-2 4-16,-12 1 0 0,-1-1-7 0,-2-2 4 0,-2 1-5 16,5-2 1-16,2-2-4 0,1 1-3 0,2-1 1 15,4-1-2-15,-3 4 2 0,-2 2-1 0,8-6 0 16,-9 3-4-16,10-5-11 0,-1 2-6 0,0-1-6 16,1 1-64-16,1 0-47 0,-1-1-9 0,0 1-13 15,2-2-47-15,0 0-150 0</inkml:trace>
  <inkml:trace contextRef="#ctx0" brushRef="#br0" timeOffset="7">9166 17827 912 0,'0'0'32'0,"-1"-1"57"0,-1-1-19 0,0 0 1 15,-1 1 9-15,-10-4-11 0,0 1-14 0,-6 3-4 16,3 1-4-16,-1 0 2 0,1 3-9 0,-6 4-5 15,1 3-3-15,1 1 1 0,-1-8-3 0,4 17-16 16,1 0 2-16,1 2-7 0,5-3-8 0,3 0 2 16,4 0-3-16,-7-5 3 0,2 0-2 0,1 1 4 0,6-3-5 15,1 4 5-15,1-6 4 0,3 0-2 0,-1-2 10 16,4 2-7-16,1 2 16 0,3-2-5 0,12 1 4 16,-4-2-3-16,5 1 10 0,-5-2-6 0,-1 0-1 15,0 0-1-15,-5-1-3 0,5 3-9 0,-5-4 1 0,-4 3-5 16,1 1-1-16,-7-2 3 0,-2 2 3 0,6 0 0 15,-2 0 3-15,-2 1 1 0,-3-1-3 0,-1 3 2 16,-4 0-9-16,-5 1-1 0,-7 1-1 0,-12-2 1 16,-6 0 5-16,0-5-24 0,-3 0-24 0,4-3-12 15,-1-1-176-15</inkml:trace>
  <inkml:trace contextRef="#ctx0" brushRef="#br0" timeOffset="8">1365 12475 208 0,'-2'0'0'0,"0"-2"9"16,1 0 26-16,-1 1 21 0,0-1 3 0,1-1 1 0,-1 0-20 15,1-1-29-15,1-1 11 0,-2-1-13 0,2 1 17 16,0-2 16-16,0 1 4 0,0 1 4 0,0-2 18 16,0 2-12-16,0 2 1 0,0-1-3 0,0 1 1 15,0 0-12-15,0 0 1 0,0-1-5 0,0 3 1 0,0-3-10 16,0 1 5-16,0 0-6 0,0-1 0 0,0 3-20 15,0-1-1-15,0 0-5 0,0 1-3 0,0-1-4 16,0 2 1-16,0 0-2 0,0 2-1 0,0-1 6 16,0 3-1-16,-2 6 1 0,1 11-6 0,-1 2 5 15,2 0-2-15,-2 4 3 0,2-1-2 0,0 4 5 16,0 0-7-16,2 1 5 0,0 2-7 0,1 2 4 16,0 1 2-16,0 0 0 0,2 4-1 0,2-4 4 15,-2 1-5-15,0-3 5 0,0-2-4 0,0-3-1 16,0 0 6-16,-2-5-4 0,2 3 8 0,0-4 1 0,2 0 0 15,-1-2 2-15,1 3 10 0,1-1-7 0,-1-2 1 16,-1 2-5-16,2-1-9 0,1-1 8 0,-1-1-4 16,0-2 6-16,0-1-4 0,-1-2 8 0,0-2-5 0,-1 0 5 15,1-3-14-15,-1 1 9 0,-1-2-2 0,-1-4 5 16,1 3 3-16,-2-3-9 0,2 1 5 0,-5-4-5 16,3 1 13-16,1 1 12 0,-1-1-3 0,0-1 6 15,0-1-1-15,1 1-5 0,-1 0-1 0,0-2-3 16,1 0-13-16,-1-2-2 0,0-1-2 0,6-9 1 15,2-8-5-15,-1-3 4 0,-2 2-3 0,0-2 2 0,-1-1-10 16,0 0 7-16,-2-1-1 0,0-1 5 0,0-1-2 16,-1 1-3-16,1-2-1 0,2-5-2 0,-2-4 0 15,2-2 3-15,-1-8-1 0,1-1 2 0,-1-6-9 0,-1-4 5 16,0 5 3-16,0 4 1 0,0 6 7 0,0 5 3 16,-2 5-5-16,2 3 4 0,-1 7-7 0,-1 3 2 15,0 4-3-15,1 1 2 0,-3 5-3 0,1 0 0 16,0 2 0-16,-1 3-1 0,1-2-3 0,-2 4-2 15,0 1 0-15,0 1 0 0,2-3 1 0,-1 1-8 16,1 0-7-16,-1-1-5 0,1 3-62 0,1-1-90 16,1 0-20-16,-1 2-41 0,7-1-223 0</inkml:trace>
  <inkml:trace contextRef="#ctx0" brushRef="#br0" timeOffset="9">2182 13069 225 0,'0'0'39'0,"0"0"58"0,0 0-37 0,0 0-7 16,0-1 9-16,0-1-8 0,0 0 11 0,0 1-7 16,0-1-10-16,0 0 4 0,0 1-21 0,0-1 0 15,-2 0-3-15,0 1 2 0,1-1-8 0,-1 0 7 16,0 1 2-16,1-1 1 0,-1 1-12 0,0-1 3 16,1 0-1-16,-1 1 3 0,1-1 10 0,-1 0-11 15,0 1 2-15,1-1-5 0,-1 0-1 0,0 1-4 0,1-1-1 16,-1 0 0-16,0 1-8 0,-1-1 1 0,1 0 2 15,1 1-2-15,-1-1-4 0,0 0 6 0,1 1-5 16,-1-1 7-16,0 1 2 0,1-1 4 0,-1 0 0 16,1 1 0-16,-1-1-14 0,0 0-1 0,1 1 2 0,-1-1 0 15,0 2 0-15,1-2-3 0,-1 1-2 0,0-1 0 16,-1 0-2-16,0 2 2 0,1 0 2 0,0 0 0 16,1 0-1-16,-1 0-2 0,0 0 1 0,1 0 0 15,-3 0-4-15,1 0 1 0,0 0-4 0,0 0 4 16,-1 0 3-16,3 0 0 0,-6 0 3 0,-1 2-1 15,-2 1-1-15,2 1 1 0,-4 1-1 0,1 0 1 0,1-1 1 16,0 1-3-16,1 0 0 0,1 0 0 0,-2 4 0 16,2-8-2-16,0 7 2 0,3 2-3 0,-2-1 9 15,2 1-6-15,0 1-2 0,2 1-3 0,0 3-4 0,-2 1 9 16,0 2-3-16,2 4 4 0,-2 1-4 0,3 5 1 16,-1 0 4-16,-1-2-2 0,3 4 3 0,-16-3-3 15,7-1 2-15,4 0-2 0,4-4 8 0,2-1-5 16,0-1 1-16,2-7-1 0,-1 1 1 0,3-3 8 15,-1-1 1-15,2 0 2 0,0-2 12 0,-2-1-7 16,-1-2 3-16,8 0-4 0,3 1 3 0,0 4 7 16,2-2-2-16,3 1 4 0,0-4-9 0,2-2-8 15,0-1 0-15,-5-2-3 0,0-2-3 0,-2-1 6 0,-2-1-5 16,4-1 5-16,0-1-4 0,-2 1-7 0,-3 0 8 16,-7 3-8-16,1 1 6 0,-1-1 2 0,5-8-1 15,1-1 1-15,-4 1 0 0,-1-2-8 0,0 4 5 16,-3 0-6-16,1-1 6 0,-2 3-5 0,0-6 0 15,0 2 0-15,0 0 2 0,0 4-2 0,0 1-2 16,-2 0 0-16,1 0 9 0,-1 2-11 0,0-1 2 0,1 1-5 16,-4 1 2-16,-3 1 3 0,-1-1 1 0,6 0 0 15,-2-1-6-15,2 1 4 0,-2-1-4 0,0 0 4 16,2 1-1-16,1 2-2 0,-1-2-2 0,-1 1 0 16,1-1 1-16,0 0 0 0,-1 1 7 0,1-1-3 15,0 1 2-15,1 1-2 0,-1 0-2 0,1 0 2 16,1 0 4-16,-1 0 0 0,0 0-4 0,1 0 2 0,-1 0-7 15,0 0 5-15,1 0 3 0,-1 0 0 0,0 0 1 16,1 0-3-16,-1 0-1 0,0 0 0 0,1-2 0 0,-1 2-1 16,0-2-2-16,2 2 0 0,0-1 3 0,0-1-5 15,0 0 4-15,2 1-5 0,0-1 5 0,1 0 0 16,0 1-1-16,12-3 1 0,2-1 2 0,-2 2 1 16,3 0-1-16,-2 0 1 0,-3 1 0 0,2-1-2 15,2 1 2-15,-2 0-2 0,-4 1 0 0,-1-1 4 16,-3 2-3-16,-4 0 4 0,2 0-5 0,-2 0 4 15,1 0-3-15,1 0 4 0,-2 0-5 0,2 0 6 16,0-2-2-16,-2 2 2 0,0 0-3 0,2-1-3 0,0-1-3 16,-3 2-3-16,4-5-39 0,3-2-37 0,-1 1-15 15,2-2-9-15,1 6-62 0,1-10-58 0,0 1-7 16,1-2-27-16,0-1-130 0</inkml:trace>
  <inkml:trace contextRef="#ctx0" brushRef="#br0" timeOffset="10">2598 12997 422 0,'0'0'86'0,"0"0"107"16,-2 0-70-16,0-2-44 0,1 2-1 0,-3 0-14 16,-4 0-16-16,-7 0 26 0,-3 2-15 0,2 1 17 15,-4 4-14-15,2-1-12 0,-2 2-1 0,2 1-7 16,-1 1-22-16,5-2-10 0,0 0-2 0,6-1-3 0,-2-4-6 16,7 7-7-16,0 0 0 0,-6 0-2 0,3 1 1 15,1-1 3-15,2 0 6 0,3 2-3 0,0-4 5 16,1 0 5-16,3 0-3 0,-1-1 4 0,-2 0 3 15,14-2-10-15,2 1 7 0,1 2-6 0,-2-1 29 0,1 0-4 16,-1 1 1-16,-1-1-4 0,0 2-12 0,-2 0 9 16,1 1-4-16,-4 0 5 0,-1-2-4 0,-4 0 11 15,-1 2 1-15,-3-2 4 0,4-1 6 0,0 1-1 16,0 2-6-16,-3 0 1 0,-2 3-20 0,-2 2-1 16,-3-2-3-16,-5 2 0 0,0 0-1 0,-11 1-6 15,-1 4 4-15,3-2-6 0,1-1-4 0,1-2-130 16,-1-2-21-16,3 0-68 0,5 0-372 0</inkml:trace>
  <inkml:trace contextRef="#ctx0" brushRef="#br0" timeOffset="11">2129 13129 135 0,'0'0'51'15,"0"-2"-13"-15,-2 0 76 0,2 1 10 0,-1-1-5 16,-1-1-29-16,0 0-24 0,2-1 3 0,-3-2-8 0,0-1 6 16,1 4-6-16,0-1 0 0,1 1-3 0,1 1-11 15,-5 1-31-15,-4-1 3 0,6 1-11 0,0-1 5 16,-2 0-6-16,0-1-6 0,-2-2 1 0,4 3-8 0,1 2-4 15,1 0 5-15,-3 0-6 0,1 0-1 0,0 0 10 16,-2 0-8-16,0 2 9 0,0 1-1 0,-2 15-1 16,-1 6 4-16,2 2-4 0,-1 4-5 0,-1 3 15 15,-2 3 2-15,-2 4 8 0,1 3 9 0,1 3 1 16,-2 0-6-16,2-3 4 0,0 3-8 0,1-1-3 16,-1-7 5-16,1-2-5 0,1-4 5 0,2-6 6 15,-1-3 1-15,2-1 2 0,2-4 15 0,1-3-11 16,0-4 0-16,-6-1-5 0,5-5-6 0,0 0 7 15,3-3-3-15,0-1 3 0,-2 3-6 0,0-1 25 0,1 0 3 16,-1 1 6-16,0-3-7 0,1 1-23 0,-1-1-5 16,0-1-3-16,1 0-7 0,-1-1 0 0,0-1-2 15,-1-4 0-15,-7-19-5 0,2-5 0 0,1-3 3 16,2-5-2-16,2 0-2 0,1-5 1 0,1 0-7 0,1-3 5 16,0-2-1-16,0 2-3 0,0 0 2 0,3 4-2 15,0 4 1-15,2 5-1 0,0 4 1 0,0 4-2 16,-1 5 0-16,-1 5-5 0,0 2 4 0,-1 5-4 15,1-2 6-15,-1 5-3 0,-1 0-3 0,1 2 0 16,1-1-6-16,1 1 5 0,-1 0-1 0,2 1 1 16,6-3-4-16,3 3 13 0,0 2-3 0,5 2 5 0,-1 1-2 15,2 4 0-15,4 3-2 0,-1 1 1 0,4 3-1 16,1 0-2-16,3 3 4 0,-3-2-4 0,-3-2 5 16,-2 0 0-16,-6-11-1 0,-4 16 0 0,0 0 5 15,-1 2-4-15,-2 0 0 0,4 5-1 0,-7-2 4 0,-4 2-2 16,15 4 7-16,-8 1-7 0,-8 0 10 0,-4 1-11 15,-6 0 4-15,-7-2-5 0,5 0 9 0,-26-2 1 16,-5-1-1-16,-2-3 0 0,-2-1-2 0,4-4 3 16,0-2 1-16,6-2 0 0,2-3-3 0,5 1-2 15,2-2 0-15,3-2 0 0,3-2-4 0,5-2 5 16,3 1-4-16,1-4 5 0,3 1-16 0,3 0-133 16,1-1-78-16</inkml:trace>
  <inkml:trace contextRef="#ctx0" brushRef="#br1" timeOffset="12">7202 13973 37 0,'0'0'0'0,"0"0"44"0,0 0 11 15,0 0 13-15,0 0 4 0,0 0-38 0,0 0-7 0,0 0-11 16,0 0-1-16,0 0 0 0,-1-2 7 0,1 0 18 16,0 1 5-16,0-1 2 0,0 0-1 0,0 1 0 15,-2-1 0-15,2 0 1 0,0 1 0 0,-2-1-23 16,1 1 0-16,-1-1-8 0,2 0-12 0,0 1 3 15,-2-1-2-15,2-1 2 0,-1 1-12 0,1-1 8 16,-2-1-3-16,2 1 6 0,0 0 5 0,-2-1-6 16,2 3 0-16,-1-3-1 0,-1 1 2 0,0 2 0 0,2-1 3 15,0 0-2-15,0-1 12 0,0 1-14 0,0 1 6 16,0-1-10-16,0 0 5 0,0 1 0 0,0-1-4 16,0 0 1-16,0 1-10 0,0-1 3 0,0 0-2 0,0 1 3 15,0-1-1-15,0 0 5 0,0 1-3 16,0-1 3-16,0 2-6 0,0 0 5 0,0 0 0 0,0 0 2 15,0 0 4-15,0 0-3 0,0 0-2 0,0 2 0 16,-1-1-1-16,1 1 0 0,-2 0 7 0,0 1-6 16,1 0 9-16,1 1-6 0,-3 7-3 0,-2 1 0 15,0-1-1-15,0 3 1 0,0-1 1 0,0 0 0 16,0 0-6-16,0-1 8 0,-2 1-3 0,2 0 7 16,0-3-2-16,0 0-7 0,2-2 7 0,0-1-6 0,0-1 8 15,-1 1 1-15,-1 1-4 0,4-4 2 0,-1-1 2 16,0 0-9-16,1 1 6 0,-1-1-5 0,0-2 16 15,1 1-4-15,-1 0 15 0,0-1-8 0,2 1 25 0,0 0-19 16,0-1-8-16,0-1 0 0,0 0-8 0,0 0-1 16,0 0 2-16,0-1-3 0,0-1-4 0,0 0 1 15,2 1-2-15,-2-3 2 0,0 1 5 0,0 0-11 16,0-4 3-16,2-1-4 0,-2 1 3 0,0 1-1 16,0-1 3-16,0 1-3 0,0 1 0 0,0 1 0 15,0-1-2-15,0 4 2 0,0-1 0 0,0 0 4 16,0 1-3-16,0-3 3 0,0 1-4 0,0 0-3 15,0 0 1-15,0 1-3 0,0 0 0 0,0 1-6 0,0-1 5 16,0 0-4-16,0 2 5 0,0 0 5 0,0 0-4 16,0 2 4-16,0 0-3 0,-2-1-3 0,0 3 6 15,2-3-4-15,-3 11 11 0,-2 1-7 0,2-3 2 16,0 0-3-16,-1 1-5 0,3-4 8 0,-3 1 0 0,3-1 5 16,1-4-3-16,0 0 3 0,0 1-6 0,-2-1 5 15,0 0-2-15,1 1 3 0,-1-1 1 0,0-1-1 16,1-1 1-16,-1 1-1 0,0 0 4 0,2-1-3 15,-1 1 4-15,1 0-4 0,0-2 0 0,0 0 1 16,0 0 5-16,-2 0-7 0,1-2 3 0,1 0-4 16,0-1-3-16,0 0 11 0,0-1-8 0,-2-6 7 0,2 0-13 15,0-1 3-15,0-1-1 0,0 1 2 0,0-1-6 16,0 1 1-16,0-1 4 0,2 1-2 0,-1 1 5 16,1 1-7-16,-1 1 0 0,1 3-1 0,1-1 3 0,-1 2 0 15,0 1-1-15,-1 0 0 0,-1 1-6 0,2-1 6 16,0-1-5-16,-1 1 5 0,1 1-11 0,0 1 4 15,-1-1 0-15,1 1 0 0,0 1 0 0,-1 0 0 16,1 0 5-16,0 1-2 0,-2 1 10 0,0 1-2 16,0 7-3-16,-2 7 1 0,0-4-2 0,1-3-2 15,-1 1 5-15,2-6-3 0,0 2 1 0,0-2 6 16,0-2-8-16,0-1 7 0,0 1-6 0,0 0-5 16,0 1 6-16,0-1-4 0,0 0 8 0,0-1 0 15,0 0 0-15,0-1 1 0,0 1 5 0,0-1-7 0,0 1 2 16,0-2-4-16,0 0 7 0,0 0-4 0,2-2 5 15,-1 1-5-15,1-1 5 0,0-1-4 0,-2 1 4 16,3-11-4-16,0 1-2 0,0-1 4 0,1 0-5 16,-3 1 3-16,1 1-6 0,0 1 2 0,-1 2 2 15,3-2 0-15,-3 3-4 0,1 1-2 0,0 1-3 0,-2 1 2 16,0 1 6-16,0 0-4 0,0 1 3 0,1-1-4 16,1-1-5-16,0 1 3 0,-1 0-1 0,1 1 2 15,-1 1 0-15,1-1-3 0,0 0 4 0,-1 1-2 16,1-1 5-16,0 0 4 0,-1 1-10 0,1 1 7 15,0 0-4-15,-1 0-4 0,-1 0 6 0,0 0-3 16,0 0 8-16,0 0-5 0,0 0 3 0,0 0-3 0,0 0 6 16,2 0-6-16,-2 0 6 0,0 0-6 0,0 0 6 15,0 0 0-15,0 0-1 0,0 0 1 0,0 0 5 16,0 0-6-16,0 0-1 0,0 0-1 0,0 0-3 16,0 0 1-16,0 0 3 0,0 0-3 0,2 0-1 0,-2 0 0 15,0 0-3-15,0 0 2 0,0 0 11 0,0 1 12 16,0-1-1-16,0 0 3 0,0 0-1 0,0 0-8 15,0 0 4-15,0 0-7 0,0 2 0 0,0-2-1 16,0 0-3-16,0 0 1 0,0 2-5 0,0-2 0 16,0 0 0-16,0 0-1 0,0 1-6 0,0 1 8 15,0 0-6-15,0-1 5 0,0 1-12 0,0 0 10 0,0-1-2 16,0 1 5-16,0-1-6 0,0 3-3 0,0 2 4 16,0 6-1-16,0 1 1 0,0 2 3 0,0-3-5 15,0 4 3-15,0-1-1 0,0-3-3 0,0 4 6 16,0-1-3-16,0 0 8 0,0 0-9 0,0-2 3 15,-2 0-4-15,2-1 6 0,-2 1-2 0,1 2-1 0,-1-2 1 16,0 0 3-16,1 2-2 0,1-8-3 0,-2 4 1 16,0 1-2-16,1-2 1 0,-1 3 0 0,0-3 0 15,1 1 0-15,-1 3 0 0,1-3 3 0,-1 6-3 16,2-6 0-16,-2 1-1 0,1 1-2 0,-1 2 2 16,0 0 3-16,1 0 2 0,-1-2 0 0,0-2-1 15,1 2-9-15,-3-1 7 0,1 1-1 0,0-3 5 16,-1-2-1-16,1 2-7 0,0-1 0 0,0 1-1 0,-2 1 5 15,1-1-1-15,1 0-1 0,0 1 0 0,-1 1 4 16,1 0 0-16,0-1-3 0,0 1 1 0,-1-1-7 16,1 1 5-16,-2 1 3 0,0 0 0 0,0 0 4 0,-2 4-6 15,2-1 0-15,-1 3-1 0,-1-1 1 0,1 2-5 16,1 1 4-16,-2 2-4 0,2-1 6 0,-1-1 0 16,-1-1 2-16,0 0-2 0,-1 3 1 0,2-2 2 15,-1-1-6-15,0-5 4 0,2-2-2 0,0-1 1 16,-1 1-1-16,1 0 0 0,0-3 1 0,0 3-5 15,0 1 8-15,2-5-7 0,-4 8 8 0,4-7-3 16,-2 3-2-16,0 2 1 0,0-2-1 0,0 4 0 16,0-1-1-16,0-1 1 0,0 2 1 0,0-1-1 0,0 1-2 15,-1 1 0-15,1-2 0 0,-2 2 0 0,2-3 5 16,-1 0-3-16,-1 0-1 0,2-2 1 0,-2 2-2 16,2-2 2-16,0 1-1 0,1-3 5 0,-1 2-4 15,0-1 3-15,0-1-6 0,0 1 3 0,0 0 0 0,0 1 0 16,-2 2-1-16,2-2 3 0,-1 3-1 0,-1 3 2 15,0-1-2-15,1 2-1 0,-1-2 0 0,1 0-1 16,-1 3 1-16,0 1 2 0,1 1-2 0,1-5 3 16,-2 4-3-16,2-4-3 0,0-3 3 0,-1 3-2 15,-1-2 5-15,2-1 2 0,0 0-3 0,2-3 1 16,-2 1 1-16,2-3-6 0,-2 3 3 0,0 0-4 0,2-3 4 16,-1 0 1-16,1 0 1 0,0-2 0 0,-2 4 1 15,1-4-3-15,-1 2 0 0,0 0-1 0,2-2 0 16,-2 4-1-16,0-3 1 0,0 1-2 0,-1 0 3 15,-1 0 3-15,-1 3-2 0,1-1 2 0,1 0-7 0,-1-1 8 16,-1 2-4-16,0-1 7 0,6-1-4 0,-8-1 44 16,3 0-2-16,-2 0 13 0,-1-3-28 0,-2 1-13 15,-1 0-8-15,3 1 1 0,2 0-11 0,-1 0 6 16,-2-1-4-16,-2-1 5 0,-2-2-3 0,3 1-5 16,2 1 1-16,-3-1-3 0,2 3 3 0,-1 0 4 15,-6 1-4-15,6-1 5 0,-4-1-4 0,-2-3 0 16,6 5 3-16,-4-2-2 0,-1-1-2 0,2 1 1 15,0 2 0-15,1-4 1 0,0 3 0 0,1-3 3 0,-2-1-1 16,4 0 1-16,-2-2-8 0,-2 2 4 0,2 4 1 16,-4-4 2-16,0-2-1 0,4 5-3 0,-2-6-1 15,1 6-1-15,-1 0 3 0,0-1 5 0,0 1-6 16,2-4 3-16,-2-3-3 0,2 6-5 0,-2-1 8 0,2 3-7 16,-4-1 5-16,-1 2 4 0,-2-2-4 0,4-1 3 15,-2 3-7-15,-1-4-1 0,0 1 1 0,-3 3 1 16,6 0 3-16,-7-4 4 0,8 3-5 0,-5-1 3 15,-2-3-4-15,4 3 2 0,-6-5 2 0,4 2 0 16,-2-1-3-16,1-3-1 0,3 4 3 0,-2-3-2 16,2 3 0-16,0-2 0 0,1-1-2 0,-1 1 2 15,3 0 1-15,-1 2 1 0,-1 0 2 0,2-1-2 0,-1 4-2 16,1-5-2-16,2 2-3 0,-2 2 2 0,2-4 5 16,-1 2 1-16,1 2 1 0,0-6 0 0,0 4-6 0,1-2 2 15,-1 1-1-15,0-1 1 0,1 2 1 0,-1 0-4 16,0-2 4-16,-4 2-3 0,4 0 3 0,-2 0 0 15,-6-2-1-15,1-1 0 0,0 1-6 0,2 1 8 16,5 1 0-16,-5 0 2 0,4-2-4 0,-5 2 1 16,-6-2-1-16,7 2 2 0,-12 0-3 0,10-2 1 15,4 2 0-15,-4-1 1 0,3-1-1 0,-4 2 0 16,1-2-1-16,2 0-1 0,0 1 2 0,0-1 2 16,-2 2 0-16,0-2 0 0,2 1-2 0,1-1 0 15,1 0 2-15,-1-1-1 0,-1 3-1 0,0-2-1 0,2 0 2 16,1 2-1-16,-2-1 0 0,-3-1 1 0,-1 0-1 15,1 2 1-15,-1-1 1 0,3 1 1 0,-2-1-3 16,-3 0 3-16,1-1-3 0,-6 0-2 0,5-1 2 16,0 0-2-16,-3 1 5 0,1-1-4 0,-7-1 0 0,3 1-2 15,-1 0 3-15,5-1 5 0,-1 1-5 0,1 0 3 16,2-1-7-16,-2 16 4 0,0-6 3 0,2-4-1 16,-1-1 0-16,1-1-5 0,-2 0 4 0,2-1-4 15,-2-1 6-15,0 0-1 0,0 1-5 0,1-1 3 16,-3 0 0-16,-1 1 0 0,-3-3 3 0,-1 1-3 15,1-1-1-15,-2 1 4 0,3 0-3 0,-3-2 4 0,-3 0-5 16,3 0 1-16,0 1 2 0,2-1-1 0,1 0-4 16,2 0 3-16,0 0-1 0,1 0 1 0,3 0 5 15,-1 0-6-15,0 0 0 0,2 0-2 0,-2 0 6 16,4 0 0-16,-6 0 0 0,3 0-1 0,-4 0-3 0,-4 0 1 16,3-1 0-16,-4 1 0 0,0-2-4 0,1 2 4 15,1-2 2-15,-1 1 1 0,-2 1-3 0,2-2 0 16,-1 2-4-16,2-1 3 0,3 1-1 0,0 0 2 15,-2 0 3-15,4 0-2 0,-2-2 5 0,3 2-6 16,2 0-1-16,-2 0-1 0,0 0 1 0,1 0 0 16,-3-2 1-16,6 2 0 0,-7-1-2 0,-5-1 2 15,3 0 0-15,-3 1 2 0,0-1 0 0,5 2-1 16,-7-2 2-16,1 2-2 0,2-1 3 0,-1-1-7 0,4 2 3 16,1 0-4-16,-1 0 7 0,3 0 0 0,1 0-3 15,2 0 0-15,0 0-6 0,2 0 4 0,-1 0 2 16,1 0 0-16,1 0-1 0,2 0 1 0,0 0 0 15,-1 0 1-15,0 0-1 0,-1 0 0 0,-2 0 0 0,3 0 0 16,-3 0 0-16,-1 0 0 0,2 0-1 0,1 0 2 16,3 0 1-16,1 0-2 0,-4 0 3 0,3-2-4 15,3 2-1-15,-5-1 1 0,6-1 0 0,-2 0 1 16,-1 1 3-16,1-1-4 0,0 0 1 0,0 1-4 16,5-1 4-16,-3 0 0 0,3 1 0 0,0-1 1 15,1 1 8-15,-1-1-4 0,1 0 0 0,3 1-2 16,-3-1-7-16,6 2 10 0,-3-2-4 0,1 2 7 0,0-1-7 15,0-1 0-15,-2 0-2 0,1 1 0 0,-1-1 0 16,-1 0-3-16,-1 1 3 0,1-1-3 0,0 0 3 0,1 2 4 16,-1-1-2-16,1 1 1 0,1 0-5 0,-1 0 3 15,2 0-1-15,0 0 1 0,0 0 1 0,0 0-5 16,2 0 4-16,2 0-5 0,-1 0 4 0,-1 0-43 16,-1 0-45-16,3 0-16 0,-1 0-308 0</inkml:trace>
  <inkml:trace contextRef="#ctx0" brushRef="#br1" timeOffset="13">6204 13948 33 0,'0'0'0'0,"0"0"12"0,0 0 125 0,0 0-48 16,0 0 2-16,0 0-67 0,0-2-12 0,0 1 1 16,0-1 3-16,0 0 2 0,1 1 11 0,1-1 9 15,0 0-1-15,-1 1 6 0,1-1 8 0,0 0 17 16,-1 1-5-16,1-1 9 0,0 0-8 0,-1 1-5 16,-1-1-2-16,0 0-2 0,0 1-10 0,0 1-15 15,0 0 4-15,0 0-9 0,0 1-7 0,-1 1-8 16,-1 1 1-16,-1 7-3 0,-4 10-6 0,0 0-1 0,2-2 0 15,1 0 1-15,-1-3-4 0,1 3-3 0,1 1-7 16,1 0 4-16,1 1-10 0,1 0-10 0,0 0 2 16,0-4-5-16,1-1-8 0,1-2-23 0,1-3 2 0,-1-3-10 15,1 1-11-15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5:18:45.558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20872 15744 33 0,'0'-2'0'16,"0"1"5"-16,0-1 62 0,0-2 4 0,0 0 13 0,0-1-24 16,0-6-1-16,0 1-27 0,2 1-4 0,-1 0 2 15,1-1 1-15,-2 3-15 0,2-2 4 0,0 1-7 16,0 1 5-16,0-1 1 0,0 1 2 0,-2 1-1 15,0 3 4-15,0-1-7 0,0-2-2 0,0 5 0 16,0-5-2-16,0 4-1 0,0 0 0 0,0 1 0 16,1-3-3-16,1 0 7 0,0 0-6 0,0 3 6 15,-2-1-7-15,0 0 1 0,0 0 4 0,2 0-2 0,0 0 9 16,0 0-2-16,-2 2 1 0,1 0-2 0,1 0-6 16,0 2 3-16,-2 0-4 0,2 0 3 0,-2 2-14 15,0 1 1-15,2 12 1 0,0 1 1 0,1 5 0 0,-1 1 1 16,0 4 1-16,0 5 1 0,0 2 2 0,-2 3-5 15,2 2-3-15,-2 3 0 0,0 0 6 0,0 3-9 16,0 1 8-16,0-3-9 0,0 3 9 0,0-8 4 16,0-2-9-16,0-2 7 0,2-3-3 0,-1-3-6 15,1-1 6-15,0 0-6 0,0-2 7 0,0-2 1 16,0 0 2-16,0-1-2 0,-1-5-3 0,1 1 10 0,0-3-9 16,0 1 9-16,0-4-11 0,0 0 1 0,0-2 2 15,-1-1-1-15,1 1 2 0,0-4-3 0,0 1-2 16,-2-5 1-16,2 3 0 0,-2-2 0 0,0-3 1 15,0 1-3-15,0 0-13 0,2 2-35 0,0 0 0 0,-1-1-14 16,1 1-33-16,-2-2-98 0</inkml:trace>
  <inkml:trace contextRef="#ctx0" brushRef="#br0" timeOffset="490.97">20766 16439 386 0,'0'0'142'0,"-2"0"-176"15,0-2 165-15,0 0-87 0,0 0-22 0,1 0 19 16,-1 0-4-16,0 1 11 0,0-3 10 0,0 0-17 16,0 0 6-16,0 1-10 0,1-1-5 0,-1 0-1 15,0 1 0-15,0-1 0 0,0 0-1 0,0 0-10 16,0 1 0-16,1 1-2 0,-1 0 6 0,0 0-8 15,0 0 0-15,0 0-4 0,0 1-4 0,2-1 0 16,0 0 4-16,0 0-4 0,0 0 2 0,0 0-3 0,0 2-1 16,0 0 0-16,0 0 0 0,0 0 3 0,0 2 3 15,2 0-2-15,0 0-6 0,0 2 5 0,2-1-3 16,3 8 5-16,2 4-7 0,2 2 0 0,1 0-3 0,-1-1 2 16,2 3-5-16,0 0 7 0,0 1-2 0,0-1 5 15,0-1-10-15,0 3 2 0,0-3 2 0,2 6 1 16,-4-1 4-16,0-1-4 0,0 0-4 0,-4-5 1 15,1 3-3-15,-1-1 6 0,-1-2 0 0,-1-1 3 16,-1-5 3-16,2 2-9 0,-3-1 1 0,1-3-2 16,0 2 5-16,-2-5-3 0,0 1 6 0,-1 0-5 15,1-1 6-15,0 0 9 0,-2-5-5 0,2 3 7 0,0 0-2 16,0 0 4-16,0-1 0 0,-1 1 3 0,1-2 9 16,0 0-3-16,0-1 0 0,2-1-3 0,-1 0-17 15,5-3-1-15,10-10-2 0,-5-4 1 0,4-16-2 0,4-3-6 16,-7-3 0-16,11 0-3 0,-1-3-9 0,-4-1-34 15,6-2-13-15,-4-1-13 0,1 0-110 0,10-3-343 16</inkml:trace>
  <inkml:trace contextRef="#ctx0" brushRef="#br0" timeOffset="2890.78">12010 10532 104 0,'-2'0'0'0,"0"0"9"0,0-1 94 0,0-1-22 0,-2 0 4 16,-1 0-36-16,-10-2-5 0,4 3-22 0,-2-3 9 15,4 2-13-15,3 2 0 0,0 0 9 0,1 0-1 16,1 0 4-16,0 0 5 0,1-2 12 0,-1 2-7 0,2-2 8 16,0 0-16-16,0 1-11 0,1-1 2 0,1 0-7 15,0 0-12-15,0 0 4 0,1 0-2 0,3 0 4 16,11-3-3-16,13-4-3 0,3 1-1 0,7 1 0 15,-1 1-1-15,9 2 4 0,1 3-2 0,-1-1 2 16,-1-2-3-16,5 0-3 0,-2 2 8 0,9 1-5 16,3-1 4-16,9 0 3 0,9 0-7 0,3 0 7 0,8-2 0 15,1-1-4-15,-7-3 0 0,1-1-2 0,-5 0-2 16,-2 1 5-16,4 1-1 0,8 0 2 0,2-1 0 0,0 1 2 16,-5 1-4-16,-14 1 2 0,-5 1-11 0,-9 0 9 15,-10 2-7-15,-4 2 6 0,-6 0-7 0,-7 0 5 16,-5 2 1-16,-5 0 0 0,-5 2-3 0,-6-2 0 15,-5-1 1-15,-1-1-1 0,0 2-6 0,-1 0-22 16,-1 0 5-16,0 0-10 0,-2 0 4 0,-2 0-50 16,-2-1-9-16,-18 7-25 0,-8 1-133 0</inkml:trace>
  <inkml:trace contextRef="#ctx0" brushRef="#br0" timeOffset="3364.77">12086 10040 533 0,'0'-1'16'0,"0"-1"15"0,0 0-15 16,0 0-6-16,0 0-10 0,0 0 4 0,0 0-3 0,0 1-4 15,0-1 3-15,0 0-4 0,0 2 12 0,0 0 2 16,0 0 11-16,0 0-4 0,0 0 28 0,0 0-12 16,-2 2 0-16,0 0-5 0,-2-1-9 0,-16 11 12 15,-10 4-5-15,-3 3 5 0,-1-1-14 0,5 1 0 16,-3-15 1-16,-1 18 0 0,1 4 3 0,0 0-9 16,-1 0-7-16,-2 4 2 0,1-1-8 0,1 1 4 15,0 0 3-15,1-6-1 0,-5-5 2 0,2 3 10 16,-1-11-4-16,-1 0 5 0,4 2-4 0,5-4 9 0,4 3 3 15,3-7-1-15,5-1-11 0,4 1-10 0,3 1-1 16,5-2-2-16,3-1 3 0,-1 1-4 0,0 0 0 16,-2 1-3-16,2 1 2 0,2-2 11 0,0-1 3 15,0 3 2-15,2-2-3 0,4-1-4 0,27 1-1 0,2 16 1 16,1-7 4-16,1-5-6 0,2-4 1 0,-2-3-3 16,0-1-5-16,4 0 1 0,0 0 0 0,-2 0 3 15,5 0-1-15,3 4-14 0,1 0-5 0,10 3-8 16,-5 1-55-16</inkml:trace>
  <inkml:trace contextRef="#ctx0" brushRef="#br0" timeOffset="11444.15">17431 14602 59 0,'-2'0'21'16,"0"0"14"-16,1 0 22 0,-1-1 10 0,0 1-1 16,0 0-13-16,0-2 6 0,0 0-2 0,0 0 1 15,1 0-21-15,-1 0-6 0,0 0-3 0,0 1 0 0,0-1-1 16,0 0 1-16,0 0-3 0,1 0 3 0,-1 0-7 16,0 0 10-16,0 1-2 0,0-3 5 0,0 0-1 0,0 0-1 15,1 1-2-15,-1-1 0 0,0 0 1 0,0 1 0 16,0-1 5-16,0 0-7 0,0 2-12 0,1 0 5 15,-3 1-7-15,0-1 6 0,1 0-9 0,-1 0-10 16,-2 2 4-16,3 0-4 0,-3 0 10 0,0 2-10 16,5-2 3-16,-7 4-5 0,6-4 1 0,-3 3-1 15,1 1 1-15,-3 5-1 0,1 1-2 0,0 1 2 16,3-4-2-16,1 1 2 0,2-1-1 0,0-1 0 0,0 1 0 16,0 0 0-16,0 1 2 0,2-1-1 0,0 1 2 15,-1-1-2-15,3 1 8 0,2-1-8 0,-4 2 5 16,12-1-6-16,-6 1 1 0,3-2 0 0,4 3-3 15,-4-5 3-15,-2 3 0 0,0-3 4 0,1 1-4 0,-3-2 3 16,-3-1 2-16,1 1 0 0,1 0 9 0,0-1-6 16,5 5 8-16,-2-3-3 0,-2-1 0 0,-1-2 0 15,0 0 8-15,-3-2 3 0,1 0-4 0,2 0 2 16,-3 0-17-16,5-4 5 0,-1 0-1 0,-3 3 1 16,0-14-8-16,-1-2 4 0,8 2-1 0,-1-2 2 15,-3 3-5-15,-3-3 6 0,-2 2-8 0,0 4 6 16,-2 0-3-16,0 1-3 0,0 1 4 0,0 2-4 0,0 1 6 15,-2-1 3-15,-2-1-2 0,2 5 2 0,0-1 2 16,2 2-7-16,-5-2 10 0,-12-7-10 0,10 7 11 0,-3 1-9 16,-5-1-1-16,10 4-1 0,-8 0 0 0,0 0 2 15,5 0-4-15,-5 2 3 0,0 2-6 0,0 1 5 16,-3 4-2-16,6-1 4 0,-1-3-9 0,0 12 1 16,4 0 0-16,-4-6 1 0,3 4 8 0,3-2-5 15,-3-2-1-15,6 4-1 0,-3-4-7 0,-1 0 10 16,-3 0-5-16,3-3 5 0,1 3-5 0,1 0-5 15,2-2 8-15,0 2-5 0,2 1 7 0,0-3-5 16,0-2 0-16,0 1-1 0,2-1 4 0,0-1-4 0,2 1 0 16,-2-3-2-16,0 0 3 0,3-1-1 0,8-1 3 15,0 7-1-15,-4-3 6 0,1 0 2 0,1-1-7 16,2-1 5-16,3 0-5 0,1-3 2 0,4-1 0 16,-3-1 1-16,-1-3-3 0,1-2 1 0,-3 1 7 0,0-3-5 15,-2 1 3-15,0-2-1 0,-2 3-5 0,-1-7 2 16,-3-2 3-16,-3 2-3 0,-2 0 4 0,7 0-4 15,-2 0-1-15,-1 0 0 0,-2 0 0 0,-3 2 1 16,1 0 2-16,-2-2 3 0,0 0-6 0,-2 4 4 16,-3-6-8-16,-1 5 3 0,-1-1 2 0,5 2 0 0,-11 5-2 15,2 2 4-15,-6-1 2 0,0-1 1 16,-1 0 0-16,3-7-1 0,2 4-1 0,2 3 1 0,0 0-4 16,-6 2-5-16,0 2 2 0,4 0-3 0,-7 4 6 15,5 0-2-15,-2 3 2 0,3 1-3 0,1-1-1 0,0 2 2 16,0-3-1-16,0 9 1 0,1 3-3 0,3-1 3 15,4 2-2-15,-3-3 2 0,3 1-4 0,1 2 8 16,0-3-5-16,-7-1 5 0,2 4-3 0,3-6-5 16,2 4 6-16,4-4-7 0,0 0 2 0,0-2 3 15,2 0-2-15,0 0 3 0,2-2 3 0,0-1-7 16,-1-3 0-16,-1-1-2 0,4 2 4 0,9-5-5 16,3 12 4-16,3-1-2 0,-3-7 10 0,1-3-2 15,1-2-1-15,-3-2-1 0,3-2-3 0,2-3 3 0,-3-2-3 16,1-2 2-16,-1-1-2 0,1-1 1 0,1 12 0 15,-6-14 0-15,-2 0 1 0,-2 2-1 0,-2 0 2 16,2 0-2-16,-3 0 0 0,-5 0-2 0,-1 0-1 16,8 0 0-16,-3 0 5 0,0-2 1 0,-3 2 0 0,0-4 1 15,-2 2-4-15,-2 2-1 0,0 2 0 0,0 0-2 16,-2 2 3-16,0 1-1 0,0 1 4 0,-2 1-2 16,1 1 4-16,-1-1-6 0,-7 4-3 0,-8-11 0 15,6 6 2-15,-3 0-3 0,-1 3 3 0,2 4-3 16,-2 0-2-16,-3 4 7 0,5 1 0 0,-7 8 2 0,-2 4-2 15,0-12 3-15,-4 16-6 0,7 3 3 0,3 0-7 16,3-3 7-16,2 1 1 0,5-5 0 0,5 1-3 0,1-3 2 16,-7-2-3-16,3-4 1 0,2 1-12 0,4-3 13 15,0-1-6-15,0-3 8 0,2 1-4 0,0-2-1 16,20 13 4-16,1-4-1 0,3-4 2 0,-4-3 2 16,0-4-1-16,4-2 2 0,-4-2-4 0,6-3-3 15,-4 0 4-15,0-1-1 0,-3-1 2 0,-4 1-1 16,-3-1-1-16,-4 4 1 0,-1 3 0 0,0-13-2 15,-5 4 1-15,2-4-1 0,-5 2 4 0,9 0 2 16,-1-2-8-16,-5 4 3 0,-1 0-2 0,-1 1 2 16,-2 1 3-16,-2-2-2 0,1 2-4 0,-5-2 6 0,0 1-3 15,3 5 4-15,-18-3-10 0,-1 6 6 0,0 1 1 16,-1-14 2-16,1 4-1 0,-4 1 2 0,4 7-4 16,-2 1 4-16,1 2-8 0,7 2 8 0,-3 1-8 0,3 3 8 15,-1 1-11-15,2 1 10 0,2-1-3 0,2 1 4 16,3-3-9-16,5 6 0 0,-1 4 3 0,0 0-2 15,-7 2 9-15,4-4-6 0,1 2 0 0,2-2-4 16,4-2 3-16,0-2-2 0,2 0 4 0,0-1-5 16,2-1-1-16,0-3 5 0,18 0 2 0,0-3 0 15,-5 11-2-15,5-1 1 0,-3-4-8 0,1-3 7 16,-3-2-7-16,1-2 12 0,1 0-5 0,1 0 6 0,1-2-6 16,-6 0 2-16,-2-2 4 0,-6 2-2 0,-1 1 7 15,-1-3-10-15,-3 4 1 0,0-8-3 0,0-5 6 0,9-1-3 16,-4-1 5-16,-1 2-5 0,-4-4 3 0,-2 2 0 15,0 0-3-15,-4 2 2 0,-3-2 0 0,-1 2-3 16,4 0 1-16,-18 2-1 0,4 0-1 0,-3 4 4 16,-5-1-3-16,0 6 3 0,-2 1 0 0,2-1 1 15,0-15-1-15,2 6 0 0,-2 3-7 0,4 7 4 16,3 1 0-16,1 1 3 0,1 3-3 0,0 2-4 16,3 1 4-16,1 1-2 0,1-5 6 0,3 14-7 15,0 2 3-15,3-5-6 0,1 3 6 0,3 0 3 0,0 0-4 16,-9-1 1-16,3-1-7 0,5-2 6 0,1 2-2 15,2-2 3-15,0-2-9 0,4 0 8 0,-1-1-3 16,1-3 4-16,3-1-7 0,14-5 7 0,1 1-5 16,2 15 6-16,-1-6-6 0,4-2-1 0,-2-5 5 0,4-2-4 15,1-2 9-15,-6 0-1 0,2-4 0 0,-5 1-1 16,-7-1-2-16,3-2 0 0,-6 3 3 0,-2-1 1 16,-1 0-1-16,-1 0 4 0,-3 3-3 0,-2 1 4 15,0-4-7-15,5-5 4 0,-1-3-4 0,-3 1 6 16,-1 0-3-16,-2 0-4 0,0 0 1 0,0 2-1 0,-3-4 3 15,-1 3-6-15,-4-1 3 0,7 4-3 0,-16-1 1 16,-2 1 6-16,-5-1-2 0,4 1 5 0,-1 1-7 16,-1-1 0-16,2 5 1 0,-1 0 0 0,1-13 8 0,3 8-5 15,0 1-2-15,1 5 0 0,3 1-7 0,2 0 3 16,-2 1 0-16,1 1 2 0,3 2 0 0,4 0-3 16,-1-1 5-16,0 5-3 0,3 7-1 0,-7-2-3 15,1 2 1-15,4-2 2 0,1 0 7 0,2 0-7 16,2-2-1-16,0 2-1 0,2-2 4 0,2-2-4 15,-1-1 2-15,3-1-4 0,7-3 6 0,9-1 1 16,0 1-1-16,3 13 0 0,-3-6-9 0,2-4 12 0,-5-5-3 16,8 0 6-16,-4-2-9 0,-1-2 2 0,6-3 3 15,-13 1 0-15,9-3 1 0,-4-1-3 0,-5 3 0 16,4-5 0-16,-10 5-2 0,-2 1 5 0,1-2-1 16,-6 1 3-16,5-8-3 0,4-2 0 0,-5 2-4 15,-1 0 2-15,-3 0 0 0,-2 4 3 0,0-4-2 16,-4 0 4-16,-1 2-5 0,-3-1-3 0,5 7 3 0,-7-1-3 15,-8 1 8-15,-1 1-5 0,-3-3 2 0,-4 5-2 16,0-15-4-16,2 6 7 0,0 5-5 0,2 4 4 16,1 2-6-16,-1 2 0 0,0 4 5 0,-1 1-2 15,5 1 3-15,1 1 0 0,2 0-2 0,4-7 0 16,-2 15 0-16,4-4-5 0,-1 2 5 0,3 0-3 16,1-1 8-16,5-1-8 0,-1 2 1 0,-8-4-3 0,3 2 6 15,1-1-4-15,5-3 0 0,-1 2-2 0,2-4-1 16,0 1 9-16,2-1-4 0,-1-1 4 0,3-1-4 0,2-3-3 15,10 0 4-15,5 13-4 0,-1-6 2 0,3-1 2 16,1-5 2-16,-2-3 0 0,2 0-6 0,0-1 7 16,0-3-3-16,1-2 5 0,-5-1-4 0,-1-1-1 15,-6 3 0-15,-1-1 0 0,0 1 3 0,-7 1-7 16,3-2 6-16,-5 5-6 0,-1-7 4 0,4 1 6 16,1-4-8-16,-3 1 7 0,0 1-5 0,-3 0 2 15,-1 1-1-15,0 1 1 0,-1 1-9 0,-3 1 13 16,-4-1-5-16,-14 1 7 0,-2 1-15 0,4 2 7 0,-4 0 1 15,1-13 2-15,-1 4-2 0,-2 4 2 0,2 3-5 16,2 4 4-16,1 0-2 0,3 2-4 0,-1 2 6 16,1 1-5-16,3 1 6 0,0 1-3 0,2 1-2 0,0 1 0 15,4-5 8-15,-1 10-6 0,3 1 1 0,1 0-5 16,3 2-2-16,-9-2 2 0,3 0 4 0,4-2-1 16,1 0 6-16,2-2-7 0,2 2-6 0,0-4 2 15,2 0 6-15,2-1-4 0,-1-3 4 0,5-3-3 16,12 2 3-16,2 11-6 0,3-4 5 0,1-4-6 15,1-3 12-15,3-2-7 0,5-4 1 0,-3-2-4 16,-2-1 5-16,1-5 3 0,-10 5 0 0,3-4 1 0,0-1-9 16,-6 3 4-16,-3-1-1 0,-5 3 2 0,-5 1 0 15,-1 2 3-15,1-9-2 0,-1 0 3 0,-2 2-7 16,4-1 6-16,-1-1-3 0,-3 2 4 0,-2-2 2 0,-2 2-6 16,0 1 3-16,-1 3-5 0,-3-3-3 0,-18 3 8 15,3 1-4-15,-1 0 6 0,-4-13-5 0,0 6 2 16,0 2-1-16,2 3 2 0,2 3 5 0,0 3-8 15,-1 0 5-15,5 0-5 0,-3 2 2 0,6-1-5 16,1 3 0-16,-1 2-3 0,2 1 6 0,2 1 1 16,-1 1-1-16,5-2 0 0,1 10-3 0,3 2 2 15,1 1 1-15,-9-3 0 0,0 1-4 0,3-1 0 0,4-2-1 16,3 0 1-16,1-4 7 0,0-2-5 0,1 2 2 16,1-5-3-16,0-1 3 0,2 1-3 0,5-4 1 15,10 2 0-15,-1 9 3 0,1-4-5 0,3-2 4 16,-1-5-4-16,5-2 7 0,-4 0 0 0,-4-4 0 0,-3 1-1 15,-2-3 2-15,4-3-3 0,0-2-1 0,-2 1-1 16,-4 1 6-16,-8 2-7 0,1-8 5 0,7-2-5 16,-3 0 3-16,-5 3 0 0,-3-1 0 0,0 4 1 15,-1-1 0-15,-3 1 1 0,-2 2-3 0,-1 0 1 16,-10-1-2-16,-7 3 3 0,4 1-2 0,-5 3 2 16,3 1-2-16,0-13 1 0,1 6 2 0,1 1-2 0,1 5-2 15,1 3 1-15,-1 1 0 0,3 3 0 0,1 0-6 16,2 1 7-16,0 3-1 0,2-6 4 0,1 14-2 0,5 3-2 15,1-2-4-15,0-2 0 0,2 1-4 0,-9-1 6 16,4-2 2-16,1 0 0 0,4-4-6 0,1 3 7 16,1-5-4-16,0-1 4 0,0-3 0 0,0-1-6 15,0 0 2-15,3 2-3 0,5-1 11 0,7 5-4 16,-1-4 7-16,1-3-6 0,0-1 8 0,-4 0-13 16,0-1 4-16,-3-1-5 0,-3 0 10 0,-3 2-2 15,0 0-1-15,2-6 0 0,3-3-6 0,-1 0 2 16,-2-1-2-16,-3 3 4 0,1-2 3 0,-2 1-3 15,0 3 3-15,0 1-2 0,-2 0 3 0,2 2-2 0,-9-5-1 16,-8-4 0-16,1 3-4 0,1 5 2 0,-2 3 1 16,4 0 0-16,0 0-3 0,2 2 2 0,0 1-2 15,2 1 3-15,-1 0-1 0,7-2 0 0,-1-1 0 0,0 1 1 16,0 2 1-16,1 0-2 0,1-1-4 0,0 1 2 16,0 0-2-16,0 0 0 0,0-1 4 0,2 1-1 15,0 0 5-15,2-1-4 0,0-1 1 0,0 0-1 16,2 0 2-16,1 0-1 0,6 2 0 0,2-3-1 15,-1 1-3-15,-5-2 3 0,2 0 0 0,-5 0 2 16,0 0 5-16,-2 0 1 0,1 0 2 0,1 0-2 0,0 0-6 16,-2 0 1-16,-1 0-2 0,1 0 3 0,0-2-4 15,-2 1-5-15,0-1-5 0,0 0-2 0,0 0-35 16,-2 0-151-16,0 0-10 0,1 2-60 0,-1 0-151 16</inkml:trace>
  <inkml:trace contextRef="#ctx0" brushRef="#br0" timeOffset="14755.64">16874 11116 12 0,'0'0'0'0,"0"0"4"16,0 0 41-16,0 0-13 0,0 0 7 0,0 0-19 15,0 0 3-15,0 1 1 0,0 1-2 0,0 0 4 16,0 0 5-16,0 0-12 0,0 0-1 0,2 1-4 0,0 1-7 16,-2-2-3-16,5 13 8 0,-1-4-6 0,0 4 6 15,0 0-6-15,-1-1-5 0,1-1 4 0,-2-1 15 16,0-5-15-16,0 4 11 0,1 0-13 0,-1-1 13 16,2 1-12-16,0 0 0 0,-3-4-3 0,1 4 4 0,0 2-7 15,0 0 1-15,0 4-6 0,0-2-12 0,-2-2-2 16,2 4-16-16,-2-2 4 0,0-1-60 0</inkml:trace>
  <inkml:trace contextRef="#ctx0" brushRef="#br0" timeOffset="14875.08">16939 11765 11 0,'0'2'1'15,"0"0"4"-15,0 0-6 0,0 17 5 0,0 1-1 16,-2 4 3-16,0 2-7 0,1 6 1 0,1-8 0 0,0 4 0 15,0-4-5-15,0-4 6 0,0 4-2 0,0-1 3 16,1-3-3-16,1 0-6 0</inkml:trace>
  <inkml:trace contextRef="#ctx0" brushRef="#br0" timeOffset="15628.32">17025 12313 25 0,'0'0'12'0,"0"0"-4"15,0 0 3-15,0 0 8 0,1 2-11 0,1 0-8 16,0 0 1-16,0 0-5 0,0 1 5 0,0 8 10 15,1 8-15-15,-1 0 6 0,0-1-9 0,0-1 13 0,-2 0-3 16,0-3-4-16,0 1 1 0,0 0 0 0,0-4 0 16,0 2 2-16,0 0-2 0,0 0 0 0,0 2-2 15,0-2 9-15,0 2-7 0,0 0 0 0,2 3 3 16,0 1-5-16,0 5 6 0,1 2-4 0,1-2-6 16,0 6 7-16,-1-2-3 0,-1 3 7 0,0 3-9 15,0-3 0-15,-2 3-1 0,2-1 15 0,-2-1-6 16,0-1 3-16,0-1-5 0,0-2-1 0,0 2 26 15,0-3-6-15,0 1 14 0,-2 0 6 0,2 0 5 0,-2 2-5 16,2-1 1-16,0 3-34 0,0-1-3 0,0 1-2 16,0 3 2-16,2-1-4 0,-2 3 4 0,0 2-2 15,2-2 2-15,0-5-1 0,0 3-13 0,-1-5 6 0,1-3-8 16,0 3 21-16,-2-4-13 0,2-2 6 0,0-3-7 16,0-3 8-16,-2-1-2 0,0-6-2 0,0 2 0 15,2-2-1-15,-1 2 1 0,1 2-2 0,0 0 2 16,0 2-5-16,0 3 7 0,2 2 0 0,-1 2 2 15,-1 1-1-15,0 1-3 0,0 0 1 0,2-2-3 0,-1 4-4 16,1-4 10-16,0 2-8 0,-1-2 7 16,1 0-10-16,0 0 8 0,0 0 3 0,-1 0 1 0,1 1-1 15,0-1-5-15,-1 2 3 0,1-2-3 0,-2-4 6 16,2 2-5-16,-1 1 4 0,-1 3-3 0,2 3 13 0,0 7 2 16,-1-3-4-16,-1 2 3 0,2-1-2 0,-2 1-8 15,0 0 4-15,0 4-7 0,-1-1-2 0,1 2 0 16,0-1-2-16,0 2 2 0,2 0 5 0,-2 0-3 15,3 2-2-15,-1-1-1 0,0 1-3 0,1 2 4 16,-1-5 4-16,0 1-2 0,-1-4 0 0,3 2 2 16,3 2-4-16,-1-2 1 0,-1-2-4 0,0 1 5 15,-3-7-3-15,0 1 2 0,1 1-1 0,1 1-1 16,3 1 1-16,1 4-3 0,-1 2 0 0,2 3 7 0,0 3-4 16,-2 1 2-16,-1 2-8 0,-1 4 3 0,2 3 1 15,-1-1 1-15,-1-2 1 0,-1 0-5 0,-4-6 3 16,0 2-3-16,-1-5 10 0,1-3-11 0,0-4 9 15,2-1-9-15,-2-2 13 0,-2 2-4 0,2-3-7 0,-1 1 3 16,3 2-1-16,2 0 4 0,-1 2-1 0,-1 2 0 16,2 2-11-16,-1 3 16 0,-1-1-3 0,1 1 7 15,3-1-10-15,-1-1-5 0,1-3 4 0,-1-6-5 16,4 2 9-16,-1-7-3 0,1 0 0 0,0-2-1 16,0 0-1-16,0 3-1 0,0-1-3 0,0 1 3 0,1 1 3 15,-1 1 3-15,0 1 3 0,-2-3 0 0,-1 5-7 16,-1-1 1-16,0 2-1 0,1 0 1 0,-3-2-2 15,1 1-10-15,0 1-28 0</inkml:trace>
  <inkml:trace contextRef="#ctx0" brushRef="#br1" timeOffset="24418.47">16960 13113 25 0,'0'0'17'0,"0"0"10"0,0 0 24 0,0 0 5 16,0 0-8-16,0 0-14 0,0 0-13 0,0 0 5 15,0 0-3-15,0 0-3 0,0 0-3 0,1 0-4 0,1 0 3 16,0 0 1-16,0 0-4 0,0 0 2 0,0 0-3 16,1 0-2-16,1-2 9 0,9-1 0 0,6-5 3 15,3 1-2-15,6-4 17 0,3 0-3 0,7-6 8 16,4 0-11-16,10-3-11 0,0-1-1 0,4-1-2 16,3-2-3-16,-3 0-6 0,-2 0-3 0,-4 1 0 15,-9 1-5-15,2 20 1 0,-4-24 0 0,-2 4 1 0,-2 2-6 16,-2 3 8-16,3 2-7 0,-3 4 7 0,-1 0-11 15,-4 5 7-15,-8-3 2 0,2 5 2 0,-5 0 0 16,-2-7-4-16,-2 4-3 0,-8 5 0 0,1 0 2 0,-4 2-11 16,3-2 7-16,-1 0-11 0,0 1-21 0,-1-1-64 15,-1 0-31-15</inkml:trace>
  <inkml:trace contextRef="#ctx0" brushRef="#br1" timeOffset="24783.16">17004 13592 111 0,'-2'0'8'0,"0"2"16"15,1 0-7-15,-3 0 2 0,0 0 5 0,0 0-3 16,1 0 1-16,1-1 13 0,0 1-3 0,0 0 5 0,0 0-16 16,0 0-7-16,2 0 1 0,0 0 0 0,2-1 11 15,0-1 3-15,2 0 4 0,16-5 0 0,10-6 9 16,5-6-26-16,4-3 3 0,11-6-10 0,2 0 3 0,6 0-3 16,3-2-1-16,0 2 1 0,-1 0 8 0,-6 3-7 15,0 3-2-15,-8 1-1 0,-1 1-1 0,-3 1-5 16,-1 2 4-16,4-1-6 0,-4 1-3 0,3 0 4 15,3 2 0-15,-3 2 1 0,3 0 5 0,-5 1-8 16,-7 3-3-16,-7 1-2 0,-5 3-5 0,-9 1-6 16,-1 0-1-16,-1 2-2 0,-9 0-17 0,3 0-4 15,-2 0 0-15,-3 0-6 0,1 2-33 0</inkml:trace>
  <inkml:trace contextRef="#ctx0" brushRef="#br1" timeOffset="25111.02">17181 14012 237 0,'0'0'32'0,"0"0"1"15,0 0 2-15,0 0-10 0,0 0-5 0,0 0-18 0,0-2 11 16,1 0 1-16,3 0 3 0,13-3 10 0,16-6-18 16,3 1 3-16,6-1-10 0,3 0-5 0,1 0 9 15,1 0-3-15,-3 0 6 0,1-2-7 0,-4 0 7 16,-1-2 0-16,1 0 2 0,0-4 1 0,2 1-7 16,3-4-1-16,4-1-2 0,4 1 0 0,0 0-1 15,5 1 0-15,-3 3-1 0,-2 1 0 0,-2 2 2 16,-11 2-3-16,-8 2 0 0,-9 2-14 0,-5 1 4 15,0 3-15-15,-10 3 3 0,2 0-87 0</inkml:trace>
  <inkml:trace contextRef="#ctx0" brushRef="#br1" timeOffset="25482.76">17149 14916 88 0,'0'0'23'0,"0"0"0"0,0 0 11 15,0 0 0-15,2 0-3 0,0-2 7 0,1 1 3 16,5-1-6-16,20-11 2 0,9-2-23 0,6-2-1 16,1 0 1-16,4-1-1 0,1-1 7 0,4-3-10 15,-1 0-1-15,-3 1-5 0,-5-1-9 0,-5 2 4 16,4 16 0-16,-2-22 1 0,2-2 5 0,-3 6 2 0,5 3-7 16,-4 1 3-16,0 3-12 0,1 0 11 0,-5 0-2 15,-1 11 3-15,-8-3-15 0,-12-4-55 0,-3 3 0 16</inkml:trace>
  <inkml:trace contextRef="#ctx0" brushRef="#br1" timeOffset="25795.59">17177 15629 232 0,'0'0'30'0,"0"0"30"0,0 0-12 0,0 0-24 16,0-2 3-16,2 0-9 0,0 1 7 0,3-1 16 16,23-15-4-16,15-3 10 0,1-1-4 0,6 1-18 15,6-4 0-15,-8 1-8 0,1-1-12 0,-3 19 2 16,0-29-4-16,1 3 2 0,-4-3-13 0,1 3 10 0,-1-3-5 15,1 8 7-15,3 2 1 0,-1 4-7 0,-1 3 6 16,-1 2-5-16,-7 4 11 0,1 4-14 0,-3 3 2 16,-5-15-6-16,-1 8 8 0,-8 6-15 0,-6 3 0 0,-14 2-7 15,5 0-6-15,-2 0-11 0,-2 0-3 0,-1 0-4 16,3 3-26-16,0 5-42 0</inkml:trace>
  <inkml:trace contextRef="#ctx0" brushRef="#br1" timeOffset="26122.08">17355 16171 41 0,'-2'0'29'0,"0"0"11"15,-1 0 17-15,-1 0 6 0,2 2-33 0,0 0-5 16,0 0 21-16,2 0-11 0,0-2 50 0,2 0-51 15,0 0 8-15,9 0-21 0,26-8 12 0,-1-3-12 16,4-9-2-16,3-2-3 0,-4 20-9 0,0-24 8 16,-2-2-6-16,0-4 7 0,1 10-11 0,1-2-3 15,1 2-1-15,3 1-1 0,0-5 3 0,1 4-1 16,3 3 5-16,5 6-5 0,-2-2-6 0,-6 4 4 0,5 0 0 16,-16 0 3-16,4 4-4 0,-5 1-5 0,-8 0 2 15,0-10-1-15,-5 6 1 0,-6 5-1 0,0 1-6 16,-6 2 0-16,-1 2-53 0,-3 0-18 0,1 0-10 0,-2 0-3 15,2 0-73-15</inkml:trace>
  <inkml:trace contextRef="#ctx0" brushRef="#br1" timeOffset="26417.59">17448 16840 495 0,'0'0'8'0,"0"0"1"0,0 0-3 16,2 0 5-16,0-2-5 0,5 0 23 0,19-7-3 15,2-2-3-15,-2 0 1 0,2-4-11 0,1-2 0 16,1-2-7-16,2 1 5 0,-3 14-6 0,7-20-4 0,-1 5 4 15,4 1-5-15,2-1 0 0,2 1 7 0,-1-1-4 16,1 1 3-16,3 3-6 0,-1 0-13 0,-8 0-4 16,6 0-14-16,-10 2-115 0</inkml:trace>
  <inkml:trace contextRef="#ctx0" brushRef="#br1" timeOffset="35659.9">18924 12189 1 0,'0'0'0'0,"0"0"1"0,0-2 15 0,0 0 6 0,0 0-1 16,0 0 3-16,0-1 1 0,0-1 0 0,0-7 2 15,0 0-1-15,0 1 16 0,0-1 17 0,0 2 0 16,0-4 3-16,0 0-9 0,0 2-8 0,0 0 4 0,0 5-7 16,0-1-2-16,0-3-7 0,0 3-2 0,0 1-1 15,0 1-9-15,0 3-7 0,0 0 3 0,0 0-5 16,-2-2-3-16,0 1-7 0,0 1-1 0,1 0 0 16,-3 0 1-16,0 0 6 0,0 2-3 0,-10-2 2 15,2 2-14-15,1 4 7 0,0 2 1 0,0 1 3 0,-4 4 2 16,4-5-5-16,0 12-1 0,3 1 0 0,1-2 4 15,0 1-1-15,-1-1 6 0,3 0-5 0,-3 1 7 16,4-3-2-16,1 2-4 0,-3 1 3 0,4 1 5 16,-1 0-5-16,1-1 2 0,0 3-4 0,-13 1 1 0,6 0-5 15,3-1 5-15,4-1-5 0,2-3 9 0,0-2 6 16,2-1-5-16,2-1 6 0,1 0 5 0,1-2 1 16,1-1 7-16,-1-1-5 0,7-3 3 0,2-1-14 15,-4 1 4-15,8-3-6 0,-1 3-2 0,-1-4 0 16,0 9-4-16,-3-2 2 0,-1-3-7 0,0-2 5 15,2-3-3-15,-2-1 3 0,4 0-9 0,-4 0 4 16,6-3 1-16,-1-3 3 0,-3-1 4 0,4-3-4 0,-5 1-4 16,-1 0 2-16,-1 5 2 0,-1-13-3 0,-2-1-1 15,2-3-2-15,-2 3-2 0,-1-1 9 0,-1-1-4 16,-1 1 5-16,-2 1-7 0,-3-3 2 0,1 3 1 16,0 1-2-16,9 0-7 0,-1 1 10 0,-3-1-2 0,-3-2 5 15,-2 3-12-15,-2-1 6 0,0-2 1 0,-2 5 4 16,-2-5 3-16,0 4-2 0,-3-2 0 0,-1 3 0 15,1 2 0-15,-4-2-5 0,7 1 0 0,-16 3-1 16,-1-1-1-16,3-2 7 0,-1 6-9 0,2-1 6 0,1 5-4 16,-3 1-3-16,1-2 3 0,1-7-3 15,-5 0 3-15,3 3-2 0,2 6 2 0,-1 2-4 0,1 2 3 16,2 2 1-16,-2 2-2 0,4-1 1 0,0 4-3 16,0-5 3-16,0 11-2 0,2 5 2 0,0-1 0 15,4 1 0-15,-1 3 0 0,5-1 0 0,-1-2-1 0,-7-3-4 16,0 4 4-16,1-1-4 0,5 0 5 0,1 1 0 15,2-1 0-15,2 3 0 0,0-1-4 0,0-2 2 16,2 3-1-16,2-1 3 0,-1 0-3 0,3-3 8 16,0-1-6-16,1-1 5 0,0 0-4 0,5 1-5 15,-1 1 9-15,0-3-7 0,0 1 6 0,0 0-2 16,-9-6 0-16,11 0 0 0,0 0 0 0,2-5 0 0,2 3 3 16,1-3-2-16,-1-4 1 0,0-1 1 0,-1 1-3 15,3 11 2-15,-1-3-7 0,5-5 5 0,1-5 0 16,-2-2 3-16,-3-3-2 0,-1-3 2 0,-1-1-4 15,-2 0 5-15,2-2-2 0,-4 7-5 0,0-13 3 0,-4 0-2 16,0 1 11-16,-3-3-6 0,1-1-2 0,-3-3-1 16,1 3-1-16,-1-2 5 0,-2 1-5 0,0 1 4 15,11 1 2-15,-4-1-7 0,-1 0 8 0,-5 1-9 16,-1-1 2-16,-2 1 5 0,-2 0 5 0,-1 1-1 16,-3-3 11-16,-1 1-2 0,-3 1-7 0,-1 1 5 15,-2-1-10-15,6-1 8 0,-14-1-2 0,-7-1 2 16,-1 4-9-16,5 5-6 0,-4-4 3 0,0 6-3 0,4 1 6 15,-6 5-8-15,4-1 1 0,9 4-4 0,-5-12 5 16,3 4-26-16,1 5-6 0,-1-1-14 0,3 6-91 0,4 0-83 16,-1 4-43-16</inkml:trace>
  <inkml:trace contextRef="#ctx0" brushRef="#br1" timeOffset="36811.08">15483 11203 52 0,'0'0'11'0,"0"0"21"0,0 0-6 0,0-2 20 15,0 0 2-15,0 0 2 0,0 0-13 0,0-1 1 16,0 1-6-16,0-6 7 0,-1-3 1 0,-1 2 1 16,0 0-1-16,0-2 0 0,2 3-2 0,-2-1-14 15,2 1 6-15,0 5-8 0,0 1 14 0,0 0-9 16,-2-2 3-16,2 1-5 0,-2-1 1 0,2 0 3 0,0 2-6 15,0 0 4-15,0 1-17 0,0-1 2 0,-1 0-8 16,1 0 4-16,0 0-12 0,0 2 5 0,0 0 1 16,0 0 2-16,0 2 2 0,0 0-5 0,0 2 2 15,-2 10-3-15,2 3-6 0,0 4 8 0,0-1 0 16,0 0 3-16,0 3-6 0,0-3 3 0,2 0-5 0,-1-1 4 16,1 1-1-16,2 3 0 0,-2-3 6 0,2 4-5 15,-1 0 6-15,1 1-7 0,0 1 0 0,1-2-1 16,1 2-3-16,-2-2 6 0,1 2-4 0,1-2 4 15,-1 2 2-15,1-2-2 0,-1 0 4 0,1-1-5 16,0-3-5-16,-1 2 7 0,1-1-3 0,-1-3 4 0,3 5 0 16,-3-7-3-16,-1 1 2 0,0-2-2 0,-1-2-1 15,1-2 3-15,-2-2 0 0,0-3 2 0,0 1 6 16,0-3 2-16,-1 0 7 0,1-1-2 0,0 1 24 16,0 0-1-16,0-1-3 0,0-1 1 0,0 0-2 0,-1 0-10 15,-1 0 1-15,0 0-6 0,0-2-7 0,2 0-4 16,0 0-3-16,0-2-1 0,0 0-8 0,0 0 1 15,0-2 7-15,1-10-4 0,3-7 7 0,1 1-7 16,1-2-3-16,-1-1-1 0,-1 1 1 0,1-2 3 16,1 0-3-16,-1 0 2 0,2-2-5 0,-1 0 4 15,1 0 2-15,-2 0 0 0,1 1-6 0,-1-1 3 16,1-1 2-16,-1-1 1 0,-1 0 0 0,-1-4-4 0,1 3-1 16,1-5 0-16,1-3 7 0,-3 2-1 0,3-2-4 15,-3 3 2-15,1 5-1 0,-2 3-3 0,-1 1 4 16,-1 5-4-16,-2 7-3 0,0 2 6 0,0 3 0 15,0 5 3-15,0 1-8 0,0 0-1 0,2-2-2 0,0 1 1 16,-2-1-7-16,2 2-1 0,0 0-5 0,-1 0 2 16,1 0-11-16,0 2-57 0,0 0-1 0,0 0-20 15,0 2-12-15,0 2-11 0,5 15-7 0,4 8-11 16,-2 5-102-16</inkml:trace>
  <inkml:trace contextRef="#ctx0" brushRef="#br1" timeOffset="38512.37">15937 11728 43 0,'0'0'11'0,"0"0"11"0,0 0 7 0,0 0 7 16,0 0 0-16,0 0 7 0,0 0-3 0,0 0 2 16,0 0-1-16,0 0 6 0,0 0 1 0,0-2-1 15,0 1-6-15,0-1 10 0,-2 0 4 0,0 0 1 16,0 0-2-16,0 0-12 0,0 0-2 0,0 1-3 0,-1-1-8 15,-1 2-12-15,0 0 5 0,1 0-7 0,-5 0-3 16,1 0-8-16,1 0-2 0,-3 0 0 0,-2 0 11 0,-8 3-13 16,1 3 6-16,3-2-7 0,-2 3 8 0,8-1-7 15,-10-4 5-15,2 14-5 0,3 1 8 0,-7 0-11 16,8-3 3-16,-2 5-2 0,2 0 12 0,6-5-12 16,-2 3 2-16,3 0-5 0,0 3 5 0,3 3 4 15,-1-1-4-15,2 4 2 0,0-6-7 0,-11-1 8 16,4-1-3-16,3-1 3 0,3-2-6 0,-1 4 7 15,4-3 0-15,0-5 3 0,2 1-9 0,0-3 4 16,1 0 4-16,1 0 1 0,0-1 5 0,0-3 6 0,-1 1-4 16,1 0 7-16,5-3-3 0,4 1-7 0,-3 0-1 15,4-2-3-15,-2 7-3 0,-3-4 3 0,4 3-4 16,0-3 3-16,-2-3-3 0,6 0 6 0,-6-2 2 0,0 0 0 16,-2 0 0-16,-3-2-6 0,1 0 3 0,-5 2-3 15,-2-1 5-15,2-12 2 0,9-4 0 0,-2 0 0 16,-3 6-4-16,-2 0 2 0,-2 0-3 0,-2 0 2 15,0-6-4-15,0 6 6 0,-2 0-2 0,0 1 3 16,0 3 0-16,-2-1 1 0,2 5 2 0,1-1-2 16,-1 0-10-16,-2 2 0 0,-9-3 1 0,4-3 0 15,-2 1 3-15,-1 1-5 0,5 5-2 0,-2-1 0 0,1 2 2 16,3 0-2-16,-1 0 0 0,2 0-2 0,1 0-6 16,1 0 10-16,0 0 0 0,-2 2 1 0,1-1-11 0,1 1 4 15,0 0-1-15,0 0 5 0,2 0 2 0,0 0 0 16,0 0 1-16,2-1-2 0,0 1-1 0,1 0 1 15,5 2-1-15,10 1 1 0,3-1 2 0,-3-2-6 16,5-2 3-16,-3 0-6 0,1 0 0 0,-1 0-11 16,0 0-1-16,-1-2-2 0,1-2-5 0,-1 1-8 15,-2-3 2-15,-2 2-5 0,-1-3-8 0,1 0-9 16,0-3 5-16,-2 8-4 0,0-14 13 0,-4-3 16 0,1-1 2 16,-7 1 7-16,3 2 13 0,-2 8-3 0,-1-8 1 15,5 8 0-15,-3 0 9 0,3-2-5 0,-6 7-1 16,-1-2-2-16,-1 3 2 0,0 1 2 0,0 0 7 15,0-2-4-15,0 1 5 0,0-1-2 0,0 2 3 0,-1 0 0 16,-1 0 12-16,0 0-12 0,-2 2 3 0,-9 0-7 16,-3 4 0-16,-1 4-3 0,4 1-6 0,0 0 3 15,2 13-1-15,5 3-4 0,-5-7 4 0,5 1-2 16,5-1 4-16,-9-5 1 0,1 4 0 0,5-2 1 16,2-2 0-16,2-2 8 0,2 0 2 0,4 2 2 15,-1 0 0-15,5 2-5 0,-1-2 3 0,-5-2-3 16,12 0-2-16,1 0-1 0,-4-1-7 0,-2-1 5 0,-1 0-4 15,-3-1 6-15,4-1 1 0,-5 1 0 0,-1-3-6 16,-1 1 9-16,-2 1 3 0,0-3 3 0,1 1 4 0,1 1 0 16,-2 0-6-16,0-3 4 0,0 3-5 0,-2-1-1 15,0 1 4-15,-2 0-3 0,0-1-4 0,2-3-10 16,-19 2 2-16,-7-2-3 0,6-1 7 0,1 12-2 16,1-1 0-16,9-9-1 0,-6 3-7 0,2-2 0 15,0-3 0-15,3-1 1 0,1 0-5 0,5 0-17 16,-1 0-9-16,3 0-6 0,0 0-63 0,-2 0-14 15,1 0-21-15,1 0 6 0,0 0-52 0,0 0 10 16,2 0-10-16</inkml:trace>
  <inkml:trace contextRef="#ctx0" brushRef="#br1" timeOffset="38768.5">16235 11919 446 0,'0'0'82'16,"-1"0"-4"-16,-1-1 7 0,0-1-1 0,-2 0-28 0,0 0-16 15,1 0 1-15,-1 0-12 0,0 0 7 0,1 1-20 16,-1 1-10-16,0 0 1 0,2 0-5 0,0 0 7 16,1 0 25-16,-1 0 2 0,0 0 5 0,2 0-9 0,0 1-8 15,0-1-5-15,2 2 2 0,0 0 3 0,-1-2-9 16,3 2-1-16,0-2-4 0,5 2-1 0,2 0-12 15,-1-2 10-15,1 0-10 0,-2 0 5 0,0 0-18 16,-1 0-5-16,1 0-5 0,0 0-13 0,-1 0-64 16,3 0-24-16,-4 0-15 0,4-2-91 0</inkml:trace>
  <inkml:trace contextRef="#ctx0" brushRef="#br1" timeOffset="39270.18">16573 11509 588 0,'-1'0'95'15,"-1"-2"4"-15,0 0-14 0,-2 1-18 0,0-3-25 16,-1 0-20-16,-1 0-9 0,4 4-1 0,-1-3-2 16,-1-1 0-16,0 2-12 0,1 0 3 0,1 0-6 15,0 1 3-15,0-1 2 0,0 0 0 0,0 0 2 0,0 0 6 16,1 2-1-16,1 0 7 0,0 0-3 0,0 0 15 15,0 0-1-15,0 2-2 0,0 0 2 0,0 0-7 16,1 1-6-16,3 9-3 0,4 6 1 0,-1 3-2 16,0-1-3-16,1 4 1 0,-3 2-3 0,1 0-3 0,1 4 0 15,-3 0 5-15,2 3-5 0,-3 0 2 0,-1-3 3 16,2-2-5-16,-2-6 3 0,0-1-2 0,1-1 0 16,1-5 0-16,0-4 0 0,-2-4 2 0,-2-5 8 15,2 2 1-15,-2-2 2 0,0 0 0 0,0 0-5 16,3 3 2-16,1-1-1 0,0 0 11 0,-1-3 13 15,1 1-8-15,0-2 6 0,3 0-22 0,6-5-3 0,0 3 2 16,-5-35-3-16,7 3-5 0,-2-3 3 0,-4 0 1 16,4 0 0-16,0 0-3 0,0 0 5 0,0 0-5 15,-4 1 7-15,0 5-4 0,-1 1 0 0,-3 4-3 16,3 2 1-16,-6 3-4 0,-1 3 4 0,3 5 3 0,4 4-2 16,-3 1-3-16,-5 6-1 0,2-1-1 0,0-1 0 15,0 0-2-15,0 0-20 0,-1 3 3 0,1-1-9 16,0 0-15-16,-2 2-38 0,0 2-14 0,0 0-10 15,-2 1-63-15,-1 12-4 0,-3 4-12 0,0-3 1 16,1 1-49-16</inkml:trace>
  <inkml:trace contextRef="#ctx0" brushRef="#br1" timeOffset="39468.14">17058 11615 321 0,'0'0'80'0,"0"0"128"0,0 0-131 0,0 0-32 15,0 2 3-15,0 0-10 0,-2 1 7 0,-2 12-15 16,-3 9 0-16,1 1-5 0,-1 4-7 0,1-3-3 16,1 2 5-16,-1 4-3 0,1-3 11 0,1 1-7 15,0-4-4-15,2-2 0 0,1 0-7 0,-1-3 2 16,2-1-4-16,0-3 2 0,0-2-14 0,0 0 5 0,0-4 1 16,0-6 4-16,0-1-2 0,0 0 1 0,0-1-8 15,0 1 1-15,0-2-53 0,-2 0-62 0,0 0-15 16,0-2-16-16,0 0-74 0</inkml:trace>
  <inkml:trace contextRef="#ctx0" brushRef="#br1" timeOffset="39658.11">16950 11712 267 0,'0'0'138'0,"0"0"-102"0,0 0 142 0,0 0-52 16,0 0-57-16,0 0-21 0,0 0 3 0,2 0-7 0,0-2 15 15,0 0-2-15,2 0 1 0,-3 2-4 0,18-6-14 16,1-1-12-16,3 0-7 0,1-1-1 0,0 1-16 15,2-3-2-15,0 1 1 0,-2 2-3 0,2-3-12 16,4 1-23-16,-2 0-26 0,1 1-2 0,-3 1-117 0,0 1-164 16</inkml:trace>
  <inkml:trace contextRef="#ctx0" brushRef="#br1" timeOffset="41122.25">17658 12443 35 0,'0'0'22'0,"0"0"1"15,0 0 0-15,0 0 3 0,0-2-8 0,0 0 11 0,0 0-4 16,0 1-3-16,0-1 1 0,0 0-6 0,0 0 14 16,0 0 2-16,0 0 5 0,0 1 23 0,2-1 2 15,-2 0 1-15,0 0 0 0,0 0 9 0,0 0-12 16,0 0-2-16,0 1-4 0,0-1-15 0,0 0-7 16,0 0-2-16,0 0-4 0,0 0-16 0,0 0-9 15,0 1 4-15,0-1-5 0,0 2 10 0,-2 0-8 16,0 0-1-16,0 2-2 0,0-1-2 0,0 1 7 0,0 2-4 15,1 0 4-15,-1-1-12 0,0 1 10 0,0 2 0 16,0 1 4-16,0-1-4 0,0-1 5 0,2-1-3 16,0 0 4-16,0 1 4 0,0-1-6 0,0 0 1 0,0-1-3 15,0 1-2-15,0 0 5 0,2-1 2 0,0 1 1 16,0-2-4-16,0 0 5 0,0 0-7 0,1 0 6 16,1-1-9-16,0 1 6 0,0 0 0 0,-1-2 2 15,1 0-1-15,0 0 4 0,-1 0-1 0,-1 0 1 16,0 0 2-16,0-2-6 0,0 0 0 0,0 1-3 15,0-1-4-15,-1 0 5 0,1-2-1 0,-2 2 1 0,0-9-5 16,0 2 5-16,0 0-1 0,0 1 1 0,0 1-3 16,0 3-4-16,0 0 5 0,0 1-3 0,-2-1 9 15,1 0-5-15,-1 1-3 0,0-1 1 0,0 2 1 16,0 0-4-16,0 0 3 0,0 0-3 0,-1 1 1 0,-1 1 1 16,0 0-3-16,-5 1 3 0,0 3-4 0,3 0 1 15,1 0 0-15,1 3 1 0,-2 6-4 0,3-2 7 16,1 2-5-16,-8 0 5 0,3 0-7 0,1 0 2 15,3-4 2-15,-1 2-1 0,2-3-1 0,0 1 7 16,2 2-5-16,0-3 6 0,0-1-2 0,0 1-1 16,0-5 7-16,0 1-6 0,0-2 1 0,2 2 0 15,0-1-4-15,0 1 3 0,2 0 1 0,-1-2 4 0,1-1 0 16,-2-1 0-16,3 2-2 0,3 0 7 0,1-2-2 16,-3 0 5-16,-1-2 0 0,-1 0-9 0,2-1 3 15,-3-1-5-15,1-15 3 0,-2 3-7 0,0 1-1 16,9-2-1-16,-2 0-1 0,-3 1 9 0,-3-1-7 0,-1 2 8 15,0 2-9-15,-2 2 0 0,0 2 6 0,0 1-4 16,0 3-2-16,0 1 2 0,0 0-1 0,0 3 3 16,0-1 6-16,-2-2-8 0,0 0 1 0,-1 1-3 15,-1 1 1-15,0 0-4 0,2 2 3 0,-3-2-3 16,-4 2-2-16,1 0 6 0,3 2-5 0,-1 0 5 16,2 0-7-16,1 3 5 0,-1 8-1 0,2 2 1 0,0-4-3 15,-7 0 5-15,1 2-4 0,5-2 2 0,-1 0-3 16,2 1 0-16,2-3 3 0,0-2 0 0,0 1 6 0,0-5-1 15,2 3-2-15,2-2 0 0,-1-1-3 0,-1-3-2 16,9 8 3-16,1-3-2 0,-1-1 4 0,0-2-3 16,-2 0 4-16,2-2-4 0,-3 0 2 0,-1-2 0 15,-1 0 2-15,-4 2 0 0,1-2 0 0,-1-9 0 16,9-4-3-16,-1-1 4 0,-3-1-3 0,-1-2-6 16,-5 3 4-16,-1 1-4 0,0 0 1 0,-1 4 3 15,-1 0-1-15,0 3 3 0,0 1 0 0,-2-1 1 16,2 5 0-16,-3-1 0 0,-8-5 1 0,0 1-1 15,-2 1-3-15,0 3 1 0,-7 0-1 0,7 4 0 0,2 0 0 16,-4 4 1-16,6 2-2 0,-2 1-1 0,4-3-3 16,5 14 2-16,-1-1 3 0,3-2-1 0,-8-2 2 15,1 2-2-15,5-4 1 0,3 2 7 0,1-2-2 0,0 0 3 16,1-2-8-16,3 1 7 0,-2-7-5 0,0 1 5 16,9-2-10-16,8 11 3 0,-3-4 4 0,1-3-2 15,0-2-2-15,-2-3-4 0,-1-1-5 0,3-1 0 16,-2-3-20-16,4-4-111 0,-1-1-34 0,-1 0-49 15,1-2-318-15</inkml:trace>
  <inkml:trace contextRef="#ctx0" brushRef="#br1" timeOffset="45872.94">22650 9649 9 0,'0'0'0'0,"0"0"3"0,0 0 31 15,-1 0 10-15,-1 0 9 0,0 0-4 0,0 0 6 16,0 0-17-16,0 0 0 0,0-2-1 0,1 0 2 0,-1 0-6 15,-2 0 1-15,0 0-4 0,1 1-3 0,-1-1 5 16,0-2 1-16,0 2 1 0,1-2-11 0,-1 1 3 16,0-1-10-16,1 0 6 0,1 4-9 0,-6-5 7 15,3 1-1-15,-5-2 1 0,1 1-3 0,0 1-5 16,-2 0-5-16,-2 1-1 0,3 1-7 0,1 0-2 16,2 2 6-16,-3 0-3 0,5 0 11 0,-1 0-11 15,3 0 4-15,-1 0-6 0,0 0 5 0,0 0-1 16,1 0 2-16,1 0 0 0,0 0 3 0,0 0-1 0,0 0-1 15,2 0 2-15,0 0 7 0,0 0-6 0,2 2 2 16,0 0-4-16,2 0 3 0,5-1 2 0,13 1-2 16,2-2 2-16,4 0-9 0,4 0 0 0,3 2 0 0,8-2 1 15,3 0 13-15,1 0-3 0,3 0 9 0,-7-4-6 16,7 1 13-16,2-3-10 0,-2-1-3 0,7-3-1 16,-1 1-6-16,2 0 6 0,7 1-1 0,7 3 0 15,4 1-14-15,8 0 5 0,-3-1-1 0,-1 1 5 16,-2-1 1-16,-2 1-13 0,0-2 3 0,-1 4-6 15,5 1 9-15,3-1 1 0,3 2-1 0,5 0 0 0,-2 0-10 16,0 2 7-16,-2-1 0 0,-5 1 2 0,-1-2 0 16,5 0 1-16,7 2-2 0,3 2 2 0,6-2-2 15,0 0 0-15,-5-2-2 0,-6 0 1 0,-2-2 4 0,6 0-9 16,1-4 7-16,6 1-6 0,6-3 11 0,-2 3-7 16,-6-5 3-16,-1 1-3 0,-8 2 0 0,13-3 0 15,0 3-1-15,0 1 1 0,1-5 8 0,-10 0-9 16,-4 0 2-16,-4 0-3 0,-3 3 3 0,5 3-2 15,-4-1 3-15,6 3-3 0,-1-1 6 0,-3 0 1 16,-7 2-4-16,-6-1 1 0,-5 1-3 0,-6 0-4 16,-2 2 5-16,4 0-3 0,-6 0 2 0,6 2 4 15,-1 0-1-15,-5-1 4 0,2-1-2 0,-5 0-2 0,-4 0-4 16,-4 0 1-16,-1 2-6 0,-8 0 7 0,-2-2 2 16,-4 0 2-16,-1 2 2 0,-4 0-6 0,-2-2-1 15,-2 2 0-15,0-2 3 0,-4 2 0 0,-1-1 1 0,-1-1-2 16,1 2-2-16,-4-2 4 0,-8 0-1 0,-1 0 5 15,-4 0-2-15,0 0 9 0,5 0 3 0,-5 0 1 16,0 0 3-16,1 0 0 0,1 0-4 0,-2 0 2 16,0 0-12-16,0 0-2 0,-2 0 0 0,0 0 0 15,-2 0-6-15,0 0 0 0,-7-2-2 0,-15 1 2 16,-1 1-10-16,-2 0 9 0,-5 0-9 0,-1 1 9 16,-3 3 1-16,1 2-5 0,-8-1 4 0,-3 1-7 0,-4-1 2 15,-8 1-2-15,-5 0-2 0,0-1 0 0,-2 1 4 16,-4 1-6-16,2 1 9 0,-3-1-8 0,-4 0 10 15,1-1 0-15,-1 1-6 0,-8 3 4 0,-5-3 1 0,-10 2-2 16,-1-5 6-16,0-2-4 0,3 0 5 0,6 0-4 16,-2 3 1-16,-6 1 0 0,-1-1 0 0,-14 1 5 15,1-4-5-15,3-2 3 0,2 4-9 0,8-1 6 16,-2 3-1-16,0 1 3 0,-8-3-1 0,-2 0-1 16,1-2 0-16,3-2 0 0,8 1 6 0,3 3-5 15,-9 5 0-15,-6-1-1 0,-1 1 0 0,-4-1-3 16,11-3 1-16,5 3-2 0,1 1 3 0,-2 0 1 0,-4 0 1 15,-10 3 1-15,7-3 1 0,3 0-4 0,4 0 0 16,10 3-1-16,-2-3 8 0,-5 0-6 0,-5-1 1 16,-4-3-2-16,6 1 1 0,3-1 1 0,10 1-1 15,3-2 1-15,5-1-2 0,1 3 4 0,-2-2-3 0,4-3 5 16,-4 1-6-16,6 0 1 0,3-2-2 0,8 0 2 16,9 0 0-16,6 0 0 0,1 0 1 0,8 0-1 15,2 0-4-15,4 0 12 0,7 0-4 0,2 0 6 16,1 0-13-16,5 0 12 0,5 0-3 0,4 0 8 15,5 0-11-15,2 0-5 0,-2 0 2 0,1 0-4 16,-1 0-2-16,2 0 6 0,0 0-6 0,2 0 6 16,2 0-7-16,0 0 5 0,2 0 3 0,25-4-1 0,7 1-2 15,1-3 1-15,5 1-3 0,7 1 5 0,3 0 0 16,14 2-3-16,11 0-6 0,6 1 2 0,4-1 3 0,1-2-5 16,-5-2 9-16,5 1-6 0,4-1 11 0,7 1-4 15,16 1-2-15,7-3 0 0,8-3-1 0,0-1-3 16,-5 0 2-16,12 2-2 0,12-2 6 0,3 1-5 15,4-5 3-15,-8-1-4 0,5-1 11 0,12-3-10 16,2 5 5-16,0 2-7 0,-7 0 6 0,3 3 1 16,6-3 0-16,-2 0 1 0,0 2-1 0,-3 2 3 15,-5 0-1-15,5-1 2 0,-6 3-4 0,-10 1 5 0,-12 1-7 16,-3 1 6-16,5 2-10 0,-6-1 10 0,-8 1-6 16,-18 2 6-16,-10 0-11 0,-12 2 15 0,-2 3-6 15,-6 3 9-15,-11-1-8 0,-4-1 2 0,-9-3-7 0,-9 3 0 16,-1 1-52-16,-6 3-121 0,-10-1-49 0</inkml:trace>
  <inkml:trace contextRef="#ctx0" brushRef="#br1" timeOffset="53571.63">24639 8264 1 0,'0'0'0'0,"0"0"6"15,0-2 63-15,0 0-16 0,0 0-3 0,0 0-28 0,-2 0-5 16,0 0-9-16,0 1 3 0,1-1-3 0,-1 0-4 15,-2 0-1-15,2 2 2 0,-15-11-2 0,-1 2 12 0,-1 1 10 16,-3 1-6-16,-4-1 5 0,4 3-13 0,-6-1-2 16,-4 2 4-16,1 1-3 0,-5-1 8 0,-1 0-12 15,2 2 2-15,-2 1-7 0,-2-1-2 0,9 0 7 16,-1 0 4-16,7 2 3 0,-2 0 12 0,1-2 3 16,3 0-8-16,2 0 6 0,-1 1-9 0,5 1 3 15,-1 0 0-15,0 0 0 0,0 0 2 0,1 0-8 16,-1 1-1-16,-2 1-3 0,1 2-3 0,1 0 7 15,-1-1-1-15,-1 3 1 0,0 1-6 0,-1 3-2 16,1 1-4-16,-1 2 1 0,-2-8-4 0,1 18-2 0,3 1 8 16,-1 4-5-16,4 1 8 0,4 1-8 0,-4 7-3 15,4-1 0-15,2 4 3 0,-6 9 2 0,6-3-2 16,-8 2 2-16,6 1-5 0,2-7 4 0,-4 1 1 0,9 0 0 16,-5-8-3-16,3-3 3 0,4 1 0 0,-1-1 3 15,-16-3-4-15,6 3-1 0,4-2-3 0,1 3 0 16,1 0 2-16,1 5 2 0,3 1-1 0,1-2 1 15,2 0-5-15,0 0 4 0,0 2 7 0,3 5-1 16,7-1 12-16,1 2-11 0,0-4 1 0,0-4-5 0,0-6-5 16,2-1 11-16,2-2-9 0,-11-2 9 0,24-2-12 15,0-2 12-15,1-3-3 0,1-1 4 0,-2-3-4 16,3 0-2-16,-1 0 5 0,0-2-6 0,1 0-2 0,1 0 8 16,-1-2-6-16,5 0 7 0,-3 0-13 0,1-1 3 15,1-3 0-15,4 1 4 0,2-5 12 0,5-1-10 16,2 0 10-16,-3 20-10 0,7-11 4 0,-4-7 1 15,0-6-3-15,3-3 4 0,-5-5-4 0,-3-1-5 16,-2-2 2-16,-1-3-1 0,-1-1 4 0,0-2 1 16,2 1-6-16,0-1 5 0,-2 1-8 0,0-1 5 15,0-1-1-15,0-1 3 0,-4 19-7 0,-1-20 4 16,-6-4-4-16,-8-6 4 0,2 3-5 0,-7-5 1 0,-4 1 6 16,-1-4-2-16,-7-4 4 0,21-6-8 0,-11 1 2 15,-9-4-3-15,-4 0 7 0,-5-2-2 0,-3 0-3 16,-1 0 2-16,1-2 8 0,-1-2-12 0,-2-3 6 15,0-10-7-15,-6-5 12 0,-3-4 4 0,-3-2 0 0,1 10 1 16,-4 6 4-16,0 12-6 0,19 8-1 0,-27 7-2 16,-1 5-11-16,-2 6-1 0,2 6-5 0,-4 7 3 15,0 5-17-15,-4 5-8 0,-3-20-8 0,-5 16-5 16,-6 11-82-16,-1 9-12 0,3 5-41 0,3 6 14 16,11-20-124-16</inkml:trace>
  <inkml:trace contextRef="#ctx0" brushRef="#br1" timeOffset="54554">27472 8286 11 0,'-1'0'14'16,"-1"-2"-3"-16,0 2 18 0,-15-11 1 0,6 3-2 0,0 5-20 16,3-8-8-16,1 1 2 0,3 1-2 0,2 0 8 15,-1 1-1-15,-3-1-6 0,4-2 4 0,-7 0-11 16,3-2 8-16,3 0 2 0,-5 0 3 0,-1-2 5 0,-2 2 13 16,-2 0 5-16,-4-4 2 0,4 4 8 0,-4 0-2 15,-3 0-2-15,1 2 0 0,-5 0-2 0,0 5-14 16,-2-1 3-16,-5 1-7 0,-1 4-1 0,-3-1-5 15,-2-19 5-15,-4 10-3 0,2 7 3 0,-10 3-1 16,1 0-4-16,-7 2 4 0,-5-2-1 0,1 2-1 16,-1-3 5-16,8 3-2 0,2 0 15 0,7-2-14 15,4 2 1-15,2-2-7 0,4 2-2 0,1 2-6 16,1 0 2-16,1 3-4 0,2 1 0 0,0 3 7 0,1 2-4 16,-7 4 5-16,-1 3-10 0,0 1 1 0,-3-17 6 15,1 24-4-15,6 0 8 0,-6 4-12 0,5 1 3 16,4 4-3-16,-3 4 10 0,5 4-7 0,1 4 0 0,1 3 0 15,2 2-4-15,2 5 4 0,-1 1 0 0,6-1 3 16,0-1-3-16,4-6 5 0,2 0-4 0,3-5 4 16,3-4-10-16,-1-4 5 0,0-4-5 0,2 3 5 15,1-3-1-15,-22 4 4 0,12 0-1 0,8 4 3 16,3 2-5-16,5 1 6 0,2 7 0 0,5-1 1 16,2 3-9-16,3 1 10 0,4-2-9 0,1-2 8 15,-18-3-11-15,31-6 10 0,0-2-1 0,4-10 5 0,2-1-3 16,5-2-1-16,3-5 6 0,-5-1-4 0,3-1 2 15,-3-3 15-15,3-1-11 0,5 2 12 0,-4-4-8 0,4-4-10 16,7 1 4-16,4-3-7 0,6-1-1 0,5-1 4 16,-3-3-2-16,-4 28 3 0,2-15-2 0,-10-10-9 15,2-5 4-15,-1 0-4 0,-3-4 13 0,4 1-11 16,3-1 6-16,4-2-7 0,3 1 5 0,5-4-1 16,-5 1-3-16,-6 1 1 0,-1-3 12 0,-6-1-10 15,-4-2 0-15,0 0-4 0,-2 0-5 0,-4 0 9 16,2 0 2-16,0-2 2 0,0-1-4 0,-1-1 2 15,-3-2-1-15,1-1 1 0,-7-2 3 0,-1 14-5 0,0-25-3 16,-9-6 0-16,2 0 10 0,-5 0-6 0,-1-2 14 16,-3 2-10-16,-7-2 22 0,-1-2-10 0,0 4 1 15,-2 2-3-15,-4 0-3 0,-1 0 1 0,1 0-4 0,-1 0 3 16,-1-2-2-16,-1 0-1 0,-5-4 2 0,1-3-2 16,0-6-2-16,24-2 3 0,-11-6 2 0,-9-5-1 15,-5 4-6-15,-1-7 4 0,-1 6-6 0,-5 3 7 16,-1 1-3-16,-3 8-1 0,-1 2 3 0,0 7-2 15,-2 2 8-15,-4 2 1 0,1 2-4 0,10-6 1 16,-29 2-15-16,-10-4-1 0,-9-2 0 0,-5 5 0 16,-10 1-7-16,-3 0-15 0,-8 5-6 0,0 10-5 0,-3 9-57 15,-12-16-70-15,-20 31-20 0,-24 24-27 0,-12-17-192 16</inkml:trace>
  <inkml:trace contextRef="#ctx0" brushRef="#br1" timeOffset="55940.61">17808 12114 34 0,'0'0'21'15,"0"0"-4"-15,0 0 6 0,0-1 3 0,-2-1-8 16,0 0-3-16,1 0-7 0,-1 0 5 0,0-2-3 0,2 1 14 16,-2-5 6-16,0-1-6 0,0 2 5 0,0 1-1 15,1-1 8-15,-1-1-6 0,0 1 4 0,0-1-14 16,2 5-11-16,0 1 13 0,0 0-13 0,0 0 6 0,0 0 6 16,0 0-11-16,-2-1 9 0,0-1-13 0,0 0 9 15,-1 0-7-15,-1 3 6 0,0-1-10 0,1 0 2 16,-1 0 4-16,0 2-2 0,-3-2-6 0,-3 0 9 15,3 2-7-15,-2 0 8 0,-2 0-2 0,1 0 5 16,-1 0-3-16,-2 2 2 0,2 2-8 0,0 0 2 16,0 1 0-16,1-1 0 0,5 0-8 0,-4 1 0 15,-3 4 0-15,3 1 1 0,2 8 3 0,-1 1-4 16,1 1 1-16,3 1-1 0,-3-1 0 0,-3 1-2 0,3 1 0 16,-4-2 0-16,2-1 2 0,5 1 5 0,-4-1 0 15,3 1 1-15,-1-1-8 0,-1-1 4 0,5 1-4 16,-2 0 5-16,2 1-3 0,1-1-2 0,-1-3 2 0,-2 3-2 15,2-1 0-15,-11 1 1 0,2-1 2 0,4 1 1 16,3 1-2-16,2-3 5 0,2 4-9 0,0-5 8 16,0 1-1-16,2-2-3 0,2 2 0 0,-1-3-3 15,5 3 2-15,1 0-3 0,-2-4 9 0,3 0-7 16,1 2 2-16,-2-2 6 0,-1-2-7 0,1 0 5 16,-7-7-4-16,5-2 5 0,4 5 2 0,0 0 0 0,-1-1 3 15,-1-2-6-15,0 3 0 0,-1-1-1 0,1-1 5 16,-2-1 7-16,1 0-4 0,-1-2 4 0,-1-1-8 0,3 1 9 15,-1-2-6-15,1 0 4 0,0 0-11 0,0 0 4 16,1-2 4-16,-1 1-2 0,2-3 4 0,0-2-8 16,0-1 3-16,-1 1-5 0,1-3 2 0,-2 7 3 15,2-9-7-15,-1-6 6 0,1 6 0 0,0-4-7 16,-2 2 7-16,0 0-8 0,1-2-1 0,-1-1 7 16,0-1-3-16,-1 2 6 0,-1-3-1 0,1 5 4 15,-1-6-4-15,-1 4 4 0,-1-2-5 0,-1 1 7 16,0-1 3-16,1 0 0 0,-3-3 14 0,13-1-5 0,-4-1-1 15,-5 0-2-15,-3 0-6 0,-3-2-3 0,0-1 4 16,-3-1-5-16,-5-1 1 0,-3-1-4 0,-2-4-1 16,-4-1 1-16,-1-1 7 0,-3 1-9 0,18-1 0 15,-20 5-4-15,-1 1-6 0,0 7-13 0,0 8-37 0,-6 6-9 16,-5-13-296-16</inkml:trace>
  <inkml:trace contextRef="#ctx0" brushRef="#br1" timeOffset="60613.11">2334 8303 144 0,'0'-2'0'0,"0"0"4"16,-2 0 12-16,0-2 22 0,2 2 1 0,-3-7 6 15,1 2-7-15,0 1-23 0,2 4 7 0,0 0-10 16,0 1-5-16,0-3-8 0,0 0 0 0,0 0-2 15,2 3 13-15,0-1 31 0,0 0 7 0,-1 2 8 0,3 0 15 16,0 2-40-16,0 0 3 0,7 3-14 16,-2 19-2-16,0 6-8 0,1 2-4 0,1-1 0 0,0 4-1 15,0-1-4-15,0-1 1 0,2 1-2 0,0-3-4 16,0-1 34-16,2-8 16 0,0-11 5 0,3 1 38 16,3-5-43-16,5-5 1 0,4 14-13 0,9-6 2 0,9-10-18 15,4-15 4-15,11-11-9 0,-2 17 2 0,6-40-2 16,2-3-4-16,-1 0 2 0,12-3-13 0,11-3 2 15,21 2-2-15,21-1 2 0,10-8-16 0,0-13-228 16</inkml:trace>
  <inkml:trace contextRef="#ctx0" brushRef="#br0" timeOffset="66468.28">14555 12434 272 0,'0'0'18'0,"0"-2"24"0,0 0-19 15,0 0-4-15,0 0 2 0,0 1 0 0,0-1 19 16,0 0-14-16,0 0 3 0,0 0-7 0,0 0-3 0,0 0-11 16,0 1 6-16,0-1-5 0,-2 0 21 0,0 0-1 15,1 2-4-15,-1 0 0 0,-21 2-12 0,-6 5 1 16,-7 6-2-16,-8 8 2 0,-4-18 3 0,-6 34-2 15,-8 6 5-15,5 2-6 0,-1 7-2 0,6 5-11 16,-1 1 10-16,-1 1-9 0,-2-7 16 0,-2 0-13 16,-5-9 0-16,-7-4-2 0,1 2-2 0,-7-6 2 15,5 2-3-15,10-2 2 0,2 1-2 0,12-5-3 0,8-1 3 16,8-6-1-16,7-2 4 0,9-3 0 0,5-8-9 16,7 0 2-16,-1-5-26 0,0-1 0 0,2-1-37 15,2-2 12-15,0 2-110 0</inkml:trace>
  <inkml:trace contextRef="#ctx0" brushRef="#br0" timeOffset="66810.92">15303 12478 782 0,'-1'0'28'0,"-1"0"31"0,-2-2-19 0,-7 1-24 16,-6-1-3-16,0 2-6 0,-5 0-3 0,4 3 0 16,-7 5 1-16,-6 7-1 0,-8 5-1 0,-2-14 3 15,-5 25 0-15,-3 3 0 0,7 3-9 0,-9 4 8 16,1 1 3-16,-2 10 4 0,0 0 3 0,-7 2-5 16,-6 0-2-16,-11 0-1 0,-10 0-3 0,-12 3 0 15,0 6 2-15,-1 6-1 0,6 7 1 0,12 13-7 0,-1 1 1 16,-3 4-2-16,-5-3 3 0,-8-11 5 0,3-8 0 15,6-8 1-15,9-3-9 0,21-2 2 0,5-5-2 16,11-2 3-16,6-4 1 0,8-1-3 0,4-4 0 16,11-8-1-16,4-4 3 0,3-8-22 0,-8-1-3 0,9-9-9 15,5-2-26-15,1-9-44 0,1 2-13 0,24 3-22 16,28-13-162-16</inkml:trace>
  <inkml:trace contextRef="#ctx0" brushRef="#br0" timeOffset="67093.47">16124 12777 764 0,'-2'2'19'0,"-2"0"-3"0,-33 2 17 15,-22 33 2-15,-10 6-2 0,-12 5 0 0,1 4-15 16,-2 4 6-16,4 3-9 0,4 8-5 0,-2 11 2 15,0 9-4-15,-19 13 5 0,-5 4-6 0,-12 0 0 16,-3-4-6-16,11-10 5 0,4-3-4 0,13 0-1 16,-6 2 11-16,-2 4-7 0,-5 0 7 0,-1-2-5 15,5-4-5-15,12-9 4 0,10-4 0 0,11-10-8 0,7-5 1 16,8-3-5-16,2-2 4 0,-1-2 0 0,6-4 0 16,4-4 0-16,7-1 4 0,8 2-30 0,7-8-10 15,-3-6-9-15,7-3-32 0,11-7-55 0,5-5 28 0,-3-14-37 16,46 20 27-16</inkml:trace>
  <inkml:trace contextRef="#ctx0" brushRef="#br0" timeOffset="67414.78">16815 13483 321 0,'0'0'41'0,"0"0"-6"0,0 2 47 16,0 0 3-16,0 1-4 0,-2 7-28 0,-11 23-26 15,9 4 3-15,-40 6-9 0,-10 3 8 0,-4 2-2 16,-5 3 0-16,-4 1-2 0,-1 3-4 0,-7 7-4 16,-1 6 1-16,-4 14-1 0,-9 9 3 0,-11 9-10 15,-13 6 3-15,-6-2-4 0,4-6 0 0,5-5 9 16,8-2-11-16,0 4 10 0,-11 5-12 0,-6 10-7 16,0-1 8-16,6-3-7 0,11-7 4 0,14-14-2 15,3-5 1-15,1-4 0 0,-1 2 6 0,-2 2-12 0,9-2 0 16,16-4-4-16,9-7 7 0,14-8-7 0,9-10 5 15,10-10-6-15,7-8-7 0,11-5-13 0,-9-9-14 16,5-6 4-16,4-2-20 0,2-5 5 0,2 0 20 16,28 9-10-16,35-12 37 0,13-21-88 0,13 5-9 0,3-61-26 15,-3-13-24-15</inkml:trace>
  <inkml:trace contextRef="#ctx0" brushRef="#br0" timeOffset="67666.37">16735 14734 433 0,'-22'11'18'16,"-21"14"16"-16,-42 2 15 0,-3 37 5 0,-3 8-6 0,2 13 7 15,0 14 1-15,-9-3 2 0,-4-1 1 0,-12-15-8 16,-3-10 1-16,10-6-5 0,3 2-8 0,11 5-14 16,2 7-4-16,-6 7-2 0,-5 6-17 0,-11-2 6 15,1 1-7-15,8-7 7 0,10-9-13 0,12-1 6 16,2-5-5-16,0-3 6 0,2-3-4 0,4-7-4 15,5-6 2-15,21-12-5 0,11 0 6 0,15-11-29 16,12-6-8-16,1-7-10 0,7-9-47 0,2-2 36 0,2 2-1 16,9-1 7-16,49-4-49 0,8-20-37 0,7 14-6 15</inkml:trace>
  <inkml:trace contextRef="#ctx0" brushRef="#br0" timeOffset="67930.77">16687 15535 84 0,'2'1'43'0,"-1"1"24"0,1 2 39 0,2 18 4 16,-8 15-40-16,-11 8-17 0,14 5-12 0,-50 9 2 15,-4 12-18-15,-10 0-12 0,-4 7 1 0,0-4-4 16,-3 0 5-16,1-1-17 0,-9-7 9 0,-10-1-11 0,-5-5 7 16,-4-1-3-16,7-1-5 0,14-6 4 0,13-6 6 15,16-9-9-15,14-5 5 0,11-15-7 0,5-6 9 16,10-4-14-16,2-3 1 0,3-2-7 0,0 0 5 0,2-2 14 15,0 0 4-15,2-2 1 0,4-8-3 0,15-17 2 16,-3 1-3-16,23 7 2 0,-1 4-6 0,1 8 1 16,-6 3 1-16,0-16 2 0,1 8 5 0,-4 9-3 15,-6 3 2-15,-4 3-3 0,-11 1 2 0,-7-4-97 16</inkml:trace>
  <inkml:trace contextRef="#ctx0" brushRef="#br0" timeOffset="73544.63">15112 12309 121 0,'0'0'16'0,"0"0"20"16,0 0-13-16,0 0 4 0,0 0-4 0,0-1 4 16,0-1-6-16,0 0 6 0,0 0-2 0,0 0 3 0,0 0 1 15,0 0-3-15,0 1-2 0,0-1-1 0,-2 0-2 16,0 0 3-16,1 0 1 0,1 0 0 0,0 0 9 0,-2 1 7 15,0-1-6-15,0 0 2 0,0 0-24 0,0 2-12 16,0 0 9-16,1 0-10 0,-3 0 13 0,-2 0-9 16,-9 2 4-16,-1 3-3 0,-1 3 9 0,-2 1 9 15,1 2-1-15,1 0 4 0,0-3-4 0,4 10-6 16,2 3 3-16,2-4-3 0,0-1-3 0,3-1-3 16,1 0-6-16,3-2 6 0,-9 2 1 0,1 0 12 15,5-2-2-15,1 0 5 0,2-4 7 0,2-2-13 16,0 4 0-16,0-3-7 0,0-3-8 0,2 1 7 15,-2-4-5-15,0 0 5 0,0 0-8 0,11 7 13 0,0-4-4 16,2 1 6-16,-2-4-2 0,2-2-8 0,-1 0 9 16,-1-2-8-16,2-2 3 0,2-3-3 0,-4-1-3 15,4-3 2-15,-4 8 5 0,-4-16-6 0,2 2 2 16,-3-3-4-16,0 1-7 0,-5 1 6 0,14-3-4 0,-7 7 6 16,-3-3-2-16,-3 2-2 0,-2 4 3 0,0 0-2 15,0 1 5-15,0 5 1 0,0-3-4 0,-2 3 3 16,0 1-3-16,1 0-1 0,-11-5 7 0,-2 0-5 15,-5 1-4-15,2 5 1 0,4 3-3 0,-3 0 4 16,-1 3 0-16,0 3-5 0,0 3 3 0,3 1-3 16,2-3 7-16,5 13-11 0,1-1 3 0,1 0-4 0,1-1 5 15,2-3 1-15,-1 0-1 0,-9 1 0 0,3 1 1 16,4-4 5-16,1 2-3 0,2-2 3 0,2-2-6 0,0-2 3 16,2 3-4-16,0-5 3 0,0-1-2 0,1-1 1 15,-1 1 3-15,17-4-2 0,-3 9-6 0,3 0 5 16,1-4-1-16,-5-5 3 0,6 0 1 0,-5-4 0 15,1-2-3-15,-2-3 3 0,-4 1 7 0,6-5-8 16,-2 0 4-16,0 7-6 0,-6-10-1 0,-5 1 4 16,-1 0 1-16,7 0 1 0,-3 0-6 0,-1 0 4 15,-1-2-4-15,-3 4 6 0,0-1-2 0,-2 3 2 0,0 4 0 16,-2-1-1-16,0 2-4 0,0 3 6 0,-24-16-4 16,2 8 5-16,-2 5-1 0,2 4-7 0,4 4 3 15,-6 7-3-15,1 2 0 0,1-11 0 0,2 22 2 16,3-2-2-16,5-2 0 0,2 3 0 0,5-3 0 0,3-3 1 15,2-2-1-15,-7-4 5 0,4-2-5 0,1 0 4 16,0 2 1-16,2-3-5 0,2-3 3 0,0-1-3 16,0-2 4-16,2 2 4 0,0-1-1 0,2-1 1 15,16 6-9-15,6-6 16 0,-2-2-6 0,6-8 11 16,0-3-13-16,-4-4 5 0,2 13 0 0,-8-18 1 16,-3-2 1-16,3 5-10 0,-11 0 2 0,1 2-3 0,-5 4 1 15,-1-2 6-15,-2 0-1 0,7 2 3 0,-3 0-5 16,-3 0-7-16,-1 2 0 0,-2 1-2 0,0 3-3 15,0-1 2-15,-2 2-6 0,2 2 3 0,-18-11-17 0,-10 2-66 16,-2 6 6-16,4 5-30 0,-2 2-29 0,4 3-17 16,0 4-26-16,6 1-1 0,5-1-124 0</inkml:trace>
  <inkml:trace contextRef="#ctx0" brushRef="#br0" timeOffset="77417.67">17039 10948 83 0,'0'0'7'15,"-1"-1"2"-15,-1-1-4 0,0 0-3 0,0 0-2 16,0 0 0-16,0 0-3 0,0 0 3 0,-1 1 1 0,1 1 1 15,-11-6 12-15,4 2 8 0,-4-1 4 0,0-1 2 16,0 1 18-16,-2-1 5 0,-2 0-6 0,0-1 5 16,-1 0-8-16,1-1-21 0,-2 1 7 0,3-1-12 15,-3 1-4-15,-1-1-6 0,1 3-3 0,-5-1 1 16,4 1 0-16,3 1 2 0,-5-2-3 0,1 3 3 16,-3-3 3-16,-2 2 0 0,4 1 8 0,1 1-5 0,-1 0 11 15,0 0-14-15,-2 0 1 0,0 0-4 0,3 1 11 16,3-1-1-16,-3 2 1 0,1-2-2 0,1 0-2 15,1 2-2-15,-1-2 0 0,0 2-1 0,3 0-5 0,-3-2 3 16,1 0-2-16,-3 1 1 0,1-1-7 0,-1 2 0 16,-1 0 0-16,0 0 0 0,-2-2 17 0,-2 2-14 15,1 0 2-15,-2-2-5 0,-3 2 6 0,-2 0-4 16,-1 0 3-16,0 0-5 0,1 2 3 0,0 0-3 16,1 1 2-16,-3 1-2 0,3 0 6 0,-3 1-3 15,-1 3-2-15,2-3-1 0,1 1-7 0,4 1 8 16,0 1 4-16,2 1 0 0,2 0-8 0,4-1 3 0,-2 3-4 15,1-2 5-15,-1 2-1 0,3 1 0 0,1-1 2 16,-4 2-1-16,3 0 9 0,-1 0-13 0,-1 0 3 16,4-2-4-16,-5-7 13 0,4 9-9 0,-5 3 1 0,7-1-4 15,-1-2 4-15,2 2 0 0,4-2 5 0,-2 0-6 16,4 4-4-16,-1-1 5 0,5-1-4 0,-10 2 5 16,7 2 0-16,5-1-6 0,-7 2 4 0,-4 3-5 15,2-3 12-15,3-1-6 0,-2 3 4 0,4-3-5 16,-1-1 0-16,3-1 2 0,-1 1-3 0,2-5 0 15,-1 2-3-15,-3 0 4 0,1 0-2 0,1 0 2 16,1 0-3-16,-1 1 8 0,1 1-3 0,1 0 4 0,2 1-9 16,0 3 2-16,2-1 0 0,0 3 1 0,0 1-1 15,0 2 6-15,4 2-4 0,1 3 4 0,3 4-9 0,1 1 4 16,2 1-1-16,2 0 1 0,2 0-2 0,4 8 7 16,-1-5-5-16,3 1 5 0,-3-4-1 0,-14-5-7 15,16-2 6-15,3-2-6 0,-3-2 3 0,-3-2 0 16,1-2 0-16,-5-3 1 0,-3-3 4 0,5 3-4 15,-2-4-2-15,3 1 1 0,1 1 2 0,-6-2 0 16,4 0 3-16,-2 3-4 0,4-1-4 0,-2 0 8 16,-1 0-6-16,1-1 6 0,2 1-10 0,-2-2 5 15,3 3 5-15,1-1-2 0,3 2-3 0,0 1 5 16,4-1-5-16,0 3 6 0,0-4-6 0,0-3 0 0,-1 2-3 16,1-2 2-16,0 0-4 0,-2-4 8 0,4-2-3 15,-8-3 5-15,0-3-8 0,1 3 11 0,-3-2-4 16,1-1 5-16,7 3-10 0,0 3 5 0,-2-3 2 0,2-2 1 15,-2-1 3-15,-3 10-7 0,1-2 6 0,-3-3-5 16,-1-3 11-16,-1-1-12 0,1 0 3 0,3-2-4 16,-1-2 10-16,1 0-9 0,-1-2 6 0,2 0-6 15,1-2 9-15,3-1 1 0,0-1-1 0,1-1 1 16,-1-3 0-16,2-1-13 0,-2 0 6 0,0-2-6 0,4 2 3 16,-2 0 1-16,3 0-4 0,-1 0 1 0,-2-1-1 15,2-1 4-15,-6 2-2 0,4-2 5 0,0 0-1 16,-2 0-5-16,1-2 3 0,-4 4-4 0,-3 0-9 0,0 0 15 15,-1 0-8-15,0 0 9 0,-1-2-13 0,-1 2 12 16,0 3-1-16,1-12 5 0,3-1-1 0,1 3-1 16,2-3 0-16,2-1-1 0,2 0-2 0,0 3 1 15,-2-1 1-15,3 3 0 0,-4 0-11 0,-3-1 4 16,-2 1 1-16,-7-3 2 0,10 3-5 0,-5 0 3 16,1 1-2-16,1 1 4 0,-5-6-3 0,-2 5 4 15,4-5-4-15,-6-1 4 0,0 1 3 0,2 1-6 16,-4-4 2-16,0 2-3 0,-1-1-4 0,3 3 6 0,-2 1 3 15,2 1 0-15,-1-5-6 0,-3 1 6 0,2-4-2 16,-1 0 5-16,-1 4 3 0,-1 0-1 0,-4-1-1 16,1 1 0-16,12-2 1 0,-4 2 1 0,-3-1-1 15,-4 3-1-15,-1 0-5 0,-1 3-2 0,0 0 7 0,-2 2-5 16,0 2 8-16,0-2 0 0,0 2-7 0,0 0 5 16,-2 0-3-16,0 2-4 0,0-2 6 0,1 2-5 15,-3-2 2-15,0 2 1 0,0-2-7 0,1 0 4 16,-1 2-4-16,-3-6 2 0,-3-1 3 0,1-1-1 15,-2-1-1-15,-2-3 4 0,2 1-4 0,-4-4 4 16,0 0-4-16,-2 0-3 0,12 0 1 0,-16 2-1 0,-1 2 5 16,2-1-5-16,-1 1 3 0,-5-2-3 0,6 2 5 15,-1 1-1-15,-1 5 0 0,4-3-2 0,-1 4-7 16,2 0 6-16,2 0-4 0,-3 2 5 0,1 0-3 0,0-1 0 16,1 2 1-16,-3 3 0 0,2 0-2 0,1 0 7 15,-5-1-5-15,3 1 4 0,-3 2-8 0,1-3 0 16,-1 3 7-16,-1-1-4 0,0-1 1 0,-2 2 3 15,-4 1-8-15,2 1 6 0,-4-1-4 0,-1 2-1 16,7-1 4-16,-2 3-2 0,-2-2 8 0,0 2-4 16,0-16-2-16,-2 5-1 0,2 5 2 0,-3 3-4 15,-1 1 4-15,1 2-6 0,1 0 2 0,-2 2 3 0,3 0 0 16,-5 2 1-16,3 0-4 0,1 2-2 0,0 1 2 16,-3 3 0-16,-1-1 3 0,-1 1 0 0,-4-1 0 15,-2 2 2-15,-3 1 5 0,-4 1-13 0,1-2 7 16,4 0-7-16,-1 1 11 0,7-3-7 0,0 2 4 0,1 1-3 15,5-3 8-15,3 0-7 0,4-1 1 0,1 1-2 16,3 1-3-16,3-1 5 0,2 1-4 0,1-1 5 16,1 2-2-16,0-5 0 0,1 15-2 0,-1 1-1 15,0 2-5-15,1 4 6 0,0 0-2 0,3 2 4 16,-2 0 4-16,2 0-5 0,-2 5 4 0,1-1-5 16,1-2-1-16,0-3 1 0,-2 1 0 0,1-4 2 15,3 2 0-15,1-3 0 0,3-5-1 0,-3 1 1 0,-1-1 0 16,3 1-3-16,-2 0 5 0,4-1-4 0,1 1 5 0,-12 1-5 15,1 2-1-15,7 3-2 0,1 1 4 16,4 1-3-16,2 5 4 0,4 0-1 0,3 5 1 0,2 0 1 16,4 4-6-16,0 0 4 0,0 1-7 0,-2-1 8 15,0 2 0-15,0 1 2 0,-2-5-7 0,0 4 2 16,-2-6 2-16,-1-3 0 0,1-1 1 0,-2-5 2 16,1 0-3-16,1 0 1 0,2-1-3 0,0 5-1 15,0-2 6-15,4-1-4 0,2 3 2 0,1-2 1 16,-12-2-6-16,24-1 5 0,1 3-10 0,3 0 8 0,5-1-2 15,-2-1 4-15,7 0-2 0,-3 0-2 0,-2-2 4 16,-3-4-2-16,-5-1 7 0,-1-6-2 0,-2 1-5 16,1-1 2-16,-1 0 3 0,-2-4-5 0,0-2 2 0,-2-3-4 15,2 0 4-15,2-3 0 0,2 1 1 16,0 2-1-16,5 14-1 0,-2-9-3 0,4-5 2 0,4-6-1 16,2-2 5-16,5-4-5 0,-1-3 3 0,1-2-5 15,-7 0 5-15,2-4 4 0,-3-2-4 0,-2 0 3 16,0-3-1-16,-4 0-6 0,-4 18 4 0,-1-24-5 15,-1 3 11-15,-4-1-7 0,2 0 3 0,-2 2-4 16,-1 1 3-16,-3 1-2 0,1-2 1 0,-1 3 0 0,2-3-1 16,-1-2 3-16,3 0-3 0,0 0 3 0,2-2-2 15,9 1 0-15,-7-1-3 0,7 0 2 0,-5 0 6 16,-2-1-5-16,-2-3 3 0,-7-4-4 0,6-3 2 0,-6-5-1 16,1-5 1-16,-1-1-1 0,-6-2-1 0,2 0 3 15,-8 1-6-15,4 3 5 0,-1 1-4 0,-3 5 3 16,2 1 3-16,-7 3-1 0,2 3-1 0,-2 1-1 15,16 1 1-15,-6 1 0 0,-7 2 5 0,-1 2-3 16,-4-4-2-16,0 3 1 0,-4-5 0 0,-1 0 3 16,-5-3-1-16,-1-2 2 0,0 4-5 0,-2-5 3 15,2 5-3-15,-2 3 5 0,-2-3 0 0,0 3 1 0,0 4-3 16,0 0 1-16,1 4-6 0,10 2 2 0,-22-3 2 16,4 5-1-16,-6-1-3 0,-2 1 0 0,2 5 1 15,-5-2 0-15,-1 2 9 0,3 0-9 0,-4 2 0 16,-3-1-3-16,1 1 8 0,0 0-7 0,-2 2 4 0,-4 0-5 15,-3-1 4-15,-2 1-2 0,-6 2 1 0,0 1-2 16,4 2-3-16,-2 2 2 0,6-22-13 0,-5 15 4 16,1 9-65-16,0 11-58 0,-2 10-12 0,-2-12-19 15,-1 48-93-15</inkml:trace>
  <inkml:trace contextRef="#ctx0" brushRef="#br0" timeOffset="86141.67">30824 6262 4 0,'0'0'0'0,"0"0"7"16,0 0 80-16,0 0-8 0,0 0 11 0,0 0-36 15,0 0-5-15,0-2-12 0,0 0-10 0,0 0 9 16,0 1-12-16,0-1-12 0,0 0 5 0,0 0-6 0,0 0 0 15,0 0 4-15,0 0-4 0,-2 1 3 0,0-1 0 16,0 0-7-16,0 2 6 0,-1 0-6 0,-1 0 3 16,-4 0 1-16,-5-2-5 0,0 0 4 0,-5-2 2 0,5 3 1 15,-2-1 1-15,-2 0-1 0,8 2-6 0,2 0 8 16,-3 0-2-16,7 0 4 0,1 0 10 0,-2 0 0 16,0 0-2-16,1 0-1 0,1 0-5 0,0 0 5 15,0 0-3-15,0 0 2 0,2 0-12 0,0 0 1 16,2 0 1-16,2 0 0 0,9 0-7 0,16 0 2 15,3 0-6-15,1 0 5 0,1 0-7 0,-1 0 1 0,1-2 4 16,-1 0-1-16,1 0 3 0,-1 0-3 0,0 1 0 16,1 1-1-16,1 0-1 0,-3 0 5 0,-3 0-5 15,-3 0 5-15,-3 0-7 0,-5 0-1 0,-3 0 1 16,-6 0 0-16,1 0 0 0,-7 0 8 0,1 0-8 16,0 0 8-16,0 0-1 0,-1 0 49 0,1 0-15 0,-2 0 20 15,0 0-50-15,0 0-9 0,-1 0 5 0,-1-2-5 16,-1 0 6-16,-1 0-8 0,-2 2 2 0,-18-7-2 15,-8-1 3-15,-3 1-3 0,-1 1 1 0,-3 1-1 16,4 3 7-16,-1 0-8 0,4-2 4 0,3 2-6 16,-1-1 6-16,4 1-2 0,3 0-1 0,3 0 0 15,-1 0-2-15,8 2-1 0,0 0 4 0,3 0-1 16,5 0 8-16,1 0-5 0,-2-2 0 0,0 2-1 0,1-2-6 16,1 2 10-16,0 0-7 0,0 0 7 0,0 0-9 0,2 0 4 15,0 0 1-15,2-1 0 0,2-1-4 0,7-2 7 16,13-3-4-16,-2 1 5 0,2 2-9 0,1 1 2 15,-5 1 1-15,2 0-1 0,-3 0-3 0,-1 0 5 16,3 2-4-16,-10 0 3 0,2 0-25 0,0 0-15 16,-2 2-40-16,2 2 2 0,4 1-171 0</inkml:trace>
  <inkml:trace contextRef="#ctx0" brushRef="#br0" timeOffset="86971.93">31613 5928 36 0,'0'0'42'0,"0"-2"-5"16,0 0 36-16,0-2-3 0,0-1 0 0,-4-12 7 0,2 2-7 16,-1-1 7-16,1-1-9 0,0 2-6 0,0 0-17 15,2 2 3-15,0 0-7 0,0 2-1 0,0 2-8 16,0 3 1-16,0-1-3 0,0 1 5 0,0 1 2 16,0 1-2-16,0 0 2 0,0 0-7 0,0 3-5 15,0-3 2-15,0 0-4 0,0 0-4 0,0 1-9 16,0 1 1-16,0 0-4 0,0 0 4 0,0 0-10 15,0 0-1-15,0 1-3 0,0-1 1 0,0 0 2 0,0 0 7 16,0 0-4-16,0 0 4 0,0 2-8 0,0 0 2 16,0 0-3-16,0 0 3 0,0 0 3 0,0 0-4 15,0 2 2-15,0 0 3 0,0 0-2 0,0 0 0 16,0 1 0-16,0 3-3 0,0 9 0 0,0 0 0 0,0 0 0 16,0-1 8-16,0 1-10 0,0 2 6 0,0 0-7 15,2 1 4-15,0 5 4 0,0-3-4 0,-1 2 4 16,1 2-5-16,0-1-1 0,0 3-2 0,2 3 1 15,-1 3 9-15,1 0-7 0,-2 3 3 0,2-6-5 16,-1 1 2-16,1-2 7 0,-2-6-2 0,2 1 3 16,-1-5-9-16,1 1 1 0,0-4-1 0,0-2 1 0,-1 0 0 15,-1-6 5-15,0 0 0 0,0-1 0 0,0 0 2 16,0-3 12-16,-1 3-4 0,-1-4 5 0,0 0-8 16,0-1-4-16,4 3 5 0,0 0-5 0,0 0 4 0,-1-1-8 15,1 1 0-15,0-2-3 0,-1 0 0 0,1 0 5 16,0-1-1-16,0 1 2 0,-1 0-2 0,1-2-1 15,5 0 1-15,2 0-1 0,1-2 1 0,-5 0 0 16,4-5 0-16,-2 0 1 0,3-6 4 0,1-12-6 16,-2-2 2-16,2-5-4 0,2 4-2 0,-1-13 3 15,1 2-1-15,-2-2 2 0,2-5-3 0,0 7 1 16,0 0-2-16,-4 4 1 0,-2 1 0 0,1 5 0 16,1 1 2-16,-2 4-1 0,-2 0 2 0,-3 3-3 0,2 4-1 15,-5 3 0-15,5 2 1 0,-2 1 12 0,3 2-1 16,-3 3 2-16,1-1-4 0,-3 3-4 0,0 1-1 15,-2 1-2-15,2-2-4 0,0 0-4 0,0 1 1 16,0-1-1-16,-1 2 1 0,1 0-2 0,0 0-1 0,0 0 0 16,0 1 0-16,0-1 2 0,0 2 0 0,-1 0 0 15,1 0-3-15,0 0-2 0,0 0-3 0,-2 2-5 16,0-1-66-16,0 3-17 0,0-2-14 0,0 17 4 16,0-1-33-16,0 1-12 0,2-1-12 0,0-1-2 15,1 2-65-15</inkml:trace>
  <inkml:trace contextRef="#ctx0" brushRef="#br0" timeOffset="87371.9">32276 6316 431 0,'0'-2'46'0,"0"0"59"0,0 0-20 0,0-1-31 16,0-1 3-16,0 0-15 0,0 2-25 0,0-1-7 15,0 1-1-15,0 0-1 0,0 0 12 0,0 0 14 0,0 0 5 16,0 0 3-16,0 1 11 0,0-1-17 0,0 0-9 16,0 0-1-16,0 0-21 0,0 0 0 0,0 0-1 15,0 2 0-15,0 0 0 0,-2 0-4 0,0 2 10 16,0 0-9-16,0 0 7 0,0 2-9 0,-1 3-1 0,-7 10-1 16,-1 3 3-16,2 1 1 0,0-3 0 0,-1 3 1 15,3-1 6-15,0-1-6 0,-1 3-2 0,1-2-1 16,-1 3 1-16,3-1-1 0,1 0 4 0,0 2-3 15,2-1 5-15,-1-1 0 0,1-2 1 0,0 1-1 16,0-3 3-16,-2 1 4 0,3-4 2 0,-1-4 1 16,0 2 3-16,2-6-5 0,0 1 0 0,0-1-2 0,0-3 0 15,0 0-10-15,0-1 4 0,0-1-4 0,0 0 10 16,0 2-9-16,0-1 6 0,0 1-6 0,0-2 11 16,0 0-1-16,0 0-3 0,0 0 0 0,0-1-14 0,0 1-6 15,-2-2-7-15,0 0-3 0,0 0-74 0,0-2-7 16,1 1-17-16,-1-1 9 0,0-2-33 0,2 2-30 15,-6-9 4-15</inkml:trace>
  <inkml:trace contextRef="#ctx0" brushRef="#br0" timeOffset="87652.07">31763 6466 611 0,'0'0'77'0,"0"0"-8"0,0-2-15 0,0 1 11 0,0-1-41 16,0 0-11-16,0 2-14 0,0 0 1 0,0 0-6 16,0 0 8-16,0 0 12 0,2 0-6 0,0 0 6 15,2 0-13-15,7 2 13 0,13 1 1 0,8 1 5 16,-3-2 14-16,5 0 12 0,1-2-1 0,-2 0 3 16,4 0-9-16,-3 0-17 0,-1-2 0 0,-3 0-6 0,-2 0-3 15,-6 0-6-15,0-1-3 0,-3 1-2 0,-4 0-2 16,-2 0 2-16,-2 0 0 0,0 0 0 0,0 1-9 15,-1 1-5-15,1-2 2 0,-4 2-4 0,2-2-18 0,-1 0-78 16,-1 0-15-16,1 0-27 0,-1 0-102 0</inkml:trace>
  <inkml:trace contextRef="#ctx0" brushRef="#br0" timeOffset="89485.72">32018 6477 62 0,'-2'0'14'0,"0"0"5"0,0 0 11 0,0 0 2 16,0 0-3-16,0 0 11 0,1 0 9 0,-3-1 0 16,0-1 22-16,0 0-4 0,3 0-2 0,-3 0-2 15,0 0-18-15,0 0-8 0,1 1-5 0,-1-1 1 16,0 0-3-16,1 0 7 0,-1 0-1 0,2 0 2 0,-2 0-12 15,3 1-3-15,-1-1-3 0,0 0-1 0,0 0-15 16,0 0 7-16,0 0 2 0,0 0 5 0,2 2 19 16,0 0-15-16,2 0 1 0,0 0-6 0,2 0-6 0,24 0 4 15,5 0-2-15,-1 0 2 0,10 0-3 0,3 0-3 16,-1 0 1-16,3-1-2 0,-4-1 8 0,-3-2 3 16,3 0-1-16,-2 1-1 0,0-1-14 0,-4 0 6 15,2 2-2-15,-6 2 3 0,-3 0-2 0,-6 0-8 16,-5 0 2-16,-3 0-3 0,-4 0 1 0,-5 0 6 15,-1 0-6-15,-3 0 9 0,1 0 7 0,0 0 16 16,-1 0-5-16,-1 0 4 0,0 0-31 0,-2 0 1 0,-2-2-1 16,-1 2 0-16,-31-9-6 0,-7 2 3 0,-1 1 0 15,-5 1 1-15,5 3-2 0,-3 2 8 0,0 0-4 16,-1 0 3-16,3 0-7 0,4 0 2 0,4 2 5 16,3-1-2-16,3-1-5 0,6 0 9 0,5 0-6 0,10 0 7 15,3 0-9-15,-1 0 3 0,4 0-2 0,-1 0 2 16,1 0-4-16,-2 0 1 0,0 0 2 0,3 2 0 15,-1 0 9-15,0 0-4 0,2-2 0 0,0 0-4 16,2 0-1-16,0 0 5 0,31 4-2 0,0-2 4 16,5-2-4-16,-3 0-7 0,0 0 7 0,-1-2-6 15,-3 2 5-15,-1-2-1 0,-4 2-2 0,-4 0 1 0,0 0-5 16,-3 0-2-16,-4 0-2 0,0 0-1 0,-4 2-28 16,0 0-79-16,-4-1 5 0,-3-1-32 0,-2 0-22 15,2 2 5-15,-1 0 19 0,-1 0 0 0,0 0 87 0,0 0-14 16,-2 0 5-16,-2-1-6 0,0 1 17 0</inkml:trace>
  <inkml:trace contextRef="#ctx0" brushRef="#br0" timeOffset="89785.06">32253 6518 151 0,'0'0'77'0,"0"0"-7"0,0 0 59 0,-1 0-11 15,-1-2-5-15,0 1-50 0,2-1-13 0,0 0-1 16,0 0-4-16,-2 0 7 0,0 0-9 0,0 0 4 15,0 1-7-15,1-1 0 0,-1 0-16 0,2 0 3 16,0 0-9-16,0 0-16 0,0 0-1 0,0 2-4 0,0 0 3 16,0 0 12-16,0 0-12 0,0 0 6 0,0 0-8 15,0 0 3-15,0 2 6 0,0 0-7 0,0 0 7 16,0 2-6-16,0-1 2 0,-2 9 2 0,0 4-1 16,0 1 3-16,0 2-7 0,0 1 4 0,2-1-4 15,0 1 5-15,0 0 5 0,0 1-5 0,0-1 5 0,0 1-5 16,0-3-2-16,0 1-3 0,2-1 2 0,-2 3 2 15,0-3 4-15,0-1-5 0,0-6 3 0,0 0-4 16,0-5 0-16,0 3 7 0,0-3-6 0,0-3 5 16,2 5-7-16,-2-4 5 0,2-1-5 0,2 5 3 0,-2-5-37 15,-1 1-21-15,1 0-13 0,0 0-144 0</inkml:trace>
  <inkml:trace contextRef="#ctx0" brushRef="#br0" timeOffset="91971.07">32164 5638 35 0,'0'0'22'0,"0"0"-1"0,0 0 15 15,0 0 4-15,0-2-6 0,-2 0 8 0,1 1 6 16,-1-1 8-16,-2-2-2 0,-5-3 15 0,-4-1-14 16,2-5-9-16,-4 0 1 0,4-2-18 0,-1 6-11 15,-4-6-4-15,5 6-2 0,-6-2-7 0,-2 1 2 16,-1 1 2-16,-2 0-2 0,-2 0-7 0,-1 3 7 0,1 0-2 16,-4-1 4-16,1-12-9 0,-3 7-1 0,0 4 1 15,4 6 0-15,-5 0 3 0,1 2 1 0,-4 2-4 16,1-2 3-16,0 2 3 0,1 0-4 0,-3 2 3 0,-2-1-5 15,-4 3-1-15,-2-1 4 0,-3 1-1 0,-1-2 5 16,6-1 4-16,-5-1-9 0,-2 0 4 0,1 0-6 16,-1 0-3-16,0 0 9 0,7 0-6 0,-2 1 9 15,0-1-9-15,1 0 4 0,-1 0 3 0,-5 0-2 16,-2 1 1-16,-4-1 1 0,0 0-3 0,2-2 2 0,2 2-6 16,-2 0 2-16,0-2-2 0,4 0 2 0,3 0 4 15,6 0-10-15,2 0 9 0,0 2-9 0,-4-2 3 16,0 2 5-16,-2 1-8 0,-7 1 8 0,2 0 0 15,-8 1-5-15,-3-3 6 0,-1 2-6 0,-8-2 2 0,1 0-1 16,2-1-2-16,4-1 2 0,5 0 11 0,2 0-14 16,6 2 9-16,1 0-10 0,1 2 5 0,1 0 0 15,-7-3-1-15,0 1 1 0,-3 2-1 0,-5-2 7 16,5 2-5-16,-1-1 6 0,2-1-8 0,-2 0-1 16,6-2 0-16,2 2 0 0,2-2 10 0,1 2-8 15,0 0 3-15,1 1-5 0,-1 1-3 0,1 2 4 16,-6-1 0-16,1-1 3 0,-5 0-2 0,2-1-1 0,-1 1-1 15,-1 2 1-15,0-3-2 0,0 1 0 0,8 0 2 16,-1-1-1-16,5 3 9 0,1-2-1 0,-2 1 1 16,4 1-2-16,-4 1-10 0,2-1 4 0,-1 1 0 0,-10 1 4 15,2-3 4-15,-4 1 0 0,-2-1-7 0,6-1 4 16,-2 2-5-16,2-3 1 0,3 3 4 0,3-2-3 16,-1 1-1-16,3 1 1 0,1-1 3 0,0 3-2 15,-2-1 1-15,0 3 3 0,1-1-3 0,-3 0 2 16,4 0-7-16,-3 1 9 0,3-1-5 0,6 2 8 15,-8 0-8-15,4 2 2 0,-6 0 0 0,6 0 0 16,6 0-5-16,0 0-1 0,5 0 3 0,-2 4-2 0,6-2 7 16,0 0-3-16,1-10-4 0,3 18 2 0,0 3 3 15,5 1-5-15,-2-1 2 0,2 2-2 0,0 2-3 0,2-4 3 16,4 2 0-16,-2-2 0 0,0-4 3 0,0 6 0 16,1-6 2-16,3 4-1 0,1-4-2 0,-1-3 1 15,1 1-2-15,-1-5 3 0,1 2-2 0,5 0 4 16,-1-2-4-16,-9-1 5 0,1 3 2 0,3 0 5 15,1-2 7-15,3 0-2 0,-1 3 16 0,4 1-21 16,2 3 0-16,1 0-7 0,3 1 2 0,1-1-9 16,5 0 5-16,1 2-6 0,1-1 7 0,-12-1-3 15,22 0-3-15,1 0 2 0,4 1 0 0,5 1-7 16,-1-2 5-16,4 0-5 0,6 1 15 0,0-5-9 0,7 3 4 16,2-3-5-16,0-3 7 0,3 0-8 0,-4 2 4 15,-3-4-4-15,-4 1 1 0,-1 3 2 0,0-4-7 16,-2 0 5-16,-2-2 5 0,1 2-8 0,3 0 7 0,4-2-7 15,1 1 8-15,4-3-5 0,4 0 3 0,7 0-3 16,0-3 7-16,6 1-8 0,1 1 2 0,-7-4-4 16,0 1 3-16,-5-1 5 0,-1 1-5 0,3 1 5 15,3 0-2-15,8-1-7 0,1 1 7 0,10-3-6 16,1 3 10-16,-1-4-3 0,-2 0-6 0,-10 0 2 16,-1 27-8-16,-2-16 10 0,0-5-2 0,5-5 5 0,4 3-9 15,4-2 2-15,4-2 2 0,-3-1 0 0,-5-1 0 16,-1 0 6-16,-7 0-4 0,-1 0 4 0,0-1-7 0,0 1 0 15,7 0 0-15,4 0 1 0,-2 0 6 0,2 0-7 16,-2 0 1-16,-9-2-4 0,4 0 1 0,-8 0 4 16,-2 0 2-16,2 2-1 0,2 0-2 0,6 0 5 15,1 0-5-15,3 0 4 0,-1-2-2 0,-2-1-5 16,-3 1 3-16,-4-2-5 0,-2-2 12 0,-2 1-8 16,-1-3 6-16,3-1-8 0,4 2 6 0,5-6 1 15,2 2-1-15,3-1 1 0,-3 1-6 0,-2-2 2 16,-3-2-3-16,-6-1 3 0,-4 1 5 0,-1 0-1 15,-2 0 2-15,-2 4-3 0,1-4 1 0,8 2 2 0,1 2-3 16,1 2 0-16,-2-2-6 0,-4-2 3 0,-1-4 3 16,-6 0 1-16,1-1 4 0,-1 1-8 0,-1 0 5 15,2-3-6-15,7-3 1 0,1-3 7 0,6 0-10 0,-6 4 8 16,0 0-4-16,1-2-4 0,-14 3 6 0,0 1-5 16,-3 1 8-16,-2 1-1 0,-4-1-1 0,-4 1 0 15,-4 16 5-15,-1-22 9 0,-2 1 1 0,-2-1 2 16,-2 0-7-16,0 2-3 0,-1-2-1 0,-1-4-1 15,0 2-4-15,0-4 3 0,1-3-2 0,-7-1 4 16,-3 1 1-16,-2-6 8 0,-7-2-5 0,0 4 6 0,20-6-8 16,-15 2 12-16,-9 2 2 0,-11-3 1 0,-7 3-14 15,6-2-5-15,-36 4-6 0,-9 0 3 0,-8 1-9 16,-15 1 7-16,-11 0-3 0,-13-1 5 0,-8 1-3 16,-6-6 2-16,1 0-4 0,0-5 3 0,-10-4-3 0,-10-4-5 15,-10 0 1-15,-3 10-7 0,-2 7-25 0,-17 22-117 16,-19 5-49-16,-18-17-45 0,-22 54-374 0</inkml:trace>
  <inkml:trace contextRef="#ctx0" brushRef="#br0" timeOffset="98800.89">1248 6351 103 0,'-2'0'0'16,"0"-2"7"-16,0 0 99 0,1 1-9 0,-1-1 0 15,0 0-41-15,0 0-29 0,0 0-21 0,0 0-4 16,2 0 3-16,0 2-2 0,0 0-2 0,0 0 1 0,0 0-1 15,2 2-1-15,0 0 0 0,2 0 1 0,1 2-1 16,10 5 3-16,7 4-1 0,-7-4 2 0,6 2-3 16,-1-1-1-16,-1-1 9 0,5 2-4 0,-4-2 6 15,-1 1-7-15,-1-1 3 0,-1-2 1 0,-2 1 0 16,2-1 2-16,-4-1 6 0,1-1 0 0,-1 1 2 16,6 1-2-16,0-1 2 0,3 0-5 0,0-3 5 15,0 1 5-15,6-2-7 0,2 0 4 0,7-2-6 0,2-2 1 16,6-2 4-16,5-3 2 0,7-4 1 0,3-2-2 15,7-4 10-15,-6-4-7 0,2-3 8 0,-4-2-13 0,-1 11-2 16,0-35-2-16,1-4 0 0,8-3-10 0,7-4 6 16,12 1-4-16,12-3 4 0,4 0-10 0,4 2 3 15,-6-1-3-15,-3 1 4 0,3 0-4 0,11-6-4 16,8-7 1-16,6-10-4 0,-5 1-14 0,-8 1-194 16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5:23:11.94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18762 5872 25 0,'0'0'9'0,"0"-2"7"0,2 0 21 0,0 1 5 16,0-3 0-16,0-2-5 0,5-7-10 0,1 0 1 16,-3 0 0-16,3 0 7 0,-1 0 10 0,-1 2 6 0,1-2-2 15,-1 2-6-15,1 0-19 0,1 0-2 0,-3 0-3 16,1 1 2-16,-3 3 0 0,3-2-2 0,0 1 1 15,-1-1-8-15,-1 1 6 0,0 1-2 0,-3 3 5 16,1 1 1-16,0-1 10 0,-2 2-8 0,2-2 8 16,0 1-10-16,0-1 5 0,0 0-3 0,-2 2 0 15,0 0-23-15,0 1-1 0,0-1-3 0,0 0 1 0,0 0-2 16,0 2 5-16,0 0 1 0,0 0 3 0,-2 0-5 16,0 2 4-16,0 0-5 0,0 0 4 0,2 1-4 15,0-1 0-15,-2 7-1 0,2 3 1 0,-2-1 0 0,2 0 1 16,0 2 2-16,0-2 0 0,0 0-1 0,2 2 4 15,0-2-6-15,2 4 4 0,0-2-3 0,-1 2-3 16,3 0 3-16,-1 0-3 0,3 3 3 0,-1 1 1 16,-1 3 0-16,-2 0 0 0,-3 4 1 0,1 2 1 15,0 4-1-15,0-1 2 0,-2 5-2 0,0-5-1 16,-2-1 2-16,-2-2-1 0,1-2 6 0,-1 0-12 16,-3 2 4-16,1-2-6 0,2-8 8 0,1-1-1 15,-1-6 3-15,2-2-2 0,-2 1-1 0,2-5 6 0,2-1-7 16,-1 1 6-16,1-3-4 0,0 2-4 0,0-2 2 15,-2 2-3-15,0-1 3 0,0 1 2 0,0 0-5 16,0-2 3-16,0-1-11 0,1 1-15 0,-1 0 1 0,0 0-15 16,0 0-86-16,0 0-114 0</inkml:trace>
  <inkml:trace contextRef="#ctx0" brushRef="#br0" timeOffset="562.29">18569 6242 211 0,'0'-2'16'0,"0"0"-1"0,0 0 2 16,0-2 0-16,0-7-5 0,2 0 7 0,0-2-13 15,0 4 3-15,-2 1-8 0,2-3 3 0,-2 6-3 16,2-3 0-16,-2 3 0 0,0 1 12 0,0 0 33 15,0 2 0-15,0 0 10 0,0 1-2 0,0-1-8 16,0-2-3-16,0 2-2 0,0 0-19 0,0-1-10 0,0-1-2 16,0 0-3-16,0 2-10 0,0 0 3 0,0 1 3 15,2-1 1-15,-1 2 7 0,1 0-9 0,0 2 0 16,0-1-2-16,-2 1-2 0,7 17 1 0,-1-2-4 16,1 1 3-16,3 1 5 0,-1-1 1 0,2 5 2 0,0-1-3 15,-2-4-8-15,1-1 5 0,-1-2 0 0,0 0 4 16,2 2 4-16,2 1-8 0,-11-3-2 0,9 0 0 15,6-2 5-15,-4 2-3 0,2-2 4 0,-2 0-4 16,-7-2 9-16,1-2-6 0,0 0-1 0,-1-1 0 16,-2-3-7-16,-2 1 7 0,7 0-2 0,-7-3 3 15,0-1 1-15,-2 0 2 0,3 2 6 0,1-1-2 16,0 1 29-16,-1 0 20 0,1-2 2 0,-2 0 4 0,0-1-8 16,0 1-26-16,0 0-2 0,-1 0-7 0,1 0-8 15,0-2-11-15,2 0 3 0,0 0-5 0,-1-2 6 0,1 0-7 16,0 0 8-16,3 0-6 0,6-12 12 0,-4-1-6 15,-3-6-1-15,3 3 0 0,2-6 8 0,2 1-6 16,-3-1 2-16,5 0-3 0,-10 0-1 0,1 2-4 16,3 5-3-16,-3 0 2 0,7 4 6 0,-6-2-11 15,-3 0 7-15,1 8-9 0,-3 0 8 0,2 3 1 16,3 0-4-16,-3-1 2 0,-4 3-14 0,4-2-13 16,-1 0 3-16,-1 2-8 0,0 1-9 0,0-1-87 0,0 2-9 15,-2 0-32-15,0 0-89 0</inkml:trace>
  <inkml:trace contextRef="#ctx0" brushRef="#br0" timeOffset="1190.41">19487 5948 452 0,'0'-2'14'0,"0"1"-2"15,0-1-1-15,1-17 6 0,-1 2-9 0,0 4 10 16,0 2-18-16,0 0 10 0,0 2-11 0,0 1 12 0,0 3-4 16,0-1 0-16,0 3 2 0,0-1 30 0,0 0-5 15,0 2-2-15,0 0-4 0,0-1-20 0,0-1 17 16,0 0-3-16,0 1 5 0,-1 1-15 0,-1 0 3 16,0 0-1-16,0 2 2 0,0 0-4 0,0 2-8 15,0 0-1-15,1 0-1 0,-1 1 0 0,-4 8 8 16,1 6-5-16,-1 2 4 0,2 1-9 0,2 1 3 15,1-1 3-15,1-1-1 0,0 3-7 0,0 0 8 16,1 6-9-16,1-2 9 0,0-2-8 0,0 2 1 0,0 0 4 16,2 0-2-16,-1 2 8 0,-1-2-7 0,0 0 2 15,0 0-4-15,2-4 4 0,-3-3-4 0,1-1 3 16,0-5-2-16,-2 0 7 0,0-2 0 0,0-1-2 16,0-3 0-16,0 1-7 0,0-3 7 0,0 1 7 0,0-3-2 15,0-1 5-15,0 4 5 0,0-2-3 0,0-1 5 16,0 1 5-16,0 0-14 0,0-2-1 0,-2-1-5 15,0 1-7-15,1 0 2 0,-1 0 3 0,0 0-1 16,0 0 2-16,0 0-3 0,-2-2-2 0,1 0-1 16,-1 0-4-16,0 0 4 0,2 0-1 0,-3 0 2 15,1 0-7-15,0 0 5 0,1 0-5 0,1 0 5 0,-2 0 3 16,0 0-7-16,1 0 4 0,1 0-7 0,0 0 4 16,0 0 7-16,0 0-4 0,0 0 3 0,1 0 2 15,1 0-9-15,0 0 5 0,0 0-6 0,1 0 10 0,1 0-6 16,2 0 2-16,7 0-4 0,8 0 3 0,1 0 2 15,4 0 3-15,-1 0-1 0,-1 0 2 0,-2 0-4 16,-1 0-2-16,3 0 0 0,2 0 0 0,-1 0-2 16,-5 0 3-16,-5 0-1 0,-4 0 2 0,-3 0-7 15,3 0 3-15,-5 0-4 0,0 0 6 0,-1 0-4 16,1 0 0-16,0 0-2 0,0 0-9 0,-1 0-2 16,-1 0-5-16,0 0 3 0,0 0-17 0,0-2-66 15,-2 0-3-15,0 0-23 0,0 0-28 0,-2-2-30 0</inkml:trace>
  <inkml:trace contextRef="#ctx0" brushRef="#br0" timeOffset="1444.29">19221 5824 638 0,'0'-2'41'16,"-2"0"1"-16,0 0 19 0,1-1-13 0,-1-1-1 15,0 0-28-15,0 0-16 0,2 1-3 0,0 1-2 0,2 0 2 0,0 0 0 16,1 0 4-16,9-3-4 0,10-6 1 16,2 1 3-16,2 3 1 0,4-1 1 0,1 3 1 0,3-1 11 15,1 1-1-15,2 1 6 0,-4 0-3 0,-3 2-20 16,0 1 0-16,-4 1-6 0,0 0 7 0,-4 3-8 16,-1 1 2-16,-7 0-8 0,5 1-9 0,-2 1-103 15,1 1-5-15,-1 3-45 0,-8-5-138 0</inkml:trace>
  <inkml:trace contextRef="#ctx0" brushRef="#br0" timeOffset="2244.38">20077 6295 581 0,'0'-1'51'0,"0"-1"-44"0,0-6 59 0,0-7-24 15,0 8-4-15,0 3-32 0,0 2 9 0,0-3-15 16,0-1 6-16,0 4 1 0,0-1-6 0,0 1 3 16,0-2-9-16,0 0 10 0,0 1-2 0,-2 1 7 15,0 0 5-15,0 0-4 0,1 0 8 0,-1 2-6 0,0 0 12 16,0 2-6-16,0 2-12 0,0 0 6 0,-5 14-13 16,1 3 8-16,1-3 2 0,1 4 0 0,0 1-10 0,2-3 7 15,1 1-4-15,-1-1 5 0,0-1-6 0,0 1 3 16,0 0 2-16,0-1 0 0,0 0 3 0,1-3-3 15,1 1 1-15,0-2-1 0,0 0 8 0,0-4-8 16,0 0 5-16,0-2-7 0,0 1 7 0,0-3-6 16,0-1 2-16,0-3-3 0,0 1 0 0,0 0 2 15,0-1-5-15,0 1 4 0,0 0 0 0,0 0 9 16,0-3-6-16,0 1 6 0,0 0-9 0,0 0-6 16,0 0 3-16,1-2-5 0,-1 0 2 0,2 0-5 0,-2-2 4 15,2 0-4-15,0-2 8 0,0-7-6 0,0-5 1 16,0-1-4-16,-1-2 1 0,1 1 8 0,0-1-3 15,0 1 4-15,0-1-4 0,-2 2-9 0,0-1 7 16,0-3-7-16,0 1 9 0,0-1 0 0,-2-1-4 0,0 5 3 16,0-3 1-16,0 5-2 0,-1-2 5 0,-1 1-3 15,0 1 4-15,2 4 3 0,1 3-7 0,1 6 5 16,0 1-7-16,0-1 2 0,0 0 1 0,-2-2 0 16,0 0-7-16,0 1 6 0,2 1-2 0,0 0 2 15,0 0-4-15,0 0 6 0,0 0-3 0,2 2 5 16,0 0 1-16,1 0-7 0,1 0 4 0,15 8-5 0,-1 1 3 15,3 0 2-15,1 3 3 0,2 1-2 0,0 0-4 16,4 1 1-16,0 3-3 0,5 2 3 0,-3-3 7 0,-4-3-9 16,-2 0 4-16,-3-1-5 0,1 1 3 0,-2-2 3 15,5 4-3-15,-9-4 4 0,1 0-10 0,-6-4 4 16,0 3 0-16,-3-9 2 0,-1 11 6 0,1-3-6 16,-3 0 3-16,-3-1-4 0,0-1 3 0,0 0 0 15,3 1-1-15,1-1 2 0,-2 1 1 0,-1 1 6 16,-1-3-3-16,-2 1 4 0,0 0-6 0,0 1 5 15,-2-1-3-15,-1 1 3 0,-3-1-10 0,-14 1 1 16,-5 1 1-16,-1-2 2 0,-5 1 4 0,1-1-8 0,-3 2 0 16,3-1-1-16,2-3 6 0,0 1 3 0,0-2-4 15,2-2 2-15,0 1-9 0,4 12 11 0,-2-4-4 16,2-3 7-16,1-3-9 0,-1-1 13 0,0 0-6 16,1-3 8-16,-1-1 3 0,0 0-1 0,1 0 7 0,3-1-6 15,3 1-4-15,0-2 6 0,4 0-4 0,4 2 4 16,-1 0-14-16,6 0 0 0,-1 0-3 0,1 0 2 15,0 0-6-15,-2-2-18 0,0 0 0 0,3 2-9 16,-1 0-30-16,0 0-248 0</inkml:trace>
  <inkml:trace contextRef="#ctx0" brushRef="#br0" timeOffset="10816.04">18341 9071 2 0,'0'0'0'0,"0"0"21"16,0 0 9-16,0 0 13 0,0 0 6 0,0-2-14 16,0 1-3-16,0-1 2 0,0 0 2 0,0 0 3 15,0 0 9-15,0 0-8 0,0 0-10 0,0 1 4 16,0-1-11-16,0-2 2 0,0 0 9 0,0 1-6 15,0-1 7-15,0 0 6 0,0 2-9 0,0 0 7 0,0 1-12 16,0-1 12-16,0 0-7 0,0 0 6 0,0 0-17 16,0 0 2-16,0 0 4 0,0 1-4 0,0-1-5 0,-2 0-11 15,0 0-1-15,0 0-1 0,1 0 1 0,-1 0-3 16,-2 1 2-16,0-1-2 0,1 0 3 0,1 2-7 16,-2 0 6-16,-3-2-5 0,-1 2 13 0,-3 0-8 15,0 0-2-15,0 2 1 0,1 0 11 0,1 1-12 16,-2 5 5-16,7-6-8 0,1 5 3 0,-5 6 3 15,-1-2-5-15,1 0 4 0,3-1 1 0,-1-1-9 16,3 0 12-16,1-1-10 0,0-1 12 0,2-1 0 0,0-1-1 16,0 1 3-16,0-2 15 0,0-3-1 0,0 3 1 15,2 0-4-15,0 0-18 0,1-1 12 0,1 1-9 16,11 3 9-16,-4-1-4 0,2-2-7 0,4-1 6 16,-2-1-7-16,1-2 3 0,-3 0 2 0,-2 0-5 0,2-2 4 15,-1 1 0-15,-5-1-2 0,2-2 3 0,-1 0-4 16,-3 1-3-16,1-1 9 0,-2 2-7 0,1-5 7 15,3-3-5-15,-3 1 1 0,1 0-2 0,-3-1 1 16,-1 1-1-16,0-2 0 0,-2 2 2 0,0 1-2 16,0 1 0-16,0-2-5 0,-2 1 1 0,0 1-2 15,-1-1 3-15,1 5-2 0,0-3 0 0,-11 4-2 16,-2-2-1-16,-5 3 3 0,3-11-2 0,-7-1 4 16,3 6-4-16,5 3-2 0,-8 2 4 0,7 2-4 0,-5 0 2 15,-4 2 3-15,5 2-6 0,3 0 6 0,1-1-2 16,4 1-1-16,5-2 3 0,3 0-4 0,-1 2 4 0,3-3-3 15,-5 5 0-15,4-4-2 0,3-2-4 0,-5 7 7 16,0 3-4-16,3-3 4 0,1 2-4 0,0 1 4 16,2-3 3-16,0 0 0 0,0-1-4 0,2 0 0 15,0-3 1-15,0 1 0 0,11 0 3 0,3-2-4 16,3 11 3-16,-1-4-3 0,-1-4 3 0,0-1 5 16,0-2-6-16,3 0 5 0,0-2-9 0,1 0 5 15,-3-2-5-15,-3 0 6 0,-4 0 3 0,-3 0-4 0,-3 1 5 16,1-1-6-16,-4 2 3 0,2-2-5 0,-1-2 5 15,1 0-5-15,-2 1 8 0,0-1-5 0,0 0 1 16,-2 1-2-16,0-1-2 0,0 0 5 0,-2 0-9 16,0 1 8-16,-2-1-4 0,0 2-2 0,-9-5 2 15,-3-1-3-15,1 3 3 0,2 1-2 0,-2 2 3 0,6 2-2 16,-1 0 0-16,1 0 1 0,4 0-4 0,-3 0 1 16,4 0-24-16,1 0-15 0,1 0-26 0,-2 2 0 15,0 0-123-15,3 0-62 0,-1 1-72 0</inkml:trace>
  <inkml:trace contextRef="#ctx0" brushRef="#br0" timeOffset="11957.39">19345 8780 162 0,'0'-2'21'0,"0"-2"34"0,-1-13-48 0,-1 3-3 0,2-1-3 16,0-2 3-16,0 4 5 0,0-2 8 0,0 0 2 16,0-1 4-16,0-1 14 0,0 2 12 0,0 0 5 15,0-1 1-15,0 4 16 0,0-2-11 0,0-1 0 0,0 4-3 16,0-4-5-16,0 2 3 0,0 3-5 0,0-1 3 15,0 4-16-15,0-1-3 0,0 5-7 0,0-1 2 16,0 0-10-16,-2 1-10 0,0-1 3 0,0 0-7 16,0 2 4-16,0 0-5 0,1 1 3 0,-3-1-4 15,-2 0 2-15,-7 2-2 0,0 0-3 0,-2 0 0 16,-1 4-4-16,1-1 7 0,-7 7 1 0,3-1 2 0,-1 2 1 16,-1 0 2-16,-1 2 5 0,-2 0-4 0,-2 0 4 15,2 0 0-15,3 0-3 0,3 0 3 0,3-11 3 16,-4 13-7-16,6 2 4 0,-5 3-5 0,-3-3 0 0,5 1 1 15,-7 3-6-15,10-5 4 0,2 5-4 0,2-3 2 16,1 1 1-16,1-4-1 0,0 1-6 0,-1 1 0 16,4-2 4-16,1 2-3 0,-3-1 5 0,2 1-6 15,-1 0 2-15,1-2-2 0,-7 0 4 0,2 1 1 16,3-1 0-16,2 0 1 0,1 0 0 0,1 0-6 16,2 0 1-16,0-2-1 0,2 1 0 0,0 1 1 15,1 0 3-15,3 0-3 0,1 0 0 0,3 0 9 0,1 1-10 16,-2-1 9-16,-2 0-4 0,12 0-3 0,1 0 6 15,1-2-5-15,-3-4 8 0,7 0-7 0,-1-1 5 16,4-1-5-16,-1 1 5 0,3-5 0 0,-2 3-4 16,-4-4 2-16,2 14-5 0,-5-6 3 0,1-3 0 15,2-3 1-15,-5-4-4 0,-1 0 4 0,1 0-2 0,-4-2 4 16,1 0-2-16,-3-2-2 0,0 1 2 0,0-1-2 16,-4 0 4-16,-1 1-8 0,-1-1 5 0,-1 0-5 15,-1-1 6-15,-3-8 0 0,0 0 0 0,9-2 0 16,-3 2 4-16,-3 0-5 0,-1-2 3 0,-2-2-3 15,-2 2 1-15,0 1-6 0,-4-1 0 0,0 2 0 16,-3-2 3-16,0 0 1 0,1 2-1 0,-1 2 0 0,-1 0-7 16,1 1 5-16,3 1 0 0,-7 4 3 0,-2-3-3 15,2 3-4-15,-2 1 3 0,0 2-1 0,0-7 0 16,0 1 1-16,2 3-6 0,-4-1 6 0,-2 1-4 0,2 1 4 16,-1 2-2-16,-1 2 2 0,0 0 0 0,-3 0-3 15,1 0 6-15,1 2-5 0,6 0 2 0,-2 0 0 16,2-1 0-16,7-1 0 0,-3 2 0 0,7-2-2 15,-3 2-2-15,0 0 2 0,0 0-2 0,1 0 2 16,1 0-1-16,0-1 0 0,0 1-4 0,0 0 10 16,2 0-4-16,2 2 7 0,0-1-2 0,2-1-2 0,20 11 1 15,0-3-3-15,2-3 0 0,-4-3 1 0,2-1 2 16,-1-1 0-16,1 0-6 0,-2-2 3 0,4 0-1 16,-4 0 2-16,1 0 1 0,-3 0-2 0,2 0 2 15,-1 0-2-15,-3 0 0 0,1 0 3 0,-2 0-2 0,-4 0 1 16,3 0-7-16,-5 0 8 0,-1 0-2 0,-3 0 6 15,-3 0-7-15,0 0-1 0,-3 0 5 0,1 0-2 16,2 0 13-16,0 0-9 0,-1 0-2 0,1 0-1 16,-2 0-3-16,0 0 4 0,0 0-2 0,0 0 3 15,-1 0-6-15,-1-2 5 0,0 2-4 0,0 0 3 16,0-2-1-16,0 1-5 0,0 1 6 0,-1-2-6 16,-1 2 2-16,0 0 1 0,0-2-2 0,0 2 3 0,0 0 0 15,0 0 2-15,1 0-1 0,-1 0 0 0,0 0-2 16,2 0-4-16,0 0 4 0,0 0-2 0,-2 0 3 15,2 0-1-15,0-2-4 0,0 2 3 0,0 0-7 0,0 0 11 16,0-2-3-16,0 2 5 0,0 0-9 0,0-2 4 16,0 2 0-16,0-2 3 0,0 2 0 0,0-1 1 15,0 1-5-15,0-2 1 0,0 2-2 0,0 0 4 16,0 0 0-16,0 0 0 0,0 0-3 0,0 0-25 16,0 0-4-16,0 0-9 0,0 0-36 0,0 0-40 15,0 0-7-15,0 0-16 0,0 0-63 0,0 0-93 16</inkml:trace>
  <inkml:trace contextRef="#ctx0" brushRef="#br0" timeOffset="12347.31">19022 8561 634 0,'-1'-2'5'0,"-1"0"17"16,0 0 1-16,-9-13 6 0,1 2-19 0,5 6-5 16,-1 1-1-16,1 3 1 0,1-1 5 0,-2 2-9 15,3-2-1-15,-1 1-1 0,0-1 0 0,2 2-1 0,1 0 3 16,-1 0-1-16,0 0 6 0,0 1-4 0,0-1 0 16,0 0-1-16,0 0 1 0,1 0-7 0,-1 0 4 15,0 0-4-15,0 1 2 0,0-1-43 0,2 2-8 16,0 0-26-16,0 0-176 0</inkml:trace>
  <inkml:trace contextRef="#ctx0" brushRef="#br0" timeOffset="12922.62">19685 8466 445 0,'0'0'99'0,"0"-2"20"0,-2 0-24 16,1-1-54-16,-1-1 1 0,-2 0-17 0,4 2 6 15,-13-3-5-15,7 1 4 0,1 0-14 0,-6-1-6 16,1 1 6-16,-3 0-6 0,-1-1 6 0,-1 1 14 16,0 0-4-16,-2 1 8 0,0-1 5 0,-1 2 11 15,-1-4-5-15,-3 3 6 0,0-1-12 0,1-11-7 16,-1 4 2-16,0 4-6 0,-2 1-5 0,-2 4-6 16,0 2 2-16,-6 2-4 0,-1 4-1 0,-1 3-1 15,1 2 1-15,-4 4-2 0,0 2-4 0,-4 1 6 0,0 1-5 16,2-1 6-16,-2-16-6 0,4 26-2 0,-2 4 3 15,5-1-3-15,3 1 3 0,3-3-2 0,4 3 0 16,0-1 0-16,5 1-4 0,4 0 5 0,2-3-2 16,6-3 2-16,-1-2-5 0,7-3-3 0,-1 1 1 15,-13 0-1-15,6-1-1 0,3 1 10 0,4-3-7 0,4-1 8 16,2 1-11-16,3 1 7 0,4-1-1 0,-9-1 4 16,28-1-9-16,3 0 10 0,1 0-4 0,8-1 5 15,-1 1-11-15,6-2 3 0,3 2 0 0,-2-3 0 16,0-1 0-16,-1 0 1 0,-1 0-2 0,-3 4 2 15,-6-2-5-15,0 2 8 0,-2-1-5 0,1 3 4 16,-3 1-10-16,-1 1 3 0,-3 1 1 0,-3 0 0 0,-3-1 2 16,-3-5 0-16,-1 1 2 0,-6-2-1 0,0 2 3 15,-6-4-2-15,-5 0 0 0,4-6 2 0,-1 1 15 16,1 3-10-16,-3 0 8 0,-3-2-10 0,-1-1 3 0,-5 1-5 16,-11 0-1-16,-22 0 0 0,-2 3-3 0,1-1 4 15,-7-2-4-15,3 4 6 0,-5-2-4 0,1-2-6 16,-8-1 5-16,3-3-5 0,1-1 10 0,0-2-5 15,9 2 0-15,2 18-2 0,4-9-4 0,3-7 4 16,5-5-3-16,5-1 4 0,3 0-4 0,4 0 0 16,3-1-1-16,6 1-1 0,-1-2-7 0,3 0-11 15,4 2-6-15,1 0-3 0,-3-4-31 0,2 0-25 0,-4-7-3 16,3-11-8-16,5 0-12 0,7-2-3 0,8-4-14 16,3 2-1-16,25-2-85 0,3-7-75 0</inkml:trace>
  <inkml:trace contextRef="#ctx0" brushRef="#br0" timeOffset="13466.89">19535 8759 482 0,'-2'-3'137'0,"-9"-16"285"0,5-11-384 15,-9 8-7-15,1 7-7 0,-3 4 2 0,2 2-12 16,0 1-5-16,0 3 0 0,0-6-3 0,-1 1-6 0,-1 5 8 15,-3 1-3-15,-5 4 3 0,-1 2-11 0,0 4 7 16,-3 3 2-16,-6 4 4 0,1 0 6 0,-3 5 6 16,-2 3-3-16,2 1 6 0,0 0 4 0,7-3-10 15,0-17-3-15,1 18-4 0,6 2-9 0,-1 1 8 16,7-1-3-16,8-2 1 0,-6 3-16 0,8-3 11 16,-2 1-5-16,1 1 7 0,-7 0-3 0,6-1-3 15,3-1 7-15,5 0-6 0,1-1 10 0,1-2 7 16,3-1-6-16,2 1 7 0,5 2-1 0,-6-4-2 0,23 1 4 15,2-1-6-15,-2-2-10 0,7 0 7 0,2 0-8 16,4-4 8-16,2-1-11 0,-4-3 8 0,2 3-3 16,3-1 3-16,-1 1-5 0,-2-1-1 0,0-1 2 15,-1 3-2-15,-2-2-2 0,-5 3 1 0,0 4 0 0,-7-1 1 16,-1 4 3-16,-5 2-3 0,-3-4 0 0,1 5 0 16,-3-7-2-16,-6 4 4 0,4-1 4 0,-7-8-1 15,3 7 5-15,-5-4 0 0,-2 4 0 0,-2 1 1 16,-4-4 5-16,-3 1 10 0,3-2-8 0,-26 0 8 15,-1 0-11-15,-3 2 1 0,1-7 3 0,-6 1-3 0,4 2-4 16,-3 1 8-16,-1 1-5 0,0-2 5 0,-1-2-5 16,-5-5-3-16,1 2 5 0,-8 22-4 0,3-13 9 15,-1-6-12-15,4-3 1 0,9-4-4 0,-6 0 1 0,8-2-7 16,1-1 1-16,8 1-3 0,8 0 6 0,3 0-14 16,0-2 2-16,6 2-10 0,-1-1-25 0,5 1-77 15,3 2-18-15,-2-2-25 0,0 0-113 0</inkml:trace>
  <inkml:trace contextRef="#ctx0" brushRef="#br0" timeOffset="14548.48">18111 5952 78 0,'0'0'28'0,"0"0"-2"0,0 0 25 15,0 0 2-15,0 0-3 0,0-2 8 0,2 0-11 0,-1 0 5 16,1 1-6-16,0-1 4 0,0 0-10 0,0 0-4 15,0 0-2-15,0-2-11 0,-1 3-2 0,1-3 1 16,0 2-1-16,0 0-5 0,0 0 3 0,0 0-7 16,0 1 7-16,-1-1-4 0,1 0-1 0,-2 0 4 0,0 0-4 15,-2 2 7-15,-1 0 5 0,-3 0 1 0,-11 2 2 16,-3 4 2-16,0 1-17 0,-1 0 7 0,3 1-10 16,3-1 3-16,0 3 3 0,4-3-4 0,-2 2 3 15,2-5-10-15,1 11 3 0,-1 0-2 0,4-2 2 16,-1 2 2-16,3-4-8 0,1 2 3 0,2-2-3 15,-5-2 12-15,-1 2-4 0,5-2 5 0,1-3-4 0,0 3 14 16,2-5-9-16,0 0 6 0,0-2-8 0,2 1-1 16,0 1 0-16,0 0-5 0,1-2 4 0,8 1-2 15,10 3-5-15,1-4-1 0,0-2-1 0,-1-2-2 0,3-4 3 16,2-3 3-16,2-2-1 0,5-2-5 0,-11 2 1 16,1-2-3-16,-10 4 3 0,-2 3 11 0,2-7-10 15,-6-2 7-15,-3 2-9 0,0 0-4 0,5 0 6 16,-5 4-4-16,-1-2 8 0,-3 1 0 0,0 3 2 15,-1-2-1-15,-1 3 0 0,2 4-11 0,-26 0 11 16,-2-16-1-16,-4 5 5 0,8 7-8 0,-4 3 6 16,6 3-9-16,-2 0 7 0,2 1-9 0,5 3-2 0,2 0 1 15,2 0-2-15,4-1-5 0,0 3-8 0,1-2-2 16,3-1-4-16,-3 1-29 0,4-2-126 0,1 0 1 16,1 0-51-16,-2 3-93 0</inkml:trace>
  <inkml:trace contextRef="#ctx0" brushRef="#br0" timeOffset="15365.42">16492 5835 175 0,'0'-2'34'0,"0"0"-4"0,0-1 43 16,0-12-7-16,-2-4 7 0,2 2-7 0,-2 1-5 0,0-1-5 15,0 4-1-15,0 4-15 0,1-1-15 0,1 5 8 16,-2-1-10-16,0 1 9 0,0 1-20 0,0 0 4 15,0 1-10-15,0 1 4 0,2 0 4 0,-1 0 2 16,-1 2 3-16,0 0 19 0,0 0-7 0,0 2 10 16,0 2-11-16,0 1 1 0,-7 17-15 0,0 4-5 0,1 0-1 15,1 2-1-15,1-2 1 0,3 0 1 0,-1 2-2 16,0 0 2-16,2 0 7 0,2-4-3 0,0 2 4 16,0-4-5-16,0-1-1 0,0 3 3 0,2-4-2 15,0-1-3-15,2 1 1 0,0-5-7 0,-3-6 6 16,3 1-1-16,-2-5-3 0,0-1 1 0,-2-2-2 15,2 1 5-15,0 1-4 0,-1-2 3 0,3 0-5 0,0 0-1 16,0-2 5-16,-3-2-5 0,-1 0 4 0,12-28-11 16,-5 1 5-16,-3 1 2 0,-2-4 1 0,-2 3-5 0,-2-3 0 15,0 4 0-15,-2-2 1 0,0 3 5 0,-1-3-8 16,1 2 3-16,0 0-3 0,1 2 6 0,-1 2-5 16,0 2 3-16,1 1-4 0,-1 1 1 0,0 1 3 15,2-1-7-15,0 3 7 0,1-1-5 0,1 1 1 16,0 2 6-16,0 0-4 0,0 2-3 0,0 6-3 15,1-3-1-15,1 5 2 0,-2 3 6 0,2-2-6 16,0 2 1-16,15-9-3 0,1 2-2 0,-3 3 5 0,6 5-2 16,-3 1 4-16,3 1-4 0,5 7 8 0,0 3-8 15,-4 0 7-15,6 4-8 0,-2 0 7 0,0 0 0 16,-2 0 0-16,-2-1-1 0,2-10 5 0,-3 13 0 16,-1 1 2-16,-3-1-9 0,1 2 8 0,-1-1-7 0,0 1 7 15,1-1-8-15,-5 1 7 0,0-2-2 0,0-1 4 16,-2-1-3-16,1-2 2 0,-1 4 0 0,-4-2 0 15,2 2-1-15,-1-1 1 0,-1-1 0 0,-3 2 0 16,0 0-4-16,-2 3 3 0,12 0 0 0,-4 1 2 16,-3 3 10-16,-5-4-8 0,-2-1 1 0,-2 1-3 15,-3 1 2-15,-1-5-3 0,-5 3 1 0,2-6-2 16,-8 2 2-16,-11-2 2 0,-4 4-1 0,-5-3 2 0,-2 1-8 16,-3-4 1-16,-5 1-1 0,3-7 1 0,-1 3-2 15,1-7 7-15,-1 3-4 0,2 20 4 0,6-13 1 0,0-3 16 16,4-6-4-16,5-2 7 0,0-4-15 0,6 0-8 15,1 1 0-15,6-1-2 0,0 0-2 0,6 2-8 16,2 0-3-16,1 1-10 0,2 1-88 0,1-2-313 16</inkml:trace>
  <inkml:trace contextRef="#ctx0" brushRef="#br0" timeOffset="17625.37">12303 7907 256 0,'0'-2'19'0,"0"0"9"15,0 1 9-15,0-1 3 0,0 0-16 0,0 0-17 0,0 0-5 16,0 0-6-16,0 0 4 0,2 1-8 0,0-1 10 16,-1 0-1-16,1 0 5 0,0 0 9 0,2 0 30 15,0 0 16-15,-1 1 2 0,1-3 32 0,-2 4-23 16,3-9-2-16,1-1-4 0,1 1-6 0,1 2-21 16,-1-5 1-16,1-1-9 0,-1 2-1 0,1-2-16 15,-1 4 7-15,0 3-10 0,-1-1 6 0,-2 1 0 0,-1 3-3 16,-1-1 3-16,-2 2-6 0,4-2-2 0,0 1-2 15,-2-1 0-15,-1 2-3 0,1 0-4 0,-2 0 3 16,0 2-3-16,-2 0 11 0,1 2-9 0,-3 0 0 16,-4 2-2-16,-8 14-3 0,5-1 8 0,-1 5-2 15,5-1 6-15,0-3-9 0,1 1-3 0,2-2 2 0,-1-2-2 16,3 3 3-16,-7-5 5 0,1-2-2 0,3 0 7 16,3-3 16-16,0 1 5 0,2-1 5 0,0-7-2 15,2 3 0-15,0 0-6 0,1 0-5 0,1-3 0 16,16 9-9-16,1-5-8 0,1-3 4 0,0-2-5 15,1 0 11-15,1-6-5 0,0 1 5 0,-2-2-5 0,2-3 1 16,-3 1-7-16,-1-2 1 0,-5 2-1 0,-6 1 12 16,-1 3-12-16,-3-10 4 0,-1 5-7 0,-2-1 7 15,5 2-8-15,-1-2 8 0,-2 0-8 0,-2 1 5 16,-2 5 0-16,0-1 0 0,0 4-1 0,-2-1-7 0,-4-1 5 16,-14-7-3-16,3 3 6 0,0 3-2 0,2 3-8 15,4 2 6-15,2 0-5 0,2 0 7 0,1 0-2 16,2 0-4-16,2 0 1 0,1 0-7 0,-3 0 9 15,0 0-6-15,0 0 6 0,3 0-25 0,-1 0-27 16,0 0-21-16,0 0-3 0,0 0-75 0,0 0-32 16,0 2-14-16,1 0-15 0,-1-2-114 0</inkml:trace>
  <inkml:trace contextRef="#ctx0" brushRef="#br0" timeOffset="18347.28">11222 7883 78 0,'0'-2'14'15,"0"-2"-7"-15,-5-20 9 0,-1-7-1 0,-1-6-12 16,3 7 0-16,2 2 6 0,2-2-3 0,2 4 8 0,0-2 29 15,-2 2-1-15,0 0 12 0,-2 2 11 0,0 0 7 16,0-2-2-16,0 4 2 0,1 0-9 0,-3 1 8 16,0 3-9-16,-1 1 7 0,-1 0-26 0,0 2-3 15,1 4-4-15,1 2-1 0,0 1-23 0,4 7 0 16,-14-1-4-16,-7-11 2 0,-1 4-7 0,0 5-3 16,-4 4 3-16,-2 5-2 0,0 5 9 0,0 3-10 15,-3 3 3-15,3 3-3 0,0-10 8 0,0 19-2 0,2 0 1 16,-2 2 0-16,0 1 1 0,4 4 12 0,0 4-5 15,5 2 6-15,-5 2-8 0,0-8 0 0,4 4-4 16,1-3 4-16,8-1-2 0,5 2-11 0,1 0 7 16,1 0-9-16,2-1 2 0,-16-5 3 0,8-1-3 15,5-2 2-15,5-2-2 0,2-2 3 0,1-2-1 0,5 2 2 16,3 0-1-16,4-1 1 0,-10-3 3 0,23 0 0 16,-4-3 24-16,4-2 3 0,-2-2 2 0,2-4-3 15,4 1-14-15,-3-5 5 0,1-3-4 0,0 17 5 16,1-8 0-16,1-6-17 0,0-3 4 0,1-2-9 15,-3-2 1-15,1-3 2 0,-5-1-3 0,0-1 1 0,-4-1-3 16,-3 1 5-16,0-2 0 0,-6 1 1 0,3-3-3 16,-3 5 1-16,-5-10-1 0,-3 1 1 0,6-2 2 15,-1 0-7-15,-7 3 8 0,1-5-8 0,-2 0 1 0,-2 3 3 16,-2-3-4-16,-2 2 5 0,-3 1-7 0,-2-1 3 16,-2-2-3-16,7 5 4 0,-13 1-1 0,-3 1 2 15,-1-1 2-15,1 0-2 0,1 2-10 0,-1 2 9 16,3 4-4-16,0 1 6 0,1 0-7 0,3 2-3 15,0-7 5-15,2 2-3 0,1 3 7 0,5 2-4 16,-1 0-2-16,4 2-1 0,1 0-2 0,-3 0 4 16,0 2-6-16,2 0 5 0,0 0-4 0,1 1 6 0,1 1 0 15,0 0 0-15,1 5-1 0,1-3 0 16,2-1 2-16,5 3 0 0,15-5 8 0,8 3 1 0,-2-1 0 16,9 18 1-16,-4-12-6 0,4-6 3 0,2-3-3 15,-6-2 3-15,6-3-7 0,0-1-2 0,0 0 2 0,-2 2 0 16,-6-1 2-16,-3-1 0 0,-2 2-10 0,-4 0 3 15,0 0-35-15,-2 2-197 0,0 0-96 0</inkml:trace>
  <inkml:trace contextRef="#ctx0" brushRef="#br0" timeOffset="32808.75">25380 6390 28 0,'0'-2'32'0,"0"0"3"0,0 1 40 0,0-3 11 16,-2-7-8-16,-2-8-9 0,2 2-25 0,1 1 6 15,-1 5-6-15,0-4 4 0,0 4 2 0,0-2-11 16,0-2 8-16,2 4-16 0,0-1-4 0,0 3 6 15,0 0-6-15,0 1-3 0,0 1 9 0,0-2-9 0,2-1 11 16,0 1-4-16,0 0 0 0,0 0 5 0,0 3-4 16,-2 2-2-16,0 2 3 0,0 1-5 0,1-3 4 15,1 0-14-15,0 2 0 0,0 0-4 0,0 1 2 16,0 1-1-16,0 0-4 0,-1 1-1 0,1 1-2 16,2 2-6-16,7 15 0 0,0 7 0 0,0 5-1 0,-3-3-4 15,-3-2 7-15,3 2 0 0,-4-10 3 16,-1 3-13-16,3 3 8 0,-1-2-2 0,3 4 6 0,-1 0-2 15,-1-2-3-15,-1 1-1 0,3 2 0 0,-3 1-4 0,3 6 7 16,-3-1-3-16,1 2 3 0,0 4-4 0,-1 2 6 16,1 0-2-16,-1 4 3 0,-1-5-14 0,2 7 6 15,-1-6 0-15,3 0 3 0,-1-2 8 0,-1-13-10 16,-1 1 3-16,-1-4-4 0,3 5 0 0,-1-4 9 16,-2-6-7-16,-1 1 9 0,1-6-11 0,0 0 2 15,-1 0 0-15,-1-4 2 0,0-1 1 0,0-1 0 16,-2-3-1-16,0-2 0 0,2 1 5 0,0 1-2 15,-1 0 2-15,1-2-3 0,2-1-1 0,0 1 1 16,1-2 1-16,5 0 0 0,-1-2-4 0,-2 1 4 0,3-5-1 16,-3 0 2-16,0 1-1 0,3-12-3 0,-1-5-5 15,-2-4 3-15,3-4-3 0,-3-5 2 0,2 1 5 0,-3-1-3 16,-2-6-1-16,1-3 0 0,3-1-2 0,-3-1 2 16,5 1 4-16,-3 2 0 0,-3 4-1 0,3 1 0 15,1 2-2-15,-1 3 0 0,-1 1-1 0,-1 3 0 16,3 1 0-16,-1 2 2 0,2-2 2 0,-3 0-2 15,1-2 2-15,-1 1-4 0,-1-5-2 0,-1 3 0 16,4 1 4-16,3 4-3 0,-4 4 2 0,4 3-4 0,-5 0 1 16,-4 1 2-16,3-1-2 0,1 6 2 0,-4 6-10 15,1 3-16-15,1 2-7 0,0-1-4 0,0-1-20 16,-1 2 3-16,-1 2-4 0,2 0-3 0,-2 0-51 0,1 2-59 16,1 2-60-16</inkml:trace>
  <inkml:trace contextRef="#ctx0" brushRef="#br0" timeOffset="33598.17">26238 7025 432 0,'0'-2'104'0,"-2"0"-115"16,0 1 121-16,0-3-59 0,0 0-19 0,0 0-14 16,-9-5-5-16,-5 0 0 0,1 3-7 0,-4 3-1 15,-5 1 6-15,0 2-6 0,-4 3 2 0,-2 5 5 16,6-1-1-16,-4 4 4 0,6 1-1 0,2-1 6 16,1 0-8-16,6-2 9 0,-2-5-2 0,4 13-6 15,0-6 0-15,2 5-3 0,-1-3 3 0,1 0-7 0,0 6 10 16,1-4-11-16,5 0 7 0,-1 5-3 0,0-3 2 15,0 1-3-15,-1 1-7 0,-6-2 7 0,0 1-4 16,3-1 6-16,3 2-6 0,1-1 9 0,2 1-9 16,2 1 9-16,0 0-9 0,2 3 0 0,2-1 3 15,1 2-3-15,1 0 6 0,3 2-3 0,0-2 5 0,1 1-5 16,3-1 3-16,0-2-2 0,1 4 3 0,-12-6-1 16,15-1 9-16,3-2-6 0,3-2 1 0,-7-1-3 15,9-6 0-15,-7 5 8 0,1-2-8 0,1-2 7 16,1-3-9-16,-3-2 8 0,-1-4-2 0,1 0 2 15,-1-2-13-15,-2-2 6 0,0-3 0 0,-4-1 2 16,0 6-9-16,-2-18 5 0,-1-2-5 0,-3-1 5 0,1-1-8 16,-2 0 6-16,12-2 2 0,-4 4-1 0,-5-2-7 15,-3 1 2-15,-2 1-3 0,-2 2 3 0,0-1-1 16,-2 4 3-16,-2 1-1 0,0 3 1 0,-1-2 1 0,1 6-6 16,0 1 2-16,-1 1-4 0,-3 3 3 0,-7 0 1 15,2 2-5-15,-1-9 4 0,1 4 0 0,0 1 0 16,-2 1 3-16,4 1-3 0,3 4-5 0,1 0 4 15,3 0-6-15,2 0 5 0,-2 0-8 0,1 0 9 16,1 0-1-16,0 2 2 0,0 0 2 0,2 0-2 16,0-1 9-16,2 1-8 0,2 0 3 0,12 6 1 15,10 1-1-15,0-2 2 0,0-3 4 0,4 0-8 0,0-1-2 16,-2-1 0-16,-1 0-4 0,-4-2 4 0,-1 0 1 16,0 0 1-16,-1 0 2 0,-3 0 0 0,-1 0-3 15,-2 0 1-15,3 0-4 0,-6 0 0 0,1 0-6 16,0 0 1-16,-10 0-28 0,3 0-28 0,-1-2-8 15,1 0-6-15,1 1-25 0,5-5-35 0,-3 2-58 0</inkml:trace>
  <inkml:trace contextRef="#ctx0" brushRef="#br0" timeOffset="34000.44">27012 6765 330 0,'0'0'12'0,"0"0"-1"0,-2-2 24 16,0 0-8-16,0 1 7 0,-1-1-13 0,-3 2-10 15,-7-2 8-15,0 0-7 0,-2 0 12 0,0 2 16 16,2 0-6-16,-5 0 9 0,8 0-10 0,5 0 17 0,-6 0-8 15,7 0 10-15,0 0-10 0,1 0-11 0,-1 0-1 16,0 0-3-16,2 0-4 0,1 0 9 0,-1 0-2 16,0 0 4-16,2 0-3 0,0 0-10 0,2 0 5 15,1 0-7-15,16 2 3 0,11 0-7 0,1 0 1 16,4 0-5-16,1-2-13 0,-1 0 4 0,0 0-3 0,-1 0 6 16,-1 0 4-16,-5 1-4 0,2 1-2 0,-4-2 0 15,-4 2-1-15,-2 0 2 0,1 0 3 0,-6-2-4 16,-4 0-9-16,2 0 6 0,-9 0-2 0,1 0 3 15,-3 0-17-15,2 0-22 0,-1 0-5 0,-1 0-6 16,0 0-24-16,0 0-14 0,-2 0 1 0,0 0-7 0,0 0-5 16,-2 0-52-16,0 2-28 0</inkml:trace>
  <inkml:trace contextRef="#ctx0" brushRef="#br0" timeOffset="34234.68">26845 7031 465 0,'0'0'43'0,"-2"0"58"0,0 0-29 0,0 0-29 16,0 0-5-16,1 0-9 0,-1 0-28 0,0 0 20 15,0 0-3-15,0 0 9 0,0 2 5 0,2-1-4 0,0 1 6 16,2 0-5-16,2 0 1 0,18 5-12 0,8-1-1 16,1-4-3-16,1-2 3 0,3-2 6 0,4-2-4 15,-2-1 4-15,2-1-9 0,-2 2-7 0,2 1 4 16,0 1-7-16,4 0 0 0,-8 2-6 0,-1 0-8 15,-4 0 1-15,-6 0-15 0,5 2-59 0,1 0-14 0,-4 1-26 16,6 7-142-16</inkml:trace>
  <inkml:trace contextRef="#ctx0" brushRef="#br0" timeOffset="35812.11">12219 7465 256 0,'-1'0'18'0,"-1"0"11"0,-2 0 33 0,-9-4 12 0,-2 1-6 15,-7-1-10-15,5 0-17 0,-1 1 0 0,3 1 1 16,-2 0-11-16,-3 0 2 0,1 0-6 0,-3 0 5 16,5 0-8-16,-2 2 3 0,8 0 3 0,-7 0 0 15,-1 0-5-15,2 2-7 0,-3 2-3 0,1 0 2 16,3 1 1-16,1 3 1 0,-2 1 0 0,6-2 1 15,-2 3-4-15,2-1-13 0,2 11 7 0,1 3-7 16,1-1 12-16,1 0-9 0,2 6-2 0,1-2-1 0,1 0-3 16,-15 2 9-16,6-2-5 0,5 0 8 0,5 2 0 15,1 2-6-15,3-3 8 0,5 7-9 0,3-3 3 0,2 3-4 16,2-4 0-16,-2-4-1 0,3 1-6 0,-14-1 5 16,19 0 0-16,1-2 3 0,-2 1-1 0,8-1 2 15,-2-2-4-15,4-2 5 0,5 3 0 0,-1-5-3 16,1 1 6-16,0-4-5 0,4 0 3 0,0-2-2 15,-3-2-3-15,6-2 4 0,-3-3 5 0,2-5-6 16,4 1 2-16,-1 21-5 0,6-12 6 0,4-9-6 16,4-4 4-16,1-6-5 0,1-3 9 0,-1-4-10 0,-3-1 8 15,-2-1-9-15,-4 0 9 0,-8 0-1 0,-1 1-1 16,-7-1 0-16,-1 0-3 0,-3 1 0 0,-2-1 1 16,-2 15 1-16,-2-20 5 0,-6-1-3 0,3-3-1 15,-5 0 0-15,-3-3 0 0,-3-10-1 0,-5 0 1 16,-1-4-2-16,-2-3 6 0,22 3 0 0,-11-2-5 0,-9 1 3 15,-6-3-8-15,-4 5 4 0,-5-3 2 0,-4 6 0 16,-3 2 0-16,-1 4 3 0,8 3 0 0,-22 6 0 16,-6 1 4-16,-8 7-4 0,-1 3-3 0,-12 0 0 15,-8 2-5-15,-5 7 1 0,-5 0 5 0,2-27-4 16,2 20-2-16,0 11-4 0,1 3 2 0,-1 8-2 16,2 2 7-16,-6 4-16 0,0 3-7 0,2 1-7 0,-1 3-45 15,9 6-126-15,6-21-53 0</inkml:trace>
  <inkml:trace contextRef="#ctx0" brushRef="#br0" timeOffset="41787.44">13959 8124 24 0,'0'0'0'16,"0"0"3"-16,0 0 30 0,0 0-14 0,0 0-5 16,0 0-18-16,0-2-3 0,0 1 12 0,0 1-4 0,0-2 8 15,0 0 5-15,0 0-6 0,0 0 7 0,0 0-7 16,0 0 8-16,0 1 6 0,0-1-3 0,-2 0 2 16,0 0-7-16,1 2 8 0,-1-2 2 0,0 2 0 15,-2 0 1-15,-1 0-3 0,-8-2-2 0,0 2 1 16,-2 0-4-16,0 0-3 0,2 0 1 0,-2 0-3 15,0 2-5-15,0 0-1 0,-1 0 6 0,3 0-4 0,-2 0 3 16,2-1 10-16,2 1-11 0,-2 0 12 0,3 0-3 0,3 0 8 16,1-2 1-16,-1 2 3 0,3 0 8 0,0-1 8 15,1-1-7-15,1 0 4 0,0 0-23 0,0 0-18 16,0 2 8-16,0-2-11 0,1 2 13 0,-1-2 4 16,2 2 1-16,0 0 1 0,0-2-5 0,2 2-7 15,-1 0 1-15,3-2 0 0,7 1 4 0,10 1-11 16,-3 0 6-16,8 0-5 0,-2-2 18 0,4 2-15 15,4-2 4-15,-1 0-8 0,5-2 5 0,-1 0 1 16,6 0 0-16,7 0 0 0,2-1 1 0,8-1-3 0,3 0-3 16,-5 1 1-16,7-1-2 0,-4 2 12 0,-5 0-5 15,0 0 4-15,-11 0-14 0,-2-1 4 0,-4 1-2 16,-4 0 1-16,1 2-4 0,-7 0 6 0,1 2 3 16,-5 0 0-16,-3 0-6 0,-5-1 2 0,0 1-4 15,-2 0 4-15,-2 0 0 0,-6-2-2 0,-1 0 6 0,0 0-6 16,-1 0 12-16,1 0 6 0,0 0-2 0,0 0 4 15,-3 0 7-15,1 0-13 0,0 0 2 0,0 0-8 16,0 0-13-16,0 0 5 0,0 0-2 0,-1 0 0 16,-1 0-31-16,0 0-42 0,0 0-7 0,0 0-11 15,-1 0-32-15,-1 0-127 0</inkml:trace>
  <inkml:trace contextRef="#ctx0" brushRef="#br0" timeOffset="42252.81">14771 8035 265 0,'0'-2'71'0,"0"0"15"0,-2-1 10 16,-2-7-39-16,-2-3 8 0,1 0-22 0,1 2-12 16,0 2-1-16,-1 0-4 0,-1 0-12 0,3 3 3 15,-1 0-2-15,4 5 3 0,-2-3 3 0,-7 2-6 0,-1 0-3 16,1 0 0-16,2-3 1 0,1 1 1 0,1 0-3 15,1 2 0-15,-4-1-1 0,5 1 6 0,-1 0 0 16,0 0 1-16,1 0 1 0,-1 0 0 0,0 1 2 16,0-1-4-16,3 0-12 0,-1 0 3 0,0 2-7 0,0 0 5 15,0 0-7-15,0 0 0 0,0 0 4 0,1 0-2 16,-1 2 6-16,2 0-3 0,0 1-2 0,0 1 1 16,2 7-5-16,-1-1-1 0,5 3 2 0,0 0 0 15,3 0 2-15,-7-2 3 0,16-4 0 0,3 0 3 16,1 1 10-16,2-1-10 0,0-1 0 0,4 1-3 15,-2-1 1-15,2-1 1 0,0 1-1 0,0-2 0 0,-1-1-4 16,1 1-3-16,0 0 4 0,-2 0-3 0,2-3 2 16,-6 3 6-16,4 0-7 0,-7 0 6 0,-4-1-6 0,5 3-2 15,-7-2 4-15,-2-1-2 0,-3-1 9 0,-5 0-8 16,-3 0 4-16,4 2-4 0,0-1 8 0,0 1 1 16,-1 0 5-16,-1-2-1 0,0-1 9 0,0 1-10 15,-2 0 0-15,0 0-2 0,-2 0 7 0,-2 0-9 16,-1 1 10-16,-14 9-9 0,-1-3 6 0,-3 0-4 15,-3-1-2-15,-1-1 1 0,1-1 1 0,1-1 0 16,3 1-2-16,-4-1 1 0,0 1-4 0,2-1-2 16,-6 3-4-16,2 1 0 0,-3 4-17 0,-6 9-417 15</inkml:trace>
  <inkml:trace contextRef="#ctx0" brushRef="#br0" timeOffset="57768.66">28397 5766 25 0,'0'0'0'0,"0"0"27"16,0-2 8-16,0 1 16 0,0-1 11 0,0 0-13 0,0 0 3 16,0-2-8-16,0 1 5 0,0-1-4 0,0 2 16 15,0-4-16-15,0 1 2 0,0 1-8 0,-2-1-7 16,2 1-6-16,0 2 3 0,-2-4-4 0,2 3 6 0,0 1 0 16,-2-2-3-16,1 0 3 0,1 3-2 0,-2-3-8 15,2 2 5-15,0 0-7 0,-4-2 3 0,2 1-7 16,0-1-7-16,0 2 2 0,1 0-8 0,-1 0 7 15,0 1 3-15,0-1-1 0,0 0-2 0,0 2 0 16,0 0-5-16,1 0 4 0,-1 2-8 0,0 0 4 16,0 1-1-16,0 3 1 0,-2 16 1 0,1 2-1 15,1 2 0-15,0 2-2 0,2 4-1 0,0-3 0 0,0 9 0 16,0-1-1-16,2 4 4 0,3 3 2 0,1-3-1 16,0 0-1-16,1 3-9 0,-1-8 5 0,-1-1 0 15,1-2 4-15,-1-9 15 0,1 1-15 0,-1-1 6 16,-1-8-9-16,2 5 3 0,-3-6-1 0,-1-6 2 0,0 2-1 15,-2-3-2-15,0-1 5 0,2 2-6 0,-2-5 7 16,0 2-5-16,0-5-1 0,0 1-2 0,0 0-1 16,0 2-2-16,0 0-19 0,0-1 2 0,0-1-13 15,0 0-36-15,0 0-118 0,2 0-1 0</inkml:trace>
  <inkml:trace contextRef="#ctx0" brushRef="#br0" timeOffset="58314.91">28960 5803 481 0,'0'-1'49'0,"0"-1"-34"16,0 0 56-16,-2 0-19 0,2-2-12 0,-2 1-15 15,0-1-5-15,0 0-3 0,0 2-23 0,0 0 13 0,1 1-7 16,-1-1 9-16,0 0-2 0,0 0 3 0,-2 0 5 15,-1 2-3-15,-12 0 9 0,4 0 6 0,2 0 0 16,-2 0 1-16,4 0-6 0,-3 2 8 0,7 0-4 16,-4 0 6-16,1 0 2 0,-1 1-10 0,-2 3-2 15,2-1-3-15,-1 1-6 0,1 1-4 0,2-1 6 0,-1 9-7 16,1 2-2-16,-1 1-2 0,-1 1-4 0,2 5 2 16,3 2 4-16,2 2 2 0,0-2-1 0,-15 0 0 15,6-2 3-15,4 4-7 0,3-2 11 0,4-2-10 16,0 0 11-16,4-2-15 0,1 0 7 0,3 1-7 15,1-5 9-15,0-1-7 0,-1-4 2 0,3 2-1 0,-5-4 6 16,12-2-6-16,6 1-1 0,2-5-1 0,-5 1 3 16,3-3 0-16,-8 1-1 0,-3-2 0 0,10 0-3 15,1 15 3-15,0-6 1 0,4-2 0 0,-10-5-3 0,3-4 1 16,-1 0 2-16,3-2 0 0,-1-2 2 0,-4-1-2 16,-1-1-1-16,-2-1 2 0,0-5 2 0,0 5-2 15,1-21-2-15,-4 4 2 0,2-4 6 0,-4-5-9 16,1 3-1-16,0-5-1 0,-4 1 7 0,3 3-6 15,-5-3 5-15,-1 5-6 0,0-3 4 0,-2 2 3 16,14 4-1-16,-3-1 2 0,-7 1 5 0,-2 1-13 16,-4 1 9-16,-2 2-8 0,0 2 16 0,-4 1-12 15,-1-1 5-15,-1 3-6 0,-1 2 11 0,5 0-11 16,-18 2 6-16,0 6-8 0,-4-1 0 0,-4 6-2 0,0 1-10 16,-10-22 5-16,-1 12-30 0,-4 7-13 0,-5 8-5 15,2 7-6-15,-1 4-45 0,1 6-187 0</inkml:trace>
  <inkml:trace contextRef="#ctx0" brushRef="#br0" timeOffset="59450.71">27911 6947 110 0,'0'0'21'0,"0"0"-2"16,-2 0 6-16,0 0 5 0,0 0-9 0,0 0 4 16,-2 0-1-16,-5-2 2 0,-4-1-1 0,0-1-1 15,-2 0 11-15,2 2-4 0,-2-1 8 0,2 1 3 16,-1-2-12-16,-1 0-2 0,2 2-1 0,0-1 2 0,0 1-5 15,0 0-2-15,0 0-4 0,2 0-6 0,-2-1-1 16,1 1 2-16,1 0-2 0,-4-2 2 0,6 2 6 16,-2 0 0-16,2 2 2 0,1 0 3 0,6 0-10 15,-1 0 3-15,-1 0-7 0,0 0-11 0,1 0-3 16,1 0-1-16,0 0 2 0,0 0 5 0,0 0 4 0,2 0-2 16,0 0 4-16,0 0 5 0,2 0-11 0,0 0 7 15,2 0-8-15,5 2 15 0,9 0-15 0,3 0 7 16,3 2-8-16,-2-2 9 0,4-1-7 0,4 3 6 15,2-2-4-15,1 0 12 0,4-2-8 0,6 0-1 0,9 0-1 16,5 0 0-16,5 0 7 0,6-2 0 0,3-2 3 16,-2-1-2-16,5-3-2 0,-5-1 0 0,-1-2-2 15,3 2-7-15,1 3 6 0,6-1-6 0,0 1 5 16,4-1-5-16,5-1-2 0,-3 1 0 0,-4 3 0 16,-8 2 1-16,-11 0 0 0,1 0 3 0,-5 1-3 15,3 1-9-15,3 0 9 0,-4-2-2 0,2 2 5 16,4-2-3-16,-7 0 1 0,-2 0-2 0,-12 0 2 0,-7 0-3 15,0 1 7-15,-7-1-3 0,-2-2 6 0,-6 0 4 0,1 1-2 16,-5 1 6-16,-3 0-4 0,-2 0 16 0,-6 2-13 16,1 0 6-16,-3 0-8 0,-3 0 3 0,2 0-5 15,0-2-1-15,-1 0-1 0,1 0-3 0,0 1 7 16,-2-1-3-16,-1 0 2 0,1 0-14 0,0 2-18 16,0-2-4-16,0 0-9 0,0 2-50 0,0 0-81 15,-2 0-25-15</inkml:trace>
  <inkml:trace contextRef="#ctx0" brushRef="#br0" timeOffset="59927.78">27951 7430 272 0,'0'-2'28'0,"0"0"11"16,0 0 28-16,0-1 1 0,-1-1-9 0,-1 0-35 16,0 0 5-16,0 1-15 0,0-1-12 0,0 2-2 15,2 0-8-15,0 0 6 0,0 1-2 0,0-1 13 16,-2 0-3-16,1 0 6 0,-1 2-13 0,0 0 19 16,0 2-7-16,0 0 11 0,0 1-9 0,0 3 15 0,-5 18-1 15,0 0 4-15,-1 6 3 0,3 2-13 0,1 3 9 16,0 6-9-16,2 1 5 0,0 1-1 0,2 2-7 15,0-3 5-15,0 1-10 0,0 4-5 0,2-10 1 0,0-4-2 16,2-1-5-16,0-8 7 0,-1 2 1 0,1-6 2 16,-2-3-3-16,2-2-2 0,-3-4-7 0,3-2 3 15,-2-1-22-15,0-3-11 0,-2-3-8 0,0 0-2 16,4 2-43-16,1-1-39 0,8 5-50 0</inkml:trace>
  <inkml:trace contextRef="#ctx0" brushRef="#br0" timeOffset="60407.38">28364 7588 627 0,'0'-2'46'0,"-2"0"-20"16,0 0 42-16,0 0-12 0,0 0-47 0,0 1-9 15,0-1-1-15,1 2-3 0,-1 0-1 0,0 2 4 16,-2-1-4-16,0 5 4 0,-12 20 3 0,1 2 0 15,6-2 0-15,-1 4-1 0,1 1 9 0,3-1-3 0,1 0 6 16,1-1-6-16,4 1 0 0,0 0 2 0,0-1 1 16,2-3 1-16,0-1 2 0,2-3-5 0,-1 0-1 15,1-3 1-15,2-1 3 0,1-1-3 0,0-2 7 16,1-2-5-16,-1-2 7 0,-1-2-3 0,11 0 2 16,1-1-1-16,1-3 8 0,1 1-12 0,1-2 0 0,1-2-3 15,0-1 9-15,-1 14-1 0,-3-5-3 0,4-3 1 16,-1-3-6-16,-1-4 16 0,4 0-1 0,1-2 5 15,-1-4 7-15,4-1-10 0,-2-2 2 0,0-3-6 16,-2 1-5-16,-2-2-5 0,-3 0 3 0,-1 0-4 16,2 6 3-16,-12-15-1 0,-6-4 1 0,14 0-1 15,-4-4-7-15,-7 2 9 0,-1-2-7 0,-4-1 6 16,-4-4-16-16,-5-1 3 0,-4-1 6 0,-4 4-1 0,1-1 3 16,-3 3-2-16,13 1-8 0,-16 2 4 0,0 4-3 15,0 0 1-15,1 3 3 0,1 5-3 0,1 1 5 0,1 4-8 16,3 3 1-16,-2 1-4 0,4 3 5 0,2 2 1 15,-2 0-3-15,2-7 2 0,1 4-4 0,3 1-4 16,1 2 6-16,1 2-6 0,-3 0 7 0,3 0-14 16,1 0 5-16,-1 2-9 0,3-2-14 0,0 0-8 15,0 13-14-15,-13 7 6 0,6 1-22 0,1 1-56 16,7 0-7-16,1-1-38 0,3-1-219 0</inkml:trace>
  <inkml:trace contextRef="#ctx0" brushRef="#br0" timeOffset="60736.41">29127 7775 580 0,'0'-2'34'0,"-2"1"2"16,0-1 3-16,0 0-9 0,0-2-5 0,0 0-6 15,1 3-9-15,-1-1-1 0,0 0-4 0,0 0-13 0,0 0 7 16,0 0 5-16,0 2-1 0,1 0 10 0,-1 0 7 16,2 2 5-16,0 0 3 0,2 0 41 0,-1 0-11 15,3 0 2-15,18 5-8 0,4-1-24 0,0-3-4 16,2-3-2-16,0 0 0 0,0-2-17 0,-2 1 5 16,-2 1-7-16,2-2 6 0,-2 0-10 0,-1 0 5 15,-3 0-2-15,2 2 3 0,-3 0-10 0,-3 0-5 16,3-2-7-16,-8 2 2 0,4-2-14 0,-8 2-14 15,3-1 2-15,-5-1-8 0,-3 2-8 0,2-2-12 16,0-2-17-16,-1-1-8 0,1-5-152 0</inkml:trace>
  <inkml:trace contextRef="#ctx0" brushRef="#br0" timeOffset="61002.39">29184 7452 638 0,'0'0'32'16,"0"-2"2"-16,0 0 19 0,0 1-13 0,0-1 3 16,0 0-26-16,2 0-14 0,0 0-3 0,0 0-2 0,0 0-1 15,0 1 3-15,-1 1 1 0,1 0-1 0,0 0 5 16,0 1-1-16,0 3 6 0,5 11-4 0,4 13 14 16,-3 5-3-16,-3 3-1 0,-1 4-1 0,-2 3-7 0,0 0 3 15,0 5 0-15,1 0-1 0,-1 3-10 0,2-9 4 16,0 1-3-16,-1-8 5 0,1-3 0 0,0-4 0 15,0-2-1-15,-1-6 0 0,1-1-3 0,2-1-24 16,-3-5 2-16,1 0-14 0,0-4-20 0,-1 1-37 16,1-3-17-16,-2-3-18 0,0 0-178 0</inkml:trace>
  <inkml:trace contextRef="#ctx0" brushRef="#br0" timeOffset="61333.68">29894 7428 609 0,'0'-2'39'0,"-2"0"-22"0,0-1 40 0,2 1-12 16,-4-8-14-16,2 7-21 0,0-3 6 0,2 4-10 15,0 0 4-15,-3-1-12 0,-1-1 0 0,2 2-2 0,0 0 4 16,-1 0 3-16,-1 1-2 0,0 1 2 0,0 0 8 15,1 1 3-15,-1 1 2 0,0 2 0 0,-7 13-3 16,0 5 1-16,2 6 5 0,3 0-3 0,2 1-4 0,1 5 1 16,-1 5-10-16,2 0 8 0,2 5-4 0,-2-3-3 15,2-4 1-15,0 2-1 0,0-3 5 0,2-3-3 16,2 1 1-16,-2-10-3 0,1 0-4 0,-1-4-7 16,0-3-1-16,0-4-4 0,2-2-17 0,-2-4-7 15,1 1-9-15,1-3 0 0,11-1-40 0,0-2-142 16</inkml:trace>
  <inkml:trace contextRef="#ctx0" brushRef="#br0" timeOffset="61719.75">30237 7456 713 0,'0'0'27'16,"0"-2"-5"-16,-2 0-2 0,0 0 10 0,0 0-20 15,1 2-12-15,-1 0 9 0,0 0-7 0,0 2 7 16,-2 0-17-16,-3 7 10 0,-10 19-1 0,4 0 5 0,4 2-2 16,1 0 7-16,3 3-10 0,3 0 9 15,0-1-9-15,2 0 11 0,0-5 2 0,2 1 2 0,4 2-6 16,-1-2 7-16,3 3-2 0,-1-6 5 0,0-3-3 0,1-4 9 16,-1-3-1-16,3 0 3 0,-5 0-8 0,16-4 6 15,-3 0-8-15,4-3 8 0,4-5-8 0,4 1 4 16,-2 15-3-16,0-8 3 0,0-4 0 0,1-3 12 15,7-4 0-15,-3-4 3 0,-1-3-7 0,1-6-6 16,-1-2 0-16,-1-4-2 0,-1 12-9 0,-6-21 7 16,-4-3-7-16,-1-1 6 0,-2 0-8 0,-2-5-1 15,-4-2 5-15,-4 4-4 0,1 0 1 0,-3-1 0 16,-3 5 0-16,17 1 1 0,-8-1 3 0,-8 5-6 0,-3 1-1 16,-1 1-1-16,-7 2-3 0,-1 3 1 0,1-1-4 15,-29 5 1-15,-5 0-10 0,-5 2-10 0,-5 0-6 16,0 4-3-16,-3 2-40 0,1 1-21 0,0 4-21 15,4 0-2-15,9-20-89 0</inkml:trace>
  <inkml:trace contextRef="#ctx0" brushRef="#br0" timeOffset="62311.2">30592 6632 520 0,'0'0'31'0,"0"-2"22"0,0 0-6 0,0 0-19 0,0 0-9 16,0 0-2-16,0 0-24 0,0 1 7 0,0-1-1 0,0 2 3 15,0 0 0-15,0 0 14 0,-2 0-2 0,2 0 6 16,-2 0-3-16,0 0 10 0,0 0-3 0,0 0 8 15,1 0 5-15,-1 0 5 0,0 0-3 0,0 0 2 16,0 0-12-16,0 0-1 0,0 0-8 0,1 0 3 0,1 0-20 16,0 0-6-16,0 0 8 0,0 0-8 0,0 0 5 15,0 0 5-15,0 0-7 0,0 0 5 0,0 0-5 16,0 0-2-16,0 0 2 0,0 0-1 0,0 2 10 0,0-1 5 16,-2 1-2-16,0 0 0 0,-2 2-15 0,-1 3 6 15,-5 6 1-15,1 0 2 0,0 0 1 0,3-3 2 16,1-1 1-16,1-4 1 0,4-3 3 0,0 0 13 15,-2 2 2-15,0 0 5 0,0-1 22 0,0 1 0 16,1-2-7-16,-1 0 2 0,0-1-31 0,0 1-17 16,0 0 6-16,0-2-9 0,0 0 5 0,1 0 2 15,-1 0-1-15,2-2-1 0,0 0-18 0,0 1-37 16,0-1-4-16,0 0-13 0,0-2-34 0,0 1-146 0,2-1-70 16</inkml:trace>
  <inkml:trace contextRef="#ctx0" brushRef="#br0" timeOffset="63427.84">31121 6008 139 0,'0'0'23'0,"0"-2"-2"0,0 0 15 0,0 0-3 16,0 0-2-16,0-1 3 0,0 1-4 0,0-6-1 15,0 3-1-15,0-3 0 0,0 3-6 0,0-3 3 16,0 5-5-16,0-1 2 0,0 0 1 0,0 0 8 16,0 1-4-16,0-3 7 0,0 2-7 0,0 1-4 0,0 1 1 15,0 0-13-15,2-2 7 0,0 1 1 0,-1-1 1 16,1 0 1-16,0 0-3 0,0 3-6 0,0-1 2 16,2 0-7-16,-1 0-3 0,-1 2 0 0,6 2-1 15,1 3 0-15,-5 8 2 0,-1 23 7 0,-1 5-6 16,2-1-3-16,1 3 2 0,-1 0-2 0,0-2 5 0,0-1 7 15,-3-2-15-15,3-5 3 0,15-1-5 0,-8-8 5 16,-4-2 0-16,-1 0 2 0,-2-5-3 0,-3 2 4 16,-1-5 8-16,0 1-8 0,0 0 6 0,0-2-13 0,0-2-3 15,0 0-3-15,-1 1-3 0,1-1-23 0,0-2-18 16,0-2-2-16,0 1-9 0,0-4-46 0</inkml:trace>
  <inkml:trace contextRef="#ctx0" brushRef="#br0" timeOffset="63844.92">31780 5946 773 0,'0'0'16'15,"0"0"2"-15,0-1-2 0,0-1-6 0,0 0-4 16,0 2-9-16,0 0 1 0,-2 0 1 0,0 2-2 15,0 1-5-15,-5 14 6 0,-10 17-2 0,2 3 4 16,1-2 4-16,-1 4 9 0,4-4-5 0,1-5 6 16,-1 7-13-16,2-4 7 0,0-1 1 0,1 0 2 0,3-8 6 15,1-6-5-15,2 3-1 0,0-5-1 0,2 3 5 16,0 1-5-16,0-3-2 0,4 0-2 0,0-2-9 16,1 0 11-16,3-1-2 0,-1-1 6 0,2 0 4 15,-5-1-6-15,16-1 6 0,-1-2-7 0,7-2 10 0,2-1-1 16,2 0 1-16,-1-5-2 0,1 18-1 0,2-6 4 15,-8-7 0-15,5-3 1 0,-1-3-2 0,2-2-3 16,1-1 0-16,-5-3 0 0,2-1 4 0,-4-1 1 16,1-1 0-16,-7 2 0 0,1-3-7 0,-3 1 5 15,-3 0-2-15,0 5 3 0,-3-13 3 0,-7-1-11 16,1-3 1-16,-2 1-3 0,15-6 10 0,-8 2-16 16,-5-2 13-16,-4-8-15 0,-2 1 11 0,-7-4-11 0,-8-8 3 15,-4 1-4-15,16 3 5 0,-29-4-4 0,-3 10-3 16,-4 2 0-16,10 1-8 0,-1 12-28 0,-5 1-7 15,0 8-12-15,-13 5-62 0,-4-18-246 0</inkml:trace>
  <inkml:trace contextRef="#ctx0" brushRef="#br0" timeOffset="64594.39">26557 9478 423 0,'-2'-2'38'16,"0"2"62"-16,-18-13-46 0,1 2-14 0,3 0-2 0,1 3-6 15,0 1-16-15,7 3 3 0,5 2 5 0,-1 2-3 16,0-2 4-16,1 1-23 0,-1-1 4 0,2 0-6 15,0 0 18-15,0 2 5 0,0 0 3 0,2 0-1 16,0 0 6-16,2 0-9 0,8 0 2 0,25-4-4 16,4 1 1-16,-2-3-15 0,4 0-2 0,-4 3-3 15,0-1-1-15,0 2 5 0,-3 2-3 0,-3 0 2 16,-3 0-9-16,-4 2-7 0,0 0-3 0,-5 0-2 0,-2 0-16 16,-1-1-6-16,1 3-4 0,-4-2-3 0,-2 2-15 15,-2-1-14-15,-3 1-8 0,-2 0-7 0,-2 0-62 16,5 9 11-16</inkml:trace>
  <inkml:trace contextRef="#ctx0" brushRef="#br0" timeOffset="64734.49">26743 9658 103 0,'-2'0'41'0,"-7"0"-2"0,-36 2 54 16,12 0-19-16,-10 1 13 0,13-1-34 0,6 2 1 15,5-2-4-15,8 0 0 0,0 0-18 0,7-2-18 16,1 1 3-16,-1 1-8 0,2 0 12 0,0 0 10 16,0 0 2-16,2 0 1 0,2 0 1 0,2-1-12 15,20 9 0-15,21-1-5 0,3-5-13 0,11-4-4 0,-1-6-3 16,3-1-4-16,2-4-45 0,0-1-52 0,2-1-62 15</inkml:trace>
  <inkml:trace contextRef="#ctx0" brushRef="#br0" timeOffset="66660.84">28629 9053 129 0,'0'0'45'0,"0"0"20"0,-2-2 34 0,0 0 7 16,1 0-47-16,-1 0-20 0,0 0-6 0,0 1-5 16,-2-1-19-16,2 0 0 0,1 0 4 0,-1 0-2 0,0 0 2 15,0 0-11-15,0 1 3 0,0-1-3 0,0 0 23 16,2 0 5-16,0 0-2 0,2 0 2 0,0 0-1 15,2 1-4-15,14-7 10 0,10-1-9 0,4 1-2 0,1 3-11 16,-1-1-7-16,5 3 3 0,-11 1-3 0,-2 0-6 16,-4 0 4-16,-7 2-4 0,6-2 6 0,-4 2 2 15,-6 0-5-15,-5 0 4 0,-2 0-9 0,1 0 7 16,-1 0 10-16,2 0 0 0,0 0 33 0,-1 0-16 16,-1 0-2-16,0 0-8 0,0 0-21 0,-2 0 6 15,0 0-2-15,-2 0 3 0,0 0-2 0,-5 0 4 16,-14 2-3-16,-1 0 3 0,-4 0-4 0,6 0 1 0,1-1 3 15,-1 1-2-15,3 0-3 0,2 0-6 0,-1 0 1 16,3 0-1-16,-2 1 10 0,0 1-9 0,0 0 2 16,0 1-3-16,0 3 1 0,-3 3 2 0,1 0-1 15,-3-9 3-15,3 18 0 0,2 1 0 0,0 1-3 16,2 0 1-16,-2 1-7 0,4-1 5 0,4-3-2 0,-1 1 3 16,3-1 1-16,1-5-10 0,2-1 5 0,-7 0-7 15,1 0 7-15,3-2 7 0,1 1-4 0,2-3 4 16,2 2-4-16,0-4 1 0,0 3 5 0,2-1-3 15,0-3 0-15,-2-5 3 0,2 3-2 0,18 11 3 16,1-6 1-16,3 1 0 0,4-3-5 0,1-5 4 0,1-2-7 16,2-2 5-16,1-2-3 0,4 1 2 0,-1-1-6 15,4 2-2-15,3 2 4 0,-6 2-2 0,6 2 7 16,-10 1-2-16,-3 3-1 0,0-1-2 0,-4 2-7 16,-4 1 7-16,2 3 0 0,-13-6 2 0,2 6 4 0,-5 7 0 15,-3-1-5-15,-3 0 3 0,0-3-2 0,0-1 5 16,9 2 6-16,-5-4-5 0,-3 0-5 0,-3 0 9 15,-2 0-5-15,-3 0 7 0,-4 0-1 0,-17 2-11 16,-12-4 7-16,-4-2-6 0,-5 0 11 0,-1-3-10 16,2 0 4-16,1-3-4 0,1 1 10 0,5-2 5 15,1 2-2-15,5-3 2 0,-2 1-3 0,1 19-4 0,3-8 2 16,-3-6-2-16,3-1 7 0,1-3-11 0,0-1 0 16,4 0-3-16,0-2 2 0,4 0-3 0,-2 0 2 15,7 0-3-15,-1 0-1 0,5 0-5 0,3 0 4 16,1 0-4-16,5 0 3 0,2 0-35 0,1 0-1 15,-3-2-13-15,0 0-8 0,2 1-6 0,2-1 3 0,0-2-3 16,6-11 14-16,9-7 1 0,-6-2-7 0,17-6 1 16,2-5-31-16,0 1-92 0,0-3 15 0,-1 4-45 15,1 1-35-15</inkml:trace>
  <inkml:trace contextRef="#ctx0" brushRef="#br0" timeOffset="66926.57">28642 9053 612 0,'0'0'60'0,"0"-2"-10"0,-2 0 7 15,0 0 14-15,1-2-31 0,-1 1-4 0,0-1-12 16,0 2 1-16,0 0-6 0,0 0-5 0,0 1-10 16,1-1-1-16,-1 0-2 0,0 0 7 0,0 0 9 15,0 0-3-15,2 0 5 0,0 1 4 0,2-1 6 16,2 0 9-16,9-6-5 0,16-5 4 0,9 0-15 15,2 4 0-15,3 0-4 0,2 1-1 0,-3 1-12 0,-5 1-2 16,2 3-2-16,-3 1-2 0,-3 0-4 0,-3 0-4 16,-6 2 0-16,-2 0-13 0,1 0-13 0,-1 0-2 15,-2 0-6-15,3 0-20 0,-5 0-17 0,1-2-22 0,-4 2-8 16,-1-2-174-16</inkml:trace>
  <inkml:trace contextRef="#ctx0" brushRef="#br0" timeOffset="67454.69">29507 8954 518 0,'0'-2'49'0,"-2"1"75"0,1-1-56 16,-1-2-18-16,0 0 0 0,-4-7-6 0,3 2-7 0,-1 0-10 16,0-1 5-16,-1-1-7 0,1 0 7 0,0 4-6 15,2 3-2-15,0 0 2 0,1 0 5 0,-1 1-4 16,0-1 1-16,0 0-5 0,0 2-13 0,0 1-9 15,0-1-3-15,1 0-1 0,-1 0-5 0,2 0 8 16,0 2 3-16,0 0-1 0,0 2 2 0,0 0 0 16,0 2 0-16,0-3 2 0,2 20 8 0,-1-3-14 15,3 3 6-15,2 1-7 0,1 0 4 0,1 1 1 16,3 3 1-16,0 0 0 0,2 0-8 0,4 3 5 16,-1 1 0-16,3 2 6 0,-17 3 6 0,13 0-8 0,-2 2 1 15,-2 2-4-15,0 0-4 0,-2 2 7 0,6 2-3 16,-8-6 6-16,-3-2-5 0,2-5-1 0,-1-2-3 0,1-6 0 15,-1 0 3-15,7-5-1 0,-11-2 4 0,7-2-4 16,-4-4 4-16,-3 1 0 0,5-7 1 0,-4 1-1 16,2-2-2-16,-3 0 13 0,3 1 5 0,0 1 9 15,0 0 74-15,-3-2-54 0,1 0 13 0,2-2-34 16,-2 0-21-16,11-6-6 0,-2-3 4 0,-2-34-5 16,1-2 0-16,3-5 6 0,0-4-2 0,0-1 2 0,3-1-6 15,-1 0 0-15,4 1-2 0,-1 5 3 0,1-2-1 16,1 5-5-16,-1 1 1 0,-2 3-2 0,1 0 5 15,1 1 1-15,-3-1-2 0,1 0 1 0,0-1-2 0,-2 3 3 16,0 2-2-16,-3 9 2 0,1 0-8 0,0 6 4 16,-3 8 2-16,-3-1 0 0,1 8 2 0,-5 1-4 15,1 3 2-15,-2 1-3 0,2 0-2 0,-1 0-17 16,1 1-9-16,0 1-1 0,-2 0-24 0,-1 0-8 16,1 0-4-16,0 0-6 0,0 2-65 0,-2 2-199 15</inkml:trace>
  <inkml:trace contextRef="#ctx0" brushRef="#br0" timeOffset="68018.17">28332 10055 402 0,'-2'0'27'0,"0"0"0"0,0 0 6 16,1 0-4-16,-3 0-6 0,-7-2-7 0,-6 1-1 16,8 1-3-16,-1 0 2 0,5 0-2 0,-1 0 11 15,-1 1 0-15,-2 1 4 0,-1 0 8 0,5 0-1 0,-6 0 3 16,7 0-3-16,0 0-2 0,0-1 2 0,3 1-8 16,-1 0 4-16,0 0-15 0,0-2 3 0,0 0 3 15,0 2-1-15,0 0 3 0,2-2 10 0,0 2-12 16,2-2 9-16,9 1-21 0,27 5 8 0,2-2 1 0,3-4 0 15,2 0-13-15,1-4 7 0,6 0-7 0,6-1 8 16,3-1-7-16,8 1 2 0,5-3 4 0,8 4 0 16,3-3 16-16,4 0-4 0,-3 1 5 0,-5-1-7 15,-5 1-6-15,-5 0 7 0,3 3-7 0,0-3 8 16,8 2-1-16,-2 3-4 0,-6-1 0 0,-1 2-3 16,-12 0-7-16,-3 0 3 0,-8 0-2 0,-9 0 1 0,-8 2-13 15,-5-1 6-15,-6 1-4 0,-5 0 4 0,-4 0 2 16,-4 0-4-16,-3-2 6 0,-3 0-5 0,-1 0 17 0,2 2 11 15,0 0-5-15,-1-2 5 0,-1 0-17 0,0 0-20 16,-2 0 3-16,0 0-12 0,-2 0-13 0,0 0-24 16,-11-2-6-16,-16-2-5 0,-3 2-20 0,1 0-98 15,-5 0-1-15,-6 2-41 0,1 0-83 0</inkml:trace>
  <inkml:trace contextRef="#ctx0" brushRef="#br0" timeOffset="68452.69">28282 10570 776 0,'-4'0'35'0,"-27"-4"49"16,-8 0-52-16,3 2-8 0,10 2 0 0,6 0-1 16,1 2-3-16,6-2-6 0,-1 2-3 0,6-2 1 15,1 0 5-15,3 0-17 0,0 0 9 0,2 0-9 16,1 0 13-16,-1 0 9 0,0 2-2 0,2 0 5 15,2-2 0-15,1 0 8 0,29 3-7 0,18-1 6 16,6-2-18-16,3-3 9 0,6-3-6 0,0-5 6 0,6-2-10 16,1 0 1-16,12 2 0 0,10-2-1 0,7 0-1 15,10 0 4-15,-1 0 0 0,-10 0-1 0,-4 4-8 16,-5 1 6-16,2 1-7 0,6 3 8 0,3-2-5 0,-4 1 2 16,-5-1 1-16,-13 3-3 0,-10-1-9 0,-12 2 4 15,-2 2-2-15,-8 2 2 0,-5 2 2 0,-4-1 0 16,-4-1 0-16,-7 2 1 0,-4-2 10 0,-2 0 16 15,-9-1 1-15,2 1 5 0,-6-2-3 0,-5 0-2 16,0 0 0-16,-1 0 1 0,1 0 9 0,0 0-13 16,0 0 2-16,-3 0-8 0,1 0-13 0,0-2-6 15,0 1 1-15,0-1-3 0,0 0-3 0,0 0 8 0,-1 0-6 16,1 0 5-16,-2-1-11 0,0-1-17 0,0 0-9 16,0 0-3-16,0 1-43 0,0-1-137 0,0-2-28 15</inkml:trace>
  <inkml:trace contextRef="#ctx0" brushRef="#br0" timeOffset="81549.53">14199 8910 5 0,'0'0'0'0,"0"0"21"0,0 0 10 0,0 0 20 15,0 0 6-15,0 0-21 0,0 0-5 0,0-2-5 16,0 0-5-16,-2 0 9 0,0 0-1 0,0 0-13 16,0 1 1-16,0-1-6 0,1 0 6 0,-1 0 1 0,0 0-1 15,0 2 0-15,0 0 0 0,0 0-5 0,0 0-1 16,1 0-1-16,-1-2 9 0,0 2 10 0,0 0 3 16,0-2 0-16,0 1 3 0,0 1-5 0,1-2 8 15,-1 2-7-15,0 0-1 0,0-2 6 0,0 0-10 0,0 0 10 16,0 0-10-16,1 2-3 0,-1-2-2 0,0 1-2 15,0-1-2-15,0 0 1 0,0 0 0 0,0 0-1 16,1 0-10-16,1 0 3 0,0 1 1 0,0-1-1 16,0 0-2-16,0 0 4 0,0 0-3 0,0 0 3 15,0 0 1-15,0 1-4 0,0-1 7 0,0 0-5 16,0-2 4-16,0 0 2 0,0 1-10 0,1-1 7 0,1 0-5 16,-2 2-3-16,4-5 3 0,2-2-4 0,-1 1 1 15,-1 3 3-15,7-3-3 0,0-3 3 0,-2 4 2 16,4-3-5-16,4 5 5 0,0-1-7 0,3 1-3 0,4-3 6 15,-7-1-3-15,-6 0 4 0,8-1-2 0,-1 3-3 16,3 3 1-16,5-3-2 0,-6 3 0 0,-1-3 2 16,-1-1-2-16,1 6 1 0,-2-5-6 0,3 3 4 15,-3 1-1-15,-1-1 2 0,-1-7 5 0,4 0-1 16,-2 3 0-16,1 1-2 0,3 1-3 0,-1 1 1 16,2 1 3-16,1 0-3 0,1 1-2 0,-2 1 8 15,-2 0-5-15,5 2 6 0,-3 0-12 0,2 0 3 0,4 0-3 16,0 0 3-16,-2 0 0 0,3 2 6 0,1 1-5 15,-2 1 5-15,0 2-12 0,3-1 8 0,-3 1 0 16,7 3 4-16,3 0-5 0,-11-1-5 0,5-1 4 16,-4 1-3-16,-2-1 6 0,2 2-4 0,0 2-2 15,-2-1 0-15,0-1 3 0,-2 0 1 0,2 1 1 0,-2-1 2 16,2 2 5-16,2 2-10 0,-2 0 11 0,3 2-10 16,-3-2 11-16,4 4-5 0,2-1-6 0,-5-1 5 15,7 0-5-15,1 0 1 0,-3 0-1 0,-1-2 2 16,-1 2 5-16,-6-4-7 0,6 2 5 0,3 2-6 15,-5-2-1-15,4 0 4 0,-8-2 0 0,0 2 3 16,0 0-6-16,-5 0 0 0,1 2-1 0,-1-14 2 0,-1 18 4 16,-1 1-2-16,1 1 2 0,-1-1-2 0,0 3 1 15,-2-1-5-15,0 2 2 0,-1-2-2 0,1 2 3 0,-2-1-1 16,4 3-2-16,-2-2 0 0,0 0 1 0,0 4 1 16,-1 0-1-16,-1-1 1 0,4-1 3 0,0 0 0 15,-2 0-3-15,3-1 1 0,-3 1 0 0,0 0-4 16,-2 0 3-16,2 1-3 0,0-2 9 0,0-1-6 15,-2 0 7-15,5 0-6 0,-5 0 6 0,0 2-2 16,-2 0-5-16,0 0 3 0,2 0-3 0,0 0-1 16,0 2 3-16,-1-2-2 0,-3 2 6 0,2 0-6 15,2-2 4-15,-6 1-4 0,5-1 6 0,-7 2 0 0,3 0-6 16,-3 2 2-16,1 1-9 0,1-3 7 0,-3 4 0 16,-1-4 2-16,3 1 3 0,-4 5-2 0,2-1 2 15,14-1-3-15,-5-1-2 0,-5 1 1 0,-5-2 0 0,-1 1 1 16,-2-1-2-16,-2-2 2 0,-1 3 1 0,-3 1 0 15,-1-2-3-15,-3 1 2 0,3 1-2 0,-2-1 2 16,1 1-1-16,1-2 6 0,-2 3-2 0,1-1 2 16,-1-1-5-16,0 4 1 0,-1-1 2 0,-1-4 0 15,0 3-2-15,2-7 6 0,-2-4-3 0,-4 6 4 16,0-2-4-16,2-7-1 0,5 5-1 0,-16-6 0 0,2-1 7 16,2 3-9-16,-5 1 4 0,3-3-5 0,0 3 0 15,-4-1 3-15,2 1-4 0,-2-3 1 0,0 3-4 16,2-3 3-16,-1 1 2 0,-1 1 0 0,2-1 9 0,0-1-7 15,-2 1 3-15,2-2-4 0,-6-2 2 0,4 3-5 16,-2-3 2-16,-10 2-2 0,6-2 1 0,-5-2-1 16,3-2 4-16,1 2-4 0,-4 0 2 0,0 2 0 15,-4-4 3-15,4 2-2 0,0-2-1 0,-4 0 3 16,2 2-5-16,0 0 6 0,2 0 0 0,1-2-8 16,1-2 2-16,-2 1-3 0,-2-5 6 0,4 6-1 15,-2 0 1-15,3-5-1 0,-3-2-1 0,0-1 6 0,-2-1-3 16,-2 21 3-16,8-12-5 0,-10-6 5 0,6-1-3 15,1-4 3-15,-1 0-7 0,6 0 3 0,1-2-1 16,2-2 1-16,0 1 4 0,4-1-4 0,-2-2 4 16,2 1-5-16,0-3 2 0,2 1 2 0,-1-2 1 15,3-1 0-15,0-1 3 0,3 0-4 0,-2 8 0 0,3-12 0 16,-3-6-7-16,2 5 7 0,-1-3-4 0,-3-1 7 16,3-1-11-16,-5 3 5 0,3-3-1 0,-4 3 3 15,0-3-9-15,5 3 6 0,-1-1-3 0,1 2 4 16,2 1 1-16,-1-3 0 0,-1 0-4 0,6 1 2 15,-7-3-3-15,1 3 3 0,6-8 2 0,-3 4-1 16,4-6-6-16,-2-2 4 0,1 0-1 0,-2-7 2 0,5 4 2 16,1-1-4-16,-2-3 3 0,4 2-3 0,-3-2 6 15,3 0-5-15,0 3 2 0,-3 3-3 0,5-1 0 0,-3 4 4 16,1 0-3-16,1 4 4 0,3 4-3 0,-1-1-2 16,2 1-1-16,0 1-2 0,0 1 2 0,0 1 1 15,-9 0-1-15,2 1 0 0,2 1-1 0,3 2 1 16,0-2 4-16,2 2-2 0,0 0 1 0,1 2-4 15,1 2-1-15,0-3-1 0,0 5 10 0,0 0-7 16,0 1 1-16,0 0-3 0,0 1 2 0,0-1 0 16,0 3 0-16,0 1 1 0,0-6-2 0,0 6-8 15,0 1 1-15,0-1-5 0,1-2-18 0,-1 0-34 0,2 1 0 16,0-1-14-16,0 2-30 0,0 0-268 0</inkml:trace>
  <inkml:trace contextRef="#ctx0" brushRef="#br0" timeOffset="82051.67">13811 10765 475 0,'-2'0'65'0,"0"0"-7"0,0 0 3 15,0-2 7-15,-2 0-29 0,1 2-14 0,-1 0-8 0,2 0-6 16,0 0-1-16,0 0-18 0,1 0 13 0,-1 0 8 15,0 0 1-15,0-2 15 0,0 0 3 0,2 0 6 16,0 0 0-16,0 1 25 0,0-1-10 0,0 0-4 16,0 0-1-16,0-2-6 0,0 1-5 0,4-12 1 0,1 0-4 15,1-2 0-15,1-1-13 0,-1 1 7 0,0 0-10 16,-1 0-9-16,3-1 3 0,1-1-4 0,0-1 4 16,0 1 2-16,1-1-6 0,-3 3-3 0,1 2-1 15,-1 1-5-15,-1 1 5 0,-1 1-1 0,-1 7 2 16,0-1-8-16,-3-1-3 0,9 1 2 0,1 3-1 15,0-3 2-15,0-3 5 0,4 1 1 0,0 3 4 0,3 1 2 16,1 4 5-16,1 2-2 0,1 2 5 0,3 3-1 16,4 2 7-16,-2-1 3 0,7 3 2 0,2-2 11 15,1 0-11-15,3 1-4 0,-2 1-3 0,2-2-12 16,4 2 4-16,-1 0-7 0,-3 1 6 0,-2-1-12 0,-5 2-65 16,1 3-19-16,-3-14-59 0,0 35-475 0</inkml:trace>
  <inkml:trace contextRef="#ctx0" brushRef="#br0" timeOffset="85580.63">15595 8161 256 0,'0'0'-33'16,"0"0"23"-16,0 0 6 0,0 0 5 0,0 0 32 15,0 0 0-15,0 0-34 0,0 0 0 0,0-1-8 0,0-1 17 16,0 0-2-16,0 0-9 0,0 0 4 0,0 0 28 0,0 0 54 16,0 1 2-16,0-1 6 0,-2 0-53 0,0 0 6 15,0 0 0-15,0 0 3 0,1 0-3 0,-1 1-8 16,0-1-4-16,0 0 1 0,0 0-1 0,0 0-9 16,0 0 0-16,1 0-3 0,-1 2-1 0,0-1-7 15,2 1 29-15,0 0-16 0,0 0 64 0,0 0-43 16,0 0-1-16,2 0-13 0,0 0-17 0,5 0 8 15,19-4-8-15,4 0 7 0,3 0-3 0,1 1-4 16,1-1 5-16,-4 0-5 0,-1 1-2 0,0-1-10 16,0 0 5-16,-3 0-6 0,1 1 6 0,2-1-6 0,-8 2-3 15,1-2 1-15,-1 3 6 0,-4-1-8 0,-1 2 6 16,-6 0-7-16,0 0 1 0,-1 0-14 0,-5 0-7 16,1 0 0-16,-4 0-17 0,1 0-83 0,1 0-3 0,0 0-35 15,-1 0-68-15</inkml:trace>
  <inkml:trace contextRef="#ctx0" brushRef="#br0" timeOffset="85922.85">15736 8044 226 0,'0'-1'75'0,"0"-1"-53"16,0 0 69-16,0-2-23 0,0-1-41 0,2-3-15 15,0-3 7-15,1 0-11 0,1 2 5 0,-2 1-12 16,0 5 5-16,2-3-6 0,-3 2 8 0,3-3 38 16,0-1 1-16,-4 7 15 0,2-3 23 0,0 0-15 15,-1 0 4-15,1 1-7 0,0-1-4 0,0 0-19 16,0 2-3-16,0 1-5 0,0-1-19 0,-1 0-15 16,1 0 0-16,0 0-3 0,0 0 7 0,0 0-4 15,0 1 7-15,0 1-7 0,-1 0 1 0,1 0 3 0,0 1-6 16,0 1 4-16,0 2 0 0,2 5-6 0,1 8 4 15,-1 2-5-15,0 3 2 0,-1 2 6 0,1 0-5 16,0 2 5-16,-1-2-7 0,3 0 2 0,0 2 0 0,1-2 1 16,0 2 4-16,-1 0-6 0,0 0 5 0,-1-1-5 15,1-3 3-15,1 2 0 0,1 0 1 0,1 0-1 16,0 0-2-16,-1-5-1 0,1 3-12 0,0 1 6 16,-1 1-25-16,1 2-117 0,0 0-44 0</inkml:trace>
  <inkml:trace contextRef="#ctx0" brushRef="#br0" timeOffset="86499.27">17095 9509 9 0,'0'0'5'0,"0"0"-3"0,0 0 9 16,0 0-4-16,0 0-5 0,2 0 1 0,0 2 2 0,0 0 24 15,0 0 8-15,-1 0 8 0,-1 0 46 0,0 0 40 16,0-1-23-16,0 1 19 0,0 0-76 0,0 0-25 15,0 0 6-15,-1 0-12 0,-1 0 1 0,0-1 1 16,0 1-3-16,0 2 3 0,0 0-8 0,0-1 3 16,1 1 2-16,-1 0-1 0,0 0-1 0,0-1 56 15,0 1-19-15,0 0 29 0,0-1-38 0,2 1-17 16,0 0 4-16,2-2-9 0,0 0-1 0,2-1-1 0,16 7 0 16,10-3 0-16,3-5 2 0,5 0 12 0,2-1-2 15,-1-3 5-15,0-2-7 0,2-1-3 0,-6-1-7 16,4 1 3-16,-1 0-9 0,-5-1-12 0,0 3 2 15,-7 1-4-15,-3 0 7 0,-7 2-13 0,-1 0 7 16,-7 1-9-16,-3 1 8 0,1 0-15 0,-2 0-7 0,-1-2-14 16,1 0-130-16,-2 0-146 0</inkml:trace>
  <inkml:trace contextRef="#ctx0" brushRef="#br0" timeOffset="87455.62">14993 8958 208 0,'0'0'37'0,"0"0"-5"16,0-2 28-16,0 0-3 0,0 0-3 0,0 1-14 0,0-1-13 16,0 0 11-16,0-2-7 0,0 2 36 0,0-5-21 15,0-2 14-15,0 1-16 0,-2-1 8 0,1 0 4 16,1 1-9-16,-2-1 7 0,0 1-13 0,2 1-1 15,-2 0-1-15,0-3-1 0,2 5-17 0,-2-3 9 16,2 3-5-16,0 1 6 0,0-3-4 0,0 3-8 16,0 2 2-16,0-4-3 0,0 5 6 0,0-3-9 15,0 0 4-15,0 0-6 0,0 1-5 0,0-1-5 16,0 0-3-16,0 2 0 0,0 1-2 0,0-1 3 0,0 0 4 16,0 0 0-16,0 0-5 0,0 2 3 0,2 0-3 15,0 0 5-15,0 0 1 0,0 2-7 0,0 0 3 16,-1 0-4-16,3 1 2 0,-2 1 2 0,9 11 0 15,-2 2 3-15,-1-1-4 0,1-1-1 0,0 2 0 0,-1-2 0 16,-4 0 3-16,1 1-3 0,-1-1 0 0,7 2-1 16,0-2 4-16,0 3-1 0,0-1-2 0,1 4 0 15,-3-1 1-15,0 0 0 0,0 1 2 0,3 1-2 16,-1 0 2-16,0 1-6 0,0 1 4 0,2 0-4 16,-2-2 6-16,0 2-2 0,0 0 1 0,-3-3-1 0,1 1 8 15,-1-1-9-15,1 3-1 0,-2-2-3 0,1-2 8 16,-1-3-4-16,-1-6 3 0,1 4-3 0,1 0 0 15,-3-2 2-15,1 0-1 0,-3-6 1 0,1 1 2 16,0-3-6-16,1 5 9 0,-5-8-7 0,0-1 2 0,4 5 4 16,-2-2-5-16,0-1 6 0,0 1 19 0,0-2 7 15,-1 0 2-15,1 0 0 0,0 0-4 0,0-1-11 16,0 1 2-16,0-2-7 0,1 0-8 0,-1-2-1 16,2-1-3-16,5-12 2 0,2-7-1 0,1-8 0 15,-3 2-1-15,-2-2 0 0,1-3 2 0,-3 1-4 16,3 1 3-16,-1-6-4 0,1 3 2 0,-3-1-3 15,1 2 1-15,-1-1-3 0,1 1 7 0,-1-1-4 0,1 1 2 16,1-1-2-16,-1 3 0 0,1-1 0 0,-1 1 0 16,-1 1 0-16,1 4 1 0,0-2-1 0,-1 0 3 15,-1 6-3-15,0-2 0 0,-1 5 5 0,-1 6-8 16,0 2 7-16,0 2-7 0,-2 0-1 0,0 3 2 0,0 2-4 16,0 1-13-16,0-1-2 0,0 0 2 0,0 2-2 15,0 0 2-15,0 1-46 0,0 1-15 0,-2 1-14 16,0 1-91-16,-3 11-88 0,-10 17-74 0</inkml:trace>
  <inkml:trace contextRef="#ctx0" brushRef="#br0" timeOffset="88720.25">15788 9298 261 0,'0'-2'35'0,"0"0"32"0,0 0 21 0,0 0-14 16,0-1-4-16,0-1-6 0,0 0-26 0,0 2 11 15,0-1-4-15,0-1 5 0,0 0-6 0,0 2 4 16,0 0-3-16,-2-1 2 0,2 1-22 0,-4-2 0 0,-1 1-6 15,-6-5 4-15,-2 1-11 0,3 3 2 0,1 0-7 16,0 2 4-16,-2 1-7 0,1 1-3 0,1 0 6 16,0 0-5-16,0 1-1 0,-1 1 5 0,-1 4 0 15,0-1 2-15,0 3-2 0,2-1 2 0,-3 4-5 0,3 10 5 16,0-3-4-16,1 5 0 0,3 1 3 0,-1-4-2 16,1 6 0-16,1-4 3 0,2 3-7 0,0-3 5 15,-14 2-3-15,4-2-1 0,7-3 6 0,1 3-5 16,2-7 1-16,2 2 5 0,0-1 4 0,0-3 2 15,2 2 18-15,2-2-8 0,-2-5 2 0,3 3-5 16,1 0-7-16,-1-4-1 0,3 3-3 0,-3-7 3 0,8 3-3 16,0-4 0-16,2 0 0 0,0 0 1 0,2 9 2 15,0-2-4-15,-1-2 2 0,5-1-1 0,-5-4 4 0,-1-2-11 16,2 0 5-16,-2 0-5 0,-4-2 13 0,0 0-9 16,-2-2-1-16,-1 1-3 0,-3 1 2 0,1-2-3 15,-2 0 4-15,1-3-4 0,5-8-6 0,-5 2 7 16,-1 2-4-16,0-4 7 0,-3 2 0 0,-1 2-1 15,0-8-2-15,-1 8 0 0,-3-4-1 0,-2 2-1 16,1 4 8-16,1 2-7 0,2 1 0 0,-7-1-1 16,-8-4-1-16,2 3 2 0,-3-1 5 0,3 3-9 15,2 3 2-15,2-1-4 0,0 2 6 0,1 0-5 16,5 2 2-16,-1 0-3 0,2 0 4 0,3 0-3 0,-1 0-1 16,-2 0-1-16,0 0-2 0,1 0 2 0,1 0 4 15,0 2-1-15,0 0 5 0,0 0 3 0,0 0-7 16,2-1 5-16,0 1-5 0,0 0 2 0,2 0-2 0,0 0 2 15,0-2-2-15,20 13 0 0,0-4 3 0,-3-5-1 16,3 0 0-16,2-3 0 0,4 1 1 0,-4 0 0 16,-5-2 1-16,0 0-16 0,-5 0 2 0,7-2-8 15,-1-1-2-15,4-3-11 0,-1 0 3 0,-8 1-3 16,1-4 8-16,1-1-34 0,0-1-3 0,3 6-10 0,-1-12-2 16,-4-11 8-16,1 9 8 0,-1-1-3 0,0 0-2 15,0 1-5-15,0 2-1 0,-1 2 0 0,-1 2 6 16,-1 2 21-16,-1-2 5 0,-2 2 7 0,0 2 24 0,-5 0 9 15,0 1-8-15,1 1 8 0,1-1-10 0,-2 3 6 16,-3-1 13-16,1 1-1 0,-2 1 42 0,0 0 20 16,0 1 0-16,0 1 4 0,0 0-17 0,0 0-28 15,-2-2-2-15,-1 1-8 0,-7-3-2 0,-4 0 4 16,-3 3-2-16,2 1 2 0,0 2-10 0,4 0 0 16,0 0-1-16,5 0-2 0,-3 2-9 0,5 0-1 15,2-2-1-15,-1 3 0 0,-1 1 6 0,0 0 1 16,2-1 5-16,-1 10-3 0,3-3 16 0,0 3-11 0,3 1-2 15,3-1-3-15,3 4-1 0,2 0-6 0,1 0 6 16,10-3-7-16,4 5-1 0,-2-2 2 0,0 1-4 16,0 1 5-16,0 5 1 0,-1 0-4 0,-1-2 7 15,-2 1-6-15,-1-7 12 0,-2 3-7 0,-2-6 4 0,-1 0-5 16,-1 2 9-16,-3-4 12 0,-1 0-3 0,-5-2 7 16,-1-3-1-16,-1-2-4 0,-2-2 3 0,4 1-3 15,-2 1 3-15,0 0-11 0,-2-1-5 0,-2 1-1 16,-4 0-13-16,-36 14-21 0,-1-5-5 0,-9-3-13 15,2-1-91-15,-6 2-308 0</inkml:trace>
  <inkml:trace contextRef="#ctx0" brushRef="#br0" timeOffset="118851.37">23959 11725 1737 0,'0'0'-1'0,"0"0"1"0,2 0-1 0,2-2 4 16,-2 2 1-16,11-6 1 0,-4 2-1 0,-5 4 2 0,0 0 1 16,-1-1 1-16,1-1 12 0,0 0-17 0,-2 0 7 15,-1 0-11-15,-1 2 1 0,-1-2 0 0,-3 0-2 16,-26-3 2-16,-5 1 6 0,-4 0 2 0,-6 4-2 16,1 0 2-16,-5 0 7 0,-1 0-1 0,0 2 10 15,2 0-7-15,-2 0 11 0,0 0-1 0,7 0 0 0,2 0-1 16,4 1-9-16,5-1-4 0,5 2-3 0,4 0 1 15,5-3 4-15,8 1-7 0,3-2 0 0,5 0-4 16,-2 2-18-16,1 0 6 0,1 0-1 0,0 0 5 16,2 0 11-16,2-1 1 0,2 1-2 0,29 2 0 15,19-2-6-15,4-6-5 0,5-1 5 0,2-5-3 16,-5-1 10-16,1-2-9 0,-1 0 1 0,-8 4-4 0,-2 1 9 16,-11 3-1-16,-5 1-1 0,-12 2-2 0,-5 2-5 0,-6 0 4 15,-5 0-3-15,-2 0 5 0,2 0 12 0,-1 0 3 16,-1 0-1-16,0 0-2 0,-2 2-11 0,-2 0 2 15,-3 2 0-15,-42 3 1 0,1 15-8 0,-6 4 7 16,-9-5-3-16,3 3 5 0,-5-7-9 0,3-1 7 16,7 3-5-16,1-8 4 0,3 8-8 0,5-6 5 15,1-4 3-15,4 0 1 0,7-3 0 0,6-1-2 16,6 1-2-16,5-1 1 0,6-3 5 0,5 2-6 16,2-4 1-16,-1 4-4 0,-1-1-6 0,2 1 6 15,0 0-2-15,2 0 4 0,2-3 8 0,11 5-8 0,32 0 1 16,10-8-6-16,1-8 3 0,9-6 3 0,2-3 0 15,-4 1 1-15,6 1-4 0,-12 2 4 0,-1 2 3 16,-12 4 0-16,-3 1-3 0,-9 3 1 0,-6 1-2 16,-6 2 1-16,-3 0-1 0,-10 2 0 0,-1 0-2 0,-4 0 2 15,0 0 5-15,1 0 8 0,1 0-3 0,-2 0 2 16,0 0-5-16,-2 0-17 0,-2 0 4 0,-2 0-11 16,-24 2-6-16,-7 4-26 0,-2-1 2 0,4 1-10 15,-3-1-1-15,10-1-6 0,-1 0-8 0,4-4-1 16,10 0-30-16,4 0-78 0,5 0-30 0,1 0-31 15,1 0-224-15</inkml:trace>
  <inkml:trace contextRef="#ctx0" brushRef="#br0" timeOffset="119873.4">24528 11461 126 0,'0'0'45'0,"0"-2"44"16,0 0 26-16,0-2-22 0,0-1 5 0,-4-12-12 16,0 0 5-16,0 1-29 0,1-1 8 0,1 4-17 15,-2-2 3-15,2 4-7 0,-1 0 0 0,1 3-2 16,0 3-4-16,0-4-15 0,2 5 3 0,0 0-6 16,-2-3-7-16,0 3 7 0,0 0-7 0,1 1 7 15,-1-1-8-15,0 0 2 0,0 2-2 0,0 0 0 0,0 1-17 16,0-1 9-16,2 0-5 0,0 0 7 0,0 2-7 15,0 0 0-15,0 2 1 0,0 0 0 0,0 0 5 16,0 1-6-16,0 10 1 0,4 8-1 0,0-3 4 0,1 1-9 16,3 3 3-16,-1-1-2 0,3 3 14 0,-3-2-7 15,0-2-2-15,3 5-1 0,1-1-5 0,0 0 12 16,-2 0-1-16,2 2 4 0,-1-2-3 0,-1 0-2 16,2 0 4-16,0 2-5 0,0 2-5 0,-1 0 6 15,-1 4-3-15,0-1 3 0,1-3-3 0,-1 0 3 16,-4-10-1-16,3 5 1 0,-1-5-2 0,1 1-3 15,1 3-2-15,-2-5 1 0,1-2-3 0,-1 1 8 16,-1-3-6-16,-1 0 5 0,-1-3-7 0,-2-5 11 0,0-1-4 16,0 0 7-16,0-1 2 0,-1 1 28 0,1 0 2 15,0 0 7-15,0-3 1 0,0 1-18 0,0 0 2 16,0 0-10-16,-1-2-21 0,1 0 2 0,0-2-9 16,2 0 8-16,0-3-13 0,7-18 6 0,0-1-2 0,0-11 4 15,-2-4 4-15,1-2-4 0,-1-5 2 0,0 1-4 16,0-3-3-16,1 2 2 0,1-3 1 0,2 1 0 15,2 2-1-15,0 1-4 0,-2 2 4 0,1 1-2 16,1-1 10-16,-2 6-8 0,0 0 3 0,-2 1-4 16,-1 7 3-16,-1-1 2 0,-2 4-8 0,1 7 5 15,-1-3 0-15,-3 9-1 0,1-2 4 0,-1 4-4 0,-2 4-2 16,-2 5-3-16,2-2 5 0,0 0-3 0,1 1 8 16,1-1-6-16,0 0-3 0,0 1-1 0,-1-1 0 15,1 2-1-15,0 0 2 0,-1 0-2 0,1 0-7 0,-2 1 0 16,0-1-11-16,0 0 0 0,0 0-75 0,-1 2-22 15,1 0-12-15,0 0-2 0,0 2-61 0,0 0-138 16</inkml:trace>
  <inkml:trace contextRef="#ctx0" brushRef="#br0" timeOffset="122597.38">25315 11340 254 0,'0'0'68'0,"0"-2"-43"0,0 0 64 0,0-1-21 16,0-1-50-16,0 0 20 0,0-3 1 0,-2-1 9 16,-2-1 19-16,2 4 11 0,-1-5-5 0,1 3 5 15,0 1-19-15,0 3-15 0,-2-3 1 0,4 4-3 16,-9 0 11-16,-4-7 6 0,-4 0 0 0,1 3 1 15,-3 2-11-15,-3 4-19 0,0 2 4 0,-8 2-10 16,2 3 1-16,0 3-9 0,-2 1 1 0,4 0-2 0,-1 2 12 0,-3 2-7 16,4-2 3-16,2 0-5 0,-2 2-5 0,4 0 7 15,-3-1-4-15,1 3 6 0,6-15-4 0,-1 17-4 16,1-1 0-16,1 1-1 0,0 1 2 0,6-3-9 16,0 1 9-16,5 1-9 0,1-2 8 0,-8 1-9 15,2 1-1-15,3-1-1 0,4 3 4 0,3-1-3 16,1-1-2-16,3 3-1 0,3-1-2 0,5 1 1 15,4 2 3-15,-10-4 0 0,25 3 3 0,0-3 2 16,5-1-5-16,4 5 5 0,0-4-5 0,4-5-1 0,-4 4 2 16,-4-5-1-16,4 3 1 0,-7 5-2 0,1-1-2 15,-3-3-1-15,-12 3-3 0,1-3 4 0,-6 1 2 0,2 3 0 16,-4-1 4-16,-4-1-5 0,-3 2 1 0,9-3-1 16,-4 0 5-16,-3-1-2 0,-4 3-1 0,-2-1 1 15,-4 0 7-15,-3 1-5 0,-5-1 2 0,3-1-3 16,-26 1 5-16,1 1 4 0,-6-3 7 0,-1-1-3 15,-4 0 4-15,-1-2-1 0,3-4-3 0,0 0 3 16,1-2 7-16,1-3-5 0,2-3 6 0,2 1-5 16,3 16 13-16,5-8-11 0,1-7 3 0,4-3-7 15,1-2-6-15,3-2 0 0,5 0-7 0,-2-1 4 0,1-3-15 16,10 4 0-16,-1-2-2 0,5 4 1 0,-2-3-14 16,0-1-3-16,1-2-3 0,-5-8 1 0,4 1-4 0,3-2-3 15,1-4-4-15,3 1 1 0,3-1-7 0,1 1-42 16,3-3-7-16,1 1-15 0,2-3-55 0,0 1-15 15,2-2-10-15,-1-2-4 0,1 0-62 0</inkml:trace>
  <inkml:trace contextRef="#ctx0" brushRef="#br0" timeOffset="122955.43">24921 11453 1022 0,'-2'-1'88'0,"1"-1"-1"0,-3 0-15 0,2 0-6 0,-15-9-32 16,4 3-24-16,0 1 2 0,0 5 0 0,4 0 0 15,2-1-10-15,-1-3 9 0,3 2-5 0,1 2 7 16,-2-1 2-16,4 3-7 0,-1-2 4 0,-1 0-6 16,0 0-2-16,2 0 18 0,1 0 0 0,-1 1 11 15,0-1 36-15,2 0-14 0,0 2 5 0,2 0-12 16,1-2-20-16,27-4-6 0,7-1-6 0,13-4 1 0,1 2-6 15,6-3 1-15,6 1 6 0,-5 0-5 0,7-2 5 0,-4 0 2 16,-2 0-1-16,-1 0 1 0,-2 0-4 16,-1 2 1-16,-4 4-6 0,-5 1 4 0,2 2-13 15,-5 2-3-15,-4 2 2 0,-11 0-2 0,-12 0 7 0,-1 0-5 16,-7 0-1-16,-3 0-1 0,1 0-8 0,-2 0 8 16,-1 0-13-16,1 0 9 0,0 0-25 0,-2 2-43 15,-1 0 1-15,-1 0-22 0,-1 0-51 0,-1 0-92 16,-8 3-11-16,-8-1-44 0,-4 11-194 0</inkml:trace>
  <inkml:trace contextRef="#ctx0" brushRef="#br0" timeOffset="123457.4">25944 11782 574 0,'0'0'19'0,"0"0"2"0,0 0-6 16,0 0-6-16,0 0-3 0,-2 0 9 0,1 0-4 16,-1 0 7-16,0 0-4 0,0 0 30 0,0 0 10 15,0 0 4-15,0 0-3 0,1 0-13 0,-1 0 6 16,0 0-10-16,0 0 7 0,0 2-15 0,0 0 4 16,0 0 8-16,2-2-2 0,0 2 28 0,0-1-16 0,0 1 1 15,2 0-7-15,0 0-9 0,7 2-15 0,14 1 5 16,3 1-8-16,2-3 6 0,1-1 6 0,3 0 0 15,-1-2 3-15,1 0 0 0,0-2-1 0,1 0 4 0,-1 1-2 16,1-3-4-16,-2 0-6 0,-1 0-8 0,0-1 3 16,5-1-7-16,-7 1-12 0,2-1 6 0,-6 1-7 15,-4-1 1-15,3 1-3 0,-5-1 4 0,-3 2-3 16,-6 2 6-16,-3 1-8 0,-2-1-6 0,-3 2-2 16,3-2-20-16,-4 0-98 0,9-9 0 0,-3 2-38 15,-4-3-40-15,-2 7 4 0,-2-4 3 0,0 5-5 0,-9 0-46 16</inkml:trace>
  <inkml:trace contextRef="#ctx0" brushRef="#br0" timeOffset="123904.54">26278 11372 846 0,'0'-2'118'0,"-1"0"209"0,-1-2-271 0,0 1-22 16,0-1-10-16,0 0 1 0,0 0-8 0,1 1-6 15,-1 1-3-15,0 0 0 0,0 0-9 0,0 0 1 0,0 0 3 16,2 1 0-16,0-1 4 0,0 0-6 0,0 0 5 16,0 0-4-16,0 2 16 0,0 0 6 0,0 0-4 15,0 0 5-15,0 2-1 0,0 0-2 0,0 0 1 16,0 0-3-16,0-1-6 0,0 3 2 0,2 4 0 0,0 5 0 16,2 1-13-16,1 5 6 0,-1-2-7 0,1 3 7 15,1 1-1-15,1 3-8 0,1 2 9 0,-1 2-9 16,-1 3 5-16,1 3-6 0,1 1-1 0,-1 6 0 15,-1 3 5-15,-1 6-1 0,-1-1 0 0,0 3-2 16,-2-6 0-16,-1-1 3 0,1-3-1 0,0-5 3 16,0-1-3-16,0-5-2 0,0-1 0 0,0-8 0 15,1 1 8-15,1-3 13 0,0-1-5 0,-1-3 6 0,1 1-9 16,-2-2 5-16,0-4 1 0,0 0 0 0,0-2-3 16,-1-1 2-16,1-3-2 0,-2-1 4 0,0 0 0 0,0-2 4 15,2 1-2-15,0 1 3 0,0 0 5 0,0 0-3 16,0-3-3-16,-1 1 0 0,1 0-10 0,0 0-4 15,0 0 4-15,-2 0-5 0,0 0-7 0,2-1-2 16,0 1-1-16,0-2-2 0,-1 0-14 0,1 0-15 16,0 0-10-16,0-2-4 0,0 1-77 0,2-1-140 15,-1-2-57-15</inkml:trace>
  <inkml:trace contextRef="#ctx0" brushRef="#br0" timeOffset="125483.52">16373 8050 127 0,'0'-2'66'0,"0"0"-61"0,-2 0 77 0,0-1-33 0,2 1-6 16,-4-13 4-16,1 0-9 0,-1-2 6 0,0-3-32 16,2 3-3-16,1 1 1 0,-1 5 0 0,0-1 11 15,-2-2 13-15,0-1 3 0,1 0 5 0,-3-4 11 0,1 3-24 16,-1 3 8-16,-1-2-14 0,-1 2 2 0,1 2-2 15,-3-2-11-15,7 3 7 0,-14 1-5 0,4-2-1 16,-4 3-3-16,-5 1 0 0,3 1-15 0,-3-8 9 16,-4 1 3-16,-2 3 0 0,-3 5-1 0,-4 3-6 15,-1 0-1-15,-1 2-2 0,0 2 3 0,-4 0 0 16,6 1 8-16,-2 3-6 0,1 0 7 0,1 1-5 16,0 0-2-16,1 1-1 0,1-1 3 0,3-1-2 15,2-1 4-15,2 3-4 0,4-3 6 0,2 3 1 0,-1-1-4 16,1 1 4-16,-1 1 2 0,5 0-10 0,-3 1 3 15,3 1-5-15,1-8-6 0,-4 18 6 0,2 3 1 16,3 4 0-16,-5-2 4 0,4-4-6 0,-2 4 2 0,1-4-1 16,3 2 6-16,-4 1-6 0,0-5 2 0,-1 2-3 15,5 1 0-15,5-3 2 0,-3 0 0 0,-4 1 2 16,2 1 2-16,2 0-2 0,4 1-3 0,-1 1 1 16,3 0-2-16,-1 4 1 0,2 2 1 0,3 1 0 15,1 6-4-15,1 6 9 0,3 3-6 0,0 3 7 16,3 1-2-16,3-2-7 0,1 0 2 0,-2-1-4 0,2-5 7 15,0-4-3-15,-1-3 2 0,3-2-2 0,0-1 8 16,1-2-8-16,1-1 0 0,2 3-4 0,0-1 5 16,1 3-1-16,-16 1 0 0,22 2-1 0,0-1 7 0,2 3-8 15,-1 0 3-15,2 1-6 0,5 3 8 0,-1-4-2 16,5-4 1-16,5 1-3 0,1 1-6 0,3 0 7 16,1 0 1-16,1-2 2 0,-3-3-1 0,3-2-1 15,5-3-3-15,-8-1 2 0,3 0 2 0,-3-1-3 16,-3-1 4-16,-4 0-2 0,0-2 5 0,2 0-6 15,0 1 0-15,4-3-1 0,5-1 7 0,-1-3-14 16,8-1 9-16,1-2-10 0,0-2 14 0,9-1-3 16,-6-1 0-16,4-2 0 0,-5 1 3 0,-8-5-9 0,0 3 3 15,-3 0-5-15,1-3 7 0,-4 1 3 0,5 0-3 16,3-2 3-16,0 24-3 0,5-12-1 0,3-6 0 16,-3-4 0-16,-1-3 5 0,-4-2-5 0,-6-1 2 0,-3-4-4 15,-4 1 6-15,-4-3-1 0,-5 1 0 0,-2-3-1 16,0-1-5-16,-4 0 5 0,0-4-1 0,-2 13 4 15,2-20-3-15,-1 0 2 0,1-2-3 0,-4 0 2 16,3 0 1-16,-3-2-2 0,2 0-1 0,1-2-2 16,-5 0-6-16,-1-4 13 0,1-3-6 0,-3-6 6 15,-2-2-14-15,-2-7 8 0,-9-2 2 0,4-2 2 0,-4-3 4 16,-1 5-7-16,7 0-1 0,18 0-2 0,-13 4 3 16,-6 1-2-16,-7 3 2 0,-2 1-1 0,-1 2 8 15,-7-2-4-15,1 1 2 0,-4-5-3 0,-2-3-2 16,-3-4-4-16,-5 0 4 0,1-1-3 0,0-1 13 0,0 0-10 15,-1 3 7-15,-1 2-8 0,2 7 6 0,-2 1 4 16,20 2-8-16,-26 0 7 0,3 4-1 0,-3 0 3 16,-5 4 3-16,-1 1-1 0,-3-5-4 0,-9 4-6 15,2-6-1-15,-8 0-1 0,-4-2 0 0,1 4-2 16,-5 0 2-16,-1 1-2 0,2 7 2 0,2-3-4 16,-1 4-1-16,-1 4 1 0,-4 0 2 0,-6 5 1 15,-3 3 1-15,-9 1 1 0,1 2 5 0,2 2-9 0,0-1-7 16,8 9-2-16,-1-27-38 0,6 17-65 0,1 11-20 15</inkml:trace>
  <inkml:trace contextRef="#ctx0" brushRef="#br0" timeOffset="127024.28">27281 11329 58 0,'0'-2'24'0,"0"0"22"0,0 0 17 0,0-1 11 16,0-8 3-16,0-10-8 0,0-1 2 0,-2-2-6 15,0 1-5-15,1 5 5 0,1 1-6 0,0 2 2 0,0 1-17 16,0 2 0-16,0 3 8 0,0 2-7 0,0-1 0 16,0 6-10-16,0-1-7 0,0-1 3 0,0 0-4 0,0 2-10 15,0 1 2-15,0-1-7 0,0 0-8 16,0 0 4-16,0 0 10 0,0 2-4 0,0 0 23 0,0 0-10 16,0 2-2-16,0 2-3 0,1 7-9 0,5 20-10 15,0-3 1-15,-1 0-4 0,1 4 6 0,1-5-4 16,1 3 2-16,-1-2-3 0,0 0 2 0,1 2-2 15,-1-1 1-15,3 7-1 0,-3-1 6 0,2 2-4 16,-1 4 1-16,1 0-1 0,0 0 3 0,-1 3 4 16,1 3-6-16,-3-3 4 0,1 2-4 0,0-5 6 15,1-2 1-15,1-3 0 0,-1-5-1 0,1-3 5 0,-2-4-2 16,1 0 3-16,-3-9-4 0,3 2 1 0,-3-4 2 16,-1-4-1-16,0 0-1 0,-2-5-6 0,1 2 2 15,-3-4-3-15,0-1 2 0,0 1 10 0,0 0 7 0,4 2 3 16,-2 0 34-16,0-3-29 0,1 1 3 0,-1-2-14 15,2 0-15-15,0-2 2 0,5-11-4 0,8-24 3 16,-6-7-1-16,-2-5 3 0,-2 1 1 0,3-8-1 16,-1 1-2-16,-2-1 4 0,1-1-5 0,-1 3 4 15,4 2-10-15,1 5 11 0,1 3-3 0,-2 5 6 16,0 2-7-16,-2 1 4 0,2 3-2 0,-1 3 2 0,-1 0-6 16,2 3-2-16,0 1 2 0,0 1-1 0,0 1 3 15,-1 4-9-15,-1 5 4 0,-2 2-5 0,1 2 6 16,-3 4-8-16,3-3 2 0,-6 7-4 0,0 1 4 0,5 0-3 15,-3 0-4-15,-2 2 1 0,-1 0-14 0,1 0-37 16,2-4-21-16,0 1-5 0,-1 1-74 0,1 0-8 16,-2 2-15-16,0 0-2 0,0 2-80 0</inkml:trace>
  <inkml:trace contextRef="#ctx0" brushRef="#br0" timeOffset="127912.29">28304 11764 999 0,'0'-2'24'16,"0"0"1"-16,-2-2-10 0,2 0-3 0,-3-5-9 15,1 4 3-15,-2-3-3 0,-2 1 0 0,5-1-3 16,-11 1-3-16,1 3 9 0,-4 0 0 0,2 3 3 0,-1-1 5 15,-3 0 28-15,2 0-8 0,-2 0 13 0,1 0-18 16,-3-11 0-16,-1 2 2 0,1 6-3 0,1 1-12 16,-1 4 0-16,2 0-5 0,-1 4 4 0,-3 1-11 0,6 3 0 15,-3 1 3-15,7 0-2 0,-2 6 0 0,0 5-5 16,-2 10 0-16,0 0-2 0,2 3 6 0,2 6-2 16,2-2 0-16,1 6 1 0,1-8-2 0,1 1-2 15,4-3 2-15,0-7-1 0,-16 2 0 0,7-2 9 16,5-4-1-16,4-1 5 0,2-1 3 0,0-3 6 15,2-1-9-15,2 1 7 0,1-2-11 0,3 0-2 16,-1-2 0-16,-1-4-2 0,1 0 2 0,-5 1-1 0,17-3 0 16,-3-1-1-16,1-3 2 0,5-1 9 0,-3 11 4 15,3-2 2-15,4-3 12 0,2-4-16 0,0-4 2 16,0-2-6-16,-4-2 0 0,2-2-9 0,-4 1 6 16,2-3-7-16,-1 1 5 0,-7 0-3 0,-1-1-6 0,-6 3 3 15,-1-1-3-15,-4 4 4 0,3-7 0 0,-5-2 2 16,0 0-6-16,0-1-1 0,7-1 0 0,-2 0 0 15,-1 0 0-15,-4-1 1 0,-2-3 2 0,0 0 0 16,-4 4-2-16,-2 0 4 0,1 4-1 0,-3 0 2 16,-3 1-1-16,-7 3-1 0,-3 1-2 0,-3 2 0 15,6-4 1-15,-5 5 0 0,3-1 3 0,5-9-3 16,2 3-2-16,6 4 0 0,3 3-4 0,0-1 3 0,1 2-5 16,-1 0-1-16,0 0 5 0,2 0-3 0,0 0 8 15,1 0-5-15,1 0 2 0,0 2-4 0,1-1 2 16,1 1 1-16,0-2-2 0,24 10 2 0,0-5 0 0,2-1-1 15,5-2-4-15,-1-2 3 0,3-2-2 0,4-2 1 16,-5-1 5-16,-1-3-2 0,-1-1 0 0,-1-4 0 16,-1-2 0-16,0-2 1 0,-4 4 7 0,-2 0-7 15,-2 0-1-15,-5 4-1 0,-2 0-1 0,-6 3 6 16,-4 2-3-16,-1-1 5 0,5-8-1 0,-3 4 4 16,-4 5-5-16,0-4 4 0,-2 5-4 0,0-3 0 0,0 2 1 15,-2 1-2-15,-2 1-7 0,-16-7 4 0,-8 3 1 16,0 6 1-16,4 2 3 0,2 3-7 0,1 3 0 15,6-3-1-15,2 3 4 0,4-3 4 0,2 1-3 16,3-2 2-16,2 7-6 0,-9 4-1 0,3 1 1 16,5 1 0-16,1 0 7 0,2-6-4 0,4 2 2 0,3-2-2 15,2 2 3-15,19 2-6 0,6-4 2 0,-3 4-4 16,1-2 6-16,-3 0-3 0,5 2 6 0,-6 0-4 16,0-2 6-16,-1 0-5 0,-4-2-3 0,-3 2 0 15,-3-4-2-15,-2 2 5 0,-8-1 4 0,-1-5 0 16,5 1 3-16,-9-3 26 0,3-1-7 0,-1 2 14 15,-2 0-14-15,-2-1-23 0,-2 1 5 0,-2 0-10 16,-22 11 0-16,-11 0 0 0,2-4-6 0,-2-4 4 0,1-1-8 16,1-4-14-16,4-1-15 0,3 1-2 0,2-2-78 15,7 0-55-15,2 0-10 0,6 0-19 0,4 0-85 0</inkml:trace>
  <inkml:trace contextRef="#ctx0" brushRef="#br0" timeOffset="128327.58">29259 11572 465 0,'0'0'61'0,"-2"-2"89"0,0 1-85 16,0-1 4-16,-2 0-16 0,-5-2 11 0,-4 0-33 15,-4 1 10-15,2-1-4 0,4 2 3 0,0 0-15 0,6 2 3 16,1 0-5-16,2 0 2 0,-2 0-17 0,1 0 18 15,1 0-2-15,0 0 9 0,2 0 18 0,2 0-8 16,0 0 2-16,9 0-5 0,22 0 6 0,2 0-7 16,6-2 6-16,4-1-6 0,1-1 4 0,4 0-7 15,6-1-5-15,2-1-1 0,-1 2-14 0,3 1-5 16,-7-1-1-16,3 0-2 0,-6 2-4 0,-7 1-11 16,-8-1 3-16,-9 2-8 0,-2 0-6 0,-5-2-20 15,-4 0-16-15,-6 2-6 0,0-2-91 0,-5 2-80 0,0-2-21 16,0 0-26-16,-3 1-137 0</inkml:trace>
  <inkml:trace contextRef="#ctx0" brushRef="#br0" timeOffset="128582.84">29695 11266 1108 0,'0'0'31'16,"0"0"3"-16,0-2-9 0,0 0-4 0,0 0-10 0,0 2-3 15,0 0 0-15,0 0-5 0,0 0 4 0,0 0-3 0,0 2 25 16,0 2-1-16,0 5 8 0,-4 17 5 16,0 4-9-16,1 1 3 0,-1 3-5 0,-2 3 0 0,3 4-5 15,-1 2 0-15,0 1-1 0,1 3 4 0,-1-1-7 16,-4 2-1-16,3-3-3 0,3 3-14 0,2-5 4 16,0 1-4-16,4-3 3 0,-2-4-10 0,1-5-8 15,1-2-3-15,-2-1-3 0,-2-5-39 0,0-1-131 16,0-5-7-16,-2-3-66 0,-2 4-266 0</inkml:trace>
  <inkml:trace contextRef="#ctx0" brushRef="#br0" timeOffset="130222.52">18852 9465 64 0,'0'0'26'0,"0"-2"8"0,0 0 22 16,0-2 3-16,0 1-2 0,-2-14-10 0,0 0-2 0,0 6-4 15,0-2-9-15,0 2-14 0,0 0 11 0,1 0-13 16,-3-2-1-16,0 2 4 0,0-1-8 0,3 3 6 15,-3-4-13-15,0 2 20 0,-1-2-9 0,-1 2 13 16,0 0-5-16,-1 0 16 0,1 1-7 0,-1 1 7 16,1 2-25-16,-3-3-3 0,-6 5 1 0,0-1-2 0,1 1 1 15,-1 1 0-15,2-2-1 0,-4 3 1 0,0-1 0 16,2 2-8-16,-3-2 3 0,-4 3-4 0,-2-1 1 16,5 0 2-16,-5 0-2 0,2-13 2 0,-1 4-5 15,-3 2 0-15,-2 3-2 0,-1 2 1 0,-3 1 6 0,-1 1-2 16,-6 2-1-16,3 0-1 0,-1 0-1 0,0 2 2 15,6 0 5-15,-5-1-1 0,3 3 6 0,-2 2-4 16,1-1-5-16,3 1 2 0,3 1-3 0,2 3 4 16,-2 1-4-16,2 0 3 0,2 0-1 0,2 2 1 15,-3-11 0-15,3 22-1 0,0 6-5 0,1-1-4 16,-1 5 7-16,4 3-4 0,-3 4 2 0,1 1 1 0,-3 1 1 16,-1-2 0-16,4-2 3 0,-1-4-4 0,1 2-2 15,1-5 0-15,-3-2 1 0,2-1 1 0,1 3 3 16,-1-2-2-16,3 1-8 0,-2 3 5 0,8-1-5 15,-4 4 6-15,2-2 4 0,4 6-1 0,0 2 0 16,5 5 0-16,-3 2-7 0,3 2 4 0,-3 0-2 0,5 0 2 16,-26 4-3-16,15-6 5 0,6-1-2 0,3-5 2 15,0 1 1-15,2-3-6 0,2 3 3 0,0 1-4 16,2 1 8-16,2 1-4 0,3-2 3 0,3 5-3 16,-3-5 3-16,4 8-1 0,6-8 5 0,-2-1-5 15,1 1-1-15,1-7 7 0,-2 2-6 0,3-4 6 16,1-3-5-16,-13-3 0 0,23-1 0 0,3-2 1 0,-4-2-4 15,1 0 4-15,1 0-1 0,-2-2 2 0,4 2-9 16,-1-2 8-16,4 0-6 0,4 0 6 0,4 2-3 0,2-2-2 16,7-1 1-16,7 3-2 0,2-2 1 0,4 0 1 15,-2 2 0-15,-3-4 0 0,-4-1 1 0,-6-5 0 16,0 3-1-16,-2-8 0 0,0 2-2 0,-1-4 4 16,7-7 2-16,-2 24 1 0,5-15-5 0,4-11 1 15,4-5-1-15,2-8 2 0,0-2 7 0,-2-2-9 16,-5-1 7-16,-5-5-6 0,-5 1 8 0,-3-2-3 15,1 22 1-15,0-26-1 0,1 0 6 0,1-1-12 16,0-1 3-16,0 0-4 0,0 2 2 0,-5 1 0 0,-1-1-4 16,-5-4 3-16,-2 1-2 0,-1-5 4 0,-7-3-2 15,-1-5 2-15,-2-3-9 0,-2-1 10 0,-3-6 0 16,-4 4 4-16,-1-2-7 0,-7 0 0 0,3 2 1 0,-5 2 1 16,0 1 3-16,-1 5-4 0,-2-3-3 0,-1 0 2 15,22 3 5-15,-12-3 1 0,-6 1 1 0,-5-5-2 16,-2-3-4-16,-4-7 3 0,-1-2 6 0,-3-6-2 15,-1 2 3-15,-2 5-5 0,-6-1-1 0,-2 5-1 16,-1 4 2-16,-2 4 13 0,0 4-3 0,16 1 6 16,-27 4-6-16,-5 0 2 0,-2 0-2 0,-1 2 1 0,0-6-2 15,-4 0 1-15,-1 3 0 0,-1-1-2 0,-5 2-7 16,4 0-6-16,-2 5-2 0,-2 5-1 0,-2 8-6 16,-7 3 11-16,-8 3-4 0,-11 2 5 0,-1 3-3 0,-8 5-6 15,1-4 5-15,8 5-4 0,-1 2 9 0,8-28-9 16,3 21 1-16,-4 7-6 0,-6 6-15 0,0 3-54 15,0 4-24-15,6 4-19 0,9 0-160 0</inkml:trace>
  <inkml:trace contextRef="#ctx0" brushRef="#br0" timeOffset="131754.44">30725 11316 79 0,'0'0'34'0,"0"-2"26"0,-2 0 2 0,2 0-7 15,-3-14-1-15,-3-5 0 0,2 1-8 0,1-2 6 16,-1 1-11-16,2 3 8 0,0-3-18 0,1 3-4 16,1-5-7-16,0-1 2 0,0 2-15 0,0-2 4 15,1-4 6-15,-1 4-3 0,2-2 7 0,2 4-2 16,-2 7-1-16,0 2-1 0,-1 2 6 0,-1 3 10 0,0 3-5 16,0 1 4-16,0 2-13 0,0 0-13 0,0-2 4 15,0 1-7-15,0 1 8 0,0 0-4 0,0 2 0 16,-1 2-2-16,-1 5 0 0,-13 38-6 0,4 1 3 15,0-1-3-15,0 7 8 0,-1-2-7 0,5 0-1 0,0 0-1 16,1-7 3-16,4-4 2 0,-2-2-1 0,3-4-1 16,-3-1-2-16,2 0 4 0,0-3 2 0,0 1 1 15,2 0 0-15,0-2 0 0,0-1 6 0,0-1-3 16,0 0 7-16,0-7-3 0,0 1 1 0,0-3 0 16,0-8 11-16,0 3-11 0,0 1 2 0,0-10-3 15,0 3 10-15,0-4 8 0,2 1 4 0,0 1 2 0,-2-2 26 16,0 0-37-16,0-2 10 0,0-2-21 0,0 0-5 15,0-7-5-15,0-23 2 0,0 1-3 0,0-6-2 16,-2 1-3-16,-2-3-1 0,1 0 1 0,-3 0 9 0,1-2-9 16,-3-3 4-16,3-4-5 0,-1-3 8 0,4 1-6 15,0-4-1-15,2 3-1 0,0 0-2 0,4 3 6 16,2 7 0-16,1 0 1 0,2 6-5 0,1 5 2 16,3 4-3-16,-2 4 3 0,0 5 0 0,-7 3-6 15,18 2 6-15,-2 1-8 0,1 4 13 0,-1 1-3 16,2 1 1-16,1 3-3 0,-1-13-7 0,-2 6 6 15,1 3 1-15,-3 4 1 0,1 2-1 0,-4 4-3 0,-2 2-2 16,-4-1 2-16,-3 1 6 0,-3 20-3 0,12-2-1 16,-4 4-1-16,-7 0 5 0,-4-1 1 0,-6 7 3 15,-3-8-5-15,-6 5-7 0,-1-1 9 0,14-6-4 16,-24-1 5-16,-2 1-9 0,0-2 9 0,-2 0-2 0,1 2 6 16,-1-7-4-16,0-4-3 0,2 0 4 0,-1 2-4 15,6 0-2-15,3-4 6 0,5 2-3 0,2-4 3 16,2 0-6-16,7 1 2 0,-5-3-2 0,7 1 1 15,-5 1-1-15,1-2 0 0,2 1 0 0,3 1 0 16,1 0 1-16,0-1 3 0,1 1 1 0,3 0 0 16,0-1 1-16,0 1-3 0,20 0-1 0,0-3 2 0,0 3 5 15,2-1-6-15,-4-3 1 0,1 3-3 0,-1-1 0 16,-2-1 5-16,2-1 0 0,-1 1 1 0,-1-1-6 16,-3 1 7-16,0-1-5 0,-2-1 5 0,-1 0-10 0,1-2 6 15,-4 0-4-15,1 1 6 0,-5 3-12 0,2 1 3 16,1-1-9-16,-3-2 4 0,0-1-26 0,3 1-89 15,-3-2 13-15,4 2-44 0,2-3-23 0,2 1-45 16,0-2-21-16</inkml:trace>
  <inkml:trace contextRef="#ctx0" brushRef="#br0" timeOffset="132109.31">31609 11398 510 0,'0'-2'73'15,"0"0"109"-15,-2-2-131 0,0 1-16 0,1-1-3 16,-5-4 0-16,4 1 1 0,-13 3-14 0,-1 2 4 0,-5-12-5 16,1 4 3-16,-6 3-12 0,0 3 3 0,-2 4-5 15,-4 2 8-15,1 4-6 0,3 1-1 0,0 4-2 16,6 0-5-16,5-1 6 0,-1 1-4 0,5-2 5 16,5-3-8-16,3 10 0 0,-7 1 4 0,5-2-1 15,0 0 8-15,1 1 2 0,2 1-2 0,2 4 4 0,2-3 5 16,6 4-5-16,1 1 3 0,6 1-4 0,2 2 5 15,-7 2-10-15,20 0 1 0,-2 1-4 0,1 1-2 16,-1-2 2-16,0 1 0 0,-3-1 2 0,-3-2 3 0,-7 2-10 16,-4-4 4-16,-3-3-5 0,-1-1 3 0,-1-9 11 15,0 2 0-15,3-3 6 0,-3-3 32 0,-2-3-2 16,-2-2 1-16,0 5-6 0,0-1-30 0,-2 1-4 16,-2-1-1-16,-14-3-1 0,-16 3-7 0,-3-4 1 15,2 1-2-15,5 1 2 0,2 15 3 0,2-8-4 16,-3-4-3-16,6-5 0 0,5-2-5 0,3 0-26 15,11 0-11-15,-1 0-11 0,1 0-88 0,0-2-34 0,2 0-20 16,1 1-3-16,1-3-65 0</inkml:trace>
  <inkml:trace contextRef="#ctx0" brushRef="#br0" timeOffset="132674.31">31808 11106 984 0,'0'-2'32'0,"0"1"-2"16,-2-3-3-16,-2-5 4 0,1-3-15 0,-1 3-2 15,2 4-7-15,0-1 6 0,0 2-6 0,0 1 9 16,1 1-15-16,1 0 2 0,0 0-3 0,0 0 7 16,0 0 3-16,1 0-1 0,1 1 1 0,0 1 7 0,2 0-6 15,0 1 4-15,1 1-5 0,6 8-7 0,-1 6 4 16,-3 10-2-16,-3 2 3 0,3 2-2 0,-1 1 0 15,-3-1-4-15,16 2 3 0,-8-5-11 0,-2 1 7 16,-3 2 1-16,-2-2 4 0,-1-2-2 0,1-2-2 16,-2 0-2-16,0-3 2 0,-2 1 7 0,-2-4-12 15,-2 3 6-15,1-3-8 0,-3-1 6 0,2-2 2 16,1-4-2-16,-1-2 2 0,0-1-8 0,2-4 5 16,0-1-4-16,-12-1 5 0,2 2 6 0,-1 5-6 0,-3 2 3 15,3-5-4-15,-4 1 4 0,0-1 1 0,1-2-2 16,-1-1 1-16,4-1 1 0,0-2 20 0,0 0-1 15,2 0 6-15,0 0-5 0,1 0-2 0,3 0-4 16,-1 0 2-16,5 0-5 0,1 0 8 0,-2 0 2 0,0 0 0 16,1 0-10-16,1 0-9 0,0 0-3 0,0 0 0 15,0 0 2-15,2 0 13 0,2 0-3 0,0-2 6 16,7 0-4-16,21-5-3 0,3 1 1 0,3 1-4 16,1-1-11-16,2 3 0 0,-6 1 2 0,-1 0-1 15,-6 0 5-15,-2 2-5 0,-2 0-3 0,-5-2 1 0,3 0 1 16,-7 0-2-16,2 1 1 0,0-3-3 0,-8 2-4 15,6-4-8-15,-5 3-11 0,-6 3 2 0,1-2-36 16,9-13-13-16,-5-2 5 0,-3 2-9 0,-2-1-8 0,-2-3-3 16,-2 1 3-16,-4 1-2 0,-1-2-2 0,-3 3-18 15,9-3 1-15,-20 2-5 0,-1-1-5 0,-6-3-23 16,2 5-4-16</inkml:trace>
  <inkml:trace contextRef="#ctx0" brushRef="#br0" timeOffset="132802.57">31626 11086 158 0,'-2'-2'79'0,"-2"0"86"0,1-3 3 0,-10-10-44 15,1 0 0-15,3 4-17 0,5 5-29 0,3 1-8 16,-3-1 1-16,0 0-6 0,2 3-22 0,-1-3-22 0,3 4-3 16,0-3-4-16,0-3 5 0,1 3-10 0,5-3 4 15,13 3-6-15,12-3 4 0,4-1-9 0,4 5 3 16,2-3-4-16,-2 5 3 0,4 0-13 0,-8-2-4 16,1-16-11-16,-1 9-95 0,-2 5-118 0,4 4-40 0</inkml:trace>
  <inkml:trace contextRef="#ctx0" brushRef="#br0" timeOffset="133455.31">32331 11338 1040 0,'0'0'26'0,"-1"-2"2"0,-1 1-10 15,0-1-7-15,0 0-6 0,0 0-5 0,0 0-2 16,0 2-4-16,1 0-1 0,-1 2-2 0,-2 0 7 16,0 2 2-16,-7 10-1 0,-4 9-1 0,4-1 3 15,0 2 0-15,2 0 1 0,1 0-1 0,1 2 5 16,1 0-1-16,3-1 2 0,-1-1 2 0,0 0 2 0,2 0 8 16,0 0-6-16,2 2 5 0,0-2 6 0,0-1-8 15,0-3 9-15,0 0-6 0,0-1 0 0,0 1 4 16,0-3-2-16,0-2 5 0,0-4-10 0,0-5 5 15,0 5-6-15,0-8-3 0,0 3 5 0,0 3-5 0,0-5 7 16,0 0 11-16,0-1 3 0,0-1 4 0,0 0-3 16,0 0-3-16,0-2-24 0,0-2 5 0,0-2-10 15,0-5 11-15,0-17-13 0,0 2 4 0,0-6-5 16,0 3 8-16,0-1-2 0,0-2-5 0,0 4 1 16,0-4-4-16,0 4 6 0,0 0 0 0,0 2 1 15,0 2-6-15,0 1 0 0,0 3 0 0,0 3 1 0,0 2 5 16,0 2-4-16,0 2 3 0,0-1-4 0,0 5-3 15,0 3 3-15,0 0-1 0,0-2 1 0,0 2-8 0,0 1 4 16,0-1-1-16,4-2 2 0,0 0 3 16,-2 4-6-16,11-7 2 0,0 1-2 0,2 3 5 0,-1 1 0 15,1 2 1-15,0 0 0 0,-2 3-4 0,0 3 0 16,0 1-1-16,-2 3 3 0,0-1 8 0,-1 10-9 16,-3 1 6-16,2 2-7 0,-3-1 3 0,0 1 6 15,-3-2-5-15,3 3 5 0,-2-1-3 0,-3-2-5 16,1 1 3-16,11-3-4 0,-3 1 11 0,-5-2-8 15,-1 1 7-15,-4 3-7 0,0-1 10 0,-4-1-3 0,0-3 0 16,-1-1 0-16,-3-2 7 0,-1 2-7 0,4-6 4 16,-14 1-5-16,-1 1 10 0,-1-9-4 0,1 3-5 15,1-1 1-15,1-2 1 0,-1 11-7 0,-1-2 10 16,1-4-10-16,-1-3 5 0,1-2 0 0,-1-2-4 0,-1-2 2 16,4-2-14-16,3-1-10 0,1-1-7 0,3 1-3 15,1 1-40-15,-2-11-56 0,0-2-2 0,3 1-19 16,3-1-22-16,1-5-67 0,6 3-17 0</inkml:trace>
  <inkml:trace contextRef="#ctx0" brushRef="#br0" timeOffset="133859.69">32439 11073 394 0,'0'-2'75'0,"0"0"142"0,-2 0-169 0,0 0-12 0,1-1-6 15,-1 1-2-15,0 0-16 0,0 0 9 0,0 0 3 16,0 0 2-16,0 1 13 0,2-1 2 0,0 0 3 0,0 0-2 15,0 2-1-15,0 0 15 0,0-2-2 0,2 0 7 16,0 0-1-16,2 1-16 0,9-3-4 0,11-2-5 16,4 1-21-16,-2 3-9 0,0-2-1 0,0 2-2 15,-4 0 0-15,-2 2 1 0,3 0-3 0,-5 0 2 16,-1 2-7-16,-4-2 10 0,-2 2-4 0,-3-2 5 16,1 0-17-16,-4 0 4 0,1 0 1 0,1 0 0 0,-3 0-7 15,0 0-21-15,0 0-11 0,-1 0-7 0,1 0-62 16,-2 0-49-16,0 0 9 0,0 0-19 0,-2 0 19 15</inkml:trace>
  <inkml:trace contextRef="#ctx0" brushRef="#br0" timeOffset="134047.94">32447 11331 558 0,'0'0'70'0,"0"0"2"0,0 0 15 16,0 0-17-16,0 0-8 0,0 0-27 0,0 0 3 0,0 0 1 15,1 0 2-15,1 0 16 0,0 0-17 0,2 0 4 16,0 0-9-16,9-2-6 0,5-2 5 0,1 1-6 16,5-1 5-16,-4 2-19 0,4 0-7 0,8 0-1 15,-10 0-3-15,2 1-1 0,-3-1-10 0,-3 0 0 16,5 0-9-16,-3 0-44 0,4 2-66 0,-3-2-4 0,-1 0-19 16,-1 1-24-16,-3-3-53 0</inkml:trace>
  <inkml:trace contextRef="#ctx0" brushRef="#br0" timeOffset="134577.6">33174 10980 739 0,'0'-2'83'0,"-1"-2"158"0,-3-7-198 0,0-2-14 15,0 4-6-15,3 3-1 0,-1-1-11 0,0 3 3 16,0-1-1-16,0 1 0 0,0 0-12 0,0 1 9 15,1-1-4-15,-1 2 4 0,0 0-10 0,0 0 0 16,0 0 3-16,0 1-1 0,0-1 7 0,1 0-9 16,-1 2 2-16,0 0-2 0,0 2 0 0,0 0 6 15,0 1 1-15,-1 7 2 0,-3 10 0 0,0 4-5 16,3-2-4-16,-1 1 0 0,0-1 2 0,2 4 6 0,1 0-4 16,-3 4 3-16,0-1-10 0,2-3 4 0,0-2 3 15,1-3-1-15,-1 1-7 0,0-1 10 0,0-3 1 16,2 1 4-16,0-4-1 0,0-2 5 0,0 1-7 15,0-1 6-15,0-1 0 0,2-1-1 0,0 0 1 0,1 0-3 16,1 0-3-16,0-2 8 0,0 1-1 0,-3-5 2 16,3 1-5-16,0-1-1 0,-2-1-4 0,5 0 2 15,4 5 2-15,0-1 2 0,1-3 6 0,2 1-4 16,-1-3 10-16,2-1 2 0,0-2-6 0,0 0 3 16,4-2-12-16,-5 1 2 0,1-3 2 0,2-2 0 0,-2 1-4 15,0-3 4-15,-2 1-7 0,0-1 5 0,-4 3-9 16,-4 1 2-16,3-3 4 0,1-10-3 0,-1 2-8 15,1 0 7-15,-2-1-3 0,6-3 5 0,-2-1-3 0,-1-6-3 16,-7 0 0-16,-1-2 0 0,-2 0 9 0,0 0-4 16,-2-3-1-16,-3-1-1 0,-1 0 1 0,-1 1 7 15,-2-1-5-15,-1 4 4 0,-1-1-4 0,0 5-4 16,0 3 7-16,0 4-6 0,3 3 1 0,-12 2-22 16,-2 3-4-16,-1 4-9 0,-1 1-37 0,-2-13-176 15,-3 6-100-15</inkml:trace>
  <inkml:trace contextRef="#ctx0" brushRef="#br0" timeOffset="135861.87">25603 13123 37 0,'0'0'27'16,"0"0"22"-16,0 0 49 0,0-2 15 0,0 0-8 0,0 0-23 15,-2 0-26-15,0 0-6 0,0 0 4 0,0 1-8 16,-1-1-13-16,-3 0 6 0,-5-4-8 0,0 3 8 0,0-1 8 16,-2 0-1-16,0 0 4 0,-2 1 10 0,2-1-6 15,-2 0 3-15,-2 2-5 0,2 1-5 0,0-1 0 16,2 0 3-16,2 0-3 0,-2 0-15 0,2 0-3 15,2 2-3-15,-2-1 2 0,3 1-4 0,6 0-4 16,-1 0-4-16,-1 0 2 0,0 0-1 0,2 0-5 16,-1 0 5-16,-1 0-6 0,0 0-1 0,1 0-10 15,1 0-1-15,0 0-3 0,0 0 2 0,0 0 3 16,2 0 3-16,0 0 0 0,2 0-2 0,0 0 0 0,2 1-4 16,14 3 3-16,12 0 4 0,5 1-4 0,4-1 3 15,8 0-4-15,3-1 4 0,11 1-2 0,6-2 4 16,5 0-3-16,6-2 6 0,6 0-8 0,-3 0 4 15,3 0-3-15,3 0 12 0,6 0-8 0,5 0-2 0,12 0-1 16,0 0-4-16,3-2 5 0,0-2-2 0,-2 1 5 16,10-1 0-16,5 0-8 0,8 0 5 0,0 1-5 15,-1-3 8-15,1-1-3 0,4-1 0 0,8 1-2 16,5 3 0-16,-1-3 0 0,-3-2-2 0,1 1 1 16,8-1 1-16,4 0 2 0,1-1-1 0,-6 1 0 15,2-2-10-15,5 2 10 0,-4-1-6 0,-4 3 7 0,-13-1-2 16,0 7-2-16,-2-1 3 0,-5 0-4 0,-2 0 0 15,-13-2-1-15,-8 1 0 0,-1 3 1 0,-6 0 6 16,3 1-4-16,-5 1 4 0,-7 4-5 0,-4-2-1 0,-11-3 1 16,-6 3-3-16,-7-2 3 0,-4 2-6 0,-2 1 10 15,3 1-3-15,-5-1 5 0,-3 1-7 0,-8-4 2 16,-7 0 2-16,-4 0 0 0,-2-1 2 0,-7 1-2 16,-8-2-3-16,-5 0 2 0,-5 0-3 0,-3 0 1 15,0 0 4-15,-3 0-1 0,0 0 7 0,0 0-1 16,-3 0-4-16,1 0-1 0,-2 0-20 0,0 0-14 15,-2-2-4-15,1 1-4 0,-14-3-17 0,-21-4-29 0,-1 5-8 16,-5-1-13-16,-12 2-74 0,-6 2-208 0</inkml:trace>
  <inkml:trace contextRef="#ctx0" brushRef="#br0" timeOffset="136400.72">24414 13427 1336 0,'-2'-2'51'0,"1"0"-8"0,-1 1-17 16,-2-3 14-16,0 0-35 0,1 0 0 0,-1 3-18 15,0-1 1-15,2 0-8 0,0 0-1 0,1 0 13 0,-1 0-2 16,0 0 7-16,2 1 1 0,0 1 1 0,0 0 1 16,2 0-1-16,1 0-1 0,-1 0 5 0,17 1 0 15,1 1 3-15,4 2-1 0,6 2 6 0,2-1 3 16,3 3-1-16,4-1-7 0,4 2 10 0,9 2-12 15,9 2 13-15,10 2-1 0,12 0 8 0,10 0 1 0,5-6 0 16,6 2-1-16,6-1-5 0,5-3 6 0,22 1-5 16,10-7 2-16,16 1 3 0,8-2-4 0,11 0 2 15,11-5-9-15,6-6-2 0,9-2 2 0,9 0-2 16,4-2 5-16,11-2 1 0,13-3 1 0,-1-3-1 16,2 7-7-16,13-3-6 0,-1 2 1 0,-6 1-2 15,8 1 8-15,-6 4-7 0,-10-1 0 0,1 5-3 0,-11 0-2 16,-8 3 2-16,-7 0-4 0,-5 4 3 0,-14 0-1 15,-8 4 0-15,-10 1 1 0,-19 5 1 0,-7-1 7 0,-9 4-10 16,-14 0 1-16,-21 4-4 0,-14-1-8 0,-16 1-15 16,-10 2-44-16,-10 1 6 0,-9 1-182 0,-2-20-257 15</inkml:trace>
  <inkml:trace contextRef="#ctx0" brushRef="#br0" timeOffset="170237.79">32233 10657 22 0,'0'0'0'0,"0"-2"6"0,-2 0 67 0,0 0-2 0,0-1 8 16,-1-1-26-16,-3-2-4 0,-9-1-9 0,-5-4-4 16,3 0 6-16,-1 1-8 0,-7-1-14 0,5 2 5 15,-8 0-6-15,0-4 15 0,2 1-4 0,-3 1 1 0,3-2-2 16,0 6 6-16,2-2-2 0,1 1-3 0,5 3-1 15,-3-1-12-15,1 2 2 0,-1 1-1 0,1 1 1 16,0-2 5-16,1-9-8 0,0 4 6 0,1 1-8 16,-1 5-6-16,1 1 2 0,-1 2-7 0,-1 2 6 15,-1 1-6-15,5 3-3 0,-5 3 3 0,1 1-3 16,1 1-1-16,-1 4 4 0,-3-14-3 0,3 20 4 0,-2-3-5 16,-1 3 1-16,3 1 0 0,-2-2 0 0,-1 6 0 15,3 0 2-15,0 2 4 0,5 2-4 0,0 2-2 16,4 1 7-16,-2 2-6 0,9 6 6 0,-5-2-15 0,-15 8 10 15,11 1-1-15,5 0 5 0,6 8-2 0,2-4-4 16,4 2 0-16,2-4 0 0,-1-8 2 0,1 1-2 16,1-6 5-16,3 0-5 0,3 2 0 0,1 0 3 15,5 2-3-15,-15 0 5 0,25 4 3 0,1-3 2 16,0 5-6-16,-4 1 3 0,0-3-7 0,0 1 2 16,0 0 4-16,-2-7 0 0,2 2 5 0,0-5-3 15,-2-3-4-15,2-1 2 0,0-6 3 0,-2 0 1 0,0-2 2 16,2-4-3-16,0 4-3 0,6-5 10 0,-4-1 0 15,3 1 2-15,5-6-2 0,-9 0-1 0,7 0 2 16,-10-6 0-16,0 3 4 0,2-3 2 0,0-1-3 16,2-3 4-16,-2 1 2 0,2 15-9 0,0-8 1 15,1-4-4-15,5-3-6 0,-6-4 12 0,-1 0-6 0,3-4 6 16,0 1-15-16,0-5 2 0,-1 1 6 0,-1-3-3 16,0-1 1-16,0 0 3 0,-2-2-6 0,-2 0 6 15,2-2 2-15,-2-1-4 0,2 10 8 0,2-16-7 16,-8-4 5-16,3-2-10 0,-5-4 0 0,-1-3-2 15,1-2 1-15,-6-2 2 0,1 0 0 0,-10-4 0 0,8 2 3 16,-3 2-7-16,-1-5-1 0,1 3 0 0,-1-2 0 16,-1 2 3-16,-4 1 0 0,-1 1 0 0,1 0-7 15,0 1 7-15,20 1-3 0,-9-2 5 0,-9 0-7 16,-4 0 11-16,-4-5-4 0,-3-3 7 0,-4-1 1 0,0-2 0 16,-2 2-2-16,-4-4 1 0,2 5-4 0,-5-3 3 15,-1 6 3-15,1 6-2 0,16 1-3 0,-22 8-7 16,-2 3-2-16,2 1 0 0,2 7-4 0,2 1-9 15,0 4-4-15,1 4-4 0,-1 3-28 0,0 3-68 16,-1 1-13-16,-3-15-26 0,0 6-95 0,-1 5-170 16</inkml:trace>
  <inkml:trace contextRef="#ctx0" brushRef="#br0" timeOffset="172345.77">20304 5523 2 0,'-2'-2'11'0,"0"0"26"16,0-1 19-16,-9-14 2 0,-6-7-5 0,-1 0-29 0,-3 11-13 15,3-6 4-15,-3 6-4 0,-1 0-1 0,3-2-6 16,-1 4-5-16,-1-2 1 0,-1 2 0 0,2 0 4 16,-4 2 3-16,-1-1 0 0,-2 7 4 0,-3-3 6 15,-4-1-6-15,-1 3 5 0,2-17-11 0,-1 10 11 16,1 6-1-16,-8 5 3 0,-2 2-14 0,-3 7 10 16,-6 6-10-16,7 1 10 0,1 5-12 0,3-19 5 15,0 31 5-15,-2 4-3 0,4 2-3 0,-1 0 2 0,-5 0-6 16,2-2 5-16,-1-1-7 0,-4 1 0 0,7-4 4 15,2 4-3-15,3-1 1 0,5-1 1 0,-4 4-4 16,7 0 3-16,-2 2-2 0,10 3-2 0,-1 5-1 0,4 3-1 16,4 1 6-16,6 5-1 0,3-1 4 0,-22-3-4 15,15-2 7-15,9-5-8 0,2-3 5 0,8-1-5 16,5-2 16-16,5 5-10 0,6 1 7 0,-18 3-8 16,31 4 7-16,2 3-10 0,4 6 0 0,3 0-2 15,3 1 6-15,3 2 7 0,0-10-4 0,0-6 5 16,1-5 1-16,5-12 8 0,5 1 5 0,4-8-2 0,7-4-3 15,4-7 13-15,2-2-8 0,0-8 10 0,-6-3-3 16,-3 28 5-16,-1-23-3 0,1-8 1 0,-1-11-10 16,6-4 1-16,6-5 0 0,0-5-1 0,0-3-8 15,-3 21-1-15,-8-38-2 0,-4-14 0 0,-4-5-3 0,-9-5 4 16,-4-3-3-16,-6 3 2 0,-5 1-7 0,-5 4 2 16,-4-2 4-16,-6-1-2 0,-6-3-4 0,-7-9 10 15,-7-5-9-15,28-8 11 0,-25 0-7 0,-12 6-4 16,-8 5 4-16,-8 13-6 0,-3 6-16 0,-2 6-48 15,20 5-17-15,-31 7-19 0,-4 6-156 0</inkml:trace>
  <inkml:trace contextRef="#ctx0" brushRef="#br0" timeOffset="207236.81">12789 13427 268 0,'-3'-2'0'0,"-21"-9"25"0,-10-15 217 0,4 4-97 16,3 5 4-16,1 2-125 0,0 0-2 0,-4 1-7 15,2 1-5-15,-2 0 0 0,2 1-13 0,-1 1 6 16,-1 2 8-16,-2 0-1 0,-1-1 20 0,-2 1 0 0,-4 0-4 16,-6 0 3-16,1-1 7 0,-8 1-10 0,-4 0 10 15,-2 1-11-15,-5 1 0 0,4-1-4 0,3 1-1 16,2 1 1-16,0 1-2 0,1 1-3 0,-1 2-7 0,-6-1 3 15,-3 1-4-15,-7 0-2 0,-3-28 4 0,-5 15-4 16,-2 10-2-16,2 1 5 0,2 2-1 0,8 0 3 16,5 1 1-16,-1 1 3 0,3 0 1 0,-4 1 0 15,-7 1-1-15,-6 2 9 0,-2 0-9 0,0 1 7 16,2 3-11-16,9-3 7 0,3 4 1 0,2 3-1 16,3 1-10-16,-2 1 5 0,-6 5-2 0,1 1 4 15,-5 3 2-15,-5 3-1 0,8 0-1 0,-1-24 1 0,6 37 5 16,8 7-10-16,3 6 6 0,5 6-8 0,5 1-2 15,3 2-2-15,-2-1-4 0,6-1 2 0,-2-5 2 0,0-4-4 16,8 2 4-16,-1-4-5 0,-1 1-8 0,10 1 6 16,3 0-2-16,3-4 4 0,8 8-3 0,3 4 3 15,3 1-2-15,-25 2 2 0,15-3-4 0,11-2 3 16,6-3 0-16,9-2 2 0,5-1-1 0,-16-4 2 16,32-3-2-16,6 1 2 0,3 1 1 0,0 0 3 15,-1-3-5-15,1 1 4 0,5-2-4 0,6 0-1 16,6 1 4-16,10-3-4 0,6 2 0 0,10-7 6 0,1-3-7 15,2-3 7-15,-3-4-6 0,-3-2-3 0,1-3 9 16,5-2-7-16,11-4 5 0,12 2-2 0,4-6-2 16,-2-7 2-16,-7 0-1 0,-4 31 3 0,1-26-7 15,11-8 6-15,5-9-3 0,10-1 0 0,-7-2 4 0,-6-4-3 16,-2 3-1-16,0-7 4 0,11 1-4 0,-1-1 4 16,-1-3-3-16,-9 0 2 0,-13 2 0 0,0-8 1 15,4 2-3-15,4 0 0 0,-1-1 2 0,-3-1-1 16,-9 0 4-16,-14 1-6 0,-7 27 2 0,-5-34-2 15,0-1 3-15,-3 0 3 0,5 0-4 0,-1-4 3 16,-9-3-1-16,-3-8 6 0,-10-6 0 0,-8-3 2 0,-1-4-4 16,-7-4-2-16,-6-2 3 0,-8-1 0 15,-5 2 11-15,-4 5-10 0,-7 1 6 0,24 5-7 0,-15 0 5 16,-13-1 0-16,-8-5-3 0,-7 0 3 0,-9-2 0 16,17-1 10-16,-42 3-4 0,-10 5 6 0,-10 3 6 0,-9 8-16 15,-7 9 0-15,-12 4-7 0,1 7-10 0,-10 6 3 16,-9 7 5-16,-19 6-3 0,-9 7-9 0,-7-36-13 15,-8 37-10-15,-11 18-1 0,-5 12-43 0,-1 9-21 16,4-29-17-16,19 53-9 0,7 12-156 0</inkml:trace>
  <inkml:trace contextRef="#ctx0" brushRef="#br0" timeOffset="209125.59">20077 13227 256 0,'0'0'117'0,"-2"-2"-41"0,0 0 39 0,0 0-3 16,1 0-82-16,-3-2-17 0,0 1-8 0,0-3 4 15,-5-3-5-15,-2 0 7 0,2-3-5 0,-2 3 3 0,-1 0-6 16,-2-2-7-16,-1 1 4 0,-2-1-1 0,-3-2 3 16,-3 2 0-16,-3 0 12 0,-1-4-2 0,-5 4 6 15,6-2 6-15,15 4-1 0,-15-2-2 0,4 1 0 16,-6 1-4-16,-19 0-8 0,12 0 7 0,-2-1-8 15,2 1 1-15,-1 5 2 0,3 1-11 0,-1 1 8 16,1-2-2-16,-2 2 0 0,-2-20 0 0,-1 9-2 0,-2 4 1 16,-5 5 10-16,1 2 4 0,-10-2-1 0,-4 2-10 15,1 1 7-15,-7-1 0 0,9 2 3 0,-3-2-7 16,4 0-3-16,4 0-4 0,0 2 4 0,2 0 1 0,0 2-5 16,-4 2-6-16,-2 3 2 0,-4 2 1 0,-11 1-4 15,1-1 4-15,-5 0-5 0,-1-1 8 0,9-3-5 16,-2 1 2-16,4-1-3 0,7 1 8 0,3 0-6 15,1 1 1-15,0 2-2 0,-4 1 2 0,-2 1 2 16,-3-2 1-16,-4 2-1 0,-4 0 5 0,-1 2 1 16,1 0 0-16,2 0 1 0,8 0 2 0,-1 4-4 15,5 1-4-15,-5 3 0 0,-1 3-6 0,-6 4 8 16,-3 2 0-16,-6-1 3 0,1-25-5 0,-1 33-4 0,4 4 4 16,7 7-3-16,3 1 8 0,7 3-9 0,1 3 1 15,2-5-2-15,-2 4 2 0,-2-7 4 0,1-1-5 16,1-3 2-16,0-6-2 0,8 4 0 0,1-2 2 0,10 5-1 15,-1 1 2-15,5 5 3 0,5 4-1 0,4 3 1 16,-1 5-4-16,5 3 9 0,3-2-7 0,2-2 9 16,5-2-9-16,5-5 1 0,-23-2-1 0,15-3 0 15,7-1-4-15,6 2-1 0,7 0 3 0,4 4-1 16,6 4 5-16,3 3-9 0,6 6 3 0,-23 5-5 16,32-1 9-16,6-1-6 0,4-3 0 0,-1-6-3 0,6-3 7 15,0-4-4-15,4-6 2 0,-1 0-3 0,-3 2-3 16,4 0 8-16,0 1-5 0,5 1 7 0,6-4-2 15,7 6-1-15,12-4-2 0,-3-6-1 0,4 3 3 0,-3-6-2 16,-8-4 8-16,4-6-7 0,-4-3 9 0,6-4-8 16,7-1 1-16,4-1-2 0,3-5 8 0,1-3-5 15,-6-4-1-15,-6-5-1 0,-1 1 12 0,1-4-6 16,8 31 2-16,11-20-5 0,5-11-4 0,1-6 6 16,-8-5-2-16,-5-4 4 0,-4-6-3 0,9-1-1 15,2-2-1-15,7-4 0 0,2-4-3 0,-9-3 9 16,-5 29-5-16,-10-44 4 0,-2-2-7 0,8-6-1 15,3-5 9-15,2-1-8 0,4 1 4 0,-9-2 1 0,-6 2-6 16,-5-1 5-16,-12-1-1 0,-1-13 2 0,1-7 3 16,2-14-3-16,-1-9-7 0,-1-2 4 0,-3 6-2 15,-6 4 5-15,0 5 3 0,-13-3-2 0,-9-5-1 16,-9-5 1-16,-4-3 6 0,-8 5 0 0,-7 9 5 0,-6 14-2 16,23 10 8-16,-21 8 0 0,-10 3-4 0,-11 5 2 15,-4-1-9-15,-8 0 4 0,20 6-2 0,-37 2 0 16,-15 2-20-16,-11 3-15 0,-7 6-2 0,-9 7-4 15,-1 8-11-15,1 11-27 0,-3 5 1 0,3-26-16 16,-5 27-69-16,-1 10-193 0</inkml:trace>
  <inkml:trace contextRef="#ctx0" brushRef="#br0" timeOffset="209701.97">21937 15269 784 0,'-3'-2'46'0,"-8"-2"4"16,-36-20-7-16,3 2-11 0,8 3-10 0,1 3-15 15,-2 1 1-15,0 0-4 0,3 4 3 0,1 2-10 16,0 1 3-16,-1 3-4 0,-1 3 4 0,-2 0 1 15,-2 2 6-15,0 0 4 0,-6 4 0 0,6-3 3 16,2 3 3-16,-4 2 5 0,13-1 0 0,-1 1 8 0,1-2-4 16,11-1-2-16,0 1 1 0,6-2 2 0,4 0-16 15,3-2 3-15,0 2-8 0,1-1-4 0,1 1 2 16,0 2 0-16,0 0 3 0,2-1 4 0,0 1 2 16,8 5-8-16,42-3 7 0,0 1-12 0,11-3 7 15,0 24-2-15,4-13 4 0,10-8-7 0,-1-1 5 16,4-2 0-16,9-1 1 0,17-1-2 0,6-2 14 15,5 0-5-15,0-4 7 0,-9 3-7 0,5 1 3 0,12 3 2 16,7 1 0-16,5 0 2 0,-1-1-9 0,-10-1 2 16,-5-2-4-16,2 0 3 0,12 4 1 0,-3 0 0 15,-1 1 0-15,-9-1-3 0,-20-2-3 0,3 3-5 0,-5-3 1 16,-1 4-5-16,1-1 9 0,-11 1 1 0,-11 1 1 16,-7-3-16-16,-15 0-91 0,-8 0-23 0,-9-1-65 15,-3 3-503-15</inkml:trace>
  <inkml:trace contextRef="#ctx0" brushRef="#br0" timeOffset="-19140.72">18287 5911 256 0,'0'0'-42'0,"0"0"26"0,0 0 10 16,0 0-1-16,0-2 33 0,0 0-6 0,0 1-19 15,0-1 3-15,0 2-2 0,0-2 13 0,0 2-14 16,0 0 8-16,0 0-9 0,0-2 21 0,0 2-2 16,0-2 1-16,0 0 0 0,0 2 13 0,0 0-16 15,0 0 9-15,0 0-11 0,0-2 13 0,0 2-13 16,-2 0 2-16,2-1-5 0,-2 1 13 0,1 0-14 0,-1 0 4 16,0 0-7-16,-2 0 8 0,0 0-7 0,-1 0 7 15,-4 1-8-15,-6 3 0 0,-2 0 6 0,4 0-7 16,-6 3 7-16,3 0-3 0,1 1 1 0,-6 3 0 15,7-2 0-15,2-1 0 0,1-1 1 0,0-3-7 0,0 13 3 16,-2-4-5-16,4 1 2 0,1-1 3 0,1 0-5 16,-1 0-10-16,1 0 13 0,0 0 0 0,1 2 6 15,-5 2 2-15,4-4 6 0,-1 2-9 0,4-4 8 16,3-2-7-16,-1 0-1 0,2 1 6 0,0-3-4 16,0-3 10-16,0-2-9 0,0 1 1 0,2 3-4 0,-1 0-1 15,3-1-1-15,-2-1 5 0,4 0-4 0,6-1 4 16,-2 5-6-16,-1-3 1 0,2 1-2 0,-2-4 4 15,3 0 9-15,-5-2-4 0,2 0 7 0,-3 0-2 0,-1 0 4 16,3-2 0-16,-3 0 0 0,7-6-6 0,-7 5-4 16,1-7-2-16,-3-4-2 0,12-7-6 0,-7 8 3 15,-1-2-3-15,1-1 2 0,-3 1-7 0,-1 2 2 16,0-2 1-16,-3 2 0 0,-1 2-3 0,0 0 4 16,0 1-2-16,0 5 3 0,0-3-6 0,0 5-4 15,0-5 4-15,0 3-3 0,0 1 11 0,0 2-11 16,-1-2 3-16,-1 1-4 0,-2-1 2 0,0 2 0 15,1 0-3-15,-10-1 3 0,-2 1 1 0,0 2-7 0,2 2 8 16,0 1-5-16,-2 5 4 0,4-1 2 0,-2 2-6 16,5 14 5-16,1 3-1 0,-2-6 1 0,3 4 0 15,4-5 1-15,0-3 4 0,-9-1-9 0,2 2 5 0,4-6-5 16,1 2 3-16,2 0 5 0,2-2-4 0,0 0 4 16,0-1-7-16,0-3 6 0,0-3 0 0,2 0 2 15,0-1-7-15,11-1 11 0,5 0-8 0,3 13 10 16,-7-8-6-16,7 1 1 0,-1-5 4 0,-3-3-3 15,3-1 1-15,-3-3-1 0,0-2 2 0,1-1-1 0,1-2 1 16,-8 3-1-16,4-3-3 0,-4 1 3 0,-3 5 0 16,3-9 3-16,-8-6-2 0,12-3 2 0,-7 5-1 15,-3-3 4-15,-1 4-3 0,-2 2 0 0,-2 0-11 0,0 2 9 16,-2-4-3-16,0 6 4 0,-2 0-1 0,3 1-12 16,-1 5 5-16,-2-3-6 0,2 2 6 0,-7 3-9 15,0-7-1-15,-1 3-5 0,1-1-1 0,0 2-25 16,-4 1-2-16,2 3-12 0,-4 0-40 0,4 1-143 15,5 1-62-15</inkml:trace>
  <inkml:trace contextRef="#ctx0" brushRef="#br0" timeOffset="-18284.3">19401 6637 337 0,'0'0'53'16,"0"-2"-2"-16,-2 0 21 0,0 1-6 0,1-3-9 16,-1 0-22-16,0 0-14 0,2 3-3 0,0-1-3 15,-2-2-11-15,-2 0-1 0,1 1-1 0,-1-1 1 16,2 0-2-16,0 2 3 0,0 0-4 0,0 1 1 15,1-1 0-15,-1 0 6 0,0 0 4 0,0 0-2 16,2 0 12-16,0 2-1 0,0 0 3 0,0 0-3 0,2 0 0 16,0 0-4-16,1 0-3 0,9 0 0 0,8 2 2 15,2 2-6-15,4 1 1 0,0 1-3 0,0 1-4 16,4 3-8-16,-2-1 8 0,0 2-6 0,-4 0 3 0,2 2 6 16,0 0-5-16,-2 0 8 0,6 4-8 0,1 0 2 15,-5-3-2-15,2-12 3 0,-2 21-5 0,-7-1 10 16,3 6-6-16,-7-4 8 0,3 7-9 0,-3 1-4 15,-4 0 3-15,2 3-2 0,-3-2 10 0,-1 1-8 16,0-1 0-16,-1-1-1 0,-1-1 3 0,-3-3 3 16,1-4 0-16,-1 2 0 0,0-3 0 0,-2 1-3 15,14 2 7-15,-5 0-5 0,-3 0 7 0,-4 0-8 0,-3 1 0 16,-1-1 0-16,0 6 1 0,-1 1 9 0,-3-1-6 16,-2 5 6-16,-1-3-6 0,-1 3 0 0,-1 0 2 15,0 2-2-15,-2 2-1 0,0-4 0 0,-2 2-2 16,0-6-1-16,-2 1-8 0,2-3 10 0,-2-3 0 0,2-2 4 15,2-4-2-15,0-3 0 0,0-2-1 0,1-4 2 16,5 0 5-16,-8 0-5 0,2-2 5 0,-4-2-5 16,4 0 4-16,1-1-10 0,-3-1 4 0,0-1-4 15,-2-1 5-15,1 1-4 0,-5-1 1 0,0-1-3 16,3 0-3-16,1 0 4 0,2-1-8 0,5-1 6 16,-1 6-19-16,0-3-4 0,1-1-28 0,5-2 3 0,-3 0-124 15,2-1-54-15,3-1-48 0</inkml:trace>
  <inkml:trace contextRef="#ctx0" brushRef="#br0" timeOffset="-17972.17">19505 8024 563 0,'0'-2'157'0,"0"0"-182"15,-2-1 181-15,2 1-91 0,-3-8-33 0,1 3-15 16,2 3-2-16,-2 1-2 0,0-1-3 0,0 2-9 0,0 0 0 15,0 0-1-15,2 1-1 0,0 1 2 0,0 0-4 16,0 1 3-16,0 1-11 0,0 2 13 0,0 18-3 16,-1 0 5-16,-1-1-4 0,-2-1 9 0,0-1 1 15,-1 1 2-15,-1-1-5 0,2-2 15 0,1-3-3 0,-1 1 7 16,2-2 3-16,0-3-4 0,2-3 11 0,0 0-7 16,0-3 5-16,0 0 11 0,0 0-13 0,0-3 14 15,4 3-9-15,13 7-3 0,5-1-3 0,8-5-1 16,-1-3-22-16,7-4-5 0,-3-3 2 0,1-7-3 15,1 1-6-15,-4-2-2 0,5-2-9 0,-7 1 2 16,3-3-42-16,-4 2-48 0,-4 0-10 0,0 11-14 0,-7-23-48 16,-1 2-126-16</inkml:trace>
  <inkml:trace contextRef="#ctx0" brushRef="#br0" timeOffset="-17630.43">19570 6806 283 0,'-2'-2'72'16,"0"0"156"-16,-1-1-211 0,-10-7-10 0,-4-1-2 15,2 4-2-15,0 1-5 0,0 2 9 0,1 3-1 16,1 1 3-16,0 0-4 0,1 0-6 0,3 0 2 0,4 0-1 15,1 0 30-15,0 0 40 0,2 0-3 0,0 0 12 16,-1-2-15-16,-1 0-19 0,0 0-2 0,2-2-5 16,1 1-9-16,-1-5-11 0,2-3 3 0,0 0-5 15,2 0 6-15,1 2-8 0,3-3 3 0,-1 3-5 16,1 2-1-16,14-3 14 0,3 5-6 0,1-1 9 0,2 1-6 16,0-12-12-16,2 4 5 0,0 6-8 0,1 3 3 15,5 4 3-15,-3 2-4 0,6 3 4 0,-1 3-5 16,-1 1-8-16,-3 0 1 0,-5 2-3 0,-2 1 0 15,-1 1-88-15,-2 0-48 0,-4 0-37 0,1-12-376 0</inkml:trace>
  <inkml:trace contextRef="#ctx0" brushRef="#br0" timeOffset="-14217.75">16947 4045 25 0,'0'0'26'0,"0"0"6"15,0-2 19-15,-2 0 7 0,0 1 0 0,0-1-7 0,0-2 6 16,2-2 2-16,-2-5-4 0,0-2-15 0,1 2-13 16,-1 2 2-16,0 0-7 0,2 1 0 0,0-1-1 15,0-2 4-15,0-2 0 0,0 2 30 0,0-1-17 16,0 7 2-16,0-6-7 0,0 5 17 0,0 1-4 0,0-3 3 16,0 6-6-16,0 0-16 0,0 1-10 15,0-3 1-15,0 0-3 0,0 2 3 0,0-1 2 0,0-1-7 16,0 0 4-16,0 0-13 0,0 3-1 0,0-1 1 15,0 0-2-15,0 2 0 0,0 2-2 0,0 0 6 0,0-1-4 16,-2 22-1-16,2 3 6 0,0 2-11 16,0-2 9-16,0 3-3 0,0 1-8 0,0 3 12 15,2-1-11-15,0 1 9 0,0 1 2 0,1 1-6 0,1 2 5 16,2 2-5-16,-3-4 1 0,1 4 0 0,0 0 0 16,-1 0 9-16,1 0-11 0,0 0 3 0,-2-1-5 15,0-5 13-15,-1 2-11 0,-1-5 11 0,0 5-10 16,0 1 13-16,0-5-11 0,0-5-1 0,0-2-1 0,0-3 11 15,0-1-6-15,0-3 3 0,0-4-5 0,0 0 1 16,0-4 0-16,-1 0-4 0,1-1 3 0,0-3 3 0,0-3-10 16,0 2 3-16,-2 0-12 0,0-1-32 0,2 1-150 15,0 0-30-15</inkml:trace>
  <inkml:trace contextRef="#ctx0" brushRef="#br0" timeOffset="-13809.33">16789 4569 489 0,'-2'0'76'0,"0"-2"-62"0,0 0 68 0,-2 0-25 15,1 0-53-15,-1 0 31 0,0 1 7 0,1-1 7 16,-1 0 11-16,2 2-29 0,-2-4-8 0,1 0-4 15,1 1-6-15,0-1-15 0,0 0 8 0,0 2-11 16,2 1 6-16,0-1 3 0,0 0-1 0,2 0 3 16,0 2 10-16,0 0-4 0,0 2 3 0,-1 0-2 0,1 1 10 15,9 16-1-15,4 13-1 0,0 3-2 0,-2 2-3 16,-4-2-1-16,-1 1-2 0,-3-1 1 0,-1-5-4 16,0-1-4-16,0-1 0 0,-1-4-2 0,3 0-2 15,-1-5 2-15,1-1 6 0,0-3-5 0,-1 0 1 0,-1-4 1 16,0-3 1-16,-1-1 1 0,1-1 12 0,-4-4 32 15,9-1-4-15,6 11 14 0,0-5 0 0,0-3-16 16,3-4 2-16,1-2-7 0,5-6-5 0,-2-3-9 16,3-4-7-16,1 12 1 0,0-21-18 0,0 1 3 15,0-3 1-15,-2 2-1 0,-2 0-6 0,-2 0 4 16,-5 0-2-16,4 0 1 0,-6 5-4 0,0 1-6 16,5 1-3-16,-10-4-1 0,1 1-17 0,-1 1-90 0,-5 1-7 15,5 5-40-15,-3-2-121 0</inkml:trace>
  <inkml:trace contextRef="#ctx0" brushRef="#br0" timeOffset="-12042.78">26538 2424 262 0,'-1'-2'47'0,"-1"0"0"0,-8-12 36 0,-10-22 4 15,1-1-19-15,3 2-18 0,-1 0 15 0,0-2-8 16,4 1 10-16,2-1-10 0,0 2-7 0,2 0 5 0,1 1-8 15,1 1-15-15,3 7 8 0,0 2-7 0,3 5 7 16,1 6-9-16,0 4-11 0,0 3 5 0,0 2-8 16,0 3 0-16,0-3-2 0,0 0-9 0,0 0 6 15,0 3-3-15,0-1 8 0,0 0-3 0,0 2 3 16,0 2-5-16,0 1-1 0,1 22 8 0,1 14-7 0,2 1 1 16,0 9-8-16,-2-3 0 0,1 4-3 0,1 0 2 15,-2-3-3-15,2 1 1 0,-1-5-1 0,-1 1 4 0,0-1-4 16,0-2 2-16,2 0-2 0,-1 0 8 0,3-2-3 15,1 1 1-15,-1-2-4 0,1 1-3 0,1 0 8 16,-1-2-4-16,1-4 6 0,-3-1-2 0,1-6-8 16,-1-4 12-16,1-4-10 0,1 3 16 0,1-3-11 15,-3-3 3-15,1-2-4 0,-2-2 6 0,-1-3 5 16,-3-6-2-16,2 1 5 0,0 1 10 0,2 0 4 16,-1 0 3-16,1-1 0 0,0-1 4 0,0 0-5 0,-1-2-3 15,1-2 0-15,2-2-14 0,3-25 3 0,0-8 5 16,-1-8-2-16,-1-1 1 0,2-4-8 0,2-4-6 15,6 2 1-15,4 0-2 0,-3-2 2 0,-3 2 1 16,-4 0-1-16,0 4-12 0,0-1 9 0,2 1-3 16,0 2 5-16,2-3 0 0,-5 7-8 0,-1 1 5 15,-4 9-5-15,14 1 8 0,-10 10-9 0,-1 1 2 0,-6 9-5 16,-1 1 0-16,-1 5-1 0,0 3 1 0,2-4-3 16,0 3-11-16,0-1-20 0,0 0-2 0,-2 2-4 15,0 2-16-15,0 0-39 0,0 2-13 0,2 13-8 16,0 28-42-16,-2 5-65 0,0 4-20 0</inkml:trace>
  <inkml:trace contextRef="#ctx0" brushRef="#br0" timeOffset="-11425.13">27049 2721 525 0,'0'0'72'0,"0"0"10"0,0 0-24 16,-2 0-22-16,0 0-11 0,0 2 23 0,1 0 25 15,-3 2-7-15,-4 1 9 0,-3 18-23 0,2 3-11 16,-4-2 1-16,4 5-5 0,-1 3-5 0,1-2 0 16,2 7-3-16,-1-4 1 0,3 1-3 0,1-3-5 0,-3-3 5 15,5 0-7-15,-4-2-2 0,2-6 2 0,1 3-3 16,1-5 4-16,-2-1-5 0,-7-2 10 0,4-4-7 16,3-2 9-16,0 0-4 0,2-3 8 0,1 0-1 15,1-5 1-15,0 1-5 0,0 0 22 0,-2 2 2 16,0 0 6-16,0-1 13 0,0-1-29 0,0 0 3 0,0 0-14 15,1-2-14-15,-1 0-2 0,2-2-4 0,0-2 2 16,0-16-8-16,0-12 4 0,2 3-4 0,1-9 4 16,1-1-3-16,0 2 0 0,1-7 1 0,1 1-1 15,-3 4 3-15,1 2-8 0,0-2 0 0,-2 7-4 16,1-1-3-16,1 3 10 0,-2 6-4 0,0 6 4 0,0 3-6 16,0 2-5-16,1 2 7 0,-1 3-7 0,2-1-1 15,0 3-8-15,-3 3 4 0,3-1-4 0,5-4 1 16,6 1 6-16,2 3-2 0,3 2 6 0,-1 4 5 15,3 6-2-15,-1 1-5 0,-1 6 4 0,4-4-2 0,-3 19 1 16,-1 3 6-16,1-1-3 0,-7-3 2 0,5 3 1 16,0 1 0-16,-5-3 1 0,5 5 0 0,-10-3-4 15,2-1 0-15,10 3 0 0,-8-6 11 0,-4 0-6 16,-3-2 0-16,-1-2-3 0,-3 0 5 0,-2-2 1 16,-2-1 2-16,-3-1-2 0,-3-1 5 0,-1-3-4 15,0-1 3-15,3 0-3 0,-16 0 4 0,-2 0-3 16,-2-4 3-16,0 0-3 0,2-2 4 0,-2-1-4 0,0-1 2 15,0-5-2-15,0 4-2 0,1-5 2 0,-1 16-3 16,4-6 3-16,-2-3 0 0,4-5 3 0,-1-1-1 16,3-2 1-16,3 0-9 0,2-2 14 0,2 1-12 0,1-1 11 15,-4-4-14-15,8 4-6 0,0 0 5 0,3 1-7 16,-1-1-2-16,0 0-55 0,2-2-1 0,1 0-26 16,-1 1-79-16,2-1-156 0,0 0-33 0</inkml:trace>
  <inkml:trace contextRef="#ctx0" brushRef="#br0" timeOffset="-11117.9">27777 2664 1183 0,'-2'0'56'0,"0"0"7"0,0-2-30 16,0 0-12-16,-1 0-11 0,-1 0 71 0,0 0 1 15,1 1 2-15,-1-1-9 0,0 0-42 0,2 0-24 0,0 0 5 16,1 0-11-16,-1 0 2 0,2 1 9 0,2-1-1 16,-1 0 6-16,1 2 20 0,28-17-5 0,2 4-3 15,3 4-3-15,2 1-19 0,-2 3-3 0,4 1 0 0,-3 0 0 16,-3 3 5-16,-3-1-10 0,-8 2 7 0,-2 0-8 15,1 0 2-15,-3 2 2 0,-3-1-6 0,0 1 2 16,-4 0-12-16,0 0-37 0,0 0-18 0,-3 0-13 16,-3-2-110-16,-3 0-53 0,0 0-35 0</inkml:trace>
  <inkml:trace contextRef="#ctx0" brushRef="#br0" timeOffset="-10882.46">27708 2927 921 0,'-2'0'45'0,"0"0"2"0,1 0 0 16,-1 2 6-16,0 0-11 0,-2 0 67 0,0 0-10 16,3 0-9-16,-1-1-3 0,0 1-46 0,0 0-17 15,2 0 8-15,0 0-11 0,2 0 8 0,2 0 6 16,12 3-1-16,23 1 4 0,2-6 3 0,4-2-11 16,5-2 3-16,2-1-7 0,5-3-10 0,-1 1-12 15,-11 1 3-15,-4 2-5 0,-12 1 6 0,-3 1-6 0,-2-2 1 16,-7 2-2-16,3 0-3 0,-5 2-11 0,0 0-18 15,0 0-1-15,-6 0-96 0,2 0-252 0,-1 0-38 16</inkml:trace>
  <inkml:trace contextRef="#ctx0" brushRef="#br0" timeOffset="-7287.61">15589 4338 28 0,'0'0'0'0,"0"0"73"16,-2-1 11-16,1-1 20 0,-1 0 19 0,-2-2-52 0,2 0 8 15,-2-7-2-15,-3 2 3 0,-2 0-4 0,3 3-10 16,-1 1-16-16,1 1-1 0,2 2-1 0,-3-4 7 0,1 3-3 16,1-1 3-16,-1 2-4 0,-3 0-11 0,2 2-11 15,-5 0-3-15,1 4 0 0,-2 5 7 0,2 2-2 16,0 17-1-16,0-2-1 0,-4 6 2 0,2-1-11 16,0-3 3-16,-2 6-7 0,8-8 5 0,-1 3-11 15,3 1 7-15,1-2-10 0,-3 0-2 0,5 2 2 16,-17-3-8-16,8-2 5 0,6-1-6 0,5-8 1 15,0-1 0-15,1-4 0 0,3-1 5 0,-2-5 9 0,0-1 5 16,2-2-1-16,14 11 1 0,1-4-3 0,-3-3-2 16,3-4 0-16,-2-2-1 0,-1-6-5 0,1-1 6 15,0-3-5-15,-2 5 8 0,-1-19-4 0,1-6-1 16,-5 0 0-16,1 0 3 0,-4-1-10 0,-3-1 3 0,0-3-4 16,16 2 4-16,-9-3 2 0,-5 7-2 0,-6 1 2 15,-2 0 0-15,-2 6-4 0,-3-1 2 0,-1 3-3 16,-1 3 4-16,2 4 4 0,-1 4-2 0,1 3 4 15,-8 4 4-15,0-9-6 0,-2 2 5 0,3 5-6 16,-3 2 8-16,2 2-12 0,0 2-1 0,4 2-5 16,-2 5-10-16,4 1 7 0,-1 19-3 0,1 1 4 15,2-2-1-15,-1 3 1 0,5 1 1 0,-16 0 0 0,6 1-2 16,7-3-8-16,5-2-8 0,1 1-1 0,1-1-30 16,1-2-52-16,2 0-9 0,2-7-19 0,1-3-57 0,0-3-56 15,-1-5-45-15</inkml:trace>
  <inkml:trace contextRef="#ctx0" brushRef="#br0" timeOffset="-7087.38">15784 4361 499 0,'0'0'144'15,"0"0"299"-15,-2 0-406 0,1 0-18 0,-1 0 19 16,0 0-8-16,-2 0 76 0,0 2-25 0,1-2-9 15,-5 1-8-15,1 1-48 0,-1 0-6 0,1 2 3 0,0 0-5 16,5-4-4-16,-6 5-4 0,5-3-2 0,1 5 1 16,-4 3-2-16,2-5 6 0,-1 3-11 0,1-1 6 15,-1 2-43-15,3-3-28 0,2 0-9 0,0-1-8 16,0-1-41-16,2 0-65 0,-1-3-33 0</inkml:trace>
  <inkml:trace contextRef="#ctx0" brushRef="#br0" timeOffset="-6820.73">16026 4058 272 0,'0'0'47'0,"0"0"-4"0,-2 0 70 16,0 0-5-16,0 0 9 0,0 0-16 0,-1 0 1 15,-1 0-16-15,-2 0 6 0,-3 0-54 0,-2 2-8 16,3 0-3-16,1 2 0 0,1-1 3 0,1 16-11 16,3 1 3-16,0 3-5 0,-13-1 10 0,8 0-8 15,3 0 9-15,4 1-8 0,2-1 9 0,4 0-5 16,3 2-3-16,2-1-1 0,4-1 1 0,0 0-7 15,0 0 3-15,-1 1-5 0,-1-3 3 0,0 2-3 0,0 1 8 16,0 3-5-16,-1-2 9 0,-3-4 1 0,-2-1-5 16,1 3 5-16,-3-3 1 0,-3-6-1 0,0 5-2 15,-2-7-1-15,0 2-12 0,-2 2 1 0,-2-5 0 16,-1-1-1-16,1-4-10 0,-13 5-28 0,-7-5-9 0,0 1-8 16,-2-4-67-16,2 13-99 0,-2-6-29 0</inkml:trace>
  <inkml:trace contextRef="#ctx0" brushRef="#br0" timeOffset="-6629.69">16068 3978 915 0,'0'0'21'0,"0"0"-3"16,0-2-6-16,2 1 1 0,0-1-9 0,0 0 14 0,0 0 14 16,0 0 1-16,0 0-2 0,-1 0-31 0,1 1 4 15,0-1-6-15,0 0 5 0,0 0-4 0,2 2-58 16,-1 0 5-16,1 0-25 0,0 0-23 0,-3 0 1 15,5 2-74-15</inkml:trace>
  <inkml:trace contextRef="#ctx0" brushRef="#br0" timeOffset="-6253.37">16180 4188 142 0,'0'2'59'0,"0"0"-10"0,0 1 91 0,0 14-11 16,-2 9 11-16,0-2-50 0,0 2-27 0,-2-2 6 15,1 1-14-15,1-1 10 0,0-6-1 0,0-1 0 16,0-4 0-16,0-4-4 0,2-3-3 0,0-2-3 0,0-1 2 15,0 1-12-15,0 0-14 0,0-2 4 0,0-1-6 16,0 1 5-16,0 0-14 0,0 0 4 0,0-2-7 16,0-2 0-16,0 0-10 0,0-3 2 0,6-19-5 15,3-2-6-15,1 0 3 0,-1-2 1 0,0 2 2 16,0 3 3-16,1 3-3 0,-3 1-3 0,1 5 0 16,-5 4-2-16,-1 5 2 0,2-1-3 0,-2 2 2 15,1 1-4-15,1-1 4 0,0 2 0 0,0 0 1 0,-1 0 2 16,1 2-2-16,0 0 2 0,-1 0-3 0,1 2 1 15,0 0 3-15,0 0 6 0,-1 0-2 0,-1 2 5 0,0-1 3 16,2 1-9-16,-1 0 8 0,-1-1-10 0,0 1 6 16,0 0-4-16,0-2 3 0,0 0-2 0,0-1 4 15,-1 1 7-15,1 0-5 0,0 0 3 0,0 0-16 16,0 0 4-16,0 0-7 0,0-1 1 0,-1 1 4 16,1 0-6-16,0 0 7 0,0 0-4 0,0 0-3 15,0 0 6-15,0-1-3 0,1 1 6 0,1 0-5 16,0 0 0-16,-1 0-2 0,-1 0-6 0,0 0-14 0,0-1-6 15,0 1-5-15,0 0-46 0,0 0-121 0,-1 0-41 16</inkml:trace>
  <inkml:trace contextRef="#ctx0" brushRef="#br0" timeOffset="-5243.7">16156 4212 459 0,'0'0'11'0,"0"0"-1"0,0 0 18 15,0 0 12-15,0 0-3 0,0 0 32 0,0 0-33 16,0 0-8-16,-2 2-5 0,0 0-6 0,2 3-5 16,-6 20 8-16,3 2-8 0,-1 3 15 0,0 0 1 15,0 3 8-15,1-1-2 0,-1 3 24 0,0-5-8 16,1-2-3-16,1-6-4 0,0-5-17 0,0-2 6 0,0-6-7 15,0 0 4-15,2-3-14 0,0-3 5 0,0-1-4 16,0 2 2-16,0 0-11 0,0-1 12 0,0-1 2 16,0 0 2-16,0 0 0 0,0-2-1 0,0 0 2 15,2-2-3-15,0 0-5 0,0-7-10 0,3-17 0 16,1-2-2-16,0 0 5 0,-1 2-9 0,1-3 10 0,-3 1-10 16,1 2 6-16,2-2 0 0,-1-2-5 0,1 4 5 15,-2 0-8-15,1 4 6 0,-1 1-4 0,0 7 5 16,-1 1-10-16,-1 5 2 0,0 3 0 0,-2 3 1 15,2-2-2-15,0 0 9 0,1 2-7 0,1 1 5 16,0-1-8-16,0 2 5 0,-1 0 1 0,5 3 2 0,-5-1 7 16,1 21-10-16,0 1 5 0,-2-4-6 0,0 2 4 15,-1-3-1-15,12 0 1 0,-3-3-1 0,-7-6 13 16,1 1-5-16,-2-4 0 0,0-1-3 0,0 1-1 0,-2-3 12 16,0-2 0-16,2 1 3 0,-1 1 3 0,1-2-6 15,-2 0 3-15,0 0-5 0,0-2-14 0,0 0 5 16,0-2-4-16,0 0 5 0,2-2-7 0,2-16 1 15,0-1 2-15,-1-1-1 0,1-2 1 0,0 4-4 16,1-3-3-16,-1 5 2 0,0-1 3 0,-1 6 2 16,-1 2-4-16,0 4 1 0,0 1-2 0,-2 4-1 15,2-1 0-15,0-1 0 0,0 0-6 0,-1 2 2 16,1 0 5-16,0 2-2 0,0 0 3 0,0 2-2 0,-2 0 0 16,0 6 0-16,4 17 14 0,-3 1-12 0,1 0 7 15,0 0-8-15,-2-1 7 0,0-5-5 0,0 2 1 16,0-3-3-16,0-1-17 0,0-1-23 0,0-6-8 0,0 0-7 15,0-5-46-15,2-2-24 0,0-1-21 0,0 1-4 16,0-2-112-16</inkml:trace>
  <inkml:trace contextRef="#ctx0" brushRef="#br0" timeOffset="-4741.86">16568 3904 189 0,'0'-2'62'0,"0"-7"94"0,0-19-51 16,0 6 9-16,-2 5-3 0,0 4 1 0,2 7-24 15,0 1-13-15,-2 1-7 0,0 0-4 0,1 3-38 0,-1 1-5 16,0 1 2-16,0 3-1 0,-11 26 17 0,-2 13-14 16,6 1 7-16,1-1-10 0,3-6 11 0,-1-2-5 15,1-1-1-15,-1-1 0 0,2-1-2 0,3-3-2 16,-1-5-1-16,0-1-1 0,0-3 4 0,2-5-12 16,0-2 1-16,0-4-6 0,0-3-6 0,0-2 6 15,0-3-1-15,0 3 2 0,0 0 8 0,0 0 3 16,0-3 2-16,0 1-2 0,0 0-7 0,0-2-6 15,0-2-6-15,0-1 2 0,0-10-6 0,2-13 9 0,0-4-2 16,0 0 4-16,-1-1-13 0,1-3 5 0,0 3 0 16,0-5 2-16,0 3 6 0,0 1-10 0,1-1 7 15,1 3-7-15,2 4 4 0,-3 6-1 0,1 1-4 16,-2 10 1-16,-2 3-3 0,0 5-3 0,2-3 2 0,2 0-3 16,-1 2-3-16,8-1 10 0,4 3 2 0,-4 1 3 15,6 7 0-15,-2-6 4 0,2 26-5 0,1 1 5 16,-7-5-6-16,2 2-2 0,-1-3-1 0,-1 1 1 15,4 0 13-15,-2 2-12 0,-8-4 11 0,3 1-11 0,-5-3 11 16,-1 0-11-16,0-1-5 0,9-2-2 16,-2-3-8-16,-3-1-36 0,-2 0 5 0,-1-1-17 0,-1-3-7 15,-2-4-69-15,0-1 9 0,0-2-30 0,-2 2-1 16,-1-1 6-16,-12 5 9 0,-11-1 5 0,-6-3 67 16,8-4 54-16,-2-2-1 0,2-2 21 0,7 1 40 0,-3-1 54 15,5 0-1-15,2 1 16 0,0-1-7 0,7 2-13 16,3 2 4-16,-1-2-10 0,0 0-29 0,1 0-30 15,1 1-2-15,0-1-5 0,2 0 10 0,2 0 4 16,1 0-5-16,23-11 2 0,13-4-24 0,-3 4 4 16,6-1-1-16,-3 3-2 0,2-1-45 0,-2 1-316 15</inkml:trace>
  <inkml:trace contextRef="#ctx0" brushRef="#br0" timeOffset="1723.68">28562 2203 281 0,'-2'0'0'0,"1"-2"14"0,-1 1 145 0,0-1-10 15,-2 0 16-15,0 0-52 0,3 2-11 0,-5-4-46 16,-1 1-3-16,1-1-8 0,-1-2-20 0,3 4 9 16,-2-1-1-16,1-1 4 0,1 2-5 0,0 0-4 15,-1-1-1-15,1-1-1 0,0 0 2 0,1 2-10 16,1-1 6-16,0 1-8 0,0 0 3 0,0-2 7 15,0 2-7-15,0-1 7 0,1-1-16 0,-1 2 10 16,0 0-2-16,0 0 5 0,2 0-11 0,0-1-5 0,0-1 2 16,2 0-3-16,0 1 3 0,1-1 2 0,7-4-5 15,18-8 4-15,1 5-8 0,5 1 11 0,1 3-8 16,6 3 7-16,-2 4-15 0,2 0 1 0,1 0 3 16,-1 4-1-16,-2-2 7 0,-7 1-4 0,-1 1 0 0,-7 0-1 15,-1 0-2-15,3-1 1 0,-11-1 0 0,-1 0 1 16,3 2 4-16,-6-2-3 0,2-1-1 0,-2 1 0 15,-7-2-1-15,2 0 1 0,-3 0-1 0,1 2 1 16,2 0 5-16,-4-2 7 0,1 2-2 0,1 2 3 16,0-1 4-16,-4-1 3 0,7 9 3 0,2 6-2 0,-3 0 6 15,1 5-9-15,-3 0-2 0,0 6 0 0,-4-4-1 16,-2 0-7-16,-2 4 8 0,-1-2-9 0,-3 2-2 16,-1 0 11-16,-2 2-10 0,-2 1 11 0,-2 3-11 0,0 1 1 15,-5 4 2-15,1 2-2 0,4-2 2 0,0 3 3 16,2-1-7-16,0-4 6 0,-1 2-13 0,2-7 6 15,3 0 6-15,4-5-2 0,1-2 6 0,2-3-7 16,0-2-4-16,0 1 2 0,2-3 4 0,0-3-7 16,0-4 9-16,0 0-9 0,0-3 6 0,0-1-8 15,0-1 3-15,0-3-4 0,0-1 6 0,2 4-1 16,0-1-1-16,0-1 1 0,0 0-1 0,0 0 2 16,-1-3-2-16,1 1 1 0,-2 0-3 0,0 0-20 0,2 0 0 15,-2 0-10-15,0 0-30 0,0-1-19 0,0 1-15 16,0-2-4-16,0 0-82 0,0 0 3 0,0-2-12 15,0 1 9-15,0-3-21 0,2-7-142 0</inkml:trace>
  <inkml:trace contextRef="#ctx0" brushRef="#br0" timeOffset="1956.03">28594 2627 488 0,'-2'0'124'16,"0"0"-10"-16,-9-2 44 0,-17-8 11 0,2 3-37 15,2 0-7-15,7 1-6 0,1 0-12 0,6 5 2 16,5-1-50-16,3 2-44 0,-2-2-2 0,2 0-13 0,0 0-6 15,1 0 19-15,1 0 3 0,1 2 5 0,3 0 4 0,26-3-5 16,9-3-5-16,4 2 3 0,5 1-8 0,4-1 4 16,7 0 0-16,1-1-1 0,-1-1-10 0,2 1 4 15,-7-1-1-15,2-1 1 0,0 1-13 0,-10 0-18 16,0 1-10-16,-8 1-2 0,-3 0-50 0,-4 1-43 16,-1-1 4-16,0 0-15 0,-2 1 4 0,0-1-82 15,-1 0-105-15</inkml:trace>
  <inkml:trace contextRef="#ctx0" brushRef="#br0" timeOffset="2503.62">29678 2300 231 0,'0'-2'61'0,"0"0"8"0,0-2 72 15,0-3-6-15,2-12 17 0,0-3-15 0,-2 0-5 0,0 0-2 16,0 3-23-16,0 2 4 0,-2 1-7 0,0 3 6 16,-3-6-18-16,3 8-14 0,-2 0 1 0,0 1-6 15,2 7-11-15,1-1-11 0,-1-2-6 0,0 3-1 16,2 1-21-16,-2-2 12 0,-2 0-6 0,1 1 7 15,1-1-18-15,0 2 3 0,0 0-8 0,0 0 6 16,0 2-4-16,0 0-2 0,1 2 2 0,-1 0-3 16,0 2 8-16,-2 11-8 0,0 7 6 0,3-3-9 0,1 1-1 15,0 6 0-15,0 2-2 0,0 0 2 16,0-4 2-16,0-2-1 0,0 4-3 0,0-2 0 0,1 2-2 16,3 0 2-16,-2 0 0 0,0 0 0 0,0 0 1 0,0 2-3 15,-1 0 5-15,-1 2-6 0,2-1-3 0,0 3 3 16,-2 1-3-16,0-3 3 0,0 2 4 0,0-6-4 15,0-2-2-15,-2 0-1 0,2 4-7 0,0-8 11 16,2 2-2-16,2-1 6 0,-2-4-7 0,1 1-1 16,-1-7 4-16,0 0-3 0,0-3 0 0,0-1-1 15,0 1 0-15,0-5 0 0,-1 3 6 0,1-2-5 16,2 1 3-16,-2-1-4 0,2 0 1 0,-3-4 11 16,9 5-6-16,1 1 8 0,2-3-10 0,4-1-1 0,-6-2 4 15,2-3-4-15,-2-3 5 0,-4 2-4 0,4-29 1 16,4 1-2-16,4-7-4 0,-1-1 4 0,3-3-3 15,-4-5 4-15,-1 3-5 0,1-3 5 0,2-1-3 16,-3 3 4-16,3-2-6 0,-1-4 0 0,1 2 0 0,1-6 1 16,1-2-1-16,3 3 0 0,-2-5-2 0,2 8 2 15,-1 0 3-15,-1 2-2 0,0 7 3 0,-3 4-3 16,-3 6 0-16,-1 7-3 0,-2 2 4 0,-3 7-3 16,1 2 2-16,-6 4 2 0,-1 2-3 0,-2 3 3 15,2 1 2-15,-3 1-4 0,1 0 1 0,-2 2-1 16,4-1 1-16,0-1-2 0,-2 0-1 0,-1 2-3 0,1 1-12 15,0-1-44-15,0 0-14 0,0 0-29 0,0 2-228 16,0 0-126-16</inkml:trace>
  <inkml:trace contextRef="#ctx0" brushRef="#br0" timeOffset="3719.63">26308 4216 147 0,'0'-2'48'0,"0"0"48"0,0 0 3 0,0-1 33 16,-2-12-10-16,0 0 17 0,1-2-14 0,-1 2-21 0,0-3 2 15,2 3-10-15,0-2-6 0,0 2-12 0,0 1 5 16,0 1-7-16,0 1-2 0,-2 1-18 0,0 2 1 16,0 0-5-16,2 1 3 0,0 3 3 0,0 1-7 15,0 2 1-15,0-2-26 0,-2 1-3 0,1-1-9 16,-1 0 2-16,0 1-18 0,2 1-2 0,0 0 3 0,0 0-3 15,0 0 4-15,0 2 2 0,0 0 3 0,0 2-2 16,0 2-4-16,0 3 2 0,4 19 0 0,1 2 4 16,-1 4 1-16,0 1 0 0,-3 2-3 0,1 2 1 15,0 4-6-15,0 2 10 0,0 0-2 0,0 1 4 16,0-1-4-16,-1 1-2 0,3-3 1 0,-2 2-2 16,2-4-1-16,-1-2 0 0,-1 2 4 0,0-7-3 0,2-1 5 15,0-1-3-15,-1 0-3 0,3-6 2 0,-2 0-3 16,-1-4 2-16,1 1-3 0,0-1 1 0,-2-5 4 15,-1 0-1-15,1-4 0 0,0-4-2 0,0 3-2 0,0-3 5 16,-2-1-1-16,0-3 3 0,0 1 1 0,0-2-5 16,2 2 6-16,0-1-6 0,-1 1 8 0,1 0 0 15,0-2 0-15,0 0 0 0,0-1 4 0,0 1 4 16,0-2-4-16,-1 0 3 0,3-2-12 0,0 1-2 16,7-3 2-16,9-22-2 0,3-4-3 0,-1-1 6 15,2-1-7-15,-7-3 5 0,1-4-6 0,-1-2 2 16,2-2 3-16,-3-3-2 0,1 3 0 0,2-7 5 0,-4-2-7 15,1-2 5-15,1 2-8 0,2 4 4 0,-10 1 6 16,4 5-3-16,-4 5-4 0,4 1 5 0,2 7-1 16,-8 3 4-16,-1 2-7 0,-4 5 3 0,0 2-4 15,7 6 4-15,-3 4 0 0,-5 3 0 0,-1 2-2 0,2-2 0 16,2 1-7-16,-2-1 4 0,0 0-5 0,0 2 4 16,-1 1-7-16,1-1-15 0,0 0-3 0,0 0-6 15,0 2-29-15,0 0-32 0,0 2-17 0,-1 2-18 16,11 14-166-16,4 10-96 0</inkml:trace>
  <inkml:trace contextRef="#ctx0" brushRef="#br0" timeOffset="4193.45">27432 4637 1264 0,'-2'0'25'0,"0"0"1"0,-6-1 48 15,-16-11 9-15,2 1 7 0,0-2 42 0,-1 2-49 16,-1-2-5-16,4 2-13 0,-1 0-15 0,5 2-18 16,-1 1 2-16,2 3-8 0,2-1-2 0,-4 0-3 15,3 5 0-15,-3 1 0 0,-2 1-1 0,-1 5 0 0,-2 3-4 16,-3 4 0-16,3 2-16 0,4-6 6 0,-3 19-2 16,6 0 4-16,-1-2-4 0,4-4-3 0,1 3 5 15,4-3-4-15,1 2 6 0,3-4-9 0,1-1-1 16,-11 0-1-16,3-1-1 0,5 1 0 0,3-1 2 0,2 1 0 15,2-1 8-15,2-1-4 0,1 2-3 0,3-3 0 16,3 3-7-16,2-1 9 0,-8-1-1 0,12 0 1 16,2 0-8-16,-1-1 5 0,-3-1 2 0,-2 0 2 15,2 0 1-15,-6-4 1 0,0 2-4 0,1-4 4 16,-7 1-2-16,-1-7 2 0,2 5 0 0,0-3 1 16,-2-1-2-16,-1 0 11 0,-1-2-1 0,2 3 4 0,-2-3-7 15,0 4 1-15,0-5 0 0,-2 3 1 0,-1 2 1 16,-10-3 0-16,-13 1 6 0,0 13-1 0,0-4 18 15,2-6-5-15,-1 1-6 0,5-3 1 0,-4 1-15 0,4-2-9 16,-1-3 7-16,1 1-8 0,5 0 3 0,6 0-3 16,-1 0-2-16,5 0 1 0,-1-2-2 0,2 2-16 15,1-1-7-15,-1-1-7 0,0 0-63 0,2 0-29 16,1 0-7-16,1 0-11 0,0 0-85 0,1 0-122 16,12-3-141-16</inkml:trace>
  <inkml:trace contextRef="#ctx0" brushRef="#br0" timeOffset="4518.84">27675 4569 1413 0,'-2'0'61'15,"0"-2"-1"-15,-4 0-10 0,-10-5 15 0,3 1-24 0,2 2 89 16,7 2-36-16,-2 1 1 0,3-1-23 0,-1 0-65 16,2 0-7-16,0 0 0 0,0 0 0 0,2 0 6 15,0 1 8-15,2-1-8 0,2 0 7 0,16-6-6 0,6 1-2 16,2 0 8-16,0 3-6 0,0 0 4 0,0 0-3 16,-2 3-3-16,-2 1 0 0,-2 0-6 0,-3 0 2 15,-4 0 2-15,1 0 1 0,-1 0 0 0,-2 0 0 16,0 1 1-16,-4 1-1 0,-3-2 3 0,0 0-22 15,-3 0-3-15,3 0-8 0,-4 0-31 0,0 0-41 16,3 0-5-16,-3 0-19 0,4 0-71 0,3 0-63 16,0 0-102-16</inkml:trace>
  <inkml:trace contextRef="#ctx0" brushRef="#br0" timeOffset="4864.41">27695 4799 1387 0,'-2'0'21'16,"0"0"-2"-16,1 0 64 0,-3 0-1 0,-5 0 15 15,1 0 0-15,4 0-51 0,3 0-10 0,-3 0-15 16,2 0-43-16,0 2 27 0,0-2-6 0,2 0 13 16,0 0 1-16,2 0 6 0,0 0-2 0,2 0 4 0,16 0-2 15,6 0-3-15,0 0 2 0,2-2-3 0,-2 0-3 16,-2-2 6-16,-2 1-3 0,-3-1 2 0,-2 0-13 0,-4 2 13 15,2 1-7-15,-6-1 8 0,-2 2-9 0,-5 0 5 16,2 0 5-16,0 0-2 0,-1 0 7 0,1 0 2 16,0 0-7-16,-2 0 5 0,-1 0-13 0,1 0-2 15,0 0-2-15,0 0 0 0,0 0-7 0,0 0-2 16,0 0 2-16,-1 0-3 0,1 0 8 0,0 0-4 16,0 0 5-16,0 0-5 0,0 0 2 0,0 0 1 15,-1 0-6-15,1 0 3 0,0 0-4 0,0 0 3 0,0 0 2 16,0 0 0-16,0 0-2 0,-1 0 5 0,1 0-9 15,0 0 4-15,0 0-43 0,0 0-99 0,0 0-16 16,0 0-48-16,-1 0-247 0</inkml:trace>
  <inkml:trace contextRef="#ctx0" brushRef="#br0" timeOffset="20453.8">28648 3960 193 0,'0'0'0'16,"0"0"39"-16,-2 0 20 0,0-2 63 0,0 0 25 0,0 0-11 15,0 0 3-15,1 0-54 0,-1 1-4 0,0-1-6 16,0 0-24-16,0 0 3 0,0 0-3 0,0 0 3 16,1 0-9-16,-1 1-8 0,0-1-6 0,0 0 0 15,2 0-8-15,0 0 14 0,0 0-5 0,2 0 6 16,0 1-15-16,1-1 1 0,1 0-5 0,18-11 2 16,3 2-8-16,2 1 7 0,-1 3-3 0,0 1 2 15,0 5-9-15,-1 1-7 0,-3 0 8 0,-2 1-9 0,-3 1 3 16,1 4-2-16,-1-1-2 0,-11-1 4 0,5 5 11 15,-7-1-4-15,-3 7 7 0,5 1-5 0,5-1 10 0,-3 0 1 16,-5 4-3-16,-3-4 1 0,-2 1-4 0,-5 1 7 16,-2-4-3-16,-2 0 4 0,-17 2-3 0,0-4-3 15,0 0 6-15,0 0-5 0,4-3-2 0,-2-1 2 16,4-3-7-16,5 0 6 0,2 1-4 0,6-3-9 16,0 0 3-16,3 0-6 0,4 0-6 0,0-2 3 15,-1 3-3-15,-1 1 1 0,0 0-6 0,2-1 2 16,1-1 1-16,-1 0 1 0,0 0 4 0,2 0 5 0,0 0-4 15,2 0 4-15,0-1-8 0,1 1 1 0,14 4 4 16,15 3-1-16,3-2-2 0,0-1 1 0,-3 0-1 16,-5-1 2-16,-2 1-10 0,2 3 13 0,3 0-10 15,-2 2 11-15,-2 2-12 0,-9-3 8 0,-2 1 1 16,-8-2 3-16,0 12-5 0,-1 1 2 0,-4 2 1 0,13-4 1 16,-10-3 9-16,-1 7-2 0,-4-5 3 0,-6 1-2 15,-5 4 9-15,0-7-1 0,-9 4-2 0,-8-3 1 16,-6-7-6-16,5 2 3 0,-5-2 1 0,-1-3-1 15,3 1 1-15,-1-3-5 0,7-4 0 0,0-1-2 16,2 1 4-16,5 11-9 0,3-3 1 0,-1-5-4 16,4-1 7-16,0-2-9 0,2 0 5 0,-2-2-7 0,4 0 5 15,3 0-5-15,-1 0-5 0,5 0-1 0,-2 0-31 16,0 0-53-16,1 0-1 0,-1 0-19 0,2 0-8 0,0-2-29 16,2 0-7-16,2-2-15 0,5-5-74 0,32-13-32 15,4-6-69-15</inkml:trace>
  <inkml:trace contextRef="#ctx0" brushRef="#br0" timeOffset="20983.3">29543 3941 379 0,'0'-2'104'0,"0"0"-53"16,1-9 105-16,3-11-25 0,-2 2 3 0,0 1 10 0,0 4 3 16,-2-3-4-16,0 6-25 0,0-1-16 0,-2 2-2 15,2 6-6-15,-2-8-16 0,0 5-16 0,0 1-2 16,0-2-5-16,1 5-17 0,-1 0-14 0,0 0 1 0,2 1-5 15,-2 1-3-15,2 0-15 0,0 0 6 0,0 0-7 16,0 0 13-16,0 2 16 0,0 0-6 0,0 2 9 16,0 2-12-16,0 2 6 0,0 21 1 0,0 5 1 15,0-2-14-15,0 3 5 0,2-5-7 0,-2 4 6 16,2 1-14-16,-2-1 3 0,2 1-4 0,-2 0 4 16,0 1-5-16,0-1-3 0,0 1 5 0,0-1-3 0,1-1 4 15,1 1-5-15,-2-1 2 0,2-3-2 0,0-1 3 16,0 0-4-16,2-4 0 0,-1-2 0 0,3 1 0 15,-2-7 5-15,-1 5-3 0,1-6 3 0,0 0-9 16,-1-1 8-16,-1-8-3 0,2 3 6 0,-2-3-2 0,0-2-3 16,1 3-1-16,-1-3-1 0,0 1 0 0,-2-3 1 15,2 2 6-15,0 0-1 0,0-1 11 0,0-1-7 16,1 0 0-16,1 0-2 0,2-2-8 0,3 0 5 16,2-4-3-16,0-3 5 0,2-4-7 0,11-23 0 15,-1-7 0-15,1-3 0 0,5-3-2 0,-3-5 2 16,4-3-1-16,5-1 1 0,1-5-3 0,1-4 3 15,0-2 0-15,4-7 3 0,-4 3-3 0,-2 4 1 16,-1 2-1-16,-7 9 0 0,1 4 1 0,-4 8-4 0,-1 7 2 16,-5 7-2-16,1 4 5 0,-4 6-2 0,1 5 0 15,1 4 0-15,-2 0 1 0,2 1 0 0,-8 5 2 0,-5 1-2 16,1 2 4-16,-3-2-2 0,2 1 0 0,0-1 0 16,-1 0-2-16,1 2 0 0,-2 1-4 0,0-1 3 15,0 0-4-15,-1 0-2 0,1 0-3 0,0 0-2 16,0 0-36-16,0 2-51 0,-2 0-59 0,0 0-7 15,-2 2-284-15</inkml:trace>
  <inkml:trace contextRef="#ctx0" brushRef="#br0" timeOffset="22943.34">1413 6362 720 0,'0'-2'6'16,"0"1"7"-16,0-1 11 0,-2-2 14 0,1 0 12 15,1-3 5-15,-2-8 6 0,2-2 6 0,0 2-5 16,0-1 3-16,2 3-18 0,-1-2-3 0,3 4-5 16,2-8-12-16,-1 4 2 0,-1 2-9 0,0 2 5 0,-1 4-14 15,1-1 20-15,0 1 3 0,1-1 4 0,-5 7-4 16,4-3 0-16,0 0-11 0,0 2 4 0,-3 0-22 15,1 1 3-15,0-1-1 0,0 2 2 0,0 0 0 0,0 2 7 16,0 1 4-16,9 25-2 0,-2 7-5 0,-4 3-2 16,-3 8-3-16,0-5 1 0,-2 2-2 0,0 1-8 15,0-5 3-15,0 4-3 0,0 1 9 0,2 1-8 16,0 1 5-16,0-1-6 0,3-1 6 0,1-1-6 16,1 2 3-16,1-1-2 0,-3-3 18 0,3-6-9 15,-1 1-1-15,-1-12-3 0,1 4 0 0,1-4 6 16,-3-9-1-16,3 5 3 0,-3-5-4 0,-1-6-1 0,1 4 6 15,-1-7-4-15,0 1 10 0,-2-3-6 0,0 0 4 16,1-1-3-16,-1-3 14 0,2 2 3 0,3 0-5 16,-1-2 5-16,1 0 7 0,3-4-20 0,1-5 11 15,0-13-15-15,2-15-2 0,2-6 5 0,0-7-10 0,1-2 7 16,1-6-14-16,2-1 1 0,3-1 3 0,-2-4-2 16,6-3 11-16,0-2-15 0,2 0 3 0,-4-3-5 15,2 3 15-15,-2 0-9 0,-7 4 2 0,2 8-5 16,-3-1 3-16,-3 12 5 0,-1 7-1 0,-7 6 3 15,1 8 3-15,-1 7 2 0,1 1 2 0,9 6-1 0,-10 4-3 16,-3 1 0-16,-2 4-3 0,4-2 0 0,0 1-11 16,-3 1-13-16,1 0-7 0,0 0 0 0,0 2-18 15,-2 2-3-15,0 0-10 0,0 35-12 0,-6 6-173 16,-1 5-42-16,0 8-51 0,3 3 12 0,4 4-167 0</inkml:trace>
  <inkml:trace contextRef="#ctx0" brushRef="#br0" timeOffset="23486.24">2182 6708 1026 0,'-2'0'-1'0,"0"0"2"0,0 2 46 0,0 1-1 16,-5 14 22-16,-6 14 40 0,0 3-9 0,0 5-10 16,-4 4 0-16,4-1-34 0,0 12-8 0,2-2 3 15,4 0-7-15,1 0-6 0,-1-11-9 0,1-2 1 0,-1 0-2 16,1-6 2-16,3 1-1 0,1-4-3 0,2-5 1 15,0-2 6-15,0-3-6 0,0-3 10 0,0-6-8 16,0 2 6-16,0-6-9 0,0-3 1 0,0 0-3 16,0-2 1-16,0 1-1 0,0 1 0 0,2 0 0 15,-1-2 7-15,1 0-7 0,0-1-1 0,0-1-2 16,0-1-13-16,0-1-2 0,1-9-2 0,5-15 1 0,-1-4-4 16,-1-4 2-16,-2 1-2 0,-1-4 2 0,-1-2-2 15,0-4-4-15,0-1 0 0,-2-1 0 0,0 1 4 16,0 1-4-16,0 4 4 0,4 2-4 0,-3 0 4 0,1 3-3 15,2 4 0-15,0 6 0 0,1 4-2 0,-1 5 6 16,2 0-4-16,-1 4 3 0,1 2-11 0,-4 5 3 16,7 2 3-16,7-9 0 0,1 4-1 0,5 1 4 15,3 6-4-15,-5 2 6 0,4 3 2 0,-2 5-5 16,-1 1 3-16,1-9-3 0,0 20 3 0,-1 4 0 16,-3 0 0-16,1 0 0 0,-2 2 0 0,-6-4 5 15,0 0-2-15,-2 0 4 0,-3-3-6 0,-4 5 4 16,13-2-4-16,-6 2 4 0,-7 4 0 0,-6-3 4 0,-5 5 1 15,-6-4-1-15,11 2-6 0,-27-4-1 0,-3 0 2 16,1-2-1-16,-4-2 0 0,-1-3 2 0,3-3-2 16,-4 1 3-16,4-4-3 0,0 0 0 0,3-2-3 0,2-2 3 15,3 1 3-15,-1-5-6 0,5 1 4 0,3-1-4 16,3-1 3-16,4-2-4 0,-2 0 1 0,8 0-3 16,0 3 1-16,3-3-19 0,0 2 0 0,0-1-8 15,3-1-15-15,-1 0-29 0,2 0-8 0,2 0-9 16,-1 0-70-16,16-2-40 0,20-4-10 0,8-5-10 15,9-8-47-15</inkml:trace>
  <inkml:trace contextRef="#ctx0" brushRef="#br0" timeOffset="23842.7">3004 6661 821 0,'0'0'49'0,"-1"0"-5"0,-1 0 72 15,-2 0-11-15,-7-2 15 0,-17 1 8 0,-7 1-1 16,1 5 0-16,-1 4-7 0,-4 4-43 0,4 4-31 15,0 2-4-15,5-14-8 0,2 27-11 0,2-3-16 16,4 3 2-16,7 1-7 0,4 1 2 0,7-6-5 16,0 0 0-16,-11-8-3 0,6-1 4 0,5 3-4 0,4-4 4 15,4 3-4-15,5 1 4 0,-1-9-1 0,1 2 0 16,19-4 0-16,2-3 6 0,3-3 5 0,-1 3-1 16,5-5 2-16,-2 1 7 0,-3 3-9 0,1-3 7 15,-7 2-7-15,0 3 3 0,-2-2-1 0,-2 5-3 0,-5-3 3 16,0-2-2-16,-10 1 6 0,-1-1 0 0,-4 4 4 15,5 0 16-15,-1 2 7 0,-1 6 3 0,-5-2-1 16,-5 3-11-16,-8 1 4 0,-6-1-11 0,-20 2 7 16,-2-1-16-16,-3-1 1 0,-1 0 4 0,-1-1-3 15,3-4-6-15,4 0-11 0,4-2 0 0,3-4-2 16,4-2 0-16,6-1 0 0,5-2 0 0,4-1 0 0,2 7-14 16,8-8-26-16,-1-1-13 0,0 1-4 0,0 0-43 15,3-2-49-15,-1 0 5 0,2-2-24 0,2-1-23 16,-1-20-68-16,38-10-30 0</inkml:trace>
  <inkml:trace contextRef="#ctx0" brushRef="#br0" timeOffset="24060.21">3264 6620 1417 0,'0'0'29'0,"-1"0"-4"0,-1 0 57 16,0 0 0-16,0 0 10 0,0 0 15 0,0 0 7 0,0 0-13 15,1 0 6-15,-1 0-50 0,0 0-20 0,2 0 3 16,0-1-9-16,2-1-4 0,5-2-12 0,23-11-1 16,5 0-5-16,0 0-4 0,3 1-9 0,0 1-2 0,-4 1-5 15,-4 3-22-15,-6 2-28 0,-6 3-8 0,-7 2-13 16,4 0-95-16,-5 2-47 0,-7 0-41 0,-1 0-8 16,2 4-234-16</inkml:trace>
  <inkml:trace contextRef="#ctx0" brushRef="#br0" timeOffset="24248.1">3225 6934 1181 0,'0'0'24'0,"0"0"-5"16,0 2 48-16,-1 0-3 0,1 0 9 0,0 0-13 0,0-1 16 15,0 1-9-15,0 2 11 0,0 0-11 0,1-2-7 16,1-1-1-16,2-1-4 0,18 4-9 0,4-2 1 16,2-4-3-16,-2-2-1 0,2-3-20 0,-6 0-13 15,0-1 0-15,1 1-4 0,-8 1-4 0,-2 1-13 16,0-1-4-16,-6 2-6 0,2 1-33 0,-1-1-111 15,-3 0-16-15,1 2-47 0,-2 0-196 0</inkml:trace>
  <inkml:trace contextRef="#ctx0" brushRef="#br0" timeOffset="25549.79">4113 5987 462 0,'0'-2'154'16,"0"1"40"-16,0-1-62 0,0 0-71 0,0-2-6 16,0 0 44-16,0-1 10 0,0-1 3 0,0-1 0 15,0 1-6-15,0 3-41 0,0 1-4 0,0 0-14 0,0-2-37 16,0 0-10-16,0 3 7 0,-2-1-6 0,0 2 19 15,0 2 5-15,-3 9-4 0,-14 30 5 0,1 1-2 16,-1 5 11-16,1-7-4 0,-1-2 6 0,2-7-7 16,2-1 8-16,2 1-12 0,2-3 9 0,2-4-20 0,2-1 0 15,1-3 2-15,2-3-2 0,2-2 0 0,1-2-2 16,1 0-1-16,0 0-2 0,0 0-5 0,1-4 14 16,1-2-3-16,2 1 6 0,2-3-6 0,18-1 5 15,4-2-2-15,3 17 3 0,2-6-1 0,6-6-2 16,2-3-2-16,2-4 0 0,2-4-8 0,-3-2-5 15,-1-3 9-15,-2 0-9 0,-2-2 3 0,2 0-6 0,-2-1-1 16,-3-1-2-16,-4 2-7 0,-6 0-17 0,-6 2-2 16,-1 1-5-16,-2 1-18 0,0 0-34 0,-4 1-28 15,0 0-7-15,-5 3-142 0,-1-1-21 0,-1 0-38 16</inkml:trace>
  <inkml:trace contextRef="#ctx0" brushRef="#br0" timeOffset="25799.47">4211 5917 850 0,'0'-2'244'0,"-2"0"-291"0,1 0 280 0,-1 0-141 0,0 0-7 15,-2-1 30-15,0 1-4 0,1 0 9 0,-1 0-20 16,0 0-50-16,1 0 4 0,-1 1-21 0,0 1-16 0,2 0-5 16,0 1 2-16,1 3-2 0,-1 26 9 0,4 13-5 15,5 1-1-15,4 4 0 0,2 4-1 0,2 2 0 16,0 0 2-16,-2 0-3 0,2-2-6 0,0 0 0 15,-2 0-3-15,0 0 2 0,-4-6 0 0,-2-1-3 16,-1-2-1-16,1-3-1 0,1 3-5 0,-3-6-6 16,-1 0-2-16,-2-3-3 0,0-3-27 0,1 1-35 15,3-4-37-15,0-4-3 0,1-4-149 0,0-5-69 0,-3-7-71 16</inkml:trace>
  <inkml:trace contextRef="#ctx0" brushRef="#br0" timeOffset="26190.26">5039 5556 1267 0,'0'0'69'0,"-1"0"-58"0,-1 0 91 0,-11-1-34 16,-8-1 47-16,5 2-11 0,-3 0-2 0,6 2-5 16,2 1-30-16,3 1-33 0,3 0 2 0,-1-1-12 0,4 12-8 15,-16 13-1-15,7 2 0 0,5 3 0 0,6 4 3 16,4 4-4-16,3 4 2 0,6 3-3 0,0 0 3 15,2 6 3-15,0 2 0 0,-2 0 1 0,0-1-4 0,-2-1 6 16,-3 0-8-16,1 0 7 0,-2-4-2 0,1-5 0 16,1-5 4-16,-2-2-4 0,1-3-1 0,1-2-2 15,2-1-2-15,-1-4 2 0,-1-2-1 0,-2-2-3 16,1-4 1-16,-1-1-2 0,2-2 6 0,-1-6 4 16,-1-2-1-16,-1-5 1 0,9 7-3 0,0-4 4 15,1-3 0-15,5-4 1 0,1-8-4 0,6-8-10 16,2 3 3-16,-3-28-5 0,1-5-2 0,-2-5-1 15,0-6 0-15,2-12 1 0,0 0 4 0,-2-10-11 0,2-7 0 16,0 1-3-16,-4-6 9 0,0 5-4 0,0 3 1 16,-5 3-2-16,1 8 4 0,-3 5-3 0,-2 4 4 15,-6 11-4-15,2 0 0 0,-2 9 0 0,-3 8 0 0,-4 1 0 16,14 10-1-16,-4 0 0 0,-7 2-2 0,-1 7-1 16,-2 0-20-16,-2 4-34 0,0-2-34 0,0 2-11 15,0 0-224-15,0-1-335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5:25:41.09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3136 2610 53 0,'0'0'0'0,"0"0"11"15,0 0 122-15,0 0-9 0,0 0 17 0,0-2-36 16,-2 0-6-16,1 0-16 0,-1 0 3 0,0 1-5 16,0-1-10-16,0 0-8 0,0 0-4 0,0 0 0 0,1 0-12 15,-1 0-7-15,-2 1-4 0,0-1 1 0,1 0 5 16,-1 0-11-16,2 2 1 0,-2 0-6 0,1 0-11 16,-1-2 3-16,0 0-5 0,0 0 3 0,1 2-7 15,-1 0-8-15,0 0 7 0,2 0-8 0,1 0 10 16,-1 0-2-16,0 0 2 0,0 0-2 0,0 0 3 0,0 0 5 15,0 0-4-15,1 0 5 0,1 2-10 0,0 0 0 16,0 0 2-16,1 0 0 0,1-2 11 0,0 0-9 16,4 0-3-16,16 0-1 0,6 0-8 0,0-4 7 15,1 0-3-15,7-1 5 0,-5-1-5 0,5 1-3 16,-3-1 2-16,0 1-2 0,3-1-1 0,-3 0 4 16,2 1-3-16,-7 1 4 0,-2 0-4 0,-4 1 2 0,-9 1 0 15,2 0 2-15,-2 2-6 0,-3 0 5 0,1-2-2 16,-9 2 7-16,1 0 8 0,1 0 20 0,-2 0-2 15,0 0 5-15,0 0-24 0,-1 0-2 0,1 0-9 16,-2 0 6-16,0 0-10 0,0 0-7 0,0 0-3 0,-2 0-9 16,1 0-69-16,-1 0-161 0,0 0-32 0</inkml:trace>
  <inkml:trace contextRef="#ctx0" brushRef="#br0" timeOffset="767.41">4141 2290 692 0,'-2'0'50'16,"0"-1"95"-16,0-1-91 0,-2 0 13 0,1 0 4 0,-1 0 0 15,0 0-14-15,1 1-20 0,-1-1-9 0,0 2-2 16,2 0-25-16,0 0 2 0,1 0 4 0,-1 0-2 15,0 0 9-15,2 0 24 0,0 0-4 0,2 0 11 16,1 0-9-16,7 0 5 0,12 0-3 0,2 0 2 0,0 0-7 16,2 0-8-16,-3-2-2 0,-3 0-2 0,0 0-12 15,-5 2-2-15,-4 0 2 0,-3 0-2 0,-4 0-6 16,-3 0 6-16,3 0-5 0,0 0 6 0,0 0-2 16,-1 0 11-16,-1 0-4 0,0 0 5 0,0 0-10 0,0 0-1 15,-2 0 1-15,-2 0-1 0,0 0-1 0,-2 0 5 16,-18 4 1-16,-2 0 3 0,2 1 15 0,-3 2-15 15,-1 1 3-15,4-1-6 0,0 1 9 0,3-1-13 16,3 1 3-16,-1-1-6 0,0 2-1 0,0 1 1 16,1 1-1-16,-1 0 2 0,2-6-3 0,2 12-3 15,4 4 0-15,0-3-2 0,3 1 0 0,4 3 0 16,0-3 2-16,-12 1-3 0,4 0 4 0,5-1-3 16,3 0 0-16,2-3-3 0,0-1 5 0,2-2-4 0,3 0 0 15,3 0-1-15,1 0 6 0,-3-2-1 16,12 2 2-16,4-2-3 0,-1 2-8 0,1 0 9 0,6 0-2 15,-2 2 4-15,2 0-2 0,-2-2 0 0,3 4-1 0,-3 0 2 16,0-3 3-16,0 5 0 0,-5 0-4 0,3-3 2 16,-5 5-3-16,-1-5 1 0,-5-3-1 0,-5 2 1 15,-3-2 0-15,1 0 5 0,-3 0 1 0,-1 4 1 16,2-4 0-16,5-2 26 0,-3 0-6 0,-4-5 11 16,0 3-3-16,-2-2-4 0,-4 5 3 0,0-5-4 15,-3 4 5-15,-3-2-11 0,-12-5 4 0,-6 2-6 16,0-4-3-16,1 16-4 0,-3-5-5 0,8-5 2 0,-4-5-8 15,3 1-3-15,3-2 3 0,-1-2-3 0,3 0 7 16,1 0-7-16,2 0 2 0,0-2-5 0,-1-2-11 0,3 2-7 16,2-1-3-16,-1-1-1 0,3 0-20 0,4 2-35 15,1 1-14-15,0-3-7 0,1 0-48 0,-3-7-27 16,0-6-25-16,3-5-10 0,3-4-151 0</inkml:trace>
  <inkml:trace contextRef="#ctx0" brushRef="#br0" timeOffset="1029.22">4105 2248 1176 0,'0'0'43'16,"0"0"-2"-16,0-2 46 0,0 2-14 0,0 0 5 15,0 0-41-15,0 0 9 0,0 0-4 0,0 0 7 16,2 0-7-16,0 0 6 0,2 0 0 0,26 6 1 15,3-1 1-15,12-1-17 0,-5 0-4 0,-1-3-4 16,6-1-19-16,-2 0 2 0,-4 0-7 0,3 0 4 0,-8-1-4 16,-4-1-15-16,-3 2 3 0,-2 0-11 0,-5 0-20 15,0 0-87-15,-1 0-7 0,-4 2-38 0,0 1-128 16</inkml:trace>
  <inkml:trace contextRef="#ctx0" brushRef="#br0" timeOffset="1354.85">4961 2658 986 0,'-1'0'30'0,"-1"0"-1"0,0 0 35 0,0 0 3 15,0 0 2-15,0 0 20 0,0 0-27 0,1 0 2 16,-1 0-13-16,0 0-34 0,0 0 1 0,2 0 1 0,0 0 4 16,0 0 27-16,2 0-12 0,2 0 1 0,16-2-4 15,12-1 0-15,-1-1-5 0,4 2 3 0,-1-2-5 16,-3 2 6-16,7-1-10 0,1 1 3 0,-6 0-5 16,4-2 0-16,-4 2-12 0,-3-1 2 0,0 1-6 15,-4 0 2-15,-4 0-5 0,0 0-4 0,-5 2 0 0,0 0-6 16,-4 0 0-16,0 0-1 0,-4 0-2 0,-1 0-21 15,-3 0-93-15,-1 0-1 0,-2 0-38 0,1 0-86 16,1 0-160-16</inkml:trace>
  <inkml:trace contextRef="#ctx0" brushRef="#br0" timeOffset="1728.15">5298 2359 676 0,'-2'-2'84'16,"0"0"153"-16,0 1-156 0,0-3 14 0,2 2 4 15,-5-5 1-15,-1-1 0 0,0 1-39 0,3 1-4 0,-1 1-11 16,0-1-21-16,4 4-7 0,0 0 0 0,-3-1-3 16,-1-1-12-16,2 0 3 0,0 2-5 0,0 0 6 15,2 1-1-15,0 1 3 0,0 0 3 0,0 1 0 16,0 1 3-16,0 2 6 0,0 0-8 0,2 11 6 15,2 3-8-15,0 3-4 0,-1 1 5 0,1 2-5 16,0 0 3-16,-1 4 1 0,-1 2-5 0,2-1 3 16,2 5-9-16,-1-1 3 0,1 1 0 0,-3-1 2 0,1 1-2 15,0 1-1-15,1 2 0 0,1-4-1 0,-2-1-1 16,1 1-2-16,-1-7 4 0,0 0-3 0,-1 0 4 16,1-3-3-16,-2 1-3 0,0-2 3 0,0-5 1 0,-2-4 0 15,1 2 3-15,1-4-4 0,0 0 4 0,-2-4-4 16,0-1 3-16,0-2-3 0,0-1-2 0,0 3-9 15,2-2-7-15,0-1-2 0,0 1-34 0,0-2-127 16,-1 0-74-16</inkml:trace>
  <inkml:trace contextRef="#ctx0" brushRef="#br0" timeOffset="3468.65">6170 2148 167 0,'0'0'41'0,"0"0"37"0,0 0 16 0,0-2-14 16,0 0-2-16,0 0-3 0,0 0-3 0,0-2-13 15,0 1 6-15,0-1-9 0,0-5 8 0,0-1-1 16,0 1-3-16,0 2 2 0,0-3-8 0,0 5 4 16,0-3-4-16,0 5 4 0,0-1-5 0,0 0-17 15,0 1 12-15,0-1-13 0,0 2 5 0,0 0 3 16,0-2-7-16,0 3 6 0,0-1-10 0,-2-2-3 16,0 0-7-16,1 1 2 0,-1 1-12 0,2 0-12 0,-2 0 6 15,2 0-7-15,0 0 13 0,0 0-12 0,0 1 1 16,0 1-4-16,0 0 4 0,0 0 0 0,0 1 5 15,0 1-5-15,0 0 6 0,0 2-4 0,0 0 2 0,2 10-2 16,0 1 3-16,-1 6-3 0,3 3-1 0,0 0 2 16,0 4 9-16,-1-4-8 0,1 4 0 0,-2 0-2 15,0-2 0-15,1 3 4 0,1-3-2 0,0 0 1 16,1 0-10-16,1 0 5 0,0 0 0 0,-1 0 3 16,1 0-2-16,-1-2 0 0,3 2 1 0,-1-1-1 15,1-1 0-15,-1 2 1 0,0 2 1 0,1-1 1 0,-3 5-2 16,1-2 4-16,0-1-4 0,-1 3 4 0,-1-2 0 15,0-1-2-15,-1-3-2 0,1-5 0 0,0-3-2 16,-2-5 4-16,1 2 2 0,1-2-1 0,-2-4-7 0,2 1 10 16,-1-3-5-16,-1-3 7 0,2 3-11 0,-2-3 12 15,1 0-7-15,1-2 8 0,0-1-4 0,0 1 8 16,-3-2-4-16,7 2 5 0,1 0-5 0,-3-2-4 16,-1-2 1-16,1-2-3 0,-2-7-7 0,1-15 7 15,3 0-5-15,1-7 5 0,0-6-7 0,-1 0-3 16,3-2 5-16,-2 0-3 0,0-1 4 0,1-3-3 15,4 2 1-15,1-1-1 0,0 1 2 0,2 2-2 16,-8-2 0-16,2 1-2 0,4 3 2 0,-2-4 1 0,-4 0 0 16,4 6 1-16,-3-4 0 0,-3 4-4 0,-1 2 2 15,1 2-1-15,0 5 4 0,1 9 2 0,-3-1-5 16,-3 3 4-16,0 2 0 0,7 2-2 0,-5 8 5 0,-4 3-5 16,0 0 1-16,4-2-5 0,0 0-3 0,-3 1 0 15,1 1-9-15,0 0 3 0,0 0-6 0,0 0 0 16,0 2-43-16,0 2-165 0,-1 0-21 0,5 11-70 15,1 28-269-15</inkml:trace>
  <inkml:trace contextRef="#ctx0" brushRef="#br0" timeOffset="4338.52">6998 2989 658 0,'0'-2'4'0,"0"0"-1"0,0-2 50 16,0-7 6-16,0-13 15 0,0-4 28 0,0 4-14 15,0 0-11-15,0 0-1 0,0 1-37 0,0 5 3 16,0-1 3-16,0 3 0 0,0 3 8 0,0 0 10 16,0 3-7-16,0 1 6 0,-2 0-21 0,2 1-9 15,-1 3 8-15,1 1-7 0,0 2 10 0,-2-2-25 16,2 3 3-16,-4-3-9 0,-2 0 11 0,-5-1-9 15,-4-1 5-15,2 4-5 0,0 2 8 0,-1 2-6 0,-1 4-3 16,-2 5 0-16,0-4-2 0,6 23-3 0,-2 5 1 16,2-3-3-16,0 1-4 0,-4-1-1 0,2-4 6 15,0 3-5-15,0-1 0 0,6-2 6 0,1-1-6 0,-13 3 5 16,10-6-7-16,4-1 0 0,1-1 0 16,2-5 0-16,0 3 3 0,2-1-3 0,4 1-3 0,1-1 0 15,1-5 2-15,1 1 1 0,1-2 1 0,-1-2-1 16,1 1 0-16,-6-3 4 0,12 0 0 0,1 0 1 15,2-1 4-15,2-3-5 0,-5 1 5 0,3-2-7 16,0-2 5-16,-2 9-3 0,0-2 3 0,-1-3-1 16,3-3-5-16,0-1 5 0,-2-2-5 0,0 0 6 15,-2-2-7-15,-4 0 11 0,0-1-7 0,-3 1 7 0,-1-2-12 16,-3 4 5-16,4-7-4 0,3-6 6 0,-2-2-4 16,-3 0-3-16,-2 0 1 0,-2 0-2 0,0-1 2 0,-2 1 1 15,-3-4 1-15,-1 4 0 0,-1 0 4 0,-1 2-6 16,3 4 5-16,-1 2-5 0,0 1 9 0,-5-1-5 15,2-3 1-15,3 5-1 0,5-3 5 0,-3 7-5 16,0-1 3-16,2 2-5 0,-1-2-2 0,1 2 0 16,-2-4 0-16,0 2-1 0,1 0-5 0,1 1 8 15,0-1-3-15,0 0 4 0,0 0-3 0,0 2 0 16,2 0 3-16,0 0-3 0,0 0 5 0,2 0-6 0,0 0 1 16,2 0-4-16,5 0 6 0,8 0-1 0,1 2 1 15,1-2-2-15,-2 0-6 0,1 2-11 0,1 0-7 16,1 1-1-16,4 1-28 0,0-2-95 0,8 0-9 15,-2 0-42-15,-1-1-149 0</inkml:trace>
  <inkml:trace contextRef="#ctx0" brushRef="#br0" timeOffset="4668.46">7696 2734 1214 0,'-1'0'27'0,"-3"-2"51"16,-2 1-6-16,-12-7 29 0,-3 3 5 0,-5-1 1 0,2 4-32 15,0 0-35-15,0 2-7 0,5 0-6 0,8 2-17 16,0 2-8-16,4-2 4 0,3 0-6 0,-2-1 0 0,-7 18 0 16,2 1-1-16,6-1 1 0,1 3 0 0,4-1 2 15,0-1-5-15,2 1 4 0,1-1-1 0,5 4-2 16,3 0 5-16,2-2-3 0,0-1-1 0,-9-4-2 16,12 1 3-16,7 1 0 0,-3 1 7 0,-1-1-7 15,-1-3 0-15,-3-3-2 0,2 0 6 0,0-1 12 16,1 1 1-16,-3 0 3 0,0 0 5 0,-2-4-8 15,-2 0 0-15,0 0-3 0,-3 3-3 0,-3-3 13 16,1 2-2-16,-1-4 4 0,3 5 2 0,-5-5 5 0,3 2 4 16,-4-1-1-16,0-1 7 0,-2 2-13 0,0-1 0 15,-2 1-6-15,-4 0-12 0,1-1-4 0,-12-1 1 16,-3-1-2-16,-5-1 0 0,3-3-11 0,2 0 5 0,1 11-6 16,4-5 2-16,0-3-40 0,2-1-21 0,-3-2-14 15,6-2-157-15,7 0-337 0</inkml:trace>
  <inkml:trace contextRef="#ctx0" brushRef="#br0" timeOffset="5359">8435 2517 734 0,'-1'0'37'15,"-1"0"-4"-15,0 0 43 0,-2 0 9 0,-5 0-1 16,-4 0 31-16,0 0-8 0,2 0-7 0,-2 0-3 15,0 0-38-15,2 0-12 0,3 0-1 0,4 0-3 16,1 0-4-16,1 0-26 0,0 0 1 0,0 0-9 16,0 0-4-16,2 0 3 0,2 0 8 0,0 0-4 0,4 0 1 15,21-4 8-15,3 1-10 0,2-1 11 0,1 2 1 16,6-2 9-16,2 1-6 0,0-1 6 0,-2 0-10 16,-2 0-6-16,4 3 5 0,-4-1-7 0,0 0-1 0,-2 0-1 15,-7 0-3-15,-2 2 2 0,-2-2 4 0,-1 2-7 16,-3-2 4-16,0 2-6 0,-7 0-1 0,0 0-4 15,-1 0-1-15,-9 0 0 0,5 0 6 0,-3 0-11 16,-3 0-3-16,4 0-6 0,-4 0-22 0,-1 0-124 16,3 0-19-16,-2 0-53 0,0 0-206 0</inkml:trace>
  <inkml:trace contextRef="#ctx0" brushRef="#br0" timeOffset="5619.82">8688 2253 951 0,'0'0'61'16,"0"0"10"-16,-2-1 0 0,0-1-10 0,0 0-5 15,0 0 59-15,1 0-17 0,-1 0-14 0,0 0-5 16,0 1-67-16,0-1 1 0,0 2-5 0,0 0 3 16,1 2-5-16,-1 1 9 0,0 18 0 0,2 8 2 15,0 1-5-15,0-2-5 0,2 2-3 0,0 1 0 0,-1-1-7 16,1 1 3-16,2 1 3 0,0 0-1 0,-1-1-3 15,3 1-5-15,0-3-8 0,1 1 1 0,0 0-34 16,3-4-91-16,-1-2-13 0,4 8-38 0,0-5-149 0</inkml:trace>
  <inkml:trace contextRef="#ctx0" brushRef="#br0" timeOffset="6151.5">9902 2114 1069 0,'0'0'26'0,"0"0"0"0,-2-2 71 0,0 0-20 0,1 1 27 16,-3-1-22-16,2 2-29 0,-5-4 1 0,1 2-14 15,2 0-20-15,2 2-17 0,1 0 2 0,-3 0-5 16,2 0 20-16,-2 2-5 0,1 0 5 0,-1 2-5 15,-5 16 12-15,1-1-1 0,4 1 5 0,1 2-5 16,3-5 0-16,0 5-12 0,0 4 5 0,2 0-7 16,-1 2 3-16,1-2-6 0,2 0-3 0,0 2 1 0,1 0-5 15,-1 2-3-15,0-1 2 0,-1 1-2 0,-1 2 1 16,0-3-4-16,0 3-2 0,-2-4 2 0,0 0 5 0,-2-4 1 16,-2-2-2-16,-1-3-1 0,-1-3-1 0,1-1 1 15,1-6 2-15,-2 1-1 0,1-3 1 0,1 1 2 16,-11-3 0-16,4 3 1 0,-4-1 4 0,4-3-8 15,0 1 5-15,2-1-5 0,0 0 12 0,-6-1-1 16,4 5 6-16,-2-3-1 0,1 5 20 0,5-7 0 16,-4 3-4-16,3-4 1 0,5-2-17 0,-1 2-6 15,0 0-3-15,2-1-1 0,1 1-9 0,-1 0 1 16,0 0 4-16,0-2-1 0,2 0 10 0,2 0-8 0,0 0 3 16,9 0-5-16,13-6 5 0,6-1-6 0,-4 1 0 15,3-1 0-15,-3-2 8 0,6-1-5 0,3 1 1 16,-7 2-3-16,2-3-1 0,-6 3 0 0,-2 0 2 0,0-1-2 15,-1 1-1-15,-4 1 1 0,-1 1-1 0,-1-1 1 16,-2 2-7-16,-4 1-2 0,-1-1 0 0,-3 2 0 16,1 0-2-16,-2 0-25 0,-1-1-14 0,1-1-9 15,-2 0-93-15,0 0-41 0,0-5-25 0,-2 0-7 16,0 1-133-16</inkml:trace>
  <inkml:trace contextRef="#ctx0" brushRef="#br0" timeOffset="6343.17">9637 2055 1330 0,'0'0'27'0,"0"0"-1"0,-2-2 55 16,0 0-1-16,0 0 14 0,0 0 19 0,0 0-63 16,1 1 0-16,1-1-24 0,0 0-24 0,1 0 6 15,3 2-1-15,18-4 4 0,14 1 8 0,3-1-13 16,1 0 2-16,7 0-6 0,-3-1 0 0,-1-1-11 15,0 1 1-15,-2-1-6 0,-4 2-13 0,0 1-83 0,-2 1-19 16,-3 2-39-16,-4 5-236 0</inkml:trace>
  <inkml:trace contextRef="#ctx0" brushRef="#br0" timeOffset="6670.7">10535 2554 1386 0,'-2'0'17'0,"1"0"22"0,-12 0 23 16,-13 0 33-16,-2 2-9 0,5 2 9 0,3-1-57 15,-2 3-20-15,1 1-3 0,7 1-4 0,-1-1-9 16,5-1 1-16,1-4-6 0,4 14 3 0,-1 1-4 0,-7 2-5 16,2 3 7-16,3-2-6 0,7 3 6 0,1-5-7 15,3 3 1-15,5-3-3 0,3 1 7 0,-7 1 2 16,16-1-1-16,4-4 1 0,2 1-8 0,4 3 11 15,-6-2-3-15,0 3 6 0,-5 0 1 0,-5 1-2 16,5-1 2-16,-10-1-2 0,2-4 12 0,-3-4 13 16,-1 0 4-16,3 4 3 0,-7-4 14 0,1 0 1 15,2-3-4-15,-3-3 2 0,-1-1-2 0,0 1-5 0,-2-1-4 16,0-2-2-16,0 4-24 0,0-5-7 0,-2 7-2 16,-33-3-2-16,1 1-12 0,-6 0-23 0,-7-5-35 15,5 5-5-15,-3-2-196 0,-1 5-389 0</inkml:trace>
  <inkml:trace contextRef="#ctx0" brushRef="#br0" timeOffset="7673.36">10942 2263 532 0,'0'0'91'16,"0"-2"15"-16,0 0-22 0,-2 0-22 0,0-2-10 15,0-3 66-15,1-6-8 0,-1 4 2 0,-2-6-9 16,4 7-17-16,-2-1-16 0,0-2-2 0,2 7-4 16,-2-5-4-16,2 5-33 0,0 2 4 0,0 1-15 15,0-3-19-15,0 0 17 0,0 2-4 0,0 0 11 0,2 2 1 16,0 2-8-16,0 2 10 0,11 18-9 0,4 21 7 15,-6 0-19-15,-4 7 2 0,-3-2-4 0,-2 0 11 16,-2-1-9-16,0-3 2 0,0 1-5 0,0-2 4 0,0-4 1 16,0-6-2-16,0 0 0 0,0-3-6 0,0-9 3 15,0-3 1-15,0-3 2 0,0-4-7 0,0 0 4 16,0-5 0-16,0-1 2 0,0-1-2 0,0-2-13 16,0 0-1-16,-2 0-6 0,0-2-5 0,0-2 8 15,-1 0-3-15,-3-4 4 0,-3-23-5 0,1-1 10 16,1 2 4-16,-1-3 1 0,1-3 3 0,3 1-1 15,-1-4-2-15,-18-2 3 0,10 0 7 0,4-2-8 0,5 2 1 16,4-4-5-16,0-2 6 0,2-1 8 0,2-2 2 16,3 3 3-16,1 3 2 0,1 3 8 0,2 7-3 15,0 4 4-15,2 4-8 0,0 5-3 0,-7-1 4 16,18 9-3-16,4 2 11 0,2 3-4 0,3-14 1 16,0 8-1-16,-5 9-3 0,6 5-1 0,-12 5 0 0,-3 4 1 15,-1-5 7-15,-9 25-12 0,4 1 0 0,-7 1-4 16,-2 1 3-16,-2 1-2 0,20 2 0 0,-13-2-2 15,-7 1-3-15,-4-7 5 0,-5-1-2 0,-4-4 4 16,-2 2-2-16,-4-2-2 0,8-1 2 0,-16-3-2 16,-1-3-2-16,4-2 3 0,0-2-6 0,0-2 6 0,3-2-5 15,6 0 0-15,0-1 0 0,2-4-2 0,2 1 0 16,3-1 5-16,-1-2-2 0,3 0 3 0,2 1-6 16,-2-1-1-16,1 2 1 0,-1 0-2 0,0-1 6 0,1 1-7 15,-1 0 3-15,0-1-6 0,2 1 5 0,0 0-1 16,1 0 1-16,1-3-1 0,-2 9 2 0,0 3 0 15,2 0 4-15,0 0-2 0,4 0-3 0,1 0 2 16,3 3-2-16,1-1 2 0,-6-2-1 0,18 4 0 16,3-4 0-16,-5-2 1 0,5 0 2 0,-4-3-8 15,1 1 0-15,1 2-6 0,-2 2-23 0,3-5-19 16,4-1-7-16,3-3-13 0,0-1-114 0,5 5-175 16,-5-4-86-16</inkml:trace>
  <inkml:trace contextRef="#ctx0" brushRef="#br0" timeOffset="8019.85">11887 2562 1185 0,'-2'0'35'15,"0"-2"8"-15,0 0 17 0,-1 0 1 0,-12-5 3 16,-7-3 79-16,5 3-38 0,-2-1-7 0,-3 1-15 16,2 3-59-16,-1 2-6 0,1 2-3 0,-1 2 1 15,3 4-4-15,1 1 1 0,2 3-4 0,2-1 1 16,2 2-15-16,6 11 8 0,-1 1-4 0,2 3 5 0,-12 0-9 15,3 1 7-15,7 1 0 0,2 0 3 0,4 0-8 16,2-4 0-16,2 2 0 0,1-4 1 0,5 3 2 0,-1-5-2 16,2 0 0-16,2 1-1 0,-11-5 0 0,13 3 8 15,1 0-5-15,1-1 5 0,-2 1-2 0,-2-1 14 16,0-7 3-16,-6 2 2 0,3-1-2 0,-5-1 3 16,-3 0 2-16,0-4 0 0,5 3 1 0,-5-7 10 15,2 5-6-15,-2-3 8 0,-2-1-6 0,0 3-15 16,0-1 0-16,-2 0-6 0,-4 1-11 0,-20-5 0 15,-1 2 2-15,-1-1-1 0,2-1-1 0,4 2-1 0,-3 13-7 16,5-8 3-16,0-2-9 0,3-3-25 0,2-2-9 16,4-2-11-16,9 0-77 0,-2 0-65 0,1 0-25 15,1 0-24-15,0 0-198 0</inkml:trace>
  <inkml:trace contextRef="#ctx0" brushRef="#br0" timeOffset="8236.84">12368 2439 1654 0,'0'0'23'0,"-2"0"-3"16,0 0 54-16,0 0 13 0,0-2 7 0,1 0 50 0,-1 0-71 16,0 2-9-16,0 0-24 0,0 0-58 0,2 0 13 15,0 0 1-15,0 0 5 0,2 0 2 0,0 0 1 16,7 0-4-16,17-1 3 0,2-1-6 0,2 0-7 15,1 0-3-15,1 0 0 0,-2 0-9 0,1 0-16 16,-3 1 0-16,-4 1-6 0,4 0-16 0,-11 0-116 16,-4 0-13-16,-8 0-49 0,-1 1-164 0</inkml:trace>
  <inkml:trace contextRef="#ctx0" brushRef="#br0" timeOffset="8390.74">12283 2770 655 0,'-2'0'131'16,"0"0"286"-16,0 1-402 0,0 1 43 0,-2 0-4 0,3 0 20 15,-1 2 14-15,0-1-24 0,0 1-3 16,0 0-9-16,2 0-28 0,0-1 2 0,2 1-4 0,2-2 3 16,7 3 2-16,15 1-11 0,7-4 1 0,1-4-7 15,3-5-13-15,4-5-21 0,-1-2-15 0,9-3-2 16,-5 0-55-16,10-3-41 0,0 1-58 0</inkml:trace>
  <inkml:trace contextRef="#ctx0" brushRef="#br0" timeOffset="9016.08">13645 2290 1311 0,'-2'0'22'0,"1"-1"-1"0,-3-1 46 15,0 0 11-15,-18-13 7 0,11 8 53 0,-2-3-44 16,-2-1-3-16,7 8-15 0,-3-5-31 0,4 4 2 15,0-1-4-15,3 3 4 0,0 0-2 0,-1-2-7 0,1 1-3 16,0 1-3-16,0 0-11 0,3 0-5 0,-1 0-1 16,0 0-1-16,0 1-7 0,0-1-6 0,0 0 12 15,0 0-9-15,1 2 19 0,-1 0-8 0,0 2-2 16,0 0-1-16,0 0 5 0,-2 7-7 0,-3 13 0 0,0 4-3 16,-1 2-1-16,3-4-5 0,-1 2 3 0,2-2-4 15,1-2-2-15,1 3 4 0,0-1-2 0,2 0 4 16,0 0 0-16,2-2 0 0,1 1-4 0,3-1 3 15,3 0-2-15,2 2-5 0,2-1 8 0,0-1-7 16,0 0 2-16,0 0 1 0,-1-3-4 0,2 5 4 16,-8-5-5-16,12-1 2 0,3-1-2 0,-1-4 0 0,-3 4-11 15,9-6 8-15,-2 0 0 0,0-5 4 0,-1 8 3 16,1-2 5-16,2-5-5 0,2-3 4 0,-1-4-3 16,1 0-4-16,0-4 9 0,0-2-6 0,2-3 10 0,1-2-11 15,1-2 2-15,-2-4-3 0,1 1 3 0,-1-3 0 16,-2 2 1-16,1-1 1 0,-4 14 2 0,-1-20 0 15,2 2 2-15,-6-3-2 0,2-1-1 0,2 2 3 16,-7-4-2-16,2 1 3 0,-1 1 4 0,-3-4-9 16,-6 0 1-16,1 0-2 0,1-1 5 0,-7-3 1 15,1-1-2-15,-3 2 1 0,17-4-6 0,-12 3 1 16,-7 3 1-16,-6-3 2 0,-3 3 1 0,-2-1 5 16,-4 2 0-16,13 1 2 0,-26 1 2 0,-5 4 3 0,-4 1-4 15,-6 7 2-15,-1 1-19 0,-1 2 6 0,-3 4-2 16,3 3 4-16,4 4-3 0,4 0 1 0,2-18-4 15,0 11 2-15,1 7-5 0,1 4 2 0,-1 5 5 0,3 2-4 16,-1 4 2-16,1 2-7 0,-1 4-7 0,4-12-3 16,-5 21-61-16,-6 5-162 0,5 1-52 0,-14 12-77 15,-2 14-561-15</inkml:trace>
  <inkml:trace contextRef="#ctx0" brushRef="#br0" timeOffset="14545.82">18438 2556 256 0,'0'0'61'0,"0"0"-11"0,0-2 60 0,0 0 24 0,-2 0 11 15,0 1 13-15,0-3-102 0,0 0 27 0,2 0-58 16,-2-3 23-16,0-2 4 0,1 1 0 0,-1 1-2 16,0-1-14-16,0 3-13 0,0-1 1 0,2 3-4 15,0-1 7-15,0 0-2 0,0 0 2 0,-2 1-3 16,2-1-1-16,0 0 2 0,0 2-3 0,-2-1 2 0,1-1-6 16,-1 0 3-16,0 1 5 0,0-1-2 0,0 0-5 15,0 2-2-15,0 0-8 0,1 1 6 0,1-1-12 16,0 0 1-16,0 0-3 0,0 0 2 0,-2 0-1 0,0 0-6 15,0 1 7-15,2 1-7 0,0 0 11 0,0 1-6 16,0 1-1-16,0 2-1 0,0 13-7 0,0 11 10 16,0 1 0-16,0 5 4 0,2-3-6 0,-2 5 2 15,2-3-2-15,1 4 2 0,1 2-9 0,0-4 7 16,0 1-3-16,-1-1 5 0,1-3 2 0,0-1-4 16,-1 1 3-16,1-5-3 0,0 3 3 0,0 2-2 0,-3-6-1 15,1-2-1-15,-2-6-3 0,0-5 7 0,0 0 0 16,0-1 2-16,0-1-4 0,0 0 0 0,0-2 1 15,0-3-1-15,0 1 8 0,0-1-10 0,0-3 4 16,0 1-4-16,0-2 5 0,0 0 0 0,0 2-1 16,0-1 0-16,0 1-7 0,0 0 8 0,0-2-5 15,0-1 6-15,0 1-3 0,-2 2-2 0,2-2 1 0,0 0-2 16,-9 0-1-16,-2-1 2 0,0 1 0 0,2 0 2 16,-6 9 0-16,-4 0-2 0,4-5 6 0,-7 1-5 15,5-3 1-15,2-2 4 0,-3 0-6 0,5-2 4 16,2 0-2-16,0 0 4 0,5 0 1 0,-5-2 0 15,-2 0-3-15,2-2-1 0,-6 1 0 0,8 1 0 0,1 0-2 16,-1-2 7-16,2 2-4 0,3 2 3 0,-4-1-10 16,7 1 9-16,-5-2-5 0,2 2 6 0,1-2-11 15,-1 0 2-15,2 0 0 0,0 0 2 0,0 2 1 0,0 0-1 16,1 0-2-16,-1 0 0 0,0 0 2 0,2 0 2 16,0 0 5-16,0 0-5 0,2 0 0 0,1 0 0 15,10 0 3-15,15 2-2 0,-5-2 0 0,10 0 10 16,0 0-9-16,1 0 10 0,3-2-7 0,-2 0-4 15,-1-3 8-15,5-1-5 0,0-1 8 0,-2-1-9 16,0 1-3-16,0 0 0 0,-3 1 9 0,-3 0-7 16,-1 1 2-16,-6 1-4 0,0 0 0 0,-11 3 4 0,4-1 0 15,-10 2 0-15,-1 0-10 0,-3 0 9 0,1 0-3 16,0 0 7-16,0-2-3 0,-3 2-10 0,1-2-1 16,0 0-6-16,0 0-24 0,0 0-67 0,-2 1-11 15,0-1-27-15,0 0-112 0,-2 0-112 0</inkml:trace>
  <inkml:trace contextRef="#ctx0" brushRef="#br0" timeOffset="15766.77">10309 2758 21 0,'0'0'9'0,"0"-1"11"0,0-1-14 0,0 0-7 16,0 0 1-16,0 0-2 0,0 0 5 0,0 0-4 15,0 1 1-15,-2-1-2 0,2 0 2 0,0 0-10 16</inkml:trace>
  <inkml:trace contextRef="#ctx0" brushRef="#br0" timeOffset="16217.5">10296 2718 66 0,'0'0'32'16,"0"0"33"-16,0-2-16 0,0 0 16 0,0 0-8 0,0 0 11 16,0 0-13-16,0 0-9 0,0 1-6 0,0-1-1 15,0 0-10-15,0 0 9 0,0-2-1 0,-2 1 1 16,0-1-8-16,0 0-1 0,0 0 6 0,1 1-2 16,-1-1 20-16,0 0-6 0,0 1-3 0,0-1-1 15,2 2-7-15,0-4 9 0,-2-1-5 0,0 1 6 0,1 1-9 16,-1-3-4-16,0 3 2 0,2 1-3 0,0 0-6 15,-2 1 7-15,2 1-9 0,-2-2 8 0,2 2-8 16,0 0 2-16,0 1-1 0,0-1 1 0,0 0 5 0,-2-2-5 16,-1 0 7-16,1 1-8 0,-2-1-1 0,2 2-8 15,0 0-1-15,0 0-2 0,1 1-5 0,-1-1-7 16,0 0 0-16,0 0-1 0,0 2 4 0,0 0-6 16,0 0 2-16,1 0-1 0,-1 2 8 0,0 0-9 15,2 1 3-15,-2 9-4 0,0 6 2 0,2 1 5 16,0 3-6-16,0-2 5 0,0 3-3 0,0 3 0 15,0-4 4-15,0 6-2 0,2 2-3 0,0-3 4 0,0 5-3 16,0 0 4-16,-1-5-5 0,1 5 0 0,2 5-2 16,2-4 3-16,-1 5 4 0,-1-7-4 0,0-1 1 15,-1 0-1-15,-1-4 5 0,0-4-2 0,0 2 3 16,-2-7-4-16,2 1-2 0,-2-3 5 0,0-2-1 0,0 0 2 16,0-2 1-16,0-3-8 0,0 1 7 0,0-3-6 15,0-3 8-15,0 1-4 0,0 0-2 0,0-1 2 16,0 1 5-16,0 0-10 0,0 0-2 0,0-3-6 15,0 1-35-15,0 0-63 0,0 0-7 0,0 0-23 16,0-2-58-16,0 0-53 0,2 0-32 0</inkml:trace>
  <inkml:trace contextRef="#ctx0" brushRef="#br0" timeOffset="16732.64">10181 2675 222 0,'-2'0'84'0,"0"-2"-27"16,0 0 86-16,0 0-17 0,0-1-22 0,-1-1 7 15,-1 0-10-15,2 2 6 0,-3-1-38 0,1-3-13 16,2 4-5-16,-2-2 1 0,1 1-5 0,-1-1-14 0,0 0 2 16,2 2-9-16,0 1-12 0,1-1 9 0,-1 0 5 15,0 0 2-15,0 0 21 0,2 0-9 0,0 0-1 16,0 1-2-16,2-1 0 0,0 0-7 0,1 0 3 15,12-2-5-15,6-1-4 0,1 1-22 0,2 4 4 0,2 0-8 16,-2 4 8-16,2 1-8 0,2 5 0 16,-6 1-2-16,1 2 1 0,1 3 1 0,-8-10 0 0,9 18 2 15,-9-3 5-15,-1 1-4 0,4 6 0 0,-6-4-2 16,0 2 4-16,2 2-4 0,-4-2 4 0,0 3-5 16,4-3 0-16,-6-5 12 0,-2 3-6 0,-3-6 7 15,2 1-9-15,-3-2 1 0,1-4 9 0,2 3-6 0,-4-1 2 16,3 4 8-16,-1-6-9 0,-2-2 8 0,1-2-16 15,3-1 10-15,1 1-5 0,-1 0 6 0,-2-1-3 16,1 3 9-16,-1-4-2 0,-2-1 4 0,0 3 1 0,-2-1-3 16,0 1 2-16,-2 0-2 0,-4 0 4 0,4 1 3 15,-24-1 3-15,0 0-1 0,4 1 2 0,-11-5 9 16,-3 3-1-16,-3-3 4 0,0-1 0 0,1 0-8 16,0-1 1-16,7 1-4 0,-3-2-10 0,7 0-6 15,1 0-5-15,1-1 0 0,3 3-10 0,5-2 0 16,1 0 0-16,1 9 1 0,0-2 0 0,6-5-27 15,1 0-20-15,5-4-10 0,1 0-135 0,-2 2-294 16,0-1-65-16</inkml:trace>
  <inkml:trace contextRef="#ctx0" brushRef="#br0" timeOffset="27469.45">18018 2376 37 0,'-2'0'0'0,"0"0"7"16,0 0 96-16,0-2 10 0,-1 0 3 0,-1 0-24 16,0 0-22-16,1 1-41 0,1 1 10 0,-4-2-10 15,4 2 20-15,-1 0-13 0,1 0 12 0,-4-2-13 16,1 0 11-16,-1 0 3 0,-3-2 2 0,1 3 2 0,-1-1 12 16,2 2 2-16,-4-2-1 0,1 0 1 0,1 2 3 15,0 0-5-15,-1 0 3 0,1 0-1 0,2 0 14 16,1 0-11-16,1 0-1 0,1 0-5 0,2 0-20 0,-2-2-7 15,1 2-5-15,1 0-1 0,0 0-8 0,0 0-13 16,0 0 10-16,2 0-11 0,2 0 11 0,0 0-2 16,11 2-1-16,26 2 0 0,4 1-5 0,7-1 2 15,3 0-1-15,-2-1 1 0,4-1-2 0,-3-2-7 16,2 0 3-16,-4 0-5 0,-5 0 0 0,-4-2 5 16,-4-1-7-16,-6 1 7 0,-1 0-5 0,-6 0-2 15,-5 0 1-15,-4 2-1 0,-4 0 0 0,-6 0-5 16,1 0 3-16,-2 0-6 0,-1 0-12 0,1 0-56 0,-2 0-15 15,0 0-19-15,2 0-93 0,-1 0-51 0,5 0-58 16</inkml:trace>
  <inkml:trace contextRef="#ctx0" brushRef="#br0" timeOffset="28138.72">18907 3104 979 0,'-2'0'150'0,"1"0"-174"15,-3-2 180-15,0 2-85 0,-14-8 30 0,5 3 34 16,-2-1-13-16,0 1 12 0,6 1-62 0,1 2-28 15,3 0-5-15,1 0-6 0,0 1-17 0,0-1-9 16,3 2 2-16,-1 0-4 0,0 2 5 0,0 1 5 16,2 5-6-16,0 18 5 0,2 2-8 0,2-2 5 15,1 3-3-15,1-1 2 0,-1 2-10 0,1 0 9 0,-1-3-2 16,-1 3 2-16,2 0-10 0,-3-2 4 0,-1-2 2 16,2 0 1-16,-2 0 2 0,0-6-4 0,0 2-2 15,-2-3 0-15,0-2 2 0,0-4-1 0,0-4 5 16,0-2-3-16,0-3 4 0,0 0-7 0,0-1-1 0,0-1-1 15,0 2 11-15,0 0-6 0,0-1 6 0,0-1-7 16,0 0-4-16,0 0 0 0,0-2-2 0,0-2 2 16,0 0 4-16,0-1-5 0,-2-20 0 0,0-5-3 15,0-1 0-15,0-1 3 0,0-1-1 0,2-1 1 16,0 0 1-16,0 3-1 0,2 1 3 0,0 2-2 0,2-2 5 16,-1 4 1-16,5 2-6 0,-1 1 4 0,4 1-9 15,-1 3 5-15,-1 0-2 0,-2 4 2 0,-1 4-1 16,-4 3-1-16,16 5 2 0,-5-3 0 0,10-11 5 15,-1 4-6-15,-3 5 3 0,5 4-3 0,-2 2-3 0,-2 0 4 16,6 4-3-16,-1 4 3 0,-1 1-2 0,0 4 5 16,0 2-5-16,2-13 5 0,0 22-7 0,-2 2 6 15,-2 2-2-15,2-2 1 0,-3 3-2 0,-3 3 1 16,-1 3 5-16,-6 0-1 0,-1-1 2 0,-3-1 3 16,-1 1-7-16,-3-1 5 0,18 0-7 0,-10-1 4 15,-6-2 2-15,-1-1 1 0,-4-3 2 0,-2-3 2 0,-1-1 4 16,-3-7-1-16,-1 0 6 0,-5 1-3 0,3-1-6 15,-13-2 3-15,-4 0-3 0,0-2-6 0,0-1 4 16,-4-1-5-16,-1-5 5 0,-1-2-7 0,-3-1 5 16,0 20-6-16,-4-10-5 0,3-7-12 0,3-4-10 15,1-2 0-15,10-2-33 0,-8-3-57 0,4-4-15 0,8 3-20 16,-5-3-97-16,20 9-226 0</inkml:trace>
  <inkml:trace contextRef="#ctx0" brushRef="#br0" timeOffset="28471.71">20029 3065 1334 0,'-2'0'54'0,"0"0"1"0,0-2 19 16,-2 0 13-16,-1 0-12 0,-4-2 64 0,1 3-39 16,1-1-8-16,5 2-14 0,0 0-49 0,-2-2-26 15,2 0 1-15,1 0-6 0,-1 0 4 0,2 0 9 0,0 1-1 16,2-1 4-16,1 0-4 0,12-2-4 0,15-3 0 16,1 3-1-16,1 4-2 0,0 0 4 0,-1 0 0 15,4 0 2-15,-1 2-9 0,-3 0 1 0,-5-2-1 16,-5 2 0-16,-6-2-7 0,-4 0-15 0,4 1-8 15,-4 1-2-15,-2 0-34 0,-3 0-23 0,-4-2-14 0,1 2-9 16,1 0-104-16,0 0-48 0,-2-1-85 0</inkml:trace>
  <inkml:trace contextRef="#ctx0" brushRef="#br0" timeOffset="28671.56">19951 3315 745 0,'-2'0'84'0,"0"0"15"16,0 0-10-16,-2 2-23 0,1 0-6 0,-1 0 36 0,0 0 0 15,1 0-9-15,-1 0 1 0,2-1-35 0,0 1 5 16,0 0-5-16,2 0 4 0,0 0 4 0,2 0-5 16,2 0 1-16,5 1-5 0,17 3-14 0,4-4-13 15,3-2 2-15,8 0-7 0,-6-2-9 0,3-2-5 16,-1 0-2-16,0 1 1 0,2-1-5 0,-4 0-9 16,-1 1-7-16,-7 1-4 0,7-2-55 0,-6 2-103 15,0 0-32-15,1 0-49 0,3 1-366 0</inkml:trace>
  <inkml:trace contextRef="#ctx0" brushRef="#br0" timeOffset="29907.2">21691 2433 182 0,'0'0'16'0,"-2"-1"38"0,0-1-59 0,0 0 20 0,0 0-6 16,0 0 12-16,0-2 6 0,-1 1-4 0,-1-1-3 15,2 0-2-15,0 1-9 0,-1-5-1 0,-3-1 14 16,2 1-9-16,1-1 28 0,-1 0 19 0,0 0-8 16,0-3 13-16,1 1 9 0,-1-2-3 0,0 2 7 0,1-2-7 15,-1-3 0-15,0-1-13 0,-1-5 5 0,1 1-7 16,0 1-5-16,0-6-8 0,1 5-3 0,-1-5-1 15,0-2-8-15,1 1-11 0,1 1 4 0,0 3-5 16,0-1 8-16,0 4-7 0,2-3 2 0,-2 1-3 16,0 2 6-16,1-1 0 0,-1 3 7 0,0 1-4 0,0 0 7 15,0 4 3-15,0 2-8 0,0 2 7 0,2 3-1 16,-1 1-5-16,1 1-1 0,0 0-3 0,-2 1-11 16,0-1-12-16,0 2 0 0,0 0-5 0,-2 0-6 0,1 2 7 15,-1 2 0-15,2-2 3 0,-3 8-7 0,3 19 10 16,-17 5-5-16,6 3 8 0,6 2-5 0,5 6-5 15,2-6 0-15,2 0-3 0,1 1 8 0,3-3-3 16,1 2 3-16,-1 0-4 0,0-3 0 0,-1-5-1 16,1-1 1-16,-1-4 0 0,1-2 5 0,-1-1-1 15,1-3 2-15,-2-1-3 0,-1-2-1 0,-1-4 1 16,0-2-1-16,0 1 2 0,0-3 4 0,-2 1 3 16,0-1-6-16,0-3 5 0,0-1-3 0,0 1-2 0,0-2 8 15,0 0-7-15,0 0 8 0,-2 1-3 0,0 1-3 16,0 0 0-16,0-4-4 0,-12 7 3 0,-3-1 0 15,0-4 1-15,0-2-8 0,3 0 6 0,-3-2-6 16,2 0 7-16,2-2-7 0,-6-3 0 0,6 1 3 0,-3 1-1 16,1-1-3-16,4 1 3 0,0 1-2 0,-1-2 5 15,3 3 1-15,-2-3-3 0,0 0 5 0,-2 1-4 16,5 3 8-16,5 2-7 0,-5-2-3 0,6 2 1 16,-1-2 4-16,-1 0-7 0,2 1 4 0,0 1-4 15,2 0 0-15,0 0 4 0,2 0 3 0,0 0 0 0,11 0 0 16,24 0-3-16,-2 0 0 0,6 0-1 0,-4 0-2 15,1 0 3-15,1 0-1 0,-6 0 2 0,2 0-1 16,-5 1-2-16,-2-1-1 0,-2 0 1 0,-4 2 2 16,-1 0-2-16,-7-2-1 0,3 2 1 0,-4 0-1 0,-4-2-7 15,-3 0 2-15,-2 0-5 0,-1 0-5 0,1 0-53 16,0 2-6-16,0-2-22 0,-1 2-68 0,1-1-53 16,0 1-22-16,-1 0-18 0,1 0-157 0</inkml:trace>
  <inkml:trace contextRef="#ctx0" brushRef="#br0" timeOffset="30309.69">21228 2781 302 0,'-2'0'113'0,"0"0"-144"0,1 0 130 0,-18 0-67 16,10 0 14-16,-2 2 56 0,-2-2-7 0,-2 1 18 15,0-1-38-15,2 0-9 0,0 0-3 0,2 0-1 16,3 0 1-16,-1 0 5 0,-2 0 4 0,2 0-1 16,-1 0 1-16,5 0-10 0,-1 0-1 0,3 0-5 15,-1 0-20-15,2 0-14 0,-2 2-3 0,1 0-3 0,1 0-12 16,0 0 8-16,0 0-5 0,2 0 6 0,2-1-2 16,2 1 18-16,25 6-2 0,14-1 6 0,7-3-3 0,11 0 2 15,2-3 0-15,2-1 0 0,2 0-6 0,-2-3-2 16,4-1-4-16,2 0 2 0,1 1 0 0,0-1-12 15,1 2 4-15,-5 0-7 0,-6 2 5 0,-7 0-2 16,-12 0-5-16,-6 2 2 0,0 0-5 0,-12-2 7 16,1 0 0-16,-6 0 0 0,-3 0 2 0,-6 0 0 15,0 0 6-15,-7 0-5 0,-1 0-1 0,1 0 4 16,0 0-2-16,0 0 3 0,-1 0-3 0,-1 0-12 16,0 0-3-16,0 0-4 0,0 0-22 0,0 0-14 0,-1 0-11 15,1 0-12-15,0 0-137 0,0 0-78 0,-2 0-38 16,0 2-13-16,0 0-182 0</inkml:trace>
  <inkml:trace contextRef="#ctx0" brushRef="#br0" timeOffset="30836.93">21367 3360 681 0,'-1'0'193'0,"-1"0"-260"0,-2 0 226 0,-11 0-124 15,-3 0-2-15,3 0 104 0,0 0-27 0,4 0 45 0,1 0-71 16,5 0-35-16,-1 0 6 0,3 0-14 0,-1 0 6 0,0 0-6 16,2-2 3-16,0 0-3 0,2 0 0 0,0 1 14 15,2-1-9-15,2 0 10 0,18-7-15 0,8-3-9 16,7 3 3-16,-5 4-5 0,3 1-9 0,-3 2-14 16,-5 2 0-16,-1 0-3 0,0 2 4 0,-3 2-4 15,-1 1 0-15,-5 1-1 0,-1 1 3 0,-3 1-3 16,0 1 2-16,-1 0-2 0,-5 12 0 0,-3-3 8 15,11 3-6-15,-4 1 6 0,-6 0-2 0,-5 2 0 16,-2 0 4-16,-5 2-3 0,-4 0 4 0,-4 0-4 0,9-2-2 16,-21 2-1-16,-5-1 2 0,2-1-1 0,-3-4 2 15,1-5-2-15,-1 0 0 0,3-4 5 0,0 4-3 16,3-4 3-16,2 2-6 0,5-4 2 0,7-1-4 16,0-5 4-16,0-1 2 0,7 2-6 0,1 0 3 0,3-4-4 15,-2 3-2-15,1 1-2 0,1-2 0 0,0 0 1 16,2 0 16-16,0 0-7 0,2-1 5 0,1-1-5 15,31 0 4-15,5-5-2 0,-2-3 3 0,6-1-2 16,-1 2-2-16,-3-1-8 0,0 1-2 0,-1 1 0 16,-1-1 0-16,-4 3 3 0,-1 2-1 0,-3 2 0 15,-1 0-5-15,-4 0 7 0,4 0-4 0,-5 0 5 0,1 0-7 16,-8 0 5-16,5 0-2 0,-10 0 4 0,0 0-8 16,0 0 3-16,-3 0-1 0,5 0 2 0,-6 0-1 0,2 0-14 15,-5 0-3-15,2 0-9 0,5-2-43 0,2-1-94 16,0-3-6-16,9-5-34 0,0-2-77 0,4-4-134 15</inkml:trace>
  <inkml:trace contextRef="#ctx0" brushRef="#br0" timeOffset="31201.17">22650 2569 467 0,'0'-2'87'0,"0"0"17"0,0-11-26 0,0-18-37 0,2 1-4 16,2-2 24-16,0 3 21 0,-2-3 4 0,-2 2 3 15,0 1-6-15,0 3-5 0,0-6-3 0,0 10 1 16,0 0-3-16,0 1-10 0,0 8 4 0,0 0-6 16,0 4 4-16,0 3-7 0,0 3 3 0,0-1-6 15,0 0-2-15,-2 1-22 0,0-1-3 0,0 2-6 0,0 0-5 16,0 2-1-16,0 0 1 0,1 2 0 0,-3 5 8 15,-7 23-7-15,3 4 2 0,6-5-5 0,2 5-3 16,4 1-1-16,0 0-2 0,1 2 1 0,1-1 1 0,0 3-7 16,1 0 3-16,0 1-4 0,-1 3 0 0,1 2 1 15,1-1 2-15,-4 3-2 0,-1-3-4 0,-1-5 5 16,0-3-2-16,-2-7 5 0,-2-1-7 0,0-2 2 16,-3 4-1-16,1-4 3 0,0-8-4 0,1 5-16 15,1-9 2-15,0 3-10 0,2-2-22 0,0-4-81 16,0-2-5-16,0-1-27 0,0-6-39 0,2 1-31 15,0-3-29-15,25 13-15 0,9-7-221 0</inkml:trace>
  <inkml:trace contextRef="#ctx0" brushRef="#br0" timeOffset="31515">23211 2448 941 0,'0'-2'36'0,"-2"1"53"16,0-1-38-16,1 0 51 0,-1 0-10 0,0 0 22 15,0-2-19-15,0 3-33 0,-2-1 0 0,1 0-11 16,-1 0-13-16,0 0-7 0,-9-2 0 0,-2 4-2 0,1 0 5 16,-7 4-3-16,1 4 3 0,-8 5-4 0,-4 3 0 15,1-14-3-15,-4 20 3 0,5 4-1 0,-7 2 10 16,-2 0 4-16,5 0-1 0,1 2 2 0,1 1 3 16,10-1-20-16,-8-2 2 0,12 0-9 0,8 0-3 0,-1-4-9 15,6-2 3-15,1-2-5 0,0-5 2 0,-7 2-1 16,4 5 3-16,5-1-3 0,4 1 3 0,5-4 1 15,4 1-1-15,-3-4 2 0,21-2-4 0,7-8-5 16,-1-1-4-16,11 0 1 0,-5-2 0 0,0 0-8 16,-2 3 0-16,-4 16-8 0,-3-12-23 0,1-4-35 15,-1-3-16-15,1-2-10 0,-1 0-88 0,-1-3-39 16,1-3-22-16,-2-1-13 0,1-3-149 0</inkml:trace>
  <inkml:trace contextRef="#ctx0" brushRef="#br0" timeOffset="32100.92">23375 3046 923 0,'-2'-2'120'0,"0"0"262"16,-2 1-356-16,-9-5 62 0,4 2-11 0,0-1 27 15,1 1-24-15,3 0-42 0,1 2-5 0,0-3-11 16,4 3-24-16,0 0 2 0,-2-2 4 0,0 1 1 0,1-3 4 15,1-1 8-15,0-4-1 0,1 5 6 0,3-1 9 0,7-1-6 16,15 3 2-16,2-5-5 0,2 3-4 0,-6-1 6 16,2 3-7-16,-7 1 4 0,-3 2-16 0,1-9 5 15,-2 4-3-15,-6 3 2 0,-1 2-9 0,1 0 5 16,-2 2-1-16,8 2 1 0,-7 0-1 0,-3 2-1 16,3 1 2-16,5 16-2 0,0 5 1 0,-4 2 4 15,-5-2 0-15,-1 1 1 0,-3-1-4 0,-2 0-2 16,-1 2 1-16,-1-4 0 0,0 1 6 0,1-5-1 15,-1 0-1-15,2-1 0 0,0 0 0 0,0-5 3 0,0-2-1 16,1-1 1-16,1-2 0 0,0-2 3 0,0 1-5 16,0-4 3-16,0-1-6 0,0-1 8 0,0 0 1 15,1 2 2-15,1-1 9 0,0-1-15 0,0 0 7 16,2-2-8-16,-1 0 1 0,3 0 0 0,5-5-5 16,4-5 3-16,-2 5-9 0,2-18 3 0,2-1-4 0,-3 0 3 15,-1-4 3-15,2 2-9 0,0-3 8 0,-2-3-8 16,2-1 13-16,-2-3-12 0,0 7 4 0,0 4-5 15,-2 5 8-15,0 3-4 0,0 1 0 0,-5 4 0 16,1-2 3-16,-3 6-7 0,0 6 3 0,-1 1-6 16,-1 1 3-16,2-2 1 0,2 0 1 0,-3 2 0 0,3 0-2 15,-1 0 6-15,1 2-4 0,0 0 6 0,-3 20-4 16,1 2-4-16,0 4 6 0,-1-2-4 0,1-4 7 16,2 6-4-16,-3-8-1 0,1 4-1 0,-2-1 0 0,2-3-1 15,-2 1 2-15,-1-5 0 0,1 1 1 0,2-2-3 16,-2-2-4-16,2-4-1 0,-1 0-27 0,3-1-57 15,1-3-26-15,1-3-17 0,1 0-133 0,6 9-110 16,2-3-78-16</inkml:trace>
  <inkml:trace contextRef="#ctx0" brushRef="#br0" timeOffset="32778.32">24531 1930 1052 0,'-2'-2'29'0,"1"-1"47"16,-1-3-39-16,-8-12 57 0,5 5-4 0,-1 0 20 16,3 3-19-16,-1 3-36 0,2 1 1 0,0 1-12 0,2 1-4 15,-2 0-17-15,0 1 3 0,1-1-7 0,-1 2 3 16,2 0-2-16,0 0-6 0,0 2 3 0,2 0-8 15,-1 2 3-15,1 2 3 0,6 14-3 0,1 14-2 0,-2 1 3 16,-1 3-3-16,0 3 3 0,-3-2-9 0,1 0 7 16,-2 4-3-16,0-10 6 0,-2 7 5 0,0-7-9 15,0-3 2-15,2 0-3 0,-2-6 2 0,0-3 1 16,0-3-3-16,1-1 0 0,1 0-3 0,0-2 1 16,0-4 9-16,0-1-5 0,0-1 4 0,0-3 3 15,-2-2-7-15,0 0 6 0,3 1 2 0,1 1 2 16,0-2-1-16,-1-2 0 0,5 2-5 0,1-2 0 15,0-2 1-15,-1-2-1 0,3 0 2 0,-2-25-3 0,2-1-2 16,2-3 0-16,0-3-1 0,-1 1-3 0,1-2 2 16,-4 0-6-16,2 5-5 0,-4-1 7 0,3 7-5 15,-5 5 7-15,3 1-8 0,-3 9 1 0,-1 2 5 16,0 1-4-16,-2 8-6 0,1-2-3 0,-1 2 0 16,2-2 1-16,0 2 6 0,-1 0-4 0,1 0 3 0,0 2-4 15,1 17 9-15,1 11-2 0,-1-1-4 0,7-1 1 16,-5 0-6-16,4 2 7 0,-2-2 2 0,1-1 0 15,3-4 0-15,0-3-2 0,3-1 0 0,1-5-1 16,-6 1 4-16,8-4-3 0,-2 1-2 0,-1-7 0 16,10 1 3-16,-9-3 4 0,0 9-1 0,1-1 1 15,-1-4 4-15,-2-3-8 0,1-2 8 0,-1-2-8 0,6 0 9 16,-1-4 0-16,-3-2-5 0,0 1 5 0,-6-1 0 16,0-3 8-16,4-4-1 0,-6-15 4 0,2 0 3 0,-2-5 3 15,-1-2-3-15,-4-6 2 0,-3 0-4 0,1 0-2 16,21 0 1-16,-10 4-1 0,-4 2 3 0,-4 0-7 15,-3 3 2-15,0 6-4 0,-2 0-2 0,0 4-1 16,0 3-6-16,0 4 4 0,0 2-3 0,0 6-10 16,0-1 6-16,0 5-9 0,0 1 1 0,0-2-1 15,0 0-6-15,0 3 2 0,0-1-26 0,0 0-17 16,0 2-3-16,-2 0-7 0,0 2-52 0,1 1-138 16,-1 10 10-16,-2 15-54 0,2 8-30 0</inkml:trace>
  <inkml:trace contextRef="#ctx0" brushRef="#br0" timeOffset="33117.75">24806 2751 994 0,'-2'0'24'15,"0"0"2"-15,-1 0 63 0,-12 0-4 0,-6-2 20 0,3 0 21 16,3 2-52-16,0 0-3 0,4 0-16 0,4 0-16 15,1 0-8-15,2 0-4 0,1 0-1 0,-1 0-10 16,0 0-1-16,2 0 2 0,0 0-1 0,1 0 12 0,1-2 15 16,0 1 1-16,1 1 3 0,1-2-4 0,0 2 1 15,26-6-2-15,4 2 2 0,3-1 3 0,4-1-7 16,5 1 0-16,7 1-3 0,-1 0-2 0,2 2-6 16,-2 1 3-16,-4-1-5 0,2 0-7 0,-1 0 1 15,-3 0-6-15,-3 0 4 0,-2 0-19 0,-3 2 6 16,-5-1-4-16,-5 1 4 0,-4 0-9 0,-5 0-6 15,-2 0-6-15,-4 0-2 0,-3 0-37 0,-1 0-36 0,-3 0-24 16,-1 0-7-16,1 0-118 0,0 0-80 0,-2 0-30 16</inkml:trace>
  <inkml:trace contextRef="#ctx0" brushRef="#br0" timeOffset="33490.04">25133 2916 835 0,'0'0'327'0,"-2"0"-426"0,0 0 389 0,0 0-204 0,0 0 31 16,1 0 13-16,-3 0-3 0,0 0-4 0,0 0-73 16,1 0-30-16,-1 0-1 0,0 2-7 0,1-2 3 15,-5 4 4-15,4 1-6 0,-1 25 5 0,1 0-10 16,0 1 5-16,-1 6-3 0,-3-5 2 0,1 3-9 0,-13 1 0 16,7-5 9-16,5 3-5 0,3-1 7 0,-1 0-7 15,1-1-7-15,-1 0 4 0,2-1-4 0,1-5 7 16,1 0 4-16,0 0 0 0,0-5 6 0,2-5 9 15,0-3-7-15,0-2 7 0,0-1-12 0,0-3 11 16,2 2 3-16,0-5 2 0,0 0 8 0,-1-1-11 16,3-1 4-16,-2-2-5 0,16 6 11 0,-1-4-14 15,2-2 0-15,1 0-5 0,2-4 3 0,8-2-14 16,-2-1 4-16,5-2-7 0,3 0 0 0,-5-1 5 0,5 1-3 16,1 0 4-16,0 1 2 0,-2 1-7 0,0-1 6 15,-3 3-6-15,-2 1 12 0,-4 0-7 0,-4 1-4 16,-2 1 0-16,-3 0-6 0,-4 0 3 0,0 0 0 15,-4 0 0-15,1 1-1 0,-5 1-2 0,-1 0-6 0,0 0 0 16,-3 0-33-16,3-2-67 0,0 0-42 0,0 0-19 16,-1 0-220-16</inkml:trace>
  <inkml:trace contextRef="#ctx0" brushRef="#br0" timeOffset="34297.51">26442 1732 169 0,'0'0'38'0,"0"0"30"15,0-2 36-15,0 0 12 0,2 0 26 0,0 0-20 16,-1-2 13-16,1 1-17 0,-2-3-4 0,0-3-21 15,0 1-7-15,0-1-4 0,0 0-25 0,-2 1 10 16,2 3-2-16,-1-1 3 0,-1 1-2 0,2 1-5 16,-2 0-3-16,2 2 0 0,0 1-13 0,0-1-1 0,0 0-5 15,-2 2 2-15,-4-4-11 0,-1-1-1 0,0 1-1 16,-1 2-1-16,-1 0-15 0,-2 2 4 0,0 2-3 16,-4 4 5-16,0 3-1 0,2-2 2 0,-2 21-3 15,4 2 3-15,0 3-8 0,1 4 1 0,1 1-5 0,4 2 3 16,-1 9-3-16,2 1-7 0,3 7 6 0,-1 3-6 15,-24-1 1-15,13 8 1 0,11 0 2 0,4 2-1 16,1 3-3-16,3 0 1 0,3 3-3 0,2 5 3 16,4-1 3-16,2-4-2 0,1-5 0 0,1-7-1 15,3 2-2-15,2-7-1 0,-22-1 3 0,39-6 0 16,0-7 11-16,2-5-8 0,-4 0 1 0,-2-7-3 16,2-3-5-16,-2 1 7 0,0-8-1 0,2-1 5 0,-9-1 0 15,0-9-4-15,-1 1 6 0,-5-5-4 0,2-1 16 16,-3-3-6-16,-3 12 0 0,-1-6-2 0,-1-1 5 0,-3-4 2 15,-2-3-4-15,-4 1 2 0,1-2-6 0,-3 0 5 16,0 0-2-16,-3 0 1 0,2 0-4 0,-4 0-3 16,-1 0 0-16,3 0-2 0,-2 0-7 0,0 0 3 15,0 0-2-15,0 0 2 0,1 0-4 0,1 0-3 16,-2 0-2-16,3-2-1 0,-3 2-10 0,4-1-35 16,-1-1-5-16,1 0-16 0,0-2-78 0,-1 0-125 15,4-1-29-15,1-1-57 0,1 1-340 0</inkml:trace>
  <inkml:trace contextRef="#ctx0" brushRef="#br0" timeOffset="35700.78">26997 2146 256 0,'0'-2'145'16,"0"0"-51"-16,0 0 73 0,-2-5 25 0,-2-14-74 15,-1-3 4-15,1 0-41 0,0 5 5 0,3 3-16 16,-3-1 5-16,2 0-24 0,0 4 11 0,0 4-15 0,2 3 5 16,0 1-10-16,0 1-2 0,0-1 0 0,0 1 2 15,-2 0-27-15,1 2 8 0,-1 0-15 0,0 2 1 16,2 0 6-16,0 2-7 0,-4 17 6 0,0 18-10 15,3 2-3-15,-1 6 1 0,2-1-1 0,0 3 3 0,0-1 0 16,0-3 0-16,2-1 0 0,1 1-5 0,1-4 2 16,0 2-2-16,1 0 4 0,1 0-3 0,1-4 9 15,-1-2-7-15,1 0 8 0,3 1-8 0,-3-5 11 16,0 1-3-16,1-4 4 0,-3-4-10 0,-1-8 8 16,2 1-2-16,-3-6 3 0,-1-3 5 0,0-3 2 15,0-1 5-15,0 0 0 0,0-1 25 0,0-1-7 16,-1 0 1-16,1-2-4 0,2-2-7 0,0-1-13 0,11-23 5 15,3-17-9-15,-5 0 6 0,-2-1 6 0,0-3-5 16,1-3 4-16,-1 0-11 0,2 0 0 0,0-2-2 16,2 0 1-16,1-2 1 0,5-4 0 0,-1-1 2 15,1 0-3-15,-3 3 2 0,1 8-3 0,-3 3 2 0,1 8-3 16,0 3-3-16,-4 8-6 0,-2 4 0 0,-2 4-2 16,-1 3-2-16,-3 5 0 0,1 3 1 0,-2 1-1 15,-3 3-5-15,-1 1-14 0,4 0-9 0,2-2 0 16,-3 2-22-16,3 2-78 0,-2 0-6 0,3 4-32 15,4 11-81-15,0 26-107 0,2 13-51 0</inkml:trace>
  <inkml:trace contextRef="#ctx0" brushRef="#br0" timeOffset="36482.78">28083 2441 1161 0,'-2'-2'28'0,"-9"-4"69"0,-18-8-71 0,1-1 89 16,0 2-14-16,2 0 33 0,0 0-43 0,2 0-34 16,-2 0-7-16,5 3-8 0,-1-1-15 0,2 4-7 15,1 1 7-15,2 3-7 0,1 1 4 0,-1 2-12 0,2 2-1 16,0 1-3-16,-2 3-6 0,4 1 3 0,-1 4-2 16,1-3 3-16,1 14-3 0,-2 2 6 0,1 2-4 15,0 2 4-15,0 2-5 0,9 3 0 0,-2 1-4 0,1-1 3 16,-18 4 2-16,9 2-5 0,4 2 3 0,7-2-5 15,1 4 6-15,2-4 6 0,0-4 0 0,5-1 1 16,3-5-5-16,1-5 3 0,2 2-6 0,-2-3 5 16,1-7-4-16,-1-1 6 0,0-2 5 0,-1-2-3 15,8-1 3-15,3-5-5 0,0 8 3 0,-1-4-2 16,3-1 3-16,-1-3 3 0,0-3-3 0,3-2 2 0,-3-2-8 16,-3-1 3-16,0-5-3 0,-6 1 2 0,-2-2-4 15,0-12 0-15,-1-3 1 0,-1 2 0 0,-1-2 5 16,-3-1 1-16,-1 1-2 0,15-2 0 0,-6 0 2 0,-7 2-5 15,-4 2 4-15,-2 2-5 0,-2 5 4 0,-1 0-8 16,-3 2 6-16,1 4-8 0,-1-3 7 0,-10 7 1 16,-1-1-3-16,1 3 3 0,1 1-1 0,0-9-5 15,1 1 2-15,4 5-3 0,3 1 5 0,2 2-4 16,3 2 0-16,2 0-2 0,-2 0-4 0,1 0 1 16,1 0-1-16,0 0 1 0,0 0 2 0,2 2-6 15,2 0 6-15,0 0-6 0,7 1 3 0,19 5-5 0,4-3-3 16,5-1-1-16,2-4-12 0,3 0 1 0,7-2-1 15,1-3 0-15,0-3-3 0,0-1-7 0,2-2 5 16,-4-2-5-16,1 0 15 0,-7 0 9 0,-5-2-3 16,-3 2 5-16,-6 0 6 0,-6 2 6 0,-3 2-3 15,-8 1 5-15,-4 3 1 0,-3 3 5 0,1-6-1 0,-1 1 0 16,0-2-10-16,-4 3 7 0,0-1 0 0,0 3 2 16,-2 0-8-16,-5-1 9 0,-18-8-6 0,-1 3 6 15,4 7-11-15,-4 3 8 0,8 0-3 0,1 1 3 16,2 3-8-16,6 0 6 0,-2 1-6 0,7-3 6 15,-5 11-7-15,-3 6 1 0,7-1 0 0,3 7 0 0,2-5 0 16,6 2 1-16,5 1 2 0,4-1-2 0,-8-2-4 16,21-1 2-16,2 1 1 0,-1-1 1 0,1-1 7 15,-4-1-6-15,0-2 0 0,-2 5-1 0,-2-1 1 0,-3-2 11 16,-4-1-4-16,-6-3 5 0,-1 4-10 0,-7-2 13 16,12 3-1-16,-9-10 7 0,0 3-1 0,-4-5 1 15,0 3-7-15,0-4 6 0,-2 1-11 0,-2-2-2 16,-27-2 3-16,3 1-4 0,-2 1-9 0,2 0-3 15,0 14 3-15,-1-8-2 0,1-7 0 0,9-3-19 16,3 0-11-16,4-2-6 0,1-1-71 0,4-1-100 16,3 2-7-16,2-2-36 0,0-5-72 0</inkml:trace>
  <inkml:trace contextRef="#ctx0" brushRef="#br0" timeOffset="36685.82">29047 2378 1283 0,'0'0'251'0,"-2"-2"-323"0,0 0 289 0,0 0-149 16,0 0 29-16,1-1 33 0,-1-1 2 0,0 0-3 15,2 0-64-15,0 1-22 0,0-3-3 0,2 1-4 16,1-1-6-16,10-1-19 0,12-1 5 0,-1 3-11 0,0 1-1 16,0 2-7-16,-2 0-7 0,1-13 1 0,-3 6-16 15,4 0-56-15,-2 3-14 0,3 3-22 0,1 1-120 16,0 2-119-16,1 3-74 0</inkml:trace>
  <inkml:trace contextRef="#ctx0" brushRef="#br0" timeOffset="37144.78">29996 1815 1223 0,'-2'-2'50'0,"0"0"-24"0,-5-7 54 16,-8-13-10-16,-8 0 32 0,3 5 19 0,0 0-3 15,5 0 0-15,0 4-40 0,0 0-27 0,4 4-1 16,2 2-9-16,3 3-14 0,2 0-6 0,1 2-2 16,1 1-1-16,0 1-12 0,-2-4 6 0,0 2-7 0,3 0 5 15,-1 0-10-15,0 2 7 0,0 2-2 0,2 2 5 16,0 13-5-16,2 22-7 0,3 5 4 0,5 4-4 16,-1 3 10-16,0 6-9 0,1-1 0 0,-3 0-2 15,2-1 11-15,-1-5-4 0,-1 1-3 0,1-5-1 16,-5-3-8-16,1-6 10 0,2-4 2 0,-3-3 1 15,3-2-8-15,-1-2 8 0,3-2-3 0,-1-4 5 16,1 1-6-16,-3-6 2 0,-1-4-1 0,0-2 2 0,-2-3 11 16,-1-3-4-16,-1-1 3 0,6 2-4 0,3 1 16 0,2-1 3 15,2-4 1-15,4-2-3 0,-2-3-4 0,2-6 2 16,-1-6 1-16,1-17-1 0,0-1-9 0,3-6 5 16,-1-1-8-16,3-10 6 0,2-4-7 0,0-3-3 15,0-6 2-15,4 3-3 0,0-1-4 0,0 6 8 16,-8 3 1-16,3 7 1 0,-7 8 5 0,-4 6-10 15,-1 5 0-15,-9 8-3 0,7 1 0 0,-2 6 0 16,-1 2-4-16,3 5 1 0,-7 1-10 0,-2 3-2 16,2 2-1-16,2-4-1 0,-1 0-8 0,-1 3-4 15,0-1-2-15,0 0-2 0,0 2-20 0,0 2-99 0,-1 0 4 16,-1 9-41-16,0 22-54 0,-1 4-114 0,-3 4-66 16</inkml:trace>
  <inkml:trace contextRef="#ctx0" brushRef="#br0" timeOffset="38373.44">30612 2491 59 0,'0'0'45'0,"0"0"10"0,0 0 40 16,0 0 1-16,0 0-31 0,0 0-15 0,0 0 0 16,0 0-4-16,0 0-3 0,0 0-5 0,0 0 1 15,0 0-1-15,0 0 11 0,0 0-2 0,0 0 10 0,2 0-6 16,0-2 12-16,0 0-1 0,0 0-2 0,-1 1 2 15,1-1 7-15,0 0-10 0,0 0-3 0,0 0-1 16,0 0 1-16,0 0 16 0,-2 1-1 0,0-3 4 16,0 0-14-16,0 0-10 0,0 3-1 0,0-7-3 15,0 1-4-15,0-1-7 0,0-1-3 0,0 5 0 0,0-3-2 16,0 1-9-16,0 3 6 0,0-1-8 0,0 0 1 16,0 0-4-16,0 1-3 0,0-1 0 0,0 0-12 15,0 1-1-15,0 1-1 0,0 0 0 0,0 0 4 0,0 0-9 16,0 0 5-16,0 0-5 0,-2 2 8 0,2 0 4 15,-2 0-5-15,2 0 5 0,0 0-1 0,0 0-2 16,0 0 7-16,0 0-6 0,0 2 7 0,0 0 4 16,0 0-4-16,0 0 4 0,-2-2-5 0,2 0 3 15,0 0 0-15,0 0 0 0,-2 0-8 0,0 0-2 16,2 0-1-16,0 0 1 0,0 0 8 0,0 0-12 16,0 0 4-16,0 0-5 0,0 0 6 0,0 0-1 15,0 0-3-15,0 0 1 0,0 0-5 0,0 0 3 0,0 0 0 16,0 0 1-16,0 0-1 0,0 0 1 0,0 0 1 15,0 0 1-15,0 0 2 0,0 0 1 0,0 0-5 16,0 0 4-16,0 0-5 0,0 0 5 0,0 0 6 0,0-2-4 16,0 0-1-16,0 0-4 0,0 0-2 0,0 1 2 15,0-1 7-15,0 2-5 0,0 0 0 0,0 0-1 16,0 0 0-16,0-2-2 0,0 2 2 0,0 0-2 16,0 0 1-16,0 0 3 0,0 0-5 0,0 0 5 15,0 0-3-15,0 0-1 0,0 0 5 0,0 0-4 16,0 0 5-16,0 0 0 0,0 0-4 0,0 0 1 0,0 0-4 15,0 0 0-15,0 0 2 0,0 0-1 0,0 0-1 16,0 2-3-16,0 0 3 0,0-1-2 0,-2 3 1 0,1 0 1 16,-1 5 1-16,-2 12 1 0,0 1 1 0,1 4 2 15,1 2-5-15,2 1 4 0,0 5-6 0,0-3 1 16,0 3-2-16,0 1 2 0,0 0-1 0,2 1 4 16,-1-5-1-16,1 3 3 0,2-6-2 0,-2 1-4 15,2-1 3-15,-1-4-3 0,-1-3 2 0,0-3 3 16,0-1-3-16,-2-4 5 0,2 5-4 0,0-6-1 15,-1-1 4-15,-1-4-3 0,0-5 0 0,0 2 0 16,2-1-4-16,0 1 3 0,0 0 4 0,0 0-7 0,0-1-1 16,0-1-5-16,-1 0-16 0,1 0-85 0,2 0-16 15,0 0-33-15,-1-2-131 0,5 0-256 0</inkml:trace>
  <inkml:trace contextRef="#ctx0" brushRef="#br0" timeOffset="38902.18">30348 2719 574 0,'0'0'68'15,"-1"0"2"-15,-1 0-4 0,0-1 24 0,0-1-28 16,0 2 96-16,0 0-35 0,-1-2-11 0,-1 0-7 16,0 0-35-16,0 2-5 0,1 0 4 0,-1 0-7 15,2 0-4-15,0 0-16 0,0 0-4 0,1 0-3 0,-1 0-15 16,0 0 8-16,2 0 0 0,0 0 1 0,2 0-10 15,0 0 4-15,1 0-5 0,27-2 4 0,-2 0-6 0,3 1-10 16,-1-3-1-16,-2-2-3 0,9 1-2 0,-2-1-2 16,6 1 1-16,-4 1-3 0,-5 0-4 0,-6 0-31 15,-2 1-18-15,-2-1-11 0,-3 0-112 0,-2 1-87 16,-4 1-55-16</inkml:trace>
  <inkml:trace contextRef="#ctx0" brushRef="#br0" timeOffset="41154.08">31013 1488 28 0,'0'0'4'0,"0"0"-1"0,0 0 3 0,0 0-6 16,0 0 2-16,0 0-11 0,0 0 6 0,0 0 3 16,0 0-1-16,0-1-1 0,0-1-5 0</inkml:trace>
  <inkml:trace contextRef="#ctx0" brushRef="#br0" timeOffset="42139.78">31015 1505 118 0,'0'-2'12'0,"0"0"0"0,0 1 40 0,0-3-6 16,0-15 12-16,0 1-9 0,0-3 9 0,0 1 1 15,-2-2 5-15,0 3 14 0,0 4-14 0,-1 0 1 0,-1 2-8 16,0-2-9-16,-1-3-1 0,1 3-1 16,-2 0-1-16,1 0 11 0,1 6-5 0,0 0 2 0,1 1-4 15,-1 1-6-15,2 3 9 0,-2-1 3 0,3 1 0 16,-3 0 1-16,0 0-15 0,0 1-3 0,1 1-2 15,1 2 5-15,-6-4-5 0,-1 2 2 0,0 2-5 16,1 0-12-16,-1 2 2 0,2 2-5 0,1 0 5 0,1-1-8 16,1 3 4-16,0 7-6 0,-7 2 4 0,0 3-13 15,3 1 21-15,5 1-3 0,1-1 8 0,2-1-14 16,2 3 7-16,3-1-8 0,3 3 7 0,1-5-9 0,2 3 4 16,2-3-4-16,-9 3 1 0,16-3-5 0,-1 3-2 15,3 1 1-15,-5 0-3 0,0 4-6 0,1 0 7 16,-1 6 0-16,-2 1 3 0,3 6-9 0,-3 6 2 15,-4 1-3-15,6 6 2 0,-4 2 7 0,-4 3-3 16,4 1 1-16,-7-4-2 0,-2-2-4 0,-1-6 3 16,-1-1-1-16,0-2 1 0,0-5-3 0,18-2 14 15,-7 3-4-15,-7-2 7 0,-4 0 4 0,-2 2 15 0,-2 0-3 16,-6 2 5-16,-1-4-7 0,0 4-7 0,-4-2 7 16,2-4-9-16,0 2 4 0,-1-7-6 0,-1-4-5 15,2-2 1-15,0-3-12 0,0-5 8 0,9 1 0 0,-13-4 1 16,2-2-10-16,0 0-6 0,0-3 3 0,2-1-3 15,0-3 3-15,2 1-3 0,3-1-7 0,-1 2 4 16,1-3-11-16,4-3-40 0,-1 2-14 0,-1 2-16 16,0-2-97-16,0 0-70 0,3-1-19 0,-1-1-28 15,0 0-188-15</inkml:trace>
  <inkml:trace contextRef="#ctx0" brushRef="#br0" timeOffset="42653.75">31384 1163 901 0,'-1'-1'36'0,"-1"1"35"0,-24-15 9 0,5 2 16 0,7-2 1 15,2 4 6-15,3 3 7 0,4-3-34 0,-1 4 0 16,-1-3-13-16,3 3-20 0,0 0-16 0,2 1-1 16,0 0-4-16,1-1-4 0,1 1-1 0,0-1 3 15,0 1-2-15,3-1 0 0,1 2-1 0,20 1-4 0,10 2 2 16,-3 0 2-16,1-16-3 0,-3 8-1 0,-5 7-3 16,-1 3-5-16,-3 3-1 0,-5 5 3 0,-2 1-3 15,-6 11 6-15,-5 19-5 0,21 0 2 0,-12 4-6 16,-9 0-4-16,-4-4 8 0,-6 2 1 0,-3-2 5 15,0-8 1-15,-2-1 2 0,0-4 0 0,2-8 0 16,-2 3-4-16,4-6 0 0,1-4 0 0,1 0 1 0,3-4 1 16,0-1-5-16,1 3-5 0,3-3 3 0,0-1 0 15,0-1 6-15,0-2 0 0,5 2 1 0,23 12-3 0,5-4-4 16,3-9 1-16,1-3-2 0,-2 0 0 0,0-3 1 16,-3-1-1-16,0-2 1 0,-3 1-5 0,-3-1 5 15,-2 1-2-15,1-1 4 0,-5 2-5 0,-1 1 4 16,-1-1 6-16,-10 4-1 0,3-2 9 0,-9 2 7 15,-1 0-5-15,9-2 8 0,-7 0 2 0,1 2-10 16,0 0-3-16,-2 0-2 0,0 0-17 0,-1 0-3 16,-1-2 1-16,0 2-3 0,0 0-5 0,0 0-5 0,-1 0-3 15,-1 0-2-15,0 0-21 0,-2 2-108 0,0 0-18 16,1 0-45-16,-1 0-198 0</inkml:trace>
  <inkml:trace contextRef="#ctx0" brushRef="#br0" timeOffset="44011.9">19969 5380 485 0,'-2'0'0'15,"1"0"7"-15,-3 0 71 0,-5-2 25 0,-4 2 19 0,-8-2-9 16,5 1 9-16,4-1-45 0,-2 0 6 0,6 0-12 16,-3 0-6-16,2 0-6 0,-2 0-3 0,7 2 0 15,-5-1-7-15,5 1 8 0,-2 0-5 0,-5-2 4 16,7 2-14-16,1 0-12 0,-1 0 0 0,2 0-4 16,0 0-4-16,0 0 3 0,2 2-1 0,0-1 3 15,2 1 10-15,2 0-10 0,7 0-2 0,23 4-4 16,1-3-11-16,2-1-3 0,4-2 2 0,1-2-2 0,3 0 0 15,0 1-5-15,-5-1 0 0,-1 2-1 0,-3 0 2 16,-5 0-9-16,3 0 0 0,-10 0-3 0,4 0 5 16,-8 2-65-16,-5-1 0 0,2 3-30 0,-10-2-58 0,-3 0-42 15,0 0-74-15</inkml:trace>
  <inkml:trace contextRef="#ctx0" brushRef="#br0" timeOffset="44174.36">19592 5870 920 0,'0'0'13'0,"-1"2"23"0,-1 0-32 0,0 0 124 0,2 0-26 16,0 1 56-16,0 1-45 0,2 0-31 0,1 0 0 15,22 10-11-15,4-1-13 0,7-3-7 0,6-5-6 0,-1-5 1 16,0-2-17-16,2-3-4 0,-4-3-6 0,1-1 1 16,1 0-17-16,-7 1-3 0,-3 3 0 0,1-1-3 15,-2 1-18-15,-4-1-156 0,0 1-37 0</inkml:trace>
  <inkml:trace contextRef="#ctx0" brushRef="#br0" timeOffset="45103.21">21759 5053 595 0,'0'0'1'15,"0"-2"2"-15,0 1 41 0,0-3 8 0,-2-13 14 16,1-7 49-16,1-2-19 0,0 0-7 0,-2-4-4 0,2-3-26 16,0-1-5-16,0 1 4 0,-2 0-6 0,0-1 1 15,2 8 9-15,-2-2-6 0,2 10 7 0,0 5-9 16,0 2-16-16,0 5 0 0,0 1-5 0,0-3-7 0,0 6-9 16,0-1-5-16,0-1-1 0,0 2-11 0,0 2 10 15,0 2-3-15,-2 2 4 0,-1 20-3 0,-1 7-3 16,-2 3 3-16,3-3-5 0,-1 5 0 0,2-3-3 15,0 0 2-15,0 1-1 0,0-1 6 0,1 1-3 16,-1-1 3-16,0-1-4 0,0 1 3 0,0-3-1 16,2-1-5-16,0-4 3 0,0 1-1 0,0-6 8 15,0-5-4-15,-2 3 4 0,2-8-8 0,-2-1 7 16,1 0 2-16,-1-5-1 0,-4 5-4 0,4-5 5 0,2-2-5 16,-13 2 4-16,-3 7-3 0,-3 0 13 0,0-4 0 15,1-1 5-15,-1-4 8 0,4-2 0 0,1 0 4 16,-3 0-3-16,2 0-6 0,0 0-2 0,2 0-2 15,4 0 2-15,1 0-10 0,5 0-8 0,1 0-3 0,-2 0-1 16,0 0-6-16,3 0 7 0,-1 0-1 0,2 0 4 16,0 0-8-16,2 0 8 0,1 0-8 0,27 3 10 15,3 1-16-15,3-2 10 0,3 0-4 0,0-2 5 16,0 0-12-16,0 0 6 0,-4 0-1 0,2 0 2 16,-2 0 0-16,-3-2 0 0,-1 0-2 0,-8 2 0 15,-1 0-1-15,2 0-2 0,-7 0-3 0,3 0 0 0,1 0-17 16,-8 0-46-16,2 0-2 0,-6 0-21 0,-2 0-58 15,-3 0-48-15,2 0-17 0,-5 0-18 0,3 0-134 0</inkml:trace>
  <inkml:trace contextRef="#ctx0" brushRef="#br0" timeOffset="45355">21067 5761 1237 0,'-2'0'29'0,"0"0"50"0,-2 0-69 0,1 2 89 0,1-1-12 16,0 1 41-16,0 0-11 0,2 0-39 0,2 0-4 15,13 2-11-15,35 3-14 0,9-3-24 0,4-4 2 16,6-2-8-16,5-4 4 0,4-1-4 0,0-2-2 0,4-1 0 16,-2-1-3-16,3 2-13 0,-5 1 2 0,-3 3-7 15,-3 1 0-15,-14 0 1 0,-6 3 0 0,-8-1 0 16,-9 0-7-16,-3 0-21 0,-4 2-10 0,-6 0-8 15,-3 0-71-15,-8 0-39 0,-2 0-8 0,-5 0-9 16,-2 0-34-16,1 2-117 0</inkml:trace>
  <inkml:trace contextRef="#ctx0" brushRef="#br0" timeOffset="45713.83">21392 6110 1052 0,'-4'0'48'0,"0"0"-4"0,-26 2 4 15,14-2 17-15,5 1-17 0,-1 1 92 0,11-2-27 16,-3 0-3-16,2 0-15 0,0 0-50 0,2 0-5 16,2 0 3-16,2 0-3 0,35-3-6 0,5-5 2 15,-1 1-4-15,3 1 2 0,-1 2-19 0,-6 4-9 0,0 2-4 16,-6 6 1-16,-3 3 3 0,-9-2 0 0,-5 2 1 16,-5 0-3-16,-3 12-1 0,-4 8 2 0,14-1 1 15,-9 0-1-15,-7 5-5 0,-4-3 9 0,-7-1 3 16,-4 1 4-16,-4-6 17 0,10-2 8 0,-19-2-2 15,0-5 4-15,2 1-3 0,2 1-2 0,3-6 1 0,8-2-2 16,0-2-16-16,7-1-2 0,0-3-10 0,1 1 7 16,-1 1-10-16,2-1 5 0,2-2-1 0,0-2 2 15,0-1 0-15,33 20-9 0,12-8 6 0,1-8-7 16,8-5 10-16,8-1-3 0,-5-5 4 0,4-1-5 16,1-1 0-16,-10 1-8 0,1-1-3 0,-6 3-1 0,-6-1-2 15,-8 1-1-15,1-1-6 0,-5 0-2 0,-1-1-53 16,-4 1-119-16,-1-1-12 0,-1 0-48 0,0-3-152 15</inkml:trace>
  <inkml:trace contextRef="#ctx0" brushRef="#br0" timeOffset="46406.07">22836 6126 1111 0,'0'0'6'0,"0"0"0"0,0-1 82 0,-2-1 0 0,0 0 27 16,1 0 13-16,-1-2-55 0,0-1-1 0,-4-21-18 15,3 0-13-15,1-4-9 0,2 0 3 0,2-3-4 16,1-2-1-16,5-4-8 0,-1 0-3 0,2-4 1 0,3-3 5 16,-1 3-2-16,0-7-1 0,0 0-2 0,0 1-11 15,0-3 6-15,-1 6 0 0,-1-2 1 0,-2 1 1 16,-1 6-3-16,-1 2 0 0,-1 8-1 0,0 1 0 0,0 6 1 16,-3 5-1-16,3 3 1 0,-2 5 4 0,0 1-1 15,-2 3 0-15,0 5-1 0,0 0-5 0,0-2-11 16,0 1 2-16,0 1-4 0,0 0 4 0,0 2-5 15,-2 2 3-15,0 2-5 0,-3 20 2 0,-3 17-2 16,4 5 3-16,1-3-2 0,1 5 9 0,2 0-3 16,0-5-2-16,0 0 0 0,0-3-1 0,4-1 4 15,-1-1-1-15,3-3 3 0,1-4-5 0,3 1-3 16,-3-6 5-16,4 0-2 0,-2-2 4 0,1-5-4 0,-1-1 0 16,0-3-2-16,1-2 5 0,-5-5 2 0,6-3-5 15,6-1 5-15,1 9-4 0,1-4 1 0,1-3 1 16,3-4 0-16,-1-2 0 0,-2-6 3 0,-1-1-4 0,3-6 4 15,-1 7-4-15,-1-20 1 0,1-2 1 0,-5-2-2 16,1-1 1-16,0-8-3 0,-4-2 3 0,7-5-3 16,-3-1 3-16,-6-1 0 0,2 0-2 0,-11-4 2 15,0-2-1-15,24 2 2 0,-13 0 0 0,-8 7 0 16,-5 4 4-16,0 6-5 0,0 5 3 0,0 6-3 16,-3 4 3-16,-1 7 1 0,0 2-5 0,2 5 2 0,0 2-7 15,2 3-6-15,0-1 6 0,-3-2-6 0,-1 2 11 16,0 0-3-16,1 2 2 0,-1 2-2 0,-2 6-2 15,-12 29 5-15,5 2-2 0,5 5 4 0,3 1-4 0,3-2 2 16,2 7-1-16,0-8 1 0,5 5-7 16,1-3 6-16,-2-1-1 0,-1 2 2 0,-1-5-5 0,-2-1 4 15,2-3-2-15,0-1 2 0,-2-3-9 0,2 1-7 16,2-1-6-16,-1-1-8 0,3-1-97 0,1-2-94 16,1-4-21-16,-1 0-29 0,2 0-165 0</inkml:trace>
  <inkml:trace contextRef="#ctx0" brushRef="#br0" timeOffset="46865.92">23857 5820 1037 0,'0'0'122'16,"-2"0"17"-16,1 0-65 0,-1-2-21 0,0 2-33 15,-11-2 91-15,2 1-30 0,-2 1 9 0,3 0-23 16,1 1-36-16,2 1-10 0,-1 2 0 0,5-2-3 15,-3 7 2-15,2 10 2 0,-11 1 2 0,4 1 1 0,2-1 6 16,2 0 6-16,1-1-2 0,2 1 3 0,4-5-11 16,0-2 5-16,0-2-3 0,0-3 4 0,0-3 2 15,0 1-5-15,0-4-3 0,0 2 0 0,0-3 0 16,2 3-1-16,0 0 7 0,0-2-7 0,0 0-9 0,0-1 2 16,0-1-10-16,-1 0 8 0,1-1-16 0,0-1 5 15,-2 0-3-15,2-20 3 0,7 1-6 0,2-1 3 16,0-4 0-16,2 2 1 0,-1-2 2 0,1 2-4 15,0-2-2-15,0 0 0 0,0 1-4 0,-2 3 2 16,0 2 4-16,-2 3-1 0,0 2-1 0,1 4 2 16,-3 2-2-16,1 3 2 0,-1 1-7 0,0 3 3 15,1-4-5-15,-1 2 4 0,3 1 3 0,-1 1-2 0,0 2 2 16,4 2-3-16,-2 3 6 0,0 3-5 0,1 7 6 16,-3 12-6-16,0 1 2 0,-1-2 2 0,1 0-1 15,-2 0 3-15,3 0 3 0,-7 0-7 0,5-2-1 16,8 1-1-16,-4-3 7 0,-3 0-11 0,-4-5 1 15,-1-2-7-15,-2-6 0 0,-2-3-47 0,2-1-13 0,-2-3-18 16,2 2-104-16,1-1-53 0,-1-3-21 0,19 6-22 16,3-6-202-16</inkml:trace>
  <inkml:trace contextRef="#ctx0" brushRef="#br0" timeOffset="47162.25">24802 5341 827 0,'0'-2'58'0,"0"-1"11"0,0-22 4 16,-1-6-2-16,-1-4-3 0,0 5 80 0,-2 2-34 16,0 2-7-16,-1 2-9 0,-1 0-27 0,1 3-11 15,-3 3 0-15,3 3-6 0,-1 4-23 0,2 3-6 16,3 5-4-16,1 1 0 0,-6-2-18 0,-9-5 6 16,-2 3-6-16,1 4 5 0,-3 4-5 0,-1 6 8 15,-3 5 2-15,1-2 1 0,2 24 4 0,-1 2 11 16,-1 4-1-16,5 4 4 0,2-5-4 0,4 1 4 0,4 0-5 15,1-4 5-15,-1 2-4 0,-15-2-9 0,10-1 3 16,7-1-5-16,5-4-8 0,2-3-5 0,3 0 2 16,1-6-2-16,1 1-2 0,3-5 1 0,-1-3-4 0,-4 0 2 15,14-2-8-15,1-2-16 0,-1 0 1 0,1-3-9 16,3-3-28-16,-1-3-133 0,4 15-11 0,4-6-53 16,1-5-147-16</inkml:trace>
  <inkml:trace contextRef="#ctx0" brushRef="#br0" timeOffset="47453.67">25155 5484 1189 0,'0'0'42'0,"-2"0"3"15,0 0-13-15,1 0 6 0,-3 2-13 0,-2 0 74 0,-7 5-18 16,-2 4-4-16,-3-5-9 0,5 12-30 0,0 1 1 16,4 3 1-16,5-1-2 0,-4 1-10 0,1 0 2 15,3-3 4-15,-9-1-2 0,4 1 6 0,3-2 2 16,6-1-4-16,0 1 3 0,0-4-14 0,4 2 3 15,2-4-1-15,1-2 1 0,4 3-6 0,6-7 3 16,2-1-2-16,1 0 2 0,0 10-7 0,-1-4 2 16,1-5-1-16,-5-3 1 0,2-2-6 0,2 0 0 15,-3-2-6-15,-1-1 5 0,-4-1-2 0,-9 4 4 0,4-8 2 16,5-10-1-16,-2-4-2 0,-5-3-1 0,-4-1 0 16,-6 0 0-16,-5-3-9 0,-6-1-4 0,14 6-1 15,-27-2 0-15,2 5 0 0,0 7-3 0,4-3-9 16,4 11 3-16,-6-3-25 0,3 5-52 0,3-11-13 0,-2 6-21 15,9 5-114-15,5 4-180 0,3 0-107 0</inkml:trace>
  <inkml:trace contextRef="#ctx0" brushRef="#br0" timeOffset="47700.11">25549 5423 1595 0,'0'0'12'0,"0"0"-2"0,-2-2 108 15,0 0-18-15,0 0 41 0,0 0-37 0,1 2-60 16,-1 0 3-16,0 0-19 0,0 0 20 0,0 2-16 16,0 0 9-16,0 2-13 0,-5 24 0 0,5-4-1 15,2 2 1-15,4 0 0 0,1-2-2 0,7 0-5 16,-1-4-8-16,2-1 4 0,-6 0-15 0,19-1-2 16,-4-3 3-16,2 0-3 0,2-4-6 0,-1 0-5 15,-1-2-1-15,-4-3-1 0,-1 0-19 0,-1-3-47 16,3-1-17-16,-1 0-13 0,8 17-96 0,2-8-43 15,-2-6-26-15,3-5-17 0,-7-2-198 0</inkml:trace>
  <inkml:trace contextRef="#ctx0" brushRef="#br0" timeOffset="47878.1">25902 5339 1203 0,'0'0'24'16,"0"0"1"-16,-2 0 71 0,0 0-1 0,-2 2 18 15,2-2 5-15,-11 8-44 0,-2-5-8 0,-1 18-7 16,1 3-10-16,-2 9 4 0,0-1-5 0,3 1 2 15,-3 1-20-15,-4-3-15 0,-1 3 1 0,0-1-6 0,-4-1-4 16,4-3-7-16,-3 1-2 0,1 2-3 0,4-1-15 16,-4 1-111-16,3-3-33 0,1-1-67 0,0 2-488 15</inkml:trace>
  <inkml:trace contextRef="#ctx0" brushRef="#br0" timeOffset="48809.94">26212 4528 742 0,'0'-2'108'0,"-2"0"28"0,0-3-54 0,-5-21-66 16,1 1 3-16,2 1 26 0,2 8 43 0,1-3 2 15,1 4 5-15,0 2-39 0,0 0-2 0,0 4-12 0,1 0 8 16,1-1-12-16,0 5 5 0,0-1 6 0,-2 2-3 16,0 3-1-16,2-3-19 0,0 0-6 0,0 2-3 15,-1 0-11-15,1 1 12 0,-2 1-4 0,0 1 6 16,0 1-14-16,0 35 9 0,-3 2-1 0,-5 10 3 15,1-5-4-15,-1 3-5 0,3-5 0 0,-1-3-2 16,2 0 4-16,1-1-10 0,3-3 5 0,0-2-5 0,2-5 8 16,-1-4 1-16,3-2 5 0,2-1-3 0,-1-3 10 15,-1-5-4-15,2-1-2 0,-3-3 1 0,1-4 1 16,-4-3-3-16,4 0 2 0,9 7-3 0,0-1 6 0,2-4 3 16,-1-4-2-16,1-2 1 0,2-4-12 0,-2-3-1 15,1 3 0-15,-1-20 0 0,-2-2-4 0,-3 1 3 16,-1-1-4-16,0 2 3 0,-1 0-6 0,-1 5 0 15,-3-3 1-15,-1 8-1 0,1 3-1 0,-2 3-3 16,2 7 0-16,-2 3-2 0,1-2-6 0,1 0 2 16,5-2-2-16,-3 4 3 0,3 2 8 0,2 4 1 15,0 1 0-15,8 10 0 0,-6 5-5 0,2 0 0 16,3-1 4-16,7-8-1 0,-5 0 11 0,2-6-7 0,2-1 4 16,-1-4-6-16,5 16 7 0,-1-7 8 0,-4-7 0 15,1-4 3-15,0-6 7 0,-4-1 2 0,3-4-1 16,-10 2 2-16,2-1 2 0,-8-14 10 0,-3-2-4 0,-1 2 3 15,-1-4-13-15,15 2-6 0,-6 0 4 0,-3 0-5 16,-3-5-4-16,-3 1-4 0,-2-4-3 0,-2 5 1 16,-2 3-1-16,1 2-3 0,-3 5-3 0,1 2 0 15,1 4-1-15,0 4-6 0,2 3 0 0,0 3-5 16,1-1-6-16,1 2-11 0,-8-3-10 0,3 1-4 16,-1 2-71-16,-1 0-61 0,3 2-11 0,-4 0-19 0,3 2-78 15</inkml:trace>
  <inkml:trace contextRef="#ctx0" brushRef="#br0" timeOffset="49062.87">26232 5200 1586 0,'-2'-2'16'0,"0"0"39"0,1 0-23 0,-1 1 85 0,0-1-24 15,0-2 34-15,0 0-83 0,2 1-12 0,0-3-4 16,0 0 0-16,2-1 5 0,4 0-3 0,21 1 4 16,16 0-5-16,7 3 0 0,10-1 10 0,1 0-4 15,9 1 4-15,-3-1-14 0,0 0-8 0,-2 0-5 0,-7 3 0 16,-3-1-15-16,-8-22 2 0,-5 12-1 0,-4 7 0 16,-5 3-6-16,-5 2-10 0,-2 0 0 0,-8 0-9 15,-1 2-44-15,-6 0-85 0,-1 0-12 0,-5-2-24 16,-1 0-58-16,0 1-70 0,-1 1-93 0</inkml:trace>
  <inkml:trace contextRef="#ctx0" brushRef="#br0" timeOffset="49417.83">26763 5254 685 0,'-2'0'49'0,"0"0"83"0,1 0-56 0,-1 0 64 16,-2 0-16-16,0 0 25 0,1 2-48 0,1 0-30 15,0-1 1-15,0 1-10 0,0 2-8 0,-3 5-9 16,-7 15 5-16,3-1-7 0,0 3-1 0,1 3 0 15,-1 3-4-15,4 3 2 0,-1-1-10 0,0-3-1 16,1-1-4-16,-1 1 2 0,1-1-5 0,-1 2 3 16,2-1 3-16,3-5-2 0,-1 0-6 0,2 0-1 15,0-3-4-15,0-1 2 0,2-4-3 0,-1-1 7 0,3-2-5 16,0-2 7-16,0-4 6 0,1-1-4 0,-1-1 3 16,11-3-5-16,3-2 0 0,6 14-4 0,-3-6 8 15,5-5-6-15,-2-3 7 0,2-2 5 0,2-2-7 16,0-1 6-16,1-3 0 0,-3 0-10 0,2 1 9 0,-2-1-10 15,-2 1 3-15,-5 1-10 0,-2 0-4 0,-4 2 2 16,-4 1-5-16,-4 1-6 0,1 0 4 0,0-2-5 16,-5 2-1-16,1 0-5 0,2-2-4 0,0 0 0 15,-1 0-13-15,1 0-42 0,-2 2-20 0,7-3-14 16,4-3-109-16,4-1-56 0,3-1-19 0,8-3-23 0,4 0-182 16</inkml:trace>
  <inkml:trace contextRef="#ctx0" brushRef="#br0" timeOffset="49826.98">28148 4216 615 0,'0'-2'78'15,"0"-7"150"-15,-2-17-160 0,1 2 36 0,-3-2 5 0,0 2 10 16,0 3 4-16,1 4-15 0,-3 1-10 0,2 6-1 16,1 3-47-16,1 3-17 0,0 2-5 0,-9-7 0 15,-6 0-2-15,-1 3-3 0,-7 4 3 0,-4 6-3 16,1 7 5-16,4 4 8 0,-2 4-6 0,-2 23 7 15,2 5-9-15,2 7-2 0,0 3 6 0,3 10-6 16,1 2 1-16,1 7 0 0,2 2-8 0,4-2 4 0,4 0-18 16,4-5 3-16,1-1 2 0,-26 1 0 0,19 1-8 15,11 1 4-15,7 1-6 0,6-4 7 0,6-3-5 16,3-9-4-16,4 1 2 0,-18-12-3 0,29 1 1 0,4-5 1 16,3-8 0-16,6-2 1 0,-1-5 1 0,-5-2-11 15,1-4-1-15,-4-5-5 0,3-2 3 0,-1-6-18 16,1 1-11-16,-1-9-11 0,-4 22-110 0,4-12-48 15,-6-9-23-15,2-6-13 0,2-7-153 0</inkml:trace>
  <inkml:trace contextRef="#ctx0" brushRef="#br0" timeOffset="50247.52">28579 4316 1130 0,'0'-4'64'0,"-6"-20"85"16,-3-5-39-16,2 6 21 0,-1 7-4 0,3 3 7 16,-1 1-30-16,2 7-29 0,1-1-12 0,-1 4-6 15,-5-5-40-15,3 3-1 0,1 3-5 0,-1 1 3 16,-1 0-10-16,-1 3 8 0,3 25-2 0,-1 20 4 16,0 8-2-16,5 7-6 0,-29 8 0 0,17 1-2 15,9-5 1-15,4-2-1 0,2-6 0 0,2-5-1 0,3 0-3 16,2-11 3-16,3 1-3 0,1-3 2 0,1 2-7 0,1-4 5 15,0-4 0-15,-2-1 1 0,0-5 3 0,-2-6 0 16,-1-5-2-16,-3-5 1 0,0-2-3 0,-3-5 7 16,-2-6 6-16,5 5-1 0,3 1 25 0,-3-4 0 15,2-2-3-15,3-4 1 0,-3 2-8 0,2-35 5 16,0-4-3-16,0-3 2 0,4-3-17 0,2-1-5 16,0-2 5-16,3-2-4 0,-5 2 11 0,0 0-6 15,0 3-4-15,-4 6 0 0,4 2-5 0,-4 12-5 16,-4-3 7-16,0 11-8 0,-3 3-7 0,-2 3-1 0,0 5-7 15,3 1 3-15,-1 1-32 0,0 2-96 0,0 1-1 16,-1 1-37-16,1 0-64 0,2 2-95 0,7 4-69 16</inkml:trace>
  <inkml:trace contextRef="#ctx0" brushRef="#br0" timeOffset="50937.75">29455 4771 1233 0,'0'0'51'0,"0"0"-55"0,-2-2 77 0,1 0-29 16,-1 1 93-16,-2-3-21 0,-5-4-1 0,-8 7-12 0,0-7-29 16,-1 3-27-16,-1-1 9 0,3-5-17 0,-5 0-3 15,1 1-13-15,-1 7 0 0,-1 3-4 0,0 2-1 0,1 3-9 16,-3 6 2-16,0 4-4 0,2-6 3 0,-1 21-2 16,1 0-2-16,2 5 1 0,-3 2 1 0,-1 4-2 15,4 0-1-15,1 5-2 0,6 6-6 0,6-2 6 16,-1 4-3-16,3-5 2 0,3 3-3 0,-2-6 0 15,-20-1 1-15,15-3 0 0,7-6 5 0,6-3-2 16,3-2 4-16,4-5-5 0,-1-5 7 0,1-1-9 16,-9-5 5-16,14-2-5 0,14 0 1 0,-6-7 4 0,0-4-4 15,0 14 4-15,1-5-2 0,-5-5 4 0,0-4-2 16,-1-2 4-16,-4-4 7 0,0-1-9 0,-2-5 4 16,-4 3-7-16,-2-25 0 0,-1-1 11 0,-4-4-5 15,20-2 6-15,-11 4-10 0,-7 1 6 0,-4 4 0 0,-2 3 2 16,-2 4 7-16,-1 5 11 0,-3 3-5 0,-1 0 5 15,0 2-15-15,7 4-2 0,-13 1 0 0,4 6-1 16,0 1-6-16,3-1-1 0,1 0-1 0,3-2-1 16,1 0-13-16,-1 3 6 0,2-1-3 0,0 0 5 15,0 0 1-15,2 0-10 0,0 0 5 0,2 2-8 16,2 0 6-16,5 0-10 0,19-3 1 0,4-1-4 16,1-2-6-16,0 1-2 0,3-3 0 0,-3 1-2 0,1-1-15 15,-1 1-10-15,2-2 9 0,-1-1-4 0,-8 1 33 16,-2 0 11-16,-6 0 0 0,-8 3 5 0,3-1 6 15,-6 1 9-15,-1-1-3 0,5-3 5 0,-4 1-6 0,-1 2 6 16,-4 1-6-16,-1-1 6 0,-1 1-6 0,0 2 3 16,0 2 2-16,-1-1-1 0,-1-1-2 0,0 2-13 15,-2 0 3-15,-5 0-5 0,0 2-1 0,1 0 2 16,3 2 0-16,1 0 1 0,0 13-3 0,-13 9 5 16,6 2-3-16,4 0 4 0,1 2-4 0,6 2 4 15,0-2 0-15,4 1 3 0,3 3-8 0,3-4 5 16,3 0 0-16,0-4 4 0,2 2 7 0,-1-2 1 0,-1-2 0 15,2 2 1-15,-4-3 3 0,2 1 8 0,0 0-2 16,-3-5 2-16,-1 1-9 0,-3-3 2 0,-3 0 1 16,-1-6 0-16,-2 4 1 0,0-3 2 0,-2-1-3 15,0 0 2-15,-1-1-11 0,1-5-6 0,-20 3-3 0,-8-2 1 16,4-2-4-16,4 12-6 0,3-4 1 0,0-3-5 16,3-3-10-16,1-2-90 0,2-2-6 0,5 0-39 15,5 0-118-15,-1-2-196 0</inkml:trace>
  <inkml:trace contextRef="#ctx0" brushRef="#br0" timeOffset="51153.82">30018 5040 1837 0,'0'0'11'0,"-2"0"2"0,0 0 107 16,0-2-20-16,1 1 44 0,-1-1-26 0,0 0-56 15,0 0-3-15,0 0-19 0,2 0-24 0,0 0 3 16,2 1 4-16,0-1-1 0,2 2 10 0,22-4-12 16,1-2-1-16,1 3-5 0,-2-1-5 0,2 0-6 15,-4 2 0-15,0 1-3 0,-1-1-7 0,-5 0-4 0,-3 2-3 16,-2 0-3-16,-4 0-42 0,-3 0-153 0,1 0-22 16,-5 0-69-16,7 0-320 0</inkml:trace>
  <inkml:trace contextRef="#ctx0" brushRef="#br0" timeOffset="51945.87">30742 4535 1070 0,'0'-2'25'15,"0"-1"-3"-15,-4-16 22 0,-1-9 18 0,-1 4-7 16,2 0 60-16,1 2-14 0,1 7 1 0,0 0-8 16,0 2-26-16,2 6-15 0,0-1-7 0,0 3-1 15,0 1-5-15,0 0-7 0,0 0 3 0,0 3-6 16,0-1-7-16,0 0-7 0,0 2-3 0,0 2-1 0,0 1 2 15,-2 46-6-15,0 1 5 0,-1 7-6 0,-1 3 5 16,0 1-6-16,1 0-2 0,1-3-1 0,0-2-2 0,2-8 9 16,0-2-5-16,0-1 5 0,4-2-10 0,1-4 4 15,3 0 0-15,3-2 1 0,-2-4-4 0,2-3 7 16,2-4-1-16,-4-9 3 0,1-3-2 0,-8-4-2 16,14-3 1-16,5-5 0 0,-3 0 10 0,1 11 1 15,-1-6 8-15,1-5-4 0,0-4 18 0,-3-3-13 16,1-6 7-16,0-8-9 0,-2-13 2 0,-4-5-1 15,2 2-2-15,-2-2 3 0,-2-2-4 0,0 0-1 0,-1-2-2 16,-1-2 2-16,-1-1-4 0,1-5 5 0,3 1-5 16,-3-4 5-16,6 2-9 0,-6 4 4 0,3 1-2 15,-1 8 2-15,-7 4-5 0,3 5-3 0,-3 4-2 0,13 3 0 16,-6 6-11-16,-5 6-2 0,0 2 5 0,-2 1-4 16,0 2 0-16,-2 2-22 0,1-1-11 0,1-1-7 15,0 2-70-15,0 0-103 0,0 2-5 0,0 0-39 16,0 2-92-16</inkml:trace>
  <inkml:trace contextRef="#ctx0" brushRef="#br0" timeOffset="52437.09">31490 5129 271 0,'0'0'185'0,"0"0"-226"0,0 0 223 15,0-1-109-15,0-1 41 0,0 0 14 0,-2 0 1 16,1 0-1-16,-1 0-26 0,0 0-17 0,0-1-1 0,0-1-5 15,2 2 2-15,-2-7-9 0,0 0-2 0,1 1-2 16,-1-1-10-16,2 1-18 0,0 1 2 0,0 0-8 16,0 1-6-16,0 2 3 0,0 1-1 0,0-1 1 15,0 2-2-15,0-2 2 0,0 2-1 0,0 1 1 16,0-1-3-16,0-2 5 0,0 0-5 0,0 1 5 16,-2-1-4-16,2 2-4 0,0 0 0 0,0 0-4 0,0 0-10 15,-2 1-11-15,0-1 5 0,0 2-5 0,0 0 16 16,-1 2-6-16,-1 1 1 0,0 16-2 0,-3 16-2 15,-2 2 6-15,-6 2-7 0,9 2 7 0,1 2 2 0,-1 1-11 16,-18 3 6-16,11-3-9 0,7-5 7 0,3-1-3 16,3-5-1-16,0-3-1 0,3-1-4 0,7 1 1 15,1-4 0-15,0-4 2 0,0-3-5 0,-7-4-1 16,18-4 1-16,0-4 0 0,4-1-4 0,0-2-12 16,2-3 5-16,-2 14-8 0,0-5-3 0,0-7-30 15,-5-3-19-15,-1 0-4 0,-1-3-78 0,-6-1-35 16,-4 0-10-16,-4 0-17 0,-3 4-103 0</inkml:trace>
  <inkml:trace contextRef="#ctx0" brushRef="#br0" timeOffset="52617.08">31115 5386 1267 0,'0'0'19'0,"0"0"36"16,0 0-38-16,0 0 83 0,0 0-14 0,2 0 36 15,0 0-21-15,0 0-36 0,5-2-2 0,25-2-14 16,-2 0-21-16,-1 1-2 0,5-3 1 0,1 1-2 15,4-3-13-15,0 1-11 0,2-3 1 0,-2 1-2 16,2-4 0-16,-2 0-65 0,0 0-25 0,-6 2-24 0,0 0-162 16,-5 0-238-16</inkml:trace>
  <inkml:trace contextRef="#ctx0" brushRef="#br0" timeOffset="52928.68">31695 4454 1412 0,'-2'-2'54'0,"0"0"-6"0,0-2 17 16,0-11 18-16,-11 2-19 0,0 2 64 0,4 2-25 15,1 3-3-15,7 1-13 0,-3-3-47 0,4 6-22 0,0 1 2 16,-4-3-9-16,2 2 6 0,0 0-1 0,2 0 1 16,0 2-2-16,2 2 0 0,0 0-1 0,7 9-2 15,6 26 1-15,9 2-1 0,2 6 0 0,2 5 2 0,4-2-2 16,-2 6 5-16,3-2-6 0,2-2 4 0,-3 2-6 15,-1-2-1-15,1 2-4 0,-4 4-1 0,1 0 1 16,1 1 2-16,-8-1 0 0,-1 0 0 0,-6-4 0 16,3 0 10-16,-3-8-12 0,-7-3 4 0,3-2-6 15,-9-6 3-15,-1 1-2 0,18-6 5 0,-12-6-4 16,-3 0-4-16,-4-5 2 0,-4-2-7 0,-3 0 5 0,1-6-16 16,-1 0-56-16,-8-1-13 0,0-6-24 0,-3 11-120 15,7-8-284-15</inkml:trace>
  <inkml:trace contextRef="#ctx0" brushRef="#br0" timeOffset="53262.48">31964 3969 1219 0,'0'-2'34'0,"0"0"-6"0,0-5 17 0,0-17 24 16,4-6-16-16,1 2 65 0,2 6-16 0,3-2-12 16,-1 9-3-16,0 2-52 0,21 4 3 0,3-3 7 0,-1 9-3 15,3-18 9-15,-3 12-20 0,-1 9 7 0,-3 6-10 16,-2 7 9-16,0-6-9 0,-5 34-8 0,-10 2 2 16,-6 1-22-16,-3 1 8 0,21-1-2 0,-18 1 4 15,-7-2 2-15,-7-8 10 0,-2 0 0 0,0-3 5 16,-2-5 8-16,3-4-1 0,3-3-1 0,1-3-1 15,3-2-1-15,1-2 7 0,2-4-1 0,0-2 2 16,2-3-10-16,1-2-13 0,31 17 4 0,3-10-8 0,2-5 2 16,2-6-13-16,0-6 1 0,0-3-5 0,1-4-8 15,8-1-13-15,-7 1-5 0,7-2-8 0,0 2-67 0,6 2-179 16,5 2-47-16</inkml:trace>
  <inkml:trace contextRef="#ctx0" brushRef="#br0" timeOffset="63146.65">19999 7846 656 0,'-2'0'0'0,"0"0"109"16,0 0 17-16,-1 0 13 0,-1 0 14 0,-9 0-79 0,4 0 1 15,5 0 20-15,-3 0-1 0,3 0-3 0,0 0-32 0,0 0-30 16,1 0 7-16,1 0-11 0,0 0 22 0,0 2-4 16,2-2 1-16,2 0-2 0,0 0 3 0,2 0-13 15,25 3-1-15,3-1-6 0,-1-2-11 0,3 0-7 16,-1-2-5-16,1 2-2 0,-3-1-13 0,-1 1-15 15,2 0 4-15,-6 0-8 0,-2 0-16 0,-2 0-13 16,-7 1-1-16,2 1-5 0,-6 2-25 0,0 0-46 16,-2-1-1-16,-5-1-14 0,0 2-13 0,-3 3-6 15,1 12 6-15,-5 1 5 0,-9-3 85 0,-6 2 66 0,-21-4 21 16,5-1 15-16,1-3 89 0,1-1 34 0,1-3 0 16,1-1 8-16,2-1-31 0,6 3-11 0,2-5-12 15,5 3 2-15,2-2-34 0,5 1-21 0,1 1-10 16,5-2-3-16,2-3-31 0,-2 3 31 0,-2 2 0 0,3-1 11 15,-1 3 6-15,2-3-4 0,0 1-2 0,3-1-2 16,14-1-21-16,18 0 8 0,3-2-10 0,4 22 8 16,1-11-16-16,2-6-18 0,1-3 3 0,4-4-11 15,0 0-21-15,0-2-55 0,-3-2-18 0,-1 3-36 16,4-1-307-16</inkml:trace>
  <inkml:trace contextRef="#ctx0" brushRef="#br0" timeOffset="63951.71">22474 7591 278 0,'0'0'111'0,"0"0"-14"16,-2-1 52-16,0-1 10 0,0 0-33 0,-1-2-41 0,3 2 14 15,-13-7-12-15,0 3 11 0,-2 1-20 0,2 1-7 16,-4 0 0-16,1 3-4 0,-3-1-9 0,0-11-4 15,-1 3 2-15,-2 5-4 0,-2 3-12 0,-1 2-7 16,-4 6-4-16,-5 5 1 0,-3 5-7 0,-2-14 5 16,4 28-1-16,1 3 2 0,-1 1-9 0,5 3 8 15,1 0-10-15,1-3 8 0,7 3-9 0,3-4 1 16,5 4-2-16,2-1-1 0,5 1-9 0,2-4 2 0,1-3 2 16,-16 1-1-16,8-3 0 0,7-2 6 0,4 2-3 15,4-2 3-15,5 0-3 0,4-2 0 0,-5 0 4 16,20 0-4-16,5-3-9 0,-1-1 17 0,-1-1-11 15,4-4 14-15,4-2-11 0,2-6 6 0,0-3 5 16,0 18-2-16,2-11 1 0,-1-11-8 0,3-5 0 0,5-8-2 16,0-4-2-16,0-5-8 0,6-6 4 0,-2 24-5 15,3-24 3-15,-5 0-1 0,-11-1-4 0,-9 1 1 16,-4 0-2-16,-4 0 10 0,-4 6-4 0,-3-2 6 16,-8-8-8-16,-7-1 6 0,19-2 1 0,-14-4 0 15,-7 0-2-15,-6 1-3 0,-5-2-2 0,-4 2 1 16,-7-1-4-16,9 4 4 0,-28 2-1 0,-1 3 3 0,-3 6-10 15,0 7 5-15,-1 4 2 0,0 8 2 0,1 3-2 0,2-21-1 16,1 14 0-16,1 9 2 0,0 8 6 0,4 5-6 16,0 3 3-16,0 7-4 0,3-14-1 0,4 22 0 15,4 3-5-15,10 3 3 0,1-2 0 0,2 1-4 16,7-1 1-16,-1-2-3 0,-15 4-2 0,10-1 5 16,9 1 4-16,5-6-1 0,3 1 1 0,6-4-13 15,4-2-7-15,-11-2-3 0,24-4-39 0,3 1-33 16,3-1-4-16,-3-1-11 0,1-4-34 0,-1-2-50 15,-1-6-11-15,4-3-21 0,3 18-123 0</inkml:trace>
  <inkml:trace contextRef="#ctx0" brushRef="#br0" timeOffset="64204.12">23295 7991 734 0,'0'0'289'15,"0"0"64"-15,0 0-174 0,0 0-121 0,0 0-47 16,0 0 62-16,0 0 81 0,0 0-25 0,0 0 33 16,0 0-89-16,0 1-29 0,-2 1 0 0,2 0-9 15,0 0-3-15,0 0-7 0,0 2-4 0,0-1-2 0,0 1-21 16,-2 5 5-16,2-1-3 0,0-1 3 0,0 1-9 16,0 1-34-16,0 0 2 0,0-1-16 0,2-1-31 0,0-1-40 15,-2-5-17-15,3 1-10 0,20 13-88 0,12-4-130 16</inkml:trace>
  <inkml:trace contextRef="#ctx0" brushRef="#br0" timeOffset="64613.35">24080 7474 1085 0,'-2'0'44'0,"0"0"79"0,1 0-78 0,-1 0 86 0,-11 0-21 16,-6 0 36-16,-1 0-54 0,1 2-35 0,1 2-1 15,1 0-12-15,0 1-13 0,4 1-11 0,0 1 2 0,2 3-5 16,0 1-4-16,3 11 3 0,1 0-8 0,1 2 7 16,-12 4-14-16,7 2 8 0,3 2-3 0,6-3 4 15,2 3-5-15,2-4-5 0,2 0 6 0,2-4-6 16,1-2 0-16,2 0 3 0,4 4-4 0,0 0 2 16,0-2-2-16,-2-3 1 0,1-4 4 0,-1-1-1 15,-9-1 6-15,11 0-5 0,0 0-3 0,0-2 0 16,-2 2 2-16,0-2 4 0,0-2 7 0,-4 0-2 0,3 0 15 15,-5 0 3-15,3 0-6 0,-5 0 5 0,5-1-2 16,-1 3 5-16,-1-2 3 0,-1 0-1 0,-1 0 7 16,-2 0 4-16,-2 0-4 0,0-1 1 0,0 3-10 0,-2-2-3 15,-2 0-5-15,-1 0 2 0,-3 2-7 0,-1 0-7 16,2 0 4-16,-14 2-6 0,1 0-2 0,-1 0 0 16,-1-2-1-16,0 0-1 0,0 0-8 0,1-2 5 15,1 2-2-15,1 0 4 0,4 0-5 0,0-4-1 16,2-1-4-16,6-5 2 0,-2 1-11 0,3 0-17 15,4-4-8-15,0 0-6 0,-1 3-52 0,-1 1-20 16,2-2-4-16,0 0-8 0,0-2-49 0,2 0-69 0,0-2-32 16</inkml:trace>
  <inkml:trace contextRef="#ctx0" brushRef="#br0" timeOffset="64924.66">23915 7584 1469 0,'0'0'13'0,"0"0"4"15,-2 0 41-15,0 0 10 0,0-2 14 0,0 0 80 16,1 0-79-16,-1 1 0 0,0-1-31 0,0 0-38 16,0 0 12-16,2 0 0 0,0 0 5 0,2 0 11 15,2 1-12-15,16-9 1 0,19-6-4 0,4 3 4 0,5 0 5 16,6 1-1-16,0 1 1 0,2 0-9 0,-4 4-9 15,-4-1-3-15,-6 3 0 0,1 1 1 0,-9 2-4 16,-7 0-1-16,1 0-4 0,-7 1-7 0,-1 1 4 16,-5 0 4-16,-6 0 0 0,-3 0 1 0,-2 0-3 15,-3 0-6-15,3 0 3 0,0 0-10 0,0 0-18 16,-1 0-7-16,-1 0-10 0,0 0-92 0,0 0-198 16,0 0-72-16</inkml:trace>
  <inkml:trace contextRef="#ctx0" brushRef="#br0" timeOffset="65579.73">25475 6776 808 0,'-2'-2'122'0,"0"1"234"0,0-1-317 0,0 0-3 0,-2 0 4 16,1 0 5-16,-3 0 67 0,-3-1-38 0,-4 1 7 15,0 2-21-15,0 0-26 0,-2 5-4 0,-2 6 1 0,2 4 1 16,-5 26 7-16,1 4-1 0,-1 3 2 0,-2 2 0 15,1 4 6-15,-3 0 5 0,0 3-2 0,-2 3 1 16,4-3-9-16,1 5-8 0,6 1-1 0,2 4-1 16,2 3-4-16,8 3-11 0,-1 1 4 0,-22-2-5 15,20-1 3-15,8-2-4 0,7-10-4 0,3-3 0 16,4-4-6-16,7-8 3 0,-18 1 0 0,27-6 0 16,3-4-7-16,-3 0 8 0,1-5-5 0,6-2 7 0,-4-6-2 15,2-3-14-15,1-4 6 0,-1-2-11 0,0-4-11 16,0-4-22-16,4-1-2 0,-4 17-7 0,2-12-17 15,5-9-63-15,-3-4-23 0,2-7-18 0,7-8-104 0</inkml:trace>
  <inkml:trace contextRef="#ctx0" brushRef="#br0" timeOffset="66124.7">25902 7150 853 0,'-2'-2'49'0,"0"0"-6"0,2 0 20 0,-2-18 19 0,-9 1-19 16,-4 0 51-16,6 8-6 0,-2 0-3 0,-1-2-3 16,5 4-23-16,5 1-13 0,-5 5-3 0,5 3-4 15,-2-4-8-15,0 0-16 0,3 2-2 0,-1 1-8 16,0-1-16-16,0 0 13 0,0 2 2 0,0 2 4 15,2 0 10-15,0 14-13 0,-2 21 6 0,2 1-10 0,2 4-7 16,0-5 3-16,2 6-8 0,-2 0 7 16,1-2-8-16,1 7 0 0,0 4 1 0,1 0-3 0,3 5-7 15,1 1 4-15,0-2-1 0,3-4 4 0,-1-2 9 0,2-6-15 16,0 3 9-16,3-4-10 0,3-6 6 0,0-2-1 16,-3-7-3-16,-1-2 1 0,2-2 1 0,-13-7 1 15,18-3 3-15,-5-2-3 0,-3-5-3 0,-1-1 12 16,0-3-5-16,-3 1 7 0,3-2 0 0,-6 3-2 15,2 1 3-15,-1-2-2 0,-1-2 13 0,1-2-11 16,-1-2 8-16,4-4-10 0,0-1-2 0,1-27-4 16,-1 3-5-16,2-10 4 0,0-2 2 0,3-5-3 0,1-4-3 15,0-6 1-15,-1-1 0 0,1-2-5 0,0-1 4 16,1 7-5-16,-1 3 8 0,4 2 5 0,-5 5-4 16,3 4 3-16,-2 0-2 0,-3 4 4 0,3 6 4 15,0 3-2-15,-4 4 6 0,-2 5-9 0,-4 1 1 16,3 6-4-16,-8 9-7 0,-2 1-1 0,3-2-6 0,-1 0 3 15,0 1-16-15,0-1-33 0,0 2-7 0,0 0-14 16,-1 0-65-16,1 1-88 0,0 1-18 0,-2 1-34 16,2 16-166-16</inkml:trace>
  <inkml:trace contextRef="#ctx0" brushRef="#br0" timeOffset="66794.2">26984 7881 1179 0,'0'-2'21'0,"0"0"2"0,0-1-15 16,0-14 9-16,0-3-9 0,0-3 78 0,0 3 10 15,0 1 0-15,0-1-3 0,0 1-33 0,0 4-8 0,-2-1 3 16,2 6-6-16,-2-1-8 0,2 6-6 0,0-1 3 15,0 2-2-15,0 1 7 0,0 1-1 0,-2-2-4 16,1 0 2-16,-3 1-12 0,-2-1-13 0,-7-2 3 16,-3 3-4-16,-3 3 5 0,2 2-6 0,-3 5-2 15,0 4-1-15,-5 4 3 0,3-9 2 0,0 18 5 0,7 5-2 16,-2-1 5-16,-3 0-9 0,-1 0 0 0,-1 2-3 16,2 1-3-16,5 5 0 0,0-3-2 0,-4-3 2 15,5-3-2-15,-1 3-6 0,4-2 4 0,5 0-4 16,0 0 1-16,1-2 0 0,3 0-1 0,-15-2 0 15,6 0-1-15,6 0 5 0,3-2-4 0,2-1 4 0,2-1-4 16,1-3-2-16,3 0 5 0,-1-2-4 0,3-2 6 16,-1-2-2-16,1 0-1 0,-6-2 1 0,11-3 5 15,5 1-2-15,4-3 0 0,1-2-2 0,1 0-2 0,-4 12 1 16,3-2-1-16,-3-7 2 0,-1-3-2 0,7-2-12 16,-6 0 7-16,4-4-7 0,0-1 15 0,-3-1-7 15,1-1-1-15,-4-1-2 0,-1 1 6 0,-2-1-6 16,-2 1 5-16,-4 1-6 0,1-1 11 0,-9 7-1 15,1-11-4-15,6 2 2 0,-1-3 4 0,-3 1-8 16,-2-2 7-16,-2 0-6 0,-2-2 4 0,-2-1-2 16,-3 1-1-16,-3 0 2 0,-1 0 11 0,8 2-14 15,-16 0 5-15,2 0-7 0,1 4 11 0,1 1-3 0,-2 1 2 16,2 1-3-16,0 3 9 0,-1 1 3 0,6-6-4 16,1 3 3-16,4 1-8 0,-3 0-3 0,4 3 3 15,1-1-4-15,-1 0-6 0,0 0 0 0,2 0-2 0,1 0 3 16,-1 2 5-16,0 0 3 0,0 0 3 0,2 0-1 15,0 0 4-15,2 2 3 0,0 0-1 0,0 0 0 16,1 0 0-16,10 1-4 0,6 3 2 0,-1-2-4 16,5-1-4-16,-3 1-1 0,0-2-3 0,3 0-1 15,-3 0-12-15,1-2-14 0,3 0-6 0,0 0-6 16,2 0-43-16,0 0-77 0,-2 0-15 0,4-2-27 0,3-2-128 16</inkml:trace>
  <inkml:trace contextRef="#ctx0" brushRef="#br0" timeOffset="67121.07">27699 7792 1584 0,'-2'0'21'0,"0"0"2"0,-7 0 2 16,-19 0 12-16,-4 0-5 0,1 4 79 0,-1 3-40 16,-1 2 2-16,0 3-20 0,-1-1-40 0,4 0-5 15,8-2-8-15,11-1 3 0,-2-3-12 0,9 17 1 0,-11 1 7 16,4-1-5-16,8-5 5 0,3-1 1 0,1 5 0 15,5-5 2-15,5 1-1 0,2-4-1 0,21-4-3 16,-5 3 3-16,7-1 2 0,-3-4 0 0,0 2 0 16,-3 1 1-16,-2-1-2 0,0 0 9 0,-4 2 3 15,0-1 3-15,-4 1 10 0,-5 0 8 0,0 0 1 0,0 2 3 16,-4 0 6-16,-3 0 1 0,-5 2-2 0,8 0 2 16,-3-2-8-16,-4 2-4 0,-3 0 1 0,-1 1-1 15,-3 1 4-15,-7 2-23 0,7-3 0 0,-29 3-8 16,-3-4-4-16,-4 1 6 0,0-1-4 0,-6-5 4 15,6-3-11-15,2-3-12 0,8-2-6 0,8 12-4 16,1-4-40-16,9-7-67 0,1-3-12 0,8 0-24 0,-1-1-92 16,1-1-155-16</inkml:trace>
  <inkml:trace contextRef="#ctx0" brushRef="#br0" timeOffset="67385.95">28126 7526 1461 0,'-2'0'60'0,"0"0"2"0,-1 0-1 0,-16-1 19 16,2-1-20-16,6 2 106 0,4 0-38 0,1 0-5 16,2 0-18-16,1 0-65 0,1 0-27 0,0-2 8 15,0 0-10-15,2 0 31 0,2 0 8 0,2 0-1 16,16-3 1-16,17-4-19 0,4 1 12 0,-2 1-15 0,4 1 11 15,-2 1-23-15,-1-1-8 0,-2 2 2 0,-12 2-6 16,0 1-12-16,-6-1-13 0,-1 0-6 0,-3 2-3 16,-1 0-32-16,-2 0-72 0,0 0-26 0,2 0-27 15,0 0-166-15</inkml:trace>
  <inkml:trace contextRef="#ctx0" brushRef="#br0" timeOffset="67668.48">29106 7179 1694 0,'-2'0'12'0,"1"0"3"0,-1 0 88 16,0 0-11-16,-13-5 35 0,-2-1 5 0,4 1-53 16,6 1-9-16,-1 0-14 0,3 0-37 0,1 3-9 15,0-1 0-15,1 0-3 0,1 0-2 0,0 0 3 16,0 0 5-16,0 2-1 0,0 0 17 0,2 0-4 0,0 2-2 15,0 0-2-15,0 5-8 0,8 21 6 0,-1 2 1 16,-1 0 1-16,-1 1-7 0,-1 1 1 0,0-1-4 16,0 5 4-16,-1-5-5 0,1 1-2 0,2 1 4 15,-1 1-4-15,1-1 0 0,-3 0-8 0,1-1 1 0,2-2-2 16,-1-2 1-16,-1-6-23 0,0 0-5 0,-1-5-9 16,1 0-39-16,0-1-87 0,0-5 2 0,-3-3-36 15,1-4-65-15,2-1-156 0</inkml:trace>
  <inkml:trace contextRef="#ctx0" brushRef="#br0" timeOffset="68113.34">29366 6832 787 0,'-2'-2'406'0,"1"0"-575"15,-3-1 492-15,-4-7-280 0,-6-8-4 0,4 1 55 16,-1 0-8-16,2 4 23 0,0-2-17 0,5 4-27 16,2 2-3-16,-4 2-9 0,3 1-18 0,1 2 14 15,2 3 0-15,0-1 5 0,0 0 1 0,-2-2-4 0,0 0-3 16,0 1 1-16,0-1-8 0,1 2-10 0,-1 0 8 16,2 0-8-16,0 1 6 0,0-1-17 0,0 0 1 15,2 0-4-15,-1 2 8 0,3 0-10 0,0 0-1 0,16 9-3 16,4 4-5-16,2-11 0 0,4 22 2 0,0 4-1 15,1 5-4-15,8 8-3 0,0 2 3 0,4 3-2 16,-2 3 0-16,0-3-1 0,0 6-4 0,-4-4 4 16,4 1 4-16,-4-7 2 0,-2 3-5 0,-2 0 3 15,-5-5-12-15,-5 3 11 0,-7 2 0 0,1 1 3 16,-6 4-10-16,0 2 7 0,-3 0 2 0,-6 0 1 16,24-2-6-16,-13 2 6 0,-10-3-5 0,-3-1 7 0,-5 0 5 15,-5-3-11-15,-1-5 4 0,-2-2-5 0,0-7 10 16,-2-3-7-16,-1-2 1 0,14-4-3 0,-19-3-5 0,1-1-10 15,1-3-10-15,3-4-2 0,1-1-51 0,0-5-86 16,8-3-18-16,-12 11-30 0,13-11-136 0</inkml:trace>
  <inkml:trace contextRef="#ctx0" brushRef="#br0" timeOffset="68608.34">30051 6262 1050 0,'0'0'41'0,"0"-2"-2"16,-1 0 41-16,-1 0 8 0,0-1 0 0,2-1 30 16,-2-3-19-16,0-3-5 0,0 3-6 0,2-2-25 15,0-3-8-15,0 3-1 0,2-2-3 0,0 4 4 0,4-3-4 16,1-1 5-16,2 7-6 0,12-3-6 0,1-8-19 16,0 4 2-16,0 4-7 0,3 5-8 0,-5 2 4 15,0 3-3-15,1 9 6 0,-6-1 1 0,-4 5-10 16,-6 18 5-16,16 1-6 0,-10 8 13 0,-9-4-8 15,-6-4 1-15,-5-1-3 0,-4-5 12 0,-4-1-15 16,-1 2 5-16,16-8-7 0,-17-1 3 0,1-3-1 16,3-3-4-16,5-2 1 0,3-2-9 0,3-2 3 15,1-1 0-15,-1-3-1 0,0 1-12 0,0 0 13 0,3-1-6 16,1-1 8-16,0-2 2 0,1 1 2 0,1 1-1 16,2-2 0-16,26 7-6 0,3-5 7 0,2-4 2 15,-1-4 1-15,3-1-3 0,-5-1 8 0,-1-1-2 0,-3-1 5 16,-4 3 7-16,2-1-2 0,-4 1 2 0,3-1-5 15,-12 4-8-15,0 0 1 0,-6 0-5 0,-1 2 5 16,3-1-10-16,-7 1-9 0,1 0-7 0,3-2-3 16,1 0-38-16,8-2-159 0,2-1-91 0</inkml:trace>
  <inkml:trace contextRef="#ctx0" brushRef="#br0" timeOffset="73347.2">19268 7981 839 0,'0'0'0'0,"0"0"22"0,-2-1 197 0,0-1-97 15,0 0 3-15,0 0-111 0,0 0 2 0,0-2 21 16,1 1 0-16,-1-1 5 0,-2-5 5 0,0-1-18 0,-1 1 5 16,1 2-11-16,-2-3 1 0,-1-1-8 0,-2-5 0 15,-1 1-2-15,-1-2-4 0,0 0 13 0,0 1-6 16,-2-3 8-16,2 2-6 0,-2-3 4 0,0-4-2 0,2 1 1 15,-2-3 1-15,0 0-10 0,0-1 3 0,0-3-7 16,2 0 1-16,-2-1-3 0,0-1 1 0,-2-1-2 16,0 1 5-16,-2-1-5 0,2-3-2 0,2 3-1 15,0 0 3-15,0-3-5 0,-2-1 8 0,-3-4-9 16,-3-7-3-16,5 3 7 0,-1-5-3 0,2 0 7 16,2 0-1-16,0-2-10 0,-2 2 4 0,4 2-4 15,-2-1 7-15,0 1 6 0,0 0-6 0,2 3 5 0,-2-1-6 16,0-2 5-16,0 3-3 0,-4-7 2 0,1 0-5 15,-1 4 3-15,-2-6-2 0,1 6 0 0,-3 1-7 0,-1-3 4 16,0 5 3-16,0 1 0 0,-3-1 1 0,3 6-1 16,20-1-2-16,-22 2 2 0,-2 1-6 0,-2-2 5 15,-1 4-1-15,-3-4 4 0,0-2-5 0,6-2 0 16,0-1 0-16,4-3-1 0,-8-1-4 0,-5-4 7 16,4 0-2-16,-1 4 5 0,2 3-1 0,1 3-1 15,-1 1 2-15,-3 4-1 0,3 1 9 0,0 3-10 16,-1 1 9-16,3 5-9 0,-2 1 12 0,2 1 0 15,0 1-4-15,-1 0 3 0,-3 2-8 0,0 1 3 16,-5-1 4-16,0 4-2 0,-6-5 3 0,1 1-10 0,5 2-2 16,-10-4-1-16,4 3 2 0,-1-5-1 0,-6 2 4 15,7 0-2-15,2 0 1 0,4 7-2 0,-2 0-3 0,2 1 1 16,-2-1-2-16,2-2 1 0,0-3 1 16,-4 3 1-16,2 1-2 0,-8 1-2 0,-3 4 5 0,0-2-3 15,-4 2 8-15,2 4-8 0,2-6 0 0,2 8-1 16,2-4 5-16,-3-1-1 0,5 3-1 0,-1 0 1 15,2 0 2-15,4 3-5 0,-1-1 2 0,-3 1-4 16,-2 0 2-16,-1-1 4 0,-6 0-1 0,-2 1 1 16,2-1-7-16,-4-1 4 0,1 1-1 0,1-1 3 0,-2 1-8 15,4 1 7-15,2-1-2 0,5 1 4 0,-1 1-6 16,1 1 1-16,1-2 1 0,-4 3 1 0,-1-3 1 16,-4 1-2-16,-1 1 0 0,0 0 0 0,-4-1-1 0,1 1 5 15,3 0-7-15,-2-1 7 0,8-3-4 0,1 3-3 16,3-3 3-16,1 3-2 0,1-3 6 0,3 1 0 15,1 1-1-15,3 1 0 0,-6-3-1 0,-1 5-4 16,-9-5 2-16,3 3-3 0,-4 1 5 0,0-2-4 16,0-1 1-16,0 3-4 0,4-1 3 0,0 1 3 15,3-2 0-15,4 1 2 0,-1-3-3 0,4 5 0 16,-2-5 0-16,1 1 2 0,1 1 0 0,-1-3-2 0,-1 1 0 16,-1 3 0-16,-8-4 0 0,-1 1-1 15,-4 1 0-15,-1-1 0 0,5-1 5 0,1 2-8 0,5 3 4 16,1 0-4-16,4 2 11 0,0 0-9 0,2-1 2 15,-2-20-4-15,2 10 1 0,0 6 2 0,-2 1 1 16,-4 1 0-16,0 1 4 0,-3 0-2 0,-2 1-1 0,5-3 0 16,-7-1 0-16,0 3 6 0,3-2-4 0,3 1 3 15,5 1-7-15,3-1 4 0,-3-3-1 0,6 1 3 16,1-1-1-16,6 1 6 0,-1-2-6 0,2 1 5 16,3-1 1-16,0 0-10 0,3-1 10 0,1 1-10 15,-1-2 3-15,-1-2 2 0,3 2-5 0,2 1 2 0,2 1-2 16,-2 5-1-16,-1-10 0 0,-3-1-1 0,4 2 3 15,2 2-2-15,0-1 3 0,0-1-3 0,-5 2 1 16,5-2 3-16,2 2-5 0,3 2 2 0,3 0-1 0,-7-3-1 16,5 3 5-16,5 0-3 0,-5-2 0 15,1 3 2-15,1-1-2 0,-7 0 2 0,5-1 0 0,3 5-1 16,2-1-1-16,1 1-1 0,1 3-5 0,-2-2 3 16,0 4-3-16,-2-2 2 0,0 1-6 0,1-3-3 15,-1 0 6-15,2 0-5 0,0 3 8 0,0-1 3 16,1 0-7-16,-1 0 5 0,0 0-11 0,0 0-39 15,2 0-7-15,0 1-21 0,0-1-111 0,2 2-68 16,0 0-54-16</inkml:trace>
  <inkml:trace contextRef="#ctx0" brushRef="#br0" timeOffset="73889.58">12507 3228 406 0,'0'0'62'0,"0"0"13"0,0 0-14 15,0 0-28-15,0 0-2 0,0 0 5 0,0 0 35 16,0 0 5-16,-2 0 7 0,0 0-13 0,1 0-3 15,-1 0-14-15,0 0 8 0,-2 0-24 0,0 0 2 16,-1 0-1-16,-6 0 0 0,0 0-3 0,-1 2-4 16,-1 0 3-16,0 0-4 0,-5 0-2 0,1-1 0 15,-1 3-5-15,-3-2 4 0,4 2-5 0,-1-1-6 16,-6 3 6-16,3-2-7 0,-5 1 1 0,0 3-7 0,2-1-2 16,2 1 2-16,-2-1 8 0,0 2-7 0,-2 1 1 15,-2 1-6-15,6-2-4 0,-3 2 10 0,1 0 2 16,8-1 1-16,-7 1-5 0,7-2 8 0,4-3-9 15,3-1 10-15,0 1-7 0,1-3-5 0,1 1 7 16,0 2-8-16,3-4 1 0,0-1-2 0,0 3 1 0,1 0 0 16,-1 0-2-16,4-3 1 0,-6 9 2 0,-1 1 0 15,1 2 1-15,1 0 4 0,-1 0-10 0,1 4 9 16,1-3-6-16,0 1 6 0,2 0 4 0,1 2-1 16,1-6 4-16,0 2-3 0,0-2 3 0,0-2-3 15,0 2-3-15,0-3 1 0,0 7 1 0,0-4 1 16,1-2 3-16,1-1 5 0,2-1-9 0,-2-3 6 0,0-1-10 15,5 5-5-15,10-4 7 0,0 3-5 0,-1-1 6 16,1-1-4-16,3 3-1 0,3-3-1 0,1 8-2 0,-2-4-56 16,2 4-24-16,0 6-23 0,6 1-174 0</inkml:trace>
  <inkml:trace contextRef="#ctx0" brushRef="#br0" timeOffset="78171.86">2540 4792 535 0,'0'0'2'0,"0"0"-1"0,0-2 20 0,-2 0 6 0,1 0 3 15,-1 0 16-15,0-2 60 0,0 1-7 0,2 1 22 16,-4-2-28-16,-5 0-9 0,0 3-10 0,-2-1 6 16,-2-2-1-16,3-3-2 0,-3-3 5 0,0 3-5 15,0-1 5-15,0 3-18 0,0-1-1 0,0 1-6 16,2 1-14-16,4 2-15 0,-4-2 5 0,3 3-8 0,-1-1-3 16,1 0-7-16,1 2 2 0,-4-2-4 0,5 2-6 15,-1 0 8-15,1 0-11 0,-3 0 12 0,7 0-7 16,-2 0 2-16,3 0 5 0,-3 0-2 0,0 0 3 0,2 0 0 15,0 0-7-15,1 0 4 0,-1 0-5 0,2 0-3 16,2 0 4-16,1-2-3 0,31-5 1 0,7-3 0 16,5-1-4-16,2 4 1 0,6-1-8 0,-2 3 3 15,0-3 0-15,-2 5 2 0,-5-1-2 0,-1 2 0 16,-5 2 3-16,-3 0-2 0,-5 0 1 0,-3 0 2 16,-8 0-1-16,-7 0 2 0,2 0 0 0,-4 0 8 15,1 2 0-15,-1 0 3 0,-8-2 0 0,-1 0 12 16,2 2-4-16,0 0 7 0,-2-2-7 0,-1 0-12 0,1 0-1 15,0 0-4-15,-2 0-2 0,0 0-1 0,0 0-2 16,-2 0 1-16,0 0-3 0,-5 0-5 0,-17 1 5 16,2 3-4-16,-4 0 2 0,-6 0 0 0,-7 1 0 0,0 3 1 15,-4 1 1-15,-1 0 0 0,3-1 0 0,0-3 0 16,2 1-2-16,8-1 4 0,-1 3-5 0,6-3 4 16,4 1 1-16,7-2-4 0,4-3 5 0,3 1-5 15,5-2 6-15,1 0-1 0,-2 2-1 0,0 0 0 16,2 0-3-16,1 0 2 0,-1-2 0 0,2 0 2 15,2 0-2-15,1 0 3 0,20 3 2 0,16-1 1 0,3-2 1 16,3-5-8-16,5-5-1 0,-5 3 0 0,3-2 4 16,-5-1-2-16,-5 3 5 0,1-2-6 0,-7 1 0 15,-4 3-3-15,-6 1 4 0,-7 2-1 0,-2 2 5 16,-2 0-4-16,-2 0-5 0,-1 0 2 0,-3 0-5 0,1 0-16 16,-4 0-5-16,2 0-6 0,-1 0-41 0,1 0-132 15,0 0-9-15,3 0-54 0,4 2-160 0</inkml:trace>
  <inkml:trace contextRef="#ctx0" brushRef="#br0" timeOffset="78778.81">3560 4281 710 0,'0'0'152'0,"-2"-2"-151"0,0 0 171 0,0 0-75 16,0 0-28-16,-2 1 24 0,1-3 1 0,-1 0 8 0,2 0-5 15,0 1-36-15,0 1-6 0,1 0-10 0,-1-2-23 16,0 2-3-16,0 1 2 0,2-1-2 0,0-2 7 0,0 2 3 15,2-2-2-15,0 3 1 0,0-1-11 0,-1 0-7 16,1 0-3-16,2 0-2 0,0 0 0 0,-2 0 10 16,-1 1 13-16,1-1-3 0,0 2 15 0,0 0-18 15,0 0-3-15,-2 2-3 0,0-1-6 0,-2 3 7 16,-7 9-2-16,-2 11 4 0,-12 0-5 0,1-3 1 16,3 1-5-16,5-1 3 0,4-1-9 0,5 0-3 15,-1-3 3-15,4 0-3 0,-13 3-1 0,8 1 0 0,3-3 2 16,4-1 0-16,2 0 4 0,6 1 1 0,1-1-5 15,-5 2 4-15,25-1-6 0,1-3 5 0,5 2-4 16,-5-2 3-16,0-2-4 0,3 0-1 0,-1 0 1 16,-1 1-1-16,-1 1 2 0,-8 0 0 0,-1-4-1 0,-8 2 1 15,2 2 5-15,-4-2-3 0,0 2 9 0,-4-2-5 16,-5-4 18-16,0 4 0 0,5-4 6 0,-1 1-2 16,-2-1 9-16,-2 0-6 0,-2 1-5 0,0 3 1 15,-4-2-5-15,-2-2-11 0,-7 4 4 0,-15-2-7 16,-9 0 3-16,2 2 1 0,2-3-5 0,5 1 3 15,4-2-9-15,-6 0 0 0,2-3 2 0,-2-2-1 16,4-1 3-16,4-1-3 0,5 9 1 0,4-3-4 0,0-3-10 16,6-3-12-16,-1 0-4 0,3-2-4 0,1 0-30 15,2 0-33-15,-1 0-13 0,-1-2-12 0,2 0-93 0,0 0-90 16,2-1-53-16</inkml:trace>
  <inkml:trace contextRef="#ctx0" brushRef="#br0" timeOffset="78985.83">3521 4377 1265 0,'-2'0'88'0,"-2"-1"128"0,-5-1-106 0,-2 0-12 0,1 0 6 16,1 0-5-16,5 2 15 0,2 0-48 0,-1-2-6 15,-1 0-15-15,2 1-32 0,0-1 5 0,2 0 4 16,2 0-1-16,6-2 4 0,32-16-12 0,3 3-2 0,2 4-2 15,-3 2-2-15,1 4-16 0,-4 1-2 0,-2 2-5 16,0 1-15-16,-1 1-73 0,1 2-12 0,2 0-30 16,-2 2-120-16,-2 1-225 0</inkml:trace>
  <inkml:trace contextRef="#ctx0" brushRef="#br0" timeOffset="79310.07">4518 4793 1371 0,'0'0'35'0,"-2"0"-2"0,0 0 45 16,-2 0-2-16,-12 2 7 0,-1-2 21 0,8 0-12 15,-3 0-4-15,1 0-7 0,6 0-38 0,1 0-6 0,0 0 6 16,1 0-5-16,-1 0 2 0,0 0-14 0,0 0-1 15,3 0-4-15,-1 0-9 0,0 0-3 0,0 0 1 16,2 0 1-16,0 0 9 0,2 0 0 0,0 0-4 16,1 0 3-16,31-2-7 0,-1 1 3 0,3-3 1 0,1 0 1 15,-2 0 2-15,2-1-15 0,4-4 4 0,3 1-8 16,-1 3 6-16,2-1-4 0,1 0-2 0,-5 3-1 16,0-1-3-16,-6 2-19 0,0-2 3 0,-7 3-11 15,-2-1-15-15,2 0-80 0,-6 0-8 0,1-2-30 16,-3 2-85-16,-7 1-82 0,-7 1-47 0</inkml:trace>
  <inkml:trace contextRef="#ctx0" brushRef="#br0" timeOffset="79528.82">4770 4480 765 0,'0'-2'127'0,"0"0"-86"15,-2 0 131-15,0 0-41 0,1-2-15 0,-1 1 10 16,0-1 10-16,0 0-8 0,0 1-17 0,-2 1-54 15,3 0-3-15,-1 0-14 0,0 2-4 0,0 2 8 16,0 2-2-16,-7 16 3 0,-2 19-15 0,5 0-4 0,4 0-2 16,2 0 1-16,0-2-3 0,2-2-11 0,2-1 0 15,0-1-4-15,-1 1-2 0,1-5-5 0,0 1 0 16,-1-4-4-16,3-2-9 0,-2-2-19 0,1 3-8 16,3-3-8-16,-1-2-66 0,2-1-316 0</inkml:trace>
  <inkml:trace contextRef="#ctx0" brushRef="#br0" timeOffset="80456.86">5481 4396 311 0,'0'-2'99'0,"-2"0"175"0,2 0-180 15,-7-14-4-15,0-1 12 0,-1-2-6 0,1 1 20 16,1-1-20-16,-1-1-4 0,1 1-3 0,1 3-8 0,1 1 4 16,0 2-4-16,2 3 3 0,0 3-20 0,2 5-11 15,0-2-9-15,-1 1-1 0,-1-1-26 0,0 2-10 16,0 0 8-16,2 0-8 0,0 2 12 0,0 2-5 16,0 0-2-16,0 33 0 0,0 3 0 0,4 1-4 15,1 5-2-15,3 1 0 0,-1-3-1 0,1 3 0 16,-1-2 0-16,2-2 1 0,1 3 3 0,-3-5-8 15,2-2 7-15,1 4-7 0,-3-7 5 0,2-1-3 16,-1-3 2-16,1-1-1 0,0-1-3 0,1-2 1 0,-1-2-2 16,-2-1 3-16,1-3 5 0,-3-3-5 0,1-2 1 15,-1-4-1-15,-1-2 3 0,-2-3 0 0,2-1-2 16,-4-3 2-16,0 0 1 0,3 2 14 0,1-1-1 16,-2-1 4-16,2 0-8 0,-1-2-2 0,1-2-5 0,0-2 2 15,-2-14-10-15,9-16 1 0,0 1 1 0,2-6-1 16,2-4 1-16,3-5-4 0,3-4 3 0,-8-4-4 15,11-3 3-15,-5-4 7 0,1 2-4 0,6-1 5 16,-11 7-6-16,0 6 11 0,-4 3-7 0,-2 9 9 16,-3 5-1-16,3 4 8 0,2 2 1 0,0 6 0 15,0 3-10-15,-3 4-6 0,-4 2 4 0,-1 6-4 16,-1 1 1-16,2 0-8 0,-2 0-2 0,0 1-3 0,-1 1-8 16,1 0-16-16,0 0 4 0,0 2-8 0,0 2 8 15,0 0-99-15,1 11-10 0,3 22-38 0,-2 6-113 0,-3 5-146 16</inkml:trace>
  <inkml:trace contextRef="#ctx0" brushRef="#br0" timeOffset="80982.67">6387 4946 850 0,'0'0'77'16,"-1"0"157"-16,-1-2-176 0,0 0 39 0,0 0 0 15,-2 0 13-15,1-2 7 0,-1-1-26 0,-5-6-5 16,1-2-10-16,-1 0-31 0,1 0-3 0,1 3-1 0,-4 1-1 16,3 2 0-16,-1 1-11 0,2 1 3 0,-1 1-6 15,-1-2-4-15,0-1-1 0,-2-1-1 0,-1 3 2 16,-1 1 1-16,0 2-17 0,-1 2 7 0,-7 2-11 16,-1 4 13-16,0 3-8 0,-3 4 4 0,7-11-4 15,-4 20 5-15,3 2-7 0,-1-3 0 0,3 3-2 16,2 0 3-16,2 2-6 0,6 0 2 0,-1 4-2 15,6-2 1-15,0-1 1 0,-16 5-2 0,7-2 2 0,5-1 4 16,4 1-1-16,2-2 2 0,4-2-3 0,2-2-4 16,3-2 0-16,2-1-1 0,2-3 1 0,-4-1 2 0,15-4-2 15,-1-2 0-15,-3-3 0 0,1-3 3 0,-3-1 4 16,3 11-3-16,-1-6 4 0,-1-3-4 0,-3-4 3 16,3-2-5-16,-2 0 3 0,-3-2-4 0,-1 0 6 15,-3 0 3-15,-3-2-1 0,1 1-2 0,-5 1-2 16,1-6 2-16,7-8-3 0,0-7-1 0,-1-1-2 15,-7 6-1-15,-1-1 0 0,-2-1 6 0,-2 1-5 0,-1-1 5 16,-3-1-5-16,0 4 3 0,1 4-3 0,-3-1 1 16,3 4 0-16,-3-1 2 0,3 4-1 0,1-1 2 15,-5 3 0-15,0 3 5 0,1 0-1 0,4 0-4 16,3 2 3-16,-3-2 3 0,0-1-9 0,0-1 8 16,1 0-10-16,1 2-1 0,0 0 0 0,0 1-1 0,0-1 3 15,0 0 9-15,2 0-6 0,0 0-3 0,2 0-1 16,0 0-7-16,2 2 2 0,18-3 5 0,2-1-2 15,2 2 2-15,2-2-22 0,-2 3-5 0,6-3-5 16,-1 0-23-16,3 0-61 0,10 1-16 0,-5-1-21 16,4 0-100-16,0 1-77 0,-10 1-51 0</inkml:trace>
  <inkml:trace contextRef="#ctx0" brushRef="#br0" timeOffset="81329.64">6987 4842 965 0,'0'0'70'0,"-2"-2"-10"0,0 0 63 16,1 0 12-16,-3-2-11 0,-7-3 15 0,-8-6-34 15,-1 2-9-15,-1 2-9 0,3 1-37 0,1 4-14 16,0 4 1-16,-3 0-7 0,1 4-9 0,4 0-9 16,4 1 1-16,8-3-4 0,-5 13-3 0,-3 5-6 15,4 3 5-15,3-1-4 0,-13 2 9 0,8 0-6 16,5-1-1-16,2 1-1 0,4 0 4 0,4-2 0 16,3 0 0-16,2-1 0 0,4 1-2 0,-11-1 2 0,18-1 0 15,0 0 1-15,-1-1-2 0,-1 0-1 0,1-3 0 16,-1 3 0-16,-3 1 0 0,-1-1 2 0,-1-1 1 15,-2-1 0-15,-2-2 0 0,-3 2 12 0,-4-4-2 16,5-2 8-16,0 4 16 0,-5-6 10 0,-2 4-2 0,-2 0 2 16,-2-2-12-16,-4 0-23 0,-1 0 6 0,-12-1-12 15,-12 1 1-15,-1-2-6 0,-5-5 2 0,0-2-3 16,-2 20-1-16,4-11-4 0,5-4 0 0,0-3-3 16,4-2-10-16,4-2-8 0,3 0-9 0,6 0 0 15,8 0-35-15,1-2-88 0,2 0 13 0,0 0-40 16,2 1-33-16,2-3-217 0</inkml:trace>
  <inkml:trace contextRef="#ctx0" brushRef="#br0" timeOffset="81721.4">7570 4938 912 0,'-2'0'50'0,"-1"0"81"16,-3 0-25-16,-16-4 16 0,1 1 1 0,3-1 0 15,3 2-22-15,2 0-22 0,-2 0-2 0,2 2-7 16,2 0-6-16,2 0-13 0,5 0-1 0,2 0-5 16,-2 0-13-16,1 0-16 0,-1 0-1 0,2 0-7 15,0 0-7-15,0 0 14 0,0 0-4 0,2 0 6 0,0 0-4 16,2 0 8-16,2 2-3 0,13 2 3 0,12 0-5 16,-3-1-1-16,2-1 6 0,0 0-4 0,0 0 3 15,4-2-5-15,-3 0-4 0,-1 0 2 0,0 0-11 16,-4 0-3-16,-3 0-2 0,-3 0-1 0,-3 0-2 0,-2 0-9 15,-2 0 2-15,-2 0-6 0,1 0-13 0,-3 0-94 16,2 0-3-16,-3 0-40 0,0 0-92 0,-3 0-171 16</inkml:trace>
  <inkml:trace contextRef="#ctx0" brushRef="#br0" timeOffset="82015.75">7696 4610 1360 0,'-1'0'44'16,"-1"-2"50"-16,0 2-3 0,-2 0 6 0,0 0-4 0,-5 0 1 15,0 0-36-15,0 2-30 0,1 1-2 0,4 1-8 16,-9 16 3-16,0 14 15 0,4-3-4 0,4 7 7 16,1-3-13-16,2 0-7 0,2 2 3 0,0 2-6 15,2-4-3-15,2 4 1 0,-1 0-5 0,5 0 3 16,-1 2-3-16,1-4-4 0,-3-1 2 0,1-3-3 15,-1-7 0-15,1-2-4 0,-2-1 1 0,-1-5-1 0,3 6 1 16,-2-7-4-16,-1-2-2 0,1-4-4 0,0 0-18 16,-1-2-61-16,1 1-75 0,-2-3-11 0,2 2-393 0</inkml:trace>
  <inkml:trace contextRef="#ctx0" brushRef="#br0" timeOffset="83857.64">8653 4732 256 0,'0'0'64'0,"0"0"1"16,0 0 75-16,0-2 20 0,0 0-24 0,0 1-13 15,0-1-45-15,0-2-5 0,0 0-3 0,0-1-25 16,-4-12-5-16,4 11-5 0,-2-1 1 0,0-2-6 0,0-1-6 15,2 3 6-15,0 1-6 0,0 1 15 0,0 3-4 16,0-2 2-16,0 2-3 0,0-1 3 0,0-1 23 16,0 0-16-16,-2 1 14 0,1-1-47 0,-1 2-5 15,0 0 4-15,-2 2-4 0,-1 2 3 0,-12 9 11 16,2 8-2-16,-4 14 5 0,5-1-1 0,-1-3-2 16,0-1 0-16,0-2-1 0,4 0-5 0,0-2-5 15,1 2 4-15,3-3-6 0,1-1-4 0,3 0 9 0,1 0-11 16,-11-1 10-16,4 1-9 0,5-3 0 0,4 1 2 15,0-1-2-15,4-3-2 0,1-1 0 0,3-2 1 16,-6-2-1-16,20 1-4 0,0-9 4 0,2 3-1 0,2-4 3 16,0 14 3-16,0-6-3 0,0-5-1 0,0-5-1 15,2-2 9-15,0-3 0 0,-2-3 3 0,-4-3-3 16,6-4 2-16,-8 2-1 0,3 6 2 0,3-19-1 16,-15 2 6-16,0-2-7 0,-2 0 2 0,8 0-4 15,-4-2 2-15,-6 2-1 0,-3-2-2 0,-2 0 0 16,-2 0 2-16,-4-3-3 0,-3-1 5 0,-4 3-4 15,-4-1 7-15,0 4 5 0,11 4-2 0,-20 3 2 0,0 4-9 16,-2-3 3-16,4 5-7 0,1 5 5 0,-1 5-11 16,0-12 6-16,-1 7-1 0,3 6 0 0,-2 2-6 0,3 6-4 15,-1 3 5-15,3-5-3 0,0 24 5 0,4 3-6 16,2 1 1-16,2-4-3 0,1 0 6 0,7-2 0 16,-3 0 1-16,-13 0 1 0,6-2 4 0,5 0-5 15,3-2-4-15,3-1 2 0,0-1-1 0,2 0 2 16,1 1 2-16,1-4-2 0,2-1-9 0,1 1-11 15,-1-4-3-15,1 0-3 0,0-2-23 0,1-2-29 16,1-3-14-16,10-4-5 0,-1 0-59 0,1 11-45 16,-1-4-16-16,-1-3-22 0,-2-3-156 0</inkml:trace>
  <inkml:trace contextRef="#ctx0" brushRef="#br0" timeOffset="84101.67">9271 4884 1232 0,'0'0'64'0,"-2"0"-71"0,0 0 72 0,0 0-32 15,0 0 23-15,-1 0 44 0,-1 2 1 0,0 0 8 16,1 0-29-16,-1 0-42 0,0 0-5 0,0-1-12 0,1 1-19 16,-1 0 21-16,2 2-5 0,0 0 11 0,0-1-5 15,1 1-12-15,-1 0 5 0,2-1-8 0,0 1 1 0,0 0-9 16,0-2-1-16,0 0-4 0,0-1-14 0,0 1-16 15,0 0-5-15,2 0-6 0,-1 0-36 0,1 0-136 16,0 0-41-16</inkml:trace>
  <inkml:trace contextRef="#ctx0" brushRef="#br0" timeOffset="84505.95">9841 4613 708 0,'-2'0'203'0,"0"0"48"0,-2 0-97 0,-14-7-85 0,-8-1-23 16,7 3 55-16,-1 1-1 0,0 2-10 0,1 0 1 15,2 2-45-15,6 2-30 0,-2 2 5 0,4 0-13 16,5-2 4-16,-3 5-10 0,3 13 3 0,-11 5-5 16,6-3 6-16,5-2-2 0,4 3-2 0,0-7 1 15,2 1-7-15,4 0 8 0,3-1-3 0,-7-1 5 16,20 0-3-16,2-2 10 0,-3 2-4 0,3-2 6 0,0 0 3 15,2 0-7-15,2-2 9 0,-2 0-9 0,1 0 5 16,-4 0-2-16,-5 1-5 0,-7-1 4 0,1 2-3 0,-5-2 16 16,-1 2 1-16,-3-2 4 0,-1-2 10 15,7 2 13-15,-3-1-2 0,-2 1 3 0,-2 0-10 0,-2 2-4 16,0-2-2-16,-4-2 0 0,-2 1-6 0,-1-1-13 16,-17 2 0-16,-2-2-4 0,-6 1-2 0,2-5 1 15,-3 1-3-15,5-2 2 0,4-1-14 0,-2-1 2 16,4 13-1-16,1-6 1 0,-5 1-2 0,8-7-8 15,-3-1-2-15,5-2-2 0,6 0-4 0,1 0-27 16,4 0 1-16,1 0-17 0,2 0-56 0,-2-2-38 16,1 0-6-16,1 1-9 0,0-3-22 0,2-2-113 0,0-7-35 15</inkml:trace>
  <inkml:trace contextRef="#ctx0" brushRef="#br0" timeOffset="84720.61">9737 4489 1301 0,'-2'0'94'0,"0"0"-97"0,0-2 105 0,1 0-45 0,-1 0 10 16,0 0 22-16,0 1-5 0,0-1 3 0,0 0-50 16,0 2-10-16,2 0-3 0,0 0 1 0,2 0-1 0,2 0-9 15,26-4-1-15,3 0-4 0,-7 1-8 0,4-1-8 16,-2 0-6-16,1 1-3 0,1-1-28 0,-4 0-145 15,2 0-51-15</inkml:trace>
  <inkml:trace contextRef="#ctx0" brushRef="#br0" timeOffset="87025.99">10307 4667 256 0,'0'0'-14'15,"0"0"30"-15,0-2 44 0,0 0 13 0,0 1 39 0,-2-1-6 16,0 0-24-16,0 0 10 0,1 0-10 0,-1-2-5 16,0 1-9-16,0-1 3 0,-2 0-3 0,4 2 8 0,-3-3-7 15,-1-1-5-15,2 3 1 0,2 1-1 0,-6-4 5 16,3 4 6-16,-3 0-4 0,1-1-11 0,-1 1-17 15,0-2-3-15,1 0-2 0,1 3-2 0,2 1-16 16,-3-2 3-16,1 2-8 0,2 0-1 0,0 0-3 16,-1 0 0-16,-1 2 0 0,0 1 3 0,0 3 1 15,-3 16 0-15,5-1 1 0,2-5-7 0,2 3 6 16,4-2-5-16,1-1 6 0,4 3 2 0,0-2 2 0,2-3 1 16,13 1-1-16,0-2-3 0,-2 0 0 0,2 0 2 15,-5-2-1-15,1 0 13 0,-2-1-10 0,-5-3 0 16,0 2-4-16,2-1-3 0,-4-3-3 0,-6-1 3 15,-3 0-3-15,2-2 0 0,-3 0-3 0,1-1-2 0,0 1-2 16,-1 0-4-16,-1-2 0 0,0 2-1 0,7 0 1 16,-5 2-12-16,0-1-12 0,0 1-1 0,-3 0-5 15,1-2-19-15,0-1-125 0,0 1-1 0,0 0-51 16,0 0-85-16</inkml:trace>
  <inkml:trace contextRef="#ctx0" brushRef="#br0" timeOffset="87293.12">10576 4567 973 0,'-2'-2'75'0,"0"0"125"0,1-2-129 0,-3 1 35 16,0 1-7-16,-9-4 16 0,4 4-23 0,3-1-32 15,-7-3-9-15,8 6-6 0,-12 0-24 0,0 4 2 16,4 3 2-16,-5 3 0 0,5 27 6 0,-6-6-5 15,1 5-3-15,1-1 1 0,-2-2-5 0,6-1-2 0,2-2 3 16,-2-3-4-16,0 1-9 0,-2-4 4 0,2 0-3 16,2-3 3-16,0-1-11 0,2-1 2 0,1-2-5 15,1-4 4-15,1 0-6 0,3-2-21 0,1-2 3 16,-6 0-12-16,5-1-32 0,1-3-126 0,0-1 0 0,0 2-55 16,2-1-126-16</inkml:trace>
  <inkml:trace contextRef="#ctx0" brushRef="#br0" timeOffset="87896.27">11172 4327 1214 0,'-2'-2'27'0,"0"1"45"0,1-1-1 0,-3-2 46 15,-4 0-3-15,-6-5 10 0,2 3-41 0,3 3-30 16,-2-1-5-16,5 2-6 0,-3-5 1 0,2 1-6 16,-1 2 5-16,3 3-6 0,-3-1-14 0,-1 0 4 15,3 2-8-15,-5 2 7 0,4 0-6 0,-2 3-1 16,-2 6 4-16,1 15-5 0,-3 4-3 0,2-2 12 0,0 2-7 16,0 3 9-16,0 0-5 0,1-3 3 0,-1 4 1 15,2-5 0-15,2 1-11 0,-3 2-4 0,1-5 2 16,3 3-1-16,1-2-6 0,-14 2 1 0,6-2-8 0,6-4 5 15,1 2-4-15,4-4-1 0,2 2 6 0,0-2-5 16,2-1 1-16,2-1-2 0,2-1-5 0,1-1 2 16,0-1-2-16,1-2 5 0,-1-2-2 0,-3-2 2 15,16 0-4-15,3-3-1 0,3-1 7 0,-2-3-4 16,4-1 2-16,-1 16 4 0,1-8-3 0,6-3 4 16,-6-7-2-16,3-1-3 0,-3-1 1 0,-6-3-1 15,4-2 2-15,-7 1 6 0,3-3-8 0,0 1 7 0,-5-1-3 16,0 1-3-16,-2 0 9 0,-10 3-9 0,1 0 6 15,-2 2 2-15,-3-7-5 0,1 0 4 0,0-1-8 0,7-1 9 16,-1 0-6-16,-3-2 7 0,-1 2-16 0,-2-2 7 16,-2 2-1-16,0-2 6 0,-2 4 8 0,-3-1-13 15,-3 1 9-15,-1 2-10 0,-15 1 6 0,-6 2-3 16,2 2-1-16,-7-18 1 0,-4 7 3 0,5 7-3 16,-5 5 4-16,4 2-3 0,4 5 8 0,1 1-4 15,4 1 2-15,4 1-2 0,1 0 4 0,6 1-11 16,2-1 0-16,2-5-1 0,0 12 5 0,4 1-1 0,3 0 1 15,2 1-2-15,-9-1-2 0,0 2 6 0,5-3-7 16,3-3 5-16,1 2-1 0,2-4-7 0,0 1 3 16,0-1-6-16,2 0-5 0,-1 0-22 0,3-2-8 15,0-1-9-15,0-1-57 0,-1-1-204 0,12-3-50 16</inkml:trace>
  <inkml:trace contextRef="#ctx0" brushRef="#br0" timeOffset="89250.14">12203 4084 816 0,'-2'-2'0'0,"0"0"48"0,-2 1 13 0,-12-7 21 15,-1 1 20-15,-4-1-17 0,1 3 7 0,-8-1 4 0,0 2-2 16,4 4-7-16,-6 2-43 0,1 4-12 0,-1 3-6 15,-2 6 1-15,5 4 0 0,1-6-3 0,5 20 3 16,4 2-1-16,3 6 8 0,1 0 0 0,1 2 4 0,5 1-3 16,1 1-5-16,-18 3-2 0,9 4-7 0,10 0 4 15,5 2-8-15,2 0 6 0,3 0-4 0,6-1 3 16,1-1-10-16,1 0 1 0,3 0-1 0,5 2 1 16,1 0 0-16,4 2-7 0,2 1 1 0,-6-5-3 15,2-3 3-15,-1-5-7 0,-3-5 7 0,-14-2-7 16,18 0 1-16,2-5-5 0,0-8-3 0,-4-4 0 15,-2-5-7-15,1-2-13 0,1-2-1 0,-3-7-6 0,3-2-22 16,-2 13-40-16,1-6-19 0,-1-5-5 0,-1-2-62 16,-2-2-160-16</inkml:trace>
  <inkml:trace contextRef="#ctx0" brushRef="#br0" timeOffset="89687.02">12479 4468 987 0,'-2'-1'96'0,"1"-1"16"0,-1-2-16 0,-9-15-37 15,-2-1-6-15,3 7 20 0,3 2 38 0,-1 2-9 16,3 1 13-16,3 3-44 0,-4 1-34 0,3 2-1 16,1 0-12-16,-2-2-20 0,0 1 0 0,1 1 1 15,1 0 0-15,0 2 2 0,0 2 1 0,0 0-1 0,0 9 2 16,-3 26 2-16,5 2 5 0,0 4-4 0,2 5 3 15,1-3 0-15,3 3-2 0,0 0-1 0,-1-3-1 16,1-3 2-16,1 5-7 0,-1-6 1 0,-1 1-4 16,3-1-4-16,-1-4 8 0,1-1-1 0,-1-3 4 15,2-1-5-15,-1-8-1 0,-1 0 1 0,1-4-1 16,-1-3 7-16,0-2-1 0,-1-6-2 0,-2-3 0 0,-1-1-3 16,-1-1 22-16,0 0 3 0,0-1 7 0,0 1 30 15,2-2-10-15,-1 0 3 0,1-2-9 0,0 0-22 0,-1-2-17 16,10-20 3-16,-3-17-6 0,3-4 3 0,5 0-1 15,3 1-3-15,-3-5 1 0,1-1-7 0,-1 0 7 16,-1-4-3-16,7 2 5 0,-7 5-4 0,0 0-2 16,-6 5 0-16,-4 1-1 0,3 1 0 0,-7 11 2 15,5 2 3-15,5 7-3 0,-6 5-6 0,1 0-5 16,-7 7-1-16,1 1 0 0,0 1-8 0,0 0-19 16,0 1-18-16,0-1 0 0,0 0-63 0,-1 2-62 0,1 0-6 15,0 2-27-15,0 2-89 0,2 11-160 0</inkml:trace>
  <inkml:trace contextRef="#ctx0" brushRef="#br0" timeOffset="90090.71">13228 4853 1065 0,'0'0'24'15,"0"-2"-1"-15,-2 0 45 0,0 0 6 0,2 0 9 16,-9-13 43-16,-3-3-20 0,5 5-11 0,0 0-3 0,-1 0-36 15,3 4-10-15,-3-4 3 0,4 5-8 0,1 3-17 16,3 3-1-16,-4-2-5 0,2 4 2 0,-3-4-8 16,-3-1 1-16,1 1 1 0,-3 0 0 0,1 3 0 0,-4 1-3 15,-2 1 1-15,0 3-2 0,-3 5 3 0,-1 4 1 16,4-7 0-16,-7 14 0 0,2 5 1 0,3-1 0 16,-5 0 0-16,9 0 0 0,0 0-5 0,0-2 11 15,5 2-11-15,-3 1 11 0,0 1-15 0,9 0 4 16,-3 1 1-16,-12-1 1 0,4 2 1 0,4 0-9 15,1-2 6-15,5 0-7 0,1-2 2 0,2-1 4 16,0 1-5-16,2 0 5 0,1-2 0 0,3-1-6 0,1-5 3 16,1-1-4-16,-1-4 3 0,-1-3 1 0,3 3 2 15,6-4-2-15,0 1 4 0,-2-3-5 0,0-3 1 16,1 0-3-16,-1 7 0 0,0-1 6 0,2-1-5 16,-2-3 5-16,0-2-9 0,0-2-3 0,0 0-1 15,-2-2-4-15,2-4-21 0,2-3-20 0,2 5-5 0,0-20-7 16,-2 0-33-16,-1 4-118 0,-1 1-11 0,-1 4-49 15,-3-3-159-15</inkml:trace>
  <inkml:trace contextRef="#ctx0" brushRef="#br0" timeOffset="90899.64">13066 5206 743 0,'0'0'190'15,"0"0"-248"-15,0 0 222 0,0 0-119 0,0 0 8 16,0 0 17-16,0 0-4 0,0 0 2 0,0 0-30 0,0 0-28 15,0 0 5-15,0 0-13 0,0 0-2 0,0-2 0 16,2 0 0-16,0 0 0 0,0 0 0 0,-1 0 0 16,3 0 0-16,0 2 0 0,9-5 5 0,-4 1-3 15,2-1 1-15,-3 1-3 0,-1 0 4 0,1 2-3 16,-1-1 0-16,-1 1-1 0,-3 0 2 0,1 0 2 16,-2 2 2-16,2-2-3 0,-1 0-2 0,-1 2 5 0,0 0-4 15,2-5 5-15,-2-3-5 0,-1 3-2 0,3-3 0 16,0 3-1-16,0-1 4 0,-1 1-3 0,-1 1 2 15,0 0-2-15,2-1 10 0,-2 1 37 0,-1-2-4 16,1 1 14-16,0-1-2 0,-2 2-8 0,0-1-1 0,0 1-3 16,0-1-12-16,0 1 11 0,0-2-9 0,0 4 8 15,0-1-13-15,0-1-10 0,0 0 6 0,-2 1-8 16,0-1-5-16,1 2-1 0,-1 0-5 0,0 0 3 16,0 2 1-16,-2 0-4 0,1 0 5 0,1 0-6 15,-4 4 2-15,2 5 2 0,1 12 4 0,1 1-2 16,-15 2 8-16,8-3-9 0,1 1-2 0,7-2-1 0,-1-1 3 15,2-4-2-15,0-2-1 0,0 0 0 0,2 0-6 16,-1-4 6-16,1 0-3 0,-2-7 4 0,0 0-7 16,2 2-3-16,0-1 1 0,0 1-1 0,0 0-3 15,0 0-13-15,-1-3 7 0,-1 1-9 0,0-2 9 0,0 0 3 16,0-2-3-16,0 1 3 0,0-1 1 0,-3-15 0 16,-1 2 7-16,-2-2-4 0,1 3 12 0,-1-3-7 15,1 2 0-15,-1 2-1 0,1 2 8 0,-1 0-4 16,2 3 4-16,2 3-4 0,-1-3 13 0,1 3-9 15,0 1 3-15,0 0-5 0,2 2 6 0,0 1-6 16,0-1 3-16,0-2-5 0,0-2-1 0,0 1 2 16,0 1 1-16,0-1 1 0,2-1 8 0,2-1-12 0,1-1 4 15,6 3-6-15,8-3 0 0,1 1 4 0,3-1-4 16,-1 3 7-16,0-1-8 0,1 1 2 0,1-1 0 16,-2 0 2-16,-2 1-6 0,1 1 5 0,-6 0-1 15,0 3 4-15,-4-9-5 0,-8 7-1 0,1 1 5 16,0 0-3-16,0 0 13 0,-1 0 12 0,-1 0-4 0,0 0 7 15,-2 1-7-15,0 1-6 0,0 0-5 0,-2 1 0 16,-2 1-8-16,1 2-2 0,-5-2 3 0,1 13-2 16,3 0 2-16,-1-2-3 0,3 0 3 0,-8 0-3 15,3 0-1-15,1 3 6 0,5-1-7 0,1 2 5 16,1 0-7-16,5-1 0 0,3 1 5 0,-5 2-2 16,24-3 7-16,-2-1-10 0,-2-2 3 0,-4-4-5 0,1 6 6 15,-3 0 3-15,-3 0-4 0,-4 0 4 0,-7-4-4 0,-2-5 10 16,0-1-3-16,-2-3 6 0,2 2-2 0,1 3-5 15,-3-3 6-15,0 0-5 0,-1 1 3 0,-3-1-12 16,-15 9 2-16,-10 2-5 0,-1-6 2 0,2-5-8 16,6-4-11-16,3 0 2 0,1-2-25 0,6 0-50 15,3 0-11-15,4 0-20 0,1 0-81 0,0-1-57 16,0-1-32-16</inkml:trace>
  <inkml:trace contextRef="#ctx0" brushRef="#br0" timeOffset="91119.09">13734 4933 1523 0,'0'0'21'0,"0"0"0"0,-1 0 91 0,-1 0-11 0,0-2 31 16,0 2-11-16,0-2-60 0,0 2-7 0,2-2-17 16,0 0-18-16,0 0 22 0,2 0 0 0,0 1 4 15,5-1-10-15,18-4-11 0,-5 2 0 0,0 1-5 16,3-1-13-16,-3 0-4 0,1 1-2 0,-5-1-2 0,3 0-11 15,-4 2-10-15,0 0-1 0,-2 1-7 0,0-1-49 16,1 0-126-16,-1 2-7 0,2 0-49 0,-4 0-118 16</inkml:trace>
  <inkml:trace contextRef="#ctx0" brushRef="#br0" timeOffset="91322.1">14228 4760 1201 0,'0'0'52'0,"0"0"89"0,0-2-58 0,-2 0 63 15,1 0-26-15,-1 1 29 0,0-1-87 0,0 2-41 16,0 0 9-16,0 0-17 0,0 2 25 0,1-1-2 16,-5 9-1-16,-3 14-1 0,1 2-10 0,3 0-4 0,3 0 6 15,0 0-5-15,2 0 0 0,0-2-12 0,0 0-1 16,2-2-4-16,2-1-4 0,-2-5 2 0,1 1-4 16,3 0 2-16,-4-6-10 0,-1 0-9 0,1-2-5 15,-2-5-4-15,2 4-31 0,0-5-128 0,0 1-10 0,0 0-61 16,0-2-231-16</inkml:trace>
  <inkml:trace contextRef="#ctx0" brushRef="#br0" timeOffset="91669.39">14431 4376 1318 0,'-4'-2'63'0,"-18"-9"138"0,-1-2-179 0,5 1 70 16,5 5-16-16,2 0 31 0,1 1-34 0,3 2-30 16,-2 1-3-16,3 1-12 0,2 0-34 0,1 0 6 15,1 0-5-15,0 2 6 0,2 0 5 0,0 0 6 16,2 2 1-16,0 0 1 0,3 2 3 0,18 7 4 16,6 9-4-16,-1 8 2 0,2-2-2 0,1 2 1 15,-1 3 1-15,2-1-2 0,-1 4-3 0,-1 1 6 0,0 2-4 16,-2 6 3-16,-2-4-12 0,-2 3 10 0,-4 1-3 15,-5-2 5-15,0 2-4 0,-6 1-8 0,-1 1 1 16,-5 1-2-16,21 2 3 0,-9 3 0 0,-9-1 2 16,-6-6-1-16,-2 3 4 0,-4-6-3 0,-1-10 3 0,-4 3-2 15,0-7 9-15,0-2-21 0,-2 1 5 0,3-12-9 16,1 1 4-16,3-2-4 0,-10-2-6 0,-1-3-1 16,-2-1-31-16,3-3-49 0,-3 9-28 0,1-6-14 15,1-3-154-15,2-4-209 0</inkml:trace>
  <inkml:trace contextRef="#ctx0" brushRef="#br0" timeOffset="92083.35">14641 3544 965 0,'-2'-2'111'0,"0"0"215"0,0-2-292 0,0 1 42 0,0-1-4 15,0 0 22-15,1 1 18 0,-1-1-60 0,0 0 4 16,0 0-22-16,2 1 1 0,0-1 6 0,2 2-2 16,0 0 3-16,7-1-7 0,17-1 1 0,0 4-3 0,4 7 1 15,-1 4-11-15,1 8-4 0,-6-12 1 16,2 19-3-16,-2 8 5 0,-5-8-2 0,1 3 6 0,-5-1-4 15,-4-9 8-15,0-2 3 0,-1-6-2 0,-3 0 2 16,2-4-3-16,-1-1-9 0,-1-4 6 0,-1 0-6 16,5-1 6-16,4 11-14 0,2-3-1 0,1-2-3 15,3-3-8-15,3-4 2 0,2 0-4 0,3-6 1 16,1-1-13-16,0 0-6 0,-6 1-2 0,-2 0-2 0,-3 1-9 16,-4 3-9-16,-2 0-3 0,0 0-7 15,-2 2-50-15,0 0-45 0,-2 2-20 0,-3 0-10 0,-2 0-104 0</inkml:trace>
  <inkml:trace contextRef="#ctx0" brushRef="#br0" timeOffset="92332.38">15164 4882 946 0,'-2'0'187'0,"0"-1"420"16,1-1-586-16,-1 0 26 0,0 0 13 0,0 0 4 15,2 0 33-15,0 0-43 0,2 1-1 0,2 1-11 16,22-10 0-16,5 1-10 0,3 2 0 0,-5 1-5 16,3 2-11-16,-2 1-6 0,-3-1-3 0,1 2-2 15,-4 2-12-15,-7 0-1 0,2 0-5 0,-6 0 1 16,-2 0-30-16,-2 0-103 0,-3 0-20 0,-3 0-39 0,1 2-177 15</inkml:trace>
  <inkml:trace contextRef="#ctx0" brushRef="#br0" timeOffset="92468.93">15411 5057 853 0,'0'0'96'0,"0"0"26"0,0 0-38 16,0 2-31-16,0 0-5 0,0 0 96 0,0-1-33 15,0 1 3-15,0 2-16 0,0 0-16 0,2-1-24 16,0 1-2-16,0 0-10 0,1 0-32 0,5 1-12 15,12 6 0-15,2-5-4 0,6-4-9 0,2-4-65 0,3-6-20 16,5-3-34-16,1 0-248 0</inkml:trace>
  <inkml:trace contextRef="#ctx0" brushRef="#br0" timeOffset="92811.68">16443 4675 1143 0,'-1'0'127'0,"-16"-2"297"16,-9 0-403-16,-2 4 99 0,2 3-18 0,2 3 39 16,0 1-52-16,1 2-39 0,5 2-4 0,1-7-11 15,4 18-14-15,0-2 0 0,0 4-2 0,4-2 1 0,1 2-5 16,5 2-4-16,-1-4 9 0,-13 2-7 0,6-4 6 16,4 4-3-16,3-1-1 0,4-1 1 0,2 0 0 0,2-4-3 15,3 1-7-15,2-1 6 0,2 2-10 0,1-5 3 16,-3-2-3-16,15 0 3 0,0-6 2 0,2 0-5 15,2-1 10-15,2-4-9 0,1 1 6 0,3 16 2 16,1-10-4-16,4-4 4 0,-2-5-4 0,-3-4 12 16,-5-5-2-16,-6-3 5 0,1-4-6 0,4-5 5 15,1 0-3-15,-6 5 3 0,-5 6-3 0,-5-14 6 16,-9-2-4-16,0-2 2 0,-3 2-17 0,16-4 2 16,-10 2-2-16,-7-2 2 0,-7 0-11 0,-8 0-2 0,10 4-3 15,-32 2 1-15,-6 1-20 0,-11 1-75 0,-2 1-23 16,-3 1-26-16,3 7-146 0,4 5-225 0</inkml:trace>
  <inkml:trace contextRef="#ctx0" brushRef="#br0" timeOffset="93501.71">14529 3497 725 0,'-2'-1'57'0,"0"-1"0"0,1 0-4 0,-1-2 8 15,0 0-18-15,-7-9 67 0,1 2 8 0,1-2-3 16,1 2-2-16,1-2-42 0,1 2-24 0,2 2-3 16,2-1-7-16,0 1-6 0,0 2 4 0,2-1-1 0,2 1 3 15,3-2 9-15,6-1-1 0,13 1 4 0,-4 0-4 16,4-1-1-16,4 3-11 0,2 1 8 0,1 5-8 15,2-20 1-15,-1 10-8 0,-3 7-8 0,1 4 3 16,-6 4-15-16,-4 3-1 0,-2 3-2 0,-1-8 0 16,-6 25-1-16,-6 11 10 0,-5-1-1 0,17 4 3 15,-15 5 1-15,-14 2 1 0,-8 4-2 0,-8-2 1 0,18 0-7 16,-29-7 7-16,2-2 0 0,2-6 0 0,1-5-1 16,6-2 11-16,4-10-5 0,5-1 6 0,0-4-2 15,6-2-11-15,2-5 4 0,3-4-8 0,4 1-3 0,1-1 3 16,-1 2-6-16,2-2 5 0,0 0-12 0,0 0 8 15,-2 1 0-15,0 1 4 0,2 0 0 0,2-2 2 16,2-1-1-16,22 7 0 0,16-4 0 0,8-6-6 16,8-6 4-16,-1-3-4 0,7 0 5 0,4-2-7 15,-1 6 2-15,0-1-3 0,-6-1 4 0,-7 1 2 16,-2-1-2-16,-4-2 3 0,-3 4 2 0,-4-1 5 0,-2 1 4 16,-2-1 0-16,-6 3 7 0,-3 1-5 0,-2 2-2 15,-7 0 1-15,1 2-1 0,-5 0-11 0,-7 0 1 16,-1 0-5-16,-3 0-3 0,-1 0 2 0,1 0 0 15,0 0-1-15,0 0-9 0,-3 0-10 0,1 0-6 0,0 0-5 16,0 2-50-16,0 0-220 0,0 0-32 0,-2 0-104 16,0 3-496-16</inkml:trace>
  <inkml:trace contextRef="#ctx0" brushRef="#br0" timeOffset="94827.61">2384 7363 675 0,'-2'0'52'0,"1"0"19"0,-1 0 44 15,-4 0 14-15,-9-2-15 0,-1-2-29 0,3 3 3 16,-2-1 3-16,5 0 1 0,1 2-2 0,2 0-34 0,3 0-6 16,0 0-11-16,1 0-21 0,1 0 16 0,0 0 1 15,2 0 4-15,0 0 2 0,2 0-4 0,0 0 4 16,27 0-4-16,3 0 5 0,-1 0-20 0,7-2 2 16,-1 0-9-16,0 0-8 0,-2 1-3 0,-1 1-5 0,1 0 1 15,-7 0-4-15,0 0-20 0,-1 0-5 0,-6 0-15 16,7 0-100-16,1-2-138 0,-1 0-12 0,6-2-57 15,3 0-235-15</inkml:trace>
  <inkml:trace contextRef="#ctx0" brushRef="#br0" timeOffset="95169.6">3470 6832 1041 0,'-3'0'83'0,"-29"-2"164"0,-5 2-202 0,6 0 38 16,-1 6-13-16,0 3 19 0,5 2-31 0,2 2-9 16,3 2-5-16,4-11-1 0,-1 20-14 0,8 2-27 15,3 2 11-15,3 1-15 0,-14 1 3 0,8 4 0 16,7-3 2-16,4 1 1 0,4 1 6 0,5-1 2 0,3-1-2 16,1-5 3-16,-12-2 8 0,29 1-4 0,0-3 2 15,5-4-2-15,2 1 9 0,-3-2 6 0,1-3 4 16,-4-1 0-16,-1 0 11 0,0 2-9 0,-8-4-1 15,0 2-3-15,-9 0-8 0,-7-1 10 0,1-1-2 16,3 2 4-16,-3-2-3 0,-1 0-2 0,-4-2 0 0,-1 1-1 16,-1 1-6-16,-1 0-7 0,-5 2-5 0,-1-4 0 15,-8 0-12-15,-13-3 8 0,-2-2-5 0,-3-2 4 16,-1 18-11-16,3-9-9 0,-3-3-7 0,5-5-3 16,1-3-45-16,4-2-28 0,3-1-41 0,3-5 1 15,3 1-166-15,2-2-45 0,4-1-49 0</inkml:trace>
  <inkml:trace contextRef="#ctx0" brushRef="#br0" timeOffset="95343.73">3281 6739 1294 0,'0'0'265'0,"0"0"-378"16,0 0 319-16,2 0-179 0,0 0 29 0,2 0 34 16,9 0 5-16,18-2 5 0,3 0-9 0,6 1-33 15,1-1-1-15,4 2-12 0,1-2-14 0,4 0-4 16,0 0-3-16,-7-2-1 0,0-1-10 0,-8 1-8 15,-1 2-4-15,-7 1-1 0,-1-1-11 0,-3 2-36 16,-3 0-45-16,-1 0-11 0,-3 0-268 0</inkml:trace>
  <inkml:trace contextRef="#ctx0" brushRef="#br0" timeOffset="95869.43">4404 7424 286 0,'-1'0'19'0,"-1"-2"1"0,0 1-5 0,0 1 4 16,-15-12-3-16,1 9 63 0,4-10 59 0,-1-2 20 15,0 2 5-15,2 2 4 0,-2 2-64 0,2 3-14 0,4-1-8 16,-1 1 0-16,5 2 2 0,-1-1 3 0,2 3-4 16,0 2 6-16,2-2-11 0,-4 0-5 0,1-2-4 15,-1 1-35-15,2 1-7 0,0 0 4 0,0 0-4 16,2 0 5-16,0 0 5 0,2 2-2 0,2 0 2 16,18 0-7-16,8 2-4 0,7 2-3 0,4 0 0 15,-4-1-13-15,2 1-6 0,-11 0 0 0,0 0-2 0,0-1 1 16,-8 1-5-16,2 0-2 0,-5-2-3 0,2 1-17 15,-1 1-23-15,-1-2-9 0,0 0-7 0,-3-2-59 16,-2 0-133-16,-1 0 0 0,-6 0-63 0,1 0-186 0</inkml:trace>
  <inkml:trace contextRef="#ctx0" brushRef="#br0" timeOffset="96048.75">4536 7038 650 0,'-2'-2'147'0,"1"0"322"0,-1 2-454 0,0 0 16 16,0 0-2-16,0 2 10 0,0 2 28 0,-5 16 12 0,-2 12 2 16,3 3 0-16,2 4-25 0,1-2-15 0,1 2-7 15,2 4 0-15,0 0-19 0,0-1 1 0,0 3-5 16,0 0 3-16,0-3-10 0,2 3-2 0,3 1 2 0,1-7-3 16,1 4-1-16,2-10-12 0,1-3-22 0,1-8-5 15,0-1-149-15,-2-8-103 0,-3 0-85 0</inkml:trace>
  <inkml:trace contextRef="#ctx0" brushRef="#br0" timeOffset="96458.4">5114 6708 1444 0,'-2'0'12'0,"0"0"0"0,0 0 13 15,0 0 5-15,0 0-2 0,-1 0 9 0,-1 0 1 16,0 2-3-16,1-1 3 0,-1 3-3 0,0 5-15 16,-1 21-3-16,5 3-3 0,5 6-1 0,6 2 4 15,2 4-1-15,0-2 2 0,4 5 3 0,0 2-6 0,-1-2 3 16,3 4-5-16,-6-3 1 0,0-3-2 0,-2-1-5 16,-2-3 3-16,1 1-4 0,-3 0-1 0,1-4 7 15,-1-4-6-15,2 0 0 0,-1-5 3 0,-1-4-4 16,2-2 4-16,-1-4-4 0,-1-5 11 0,1 0-3 15,-5-7 5-15,-1-5 1 0,-2-1 25 0,4 0 1 0,5 4 7 16,0-3 6-16,3-1-20 0,1-2-2 0,1-7-6 16,3-1-13-16,0-29 0 0,0-4 0 0,3-3-1 15,2-3 1-15,1-3-2 0,4-2 4 0,1-9-3 16,0-2-2-16,2-2-2 0,-2 0-2 0,-4 7 1 16,-4 3-7-16,-9 12 5 0,-3 2-5 0,-3 9 5 15,-3 6-5-15,0 4 0 0,9 5-4 0,-3 4 0 0,-5 6-18 16,-1 3-32-16,-2 2-17 0,2-1-11 0,0-1-102 15,-2 2-64-15,0 2-23 0,0 2-16 0,-2 7-115 0</inkml:trace>
  <inkml:trace contextRef="#ctx0" brushRef="#br0" timeOffset="97156.52">6096 7311 582 0,'0'-2'260'16,"-2"0"-253"-16,0 1 275 0,0-3-120 0,0 0-81 0,1 0 18 0,-7-7-8 15,1 0 7-15,1 0-41 0,-14 4 4 0,3 1-5 16,0 2 2-16,4-5-25 0,-5-2-5 0,1 5-1 16,-5 1-1-16,0 3-4 0,3 2 2 0,-5 4-2 15,9 1 3-15,-2 4-8 0,2 3-1 0,-3-1-2 16,3 15 2-16,-4-2-4 0,5 6 7 0,2-1-5 0,3 3 6 16,0 1-14-16,0 2 1 0,1 4-1 0,-1 0 2 15,5 4 0-15,2 0-3 0,-20-2-1 0,13 1 0 16,5-4 5-16,6-7-3 0,2-5 7 0,1-5-7 15,4 1 5-15,1-5 3 0,-8 1-5 0,20-1 5 16,0-4-8-16,2-4 2 0,-1-5 1 0,1-2-1 0,-4 13 3 16,1-6 3-16,5-2-2 0,-6-5 3 0,4-2-7 15,-2-4 4-15,-9 1-3 0,-2-3 2 0,1-1-9 16,-3 1 6-16,0 4 0 0,-1-13 0 0,6-7-6 16,-2-2 3-16,-5 0-4 0,-3-2 3 0,-2 2-1 0,-2 1-1 15,-4-6 1-15,-2 5-3 0,-3-2-7 0,0 5 8 16,-2 3 3-16,7 3 2 0,-17 4-2 0,1 3 3 15,1 1-5-15,1 5 6 0,3-9-6 0,2 3 0 16,0 3-2-16,4 1 2 0,1 4-2 0,7 0-2 16,-1 0 0-16,-2 2-1 0,0 0 1 0,2 0-3 15,1 1 3-15,1 1-3 0,0 0-4 0,1 1 0 16,5 3-9-16,11 3 8 0,14 4-4 0,8-8 3 0,0-5-2 16,-2-6 1-16,-1-5 3 0,1-4-3 0,-4-2 4 15,6-3-4-15,-4-1 6 0,-1-1 6 0,-3 18 0 16,-5-17 1-16,-1-1-1 0,-9 5 0 0,-3 0 2 0,-5 4-2 15,-5 0 11-15,-1 1-6 0,6 1 4 0,-5 4-4 16,-1-1 12-16,-2 2-16 0,0 2 6 0,0-1-8 16,-2-1 3-16,1 2 4 0,-3 0-5 0,-9 0 4 15,-2 2-5-15,2 2 0 0,2 2 2 0,3 0-2 16,1-2 0-16,5 20-4 0,-15 2 4 0,6 4-3 16,6-2 3-16,5 0 4 0,2 2-6 0,5-2 5 15,4 0-2-15,2-4 2 0,-11 2 4 0,18-5-3 0,6-1-6 16,-1 1 6-16,4-4-2 0,1 0 4 0,2-1-3 15,-3 1 8-15,-5 0-2 0,1 0 3 0,-7-2-5 16,-3-2-1-16,2 0 1 0,-8 0-1 0,-4-3 5 0,-1 1 6 16,-2-3-3-16,-2-4 5 0,4 3 0 0,-2 3-6 15,-2-1-1-15,0 4-4 0,-4 0-11 0,-2-3-1 16,-16-3 1-16,-15 1-4 0,4-4-25 0,1 1-100 16,2 16-51-16,2-6-32 0,4-6-320 0</inkml:trace>
  <inkml:trace contextRef="#ctx0" brushRef="#br0" timeOffset="98204.06">6976 7460 101 0,'0'0'51'0,"0"-2"-26"0,0 0 69 0,0 0-19 16,2 0 46-16,0-2 13 0,0 1-9 0,-1-1 11 15,-1 2 5-15,0-2-19 0,0 1 6 0,0 1-13 16,0 0-10-16,0-2-23 0,0 2 5 0,0 1-12 15,0-1-8-15,0-2 5 0,0 0-9 0,0 1 5 16,0-1-27-16,0 2 8 0,0 0-3 0,2 0 5 16,0 0 0-16,2 1-6 0,9-5 1 0,17-5-2 15,7 0-12-15,5 0-6 0,5 1-11 0,3-1 4 16,4 2-19-16,-6 0 0 0,-3 1 6 0,-3 3-5 0,-6 1 1 16,1 0-4-16,-6 2-4 0,-7 1 1 0,-3 1-7 15,-4 0-17-15,-6 0-2 0,-4 0-7 0,-3 0-17 0,0 0-24 16,-1 0-15-16,1 0-8 0,0 0-104 0,-2 0-50 15,-1 0-5-15,1 1-22 0,-2 1-99 0</inkml:trace>
  <inkml:trace contextRef="#ctx0" brushRef="#br0" timeOffset="98451.18">7275 7070 804 0,'-2'-2'94'16,"0"0"153"-16,0 0-177 0,0 0-2 0,-1 0-4 15,1 2 6-15,-6-3 19 0,1 1-22 0,1 0-7 0,1 2-6 16,1 0-28-16,2 0 0 0,0 0 2 0,-11 20-2 16,1 16 2-16,6 1 7 0,6 0-1 0,0-2 1 15,4 1-13-15,1-1-12 0,1-2 5 0,1 2-9 16,-1-3-5-16,1 1 7 0,-1 3-10 0,-1-5 8 16,3 3-9-16,-3-5 3 0,-1-1-12 0,-2-2 2 15,0 0-58-15,0-5-209 0,3 7 9 0,1-2-99 16,3 0-231-16</inkml:trace>
  <inkml:trace contextRef="#ctx0" brushRef="#br0" timeOffset="99111.69">8133 6758 651 0,'-2'-2'78'0,"-4"0"139"16,-5-2-142-16,-13-5-4 0,2 2 10 0,-1 1-5 15,1 2 29-15,5 1-14 0,1 1-6 0,1 0-5 16,2 0-26-16,4 0-13 0,-1 2 0 0,5 0-5 16,1 0-9-16,0 0-21 0,1 0 3 0,1 0-8 15,0 0-1-15,0 0 12 0,2 0 1 0,0 0 4 0,2 0 7 16,2 0-5-16,10-2-2 0,16 1-1 0,2 1-6 16,-3 0-2-16,1 3 1 0,0 3-1 0,-4 1-5 0,0 2 4 15,-6 1 0-15,-1 1 1 0,-4-6-5 0,-4 21 8 16,-4 4-3-16,12 0 6 0,-6 3-2 0,-8-1 2 15,-5-2-2-15,-1 5 2 0,-7-7-6 0,-3 1 5 16,-4 1-4-16,2-8 6 0,-4 4-2 0,10-9-2 16,-23 0 3-16,1-2-3 0,-1-4-2 0,9-2 1 15,1 0-2-15,5-3 1 0,4 1-2 0,2-1-6 16,3-4 2-16,2 0-2 0,3-2 8 0,-1 0-9 0,-2 3 4 16,0 1-5-16,1-2-1 0,1 0-2 0,0 0 1 15,0 0 0-15,2-1 1 0,0 1-1 0,2 0 3 16,0 0 0-16,1-2 3 0,16 2-3 0,1-2-3 15,6 0 1-15,-1 0-1 0,2 2 7 0,-1 0-4 0,-1 1 5 16,2 3-8-16,-1 1 3 0,4 3 0 0,-8-1 1 16,-1 0 0-16,-4-1-1 0,-4-1-3 0,-2 0 1 15,-4-5 2-15,-1 11 3 0,-4 0 4 0,7 0-2 16,-2 0 7-16,-3 0 0 0,-4 2-1 0,-4 2 1 16,-5-1-6-16,0-1 3 0,-25 2 3 0,3-2-1 15,-5 0 5-15,-4-2 2 0,2-2-4 0,-6 0 2 0,7-4-6 16,5-1 3-16,-1-2-4 0,5-1 3 0,-2 16-6 15,6-8-4-15,-2-3 3 0,6-5-5 0,3-1 4 16,4 0-9-16,4-2-5 0,-1 0-6 0,7 0-36 0,1 0-130 16,-2 0-6-16,2 0-52 0,0 0-119 0</inkml:trace>
  <inkml:trace contextRef="#ctx0" brushRef="#br0" timeOffset="99843.59">8606 6981 30 0,'0'0'7'0,"0"-2"0"0,0 0-5 15,0 0-1-15,0-2-2 0,2 1 6 0,0-1-5 16,-2 2 6-16,2-9-6 0,0 2 6 0,-2 1 75 15,1-1-13-15,-1 0 36 0,0 1 6 0,0-3 6 16,0 2 4-16,0-1-2 0,-1-3 1 0,-1 4-9 16,0-2-1-16,0 2-4 0,-2-1-18 0,-1-3-1 15,1 2-8-15,-2-2 6 0,1 0-8 0,1 2-20 16,0 0 8-16,1 0-11 0,-3 0 7 0,2 1-16 16,1 3 1-16,1 0-6 0,0 1-4 0,0 2-11 0,0 1 1 15,2 1-4-15,-2-2 3 0,1 0-9 0,-1 1 3 16,0-1-7-16,0 2-15 0,2 0 6 0,0 0-2 15,0 2 7-15,0 0 3 0,0 2-4 0,0 6 2 0,6 27-3 16,-1 2 5-16,3 4 0 0,-1 3-1 0,2 1 1 16,1 3-4-16,-1-1-5 0,-2-1 4 0,1-3-4 15,-1 1 7-15,-1-3-5 0,-1-4 2 0,1 1-3 16,-2-7 1-16,1-1 4 0,1 1-7 0,-3-5 4 16,3 0-5-16,0-3 4 0,-1-3 2 0,1-1 0 15,-1-3-2-15,1-1 6 0,-2-4-2 0,-1-1 4 16,-1-5-5-16,0-1 2 0,0 0 2 0,0-1 2 0,0 1 32 15,1-2 12-15,1 0 0 0,0 0-1 0,-1-2-29 16,1-2-6-16,0 0-3 0,0-11 0 0,7-21-9 0,0-1 0 16,0-4-5-16,0-2 4 0,8-1-3 0,-1-10 6 15,3-4-8-15,-3-5 6 0,-3-4-7 0,-2-2-3 16,4 6 7-16,-4 5-5 0,0 4 9 0,0 7 0 16,-2 4-1-16,-2 6 0 0,-3 6-7 0,-1 6 5 15,1 5-5-15,-4 7 4 0,2 1-1 0,-3 5-7 16,-1 3-1-16,2 2-6 0,2-4-14 0,0 0-7 15,-1 3-8-15,1-1-3 0,-2 2-72 0,0 2-81 16,2 5-13-16,7 34-26 0,-6 2-86 0,3 7-86 0</inkml:trace>
  <inkml:trace contextRef="#ctx0" brushRef="#br0" timeOffset="100581.34">9338 7272 704 0,'0'0'83'0,"0"-2"109"15,0 0-77-15,0 1 18 0,-2-1-15 0,0 0 15 16,0 0-31-16,0-2-8 0,0 1-6 0,1-1-1 16,-3 0-21-16,0 0-3 0,2 4 0 0,-5-1-1 15,1-3-6-15,-1-2-19 0,1 3 1 0,1-1-7 0,-1 0 4 16,-1 0-15-16,1 3 1 0,-3-3-7 0,3 4 2 16,-1 0-5-16,-2 0 1 0,-1 2-4 0,-1 3 0 15,-2 3-1-15,2-5 4 0,-2 18-2 0,4 3 3 0,-6 2-5 16,2 2-1-16,-2 1-1 0,-2 3-4 0,1 1 0 15,-3 1 2-15,12-1-1 0,-4 3-1 0,9-3 3 16,0 2-2-16,-17-3 2 0,8-2 0 0,6-3-5 16,5 1 1-16,1-5-3 0,3-5 3 0,2-3 4 15,1 0-2-15,2-2 4 0,-7-2-8 0,15-4 5 16,-6-1-2-16,2 3 4 0,6 2-4 0,-3-3 1 0,5-3 1 16,-5-1 0-16,3-2 4 0,0-2-6 0,-1-2 2 15,3-5-2-15,-3-3 3 0,-3 1-2 0,0 2 2 16,-2-10-2-16,-2-2 7 0,-4 1-4 0,-1 1 1 15,-2-1-2-15,-1-3 5 0,12 1-9 0,-5 1 5 0,-5 1-5 16,-1-3 6-16,-4 1 0 0,0 1 2 0,-4 1-1 16,0 1 2-16,-1 4 2 0,-1 2-3 0,3 3 2 15,-1 3-5-15,-4 1 5 0,-3 0-6 0,0-5 5 16,0 2-8-16,0 1-2 0,5 4 4 0,-3 0-4 16,5 2-1-16,2 0 0 0,-1 0-4 0,-1 0 3 15,0 0-4-15,2 0 3 0,1 2 1 0,1 0 0 16,0 0-5-16,1 0 6 0,1 0-6 0,0-2 7 15,26 3-10-15,0-1 6 0,2-2-2 0,1-4 2 0,3-1-3 16,-5-3 8-16,1-1-1 0,-2 0 2 0,-2 0-3 0,-2-1 3 16,-5 3-2-16,-6 1 3 0,-4 3-1 0,-5 1 6 15,-1 0 1-15,1 0 1 0,-2 0-8 0,0 0 0 16,0 0-1-16,-2 2 0 0,0 0 2 0,0 0-2 16,-2 2 1-16,0 2-1 0,-2 7-3 0,-3 13 4 15,-1 0-2-15,3 1 2 0,-1-1-7 0,4-2 6 16,2-2 2-16,0 3 1 0,4-3 1 0,3 1-2 15,3-3 0-15,-1-3 0 0,0-2 2 0,-7-4-1 0,13 1 3 16,-6-1-2-16,6 2 5 0,-6 0 3 16,-3-3-5-16,-2-3 5 0,-2-1 0 0,1 0 1 0,1-1 6 15,-2 1-5-15,0 0 7 0,-2-2-10 0,0 1-4 16,-2 7-2-16,-2-3-11 0,-1 4-7 0,-21-3 0 16,-2-5-3-16,4 5-24 0,1-6-51 0,3 12-25 15,3-4-11-15,0-7-103 0,1-3-50 0,3 0-7 0,3-3-30 16,7 1-161-16</inkml:trace>
  <inkml:trace contextRef="#ctx0" brushRef="#br0" timeOffset="100986.83">9291 6277 1162 0,'0'-2'72'0,"-2"0"9"0,1-2 6 15,1 1-8-15,-6-16-7 0,2 6 56 0,2-2-16 16,1-3-9-16,1 5-4 0,0-2-42 0,3 2-15 16,-1 7 4-16,4-1-8 0,1-1-4 0,17 7-10 15,2-3-1-15,0-11-1 0,0 8 6 0,2 7 6 0,-4 9-2 16,-1 6 2-16,-7 5-10 0,-1 19 1 0,-6 4-5 15,14-4 2-15,-8 4-5 0,-10-8-8 0,-3-4 5 0,-2-5-5 16,-2-5 8-16,0-4-9 0,2-3 2 0,0-1-4 16,0-1-2-16,0-3-2 0,0-2 0 0,0 1 1 15,2-1 7-15,2 1-6 0,0-3 3 0,-3-1-5 16,11-2-2-16,12 14 2 0,2-4-1 0,-2-5 1 16,0-3 4-16,-2-2-3 0,-1-2-1 0,1 0-1 15,0-2-2-15,-1 0 1 0,-5 0 2 0,-5 0 0 16,-3 2-2-16,-3 0-1 0,-1-2 1 0,0 2-1 0,0-2-1 15,-3 2-9-15,1 0-4 0,2 0-5 0,0 0-50 16,-2 0-162-16,-1 0-40 0,1 0-55 0,0 0-260 16</inkml:trace>
  <inkml:trace contextRef="#ctx0" brushRef="#br0" timeOffset="104611.68">10376 7209 48 0,'0'0'9'0,"0"0"5"0,0 0 24 0,0 0 7 16,0 0 3-16,0-2-3 0,0 0 7 0,0 0-3 15,0 1 8-15,0-1 11 0,0 0-10 0,-2 0 0 0,0 0-4 16,0 0 13-16,0 0-10 0,2 1 2 0,0-1-7 16,0 0-2-16,0 0 4 0,0 0 5 0,-2 0-5 15,1 0 1-15,-1 1 8 0,0-1-10 0,0 0 7 16,0 0-14-16,0 0-11 0,0 0 1 0,1 0-8 16,-3 1-8-16,0 1 4 0,0 0-2 0,-1 0 2 15,-4-2-5-15,-3 0-2 0,1 2 3 0,0 0-4 0,2 0 10 16,-4 0-7-16,0 0 3 0,0 0-4 0,2 0 7 15,0 0-9-15,1 0 7 0,-1 0-7 0,2 0 3 0,0 0 4 16,-1 0-4-16,5 0 5 0,-5 0-2 16,7 0-1-16,-3 0-3 0,2 0 0 0,1 0-3 0,-1 0 1 15,0 0-4-15,2 0 1 0,1 0-8 0,-1 0 1 16,0 0 6-16,0 0-4 0,0 0 3 0,0 0-2 16,-1 0 2-16,1 0 0 0,0 0-1 0,-2 0-1 15,0 0 0-15,1 0 1 0,-1 0 2 0,2 0-4 16,0 0-3-16,0 0 2 0,1 0-1 0,-1 2-6 15,0-2 3-15,0 0-4 0,0 2 2 0,2-1 0 0,0 1 1 16,0 0-2-16,2 0 0 0,2 0 6 0,1 0-3 16,19 3 4-16,2 1-7 0,6-2 7 0,0-1-1 15,3 1 1-15,0-2-7 0,2 0 5 0,0-2-4 16,-3 0 7-16,-3 0-2 0,-5 0-10 0,-9 0 4 0,-4 0-5 16,2-2 13-16,-2 2-7 0,0 0 3 0,-4 0-4 15,-5 0 0-15,0 0 8 0,-1 0 4 0,1 0 0 16,0 0 10-16,-1 0 15 0,-1 0-7 0,0 0 8 15,0 0-24-15,0 0-5 0,0 0-6 0,0 0 2 16,-2 0-10-16,0-2 5 0,-2 2 0 0,0 0 2 16,0 0-6-16,-2 0 7 0,2 0-3 0,-20-4 3 15,2 2-6-15,-4 1 1 0,-4-1 2 0,5 2 0 0,-6 0 8 16,1-2-8-16,0 2 0 0,0-2-3 0,2 2 3 16,-2 0 0-16,1 0 0 0,1 0 0 0,0 0 0 0,1 0 2 15,3 2 1-15,0 0-1 0,1 0-2 0,3-1 8 16,3 1-5-16,0 0 6 0,0 0-7 0,4-2 4 15,2 0-3-15,5 0 3 0,-1 0-1 0,1 2-1 16,0 0 3-16,0-2-3 0,3 0 0 0,-1 0-6 16,0 0-2-16,0 0-1 0,0 0 5 0,2 0 0 15,0 0 2-15,2 0-2 0,0 0 0 0,7 0 7 16,19 0-3-16,7 0 5 0,-1-2-9 0,3-2 1 16,0 0-1-16,2 1 1 0,-2 1 1 0,-3 0 0 0,1 0-1 15,-4 2 0-15,-3 0 4 0,-4 0-8 0,-5 0 4 16,-6 0-5-16,-2 0 2 0,-7 0 7 0,-1 0-5 15,1 0 4-15,0 0 1 0,0 0 7 0,-3 0 8 0,1 0-2 16,0 0 23-16,0 0-12 0,0 0 1 0,0 0-7 16,0 0-16-16,-1 0-4 0,1 0 0 0,0 0-1 15,-2 0 1-15,2 0 2 0,-2 0 0 0,0 0 1 16,0 0-9-16,0 0 5 0,0 0-2 0,0 0 5 16,0 0-9-16,0 0 2 0,0 0 2 0,0 0 0 15,0 0 6-15,0 0-6 0,0 0 0 0,0 0-1 0,0 0 1 16,0 0 0-16,0 0-6 0,0 0 2 0,0 0-7 15,0 0-18-15,-2 0-7 0,0 0-10 0,2 0-62 16,0 0-192-16,0 0 26 0,0 0-89 0,0 0-65 0</inkml:trace>
  <inkml:trace contextRef="#ctx0" brushRef="#br0" timeOffset="107254.9">11402 6659 175 0,'0'0'60'0,"0"0"-4"16,0-1 64-16,0-1-9 0,0 0 3 0,0 0-44 15,0 0 17-15,0-2-10 0,0 1 12 0,0-1-13 0,-1-3-16 16,-1-1 6-16,0 3-8 0,0-1 19 0,0 0-3 16,0 3 4-16,0-3-2 0,1 2 0 0,-1 1-13 15,0-1-1-15,0 0-5 0,0 1-20 0,-2 1-5 16,-3-2 1-16,3 2 0 0,-5 0 4 0,0 0-3 16,-1-5 0-16,-1 0-1 0,4 3-5 0,-1 0-2 15,-3 0-4-15,2 3 1 0,-8-3-15 0,-1 2 9 16,3 2-5-16,-6 0 6 0,5 2-16 0,3 2 2 0,-4 3-1 15,2 2 2-15,0 2 0 0,-1 1-4 0,3 10 2 16,0 4-2-16,1 0 3 0,3 2-1 0,0 3-3 16,1-1 2-16,1 3 3 0,1-1-1 0,1 3 2 15,-1 2-3-15,3-1 2 0,-20 1 2 0,10-4-2 0,6-3 2 16,3 1-5-16,2-3 5 0,2 0 1 0,0 0-1 16,2-6-1-16,2 1 5 0,2-3-4 0,1-1 4 15,0-5-3-15,3 1 0 0,-1-2 4 0,0-2-3 16,13-1 0-16,-1-3 0 0,1 2-1 0,0-3 0 15,3-2-2-15,-1 1 5 0,0-3-4 0,6 17 5 16,-10-10 3-16,10-2-4 0,-4-3-1 0,-8-4-2 0,8 0 1 16,-7 0-4-16,1-2 6 0,1-1-6 0,-5-1 1 15,1 0-1-15,-6 0 0 0,2 1 1 0,-2-1-2 16,-3 0 3-16,3-1-1 0,-7 3 1 0,-1 0-3 0,1 0 3 16,0-3-3-16,-2-5 4 0,0 1 3 0,7-4-10 15,0-2 6-15,-3 0-7 0,-3 2 8 0,-1-2-4 16,-2-1 2-16,0-1-1 0,-2-7 3 0,-1 7-9 15,-3 2 3-15,-1-1-4 0,-1 3 12 0,3 1-4 16,-16-1 2-16,-1 6-1 0,2 1 0 0,-3 3 4 16,-3-14-5-16,-2 6 3 0,2 7-6 0,2 4 2 15,-4 2 0-15,2 4 1 0,-3 3-2 0,3 2-1 16,3 4-2-16,5-6-1 0,1 17-3 0,2-2 4 0,6-1 1 16,-2-1 2-16,3-2 2 0,3 3-6 0,-1-3 0 15,4 0 0-15,-11 1-2 0,6-6 0 0,1 1 2 16,3-3-1-16,-1 0-2 0,2 0-3 0,0-2-8 0,2-1 1 15,0-3-21-15,0 1-41 0,2-1-1 0,0-3-20 16,0-1-57-16,20 12-78 0,10-2-16 0,1-7-27 16,6-2-116-16</inkml:trace>
  <inkml:trace contextRef="#ctx0" brushRef="#br0" timeOffset="107720.74">11763 6557 1286 0,'-2'-2'56'0,"0"1"98"0,0-3-88 0,-7-9 45 16,-1-2-6-16,3 2 17 0,0 0-18 0,3 7-42 16,2 3-1-16,0-1-15 0,0 0-24 0,0 1-8 15,1-1-6-15,-1 0 2 0,0 2-6 0,0 0 14 16,0 1 5-16,0 1 1 0,0 0 2 0,2 1-2 0,0 3-3 15,0 15 2-15,0 12 7 0,0 3-8 0,2 1 4 16,0 2-7-16,0 4-6 0,0 0-2 0,2 5-2 16,-1-3 0-16,-1 0 0 0,2-3-5 0,0-4 1 15,1 1-3-15,1-2 3 0,-1-1-1 0,1 1 0 0,1-4 0 16,-1-3-2-16,-1-2 3 0,-1-5-4 0,0-1 2 16,1 2-7-16,1-3 3 0,0-2 4 0,-1-1-1 15,-1-4 6-15,0-5-8 0,-1 2 1 0,-1-5-2 16,-2-2 6-16,2 2-1 0,0-1 1 0,0 1 1 15,0 0 9-15,-1-2 1 0,1-1 7 0,0 1-4 16,0 0 5-16,2-2-16 0,-1-2 3 0,12 0-5 0,2-31 2 16,3 0-1-16,-7-5-5 0,8-1 3 0,-4-9-3 15,-3 0 6-15,7-4-4 0,-3 2 5 0,1 1-2 0,1 1-7 16,-3 4 2-16,-4-1-4 0,2 8 1 0,2 0 5 16,-2 5 0-16,-2 4 2 0,-2 1-7 0,-4 4 4 15,2 5-1-15,-1 5 3 0,-3 5-4 0,1 1-2 16,-6 5-2-16,4-2-1 0,-1 1-13 0,1-1-14 15,0 2-2-15,0 0-8 0,-1 0-50 0,1 2-108 16,0 2-10-16,-1 0-37 0,7 20-96 0,5 17-189 16</inkml:trace>
  <inkml:trace contextRef="#ctx0" brushRef="#br0" timeOffset="108489.83">12661 7049 773 0,'0'-2'208'15,"0"1"9"-15,0-1-76 0,-2-2-7 0,1 0-78 16,-1 1 78-16,-6-12 5 0,3 4-11 0,-1-1 1 16,1 1-61-16,-1 2-18 0,0 0 3 0,3 3-8 15,-3 2-2-15,-1-1-18 0,-4-1 1 0,-1 1-7 16,-1 3 0-16,0-7-7 0,-1-1 3 0,-3 5-4 16,0 1 5-16,0 4 6 0,1 0-7 0,-3 6 5 0,2 1-13 15,-1-5 6-15,-1 24 6 0,3 0-3 0,-1 4-1 16,4 3-5-16,2 0-3 0,1 3 2 0,3-5-3 15,1-3-2-15,-1 2-2 0,3-6 0 0,2 2 2 0,-14 0 2 16,5-2-1-16,5-3 1 0,2-1 5 0,3 0-8 16,1-3 4-16,1 0-6 0,3-2 2 0,0-2 6 15,1-2-6-15,1 0 5 0,-1-4-4 0,-1-1-1 16,13-1 3-16,1-3-4 0,1 11 0 0,-2-3 1 16,3-3 0-16,1-3 0 0,-1-2-4 0,0-2 5 15,1-2-3-15,-3-2 5 0,1-2-2 0,-2 1-4 16,-1-3 5-16,1-1-4 0,-4 2 7 0,-5 5-8 0,1-11 1 15,2-4-3-15,0-1 3 0,-2-1 3 0,-3-3-1 16,-2 0 1-16,-4-1 0 0,0 1-4 0,-2 2-3 16,0 3 1-16,-4 0 5 0,1 4-3 0,-1 2 7 15,-1-2-7-15,1 6 0 0,1-1 6 0,-5 3-2 16,-3 1 2-16,0 2-4 0,2-2 1 0,2 2-2 0,2-3 2 16,1 1 2-16,0 0-4 0,3 3 0 0,-3-1-1 15,4 2 0-15,-1-2-2 0,-1 0 2 0,2 2-3 16,0 0 1-16,0 0-2 0,2 0 3 0,0 0-2 15,2 0-4-15,2 0-2 0,11 2-2 0,16 0 2 16,8-2 10-16,2-4-7 0,-2-5-1 0,2-4-3 0,-2-2 2 16,-6 0 3-16,5 0 4 0,-9 2-3 0,3-2 4 15,-1 2-1-15,-8 2 0 0,-5 2 0 0,-5 3 6 16,-9 4-2-16,0 1 0 0,-1-3-2 0,1 0 4 0,-2 0-2 16,0 1 3-16,0 1-5 0,-1 0 2 0,-1 0-3 15,0 2 2-15,-1 0-2 0,-1 2 0 0,0 0 2 16,-2 5-1-16,-9 19 1 0,2 0-6 0,2-7 4 15,-1 5-3-15,5 2 3 0,3-6 0 0,2 3 0 16,2-1 1-16,2-3-1 0,3-1 0 0,2 1 2 16,2-3-2-16,-3-1 2 0,16 0-3 0,-4-4 1 15,3 2 0-15,3 0 3 0,-4-2-1 0,-3 0 0 0,-3 1-2 16,-3-3 1-16,-2 0 4 0,-5 0-3 0,0-3 3 16,-3 0-3-16,1-1 9 0,-2-1-1 0,0 1 1 15,0 1-2-15,-2 3 4 0,-2-1-9 0,-2-1 2 16,-9 1-5-16,-17 1 0 0,1-4-1 0,-3 1 0 15,6-4-1-15,-4 16-12 0,4-6-22 0,4-7-4 0,2-3-11 16,5-2-70-16,6 0-132 0,7 0-2 0,-2-2-46 16,2 0-65-16</inkml:trace>
  <inkml:trace contextRef="#ctx0" brushRef="#br0" timeOffset="108894.06">13725 6873 991 0,'-2'0'95'0,"-13"-2"189"0,-14-4-241 0,3 5 74 0,-4-1-3 16,10 0 28-16,-6 2 7 0,3-2-54 0,10 2-4 16,2 0-15-16,8 0-14 0,-1 0-13 0,-2 0 1 0,3 0-7 15,-1 0-15-15,2 0-17 0,-2 0-2 0,2 0-4 16,1 0-1-16,-1 0 9 0,2 0-3 0,0 0 4 16,2 0-7-16,1 2 6 0,21 2-1 0,4-1 2 15,4-1 2-15,-1-2-4 0,1 0 5 0,7-2-5 16,-4-3-5-16,4 1-2 0,-4-2 0 0,-3 1-2 15,-2-1-3-15,-4 3 1 0,-2-3 1 0,-6 2 1 16,-1 1-3-16,-8 1-10 0,1-2-8 0,-3 2-1 0,-1 0-25 16,-4 2-24-16,-1 0-15 0,3-2-10 0,0 1-110 15,0-1-91-15,-3 0-28 0,1 0-29 16,0 0-191-16</inkml:trace>
  <inkml:trace contextRef="#ctx0" brushRef="#br0" timeOffset="109108.96">13842 6637 1216 0,'-2'-2'53'0,"0"0"97"0,1-1-60 0,-3-1 64 15,0-2-9-15,0-5 20 0,-3 2-57 0,1 2-24 0,-1-1-4 16,5 4-6-16,0 1-19 0,2 1-8 0,-3-2-7 16,-1 0-1-16,0 1-32 0,2 1-1 0,0 0 0 15,1 0 1-15,-1 2 10 0,0 2 3 0,2 0-2 16,-8 35 3-16,7 6-9 0,1 3-5 0,1 2-1 0,3 6-1 15,2 0-1-15,1 0 4 0,1-2-2 0,1-6 2 16,-2 1-8-16,1-8-18 0,-3 0-1 0,1 0-17 16,-1-6-115-16,3 2-193 0,-1-1-49 0</inkml:trace>
  <inkml:trace contextRef="#ctx0" brushRef="#br0" timeOffset="113859.81">14715 6373 65 0,'0'0'0'16,"0"0"38"-16,0 0 11 0,0-1 35 0,0-1 20 0,0 0-11 15,0 0 9-15,0 0 6 0,0 0-10 0,0-1 9 16,-2-1-9-16,2 0 2 0,-4-5-5 0,1 0 1 16,1 3-23-16,-2-1-2 0,2 3 0 0,-3-4-4 15,1 5-9-15,-2-1-17 0,1 2-4 0,1 0-5 16,-2 0-6-16,3 1-1 0,-1-3 2 0,-2 0-4 15,5 4-7-15,-1-2 2 0,0-1 0 0,-2-1 1 0,0 0-3 16,1 0 6-16,-1 1-2 0,0-1 3 0,2 2-4 16,1-2 2-16,-1 3-9 0,0-1 5 0,0-2-17 15,0 0 6-15,0 1 0 0,0-1 4 0,2 0-6 0,0 0 3 16,0 1 3-16,0 1-1 0,0-6-3 0,0 5-2 16,2-5 0-16,0 1 1 0,0 1 10 0,4-3-2 15,1 0-1-15,-5-2 0 0,15-1 0 0,-1 1 1 16,5 4 3-16,1 1-3 0,0 1 0 0,-1-3-10 15,-1 1-1-15,-1 5-2 0,1-2 4 0,-1-9 1 16,-1 4-2-16,4 4-1 0,-9 3-9 0,2 2 7 0,0 0 1 16,-9 0 4-16,7 2 0 0,-6-1 0 0,2 3 1 15,1 0-1-15,-5-2-1 0,3 3-1 0,-6 3 2 16,-1 10 1-16,12 1 9 0,-3-3-7 0,-1 5 0 16,-3 1-2-16,-5-5 0 0,-1 5 1 0,-3-1 2 15,-3-1-1-15,-3 2 3 0,0-3-8 0,-3-1 5 0,1 1-4 16,0-4 12-16,2-2-9 0,-10 0 2 0,-3-2-3 15,2 0 6-15,1-2 0 0,0-1 4 0,1 1-3 16,1-1 3-16,2-1-6 0,1 0-1 0,1-1 0 16,0-2 10-16,1-1-7 0,3 1 2 0,2-2-6 15,-1 2 0-15,5-2 4 0,-3 1-5 0,0 1 3 16,1 0-7-16,3-4 4 0,0 0 1 0,0 0 0 0,-1 3 2 16,-1-1-9-16,0 0 5 0,2 0-6 0,0 0 13 15,1 0-13-15,-1 0 2 0,0-1-4 0,0 1 4 16,0 0 1-16,0 0 1 0,0 0 0 0,1 0 0 0,-1 0-3 15,0-1-2-15,2-1 1 0,0 0 7 0,0 0-7 16,2 0 4-16,0 0-7 0,1 0 3 0,5 0 3 16,10 0-1-16,5 0 0 0,1 0-5 0,0 0 1 15,2 0 2-15,-4 0 0 0,6 0 8 0,0 0-8 16,-2 0 0-16,2 0-3 0,1 2 6 0,1 0-3 16,-6 0 0-16,2 2-2 0,-4-1 4 0,-3 1-5 15,-2 2 4-15,1-1-5 0,-1 3 2 0,-2-1 2 0,-4-1-1 16,-2-1 1-16,-1 1 0 0,-1-1 6 0,1 7-3 15,-7-1 3-15,9 0-9 0,-3 2 10 0,1 0-2 16,-3-2 6-16,1 4-4 0,-3-2 2 0,-1 2-4 16,0 1 4-16,-2-1-3 0,-4 0-1 0,-3 2 1 0,-6 3-1 15,9 4 4-15,-20-3-9 0,-2-1 2 0,-7-3-3 16,1 0 5-16,-3 3 0 0,1-7 2 0,5 4-3 16,-5-4-3-16,3-8 11 0,-3 6 6 0,1-7 4 15,3-2 17-15,2 4-9 0,1 12 2 0,1-7-4 16,1-3-1-16,3-5 0 0,2-1-4 0,5-2 2 15,0 0-8-15,4 0-1 0,-2-2-2 0,4 2 0 0,1-1-3 16,1-1 1-16,5 2 0 0,-2 0 0 0,2 0 2 16,0 0-11-16,-1-2 3 0,-1 0-5 0,0 0 5 15,2 0-6-15,1 0 1 0,-1 1-2 0,0-1 2 0,0 0 5 16,0 2-1-16,0-2 2 0,0 0-11 0,1 2 5 16,-1-2-1-16,0 2 2 0,0 0 3 0,0 0-3 15,0 0-1-15,0 0-1 0,2 0 0 0,0 0 1 16,0 0-2-16,0 0 2 0,0 0-1 0,0 0 1 15,0 0 3-15,0 0-2 0,0 0-3 0,0 0-18 16,0-2-5-16,0 1-7 0,0-1-37 0,2 0-115 16,0 0-39-16,2 0-42 0,5-3-267 0</inkml:trace>
  <inkml:trace contextRef="#ctx0" brushRef="#br0" timeOffset="123378.83">5628 8991 76 0,'-2'0'0'0,"0"0"22"0,0 0 216 16,-1-1-62-16,1 1 23 0,-7-2-89 0,-3 0-6 0,3 0-15 16,-2 0-1-16,2 0-4 0,-1 0-15 0,5 1-10 15,-3-1-5-15,1 0 0 0,3 2-9 0,1-2-9 16,-1 0 3-16,0 0-5 0,0 0-2 0,1-1-7 15,1-1 1-15,0 0-4 0,0-1-9 0,0-3 2 16,2-1-4-16,0 0 4 0,0 3 0 0,0 4 2 16,2-1-1-16,7 1 1 0,12 0 0 0,-1 0-5 15,4-15-2-15,2 6-2 0,0 6-10 0,0 1 9 16,-1 4-5-16,4 2 6 0,-5 1-6 0,2 5 2 0,-5-3 1 16,-8 1-1-16,2 1 7 0,-2 3 10 0,-4-8 2 15,-5 14 2-15,-1 3 2 0,9-1 8 0,-5 3 1 16,-5 1 2-16,-4 4-4 0,-7-2-12 0,-6 2 0 15,6 0-3-15,-23 0 8 0,2 0-11 0,2-2 3 0,-3 1-6 16,5-3-3-16,0 0 1 0,2-5-2 0,1-2 0 16,1-4 0-16,2-4 0 0,1 2-2 0,4-1 1 15,2 1-5-15,4-3-2 0,3-1 1 0,1-3-1 16,3-2-4-16,0 0 3 0,2 2-6 0,-4 2 5 16,1-1-6-16,1 1 5 0,0 0 3 0,2 0-1 15,0-1 5-15,2-1-6 0,2 0 1 0,14 9-3 0,12 0 4 16,3-1 0-16,4-3-1 0,1 0-1 0,1-1 0 15,0-2 1-15,1 1 3 0,-4 1-3 0,-1 3 0 0,-7 0 3 16,-10-3-4-16,-1 1 3 0,-2 1-2 0,-9-4 4 16,-1-1 5-16,1 5-1 0,3 8 8 0,-4 9-4 15,-5-3-4-15,-7 4 1 0,-8-2-2 0,-1 0 2 16,-25 0 6-16,0-1-4 0,2-3 2 0,-4-3 4 16,4-2-5-16,0-4 5 0,4 0 4 0,3-2-9 15,4-1 3-15,2-1-4 0,4-1 1 0,4-3-11 16,3-1 3-16,2 7-5 0,3-3 5 0,5-2-9 15,1-2 0-15,2-2-6 0,-1 1-17 0,-1 1-39 0,2-2-5 16,0 0-14-16,2 0-44 0,0-2-93 0,2 1-2 16,5-5-42-16,27-7-113 0</inkml:trace>
  <inkml:trace contextRef="#ctx0" brushRef="#br0" timeOffset="123779.66">6339 8889 985 0,'-2'-2'151'0,"-1"-1"298"0,-5-3-388 16,-9-5 26-16,4 4-2 0,0-1 15 15,2 3 16-15,2 1-44 0,2 2-4 0,1 0-17 0,2 2-37 16,1 0 2-16,-1 0-4 0,0 0 3 0,2 2-4 0,0 2 3 16,1 3-3-16,-3 17 2 0,4 2-7 0,4 2 1 15,3 2-2-15,4 1 1 0,2 5-5 0,2-3 0 16,2 4 8-16,-1 2-5 0,3 2 6 0,-2 2-2 15,-1 1-5-15,1-1 4 0,-2 0-8 0,0-1 4 16,0-1 1-16,0 2 2 0,-1 2 1 0,-1-8-5 16,-1 0 4-16,-1-2-3 0,-2-5 14 0,0-2-8 15,1-2 3-15,-3-8-5 0,0 1 9 0,-1-6-6 0,1 0 1 16,-3-6-3-16,-2-3 1 0,2 2 3 0,-2-3 0 16,-1-3 2-16,1 0 5 0,2 2-5 0,-2-2 2 15,2 0-4-15,5 0-3 0,-2 0-5 0,2-5-1 16,1-14-1-16,-3-22-6 0,2-5 1 0,3-3 0 15,-1 1 2-15,4-9 5 0,-4 1-4 0,0 2 5 0,0 2-5 16,0 4 4-16,2 7-4 0,-4 0-1 0,1 8 0 16,-1 3 2-16,-3 6-1 0,-5 2 0 0,1 1 0 15,4 3 3-15,-2 3-3 0,3 2 2 0,-1 5-3 16,-5 1-3-16,7 3-37 0,-6 0-12 0,1 3-17 16,3-3-123-16,-2 2-137 0,3-2-47 0</inkml:trace>
  <inkml:trace contextRef="#ctx0" brushRef="#br0" timeOffset="124500.72">7345 9366 1702 0,'-1'0'30'0,"-3"-1"54"0,-4-1-43 0,-10-6 49 16,-3-1 1-16,1 2 14 0,3-1-14 0,4 3-42 15,0-1-9-15,0 2-9 0,4 2-23 0,0 1 1 0,0-1 2 16,-3 0 0-16,3 2 3 0,-2 0-11 0,-2 0 2 16,2 2-3-16,-2 1 4 0,0 3 0 0,-4 5 2 15,-1 0-2-15,-1 15-3 0,0 0 15 0,1 6-11 0,-1-1 12 16,-1 3-8-16,3 9 0 0,-1-6 6 0,1 2-5 16,-2 3 5-16,3-4-7 0,-1 1 4 0,6-2-5 15,3-2 1-15,5 2-10 0,-18-3 5 0,6-1-5 16,6-2 8-16,3 1-8 0,3-2 3 0,3-6-3 15,0 0 7-15,2-5-1 0,1-3-6 0,3-1 4 16,1 0-7-16,1-2 9 0,-3-6 3 0,3 1 1 0,7-4-2 16,1 7-4-16,1-2-1 0,3-2-2 0,-1-3 2 15,1-4-4-15,1-2 2 0,-1-1-1 0,-1-5 5 16,-4 1-5-16,-2-1 2 0,2-3-2 0,-4 9 1 16,-4-13 0-16,1 1 1 0,-5-1 0 0,8 0 0 0,-3 2 5 15,-3-2-5-15,-1 0 3 0,-2 4-12 0,-2 2 9 16,0-1-2-16,0 3 5 0,-2 1-5 0,0 1 3 15,2 3-3-15,-7-4 2 0,-6-3-1 0,0 2-1 16,-2 1 1-16,4 4-2 0,-2 0-1 0,4 2 1 16,1 0-1-16,4 0 1 0,3 0-7 0,-3 0-2 15,0 0 0-15,2 0 0 0,0 0 9 0,1 0-6 16,1 0 1-16,1 0-3 0,3 0-9 0,15-7 2 16,14-8-1-16,4-3 2 0,4-5-1 0,0 1 10 0,2 18-1 15,-3-20 4-15,1 0 1 0,-5 2 0 0,-9 1 2 16,-2 8 0-16,-11 2 2 0,-1 6-4 0,-9-1 1 15,0 4 0-15,0-1 11 0,-1-1-6 0,1 2-1 0,-2 0-1 16,0 2 0-16,0 0 2 0,-2 2 3 0,0 2-3 16,-2 7 2-16,-4 11-6 0,2 2 2 0,-1-1-3 15,1 1 0-15,2 0 5 0,2-4-6 0,0 3 5 16,2-5-8-16,2 2 7 0,0-3-2 0,3 2 5 16,0-3-5-16,1-1 1 0,-1-2 0 0,3 0 1 15,-5 0 3-15,10-2-3 0,-2-1 5 0,-2-1-3 0,-2-3 8 16,-1 1-5-16,-4 0 6 0,1 1-4 0,1 1 11 15,-1 0-7-15,-1 1-2 0,-4-1-1 0,0 4-5 16,-6-2-1-16,-5 4-4 0,-9 2 1 0,-17-2-13 0,0-2-22 16,-4-2-9-16,0-8-8 0,0 1-66 0,6 17-119 15,3-10 1-15,8-8-54 0,6-3-138 0</inkml:trace>
  <inkml:trace contextRef="#ctx0" brushRef="#br0" timeOffset="124936.97">7151 8821 1181 0,'0'-2'68'0,"-2"-6"133"15,-4-10-161-15,2-1 49 0,3 1-3 0,1-1 20 16,1-1 10-16,3 3-57 0,2-4 3 0,3 3-21 15,0 3-2-15,-3 2-17 0,18 6 6 0,4 3-10 16,1 2 2-16,1-16-8 0,2 6-1 0,-3 11-1 16,3 2 5-16,-2 9 2 0,-10 3-1 0,-7 3 1 0,0 25 1 15,11 2 10-15,-9 3-5 0,-7-1 5 0,-10-2-12 16,-2-3 12-16,-5-2-3 0,-1-5 4 0,3-3-13 0,-4-4 1 16,2-4 4-16,-1-3-3 0,5-6-2 0,-1-2-1 15,2-4-2-15,3-1 0 0,1-4-7 0,0-1 3 16,0 1-3-16,1 2 5 0,1 0-1 0,2-2 0 15,18 3-6-15,4-5 3 0,6-4-8 0,-4-3 4 16,-4-2-1-16,2-4 2 0,0 0-9 0,-2 0 5 16,0 0 0-16,-2 2 2 0,-1 1 7 0,-6 5-8 15,0-1 1-15,-6 4-3 0,-2 0 0 0,-3 2 1 16,0 0 1-16,-1 0-1 0,1 0 1 0,0 0-1 0,0 0 0 16,-3 0-3-16,1 0-19 0,0 2-46 0,0 0-32 15,0 0-26-15,-2 0-294 0</inkml:trace>
  <inkml:trace contextRef="#ctx0" brushRef="#br0" timeOffset="125619.72">8393 9385 1023 0,'-2'0'104'16,"0"0"20"-16,0 0-31 0,0 0-40 0,-13 0-5 16,4 0 46-16,4 0 36 0,-2 0-8 0,7 0 8 0,-2 0-61 15,2 0-36-15,-2 0-7 0,3 0-7 0,-1 0 1 16,0-2 9-16,2 0 3 0,0 0-1 0,2 1-11 0,1 1 14 16,25-12-10-16,0 3 11 0,4 0-13 0,-1 1 0 15,3 1-1-15,1 1-2 0,-4 3-13 0,1 1-2 16,-4 0-1-16,-2 2 0 0,-4 0-1 0,-3 0-4 15,-1 2 2-15,-5 0-4 0,-2 0-5 0,2-1-48 16,-3 1-5-16,-3-2-27 0,4 2-125 0,-3 0-82 16,-1-2-47-16</inkml:trace>
  <inkml:trace contextRef="#ctx0" brushRef="#br0" timeOffset="125982.95">9345 8845 1158 0,'0'0'47'0,"-2"0"6"0,0 0 20 0,-1-2 5 0,-7 0-2 16,-6 2 77-16,-1 0-38 0,-2 0-11 0,1 2-10 15,-3 0-50-15,3 3-10 0,-3 3 1 0,5-1-5 16,1 2 2-16,0 3-14 0,0-7 4 0,2 16-8 16,0-5-4-16,4 5 4 0,-6 1-7 0,4 2 6 0,4 0-4 15,3 0 4-15,4 2-1 0,2-1 0 0,3-1-6 16,6 2 8-16,2-2-4 0,2-2 3 0,-6 2-8 0,14-3 3 15,1-1 4-15,0-1-2 0,2-3 7 0,-2 1-8 16,0-4 5-16,0 2-5 0,-1 5 6 0,-3-7-4 16,-1 4 3-16,-4 3-2 0,-2-7 1 0,-4 6 1 15,-2-6-3-15,-3 0 4 0,-2 4 7 0,9-2 12 16,-4-1-2-16,-5-4 3 0,-2 1-10 0,0 0 8 16,-2-2-4-16,-3 1 3 0,-3-1-16 0,1-4 0 15,-13 3-3-15,-5-1 1 0,3-1-10 0,-2-1 1 16,-2-3-2-16,2 15 1 0,0-6-5 0,0-5-1 0,1-4 2 15,1-2 0-15,3 0 4 0,1 0-12 0,-1-2-5 16,6 0-5-16,0 0-38 0,4-2-107 0,5 2-13 16,1 1-39-16,-5-11-109 0,-1-12-175 0</inkml:trace>
  <inkml:trace contextRef="#ctx0" brushRef="#br0" timeOffset="126203.81">9299 8880 1774 0,'-2'0'49'0,"0"0"3"15,0 0-15-15,0 0 5 0,0-2-15 0,1 0 76 16,-1 0-15-16,0 1-6 0,0-1-10 0,2 0-53 0,0 0-2 16,0 0-2-16,2 0-1 0,2 0-4 0,18-11-7 15,6-1-1-15,3 1-2 0,-3 0-1 0,-2 1-14 16,2 3 1-16,0 2-11 0,2-1-45 0,1 5-150 15,1-1 2-15,-8 2-59 0,0 0-71 0</inkml:trace>
  <inkml:trace contextRef="#ctx0" brushRef="#br0" timeOffset="126969.04">9982 9029 84 0,'0'0'42'0,"0"0"-16"16,0-2 50-16,0 0-10 0,0 0 22 0,0-2-7 0,0 1 11 15,-4-10-8-15,1-2 22 0,-1 2-24 0,0-2-3 16,0-4-6-16,1 1 6 0,-1 1-1 0,0 0 4 16,1-5-5-16,-1 2-8 0,0-1-5 0,0-3 2 15,3 7-3-15,1 4-1 0,0 0 0 0,0 6-1 0,0-1 2 16,0 1 3-16,0 0-16 0,0 1 4 0,0 2-8 16,0 1 3-16,0-1-7 0,0 0-4 0,0 0-1 15,0 3-15-15,0-1-5 0,0 0-3 0,0 2 1 16,0 0 3-16,0 2-8 0,0 1 7 0,-2 10-8 15,0 12 8-15,2 1-10 0,0 3 1 0,0-3-3 16,2 2 3-16,0 2-3 0,-1-2 0 0,3 0-1 0,0-1 4 16,0 1-3-16,-1 2 5 0,1 2-4 0,0-3 1 15,-2 7 3-15,-1-3-4 0,3 0 2 0,2 1-9 0,-3-1 8 16,1-3-3-16,0-2 8 0,0 0-2 0,-3-4-11 16,3 2 5-16,0-2-7 0,0-2 10 0,1-3-2 15,-1-6 1-15,0 0-2 0,-1-4 0 0,-1-3-1 16,2 1 0-16,0-3 0 0,-1-1 5 0,1 1 1 15,0 0 2-15,-1-2 0 0,5 0-1 0,-1-2-3 16,3 0-2-16,-1-4 0 0,0-2-1 0,-1-9 2 16,-1-18-2-16,-1-2 0 0,1-6-8 0,-1-2 13 15,3-3-5-15,-2-4 8 0,3-2-10 0,3-2 0 0,0-2 2 16,0-3-2-16,-4-1-2 0,-2 5 6 0,3 1-4 16,-1 7 5-16,-2 6-1 0,4 10-1 0,1 5 2 15,-5 2-2-15,2 5-1 0,-5 1 1 0,-2 5-5 16,2 5 2-16,-1 6-7 0,-1 2-14 0,0 0 2 0,2-3-8 15,-1 1-16-15,1 0-48 0,-2 2-11 0,0 4-21 16,7 25-124-16,-3 16-125 0,-6 9-91 0</inkml:trace>
  <inkml:trace contextRef="#ctx0" brushRef="#br0" timeOffset="127688.63">10634 9157 1243 0,'0'0'28'0,"0"0"-1"0,0 0 74 16,0-2-3-16,0 0 19 0,0 0 15 0,0 0-47 16,0 0 0-16,0 1-17 0,0-1-16 0,0 0 6 15,0 0-4-15,0-2 4 0,0 1-9 0,0-1-18 16,-2 0 4-16,0 0-9 0,0 1 0 0,0 1-1 16,0 0-4-16,-3 0 1 0,-4-2-15 0,-4 1 4 15,0 3-1-15,3 0 1 0,-3 3-7 0,0 3-2 0,2-4 2 16,2 26 0-16,-2 0 6 0,-4 1-3 0,-4 3-2 15,6-3 1-15,2 5-3 0,4-3-1 0,-3-3 0 16,5-2 0-16,-3 2-2 0,7-4-2 0,-14 0 2 16,4 2-3-16,5-3 8 0,4-5 1 0,2 3-4 0,0-3 3 15,2-3-3-15,2 0 1 0,1-2-1 0,1 0-1 16,1 0 0-16,3 0 0 0,3 0 4 0,3-4-2 16,5 2 3-16,-1-1 1 0,1-3-2 0,-5-3 1 15,3 0-5-15,-4-1 3 0,-2 7 0 0,0-3 1 16,0-1-3-16,-4-5 1 0,4-1 0 0,-2 0 0 15,-3-1-8-15,1-3 5 0,-2-2 0 0,-3 1 4 0,-2-19 0 16,13 1 0-16,-4-1-2 0,-4-2 1 0,-5 4-3 16,-2 1 1-16,-2-1 3 0,-1 4-1 0,-1 1-2 15,-4-2 0-15,1 4 1 0,1 4 0 0,-1 0 3 16,5 7-7-16,-2-1-1 0,3 1-2 0,-3 0 7 0,0 1-5 16,2-1 0-16,0 2-3 0,1 0 0 0,-1 0-3 15,0 1 2-15,2-1-2 0,0-2 9 0,2 0-6 16,0 1 6-16,5-12-7 0,13 2 3 0,1-4 0 15,1-2-3-15,2 1 4 0,0-3 1 0,1 1 0 16,-3 1 2-16,-5 1-2 0,-1 1 2 0,-3 4 2 16,0 4 0-16,-2 3 3 0,-5 1 3 0,-6 3-2 15,0 0 2-15,4-2-2 0,-1 1 1 0,-1 1-5 0,0 0 1 16,0 0 0-16,-2 2 6 0,0 0-6 0,0 2-2 16,0 0 0-16,0 5 5 0,-6 17-8 0,3 1 4 15,1-3-5-15,0-2 2 0,2-1 5 0,0-1-4 16,2 1 3-16,3-1-7 0,3-1 4 0,-3-8 0 0,5 4 1 15,-3-1-1-15,14-1 1 0,-5 4-2 0,5-8 1 16,-1 0 0-16,-1 6 4 0,-1-1 2 0,-1 2 1 16,-6-2 2-16,-2-1-5 0,-3-2 2 0,-2 0-1 15,-1 6 8-15,3-7-5 0,-1 1 7 0,-1 2-6 16,-4-4 6-16,0 8-15 0,-4 0 2 0,-5 2-5 16,-4-4-3-16,-17 0-65 0,-1-2-54 0,1-5-17 0,2 1-305 15</inkml:trace>
  <inkml:trace contextRef="#ctx0" brushRef="#br0" timeOffset="128340.98">11673 9036 1048 0,'-1'0'82'16,"-3"0"153"-16,-7 0-169 0,0 0 41 0,0 0 2 16,1 0 14-16,5 0 6 0,1 0-40 0,2 0-10 0,-2 0-11 15,1 0-56-15,-1 0 4 0,2 0 0 0,0 0 3 16,2 0 9-16,0 0 0 0,2 0-4 0,2 0 3 16,31-4-3-16,4-1 2 0,7-3-2 0,5 1-1 15,2 1-15-15,1 1-3 0,-7-1-3 0,-3 2 0 16,-5 3-1-16,-2 1-10 0,1 0 3 0,-7 0-10 15,-1 0-25-15,-6 0-60 0,2 0-35 0,-7 0-10 0,-1 0-134 16,3 1-78-16,-1 1-51 0</inkml:trace>
  <inkml:trace contextRef="#ctx0" brushRef="#br0" timeOffset="128809.38">12505 8728 221 0,'-2'-2'180'0,"1"0"-5"0,-1 0 49 15,-2 0-30-15,-5-3-30 0,-6-3-64 0,4 3 34 16,-2-1-8-16,2 2 14 0,3 3-37 0,3-1-21 16,1 2-9-16,2 0-3 0,0 0-33 0,-2-2-19 0,1 0 2 15,-1 0-7-15,2 0-1 0,0 2 2 0,0 0 0 16,2 0 1-16,0 0 4 0,2-2 11 0,2 2-7 16,5 0 9-16,17-1-7 0,2 1-4 0,2 1 8 0,3 3-6 15,1 2 9-15,3 3-10 0,0 0-1 0,0 2-1 16,-5 1-3-16,-4 1 3 0,-2 1-6 0,-10-10 5 15,5 17-12-15,-6 3 3 0,-6-2 2 0,2 2 0 16,-5 4 0-16,-5 0 2 0,16 0-3 0,-9 1 4 16,-8 1-1-16,-4 2-4 0,-7-1 1 0,-2 1-2 15,-2-2 3-15,11-4-2 0,-24 0-2 0,2-4-2 16,4-2-5-16,3-5 3 0,3-2 6 0,3-2-4 0,-4-5-2 16,10-1-4-16,1-3 1 0,0 2 2 0,5-4 11 15,-3 4-17-15,0-1 5 0,0-1-7 0,3 0 7 16,-1 0-3-16,0 0-3 0,2 0 0 0,0-1 5 15,2 1 1-15,0-2-2 0,-1 0 0 0,24 0 1 0,-3 0-5 16,2 0 9-16,0 0-7 0,8 0 7 0,-1 0-5 16,5 0 1-16,-1 0-1 0,-5 0 3 0,1 0 1 15,-3 0 1-15,0 0 1 0,-2-2 5 0,0 1-4 16,-4-3-5-16,-2 0 2 0,-3 2-4 0,-4 0-2 16,-2 1 5-16,-1-1-4 0,-1 0-1 0,-2 0-34 15,3-2-13-15,1 1-9 0,2-3-75 0,2-1-215 16,3-3-10-16,8-3-94 0,6 0-271 0</inkml:trace>
  <inkml:trace contextRef="#ctx0" brushRef="#br0" timeOffset="129133.79">13905 8440 1203 0,'-2'0'80'0,"1"0"176"0,-3 0-207 15,0 0 81-15,0 0-13 0,-1 0 30 0,3 0-51 0,0 0-52 16,0 0-2-16,-1 0-15 0,-1 0 0 0,2 0 10 16,0 2 2-16,2 0 1 0,0 0-3 0,2-1-9 15,2 1 3-15,14 6-5 0,10-1 4 0,2-1-11 16,3-3 1-16,4 1-4 0,6-2-9 0,-4 0-2 15,-2-2-2-15,-5 0 0 0,-4 0-3 0,-2 0-8 16,0 0-4-16,-4 0-3 0,-9 0-31 0,4 0-74 16,-8 0-23-16,-2 0-21 0,1 0-111 0,-6 0-73 0,5 0-23 15</inkml:trace>
  <inkml:trace contextRef="#ctx0" brushRef="#br0" timeOffset="129318.6">14007 8691 755 0,'-1'0'356'0,"-1"1"-450"0,-2 1 410 0,-5 2-215 15,-4 3-33-15,5-1 45 0,3-2-6 0,3 1 14 16,0 6-33-16,-5-1-26 0,3-5-2 0,2 1-6 16,2-2 4-16,0-1-9 0,0-1 3 0,0 0-7 15,4 2-4-15,20 11-10 0,6-6-2 0,7-5-4 16,4-4-15-16,-1-6-5 0,3-5-1 0,-4-2-1 0,0-4-13 16,4 0-25-16,1-1-10 0,1-1-6 0,3-1-54 15,0-2-139-15,-3-1-41 0,7-1-45 0,-4 4-228 0</inkml:trace>
  <inkml:trace contextRef="#ctx0" brushRef="#br0" timeOffset="129794.1">15652 8065 796 0,'-1'-2'196'0,"-7"-2"420"0,-12-7-572 0,-1 2 80 15,1 1-15-15,5 5 36 0,0-1-23 0,2 0-44 0,0 2-6 16,2 1-12-16,2 1-28 0,-1 0 7 0,3 0-3 16,-2 1 3-16,-1 3-6 0,3 0 2 0,-2 3-2 0,1-5 2 15,1 15-5-15,1-2 4 0,1 1-1 0,1 3 0 16,0-4-7-16,1 5-1 0,-1 3 0 0,-2 3 1 16,3 0 0-16,-1 1-9 0,2 3-1 0,0-2-2 15,-16 2-8-15,5 1 5 0,5 1-3 0,5-2 4 16,3-1-4-16,1-5-2 0,3 1-1 0,2-1 0 15,-1-4-5-15,3 2-2 0,-1-7 2 0,-1-5-2 16,3 1 8-16,-2 0-10 0,10-2 1 0,5 4-5 0,1-6 6 16,4 1-1-16,5-4-4 0,1-3 1 0,3 20-4 15,1-8 6-15,2-6-3 0,0-5 2 0,-6-2-9 0,1-5 10 16,1-3 1-16,-2-1 1 0,3-4 2 0,-3 0-6 16,-7 0 4-16,0 0-5 0,0-2 7 0,-4 2 1 15,-1 11 4-15,-6-18-2 0,-2-2 6 0,-4-1-11 16,-2 1 0-16,-1-2-2 0,-2-4 12 0,-2 0-5 15,16-3 0-15,-7-1-2 0,-5-3 7 0,-6-1-4 16,-8 1 3-16,-5 0-4 0,-5 1-3 0,10-1 5 16,-29 7-4-16,-5-1 4 0,-1 3-3 0,-7 7 0 0,1 6 3 15,-3 6-2-15,-5 1-3 0,-3-22-3 0,-1 15-6 16,7 11 0-16,6 4-30 0,5 6-101 0,4 3-44 16,6 2-36-16,7 0-312 0</inkml:trace>
  <inkml:trace contextRef="#ctx0" brushRef="#br0" timeOffset="132592.9">5203 10714 27 0,'0'0'0'0,"0"0"15"0,0 0 13 15,0 0 22-15,0 0 12 0,-2-1 1 0,0-1 0 16,0 0-27-16,0 2-2 0,1-2-6 0,-1 0-9 0,0 2 23 16,0-2-2-16,0 2 8 0,0 0-7 0,0 0-10 15,1 0 4-15,-1 0-5 0,0 0 4 0,0 0 4 16,0 0-5-16,0 0 6 0,0 0-4 0,1 0 0 15,-1 0-2-15,0 0 2 0,0-2 1 0,0 2-8 16,0 0 0-16,0 0-5 0,1 0-8 0,-1 0 5 16,0 0-6-16,0 0 2 0,0 0-19 0,0 0 3 15,0 0 5-15,1 0-2 0,-1 0 3 0,0 0-8 0,0-1 1 16,0 1-3-16,0 0 10 0,0 0 0 0,1 0-5 16,-1 0 2-16,0 0-2 0,2 0 6 0,0-2-2 15,0 2 3-15,-2-2-9 0,0 2 6 0,0-2-1 0,0 2 3 16,2-2 0-16,0 2-9 0,0 0 5 0,0 0-5 15,0 0 10-15,-1 0-8 0,-1 0 0 0,0 0 0 16,0 0 4-16,0 0-3 0,0 0 7 0,2 0-7 16,0 0-1-16,-2 0 1 0,1 0-4 0,-1 0 6 15,0 0 4-15,2 0-3 0,-2 0 3 0,0 0-2 16,0 0 10-16,0 0-4 0,2 0-1 0,0 0-1 0,-1 0 7 16,-1 0-8-16,2 0 9 0,-2 0-10 0,0 0-4 15,0 0 7-15,0 0-4 0,0 0 7 0,2 0 3 16,-1 0-7-16,1 0 2 0,0 0-4 0,0 0-7 0,0 0 1 15,0 0-1-15,0 0 2 0,0 0-2 0,0 0 2 16,0 0-1-16,0 0 0 0,0 0-1 0,0 0 6 16,0 0-3-16,0 0 4 0,0 0-3 0,0 0-4 15,-2 0 1-15,0-2-2 0,0 2 1 0,0 0 4 16,0 0-4-16,2 0 2 0,0 0-4 0,-2 0 3 16,2-2-1-16,0 2 3 0,-1 0 1 0,-1 0-7 15,0 0 4-15,0 0-5 0,2 0 9 0,0 0-5 16,0 0 0-16,0 0-2 0,0 0 4 0,0 0-1 0,0 0 0 15,0 0-1-15,0 0-4 0,0 0 1 0,0 0-10 16,0 0-3-16,0 0-88 0</inkml:trace>
  <inkml:trace contextRef="#ctx0" brushRef="#br0" timeOffset="138246.76">5310 10848 256 0,'0'0'-5'0,"0"0"27"0,-1 0 21 16,1 0 14-16,-2 0 21 0,0 0-13 0,0 0 1 15,0 0-4-15,0 0 2 0,1 0-17 0,-1 0-4 0,0 0 2 16,0 0-1-16,0 0 15 0,0 0-3 0,0 0 2 16,1 0-3-16,-1 0-3 0,-2 0 5 0,0 0-7 15,1 0 6-15,-1 0-8 0,-4 0-7 0,1 0 6 16,-2 0-8-16,1 0-7 0,5 0 0 0,-1 0 0 0,2 0 0 15,0 0-9-15,0 0-2 0,0 0-9 0,1 0 4 16,1 0-9-16,0 0 3 0,1 0 3 0,1 0-2 16,0 0 6-16,2 0-12 0,5 0 5 0,8 0-7 15,3 0 5-15,1 0 3 0,-1 0-9 0,0 2 8 16,1 0-3-16,-1 2-2 0,-3-1 3 0,0 1-5 16,1 3 1-16,-3-1 2 0,0 1 4 0,-2 1-1 15,0 1 15-15,-6-3-6 0,-1 10 11 0,-4 5-8 0,13-1 22 16,-6 3-5-16,-3 1-2 0,-6 0 0 0,-4 4-4 15,-4-4-7-15,-5 2-3 0,0-4 0 0,-3 2-1 16,10-2-7-16,-16-3 6 0,3 0-7 0,-5-5 8 0,2-1-11 16,3-1 1-16,3-1-4 0,1-2 0 0,4-2-4 15,-2-3 1-15,5 0-2 0,3-2 4 0,1 0-8 16,2-1 2-16,-3 3-3 0,1 0-3 0,0 0 4 16,2-1-3-16,0-1 3 0,2 0-1 0,0 0 6 15,0 0-1-15,2 0 3 0,2-1-10 0,0-1 2 16,20 8 0-16,-2-3 1 0,6 3 2 0,2-1-1 0,1 1 1 15,1 1 0-15,1 0 2 0,1 2-1 0,-3 1 1 16,-1-1-2-16,-6 0 3 0,-4-2 1 0,-1 2-1 16,-2 0 1-16,-10-5-2 0,2 0 1 0,-5 8 0 15,5-1-1-15,1 2 4 0,-7-2 9 0,-1 0-4 0,-2 2 5 16,-3-2-12-16,-5 2 6 0,4-2 1 0,-23-4 2 16,-3 4 6-16,0-5 3 0,-1 1 0 0,3-2 2 15,-2 1 2-15,2-3-6 0,-2-1 3 0,1 0-5 16,1-2-6-16,0 1-1 0,4 1-1 0,2-2 1 15,-1 0-9-15,5 0-5 0,1 9 2 0,10-7-2 16,3-3 3-16,0 1-24 0,1 0-11 0,1 0-5 0,0 0-38 16,2 0-77-16,2 0-6 0,1-2-28 0,16 0-53 15,13-6-62-15,3-5-55 0</inkml:trace>
  <inkml:trace contextRef="#ctx0" brushRef="#br0" timeOffset="138670.81">6183 10804 664 0,'-2'0'241'0,"0"-2"45"0,-1 0-98 15,-5-2-99-15,-12-7-32 0,3 2-9 0,2 1 34 0,-1 1-2 16,6 3 12-16,1 0-9 0,-2 1-35 0,2 1-2 16,-1 2-13-16,5 0-27 0,1 2 3 0,0 0 2 15,2 1 2-15,-5 20 11 0,3 6-5 0,4 5 0 16,6-1-2-16,5 4-9 0,4 6 2 0,0-2-2 0,0 3 3 15,-1-5-2-15,-1 0-6 0,2 2 1 0,0 2-1 16,0 1 7-16,-2-5-6 0,0 2-3 0,0 0 0 16,0-2 3-16,-2-2 2 0,0-3 1 0,0-5-2 15,1 1-6-15,-1-4 13 0,0-2-4 0,-2-3 8 16,0-3-10-16,-1-5 8 0,-1 0-3 0,-1-3 5 16,-1-3-5-16,-3-3 6 0,-2-2 0 0,4-1 2 0,0 1 8 15,1 2 2-15,1-2-3 0,-4-2 2 0,0 0-11 16,1 0-5-16,-1 0 5 0,2-15-6 0,1-15-2 15,3-1 1-15,-3-3-5 0,1-1 6 0,0 0 1 0,-3-2-8 16,1-2-2-16,-2 0-1 0,20 0 6 0,-9 0-7 16,-5 0 8-16,-5 7-8 0,3 4 6 0,-2 4-2 15,-1 4-1-15,1-4 0 0,0-1-4 0,-1 9 0 16,-1 1-5-16,0 6 2 0,-2 5-21 0,0 0-37 16,2 0-5-16,2 1-15 0,-1 1-46 0,9-4-75 15,4 3-13-15,8 3-27 0,4 3-85 0</inkml:trace>
  <inkml:trace contextRef="#ctx0" brushRef="#br0" timeOffset="139328.47">7047 11292 1233 0,'0'0'22'16,"-2"0"0"-16,0 0 34 0,0 0 20 0,-2-2-2 15,2 2 69-15,-12-6-45 0,-1 3-6 0,2-1-13 16,0 0-28-16,0 1-11 0,-4-1 5 0,6 4-8 15,-4 0-4-15,4 0-4 0,2 0-6 0,-8 4 4 16,2-1-2-16,2 3-9 0,0 1 4 0,4-5-6 0,-4 22 7 16,3 8-11-16,-3-1 7 0,2 3-8 0,0 1 11 15,4 4-9-15,-6 0 0 0,3 2-3 0,7 2-4 16,-3-4 3-16,4 2-3 0,-18-2 3 0,7-2-3 0,7-4-2 16,6-3 5-16,4-2-4 0,2-2-2 0,1-6 5 15,2-3-3-15,-1-8 6 0,7 0 5 0,7-1-6 16,2-5 0-16,2-1-3 0,-2 15 0 0,0-8-6 15,0-5 5-15,2-4-5 0,-1-2 8 0,-3-3-6 16,0-5 0-16,-1-1-1 0,-3 0-3 0,-1 9 8 16,-2-13-4-16,-4-1 6 0,-2-3-9 0,-5 2 10 15,-2-3-8-15,9 3 9 0,-4 0-2 0,-1-1-1 0,-6 5 5 16,0-4-6-16,-2 6-1 0,-2 0 5 0,-1 0-3 16,-1 2 3-16,4 1-13 0,-11 4 7 0,0 1-5 15,0-7 5-15,2 3 0 0,0 1-4 0,0 3 1 16,0 1-5-16,3 2 1 0,1 0-1 0,3 0 1 0,0 2-1 15,1 0-4-15,1-1 4 0,0 1-4 0,0 2 4 16,2 0-1-16,2-1-12 0,0-1 1 0,3 0-6 16,25 6-8-16,0-8-7 0,3-4 7 0,3-4-4 15,-1-3 19-15,2-5-1 0,4-5 4 0,-4 3-1 16,-2-1 14-16,-3 2-2 0,-10 4 3 0,0 0-2 16,-9 6 5-16,-5 3 5 0,-5 2 1 0,1-1 3 0,0 1 4 15,-2 0-9-15,0 0 1 0,-1 0-3 0,1 2 0 16,-2 2-2-16,0 0 0 0,0 2 0 0,0 16 3 15,-2 4-1-15,1 0-2 0,1 2 1 0,0-3-4 0,3-1-1 16,3 0 4-16,1-1-4 0,6 1 0 0,-11-4 4 16,22 1-4-16,-1-6 5 0,1 0-7 0,-4-2 7 15,-1-2-4-15,-6 1 8 0,-2-3 1 0,-4-3 2 16,-3 1 6-16,2 1-3 0,-3-1 2 0,3 3 11 16,-2 1-4-16,-4-3 7 0,0 1-12 0,-4 4-8 15,-2-1-2-15,-14 4-1 0,-17-1-8 0,-6 2 0 16,-2-2-3-16,-3 0-1 0,5-2-35 0,3-1-46 0,1-5-8 15,9 14-23-15,0-6-135 0,15-9-206 0</inkml:trace>
  <inkml:trace contextRef="#ctx0" brushRef="#br0" timeOffset="139953.87">7384 10882 1185 0,'-1'0'69'0,"-1"0"144"16,-2-2-200-16,0 2 39 0,2 0-5 0,-1-2 20 16,-1 0 15-16,2 0-34 0,0 0 2 0,2 0-14 15,0-1-19-15,2-1 0 0,0 0 3 16,5-1-1-16,14-8 9 0,3 2-6 0,-2 3-4 0,-1 4 1 16,-5 4-2-16,-4 0-2 0,-5 0 6 0,-5 0-4 0,0 0 8 15,0 4 17-15,9 17-7 0,-6 1 9 0,-5-2-13 16,-3 4-3-16,-5-3-1 0,-3-3-1 0,0-1-6 0,5-4 2 15,-10-2-4-15,1 2 1 0,5-7-19 0,7-1 0 16,-5 5-3-16,6-7 2 0,-3 9 0 0,5-5 0 16,0-3 1-16,0-1 0 0,0-1 7 0,5 2-8 15,21 11 3-15,4-6-3 0,-2-5 8 0,-2-4-2 16,0 0 1-16,2-2-3 0,-4 0-6 0,-2-2 5 16,-1-1-1-16,-1-1 4 0,-1 1-2 0,-4 1-4 15,-2 0 5-15,-6 2-3 0,-1 1 15 0,-5 1-10 16,3-2-2-16,0 0-2 0,0 0-11 0,-3 0-53 0,1 0-11 15,0 0-27-15,0 1-162 0,0-1-324 0</inkml:trace>
  <inkml:trace contextRef="#ctx0" brushRef="#br0" timeOffset="142680.34">8226 11201 279 0,'0'0'99'0,"0"0"-12"15,-2 0 28-15,0 0 18 0,-2 0-39 0,2 0-5 16,-7-2 20-16,-8-2-6 0,10 2 10 0,-4 1-8 16,0-1-27-16,1 2 3 0,-3 0-12 0,-2 0-7 0,6 0-2 15,-2 0-1-15,0 0 1 0,0 0-6 0,-2 0-17 16,2 0 3-16,1 0-8 0,1 2-4 0,0-1-2 15,3-1-5-15,4 0 2 0,-1 0-12 0,1 0 2 16,-2 2-7-16,0 0 4 0,1 0-10 0,1 0 4 16,0 0 3-16,0 0-1 0,0-1 7 0,2 1 0 15,0 0 4-15,2 0-3 0,0-2-3 0,9 0 1 16,19 0-1-16,1-4 1 0,6-1-4 0,-5-5-1 16,9-3 1-16,0-1 1 0,0-1 0 0,-1-2-3 0,-2 0-4 15,-1 3 1-15,-4 1-3 0,-3 3 5 0,-1 1-4 16,-1 3 4-16,-2 3-5 0,-5-1 6 0,-1 2 1 15,-5 2 1-15,-2 0-4 0,-4 0 4 0,-1 0-1 0,-3 0 2 16,-3 0 4-16,0 0 1 0,0 0 4 0,2 0-4 16,-1 0 2-16,1 0 3 0,0 0-2 0,-2 0 3 15,-1 0-8-15,1 0-7 0,0 0 0 0,-2 0-1 16,0 0 1-16,0 0-44 0,0 0-8 0,0 2-17 16,-2-2-50-16,2 0-60 0,0 2-37 0,0-2-8 15,0 0-124-15</inkml:trace>
  <inkml:trace contextRef="#ctx0" brushRef="#br0" timeOffset="143178.74">9460 10640 1265 0,'0'0'47'0,"0"0"1"0,-2 0-1 15,1-2 1-15,-1 0-10 0,0 1 69 0,0-1-2 16,0 0-1-16,-2 0-8 0,1 0-51 0,-1 0-21 15,2 2 4-15,-3-2-9 0,-1 1 14 0,-1-3 4 0,-1 0-2 16,-1 0 2-16,0 3-6 0,-3-1 4 0,1 0-5 16,-2 0 4-16,-2 2-10 0,1 0 5 0,-1 2-5 15,-2 2 4-15,0 1-14 0,-3 4 10 0,1 1-1 16,-3 5 2-16,0-1-8 0,1-4 2 0,1 16-4 0,-1 2 2 16,3 5-13-16,1 2 1 0,-1 1-3 0,8 4 1 15,1 1 0-15,2 2-3 0,3 3 4 0,-2-7-3 16,1 6 6-16,-17-4-9 0,9-2 1 0,9 2-5 15,4-2 6-15,2-6 4 0,3-5-3 0,3-2 5 16,-1-6-4-16,2-1-1 0,3-2 6 0,-9-4-5 16,20 0 5-16,1-4 0 0,0-4 0 0,-2-3 0 0,6 17 0 15,-2-8 0-15,0-5-7 0,2-6 4 0,-2-2-3 16,0-4 2-16,0-1 1 0,0-3 0 0,-2-1 2 0,-6 0-1 16,-1 0-3-16,-6 2 1 0,-3 3 6 0,-6-9 0 15,9 0 3-15,-4 1-5 0,-3 1-1 0,-2 0 6 16,-2 0-5-16,-2 0 6 0,-2 5-2 0,-3-1-6 15,-8 1 3-15,-15 3-6 0,2 1-2 0,0-13-1 16,1 8 3-16,-3 5-2 0,-4 4 0 0,5 4-2 16,-1 5 0-16,2 4-1 0,2 2 3 0,4-11-6 15,0 20-4-15,9 0 0 0,2-1-17 0,1-3-20 16,8-1-6-16,-11-1-6 0,6-1-30 0,7-4-30 16,2-2-46-16,2-2 5 0,7-3-148 0,24 14 24 0,0-9-82 15</inkml:trace>
  <inkml:trace contextRef="#ctx0" brushRef="#br0" timeOffset="143599.1">9798 10614 1303 0,'-2'-2'35'16,"0"0"-3"-16,-1 1 55 0,-1-1 5 0,-5-4 5 15,-1-7 20-15,-4 4-20 0,1 1-7 0,2 5-6 0,-1-1-33 16,5 2-15-16,-4-7 1 0,-2 1-5 0,4 5 3 15,3 3-6-15,0 0 1 0,1 2-4 0,1-1-8 0,0 7 4 16,-12 18-6-16,3 2 6 0,5 1-5 0,5 3-4 16,1 1 3-16,2 1-3 0,2 3-2 0,1 0-2 15,3-2-3-15,1 4 0 0,1 0-3 0,-1 0-1 16,2 2 3-16,1 2-2 0,-1-4-2 0,2-4 4 16,-3-1-3-16,-3-8 4 0,1 0-7 0,1-2 3 15,1-4-2-15,1 1 2 0,2-3-3 0,-4-7 2 16,3 0 0-16,-5-1 3 0,4-7 3 0,4-1-6 15,-1 8 4-15,-1-5-4 0,-4-1 7 0,1-2 1 0,-1-2-4 16,0 0 4-16,1-2-1 0,-4 0-7 0,5-9 6 16,-5-19-7-16,3-1 9 0,-1-5 0 0,-3-1-3 15,3-4 2-15,-2 2-5 0,1-5-1 0,1-1 4 16,1 1-3-16,1-3 3 0,-1 10 2 0,0-2-1 0,-1 6 3 16,0 3 2-16,-3 4-12 0,1 4 5 0,9 3-6 15,-4 4 3-15,-3 4-4 0,-2 2 2 0,-3 3-6 16,-1 3-5-16,0 1-55 0,2-2-3 0,0 0-21 15,0 2-44-15,0 1-91 0,2-1-7 0,-1 2-33 16,12 2-76-16</inkml:trace>
  <inkml:trace contextRef="#ctx0" brushRef="#br0" timeOffset="144231.96">10628 10828 1572 0,'0'0'19'0,"-2"0"1"0,0-2 49 15,1 0 4-15,-1 0 12 0,-2 0 38 0,-5-1-39 16,-12-5-1-16,1 3-14 0,3 1-28 0,-1 0-5 16,-1 2-3-16,-5 0 1 0,2 2 0 0,-1 2-7 15,1 2 1-15,0 3-3 0,-4 5 1 0,2 1-13 16,-2 3 3-16,3-6-5 0,1 17 7 0,0 3-8 0,3 2 5 16,1 1-7-16,1 2-2 0,2 3 0 0,0-1-3 15,4 0 2-15,0 4-1 0,4-1-3 0,1-2 0 16,0 1-1-16,-14-6 3 0,7 2-5 0,7-3 4 15,6-6-4-15,2-2 4 0,2-2-4 0,3-3 3 0,3-4-1 16,-1-2 4-16,4-2-4 0,11-4 0 0,0-3-1 16,4-2-2-16,4 16 5 0,-3-6-2 0,3-9 2 15,-2-3-5-15,-2-2 3 0,-1-3-3 0,-4-3 3 16,-5-1 1-16,4-4 1 0,-3 11 2 0,0-18-2 16,-3-1 1-16,-8-1-1 0,-5 0 3 0,1-2 0 15,11 1 1-15,-6 1 6 0,-3-4-7 0,-6 4 7 0,-4 1-10 16,-1 3 3-16,-3 3 2 0,3 6-1 0,-3-2-3 15,-14 1-1-15,0 3 0 0,-3 1 1 0,1 3-1 0,4-12 0 16,-1 5-2-16,1 5 0 0,0 1-2 0,-1 4 2 16,5 0 2-16,4 2-1 0,5 0 0 0,3-2-7 15,1 0-1-15,-1 2 0 0,0 0 3 0,2-1-3 16,0 1 1-16,2 0-2 0,0 0-1 0,2 0 8 16,2 0-8-16,7 1 7 0,17-1-14 0,2-2 6 15,1-3 0-15,3-7 2 0,-1-1-1 0,-7 0 7 16,2-2-2-16,-6 2 4 0,-3 0-2 0,-1 0 2 0,-1 1-2 15,-8 5 2-15,-5 3 2 0,0 0-2 0,-1 0 2 16,1 0-2-16,0 2 1 0,0 0 0 0,-1 2-3 16,1 0 2-16,0 2-2 0,5 9 5 0,4 5-3 15,-2 1 3-15,2 3-3 0,-4-3-3 0,1-1 3 16,1 5-3-16,0-5 4 0,0 1-3 0,0-3 1 0,-1-3-2 16,-7 2 7-16,10-4 0 0,0 1-3 0,-2-1 1 15,-1-2-5-15,-3 2 6 0,-3-3 2 0,1-1 1 16,1 2 3-16,0 1 8 0,-3-1-5 0,-3 0 5 15,0 0-13-15,-3 3-1 0,-3-3-2 0,-1 0 0 0,-8-1-7 16,-9-3-29-16,-1-1-21 0,1-2-6 16,4 13-106-16,5-8-196 0,8-3-127 0</inkml:trace>
  <inkml:trace contextRef="#ctx0" brushRef="#br0" timeOffset="145123.5">11163 10921 348 0,'-2'0'117'15,"0"0"-13"-15,0 0 10 0,0 0 15 0,-1 0-48 16,-1 0 14-16,-2 0 0 0,-3 0 11 0,-4 0-10 15,-2 0-2-15,4 0-7 0,0 0-12 0,4 0 6 16,-1 0-17-16,1 0 6 0,1 0-2 0,1 0 1 16,1 0-9-16,-2 0 1 0,4 0-3 0,-1 1-1 0,-1 1-18 15,0-2-4-15,2 0-6 0,1 0 0 0,-1 0-11 16,2 0 1-16,0 0 2 0,2 0-1 0,1 0 3 0,23 0-7 16,11 0-3-16,8 0 0 0,-6-3-5 0,6-3 5 15,-1 2-1-15,-7 1 1 0,4-3-7 0,-4 2-3 16,-1-1 1-16,-5 1-2 0,-1 0 0 0,-4 1 6 15,0-1-7-15,-8 2 6 0,1 0-13 0,-4 0-2 16,-4 0 3-16,0 1-5 0,-3-1-23 0,-5 2-27 16,-1 0-9-16,0 0-7 0,2-2-44 0,-1 0-117 15,-1 0-15-15,0 0-49 0,0 0-221 0</inkml:trace>
  <inkml:trace contextRef="#ctx0" brushRef="#br0" timeOffset="145403.2">11395 10644 690 0,'-2'0'148'15,"0"0"29"-15,-1 0-50 0,-16-6-69 0,6 3-9 16,2-1 14-16,0 0 50 0,1 0-5 0,9 4 15 0,-3-1-36 16,0-1-27-16,2 2-5 0,-3-2-8 15,3 2-32-15,-2-2-7 0,0 0 4 0,3 2-3 0,-1 0 11 16,0 2 15-16,2 2-3 0,0 18 8 0,2 17-5 15,3 2-3-15,5 2 0 0,3 3-1 0,1 0-5 0,1 1-3 16,2-1-5-16,-4-3 1 0,2 0-8 0,-2-4-7 16,0-2 1-16,-2-7-2 0,-2-4-2 0,2-1-33 15,-1 0-7-15,3 2-15 0,-2-2-67 0,0-5-130 16,0-1-28-16</inkml:trace>
  <inkml:trace contextRef="#ctx0" brushRef="#br0" timeOffset="146086.67">11893 10384 671 0,'-2'-2'61'0,"0"-2"127"0,0-1-158 0,-4-12 23 0,3 2 12 16,-1-1 3-16,2 1 22 0,2 7-26 0,-2-1-6 16,2 2-5-16,0 3-15 0,0 0 15 0,0 2-11 15,0-1 13-15,0-1-11 0,0 0-1 0,0 0 6 0,0 3-7 16,0-1-15-16,0 0-3 0,0 0-4 0,0 0 3 15,2 2 0-15,0 0 6 0,0 2-1 0,0 0 1 16,0 3-6-16,11 20-1 0,1 1 0 0,3 5-1 16,0 4-6-16,0 1-1 0,-1 1-1 0,-3-2 1 15,-2-1-4-15,1 3-6 0,1 2 4 0,1-2-4 16,-1 2 9-16,2-2-10 0,-4 0 3 0,1-4-6 0,1-1 8 16,-2-2-5-16,0-4 5 0,-2-4-5 15,0 2 9-15,1-3 1 0,-3-3-4 0,-1-3 3 0,-3-6 3 16,-1-3-3-16,0-1 6 0,0-1-5 0,-2-2 9 0,2 2 4 15,0-1 4-15,0-1 0 0,-1 0 9 0,3 0-17 16,0-2 0-16,0-2-5 0,-1-2 2 0,8-14-9 16,2-16 4-16,-1-1-7 0,-5-4 0 0,0-4-4 15,-1-1 1-15,0-4-1 0,-1-1 3 0,1-3 0 16,-1 0-4-16,1 4 2 0,-1-2 0 0,-1 9-1 16,0 2 1-16,-2 4-2 0,-1 7-1 0,1 6-2 15,-2 7 1-15,2 0-2 0,-2 4-7 0,0 5-38 0,0 1-4 16,2 1-14-16,0 2-48 0,0 0-20 0,0 2-37 15,1 2 3-15,1 2-156 0</inkml:trace>
  <inkml:trace contextRef="#ctx0" brushRef="#br0" timeOffset="146751.01">12830 10664 1087 0,'0'0'231'0,"0"0"-305"0,0 0 269 0,0 0-144 15,0-2 7-15,-2 1 52 0,1-1-13 0,-1 0 18 16,0 0-62-16,0 0-9 0,0 0 0 0,0 0-3 0,-1-1-9 16,-1-1-6-16,-5-2 0 0,-6-3-2 0,-2 2 3 15,-2-1-5-15,6 5 7 0,-7-1-5 0,-2 2 10 16,-1 2-4-16,-3 0-1 0,4 4-2 0,0 3-14 0,0 4-1 16,3 2-2-16,0-5 2 0,3 18 1 0,-1 0-6 15,4 0-1-15,0 2 0 0,4 3-2 0,-1 1 0 16,3-3-1-16,1 5 0 0,3-4-4 0,1-3 1 15,-17 1 1-15,6 6 1 0,8-6 0 0,3 3-2 16,2-5-1-16,0-9 0 0,4 7 1 0,1-4 0 16,3 3 4-16,1-5-3 0,2 1 5 0,0-3 4 15,-9-3-3-15,17 0 3 0,3-3 1 0,-2-5-3 0,6-1 3 16,0 13-3-16,-2-6 1 0,4-4-3 0,-2-5-3 16,2-4 3-16,-2-3 5 0,0-3-14 0,-4-3 9 15,-5 0-9-15,0 5 10 0,-6-18-5 0,0 2-2 0,-2 0 0 16,-5 0 6-16,-2-3-1 0,15-2 1 0,-8-5-2 15,-5 2-4-15,-6 1 5 0,-2-1-4 0,-3 4 5 16,-3 2-5-16,-1 3 3 0,-2 3-2 0,11 5 1 16,-14 3-7-16,1 3-3 0,-4 5 2 0,6 0-2 15,-2-9 1-15,6 6-3 0,5 3-3 0,1 0 0 16,-1 0-9-16,0 0 1 0,2 0-2 0,1 0 2 0,1 2 1 16,0 0 2-16,3 0-2 0,16-3 1 0,12-5-5 15,5-1 4-15,-3 0 4 0,-1-1 0 0,5-3 10 16,-4 0 5-16,1 0 0 0,-5 2 2 0,-5 2 2 0,-9 3-2 15,-4 3 0-15,-5 1-2 0,-2 2 3 0,-2 0 11 16,1 0-7-16,1 0 9 0,0 2-6 0,-2 1 4 16,1 10 6-16,3 15-4 0,-6 2-4 0,0 2-1 15,0-3-5-15,-2 3 3 0,2-2-9 0,0-6 1 16,0 0-1-16,0-2 1 0,2 2 2 0,2-3-3 16,1-1 4-16,1-5-3 0,-1-4 5 0,3 2-3 15,-1-4-2-15,-3-1 1 0,7-3 4 0,0 3 0 16,-2-1 2-16,-3-1-1 0,0-2 3 0,-3 3-1 0,1-3 6 15,-4-2-4-15,2 1 13 0,-2-1-6 0,0 2-2 16,0-2-2-16,-2 11-10 0,-4-4-14 0,-5 4-2 16,-20 0-8-16,-1 0-30 0,1-4-49 0,1 0-5 0,4-3-26 15,4 9-150-15,5-6-105 0,6-3-142 0</inkml:trace>
  <inkml:trace contextRef="#ctx0" brushRef="#br0" timeOffset="146955.44">13443 10514 2067 0,'0'0'27'0,"0"0"7"15,-2 0-17-15,0 0-10 0,0 0 1 0,2 0 65 0,0 2 16 16,0 0 0-16,0 0-4 0,2-1-53 0,2 1-2 16,5 0-9-16,17 4 5 0,6-3-18 0,-1 1 0 15,1-2 2-15,-6-2-3 0,-4 0-11 0,-1 0-26 16,-7 0-11-16,5 0-7 0,-2 0-72 0,-4-2-95 15,0 2-34-15,2-2-31 0,-2 0-222 0</inkml:trace>
  <inkml:trace contextRef="#ctx0" brushRef="#br0" timeOffset="147348.91">13989 10230 1683 0,'-2'0'182'0,"0"0"-252"0,-2 0 215 0,1 0-117 16,1 0 33-16,-2 0 49 0,0-2-10 0,1 0 12 16,1 0-83-16,0 0-15 0,2 1-6 0,2-1 1 15,0-2-3-15,14-5 2 0,18-4 1 0,-1 5-1 16,4 6-6-16,-3 4 7 0,-3 4-8 0,7 9 7 0,-11 0-5 16,1 1 1-16,-4-3 4 0,-11 13-2 0,-3 6 2 15,-1 5 0-15,11-4 2 0,-9 5-1 0,-7-1 6 0,-4-2 2 16,-5 0-6-16,-5-3 5 0,-6 1-5 0,-1-5 3 15,9-2 2-15,-19-2-1 0,6-2-6 0,3-3 4 16,3-2-4-16,0-4 5 0,4-4-8 0,5 0-6 16,3-3 5-16,-3 1-5 0,2-1 1 0,2-1-1 15,1 1-2-15,1-2 2 0,0 1 6 0,1 1-6 16,1-2 8-16,6-1-7 0,14-1 7 0,-2 13-2 16,3-4-4-16,-3-3 3 0,0-3 0 0,-1-1 0 15,-2-2 4-15,-1 0-4 0,3-1-5 0,1-1 0 0,-3 0-4 16,0 0 1-16,-2-1-21 0,3-3-62 0,5-4-21 15,-1 1-32-15,4-4-244 0</inkml:trace>
  <inkml:trace contextRef="#ctx0" brushRef="#br0" timeOffset="147864.26">14921 10198 1020 0,'0'0'157'0,"0"0"325"15,0 0-458-15,0 0-7 0,0 0 13 0,2 0 0 0,0 0 78 16,-1 0-19-16,3 0-7 0,13-2-6 0,9-3-37 16,5-1-9-16,-1-1 1 0,9-2-5 0,4-1-17 0,0 1 2 15,3 0-3-15,-7-1 2 0,-2 3-4 0,0 0-9 16,-3 1-3-16,-6 4-3 0,-10 2-17 0,-3 0-94 15,-4 0 0-15,-5 0-37 0,-4 0-60 0,1 2-158 16,-3 0-36-16</inkml:trace>
  <inkml:trace contextRef="#ctx0" brushRef="#br0" timeOffset="148002.96">15177 10401 1170 0,'-2'0'96'0,"-1"0"183"0,-9 0-233 0,1 0 13 16,6 0-7-16,3 0 9 0,-2 2-14 0,0-1 2 0,3 1-9 15,-1 0 5-15,2 0-14 0,2 0-4 0,1 0 1 16,18 7-5-16,12 4-12 0,4-4-4 0,-1-3 1 15,3-4-2-15,1-2-12 0,3-6-22 0,2-3-9 16,1-4-7-16,4-4-65 0,6-1-130 0,7-1-21 0,4-5-51 16,11 2-218-16</inkml:trace>
  <inkml:trace contextRef="#ctx0" brushRef="#br0" timeOffset="148408.94">16514 9872 700 0,'-2'-2'196'0,"0"0"405"0,0 2-542 15,-18-6 58-15,0 1-8 0,1 1 27 0,-3 0 6 16,3 2-31-16,-1 2-9 0,-1 0-7 0,5 0-36 0,1 2-7 16,2 2 1-16,2 2-5 0,-2 1-13 0,3-1-4 15,3-3-3-15,-1 18 1 0,5-1-3 0,1 6 3 16,-2-2-2-16,2 2 1 0,0 0-5 0,-16 6-3 16,7-3-2-16,3 1-1 0,3 2-9 0,1-3-2 15,2 5-1-15,2-1 0 0,0 3-9 0,2-5 7 16,2 3-2-16,-1-3 5 0,3-3-10 0,0 4 5 15,-1-5-2-15,3 1 5 0,-1 0 2 0,0-8-8 0,1 1 2 16,-1-6-5-16,1-2 3 0,-3-4-8 0,3-2 1 16,14-5-2-16,2 15 1 0,6-8 3 0,3-5-5 15,-1-6 5-15,5-7 7 0,2-8-5 0,-4-3 9 16,8 14-9-16,-8-24 2 0,1-1 3 0,4-1-3 16,-6-5 5-16,1 2 2 0,-5 3 0 0,-10-3 0 0,1 4-1 15,-5-5-1-15,-5 1 7 0,1 3-2 0,-7 1 2 16,1 3-5-16,-4 0 2 0,14-2 2 0,-8 4 0 15,-6-1 7-15,-4-1 0 0,-4 2-1 0,-7-2 0 16,11 2 2-16,-31 4 0 0,-4-1-6 0,-2 7 3 16,-4-1-3-16,0 4-6 0,-1 4 4 0,-3 3-6 15,3 2-5-15,-6-22-8 0,1 15-1 0,3 8-4 0,1 3-38 16,3 3-38-16,1 5-48 0,7-1-9 0,5 2-281 16</inkml:trace>
  <inkml:trace contextRef="#ctx0" brushRef="#br0" timeOffset="150653.78">8952 12616 256 0,'0'0'-3'0,"0"-2"29"0,0 0 36 0,-2-2 22 0,0 1 30 15,-2-9-9-15,0-1-23 0,3 2 3 0,-1 2-8 16,0 2-6-16,0-1-6 0,0 1-1 0,-2-3 0 16,1 3 1-16,-1-2 0 0,0 1-2 0,1-1-1 15,-1 2-16-15,0-3-4 0,0 1 2 0,1 0-2 0,-1-1 1 16,0 1-3-16,2 2-5 0,1 1 1 0,-1 1-18 16,0 1 6-16,0-2 0 0,2 5 4 0,0-1 11 0,-2-2 4 15,0 0-6-15,0 1 4 0,1 1-8 0,-1 0-18 16,0 0 6-16,0 0-12 0,0 2-2 0,0 0-2 15,0 2 1-15,1 0-1 0,1 2 7 0,-4 20-3 16,4 0-1-16,2 2 0 0,3 2 2 0,1-1-10 16,1 3 3-16,-1 2-4 0,3-1 2 0,-1 1 5 15,1 3-2-15,-2-3 2 0,3 3-7 0,1 4 2 16,-2-6 3-16,4 8 0 0,-4-5 3 0,1-1-3 16,-1 0-2-16,0-7 2 0,2 4-4 0,-3-5 4 0,-1 1-1 15,-1-2 3-15,-3-2-2 0,1-1-1 0,0-1 0 16,-2-4 1-16,0-3-2 0,-1-2 5 0,1-3 4 15,-2-5 0-15,0-1 0 0,0-2 9 0,0 0-2 16,2 1 5-16,0 1 9 0,0-2-9 0,2 0 1 0,-1 0-5 16,1-2-4-16,7-2-1 0,4-6-1 0,-2-1 0 15,5-23-2-15,-1-7-7 0,0-1 1 0,1-7-2 16,5-3 4-16,-5-7 1 0,1-1 0 0,-1-3-1 16,-1-2-1-16,0 3 2 0,-2-3-5 0,-2 7 3 15,-2 2-3-15,-2 8 2 0,-1 5 5 0,-5 6-4 16,1 3 5-16,-2 8-3 0,11 6 0 0,-6 3 1 0,-3 4 1 15,-2 5 1-15,-2 4 0 0,2-1 0 0,0-1-5 16,-2 2-6-16,0 0 0 0,0 2-2 0,0 0-7 0,-2 2-21 16,0 2-3-16,-6 22-9 0,-1 7-30 15,2 2-83-15,1 1-16 0,4-1-26 0,0 6-88 0,2 0 6 16,4-1-58-16</inkml:trace>
  <inkml:trace contextRef="#ctx0" brushRef="#br0" timeOffset="151319.68">9728 12887 743 0,'0'0'44'0,"0"0"97"0,0-2-143 0,0 0 76 0,0 0 2 15,0 0 30-15,2 1 25 0,-1-3-17 0,-1 0-16 16,0 0 5-16,0-3-25 0,0 1-11 0,-1-1 1 16,1 5-6-16,-2-5-9 0,2 5-8 0,-2-2 0 0,2 2-5 15,-4-1-1-15,-1-1-8 0,-10-2-2 0,-4 4-2 16,4 4-3-16,-1 4-7 0,1 3 5 0,-2 4-5 15,-2 19 10-15,-1 3-13 0,0 0 2 0,7-1-6 16,0 3 2-16,5-2 0 0,-1-3-5 0,3 1 2 16,1-3-12-16,3-1 6 0,-17-1-2 0,8-2 5 15,6-2-2-15,3-3 5 0,2-3-2 0,3-1 1 0,3-2-6 16,0-4 9-16,1-2-4 0,2-3 5 0,15 0-1 16,-1-5-3-16,-3 1 8 0,6 15-7 0,-2-8 2 15,0-3-4-15,2-6-3 0,0-2 0 0,-9-2 5 0,0-1 1 16,1-5-3-16,-5 1 2 0,4 5-5 0,-8-14 2 15,-3-3 1-15,9-1-2 0,-4 0 4 0,-4 0-2 16,-3-1 7-16,-2 3-5 0,-2-2 0 0,-4 3-5 16,0 2 2-16,1 6-3 0,-3 0-2 0,4 7 6 15,-1-1-8-15,3 3 6 0,-4 0-8 0,-5-5-1 16,1 3 2-16,3 0-2 0,1 2 0 0,2 2-9 16,-2-2 0-16,2 1-3 0,1-1-4 0,-1 0 6 0,2 0-8 15,0 0 5-15,2 0-18 0,1 0 7 0,21-9 4 16,4-2 1-16,-2 0 8 0,-2 0 8 15,2-1-2-15,-3 1 6 0,-7 1 7 0,-1 7-7 0,0-10 5 0,-2 6-6 16,-4-1 4-16,-3 5 10 0,-6 3-3 16,0 0 5-16,0 0-6 0,4-1 6 0,-1 1-4 0,-1 0 4 15,0 0-12-15,0 2-2 0,0 0 2 0,-2 2 0 16,0 2 5-16,0 3-7 0,0 12 4 0,0-1-5 16,0 1 5-16,0 1-4 0,2 1-2 0,1-5 0 15,5 3 3-15,1-3 1 0,0-1 2 0,-7 0 1 16,21 0 5-16,-1 0-8 0,2-2 0 0,0 0-2 0,0 0 10 15,-3 0-6-15,-1 0 7 0,-5-4-6 0,0 2 4 16,-8 0 11-16,-1-1-5 0,-4-1 9 0,7 2 5 16,-3-2 0-16,-3 1 1 0,-1-1-2 0,-2-2-10 0,-4 5-8 15,-1-3 2-15,3 0-3 0,-24-3 4 0,0-1-11 16,0-1 0-16,0 2-6 0,4-3-4 0,3 10-38 16,2-3-6-16,3-7-16 0,1-1-62 0,7-2-113 15,2 0 2-15,1-2-48 0,1 0-85 0</inkml:trace>
  <inkml:trace contextRef="#ctx0" brushRef="#br0" timeOffset="151568.94">10563 12707 1758 0,'-2'0'208'0,"0"2"-294"0,-1-1 246 0,1-1-141 15,-11 6-18-15,9-6 9 0,2 0-1 0,-1 2 7 16,-1 0 19-16,2 0 10 0,2-1 0 0,2 1-2 16,0 0-17-16,16 4-8 0,12-3 3 0,3-3-5 15,1-1-4-15,-1-3-2 0,3 0-5 0,-3-1 4 0,-3-1-7 16,-4 2-2-16,-4 1-4 0,-5 1 0 0,-4 2-21 16,-4 0-40-16,-2 0-9 0,-3 0-16 0,0 0-63 15,0 2-116-15,-3-1-16 0</inkml:trace>
  <inkml:trace contextRef="#ctx0" brushRef="#br0" timeOffset="151724.2">10656 13034 1608 0,'0'0'25'0,"-2"0"60"0,0 0-82 0,0 0 37 16,2 0 5-16,0 1 13 0,0 1 32 0,0 0-16 16,2 0-3-16,0 0-5 0,2 0-16 0,13 3-7 0,9 3 0 15,5-5-5-15,3-3-10 0,-1-1-17 0,2-5 2 16,2-1-7-16,2-5-6 0,0-1-43 0,2 0-11 15,2 0-15-15,-4 0-67 0,2-1-155 0,-4-5-19 0</inkml:trace>
  <inkml:trace contextRef="#ctx0" brushRef="#br0" timeOffset="152238.34">11451 12482 1643 0,'-2'0'51'0,"0"0"108"0,-2-2-151 0,1 0 28 16,-1 0 1-16,0 1 11 0,2-1 8 0,0 0-1 15,1 0-6-15,1-2 2 0,0 1-23 0,0 1-3 16,3-6-7-16,23 3 2 0,0 1-14 0,2 2 4 16,2-16-1-16,1 7 2 0,5 3-7 0,-3 6 0 15,-1 2 0-15,-3 2 0 0,-1 4 0 0,0 1 2 16,-2 2-1-16,-6 1 0 0,1 1-1 0,-10-2 12 15,-5 2-5-15,-5 13 8 0,1 2-4 0,17 6 9 0,-10 1 0 16,-7 4 2-16,-6 4-5 0,-9-4-6 0,-7 4 0 16,14 2-3-16,-27-6-1 0,1 4-9 0,-1-4 7 15,-1-7-7-15,3 1 13 0,7-8-13 0,2-1 2 16,5-3-4-16,4-5 8 0,4-2-10 0,-1-7 6 16,7-3-6-16,-1 0 7 0,4 0-6 0,-4 1 0 0,0 1-1 15,3 0 14-15,-1-2-9 0,2-1 2 0,0 1-5 16,2 0 6-16,-1 0-6 0,3-2 5 0,22 0-5 15,0 0 4-15,2-2 0 0,2-2-4 0,-3 1 3 16,3 1-6-16,0 0 1 0,3 0 4 0,3 0-1 16,1 2 0-16,-6 0 5 0,-1-1-6 0,-2-1 6 15,-4-2 1-15,6 0 5 0,-6 1 7 0,4-3-3 0,-4 2 5 16,-2 1-8-16,0-1 2 0,1 0-3 0,-7 2 0 16,-3 0-9-16,-1 1 0 0,-9 1-1 0,3 0 7 15,-2 0-5-15,-1 0 3 0,-1 0-4 0,2 0 1 0,0 0-4 16,-1 0 1-16,1 0-1 0,-2 0 0 0,0 0-23 15,0 0-16-15,-1 0-9 0,1 0-131 0,0 0-312 16,2 0-129-16</inkml:trace>
  <inkml:trace contextRef="#ctx0" brushRef="#br0" timeOffset="153405.56">13601 12415 515 0,'0'0'301'0,"-2"0"-403"16,0 0 352-16,0 0-195 0,0 0-41 0,0-2 44 15,1 1 3-15,-1-1 15 0,0 0 17 0,0 0-42 16,0 0 3-16,0-2-14 0,0 1 5 0,1-3-5 16,-3-3 4-16,2 1-3 0,0 1 4 0,2 3 1 0,0 2 1 15,0 1 0-15,0-1 9 0,-2-2-11 0,-1 0-3 16,-5 1-2-16,-3-3-5 0,-6 0-1 0,1 5 2 16,-1 1-3-16,0 3-10 0,-1 7-14 0,1-9 7 15,0 27-8-15,1-2 14 0,4 2-7 0,3-2-5 0,4 0 1 16,3 0 1-16,-13-4-9 0,4 4 7 0,7-7-9 15,4-1 4-15,0-5 8 0,4 2 0 0,1-2 3 16,-3-2-8-16,24-1 6 0,6-5-6 0,-3 1 8 16,3 12 1-16,0-6-14 0,-5-9 9 0,1-3-9 15,6-3 13-15,-7-3-9 0,1-3 0 0,0-2-2 0,-7-1 7 16,1-2-2-16,-4 12 5 0,-5-17-5 16,-3 2-2-16,-5-1 12 0,-1-1-8 0,9 1 8 0,-4-1-7 15,-1-1 1-15,-5-3 0 0,-3-1 0 0,-3 0 0 16,-3 0-6-16,-3 2 4 0,0 3-6 0,-3 1 1 0,9 3 1 15,-20 2-6-15,1 5 5 0,-2 3-6 0,0-12-2 16,-2 6-1-16,-2 4-4 0,4 7-8 0,-2 0-30 16,0 5 2-16,0 4-15 0,7 1-24 0,8-3-24 15,4-1-9-15,-6 12-10 0,4 3-85 0,7-5-90 16,5-1-16-16</inkml:trace>
  <inkml:trace contextRef="#ctx0" brushRef="#br0" timeOffset="153779.69">14323 12109 1177 0,'-2'0'62'0,"0"0"3"0,0-2-19 0,-1 0 2 0,-1 0-21 15,-5 0 60-15,-1 1 4 0,3 1 1 0,0 0-7 16,3 0-34-16,2 0-25 0,-2 3 1 0,-3 7-8 16,-4 19-7-16,5 1 4 0,6 3 3 0,2 3-1 15,2-1-1-15,5 0 0 0,0 1-3 0,2-1 4 16,-1-4 0-16,-1-1-3 0,2-2 0 0,0 0 0 0,-1-6 2 15,-1-2 0-15,-2-1-3 0,1-4 3 0,-1 0-3 16,-3-6 9-16,-4-7 1 0,0 0 2 0,2 1 10 16,0 1 22-16,-1 0-3 0,1-2 8 0,0 0-20 0,0-2-19 15,0-2-1-15,0-2-7 0,3-13-3 0,1-14-2 16,-2-3-4-16,-1-1 2 0,-3-2-2 0,0-2-1 16,0 0 2-16,0 4-3 0,6-1-5 0,1 3-2 15,3 3 1-15,1 4-1 0,4-2 2 0,-4 8-1 16,4-4-1-16,-1 2 2 0,-8 5 0 0,14 0 5 15,1-1-1-15,-1 6 3 0,-1 1-5 0,-4 4 0 16,0 3-2-16,-1 2 1 0,-1-7-4 0,-3 3-1 16,-3 3 4-16,-1-1-1 0,-1 2 3 0,-1 0-1 0,0 0-7 15,-1 2-1-15,1 0-52 0,0 0-88 0,0 0-27 16,5-1-40-16,2-1-291 0</inkml:trace>
  <inkml:trace contextRef="#ctx0" brushRef="#br0" timeOffset="154670.84">15935 11719 921 0,'0'0'41'0,"-2"-2"-3"0,0 0 9 16,0 0 14-16,0-1-14 0,2 1 64 0,-7-11-20 15,-2-2 8-15,3 2-14 0,-1-2-3 0,1 2-26 16,0 0 2-16,1 2-11 0,-1-2-4 0,3 2-3 0,-1 0 3 15,0 0-3-15,0-1 1 0,3 5 0 0,-1 0-6 16,2 1 4-16,0 2-16 0,-2 1-2 0,0-1-1 16,0 0-1-16,0 2-19 0,0 0 9 0,1 1-5 15,-1 1 8-15,2 1 3 0,0 3-1 0,-2 22-4 16,2 13 2-16,4 2-3 0,1 2-9 0,4 1 6 0,-1 1-6 16,1-1 10-16,2 3-6 0,-1-6 3 0,3 1-6 15,-2-3 2-15,-2-2-3 0,2 4 1 0,-2-5-1 16,3-3 6-16,-1 0-1 0,-4-7 5 0,1 0-5 15,-3-3-3-15,-1-1 2 0,0-2-2 0,-1-3 4 16,1-2 7-16,2 0-3 0,-3-6 1 0,-1-1-1 16,0-3 0-16,-2-1 2 0,0 0-1 0,0-3 1 0,2 3 3 15,0 0 12-15,0 0-2 0,-1-3 5 0,1 1-7 16,0 0-8-16,0-2-1 0,0-2-2 0,2 0-6 16,3-11-2-16,8-16-2 0,-4-5 1 0,0-1 3 0,0-2-3 15,0-10 3-15,-1 1-4 0,-1 0 0 0,0-6-3 16,0 5 1-16,1-1-1 0,-1-4 8 0,-2 2-7 15,3 0 1-15,-1 1-3 0,0-1 3 0,1 6 2 16,-1 1 1-16,0 4 0 0,0 6 0 0,1 5 2 16,-3 4-4-16,-1 7 4 0,-3 6-2 0,-1 3-3 15,-2 5 0-15,2-1-1 0,0 0 2 0,0 0-11 16,0 3 5-16,0-1-11 0,-2 0-15 0,0 2-23 0,0 0-6 16,0 2-4-16,0 3-22 0,1 31-39 0,-1-1-41 15,2 4-3-15,2 2-162 0,2 1-51 0</inkml:trace>
  <inkml:trace contextRef="#ctx0" brushRef="#br0" timeOffset="155389.65">16796 11879 1106 0,'-2'0'54'16,"2"0"4"-16,-2-2-14 0,1 0 5 0,1 0-17 16,0 0 83-16,-2 0-6 0,0 0 3 0,0 1-9 0,0-3-33 15,-2 0-3-15,-3-1-6 0,-8-7 2 0,4 5-16 16,0 0-5-16,2 1-5 0,-2 0-1 0,3 3-15 15,-1-1 5-15,-6 0-3 0,4 2 3 0,-8 1-3 16,1 1-2-16,1 0 1 0,-2 3-2 0,-1 5-4 0,1 1 3 16,-1 2-3-16,0 4 1 0,-3-6-13 0,3 15 8 15,1 6-3-15,3 0 4 0,3 5-2 0,0 0-3 16,0 1 1-16,1-3-1 0,3-5 4 0,5 0-8 16,3 0 2-16,-16-2-5 0,6 2 3 0,7-6-4 15,4 2 7-15,2-2-5 0,2-1 1 0,3-3 2 16,0-1 2-16,5 0 0 0,-11-4 11 0,25-2-9 15,-1-2-3-15,-5-1 0 0,4-5-5 0,4-1 10 0,0 17-5 16,-2-8 6-16,2-6-6 0,-6-5 0 0,0 0 3 16,-1-3-4-16,-3-3-4 0,1-1 6 0,-1-3-4 15,-6 3 5-15,1-2-6 0,-6 5 2 0,-3-15 1 16,9 1 0-16,-2-3-1 0,-4 1 5 0,-3-2-7 0,-4-1 6 16,-2 1-3-16,-2 2-4 0,-5 1 4 0,3 6-4 15,-1 2 10-15,1 4-9 0,1-1 2 0,-6 6-4 16,-2-7 2-16,-4 0-3 0,2 3 3 0,-1 4-3 15,-1 2-2-15,9 0 2 0,5 0-6 0,-5 2 6 16,5 0-5-16,-1 0-4 0,0 0 6 0,2 1-5 16,0 1 4-16,2-2 2 0,0 4-1 0,2-1 2 0,2-3 0 15,28 15-3-15,-1-8-2 0,8-7 0 0,-2-6 1 16,-3-5 0-16,3-6 1 0,-4-2 0 0,2-3 5 0,1 18 0 16,1-26-3-16,-6 0 2 0,-1 2 2 15,-4 2-4-15,-7 4 7 0,-4 1-7 0,-4 4 8 0,-6-3 1 16,-1 3 1-16,5 4 1 0,-1-2 4 0,-5 3-3 15,-1 1 1-15,-2 2-2 0,0 5-2 0,0-2-2 16,-2 0 0-16,-1 1-1 0,-1 1-2 0,-9-4 3 16,-2 4-4-16,4 2 2 0,0 2-7 0,3 2 5 15,5-2-5-15,-10 16 4 0,2 5-10 0,3-1 6 0,6 0 3 16,4 1-1-16,6 6-1 0,3-3 4 0,2 0-3 16,-8 0 3-16,23-3-4 0,6 1 4 0,3-2 1 15,-2-2 0-15,11-1-2 0,-7-2 2 0,-5-1-1 16,-6-3 2-16,-8 2-1 0,-1-4-2 0,-1 2 2 0,-9-3-1 15,-5-1 8-15,-2-3 3 0,0-3 2 0,-2-1-1 16,0 0 9-16,0 0-6 0,2 2 1 0,-2-3-4 16,0 1-5-16,-2 2-4 0,0 0-2 0,-2-2-1 15,-16 7-10-15,-4-2-39 0,0-3-13 0,0-2-14 16,1-2-95-16,5 0-148 0,5 0-31 0</inkml:trace>
  <inkml:trace contextRef="#ctx0" brushRef="#br0" timeOffset="162786.07">17754 11671 243 0,'-2'0'0'0,"1"0"34"0,-3 0 299 0,-9 0-128 0,-4 0 27 16,0 0-142-16,-1 0 21 0,-1 0 8 0,3 0-6 16,1 0-5-16,-2 0-41 0,6 0 2 0,-2 0-10 0,9 0 6 15,2 0-24-15,-1 0-23 0,-1 0 2 0,2 0-10 16,0 0-7-16,0 0 12 0,0 0-4 0,2 0 7 15,0 0-5-15,2 0-3 0,2 0-1 0,26 3-1 16,-2-1-5-16,-1-2 5 0,3-2-3 0,0 1 2 16,1-1-7-16,3-2 0 0,-3 0 1 0,1 2-1 15,-4 1 6-15,-4-1-26 0,-2 0-8 0,-7 2-11 0,2 0-71 16,-6 0-63-16,-4 0-20 0,3 0-20 0,-7 0-134 16</inkml:trace>
  <inkml:trace contextRef="#ctx0" brushRef="#br0" timeOffset="162935.88">17760 11840 689 0,'0'0'297'0,"-2"0"51"0,0 0-132 16,0 0-122-16,0 0-49 0,1 0-50 0,-1 0 81 16,0 0-9-16,2 0 35 0,0 0-10 0,0 0-43 15,2 0-5-15,0 0-12 0,-1 0-12 0,24-6 10 16,2 0-5-16,5 1 4 0,0-1-14 0,5-1-2 16,-2-2-3-16,4-2 0 0,2 1-9 0,0 1-8 0,-1 0-4 15,-4-1-7-15,-5-1-40 0,-1 0-54 0,3-2-10 16,5-2-27-16,-1 0-164 0</inkml:trace>
  <inkml:trace contextRef="#ctx0" brushRef="#br0" timeOffset="163188.47">18594 11314 1621 0,'-2'0'61'15,"0"0"0"-15,-2 0-26 0,-7-2 0 0,-2 0-23 0,4 1 54 16,1-1 43-16,5 2-12 0,-1 0 10 0,0-2-80 16,2 2-14-16,0-2-2 0,2 0-1 0,0 0 3 0,2 0 1 15,11-1-3-15,24-7 1 0,6 1-9 0,5 0 1 16,6 0 2-16,-2-3 0 0,-2 3-1 0,-3 2-7 16,-10-1-2-16,2 1-3 0,-4 1-17 0,-5 3-71 15,0-1-7-15,-12 2-31 0,1-2-120 0,-1 1-202 16</inkml:trace>
  <inkml:trace contextRef="#ctx0" brushRef="#br0" timeOffset="163546.99">19470 10655 1518 0,'-2'0'28'15,"0"0"1"-15,0-2-9 0,0 2 13 0,-11-5-12 16,2-1 86-16,0 0-13 0,2 3 3 0,3 1-12 16,-1-2-33-16,5 4-22 0,-2-2-1 0,1 0-7 15,-1 1-7-15,0-1 1 0,2 0 0 0,0 0 1 0,1 0 4 16,-1 2 7-16,0 0 0 0,2 2 3 0,0 0 0 16,0 2 3-16,0 20-1 0,2 11 1 0,1 6-2 15,1 2-15-15,-2 3 3 0,0 4-7 0,-2 0 6 0,2 0-6 16,-2 1-2-16,0-7-2 0,0-1-4 0,-2-4-1 15,0 0 2-15,0-6-3 0,-2 1 3 0,3-7-1 16,-1-2 1-16,0-5-2 0,-2 0 0 0,2-3-3 16,0-2-1-16,1-6-3 0,-1 2-11 0,0-3-21 15,2-3-9-15,0-3-7 0,0 0-59 0,0 0-61 16,0 2-4-16,0-1-19 0,0-1-17 0,2 0-61 16,0-2-77-16</inkml:trace>
  <inkml:trace contextRef="#ctx0" brushRef="#br0" timeOffset="163781.91">20019 10856 1148 0,'0'0'134'0,"0"0"-156"0,0 0 147 0,-1 0-69 16,-1 0 19-16,0 0 54 0,0 0-8 0,0 0 13 16,0 0-63-16,-1 0-23 0,1 0 3 0,-13 5-10 15,2 3-9-15,0-5 0 0,-4 23-7 0,2 6 7 16,0 3 4-16,-3 4-11 0,-2 6 5 0,1-1-7 0,-5 1 6 15,0-3-11-15,3 1 0 0,-3 2-4 0,0-1 8 16,-2 3-16-16,-2-3 10 0,-3-1-13 0,3-2 4 16,0-2-1-16,6-2-1 0,1-4 2 0,1-3-4 0,5-6-2 15,0-3-1-15,2-6-1 0,6-2-7 0,3-6-52 16,0-1-10-16,2-3-20 0,2-1-87 0,0 0-114 16,-2 2-8-16,2-1-56 0,0-1-253 0</inkml:trace>
  <inkml:trace contextRef="#ctx0" brushRef="#br0" timeOffset="164171.37">19934 11420 1685 0,'-2'0'25'16,"0"-2"61"-16,0 0-69 0,1 0 112 0,-1 1-21 0,0-1 44 16,0 0-66-16,0-2-57 0,0 0-1 0,0 1-17 15,2-1-3-15,0 0 3 0,2-1 0 0,2-3 0 16,-4 6-5-16,7-3 10 0,12-8-6 0,-4 5 6 15,0 5-10-15,0 1 11 0,-2 2-7 0,0 4 7 16,-4 1-11-16,-2-3 1 0,-1 26 5 0,12 2-4 16,-6 1 4-16,-7 1 2 0,-5-1 4 0,-4 1-1 15,-5-1 7-15,-2-3-9 0,0-4-3 0,0 1 0 16,0-7-4-16,-1-1-2 0,5-4-6 0,1-4 4 0,1-1-4 16,5-7-4-16,-2 3 3 0,0 0-4 0,0 0-6 15,0-1 4-15,2 1 3 0,0-2-2 0,2 0 4 0,2 0 1 16,11 3-4-16,9 1 5 0,2-1 4 0,0-1-7 15,0-2 3-15,-4 2-3 0,-1-1 3 0,-1 1 0 16,-1 2 3-16,-3-1-3 0,-3 1 6 0,-5-3-1 16,-6-3 0-16,3 8 1 0,3 5 12 0,-5-2 12 15,-3 0 2-15,-3 6 2 0,-5-2-4 0,-1-1-2 16,-24 5-8-16,-5-2 4 0,-1 1-10 0,0 1-10 16,-3-4 7-16,-3-4-8 0,-1 0-3 0,-6-5-16 0,4 1-22 15,3 0-3-15,-1 1-121 0,1 1-314 0</inkml:trace>
  <inkml:trace contextRef="#ctx0" brushRef="#br0" timeOffset="168204.15">12329 12397 295 0,'0'0'113'0,"0"0"-40"0,0-2 33 0,0 0 3 16,0-2-71-16,0 2-9 0,-2-12 27 0,0-3 3 15,0 0 3-15,0-1-2 0,1-1 0 0,-1 0 0 0,2 3 2 16,0-1 12-16,0 2-22 0,0-2 4 0,0 3-11 16,0-1-5-16,0 9 2 0,0-7 9 0,0 4-3 15,0 0 16-15,0-3-3 0,0 5-1 0,0-2 1 16,0 1-8-16,0 5-7 0,0-1-12 0,0 0 5 15,0 0-18-15,0 3-3 0,0-1 5 0,0 0-3 0,0 0 13 16,0 2-3-16,0 0 3 0,0 2-5 0,0 2-4 16,0 9-10-16,3 18 2 0,3-1-6 0,0 1-10 15,1 7 7-15,0-3-6 0,3 4 9 0,-3 0-4 0,1 0-5 16,1-2 2-16,0 2-3 0,0 0 4 0,1-2 0 16,-3 0 1-16,1-3-1 0,1 1-2 0,-4-5 2 15,3-3-3-15,-3-4 2 0,-1-7 1 0,2 1 2 16,-1-2 0-16,1-2 0 0,-1 0 3 0,-1-6-6 15,2 3 10-15,-4-7-9 0,-1 1 12 0,3 0 0 16,2 0 0-16,3-1 2 0,0-1 6 0,4-2 4 16,0-2-5-16,8-7 4 0,-1 7-14 0,1-35 2 0,-3-2-3 15,1-4 3-15,-4-3-9 0,5-1 2 16,2 1 2-16,-5-4 0 0,2 0 0 0,-6 0-5 0,0 1 2 16,-2 7-2-16,0 3 3 0,2 7-1 0,-6-3 0 15,3 9 0-15,-1 0-5 0,-7-2-1 0,3 4-2 0,1 2 1 16,11-4 2-16,-6 5-25 0,0 3-16 0,0-3-11 15,0 1-116-15,2-1-241 0,-11-3-90 0</inkml:trace>
  <inkml:trace contextRef="#ctx0" brushRef="#br0" timeOffset="169176.98">20157 10960 597 0,'-2'0'0'0,"0"-2"95"0,0 0 20 0,-1 0 35 16,-1 0 20-16,-5-15-73 0,-1-1-2 0,5-1-31 16,-1-1-1-16,4 1-7 0,0 1-17 0,-9 1-10 15,2-2-3-15,3 5-3 0,3-1-6 0,3 2-1 16,0 0 7-16,0 2-4 0,0 3 5 0,2-1 6 16,-1 3-6-16,1 1 6 0,0 1-1 0,-2 2 4 0,2-2-2 15,0 1 2-15,0-1-1 0,0 2 0 0,-1 0 0 16,1 0-1-16,0 1-2 0,0 1 0 0,0 0 3 15,0 1-3-15,0 3-9 0,7 13-1 0,4 13-7 16,-4 1 5-16,0 1-1 0,1 3-1 0,-3 4 2 16,2 0-3-16,-1-2-10 0,1 2 4 0,-1-2-1 15,1-1 3-15,2 1-7 0,0-4 7 0,0-1-6 0,-1-3 6 16,-1-3-4-16,-2-2 3 0,1-3-3 0,-3-3 2 16,1 1-3-16,-1-2 8 0,1-4-4 0,-4-6 6 15,0-3 2-15,-2-2-9 0,2 1 15 0,-1 1-12 16,1-2 24-16,2 0-12 0,0-2 2 0,11-4-5 0,11-11-2 15,0 2-8-15,0-28 0 0,1-1-2 0,-4-7 2 16,6-1-6-16,1-5 3 0,-2-3-4 0,-2 1 3 16,-2 1-3-16,4 0-2 0,-4 4 1 0,2 0 0 0,-4 0 2 15,-1 4 0-15,-3 0 0 0,-1-3-4 0,2 11-6 16,-3-5 1-16,3 6-5 0,-1 4-20 0,1-2-51 16,0 3-15-16,3 6-15 0,0 1-76 0,2 6-222 15,4 3-142-15</inkml:trace>
  <inkml:trace contextRef="#ctx0" brushRef="#br0" timeOffset="190533.01">22333 9038 256 0,'0'0'75'0,"0"0"-29"0,0-2 44 15,-2 0 7-15,0 0-49 0,0 0-2 0,1 1-11 16,-1-1-1-16,0 0 2 0,0 0-10 0,0 0-11 16,0 0 0-16,2 0-2 0,0 1-4 0,0-1 10 15,0-2-7-15,0 0 9 0,0 1 9 0,0-1-10 0,2 0 7 16,0 0-10-16,0 3-5 0,0-1-6 0,1 0-5 16,1 0 1-16,9-2-2 0,0 2-4 0,4 2 6 15,1 2-4-15,3 4 10 0,-3 3-7 0,1 2 5 0,1-7-6 16,1 18 0-16,5 1 4 0,3 1-4 0,3 0 5 15,5 2-6-15,0-2 4 0,2-2-1 0,-2-1 4 16,1-3 0-16,1-1 0 0,0 0 6 0,-4-1-4 16,0-3 4-16,-3-3 2 0,-6-5-6 0,2 1 5 15,-2-3 6-15,-2 14 3 0,2-6 6 0,-2-3-4 16,-2-5-5-16,-2 1-6 0,1-2-5 0,-4 0 2 0,-1-2-8 16,-5 0 16-16,1 0-7 0,-3 0 8 0,0 0-11 15,-1 0 11-15,-3-2-3 0,1 0 5 0,1-2 3 16,-1 1-10-16,1-3 3 0,-1 1-7 0,-4-7-3 0,1-2 2 15,5-3-3-15,1 0 2 0,2 2-9 0,2 1 3 16,-2-3-1-16,6 0 5 0,2 2 2 0,1-1-4 16,6-1 2-16,-4 2-4 0,2 0-3 0,2 2 1 15,2 2 0-15,2-2 0 0,0 0 2 0,3 0-2 16,-5 0-1-16,0 2 1 0,3 0 4 0,3 0-5 16,1-1 1-16,0 1-3 0,1-2 8 0,-3 2-7 15,4 0 2-15,4 2-4 0,4 1 4 0,3 1-1 16,2 1 2-16,6 1-1 0,-1-23 0 0,-3 15 1 0,4 5 0 15,-11 5-1-15,-1 1-3 0,1 2 0 0,-8 0 0 16,0 2 2-16,-4 3-2 0,-3 1 4 0,2 3-3 16,-4 0 3-16,1 3-7 0,-1-1 1 0,0 2 1 0,4 2 1 15,-3-1 7-15,3 1-7 0,-4 0 6 0,-2-2-4 16,3 2 8-16,-3-2-7 0,0 0-1 0,-1-2-1 16,-9-2 3-16,6 3-2 0,1-1 0 0,-5-2-2 15,3 0 9-15,-3-1-5 0,-3-3 4 0,4 3-5 16,-4-3-8-16,-8-3 9 0,-1 0-3 0,-5-2 5 15,3 2 4-15,0 0 1 0,0 0-3 0,-1-2 2 0,1 1 4 16,0 1 27-16,-1 0-3 0,1 0 8 0,-2 0-15 16,0 0-15-16,0-2-1 0,0 0-5 0,-1 0-6 15,1 0 3-15,0-2 2 0,0 0-1 0,0 0-3 16,2 0-2-16,-1-1 0 0,-1-9-1 0,17-2-5 0,-3-3 6 16,3 2-2-16,3 0 3 0,-1 0-3 0,5-1-4 15,2 3 4-15,-1-2-3 0,1 0 3 0,2 4-6 16,2 0 5-16,-1 1-4 0,8-1 3 0,4 4 5 15,-1-3-6-15,7 3 7 0,-1 0 0 0,0-1-3 16,2 3-2-16,1-1-1 0,1 2 3 0,1 1-1 16,1-1 2-16,-2 2-2 0,-3-2 4 0,1-22-4 15,0 13 3-15,2 8-4 0,0 3 1 0,7 2 1 0,6 0 2 16,-4 2 0-16,4 0 1 0,-3-1-1 0,-8-1-1 16,5 2 0-16,-5 0 0 0,0-2-7 0,1 2 7 15,1 0-5-15,0 0 13 0,1 1-8 0,3 3 0 0,-1-2-1 16,4-2 1-16,4-1-1 0,-4 1 0 0,0 0-1 15,4-2 5-15,-4 0-2 0,4 0 0 0,2 0-1 16,-2 0-8-16,9-2 8 0,2 2 0 0,4-2 3 16,1-1 1-16,1 1-5 0,-5 0 2 0,1-2-3 15,2 1 1-15,-8-1 6 0,2-2-5 0,6 3 5 16,-9-1-5-16,12 2-3 0,-9-2 6 0,0 1-6 16,4-5 9-16,-11 1-4 0,3-1-4 0,-9-1 2 0,6 3-1 15,2-1-2-15,1 3 7 0,4-1-5 0,-4-3 4 16,3 1-3-16,-5-1-5 0,-5 3 2 0,0-1-1 15,-5 4 7-15,-5 1-2 0,1-1 3 0,-6 2-1 0,2 0-1 16,-4 0-2-16,6 0 0 0,0 0-5 0,-6 2 8 16,-3-1-3-16,-10-1 3 0,2 0 2 0,-5 0-10 15,1-1 8-15,-3-1-8 0,-9 0 5 0,1 0 7 16,0 0-5-16,-9 0 5 0,4 0-7 0,-4 1-3 16,-2-1-5-16,0 0-3 0,-2 0-44 0,1 0-394 15</inkml:trace>
  <inkml:trace contextRef="#ctx0" brushRef="#br0" timeOffset="192240.49">25189 10091 491 0,'0'-2'0'0,"-4"-9"8"16,-5-14 85-16,1 7-16 0,1 1 3 0,1 2-44 15,2 4-6-15,3 2-16 0,-1 1-4 0,2 5 4 16,0-1 1-16,-2 0 2 0,2 2 6 0,-2-1-3 15,0-1 13-15,0 0 3 0,0 1-2 0,1 1 3 16,1 0 11-16,-2 0-17 0,2 0 0 0,-2 0-8 16,2 0-17-16,0 1-3 0,0-1 1 0,0 0-2 0,0 0-2 15,0 2 4-15,0 0-2 0,0 0 2 0,0 0-4 16,0 2 9-16,0 0-8 0,0 1 9 0,4 18-6 0,1 7-3 16,3 0 6-16,3 7-6 0,2 2-4 0,0 2 3 15,0 4 0-15,0 1 2 0,-2 3 0 0,-2-3 5 16,2 3-2-16,0-3 3 0,-1-5-8 0,-1-2 1 15,-2-1-1-15,1-5 1 0,1 1-4 0,0-1-1 16,1 1 1-16,-1-1 0 0,-2 1 6 0,1-2 5 16,-1-1-7-16,1-3 4 0,1 2-5 0,0-2-1 15,1-2 5-15,-1 1-4 0,-2-3 6 0,1-2-2 16,-1-3-3-16,2 2 1 0,-5-12 6 0,2 2 9 0,-1 2 7 16,-3-7-1-16,0 0 14 0,0 0 5 0,2-1 9 15,-3 1-2-15,3-2 29 0,0 0-43 0,0-2-1 16,-1 0-15-16,1-2-11 0,-4 0-1 0,19-30-1 0,-6 5-1 15,-2-7 0-15,-4 1 1 0,2-3 3 0,-1-1-2 16,-1 0 2-16,1-2-8 0,1-2 1 0,0-1-2 16,2-5 2-16,1-3 3 0,-1-2-3 0,0-2 3 15,4 2-4-15,-1-7 0 0,1 5 2 0,0-2-1 16,-2 2 2-16,0 10 4 0,0 3 0 0,0 8 3 16,2 3 9-16,-4 6-13 0,0 5 5 0,-5 6-8 15,-1 4 5-15,-3 5-9 0,0 0 3 0,0 1-4 0,0-1-4 16,0 0-10-16,0 2 0 0,-1 1-1 0,1-1 6 15,0 0-8-15,0 2 1 0,0 0-6 0,0 2-15 16,0 0-77-16,-2 9-12 0,0 17-31 0,-2 3-128 0</inkml:trace>
  <inkml:trace contextRef="#ctx0" brushRef="#br0" timeOffset="193117.67">26496 10497 976 0,'-2'-2'131'0,"0"1"-171"0,-4-7 142 0,-8-7-78 16,-5 4-32-16,2 6 15 0,-1-3-2 0,1 3 5 15,-2 3-10-15,-3-13 0 0,0 6 2 0,0 3 0 16,-3 4 12-16,5 2 12 0,0 0 6 0,-3 2 2 15,5 2 21-15,-3-1-12 0,1 1 0 0,3 2-5 16,1-1-16-16,4 1-10 0,-4 3-2 0,-3 2-3 16,4-1-5-16,0-3 3 0,2 13-4 0,6 6 3 0,-10 0-5 15,4 4 3-15,-3 2-2 0,3-1 1 0,1 4-1 16,5 1 0-16,5-1 0 0,-2 2 0 0,3 0-2 16,-1-1 3-16,-4-3-1 0,-14 0 2 0,9-1-7 0,5 0 5 15,6-1 6-15,4-3-1 0,1-6 0 0,3-5 7 16,-1-2-3-16,1-4 9 0,-3 0 38 0,16-7-16 15,3 0 5-15,2 12-14 0,0-6-23 0,2-7 6 16,1-3-9-16,3-7 7 0,-2-4-13 0,1-4 3 16,1-2 5-16,-3 15-3 0,-1-26-1 0,-4 2 1 15,-1-1 1-15,-3 4 0 0,-1-1-3 0,-5 2 0 16,-1-2 0-16,-5 1 0 0,-3 1-2 0,-1 4 0 16,2-1-1-16,5 2 1 0,-2 1 0 0,-3-1 0 0,-4 4 0 15,-2 0 0-15,-2 2 1 0,0 3-1 0,-2 1 0 16,0 1 0-16,-14 3 0 0,-4-12-2 0,-3 4 0 15,-1 3-2-15,0 4 0 0,0 4-2 0,2 0 5 0,4 2-2 16,-4 4 7-16,7-2-6 0,4-1 1 0,4 1-4 16,1 0 5-16,5-2 1 0,1-2-5 0,0 0 4 15,2 1-8-15,-6 7 8 0,5-3-1 0,-1 1 3 16,2 0 7-16,0-5-1 0,0 1 0 0,7 0-2 16,25 17-9-16,1-8 3 0,4-6-1 0,8-5 2 15,5-3 8-15,7-7-9 0,5-3 2 0,-5-1-4 0,3-3 2 16,-5 0-2-16,-6 2 4 0,-3 2-2 0,-5 0 4 15,-9 2-2-15,-5 2-5 0,-4 1 3 0,-3 1-1 0,-9 1 4 16,0 1 4-16,-7 3-1 0,-2 2 0 0,0 0 1 16,1-2-2-16,-1-2 1 0,0 3-11 0,0-1 2 15,-2 0 1-15,-2 0 1 0,0 0 2 0,-13 0 0 16,-14 2-1-16,-1 2 0 0,0 2-6 0,3 1 8 16,1 3-4-16,3-3 5 0,5 1-3 0,1 0-5 15,4-1 2-15,6-1-4 0,5-4-1 0,-2 2 3 16,-3 9 1-16,1 0 0 0,2 2 8 0,2 2-8 15,4 0 7-15,4 0-6 0,1-1 3 0,4 3 1 16,-7 0-4-16,20 3 3 0,4 1 8 0,-6-1-11 0,6 4 3 16,-5-5-5-16,-3-1 5 0,-3 3 2 0,-1-3-1 15,-3 5 2-15,-2-1-4 0,-3-3 1 0,-3-5 1 16,-3-4 2-16,8 1-2 0,-7-4 6 0,1 1 3 0,0 1 1 16,-4-2 17-16,0 3 0 0,-2-3-5 0,-6 4 2 15,-1-7-19-15,-22 5 4 0,-1-5-2 0,-5 18 1 16,0-9-8-16,0-5 1 0,5-3 3 0,2-1-3 15,3-2-4-15,2-2-5 0,1 0-4 0,6 0 0 16,3 0-27-16,6 0-112 0,1-2-12 0,4 0-35 0,3 0-55 16,-1 0-144-16</inkml:trace>
  <inkml:trace contextRef="#ctx0" brushRef="#br0" timeOffset="193647.99">27484 10072 1262 0,'-4'-2'10'0,"-5"-2"-2"0,-29-12 1 0,5 3 0 16,7 5-5-16,0 3-3 0,0 1-6 0,7 4 4 0,5 0-5 15,-3 0 9-15,6 0-2 0,1 2 1 0,3-2-1 16,3 2 9-16,1 0 3 0,-1-1 0 0,2 1 3 16,0 0 29-16,0 0 9 0,0 0-1 0,2 0-1 15,2 0-30-15,4-1-4 0,31 14-3 0,-5-4-2 16,20 1-9-16,0-3-4 0,3-2 2 0,18 1-2 16,-16-3 3-16,-1 1 1 0,3 3-2 0,-5-1 2 15,0 3 0-15,0 2 0 0,-8-2-1 0,1-2 0 0,-5 2-8 16,-3-1 5-16,-1 1 0 0,-9-2 3 0,-1 0 4 15,-6-1-6-15,-3-1-3 0,-2-1 0 0,-6-3-1 0,-6-1-4 16,-3-2 3-16,2 2-3 0,0 2 15 0,-1 0-5 16,1 3 3-16,0 6-6 0,-4 4-7 0,-8 3 7 15,-7 4 0-15,4 4 4 0,-24-2-2 0,-6 0 1 16,0-4-2-16,-5 3 2 0,0 1-3 0,1 0 6 16,-3 1 0-16,-2-3 2 0,3 2 5 0,3-3 32 15,3-5-8-15,2 1 14 0,-2-4-15 0,7-4-3 16,3 0-1-16,1-4-3 0,10-1-16 0,1-2-5 0,3-1 0 15,4-1 0-15,5 0 3 0,1 2-9 0,3 0-1 16,-1-1-4-16,0 1-23 0,2-2 3 0,1 0-5 16,-1 0 4-16,2-1 2 0,2 1-31 0,1 0 2 15,29 6-17-15,7-7-48 0,3-2-61 0,-1-5-19 16,0-1-19-16,-2-1-116 0</inkml:trace>
  <inkml:trace contextRef="#ctx0" brushRef="#br0" timeOffset="194216.52">29182 9849 953 0,'-1'-2'57'0,"-11"-12"110"0,3-12-134 0,-8 5-2 15,-3-1-1-15,1 1 1 0,5 1 5 0,-3 1-8 16,8 3 4-16,-3 1-6 0,1 0 6 0,6 2 7 15,-6 0-3-15,3 0 5 0,4 9-4 0,3-1 5 16,-1-3-4-16,-2 6 4 0,0-1 4 0,1-3 2 16,-1 4 1-16,2-1-4 0,2 1-20 0,-4-2-13 15,2 0-5-15,1 1-2 0,-1-1-24 0,0 2 4 0,0 0 2 16,0 2 3-16,0 0 17 0,0 2-7 0,2 2 2 16,-1 14-3-16,1 8 1 0,1-2 1 0,1 2-4 15,4 0 3-15,-1-1-2 0,1 1 3 0,0 1 3 16,-1 5-1-16,1 0-6 0,-1 3 0 0,1-2 3 0,1 4 0 15,-3 4 7-15,0 0-4 0,-1 4-1 0,-1 3-1 16,4-2-1-16,-2-3-2 0,-1-4 2 0,3 0-2 16,-1-2-3-16,1-3 5 0,1-5 0 0,-1-5 3 15,-2-3-1-15,1-4 1 0,-1-3-4 0,0-2 4 16,1 1-2-16,1-2-3 0,-2-4 3 0,1 2-2 16,-3-5 9-16,0 0-5 0,-2-2 3 0,4 1-3 15,-1 1 5-15,1 0 32 0,0-1-6 0,-1-1 13 0,-1 0-21 16,2-2-17-16,0 0 1 0,-1-2-6 0,-1 2-4 15,6-29 6-15,1-8-5 0,2-8 6 0,2 0 2 0,0-7-9 16,2 0 6-16,0-7-6 0,2-2 6 0,-1 1-4 16,3-1 4-16,1 5-3 0,1 2 0 0,-1 8-1 15,1 2-2-15,-5 6 0 0,5-1 4 0,-5 6 2 16,-5 3 0-16,2 4 0 0,-7 2 2 0,0 4-7 16,1 7 1-16,4-4-2 0,-9 13 3 0,-2 2-3 15,2-1-3-15,2-1-2 0,-3 0-18 0,1 1-7 16,0 1 1-16,0 0-3 0,0 0-5 0,0 2-48 15,-2 2-3-15,0 2-19 0,-6 16-38 0,-5 10-56 0,-4 5-11 16,-2 0-22-16,-3 6-102 0</inkml:trace>
  <inkml:trace contextRef="#ctx0" brushRef="#br0" timeOffset="194707.14">29615 10677 301 0,'0'0'58'0,"0"0"-3"0,0-2 43 15,0 1-4-15,0-1-2 0,0-2-6 0,0-2-17 16,2-8-1-16,0-1-4 0,3-2-8 0,1 2-2 16,3-3 3-16,-3 3-4 0,1-4-4 0,-1 6-5 15,-1 2-6-15,5-2 2 0,-5 6-3 0,1-1-4 16,-4 5-4-16,1-1-1 0,1 0-11 0,0 0 16 0,-2 3-5 16,-1-1 5-16,1 2-21 0,0 0 3 0,0 2-7 15,0-1 5-15,-2 7-6 0,-2 16-5 0,-4 7 11 16,-1-3-10-16,-2 0 6 0,-1 2 3 0,1-2-8 0,2 0 6 15,-1-1-1-15,5-1-6 0,-1 0 11 0,2 0-10 16,2 0 8-16,0-1 0 0,4 1-5 0,1-2 4 16,1-4-5-16,1-1 1 0,1 1-1 0,-3-5 1 15,5 4-3-15,-3-5-3 0,-1-1 4 0,-3-3-4 16,1-3 1-16,-2-1-20 0,0-3-2 0,0 1-6 16,-1 0-5-16,1-2-46 0,0 0-9 0,0-1-17 0,0 1-48 15,-2 0 31-15,0-2 8 0,0 0 6 0,-2 0 17 16,0-2-17-16,0 0-17 0,0 1 1 0,1-3-40 15</inkml:trace>
  <inkml:trace contextRef="#ctx0" brushRef="#br0" timeOffset="195113.51">29806 10540 82 0,'0'0'20'0,"0"-2"-1"0,-2 0 30 0,1 0-4 16,1-1 6-16,0-5-2 0,0-3 17 0,0-2 12 15,0-2 1-15,0 0 27 0,0 2 0 0,0-3-13 0,0 5 7 16,0-1-28-16,0 7 14 0,0 3-1 0,0-2 3 16,0 1-19-16,0 1-44 0,0 0 5 0,0 0-19 15,0 0-7-15,-2 2 7 0,0 0-7 0,0 2 7 16,0 2-9-16,-11 20 2 0,-4 6 3 0,-1 1-1 15,16 1 8-15,-18-1-7 0,-3 4 0 0,-3-1-2 0,6 3 0 16,1 0-4-16,3 2 2 0,8-5-3 0,-1 3 7 16,7-6-4-16,-18 5 7 0,8-3-4 0,9-5 27 15,3 3 4-15,3-5-1 0,5 0 0 0,1-1-12 0,2-7-1 16,-7 1-4-16,26-1 0 0,-6-5-15 0,4 2 9 16,3-2-4-16,-1-7 5 0,0 1-3 0,-1 12-7 15,1-6-2-15,0-6-1 0,0-3 0 0,-3-4-6 16,-1-2 3-16,-3-2-6 0,-1-1 0 0,-3-3-18 15,-3 1-4-15,-1-2-5 0,-4-1-21 0,-3-12-65 16,-5-2-4-16,16-4-26 0,-10 8-59 0,-5-1-42 16,-2 1-27-16</inkml:trace>
  <inkml:trace contextRef="#ctx0" brushRef="#br0" timeOffset="195405.44">29151 10789 1048 0,'-2'0'80'15,"0"-2"5"-15,-9-2-13 0,-11-5-24 0,5 1-16 16,2 3-21-16,6 3 0 0,1 0 2 0,7 2-2 0,-1 0-11 16,0 0 6-16,-2-2 0 0,2 2 7 0,0 0 25 15,2 0 2-15,0 0 11 0,2-2-6 0,6 1 20 16,36-12-4-16,8 0-6 0,4 0 2 0,2-2-12 0,8 0-5 15,7 2 5-15,8 0-6 0,5 0-3 0,5 0-8 16,-4 4-3-16,-7-1-2 0,-2 1-15 0,-15 3-2 16,-2 1-5-16,-7 3 2 0,-7 2-10 0,-10 0 1 15,-4 0 3-15,-7 0-2 0,-2 0 0 0,-7 0-14 16,-2 0-9-16,-8 0-3 0,-1 0-41 0,-4 0-167 16,1 0-20-16,1 0-71 0,-2 0-250 0</inkml:trace>
  <inkml:trace contextRef="#ctx0" brushRef="#br0" timeOffset="200403.98">30120 9162 256 0,'0'0'-34'0,"0"0"23"0,0 0-2 0,0 0 0 0,0 0 35 16,-2-2-3-16,0 1 10 0,0-1-9 0,1 0 5 15,-1 0-15-15,0 0 13 0,0 0 10 0,0 0-2 16,-2 1 9-16,1-3 1 0,-1 0 0 0,4 2 0 16,-7-9-9-16,1 2-11 0,2 0-1 0,-1-3-3 15,1 1-5-15,0 2-9 0,-3-2 3 0,-2 0-3 0,-2 0 0 16,-1-1 5-16,-2 1-6 0,-1 0 8 0,-2 2 7 15,-3-2 21-15,1 0 2 0,-3 1 6 0,-6-1-4 0,-2 2-12 16,-1 0-2-16,-5 1-4 0,5 3-16 0,-1-1 13 16,-1 0-7-16,1 3 9 0,-1-3-22 0,-3 4 10 15,3 0-6-15,0-18 8 0,3 9-7 0,2 3 3 16,0 3 3-16,0 3 0 0,4 2 7 0,0 0-5 16,0 0-5-16,2 2 3 0,-2 0-10 0,-1 1 5 15,-1 3-1-15,-1 1 3 0,-7 3-4 0,1 1-5 16,-3 2 3-16,-4 2-3 0,-1 1 13 0,-6 5-12 15,5-1 6-15,3-18-7 0,0 30-3 0,1 3 8 16,1 2-9-16,6 6 8 0,3 3-4 0,2 4-1 0,2 8 5 16,2 3-3-16,-1 2-1 0,5 4 4 0,-3-4 1 15,3-3 3-15,1-3 1 0,2-1 22 0,-2 2 1 16,1 3 8-16,1 8 2 0,4 12-18 0,1 8 2 0,-23 6-5 16,20 3 13-16,7-7-8 0,6-5-3 0,6-10-1 15,5-6-9-15,4-1-7 0,5 0 8 0,5 3-7 16,4 4 15-16,-23 2-12 0,35 2 2 0,7-5-5 15,6-3 17-15,3-11-16 0,5-7 7 0,6-8-8 16,-6-3 14-16,4-2-11 0,-2-2 2 0,-11-2-5 16,5-2-2-16,-8 1 6 0,2-3 3 0,2-3 2 15,0 0 8-15,9-3 6 0,0-4-3 0,2-1 4 0,9 0-9 16,-7-5 10-16,0-2-9 0,-8-10 8 0,-7-1-18 16,-3 18 1-16,1-11 6 0,4-11-3 0,-4-5-2 0,2-6 1 15,3-8-13-15,5-3 10 0,1-6-10 0,-1 0-5 16,-3 21 8-16,-7-27-7 0,4-1 8 0,-6 0-7 15,-7 0 1-15,-5-1-1 0,-7 3 8 0,-7-2-8 16,-1-4 3-16,-6-2-4 0,0-4 3 0,-4-7 1 16,-4-4 0-16,1-8 1 0,-3-3 6 0,-3-2-6 15,2 4 2-15,-1 2-4 0,-1-2 2 0,26 5-1 16,-15 1 0-16,-9 1 0 0,-4-3-2 0,-6-11 4 16,-3-4-5-16,-6-12 5 0,-2-1 1 0,1-2-1 0,-5 0 1 15,-1 8-3-15,-2 3-2 0,-4 6-1 0,26-1 0 16,-33-4 0-16,-8-11 3 0,-1-2 2 0,-1 4-4 15,-1 8 2-15,-1 12-3 0,-3 5 7 0,6 11-2 0,-3 3 3 16,1 7-6-16,-1 1 4 0,-3 4 5 0,-2 3-4 16,-2-3-1-16,-1 6-2 0,-3-1-6 0,-9 0 3 15,2 8-15-15,-3 0 1 0,-5 7-6 0,8 6 1 16,-2 6-38-16,10-21-54 0,5 18-9 0,4 10-19 16,1 9-69-16,4 13-278 0</inkml:trace>
  <inkml:trace contextRef="#ctx0" brushRef="#br0" timeOffset="201999.31">26219 11613 133 0,'0'0'49'0,"0"0"0"0,-2 0-6 16,0 0 8-16,1 0-22 0,-3 0 15 0,0 0 13 15,-9 0-17-15,-5 2 16 0,-3 0-7 0,-1 2 19 16,0-1 0-16,-8 1 2 0,0-2-8 0,2 0-7 16,-9-2 1-16,7 0-2 0,1 0 4 0,-3 0-2 15,10 0-1-15,-2 0-2 0,1 0-8 0,5 0-14 0,1 0 6 16,8 0-10-16,3 0 1 0,3 0-1 0,-1 0-2 15,0 0-1-15,0 0-22 0,3 0 3 0,-1 0 2 0,2 0 4 16,2 0 25-16,1-2-12 0,20-4 7 16,16-1-8-16,7-2 12 0,8-1-17 0,3-1 1 15,-3 2-5-15,4 0 3 0,-2-1-10 0,1 3 6 0,1-1-8 16,1 3 4-16,0 1-7 0,-1 2-2 0,-4 2 0 16,-6 0 1-16,-9 0 3 0,-2 0-2 0,-9 0 2 15,-4 0-5-15,-7 0 1 0,-4 0 8 0,-6 0-4 16,1 0-4-16,-4 0 8 0,-3 0-3 0,3 0 6 15,0 0 2-15,-2 0 6 0,0 0-7 0,-1 0 6 0,1 0-11 16,-2 0-5-16,-2 0 2 0,-1 0-2 0,-29 4 3 16,-9 0-4-16,-5 1 2 0,-10 1-1 0,0 1 7 0,1 1-13 15,1-3 4-15,6 1-5 0,-4 1 13 0,3 1-8 16,1-3 2-16,-2 1-3 0,2-1 5 0,-2 1-4 16,3-2 5-16,4-2-4 0,3-1 5 0,4-1-1 15,5 0-3-15,12 0 3 0,4 0-3 0,12 0-3 16,-1 0-1-16,0 0-2 0,0 0-7 0,3 0-1 15,-1 0 2-15,2 0 0 0,2 0 12 0,1 0 3 16,23-5 5-16,23-6-2 0,-1 0 3 0,13-2-1 16,-3-2-4-16,3 2 2 0,8-2-8 0,-2 0 6 0,3 0 2 15,12 2 0-15,-2 2-8 0,3 0 2 0,-3 3-3 16,-17 5 4-16,-2-1 1 0,-16 0-4 0,-4 2 1 16,-10 1-1-16,-5 1 1 0,-5 0 1 0,-5 0-1 15,-4 0 2-15,-5 0 7 0,-3 0-4 0,-2 0 4 16,1 0-3-16,1 0 15 0,-2 0-11 0,0 0 2 0,-2 1-7 15,0 1-5-15,-2 0 7 0,-2-2-6 0,-31 9 6 16,-4-1-4-16,-2-3-5 0,-7 1 7 0,-2-2-7 16,-6-2 8-16,-2-2-6 0,1 0-1 0,1 0 0 15,2 0 0-15,-1 0 4 0,1 0-2 0,0 0 3 16,2 1-2-16,4 3-7 0,-2 0 4 0,-2 0-4 16,1-1 12-16,-2 3-5 0,6-2-1 0,6-1-1 0,6 3 3 15,15-4-4-15,5 0 4 0,7-2-8 0,1 1-9 16,5-1 1-16,0 0 1 0,-2 2 1 0,3 0 3 15,-1 0 6-15,2 2-5 0,2-1 6 0,18 10-2 0,32 6 4 16,0-10 2-16,4-3 1 0,-1-6-6 0,1-2 2 16,7-2-1-16,-1-3 2 0,1-1 0 0,9-1-1 15,0 2 1-15,3-1-1 0,-1 3 3 0,-13 1-3 16,-3 0-1-16,-10 2 0 0,-5 1 1 0,-10-1-1 16,-3 2 4-16,-8 0-4 0,-1 0 2 0,-5 0-1 15,-3 0-1-15,-3 0 1 0,-7 0 7 0,1 0 1 16,0 0 3-16,-1 0-2 0,1 0 2 0,-2 0-6 0,0 0-1 15,-2 0-2-15,-2 0 8 0,-2 2-10 0,-14 3 6 16,-19 4-7-16,-8 3-5 0,-5-1 5 0,-6-2-1 16,-1 0 3-16,-10 1-2 0,-2-1 7 0,0-2-8 0,1 1 8 15,3-1-8-15,5 1 3 0,-1-3 0 0,5 1 0 16,-1-1-5-16,-3 1 3 0,-1-1 3 0,2 1 0 16,-1-2 3-16,6-2-5 0,10-1-2 0,5 1 1 15,15-2 0-15,7 0-3 0,6 0 2 0,7 0-4 16,2 0-12-16,-1 0 1 0,1 0 2 0,0 0 0 15,2 0 14-15,4 0 4 0,31 2-2 0,28-2 3 16,2-5-5-16,11-7 0 0,2-2 1 0,-4-5-1 16,10 0 2-16,-6-1-3 0,4 1 2 0,7 3-2 0,-4 1 4 15,-1 4-5-15,-4 3 1 0,-19 3-1 0,-5 1 7 16,-12 2-9-16,-10 2 4 0,-7 0-5 0,-3 0 5 0,-5 0 4 16,-6 0-3-16,-6 0 5 0,-1 0-2 0,-4 0 1 15,2 2 5-15,-1 0-2 0,-1 0 12 0,0 0-15 16,-2-1 2-16,-2 1-6 0,-2 0-1 0,-22 9 2 15,-16 4-2-15,-8 0 2 0,-10-2-3 0,-5 0 6 16,0 0-5-16,-9-2 6 0,5-2-6 0,1-1 0 16,-1-1 1-16,11-1-1 0,-1-1 0 0,3 1 3 0,1-2-1 15,-3 1 1-15,4-1-1 0,0 0-1 16,6-1 2-16,7-1-3 0,-7 0-1 0,18 0 5 0,6-2-5 16,9 0 3-16,13 0-7 0,-1 0-13 0,1 0 6 15,0 2-7-15,2 0 11 0,2 0 3 0,11 1 2 16,37 8 0-16,7-5 8 0,7-6-4 0,2-6 3 0,7-3-3 15,1 0 1-15,4-2-4 0,2 0 3 0,9 1-2 16,-2 3 8-16,-1 1-6 0,-6 3 4 0,-15 1-5 16,-10 0 3-16,-10 2-2 0,-4 2-11 0,-6 1 2 15,-2 3-54-15,-5 1-193 0,-2 1-60 0</inkml:trace>
  <inkml:trace contextRef="#ctx0" brushRef="#br0" timeOffset="205523.04">19008 9695 377 0,'0'-2'-15'0,"0"0"33"0,-2 1 13 15,2-1 8-15,-4-9 25 0,2 3-18 0,2 4-25 16,-2-3 4-16,0 1-11 0,1-1 7 0,-1 3 3 16,2 2 0-16,-2-3 0 0,0 1 6 0,0 0-12 0,-2 1 13 15,1 1-11-15,1 2 9 0,-13-4 1 0,0 2-6 16,-5 2 6-16,1 2-8 0,-7 7-1 0,-2 4 5 15,-3 6-3-15,-5-10 1 0,-1 23-6 0,0 5-3 16,-4 4 1-16,1 2 0 0,-3 7 3 0,-2 5-4 0,-3 7 4 16,0 6 5-16,-2 3 11 0,-2-1 1 0,3-3 1 15,-5-13-7-15,6-7 8 0,4-5 0 0,-1-6 3 16,10-1 5-16,1-5-18 0,3-5 1 0,1-2-6 16,4-1-7-16,4-2-4 0,3-1-2 0,6-4 0 15,0-2 2-15,6-2-13 0,1-2 8 0,3 1-10 16,-1-3 4-16,2-3-1 0,0-1 0 0,2-1 0 15,0 0-3-15,0 0 3 0,0 0-10 0,-4 2 6 0,3-1-26 16,-1 1-4-16,0-2-3 0,0 0-1 0,0 0-17 16,0-1-1-16,2-1-5 0,0 0 3 0,0 0-6 0,2-1-49 15,0-1-16-15,0-2-17 0,11-15-98 0</inkml:trace>
  <inkml:trace contextRef="#ctx0" brushRef="#br0" timeOffset="205904.51">18321 9747 861 0,'-2'-2'10'0,"0"0"45"0,0-1-2 16,-9-16 20-16,-2 6-32 0,4 0-16 0,-3 2 1 0,-1 2-6 15,4-1-6-15,5 5-3 0,1-1 0 0,3 4 0 16,-4 1 3-16,4-1 0 0,-2 2 4 0,0-2-1 15,-5 0 11-15,3-2 7 0,0 1 2 0,1-1 2 16,1 0 5-16,-2 2-18 0,0 0-5 0,1 1-5 16,1-1-16-16,0 0-8 0,0 2 4 0,0 0-4 15,0 0 4-15,1 2 8 0,-1 0-5 0,2 1 4 0,0 14-10 16,0 0 7-16,5 3 3 0,3-1 1 0,3-1 1 16,-9 3 1-16,20 1-6 0,2 2 4 0,8 2-1 15,-3 0-4-15,-3 4 4 0,2 1-4 0,-2 3 3 0,0 3 4 16,4-2-2-16,-2 4 1 0,2 4-10 0,-6-4 3 15,2 7 4-15,0-5-1 0,-2 0 2 0,0 2-3 16,0-10 1-16,0 4 1 0,-2-5 6 0,1-2 3 16,-5-3 1-16,-1-2 3 0,-8-5 12 0,4-3 4 15,0-1-5-15,-2-3 4 0,1-3-14 0,-5-1-8 16,-1-2 4-16,-1 1-7 0,1-1-1 0,-4 1-8 16,-1 1-5-16,3 2-15 0,2 2-151 0</inkml:trace>
  <inkml:trace contextRef="#ctx0" brushRef="#br0" timeOffset="208495.8">9496 14023 354 0,'0'0'13'0,"-2"0"0"0,0-2 7 0,0 0-5 0,0 1-5 16,-2-1-10-16,1 0 4 0,-1 0 2 0,0-2-1 15,1 2-1-15,-5-3 1 0,3 1 6 0,-3-1-1 16,3 1 29-16,-1 0 16 0,2 2-2 0,-1 0 5 15,-1-1-6-15,2-3 1 0,1 2-6 0,-1 1 3 16,0-3-8-16,2 2-8 0,-1 3 1 0,-1-3-3 0,0 2 10 16,1 0-17-16,-1 0 14 0,0 0-16 0,-1 1 7 0,1-3 9 15,0 2-12-15,-1-2 12 0,1 1-2 16,-2-1-3-16,1 0 9 0,1 0-8 0,0 3 2 0,2-3 1 16,-1 2-6-16,-1-2 4 0,2 2-12 0,0-1-1 15,0 1-4-15,-1-2 2 0,-1 0-12 0,0 1 9 16,2 1-4-16,1-2 2 0,-1 2-23 0,0 0-2 15,0 1 0-15,0-1 0 0,0 0 3 0,0 0 4 16,2 0 4-16,0 0 1 0,2 0 10 0,0 1-12 16,9-1-1-16,21 0-1 0,5 0 7 0,4 0-4 0,7 0 5 15,12-3-5-15,-1-1 9 0,15 2-6 16,-3-3 5-16,-3 0-5 0,7-5 13 0,-1-1 1 0,6 0 4 16,9-1-1-16,9-1 4 0,12 2-4 0,5 2-6 15,-2-2 3-15,1-2-3 0,-3-2-6 0,4-1 5 16,11 1-6-16,8 2-2 0,0-2 1 0,-6 1-2 0,-7-1 1 15,-3 0-11-15,9 2 11 0,-3 0-5 0,-3 4 8 16,-12-2-3-16,-12 4-8 0,-10 2 3 0,-7 3-3 16,-10 2-2-16,-5 2 4 0,-3 2-1 0,-8 0 3 15,-6 1 3-15,-11 1-4 0,-5 0 2 0,-12 0-4 16,-5-3 5-16,-4 1 2 0,-5-2-4 0,-3 0 4 16,1 0 1-16,0 0 13 0,-2 0-1 0,-1 0 3 0,1 0-4 15,0 0-14-15,0 0 5 0,0 0-8 0,-2 0-5 16,0 0 3-16,-2 0-8 0,0-2 6 0,-2 1-13 15,-1-1-25-15,-19-4-10 0,-2 2-11 0,-2 3-87 0,-9 1-59 16,3 3-37-16,-5 7-17 0,-2 3-224 0</inkml:trace>
  <inkml:trace contextRef="#ctx0" brushRef="#br0" timeOffset="208949.56">9702 13967 474 0,'-4'0'60'0,"-5"0"-70"0,-32 2 68 0,7 0-35 16,5 4-17-16,-3 1 6 0,6 1-7 0,0 1 9 15,4 0 5-15,1 0 49 0,1-1 8 0,5-3 11 0,0 1 9 16,2-2-11-16,2-1-4 0,2-1 2 0,0 0-6 16,3-2 0-16,0 0-2 0,3 0 1 0,-1 0-17 15,0 0-18-15,1 0-11 0,-1 0-1 0,0 0-32 0,2 0-5 16,0 0 5-16,1 0-5 0,1 0 7 0,0 0 10 16,1 0-1-16,3 0 6 0,20 0-7 0,15 0 6 15,11-2-6-15,8 0 6 0,9 1-3 0,9-1 0 16,2-2 2-16,4 0-2 0,-3-3 0 0,9-2 9 15,1-3 4-15,15 1 3 0,15-4 17 0,9-1-2 16,5-1-2-16,-4-2-1 0,1-1-8 0,9-2 1 16,7-2 2-16,9 3-1 0,-7-1-5 0,-5 3-4 0,2 1-1 15,-8-1-1-15,4 4-11 0,-7 2-3 0,-17 2-4 16,-9 4 3-16,-10 1 4 0,-9 4-9 0,-1 2 5 16,-9 0-6-16,-10 2 3 0,-8 2-3 0,-10 1 4 15,-12-1-4-15,-2 2-8 0,-15-3-35 0,-4 1-31 16,-3 0-9-16,-7 0-185 0</inkml:trace>
  <inkml:trace contextRef="#ctx0" brushRef="#br0" timeOffset="212941.76">22040 12976 65 0,'0'0'3'0,"0"0"0"0,0 0 4 0,0 0-3 16,0 0-5-16,0-2-6 0,0 0 10 0,0 2-7 15,-2-2 9-15,0 1-7 0,0 1 8 0,0 0 3 16,2 0 1-16,-2 0 6 0,0 0 8 0,1 0 2 0,-1-2 1 15,0 0 13-15,0 0 6 0,0 2-4 0,0-2 4 16,0 2-12-16,1 0 9 0,-1 0-2 0,0 0 3 16,0 0-6-16,0-2 17 0,0 0-5 0,0 2 8 15,1-1 0-15,-1 1-6 0,0-2 6 0,-2 0-6 16,0 0-2-16,1 0 0 0,-1 2-11 0,0 0 6 16,-7-4-18-16,2 1 5 0,1 1-1 0,-3-2 2 0,0 2-8 15,4 0 3-15,-4 1 1 0,-1-1 1 0,-1 0 6 16,-1 0 2-16,4 2-4 0,-1 0 1 0,4 0-12 15,-1 0 7-15,1 0-4 0,3 0 5 0,-1 0-5 16,3 0-16-16,0 0 6 0,-2 0-9 0,1 0-1 0,-1 0 1 16,0 0-3-16,2 0 2 0,0 0-1 0,1 0 5 15,-1 0 1-15,2 0 1 0,2 0-9 0,-1 0 10 16,18 0-5-16,20-2 6 0,0-2-6 0,4 1-2 16,-4-1 3-16,3 0-3 0,3 1 6 0,-2-1-11 15,-1 0 6-15,-6 2-7 0,-5 0 1 0,1 2 1 16,-3 0-4-16,-3 0 3 0,0 2 5 0,-5-2-4 15,-3 0 0-15,-1 0-2 0,-2 0 1 0,-2 0 4 0,-4 0-1 16,-1 0 2-16,-1 0-7 0,-3 0 4 0,0 0 0 16,-3 0 3-16,3 0-3 0,0 0 1 0,-1 0-3 15,1 0 1-15,-2 0-13 0,0 0-11 0,0 0-6 16,0 0-3-16,-1 2-45 0,1 0-37 0,-2 0 0 0,0 0-13 16,0 0-17-16,0-1-36 0,0 1-8 0,0 0-10 15,0 0-34-15,-2 2 71 0</inkml:trace>
  <inkml:trace contextRef="#ctx0" brushRef="#br0" timeOffset="213252.16">21984 13199 651 0,'-4'0'59'0,"-24"0"91"0,-9 0-101 0,6 0-2 15,1 0-4-15,6 2 5 0,5-1 8 0,4 1-14 16,1 2 0-16,1 0-6 0,1-1-10 0,1 1 5 15,6-2-7-15,1-2 5 0,0 2-9 0,1 0 3 16,1 0 16-16,0-1-6 0,0 3 35 0,2 0-31 16,0 0-1-16,2-1-9 0,9 3-5 0,26 9 4 15,13-8-7-15,0-7 6 0,8-2-3 0,1-3-1 0,-7-1 0 16,4-3-3-16,-2 1-9 0,-2 1-9 0,-4 1 5 16,-5 1-5-16,0 1 8 0,-4 2-6 0,-4 0-4 15,0 2 0-15,-3 0 1 0,-3 0 7 0,-1 2-2 16,-4-2 3-16,0 2-7 0,-3 0 6 0,-3 0-4 15,-6 0 5-15,-5-2 0 0,-5 0-7 0,2 0 3 0,7 2-6 16,-6-2 3-16,-1 0-14 0,0 1-9 0,-1 1-13 16,-1 0-133-16,0-2-308 0</inkml:trace>
  <inkml:trace contextRef="#ctx0" brushRef="#br0" timeOffset="-214595.65">27192 6425 53 0,'0'0'7'0,"0"-1"12"0,2-1 33 15,0-2 2-15,3-9-3 0,5-6-14 0,-1-3-23 16,2 0-7-16,-2 3 6 0,2-1-3 0,-1 5-10 16,-8 0 14-16,9-2-13 0,4 1 20 0,-10-3 18 15,1 1 1-15,-3 5 8 0,-1 3 16 0,2 3-2 16,-2 5 0-16,2-4-2 0,1-1-12 0,-1 3-9 15,-2 1-14-15,0-1 5 0,-1 2-22 0,1 0-8 16,-2 2 0-16,0 0-3 0,-2 2 3 0,-1 0 9 0,-7 3 9 16,-10 20-5-16,0 2 6 0,-5-1-12 0,5 4 1 15,-2 0-3-15,-2-2 12 0,-1 0-5 0,-1-1 0 16,0-1-3-16,0 2-1 0,0-2-4 0,0 0 6 16,4 0-6-16,0-2 8 0,5 1-2 0,-1-3 1 0,1-2 2 15,4-1 11-15,0-4-16 0,7-2 7 0,-1-2-9 16,3 0 14-16,2-4-11 0,1 1 4 0,-3-3-4 15,4-3 2-15,0 0-1 0,0 0-2 0,-4 2 2 16,0-1 1-16,3 1-11 0,-1 0-4 0,0 0-3 16,0-3-18-16,0 1-4 0,0 0-5 0,0 0-3 15,1 0-59-15,1-2-59 0,0 0 3 0,0 0-22 0,0 0-12 16</inkml:trace>
  <inkml:trace contextRef="#ctx0" brushRef="#br0" timeOffset="-214282.72">26882 6487 649 0,'-2'-2'43'0,"0"0"55"0,0 0-48 0,1 0-22 16,-1 0-3-16,0 1-6 0,0-1-9 0,0 0-9 16,0 0-1-16,0 0-3 0,1 2-6 0,-1 0 5 0,0 0 4 15,0 2 0-15,0 0 6 0,0 0-3 0,2 1-2 16,-2 10 0-16,-1 6-4 0,-3 1 9 0,2 1-4 15,-3 1 8-15,0 4 2 0,1 0-8 0,-1 0 7 16,1 0-7-16,2-2 3 0,1-3 4 0,1-1 2 0,2-5 4 16,0 0 31-16,0-2 5 0,0-4-2 0,0-2 0 15,0-1-15-15,2-2 4 0,-1-1-1 0,1 1 2 16,2 0 0-16,3 0-11 0,10-1 2 0,2-3-7 16,3-3-3-16,0-5-13 0,4-3 4 0,0-2-8 15,0 0-1-15,0 0 2 0,0-2-4 0,0 0 2 16,-4 2-8-16,-1 4-30 0,-3 0-3 0,-5 3-24 15,-1 1-152-15</inkml:trace>
  <inkml:trace contextRef="#ctx0" brushRef="#br0" timeOffset="-212759.1">20929 12666 321 0,'-2'-2'121'0,"1"-2"-100"0,-12-20 131 0,0 0-54 15,0 2-56-15,1 3-23 0,7 8-7 0,-1 2-3 16,1-1-6-16,3 7 7 0,0-3 0 0,2 4 0 16,0 0-10-16,-2-1 12 0,0-1-12 0,0 0 12 15,1 2-14-15,-1 1 5 0,0-1 12 0,0 0-2 0,0 0 24 16,2 2 6-16,0 0-1 0,0 0 4 0,0 2-8 16,0 2-10-16,0 9-5 0,0 16 0 0,0 10-10 0,0 6-9 15,0 1 8-15,-2 8-8 0,0 0 5 0,1-2-9 16,-3 2 7-16,0-8-7 0,0-3 10 0,1-2-6 15,-1-4-3-15,2 0 3 0,0-2 7 0,2-1-2 16,0-5 2-16,0 1-1 0,0-6 4 0,0-1-2 16,-2-1 3-16,1-4-1 0,-1 1 1 0,0 0-2 15,-2-3-1-15,0 1 1 0,-1 0-2 0,1-6 1 16,0-2-2-16,1 0 0 0,-1-1-4 0,0-3 5 16,2 5 5-16,-12 1-2 0,-1-2 6 0,-2-1 3 0,0-3-4 15,1-1 5-15,3-2 10 0,0 0-10 0,-2-2 5 16,5 0-7-16,-1 0-2 0,8 0 0 0,-1 0 1 15,-2 0 0-15,4 0-4 0,-1 0-19 0,-1 0 1 0,0 0-8 16,2 0 3-16,1 0 7 0,-1 0-4 0,2-2 5 16,0 0-5-16,2 0 1 0,1 0 6 0,5-2-2 15,14-5-1-15,0 2-1 0,1-1-3 0,-5 3 1 16,4 1 2-16,-1 0 0 0,-1 2 1 0,1 2 0 16,-3 0-2-16,-1 0 6 0,2 0-5 0,-1 0 6 15,-1 0-3-15,0 0 1 0,-3 0-2 0,1 0 0 0,0-1-3 16,-4-1 5-16,0-2 0 0,1 0 1 0,-5 1-8 15,2-3-2-15,1 0-8 0,-5 3 3 0,3-3-30 16,-7-11-40-16,5-1-5 0,7-1-15 0,-6 3-43 0,-1-3-20 16,-4 0-26-16,-2 1-2 0,-4-1-125 0</inkml:trace>
  <inkml:trace contextRef="#ctx0" brushRef="#br0" timeOffset="-212553.09">20497 12722 534 0,'-2'-2'129'0,"0"0"15"0,0-2 5 16,0-16-52-16,-3 1-6 0,-5 2-48 0,1 4-18 0,4 4 4 16,3-2-8-16,2-2 19 0,3 0-12 0,5-2 2 15,1 2-8-15,10 2-17 0,5 4 1 0,2 1 0 16,3 0 1-16,-3 3-6 0,-1-14-1 0,-1 6 2 0,-2 3 0 16,0 5-2-16,2 1-14 0,1 2-10 0,-1 4-1 15,0 1-43-15,-2 4-98 0,2 3 2 0,-1 2-39 16,1-8-64-16</inkml:trace>
  <inkml:trace contextRef="#ctx0" brushRef="#br0" timeOffset="-211968.9">21249 13312 560 0,'-2'0'94'0,"0"0"163"0,-2 0-216 0,0 0-18 16,1 0-10-16,-1 0 2 0,0 0-16 0,2 0 6 15,-1 0-5-15,1 2 7 0,-2 2-6 0,-7 14 8 16,-4 14 4-16,2 12-1 0,6 1-2 0,1 3 1 16,4 2 4-16,1-7-1 0,-3 7 7 0,2-7 10 15,0-1-4-15,0-3 7 0,2-5-3 0,0-6-1 16,4-6 3-16,0-2-1 0,1-3 11 0,-1-2-12 16,0-2 3-16,-2-4-5 0,-1-1 8 0,1-1-6 0,0-3-2 15,-2-2-3-15,0 0-6 0,4 1 8 0,-2 1-3 16,1 0 5-16,-1-2-5 0,2-1-2 0,0-1 0 15,-3 0-1-15,3-1-10 0,-2-1-5 0,0-2 1 0,9-16-2 16,-2-5-6-16,-1 1 9 0,-5-4-8 0,-1-3 8 16,-4-1-9-16,1 1 2 0,-3-1 1 0,0 2 1 15,-1-1-5-15,-1-2-1 0,-3-3 2 0,3 5 0 16,-1-3 6-16,1 6-6 0,2 2 0 0,3 2-1 16,1 6 0-16,0 1-3 0,0 4 0 0,0 4 0 15,1-1 0-15,1 5-6 0,0 1-3 0,-2 2 0 16,0 0-6-16,11-7 12 0,4 2-3 0,7 1 5 0,-3 6-8 15,-2 2 9-15,1 5-2 0,-1 3 4 0,2-3-5 16,-3 25 2-16,1 1 1 0,-2 1 1 0,3-7 3 0,-1 3 1 16,2-2 1-16,-6-2-1 0,0 4-2 0,2-2 0 15,-2-2 2-15,1 1 0 0,1-3 1 0,-2-1 0 16,4 1-7-16,-6-4 5 0,0 1 0 0,-1-1-3 16,-3 1 5-16,-1-3-5 0,-3 1 12 0,-1-1-2 15,9-1 1-15,-1 0-3 0,-5-2-3 0,-1-1 6 16,-4 1-3-16,0-2 4 0,-4 0-1 0,-1 0 0 15,-5 0 1-15,3-3-2 0,-15-3-2 0,-1 0 2 16,-6 1 0-16,1-4 2 0,-4 1 5 0,-3-1 12 0,0 16-2 16,1-7 5-16,-1-5-2 0,9-5-8 0,0-3 5 15,2 0-8-15,5 0-7 0,2 0-3 0,4 0-1 16,4-1 1-16,0-1-4 0,3 0-26 0,3 2-15 0,1 0-16 16,-2-2-164-16,0 0-207 0</inkml:trace>
  <inkml:trace contextRef="#ctx0" brushRef="#br0" timeOffset="-210669.66">23857 12761 412 0,'0'-2'43'0,"0"0"0"0,-2 0 27 16,1-4-12-16,-5-10 0 0,0 3-20 0,1 0-10 15,-1 0 8-15,3 3-7 0,-3-1 13 0,0-2 10 16,3 6-7-16,1 3 9 0,-2-1 0 0,2 1-17 16,2 2 1-16,-11-2-9 0,0-5-9 0,0 3-1 15,-2 1 7-15,2 3-6 0,-2 2-5 0,2 0-3 0,-6 6-6 16,2 1 5-16,-2 2-5 0,-5-3 8 0,5 20-7 16,3 4 6-16,2-1-9 0,-1-1 0 0,2 6 0 15,-2-1-1-15,2-1-3 0,6 1 1 0,-1-3 1 16,4-2 0-16,0-1-2 0,-14-1 2 0,6 0 1 0,5-3 2 15,1-1 11-15,2-2-14 0,2 3 9 0,0-1-11 16,4 0 10-16,1 0-7 0,1-1 4 0,1-3-4 16,1 1 9-16,1-4 2 0,2 0-2 0,-7-4 3 15,20 2-10-15,-7-4 12 0,1-1-7 0,-1-3 9 16,0-1-6-16,1 9 8 0,5-4-5 0,-1-3 6 0,2-4-3 16,2-2-4-16,0-4 7 0,-2-4-6 0,0-1 8 15,-3-2-12-15,1-4 3 0,-3 11-6 0,1-18-1 16,-3-2 6-16,-2 2-8 0,-2-2 6 0,-2-2-7 0,-2 0 2 15,-2 0 3-15,-1-4-2 0,0 2-6 0,-5-3 4 16,20-5 0-16,-10 1 3 0,-5-2-3 0,-6 2-5 16,-2-1 0-16,-2 5 1 0,-3-1 10 0,-5-1-7 15,-1 3 0-15,0 4-4 0,0 6-2 0,12 5-1 16,-18 0 2-16,-3 2 0 0,1 4 0 0,-1 3-2 16,0-9-1-16,-2 6-2 0,1 5-4 0,-1 4 9 15,2 2-5-15,7 4 5 0,-4 5-5 0,8-2 2 16,0 17 0-16,-5 2 1 0,10 2-4 0,2 1 3 0,1 4 2 15,-14-3 0-15,8-2 0 0,3-1 1 0,6-3-4 16,0 2 4-16,0-2-1 0,2-5 1 0,2 1 0 16,-1-5 1-16,3-1-1 0,-1 1 3 0,1-4-1 15,0 0 2-15,-1 0-8 0,1-2 6 0,-3-2-1 0,1-1 2 16,2 1-13-16,-3-3-4 0,1 1-6 0,-2-3 0 16,2 0-24-16,5 3-37 0,4 2-6 0,-4-3-13 15,2-2-36-15,-1-3-27 0,3 1-1 0,1-2-16 16,3 0-67-16</inkml:trace>
  <inkml:trace contextRef="#ctx0" brushRef="#br0" timeOffset="-210419.9">24425 12944 984 0,'0'0'16'0,"-1"0"3"0,-1 0 4 16,0 0-3-16,0 0 0 0,0 0 4 0,-2 0 9 15,1 2 1-15,-1 0 3 0,0 0 10 0,1 0-5 16,-1 0-3-16,0 0 0 0,0-1-4 0,1 1-1 16,-1 0 7-16,2 0-5 0,0 0 4 0,0 0-8 15,1 0-4-15,-1-1-1 0,0 1-13 0,0 0-8 0,0 0-4 16,0 0 0-16,0 0-1 0,1-2 3 0,-1 2-4 16,0-2 0-16,2 0-18 0,0 1-32 0,0 1-13 15,0-2-11-15,0 0-83 0,2 0-21 0,0 0-2 0,1 0-11 16,16-3-57-16</inkml:trace>
  <inkml:trace contextRef="#ctx0" brushRef="#br0" timeOffset="-210014.91">24990 12515 474 0,'0'0'235'0,"-2"0"-274"0,0-1 261 0,-1-1-135 0,-9 0-71 16,-8-2 4-16,-2 2-6 0,1 2 6 0,3 2-2 0,-3 4-11 15,1 3 8-15,1 2-10 0,3 0 0 0,3-1 7 16,0 14-12-16,5 2 10 0,1-6-13 0,5 4 3 16,0-3 2-16,-15 5 0 0,8 0 2 0,5-4 9 15,4 2 4-15,0-3 1 0,6 5 6 0,1-4-9 16,4 0-2-16,4 0-2 0,-11-1-6 0,22 1 9 16,2-1-6-16,0-3 7 0,0 1-6 0,3-3-2 15,-1 1 1-15,-2-2-3 0,-1 0-1 0,-10 2 5 16,2-3-6-16,-6 1 5 0,-2-2-3 0,0 0 24 0,-9 0 4 15,5-2 6-15,-5-1 10 0,6-1 4 0,-5-4 0 16,1 3 2-16,-4-4 2 0,0 3-16 0,0-1-3 16,0-3-4-16,-4 3-15 0,-1-2 0 0,-21-1-6 0,-2-1 4 15,0 17-1-15,0-8-1 0,0-4 5 0,1-1-4 16,-1-4 4-16,0-2-9 0,6 0 0 0,-1-2-3 16,3 0 0-16,1-2-6 0,3 1 2 0,1 1-4 15,0-2 3-15,2 2-12 0,2 0-4 0,0-1-5 16,3 1-20-16,3 0-53 0,1 0-7 0,2 2-18 15,-2-2-49-15,2-2-16 0,1 1 5 0,1-5-14 16,0-5-51-16</inkml:trace>
  <inkml:trace contextRef="#ctx0" brushRef="#br0" timeOffset="-209717.39">24947 12623 646 0,'-2'-2'66'0,"1"0"125"0,-3 1-179 0,2 1-4 0,-5-4-2 16,5 4 3-16,0 0 1 0,-2-2-7 0,0 0-3 16,3 0 1-16,-1 0 10 0,0 1 11 0,2-1 5 15,0 0 1-15,0 0 19 0,2 0 21 0,1 0-2 0,-1 2 8 16,17-9-7-16,3 0-15 0,0 1-4 0,-1 3-5 15,3-1-8-15,-2 2-17 0,0 3 2 0,1-1-9 16,-5 2-9-16,1 0-2 0,-14 0 5 0,3 0-4 16,-4 0 4-16,-3 0 2 0,12 2-9 0,-7-2 3 15,-2 0-16-15,-1 0-43 0,1 0-19 0,0 0-20 16,0 0-160-16,5 0-147 0</inkml:trace>
  <inkml:trace contextRef="#ctx0" brushRef="#br0" timeOffset="-208187.32">25625 12837 344 0,'0'-2'160'0,"0"-2"-152"15,-6-26 164-15,3 6-71 0,-1 0-67 0,0 4 4 16,2 7 0-16,1 2 1 0,1 5-2 0,-2-1-8 16,2 5 6-16,0-2-5 0,0 0 12 0,0 1-8 15,-2-1 0-15,2 2-5 0,-2 0-15 0,2 0-14 16,0 0 0-16,0 2-3 0,0 0 14 0,0 2-5 0,0 2 6 15,-2 7-6-15,-2 21 6 0,3 1-7 0,-1 1-2 16,0 5 0-16,-2-6 5 0,0 2 2 0,1-1 0 16,-3-1-1-16,2-1 0 0,1-6 0 0,-1-2 1 15,2-4 1-15,0-1 13 0,2-4 13 0,0-2 2 16,0-6 1-16,0 0-7 0,0-3-5 0,0-2 4 0,0 2 2 16,0-1 43-16,0 1 27 0,0-2-12 0,0 0 7 15,0 0-65-15,0-2-25 0,0 0 4 0,0-2-9 16,0-2 4-16,-2-16-3 0,2-8-1 0,0 0 0 15,4-2 2-15,0 1 1 0,3-7-3 0,1-1 2 16,-1 2-6-16,4-6 0 0,-1 10-4 0,3-3 2 0,1 1 7 16,-3 9-14-16,2 1 13 0,-1 5-14 0,-5 5 16 15,0 3-13-15,-1 5-1 0,11-6-5 0,1 1-3 16,-5 7 4-16,2 1-1 0,-2 4 1 0,0 3 2 0,-2-3 10 16,4 30 0-16,-6-1 3 0,1 1-1 0,-1 3-2 15,-7-1 0-15,2-3 0 0,3 3 3 0,10-10-5 16,-6-2 5-16,-4-2-3 0,-3-3 7 0,-2-2-4 15,2 0-3-15,-3-6 1 0,-1-1 2 0,0-5-3 16,0 1 1-16,0-2-1 0,0 2 6 0,0-1 16 16,0 1-5-16,0-2 8 0,2 0-8 0,0 0-8 15,0-1 2-15,0-1-6 0,0-1-3 0,0-1 2 16,-1-2-3-16,14-22 2 0,0 0-6 0,6-7 5 0,-1-3-1 16,2-5 4-16,1-9-5 0,-3 4 0 0,0-1 0 15,1 3-1-15,-3 7-6 0,1 1 6 0,-2 5-1 16,-2 7 2-16,-2 3-2 0,-12 6 5 0,14 4-5 15,-4 4 5-15,2 1-8 0,-1-3-12 0,1 2 8 0,0 3-8 16,1 2 16-16,-1 2 1 0,0 2 0 0,-2 3 1 16,1-1 6-16,-5 26-3 0,0 3 0 0,-3 3-2 15,-2 1-2-15,20 2-2 0,-9 0 2 0,-3 3-3 16,-7-1 3-16,1-4 1 0,-4 2 0 0,0-7 1 16,0-2-8-16,0-6-21 0,0 0-4 0,0-4-11 15,-2 1-62-15,2-4-39 0,0-1-12 0,0-5-6 0,0-1-31 16,0-3-49-16,0-3-45 0</inkml:trace>
  <inkml:trace contextRef="#ctx0" brushRef="#br0" timeOffset="-207610.28">27110 12462 1252 0,'0'-2'37'0,"0"0"-2"0,-2-2-6 15,2 2-4-15,-3-7-13 0,1 3-9 0,2 5 2 0,-2-3 1 16,0 0-1-16,0 1-7 0,0 1-3 0,1 0 0 16,-3 2 0-16,0 2 11 0,0 0-1 0,-7 20 3 15,0 11-3-15,0 8 14 0,0 7-4 0,-4 1 8 16,2 1-7-16,-4 0 7 0,2-6 7 0,1 3-3 0,1-6 4 16,-4-4 1-16,6-6-4 0,-4-6 1 0,6-3-3 15,3-2-7-15,2-3 4 0,-1-2-7 0,-1-2 5 16,1-4-8-16,3-1 1 0,-2-3 2 0,2-1-2 15,0 0-5-15,1-1 17 0,-3 1 1 0,2 0 9 16,0-3 28-16,0 1-30 0,0 0 4 0,1-2-16 16,-1 0-9-16,2-2-12 0,0-1 4 0,0-27-6 0,3-7 2 15,5-8 5-15,1-5-6 0,2-7 4 0,2-8-8 16,2 0 1-16,2 1 3 0,-2 7-2 0,-1 3 2 16,3 2-2-16,-2 6 2 0,-2 7 0 0,0 3 4 0,-2 10-1 15,0 2-3-15,-3 8 0 0,-3 4-8 0,-1 7 2 16,-2 1-7-16,2 0 4 0,-1 1-18 0,1 1 17 15,2 0-4-15,3 0 10 0,0 2 0 0,-1 2 5 16,-3 2 3-16,6 7 0 0,-3 20 0 0,1 3 0 16,2-1 0-16,0 3-1 0,4-1-1 0,0 0-2 15,-2 2 2-15,2 2-2 0,3 0 6 0,3 4-2 16,3-4-1-16,-4-2 0 0,-3-4-1 0,4-1 3 0,-3 1-3 16,-1 1 4-16,1-3 2 0,-5-6-5 0,2-1 4 15,-5-8-6-15,1 1 0 0,-4-2 3 0,1 0-4 16,-3-2 5-16,-1-4-6 0,0-1 5 0,-1-3 1 15,-3-3 1-15,2 2-6 0,2-1 0 0,0 1-6 0,-3 0 2 16,1 0-32-16,0-3-95 0,-2 1 9 0,0 0-40 16,-2-2-15-16,0 0-9 0,-1 0-3 0,-8-2-8 15,-1-1-73-15</inkml:trace>
  <inkml:trace contextRef="#ctx0" brushRef="#br0" timeOffset="-207418.09">26988 12718 899 0,'-2'0'70'0,"0"-2"151"0,0 0-195 0,-2 0 26 16,1 0-2-16,-1 1 9 0,0-1-16 0,1 0-26 15,1 0 2-15,0 2-9 0,0 0-2 0,0 0 13 16,0 0-1-16,2 2 10 0,0 0 34 0,0 0-9 16,2-1 5-16,2 1-9 0,22 11-13 0,7 0-16 15,6-5 0-15,2-3-6 0,2-5-9 0,7 0-5 16,-4-2-7-16,-5 1 0 0,6-1-27 0,-12 2-102 15,-3-2-11-15,3 0-42 0,-11 2-139 0</inkml:trace>
  <inkml:trace contextRef="#ctx0" brushRef="#br0" timeOffset="-206781.08">23751 13758 242 0,'0'-2'95'0,"-1"0"-88"0,-1 0 101 16,0 0-42-16,-20-11-34 0,1 2 10 0,1 0-3 15,-2 3 6-15,-1-1-8 0,3 4 23 0,-1-3-10 16,5 5 15-16,-1 1-11 0,-7-2 19 0,3-2-3 15,-3 3 6-15,6-1-12 0,8-3-10 0,-3-3-3 0,4 5-2 16,4 3-4-16,-3-2-14 0,4 2 5 0,3 2-9 16,-3-2-8-16,0 1-18 0,0-1 5 0,3 0-8 15,-1 0 0-15,0 2 7 0,2 0-8 0,0 0 8 16,2 2-2-16,7 2 5 0,26 10 0 0,8 3 1 16,5-2 8-16,4-2 10 0,11-2 2 0,6-2 0 15,0-5-6-15,12 2-3 0,10-5-5 0,19 1 2 0,9-2-4 16,7-2 3-16,2-1 3 0,-2-3-1 0,8-1-4 15,11-6-1-15,3 0-1 0,-3 0-1 0,-4 0-4 0,-3 2 3 16,-1 0-4-16,2 1 5 0,-1 3-7 0,-10-1 2 16,-11 1 0-16,-7 1 1 0,-3 5-5 0,-1 1 1 15,-6 0-2-15,-9 0 3 0,-7 0 6 0,-14 1-7 16,-10-1 3-16,-10 2-4 0,-9 2 2 0,-10 0-6 16,-3-1 4-16,-9 1-3 0,-4 0 5 0,-8-2 1 15,-3-2 2-15,-1 2 0 0,1-1 6 0,-2 1-12 16,0-2 2-16,-2 0-4 0,-2 0-7 0,-2 0-60 15,-24 4-5-15,-18 2-22 0,-10 1-62 0,-10 2-85 0,-12 4-9 16,-15 2-35-16,-4 0-140 0</inkml:trace>
  <inkml:trace contextRef="#ctx0" brushRef="#br0" timeOffset="-206409.11">23408 14131 890 0,'-2'0'210'0,"-26"-4"44"15,-26-3-77-15,4-1-113 0,13 3-11 0,6 1-48 16,10 4-7-16,4 0 7 0,6 0-8 0,6 0 6 16,1 0-20-16,0 2 0 0,2 0-5 0,1 0 19 0,1-1 16 15,1 1 9-15,7 2 4 0,40 13 43 0,17-8-17 16,11-5 8-16,21-6-14 0,5-7-2 0,11-4-13 15,4-2 1-15,8-4-6 0,16-1-12 0,15 1 6 16,5-1-4-16,8 3 5 0,4-2-10 0,11 1 4 16,5-1-4-16,6 3 4 0,0-1-4 0,4 4-2 15,1 0 2-15,-5 0-1 0,6 4-2 0,-14 1-4 0,-7 3-1 16,-5-1 0-16,-14 4 0 0,-5 0-3 0,-3 2 5 16,-14 0-5-16,-9 0 3 0,-15 0-2 0,-11 0-1 15,-11-2 2-15,-4 1 2 0,-7 1-9 0,-14 0 3 16,-6 0-5-16,-18 0-9 0,-7 0-42 0,-9 0-45 0,-8 0-6 15,-3 0-226-15</inkml:trace>
  <inkml:trace contextRef="#ctx0" brushRef="#br0" timeOffset="-182874.13">13632 14057 120 0,'0'0'0'0,"0"-2"28"0,-2 0 11 15,1 0 17-15,-1-2 9 0,0 1-9 0,0-3 0 0,-2-3-5 16,1 1 6-16,1 1-7 0,0 1 4 0,0 1 5 16,2 1-6-16,-2 0 6 0,2 2-4 0,0 1-14 15,0-1 7-15,-2-2-11 0,0 0-10 0,1 1-17 16,1 1 0-16,-2 0-4 0,0 0 4 0,0 0 4 15,0 0-1-15,2 0 4 0,0 1 8 0,0 1-11 16,0 0 7-16,0 1-7 0,0 1 18 0,0 2-14 16,0 0 1-16,2 12-6 0,2 5-6 0,-1 1 3 0,1 0-1 15,0 1 0-15,-2-1-3 0,0 0 3 0,-1 4-2 16,1 2 2-16,4 2-9 0,-1-2 2 0,-1 1 2 16,0-1 0-16,0 2-2 0,-3-4-1 0,3-2 0 15,2 2 0-15,-1 0 1 0,1 0 2 0,-1-4-4 0,1-1 3 16,0-1-5-16,-1-1 6 0,1-1-3 0,-3-1 4 15,-1-6-4-15,0 4 0 0,0-2 1 0,2-2 0 16,1 4 10-16,-1-4-6 0,0 0 1 0,-1 0-3 16,1-1 1-16,0 1-5 0,-2-4 5 0,0-1-5 15,-1 1 7-15,-1-3-4 0,2 0-1 0,-2-2-1 16,0-1 1-16,0 1 6 0,2 2-4 0,0 0 4 0,0-1-3 16,0 1 10-16,0-2 15 0,-1 0-3 0,1 0 38 15,0 0-41-15,0-1-3 0,0-1-11 0,0 0-10 16,0-1 7-16,1-1-6 0,1-2 6 0,7-13-12 0,4-7 7 15,-2 0 3-15,0-2 2 0,0-2-5 0,0-3 3 16,0-3-7-16,0-5 4 0,0 0-5 0,-4 4 3 16,2-6 2-16,-1 2 0 0,-3 2 3 0,1 2-2 15,-3 5-2-15,1 0 0 0,-1-1 2 0,1-1-3 16,-1 1 4-16,1 3-4 0,1 0 1 0,-1 4 7 16,-2 3-7-16,-1 3 9 0,1 3 5 0,-2 4 2 15,0 0 1-15,-2 5-2 0,2 0-12 0,-2 3-1 0,0-1 1 16,2 0-2-16,-1 1 0 0,1-1-6 0,0 2 0 15,0 0-4-15,0 0-6 0,0 0 4 0,0 1-1 16,-1-1 2-16,1 2-8 0,0 0-30 0,0 0-7 16,0 0-9-16,0 2-42 0,1-1-22 0,1 3-10 0,4 7-5 15,5 10-68-15,0 3-51 0</inkml:trace>
  <inkml:trace contextRef="#ctx0" brushRef="#br0" timeOffset="-181998.03">14310 14528 203 0,'0'0'36'0,"0"0"-5"16,0 0 78-16,0 0-5 0,0 0 15 0,2 0-28 16,0 0-23-16,-2 0-5 0,0-2-3 0,0 0-6 15,0-1-6-15,0-1 10 0,0-2-9 0,0-10 2 0,0 3-5 16,-2-6-5-16,-2-3 3 0,2 9-3 0,-3-4-5 16,1 2-3-16,2 8 0 0,-3-4-12 0,1 3-3 15,-2 1 5-15,4 3-5 0,-1 0 0 0,-5 3-8 16,-3-9-8-16,0 3 3 0,-4 1-8 0,0 5 8 15,-3 2 1-15,1 5 3 0,0 1 3 0,-1 6-7 16,-1-5 2-16,-1 18-3 0,1 2-4 0,1-1 1 16,1 9 0-16,2-3 1 0,-2 1 0 0,3-5-3 15,1 5 1-15,0-3-3 0,1 1 6 0,3-1 2 0,-2-3 1 16,5 0-1-16,3 2-5 0,-14-4-2 0,8-2 2 16,3 0-2-16,4-2 9 0,2-1-10 0,4 1 5 15,0-5-5-15,1 0 9 0,1-5-8 0,1 0 1 0,1-3-3 16,-3-2 13-16,12-1-5 0,2-2 5 0,-1-3-4 15,4 1 13-15,-1 13-18 0,-1-6 10 0,1-3-11 16,3-2 10-16,-4-2-7 0,4-2-1 0,-9-2 1 16,-2 0 9-16,4-4-9 0,-4 3 5 0,5-5-7 15,3 1 0-15,-12 3 7 0,-1 0-1 0,-1-1 3 16,-7 3-10-16,9-9 5 0,-1 0-6 0,-1-1 6 0,-1 1-4 16,-1-2 6-16,-1 2-5 0,-2-2 6 0,-2 2-7 15,0 0-4-15,-2-2 10 0,-2 2-7 0,-1 0 6 16,-3 0-2-16,5 1-3 0,-16 3 1 0,4-2 9 15,-2 3-9-15,4 0 5 0,0 3-6 0,0 1 7 0,6 0-7 16,-2 0 4-16,1-3-4 0,3 1 8 0,1 2-7 16,-1-2 1-16,3 4-4 0,0 0-4 0,0 0 6 15,-2-2 1-15,1 1 3 0,1 1 1 0,0 0-8 16,0 0 1-16,2 0-3 0,0 0 4 0,2 1 1 16,0 1-3-16,1-2 2 0,1 0-9 0,20 2 9 15,-2 0 0-15,10-2 1 0,0 0 4 0,-6-2-4 16,3-3 3-16,1-1-4 0,2-1-6 0,-6-1 8 0,1-1-6 15,-2 0 7-15,-7 1-1 0,4-3-3 0,-5 2 4 16,-4 1-4-16,-2 1 9 0,-5 3-4 0,-1 0 0 16,-1 3-3-16,2-7 4 0,-3 3 9 0,1-3-2 15,0 3 5-15,-2 1-1 0,-2 2-3 0,0 0 2 0,0-2-3 16,0 1-3-16,0-1-7 0,-2 0 3 0,0 2-4 16,-2 1 3-16,-9-5-3 0,4 4-2 0,0 2 0 15,-1 0-1-15,7 0 1 0,-1 0 1 0,0 2 0 16,1 0-3-16,1 0 3 0,0 0-5 0,0-1 5 15,0 3-5-15,2 0 4 0,0 1-2 0,2 7 3 0,4 1 0 16,-1-2-4-16,4 2 6 0,-3 2-4 0,11 1 3 16,-1-1 2-16,-3 2 2 0,-1 0-2 15,1-1 0-15,-2-1 2 0,0 2-5 0,-4 0 2 0,-1-4-6 16,-4 0 10-16,7-2-2 0,-3-2 6 0,-1 2 0 0,-1 0-4 16,-4 0 4-16,0 1-4 0,-2-1 5 0,-2-2-5 15,-1 2 1-15,-3-2 0 0,1 1 6 0,-12-3-7 16,-1 0 1-16,3-3-3 0,-1 0-1 0,5-2 3 15,0 7-7-15,1-2 3 0,1-1-9 0,2-2-22 16,3-4 2-16,-3 2-16 0,5-2-54 0,1 0-26 16,1-2-12-16,0 0-4 0,2 0-66 0,2-5-90 15</inkml:trace>
  <inkml:trace contextRef="#ctx0" brushRef="#br0" timeOffset="-181729.1">15036 14584 1058 0,'-2'0'156'0,"0"-2"-193"0,-1 0 172 0,-9-2-90 16,-2-1-36-16,1 1 2 0,5 2-3 0,4 2 1 0,1-2-8 15,-1 1-5-15,2-1 5 0,0 2-4 0,0 0 8 16,2 0 4-16,0 0 0 0,2 0 2 0,0-2 3 0,2 0 12 15,13-2-5-15,9-1 7 0,-4 1-9 0,4 0-1 16,-6 1 0-16,-3-1-2 0,3 0-11 0,-3 0-3 16,-2 1 0-16,5-1 0 0,-3 2-1 0,-2 0-11 15,-2 0-1-15,0-1-7 0,2-1-35 0,3 0-100 16,-1 1-48-16,-2-1-33 0,2 0-325 0</inkml:trace>
  <inkml:trace contextRef="#ctx0" brushRef="#br0" timeOffset="-180864.23">15641 14181 268 0,'0'-2'0'0,"0"0"7"0,0-1-6 0,0-5 30 16,0-9-4-16,0 1 13 0,0 1 5 0,0 0 0 15,0 2 9-15,0 2-7 0,0 0 6 0,0 1 8 0,0 1 2 16,0 0 4-16,0 0 3 0,0 1-3 0,0 3-11 16,0-3 6-16,0 3-18 0,0-1 3 0,0 2-1 15,0 1 0-15,0-3-5 0,0 4-2 0,0-2-2 0,0 3 0 16,0-1-2-16,0 0-9 0,0-2 8 0,0 0-9 15,0 1-1-15,0-1-9 0,0 2-1 0,0 0-1 16,0 0-4-16,0 1-5 0,0-1-2 0,0 0 1 16,0 0-5-16,0 0 8 0,0 0-7 0,0 2 9 15,0 0-2-15,0 0-1 0,0 0 0 0,0 0-2 16,0 2-1-16,0 0 0 0,0 0 6 0,0 0-5 0,0 1-5 16,0 9 2-16,-2 6-1 0,1 3 3 0,-1-1-1 15,0 4 4-15,0 0-3 0,0 0 3 0,-2 6-5 16,1 2 0-16,1-1 0 0,-2 5 0 0,2-1 1 15,0 4 1-15,1 0 0 0,-1-2 1 0,2-2-2 0,0 2-1 16,0 0-1-16,0-3 1 0,0-6 3 0,2 0-4 16,-1-8 1-16,1 0-2 0,2 1 9 0,0-3-5 15,-1-1 0-15,1-4-2 0,0 0 2 0,0-2 0 16,-1-3 1-16,-1-3-2 0,2 3-2 0,-2-5 6 16,0 1-2-16,1 0 4 0,-1-4-3 0,4 4 5 15,-1-1 6-15,3 1-1 0,1 0 12 0,-2-2-11 0,-1-2-2 16,9-2-2-16,-4-2-5 0,6-7 1 0,5 7-4 15,-5-24 2-15,1 0-10 0,-1-7 6 0,-4-6 4 16,4-3-1-16,1-1 0 0,1-3-1 0,-1-4-6 16,1-2 3-16,-2-3 0 0,1 1-1 0,1 4 6 0,-6 4-4 15,2 3 9-15,0 6-11 0,-6 2 1 0,0 7-3 16,-3 2 3-16,-3 8 2 0,1 3 4 0,-2 4-1 16,7 2 9-16,-5 4 1 0,0-1-4 0,-2 4 4 15,-1 1-3-15,1-1-1 0,0 0-3 0,0 2-1 16,0 1-19-16,0-1 3 0,0 0-1 0,-2 0 2 15,0 0-4-15,0 2-14 0,0 0 1 0,0 2-6 0,0 0-10 16,0 2-55-16,0 16 2 0,0 2-20 0,0 1-14 16,0 1-37-16,0 0-5 0,1 4-12 0,-1 1-25 15</inkml:trace>
  <inkml:trace contextRef="#ctx0" brushRef="#br0" timeOffset="-180472.59">16161 14450 123 0,'0'0'83'0,"0"0"-2"0,0-2 40 16,0 0-7-16,0 1-11 0,2-1-9 0,0-2-3 16,0-2-5-16,1-10 0 0,1 1-10 0,0 2-9 0,0-2 4 15,-3 2-6-15,1 4-5 0,0-2-10 0,-2 3-4 16,0 1 0-16,0 1-11 0,0 4 3 0,0 1 1 16,0-3 0-16,0 0-7 0,0 0-21 0,0 1 1 15,0 1-7-15,0 0 3 0,0 0-5 0,0 0 7 16,0 2-5-16,0 0 4 0,-2 2-2 0,0 2 1 0,-7 14 0 15,-2 5-1-15,0-1-2 0,0 4-8 0,1-4 4 16,-1 10-6-16,2-4 4 0,0-1 5 0,0 5-2 16,1-2 6-16,1-1-9 0,1-1-1 0,4-2-2 15,0-2 6-15,1 1 6 0,1-1-7 0,0-2 7 16,0 0-5-16,3 1-4 0,1-3 4 0,2 0-5 16,1-1 1-16,-1-4 3 0,1 0-2 0,0-4 3 0,1 0 9 15,-3-4-8-15,3-1 5 0,5-2-7 0,-2-2 1 16,2 7 2-16,0-2-4 0,2 1 2 0,-2-5-3 0,0-1 1 15,0-2 0-15,0 0-1 0,-2-2-4 0,0-1-15 16,0-3 3-16,0 1-9 0,-1-1-8 0,-3 0-9 16,0-12-10-16,-3 1 1 0,2 0-21 0,-4 3-9 15,-1-1-13-15,1 0-6 0,9 0-88 0,-3 2-53 16,-4 2-26-16</inkml:trace>
  <inkml:trace contextRef="#ctx0" brushRef="#br0" timeOffset="-180258.08">15844 14692 1260 0,'2'0'35'0,"-2"0"-2"0,0 0-11 0,0 0 1 0,0 0-17 16,0 0-6-16,1 0 1 0,3-2 4 0,7 0-1 15,12-2-2-15,3 0 1 0,0 1-2 0,0-1 3 16,1 0 0-16,3 1-3 0,-2-1 2 0,0-2-2 15,0 1 1-15,-2-1-16 0,0 1-11 0,0-3-6 16,0 1-75-16,-4-1-265 0</inkml:trace>
  <inkml:trace contextRef="#ctx0" brushRef="#br0" timeOffset="-179698.01">16625 14242 419 0,'0'0'83'0,"0"0"2"0,-1 0 0 15,-1 0-7-15,0 0-20 0,-2 0 10 0,0 0-30 16,-5 0 10-16,4 0-17 0,1 0-4 0,0 0-11 16,0 0-3-16,3 0 1 0,-1 0 10 0,0 0 19 15,2 2 0-15,0-2 4 0,0 0-8 0,2 0-5 0,1 0-1 16,1 0-1-16,18 0-6 0,1-2-6 0,-3-1 0 15,10-3-2-15,-4 2 2 0,3-1-8 0,-1 1-1 16,0 0-2-16,-4 1-5 0,-3-1-4 0,1 0 4 0,-5 2-4 16,-1 0 0-16,-3 1 0 0,0-1-7 15,-5 0 4-15,-1 0-13 0,-3 2 1 0,0 0 0 0,-1 0-2 16,-1 0-25-16,2-2-130 0,0 0-6 0,-2 0-49 16,-1 1-95-16</inkml:trace>
  <inkml:trace contextRef="#ctx0" brushRef="#br0" timeOffset="-179541.37">16499 14480 564 0,'0'0'153'0,"0"0"-162"15,0 0 165-15,0 0-78 0,0 0-53 0,2 0 35 16,0 0-8-16,0 0 17 0,0 0-14 0,-1 0-15 16,3 0-5-16,20 2-3 0,2-2-14 0,2 0-9 15,4-2 6-15,1 0-8 0,8-2-2 0,-4-3 1 16,0-1-4-16,0-3 4 0,-1 0-17 0,-5 0-59 15,3-2-22-15,-1 2-31 0,-3 0-268 0</inkml:trace>
  <inkml:trace contextRef="#ctx0" brushRef="#br0" timeOffset="-178998.82">17554 13889 831 0,'0'0'28'0,"0"-1"0"16,-2-1 25-16,0 0-2 0,0-2 1 0,-3-5 8 0,-1-2-17 15,0-2-3-15,1 0-5 0,1 2-10 0,0 1-7 16,4 5 6-16,0-1-6 0,0 4 5 0,0-1-12 16,0 1 2-16,0-2-5 0,0 2-2 0,0 0 7 15,0 0-5-15,0-1 7 0,0-1 1 0,0 0 0 0,0 2 0 16,2 1-1-16,0-1 2 0,0 0 4 0,0 2-2 15,0 0 2-15,0 2-10 0,-1 0-5 0,1 3 4 16,6 21-5-16,-3 2 3 0,-3 4-2 0,-2 1 0 0,-2 4 1 16,0-2-1-16,1 4 0 0,-1 2-4 0,2-4 3 15,0 2-6-15,0 2 10 0,0-5 0 0,0 1 5 16,0 2 5-16,2-8-4 0,-1 6-1 0,3-3-3 16,-2-8-7-16,0 3 0 0,0-4-1 0,0-1 1 15,-1 0 0-15,1-4 0 0,-2-1-3 0,0-4 1 16,2-2-5-16,0 0 3 0,0-2 1 0,-2-6-1 0,2 3-1 15,0-3-10-15,-2-3-8 0,0 0-1 0,0 0-41 16,1 2-88-16,1-1-15 0,0-1-38 0,0 0-178 16</inkml:trace>
  <inkml:trace contextRef="#ctx0" brushRef="#br0" timeOffset="-178481.42">17981 13860 1408 0,'-2'-2'20'15,"0"0"40"-15,0 0-56 0,0 0 15 0,1 0-10 16,-1 1 10-16,0-1-14 0,0 0-4 0,0 0 1 16,0 0-2-16,0 0 9 0,1 0-8 0,-1 1 6 0,0-1-7 15,0 0 6-15,0 2 8 0,0 0 2 0,0 0 3 16,1 0 7-16,1 0 4 0,0 0-4 0,0 0 3 15,0 2-17-15,0 0 0 0,0-1-4 0,0 1 3 16,0 2-5-16,0-2 4 0,0 11-1 0,0 2 0 16,0 1-12-16,0 1 7 0,-2 2 1 0,0 1 3 15,2 1-1-15,0 3-6 0,0 2 3 0,-2 2-2 0,2 5 2 16,0 0 3-16,0 3-2 0,0 1 3 0,0-2-1 16,0 4-5-16,0-2 1 0,0-3-2 0,0 1 3 15,0-4 2-15,2-3-3 0,0 0 1 0,0 0-7 0,-1-8 4 16,3 5 2-16,2-5 2 0,-3-5-2 0,3 2 14 15,-2-6-4-15,-1-2 8 0,3 0 3 0,-2-1-2 16,-1-1-1-16,-1-3-1 0,2 1-7 0,0-3-6 16,3 0-1-16,-1 0 0 0,1 4 1 0,0-1 8 15,1-1-5-15,3 0 4 0,-2-3-10 0,2-1 3 16,4 0 6-16,0-3-5 0,-2-3 1 0,0-3-9 16,-2-6 3-16,-1-13-3 0,4 0 4 0,1-9-3 0,2 0 1 15,3-2-1-15,-5-6 1 0,4 5-2 0,-6-7 0 16,0 1 0-16,-2-1 4 0,6-1 1 0,-1 0-4 15,1 1 2-15,-2 1-10 0,-2 1 7 0,0 1-1 0,0 3 3 16,-2-2 2-16,2 1-4 0,-4 1 0 0,3 0 0 16,-3 2-4-16,0 6 4 0,0 3 0 0,-3 0 0 15,1 10-9-15,-1-3-5 0,-2 3-12 0,-2 9-3 16,-1 0-108-16,5 3-180 0,0 1-92 0</inkml:trace>
  <inkml:trace contextRef="#ctx0" brushRef="#br0" timeOffset="-173888.89">29218 12460 80 0,'0'0'7'0,"0"0"11"0,0 0 16 0,0 0 10 16,0 0-1-16,0 0-5 0,0 0-25 0,0 0 5 0,0 0-6 15,0 0 17-15,0 0-6 0,0-2-1 0,0 0 0 16,0 0 16-16,0 0 6 0,0 0-3 0,0 1 3 16,0-1-2-16,0 0-6 0,0 0 9 0,0 0-8 15,0 0 8-15,0 0-3 0,0 1-1 0,0-1 0 16,0 0-2-16,0 0-7 0,0 0 1 0,0 0-3 15,0 1 5-15,0-1-19 0,0 0 10 0,0-2-13 16,0 2 11-16,0-1-12 0,0 1 1 0,0-2-4 0,0 2 7 16,0 0 6-16,0 0-1 0,0 1 4 0,0-1 10 15,0 0-5-15,0 0 2 0,0 0-5 0,0 0-9 0,0 0-4 16,0 1 3-16,0-1-3 0,0 0-1 0,0 0-12 16,0 0 3-16,0 0-4 0,0 0 5 0,0 2-6 15,0 0 3-15,2 0-3 0,-2 0 12 0,1 0-8 16,1 2 6-16,0 0-7 0,0 2 0 0,0 0 4 15,-2-1-6-15,4 8 7 0,-1 2-5 0,1 0-4 16,0 2 1-16,-1 2-1 0,1 0 9 0,0-3-2 16,0 5-1-16,1 3-1 0,-1 1-3 0,1 3 5 0,1-2 2 15,-2 0-1-15,1 6-5 0,1 1 0 16,-2-1 6-16,-1 5-3 0,1-5 2 0,0 0-5 0,-1-3 0 16,1-1 1-16,0-1 3 0,0-1 0 0,-1-2-6 15,1 0 3-15,2 1-3 0,-1 1 1 0,-1-2 4 16,0-2 0-16,-1 3 1 0,1-5-2 0,-2 1-3 0,0-1 0 15,0-1-1-15,-1 2-2 0,-1-5 6 0,0 3-5 16,0-4 2-16,0-2 0 0,0 0 1 0,0-1 2 16,0-3 3-16,0-1-4 0,0-3-2 0,0-1 0 15,0 0 6-15,0 0-1 0,2 2 1 0,0-1 1 16,0 1 20-16,-2 0 9 0,0-2 1 0,0 0 0 16,2-1-5-16,0 1-17 0,0 0 0 0,-1-2-7 15,1 0 0-15,0-2-5 0,0 0 7 0,2-5-6 0,7-13 2 16,0-1-1-16,-2 1-1 0,1-1 1 0,-1-1-1 15,0-2-3-15,-2 2 0 0,1-3 0 0,-1-2 5 0,-1-3-3 16,1-2-1-16,1-3-1 0,-1-6-1 0,2-5 1 16,4-2 1-16,0-6 2 0,2-2 5 0,-2 6-17 15,-2-2 9-15,2 9-9 0,2 4 18 0,-2 9-10 16,0 4 1-16,-2 6-3 0,-1 3-1 0,-3 4 7 16,-1 2-4-16,-3 4 5 0,1 1-10 0,-2 3 2 15,0-1-1-15,-2 2 2 0,0 0 2 0,0 0-4 16,0 0 2-16,4 1-2 0,-3 1 7 0,1 0-12 0,2-2 1 15,0-2-6-15,-1 0-2 0,1 2-1 0,-2 1-1 16,0-1-4-16,0 0-35 0,0 2-56 0,-1 0-8 16,1 0-17-16,0 2-59 0,0 1-101 0</inkml:trace>
  <inkml:trace contextRef="#ctx0" brushRef="#br0" timeOffset="-173105.36">29821 13110 1139 0,'0'0'23'0,"0"0"2"0,-2-2-11 16,0 0-4-16,1 0-7 0,-1 0 10 0,0 0-2 15,0 0-2-15,0 1-1 0,0-1-14 0,0 0 13 16,1 0-7-16,-1 2 10 0,0 0-2 0,0 0 0 15,-2 0 10-15,1 2-6 0,-1 0 21 0,-2 1-4 16,1 14 1-16,-5 4-3 0,1 1-2 0,-2 2 1 16,0 0-4-16,5 0 3 0,-1 0-9 0,3 1 3 15,2-3-4-15,0 2 3 0,1-4-4 0,-12-1-11 0,3 0 8 16,5-5-10-16,-1 5 13 0,2-4-8 0,3-2 2 16,1-2-3-16,0-4 4 0,0 1 3 0,0-1-3 15,0-1 2-15,0-1-4 0,0-1 1 0,0 0 3 16,0 0 0-16,1-1 13 0,-1 1 29 0,0-2-10 0,2 0 14 15,-2 0-25-15,2-1-16 0,0 1-5 0,0-2-3 16,0-2-7-16,0 1-3 0,-1-7 4 0,5-18-4 16,1-2 5-16,1 0-1 0,-1-1 0 0,3 1 0 15,-3 0 0-15,0 0-1 0,1 0 0 0,-3 2-1 16,3 4-1-16,-1 2 6 0,-1-1-6 0,-2 6 6 16,-1 0-6-16,1 4-2 0,0 0 6 0,-2 2-4 0,-1 1 0 15,1 1 1-15,0 1 0 0,0 1 2 0,0 1 2 16,-2 2-5-16,2-1-1 0,0-1-3 0,-1 0 5 0,1 0-4 15,2 1 4-15,0 1-4 0,-2 0 4 0,1 0-4 16,1 0-3-16,2 2 2 0,7 0 5 0,-2 0 2 16,0 2-1-16,-2 0 2 0,8 5-2 0,-2 1-2 15,0 1 2-15,-2 0-3 0,1 3 2 0,1-1 2 16,2 0-2-16,-2 0 1 0,3 2-1 0,-3-2 0 16,-2-2 3-16,0-7-2 0,-2 11 3 0,-3 0-2 15,1 0-1-15,-2 0 1 0,-1-2 5 0,-2 1-7 16,-1 1 4-16,7-2-4 0,-5-2 15 0,1 2-3 15,-2-2 1-15,-3 4-2 0,-1 0-7 0,-3 6 5 0,-7 0-6 16,9-1 6-16,-25-3-8 0,-4 2 0 0,-2-2 2 16,-1-1-1-16,0 1 6 0,3-5-6 0,0 3 2 15,0-6-4-15,4-1 5 0,-1-3-2 0,2 14 0 0,9-10-1 16,-1 1-2-16,2-4 8 0,8-3-8 0,-3 3 7 16,-1 0-13-16,6-4 10 0,-6 2-3 0,7 0 5 15,0-1-8-15,0 1-6 0,3-2-1 0,-1 0-2 16,0 0-11-16,0 0 4 0,0 0 1 0,0 2 0 15,2 0-5-15,0 0-26 0,0-2-8 0,2 0-7 16,0 0-37-16,2 0-13 0,12-4 8 0,7-3-9 0,12-6 8 16,-3 0-24-16,-3-4 0 0,5-2-6 0,-3 1-6 15,-1 16-21-15,2-17-17 0</inkml:trace>
  <inkml:trace contextRef="#ctx0" brushRef="#br0" timeOffset="-172745.77">30449 13095 121 0,'2'-2'50'0,"-1"0"-2"0,3-2 40 16,7-1 2-16,0-8-2 0,4 0 25 0,-7 4 3 15,-3 1 5-15,1-1-2 0,-1-2 13 0,-3 5-55 16,0 1 17-16,-2 1-27 0,0 2 27 0,0-2-44 16,-2 1-1-16,0-1-15 0,-5 0 0 0,-19-5 4 15,-4 5-3-15,-5 6 1 0,7 5-14 0,-2 5-6 16,6-1 1-16,4 2-3 0,1 0 0 0,4-2-9 0,1-6 2 16,1 10-5-16,5 2 4 0,3 0-6 0,1-3 1 15,-7 1-2-15,1 0 10 0,5 0-8 0,1 2 3 16,2-2-5-16,2 1-7 0,2-3 4 0,6 2-1 0,-1-4 4 15,4-1 5-15,19 1-4 0,3-4 4 0,1 2-4 16,-1 1 1-16,-7-3 5 0,0 4-5 0,-4-3 5 16,-1 1-5-16,5 2 5 0,-8 2-5 0,-3 0 4 15,-2 0-10-15,-7-4 5 0,1 1 6 0,-1-5-1 16,-4 1 10-16,0-1-3 0,1 1 2 0,-1-2-1 16,2 3 16-16,-2 1-18 0,-2-1 5 0,-2 4-8 0,-2-3 10 15,-1-3 4-15,-25 1 0 0,0-3 0 0,4 5-13 16,-2 1 6-16,-1-3-9 0,-1-3 10 0,0 16-5 15,6-8-8-15,2-3-1 0,5-3-2 0,4-1-1 16,2 0 1-16,2-3 1 0,3-1-1 0,0 0-16 0,5 0-24 16,-1 0-9-16,-2 0-9 0,0 0-60 0,2 0-46 15,1-1-17-15,1-3-14 0,1-5-113 0</inkml:trace>
  <inkml:trace contextRef="#ctx0" brushRef="#br0" timeOffset="-172418.38">30853 12859 1479 0,'-1'0'38'15,"-1"0"-3"-15,0-2-14 0,0 0 6 0,0 0-22 16,-2 1-5-16,3-1-2 0,-1 0-5 0,0 0 4 15,0 0-7-15,0 0 11 0,0 0 6 0,2 2 2 16,0 0 25-16,0 0 12 0,2 0 2 0,0 0 2 0,2 0-9 16,1 0-1-16,14-3-8 0,-1-1 4 0,3 2-20 15,-1 2-8-15,-1 0 0 0,1 0-3 0,-1 0-5 16,-1 0-1-16,3 2-1 0,-6 0 2 0,0 0 0 0,-1 0-10 16,-4-1 2-16,3 1-4 0,-2 0-4 0,-2 0-68 15,0 2-6-15,-5-2-27 0,-2-2-77 0,2 1-60 16,-1 1-15-16</inkml:trace>
  <inkml:trace contextRef="#ctx0" brushRef="#br0" timeOffset="-172232.22">30787 13041 986 0,'0'0'29'0,"0"0"3"0,0 0-6 0,0 0-7 15,0 0-5-15,0 0 8 0,0 0 36 0,1 0-3 16,1 2 12-16,0-2-8 0,2 0 2 0,5 2 0 15,12 0 0-15,3-1-2 0,4-1-10 0,3 0-9 0,6 0 0 16,0-3-27-16,8-3-3 0,1 1-2 0,3-1-3 16,1-3-15-16,-2 1-33 0,-1-1-20 0,-3 0-28 15,-1-1-306-15</inkml:trace>
  <inkml:trace contextRef="#ctx0" brushRef="#br0" timeOffset="-119413.95">31657 12391 672 0,'0'-2'0'0,"0"0"5"0,0 1 38 0,0-1-9 0,0 0-2 15,-1 0-21-15,-1 0 5 0,0 0-7 0,0 0 8 16,0 1-6-16,0-1 7 0,0 0 3 0,-1 2 0 0,-3 0 3 16,-7 0 11-16,0 0 17 0,2 2-7 0,0 0 8 15,0 1-16-15,0 1-10 0,-2 2 3 0,0-1-5 16,-2 3 6-16,2-1-7 0,-4 4 5 0,2-2-5 15,-3 4 7-15,-3 2-11 0,4-9 0 0,1 12-3 16,-5 5-6-16,3-1 10 0,1-2-2 0,-1-3 5 16,12 2 0-16,-1-5-4 0,3 7 2 0,-7-4-4 15,3-4-6-15,3-2 6 0,1-2-6 0,0 0 5 0,2 1-17 16,2-3 26-16,0-3 2 0,0-1 10 0,0-1 7 16,0 0-8-16,17 0-4 0,13 2 0 0,1 14-6 0,8-3-5 15,2-9-1-15,4-4-2 0,3-2-5 0,2 0 2 16,0-2-2-16,4-6 0 0,4 1-4 0,1-1-2 15,1 1 0-15,-5 1-2 0,-3 3-3 0,-9 1 2 16,-4-2-2-16,-4 2 1 0,-3 0 1 0,-6 1-6 16,-4-1 3-16,-5 0-4 0,-4 2 8 0,-6 0-5 15,-1 0 0-15,-3 0-2 0,-1 0 3 0,2 0-6 16,0 0 4-16,-1-2-7 0,-1 0-15 0,0 0-50 16,0 0-3-16,-2 1-16 0,0-3-13 0,0 0-1 0,0 2 0 15,-7-9-4-15,-3 0-30 0,5 2-20 0,-10-2-24 16,-2 1 0-16,0 1-100 0</inkml:trace>
  <inkml:trace contextRef="#ctx0" brushRef="#br0" timeOffset="-119122.77">31702 12402 764 0,'0'-2'46'0,"-2"1"53"15,0-1-43-15,0-2 5 0,1 0-14 0,1 2 12 0,-2-3-18 16,0-1 4-16,2 3-5 0,0 1 2 0,0 0-6 15,0 0-7-15,0 0 5 0,0 0-5 0,0 0 5 16,0-1-3-16,0-1-1 0,0 2-2 0,0 0-14 0,0 0 2 16,0 1-2-16,0 1 1 0,2 1 1 0,-2 1 4 15,2 11 0-15,1 19-1 0,-1 1-16 0,0 8 11 16,-2 0-4-16,0 5 7 0,0 3-13 0,0-1 6 16,0 2-3-16,2 0 4 0,0-5-6 0,1-3 7 15,1-1-4-15,0-5 6 0,0 1 4 0,-1-6-8 16,3-1 2-16,-1-2-5 0,1-2-4 0,-2-2 8 15,-1-2-5-15,1 0 5 0,0-1-10 0,0-3 2 0,-1-1-2 16,-1-4 3-16,0 0-1 0,0 0-14 0,-2-5 2 16,0-3-8-16,0-3-11 0,0 2-93 0,0-1 11 15,0 1-42-15,0-2-28 0,0 0-168 0</inkml:trace>
  <inkml:trace contextRef="#ctx0" brushRef="#br0" timeOffset="-118554.93">32365 12308 1143 0,'0'-2'33'0,"-2"0"3"0,0-2 24 0,-2-1 1 0,-5-8-45 16,2 3 3-16,3 5-8 0,4 3 7 0,-4 0-5 0,1 0-1 15,-1 0-1-15,0 0-2 0,2 2-4 0,-1-3 8 16,-1-1-4-16,0 0 4 0,0 2 3 0,3 1 29 15,-1-1-1-15,0 0 7 0,0 2-14 0,0 0 1 16,0 0 2-16,0 2-1 0,1 0-2 0,1-1-12 16,0 20-4-16,0 3 0 0,1 0 0 0,3 2-5 15,2 4-1-15,-1 1-3 0,1 3-1 0,1 3-5 16,-1 2 1-16,-2 0-4 0,-1 0 6 0,3 5-6 0,-2-5 6 16,-1 4-6-16,1 2 1 0,0-6 0 0,-1 5-1 15,1-3 1-15,0-2-4 0,0-5 3 0,1-1 1 16,-1-5 1-16,0 0 3 0,1-4-4 0,1 0-1 15,1-2-1-15,1-1 0 0,-3-5 10 0,3 1-1 0,-3-4 6 16,1-2 17-16,-1-2-16 0,-1-1 7 0,0-3-11 16,-2-1 7-16,-1 0 0 0,1-4 3 0,6 5-1 15,-5-3 1-15,3 2 4 0,0-2-6 0,-1 0 5 16,1-2-19-16,1 0-1 0,-1-2 0 0,1-2-1 16,2-1-3-16,1-20 3 0,3-1-2 0,-4-3 2 15,8-3-6-15,-4-1-2 0,2-2-1 0,1-4 3 16,-1-4 6-16,4-5-4 0,-1-3-2 0,-1-6-1 0,0-1-6 15,-4-1 6-15,-2 1 4 0,0 4-1 0,0 2-3 16,0 4 5-16,6 4-7 0,-6 1 7 0,0 4-5 0,2 6 2 16,-2-1 3-16,-1 6-1 0,-3 4-4 0,0 2 1 15,3 1 0-15,1 3 0 0,0-1-3 0,-2 6 1 16,2 0-1-16,1 6 2 0,-3-4 1 0,2 5-6 16,-4-3 2-16,-3 0-3 0,4 5-1 0,-5-2-41 15,1 4-19-15,0 1-13 0,1-3-123 0,1 0-60 16,-2 2-50-16</inkml:trace>
  <inkml:trace contextRef="#ctx0" brushRef="#br0" timeOffset="-113618.14">21317 14838 530 0,'0'-2'0'0,"-2"1"7"15,1-1 70-15,-1-2-5 0,0 0 3 0,0-1-26 16,-2-5-5-16,1 3-29 0,-3-2 14 0,2 1-13 16,2 5 13-16,1-1 6 0,-1-2-6 0,0 1 7 15,2 1 1-15,0 0-10 0,0 1 6 0,0-1-6 0,-2-2 3 16,2 4-14-16,0-1 6 0,0-1-8 0,0 2 0 16,0 0-4-16,0-1-6 0,0-1 5 0,0 0-5 0,2 0 4 15,0 3 4-15,0-1 0 0,-1 0 1 0,1 0 7 16,0 2-3-16,0 0 5 0,0 2 1 0,0 0-9 15,0 1-2-15,9 14-2 0,2 7 1 0,0 2-11 16,-4 0 9-16,0 4-9 0,1-2 8 0,-1 3-7 16,-2 3 2-16,-1-1-2 0,-1 2 9 0,1 4-4 15,0-1-3-15,-1 1 1 0,1-6-7 0,-1-1 5 16,1 1 1-16,-1-1 2 0,3 1-1 0,-1-5 6 16,-1-2-3-16,-1-2 3 0,1-5-12 0,0 1 11 15,-1-3-6-15,-1-6 10 0,0 0-7 0,-1-2 0 0,1-1-3 16,-2-5 1-16,2 3 0 0,-4-4 1 0,0 0 3 15,7 3-3-15,-1-1-1 0,3 2 9 0,-2-5-8 0,1 1 9 16,-1-2-3-16,2-2-4 0,1-1 7 0,-3-1-8 16,2-3-5-16,-1-16 5 0,1-10-5 0,-1-4 4 15,1-2-5-15,2-4 2 0,-2 0 5 0,4 1-3 16,0-5 3-16,2 1-1 0,0 1-3 0,-2 4 3 16,-2 0-1-16,-2 6 1 0,1 2-2 0,-1 3 1 15,-3 2 1-15,-1 4-6 0,1 2 7 0,-1 5-7 16,-1 0 5-16,2 3-6 0,-1 2 5 0,-1 1-4 0,1 2 7 15,-1 3-7-15,4 3-3 0,-5-1-2 0,1 2-7 16,0-2-3-16,-1 1 0 0,1 1-1 0,0 0-12 16,-2 0-17-16,-1 0-7 0,1 2-7 0,0 2-65 0,0 0-71 15,-2 0-38-15,0 24-15 0,-2 4-180 0</inkml:trace>
  <inkml:trace contextRef="#ctx0" brushRef="#br0" timeOffset="-113031.21">22021 15237 722 0,'0'0'79'0,"0"0"-4"0,0 0 7 0,0 0-4 15,0 0-24-15,-2 0-20 0,0 0-10 0,0 0-2 16,1 2-3-16,-1 0-8 0,0 6 14 0,-4 19-6 0,3 5 8 16,-1-2 0-16,0-1-4 0,2 1 4 0,0-4-4 15,1-4 4-15,-1 1 6 0,0-3 0 0,0 1 1 16,0-3-5-16,0-5 0 0,2 0-1 0,0-5 1 15,0-1-1-15,0-3 4 0,0-1-3 0,0 1 3 16,0 0-4-16,0 0-4 0,0-1 8 0,0-1-6 16,0 0 6-16,0 0-19 0,0 0-1 0,0-2-4 0,0 0 0 15,0-2-4-15,0 0-1 0,0-2-1 0,2-7 2 16,0-9-4-16,-2 1 5 0,0-3-5 0,0-2 3 16,0 0-3-16,0-2-1 0,0 1 1 0,0-1 0 15,0 2 2-15,0-2-3 0,0 2 1 0,0 6 0 0,0 1-1 16,0 4 0-16,2-2 1 0,0 2 2 0,0 6-4 15,-1-1-1-15,-1 6-2 0,2-1 7 0,-2 1-4 16,2-2 0-16,2 0-4 0,0 1 3 0,-1 1-6 16,14-6 4-16,-2 6-5 0,7 2 4 0,-1 2 8 15,1 4 0-15,-4 1 2 0,-1 3-8 0,0-7 4 16,1 25-3-16,-1-4 3 0,2 0 2 0,-6-3 2 16,0 1 2-16,2-1-2 0,-2 1-4 0,-2-4 0 0,2 1-2 15,-2 1 2-15,-2-1 4 0,-1 0 1 0,-3-3-1 16,-1 3 1-16,-2-1 6 0,9-3-6 0,-2 2 6 15,-5-2-6-15,-2 0 6 0,-2 1-2 0,-4 3-2 16,-3-1 1-16,-5 1 3 0,7-2-7 0,-27 1 3 0,3-3-4 16,-5 0 8-16,-5-4-6 0,6 2 4 0,-1-2-5 15,-1-3 0-15,5-3-1 0,-1-3-3 0,3 2 1 16,0 14-2-16,4-6 1 0,0-5-6 0,5-3 3 16,2-2-21-16,6-1 0 0,6-1-3 0,-6 0 0 15,9 0-14-15,-2 0-32 0,0 0 11 0,2-1-19 16,1-1-3-16,-1 0-39 0,2-2 1 0,5-9-13 0,1-4-4 15,35-3 10-15,-2 0 1 0,9-1 3 0,4-1-1 16,0 1-2-16,6-1-13 0</inkml:trace>
  <inkml:trace contextRef="#ctx0" brushRef="#br0" timeOffset="-112699.27">22736 15349 204 0,'4'-4'59'0,"20"-16"70"0,7-3-42 0,-5 5-23 16,-5 1 3-16,-12 4-8 0,-3 0 8 0,-1 6 5 15,-1 1-6-15,-2 2 6 0,0-5 1 0,-2 5-2 16,0 1 4-16,-2-1-7 0,-2 2-22 0,-18-3 11 15,-8 5-14-15,-7 3 13 0,5 8-15 0,-1 6-12 16,1-15 3-16,8 28-9 0,2-4-10 0,5-2-2 0,4-2-1 16,4 0-1-16,3-1-5 0,4-1-1 0,-11-1-2 15,6-2 2-15,3-3-1 0,4-1 5 0,0 0-2 16,4 0 3-16,2-1 3 0,-1-1 2 0,19 0 1 16,2-2-1-16,4 2-3 0,-2 0 9 0,-4 1-4 15,-2-1 5-15,1 2-16 0,-1 0 5 0,-2 0 0 0,1 0 2 16,-6 1-1-16,-4 1 5 0,-2-4-5 0,0 1 7 15,-1-1 15-15,-5-2 14 0,-1 0 5 0,0 1-1 16,-2 1-12-16,-2-2-23 0,-3 4-1 0,3-2-6 16,-24-2 0-16,-6 3-6 0,1-1 0 0,-6-2-2 15,-2 2-2-15,3-3-1 0,3-5-3 0,5-1-1 16,-2 17-22-16,8-8-26 0,2-4 5 0,3-3-15 16,4-2-29-16,4-2-33 0,3 0-8 0,2 0-12 0,1 0-87 15</inkml:trace>
  <inkml:trace contextRef="#ctx0" brushRef="#br0" timeOffset="-112153.56">23566 15011 602 0,'-2'-2'64'0,"0"0"1"0,-2 0-21 0,-16-9-6 0,-4 0-23 16,-4-2 3-16,6 4 21 0,5 3-4 0,0 1 8 15,1-1-13-15,1 2 16 0,-2 1-1 0,2-1 6 16,-2 0-4-16,4 2 3 0,-1 1-4 0,2-1 5 16,1 2-6-16,0 0 0 0,4 0-3 0,-1 0 1 15,3 0-7-15,1 0-6 0,2 0 0 0,0 0-5 16,-1 0-14-16,-1 0 0 0,2 0-2 0,0 2 2 0,0-1-4 15,2 1 4-15,0 2 0 0,2 0 2 0,4 7-10 16,3 2 15-16,11 2-10 0,14-2 11 0,3 0-18 16,8 0 9-16,-5-6-4 0,1 0 5 0,6 1-7 0,-3-3 5 15,1 5-4-15,-4-3 3 0,-4 4-5 0,-6 2 0 16,1 0 5-16,-2 6-3 0,-3-8 5 0,-4 0-1 16,-1 0-8-16,-3-1 5 0,-1 3-7 0,-3-2 1 15,-4 0 5-15,0-2-2 0,-3 4 6 0,-5-2-4 16,3-3 4-16,0 1-3 0,-1 2 10 0,-1 0 3 15,-4 0-5-15,-2-1 3 0,-2-1-11 0,-1-2 3 0,-16 5-1 16,-12-1 2-16,-1-2-8 0,-5 4 3 16,-1-2 2-16,-3 0 0 0,-2-1 7 0,1-1-7 0,3 2-3 15,-2-2 0-15,2 1-6 0,4 1 3 0,-2 0 2 16,6-2 1-16,3 2-4 0,4-1-1 0,4-1-1 16,0 0 0-16,5 0-1 0,4-1-15 0,2 1 0 0,3-1-7 15,3-1-18-15,3-1-19 0,0-3-8 0,0 1-6 16,0 0-48-16,2-2-36 0,0-1-20 0,0 3-15 15,0 0-167-15</inkml:trace>
  <inkml:trace contextRef="#ctx0" brushRef="#br0" timeOffset="-111639.14">24466 14615 958 0,'0'-1'86'0,"-2"-1"-91"15,1-2 92-15,-1 0-44 0,-2-3-34 0,-3-4-3 16,5 7 7-16,-2 0-4 0,2 1 11 0,0-1-2 16,0 2-12-16,1 0 8 0,-1 0-9 0,0 0 2 0,0 1 9 15,0-1-5-15,0 0 13 0,0 2 14 0,2 0-1 16,0 0 6-16,0 0 7 0,0 2-9 0,0 0-2 15,2 1-4-15,2 10-13 0,3 8-9 0,3 3 1 16,-1-2-4-16,2 4-3 0,-2-2-1 0,3 6-3 0,-3 0 1 16,0 1-6-16,0 5 10 0,1-1-4 0,-5 2 6 15,1-2-10-15,-1 4 13 0,-1-2-3 0,2 4 6 16,-1-2-10-16,1-4-2 0,-2-3 4 0,-1-6-2 16,1 2 6-16,0-6-2 0,-1 2 2 0,1-5-2 15,0-2 4-15,0-4-2 0,-3-6-5 0,1-1 2 16,-2-3-10-16,0-1 16 0,2 2 1 0,0 0 8 15,0-3 10-15,2 1-1 0,-1-2-4 0,1 0 1 16,0-2-8-16,-1-1-17 0,3-23 5 0,7-13-10 0,-2 0 6 16,2-6-4-16,2 2 4 0,-2-1-5 0,6-6 4 0,-3 0-6 15,3 0 2-15,5 1-2 0,-4 1 0 0,3 7 6 16,-3 0-4-16,-3 6 6 0,-2 2-5 0,-2 5-1 16,-2 4 0-16,-4 5-1 0,-1 4-2 0,-4 8-3 15,1-1-4-15,-1 8 2 0,6-5-10 0,-5 1-27 16,1 0-2-16,0 2-11 0,-2 1-21 0,0-1-59 15,-1 2 5-15,1 2-28 0,-2-1-42 0,0 5-126 16</inkml:trace>
  <inkml:trace contextRef="#ctx0" brushRef="#br0" timeOffset="-111325.36">25337 15093 926 0,'0'0'17'15,"0"0"1"-15,0-2 30 0,0 0-11 0,0 0 11 16,0 0-14-16,-2 0-9 0,0 0-7 0,1-1-1 16,-1-1-24-16,2 2 15 0,-2-5-6 0,0 1 10 15,-2-1-7-15,2 3 14 0,-1-2 7 0,-1 1 3 0,4 3 19 16,-9-2-13-16,-4 2-4 0,-2-9-2 0,0 2-4 16,-5 2-7-16,-1 3 4 0,1 2-6 0,-1 2 5 0,5 4-13 15,-5 1 3-15,1 5-6 0,-4 3 6 0,-1 1-6 16,-1-6 6-16,4 14-5 0,0 2 5 0,3 2 5 15,3 0-5-15,1-3 6 0,2 4-5 0,-2-4-8 16,4 1 5-16,5 4-5 0,-1-4 3 0,-10 2-4 16,6-2 0-16,4-4-1 0,1 3 2 0,4-3-1 15,2-1-3-15,2 1 2 0,2-1 3 0,1-3 3 16,3 3-4-16,1-2 4 0,0-2 11 0,-3-2 6 16,18-4 5-16,4 0-5 0,-2-1-2 0,0-3 5 15,-2-1-3-15,0-2 2 0,0 14-11 0,8-3-3 0</inkml:trace>
  <inkml:trace contextRef="#ctx0" brushRef="#br0" timeOffset="-110827.42">25326 15252 1919 0,'37'0'-4'0,"0"-2"-1"0,2-5-2 0,0 0 7 16,0-5-6-16,0 1 6 0,4 2 2 0,-6 0-8 16,2-1 6-16,-7 3-6 0,-1 0 2 0,-1 1 5 15,-10 0-1-15,3-1 3 0,-3 3-2 0,-13 2 3 16,3 2-2-16,-5 0 2 0,-1 0-3 0,0 0 9 15,-2 0-10-15,-2 2 9 0,0 0-4 0,-2 2-9 16,-8 11 11-16,-3 5-10 0,-16 1 7 0,-3-1-2 16,6 6-4-16,2-2 1 0,4-7 1 0,1-2-3 0,4-4 7 15,4 6-5-15,4-1 8 0,1-1-8 0,2-2 0 16,2-4-3-16,-7 3 4 0,2 1-4 0,1 0 3 16,3 0-5-16,3-2 3 0,0 2 6 0,1-2-5 15,3 0 5-15,2 2-1 0,3 0 0 0,0-2 2 0,0 0-2 16,3-1 1-16,1-1-3 0,0 0 3 0,-8-1-3 15,3-3 8-15,-7-1 1 0,1 0-1 0,0-1 2 16,-2-1 4-16,2 4-10 0,-2-4-2 0,0 1-2 16,-2 1-3-16,-26-2 2 0,-1 0-1 0,1 16 0 15,2-7-6-15,4-3-6 0,1-5 3 0,4-1-6 0,4-2-17 16,2 0-79-16,4 0-16 0,1 0-34 0,4 0-190 16</inkml:trace>
  <inkml:trace contextRef="#ctx0" brushRef="#br0" timeOffset="-110279.05">26277 15137 809 0,'-2'0'83'0,"-2"0"121"0,-14-4-101 0,-3-1-15 0,4-1-10 16,6 3 0-16,2 1-24 0,3 2-12 0,5 0-1 15,-3-2-6-15,0 2-22 0,0 0 3 0,3-2 0 16,-1 0 3-16,0 0 18 0,2 0 11 0,2 1-5 16,0-1 6-16,1 0-4 0,25-2-9 0,4-9-3 15,3 4-5-15,2-2-14 0,6 1-11 0,-2-1 7 0,5 2-10 16,-5 3 2-16,-2-1-9 0,0 1 1 0,-4 5-5 15,-1-5-9-15,-10 2-19 0,-2 1-2 0,-5-1-10 16,3-2-49-16,2 3-132 0,-9-1-32 0</inkml:trace>
  <inkml:trace contextRef="#ctx0" brushRef="#br0" timeOffset="-109536.81">27027 14606 581 0,'0'-2'135'0,"0"0"3"0,0 1-22 16,0-1-19-16,-4-9-40 0,-2-6-17 0,5 8 7 16,-3-1 2-16,2 5 0 0,0 1-5 0,0 0-17 15,0 1-4-15,1-1-2 0,-1 2-15 0,0 0 2 16,2 0-6-16,0 0 5 0,0 2-1 0,-2 2 0 16,0 2 9-16,-2 9-6 0,-1 19 9 0,-1 5-2 15,3-4-10-15,-1 2 6 0,0 4-1 0,0-1-3 0,3 2 1 16,-1 1-4-16,0-2 2 0,2-2 6 0,0 1 7 15,0-1-3-15,0-2 0 0,0 0 9 0,2-1-7 16,0-5 8-16,1 1-8 0,-1-10 6 0,2 5-4 16,0-9 5-16,-3-3-5 0,3 0 5 0,-2-7 1 0,-2-2 0 15,2 3-2-15,-2-5 3 0,2 2 1 0,0-1 1 16,1-1 9-16,-1-2-7 0,11 0 1 0,2-5-5 16,2-3-7-16,-1-33-9 0,1-1 2 0,2-5-3 15,-1 1 7-15,-1-4-13 0,5-1 6 0,-1 0-6 16,-3 0 15-16,3 3-15 0,-5 2 1 0,1 3-5 0,-2 2 0 15,-2 6-1-15,-2 3 4 0,-3 4-4 0,-3 1 1 16,-1 8 2-16,11-1-5 0,-8 5 2 0,-3 4-16 16,-2 5-9-16,-2 2-12 0,0 2 1 0,0-1-34 0,0-1-18 15,0 2-5-15,-2 0-5 0,0 2-20 0,0 2-2 16,0 0 4-16,-1 4-3 0,-10 14 8 0,1 0 43 16,7-3 0-16,3-2 18 0,2 2 27 0,2-4 4 15,3 0 2-15,3-2 1 0,3-2 11 0,13-3 1 16,4 1 2-16,-2-1-1 0,6-1 8 0,-8-3-2 15,-4 0-2-15,-1 11 0 0,-6-6 0 0,2 1 9 16,-1-4 1-16,-1-1 1 0,-2-1 3 0,-3-2 28 16,-4 0-1-16,-1 0 10 0,1 0-3 0,0 0 17 0,-2 0-8 15,-1 0 8-15,1 0-25 0,0 0-11 0,-2 2-4 16,0 0 0-16,-2 2 0 0,0-1-5 0,-11 20 3 16,-12 3-4-16,-3 1 3 0,0 1 2 0,2 4 0 15,2-2 1-15,0 1-7 0,3 3 6 0,4-1-6 0,6-2 6 16,0 1-9-16,6-2 3 0,1-1-2 0,-15-1 1 15,10 2-8-15,7 0 16 0,2-6-4 0,4 0 5 16,3 2-15-16,3-7 6 0,-1-1 0 0,2 1 2 16,-9-4-7-16,18 1-6 0,-1-3 0 0,1-3-2 15,4-1-5-15,2-7 1 0,2 0-3 0,-4 14 4 16,4-5-5-16,-2-5-3 0,4-4-4 0,-2-2 2 0,-2-4-4 16,0-1-1-16,-2-3-1 0,-4-1 0 0,-1-2-6 15,-8 9-6-15,-2-19-11 0,-1-1-1 0,-5 2-56 0,10 1-22 16,-3 1-11-16,-5-1-7 0,-3 2-66 0,-2 1-106 15</inkml:trace>
  <inkml:trace contextRef="#ctx0" brushRef="#br0" timeOffset="-109363.24">27155 15018 1151 0,'0'0'50'0,"0"-2"86"0,0 1-118 0,0-1 16 0,2 0-11 16,0 0 15-16,1 0 0 0,21-3-12 0,10-1 5 15,3 0-10-15,4 1-9 0,9-3 1 0,4 1-7 16,-2 0 5-16,-6-3-10 0,-3 3-21 0,-6 0-2 0,-7-1-11 16,-2 1-32-16,-12 3-192 0,-5 2-75 0</inkml:trace>
  <inkml:trace contextRef="#ctx0" brushRef="#br0" timeOffset="-108872.8">25235 15540 305 0,'0'0'18'16,"-2"0"-1"-16,0 0 23 0,0-2 9 0,1 0-1 16,-1 1 29-16,0-1-3 0,0 0-5 0,2-2 3 15,0 0-8-15,-2-9-7 0,0 2 3 0,0-4-4 0,1 1 3 16,1 1-6-16,0-2 6 0,0 4-6 0,0 1-1 16,0 7-9-16,0 1-8 0,0 0 1 0,1-2-20 15,-1 0 8-15,0 1-3 0,2 1 4 0,0 0-7 0,0 0-3 16,0 2 0-16,0 2 0 0,0 0 4 0,-1 2-3 15,1 3 4-15,4 12-3 0,-2-3 7 0,-3-3-3 16,-1 0-7-16,0-2 3 0,0-1-6 0,0-3-11 16,0 2 4-16,0-1-8 0,0 1-4 0,0-1-35 15,0-1-12-15,0 0-29 0,0 1-228 0</inkml:trace>
  <inkml:trace contextRef="#ctx0" brushRef="#br0" timeOffset="-107927.15">21687 14519 861 0,'-4'-4'43'0,"-18"-24"61"15,-10-9-68-15,1 6-4 0,1 1-10 0,-2 2 6 0,-1 4-21 16,1 2-1-16,-5 1-2 0,-2 5 2 0,-3-1-4 16,-1 8 4-16,-5-3 0 0,5 9 2 0,-3-3 7 0,-3-18-2 15,5 13 0-15,-3 7-3 0,3 6-6 0,-5 7 9 16,3 6-1-16,-4 6 3 0,3-14-3 0,-1 32 0 15,-4 6 0-15,2 8 1 0,-4-4 3 0,-3 6-4 16,3-1-3-16,4-4 2 0,3 2 6 0,10 0-16 16,6-2 7-16,3 2-10 0,5 4 3 0,10 2 4 15,2-1 2-15,6 6 1 0,3 2 4 0,-26-2-8 16,17 4 4-16,11-4-4 0,4-1 5 0,7-5 2 0,4-1-4 16,3-8 2-16,6 2-6 0,-13 0-2 0,25 1 3 15,8 1 0-15,1 0 4 0,1 0-7 0,8 0 0 16,-4-2-1-16,6-4 6 0,-2-3-4 0,1-6 3 15,3-4-4-15,1 1 1 0,-1-3 4 0,5-3-1 16,10-2 4-16,-7-5 6 0,16-3 0 0,0-3 9 0,-8-8-4 16,10-1 25-16,-8 26-10 0,2-19-6 0,7-12 0 15,2-4-12-15,6-3-11 0,-4-5 5 0,0-4-8 16,-3-3-1-16,-12-1 4 0,-1-1-4 0,-12-3 3 16,-4 3-7-16,-3-2 2 0,-4-2 1 0,2 22 1 15,-2-34-2-15,-1 3 3 0,1-4-3 0,-7-2 2 0,-4 2 1 16,-6-6 6-16,0-2 0 0,-1 1 0 0,0-3-3 15,-3 1 6-15,-6 1 2 0,-5-1 1 0,-3 2 8 16,0-7 3-16,-4-2-2 0,-4-9 1 0,-3-1-10 16,-2-2 1-16,26-4-2 0,-21 4 1 0,-7 0-4 0,-7-1 2 15,-8 8-6-15,-5 2 4 0,18 3-7 0,-39 2-1 16,-7 5 4-16,-16 3-4 0,5 1-9 0,-12 4-11 16,-1 3 3-16,1 5-6 0,-5 6-19 0,6 13-18 15,-6-20-13-15,-2 23-2 0,-8 14-65 0,-10 10-143 16,-1 9-29-16</inkml:trace>
  <inkml:trace contextRef="#ctx0" brushRef="#br0" timeOffset="-107164.45">18696 15219 673 0,'-2'-2'174'0,"0"0"-188"16,0 2 194-16,-17-9-95 0,3 1-59 0,5 3-6 0,1 1-5 15,5 2 5-15,1 0 14 0,0 1-24 0,1-1 2 16,-1 0-11-16,2 0-1 0,0 0 5 0,0 0 5 15,2 0 1-15,2 1 11 0,0-3-8 0,2 2 3 0,25-4-3 16,3-1 17-16,1-2-6 0,6 3 0 0,0 2-4 16,-3 3-13-16,-3-18-9 0,-9 12 1 0,-3 5-4 15,-3 4 4-15,-1 3 7 0,-2 3-3 0,0 1 4 16,-2-4-6-16,-8 14 6 0,-1-2 0 0,7-1 3 16,-3 1 8-16,-3 2 3 0,-3 1 0 0,0-1 1 15,-4-3-9-15,-4 1 3 0,-1-2 1 0,5 0 0 16,-24 2 0-16,2-1-4 0,-4 3 1 0,6-2-2 0,-4-4-8 15,0 0-3-15,4-2-2 0,1 2 2 0,4 0 4 16,6 0-2-16,2-2 0 0,3 0-2 0,1-2-8 16,-4 2 3-16,3-1-1 0,2-3 3 0,2 1-1 0,2-1-6 15,0-1 5-15,2-1-5 0,0-1 12 0,17 0-7 16,5-3 4-16,11 1-2 0,-5 0 12 0,5 2-13 16,4 1 2-16,-4 3-5 0,-1-1 3 0,-4 4 5 15,-4-1-1-15,-4 3 3 0,0 1-7 0,-7 1 8 16,0 0-6-16,-6 2 8 0,-1 1-3 0,-5-3-1 15,8 0 2-15,-3 2-2 0,-4-2 2 0,-3 1 3 0,-2 9-1 16,-5-5 3-16,-7 2-2 0,-2 2-10 0,-22-3 4 16,-6 3-5-16,-5-2 20 0,0-5-10 0,-1-2 5 15,-3-4-7-15,6 2 8 0,0-2-6 0,3 0 3 16,6 0-4-16,1-3 1 0,7-3-5 0,-1-1-3 0,6 11 0 16,2-4-10-16,7-5 3 0,6-4-4 0,1-1 2 15,4-1-22-15,1 2-30 0,-1-2-4 0,2 0-9 16,0 0-15-16,2-2-23 0,0 1-27 0,2-1-10 15,2-2-176-15</inkml:trace>
  <inkml:trace contextRef="#ctx0" brushRef="#br0" timeOffset="-106229">19041 15247 594 0,'-2'-8'66'0,"-15"-31"98"15,-1 2-106-15,1 2-18 0,4 9-13 0,2 2 1 16,4 7-19-16,1 6 14 0,2 2 3 0,1 1 2 0,-1 3-1 16,-2-1-6-16,-5-3 3 0,-6-1-4 0,4 5 2 15,-3 3-4-15,-10 2-6 0,0 9 4 0,-2 8-4 16,-2 7 9-16,-1 30 2 0,1 7 0 0,-4 8-6 0,1-2 2 16,0-2-4-16,-4 0 4 0,-1-4 2 0,7-3-3 15,-3-1 6-15,7-1-3 0,-1 0 26 0,-2-3-8 16,4 1 1-16,0-5-4 0,2-5-3 0,5-5-1 15,4-4 0-15,8-5-1 0,1 0-7 0,5-10-8 16,-11-3 6-16,5-4-6 0,3-2 9 0,4 0-6 16,2-1-4-16,2-5 1 0,9-1-4 0,20-2 4 15,3 16-2-15,1-8 1 0,4-10-13 0,5-8 8 0,2-3-3 16,8-8 4-16,2-1-7 0,6-4-4 16,9-2 3-16,-4 0-3 0,-6-2-1 0,-4 4-7 0,-11 2 2 15,-1 5-3-15,-4 2 4 0,-12 4-11 0,-5 0 1 16,-9 1-5-16,-2 1-7 0,-4 2-5 0,-4 1-4 15,1 1-1-15,-5 1-16 0,-1-4-27 0,0-1 2 0,2 4-10 16,1-5 0-16,-1 3-4 0,0-2-3 0,-2 1-2 16,-2-1-17-16,0 0-37 0,0-1-5 0,-4-1-12 15,-2-2-36-15</inkml:trace>
  <inkml:trace contextRef="#ctx0" brushRef="#br0" timeOffset="-106042.77">18978 15442 177 0,'0'-2'46'0,"-2"-7"-2"15,-7-40 72-15,-4 1-21 0,3 7 22 0,-3-2-14 16,0 10 1-16,4 7 1 0,2 7-5 0,1 6-16 15,4 8-10-15,0 1-10 0,2 2-2 0,-1-1-48 0,-1 1 10 16,0 2-6-16,0 2 8 0,2-1 3 0,0 53-5 16,2 2 7-16,2 3-7 0,-3 1-2 0,1-4-9 15,0 1 0-15,2 1-1 0,1 3 2 0,1 2 4 16,-2 2-7-16,-2 2 6 0,-1 0-12 0,3-2 3 16,0-6 0-16,0-3 0 0,-1-8-3 0,-1-11-2 15,-2 2 2-15,2-7-4 0,0-2-10 0,-2-5 0 16,2-2-8-16,-2-3 3 0,0-3-25 0,0 1-16 15,0-6-23-15,0-3-2 0,0-2-124 0,0-3-110 0</inkml:trace>
  <inkml:trace contextRef="#ctx0" brushRef="#br0" timeOffset="-105718.45">19256 15200 972 0,'0'0'109'15,"0"0"-5"-15,-1-2-40 0,-1 2 4 0,0 0-57 16,0 0-31-16,0 2 26 0,0 13-8 0,-3 32 15 0,3-1-13 16,2-3 8-16,0-1-3 0,0 1 4 0,0-2-8 15,0 2 11-15,0-2-3 0,0-2 7 0,4-2 1 16,-1-2 5-16,1 0-2 0,2-3 3 0,-1-6 11 0,3-2 4 16,-3-6 7-16,1-1-5 0,1-2 1 0,-3-6-2 15,-1-1 3-15,-3-6-2 0,4-1 5 0,7 7 18 16,4-1-9-16,2-3 11 0,1-4-18 0,5-9-6 15,3 3-2-15,3-38-1 0,7-5-5 0,-1-3-10 16,4-2 6-16,0-3-8 0,0-4-4 0,2-6-17 16,-4-2 4-16,-7-5-6 0,-2 3 2 0,-10 4-6 15,-1 6-7-15,0 11 4 0,-4 4-10 0,1 5-26 0,-1 4-5 16,-1 7-14-16,1 2-69 0,1 6-88 0,3 7-16 16,3 6-43-16,1 7-252 0</inkml:trace>
  <inkml:trace contextRef="#ctx0" brushRef="#br0" timeOffset="-104484.39">24739 16259 884 0,'0'0'22'0,"0"-2"51"16,0 0-71-16,0 0-2 0,0 0 1 0,0 0-1 0,0 0 3 16,0 1-4-16,0-1 1 0,-2 0-3 0,1 0 3 15,-1 0 16-15,0 2 0 0,0 0 9 0,0-2 22 16,0 2 7-16,0 0-1 0,1 0 1 0,-1-1-7 0,0 1-26 16,0 0 5-16,2-2-13 0,0 0-5 0,0 0 8 15,0 0-4-15,2 0 5 0,2 0-5 0,10-1 9 16,16-5 0-16,9-3 5 0,2 2 20 0,13-4-3 15,3 0 3-15,10-2-5 0,4 0 6 0,7-5 7 16,0-1-3-16,2-1 2 0,3 0-14 0,4 1-10 16,10-1 0-16,5 0-4 0,6-4-5 0,3 0-6 15,-5 0-4-15,0 3 1 0,-4 1-5 0,4 2-5 0,1 1 6 16,-1-1-6-16,-4 3 9 0,-12 4-12 0,-11 2 2 16,-8 2-6-16,-8 1 8 0,-5 3 3 0,-8 1-3 15,-6 0 2-15,-7 2-4 0,-5 0-3 0,-8 1 4 16,-3-1-4-16,-8 2 8 0,-2 0-8 0,-4 0 3 0,-3 0-4 15,0 0 8-15,-3 0-2 0,1 0-6 0,-2 0 1 16,0 0-12-16,-2 0-3 0,-7 0 5 0,-26 2-4 16,-4 1 5-16,-4 3-9 0,-3 3-1 0,-6 2-2 15,-2 2-12-15,-6 2 0 0,-8 2-2 0,-8 0 3 16,-10-1 6-16,-8 5 8 0,-3 1 0 0,2 2 3 16,1 0 13-16,-5 4 4 0,-8 0 2 0,-10 0-1 15,-4 0 0-15,0 0-2 0,10 1 3 0,5-3 1 0,2 2 19 16,6 0-12-16,-3-6 5 0,8-1-8 0,2-3 6 15,8-3-4-15,12-2-2 0,12-2 1 0,7-2 12 0,13-3-10 16,4 0 11-16,11-5-11 0,1 1 12 0,12-2-8 16,6 0 0-16,1 0-4 0,0 0-17 0,2 0-2 15,0 0-2-15,2 0 4 0,2 0 16 0,2 0-2 16,29-3 1-16,21-5-4 0,8-1-5 0,14-4 7 16,7-2-4-16,6-2 6 0,6-3 2 0,0-2 2 15,5-1 3-15,6 1-1 0,9-4 6 0,7 4-4 16,5-6 0-16,5-2-2 0,-8 2-2 0,-1-1 0 0,5-3 0 15,5 1 0-15,3 1-3 0,-4 2-6 0,-6 4 1 16,-13 2-2-16,-5 1-1 0,0 3 4 0,-4 1-4 16,-6 4 5-16,-5 2-4 0,-13 1-1 0,-14 5 6 15,-12 1-5-15,-7 0-1 0,-12 3 0 0,-11-1 1 16,-5 2 0-16,-8 0 4 0,-9 0 1 0,1 0-4 0,1 0 4 16,-2 0-3-16,-2 0-13 0,-2 0-3 0,-2 0-3 15,-36-2 0-15,-20 2 1 0,-7 4 9 0,-11 3-5 16,-11 2 7-16,-4 1 4 0,-5-1 0 0,0 0 2 15,5 0-2-15,-2 1 4 0,-9 3-5 0,-5-2 5 16,-10 4-5-16,-6 0 0 0,5-1-2 0,-1 5 0 16,-2 5-9-16,-5 0 11 0,-5 4-2 0,3 0 5 0,3-2 6 15,14-4 0-15,13 4 1 0,-2-3 0 0,7-3 2 16,8-3 1-16,1-6 4 0,25-6-1 0,9-3-2 0,15 0 2 16,17-2-5-16,5 0 5 0,7 0-2 0,5 0-22 15,-1 0 6-15,2 0-12 0,0 0 7 0,2 0 4 16,4 0 0-16,40-9 1 0,23-6 8 0,15-4-2 15,13-5-2-15,-1-4 0 0,10-1-4 0,6-3 13 16,9 1-3-16,16-1 6 0,6 0-17 0,6 3 9 16,0 1-3-16,-1 0 5 0,5 2-7 0,5 0-16 15,0 0-1-15,-6 6-5 0,0-1-9 0,6 3-37 0,0 1-47 16,-9 4-11-16,-11 0-279 0</inkml:trace>
  <inkml:trace contextRef="#ctx0" brushRef="#br0" timeOffset="-99841.09">1777 11166 49 0</inkml:trace>
  <inkml:trace contextRef="#ctx0" brushRef="#br0" timeOffset="-99349.08">1777 11153 474 0,'0'-8'13'15,"0"-10"-15"-15,0-1-8 0,0 1 13 0,0-3-8 16,0 6 6-16,0 4 1 0,2 0-5 0,-2 4 7 15,0-1-7-15,0 1 6 0,0 3 16 0,0 2-6 0,2-2 9 16,0 1-4-16,0-1 64 0,-1 2-15 0,1 0 26 16,0 0-40-16,-2 2-17 0,0 0 1 0,0 2-5 15,0 0 3-15,0 2 0 0,2 16-5 0,2 10 1 16,-1-2-11-16,1 2 6 0,0 5 0 0,0-4 0 16,-1 3-7-16,3-1-7 0,-2-7 5 0,1 2-4 0,3 0 7 15,-1-2-8-15,2 0-3 0,2 4 0 16,1-1-4-16,1 5 9 0,1 3-4 0,1 6 4 0,0 5-14 15,4 9 3-15,-4 7 1 0,-4 8 0 0,0 2-4 0,-4 0 3 16,-1 1-3-16,-2-8 4 0,-1-2 7 0,3-8-9 16,1 1-2-16,1 3-3 0,-3 0-4 0,-1 8 7 15,-4 1 6-15,0 12-2 0,0 4 9 0,4-3-9 16,3-3 1-16,-1-9-2 0,1-6 10 0,-1-4-3 16,-1 2-2-16,1-2-1 0,1 2-2 0,3 4 8 15,1 0-2-15,2 2 3 0,-2 3-8 0,0 8 3 16,2-6 2-16,-4-3-2 0,2-6-3 0,-1-10 5 15,-1-1-6-15,2 0 6 0,2 2 0 0,-4-2-7 0,2 0 8 16,-1-4-7-16,-1 4 11 0,-2-1-8 0,1-1 0 16,-1 2-3-16,-1-6-1 0,-1-1 1 0,1-1 1 15,-2-9-1-15,-1-1 1 0,1-7 8 0,-2 1-5 16,0 0 7-16,2 0-7 0,-1 1-9 0,1-1 4 0,0 1-5 16,-2-1 12-16,1-2-6 0,-1-2-5 0,2 2 0 15,-2-2 0-15,0 0-4 0,1 2 9 0,-1-6-6 16,0-2 2-16,-2-3 5 0,0-6-1 0,0-2 1 15,0 1-10-15,0-7 12 0,0 1-6 0,0 0 9 16,0-2-10-16,0 0-2 0,0-1 1 0,0 3-1 0,0 0 1 16,0 0-3-16,0-3-8 0,0 1 2 0,0 0-33 15,0 0-23-15,0-2-9 0,0 0-14 0,0 0-117 16,0 0-153-16</inkml:trace>
  <inkml:trace contextRef="#ctx0" brushRef="#br0" timeOffset="-97933.43">2405 14922 424 0,'-2'0'31'0,"0"0"-5"0,0 0 32 0,-5-2-4 0,-12-4-1 16,1 3-37-16,1 1 7 0,-4 0-7 0,1 0 8 15,3 2-6-15,-3 0 6 0,1 0 7 0,1 0-3 16,-5 2 11-16,5 0-16 0,5 0 3 0,0 0-6 16,2-1 17-16,-2 3-4 0,5-2-7 0,1 0 1 15,1 0-15-15,3 0 4 0,-1-1 8 0,2 1-4 16,0 0 9-16,0 0-1 0,1 0-2 0,-1 2 2 15,2-1 7-15,0 1-13 0,2 0 0 0,-1-1-5 0,1 5 3 16,24-1-11-16,0 2 5 0,0-1-6 0,8-1 10 16,-3 4-17-16,3-3 6 0,6-1-9 0,1-1 11 0,4-2-6 15,7-1 4-15,4 3-6 0,3-2-1 0,12-3 4 16,-3 29-4-16,14-19 6 0,-4-11 0 0,0-3-2 16,0-5 2-16,-6-3-4 0,3 2-2 0,6-1-3 15,8 1 3-15,4 4-2 0,6-3 2 0,-1 3 5 16,-9-1-5-16,-3-1 4 0,-5 3-7 0,3-2 3 15,5 4 4-15,7 1-4 0,3-1-5 0,-1 0 5 16,-5 2-2-16,-7 0 4 0,-5 2 2 0,-5 0-6 16,0-1 3-16,1 3-3 0,4 0 9 0,-3 0-4 0,0-1-3 15,0-1 0-15,-11 2-1 0,-6-2 1 0,-5 0 2 16,-10-1 1-16,1-1 13 0,-1 0-13 0,-3 0 4 16,-2 0-8-16,0 0-2 0,-6 0 9 0,2 0-2 15,-5 0 5-15,-1 0-9 0,-3 0-13 0,-2 0 1 0,-4 0-7 16,-7 0-25-16,0 0-121 0,-4 0-80 0</inkml:trace>
  <inkml:trace contextRef="#ctx0" brushRef="#br0" timeOffset="-95843.78">3320 13533 274 0,'0'-2'53'0,"0"-2"11"0,4-33 12 0,0 4-34 15,-1 5 10-15,1 6-22 0,0 1-11 0,-1 1 5 16,1 3-5-16,-2 2 12 0,0 2-2 0,0 2 6 16,-2 4-2-16,0-1 11 0,0 5 9 0,0 1-3 15,0-2 4-15,0 0-11 0,-2 2-14 0,0 1 5 16,0 1-6-16,-2 0 7 0,-10 3-6 0,-7 8-2 0,1 4 0 16,-3 21-9-16,1 10-6 0,-2 2 0 0,0 2 0 15,-2 8 5-15,0 0-12 0,-6-6 5 0,-1-1-7 16,-4-2-1-16,-4-8 15 0,6 1-10 0,-3-5 13 15,-1 4 1-15,-5 0-3 0,-1 2 5 0,-3 3-5 0,9 1-5 16,6 1 2-16,1 0 0 0,8 6 1 16,-2-6-5-16,6 1-3 0,3 1-3 0,2-8 1 0,2 9-12 15,4-5 9-15,-1-5-3 0,3 2 5 0,0-4-9 16,-1 1 4-16,3 1-3 0,-3-2 3 0,1 0 0 0,1 0 5 16,-1-3 0-16,-1-3 2 0,1-3-7 0,1-1 0 15,1 1 1-15,-1-8 0 0,2 1 5 0,1-3-1 16,-1-3-4-16,-7-1 1 0,3-4-3 0,5-5 3 15,1-1 2-15,0-3-1 0,0 3-9 0,0 1 6 16,2-5-5-16,0 2 5 0,0 0-5 0,0-1 5 16,0 1 4-16,0 0 0 0,0-1-2 0,0 1 2 15,0-2-1-15,0 0 3 0,0 2 4 0,0-1-6 0,0 1-4 16,0-2-1-16,0 0-25 0,0 0-67 0,0-1-9 16,0 1-25-16,0 0-82 0</inkml:trace>
  <inkml:trace contextRef="#ctx0" brushRef="#br0" timeOffset="-94966.54">3233 11297 72 0,'0'-1'36'0,"0"-1"-27"0,0 0 38 0,0 0-12 0,0-13-4 16,-2 4-3-16,0 0-1 0,2 3-2 0,-2-1-8 15,2 4 5-15,0 1 0 0,0-2 0 0,0 3-19 0,0 1 10 16,-2-2-6-16,1 0 7 0,-1 1-3 0,2-1-1 16,0 0 6-16,0 0-1 0,0 3 17 0,0-1 3 15,0 0-8-15,0 0 6 0,0 0-1 0,0 0-15 16,0 0 14-16,0 1-13 0,0 1 21 0,0 0-15 15,0 1 2-15,0 1-5 0,0 2 2 0,-2 3-13 16,-2 16 4-16,0 3-7 0,1 0 0 0,-1 0 1 16,2-2-8-16,0 0 6 0,0-2 0 0,1-1-6 15,-1-3 6-15,2 1-6 0,0-1 3 0,0-1-1 0,0 4 6 16,2-1-5-16,-1 2 6 0,3 2-8 0,0 4 3 16,0 0-4-16,1 4 2 0,3 5 0 0,-3 0 1 15,1 6 1-15,1 5 3 0,-1 2 6 0,-1 6-6 16,-1-1 5-16,0-4-14 0,-1 1 3 0,-1-8-1 0,0 3 3 15,0-5 7-15,0-1-7 0,0-2 2 0,0 2-3 16,-1-4 0-16,1-2 7 0,0 1-4 0,2-3 3 16,0-1-10-16,1-3 9 0,1 5 0 0,-3-3 4 15,3-1-7-15,0 2-3 0,-1-3 6 0,1 1-3 16,1 0 12-16,-1-1-11 0,1 1-2 0,-1 0-1 16,1 9 0-16,-1-2 2 0,-3 2 0 0,1 2 0 15,-2-2 9-15,-2 5-9 0,-2 5 0 0,0 3-4 0,-1 0-5 16,-1 3 4-16,0 1 4 0,0 0-1 0,3-4 6 0,1-6-3 15,0 1-1-15,1-5 0 0,3 3-6 0,0-2 8 16,1-4-7-16,1-4 8 0,0-2-10 0,-1-1 10 16,3-1-2-16,-1-3 5 0,2 4-7 0,0 1-7 15,-1 1 5-15,-3 1-4 0,1 0 4 0,0 4 4 16,-3-2-7-16,1-1 5 0,-2 1-3 0,0 2-13 16,0 2-16-16,-1 1-7 0,-1-3-126 0</inkml:trace>
  <inkml:trace contextRef="#ctx0" brushRef="#br0" timeOffset="-93979.04">3224 13498 429 0,'0'0'41'0,"0"0"-5"0,0 0 17 0,0 0-3 16,-2 0-8-16,0 0-14 0,0 0 7 0,0 0-7 15,2 0 4-15,0 0-11 0,-2 0 2 0,2 0 3 0,0 0-2 16,0 0 0-16,0 0 10 0,0 0-3 0,0-2 5 16,0 0-5-16,0 0 5 0,0 0-3 0,0 0 3 15,0 1-16-15,0-11 3 0,0-2 0 0,2 1 1 16,2-2 3-16,0 0-18 0,3-2 3 0,2-1-8 16,2 1 7-16,-3-2-2 0,18 1 5 0,5-1-4 15,-1-3-1-15,7 1-2 0,6-1-5 0,3 0 3 16,4 0 1-16,4-1-4 0,-5-1 2 0,1-2-2 0,2-2 11 15,-4-1-7-15,2-3 0 0,4 2-3 0,0 1-3 16,3-3 2-16,5 1 3 0,3-1-1 0,5 0-4 16,4 1 8-16,3-1-8 0,-5-1 8 0,-3-2-8 0,-1 1 4 15,-3 1-4-15,0 5 3 0,0 2-6 0,4 5 6 16,3 1 3-16,3 1-2 0,1 3-9 0,0 1 8 16,0-2-4-16,-3 0 6 0,-7-1-4 0,-1 1 3 15,-2 2 3-15,1 2-1 0,1 0 7 0,1 2 7 16,1 0-3-16,6 4 3 0,-1-4-12 0,-5 1-6 15,-4 3 3-15,-7-2-3 0,-6-1 4 0,-2 3-5 16,-3-1 2-16,-3 3-2 0,-1-3 7 0,-4 3-4 16,-1 1 3-16,-5 0-3 0,1 3 7 0,-6-1-8 0,-6 0-9 15,-3-9-4-15,-8 5-58 0,-1 2-71 0,-6 4-41 16</inkml:trace>
  <inkml:trace contextRef="#ctx0" brushRef="#br0" timeOffset="-93201.42">3558 11351 322 0,'0'-2'11'15,"-2"1"-2"-15,0-3 15 0,-5-22-3 0,1 2 0 16,2 1-21-16,1-1 2 0,1 8 1 0,0-5 2 16,2 4 1-16,0 3-9 0,0-5 3 0,0 8-5 15,0 2 7-15,0-1 4 0,0 7 7 0,0-1-1 16,0-2 19-16,0 3 6 0,0-1-10 0,0 0 8 0,0 2-9 15,0 1 12-15,0-1-3 0,2 2 2 0,0 2-12 16,-1 1 4-16,3 29-4 0,-4-1 2 0,0 8-15 0,-2-2-7 16,2 1 1-16,-3-1-2 0,-1 2 1 0,0-2-1 15,0 2 1-15,3 0-2 0,-3 4-7 0,-2 1 14 16,1 4-4-16,-3 4 8 0,1 0-10 0,1 6 13 16,1 5 3-16,-1 4 3 0,2-2 9 0,1-4-20 15,1-3 3-15,2-4-7 0,0-2 10 0,-2 3-11 16,0 3 2-16,0 1-4 0,0 6 8 0,1 8-7 15,1 3-1-15,0 5-2 0,0 3-1 0,0-2 2 16,0-4-3-16,0-4 2 0,0-2 0 0,-2 6 2 0,2 2 1 16,0 11-1-16,0 4 0 0,0 5-3 0,3 0 6 15,3-10-5-15,1-9 8 0,5-10-8 0,1-8 4 16,1-2-4-16,3 0 7 0,0 1-3 0,1 1 3 0,1 7-4 16,-4-1-2-16,2 5-1 0,-4-1-3 0,0-6 2 15,-4-4 4-15,0-2-4 0,-1-3 4 0,-1 1-5 16,-1 2 5-16,-5 1-1 0,3 1 2 0,-2 0 0 15,4 0 10-15,1-2-6 0,-1-3-1 0,-1-8 0 16,3-4 2-16,-1-1-5 0,0-6 4 0,-1-9-4 16,0-1 7-16,-1-6-11 0,-1-5 4 0,0-1-6 0,-1-4 2 15,-1-4-11-15,0-3-11 0,0-1-2 0,0-1-47 16,-2-2-20-16,2 2-27 0,-1-3-9 0,1 1-201 16</inkml:trace>
  <inkml:trace contextRef="#ctx0" brushRef="#br0" timeOffset="-92243.66">3589 13212 277 0,'-2'-2'70'0,"2"0"-61"0,-1 0 79 0,-1-2-32 15,2 1-23-15,-2-7-4 0,0 1-7 0,0 0 5 16,0 0 0-16,0 1-12 0,1 3 6 0,-1-3-7 16,0 3 13-16,2 1-8 0,-2 0 10 0,0 0-10 0,0 1 8 15,0-1 7-15,-5-2 0 0,-8 5 5 0,2-3 4 16,2 2-6-16,-2 0 0 0,6 0-1 0,-6-7 5 15,-2 0-8-15,2 3 6 0,-2 1-8 0,0 1-8 0,2 2 4 16,-2 2-14-16,0 0 11 0,1 4-12 0,-3 1-2 16,4 1-1-16,0 3-2 0,0-7-3 0,4 17-1 15,-1 1 4-15,3-1-4 0,1-1 3 0,3-3-4 16,1 0 0-16,-8-2-1 0,5-4 5 0,-1 2-4 16,4-3 0-16,1-1-1 0,1-1 0 0,0-3 9 15,0 1 4-15,0-2 0 0,0 0 8 0,3 2-5 16,1-3-3-16,13 9 1 0,1-3 0 0,-1-3-9 15,3-2 8-15,1-2-10 0,1-4 0 0,-1 0 10 16,-7-1-11-16,7-5 11 0,-8 3-7 0,-4 1-1 0,0-1 5 16,-7 0-3-16,4-8 9 0,-4 0-8 0,1 0 1 15,8 0-4-15,-3 0 7 0,-4 0-12 0,-4 1 7 16,0 1-8-16,-2 0 11 0,-2 1-1 0,0-1-3 0,-1 2 0 16,1 4-4-16,0 1 1 0,-5 1 4 0,0 3-3 15,-8-2-5-15,2-7 7 0,2 4-7 0,-7-1 7 16,5 5-14-16,-4 1 8 0,-1 2-1 0,3 3 2 15,2 3-2-15,2 1 3 0,2-3-3 0,0 20 1 16,2 0-1-16,1 0 0 0,3 2 0 0,3 0 0 0,-15-1-9 16,6-1 4-16,6-2-4 0,3-2 4 0,2-1 3 15,2-2-5-15,1-4 6 0,3 0-7 0,-1-2 9 16,-1-6 1-16,11-1-2 0,2 0 0 0,5-2 2 16,-3 11 7-16,5-2 1 0,2-7 0 0,-2-4-11 0,2-2 8 15,-2-6-4-15,-4-1 7 0,4-4-4 0,-9 2 4 16,4 3 0-16,-4-12-1 0,-12-2-1 0,5 1-3 15,5 3 8-15,-2-1-7 0,-4 1 6 0,-1 1-7 16,-4-2-1-16,-2 6 0 0,-2-2 1 0,-2 2 5 16,1 4-2-16,-1 2 3 0,-4 1 2 0,-14-9-15 15,-2 4 7-15,-2 4-8 0,-2 5 4 0,0 4 0 0,1 3-6 16,-3 5 4-16,2 3 5 0,6-2-7 0,-1 4 7 16,7-12-7-16,1 16 8 0,6 1-3 0,1-1-3 15,4-1 0-15,-9 1-4 0,6-4 0 0,1 0 0 16,3-4-1-16,1 0-11 0,2-2 13 0,0-1-6 15,2 1 8-15,0-5 3 0,1-2 5 0,20 12 2 0,4-4-3 16,-2-7-8-16,1-3 7 0,3-3 3 0,-1-7 3 16,-2-1 2-16,2-4-7 0,-6 2 3 0,-1 12-2 15,-7-16 11-15,-4-2-14 0,-5 1 5 0,6 1-6 16,1-2 14-16,-7 3-11 0,-3 1 4 0,-2 2-7 16,-2 2 4-16,0 3 5 0,-1 1-10 0,1 3 9 0,-6 2-7 15,-14-13-7-15,2 6 6 0,-3 5-7 0,-1 4-2 16,4 2 14-16,-1 2-7 0,1 3 8 0,3 1-6 15,2-1 1-15,4 1 4 0,6-5-5 0,-1 1-3 16,4 0-1-16,0 3-2 0,-3 1 1 0,-3 3-6 0,5-2 11 16,1 0-2-16,2 1 4 0,2-3-6 0,3 4-36 15,1-3-17-15,5-1-16 0,15 1-155 0</inkml:trace>
  <inkml:trace contextRef="#ctx0" brushRef="#br0" timeOffset="-88793.86">5060 15601 821 0,'0'-1'110'0,"-2"-1"236"0,2-2-320 0,-6-11-1 0,3 6-3 15,-3 0 0-15,2 1-14 0,3 3 10 0,-1 1-8 0,0 0 8 16,0 0-14-16,0 1-4 0,0 1-1 16,0 0-1-16,2 0 2 0,0 0 7 0,0 2 9 0,0 2-4 15,0 0 8-15,0 0 4 0,2 28-8 0,-2 1 8 16,2 2-8-16,0 5 0 0,-2-1 4 0,0 0-3 16,0-2-1-16,0-1-3 0,6-1-3 0,-1-5 2 15,3-4-3-15,3 0 11 0,-2-3-6 0,0-5 6 16,1-1-15-16,-9-11 22 0,14 1-6 0,6-3 12 15,-3 11 0-15,5-2-3 0,-5-5 5 0,3-6-5 0,1-4-4 16,2-7-7-16,0-6-2 0,-2 1 0 0,1-20 4 16,-1-3-10-16,-2 0 4 0,-1-1-5 0,-1-1 2 15,-3 0-6-15,-2 4 1 0,-2 3-3 0,-3 1 0 0,-3 3 6 16,-1-3-5-16,-2 7 4 0,17-2-8 0,-8 2-22 16,-8 6 1-16,-1 3-11 0,-2 8-24 0,0 1-42 15,0 4-3-15,-2 1-15 0,1-1-51 0,-1 2-117 16,0 0-31-16</inkml:trace>
  <inkml:trace contextRef="#ctx0" brushRef="#br0" timeOffset="-87734.07">1952 12250 216 0,'-2'0'30'16,"0"0"53"-16,-2 0-57 0,-7-2 6 0,-4 0 5 15,2 2 3-15,-3 0 32 0,-1 0 9 0,2 0-3 16,-2 0 3-16,1 0-14 0,1 0 6 0,0 0-9 0,2 0 6 16,2 0-28-16,3 0-1 0,5 0-3 0,-1 0 0 15,2 0-20-15,-2 2-11 0,1 0 8 0,1 0-7 16,0 0 10-16,0 0 3 0,0-1-10 0,2 1 9 15,2 0-8-15,2 0 4 0,11 0-3 0,22 2 1 16,5-4-5-16,10 0 8 0,8-4-3 0,-3-2 4 16,3-1-8-16,3-1 4 0,-2 1 0 0,2 0 1 0,-1 1-5 15,-5-1 8-15,4 1 2 0,1 0 1 16,5-1-2-16,1 1-11 0,-5-1 1 0,8 1-4 0,-12 1 4 16,-5-1 5-16,-4 3-5 0,-11-1 5 0,-2 0-10 0,-5 0 5 15,-6 1 2-15,-4-1 1 0,-1 0 1 0,-6 1-5 16,-1 1-1-16,-4 0 1 0,-1 0 13 0,-3 2-9 15,-3 0 9-15,-1 0-8 0,2 0 12 0,0 0-17 16,-1 0-8-16,-1-2-3 0,0 0-47 0,0 0-35 16,-2 2-7-16,0-1-9 0,-2 1-33 0,0 0-102 15,-2 0-28-15</inkml:trace>
  <inkml:trace contextRef="#ctx0" brushRef="#br0" timeOffset="-87422.7">3071 11931 1004 0,'0'0'38'15,"0"0"0"-15,-2 0 4 0,1-2-4 0,-1 0-9 16,0 0-4-16,0 0-21 0,0 2 9 0,0 0-13 16,0 0 12-16,1 0 0 0,1 0-5 0,0 0 3 15,0 0-12-15,0 2 13 0,1 0 2 0,1 0 4 0,2 0 0 16,0-1-1-16,7 7-3 0,6 1 3 0,-1 2 8 15,3 2 0-15,-2-7-1 0,1 12 0 0,-3-1-5 16,-4-2 5-16,0-2-2 0,-3 2 2 0,-1 2-7 0,-3-3-2 16,7 3 7-16,-2 0-4 0,-3 0 26 0,-4-1-8 15,-4 5 0-15,-6-3-4 0,-6 5-17 0,-5 1-8 16,-18-2-2-16,-6 0-1 0,-5 1-1 0,1-3-8 16,1 0-4-16,0-1-5 0,5-4-27 0,0-2-37 15,-2-4-3-15,10 0-12 0,-4-1-21 0,1-3-81 16,5-1-46-16</inkml:trace>
  <inkml:trace contextRef="#ctx0" brushRef="#br0" timeOffset="-87136.1">2032 12072 1125 0,'-2'-2'16'0,"-2"-2"18"16,-15-9-15-16,-5 2-16 0,-2 4 2 0,0 7-5 0,-3 5 0 15,1 8 5-15,-4-7 2 0,6 29 3 0,-2 2 8 16,2-3 8-16,-2 1-7 0,2-2 8 0,4-1-2 16,2-1 10-16,3-1-3 0,10-4 4 0,-3-2 1 0,7-5-3 15,-1-2 3-15,2-3-6 0,-9 1-19 0,3 0-13 16,5 0 5-16,3-4-7 0,0 0 8 0,3 0-1 15,3-3 0-15,18-5 2 0,17 20 4 0,4-10-5 16,7-10 1-16,1-3-2 0,11-5 0 0,1-3-12 16,3-3-17-16,5 0-3 0,-12 2-94 0,-7 0-147 15</inkml:trace>
  <inkml:trace contextRef="#ctx0" brushRef="#br0" timeOffset="-85183.01">5554 12282 347 0,'0'0'13'0,"0"-2"19"16,0 0-13-16,0 0 9 0,0 0-1 0,0 0 3 15,0 0-4-15,0 1-2 0,0-1-1 0,-2 0 2 16,0 2 11-16,0 0 5 0,0 0 7 0,-1 0-3 16,-1 0 4-16,-11 5 8 0,0 1-9 0,-2 3 9 15,1 2-8-15,1 1-8 0,-2-7 2 0,2 14-7 16,2 1-14-16,2-1-6 0,4-3-6 0,3 1 3 0,0-2 1 16,-7 0-3-16,4 0 0 0,1-2-1 0,4 0 5 15,2-2-3-15,0-2 4 0,2 0-3 0,0-1 5 0,0-5-7 16,0 1 10-16,11 5-8 0,7 3 14 0,1-5 1 15,1-3-5-15,2-4 4 0,0-2-13 0,0-4-1 16,0 1 1-16,-1-3 0 0,-5 1 4 0,-3-1-8 16,0 1 4-16,-6 1-6 0,-1 5 0 0,-5-14 11 15,-1-4-7-15,11 1 8 0,-3-1-5 0,-5 1-5 16,-1 1 4-16,-4 2-4 0,0-2 10 0,-2 4-9 16,-2 0-2-16,1 4-2 0,-3 0-7 0,4 1 6 15,-15 3-3-15,-1 1 4 0,-1 2-11 0,1-11 5 0,-1 4 1 16,2 3 2-16,1 3 3 0,-1 1-6 0,2 2 5 15,0 0-4-15,2 2 3 0,0 1-6 0,2 1-4 16,4 0 1-16,-3 3 0 0,3-3 0 0,0 14-2 16,3 1 1-16,-11 3 5 0,6-3-8 0,1-1 6 0,5-3-9 15,1 0 9-15,2-4-2 0,0 2 3 0,2 0-3 16,-1-2-7-16,3-1 11 0,0-3-2 0,1 0 4 16,-3-1 5-16,11-4-10 0,4 2 5 0,0-3-6 15,-1 11 9-15,1-3 1 0,0-4 1 0,-2-1 0 16,0-2-4-16,-1-2 6 0,-1-2-6 0,-1-2 8 0,-1-1 1 15,-4 1-7-15,1-1 9 0,-3 1-9 0,-3-2 3 16,7-5-1-16,-1-2-2 0,-3 0 2 0,-1 0-3 16,-2 0-3-16,-2 2 3 0,0 2-2 0,0 1 5 0,-2 1 2 15,-2 1-7-15,2 3 5 0,-12 1-10 0,-3-9 4 16,-2 0-1-16,-1 3 2 0,1 4-6 0,1 4 3 16,-1 2 0-16,2 2 1 0,-1 3 6 0,3 3-3 15,0-1-4-15,6-5 0 0,1 11-2 0,5-2-7 16,1-1 10-16,-2 0-10 0,-5 1 4 0,3-2 1 15,3 0-4-15,1 0 5 0,2-4-3 0,0-1 13 16,2 0-2-16,3 1 6 0,1-5 4 0,12 11-8 16,5-2 5-16,-3-5-6 0,4-5 7 0,-2-1-2 0,1-1-1 15,-5-3 0-15,-1 0-1 0,-6 0 3 0,-3 3 2 16,-3-1 0-16,-3 2 4 0,2-2-9 0,-1 0-13 16,-1-2-4-16,0 1-84 0,-2-1-119 0,-2 2-81 15</inkml:trace>
  <inkml:trace contextRef="#ctx0" brushRef="#br0" timeOffset="-84498.48">2815 10039 651 0,'0'-2'21'0,"-4"-15"-2"0,-3-11 50 0,3 6-6 16,0 5-2-16,1 2-1 0,-1 4-10 0,2 4-22 15,0-1 4-15,2 3-9 0,0 3 1 0,0-2-14 16,0 1 4-16,0-1-5 0,0 2 11 0,0 0-6 15,0 0 1-15,0 2 1 0,0 0 34 0,0 2 5 0,2 2 2 16,4 14-1-16,1 19-8 0,-1 8-16 0,-3 1 1 16,1 10-6-16,0-2 1 0,0 0-10 0,-3 2 2 15,1-12-4-15,-2 3 3 0,0-5-3 0,0-5 0 16,-3-5-3-16,1-6-9 0,0-6 3 0,2 1 1 16,0-5 0-16,0 1 3 0,0-2-5 0,2-4 3 0,0 0-3 15,-1-3 6-15,1-1-12 0,0 1-6 0,-2-5-1 16,0-1-25-16,0 0 0 0,2 2-4 0,0-1 0 15,0 1-16-15,-2-2-23 0,0 0-3 0,0 0-7 16,0-2-16-16,0-2-7 0,2 0-14 0,-1-2 2 16,5-12-48-16,3-12-41 0</inkml:trace>
  <inkml:trace contextRef="#ctx0" brushRef="#br0" timeOffset="-84139.89">3068 9987 102 0,'0'-2'75'0,"0"0"-28"15,1 0 73-15,1-2-16 0,-2 2-32 0,0-1-4 16,0 1 2-16,0 0-3 0,2-2 1 0,0 1-23 15,0-1-1-15,0 2-6 0,0 0 6 0,-1 2 2 16,1 0 1-16,0 2 0 0,0 0-3 0,0 2-14 16,0 9 1-16,3 9-6 0,1 4-3 0,1 2 0 15,1 1-1-15,1 3 2 0,0 3 4 0,1 2-6 16,1 1 0-16,-2 2-3 0,0-1-3 0,2 2 5 16,-1-2-3-16,-1-3 3 0,-2-3-9 0,1-5-5 0,-3-2 9 15,1-4-8-15,0 2 5 0,-1-7 3 0,1-2-5 16,-1-2 6-16,1-2 3 0,-2-2-7 0,-1-1 3 15,-1-3-4-15,0 1 4 0,-2-4 6 0,2 1 10 0,0 1-2 16,0 0 29-16,-1-2-14 0,3-1-6 0,0-1-2 16,0 0-18-16,-3 0-4 0,7-3-4 0,1-10 0 15,2-13-6-15,0-8 0 0,2-3 5 0,0-5-4 16,2-9-3-16,4-1 13 0,-1-7-10 0,5 0 11 16,-3-1-15-16,0 3 10 0,-1 8-3 0,-2 7 6 15,-4 4-5-15,0 7-3 0,-2 3-2 0,-7 4-2 0,1 5 3 16,-3 3 1-16,7 3 4 0,-3 3-4 0,-2 3-8 15,-3 3-31-15,-1 2-22 0,4-1-8 0,-2-1-117 16,0 2-61-16,0 0-80 0</inkml:trace>
  <inkml:trace contextRef="#ctx0" brushRef="#br0" timeOffset="-83280.41">3251 10976 465 0,'0'0'41'0,"-1"-2"37"0,-1 1-22 0,0-1-28 16,0 2-17-16,0 0 3 0,0 0-19 0,0 2 11 15,1-1-2-15,-1 3 4 0,-11 28-8 0,0 7-2 16,3 2 5-16,3 7-3 0,1-4 8 0,3 1-6 0,-1-1 7 16,2-3-6-16,0 2 2 0,2 2 0 0,0-3 1 15,0 3 1-15,0 3-1 0,2 4-3 0,4 6 2 16,-3-1 0-16,3 8 6 0,0-4-13 0,-1-1-2 15,1-1-2-15,-1-5 7 0,1 2 5 0,-2-4-1 0,1 2 0 16,1-4-5-16,-1 4 10 0,1 1-7 0,-1 5 8 16,-1 3-4-16,2 4-7 0,-1 3 13 0,3 6-12 15,-1-1 11-15,-1-3-2 0,1-5 0 0,1-9 2 16,-1-3 5-16,-1-1-5 0,-1 0-1 0,3 2 1 16,-3 1 14-16,3 6-13 0,-3 0 3 0,3 6-7 15,1 4 4-15,-4-3-6 0,1 3 7 0,0-5-6 0,-3-7 4 16,-1 1-4-16,-2-1-5 0,0 0 3 0,0 2-12 15,-4 4 8-15,1 2 2 0,-5 7 3 0,1-11 5 0,-1 7 5 16,3-5 2-16,-1-5 1 0,4 3 7 0,1-10-11 16,1-3 5-16,0-3-5 0,0 3 6 0,3 0-7 15,5 0-2-15,3 3-1 0,0 1-8 0,0 1 6 16,4 8-2-16,-2-5 4 0,4 3-9 0,-1-4 4 16,1-1-7-16,-2-4 5 0,2-2-8 0,-3-2 7 15,-2-4-1-15,-1 3 3 0,0-1-5 0,-4 2 0 16,3 0 4-16,-3 0-2 0,-1-1 0 0,-3-1 9 15,-1 0-9-15,2-5 9 0,1 0-3 0,1-6-1 0,0-4 1 16,-1 1-3-16,1-7 0 0,-1 1 5 0,1-5 2 16,1 1-1-16,1-2-14 0,-1-4 11 0,2 3-6 15,1-6 9-15,-1 1-14 0,0 3 11 0,-1-4-8 16,-1 0 10-16,1 1-4 0,-1-1-6 0,-1-2 9 0,-3-2-7 16,1 1 14-16,0-3-9 0,-1 0 8 0,-1-1-7 15,0-1 10-15,0-1-8 0,0-1 3 0,0-1-5 16,-2-2-4-16,0 0 1 0,0-1-1 0,2 3 4 15,-1 0 2-15,1 0-13 0,0-1-4 0,0-1-5 16,0 0-29-16,0 0-98 0,0 0-23 0</inkml:trace>
  <inkml:trace contextRef="#ctx0" brushRef="#br0" timeOffset="-81194.71">5596 11147 120 0,'0'-2'11'0,"0"0"19"0,0 1-16 16,0-1-13-16,0 0 0 0,0 0-5 0,0 0 0 15,0 2 20-15,0 0-2 0,0 0 7 0,0 2-5 0,0 0 3 16,0 0-3-16,0 1 3 0,-1 18 3 0,-1 1-7 15,0 6-1-15,0-4-3 0,2 0-11 0,0 2 0 16,0 0 0-16,0 2 0 0,0 2 13 0,2-1-16 16,0 5 10-16,-2 1-12 0,0 4 9 0,0 4-1 15,0 3-3-15,0 10 4 0,0 3 13 0,-2 5-10 16,0 4 5-16,0-1-8 0,0-4 4 0,0-2 3 16,2-7-4-16,0 0 3 0,0-4 2 0,0-3-3 15,0 1 1-15,0-2-3 0,0 1 1 0,0-1 9 0,4 2-1 16,2 1 3-16,1 1-9 0,2 7-5 0,-1-6-1 15,1 6 1-15,0-1 10 0,-3-4-5 0,0 2 2 16,-3-4-6-16,-1-4-12 0,-2 3 12 0,0-5-8 16,0 2 9-16,-2 3-3 0,0-1-1 0,1 2 3 0,-1-2-5 15,0 3 2-15,0-1 2 0,0 2 3 0,0 0 1 16,0-2 15-16,1 0 5 0,-1-2-4 0,2-5 3 16,-2-4 2-16,2-2-9 0,0-4 3 0,0 3-8 15,0-1-11-15,2 2 9 0,1 2 0 0,1 0 2 16,0 2-10-16,1 2 1 0,3-2-3 0,1 3 3 0,0 4-9 15,-1-3 5-15,-3 0-3 0,1 3 6 0,0-9-6 16,-1 3 9-16,3-1-9 0,-5-7 10 0,1-1-5 16,-2-5 1-16,0-4-1 0,1-2 0 0,1 1 6 15,0-5-7-15,1 1 11 0,-1-2-10 0,2-1 7 0,-1 1-12 16,1 2 3-16,1-1-3 0,1 1 7 0,-1-1-7 16,1-1 0-16,3 5 0 0,-2-3 9 0,0 1-8 15,1 1 0-15,-3-3-1 0,0 6-1 0,1-1 13 16,-1 1-8-16,1 2 8 0,-3-8-12 0,1 5 12 15,-2-9 0-15,1 1 3 0,1 2-4 0,-1-4-2 16,1-2-2-16,-1 0 1 0,-1-3-3 0,-2-3-4 16,0 1 7-16,0-2-7 0,-2-3 7 0,0 1-3 0,2 2-1 15,-1 0 1-15,1-1 3 0,0 1-4 0,0 0-2 16,0 0 1-16,0-1 2 0,-2 1-6 0,0 0 8 16,0 1-8-16,0 3 0 0,0-1 0 0,0 1 1 15,0-3 0-15,0 3 0 0,0-7-1 0,0 3-5 0,0 0 7 16,0 0 12-16,0-1-7 0,0-1 2 0,0 0-2 15,0 0 13-15,0 0-12 0,0-2 4 0,2 0-9 16,-1-2-5-16,1 0 7 0,0 0 2 0,-2 0 2 16,7-16 4-16,-1-3-3 0,-2-1-5 0,-2 0 1 15,-2 5-7-15,0-2 12 0,0 5-5 0,0 2 8 16,-4-4-9-16,2 5-4 0,0 1 3 0,0 3-5 0,0 1 5 16,-1-1 1-16,-1 1 2 0,-3-1-1 15,1 1 4-15,-3 1-7 0,1-1-2 0,3 2-1 0,-6 1 3 16,3 1 3-16,-1-2 2 0,-2 2-1 0,9 0 12 0,-5 1 3 15,-1-1 3-15,6 0-2 0,-3-2 5 0,1 0-17 16,0 1 1-16,1-1-7 0,1 2-11 0,0 0 6 16,0 0-2-16,0 1 3 0,0 1-1 0,0 0 3 15,1 1-2-15,-1 1 3 0,2 2-4 0,0 3 2 16,0 14 1-16,0-4 1 0,0-1-4 0,2 3 6 16,-1-6-6-16,3 2 5 0,0-4-5 0,0-2-2 15,-1-1 8-15,-1-5-5 0,4 5 12 0,-6-6-4 0,3-1-1 16,9 9 1-16,-1-3 5 0,2-1 3 0,-2-4 4 15,4-1-2-15,-6-1 5 0,0-1-6 0,2-3 2 16,-3 0-4-16,-1 0-2 0,2-9 5 0,3-5-9 16,-5 1 8-16,-1-1-7 0,-3 1 8 0,-1 2-1 0,-2 2 1 15,0 0-9-15,0 2-1 0,-2 0-2 0,-1 0 1 16,-1 1 4-16,-2 3-11 0,3 1 5 0,-1 3-7 16,-5 1 7-16,1 0-7 0,-5-7 5 0,-2 1-7 15,-1 3-1-15,-1 1 1 0,0 2 2 0,1 2 1 16,-1 2 3-16,4 0-6 0,2 2-2 0,-2-1 0 15,5 1 12-15,5-2-12 0,-3 1 3 0,4-3-7 0,0 10 6 16,-1 3 5-16,1-2-4 0,-8 0 3 0,3 0-12 16,3-3 12-16,1 1-3 0,-1 2 4 0,2-2-1 15,2 4 3-15,0-2 0 0,0-1 1 0,2 1-9 0,0-4 7 16,0-1-6-16,-1-2 7 0,1-4-2 0,11 9-4 16,2-2 9-16,0-1-8 0,-4-2 8 0,2-1-5 15,-5-3 3-15,10 0-2 0,-3-3 11 0,0-5-5 16,2-3-4-16,-6 5 0 0,0-16-6 0,0 4 8 15,-2-5 0-15,-1 8 4 0,-7-1-2 0,11-1-8 16,-7 4 5-16,-1 2-4 0,-2 0 11 0,-2 3-12 16,0 1 2-16,0 1-4 0,-2 1 1 0,0 1 5 0,0 0-1 15,-2 1 1-15,3 3-12 0,-5-4-7 0,-3-2-9 16,0 3-1-16,5 3-52 0,-5-2-36 0,-1 2-11 16,7 0-20-16,-3 0-159 0</inkml:trace>
  <inkml:trace contextRef="#ctx0" brushRef="#br0" timeOffset="-80788.18">6943 14073 1074 0,'-2'-2'24'0,"0"-1"29"0,2 1-39 0,-8-9 7 16,3 1-9-16,1 5 10 0,2 1-3 0,0 0-10 16,1 1-1-16,-1-1-3 0,-2 2 3 0,-3 0 5 15,-12 2 5-15,-1 10-3 0,-5-7 12 0,-2 38-4 16,-3 2 4-16,4 1-5 0,2 7 1 0,0-5-9 0,1 0 2 15,3 1-3-15,-1-10 9 0,8-4 2 0,6-1-4 16,1-8 1-16,-8 0-5 0,4-2-8 0,5-3 8 16,5-2-8-16,0-4 3 0,3 2 13 0,3-6-3 0,0-2 8 15,8-1-8-15,14-2-4 0,6-1 0 0,1 18-1 16,0-8 0-16,-1-8-5 0,1-5-3 0,2-2 1 16,-3-1-5-16,-3-3-35 0,-1-1-6 0,-4-1-15 15,-6 1-51-15,-7 1-3 0,-2-1-49 0,-3 1 5 16,-4-10-256-16</inkml:trace>
  <inkml:trace contextRef="#ctx0" brushRef="#br0" timeOffset="-80648.06">6948 14032 283 0,'0'0'144'0,"-2"0"-143"15,0 2 155-15,1 0-66 0,-3 0-18 0,-4 7 1 16,7 23 2-16,-7 3-6 0,-1 4-16 0,3 4-14 16,4 3 2-16,-1 1-7 0,-21 3 5 0,14-4-7 15,7-1-4-15,3-6 0 0,3 0-3 0,1-4-15 16,2 2 3-16,-1 0-10 0,-1 0-29 0,0 2-106 15,-4 4-43-15</inkml:trace>
  <inkml:trace contextRef="#ctx0" brushRef="#br0" timeOffset="-80074.99">3951 14198 217 0,'0'0'90'0,"-1"-2"-61"15,-1 0 95-15,0 0-31 0,-2 0-17 0,-11-7-27 16,-5-4 10-16,-1 2-16 0,-1 0 17 0,2 3-9 16,-1 3-11-16,-1-1 2 0,2 4-18 0,-3 2 4 15,5 0 7-15,-5 0-4 0,3 2 12 0,3 0-4 0,4 0 3 16,4 0-5-16,3 0-8 0,-3-1-4 0,2 1-2 15,1 0 1-15,-1 0-3 0,3-2-4 0,-3 2 1 16,3 0-1-16,0 0-1 0,0-1-5 0,1 1-6 16,-1 0 2-16,0 0-19 0,2 0 17 0,1 0-1 0,-1 0 8 15,2-1-2-15,0 3 8 0,0 0-2 0,2-2 4 16,-1 1 2-16,3 1-4 0,24 11 2 0,11-2-3 16,-7-6 5-16,8-3 3 0,-1-4-5 0,6 0 3 15,5-4-10-15,8-1-1 0,9-4 3 0,12-4-1 16,7-4 9-16,10-2-5 0,5 1 1 0,-3-3-3 15,-3 1-10-15,-4-1 4 0,-2 5-4 0,-2 1 3 16,0 2-9-16,4 2 10 0,-2 3-7 0,-12 3 8 0,-5 1-16 16,-14 2 10-16,-16 2-5 0,-3 0 8 0,-9 0 0 15,-6 0-2-15,0 0 1 0,-5 2-3 0,-3-2-9 0,-6 0 12 16,-1 2-4-16,-5-2 8 0,-2 0-5 0,1 0 16 16,1 0-14-16,0 0 11 0,-2 2-42 0,-1 0-50 15,-1-1-6-15,0 1-27 0,-1 0-123 0</inkml:trace>
  <inkml:trace contextRef="#ctx0" brushRef="#br0" timeOffset="-79684.14">5231 13771 1139 0,'-2'-2'36'0,"0"0"-14"0,-2 0 34 0,-3-2-7 16,-12-7-22-16,6 6-5 0,-2-3 2 0,14 8-4 16,-9-5-10-16,5 3 5 0,3 2-4 0,-4-2 5 15,4 2-2-15,-1-2-14 0,-1 0-2 0,2 0-5 16,0 0-2-16,0 1 15 0,1 1 7 0,-1 0 1 0,0 0 13 16,0 0 0-16,2 1-1 0,0 1 1 0,0 2-7 15,0 0-3-15,9 12 2 0,2-1-2 0,-5 2-8 16,20-4 0-16,-2 4-4 0,6-4 3 0,1 2 3 0,-3-2-11 15,4-2 6-15,-8-2-6 0,4 0 5 0,-2 1 0 16,2-3-5-16,-4 0 5 0,2 1-3 0,-2 1 5 16,-4-1-4-16,-3-1 3 0,-2 2-9 0,-4-1 6 15,0 1 1-15,-2 0 2 0,1-1-2 0,-5 1 5 16,-3-2 3-16,0 1 1 0,2-3 7 0,1 3 3 16,-1-1-3-16,-2 3 3 0,-2 1-14 0,-4 2 3 15,-7 3-12-15,-9 1 4 0,-21 4-37 0,0-5-34 16,-4 3-8-16,-7-1-10 0,-5-3-57 0,-14 4-264 0</inkml:trace>
  <inkml:trace contextRef="#ctx0" brushRef="#br0" timeOffset="-79327.19">3929 14103 283 0,'0'-2'71'0,"0"0"13"0,-2 0-26 15,2-1-32-15,-3-12-6 0,-1 0-8 0,2 4 5 16,0 0 4-16,2 3-1 0,0 1 18 0,0 1 11 16,0 3 0-16,0 1 4 0,0 0-1 0,0-2 8 15,0 0-1-15,0 1 4 0,0 1-1 0,0 0-13 16,0 0-1-16,0 2-5 0,-2 2-14 0,0 0-8 15,2 0 7-15,-14 24-4 0,-9 2 15 0,-5-4 1 16,2 2 4-16,-9 2 1 0,5-4 18 0,4 2 2 16,0-4-4-16,8-5 0 0,-3-1-28 0,12 1-18 0,-2-2-1 15,7 2-6-15,1-1-10 0,-1 1 5 0,-5-4-3 16,-1 4 5-16,5 1-16 0,5-1 10 0,3 5-1 16,7-5 5-16,8-6 5 0,36 2-27 0,7-4-35 15,12-7-13-15,12 32-267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329 209 1504 0 0,'1'-10'702'0'0,"0"0"1"0"0,1-1-1 0 0,0 1 0 0 0,0 0 0 0 0,2 0 0 0 0,4-11 0 0 0,-4 11 3 0 0,-1 0 1 0 0,0 0-1 0 0,0 0 1 0 0,-1 0-1 0 0,0-1 1 0 0,1-12-1 0 0,-3 21-496 0 0,-1-13 2328 0 0,0 16-2484 0 0,0-1 0 0 0,1 0 0 0 0,-1 1 0 0 0,1-1 0 0 0,-1 1 0 0 0,1-1 0 0 0,-1 1 0 0 0,1-1 1 0 0,0 1-1 0 0,-1-1 0 0 0,1 1 0 0 0,-1-1 0 0 0,1 1 0 0 0,0-1 0 0 0,0 1 0 0 0,-1 0 0 0 0,1-1 0 0 0,0 1 0 0 0,0-1 0 0 0,0 1 0 0 0,0 0 0 0 0,0-1 1 0 0,-1 2-1 0 0,-15 34 411 0 0,-21 36 0 0 0,-7 11-108 0 0,23-41-196 0 0,-2 0 1 0 0,-2-2-1 0 0,-35 42 0 0 0,40-53 25 0 0,1 1-1 0 0,1 0 0 0 0,-21 49 1 0 0,37-76-143 0 0,0 1 0 0 0,0 0 0 0 0,-1 0 0 0 0,1-1 1 0 0,-1 0-1 0 0,0 1 0 0 0,0-1 0 0 0,0 0 0 0 0,-7 4 0 0 0,10-7-40 0 0,-1 0 0 0 0,1 0 0 0 0,0 0 0 0 0,0 0 0 0 0,0 0 0 0 0,0 0 0 0 0,-1 0 0 0 0,1 0 0 0 0,0-1 0 0 0,0 1 0 0 0,0 0-1 0 0,0 0 1 0 0,-1 0 0 0 0,1 0 0 0 0,0 0 0 0 0,0-1 0 0 0,0 1 0 0 0,0 0 0 0 0,0 0 0 0 0,0 0 0 0 0,0 0 0 0 0,0-1 0 0 0,-1 1 0 0 0,1 0 0 0 0,0 0-1 0 0,0 0 1 0 0,0-1 0 0 0,0 1 0 0 0,0 0 0 0 0,0 0 0 0 0,0 0 0 0 0,0-1 0 0 0,0 1 0 0 0,0 0 0 0 0,0 0 0 0 0,0 0 0 0 0,0-1 0 0 0,1 1 0 0 0,-1 0 0 0 0,0-13-11 0 0,0 12 12 0 0,2-14 12 0 0,1 1-1 0 0,0-1 0 0 0,1 0 1 0 0,8-19-1 0 0,29-59-25 0 0,-27 65 26 0 0,67-163-20 0 0,0 0 84 0 0,-80 188-76 0 0,1 0 0 0 0,-1 1 0 0 0,0-1 1 0 0,1 0-1 0 0,0 1 0 0 0,0-1 1 0 0,0 1-1 0 0,2-3 0 0 0,-4 5-1 0 0,0 0 1 0 0,0 0-1 0 0,0 0 0 0 0,1 0 0 0 0,-1 0 1 0 0,0 0-1 0 0,0 0 0 0 0,0 0 0 0 0,1 0 0 0 0,-1 0 1 0 0,0-1-1 0 0,0 1 0 0 0,0 0 0 0 0,0 0 1 0 0,1 0-1 0 0,-1 0 0 0 0,0 0 0 0 0,0 0 1 0 0,0 1-1 0 0,1-1 0 0 0,-1 0 0 0 0,0 0 1 0 0,0 0-1 0 0,0 0 0 0 0,1 0 0 0 0,-1 0 1 0 0,0 0-1 0 0,0 0 0 0 0,0 0 0 0 0,0 0 1 0 0,0 0-1 0 0,1 1 0 0 0,-1-1 0 0 0,0 0 0 0 0,0 0 1 0 0,0 0-1 0 0,0 0 0 0 0,0 1 0 0 0,5 15 35 0 0,0 28-8 0 0,25 152 57 0 0,-23-164-32 0 0,1 1-1 0 0,2-1 0 0 0,27 59 0 0 0,-36-89-98 0 0,1 1 1 0 0,-1-1-1 0 0,1 0 0 0 0,-1 1 0 0 0,1-1 0 0 0,0 0 1 0 0,0 0-1 0 0,0 0 0 0 0,0 0 0 0 0,0 0 1 0 0,1 0-1 0 0,3 2 0 0 0,22 6-6644 0 0,-22-9 2790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280 152 5337 0 0,'0'-22'3744'0'0,"0"9"-2893"0"0,2-1 0 0 0,0 0 1 0 0,5-20-1 0 0,0 4 886 0 0,-7 11-238 0 0,0 13-1196 0 0,0 15-43 0 0,1 0-240 0 0,7 361 407 0 0,-17-221-326 0 0,0 232 28 0 0,11-249-81 0 0,4 41 167 0 0,-7-131-170 0 0,1-34-26 0 0,-1 1 1 0 0,1-1-1 0 0,1 0 0 0 0,1 15 0 0 0,2-12 52 0 0,-4-10-66 0 0,1 0 0 0 0,-1 0 0 0 0,1 0-1 0 0,-1 0 1 0 0,1 0 0 0 0,-1 0 0 0 0,0 0 0 0 0,0 0 0 0 0,0 0-1 0 0,1 0 1 0 0,-1 0 0 0 0,0 0 0 0 0,0 0 0 0 0,0 0 0 0 0,-1 0-1 0 0,1 0 1 0 0,0 0 0 0 0,0 0 0 0 0,0 0 0 0 0,-1 0 0 0 0,1 0-1 0 0,0 0 1 0 0,-1 0 0 0 0,1 0 0 0 0,-1-1 0 0 0,0 1 0 0 0,1 0-1 0 0,-1 0 1 0 0,1 0 0 0 0,-1 0 0 0 0,0-1 0 0 0,0 1 0 0 0,1 0-1 0 0,-1-1 1 0 0,0 1 0 0 0,0-1 0 0 0,0 1 0 0 0,0-1 0 0 0,-1 1-1 0 0,-16 8 8 0 0,0-1-1 0 0,-1-1 0 0 0,1 0 0 0 0,-2-2 0 0 0,1 0 0 0 0,0-1 0 0 0,-29 2 0 0 0,-45 10 15 0 0,77-9-8 0 0,15-2-31 0 0,11-2 29 0 0,100 4-19 0 0,59 6-20 0 0,-129-8 35 0 0,0 1-1 0 0,45 15 0 0 0,-80-20-3 0 0,4 2 6 0 0,0-1 1 0 0,0 1-1 0 0,0 0 0 0 0,0 1 0 0 0,-1 0 0 0 0,1 1 0 0 0,-1 0 1 0 0,0 0-1 0 0,9 8 0 0 0,-11-4 35 0 0,-1-1 0 0 0,0 1 0 0 0,6 14 0 0 0,-11-21-24 0 0,1 0-7 0 0,0 0 1 0 0,0 0-1 0 0,0 0 0 0 0,-1 0 0 0 0,1 0 0 0 0,-1 0 0 0 0,0 1 1 0 0,1-1-1 0 0,-1 0 0 0 0,0 0 0 0 0,0 0 0 0 0,0 1 0 0 0,-1-1 1 0 0,1 0-1 0 0,-1 0 0 0 0,1 0 0 0 0,-1 0 0 0 0,-1 3 0 0 0,0-1 7 0 0,0-1-1 0 0,0 0 1 0 0,0 0-1 0 0,0 0 1 0 0,-1-1-1 0 0,1 1 1 0 0,-1-1-1 0 0,0 1 1 0 0,1-1 0 0 0,-5 3-1 0 0,-7 2 44 0 0,0 0-1 0 0,0 0 1 0 0,0-1-1 0 0,-17 4 1 0 0,23-8-46 0 0,-41 15 155 0 0,-55 16 185 0 0,75-26-311 0 0,-8 1 40 0 0,-53 21 0 0 0,75-24-49 0 0,-17 7-66 0 0,31-11 22 0 0,0-1 0 0 0,0 1 0 0 0,0 0 1 0 0,1-1-1 0 0,-1 1 0 0 0,0 0 1 0 0,1-1-1 0 0,-1 1 0 0 0,0 0 0 0 0,1 0 1 0 0,-1 0-1 0 0,1-1 0 0 0,-1 1 0 0 0,1 0 1 0 0,-1 0-1 0 0,1 0 0 0 0,0 0 0 0 0,-1 0 1 0 0,1 0-1 0 0,0 0 0 0 0,0 0 0 0 0,0 0 1 0 0,0 0-1 0 0,0 0 0 0 0,0 0 1 0 0,0 0-1 0 0,0 0 0 0 0,0 0 0 0 0,1 1 1 0 0,0 0 1 0 0,0-1 0 0 0,1 0 1 0 0,-1 1-1 0 0,1-1 0 0 0,-1 0 1 0 0,1 0-1 0 0,-1 0 0 0 0,1 0 1 0 0,0 0-1 0 0,0 0 0 0 0,-1-1 1 0 0,1 1-1 0 0,0-1 0 0 0,0 1 1 0 0,0-1-1 0 0,2 1 0 0 0,1 0-4 0 0,8 2-4 0 0,1 0 0 0 0,0-1 1 0 0,0 0-1 0 0,26-1 0 0 0,58-9-30 0 0,4 0 52 0 0,-72 9 6 0 0,52 7 0 0 0,-81-7-18 0 0,0-1-1 0 0,0 0 1 0 0,-1 0-1 0 0,1 0 1 0 0,0 1-1 0 0,0-1 1 0 0,-1 0-1 0 0,1 1 1 0 0,0-1-1 0 0,0 1 1 0 0,-1-1-1 0 0,1 1 1 0 0,-1-1-1 0 0,1 1 1 0 0,0 0-1 0 0,-1-1 1 0 0,1 1-1 0 0,-1-1 1 0 0,1 1 0 0 0,-1 0-1 0 0,0 0 1 0 0,1-1-1 0 0,-1 1 1 0 0,0 0-1 0 0,1 1 1 0 0,0 0 7 0 0,-1 0 1 0 0,0 1 0 0 0,1-1-1 0 0,-1 1 1 0 0,0-1 0 0 0,0 0 0 0 0,-1 1-1 0 0,0 4 1 0 0,0-2 3 0 0,0-1 1 0 0,0 0-1 0 0,-1 1 1 0 0,1-1-1 0 0,-1 0 1 0 0,0 0-1 0 0,0 0 1 0 0,-1 0-1 0 0,-5 7 1 0 0,-2-2-5 0 0,-1-1-1 0 0,0 1 1 0 0,-1-2 0 0 0,0 0 0 0 0,-22 10 0 0 0,-71 21 0 0 0,18-7 47 0 0,31-15 4 0 0,44-14-48 0 0,0 1 0 0 0,0 1 0 0 0,-17 7 0 0 0,27-10-15 0 0,0 0-1 0 0,0 0 0 0 0,0 0 0 0 0,0 1 0 0 0,1-1 1 0 0,-1 1-1 0 0,0-1 0 0 0,1 1 0 0 0,-2 2 0 0 0,2-4 2 0 0,1 1 1 0 0,0-1-1 0 0,0 1 0 0 0,-1-1 0 0 0,1 1 0 0 0,0 0 0 0 0,0-1 1 0 0,0 1-1 0 0,0-1 0 0 0,0 1 0 0 0,0 0 0 0 0,0-1 0 0 0,0 1 0 0 0,0-1 1 0 0,0 1-1 0 0,0 0 0 0 0,0-1 0 0 0,0 1 0 0 0,0-1 0 0 0,1 1 1 0 0,-1 0-1 0 0,0-1 0 0 0,0 1 0 0 0,1-1 0 0 0,-1 1 0 0 0,0-1 0 0 0,1 1 1 0 0,-1-1-1 0 0,1 1 0 0 0,-1-1 0 0 0,0 0 0 0 0,1 1 0 0 0,-1-1 1 0 0,1 0-1 0 0,-1 1 0 0 0,1-1 0 0 0,-1 0 0 0 0,1 1 0 0 0,0-1 1 0 0,-1 0-1 0 0,1 0 0 0 0,0 1 0 0 0,14 5 0 0 0,-1-1 0 0 0,1 0 0 0 0,0-1 0 0 0,0 0 1 0 0,0-1-1 0 0,1-1 0 0 0,16 1 0 0 0,119-5-69 0 0,-62-1 86 0 0,-62 2 11 0 0,-19 1-19 0 0,1-1 1 0 0,-1 1 0 0 0,1 0-1 0 0,-1 1 1 0 0,1-1 0 0 0,-1 2 0 0 0,1-1-1 0 0,15 7 1 0 0,-23-8-3 0 0,-1 1 1 0 0,1 0-1 0 0,0 0 1 0 0,-1-1-1 0 0,1 1 1 0 0,-1 0-1 0 0,1 0 0 0 0,-1 0 1 0 0,0 0-1 0 0,1 0 1 0 0,-1 0-1 0 0,0 0 1 0 0,0 0-1 0 0,0 0 0 0 0,1 0 1 0 0,-1 0-1 0 0,0 0 1 0 0,0 0-1 0 0,0 0 1 0 0,-1 0-1 0 0,1 0 0 0 0,0 0 1 0 0,0 0-1 0 0,-1 1 1 0 0,-8 27 7 0 0,2-13-1 0 0,5-11-11 0 0,0 0 1 0 0,-1 0-1 0 0,1 1 1 0 0,-1-2 0 0 0,0 1-1 0 0,-1 0 1 0 0,-5 6-1 0 0,-10 8 1 0 0,-1-2 0 0 0,0 0 0 0 0,-1-1 0 0 0,-1-1 0 0 0,-37 19 0 0 0,-8 1-9 0 0,41-21 23 0 0,-2 0-1 0 0,-29 10 0 0 0,57-24-18 0 0,-1 0-1 0 0,0 0 1 0 0,0 0 0 0 0,0 0-1 0 0,0 1 1 0 0,0-1 0 0 0,0 0-1 0 0,1 0 1 0 0,-1 1 0 0 0,0-1-1 0 0,0 1 1 0 0,0-1 0 0 0,1 1-1 0 0,-1-1 1 0 0,0 1 0 0 0,1-1-1 0 0,-1 1 1 0 0,0 0 0 0 0,1-1-1 0 0,-1 1 1 0 0,1 0 0 0 0,-1 0-1 0 0,1-1 1 0 0,0 1 0 0 0,-1 0-1 0 0,1 0 1 0 0,0 0 0 0 0,-1 0-1 0 0,1-1 1 0 0,0 1 0 0 0,0 2-1 0 0,0-2 1 0 0,1 0 1 0 0,-1 0-1 0 0,1 0 0 0 0,0 0 0 0 0,0 0 1 0 0,-1 0-1 0 0,1 0 0 0 0,0 0 0 0 0,0-1 0 0 0,0 1 1 0 0,0 0-1 0 0,0 0 0 0 0,0-1 0 0 0,0 1 0 0 0,0-1 1 0 0,0 1-1 0 0,1-1 0 0 0,-1 1 0 0 0,0-1 0 0 0,2 1 1 0 0,12 2 8 0 0,0 0 0 0 0,1-2 0 0 0,-1 1 0 0 0,30-3 1 0 0,-18 1 26 0 0,-26 0-33 0 0,0 0 0 0 0,0 1 0 0 0,0-1 1 0 0,0 0-1 0 0,0 1 0 0 0,0-1 0 0 0,1 1 1 0 0,-1-1-1 0 0,0 1 0 0 0,0 0 0 0 0,0 0 1 0 0,-1-1-1 0 0,1 1 0 0 0,0 0 0 0 0,0 0 0 0 0,0 0 1 0 0,-1 0-1 0 0,1 0 0 0 0,0 0 0 0 0,-1 0 1 0 0,1 0-1 0 0,-1 0 0 0 0,1 0 0 0 0,-1 0 1 0 0,1 0-1 0 0,-1 0 0 0 0,0 1 0 0 0,1 1 1 0 0,3 34-11 0 0,-4-2 20 0 0,-3-1 0 0 0,-1 1 0 0 0,-9 41 0 0 0,4-31-19 0 0,-3 51-1 0 0,8 76 35 0 0,-6 67-66 0 0,7 39 136 0 0,6-139 64 0 0,-14-102-126 0 0,11-3-38 0 0,0-34 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749 89 480 0 0,'0'0'131'0'0,"0"-20"3780"0"0,0-1-2516 0 0,-1 14-636 0 0,0-1 1 0 0,1 1-1 0 0,1 0 1 0 0,1-12-1 0 0,-24 157 3161 0 0,13-70-3686 0 0,-19 74 1 0 0,25-128-6 0 0,0 1-1 0 0,0 0 1 0 0,2 0-1 0 0,0 0 1 0 0,1 0 0 0 0,2 24-1 0 0,-26-42-9 0 0,6 1-190 0 0,0 1 1 0 0,0 1-1 0 0,0 1 0 0 0,1 0 0 0 0,-36 8 1 0 0,-87 33 218 0 0,46-12 224 0 0,40-14-17 0 0,27-8-152 0 0,-1 0 0 0 0,-53 7 1 0 0,6-10-116 0 0,74-1-187 0 0,1 0 1 0 0,-1 1 0 0 0,1-1 0 0 0,1 0 0 0 0,-1 0 0 0 0,1 6 0 0 0,0-2 17 0 0,-4 158-28 0 0,-1-44-10 0 0,4-82 24 0 0,-9 244 44 0 0,8-282-49 0 0,1 0 0 0 0,0 0-1 0 0,0 0 1 0 0,0 0 0 0 0,0 0-1 0 0,0 0 1 0 0,0 0 0 0 0,0 0-1 0 0,1 0 1 0 0,-1 0-1 0 0,1-1 1 0 0,-1 1 0 0 0,1 0-1 0 0,0 0 1 0 0,0 0 0 0 0,0-1-1 0 0,0 1 1 0 0,0 0 0 0 0,0-1-1 0 0,0 1 1 0 0,1-1 0 0 0,-1 1-1 0 0,0-1 1 0 0,1 0 0 0 0,2 2-1 0 0,-2-2 4 0 0,1 0 0 0 0,0 0 0 0 0,0 0 0 0 0,0 0 0 0 0,0 0 0 0 0,0 0 0 0 0,1-1 0 0 0,-1 0 0 0 0,0 0 0 0 0,0 0 0 0 0,0 0 0 0 0,0 0 0 0 0,0 0 0 0 0,0-1 0 0 0,5-1 0 0 0,3-1 24 0 0,-1-1-1 0 0,1-1 1 0 0,-1 0-1 0 0,0 0 1 0 0,0-1-1 0 0,12-9 1 0 0,-12 8-10 0 0,1 0-1 0 0,0 1 1 0 0,0 0 0 0 0,18-7-1 0 0,-19 10-16 0 0,-4 1-7 0 0,1 0 1 0 0,-1-1-1 0 0,1 1 1 0 0,5-5-1 0 0,10-1 87 0 0,-11 10-1599 0 0,-2 5-3615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25 241 3057 0 0,'-11'-135'4677'0'0,"11"30"449"0"0,0 105-5023 0 0,0 8 161 0 0,1 169-132 0 0,-1 138 271 0 0,-7-134 458 0 0,-1 53-174 0 0,8-212-983 0 0,0-13-4249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28 135 2425 0 0,'0'0'197'0'0,"-28"0"8351"0"0,42-1-8257 0 0,0-1 0 0 0,0-1-1 0 0,24-7 1 0 0,-10 3-137 0 0,89-22 320 0 0,229-25 1 0 0,-338 54-366 0 0,-1-1 0 0 0,0 1 0 0 0,0-1 1 0 0,0-1-1 0 0,0 0 0 0 0,0 0 0 0 0,0 0 0 0 0,0 0 0 0 0,6-5 0 0 0,-10 6-100 0 0,-1 0 0 0 0,0 1 0 0 0,1-1 0 0 0,-1 0 0 0 0,1 1 0 0 0,-1 0 0 0 0,0-1 0 0 0,1 1 0 0 0,4 1 0 0 0,-3-1 383 0 0,-3-5-325 0 0,1 7 90 0 0,1 11 99 0 0,-5 1293 590 0 0,7-1122-725 0 0,-5-167-256 0 0,0 10 328 0 0,0-9-4527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64 864 0 0,'0'0'591'0'0,"-11"-7"2554"0"0,-52-23 998 0 0,43 20-2644 0 0,-10-4 864 0 0,29 13-2259 0 0,-1 1 1 0 0,1 0-1 0 0,0-1 1 0 0,-1 1-1 0 0,1 0 1 0 0,0 0-1 0 0,-1 0 1 0 0,1 0-1 0 0,-1 0 1 0 0,1 0-1 0 0,0 0 1 0 0,-1 0-1 0 0,1 1 0 0 0,0-1 1 0 0,-1 1-1 0 0,1-1 1 0 0,0 1-1 0 0,-3 1 1 0 0,3-2-100 0 0,0 1 0 0 0,1 0 0 0 0,-1-1 0 0 0,0 1 1 0 0,1 0-1 0 0,-1 0 0 0 0,1-1 0 0 0,-1 1 0 0 0,1 0 0 0 0,-1 0 1 0 0,1 0-1 0 0,-1 0 0 0 0,1 0 0 0 0,0 0 0 0 0,0 0 1 0 0,-1 0-1 0 0,1 0 0 0 0,0 0 0 0 0,0 0 0 0 0,0 0 0 0 0,0 0 1 0 0,0 0-1 0 0,0 0 0 0 0,0 0 0 0 0,1 0 0 0 0,-1 0 0 0 0,0 0 1 0 0,1 0-1 0 0,-1 0 0 0 0,0-1 0 0 0,1 1 0 0 0,-1 0 0 0 0,1 0 1 0 0,-1 0-1 0 0,1 0 0 0 0,1 1 0 0 0,0 1-5 0 0,1 1-1 0 0,-1-1 1 0 0,1 0-1 0 0,0 0 1 0 0,0 0-1 0 0,7 5 1 0 0,8 2 33 0 0,0-2 0 0 0,1 0 0 0 0,27 8 1 0 0,-14-5 52 0 0,-28-10-49 0 0,-1 1 1 0 0,1 0-1 0 0,-1 0 1 0 0,1 0 0 0 0,-1 1-1 0 0,0-1 1 0 0,0 1 0 0 0,0 0-1 0 0,0 0 1 0 0,-1 0-1 0 0,1 0 1 0 0,-1 0 0 0 0,0 1-1 0 0,3 5 1 0 0,-3-7-1 0 0,-1 1 0 0 0,0 0 0 0 0,0 0 0 0 0,0 0 0 0 0,0 0 0 0 0,0 0 0 0 0,0 0 0 0 0,-1 0 0 0 0,1 0 0 0 0,-1 0 0 0 0,0 0 1 0 0,0 0-1 0 0,0 0 0 0 0,-1 0 0 0 0,1 0 0 0 0,-1 0 0 0 0,1 0 0 0 0,-3 6 0 0 0,1-4-14 0 0,-1 0 0 0 0,1 0 0 0 0,-1 0 1 0 0,0-1-1 0 0,0 0 0 0 0,-1 1 0 0 0,1-1 1 0 0,-1 0-1 0 0,0 0 0 0 0,0-1 0 0 0,-5 5 1 0 0,-40 25-2 0 0,-24 20 22 0 0,45-31-44 0 0,18-15-390 0 0,0 0 0 0 0,0 2 0 0 0,1-1-1 0 0,0 1 1 0 0,1 0 0 0 0,-1 1-1 0 0,-9 15 1 0 0,7-4-1185 0 0,0-4-872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1 960 0 0,'0'0'1486'0'0,"-5"23"4319"0"0,-42-15-1803 0 0,43-7-3686 0 0,-17 6 723 0 0,20-7-991 0 0,0 0 0 0 0,1 1 0 0 0,-1-1 0 0 0,0 0 0 0 0,1 1-1 0 0,-1-1 1 0 0,0 0 0 0 0,1 1 0 0 0,-1-1 0 0 0,0 1 0 0 0,1-1 0 0 0,-1 1 0 0 0,1-1 0 0 0,-1 1-1 0 0,1-1 1 0 0,-1 1 0 0 0,1-1 0 0 0,-1 1 0 0 0,1 0 0 0 0,-1 0 0 0 0,2 0-20 0 0,0 0 0 0 0,1 0 0 0 0,-1 0 0 0 0,0 0 0 0 0,0-1 0 0 0,0 1 0 0 0,1 0 0 0 0,-1-1 0 0 0,0 1 0 0 0,1 0 0 0 0,-1-1 0 0 0,1 0 0 0 0,-1 1 0 0 0,0-1 0 0 0,1 0 1 0 0,2 0-1 0 0,-1 1 20 0 0,32 4 149 0 0,1-1 0 0 0,0-2 0 0 0,38-2 0 0 0,-37 0-103 0 0,-17 0 59 0 0,-1 1 0 0 0,33 7 0 0 0,-51-8-133 0 0,0 0 1 0 0,0 0-1 0 0,0 0 1 0 0,0 1 0 0 0,0-1-1 0 0,0 1 1 0 0,0-1 0 0 0,0 1-1 0 0,0-1 1 0 0,0 1-1 0 0,0-1 1 0 0,0 1 0 0 0,0 0-1 0 0,-1-1 1 0 0,1 1 0 0 0,0 0-1 0 0,0 0 1 0 0,-1 0-1 0 0,1 0 1 0 0,-1-1 0 0 0,1 1-1 0 0,-1 0 1 0 0,1 0 0 0 0,0 2-1 0 0,-1-1-4 0 0,1 0-1 0 0,-1 0 1 0 0,0 0-1 0 0,0 0 1 0 0,0 1-1 0 0,0-1 1 0 0,0 0-1 0 0,-1 0 0 0 0,1 0 1 0 0,-1 1-1 0 0,0 2 1 0 0,-1-1-13 0 0,1 0 1 0 0,-1 1-1 0 0,0-1 0 0 0,0 0 1 0 0,0 0-1 0 0,-1-1 0 0 0,0 1 1 0 0,1 0-1 0 0,-1-1 0 0 0,-1 0 1 0 0,-3 4-1 0 0,3-4 5 0 0,-37 24 80 0 0,0-2 0 0 0,-2-2 0 0 0,-62 24 0 0 0,72-37 0 0 0,23-8-46 0 0,-1 1-1 0 0,1 0 0 0 0,0 1 0 0 0,0 0 0 0 0,1 0 0 0 0,-1 1 1 0 0,1 0-1 0 0,-11 9 0 0 0,20-14-43 0 0,-1 1 0 0 0,1-1 0 0 0,0 1 0 0 0,-1 0 0 0 0,1 0 0 0 0,-1-1 0 0 0,1 1 0 0 0,0 0 0 0 0,0-1 0 0 0,-1 1 0 0 0,1 0 0 0 0,0 0 0 0 0,0-1 0 0 0,0 1 0 0 0,0 0 0 0 0,0 0 0 0 0,0 0 0 0 0,0-1 0 0 0,0 1 0 0 0,0 0 0 0 0,0 0 0 0 0,1-1 0 0 0,-1 1 0 0 0,0 0 0 0 0,0 0 0 0 0,1-1 0 0 0,-1 1 0 0 0,1 0 0 0 0,-1-1 0 0 0,0 1 0 0 0,1 0 0 0 0,-1-1 0 0 0,1 1 0 0 0,-1-1 0 0 0,1 1 0 0 0,0-1 0 0 0,-1 1 0 0 0,1-1 0 0 0,0 1 0 0 0,-1-1 0 0 0,1 1 0 0 0,0-1 0 0 0,-1 0 0 0 0,2 1 1 0 0,26 2-21 0 0,-22-3 18 0 0,1 0-1 0 0,-1 1 0 0 0,0 0 0 0 0,0 0 1 0 0,0 1-1 0 0,0-1 0 0 0,0 1 0 0 0,8 5 0 0 0,-6-3 13 0 0,0 0 0 0 0,1-1-1 0 0,-1 0 1 0 0,1 0 0 0 0,-1 0-1 0 0,1-1 1 0 0,0-1-1 0 0,9 1 1 0 0,12 0 49 0 0,32-3 0 0 0,-20 0 118 0 0,-41 1-169 0 0,-1 0 1 0 0,1 0-1 0 0,0 0 1 0 0,-1 0 0 0 0,1 0-1 0 0,-1 0 1 0 0,1 0-1 0 0,-1 0 1 0 0,1 0-1 0 0,0 1 1 0 0,-1-1-1 0 0,1 0 1 0 0,-1 0-1 0 0,1 0 1 0 0,-1 1-1 0 0,1-1 1 0 0,-1 0-1 0 0,1 1 1 0 0,-1-1-1 0 0,1 0 1 0 0,-1 1-1 0 0,0-1 1 0 0,1 1-1 0 0,-1-1 1 0 0,0 0-1 0 0,1 1 1 0 0,-1-1 0 0 0,0 1-1 0 0,1-1 1 0 0,-1 1-1 0 0,0 0 1 0 0,0 1 0 0 0,1 0 0 0 0,-1-1 0 0 0,0 1 0 0 0,-1-1 1 0 0,1 1-1 0 0,0-1 0 0 0,0 1 0 0 0,-1 0 1 0 0,1-1-1 0 0,-1 1 0 0 0,0 1 0 0 0,-2 2 0 0 0,1 0 0 0 0,0-1 1 0 0,-1 1-1 0 0,0-1 0 0 0,0 0 0 0 0,-6 7 0 0 0,-101 63 70 0 0,21-14-27 0 0,68-46-59 0 0,7-4-22 0 0,-23 20 0 0 0,34-27 27 0 0,-1 1 1 0 0,1 0 0 0 0,0 0 0 0 0,0 0 0 0 0,0 0-1 0 0,0 0 1 0 0,1 1 0 0 0,0-1 0 0 0,0 1 0 0 0,-2 8-1 0 0,4-13 4 0 0,0 1 0 0 0,0 0 0 0 0,0 0 0 0 0,0-1 0 0 0,0 1 0 0 0,0 0 0 0 0,1 0 0 0 0,-1-1 0 0 0,0 1 1 0 0,1 0-1 0 0,-1-1 0 0 0,0 1 0 0 0,1 0 0 0 0,-1-1 0 0 0,1 1 0 0 0,-1-1 0 0 0,1 1 0 0 0,-1-1 0 0 0,1 1 0 0 0,-1-1 0 0 0,1 1 0 0 0,0-1 0 0 0,-1 1 0 0 0,1-1 0 0 0,0 0 0 0 0,-1 1 0 0 0,1-1 0 0 0,0 0 0 0 0,-1 0 0 0 0,1 0 0 0 0,0 1 0 0 0,1-1 0 0 0,25 5 22 0 0,-12-5-21 0 0,0 0 0 0 0,1-1 0 0 0,-1-1-1 0 0,0 0 1 0 0,1-1 0 0 0,14-5 0 0 0,-12 3-15 0 0,0 1 1 0 0,0 1-1 0 0,31-2 1 0 0,-47 5 19 0 0,0-1-1 0 0,0 1 1 0 0,0 0 0 0 0,-1 1-1 0 0,1-1 1 0 0,0 0 0 0 0,0 0 0 0 0,0 1-1 0 0,-1-1 1 0 0,1 1 0 0 0,0-1-1 0 0,0 1 1 0 0,-1 0 0 0 0,3 1 0 0 0,-3 0-4 0 0,0-1 0 0 0,0 0 0 0 0,0 1 0 0 0,-1-1 0 0 0,1 1 0 0 0,-1-1 0 0 0,1 1 0 0 0,-1 0 0 0 0,1-1 0 0 0,-1 1 0 0 0,0-1 0 0 0,0 1 0 0 0,0 0 0 0 0,0-1 0 0 0,0 1 0 0 0,0 1 0 0 0,-2 15 4 0 0,0-1 0 0 0,-1 1 0 0 0,-1-1 0 0 0,-1 0 0 0 0,-12 30 0 0 0,-4 16-7 0 0,6 2 83 0 0,2 0 0 0 0,3 1 0 0 0,4 0 0 0 0,1 89 0 0 0,5-152-227 0 0,0 6 188 0 0,0 0 1 0 0,1 1-1 0 0,2 14 0 0 0,5-2-4390 0 0,-6-19 2088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85 344 9954 0 0,'-9'-3'1035'0'0,"-28"-24"1916"0"0,37 27-2901 0 0,-1 1-1 0 0,1 0 0 0 0,-1-1 0 0 0,1 1 1 0 0,0-1-1 0 0,0 1 0 0 0,-1 0 0 0 0,1-1 0 0 0,0 1 1 0 0,0-1-1 0 0,-1 1 0 0 0,1 0 0 0 0,0-1 1 0 0,0 1-1 0 0,0 0 0 0 0,0-1 0 0 0,0 1 1 0 0,0 0-1 0 0,0 0 0 0 0,0-1 0 0 0,0 1 1 0 0,1 0-1 0 0,-1 0 0 0 0,0 1 18 0 0,1 96 725 0 0,-13 116 0 0 0,0-149-546 0 0,8-48-139 0 0,1 0 0 0 0,1 0 0 0 0,-1 18-1 0 0,3-35-147 0 0,0-10-59 0 0,15-163 26 0 0,42-185 0 0 0,-52 327 107 0 0,2 0 1 0 0,1 0-1 0 0,2 1 0 0 0,24-56 1 0 0,-32 83-25 0 0,1-1 1 0 0,-1 1 0 0 0,0-1-1 0 0,1 1 1 0 0,0 0 0 0 0,0 0-1 0 0,-1 0 1 0 0,2 1-1 0 0,-1-1 1 0 0,4-2 0 0 0,-5 4-10 0 0,0 0 1 0 0,0 0 0 0 0,0 0 0 0 0,0 0-1 0 0,0 0 1 0 0,0 1 0 0 0,1-1-1 0 0,-1 1 1 0 0,0-1 0 0 0,0 1-1 0 0,0 0 1 0 0,1 0 0 0 0,-1 0 0 0 0,0 0-1 0 0,0 0 1 0 0,1 1 0 0 0,-1-1-1 0 0,0 1 1 0 0,3 0 0 0 0,-3 1 5 0 0,-1-1 0 0 0,0 1 0 0 0,0 0 0 0 0,-1-1 0 0 0,1 1 0 0 0,0 0 0 0 0,-1-1 0 0 0,1 1 0 0 0,-1 0 0 0 0,1 0 0 0 0,-1 0 0 0 0,0 0 0 0 0,1-1 0 0 0,-1 1 0 0 0,-1 2 0 0 0,2 1 4 0 0,0 2 2 0 0,1-1-1 0 0,0 0 0 0 0,0 1 0 0 0,1-1 1 0 0,5 10-1 0 0,-5-11-5 0 0,0 1-1 0 0,0 0 1 0 0,-1 0-1 0 0,0 0 1 0 0,0 0 0 0 0,2 11-1 0 0,-3-4 20 0 0,-1 0-1 0 0,0 0 1 0 0,-1 0-1 0 0,0 0 1 0 0,-1 0-1 0 0,0 0 0 0 0,-1 0 1 0 0,0 0-1 0 0,-1-1 1 0 0,-1 1-1 0 0,0-1 1 0 0,-1 0-1 0 0,-11 18 1 0 0,7-15 13 0 0,6-7-10 0 0,-1 1 0 0 0,0-1 0 0 0,-1 0 0 0 0,0-1 0 0 0,0 0 0 0 0,-1 1-1 0 0,0-2 1 0 0,0 1 0 0 0,-10 5 0 0 0,9-7-20 0 0,-27 18 149 0 0,33-22-138 0 0,0 0 0 0 0,1 1 1 0 0,0-1-1 0 0,-1 0 0 0 0,1 1 1 0 0,0-1-1 0 0,-1 0 0 0 0,1 1 0 0 0,0 0 1 0 0,0-1-1 0 0,0 1 0 0 0,1-1 1 0 0,-1 1-1 0 0,0 0 0 0 0,0 0 1 0 0,1 0-1 0 0,-1 2 0 0 0,1-3 10 0 0,0 0-1 0 0,1 1 0 0 0,-1-1 0 0 0,0 0 1 0 0,1 0-1 0 0,-1 0 0 0 0,1 0 1 0 0,0 1-1 0 0,-1-1 0 0 0,1 0 0 0 0,0 0 1 0 0,-1 0-1 0 0,1 0 0 0 0,0 0 1 0 0,0-1-1 0 0,2 3 0 0 0,20 13 1 0 0,-9-6 0 0 0,6 5-127 0 0,32 21-1 0 0,-25-22-2626 0 0,-1-4-3880 0 0,-18-8 2869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14 10946 0 0,'0'0'204'0'0,"-13"-5"383"0"0,5 2-399 0 0,0 1-1 0 0,-1 1 1 0 0,1 0-1 0 0,-1 0 0 0 0,1 0 1 0 0,0 1-1 0 0,-1 0 1 0 0,1 1-1 0 0,-1 0 1 0 0,1 0-1 0 0,0 1 1 0 0,-1 0-1 0 0,1 0 0 0 0,0 1 1 0 0,0 0-1 0 0,1 1 1 0 0,-12 6-1 0 0,11-5-94 0 0,4-3-43 0 0,0 1 0 0 0,0-1 0 0 0,0 1 1 0 0,1 0-1 0 0,-1 0 0 0 0,1 0 0 0 0,-1 0 1 0 0,1 0-1 0 0,0 1 0 0 0,1 0 0 0 0,-1-1 1 0 0,1 1-1 0 0,-1 0 0 0 0,1 0 0 0 0,-2 6 0 0 0,-6 14 138 0 0,6-18-160 0 0,1 0 1 0 0,1 0-1 0 0,-1 1 1 0 0,1-1-1 0 0,-3 14 1 0 0,5-18-22 0 0,0 0 1 0 0,0 0-1 0 0,0 0 0 0 0,0 0 0 0 0,1 0 1 0 0,-1 0-1 0 0,1 0 0 0 0,-1 0 0 0 0,1 0 1 0 0,-1 0-1 0 0,1 0 0 0 0,0 0 0 0 0,0 0 1 0 0,0 0-1 0 0,0-1 0 0 0,0 1 0 0 0,1 0 1 0 0,-1-1-1 0 0,1 1 0 0 0,-1-1 0 0 0,1 1 1 0 0,-1-1-1 0 0,1 1 0 0 0,2 0 1 0 0,11 7 58 0 0,0-1 0 0 0,0-1 0 0 0,22 7 0 0 0,-18-7 126 0 0,-1 1 1 0 0,20 10-1 0 0,-34-15-65 0 0,-1 0 1 0 0,1 0-1 0 0,-1 0 0 0 0,0 1 1 0 0,1-1-1 0 0,-1 1 0 0 0,-1 0 1 0 0,1 0-1 0 0,3 6 0 0 0,-5-8-73 0 0,0-1-1 0 0,0 1 1 0 0,0 0-1 0 0,-1 0 0 0 0,1-1 1 0 0,0 1-1 0 0,-1 0 1 0 0,1 0-1 0 0,-1 0 0 0 0,0 0 1 0 0,1 0-1 0 0,-1 0 1 0 0,0 0-1 0 0,0 0 0 0 0,-1 0 1 0 0,1 0-1 0 0,0 0 1 0 0,0-1-1 0 0,-1 1 1 0 0,1 0-1 0 0,-1 0 0 0 0,0 0 1 0 0,0 0-1 0 0,0-1 1 0 0,-1 3-1 0 0,-2-1-45 0 0,-1-1 0 0 0,1 0-1 0 0,-1 0 1 0 0,0 0 0 0 0,0-1 0 0 0,0 1 0 0 0,0-1 0 0 0,0 0-1 0 0,0-1 1 0 0,0 1 0 0 0,-5-1 0 0 0,-8 2-1 0 0,12-1-12 0 0,0 1-1 0 0,0 0 0 0 0,0 0 1 0 0,1 0-1 0 0,-8 5 0 0 0,-21 7-1311 0 0,8-12-2303 0 0,16-3 506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199 207 144 0 0,'0'0'52'0'0,"-3"-28"5913"0"0,1 26-5699 0 0,0 1-1 0 0,0 0 0 0 0,0 0 0 0 0,0-1 1 0 0,-1 1-1 0 0,1 0 0 0 0,0 1 0 0 0,-1-1 1 0 0,1 0-1 0 0,-1 1 0 0 0,1-1 0 0 0,-1 1 1 0 0,1 0-1 0 0,-1 0 0 0 0,1 0 0 0 0,-5 1 1 0 0,-46 8 1289 0 0,38-6-842 0 0,-68 13 2686 0 0,153-26-3206 0 0,0-3 0 0 0,92-29 0 0 0,-111 25-115 0 0,1 3 0 0 0,107-16 1 0 0,-138 29 85 0 0,31 3 0 0 0,-3 0 112 0 0,-49-2-271 0 0,0 0 0 0 0,0 1 0 0 0,0-1 0 0 0,0 1 0 0 0,0-1 0 0 0,1 0 0 0 0,-1 1 0 0 0,0-1 0 0 0,0 0 0 0 0,0 1 0 0 0,1-1 0 0 0,-1 0 0 0 0,0 0 0 0 0,0 1 0 0 0,1-1 0 0 0,-1 0 0 0 0,0 1 0 0 0,0-1 0 0 0,1 0 0 0 0,-1 0 0 0 0,0 0 0 0 0,1 1 0 0 0,-1-1 0 0 0,0 0 0 0 0,1 0 0 0 0,-1 0 0 0 0,1 0 0 0 0,-1 0 0 0 0,1 0 0 0 0,14 1 66 0 0,-13-1-56 0 0,0 1 1 0 0,0-1-1 0 0,0 0 1 0 0,0 1-1 0 0,-1-1 1 0 0,1 0-1 0 0,0 0 0 0 0,0-1 1 0 0,0 1-1 0 0,0 0 1 0 0,0-1-1 0 0,0 1 0 0 0,-1-1 1 0 0,1 1-1 0 0,0-1 1 0 0,0 0-1 0 0,-1 0 1 0 0,1 0-1 0 0,0 0 0 0 0,-1 0 1 0 0,1 0-1 0 0,-1 0 1 0 0,1-1-1 0 0,-1 1 1 0 0,0 0-1 0 0,0-1 0 0 0,1 1 1 0 0,-1-1-1 0 0,0 0 1 0 0,0 1-1 0 0,1-3 1 0 0,-1 1-8 0 0,0-1 0 0 0,-1 1 1 0 0,1 0-1 0 0,-1-1 0 0 0,1 1 1 0 0,-1-1-1 0 0,0 1 1 0 0,0 0-1 0 0,-1-1 0 0 0,0-4 1 0 0,-5-5-2794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32 3609 0 0,'0'0'420'0'0,"-8"-23"7939"0"0,8 22-8215 0 0,-1 0 0 0 0,1 1 0 0 0,0-1 0 0 0,-1 1 1 0 0,1-1-1 0 0,-1 1 0 0 0,1-1 0 0 0,-1 1 0 0 0,1 0 0 0 0,-1-1 0 0 0,1 1 0 0 0,-1-1 0 0 0,0 1 1 0 0,1 0-1 0 0,-1 0 0 0 0,0-1 0 0 0,1 1 0 0 0,-1 0 0 0 0,-1 0 0 0 0,-2 14 275 0 0,3-8-462 0 0,-34 322 442 0 0,0 6 825 0 0,26-273-720 0 0,-2 96 0 0 0,10-63-5733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179 111 6465 0 0,'-65'-4'5062'0'0,"-2"-1"-2585"0"0,57 5-2182 0 0,-23 0 1056 0 0,30 0-1095 0 0,4 0-84 0 0,18 1-188 0 0,39-2 88 0 0,1-3 1 0 0,0-2-1 0 0,75-19 1 0 0,-126 23-70 0 0,308-47 264 0 0,-217 35 480 0 0,-97 14-1014 0 0,15-1 1613 0 0,-13 2-2602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59 10674 0 0,'-12'0'4892'0'0,"22"-1"-4630"0"0,0 0 0 0 0,0-1 0 0 0,-1 0 0 0 0,17-7 0 0 0,6 0-28 0 0,21-1-157 0 0,1 2-1 0 0,73 0 0 0 0,-25 2-433 0 0,-74 4-3822 0 0,-25 2 1746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7522 0 0,'49'0'1005'0'0,"45"2"3768"0"0,155-19 0 0 0,-241 16-5274 0 0,-7 1 282 0 0,1 0-1 0 0,-1 0 1 0 0,1 0-1 0 0,-1 0 1 0 0,0-1-1 0 0,1 1 1 0 0,-1 0-1 0 0,1-1 1 0 0,-1 1 0 0 0,0-1-1 0 0,1 1 1 0 0,-1-1-1 0 0,0 0 1 0 0,2-1-1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48 286 1456 0 0,'-20'-16'5782'0'0,"16"9"-5183"0"0,0 1 1 0 0,1-1-1 0 0,0-1 1 0 0,1 1-1 0 0,-1 0 1 0 0,1 0-1 0 0,-1-13 1 0 0,1-3 1587 0 0,0-29 1 0 0,4 49-2149 0 0,3 7-16 0 0,4 8-6 0 0,12 43 26 0 0,-2 0 0 0 0,-2 2 0 0 0,14 92 1 0 0,-21-98 196 0 0,-9-42-94 0 0,1 12 245 0 0,-2-21-379 0 0,0 1 0 0 0,0-1 0 0 0,0 1 1 0 0,0-1-1 0 0,0 1 0 0 0,1-1 1 0 0,-1 0-1 0 0,0 1 0 0 0,0-1 1 0 0,0 1-1 0 0,1-1 0 0 0,-1 1 0 0 0,0-1 1 0 0,0 0-1 0 0,1 1 0 0 0,-1-1 1 0 0,0 1-1 0 0,1-1 0 0 0,-1 0 1 0 0,1 1-1 0 0,-1-1 0 0 0,0 0 0 0 0,1 0 1 0 0,-1 1-1 0 0,1-1 0 0 0,-1 0 1 0 0,1 0-1 0 0,-1 0 0 0 0,1 1 0 0 0,1-3-4 0 0,-1 1-1 0 0,0-1 0 0 0,1 1 0 0 0,-1 0 0 0 0,0-1 0 0 0,0 0 0 0 0,0 1 0 0 0,0-1 0 0 0,-1 0 0 0 0,1 1 1 0 0,0-1-1 0 0,-1 0 0 0 0,1 0 0 0 0,-1 0 0 0 0,1-2 0 0 0,0 0 2 0 0,19-64 37 0 0,-3-1 0 0 0,-3-1 0 0 0,-3 0 0 0 0,2-79 0 0 0,-12 133-26 0 0,0 6-112 0 0,0 1 0 0 0,-1-1 0 0 0,-1 0 0 0 0,-1-14-1 0 0,-2 15-3985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56 10266 0 0,'-80'-2'5504'0'0,"344"-45"-3797"0"0,-255 46-1887 0 0,36-5 470 0 0,-17 8-2931 0 0,-19 4-3096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25 6009 0 0,'0'0'1970'0'0,"6"-15"3076"0"0,-3 13-4953 0 0,-1 1-1 0 0,1 0 0 0 0,-1 0 1 0 0,1 0-1 0 0,-1 0 0 0 0,1 0 1 0 0,-1 1-1 0 0,1-1 0 0 0,0 1 1 0 0,-1 0-1 0 0,1 0 0 0 0,0 0 1 0 0,0 0-1 0 0,-1 0 0 0 0,6 2 1 0 0,-6-2-75 0 0,0 0 1 0 0,0 1-1 0 0,0 0 1 0 0,0-1-1 0 0,-1 1 1 0 0,1 0-1 0 0,0 0 1 0 0,0 0-1 0 0,-1 0 1 0 0,1 0-1 0 0,-1 0 1 0 0,1 0-1 0 0,-1 1 1 0 0,1-1-1 0 0,-1 1 1 0 0,0-1-1 0 0,0 1 1 0 0,1-1-1 0 0,-1 1 1 0 0,0 0-1 0 0,1 2 1 0 0,6 25 46 0 0,-6-20-25 0 0,0 1 0 0 0,1 0 0 0 0,9 17 0 0 0,-10-22-32 0 0,1 0 0 0 0,-1 1 0 0 0,0-1-1 0 0,0 1 1 0 0,0-1 0 0 0,-1 1 0 0 0,0 0 0 0 0,0 0 0 0 0,0 0-1 0 0,-1 0 1 0 0,0 0 0 0 0,-1 11 0 0 0,-3 0 49 0 0,1-1 0 0 0,-2 1 1 0 0,-7 16-1 0 0,0 1 59 0 0,10-28-100 0 0,0-1 0 0 0,-1-1 0 0 0,1 1 1 0 0,-1 0-1 0 0,0-1 0 0 0,-1 1 0 0 0,1-1 0 0 0,-7 7 0 0 0,-36 28 69 0 0,40-35-76 0 0,-2 2 44 0 0,-1 0 0 0 0,0-1 1 0 0,0-1-1 0 0,-13 6 0 0 0,-7 3 191 0 0,28-13-227 0 0,0 1 0 0 0,0-1 0 0 0,-1 1-1 0 0,1-1 1 0 0,0 1 0 0 0,0-1 0 0 0,0 0-1 0 0,0 1 1 0 0,0-1 0 0 0,-1 0-1 0 0,1 0 1 0 0,0 0 0 0 0,0 0 0 0 0,0 0-1 0 0,0 0 1 0 0,-1 0 0 0 0,1 0 0 0 0,0 0-1 0 0,0-1 1 0 0,0 1 0 0 0,0-1 0 0 0,0 1-1 0 0,-1 0 1 0 0,1-1 0 0 0,-1-1-1 0 0,0 1-13 0 0,1-1 0 0 0,-1 1 0 0 0,1-1 0 0 0,0 0 0 0 0,0 0 0 0 0,0 0 0 0 0,0 1 0 0 0,0-1 0 0 0,0 0 0 0 0,0 0 0 0 0,0 0 0 0 0,1-1 0 0 0,-1-1 0 0 0,0-2-7 0 0,0 0-1 0 0,0 1 0 0 0,1-1 1 0 0,0 0-1 0 0,0 0 0 0 0,1 1 1 0 0,-1-1-1 0 0,1 0 0 0 0,0 0 1 0 0,3-7-1 0 0,-2 10 7 0 0,-1 1 0 0 0,1-1 0 0 0,-1 1-1 0 0,1 0 1 0 0,0-1 0 0 0,0 1 0 0 0,0 0 0 0 0,0 0 0 0 0,1 0 0 0 0,-1 1 0 0 0,0-1 0 0 0,1 0 0 0 0,0 1-1 0 0,-1 0 1 0 0,1-1 0 0 0,0 1 0 0 0,-1 0 0 0 0,1 0 0 0 0,6-1 0 0 0,25-11-12 0 0,-28 10 12 0 0,0 0 1 0 0,0 1 0 0 0,1-1-1 0 0,-1 2 1 0 0,1-1-1 0 0,-1 1 1 0 0,1 0-1 0 0,0 0 1 0 0,-1 1-1 0 0,1 0 1 0 0,0 0 0 0 0,-1 0-1 0 0,1 1 1 0 0,0 0-1 0 0,-1 0 1 0 0,1 1-1 0 0,-1 0 1 0 0,1 0-1 0 0,-1 0 1 0 0,0 1 0 0 0,0 0-1 0 0,0 0 1 0 0,10 8-1 0 0,-12-8 13 0 0,-1 1-1 0 0,1-1 1 0 0,-1 0-1 0 0,0 1 1 0 0,0 0-1 0 0,0-1 0 0 0,0 1 1 0 0,2 5-1 0 0,4 7 19 0 0,0-2-180 0 0,1 3-2209 0 0,-2-8-2749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11931 0 0,'-17'9'2777'0'0,"12"-2"-3922"0"0,5-2-3444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5361 0 0,'0'0'2398'0'0,"-8"1"2377"0"0,-9 2-4025 0 0,16-1-728 0 0,-1-1-1 0 0,1 0 1 0 0,0 1 0 0 0,-1-1-1 0 0,1 0 1 0 0,0 1 0 0 0,0 0-1 0 0,0-1 1 0 0,0 1 0 0 0,0-1-1 0 0,0 1 1 0 0,1 0 0 0 0,-1 0-1 0 0,1 0 1 0 0,-1-1 0 0 0,1 1-1 0 0,-1 0 1 0 0,1 3-1 0 0,-1 36 506 0 0,2-33-455 0 0,0 0 1 0 0,1 0 0 0 0,0 0 0 0 0,1 0-1 0 0,0 0 1 0 0,0 0 0 0 0,0 0 0 0 0,1-1-1 0 0,0 0 1 0 0,10 13 0 0 0,-11-16 5 0 0,1 0 0 0 0,0 0 1 0 0,0 0-1 0 0,1-1 0 0 0,-1 0 0 0 0,10 6 0 0 0,-9-7 83 0 0,0 1 1 0 0,-1 0-1 0 0,1 1 0 0 0,-1-1 0 0 0,0 1 0 0 0,0 0 0 0 0,7 8 0 0 0,-9-9-49 0 0,16 30 1070 0 0,-17-31-1135 0 0,-1 0 1 0 0,1-1 0 0 0,-1 1-1 0 0,1-1 1 0 0,-1 1-1 0 0,0 0 1 0 0,0 0 0 0 0,0-1-1 0 0,0 1 1 0 0,0 0 0 0 0,0-1-1 0 0,-1 1 1 0 0,1 0 0 0 0,0-1-1 0 0,-1 1 1 0 0,1-1 0 0 0,-1 1-1 0 0,0 0 1 0 0,0-1-1 0 0,0 2 1 0 0,-3 1-15 0 0,0 0 1 0 0,1 0-1 0 0,-2 0 0 0 0,1-1 1 0 0,0 1-1 0 0,-1-1 0 0 0,1 0 0 0 0,-1-1 1 0 0,0 1-1 0 0,0-1 0 0 0,0 0 1 0 0,0 0-1 0 0,-8 2 0 0 0,5-2-206 0 0,1 1-1 0 0,-1 0 0 0 0,1 0 0 0 0,-1 1 1 0 0,-6 5-1 0 0,10-7-145 0 0,0 1-1 0 0,0-1 1 0 0,0 0-1 0 0,0 0 1 0 0,0 0-1 0 0,-1 0 1 0 0,1-1-1 0 0,-9 2 1 0 0,9-2-585 0 0,0-1 0 0 0,1 0 0 0 0,-1 0 0 0 0,0 0 0 0 0,0 0 0 0 0,-6-1 0 0 0,4-1-1660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1 365 8306 0 0,'8'-17'4153'0'0,"-4"11"-4079"0"0,-1 1 0 0 0,1 0 0 0 0,0 0 0 0 0,1 0 0 0 0,-1 1 0 0 0,1-1 0 0 0,0 1 0 0 0,0 0 0 0 0,0 0 0 0 0,7-3 1 0 0,9-6-694 0 0,1 2 1 0 0,-1 1 0 0 0,2 0-1 0 0,36-10 1 0 0,86-19-2425 0 0,-140 38 3085 0 0,0-1 1 0 0,0 0-1 0 0,-1 0 0 0 0,1-1 1 0 0,-1 1-1 0 0,1-1 0 0 0,6-6 1 0 0,25-26 3806 0 0,-19 16 113 0 0,-16 19-3770 0 0,2 15 52 0 0,14 102-37 0 0,-11-64 81 0 0,2-1 0 0 0,3-1 1 0 0,27 83-1 0 0,-34-122-118 0 0,-2-6-16 0 0,1 1 0 0 0,-1-1 0 0 0,1 0 0 0 0,0 0 0 0 0,1 0 0 0 0,5 8 0 0 0,-8-14-145 0 0,-1 0 0 0 0,1 0 0 0 0,-1 0-1 0 0,0 0 1 0 0,1 0 0 0 0,-1 0 0 0 0,0-1-1 0 0,1 1 1 0 0,-1 0 0 0 0,1 0 0 0 0,-1 0-1 0 0,0 0 1 0 0,1-1 0 0 0,-1 1 0 0 0,0 0-1 0 0,0 0 1 0 0,1 0 0 0 0,-1-1 0 0 0,0 1-1 0 0,1 0 1 0 0,-1-1 0 0 0,0 1 0 0 0,0 0-1 0 0,0-1 1 0 0,1 1 0 0 0,-1 0 0 0 0,0-1-1 0 0,0 1 1 0 0,0 0 0 0 0,0-1 0 0 0,0 1-1 0 0,0 0 1 0 0,0-1 0 0 0,1 0 0 0 0,6-18-73 0 0,-6 17 83 0 0,49-141-46 0 0,-19 51-91 0 0,3 1-1 0 0,52-93 0 0 0,-72 149-1471 0 0,-8 20-1457 0 0,-3 8 162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101 115 2296 0 0,'-8'-5'6947'0'0,"0"-6"-5220"0"0,-1-13-1360 0 0,9 22-269 0 0,-1-1 0 0 0,1 1 0 0 0,0-1 0 0 0,0 1 0 0 0,0-1 0 0 0,0 1 0 0 0,0-1 0 0 0,1 1-1 0 0,-1-1 1 0 0,1 1 0 0 0,0-1 0 0 0,-1 1 0 0 0,1 0 0 0 0,0-1 0 0 0,0 1 0 0 0,1 0 0 0 0,-1 0 0 0 0,0 0 0 0 0,1 0 0 0 0,-1 0 0 0 0,1 0 0 0 0,0 0-1 0 0,0 0 1 0 0,0 1 0 0 0,0-1 0 0 0,4-2 0 0 0,-3 2-57 0 0,0 1-1 0 0,0-1 0 0 0,0 1 1 0 0,0 0-1 0 0,1-1 0 0 0,-1 1 1 0 0,1 1-1 0 0,-1-1 0 0 0,0 1 1 0 0,1-1-1 0 0,-1 1 1 0 0,1 0-1 0 0,-1 0 0 0 0,1 0 1 0 0,-1 1-1 0 0,1-1 0 0 0,-1 1 1 0 0,1 0-1 0 0,2 1 0 0 0,11 34 45 0 0,-14-31-72 0 0,-1 1 0 0 0,0-1 0 0 0,0 0 1 0 0,0 1-1 0 0,-1 0 0 0 0,1-1 0 0 0,-1 1 1 0 0,-1 0-1 0 0,1 0 0 0 0,-1 0 0 0 0,0 0 1 0 0,0-1-1 0 0,-1 1 0 0 0,0 0 0 0 0,-2 9 1 0 0,-2 2 42 0 0,-2 1 1 0 0,0-1-1 0 0,-14 25 1 0 0,-5 9 153 0 0,23-45-178 0 0,0-1 0 0 0,0 1 1 0 0,0-1-1 0 0,-1 0 1 0 0,0 0-1 0 0,0-1 1 0 0,-1 1-1 0 0,1-1 0 0 0,-1 0 1 0 0,-8 5-1 0 0,-6 4 388 0 0,-31 14 0 0 0,50-27-404 0 0,-1 0-1 0 0,1 0 1 0 0,0 1 0 0 0,-1-1 0 0 0,1 0-1 0 0,0 0 1 0 0,-1 0 0 0 0,1 0-1 0 0,0 0 1 0 0,-1 0 0 0 0,1 0 0 0 0,0 0-1 0 0,-1 0 1 0 0,1 0 0 0 0,0 0-1 0 0,-1 0 1 0 0,1 0 0 0 0,0 0 0 0 0,-1 0-1 0 0,1 0 1 0 0,0 0 0 0 0,-1 0-1 0 0,1 0 1 0 0,0 0 0 0 0,-1 0 0 0 0,1-1-1 0 0,0 1 1 0 0,-1 0 0 0 0,1 0 0 0 0,0 0-1 0 0,0-1 1 0 0,-1 1 0 0 0,1 0-1 0 0,-1-1 1 0 0,-3-15 168 0 0,6-17-53 0 0,-1 31-118 0 0,-1-1 0 0 0,0 1 0 0 0,1-1 0 0 0,0 1 0 0 0,-1-1 0 0 0,1 1 0 0 0,0 0-1 0 0,0-1 1 0 0,1 1 0 0 0,-1 0 0 0 0,0 0 0 0 0,1 0 0 0 0,-1 0 0 0 0,1 0 0 0 0,0 0 0 0 0,-1 0-1 0 0,1 0 1 0 0,0 1 0 0 0,0-1 0 0 0,0 1 0 0 0,1-1 0 0 0,-1 1 0 0 0,0 0 0 0 0,0 0-1 0 0,1 0 1 0 0,-1 0 0 0 0,0 0 0 0 0,5 0 0 0 0,-2 0-24 0 0,1 1 1 0 0,-1 0-1 0 0,0 1 0 0 0,0-1 1 0 0,1 1-1 0 0,-1 0 0 0 0,0 0 1 0 0,0 1-1 0 0,0-1 0 0 0,0 1 1 0 0,0 0-1 0 0,9 6 0 0 0,30 19-651 0 0,-16-7-3713 0 0,-22-14 2341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7146 0 0,'-2'0'5615'0'0,"-3"2"-3944"0"0,13 5-5083 0 0,-5-5 1714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13 5449 0 0,'0'0'848'0'0,"-8"-4"4716"0"0,-9-4-4155 0 0,17 7-1384 0 0,-1 1 0 0 0,1 0 1 0 0,0 0-1 0 0,-1 0 0 0 0,1 0 1 0 0,-1 0-1 0 0,1 0 0 0 0,0 0 1 0 0,-1 0-1 0 0,1 0 0 0 0,0 0 1 0 0,-1 0-1 0 0,1 0 0 0 0,0 0 1 0 0,-1 1-1 0 0,1-1 1 0 0,-1 0-1 0 0,1 0 0 0 0,0 0 1 0 0,-1 0-1 0 0,1 1 0 0 0,0-1 1 0 0,0 0-1 0 0,-1 0 0 0 0,1 1 1 0 0,0-1-1 0 0,0 0 0 0 0,-1 0 1 0 0,1 1-1 0 0,0-1 1 0 0,0 0-1 0 0,-1 1 0 0 0,1-1 1 0 0,0 0-1 0 0,0 1 0 0 0,0-1 1 0 0,0 0-1 0 0,0 1 0 0 0,0-1 1 0 0,0 1-1 0 0,9 17 539 0 0,21 14-127 0 0,-19-22-258 0 0,0 1-1 0 0,-1 0 1 0 0,-1 1 0 0 0,1 1-1 0 0,-2-1 1 0 0,0 1 0 0 0,0 1 0 0 0,-1-1-1 0 0,-1 1 1 0 0,0 1 0 0 0,4 18-1 0 0,5 1 205 0 0,-12-29-334 0 0,0 1-1 0 0,0-1 1 0 0,-1 0 0 0 0,3 12-1 0 0,-4-15-76 0 0,-1 0-1 0 0,0 0 1 0 0,0 0 0 0 0,0 1-1 0 0,0-1 1 0 0,0 0-1 0 0,0 0 1 0 0,-1 0 0 0 0,1 0-1 0 0,-1 0 1 0 0,1 0-1 0 0,-1 0 1 0 0,0 0 0 0 0,0 0-1 0 0,0 0 1 0 0,0 0-1 0 0,-2 3 1 0 0,-1-2-838 0 0,-1 1-1 0 0,1-1 1 0 0,0 0-1 0 0,-1-1 0 0 0,0 1 1 0 0,0-1-1 0 0,-8 3 1 0 0,-2-1-2842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8002 0 0,'1'-1'193'0'0,"0"-1"0"0"0,0 0 0 0 0,1 1 0 0 0,-1-1 0 0 0,0 1 1 0 0,1 0-1 0 0,-1-1 0 0 0,1 1 0 0 0,-1 0 0 0 0,1 0 0 0 0,0 0 0 0 0,-1 0 1 0 0,1 0-1 0 0,0 1 0 0 0,0-1 0 0 0,0 0 0 0 0,3 0 0 0 0,6-4 81 0 0,6-4-214 0 0,0 1-1 0 0,0 1 1 0 0,1 1 0 0 0,0 0-1 0 0,0 1 1 0 0,1 1 0 0 0,20-2-1 0 0,-33 5-52 0 0,-1 0-1 0 0,1-1 0 0 0,0 0 0 0 0,-1 0 1 0 0,1-1-1 0 0,6-4 0 0 0,-6 4 73 0 0,0 0-1 0 0,0 0 1 0 0,0 1-1 0 0,0-1 1 0 0,11-2-1 0 0,-11 4 83 0 0,0 0 1 0 0,0 1-1 0 0,0-1 0 0 0,0 1 0 0 0,-1 0 1 0 0,12 2-1 0 0,-15-1-151 0 0,0-1 0 0 0,0 1 0 0 0,0 0 0 0 0,0 0 0 0 0,0 0 1 0 0,0 1-1 0 0,0-1 0 0 0,0 0 0 0 0,0 1 0 0 0,-1-1 0 0 0,1 1 0 0 0,0-1 0 0 0,-1 1 0 0 0,0 0 0 0 0,1 0 1 0 0,-1 0-1 0 0,0 0 0 0 0,0 0 0 0 0,2 3 0 0 0,8 24 57 0 0,-1 0 0 0 0,-1 0 0 0 0,8 51 0 0 0,-12-51 259 0 0,1 0 1 0 0,2-1-1 0 0,0 0 0 0 0,16 32 0 0 0,-21-54-238 0 0,0-1 0 0 0,0 0 0 0 0,0 0 0 0 0,1 0 0 0 0,0 0 1 0 0,0-1-1 0 0,0 0 0 0 0,7 6 0 0 0,-9-9-54 0 0,0 0 0 0 0,-1 1-1 0 0,1-1 1 0 0,0 0 0 0 0,1 0 0 0 0,-1 0 0 0 0,0 0 0 0 0,0 0 0 0 0,0-1 0 0 0,0 1 0 0 0,1-1-1 0 0,-1 1 1 0 0,0-1 0 0 0,0 0 0 0 0,1 0 0 0 0,-1 0 0 0 0,0 0 0 0 0,1 0 0 0 0,-1 0-1 0 0,0-1 1 0 0,1 1 0 0 0,-1-1 0 0 0,0 0 0 0 0,0 1 0 0 0,3-2 0 0 0,-3 0-18 0 0,1 0 0 0 0,0 0 0 0 0,0 0 1 0 0,-1-1-1 0 0,1 1 0 0 0,-1-1 0 0 0,0 1 0 0 0,1-1 0 0 0,-1 0 1 0 0,2-5-1 0 0,16-35 91 0 0,-13 25-59 0 0,20-43 88 0 0,42-106 148 0 0,-60 139-237 0 0,0-1-1 0 0,-2 0 1 0 0,-2-1-1 0 0,3-30 0 0 0,-7 53-53 0 0,0 0-1 0 0,1 1 1 0 0,0-1-1 0 0,0 1 0 0 0,0-1 1 0 0,5-7-1 0 0,-4 7-444 0 0,0 0 1 0 0,-1 0-1 0 0,1 0 0 0 0,1-12 0 0 0,-4 15-1534 0 0,0 1-683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1440 0 0,'7'-182'3892'0'0,"1"105"201"0"0,-7 68-3357 0 0,4-12 1115 0 0,-5 21-1841 0 0,0 0 1 0 0,0 0-1 0 0,0 0 1 0 0,1 0-1 0 0,-1 0 1 0 0,0-1-1 0 0,0 1 1 0 0,0 0-1 0 0,0 0 1 0 0,0 0-1 0 0,0 0 1 0 0,1 0-1 0 0,-1 0 1 0 0,0 0-1 0 0,0 0 1 0 0,0 0-1 0 0,0 0 1 0 0,0 0-1 0 0,1 0 1 0 0,-1 0-1 0 0,0 0 1 0 0,0 0-1 0 0,0 0 1 0 0,0 0-1 0 0,0 0 1 0 0,0 0-1 0 0,1 0 1 0 0,-1 0-1 0 0,0 0 1 0 0,0 0-1 0 0,0 0 1 0 0,0 1-1 0 0,0-1 1 0 0,0 0-1 0 0,1 0 1 0 0,-1 0-1 0 0,0 0 1 0 0,0 0-1 0 0,0 0 1 0 0,0 0-1 0 0,0 0 1 0 0,0 1-1 0 0,0-1 1 0 0,0 0-1 0 0,0 0 1 0 0,0 0-1 0 0,1 0 1 0 0,-1 0-1 0 0,0 0 1 0 0,0 1-1 0 0,0-1 1 0 0,0 0-1 0 0,0 0 1 0 0,0 0-1 0 0,0 0 1 0 0,0 0-1 0 0,0 1 1 0 0,0-1-1 0 0,0 0 1 0 0,0 0-1 0 0,0 0 1 0 0,0 0-1 0 0,-1 0 1 0 0,1 1-1 0 0,0-1 1 0 0,4 14 86 0 0,-4-12-78 0 0,8 37 134 0 0,-1 0 0 0 0,1 51 1 0 0,-7 82 86 0 0,-1-43 55 0 0,-6 165 755 0 0,3-186-246 0 0,1 8-1 0 0,2-67-5169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4529 0 0,'0'-4'5200'0'0,"0"-16"-3769"0"0,0 17-1189 0 0,0 0 0 0 0,0 0 0 0 0,0 0 0 0 0,0-1 0 0 0,1 1 0 0 0,0 0 0 0 0,-1 0 0 0 0,1 0 0 0 0,0 0 0 0 0,1 1 0 0 0,-1-1 0 0 0,0 0 0 0 0,1 0 0 0 0,3-4 0 0 0,-4 6-226 0 0,0 0 1 0 0,0 0-1 0 0,0 1 0 0 0,1-1 1 0 0,-1 0-1 0 0,0 0 0 0 0,1 1 1 0 0,-1-1-1 0 0,0 1 0 0 0,1-1 1 0 0,-1 1-1 0 0,0 0 0 0 0,1 0 1 0 0,-1-1-1 0 0,1 1 0 0 0,-1 0 1 0 0,1 0-1 0 0,-1 0 0 0 0,1 1 1 0 0,-1-1-1 0 0,0 0 1 0 0,1 0-1 0 0,-1 1 0 0 0,1-1 1 0 0,-1 1-1 0 0,3 1 0 0 0,-2-1 6 0 0,-1 1-1 0 0,1 0 1 0 0,0 0-1 0 0,-1-1 0 0 0,1 1 1 0 0,-1 0-1 0 0,0 1 1 0 0,1-1-1 0 0,-1 0 1 0 0,0 0-1 0 0,-1 0 0 0 0,1 1 1 0 0,0-1-1 0 0,0 3 1 0 0,30 114 102 0 0,-26-106 49 0 0,0 0 0 0 0,1 0 1 0 0,0 0-1 0 0,15 21 0 0 0,-12-18 274 0 0,-7-14-397 0 0,-1 0 0 0 0,1 0 0 0 0,-1 0 0 0 0,1-1 0 0 0,-1 1 0 0 0,1 0 0 0 0,0-1 0 0 0,0 0 0 0 0,0 1 0 0 0,0-1 0 0 0,0 0 0 0 0,0 0 0 0 0,0 0 0 0 0,0 0 0 0 0,1 0 0 0 0,-1-1 0 0 0,0 1 0 0 0,0-1 0 0 0,1 1 0 0 0,-1-1-1 0 0,0 0 1 0 0,1 0 0 0 0,-1 0 0 0 0,0 0 0 0 0,1 0 0 0 0,-1-1 0 0 0,3 0 0 0 0,-2 1-31 0 0,1-1-1 0 0,-1 0 1 0 0,0 0-1 0 0,0 0 1 0 0,0-1-1 0 0,0 1 1 0 0,0-1-1 0 0,0 0 1 0 0,0 1-1 0 0,-1-1 1 0 0,1 0 0 0 0,0-1-1 0 0,-1 1 1 0 0,0 0-1 0 0,1-1 1 0 0,-1 1-1 0 0,3-6 1 0 0,4-11-73 0 0,0-1 1 0 0,7-30 0 0 0,-2-11-2999 0 0,-12 53 1317 0 0,5-1-1543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99 200 1856 0 0,'-1'-8'931'0'0,"-5"-38"2904"0"0,1 0 0 0 0,3-54 0 0 0,-3 292-3420 0 0,-11 186 16 0 0,15-365-296 0 0,-1-1 1 0 0,0 1-1 0 0,-1 0 1 0 0,-1-1-1 0 0,1 1 1 0 0,-8 13-1 0 0,11-25-91 0 0,-1 0 0 0 0,1-1-1 0 0,0 1 1 0 0,0-1 0 0 0,-1 1 0 0 0,1-1-1 0 0,-1 1 1 0 0,1-1 0 0 0,0 1 0 0 0,-1-1-1 0 0,1 1 1 0 0,-1-1 0 0 0,1 0 0 0 0,-1 1-1 0 0,1-1 1 0 0,-1 0 0 0 0,1 1 0 0 0,-1-1 0 0 0,0 0-1 0 0,1 0 1 0 0,-1 1 0 0 0,1-1 0 0 0,-1 0-1 0 0,0 0 1 0 0,1 0 0 0 0,-1 0 0 0 0,0 0-1 0 0,1 0 1 0 0,-1 0 0 0 0,1 0 0 0 0,-1 0-1 0 0,0 0 1 0 0,1 0 0 0 0,-1 0 0 0 0,0-1-1 0 0,1 1 1 0 0,-1 0 0 0 0,1 0 0 0 0,-2-1-1 0 0,1 0-11 0 0,0 0 1 0 0,0 0-1 0 0,0 1 0 0 0,0-1 0 0 0,0 0 0 0 0,0 0 0 0 0,0 0 0 0 0,0 0 0 0 0,0 0 0 0 0,1 0 0 0 0,-1 0 0 0 0,0-1 0 0 0,1 1 0 0 0,-1 0 0 0 0,1 0 0 0 0,-1-1 0 0 0,1 1 0 0 0,-1-2 0 0 0,1 1-27 0 0,0 0-1 0 0,0 0 0 0 0,0 0 1 0 0,0-1-1 0 0,0 1 0 0 0,1 0 1 0 0,-1 0-1 0 0,1 0 0 0 0,-1-1 1 0 0,1 1-1 0 0,0 0 0 0 0,0 0 1 0 0,0 0-1 0 0,0 0 0 0 0,0 0 1 0 0,0 1-1 0 0,1-1 0 0 0,2-2 1 0 0,-1 0-2 0 0,1 1 0 0 0,1-1 1 0 0,-1 1-1 0 0,0 0 1 0 0,1 1-1 0 0,-1-1 1 0 0,9-3-1 0 0,4 1-4 0 0,0 0 0 0 0,0 0 1 0 0,32-3-1 0 0,-15 3-183 0 0,-20 2-1232 0 0,1 1-1 0 0,14 0 1 0 0,-28 2 1213 0 0,-1 0-1 0 0,1 0 1 0 0,-1 0 0 0 0,1-1-1 0 0,-1 1 1 0 0,1 0 0 0 0,-1 0-1 0 0,0 0 1 0 0,1-1 0 0 0,-1 1-1 0 0,1 0 1 0 0,-1 0 0 0 0,0-1-1 0 0,1 1 1 0 0,-1 0 0 0 0,0-1-1 0 0,1 1 1 0 0,-1-1 0 0 0,0 1-1 0 0,1 0 1 0 0,-1-1 0 0 0,0 1-1 0 0,0-1 1 0 0,0 1 0 0 0,1-1-1 0 0,-1 1 1 0 0,0-1 0 0 0,4-10-2878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31 160 7570 0 0,'-4'-4'971'0'0,"1"1"1"0"0,1-1-1 0 0,-1 0 1 0 0,0 1-1 0 0,-2-8 1 0 0,3 8-720 0 0,0-1 0 0 0,1 0 1 0 0,0 0-1 0 0,0 0 0 0 0,0 0 0 0 0,-1-6 1 0 0,2 8-246 0 0,0-1-1 0 0,0 1 1 0 0,0-1 0 0 0,0 1 0 0 0,0-1-1 0 0,1 1 1 0 0,-1 0 0 0 0,1-1 0 0 0,0 1-1 0 0,-1-1 1 0 0,1 1 0 0 0,0 0 0 0 0,0 0-1 0 0,1-1 1 0 0,-1 1 0 0 0,0 0 0 0 0,1 0-1 0 0,-1 0 1 0 0,1 0 0 0 0,0 1 0 0 0,0-1 0 0 0,0 0-1 0 0,0 1 1 0 0,0-1 0 0 0,2-1 0 0 0,12-6-69 0 0,-6 3-148 0 0,1 0 0 0 0,16-7 0 0 0,-23 11-245 0 0,0 1 1 0 0,0 0-1 0 0,0 0 0 0 0,0 1 1 0 0,0-1-1 0 0,1 1 1 0 0,-1 0-1 0 0,0 0 1 0 0,0 0-1 0 0,0 0 1 0 0,5 2-1 0 0,3 1-1577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28 6849 0 0,'0'0'1728'0'0,"9"14"335"0"0,-3 17-1512 0 0,0 0 1 0 0,-3 0 0 0 0,0 0-1 0 0,-2 1 1 0 0,-5 53 0 0 0,0 41 1158 0 0,4-90-853 0 0,11-58-474 0 0,-2-17-355 0 0,7-73 1 0 0,-7 39-21 0 0,-4 8-82 0 0,-5 48 86 0 0,1 1-1 0 0,1-1 0 0 0,0 1 0 0 0,7-22 1 0 0,-8 36-19 0 0,0 0 1 0 0,0 0-1 0 0,0 1 1 0 0,0-1-1 0 0,1 0 1 0 0,-1 1-1 0 0,1-1 1 0 0,-1 1-1 0 0,1-1 1 0 0,-1 1 0 0 0,1 0-1 0 0,0 0 1 0 0,0 0-1 0 0,0 0 1 0 0,0 0-1 0 0,-1 0 1 0 0,1 0-1 0 0,0 1 1 0 0,1-1-1 0 0,-1 1 1 0 0,3-1-1 0 0,-1 0 6 0 0,0 1 0 0 0,0-1-1 0 0,0 1 1 0 0,0 0 0 0 0,0 0-1 0 0,0 0 1 0 0,0 1-1 0 0,-1-1 1 0 0,1 1 0 0 0,8 3-1 0 0,-8-2 8 0 0,0 0 0 0 0,1 0-1 0 0,-1 1 1 0 0,0 0 0 0 0,0-1-1 0 0,0 2 1 0 0,-1-1 0 0 0,1 0-1 0 0,-1 1 1 0 0,0-1 0 0 0,0 1-1 0 0,0 0 1 0 0,3 6 0 0 0,-2-2 7 0 0,-1-1 1 0 0,-1 1-1 0 0,1 0 0 0 0,-1 0 1 0 0,0 0-1 0 0,-1 1 1 0 0,1 10-1 0 0,-1-12-12 0 0,0-1-1 0 0,1 1 1 0 0,0 0 0 0 0,0-1 0 0 0,1 0-1 0 0,4 9 1 0 0,-3-8-1 0 0,-1 1-1 0 0,0-1 1 0 0,0 1-1 0 0,2 10 1 0 0,-3-10 34 0 0,-1 1 1 0 0,-1-1 0 0 0,0 0 0 0 0,0 1-1 0 0,0-1 1 0 0,-1 0 0 0 0,0 1-1 0 0,-1-1 1 0 0,-4 15 0 0 0,4-18-15 0 0,0-1 0 0 0,0 1 1 0 0,0 0-1 0 0,-1-1 0 0 0,1 0 1 0 0,-1 1-1 0 0,0-1 0 0 0,-1-1 0 0 0,1 1 1 0 0,-1 0-1 0 0,0-1 0 0 0,1 1 1 0 0,-2-1-1 0 0,1 0 0 0 0,0-1 0 0 0,-9 5 1 0 0,-9 1 120 0 0,1-1 1 0 0,-1-1 0 0 0,-44 6-1 0 0,65-12-136 0 0,-5 1 65 0 0,0 1 0 0 0,0 0 1 0 0,-1 0-1 0 0,1 1 1 0 0,-10 6-1 0 0,12-7-10 0 0,-1 1 0 0 0,0-1 0 0 0,0 1 0 0 0,0-1 0 0 0,0-1 0 0 0,0 1-1 0 0,0-1 1 0 0,0 0 0 0 0,-11 1 0 0 0,2-2-107 0 0,-4 0-4574 0 0,15 0 2388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57 401 1800 0 0,'-8'-110'12092'0'0,"8"110"-12021"0"0,0 6 173 0 0,1 37-47 0 0,-4 97 544 0 0,1-117-533 0 0,-2 1 0 0 0,0-1 0 0 0,-14 45 0 0 0,13-47-128 0 0,5-18-8 0 0,-1 0 0 0 0,1 0 0 0 0,-1 0 0 0 0,0 0 0 0 0,1-1 1 0 0,-1 1-1 0 0,-1 0 0 0 0,1-1 0 0 0,0 1 0 0 0,-1-1 0 0 0,-2 4 0 0 0,4-6-10 0 0,0-76-48 0 0,3-1 0 0 0,4 1 1 0 0,33-148-1 0 0,-36 209-24 0 0,2 0-1 0 0,8-16 1 0 0,5-13 16 0 0,-17 39-1 0 0,0 1 0 0 0,0-1 0 0 0,0 1 1 0 0,1 0-1 0 0,-1 0 0 0 0,1 0 1 0 0,0 0-1 0 0,0 0 0 0 0,1 0 0 0 0,-1 1 1 0 0,1 0-1 0 0,-1-1 0 0 0,9-4 1 0 0,0 1 17 0 0,1 1 1 0 0,1 0 0 0 0,17-6-1 0 0,-13 6 7 0 0,1-3 39 0 0,-16 8-56 0 0,-1-1 0 0 0,0 1 0 0 0,1 0 0 0 0,0 0-1 0 0,-1 0 1 0 0,1 0 0 0 0,0 0 0 0 0,-1 1 0 0 0,1-1-1 0 0,0 1 1 0 0,0 0 0 0 0,-1 0 0 0 0,1 0 0 0 0,0 0-1 0 0,0 0 1 0 0,4 1 0 0 0,9 29 110 0 0,-13-25-113 0 0,-1 1 0 0 0,1 0-1 0 0,-1 0 1 0 0,0-1 0 0 0,0 1 0 0 0,-1 0 0 0 0,0 1 0 0 0,0-1 0 0 0,0 0 0 0 0,-1 0 0 0 0,1 0 0 0 0,-2 1 0 0 0,1-1-1 0 0,-2 7 1 0 0,0-2 14 0 0,-1 0-1 0 0,0 0 0 0 0,0 0 1 0 0,-2-1-1 0 0,1 1 0 0 0,-12 17 1 0 0,14-23-25 0 0,-1-1 1 0 0,0 0-1 0 0,0 0 1 0 0,-1 0 0 0 0,1-1-1 0 0,-1 1 1 0 0,0-1-1 0 0,0 0 1 0 0,0 0-1 0 0,0 0 1 0 0,-9 4-1 0 0,4-2 4 0 0,-40 20-1 0 0,37-20-11 0 0,0 0-1 0 0,0 2 1 0 0,-20 13-1 0 0,8-3 5 0 0,20-14 2 0 0,0-1-1 0 0,0 1 1 0 0,0 0 0 0 0,0 0 0 0 0,0 0 0 0 0,0 1-1 0 0,1-1 1 0 0,0 1 0 0 0,0 0 0 0 0,0 0 0 0 0,0 0-1 0 0,0 0 1 0 0,1 0 0 0 0,-3 7 0 0 0,5-10 3 0 0,0 0 0 0 0,-1 0 0 0 0,1 0 1 0 0,0 0-1 0 0,0 0 0 0 0,0 1 0 0 0,0-1 0 0 0,0 0 1 0 0,0 0-1 0 0,0 0 0 0 0,0 0 0 0 0,1 0 0 0 0,-1 0 0 0 0,0 0 1 0 0,1 0-1 0 0,-1 0 0 0 0,1 0 0 0 0,-1 0 0 0 0,1 0 1 0 0,-1 0-1 0 0,1 0 0 0 0,0 0 0 0 0,-1 0 0 0 0,1 0 1 0 0,0 0-1 0 0,1 0 0 0 0,28 18 86 0 0,-15-11-69 0 0,28 18 42 0 0,-31-20-17 0 0,-1 0 0 0 0,0 1 0 0 0,-1 1 0 0 0,17 13 0 0 0,-19-13-150 0 0,44 41 414 0 0,-46-44-644 0 0,0-1 0 0 0,0 0 1 0 0,0 0-1 0 0,0-1 1 0 0,1 0-1 0 0,0 0 1 0 0,10 4-1 0 0,4 5-4315 0 0,-12-7 2006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22 145 8498 0 0,'0'0'517'0'0,"-5"-19"5035"0"0,4 41-4970 0 0,-6 33 1 0 0,1-20-86 0 0,3 46 782 0 0,3-66-893 0 0,0-15-368 0 0,1-8 39 0 0,58-291-106 0 0,-59 298 41 0 0,1 0 0 0 0,-1-1 0 0 0,0 1 1 0 0,0 0-1 0 0,1 0 0 0 0,-1 0 0 0 0,1-1 0 0 0,-1 1 1 0 0,1 0-1 0 0,-1 0 0 0 0,1 0 0 0 0,0 0 0 0 0,-1 0 0 0 0,1 0 1 0 0,0 0-1 0 0,0 1 0 0 0,0-1 0 0 0,0 0 0 0 0,0 0 1 0 0,0 1-1 0 0,0-1 0 0 0,0 0 0 0 0,0 1 0 0 0,0-1 1 0 0,0 1-1 0 0,0-1 0 0 0,1 1 0 0 0,1-1 0 0 0,1 1 5 0 0,-1 0 0 0 0,1 0 0 0 0,-1 0-1 0 0,1 0 1 0 0,-1 1 0 0 0,0-1 0 0 0,1 1 0 0 0,-1 0-1 0 0,5 2 1 0 0,50 23 94 0 0,-48-19-98 0 0,0-1 0 0 0,-1 1 0 0 0,1 1 0 0 0,-1 0 0 0 0,8 9 0 0 0,9 8 39 0 0,-18-17-20 0 0,-1 0 0 0 0,-1 0 0 0 0,1 1 0 0 0,-1-1 0 0 0,-1 1 0 0 0,0 0 0 0 0,8 20 0 0 0,13 21 158 0 0,-23-45-148 0 0,0 0 0 0 0,-1 0 0 0 0,1 1 0 0 0,-1-1 0 0 0,0 0 0 0 0,-1 1 0 0 0,1-1 0 0 0,-1 1 1 0 0,0 0-1 0 0,-1-1 0 0 0,0 1 0 0 0,1 0 0 0 0,-2 0 0 0 0,0 6 0 0 0,1-8-8 0 0,-1 0-1 0 0,0 0 1 0 0,0 0 0 0 0,0-1-1 0 0,-1 1 1 0 0,1 0-1 0 0,-1-1 1 0 0,0 1 0 0 0,0-1-1 0 0,0 0 1 0 0,-1 0 0 0 0,1 1-1 0 0,-1-2 1 0 0,1 1 0 0 0,-1 0-1 0 0,0 0 1 0 0,0-1-1 0 0,0 0 1 0 0,-1 1 0 0 0,-6 2-1 0 0,-6 3 46 0 0,-1-1 0 0 0,0 0 0 0 0,-1-1 0 0 0,-35 6 0 0 0,46-10-21 0 0,-1 0 0 0 0,1 0 1 0 0,0 0-1 0 0,-11 6 0 0 0,13-5-2 0 0,-1-1 0 0 0,0 1 0 0 0,0-1 1 0 0,0-1-1 0 0,0 1 0 0 0,0-1 0 0 0,0 0 0 0 0,-8 1 0 0 0,10-2-2 0 0,1 0-1 0 0,-1-1 1 0 0,0 1-1 0 0,0-1 1 0 0,1 1-1 0 0,-1-1 1 0 0,-4-2-1 0 0,-4-6-2052 0 0,3-5-5596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79 4369 0 0,'0'0'505'0'0,"-12"-29"5285"0"0,10 24-5253 0 0,1 0 0 0 0,-1 1 1 0 0,0 0-1 0 0,0-1 0 0 0,-1 1 0 0 0,-2-4 1 0 0,4 7-508 0 0,1 0 0 0 0,-1 1 0 0 0,1-1 0 0 0,-1 0 0 0 0,0 1 0 0 0,1-1 0 0 0,-1 1 0 0 0,0-1 0 0 0,0 1 0 0 0,1-1 0 0 0,-1 1 0 0 0,0 0 0 0 0,0-1 0 0 0,0 1 0 0 0,0 0 0 0 0,1 0 0 0 0,-1-1 0 0 0,0 1 0 0 0,0 0 0 0 0,0 0 0 0 0,0 0 0 0 0,0 0 0 0 0,0 0 0 0 0,1 0 0 0 0,-1 1 0 0 0,0-1 0 0 0,0 0 0 0 0,0 0 0 0 0,0 1 0 0 0,1-1 0 0 0,-1 0 0 0 0,0 1 0 0 0,0-1 0 0 0,0 1 0 0 0,1-1 0 0 0,-1 1 0 0 0,0-1 0 0 0,1 1 0 0 0,-1-1 0 0 0,0 1 0 0 0,1 0 0 0 0,-1-1 0 0 0,0 2 0 0 0,0-1 6 0 0,0 1 1 0 0,0-1 0 0 0,0 1-1 0 0,0-1 1 0 0,0 1-1 0 0,1-1 1 0 0,-1 1 0 0 0,0-1-1 0 0,1 1 1 0 0,-1 0 0 0 0,1 0-1 0 0,0-1 1 0 0,-1 1-1 0 0,1 0 1 0 0,0-1 0 0 0,0 1-1 0 0,0 0 1 0 0,0 0 0 0 0,1-1-1 0 0,-1 1 1 0 0,0 0-1 0 0,1 0 1 0 0,-1-1 0 0 0,2 3-1 0 0,-2-3-7 0 0,0 0-1 0 0,1 0 1 0 0,-1-1-1 0 0,1 1 1 0 0,-1 0-1 0 0,1 0 1 0 0,-1 0-1 0 0,1-1 1 0 0,-1 1-1 0 0,1 0 1 0 0,0-1-1 0 0,-1 1 0 0 0,1 0 1 0 0,0-1-1 0 0,0 1 1 0 0,0-1-1 0 0,-1 0 1 0 0,1 1-1 0 0,0-1 1 0 0,0 1-1 0 0,0-1 1 0 0,0 0-1 0 0,0 0 1 0 0,0 1-1 0 0,0-1 1 0 0,0 0-1 0 0,0 0 1 0 0,0 0-1 0 0,0 0 1 0 0,-1 0-1 0 0,1 0 0 0 0,0-1 1 0 0,0 1-1 0 0,0 0 1 0 0,0 0-1 0 0,0-1 1 0 0,0 1-1 0 0,0 0 1 0 0,0-1-1 0 0,-1 1 1 0 0,1-1-1 0 0,0 1 1 0 0,1-2-1 0 0,-1 1-7 0 0,-1 0-1 0 0,1 0 0 0 0,0 0 1 0 0,-1 0-1 0 0,1 0 1 0 0,-1 0-1 0 0,1 0 1 0 0,-1 0-1 0 0,0 0 0 0 0,0 0 1 0 0,1-1-1 0 0,-1 1 1 0 0,0 0-1 0 0,0 0 1 0 0,0 0-1 0 0,0 0 0 0 0,0-1 1 0 0,0 1-1 0 0,0 0 1 0 0,-1 0-1 0 0,1 0 1 0 0,0 0-1 0 0,-1 0 0 0 0,1 0 1 0 0,-1 0-1 0 0,1 0 1 0 0,-1 0-1 0 0,1 0 0 0 0,-1 0 1 0 0,0 0-1 0 0,1 0 1 0 0,-1 0-1 0 0,0 0 1 0 0,0 0-1 0 0,0 1 0 0 0,0-1 1 0 0,-1-1-1 0 0,-8-3 18 0 0,0 0 0 0 0,-1 0-1 0 0,-13-3 1 0 0,21 7-33 0 0,1 0 0 0 0,-1 0 0 0 0,1 1 0 0 0,-1-1 0 0 0,1 1 0 0 0,-1 0 0 0 0,1 0 0 0 0,-1 0 0 0 0,0 0 0 0 0,1 0 0 0 0,-1 0 0 0 0,1 1 0 0 0,-1-1 1 0 0,1 1-1 0 0,-1 0 0 0 0,1 0 0 0 0,-1 0 0 0 0,1 0 0 0 0,0 0 0 0 0,0 0 0 0 0,-1 1 0 0 0,-1 1 0 0 0,3-2-3 0 0,0-1 0 0 0,1 0 0 0 0,-1 1 0 0 0,1-1 0 0 0,-1 1 0 0 0,1-1-1 0 0,-1 1 1 0 0,1-1 0 0 0,-1 1 0 0 0,1 0 0 0 0,0-1 0 0 0,-1 1 0 0 0,1 0 0 0 0,0-1 0 0 0,-1 1 0 0 0,1 0-1 0 0,0-1 1 0 0,0 1 0 0 0,0 0 0 0 0,-1 0 0 0 0,1-1 0 0 0,0 1 0 0 0,0 0 0 0 0,0-1 0 0 0,0 1 0 0 0,0 0 0 0 0,1 0-1 0 0,-1-1 1 0 0,0 1 0 0 0,0 1 0 0 0,1-1 11 0 0,0 0-1 0 0,1 0 1 0 0,-1 0 0 0 0,0 0-1 0 0,0-1 1 0 0,0 1 0 0 0,0 0-1 0 0,1-1 1 0 0,-1 1 0 0 0,0 0-1 0 0,1-1 1 0 0,-1 0 0 0 0,1 1-1 0 0,1-1 1 0 0,8 2 102 0 0,1-1 0 0 0,20 1 0 0 0,-30-2-109 0 0,-1-1 0 0 0,0 1 0 0 0,0 0 0 0 0,0 0 0 0 0,0 0-1 0 0,0 0 1 0 0,0-1 0 0 0,0 1 0 0 0,0-1 0 0 0,0 1 0 0 0,0 0-1 0 0,0-1 1 0 0,0 0 0 0 0,0 1 0 0 0,0-2 0 0 0,6-2-4495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87 130 10026 0 0,'0'0'1698'0'0,"-1"0"-1533"0"0,-1 1 1 0 0,1-1-1 0 0,0 1 0 0 0,0-1 1 0 0,0 1-1 0 0,0 0 0 0 0,0-1 1 0 0,0 1-1 0 0,0 0 1 0 0,0 0-1 0 0,-2 1 0 0 0,-2 13 233 0 0,1 0 1 0 0,0 0-1 0 0,1 0 0 0 0,-2 30 0 0 0,3 67 1365 0 0,3-69-886 0 0,8-135-71 0 0,-8 6-815 0 0,-2 53 6 0 0,1 0 1 0 0,8-49-1 0 0,-7 79 2 0 0,-1-1-1 0 0,1 1 0 0 0,0-1 1 0 0,0 1-1 0 0,1 0 1 0 0,-1-1-1 0 0,1 1 1 0 0,0 0-1 0 0,-1 0 1 0 0,1 0-1 0 0,1 0 1 0 0,-1 0-1 0 0,0 0 1 0 0,1 1-1 0 0,-1-1 0 0 0,6-3 1 0 0,-4 4-1 0 0,0-1 0 0 0,1 1-1 0 0,-1 0 1 0 0,1 1 0 0 0,-1-1 0 0 0,1 1 0 0 0,0 0 0 0 0,0 0 0 0 0,0 0-1 0 0,0 1 1 0 0,8 0 0 0 0,0 0 6 0 0,0 1 0 0 0,-1 1 0 0 0,1 0 0 0 0,-1 1 0 0 0,0 0 0 0 0,1 1 0 0 0,-2 0 0 0 0,1 1 0 0 0,0 0 0 0 0,-1 1 0 0 0,21 14 0 0 0,-19-10 12 0 0,-1 0 0 0 0,0 0 0 0 0,-1 1 0 0 0,0 0 0 0 0,-1 1-1 0 0,0 0 1 0 0,0 1 0 0 0,-2 0 0 0 0,9 17 0 0 0,23 50 413 0 0,-38-76-381 0 0,-1-1 1 0 0,0 0-1 0 0,0 0 0 0 0,0 0 0 0 0,-1 1 0 0 0,1-1 0 0 0,-1 0 0 0 0,1 1 1 0 0,-1-1-1 0 0,-1 7 0 0 0,1-8-40 0 0,0 0 1 0 0,-1 0-1 0 0,1-1 1 0 0,0 1-1 0 0,-1 0 1 0 0,0-1-1 0 0,1 1 1 0 0,-1 0-1 0 0,0-1 1 0 0,0 1 0 0 0,0-1-1 0 0,0 1 1 0 0,0-1-1 0 0,0 1 1 0 0,0-1-1 0 0,0 0 1 0 0,-1 1-1 0 0,1-1 1 0 0,-1 0-1 0 0,1 0 1 0 0,0 0-1 0 0,-3 1 1 0 0,-12 4 30 0 0,-1 0 0 0 0,0-2 1 0 0,0 1-1 0 0,-28 2 0 0 0,-73 0 235 0 0,60-4 55 0 0,51-2-297 0 0,-1 0 1 0 0,1 1 0 0 0,-1 0 0 0 0,1 1 0 0 0,0-1 0 0 0,-9 5 0 0 0,-30 10 166 0 0,22-16-74 0 0,21-2-120 0 0,0 1 0 0 0,0 0 0 0 0,0 0 0 0 0,0 1 1 0 0,0-1-1 0 0,0 0 0 0 0,0 1 0 0 0,-3 1 0 0 0,-14 17-5668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92 4721 0 0,'-2'-2'517'0'0,"1"1"1"0"0,0-1-1 0 0,0 1 0 0 0,1-1 1 0 0,-1 0-1 0 0,0 1 0 0 0,1-1 1 0 0,-1 0-1 0 0,0 0 0 0 0,1 1 1 0 0,-1-4-1 0 0,-5-12 1894 0 0,2 18-1970 0 0,1 8-302 0 0,-21 110 68 0 0,-43 168 1989 0 0,60-260-1844 0 0,5-17-8 0 0,-1 0 0 0 0,0 0 0 0 0,-5 11 0 0 0,8-24-315 0 0,0 1 1 0 0,1 0 0 0 0,-1 0 0 0 0,0 0 0 0 0,0-1 0 0 0,-1 1 0 0 0,1 0 0 0 0,-1-4-1 0 0,-1-6 40 0 0,2-29-55 0 0,8-67 0 0 0,-1 23-3 0 0,-7 82-9 0 0,10-112 22 0 0,-8 102-62 0 0,1 1-1 0 0,0-1 1 0 0,1 0-1 0 0,0 1 1 0 0,1 0-1 0 0,10-20 1 0 0,-13 30 35 0 0,1 0-1 0 0,-1-1 1 0 0,1 1-1 0 0,-1 0 1 0 0,1 0 0 0 0,0 0-1 0 0,0 0 1 0 0,0 1 0 0 0,0-1-1 0 0,0 1 1 0 0,0 0 0 0 0,1 0-1 0 0,2-1 1 0 0,20-9-33 0 0,-22 9 34 0 0,0 0-1 0 0,1 0 1 0 0,-1 0-1 0 0,0 0 1 0 0,1 1-1 0 0,0 0 1 0 0,-1 0-1 0 0,1 0 1 0 0,-1 1-1 0 0,1-1 1 0 0,0 1-1 0 0,-1 0 0 0 0,1 1 1 0 0,0-1-1 0 0,8 3 1 0 0,-10-3 3 0 0,0 1 0 0 0,0 0 0 0 0,0 0 0 0 0,0 0 0 0 0,0 0 0 0 0,0 1 0 0 0,-1-1 0 0 0,1 1 1 0 0,0 0-1 0 0,-1 0 0 0 0,1 0 0 0 0,-1 0 0 0 0,0 0 0 0 0,1 1 0 0 0,-1-1 0 0 0,0 0 0 0 0,-1 1 0 0 0,1 0 0 0 0,0-1 0 0 0,-1 1 0 0 0,1 0 0 0 0,-1 0 0 0 0,2 6 1 0 0,2 22 14 0 0,-4-23-6 0 0,0 0 0 0 0,1-1 0 0 0,0 1 0 0 0,0-1 1 0 0,5 12-1 0 0,-4-11 10 0 0,0 0 0 0 0,0 0 1 0 0,-1 0-1 0 0,0 1 0 0 0,-1-1 0 0 0,0 1 0 0 0,0-1 1 0 0,-1 0-1 0 0,0 1 0 0 0,0-1 0 0 0,-1 1 0 0 0,0-1 1 0 0,0 1-1 0 0,-1-1 0 0 0,0 0 0 0 0,-1 0 1 0 0,0 0-1 0 0,-6 11 0 0 0,7-15 2 0 0,0 0 1 0 0,-1 0-1 0 0,0 0 0 0 0,0-1 1 0 0,0 0-1 0 0,0 1 0 0 0,-1-1 1 0 0,1 0-1 0 0,-1 0 0 0 0,0-1 1 0 0,0 1-1 0 0,0-1 0 0 0,0 0 1 0 0,0 0-1 0 0,-7 2 0 0 0,-10 5 139 0 0,-1-2-1 0 0,1 0 0 0 0,-1-1 1 0 0,-42 4-1 0 0,59-9-138 0 0,-1 0 1 0 0,1 1-1 0 0,-1-1 1 0 0,1 1-1 0 0,-10 5 0 0 0,10-5-9 0 0,0 0 0 0 0,0 0-1 0 0,-1 0 1 0 0,1 0-1 0 0,0-1 1 0 0,-1 0-1 0 0,-10 1 1 0 0,14-2-160 0 0,-24-2 392 0 0,15-4-1921 0 0,4-6-3865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1 323 12027 0 0,'5'-4'3420'0'0,"14"-5"-3442"0"0,-2 0 162 0 0,-9 3-85 0 0,-1 0 0 0 0,1 0 0 0 0,-2-1 0 0 0,1 0 0 0 0,-1-1 1 0 0,0 1-1 0 0,6-11 0 0 0,16-19 196 0 0,-18 27-153 0 0,0-1 0 0 0,-1 0 1 0 0,-1-1-1 0 0,0 0 0 0 0,0 0 0 0 0,-1-1 1 0 0,-1 1-1 0 0,10-27 0 0 0,-8 23 66 0 0,5-10 406 0 0,-13 25-535 0 0,0 0 1 0 0,1 1 0 0 0,-1-1-1 0 0,0 0 1 0 0,0 1 0 0 0,0-1-1 0 0,1 0 1 0 0,-1 1 0 0 0,0-1-1 0 0,0 0 1 0 0,0 0 0 0 0,0 1 0 0 0,0-1-1 0 0,-1 0 1 0 0,1 0 0 0 0,0 1-1 0 0,0-1 1 0 0,0 0 0 0 0,-1 1-1 0 0,1-1 1 0 0,0 0 0 0 0,-1 1 0 0 0,1-1-1 0 0,0 1 1 0 0,-1-1 0 0 0,1 0-1 0 0,-1 1 1 0 0,1-1 0 0 0,-2 0-1 0 0,1 1-27 0 0,-1-1-1 0 0,1 0 0 0 0,-1 1 0 0 0,0 0 0 0 0,0-1 0 0 0,1 1 0 0 0,-1 0 0 0 0,0 0 1 0 0,0 0-1 0 0,1 0 0 0 0,-1 0 0 0 0,0 0 0 0 0,0 1 0 0 0,1-1 0 0 0,-1 1 0 0 0,0-1 1 0 0,1 1-1 0 0,-4 1 0 0 0,0 0-4 0 0,1 0-1 0 0,-1 1 1 0 0,0-1 0 0 0,1 1 0 0 0,-5 4-1 0 0,6-4-1 0 0,1-1-1 0 0,0 1 0 0 0,0 0 1 0 0,1 0-1 0 0,-1 0 0 0 0,0 0 1 0 0,1 0-1 0 0,0 0 0 0 0,0 0 0 0 0,0 0 1 0 0,0 1-1 0 0,0-1 0 0 0,0 0 1 0 0,1 7-1 0 0,-7 21 33 0 0,-7 2-3 0 0,9-24-29 0 0,1 0 0 0 0,1 0 0 0 0,-1 0-1 0 0,2 0 1 0 0,-1 1 0 0 0,-1 15 0 0 0,4-16-1 0 0,0 0 0 0 0,0 0 1 0 0,1-1-1 0 0,1 1 0 0 0,0-1 0 0 0,0 1 1 0 0,0-1-1 0 0,1 0 0 0 0,0 0 1 0 0,1 0-1 0 0,-1 0 0 0 0,2 0 0 0 0,6 8 1 0 0,-7-12-257 0 0,1 0 1 0 0,-1 0-1 0 0,1 0 0 0 0,0-1 1 0 0,1 1-1 0 0,-1-2 0 0 0,0 1 1 0 0,1 0-1 0 0,0-1 1 0 0,0 0-1 0 0,11 2 0 0 0,-5-2-744 0 0,-1-1-1 0 0,1-1 1 0 0,0 0-1 0 0,-1 0 0 0 0,1-1 1 0 0,21-5-1 0 0,-4-1-2085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68 8482 0 0,'-20'-26'4455'0'0,"18"22"-4160"0"0,-1 0 1 0 0,1 1 0 0 0,-1-1 0 0 0,0 1 0 0 0,1 0 0 0 0,-1 0 0 0 0,-1 0-1 0 0,-4-4 1 0 0,6 6-218 0 0,-1 0 0 0 0,1 0-1 0 0,-1 0 1 0 0,1 0 0 0 0,-1 0-1 0 0,0 1 1 0 0,1-1 0 0 0,-1 1-1 0 0,-5-1 1 0 0,7 1-61 0 0,0 0 1 0 0,0 0-1 0 0,0 0 1 0 0,-1 0-1 0 0,1 0 1 0 0,0 0-1 0 0,0 1 0 0 0,0-1 1 0 0,0 0-1 0 0,0 1 1 0 0,0-1-1 0 0,0 1 0 0 0,0-1 1 0 0,0 1-1 0 0,0-1 1 0 0,0 1-1 0 0,0 0 0 0 0,0-1 1 0 0,0 1-1 0 0,0 0 1 0 0,1 0-1 0 0,-1-1 0 0 0,0 1 1 0 0,1 0-1 0 0,-1 0 1 0 0,0 0-1 0 0,1 0 1 0 0,-1 2-1 0 0,-10 52 259 0 0,10-43-233 0 0,-1 0 0 0 0,0-1 0 0 0,-1 1 0 0 0,0-1-1 0 0,-9 20 1 0 0,6-17-8 0 0,0 0 1 0 0,1 0-1 0 0,1 1 0 0 0,0 0 0 0 0,-2 17 0 0 0,-5 80 83 0 0,9-79-72 0 0,-1 84-1042 0 0,4-74-3828 0 0,-1-32 881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0 340 10722 0 0,'22'-3'888'0'0,"-1"-1"0"0"0,0 0 0 0 0,0-2-1 0 0,27-11 1 0 0,108-48-288 0 0,-115 50-491 0 0,-33 13-90 0 0,0-1 0 0 0,-1 0 1 0 0,0 0-1 0 0,14-8 0 0 0,-1-2 43 0 0,46-34 63 0 0,-59 41-80 0 0,0 0-1 0 0,-1 0 1 0 0,0-1 0 0 0,0 1 0 0 0,0-1-1 0 0,7-13 1 0 0,5-25 906 0 0,-18 44-924 0 0,1 0 1 0 0,-1 0-1 0 0,0 0 0 0 0,1 0 0 0 0,-1 0 1 0 0,0 0-1 0 0,0-1 0 0 0,0 1 1 0 0,0 0-1 0 0,0 0 0 0 0,0 0 0 0 0,0 0 1 0 0,0 0-1 0 0,0 0 0 0 0,0 0 1 0 0,0 0-1 0 0,-1-1 0 0 0,1 1 0 0 0,-1 0 1 0 0,1 0-1 0 0,-1-1 0 0 0,0 2-19 0 0,1-1-1 0 0,-1 1 1 0 0,0-1-1 0 0,0 1 0 0 0,0-1 1 0 0,1 1-1 0 0,-1-1 1 0 0,0 1-1 0 0,0-1 1 0 0,0 1-1 0 0,0 0 0 0 0,0 0 1 0 0,0-1-1 0 0,1 1 1 0 0,-1 0-1 0 0,0 0 1 0 0,0 0-1 0 0,0 0 0 0 0,-2 0 1 0 0,0 1-9 0 0,0-1 1 0 0,0 1-1 0 0,0 0 0 0 0,0 0 1 0 0,0 0-1 0 0,0 0 0 0 0,0 0 1 0 0,0 0-1 0 0,1 1 0 0 0,-1 0 1 0 0,0-1-1 0 0,1 1 0 0 0,-1 0 1 0 0,-2 3-1 0 0,2 1 0 0 0,-1-1-1 0 0,1 1 1 0 0,1 0 0 0 0,-1 0 0 0 0,1 0 0 0 0,0 0-1 0 0,1 1 1 0 0,-1-1 0 0 0,1 1 0 0 0,0 7 0 0 0,0-7-1 0 0,0 1 1 0 0,0 0-1 0 0,-1-1 1 0 0,0 1-1 0 0,-1-1 1 0 0,1 0-1 0 0,-5 8 1 0 0,3-8-1 0 0,0 1 1 0 0,1 0-1 0 0,-1 0 1 0 0,2 0 0 0 0,-1 1-1 0 0,1-1 1 0 0,0 1 0 0 0,1-1-1 0 0,0 1 1 0 0,0 0 0 0 0,1 0-1 0 0,1 10 1 0 0,0-7 18 0 0,1-1 0 0 0,0 1 1 0 0,1-1-1 0 0,0 1 0 0 0,0-1 0 0 0,1 0 0 0 0,1 0 1 0 0,8 15-1 0 0,-8-22-8 0 0,0 0 1 0 0,0 0-1 0 0,1-1 0 0 0,-1 0 1 0 0,0 0-1 0 0,1 0 0 0 0,0 0 1 0 0,6 1-1 0 0,-8-2 2 0 0,1-1 1 0 0,0 0 0 0 0,-1 0-1 0 0,1 0 1 0 0,0 0-1 0 0,0-1 1 0 0,0 1-1 0 0,-1-1 1 0 0,1-1-1 0 0,0 1 1 0 0,0-1 0 0 0,0 1-1 0 0,-1-1 1 0 0,1-1-1 0 0,0 1 1 0 0,-1-1-1 0 0,1 0 1 0 0,-1 0-1 0 0,1 0 1 0 0,-1 0 0 0 0,0-1-1 0 0,0 1 1 0 0,0-1-1 0 0,-1-1 1 0 0,6-4-1 0 0,6-8 36 0 0,-2 0-1 0 0,0-1 0 0 0,0 0 0 0 0,14-28 0 0 0,-19 32-24 0 0,102-193 165 0 0,-97 179-163 0 0,-11 23-30 0 0,0-1 0 0 0,0 1 0 0 0,0-1 0 0 0,0 1-1 0 0,1 0 1 0 0,0 0 0 0 0,0 0 0 0 0,0 0 0 0 0,5-5 0 0 0,-7 8-2 0 0,0 0 1 0 0,0 1-1 0 0,0-1 1 0 0,0 0-1 0 0,0 0 1 0 0,1 1-1 0 0,-1-1 1 0 0,0 1-1 0 0,0-1 1 0 0,0 1-1 0 0,1 0 1 0 0,-1-1-1 0 0,0 1 1 0 0,1 0-1 0 0,-1 0 1 0 0,0 0-1 0 0,0 0 1 0 0,1 0-1 0 0,-1 0 1 0 0,0 0-1 0 0,3 1 1 0 0,-2 0 9 0 0,-1 0 0 0 0,0 0-1 0 0,0 0 1 0 0,1 1 0 0 0,-1-1 0 0 0,0 0 0 0 0,0 1-1 0 0,0-1 1 0 0,-1 1 0 0 0,1-1 0 0 0,0 1 0 0 0,0-1-1 0 0,-1 1 1 0 0,1 0 0 0 0,0 2 0 0 0,1 6-5 0 0,1 1 0 0 0,-2-1 0 0 0,1 0 0 0 0,-1 0 0 0 0,-1 1 0 0 0,-1 14-1 0 0,-12 62-19 0 0,8-61 25 0 0,1-1 0 0 0,0 32 0 0 0,3-49-2 0 0,1-1 0 0 0,1 1 0 0 0,-1 0 1 0 0,1 0-1 0 0,1-1 0 0 0,-1 1 0 0 0,5 11 0 0 0,-5-17 1 0 0,1 1 0 0 0,-1-1-1 0 0,1 1 1 0 0,0-1 0 0 0,0 0 0 0 0,0 1 0 0 0,0-1-1 0 0,0 0 1 0 0,0 0 0 0 0,0-1 0 0 0,1 1 0 0 0,-1 0-1 0 0,1-1 1 0 0,0 1 0 0 0,-1-1 0 0 0,1 0 0 0 0,0 0-1 0 0,-1 0 1 0 0,1 0 0 0 0,0-1 0 0 0,0 1-1 0 0,0-1 1 0 0,3 1 0 0 0,0-1-1 0 0,0 0 0 0 0,0 0-1 0 0,0-1 1 0 0,0 0 0 0 0,0 0 0 0 0,0 0 0 0 0,0 0-1 0 0,-1-1 1 0 0,1 0 0 0 0,0-1 0 0 0,-1 1 0 0 0,1-1-1 0 0,-1 0 1 0 0,0 0 0 0 0,0-1 0 0 0,0 1 0 0 0,-1-1-1 0 0,7-7 1 0 0,8-9-11 0 0,0-1 0 0 0,27-42 0 0 0,-23 30-28 0 0,-5 12-15 0 0,23-24 1 0 0,-14 17 7 0 0,-16 10 100 0 0,-10 15-60 0 0,-1 1 1 0 0,1 0-1 0 0,0 0 0 0 0,0 1 0 0 0,0-1 1 0 0,0 0-1 0 0,0 0 0 0 0,0 0 0 0 0,0 1 1 0 0,1-1-1 0 0,-1 0 0 0 0,1 1 0 0 0,-1 0 1 0 0,1-1-1 0 0,0 1 0 0 0,-1 0 0 0 0,1 0 1 0 0,2-2-1 0 0,-4 11 118 0 0,-7 16-100 0 0,-1-1 0 0 0,-12 28 0 0 0,-8 18 17 0 0,10-18 15 0 0,7-21 59 0 0,1 1-1 0 0,-10 49 0 0 0,19-79-95 0 0,1-1 1 0 0,0 1-1 0 0,0-1 1 0 0,0 0-1 0 0,0 1 0 0 0,-1-1 1 0 0,1 1-1 0 0,0-1 1 0 0,0 1-1 0 0,0-1 1 0 0,0 1-1 0 0,0-1 0 0 0,0 1 1 0 0,0-1-1 0 0,0 1 1 0 0,0-1-1 0 0,0 0 0 0 0,0 1 1 0 0,1-1-1 0 0,-1 1 1 0 0,0-1-1 0 0,0 1 0 0 0,0-1 1 0 0,0 1-1 0 0,1-1 1 0 0,-1 0-1 0 0,0 1 0 0 0,1-1 1 0 0,-1 0-1 0 0,0 1 1 0 0,1-1-1 0 0,-1 0 0 0 0,0 1 1 0 0,1-1-1 0 0,-1 0 1 0 0,0 0-1 0 0,1 1 0 0 0,-1-1 1 0 0,1 0-1 0 0,-1 0 1 0 0,1 0-1 0 0,-1 1 0 0 0,1-1 1 0 0,19-7 129 0 0,-10 3-144 0 0,-7 2 12 0 0,1 0-1 0 0,-1 0 1 0 0,1 0-1 0 0,-1 0 1 0 0,0 0-1 0 0,0-1 1 0 0,0 1-1 0 0,0-1 1 0 0,0 0-1 0 0,2-3 1 0 0,27-39 8 0 0,-13 16-12 0 0,20-25 25 0 0,-21 27-22 0 0,30-35 0 0 0,-40 54-6 0 0,0 0 0 0 0,1 0-1 0 0,0 1 1 0 0,0 0-1 0 0,0 1 1 0 0,1-1-1 0 0,19-7 1 0 0,-25 12-28 0 0,10-2 8 0 0,-13 5 23 0 0,0-1 0 0 0,-1 1-1 0 0,1-1 1 0 0,0 1 0 0 0,-1-1-1 0 0,1 1 1 0 0,-1-1 0 0 0,1 1-1 0 0,-1 0 1 0 0,1-1-1 0 0,-1 1 1 0 0,1 0 0 0 0,-1 0-1 0 0,0-1 1 0 0,1 1 0 0 0,-1 0-1 0 0,0 0 1 0 0,0 0 0 0 0,1-1-1 0 0,-1 1 1 0 0,0 1 0 0 0,2 10-6 0 0,0 0 0 0 0,-1 0 0 0 0,0 1 0 0 0,-1-1 0 0 0,-1 0 1 0 0,0 0-1 0 0,0 0 0 0 0,-5 15 0 0 0,-30 97 81 0 0,27-99-38 0 0,4 0 65 0 0,6-13 71 0 0,-1-12-163 0 0,0 1-1 0 0,0-1 0 0 0,0 0 0 0 0,1 0 0 0 0,-1 0 1 0 0,0 1-1 0 0,0-1 0 0 0,0 0 0 0 0,0 0 0 0 0,0 0 1 0 0,0 0-1 0 0,1 1 0 0 0,-1-1 0 0 0,0 0 0 0 0,0 0 1 0 0,0 0-1 0 0,0 0 0 0 0,1 0 0 0 0,-1 0 0 0 0,0 0 0 0 0,0 1 1 0 0,0-1-1 0 0,1 0 0 0 0,-1 0 0 0 0,0 0 0 0 0,0 0 1 0 0,0 0-1 0 0,1 0 0 0 0,-1 0 0 0 0,0 0 0 0 0,0 0 1 0 0,0 0-1 0 0,1 0 0 0 0,-1 0 0 0 0,0 0 0 0 0,0 0 1 0 0,1 0-1 0 0,-1-1 0 0 0,3-1 4 0 0,-1 0-1 0 0,1 0 1 0 0,-1-1 0 0 0,1 1 0 0 0,-1-1-1 0 0,0 0 1 0 0,0 0 0 0 0,0 0-1 0 0,0 0 1 0 0,1-3 0 0 0,2-3-1 0 0,56-106-2 0 0,-5 10-15 0 0,-48 92 22 0 0,2-5-14 0 0,1 1 1 0 0,13-15-1 0 0,-20 27-18 0 0,0 1 0 0 0,0 0 0 0 0,0 0 0 0 0,0 1 0 0 0,1-1 0 0 0,0 1 0 0 0,-1 0 0 0 0,1 0 0 0 0,0 1 0 0 0,0-1 0 0 0,1 1 0 0 0,5-1 0 0 0,-11 2 13 0 0,0 1 1 0 0,1 0-1 0 0,-1 0 0 0 0,0 0 0 0 0,1 0 1 0 0,-1 0-1 0 0,1 0 0 0 0,-1 1 0 0 0,0-1 1 0 0,1 0-1 0 0,-1 0 0 0 0,0 0 0 0 0,1 0 1 0 0,-1 0-1 0 0,0 0 0 0 0,1 1 0 0 0,-1-1 1 0 0,0 0-1 0 0,1 0 0 0 0,-1 1 0 0 0,0-1 1 0 0,1 0-1 0 0,-1 0 0 0 0,0 1 0 0 0,0-1 1 0 0,1 0-1 0 0,-1 1 0 0 0,0-1 0 0 0,0 0 1 0 0,0 1-1 0 0,0-1 0 0 0,1 1 0 0 0,3 13 30 0 0,-3-10-34 0 0,2 18 3 0 0,-1 0 0 0 0,0 1 0 0 0,-2-1 0 0 0,0 0 0 0 0,-2 0 0 0 0,-5 33 0 0 0,-3 54 8 0 0,10-107-7 0 0,0-1 1 0 0,0 1-1 0 0,0-1 1 0 0,0 1-1 0 0,1-1 1 0 0,-1 1-1 0 0,0-1 1 0 0,1 1-1 0 0,-1-1 1 0 0,1 0-1 0 0,0 1 1 0 0,-1-1-1 0 0,1 0 1 0 0,0 0-1 0 0,0 0 1 0 0,0 1-1 0 0,0-1 1 0 0,0 0-1 0 0,0 0 0 0 0,0 0 1 0 0,0 0-1 0 0,0-1 1 0 0,1 1-1 0 0,-1 0 1 0 0,0 0-1 0 0,1-1 1 0 0,-1 1-1 0 0,0-1 1 0 0,1 1-1 0 0,-1-1 1 0 0,1 1-1 0 0,-1-1 1 0 0,1 0-1 0 0,1 0 1 0 0,2 1 0 0 0,0-1 0 0 0,-1 0 1 0 0,1 0-1 0 0,0-1 0 0 0,0 1 1 0 0,-1-1-1 0 0,1 0 0 0 0,-1 0 1 0 0,9-4-1 0 0,-1 0-1 0 0,-6 2 1 0 0,1 1-1 0 0,-1-1 1 0 0,0-1-1 0 0,0 1 1 0 0,0-1 0 0 0,0 0-1 0 0,9-9 1 0 0,4-6 15 0 0,3-3-6 0 0,-1-1 0 0 0,31-43-1 0 0,-16 20 5 0 0,-7 11 16 0 0,-5-11-73 0 0,-24 45 12 0 0,0 9 21 0 0,-2-1 0 0 0,1 1 0 0 0,-1 0 0 0 0,0-1 1 0 0,-1 0-1 0 0,-5 12 0 0 0,-4 14 24 0 0,-2 25 10 0 0,-9 74-1 0 0,22-129-23 0 0,1 0 0 0 0,0-1-1 0 0,-1 1 1 0 0,1 0-1 0 0,0 0 1 0 0,1 0-1 0 0,-1 0 1 0 0,0 0 0 0 0,1 0-1 0 0,0 0 1 0 0,-1 0-1 0 0,1 0 1 0 0,0 0-1 0 0,1 0 1 0 0,-1-1 0 0 0,0 1-1 0 0,1-1 1 0 0,0 1-1 0 0,-1-1 1 0 0,1 1-1 0 0,0-1 1 0 0,5 4 0 0 0,-4-3 1 0 0,1-1 1 0 0,1 0 0 0 0,-1 0 0 0 0,0 0-1 0 0,0 0 1 0 0,1 0 0 0 0,-1-1 0 0 0,1 0-1 0 0,-1 0 1 0 0,1 0 0 0 0,0-1 0 0 0,-1 1-1 0 0,1-1 1 0 0,5-1 0 0 0,-2 1 1 0 0,-1-1 1 0 0,1 0-1 0 0,-1-1 0 0 0,0 1 1 0 0,1-1-1 0 0,-1-1 0 0 0,0 1 1 0 0,0-1-1 0 0,-1-1 0 0 0,1 1 1 0 0,-1-1-1 0 0,1 0 0 0 0,-1-1 1 0 0,-1 1-1 0 0,1-1 1 0 0,0-1-1 0 0,4-5 0 0 0,6-10 6 0 0,0 0-1 0 0,-2-1 1 0 0,18-38-1 0 0,-9 19-11 0 0,-21 37 3 0 0,2-4 0 0 0,0 1 1 0 0,1-1-1 0 0,0 1 1 0 0,0-1-1 0 0,1 1 0 0 0,7-7 1 0 0,-8 10-39 0 0,4-3-46 0 0,-8 7 85 0 0,-1 0-1 0 0,1 1 0 0 0,-1-1 1 0 0,0 0-1 0 0,1 1 1 0 0,-1-1-1 0 0,0 0 1 0 0,0 1-1 0 0,1-1 1 0 0,-1 0-1 0 0,0 1 1 0 0,0-1-1 0 0,1 0 1 0 0,-1 1-1 0 0,0-1 1 0 0,0 1-1 0 0,0-1 1 0 0,0 1-1 0 0,1-1 0 0 0,-1 0 1 0 0,0 1-1 0 0,0-1 1 0 0,0 1-1 0 0,0-1 1 0 0,0 1-1 0 0,0-1 1 0 0,0 1-1 0 0,0-1 1 0 0,-1 0-1 0 0,1 1 1 0 0,0 17 15 0 0,-2-1 0 0 0,0 1 0 0 0,-1-1 0 0 0,0 0 1 0 0,-12 32-1 0 0,2-5 32 0 0,12-43-32 0 0,0 1-1 0 0,1 0 0 0 0,-1 1 0 0 0,1-1 0 0 0,-1 0 0 0 0,1 0 1 0 0,0 0-1 0 0,0 0 0 0 0,0 0 0 0 0,1 4 0 0 0,-1-5-11 0 0,1-1 0 0 0,-1 0 0 0 0,1 1 0 0 0,-1-1-1 0 0,1 0 1 0 0,0 1 0 0 0,-1-1 0 0 0,1 0 0 0 0,0 0-1 0 0,-1 0 1 0 0,1 0 0 0 0,0 1 0 0 0,-1-1 0 0 0,1 0-1 0 0,0 0 1 0 0,-1 0 0 0 0,1 0 0 0 0,0 0-1 0 0,0-1 1 0 0,-1 1 0 0 0,1 0 0 0 0,0 0 0 0 0,-1 0-1 0 0,1-1 1 0 0,-1 1 0 0 0,1 0 0 0 0,0-1 0 0 0,-1 1-1 0 0,1 0 1 0 0,0-2 0 0 0,5-1-2 0 0,0 0-1 0 0,-1-1 1 0 0,1 0-1 0 0,-1 0 1 0 0,0-1-1 0 0,0 1 0 0 0,-1-1 1 0 0,1 0-1 0 0,6-11 1 0 0,12-12-1 0 0,-10 15-3 0 0,0 0-1 0 0,0 1 0 0 0,1 1 0 0 0,1 0 0 0 0,0 1 1 0 0,26-13-1 0 0,-38 21 5 0 0,-1 1-13 0 0,1 0-1 0 0,-1 0 1 0 0,1 0 0 0 0,-1 0 0 0 0,1 0 0 0 0,-1 0-1 0 0,1 1 1 0 0,3-1 0 0 0,-5 1 11 0 0,0 0-1 0 0,0 0 1 0 0,0 0-1 0 0,0 1 1 0 0,0-1-1 0 0,-1 0 1 0 0,1 1-1 0 0,0-1 1 0 0,0 1-1 0 0,0-1 1 0 0,0 1 0 0 0,0 0-1 0 0,-1-1 1 0 0,1 1-1 0 0,0 0 1 0 0,-1 0-1 0 0,1-1 1 0 0,0 1-1 0 0,-1 0 1 0 0,1 0-1 0 0,-1 0 1 0 0,1 0-1 0 0,-1 0 1 0 0,1-1-1 0 0,-1 3 1 0 0,14 41 40 0 0,-13-36-45 0 0,1 0 0 0 0,1 0 0 0 0,-1 0 0 0 0,1 0-1 0 0,1-1 1 0 0,3 8 0 0 0,-4-13 8 0 0,-1 0-1 0 0,0 0 0 0 0,1 0 1 0 0,0-1-1 0 0,-1 1 1 0 0,1-1-1 0 0,0 1 1 0 0,0-1-1 0 0,-1 0 1 0 0,7 1-1 0 0,12 7-2 0 0,-14-6 0 0 0,-1-1 1 0 0,1 1 0 0 0,-1-1-1 0 0,1 0 1 0 0,0-1-1 0 0,0 0 1 0 0,0 0 0 0 0,0 0-1 0 0,-1-1 1 0 0,1 0 0 0 0,0 0-1 0 0,0-1 1 0 0,0 0-1 0 0,0 0 1 0 0,0-1 0 0 0,0 1-1 0 0,-1-1 1 0 0,1-1-1 0 0,-1 0 1 0 0,10-5 0 0 0,3-2 40 0 0,-14 9-33 0 0,-1-2-1 0 0,1 1 1 0 0,-1 0 0 0 0,0-1-1 0 0,0 0 1 0 0,0 0-1 0 0,4-5 1 0 0,4-3 2 0 0,-1-2 0 0 0,-1 0 0 0 0,0 0 0 0 0,-1 0 0 0 0,0-1-1 0 0,-1-1 1 0 0,-1 1 0 0 0,0-1 0 0 0,-1-1 0 0 0,0 1 0 0 0,4-25 0 0 0,-8 35-1 0 0,-1-1 1 0 0,1 1-1 0 0,0 0 0 0 0,0 0 1 0 0,5-9-1 0 0,-4 11-5 0 0,-1 0-1 0 0,-1 0 1 0 0,1 0-1 0 0,0-1 1 0 0,-1 1-1 0 0,0-1 1 0 0,1 1-1 0 0,-1-1 1 0 0,-1 0-1 0 0,1 1 1 0 0,-1-1-1 0 0,1 0 1 0 0,-1 1-1 0 0,0-1 1 0 0,-1-4-1 0 0,1 7-6 0 0,-1 0-1 0 0,1 0 0 0 0,-1 0 0 0 0,0 0 0 0 0,0 0 0 0 0,1 0 1 0 0,-1 1-1 0 0,0-1 0 0 0,0 0 0 0 0,0 1 0 0 0,0-1 0 0 0,0 0 0 0 0,0 1 1 0 0,0-1-1 0 0,0 1 0 0 0,0-1 0 0 0,0 1 0 0 0,0 0 0 0 0,-1-1 1 0 0,-23-3-10 0 0,22 3 10 0 0,-1 1 1 0 0,0 0 0 0 0,1 0-1 0 0,-1 0 1 0 0,0 0-1 0 0,1 1 1 0 0,-1-1 0 0 0,1 1-1 0 0,-1 0 1 0 0,1 0-1 0 0,-1 1 1 0 0,1-1-1 0 0,0 1 1 0 0,0-1 0 0 0,-1 1-1 0 0,1 0 1 0 0,0 0-1 0 0,1 1 1 0 0,-1-1 0 0 0,0 0-1 0 0,1 1 1 0 0,-1 0-1 0 0,-3 5 1 0 0,-1 4 4 0 0,1 0 0 0 0,0 0 1 0 0,0 1-1 0 0,1 0 0 0 0,-3 14 0 0 0,-11 27 19 0 0,15-46-22 0 0,0 1-1 0 0,1 0 1 0 0,1 0 0 0 0,0 0-1 0 0,0 0 1 0 0,0 0 0 0 0,1 0-1 0 0,0 13 1 0 0,1-16 4 0 0,1-1 1 0 0,-1 1-1 0 0,1 0 0 0 0,0-1 1 0 0,0 1-1 0 0,1-1 0 0 0,0 1 0 0 0,0-1 1 0 0,0 1-1 0 0,0-1 0 0 0,1 0 1 0 0,0 0-1 0 0,0-1 0 0 0,6 9 0 0 0,-6-11-1 0 0,0 0 0 0 0,0 0-1 0 0,1 0 1 0 0,-1 0-1 0 0,0 0 1 0 0,1 0-1 0 0,-1-1 1 0 0,1 0-1 0 0,-1 0 1 0 0,1 0-1 0 0,0 0 1 0 0,4 0 0 0 0,23 8-29 0 0,-10 0 28 0 0,-11-5 5 0 0,-1 1 1 0 0,1-2-1 0 0,0 1 1 0 0,0-1-1 0 0,1-1 1 0 0,-1 0 0 0 0,0 0-1 0 0,22 0 1 0 0,-20-3-159 0 0,0 0 1 0 0,0-1 0 0 0,0 0-1 0 0,13-5 1 0 0,22-11-5098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42 16371 0 0,'-7'-12'2482'0'0,"6"11"-2417"0"0,0 1 0 0 0,1-1 0 0 0,-1 0 0 0 0,0 0 0 0 0,0 0 0 0 0,1 0 0 0 0,-1 0 0 0 0,1 0 0 0 0,-1 0 0 0 0,1 0 0 0 0,-1 0 0 0 0,1 0 0 0 0,0 0 0 0 0,-1-2 0 0 0,1-5-186 0 0,0 2-3961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57 11458 0 0,'0'-20'2832'0'0,"-1"28"-2728"0"0,-1 0 0 0 0,0-1 0 0 0,0 1 0 0 0,-1-1 1 0 0,0 0-1 0 0,0 0 0 0 0,-7 10 0 0 0,4-4 27 0 0,-4 6 108 0 0,2-1 0 0 0,-13 41 0 0 0,13-35 18 0 0,-2 0-1 0 0,-13 25 0 0 0,4-9 45 0 0,-5 5 39 0 0,18-36-271 0 0,1 1 0 0 0,0-1 0 0 0,0 1-1 0 0,1 0 1 0 0,0 0 0 0 0,-3 16-1 0 0,2-8 29 0 0,1-5 99 0 0,4-11 52 0 0,2-5 153 0 0,123-235-240 0 0,-105 191-136 0 0,-15 32-15 0 0,2 0 0 0 0,7-14 0 0 0,3 2 9 0 0,27-35 0 0 0,-36 53-29 0 0,0 0 0 0 0,1 0 0 0 0,0 1 0 0 0,1 1 0 0 0,-1-1 0 0 0,19-10 0 0 0,-25 17 8 0 0,-1 0-1 0 0,0-1 1 0 0,1 1-1 0 0,-1 0 1 0 0,1 0-1 0 0,-1 1 1 0 0,6-2-1 0 0,-7 2 6 0 0,-1 0-1 0 0,1 0 1 0 0,0 0-1 0 0,0 1 1 0 0,0-1 0 0 0,0 0-1 0 0,0 0 1 0 0,-1 1-1 0 0,1-1 1 0 0,0 1-1 0 0,0-1 1 0 0,-1 1 0 0 0,1-1-1 0 0,0 1 1 0 0,0-1-1 0 0,-1 1 1 0 0,1-1-1 0 0,-1 1 1 0 0,1 0 0 0 0,0 0-1 0 0,-1-1 1 0 0,1 1-1 0 0,-1 0 1 0 0,0 0-1 0 0,1-1 1 0 0,-1 1 0 0 0,1 2-1 0 0,1 2 2 0 0,0 0 1 0 0,-1 1-1 0 0,0-1 0 0 0,0 1 1 0 0,0-1-1 0 0,0 1 0 0 0,-1-1 0 0 0,0 1 1 0 0,0 0-1 0 0,0-1 0 0 0,-1 1 1 0 0,0-1-1 0 0,0 1 0 0 0,0-1 1 0 0,-5 11-1 0 0,-1 0 4 0 0,0 0 0 0 0,-2 0 0 0 0,-18 26 0 0 0,19-29 8 0 0,6-10-3 0 0,1-1-1 0 0,-1 1 1 0 0,1-1 0 0 0,-1 0-1 0 0,0 1 1 0 0,0-1-1 0 0,0 0 1 0 0,0 0-1 0 0,-4 2 1 0 0,-1 1-50 0 0,2-2 84 0 0,0 0 1 0 0,1 0 0 0 0,-1 1-1 0 0,0-1 1 0 0,1 1-1 0 0,0 0 1 0 0,0 1-1 0 0,0-1 1 0 0,-3 6 0 0 0,7-9-47 0 0,0-1 1 0 0,0 1 0 0 0,0-1 0 0 0,0 1 0 0 0,0-1 0 0 0,0 0 0 0 0,1 1 0 0 0,-1-1 0 0 0,0 1 0 0 0,0-1 0 0 0,1 1-1 0 0,-1-1 1 0 0,0 0 0 0 0,1 1 0 0 0,-1-1 0 0 0,0 1 0 0 0,1-1 0 0 0,-1 0 0 0 0,1 0 0 0 0,-1 1 0 0 0,1-1 0 0 0,-1 0-1 0 0,0 0 1 0 0,1 1 0 0 0,-1-1 0 0 0,2 0 0 0 0,14 8 6 0 0,-15-8-1 0 0,110 57-279 0 0,-105-53-837 0 0,0 0-1 0 0,0 0 1 0 0,0 1 0 0 0,-1 0-1 0 0,0 0 1 0 0,0 0-1 0 0,6 8 1 0 0,-3-4-2090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96 118 10362 0 0,'0'0'315'0'0,"-22"-21"5074"0"0,14 32-5141 0 0,-4 15-116 0 0,1 1 0 0 0,2 0 0 0 0,0 0 0 0 0,2 1 0 0 0,0 0 0 0 0,-3 55 0 0 0,9-61 700 0 0,4-17-44 0 0,1-17-562 0 0,21-90-166 0 0,5-17-10 0 0,-24 100-67 0 0,0 0 1 0 0,2 0 0 0 0,19-34-1 0 0,-23 50 5 0 0,0-1-1 0 0,0 1 0 0 0,0 0 1 0 0,0 0-1 0 0,0 0 1 0 0,1 0-1 0 0,-1 1 1 0 0,1-1-1 0 0,0 1 1 0 0,-1 1-1 0 0,1-1 0 0 0,0 1 1 0 0,0-1-1 0 0,0 1 1 0 0,0 1-1 0 0,8-1 1 0 0,-11 1 11 0 0,0 0 1 0 0,0 0-1 0 0,-1 1 1 0 0,1-1-1 0 0,0 1 1 0 0,0-1-1 0 0,-1 1 1 0 0,1 0-1 0 0,0 0 1 0 0,-1 0-1 0 0,1 0 1 0 0,-1 0-1 0 0,1 0 0 0 0,-1 0 1 0 0,0 0-1 0 0,1 0 1 0 0,-1 1-1 0 0,0-1 1 0 0,0 0-1 0 0,0 1 1 0 0,0-1-1 0 0,1 3 1 0 0,3 4 2 0 0,-1 1 0 0 0,0 0 0 0 0,3 11 0 0 0,-1-2-2 0 0,11 23-9 0 0,-1-4 38 0 0,-1 0 1 0 0,-3 1-1 0 0,0 1 0 0 0,8 55 0 0 0,-19-89-6 0 0,0 0-1 0 0,1 1 1 0 0,-1-1-1 0 0,5 8 1 0 0,-3-8 18 0 0,-1 1 1 0 0,0-1-1 0 0,0 1 1 0 0,-1-1-1 0 0,2 7 1 0 0,-3-10-29 0 0,0 0 1 0 0,0-1-1 0 0,0 1 1 0 0,0 0-1 0 0,0 0 1 0 0,-1-1-1 0 0,1 1 0 0 0,-1 0 1 0 0,1 0-1 0 0,-1-1 1 0 0,1 1-1 0 0,-1 0 1 0 0,0-1-1 0 0,0 1 1 0 0,0-1-1 0 0,0 1 0 0 0,0-1 1 0 0,0 1-1 0 0,0-1 1 0 0,-3 3-1 0 0,2-3 9 0 0,0 0 1 0 0,-1 1-1 0 0,1-1 0 0 0,0 0 0 0 0,-1 0 1 0 0,1 0-1 0 0,0-1 0 0 0,-1 1 0 0 0,1 0 1 0 0,-1-1-1 0 0,1 0 0 0 0,-1 1 0 0 0,-4-1 0 0 0,-21 5 159 0 0,8 3-73 0 0,12-4-79 0 0,1 0 0 0 0,-1-1 1 0 0,0-1-1 0 0,0 1 0 0 0,0-1 0 0 0,0-1 1 0 0,-12 2-1 0 0,2-3-31 0 0,1-1 1 0 0,0-1-1 0 0,-21-4 1 0 0,3 0-1324 0 0,22 6-5445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396 262 9394 0 0,'-5'-11'908'0'0,"-10"-25"962"0"0,13 27-1453 0 0,-1 1 0 0 0,-1 0 0 0 0,1 0 0 0 0,-1 0 0 0 0,0 0 0 0 0,-1 1 1 0 0,-9-12-1 0 0,12 18-329 0 0,0-1 1 0 0,0 1 0 0 0,-1 0 0 0 0,1 0 0 0 0,0 0 0 0 0,-1 0 0 0 0,1 0-1 0 0,-1 0 1 0 0,1 1 0 0 0,-4-1 0 0 0,-19-8 449 0 0,20 7-504 0 0,0-1 0 0 0,-1 1 0 0 0,1-1 0 0 0,-1 2 1 0 0,0-1-1 0 0,0 1 0 0 0,1 0 0 0 0,-1 0 1 0 0,0 0-1 0 0,0 1 0 0 0,0 0 0 0 0,0 0 0 0 0,0 0 1 0 0,0 1-1 0 0,0 0 0 0 0,0 0 0 0 0,0 1 0 0 0,1 0 1 0 0,-1 0-1 0 0,0 0 0 0 0,1 0 0 0 0,-9 6 0 0 0,0-1-23 0 0,10-5-8 0 0,0 0 0 0 0,0 0 0 0 0,0 0 0 0 0,0 1 0 0 0,1-1 0 0 0,-1 1 0 0 0,1 0 0 0 0,-6 6 0 0 0,1 2 7 0 0,-1 0-1 0 0,2 1 1 0 0,0 1 0 0 0,0-1 0 0 0,1 1 0 0 0,1 0 0 0 0,-8 27-1 0 0,0-6-2 0 0,10-30-5 0 0,1 0 0 0 0,1 0 0 0 0,-1 0 1 0 0,0 0-1 0 0,1 0 0 0 0,0 1 0 0 0,0-1 0 0 0,0 1 0 0 0,0 5 1 0 0,1-8 1 0 0,1 0 1 0 0,-1 0 0 0 0,0 1 0 0 0,0-1 0 0 0,1 0 0 0 0,-1 0 0 0 0,1 0 0 0 0,0 0 0 0 0,-1 0-1 0 0,1 0 1 0 0,0 0 0 0 0,0 0 0 0 0,1 0 0 0 0,-1 0 0 0 0,0 0 0 0 0,1 0 0 0 0,-1-1 0 0 0,1 1-1 0 0,-1-1 1 0 0,1 1 0 0 0,0-1 0 0 0,-1 1 0 0 0,1-1 0 0 0,0 0 0 0 0,0 0 0 0 0,0 0 0 0 0,0 0-1 0 0,0 0 1 0 0,0-1 0 0 0,1 1 0 0 0,-1 0 0 0 0,0-1 0 0 0,0 0 0 0 0,0 1 0 0 0,1-1 0 0 0,-1 0-1 0 0,0 0 1 0 0,3-1 0 0 0,3 1 7 0 0,-1-1 0 0 0,1 0 0 0 0,-1-1 0 0 0,0 1 0 0 0,1-1 0 0 0,-1-1 0 0 0,12-5 0 0 0,48-30 56 0 0,-55 31-44 0 0,-1-1-21 0 0,0-1 0 0 0,0-1 0 0 0,-1 1 0 0 0,12-16 0 0 0,21-19 17 0 0,-27 28 17 0 0,-12 12-11 0 0,0 0 0 0 0,0 0 1 0 0,0 1-1 0 0,0-1 0 0 0,7-3 1 0 0,-11 7-23 0 0,0 1 0 0 0,0-1 0 0 0,1 0 1 0 0,-1 0-1 0 0,0 1 0 0 0,0-1 0 0 0,0 0 1 0 0,1 1-1 0 0,-1-1 0 0 0,0 0 0 0 0,0 0 0 0 0,0 1 1 0 0,0-1-1 0 0,0 0 0 0 0,0 1 0 0 0,0-1 1 0 0,0 0-1 0 0,0 1 0 0 0,0-1 0 0 0,0 0 1 0 0,0 1-1 0 0,0-1 0 0 0,0 0 0 0 0,0 1 1 0 0,0-1-1 0 0,0 0 0 0 0,0 1 0 0 0,-1-1 1 0 0,1 0-1 0 0,0 1 0 0 0,0-1 0 0 0,0 0 0 0 0,0 0 1 0 0,-1 1-1 0 0,1-1 0 0 0,-5 16 1 0 0,-16 30-60 0 0,-12 29 239 0 0,31-67-285 0 0,0-1 0 0 0,0 1 0 0 0,0 0 0 0 0,1 0 0 0 0,0 0 0 0 0,0 0 0 0 0,2 15 0 0 0,-1-21-9 0 0,1-1-1 0 0,-1 1 1 0 0,1-1-1 0 0,0 1 1 0 0,0 0-1 0 0,0-1 1 0 0,-1 1 0 0 0,2-1-1 0 0,-1 0 1 0 0,0 1-1 0 0,0-1 1 0 0,0 0-1 0 0,0 0 1 0 0,1 0-1 0 0,-1 1 1 0 0,1-1 0 0 0,-1-1-1 0 0,1 1 1 0 0,-1 0-1 0 0,1 0 1 0 0,-1-1-1 0 0,1 1 1 0 0,0 0-1 0 0,-1-1 1 0 0,1 0-1 0 0,3 1 1 0 0,2 0-184 0 0,1 1 0 0 0,-1-2 0 0 0,0 1-1 0 0,15-2 1 0 0,-6-1-78 0 0,-1-2-1 0 0,1 0 1 0 0,-1-1 0 0 0,0 0-1 0 0,0-1 1 0 0,0-1 0 0 0,-1 0-1 0 0,16-11 1 0 0,-22 12 322 0 0,1-1 0 0 0,-2 1-1 0 0,1-2 1 0 0,-1 1 0 0 0,0-1 0 0 0,8-11 0 0 0,33-57 596 0 0,-40 63-253 0 0,-4 6 107 0 0,-3 5-115 0 0,0-1 0 0 0,1 1 1 0 0,-1 0-1 0 0,0 0 1 0 0,1 0-1 0 0,-1 0 1 0 0,1 0-1 0 0,0 0 0 0 0,-1 1 1 0 0,1-1-1 0 0,3-1 1 0 0,-16 36 1378 0 0,-14 18-929 0 0,18-38-507 0 0,0 1 0 0 0,0 0 1 0 0,2 1-1 0 0,-7 21 1 0 0,12-35-216 0 0,0-1 1 0 0,0 0 0 0 0,-1 1 0 0 0,1-1 0 0 0,0 1 0 0 0,0-1 0 0 0,0 1 0 0 0,0-1 0 0 0,0 1 0 0 0,0-1 0 0 0,0 1 0 0 0,0-1 0 0 0,0 1 0 0 0,0-1 0 0 0,0 0 0 0 0,1 1 0 0 0,-1-1 0 0 0,0 1-1 0 0,0-1 1 0 0,0 1 0 0 0,1-1 0 0 0,-1 0 0 0 0,0 1 0 0 0,0-1 0 0 0,1 1 0 0 0,-1-1 0 0 0,0 0 0 0 0,1 1 0 0 0,-1-1 0 0 0,0 0 0 0 0,1 1 0 0 0,-1-1 0 0 0,1 0 0 0 0,-1 0 0 0 0,0 0 0 0 0,1 1-1 0 0,0-1 1 0 0,0 0-5 0 0,0 0 0 0 0,0 0 0 0 0,-1 0 0 0 0,1 0 0 0 0,0 0 0 0 0,0 0 0 0 0,0 0 0 0 0,0-1 0 0 0,-1 1 0 0 0,1 0 0 0 0,0-1 0 0 0,0 1 0 0 0,0 0 0 0 0,-1-1 0 0 0,1 1 0 0 0,0-1 0 0 0,-1 1 0 0 0,1-1 0 0 0,0 1 0 0 0,0-2 0 0 0,7-8 30 0 0,0-1 1 0 0,12-23-1 0 0,4-6 6 0 0,20-16-26 0 0,-39 50-31 0 0,1 1 0 0 0,-1 0 1 0 0,1 0-1 0 0,-1 1 0 0 0,2-1 1 0 0,-1 1-1 0 0,10-5 0 0 0,-15 9 10 0 0,0 0 0 0 0,1 0 0 0 0,-1-1 0 0 0,0 1 0 0 0,0 0 0 0 0,0 0 0 0 0,0 0 0 0 0,0 0 0 0 0,0 1 0 0 0,0-1 0 0 0,0 0 0 0 0,0 0 0 0 0,0 1 0 0 0,0-1 0 0 0,0 0 0 0 0,0 1 0 0 0,0-1 0 0 0,0 1 0 0 0,0-1 0 0 0,0 1 0 0 0,0 0 0 0 0,0-1 0 0 0,0 1 0 0 0,0 0 0 0 0,-1 0 0 0 0,1 0 0 0 0,0-1 0 0 0,-1 1 0 0 0,1 0 0 0 0,-1 0 0 0 0,1 0 0 0 0,-1 0 0 0 0,1 2 0 0 0,15 37-3 0 0,-15-37 2 0 0,7 23-4 0 0,-6-16-1 0 0,1 0 0 0 0,0 0 1 0 0,0 0-1 0 0,1 0 0 0 0,0-1 0 0 0,1 0 1 0 0,0 1-1 0 0,9 10 0 0 0,-13-19 9 0 0,0 0 0 0 0,1 0 0 0 0,-1 0-1 0 0,1-1 1 0 0,-1 1 0 0 0,1 0 0 0 0,-1-1 0 0 0,1 1 0 0 0,-1-1 0 0 0,1 1 0 0 0,0-1-1 0 0,-1 0 1 0 0,1 1 0 0 0,0-1 0 0 0,2 0 0 0 0,12 3 4 0 0,-5 1-8 0 0,0 1-1 0 0,0-1 1 0 0,1-1 0 0 0,-1 0 0 0 0,1 0 0 0 0,0-1 0 0 0,-1-1-1 0 0,1 0 1 0 0,0-1 0 0 0,17-1 0 0 0,-21 0-4 0 0,1-1 0 0 0,-1-1-1 0 0,0 0 1 0 0,1 0 0 0 0,8-5 0 0 0,19-6 1 0 0,-28 9 19 0 0,0 1 0 0 0,0-1 0 0 0,0 0 0 0 0,-1 0 0 0 0,0-1 0 0 0,0 0 0 0 0,0-1 0 0 0,-1 1 0 0 0,7-10 0 0 0,10-9 13 0 0,-19 20-11 0 0,0 0 0 0 0,0-1 1 0 0,0 1-1 0 0,-1-1 0 0 0,0 0 0 0 0,0 0 1 0 0,4-13-1 0 0,9-18 119 0 0,-15 36-127 0 0,-1 0 0 0 0,1 1 0 0 0,0-1 1 0 0,-1 0-1 0 0,1 0 0 0 0,-1 0 0 0 0,0 0 1 0 0,1 0-1 0 0,-1 0 0 0 0,0 0 0 0 0,0 0 1 0 0,1 0-1 0 0,-1 0 0 0 0,0 0 0 0 0,0 0 1 0 0,0 0-1 0 0,0 0 0 0 0,0-1 0 0 0,-1 1 1 0 0,1-1-1 0 0,-1 1-7 0 0,1 0 1 0 0,-1 1-1 0 0,1-1 1 0 0,-1 1-1 0 0,1-1 1 0 0,-1 0-1 0 0,0 1 1 0 0,1-1-1 0 0,-1 1 1 0 0,0 0-1 0 0,0-1 1 0 0,1 1-1 0 0,-1-1 1 0 0,0 1-1 0 0,0 0 1 0 0,1 0-1 0 0,-1 0 1 0 0,0-1-1 0 0,-2 1 1 0 0,-1 0-4 0 0,0 0 0 0 0,0 0 0 0 0,0 0 0 0 0,0 0 0 0 0,-1 1 0 0 0,1 0 1 0 0,0 0-1 0 0,-7 2 0 0 0,-2 3 2 0 0,10-5-1 0 0,0 0 0 0 0,0 0 0 0 0,0 0 0 0 0,0 0 1 0 0,1 1-1 0 0,-1 0 0 0 0,0-1 0 0 0,1 1 0 0 0,-1 0 0 0 0,1 0 0 0 0,0 0 0 0 0,0 1 0 0 0,-1-1 0 0 0,0 3 0 0 0,-8 14 1 0 0,1 0 0 0 0,0 1 0 0 0,-10 34-1 0 0,15-39 3 0 0,-3 2-13 0 0,4-11 5 0 0,1 0 1 0 0,1 0-1 0 0,-1 1 0 0 0,-2 8 1 0 0,5-13 7 0 0,0-1 1 0 0,-1 1 0 0 0,1-1-1 0 0,0 1 1 0 0,0-1-1 0 0,0 1 1 0 0,0-1 0 0 0,0 1-1 0 0,1-1 1 0 0,-1 1-1 0 0,0-1 1 0 0,1 0 0 0 0,-1 1-1 0 0,1-1 1 0 0,-1 1-1 0 0,1-1 1 0 0,0 0 0 0 0,-1 1-1 0 0,1-1 1 0 0,0 0-1 0 0,0 0 1 0 0,0 1 0 0 0,0-1-1 0 0,0 0 1 0 0,2 1-1 0 0,2 2 0 0 0,1-1 0 0 0,-1 0 0 0 0,1-1-1 0 0,0 1 1 0 0,0-1 0 0 0,0 0 0 0 0,0 0-1 0 0,0-1 1 0 0,0 0 0 0 0,0 0 0 0 0,0 0-1 0 0,0-1 1 0 0,1 0 0 0 0,-1 0 0 0 0,0-1-1 0 0,7-1 1 0 0,-6 1 4 0 0,0 0 0 0 0,-1-1-1 0 0,1 0 1 0 0,-1 0 0 0 0,1-1 0 0 0,-1 0 0 0 0,0 0-1 0 0,0 0 1 0 0,0-1 0 0 0,-1 0 0 0 0,1 0 0 0 0,-1 0-1 0 0,0-1 1 0 0,0 1 0 0 0,4-7 0 0 0,15-21 33 0 0,-2-2-1 0 0,-2-1 1 0 0,-1 0 0 0 0,-1-2-1 0 0,-2 0 1 0 0,14-53 0 0 0,-23 62-56 0 0,-6 21 23 0 0,1-1 0 0 0,0 1-1 0 0,0 0 1 0 0,1 0 0 0 0,5-11 0 0 0,-1-7 61 0 0,-6 17-33 0 0,-7 18-60 0 0,-8 26-26 0 0,0 1 0 0 0,3 0 1 0 0,1 1-1 0 0,2 0 1 0 0,-7 74-1 0 0,13-76-2698 0 0,5 61-1 0 0,0-72-93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84 11971 0 0,'-8'3'113'0'0,"3"0"-10"0"0,-1-1-1 0 0,1 2 1 0 0,-1-1 0 0 0,1 1 0 0 0,0-1-1 0 0,1 1 1 0 0,-1 1 0 0 0,1-1-1 0 0,0 1 1 0 0,-7 9 0 0 0,-38 63 1014 0 0,28-40-808 0 0,-117 208 1576 0 0,130-226-1617 0 0,5-12-131 0 0,1-1-1 0 0,-1 0 1 0 0,0 0-1 0 0,-1 0 1 0 0,1-1 0 0 0,-7 9-1 0 0,11-16-121 0 0,0 1 1 0 0,-1 0-1 0 0,1 0 0 0 0,0-1 0 0 0,0 1 1 0 0,-1-1-1 0 0,1 1 0 0 0,-1 0 0 0 0,1-1 1 0 0,-1 1-1 0 0,1-3 0 0 0,2-6-17 0 0,82-164 113 0 0,-66 129-92 0 0,-16 36-15 0 0,1 0 1 0 0,-1 0-1 0 0,2 1 1 0 0,7-13 0 0 0,9-10-7 0 0,1 1 0 0 0,2 1 0 0 0,1 2 0 0 0,1 0 1 0 0,36-27-1 0 0,-40 36 55 0 0,-13 9-13 0 0,2 1 0 0 0,13-10 0 0 0,-22 17-33 0 0,0 0 0 0 0,0 0 1 0 0,1-1-1 0 0,-1 1 0 0 0,0 1 1 0 0,1-1-1 0 0,-1 0 0 0 0,0 0 0 0 0,1 1 1 0 0,-1 0-1 0 0,1-1 0 0 0,-1 1 1 0 0,1 0-1 0 0,-1 0 0 0 0,1 0 0 0 0,-1 0 1 0 0,5 2-1 0 0,-6-2 5 0 0,1 1 1 0 0,-1-1-1 0 0,0 1 0 0 0,0 0 1 0 0,1 0-1 0 0,-1-1 0 0 0,0 1 1 0 0,0 0-1 0 0,0 0 0 0 0,0 0 1 0 0,0 0-1 0 0,0 0 0 0 0,0 1 1 0 0,0-1-1 0 0,0 0 0 0 0,-1 0 1 0 0,1 1-1 0 0,0-1 0 0 0,0 2 1 0 0,5 29 72 0 0,0-4 18 0 0,0-12-37 0 0,-3-9-36 0 0,0 0 1 0 0,0 0-1 0 0,-1 0 0 0 0,0 0 1 0 0,0 0-1 0 0,-1 1 1 0 0,1 14-1 0 0,-2-13-16 0 0,-1-1 1 0 0,0 1-1 0 0,-1 0 1 0 0,0-1-1 0 0,0 1 0 0 0,-6 12 1 0 0,6-17-3 0 0,0 1 1 0 0,0-1-1 0 0,0 0 0 0 0,0 0 1 0 0,-1 0-1 0 0,0 0 0 0 0,0 0 0 0 0,0 0 1 0 0,0-1-1 0 0,0 1 0 0 0,-1-1 1 0 0,0 0-1 0 0,-4 3 0 0 0,-15 5 84 0 0,-28 11 1 0 0,-16 14 553 0 0,65-35-647 0 0,1 0 0 0 0,0 0 0 0 0,-1 0 0 0 0,1 0 1 0 0,0 0-1 0 0,0 1 0 0 0,0-1 0 0 0,0 0 0 0 0,0 0 0 0 0,0 1 0 0 0,0-1 0 0 0,0 1 0 0 0,0-1 0 0 0,1 1 0 0 0,-1-1 0 0 0,1 1 0 0 0,-1 0 0 0 0,1-1 0 0 0,0 1 0 0 0,-1 0 0 0 0,1-1 0 0 0,0 1 0 0 0,0-1 0 0 0,0 1 0 0 0,0 0 0 0 0,0-1 0 0 0,1 1 0 0 0,-1 0 0 0 0,1-1 0 0 0,-1 1 1 0 0,1 0-1 0 0,-1-1 0 0 0,1 1 0 0 0,0-1 0 0 0,-1 1 0 0 0,1-1 0 0 0,0 0 0 0 0,0 1 0 0 0,0-1 0 0 0,1 0 0 0 0,-1 0 0 0 0,2 2 0 0 0,8 2-149 0 0,-1 0 0 0 0,21 5 0 0 0,20 10-618 0 0,-22-6-3762 0 0,-19-8 2050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94 9090 0 0,'-2'-32'5755'0'0,"-6"6"-3356"0"0,6 24-2352 0 0,0-1 1 0 0,1 1-1 0 0,-1 0 0 0 0,0-1 1 0 0,0 1-1 0 0,0 0 0 0 0,-1 0 0 0 0,1 1 1 0 0,0-1-1 0 0,-1 0 0 0 0,1 1 1 0 0,-1-1-1 0 0,0 1 0 0 0,1 0 0 0 0,-1 0 1 0 0,0 0-1 0 0,0 0 0 0 0,-3 0 1 0 0,3 0-49 0 0,0 0 0 0 0,0 1 1 0 0,0-1-1 0 0,0 1 1 0 0,0 0-1 0 0,0 0 0 0 0,0 0 1 0 0,-1 0-1 0 0,1 0 1 0 0,0 1-1 0 0,0-1 1 0 0,1 1-1 0 0,-1 0 0 0 0,0 0 1 0 0,0 0-1 0 0,0 0 1 0 0,0 0-1 0 0,1 1 0 0 0,-1-1 1 0 0,1 1-1 0 0,-1 0 1 0 0,1 0-1 0 0,-5 4 1 0 0,4-2 0 0 0,-1 1 0 0 0,1 1 1 0 0,0-1-1 0 0,0 0 1 0 0,0 1-1 0 0,1-1 0 0 0,0 1 1 0 0,0 0-1 0 0,0 0 0 0 0,1 0 1 0 0,-1 6-1 0 0,0 0-6 0 0,0-1-1 0 0,-1 0 1 0 0,0 1-1 0 0,-1-1 1 0 0,-5 11 0 0 0,6-15 5 0 0,1-1 1 0 0,-1 1-1 0 0,1 0 1 0 0,0-1-1 0 0,1 1 1 0 0,0 0 0 0 0,0 0-1 0 0,1 0 1 0 0,-1 0-1 0 0,1 0 1 0 0,1 0-1 0 0,1 12 1 0 0,1-8 15 0 0,0 1-1 0 0,0-1 1 0 0,1-1-1 0 0,1 1 1 0 0,0-1-1 0 0,12 20 1 0 0,-14-25 44 0 0,0 0-1 0 0,0 0 1 0 0,0-1 0 0 0,1 1 0 0 0,0-1 0 0 0,0 0 0 0 0,0 0 0 0 0,0 0 0 0 0,9 5 0 0 0,11 11 669 0 0,-23-19-661 0 0,0 0-1 0 0,0 0 1 0 0,0 0-1 0 0,0 1 1 0 0,0-1-1 0 0,0 0 1 0 0,-1 0-1 0 0,1 1 1 0 0,-1-1-1 0 0,1 0 0 0 0,-1 0 1 0 0,1 1-1 0 0,-1-1 1 0 0,0 1-1 0 0,1-1 1 0 0,-1 0-1 0 0,0 1 1 0 0,0-1-1 0 0,0 3 1 0 0,-1-3-62 0 0,0 0 0 0 0,0 0 0 0 0,1-1 1 0 0,-1 1-1 0 0,0 0 0 0 0,0 0 0 0 0,0-1 1 0 0,0 1-1 0 0,1-1 0 0 0,-1 1 0 0 0,0-1 0 0 0,0 1 1 0 0,0-1-1 0 0,0 1 0 0 0,0-1 0 0 0,-1 0 1 0 0,0 1-1 0 0,-3 0 2 0 0,-12 5-513 0 0,0-2 0 0 0,0 0 0 0 0,-1-1 0 0 0,1 0 0 0 0,-1-2 0 0 0,-26 0 0 0 0,21-1-2432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172 157 1136 0 0,'0'-5'911'0'0,"-2"0"0"0"0,1 0 0 0 0,-1 0 0 0 0,1 1 1 0 0,-4-6-1 0 0,0-4 964 0 0,0-1-1073 0 0,2 1-1 0 0,0 0 1 0 0,1-1 0 0 0,0 0-1 0 0,1-20 1 0 0,0 96-606 0 0,-2 0 0 0 0,-3-1 0 0 0,-20 88 0 0 0,-20-7 191 0 0,9-36-976 0 0,19-32-2792 0 0,15-59 942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12 116 10026 0 0,'-6'-2'3064'0'0,"6"2"-3071"0"0,-1 0 0 0 0,1 0 0 0 0,0 0 0 0 0,-1-1 0 0 0,1 1 1 0 0,0 0-1 0 0,0 0 0 0 0,-1 0 0 0 0,1 0 0 0 0,0-1 0 0 0,0 1 0 0 0,0 0 0 0 0,-1 0 0 0 0,1 0 0 0 0,0-1 0 0 0,0 1 0 0 0,0 0 0 0 0,-1-1 0 0 0,1 1 0 0 0,0 0 0 0 0,0 0 0 0 0,0-1 1 0 0,0 1-1 0 0,0 0 0 0 0,0-1 0 0 0,0 1 0 0 0,0 0 0 0 0,0 0 0 0 0,0-1 0 0 0,0 1 0 0 0,0 0 0 0 0,0-1 0 0 0,0 1 0 0 0,0 0 0 0 0,0-1 0 0 0,0 1 0 0 0,0 0 0 0 0,0 0 0 0 0,0-1 1 0 0,1 1-1 0 0,-1 0 0 0 0,0-1 0 0 0,0 1 0 0 0,0 0 0 0 0,0 0 0 0 0,1-1 0 0 0,-1 1 0 0 0,0 0 0 0 0,0 0 0 0 0,0 0 0 0 0,1-1 0 0 0,-1 1 0 0 0,0 0 0 0 0,1 0 0 0 0,-1 0 0 0 0,0 0 0 0 0,0 0 1 0 0,1 0-1 0 0,-1-1 0 0 0,1 1 0 0 0,36-13 30 0 0,0 0 1 0 0,1 3 0 0 0,72-11 0 0 0,-36 13 25 0 0,84 2 0 0 0,-149 6-50 0 0,-1 0 1 0 0,1 1-1 0 0,-1 0 1 0 0,14 3-1 0 0,-20-4 1 0 0,0 1 0 0 0,0 0 0 0 0,0 0 1 0 0,0-1-1 0 0,0 1 0 0 0,0 1 0 0 0,0-1 0 0 0,0 0 0 0 0,-1 0 0 0 0,1 1 1 0 0,0-1-1 0 0,-1 1 0 0 0,1-1 0 0 0,-1 1 0 0 0,1 0 0 0 0,-1-1 0 0 0,0 1 1 0 0,0 0-1 0 0,0 0 0 0 0,0 0 0 0 0,2 4 0 0 0,5 43 100 0 0,-7-40-54 0 0,0-1-1 0 0,1 1 1 0 0,-1-1-1 0 0,1 1 1 0 0,1-1-1 0 0,6 15 1 0 0,-5-14 223 0 0,0 0-1 0 0,-1 1 1 0 0,0-1 0 0 0,-1 1 0 0 0,0 0 0 0 0,0 0 0 0 0,-1 0-1 0 0,0 0 1 0 0,-1 0 0 0 0,-1 13 0 0 0,1-8 1373 0 0,-9-122-765 0 0,9 93-854 0 0,1 1 1 0 0,0 0 0 0 0,1-1 0 0 0,0 1 0 0 0,1 0-1 0 0,1 0 1 0 0,0 1 0 0 0,0-1 0 0 0,2 1 0 0 0,-1 0-1 0 0,12-17 1 0 0,-13 24-113 0 0,0 1 0 0 0,0 0 0 0 0,0 1 0 0 0,1-1 0 0 0,-1 1 0 0 0,1-1 0 0 0,0 1 0 0 0,0 1-1 0 0,0-1 1 0 0,9-2 0 0 0,-12 4-36 0 0,2-1-269 0 0,0 1 0 0 0,0 0 0 0 0,0 0 0 0 0,0 0 0 0 0,0 0 0 0 0,0 1 1 0 0,0 0-1 0 0,1-1 0 0 0,-1 2 0 0 0,0-1 0 0 0,0 0 0 0 0,0 1 1 0 0,0 0-1 0 0,0 0 0 0 0,0 0 0 0 0,0 0 0 0 0,0 1 0 0 0,5 2 1 0 0,6 5-2289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265 522 1696 0 0,'0'0'1022'0'0,"8"-13"6974"0"0,0-40-5283 0 0,-7 49-2523 0 0,-1 1 0 0 0,0-1 0 0 0,0 1 0 0 0,0-1 0 0 0,-1 0-1 0 0,1 1 1 0 0,-1-1 0 0 0,0 1 0 0 0,0-1 0 0 0,0 1 0 0 0,0-1 0 0 0,-4-5-1 0 0,3 6-147 0 0,0 1 0 0 0,-1 0 0 0 0,1 0 0 0 0,-1 0 0 0 0,0 0 0 0 0,1 0 0 0 0,-1 0 0 0 0,0 1-1 0 0,0-1 1 0 0,0 1 0 0 0,0 0 0 0 0,0 0 0 0 0,0 0 0 0 0,-1 0 0 0 0,1 0 0 0 0,0 1 0 0 0,0 0 0 0 0,-1-1-1 0 0,1 1 1 0 0,-6 1 0 0 0,2 0-23 0 0,-1 0 0 0 0,1 0-1 0 0,0 0 1 0 0,0 1 0 0 0,0 1-1 0 0,0-1 1 0 0,0 1 0 0 0,-9 5 0 0 0,9-5-16 0 0,1 1 0 0 0,-1 1 1 0 0,1-1-1 0 0,0 1 0 0 0,0 0 0 0 0,0 0 1 0 0,0 1-1 0 0,1 0 0 0 0,0 0 1 0 0,1 0-1 0 0,-1 0 0 0 0,1 1 1 0 0,0 0-1 0 0,1 0 0 0 0,-1 0 0 0 0,1 0 1 0 0,1 1-1 0 0,-3 7 0 0 0,-12 32-10 0 0,14-39 5 0 0,0-1 0 0 0,0 1 0 0 0,0-1 0 0 0,1 1 0 0 0,0 0 0 0 0,1 0 1 0 0,-2 11-1 0 0,4-17 1 0 0,-1 0 0 0 0,0-1 1 0 0,1 1-1 0 0,-1-1 0 0 0,1 1 1 0 0,0-1-1 0 0,0 1 1 0 0,-1-1-1 0 0,1 1 0 0 0,0-1 1 0 0,0 1-1 0 0,0-1 0 0 0,0 0 1 0 0,0 0-1 0 0,1 0 0 0 0,-1 0 1 0 0,0 0-1 0 0,1 0 1 0 0,-1 0-1 0 0,0 0 0 0 0,1 0 1 0 0,-1 0-1 0 0,1-1 0 0 0,0 1 1 0 0,-1-1-1 0 0,1 1 1 0 0,2 0-1 0 0,1 0 3 0 0,1 0 0 0 0,-1 0 0 0 0,0 0-1 0 0,1 0 1 0 0,-1-1 0 0 0,1 0 0 0 0,9-1 0 0 0,31-15-18 0 0,-20 6 9 0 0,-19 8 16 0 0,-1-2-1 0 0,1 1 1 0 0,-1-1-1 0 0,1 0 1 0 0,-1 0-1 0 0,-1-1 1 0 0,1 0-1 0 0,-1 0 1 0 0,7-7-1 0 0,6-9 40 0 0,16-25-1 0 0,-27 36-9 0 0,0 0-1 0 0,-1 0 1 0 0,-1-1-1 0 0,1 0 1 0 0,-2 0 0 0 0,7-23-1 0 0,0 14 92 0 0,-10 19-100 0 0,0-1 1 0 0,0 1-1 0 0,0-1 1 0 0,0 1-1 0 0,0-1 1 0 0,-1 1-1 0 0,1-1 1 0 0,0 0-1 0 0,-1 0 1 0 0,1 1-1 0 0,-1-1 1 0 0,1-2-1 0 0,-11 14-68 0 0,2 5 34 0 0,0-1 0 0 0,1 1-1 0 0,0 1 1 0 0,2-1-1 0 0,-1 1 1 0 0,2 0-1 0 0,0 0 1 0 0,1 1 0 0 0,1-1-1 0 0,0 1 1 0 0,1-1-1 0 0,1 1 1 0 0,2 16-1 0 0,-1-29-36 0 0,0 0-1 0 0,1 0 0 0 0,-1 0 1 0 0,1-1-1 0 0,-1 1 0 0 0,1-1 1 0 0,0 1-1 0 0,1-1 0 0 0,-1 0 1 0 0,0 0-1 0 0,1 0 0 0 0,0 0 1 0 0,0 0-1 0 0,0 0 0 0 0,0-1 1 0 0,0 1-1 0 0,0-1 0 0 0,1 0 1 0 0,-1 0-1 0 0,1 0 0 0 0,0-1 1 0 0,-1 1-1 0 0,1-1 0 0 0,0 0 1 0 0,0 0-1 0 0,0 0 0 0 0,0-1 1 0 0,0 1-1 0 0,0-1 0 0 0,0 0 1 0 0,0 0-1 0 0,0 0 0 0 0,0-1 0 0 0,0 1 1 0 0,0-1-1 0 0,-1 0 0 0 0,1 0 1 0 0,0 0-1 0 0,6-3 0 0 0,-3-1 46 0 0,0 1 0 0 0,0-1-1 0 0,0 0 1 0 0,0-1 0 0 0,-1 0-1 0 0,0 0 1 0 0,0 0 0 0 0,-1-1-1 0 0,9-12 1 0 0,2-7 18 0 0,19-40 1 0 0,3-22 102 0 0,-30 77 0 0 0,-7 20-94 0 0,-8 21-5 0 0,-10 16 85 0 0,10-32 21 0 0,1 1-1 0 0,1 0 0 0 0,1 0 0 0 0,0 1 0 0 0,1 0 0 0 0,-2 22 0 0 0,7-38 50 0 0,2-5-152 0 0,3-8-40 0 0,17-31 45 0 0,54-73 1 0 0,-63 98-15 0 0,2 0 0 0 0,0 1 0 0 0,37-30 0 0 0,-50 45-38 0 0,10-6 32 0 0,-13 9-12 0 0,-1 1 0 0 0,1-1 0 0 0,-1 0 0 0 0,1 1 0 0 0,-1-1 0 0 0,1 0 0 0 0,-1 1-1 0 0,0-1 1 0 0,1 1 0 0 0,-1-1 0 0 0,0 1 0 0 0,1-1 0 0 0,-1 1 0 0 0,0-1 0 0 0,1 1 0 0 0,-1-1 0 0 0,0 1-1 0 0,0-1 1 0 0,0 1 0 0 0,1-1 0 0 0,-1 1 0 0 0,0 0 0 0 0,0-1 0 0 0,0 1 0 0 0,0-1 0 0 0,0 1-1 0 0,0 0 1 0 0,0-1 0 0 0,-1 2 0 0 0,2 15 4 0 0,-1-1 0 0 0,-2 1 0 0 0,1 0 0 0 0,-2-1 0 0 0,-7 26 0 0 0,6-25-11 0 0,0 0-1 0 0,1 1 1 0 0,1-1 0 0 0,0 32 0 0 0,2-47-8 0 0,0 1 1 0 0,0-1-1 0 0,0 0 0 0 0,1 0 1 0 0,-1 0-1 0 0,1 0 0 0 0,0 1 1 0 0,-1-1-1 0 0,1 0 1 0 0,0 0-1 0 0,0 0 0 0 0,0-1 1 0 0,0 1-1 0 0,1 0 1 0 0,-1 0-1 0 0,0 0 0 0 0,1-1 1 0 0,-1 1-1 0 0,1-1 0 0 0,0 1 1 0 0,-1-1-1 0 0,1 0 1 0 0,0 0-1 0 0,0 0 0 0 0,0 0 1 0 0,0 0-1 0 0,0 0 0 0 0,0 0 1 0 0,0 0-1 0 0,0-1 1 0 0,0 1-1 0 0,1-1 0 0 0,-1 0 1 0 0,0 1-1 0 0,0-1 0 0 0,3-1 1 0 0,3 1 1 0 0,-1 0 1 0 0,1-1-1 0 0,-1-1 0 0 0,1 1 1 0 0,-1-1-1 0 0,0 0 1 0 0,1-1-1 0 0,-1 0 0 0 0,9-5 1 0 0,-1 0-1 0 0,-11 7 9 0 0,1-1 0 0 0,-1 0 0 0 0,0-1 0 0 0,-1 1 0 0 0,1-1 0 0 0,0 0 0 0 0,-1 0 0 0 0,1 0 0 0 0,4-6 0 0 0,140-223-5 0 0,-142 216 28 0 0,5-9 89 0 0,-11 24-106 0 0,1 0 0 0 0,-1 0 0 0 0,1 0 0 0 0,-1 1 0 0 0,0-1 0 0 0,1 0 0 0 0,0 0 0 0 0,-1 1 0 0 0,1-1 0 0 0,-1 0 0 0 0,1 1 0 0 0,0-1 0 0 0,0 1 0 0 0,-1-1 0 0 0,1 1 0 0 0,0-1 0 0 0,0 1 0 0 0,0 0 0 0 0,-1-1 0 0 0,1 1 0 0 0,1-1 0 0 0,-1 2-3 0 0,0 0 0 0 0,1 0 0 0 0,-1 0 0 0 0,-1 1 0 0 0,1-1 0 0 0,0 0-1 0 0,0 0 1 0 0,0 0 0 0 0,-1 1 0 0 0,1-1 0 0 0,0 0 0 0 0,-1 1 0 0 0,1-1 0 0 0,0 3 0 0 0,0-1 1 0 0,62 160-41 0 0,-59-155 49 0 0,2 5 34 0 0,-1-1 0 0 0,0 1 0 0 0,-1 0 1 0 0,0 0-1 0 0,-1 0 0 0 0,0 0 1 0 0,0 16-1 0 0,-3-28-12 0 0,-1 1 0 0 0,1-1-1 0 0,-1 0 1 0 0,0 1 0 0 0,1-1 0 0 0,-1 0 0 0 0,0 1 0 0 0,0-1 0 0 0,0 0-1 0 0,0 0 1 0 0,0 0 0 0 0,0 0 0 0 0,0 0 0 0 0,0 0 0 0 0,-1 0 0 0 0,1 0-1 0 0,0-1 1 0 0,0 1 0 0 0,-1 0 0 0 0,-1 0 0 0 0,-28 11 245 0 0,19-9-155 0 0,1-1 0 0 0,-1-1 1 0 0,1 0-1 0 0,-1-1 0 0 0,-17-1 0 0 0,0 0-307 0 0,29 1 165 0 0,27 0-186 0 0,-10-2 190 0 0,0-1 1 0 0,0-1-1 0 0,-1-1 0 0 0,1-1 0 0 0,-1 0 0 0 0,0-1 0 0 0,0 0 0 0 0,20-14 0 0 0,6 4 1 0 0,-34 15 11 0 0,-1 0 1 0 0,1-1-1 0 0,13-7 1 0 0,131-87 34 0 0,-150 95-9 0 0,0 0-1 0 0,0 0 0 0 0,0 0 1 0 0,0 0-1 0 0,0 0 0 0 0,-1-1 0 0 0,1 1 1 0 0,-1-1-1 0 0,1 1 0 0 0,-1-1 1 0 0,0 0-1 0 0,0 1 0 0 0,0-1 1 0 0,1-5-1 0 0,5-14 11 0 0,-4 11 0 0 0,-5 11-28 0 0,-2 8-6 0 0,-6 18 5 0 0,-12 51 0 0 0,19-65-2 0 0,1-1 0 0 0,0 1 0 0 0,1 0 0 0 0,1 0 0 0 0,0 0 0 0 0,1 0 0 0 0,2 14 0 0 0,-3-24-2 0 0,1 0-1 0 0,0-1 1 0 0,0 1 0 0 0,0 0-1 0 0,0 0 1 0 0,0 0 0 0 0,0-1-1 0 0,0 1 1 0 0,1-1-1 0 0,-1 1 1 0 0,1-1 0 0 0,-1 0-1 0 0,1 1 1 0 0,-1-1 0 0 0,1 0-1 0 0,0 0 1 0 0,0 0 0 0 0,-1 0-1 0 0,1 0 1 0 0,0 0 0 0 0,0-1-1 0 0,0 1 1 0 0,0-1-1 0 0,0 1 1 0 0,0-1 0 0 0,0 0-1 0 0,0 0 1 0 0,3 0 0 0 0,2 1 2 0 0,-1-1-1 0 0,0 0 1 0 0,1-1 0 0 0,-1 0 0 0 0,0 0 0 0 0,0 0 0 0 0,0-1 0 0 0,8-2 0 0 0,-3-1 3 0 0,-1 0 0 0 0,1-1 0 0 0,-1 0 0 0 0,0-1 0 0 0,-1 0 0 0 0,0 0 1 0 0,0-1-1 0 0,9-10 0 0 0,1-3-7 0 0,1 0 0 0 0,1 1 1 0 0,1 1-1 0 0,1 1 0 0 0,0 1 1 0 0,1 1-1 0 0,27-13 0 0 0,-38 23 3 0 0,-9 3-2 0 0,0 1 0 0 0,0 0-1 0 0,0 0 1 0 0,0 0 0 0 0,1 1-1 0 0,6-2 1 0 0,-9 3 2 0 0,-1 0 1 0 0,1 0-1 0 0,-1 0 0 0 0,1 0 0 0 0,-1 1 1 0 0,1-1-1 0 0,-1 0 0 0 0,0 1 1 0 0,1-1-1 0 0,-1 0 0 0 0,0 1 1 0 0,1 0-1 0 0,-1-1 0 0 0,0 1 1 0 0,0 0-1 0 0,1 0 0 0 0,-1 0 1 0 0,0 0-1 0 0,0 0 0 0 0,0 0 1 0 0,0 0-1 0 0,0 0 0 0 0,0 0 1 0 0,-1 0-1 0 0,1 0 0 0 0,1 3 1 0 0,0 0 17 0 0,1 1 0 0 0,-1 0 0 0 0,0-1 0 0 0,-1 1 1 0 0,1 0-1 0 0,-1 0 0 0 0,0 0 0 0 0,0 0 0 0 0,-1 0 1 0 0,1 1-1 0 0,-1-1 0 0 0,0 0 0 0 0,-1 0 0 0 0,1 0 1 0 0,-1 0-1 0 0,0 0 0 0 0,0 0 0 0 0,-1 0 0 0 0,1 0 1 0 0,-1 0-1 0 0,0 0 0 0 0,0-1 0 0 0,-1 1 0 0 0,0-1 0 0 0,1 1 1 0 0,-8 7-1 0 0,7-10-6 0 0,-1 1 1 0 0,1 0-1 0 0,-1-1 1 0 0,1 1-1 0 0,-1-1 1 0 0,0 0 0 0 0,-7 3-1 0 0,-7 4 2 0 0,6-4-899 0 0,22-9-1400 0 0,28-11 1395 0 0,-2-1 0 0 0,48-29 0 0 0,68-54-707 0 0,-130 82 1427 0 0,-1 0 0 0 0,0-1 0 0 0,-1-1 0 0 0,-2 0 0 0 0,23-30 0 0 0,-30 32 178 0 0,0 1 0 0 0,-1-2-1 0 0,-1 1 1 0 0,0-1 0 0 0,-1-1 0 0 0,-1 1-1 0 0,-1-1 1 0 0,4-22 0 0 0,3 10 897 0 0,2-3 949 0 0,-15 32-1668 0 0,1 0-1 0 0,-1 1 1 0 0,0-1-1 0 0,1 1 0 0 0,-1-1 1 0 0,0 1-1 0 0,0-1 1 0 0,0 0-1 0 0,0 1 0 0 0,0-1 1 0 0,-1 1-1 0 0,1-1 1 0 0,0 0-1 0 0,-1 1 0 0 0,1-1 1 0 0,-1 1-1 0 0,0-1 1 0 0,0-1-1 0 0,1 3-174 0 0,0 0 1 0 0,0 0-1 0 0,-1-1 1 0 0,1 1-1 0 0,0 0 0 0 0,0 0 1 0 0,0-1-1 0 0,0 1 1 0 0,-1 0-1 0 0,1 0 0 0 0,0-1 1 0 0,0 1-1 0 0,0 0 1 0 0,-1 0-1 0 0,1 0 0 0 0,0-1 1 0 0,0 1-1 0 0,-1 0 0 0 0,1 0 1 0 0,0 0-1 0 0,-1 0 1 0 0,1 0-1 0 0,0-1 0 0 0,0 1 1 0 0,-1 0-1 0 0,1 0 1 0 0,0 0-1 0 0,-1 0 0 0 0,1 0 1 0 0,0 0-1 0 0,-1 0 1 0 0,1 0-1 0 0,0 0 0 0 0,0 0 1 0 0,-1 0-1 0 0,1 1 1 0 0,0-1-1 0 0,-1 0 0 0 0,-6 12 130 0 0,0 21-60 0 0,6-31-57 0 0,-18 176 693 0 0,-5 30-420 0 0,20-183-280 0 0,4-17-99 0 0,-2 0 0 0 0,1-1 0 0 0,-1 1 0 0 0,0 0 0 0 0,0-1 0 0 0,-7 15 0 0 0,-9 18-2405 0 0,12-11-4409 0 0,6-23 2159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0 307 8370 0 0,'0'0'825'0'0,"9"0"-181"0"0,28-6-132 0 0,1-2-1 0 0,-1-1 1 0 0,54-21-1 0 0,-9-6 3254 0 0,-81 35-3707 0 0,-1 1-1 0 0,1 0 1 0 0,-1-1-1 0 0,1 1 1 0 0,-1 0-1 0 0,0-1 1 0 0,1 1 0 0 0,-1 0-1 0 0,0-1 1 0 0,1 1-1 0 0,-1-1 1 0 0,0 1-1 0 0,1 0 1 0 0,-1-1 0 0 0,0 1-1 0 0,0-1 1 0 0,1 1-1 0 0,-1-1 1 0 0,0 1-1 0 0,0-1 1 0 0,0 1-1 0 0,0-1 1 0 0,0 0 0 0 0,0 0-1 0 0,-2 0 239 0 0,-1 7-248 0 0,-15 37-2 0 0,11-28-37 0 0,1 0 0 0 0,0 1 0 0 0,1-1 0 0 0,1 1 0 0 0,0 0 0 0 0,1 0 0 0 0,-1 23-1 0 0,4-38 0 0 0,0 0 0 0 0,1 0 0 0 0,-1 0-1 0 0,1 0 1 0 0,-1 0 0 0 0,0-1-1 0 0,1 1 1 0 0,0 0 0 0 0,-1 0-1 0 0,1 0 1 0 0,-1-1 0 0 0,1 1-1 0 0,0 0 1 0 0,0 0 0 0 0,-1-1 0 0 0,1 1-1 0 0,0-1 1 0 0,0 1 0 0 0,0-1-1 0 0,0 1 1 0 0,0-1 0 0 0,0 0-1 0 0,0 1 1 0 0,-1-1 0 0 0,1 0 0 0 0,0 0-1 0 0,0 1 1 0 0,2-1 0 0 0,29 2 126 0 0,-27-2-100 0 0,0-1 0 0 0,-1 0 1 0 0,1 0-1 0 0,0 0 0 0 0,0 0 0 0 0,4-3 1 0 0,-7 4-22 0 0,0-1 0 0 0,-1 0 0 0 0,1 0 1 0 0,-1 0-1 0 0,1 1 0 0 0,-1-2 0 0 0,1 1 0 0 0,-1 0 1 0 0,0 0-1 0 0,0 0 0 0 0,1-1 0 0 0,-1 1 0 0 0,0 0 1 0 0,0-1-1 0 0,0 1 0 0 0,-1-1 0 0 0,1 1 1 0 0,0-1-1 0 0,0-2 0 0 0,1-1 13 0 0,0 0 0 0 0,0-1 0 0 0,0 1 0 0 0,6-8 1 0 0,-6 9-11 0 0,0 1 0 0 0,0-1 0 0 0,0 1 0 0 0,-1-1 0 0 0,1 0 0 0 0,-1 0 0 0 0,0 0 1 0 0,0 0-1 0 0,0 0 0 0 0,0-7 0 0 0,-3-8-3 0 0,1 16-43 0 0,0 0-1 0 0,1 1 0 0 0,-1-1 1 0 0,1 0-1 0 0,0 0 0 0 0,0 0 1 0 0,0 1-1 0 0,0-1 0 0 0,0 0 1 0 0,1 0-1 0 0,-1 0 0 0 0,1 1 1 0 0,1-5-1 0 0,0 6 26 0 0,-1 0 0 0 0,1 0 0 0 0,0-1 0 0 0,-1 1 0 0 0,1 1 0 0 0,0-1 0 0 0,0 0 0 0 0,4-1 1 0 0,0 0-1 0 0,31-8-10 0 0,-31 8 14 0 0,1 1 0 0 0,0-1 0 0 0,-1 0 0 0 0,1-1 1 0 0,9-4-1 0 0,-12 4-7 0 0,-1 1 0 0 0,1 0 0 0 0,1 0 0 0 0,-1 1 0 0 0,0-1 0 0 0,0 1 0 0 0,1 0 0 0 0,-1 0 1 0 0,0 1-1 0 0,8-1 0 0 0,-11 1 7 0 0,1 0 1 0 0,0 0-1 0 0,-1 0 1 0 0,1 0 0 0 0,0 0-1 0 0,-1 1 1 0 0,1-1-1 0 0,0 1 1 0 0,-1-1-1 0 0,1 1 1 0 0,-1 0 0 0 0,1-1-1 0 0,-1 1 1 0 0,0 0-1 0 0,1 0 1 0 0,-1 0-1 0 0,0 0 1 0 0,1 0 0 0 0,-1 0-1 0 0,0 1 1 0 0,0-1-1 0 0,0 0 1 0 0,0 0-1 0 0,0 1 1 0 0,0-1 0 0 0,-1 1-1 0 0,1-1 1 0 0,0 1-1 0 0,-1-1 1 0 0,1 3 0 0 0,0 0 7 0 0,0-1 1 0 0,1 1 0 0 0,-1 0-1 0 0,1-1 1 0 0,-1 1 0 0 0,1-1-1 0 0,0 0 1 0 0,0 1 0 0 0,1-1-1 0 0,-1 0 1 0 0,1 0 0 0 0,-1-1-1 0 0,6 5 1 0 0,-6-6-7 0 0,0 1 0 0 0,0-1 0 0 0,0 0 0 0 0,1 0 0 0 0,-1 0 0 0 0,0-1 0 0 0,1 1 0 0 0,-1 0 0 0 0,0-1 0 0 0,1 0 0 0 0,-1 1 0 0 0,1-1 0 0 0,-1 0 0 0 0,1 0 0 0 0,-1 0 0 0 0,0-1-1 0 0,1 1 1 0 0,-1-1 0 0 0,1 1 0 0 0,-1-1 0 0 0,0 0 0 0 0,0 0 0 0 0,3-1 0 0 0,1 0 5 0 0,0-1-1 0 0,0 0 0 0 0,-1 0 1 0 0,1-1-1 0 0,-1 0 0 0 0,0 0 1 0 0,0 0-1 0 0,0 0 0 0 0,0-1 1 0 0,-1 0-1 0 0,6-7 0 0 0,8-12 4 0 0,-1 0 0 0 0,0-1 0 0 0,-2-1-1 0 0,22-52 1 0 0,-35 71 0 0 0,4-13 59 0 0,-6 19-77 0 0,1 0 1 0 0,-1 1-1 0 0,0-1 1 0 0,0 0-1 0 0,1 1 1 0 0,-1-1-1 0 0,0 1 1 0 0,1-1 0 0 0,-1 1-1 0 0,1-1 1 0 0,-1 1-1 0 0,1-1 1 0 0,-1 1-1 0 0,1-1 1 0 0,-1 1-1 0 0,1 0 1 0 0,-1-1-1 0 0,1 1 1 0 0,-1 0-1 0 0,1-1 1 0 0,0 1-1 0 0,-1 0 1 0 0,2 0 0 0 0,-1 0 6 0 0,0 1 1 0 0,0 0 0 0 0,0 0 0 0 0,-1 0 0 0 0,1 0 0 0 0,0 0 0 0 0,-1 0-1 0 0,1 0 1 0 0,-1 1 0 0 0,1-1 0 0 0,-1 0 0 0 0,1 0 0 0 0,-1 0-1 0 0,0 0 1 0 0,1 1 0 0 0,-1-1 0 0 0,0 2 0 0 0,1 0 0 0 0,13 82 43 0 0,-13-67 5 0 0,2 0 1 0 0,0-1 0 0 0,1 1 0 0 0,0-1 0 0 0,2 1-1 0 0,11 25 1 0 0,-13-36 29 0 0,0 1 0 0 0,1-1 0 0 0,0 0 0 0 0,0 0 0 0 0,10 10 0 0 0,-14-17-111 0 0,-1 1 1 0 0,1-1-1 0 0,-1 1 1 0 0,0-1-1 0 0,1 1 1 0 0,-1-1-1 0 0,0 1 1 0 0,0-1-1 0 0,1 1 1 0 0,-1-1-1 0 0,0 1 1 0 0,0 0-1 0 0,0-1 0 0 0,0 1 1 0 0,0 0-1 0 0,0-1 1 0 0,0 1-1 0 0,0-1 1 0 0,0 1-1 0 0,0 0 1 0 0,0-1-1 0 0,0 1 1 0 0,0-1-1 0 0,0 1 1 0 0,-1 0-1 0 0,1-1 1 0 0,0 1-1 0 0,0-1 1 0 0,-1 1-1 0 0,1-1 1 0 0,0 1-1 0 0,-1-1 1 0 0,1 1-1 0 0,-1-1 1 0 0,1 1-1 0 0,0-1 1 0 0,-1 0-1 0 0,1 1 1 0 0,-1-1-1 0 0,1 1 0 0 0,-1-1 1 0 0,1 0-1 0 0,-1 0 1 0 0,0 1-1 0 0,1-1 1 0 0,-1 0-1 0 0,-28 13-3110 0 0,6-8 491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44 14867 0 0,'-1'-9'3044'0'0,"0"-11"-1348"0"0,4 6-5322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8 7738 0 0,'-47'-7'2207'0'0,"42"7"-2117"0"0,-1 0-1 0 0,0 1 1 0 0,0 0 0 0 0,1 0 0 0 0,-1 1 0 0 0,1-1 0 0 0,-1 1-1 0 0,1 1 1 0 0,0-1 0 0 0,0 1 0 0 0,0 0 0 0 0,0 0 0 0 0,0 0 0 0 0,0 0-1 0 0,1 1 1 0 0,0 0 0 0 0,0 0 0 0 0,0 0 0 0 0,0 1 0 0 0,0-1-1 0 0,-4 9 1 0 0,-35 65 1671 0 0,43-78-1725 0 0,-1 1 0 0 0,1-1 0 0 0,0 0 0 0 0,0 0 0 0 0,0 1 1 0 0,-1-1-1 0 0,1 0 0 0 0,0 0 0 0 0,0 1 0 0 0,0-1 0 0 0,0 0 1 0 0,0 1-1 0 0,0-1 0 0 0,0 0 0 0 0,-1 1 0 0 0,1-1 1 0 0,0 0-1 0 0,0 1 0 0 0,0-1 0 0 0,0 0 0 0 0,0 1 0 0 0,0-1 1 0 0,1 0-1 0 0,-1 1 0 0 0,0-1 0 0 0,0 0 0 0 0,0 0 0 0 0,0 1 1 0 0,0-1-1 0 0,0 0 0 0 0,1 1 0 0 0,-1-1 0 0 0,0 0 0 0 0,0 0 1 0 0,0 1-1 0 0,1-1 0 0 0,-1 0 0 0 0,0 0 0 0 0,0 1 0 0 0,1-1 1 0 0,-1 0-1 0 0,0 0 0 0 0,0 0 0 0 0,1 0 0 0 0,-1 1 1 0 0,1-1-1 0 0,-1 0-1 0 0,1 0 1 0 0,0 0-1 0 0,-1 0 0 0 0,1-1 1 0 0,0 1-1 0 0,-1 0 1 0 0,1 0-1 0 0,0 0 1 0 0,-1-1-1 0 0,1 1 0 0 0,-1 0 1 0 0,1-1-1 0 0,0 1 1 0 0,-1 0-1 0 0,1-1 1 0 0,-1 1-1 0 0,1-1 0 0 0,-1 1 1 0 0,1-1-1 0 0,-1 1 1 0 0,0-1-1 0 0,1 1 1 0 0,-1-1-1 0 0,1-1 0 0 0,6-10 71 0 0,-3 7-75 0 0,-1 0-1 0 0,0 0 0 0 0,0 0 0 0 0,-1-1 0 0 0,0 1 0 0 0,0-1 0 0 0,0 1 0 0 0,0-1 0 0 0,0-7 0 0 0,-2 12-33 0 0,0 1 0 0 0,-1 0 1 0 0,1-1-1 0 0,0 1 0 0 0,0 0 0 0 0,-1-1 0 0 0,1 1 0 0 0,0 0 0 0 0,-1-1 0 0 0,1 1 0 0 0,0 0 0 0 0,-1 0 0 0 0,1 0 1 0 0,0-1-1 0 0,-1 1 0 0 0,1 0 0 0 0,-1 0 0 0 0,1 0 0 0 0,0 0 0 0 0,-1 0 0 0 0,1 0 0 0 0,-1 0 0 0 0,1 0 1 0 0,-1 0-1 0 0,1 0 0 0 0,0 0 0 0 0,-1 0 0 0 0,1 0 0 0 0,-1 0 0 0 0,1 0 0 0 0,0 0 0 0 0,-1 0 0 0 0,1 1 0 0 0,-1-1 1 0 0,1 0-1 0 0,0 0 0 0 0,-1 0 0 0 0,1 1 0 0 0,-1-1 0 0 0,-17 10-3 0 0,13-4 9 0 0,0 0-1 0 0,1 1 1 0 0,0-1 0 0 0,0 1 0 0 0,1 0 0 0 0,0 0 0 0 0,-4 12 0 0 0,-11 23 6 0 0,15-25 49 0 0,4-12 222 0 0,6-12 183 0 0,-6 6-458 0 0,33-61 264 0 0,-31 55-184 0 0,0 0 1 0 0,0 0-1 0 0,-1-1 0 0 0,0 1 0 0 0,0-1 0 0 0,-1 1 0 0 0,1-13 0 0 0,-2 20-89 0 0,0-1 1 0 0,0 1-1 0 0,0 0 1 0 0,0 0-1 0 0,0 0 0 0 0,0 0 1 0 0,0 0-1 0 0,0-1 1 0 0,0 1-1 0 0,0 0 1 0 0,0 0-1 0 0,0 0 0 0 0,0 0 1 0 0,0 0-1 0 0,0 0 1 0 0,0-1-1 0 0,0 1 1 0 0,0 0-1 0 0,-1 0 0 0 0,1 0 1 0 0,0 0-1 0 0,0 0 1 0 0,0 0-1 0 0,0 0 1 0 0,0 0-1 0 0,0 0 0 0 0,-1 0 1 0 0,1 0-1 0 0,0-1 1 0 0,0 1-1 0 0,0 0 1 0 0,0 0-1 0 0,0 0 0 0 0,0 0 1 0 0,-1 0-1 0 0,1 0 1 0 0,0 0-1 0 0,0 0 1 0 0,0 0-1 0 0,0 0 0 0 0,0 0 1 0 0,-1 0-1 0 0,1 0 1 0 0,0 1-1 0 0,0-1 1 0 0,0 0-1 0 0,0 0 0 0 0,0 0 1 0 0,0 0-1 0 0,-1 0 1 0 0,1 0-1 0 0,0 0 0 0 0,0 0 1 0 0,0 0-1 0 0,0 0 1 0 0,0 0-1 0 0,0 1 1 0 0,0-1-1 0 0,-1 0 0 0 0,-7 9-368 0 0,-23 68-3222 0 0,29-73 3127 0 0,0 1 0 0 0,0-1 0 0 0,1 0 0 0 0,-1 1 0 0 0,1-1-1 0 0,0 1 1 0 0,-1 7 0 0 0,2 8-2817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59 5049 0 0,'-8'-23'4754'0'0,"2"-12"-1493"0"0,13 42-2985 0 0,12 24-103 0 0,-1 1 0 0 0,26 62-1 0 0,-37-76 55 0 0,-2 0 0 0 0,1 0-1 0 0,-2 1 1 0 0,-1 0-1 0 0,0-1 1 0 0,-1 1 0 0 0,-2 29-1 0 0,0-44-50 0 0,0 0 0 0 0,-1 0-1 0 0,0 1 1 0 0,0-1-1 0 0,0 0 1 0 0,-1 0 0 0 0,1 0-1 0 0,-4 6 1 0 0,4-9-115 0 0,1 0-1 0 0,-1 0 1 0 0,0 0 0 0 0,1 0-1 0 0,-1 0 1 0 0,0-1 0 0 0,1 1-1 0 0,-1 0 1 0 0,0 0 0 0 0,0-1 0 0 0,0 1-1 0 0,0 0 1 0 0,0-1 0 0 0,0 1-1 0 0,0-1 1 0 0,0 1 0 0 0,0-1-1 0 0,0 0 1 0 0,0 1 0 0 0,0-1-1 0 0,0 0 1 0 0,0 0 0 0 0,0 0-1 0 0,0 0 1 0 0,0 0 0 0 0,0 0 0 0 0,0 0-1 0 0,0 0 1 0 0,0 0 0 0 0,0 0-1 0 0,0 0 1 0 0,-1-1 0 0 0,1 1-1 0 0,0-1 1 0 0,0 1 0 0 0,0 0-1 0 0,1-1 1 0 0,-3-1 0 0 0,1 1-46 0 0,0-1-1 0 0,0 0 1 0 0,0 0 0 0 0,0-1 0 0 0,0 1 0 0 0,0 0 0 0 0,0-1-1 0 0,1 1 1 0 0,0-1 0 0 0,-1 1 0 0 0,1-1 0 0 0,-2-5-1 0 0,1 1 12 0 0,0 1-1 0 0,1-1 0 0 0,0 0 0 0 0,-1-9 1 0 0,2 6-22 0 0,0 0 1 0 0,1 0 0 0 0,0 0 0 0 0,1 0 0 0 0,0 0 0 0 0,0 0 0 0 0,1 1-1 0 0,1-1 1 0 0,0 1 0 0 0,0-1 0 0 0,0 1 0 0 0,1 1 0 0 0,12-17 0 0 0,-11 19-22 0 0,1 1 1 0 0,-1-1 0 0 0,1 2 0 0 0,0-1 0 0 0,1 0 0 0 0,-1 1 0 0 0,1 1-1 0 0,0-1 1 0 0,9-2 0 0 0,26-14-1564 0 0,-33 15 693 0 0,1 0 0 0 0,-1 0 0 0 0,1 1-1 0 0,19-5 1 0 0,-4 4-1939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128 242 9266 0 0,'-6'-17'1807'0'0,"1"-1"-1209"0"0,2-1 0 0 0,0 0-1 0 0,2 1 1 0 0,0-1 0 0 0,1-20 0 0 0,0 15 343 0 0,0 24-923 0 0,0-1 0 0 0,0 0 1 0 0,0 1-1 0 0,0-1 0 0 0,0 0 0 0 0,0 1 1 0 0,0-1-1 0 0,0 1 0 0 0,-1-1 1 0 0,1 0-1 0 0,0 1 0 0 0,-1-1 0 0 0,1 1 1 0 0,0-1-1 0 0,-1 1 0 0 0,1-1 1 0 0,-1 1-1 0 0,1-1 0 0 0,-1 1 0 0 0,1-1 1 0 0,-1 1-1 0 0,1-1 0 0 0,-1 1 1 0 0,1 0-1 0 0,-1-1 0 0 0,1 1 1 0 0,-1 0-1 0 0,0 0 0 0 0,1 0 0 0 0,-1-1 1 0 0,1 1-1 0 0,-1 0 0 0 0,0 0 1 0 0,1 0-1 0 0,-1 0 0 0 0,0 0 0 0 0,1 0 1 0 0,-1 0-1 0 0,0 0 0 0 0,1 0 1 0 0,-1 0-1 0 0,0 0 0 0 0,1 1 0 0 0,-1-1 1 0 0,1 0-1 0 0,-1 0 0 0 0,0 1 1 0 0,1-1-1 0 0,-2 1 0 0 0,-1 0-16 0 0,1 0-1 0 0,-1 0 1 0 0,0 1 0 0 0,1-1-1 0 0,-1 0 1 0 0,1 1-1 0 0,0 0 1 0 0,-1 0 0 0 0,1 0-1 0 0,-3 4 1 0 0,1 1 6 0 0,0 1 0 0 0,1 0-1 0 0,0 0 1 0 0,-3 11 0 0 0,4-10-13 0 0,0 0-1 0 0,-2 0 1 0 0,-7 16-1 0 0,9-22 9 0 0,0 1 0 0 0,0 0 0 0 0,0 0 0 0 0,1 0-1 0 0,-1 1 1 0 0,1-1 0 0 0,0 0 0 0 0,0 1 0 0 0,0-1 0 0 0,1 0-1 0 0,0 1 1 0 0,-1-1 0 0 0,1 1 0 0 0,1-1 0 0 0,-1 0 0 0 0,1 1 0 0 0,0-1-1 0 0,0 0 1 0 0,0 1 0 0 0,0-1 0 0 0,1 0 0 0 0,2 4 0 0 0,-2-6 11 0 0,0 0 1 0 0,0 0 0 0 0,1-1 0 0 0,-1 1-1 0 0,0-1 1 0 0,1 1 0 0 0,-1-1 0 0 0,1 0-1 0 0,-1 0 1 0 0,1 0 0 0 0,0 0 0 0 0,-1 0 0 0 0,1-1-1 0 0,0 1 1 0 0,0-1 0 0 0,0 0 0 0 0,4 0-1 0 0,18 4 151 0 0,1 6 4 0 0,-20-8-112 0 0,0 1-1 0 0,0-1 1 0 0,0 0 0 0 0,1 0 0 0 0,-1-1-1 0 0,1 0 1 0 0,-1 0 0 0 0,1 0 0 0 0,8-1-1 0 0,-6-1 45 0 0,-1-1 0 0 0,1 0-1 0 0,-1 0 1 0 0,0-1 0 0 0,0 0-1 0 0,0 0 1 0 0,10-7 0 0 0,-3 3 12 0 0,-13 5-97 0 0,1 1 0 0 0,-1-1 0 0 0,1 0-1 0 0,-1 0 1 0 0,0-1 0 0 0,0 1-1 0 0,0 0 1 0 0,0-1 0 0 0,-1 1 0 0 0,1-1-1 0 0,-1 1 1 0 0,1-1 0 0 0,-1 0 0 0 0,0 0-1 0 0,1-5 1 0 0,7-11 56 0 0,-7 13-46 0 0,0 0-1 0 0,0 0 0 0 0,0 0 1 0 0,0 0-1 0 0,-1 0 0 0 0,0-1 1 0 0,-1 1-1 0 0,1 0 0 0 0,-1-1 1 0 0,0 1-1 0 0,-1 0 0 0 0,-1-10 1 0 0,1 8-24 0 0,-1 0 0 0 0,0 0 0 0 0,-1 0 0 0 0,0 1 0 0 0,0-1 1 0 0,0 1-1 0 0,-1 0 0 0 0,0-1 0 0 0,-7-7 0 0 0,9 13-7 0 0,0 1 1 0 0,-1-1-1 0 0,1 0 0 0 0,0 1 1 0 0,-1 0-1 0 0,1-1 0 0 0,-1 1 1 0 0,0 0-1 0 0,-4-1 0 0 0,4 1-62 0 0,1 1 1 0 0,-1-1-1 0 0,1 0 1 0 0,0 1-1 0 0,0-1 0 0 0,-1 0 1 0 0,1-1-1 0 0,0 1 0 0 0,0 0 1 0 0,0-1-1 0 0,0 1 0 0 0,0-1 1 0 0,1 1-1 0 0,-4-5 0 0 0,11 5-246 0 0,166-19 234 0 0,-168 19 81 0 0,0 0 0 0 0,0 1 0 0 0,0 0 0 0 0,0-1 0 0 0,0 2-1 0 0,0-1 1 0 0,0 0 0 0 0,0 1 0 0 0,0-1 0 0 0,0 1 0 0 0,0 0 0 0 0,-1 1-1 0 0,1-1 1 0 0,4 3 0 0 0,-7-3 0 0 0,0 0 0 0 0,0 1-1 0 0,0-1 1 0 0,0 1 0 0 0,-1-1 0 0 0,1 1-1 0 0,0-1 1 0 0,-1 1 0 0 0,0-1 0 0 0,1 1-1 0 0,-1 0 1 0 0,0-1 0 0 0,0 1-1 0 0,0 2 1 0 0,4 14 24 0 0,2-2-14 0 0,0-5-1 0 0,-2 0-1 0 0,1 1 0 0 0,-1-1 1 0 0,-1 1-1 0 0,0 0 0 0 0,-1 0 1 0 0,1 23-1 0 0,-7 55 244 0 0,-34 176 0 0 0,23-181-181 0 0,4-12-1785 0 0,-1-90-7454 0 0,8-27 7701 0 0,1 1 0 0 0,7-77 0 0 0,24-90 5580 0 0,-26 198-3636 0 0,1 0 1 0 0,0 1-1 0 0,1-1 1 0 0,0 1-1 0 0,1 0 1 0 0,0 0-1 0 0,1 0 1 0 0,0 0-1 0 0,0 1 1 0 0,12-13-1 0 0,-14 20-339 0 0,0 0 0 0 0,0 0-1 0 0,1 1 1 0 0,-1-1-1 0 0,1 1 1 0 0,0 0-1 0 0,0 0 1 0 0,-1 0-1 0 0,1 1 1 0 0,1 0 0 0 0,6-1-1 0 0,-5 1-7 0 0,1-1 0 0 0,-1 0 0 0 0,0-1-1 0 0,8-3 1 0 0,-11 4-60 0 0,1 0 1 0 0,-1 1-1 0 0,1-1 0 0 0,-1 1 0 0 0,1 0 0 0 0,-1 0 0 0 0,1 0 1 0 0,0 1-1 0 0,0-1 0 0 0,-1 1 0 0 0,1 0 0 0 0,0 1 0 0 0,-1-1 0 0 0,1 1 1 0 0,0 0-1 0 0,-1 0 0 0 0,8 3 0 0 0,-10-4-37 0 0,0 1 0 0 0,0 0-1 0 0,0 1 1 0 0,0-1 0 0 0,-1 0 0 0 0,1 1-1 0 0,0-1 1 0 0,0 1 0 0 0,-1-1 0 0 0,1 1-1 0 0,-1 0 1 0 0,1-1 0 0 0,-1 1 0 0 0,0 0-1 0 0,0 0 1 0 0,0 0 0 0 0,0 0 0 0 0,0 0-1 0 0,0 1 1 0 0,-1-1 0 0 0,1 0 0 0 0,-1 0-1 0 0,1 0 1 0 0,-1 1 0 0 0,0-1 0 0 0,0 0-1 0 0,0 0 1 0 0,0 1 0 0 0,0-1 0 0 0,0 0-1 0 0,-1 1 1 0 0,1-1 0 0 0,-1 0-1 0 0,1 0 1 0 0,-1 0 0 0 0,0 0 0 0 0,-2 3-1 0 0,1 0-14 0 0,0 0 0 0 0,0-1-1 0 0,-1 0 1 0 0,1 1 0 0 0,-1-1-1 0 0,0 0 1 0 0,0 0 0 0 0,-1-1-1 0 0,1 1 1 0 0,-1-1-1 0 0,0 1 1 0 0,0-1 0 0 0,0 0-1 0 0,-5 2 1 0 0,2 0-2 0 0,-83 64-454 0 0,34-20-3951 0 0,45-39 1969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0 479 11042 0 0,'0'0'847'0'0,"14"-10"2659"0"0,16-8-3016 0 0,109-66 593 0 0,-130 78-1016 0 0,-7 5-35 0 0,1-1 1 0 0,-1 1 0 0 0,1-1-1 0 0,-1 1 1 0 0,0-1 0 0 0,0 0-1 0 0,1 0 1 0 0,-1 0 0 0 0,-1 0-1 0 0,1 0 1 0 0,0 0 0 0 0,0-1-1 0 0,-1 1 1 0 0,0-1-1 0 0,1 1 1 0 0,-1-1 0 0 0,0 1-1 0 0,0-1 1 0 0,0 0 0 0 0,-1 0-1 0 0,2-3 1 0 0,2-7 201 0 0,2-9 139 0 0,-6 21-369 0 0,0 1-1 0 0,0-1 1 0 0,0 1 0 0 0,0-1-1 0 0,0 1 1 0 0,0-1 0 0 0,0 1-1 0 0,0-1 1 0 0,-1 1 0 0 0,1-1-1 0 0,0 1 1 0 0,0-1 0 0 0,-1 1-1 0 0,1-1 1 0 0,0 1 0 0 0,0-1 0 0 0,-1 1-1 0 0,1 0 1 0 0,-1-1 0 0 0,1 1-1 0 0,0-1 1 0 0,-1 1 0 0 0,1 0-1 0 0,-1 0 1 0 0,1-1 0 0 0,-1 1-1 0 0,1 0 1 0 0,-1 0 0 0 0,1-1-1 0 0,-1 1 1 0 0,1 0 0 0 0,-1 0 0 0 0,1 0-1 0 0,-1 0 1 0 0,1 0 0 0 0,-1 0-1 0 0,0 0 1 0 0,-4 0-3 0 0,-1 0 1 0 0,1 0 0 0 0,-1 0-1 0 0,0 1 1 0 0,1 0-1 0 0,-1 0 1 0 0,1 1-1 0 0,0-1 1 0 0,-1 1-1 0 0,1 1 1 0 0,0-1-1 0 0,-5 3 1 0 0,-26 11 18 0 0,31-14-20 0 0,0 0 0 0 0,1 1 1 0 0,-1-1-1 0 0,0 1 0 0 0,1 0 1 0 0,0 1-1 0 0,0-1 0 0 0,0 1 0 0 0,0 0 1 0 0,0 0-1 0 0,1 0 0 0 0,-5 8 0 0 0,3-5 2 0 0,0 1 0 0 0,1 0 0 0 0,1 0-1 0 0,-1 0 1 0 0,1 1 0 0 0,0-1 0 0 0,-1 12-1 0 0,-8 14-7 0 0,10-32 2 0 0,1 1 1 0 0,-1-1 0 0 0,1 1-1 0 0,0 0 1 0 0,-1 0 0 0 0,2-1-1 0 0,-1 1 1 0 0,0 0 0 0 0,0 0-1 0 0,1 0 1 0 0,0 0 0 0 0,-1 0-1 0 0,1 0 1 0 0,0 0 0 0 0,1 0-1 0 0,-1 0 1 0 0,0 0 0 0 0,1 0-1 0 0,0 0 1 0 0,0 0 0 0 0,0 0-1 0 0,0-1 1 0 0,2 5 0 0 0,-3-6-1 0 0,1 0 0 0 0,0 0 0 0 0,0-1 0 0 0,0 1 0 0 0,-1 0 0 0 0,1 0 1 0 0,0-1-1 0 0,0 1 0 0 0,0 0 0 0 0,0-1 0 0 0,0 1 0 0 0,0-1 0 0 0,0 0 1 0 0,1 1-1 0 0,-1-1 0 0 0,0 0 0 0 0,0 1 0 0 0,0-1 0 0 0,0 0 0 0 0,2 0 1 0 0,12 3-66 0 0,5 7 1 0 0,-13-7 49 0 0,0 0-1 0 0,0 0 0 0 0,0 0 0 0 0,0-1 0 0 0,1 0 0 0 0,-1 0 0 0 0,15 0 1 0 0,-1-2-6 0 0,0-2 1 0 0,0-1-1 0 0,0 0 1 0 0,34-11-1 0 0,30-5 104 0 0,-84 19-59 0 0,1 0 0 0 0,-1-1 0 0 0,1 0 0 0 0,-1 1 0 0 0,0-1 0 0 0,1 0 0 0 0,-1 0 0 0 0,0 1 1 0 0,0-1-1 0 0,0 0 0 0 0,0 0 0 0 0,1 0 0 0 0,-1-1 0 0 0,0 1 0 0 0,-1 0 0 0 0,1 0 1 0 0,0-1-1 0 0,0 1 0 0 0,0 0 0 0 0,-1-1 0 0 0,1 1 0 0 0,-1 0 0 0 0,1-1 0 0 0,-1 1 0 0 0,0-1 1 0 0,1 1-1 0 0,-1-1 0 0 0,0-1 0 0 0,1-8 32 0 0,0-1 0 0 0,-2-20 0 0 0,1 16 62 0 0,0 13-115 0 0,-1-2-4 0 0,1-1 1 0 0,0 1-1 0 0,0 0 0 0 0,1-1 0 0 0,-1 1 1 0 0,1-1-1 0 0,1 1 0 0 0,-1 0 0 0 0,1 0 1 0 0,-1-1-1 0 0,2 1 0 0 0,2-5 0 0 0,-4 9 3 0 0,0 0-1 0 0,0 0 0 0 0,0 0 0 0 0,0 1 0 0 0,0-1 0 0 0,0 0 1 0 0,0 1-1 0 0,0-1 0 0 0,0 1 0 0 0,1-1 0 0 0,-1 1 1 0 0,0 0-1 0 0,0 0 0 0 0,1-1 0 0 0,-1 1 0 0 0,0 0 0 0 0,3 0 1 0 0,10-3-12 0 0,9-6-15 0 0,-15 5 23 0 0,1 0 0 0 0,0 0 0 0 0,0 1 0 0 0,0 1 0 0 0,0 0 0 0 0,1 0 0 0 0,13-1 0 0 0,282 3 294 0 0,-305 0-286 0 0,0 0 0 0 0,0 0 0 0 0,0 0 0 0 0,0 0 0 0 0,0 0 1 0 0,0 0-1 0 0,0 0 0 0 0,0 0 0 0 0,0 0 0 0 0,0 0 0 0 0,0 0 0 0 0,0 0 0 0 0,-1 0 0 0 0,1-1 0 0 0,0 1 0 0 0,0 0 0 0 0,0 0 1 0 0,0 0-1 0 0,0 0 0 0 0,0 0 0 0 0,0 0 0 0 0,0 0 0 0 0,0 0 0 0 0,0 0 0 0 0,0 0 0 0 0,0 0 0 0 0,0 0 0 0 0,0 0 0 0 0,0 0 0 0 0,0 0 1 0 0,0 0-1 0 0,0 0 0 0 0,0 0 0 0 0,0-1 0 0 0,0 1 0 0 0,0 0 0 0 0,0 0 0 0 0,0 0 0 0 0,0 0 0 0 0,0 0 0 0 0,0 0 0 0 0,0 0 1 0 0,0 0-1 0 0,0 0 0 0 0,0 0 0 0 0,0 0 0 0 0,1 0 0 0 0,-1 0 0 0 0,0 0 0 0 0,0 0 0 0 0,0 0 0 0 0,0 0 0 0 0,0 0 0 0 0,-10-3-25 0 0,0 4 25 0 0,0 0 0 0 0,0 0 0 0 0,1 1 0 0 0,-1 0 0 0 0,0 1 0 0 0,1 0-1 0 0,0 0 1 0 0,0 1 0 0 0,-16 9 0 0 0,5-4-9 0 0,16-7 5 0 0,1-1 0 0 0,0 0-1 0 0,1 0 1 0 0,-1 1 0 0 0,0 0 0 0 0,0-1 0 0 0,1 1 0 0 0,-1 0 0 0 0,1 0 0 0 0,-5 5-1 0 0,-8 13 9 0 0,-1 1-9 0 0,1 1-1 0 0,-13 24 0 0 0,27-46 6 0 0,1 1-1 0 0,-1 0 1 0 0,1-1 0 0 0,0 1-1 0 0,-1 0 1 0 0,1-1-1 0 0,0 1 1 0 0,0 0 0 0 0,0-1-1 0 0,-1 1 1 0 0,1 0-1 0 0,0 0 1 0 0,0-1 0 0 0,0 1-1 0 0,0 0 1 0 0,0 0 0 0 0,0-1-1 0 0,0 1 1 0 0,0 0-1 0 0,1 0 1 0 0,-1-1 0 0 0,0 1-1 0 0,0 0 1 0 0,1 0 0 0 0,-1-1-1 0 0,0 1 1 0 0,1-1-1 0 0,0 2 1 0 0,0-1 2 0 0,0 0-1 0 0,0-1 1 0 0,1 1-1 0 0,-1 0 1 0 0,0-1 0 0 0,1 1-1 0 0,-1-1 1 0 0,0 1-1 0 0,1-1 1 0 0,-1 0 0 0 0,0 0-1 0 0,1 1 1 0 0,2-1 0 0 0,3 0 14 0 0,0-1 1 0 0,0 1 0 0 0,0-1 0 0 0,0-1 0 0 0,7-1 0 0 0,-4 0 2 0 0,1-1 1 0 0,-1 0 0 0 0,0 0-1 0 0,0-1 1 0 0,-1-1 0 0 0,0 1-1 0 0,1-2 1 0 0,12-11-1 0 0,54-55 112 0 0,-76 72-133 0 0,1 1 0 0 0,-1-1 0 0 0,0 1 0 0 0,1-1 0 0 0,-1 1 0 0 0,1-1 0 0 0,-1 1 0 0 0,1 0 0 0 0,-1-1 0 0 0,1 1 0 0 0,-1 0 0 0 0,1-1 1 0 0,0 1-1 0 0,-1 0 0 0 0,1 0 0 0 0,-1-1 0 0 0,1 1 0 0 0,0 0 0 0 0,-1 0 0 0 0,1 0 0 0 0,0 0 0 0 0,-1 0 0 0 0,1 0 0 0 0,0 0 0 0 0,-1 0 1 0 0,1 0-1 0 0,-1 0 0 0 0,1 0 0 0 0,0 0 0 0 0,-1 0 0 0 0,1 1 0 0 0,0-1 0 0 0,-1 0 0 0 0,1 0 0 0 0,-1 1 0 0 0,1-1 0 0 0,-1 1 0 0 0,1-1 1 0 0,-1 0-1 0 0,1 1 0 0 0,-1-1 0 0 0,1 1 0 0 0,-1-1 0 0 0,1 1 0 0 0,-1-1 0 0 0,0 1 0 0 0,1-1 0 0 0,-1 1 0 0 0,0 0 0 0 0,1-1 1 0 0,-1 1-1 0 0,0-1 0 0 0,0 1 0 0 0,0 0 0 0 0,0-1 0 0 0,1 2 0 0 0,0 5 6 0 0,1 1 0 0 0,-1 0 0 0 0,0 14 1 0 0,0-12-52 0 0,0-3-195 0 0,0 1 1 0 0,1 0-1 0 0,0-1 1 0 0,1 0 0 0 0,4 11-1 0 0,-5-16 119 0 0,0 0 1 0 0,0 0-1 0 0,1-1 0 0 0,-1 1 0 0 0,0-1 0 0 0,0 0 0 0 0,1 0 0 0 0,-1 1 1 0 0,1-1-1 0 0,2 0 0 0 0,7 4-174 0 0,-6-2 127 0 0,0-1-1 0 0,0 0 1 0 0,1 0 0 0 0,-1 0-1 0 0,1-1 1 0 0,-1 0-1 0 0,1 0 1 0 0,-1-1 0 0 0,1 0-1 0 0,0 0 1 0 0,-1 0 0 0 0,1-1-1 0 0,-1 0 1 0 0,1 0 0 0 0,12-5-1 0 0,2-1-246 0 0,0-1-1 0 0,-1-1 1 0 0,26-15-1 0 0,-26 14 170 0 0,-18 10 224 0 0,0-1 0 0 0,0 0 0 0 0,0 0 0 0 0,0 0 0 0 0,0 0 0 0 0,0 0 0 0 0,0 0-1 0 0,0 0 1 0 0,-1-1 0 0 0,1 1 0 0 0,0-1 0 0 0,-1 1 0 0 0,1-1 0 0 0,-1 0 0 0 0,0 1 0 0 0,2-3 0 0 0,7-18 99 0 0,-1-1 1 0 0,0 0 0 0 0,-2-1-1 0 0,-1 1 1 0 0,0-1 0 0 0,-2-1-1 0 0,-1 1 1 0 0,0-33 0 0 0,-1 46 122 0 0,0 0 1 0 0,0-1 0 0 0,1 1-1 0 0,1 0 1 0 0,7-17 0 0 0,-6 18 349 0 0,-1 0 1 0 0,0 0 0 0 0,-1 0-1 0 0,0-1 1 0 0,-1 1 0 0 0,0-1-1 0 0,0-13 1 0 0,-3 21-353 0 0,-3 7-81 0 0,-2 9 0 0 0,-37 153 600 0 0,2-6-443 0 0,25-111-519 0 0,-17 59 26 0 0,30-93-1937 0 0,1 1-1 0 0,-1 28 0 0 0,3-39-1438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5 161 11570 0 0,'-5'0'1311'0'0,"71"2"-519"0"0,-37 0-575 0 0,0-2-1 0 0,0 0 0 0 0,36-7 0 0 0,-56 5-171 0 0,7 0 63 0 0,0 0 0 0 0,0-2-1 0 0,-1 0 1 0 0,1-1 0 0 0,-1-1 0 0 0,27-13 0 0 0,-37 13 68 0 0,-1-1 0 0 0,0 1 0 0 0,-1-1 0 0 0,1 1 0 0 0,3-14 0 0 0,-6 18-114 0 0,0-1 1 0 0,0 1-1 0 0,0 0 0 0 0,-1-1 0 0 0,1 1 0 0 0,-1-1 1 0 0,0 1-1 0 0,0-1 0 0 0,0 1 0 0 0,0-1 0 0 0,0 1 1 0 0,0-1-1 0 0,-1 1 0 0 0,1 0 0 0 0,-1-1 1 0 0,0 1-1 0 0,-1-4 0 0 0,1 5-53 0 0,0 0 1 0 0,0-1-1 0 0,0 1 0 0 0,0 0 0 0 0,0 0 1 0 0,0 1-1 0 0,0-1 0 0 0,0 0 1 0 0,0 0-1 0 0,0 0 0 0 0,0 1 1 0 0,-1-1-1 0 0,1 1 0 0 0,0-1 1 0 0,-1 1-1 0 0,1-1 0 0 0,0 1 1 0 0,-1 0-1 0 0,1 0 0 0 0,-1 0 0 0 0,1 0 1 0 0,0 0-1 0 0,-1 0 0 0 0,1 0 1 0 0,0 0-1 0 0,-1 0 0 0 0,1 0 1 0 0,-1 1-1 0 0,1-1 0 0 0,0 1 1 0 0,0-1-1 0 0,-3 2 0 0 0,0 0-7 0 0,0 0 0 0 0,1 0 0 0 0,-1 0 0 0 0,0 1 0 0 0,1-1 0 0 0,0 1 0 0 0,-1 0 0 0 0,1 0 0 0 0,0 0 0 0 0,1 1 0 0 0,-1-1 0 0 0,1 1 0 0 0,-4 4 0 0 0,-2 8 7 0 0,-13 31 0 0 0,18-39-10 0 0,-11 33 10 0 0,11-30-11 0 0,0-1 1 0 0,-1 1-1 0 0,-7 14 0 0 0,9-22 3 0 0,0 0 1 0 0,0 1-1 0 0,1-1 0 0 0,-1 1 1 0 0,1-1-1 0 0,0 1 0 0 0,0-1 1 0 0,0 1-1 0 0,1 0 0 0 0,-1-1 1 0 0,1 1-1 0 0,0 0 0 0 0,0-1 1 0 0,0 1-1 0 0,1 0 0 0 0,-1-1 1 0 0,1 1-1 0 0,0 0 0 0 0,0-1 1 0 0,2 6-1 0 0,-1-6 5 0 0,-1-1 0 0 0,1 1 0 0 0,0 0 0 0 0,0-1 0 0 0,0 0 0 0 0,1 0 0 0 0,-1 1 0 0 0,1-1 0 0 0,-1-1 0 0 0,1 1 0 0 0,-1 0 0 0 0,1 0 0 0 0,0-1 0 0 0,0 0 0 0 0,0 0 0 0 0,0 0 0 0 0,0 0 0 0 0,0 0 0 0 0,0 0 0 0 0,0-1 0 0 0,0 1 0 0 0,0-1 0 0 0,1 0 0 0 0,2 0 1 0 0,1-1 7 0 0,-1 1 0 0 0,0-2 1 0 0,0 1-1 0 0,0 0 0 0 0,0-1 1 0 0,0 0-1 0 0,-1-1 1 0 0,8-3-1 0 0,18-7 57 0 0,-18 8-45 0 0,0 0 0 0 0,-1-1 0 0 0,1 0 1 0 0,-1-1-1 0 0,13-10 0 0 0,55-47 58 0 0,-28 21-77 0 0,-14 11-6 0 0,31-22 1 0 0,-61 49-3 0 0,0 0-1 0 0,1 0 1 0 0,-1 1-1 0 0,1 0 1 0 0,0 0-1 0 0,16-4 1 0 0,-8 1-39 0 0,-14 5 34 0 0,0 1 1 0 0,0-1-1 0 0,1 1 0 0 0,-1-1 1 0 0,1 1-1 0 0,4-1 1 0 0,-8 2 7 0 0,1 0 0 0 0,0 0 1 0 0,0 0-1 0 0,0 1 0 0 0,-1-1 1 0 0,1 0-1 0 0,0 0 0 0 0,0 0 1 0 0,-1 0-1 0 0,1 1 1 0 0,0-1-1 0 0,-1 0 0 0 0,1 1 1 0 0,0-1-1 0 0,-1 0 0 0 0,1 1 1 0 0,0-1-1 0 0,-1 1 0 0 0,1-1 1 0 0,-1 1-1 0 0,1 0 0 0 0,-1-1 1 0 0,1 1-1 0 0,-1-1 0 0 0,0 1 1 0 0,1 0-1 0 0,-1-1 0 0 0,1 1 1 0 0,-1 0-1 0 0,0 0 1 0 0,0-1-1 0 0,0 1 0 0 0,1 0 1 0 0,-1-1-1 0 0,0 2 0 0 0,4 18 30 0 0,-3-13-25 0 0,0-1 1 0 0,0 0 0 0 0,1 0 0 0 0,0 0-1 0 0,0 0 1 0 0,4 8 0 0 0,-2-7 41 0 0,-1-1 1 0 0,0 1-1 0 0,0 0 1 0 0,0 1 0 0 0,-1-1-1 0 0,0 0 1 0 0,-1 1-1 0 0,0 0 1 0 0,0-1-1 0 0,0 13 1 0 0,-1-17-27 0 0,0 0 0 0 0,0-1-1 0 0,-1 1 1 0 0,1 0 0 0 0,-1 0 0 0 0,1 0 0 0 0,-1 0-1 0 0,0-1 1 0 0,0 1 0 0 0,0 0 0 0 0,-1-1 0 0 0,1 1-1 0 0,-1-1 1 0 0,1 1 0 0 0,-1-1 0 0 0,0 0 0 0 0,0 1-1 0 0,0-1 1 0 0,0 0 0 0 0,0 0 0 0 0,0-1 0 0 0,-1 1-1 0 0,1 0 1 0 0,-1-1 0 0 0,1 1 0 0 0,-1-1 0 0 0,1 0-1 0 0,-1 0 1 0 0,0 0 0 0 0,-3 1 0 0 0,-7 1-33 0 0,3-2-81 0 0,1 2 0 0 0,0-1 0 0 0,-17 8 0 0 0,17-6-713 0 0,0-1-1 0 0,0 0 0 0 0,-1 0 0 0 0,-17 1 0 0 0,-8 0-3026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193 447 3057 0 0,'0'0'2563'0'0,"6"-10"2157"0"0,5-11-2243 0 0,-10-2-1280 0 0,0 19-1004 0 0,0-1 0 0 0,0 1 0 0 0,-1-1 0 0 0,0 1 0 0 0,0-1-1 0 0,0 0 1 0 0,-1 1 0 0 0,1-1 0 0 0,-1 1 0 0 0,0-1 0 0 0,-3-6 0 0 0,3 10-163 0 0,-1 0 0 0 0,1-1 0 0 0,0 2 0 0 0,-1-1 0 0 0,1 0 0 0 0,0 0 0 0 0,-1 0 0 0 0,1 1 0 0 0,-1-1 0 0 0,0 1 0 0 0,1-1 0 0 0,-1 1 0 0 0,1-1 0 0 0,-1 1-1 0 0,0 0 1 0 0,1 0 0 0 0,-1 0 0 0 0,1 0 0 0 0,-4 0 0 0 0,1 1-10 0 0,-1-1 1 0 0,1 1-1 0 0,-1 0 0 0 0,1 0 0 0 0,0 0 0 0 0,-5 2 0 0 0,3-1-16 0 0,0 1 0 0 0,0-1 0 0 0,1 2 0 0 0,-1-1-1 0 0,1 0 1 0 0,0 1 0 0 0,-1 0 0 0 0,2 0 0 0 0,-1 1 0 0 0,1-1 0 0 0,-8 10 0 0 0,-7 15 37 0 0,11-17-40 0 0,0 1 0 0 0,0-1 0 0 0,2 1 0 0 0,-1 0 1 0 0,-4 15-1 0 0,11-27 4 0 0,-1 0 1 0 0,1 1 0 0 0,0-1-1 0 0,-1 0 1 0 0,1 1 0 0 0,0-1-1 0 0,0 1 1 0 0,0-1 0 0 0,0 1 0 0 0,0-1-1 0 0,0 0 1 0 0,1 1 0 0 0,-1-1-1 0 0,0 1 1 0 0,1-1 0 0 0,-1 0-1 0 0,1 1 1 0 0,-1-1 0 0 0,1 0-1 0 0,0 1 1 0 0,0-1 0 0 0,-1 0 0 0 0,1 0-1 0 0,2 2 1 0 0,-1-1 6 0 0,0-1 1 0 0,1 1-1 0 0,-1-1 1 0 0,1 1-1 0 0,-1-1 1 0 0,1 0-1 0 0,0 0 1 0 0,0 0-1 0 0,-1-1 1 0 0,1 1-1 0 0,5 0 1 0 0,2-1 20 0 0,0 1 0 0 0,1-1 1 0 0,-1-1-1 0 0,0 0 0 0 0,0-1 1 0 0,13-3-1 0 0,-8-1 40 0 0,-1 0 0 0 0,1-1 0 0 0,23-15 0 0 0,12-6 101 0 0,-46 25-148 0 0,0 1 1 0 0,-1-1 0 0 0,1 0 0 0 0,0 0 0 0 0,-1 0 0 0 0,0-1 0 0 0,0 1 0 0 0,0-1 0 0 0,0 0 0 0 0,-1 0 0 0 0,1 0 0 0 0,-1 0 0 0 0,2-5 0 0 0,-1 3 131 0 0,1-1 0 0 0,-1 2 0 0 0,1-1 0 0 0,8-9-1 0 0,-12 15-156 0 0,0 0 0 0 0,1 0 0 0 0,-1 1 0 0 0,0-1 0 0 0,0 0 0 0 0,1 0 0 0 0,-1 1 0 0 0,0-1 0 0 0,0 0 0 0 0,0 1 0 0 0,0-1 0 0 0,0 0 0 0 0,1 0 0 0 0,-1 1 0 0 0,0-1 0 0 0,0 0 0 0 0,0 1 0 0 0,0-1 0 0 0,0 0 0 0 0,0 1 0 0 0,0-1 0 0 0,0 0 0 0 0,0 1 0 0 0,0-1 0 0 0,0 0-1 0 0,0 1 1 0 0,0-1 0 0 0,-1 0 0 0 0,1 1 0 0 0,0-1 0 0 0,0 0 0 0 0,0 1 0 0 0,-2 15 14 0 0,-7 25-1 0 0,-5 45-41 0 0,13-77 35 0 0,1 0 0 0 0,0 1 0 0 0,1-1 0 0 0,0 0 0 0 0,0 0 0 0 0,1 0 0 0 0,3 12 0 0 0,-4-20-15 0 0,0 1 0 0 0,1 0 0 0 0,-1 0 0 0 0,0-1-1 0 0,1 1 1 0 0,-1 0 0 0 0,1-1 0 0 0,0 0 0 0 0,0 1 0 0 0,-1-1 0 0 0,1 0 0 0 0,0 0 0 0 0,0 0 0 0 0,3 1 0 0 0,30 10 41 0 0,-29-11-37 0 0,1-1 0 0 0,0 1 0 0 0,0-1 0 0 0,0 0 0 0 0,-1-1 0 0 0,1 0 0 0 0,0 0 0 0 0,0 0 0 0 0,-1-1 0 0 0,1 0 0 0 0,-1 0 0 0 0,1-1 0 0 0,10-5 0 0 0,5-2 15 0 0,-18 8-19 0 0,0 1 1 0 0,0-1-1 0 0,0 0 0 0 0,0 0 0 0 0,-1 0 0 0 0,1-1 1 0 0,-1 1-1 0 0,6-5 0 0 0,5-9-12 0 0,-1-1 0 0 0,0 0 1 0 0,-2 0-1 0 0,0-1 0 0 0,0-1 0 0 0,-2 0 0 0 0,11-29 0 0 0,34-148-175 0 0,-35 115 167 0 0,-9 45 19 0 0,-3 13 5 0 0,5-34 1 0 0,-11 54 34 0 0,-1 0 1 0 0,1 0 0 0 0,0 1 0 0 0,0-1-1 0 0,0 1 1 0 0,1-1 0 0 0,-1 1 0 0 0,1-1-1 0 0,-1 1 1 0 0,1 0 0 0 0,0-1-1 0 0,3-2 1 0 0,-4 7-34 0 0,0 0 0 0 0,0 0 0 0 0,-1 0 0 0 0,1 1 0 0 0,-1-1 0 0 0,0 0 0 0 0,0 0 0 0 0,1 5 0 0 0,-15 253 70 0 0,6-184 35 0 0,4 152 0 0 0,4-218-127 0 0,1 2-31 0 0,0-1 0 0 0,0 0 0 0 0,1 0 1 0 0,0 1-1 0 0,1-1 0 0 0,5 14 0 0 0,-8-25-41 0 0,0 1 1 0 0,1 0-1 0 0,-1-1 1 0 0,0 1-1 0 0,0-1 0 0 0,1 1 1 0 0,-1-1-1 0 0,0 1 0 0 0,1 0 1 0 0,-1-1-1 0 0,0 1 0 0 0,1-1 1 0 0,-1 0-1 0 0,1 1 1 0 0,-1-1-1 0 0,1 1 0 0 0,-1-1 1 0 0,1 0-1 0 0,-1 1 0 0 0,1-1 1 0 0,-1 0-1 0 0,1 1 0 0 0,0-1 1 0 0,-1 0-1 0 0,1 0 1 0 0,0 0-1 0 0,-1 1 0 0 0,1-1 1 0 0,-1 0-1 0 0,1 0 0 0 0,0 0 1 0 0,-1 0-1 0 0,1 0 0 0 0,0 0 1 0 0,-1-1-1 0 0,1 1 1 0 0,0 0-1 0 0,-1 0 0 0 0,1 0 1 0 0,-1 0-1 0 0,2-1 0 0 0,-1 0-97 0 0,0 0 0 0 0,0 0 0 0 0,0 0-1 0 0,0 0 1 0 0,0 0 0 0 0,0 0 0 0 0,0 0-1 0 0,-1 0 1 0 0,1-1 0 0 0,0 1 0 0 0,0 0 0 0 0,-1-1-1 0 0,1 1 1 0 0,-1 0 0 0 0,0-1 0 0 0,1 1-1 0 0,-1-2 1 0 0,1-1-198 0 0,-1 0 1 0 0,1 0-1 0 0,0 0 0 0 0,1 0 1 0 0,-1 0-1 0 0,1 0 0 0 0,-1 1 0 0 0,4-6 1 0 0,5-9-2152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51 9226 0 0,'-17'0'3809'0'0,"-1"1"-1265"0"0,32-2-2414 0 0,99-11-57 0 0,-7-1 15 0 0,42 7 971 0 0,-146 6-972 0 0,-1 0 1 0 0,0 0-1 0 0,0-1 1 0 0,0 1-1 0 0,1-1 1 0 0,-1 1-1 0 0,0-1 1 0 0,0 1-1 0 0,0-1 1 0 0,0 0-1 0 0,0 1 1 0 0,0-1-1 0 0,0 0 1 0 0,1-1-1 0 0,3-9-2427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65 64 0 0,'0'-6'9983'0'0,"-3"-16"-5568"0"0,-3 113-1881 0 0,14 408-606 0 0,-6-498-1617 0 0,3-5-146 0 0,3-6-85 0 0,24-49-29 0 0,-3-2 1 0 0,25-71-1 0 0,19-43 122 0 0,-52 133-94 0 0,-10 24 38 0 0,-2 0-1 0 0,0-1 1 0 0,-1 0 0 0 0,6-27 0 0 0,-12 31-242 0 0,-2 5-4526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54 9618 0 0,'-1'-1'199'0'0,"0"0"-1"0"0,0 0 1 0 0,0 0 0 0 0,0 0 0 0 0,0 0-1 0 0,0 0 1 0 0,0 0 0 0 0,-1 0-1 0 0,1 1 1 0 0,0-1 0 0 0,-1 1-1 0 0,1-1 1 0 0,0 1 0 0 0,-1-1 0 0 0,1 1-1 0 0,0-1 1 0 0,-1 1 0 0 0,1 0-1 0 0,-4 0 1 0 0,4 0-185 0 0,0 1 0 0 0,0 0 0 0 0,-1-1-1 0 0,1 1 1 0 0,0 0 0 0 0,0-1 0 0 0,0 1 0 0 0,0 0 0 0 0,0 0 0 0 0,0 0-1 0 0,0 0 1 0 0,0 0 0 0 0,0 0 0 0 0,0 0 0 0 0,1 0 0 0 0,-1 1 0 0 0,0-1-1 0 0,1 0 1 0 0,-1 0 0 0 0,0 3 0 0 0,-44 129 1288 0 0,-6 16 862 0 0,40-132-1952 0 0,10-16-200 0 0,1-1 0 0 0,0 1 0 0 0,0-1 0 0 0,0 1 0 0 0,0-1 0 0 0,-1 0 1 0 0,1 1-1 0 0,0-1 0 0 0,-1 1 0 0 0,1-1 0 0 0,0 0 0 0 0,0 1 0 0 0,-1-1 1 0 0,1 0-1 0 0,-1 1 0 0 0,1-1 0 0 0,0 0 0 0 0,-1 1 0 0 0,1-1 0 0 0,-1 0 1 0 0,1 0-1 0 0,-1 0 0 0 0,1 1 0 0 0,-1-1 0 0 0,1 0 0 0 0,0 0 0 0 0,-1 0 1 0 0,1 0-1 0 0,-1 0 0 0 0,1 0 0 0 0,-2 0 0 0 0,2-3-11 0 0,0 0 0 0 0,0 0-1 0 0,0-1 1 0 0,0 1 0 0 0,0 0 0 0 0,1 0-1 0 0,-1 0 1 0 0,1 0 0 0 0,0 0 0 0 0,0 0-1 0 0,2-4 1 0 0,-1-1 9 0 0,16-59 49 0 0,3 0-1 0 0,44-95 1 0 0,-64 160-61 0 0,0 1 1 0 0,0-1-1 0 0,0 0 1 0 0,0 1-1 0 0,1-1 1 0 0,-1 0-1 0 0,1 1 1 0 0,-1 0-1 0 0,1-1 1 0 0,0 1-1 0 0,0 0 1 0 0,-1 0-1 0 0,1 0 0 0 0,0 0 1 0 0,0 0-1 0 0,0 0 1 0 0,0 1-1 0 0,0-1 1 0 0,0 1-1 0 0,0-1 1 0 0,0 1-1 0 0,0 0 1 0 0,1 0-1 0 0,-1-1 1 0 0,0 2-1 0 0,0-1 1 0 0,0 0-1 0 0,0 0 0 0 0,0 1 1 0 0,0-1-1 0 0,0 1 1 0 0,0-1-1 0 0,2 2 1 0 0,0-1 0 0 0,0 1 1 0 0,0 0-1 0 0,0 0 0 0 0,0 0 1 0 0,-1 0-1 0 0,1 0 1 0 0,-1 1-1 0 0,0-1 1 0 0,1 1-1 0 0,-1 0 0 0 0,0 0 1 0 0,0 0-1 0 0,-1 0 1 0 0,1 1-1 0 0,3 5 1 0 0,6 18 19 0 0,-6-15-2 0 0,0 1 1 0 0,-1 0-1 0 0,0 1 1 0 0,4 20-1 0 0,-7-26 9 0 0,0 0 1 0 0,0 0-1 0 0,7 13 0 0 0,-6-14 19 0 0,0 0 0 0 0,0 1-1 0 0,2 13 1 0 0,-4-17-25 0 0,-1-1 1 0 0,0 0-1 0 0,0 0 0 0 0,0 1 0 0 0,0-1 1 0 0,-1 0-1 0 0,1 1 0 0 0,-1-1 1 0 0,0 0-1 0 0,0 0 0 0 0,0 0 1 0 0,0 0-1 0 0,-2 4 0 0 0,0-1 23 0 0,-1-1-1 0 0,1 1 0 0 0,-1 0 0 0 0,-1-1 1 0 0,1 0-1 0 0,-1 0 0 0 0,1 0 1 0 0,-1 0-1 0 0,-1-1 0 0 0,-5 4 0 0 0,2-3 67 0 0,-1 0-1 0 0,1 0 0 0 0,-1-1 1 0 0,1-1-1 0 0,-22 5 0 0 0,20-5 30 0 0,4-2-61 0 0,0 1-1 0 0,0-1 1 0 0,1 1 0 0 0,-1 1-1 0 0,-8 4 1 0 0,9-4-44 0 0,0 0 0 0 0,0-1 1 0 0,0 0-1 0 0,0 0 0 0 0,0 0 0 0 0,-1 0 1 0 0,1-1-1 0 0,-1 0 0 0 0,1-1 1 0 0,-1 0-1 0 0,1 1 0 0 0,-1-2 0 0 0,1 1 1 0 0,-1-1-1 0 0,1 0 0 0 0,-1-1 0 0 0,1 1 1 0 0,0-1-1 0 0,0 0 0 0 0,0-1 1 0 0,-10-5-1 0 0,5 2-47 0 0,-3-3-1749 0 0,4 1-4525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8 13347 0 0,'-37'-8'4692'0'0,"37"8"-4508"0"0,8 0 310 0 0,192 6 301 0 0,-174-4-696 0 0,16 0-1621 0 0,-15-1-5731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 11162 0 0,'-22'7'4355'0'0,"49"-4"-2879"0"0,10-3-1144 0 0,1-1-1 0 0,39-6 1 0 0,40-1-4249 0 0,-107 8 1456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138 236 8082 0 0,'0'0'559'0'0,"-10"-22"3623"0"0,7-28-2329 0 0,4 41-1341 0 0,-2 0 1 0 0,1 1 0 0 0,-1-1-1 0 0,0 1 1 0 0,-3-11 0 0 0,4 19-498 0 0,0-1 1 0 0,0 0 0 0 0,0 1-1 0 0,0-1 1 0 0,0 1-1 0 0,-1-1 1 0 0,1 1-1 0 0,0-1 1 0 0,0 1 0 0 0,0-1-1 0 0,-1 1 1 0 0,1-1-1 0 0,0 1 1 0 0,-1-1-1 0 0,1 1 1 0 0,0-1 0 0 0,-1 1-1 0 0,1-1 1 0 0,-1 1-1 0 0,1 0 1 0 0,-1-1 0 0 0,1 1-1 0 0,0 0 1 0 0,-1-1-1 0 0,1 1 1 0 0,-1 0-1 0 0,0 0 1 0 0,1 0 0 0 0,-1-1-1 0 0,1 1 1 0 0,-1 0-1 0 0,1 0 1 0 0,-1 0-1 0 0,0 0 1 0 0,0 1-6 0 0,-1-1-1 0 0,1 1 1 0 0,0 0-1 0 0,0 0 1 0 0,0 0-1 0 0,0-1 1 0 0,0 1-1 0 0,0 0 1 0 0,0 1-1 0 0,0-1 1 0 0,0 0-1 0 0,0 0 1 0 0,0 2-1 0 0,-20 42 41 0 0,9-2 8 0 0,9-32-47 0 0,0 0 0 0 0,0-1-1 0 0,0 1 1 0 0,-8 12 0 0 0,5-9-11 0 0,0 0 1 0 0,1 0 0 0 0,1 1-1 0 0,0-1 1 0 0,1 1-1 0 0,0 0 1 0 0,1 0-1 0 0,1 0 1 0 0,1 0-1 0 0,0 1 1 0 0,1-1-1 0 0,4 25 1 0 0,-4-36 6 0 0,0 0 0 0 0,0 0 1 0 0,0 0-1 0 0,0 0 0 0 0,1-1 1 0 0,-1 1-1 0 0,1 0 1 0 0,0-1-1 0 0,0 1 0 0 0,1-1 1 0 0,-1 1-1 0 0,1-1 0 0 0,-1 0 1 0 0,1 0-1 0 0,0-1 0 0 0,0 1 1 0 0,1 0-1 0 0,-1-1 0 0 0,0 0 1 0 0,1 0-1 0 0,-1 0 1 0 0,8 3-1 0 0,-7-4 22 0 0,1 0-1 0 0,1 0 1 0 0,-1 0 0 0 0,0 0 0 0 0,0-1-1 0 0,0 0 1 0 0,0 0 0 0 0,0 0 0 0 0,0-1-1 0 0,0 1 1 0 0,1-1 0 0 0,-1-1 0 0 0,-1 1-1 0 0,1-1 1 0 0,0 1 0 0 0,0-1 0 0 0,8-5-1 0 0,-6 3-3 0 0,0 0 0 0 0,-1-1-1 0 0,1 0 1 0 0,-1 0 0 0 0,0 0-1 0 0,0-1 1 0 0,0 0 0 0 0,-1 0 0 0 0,8-11-1 0 0,-4 4 9 0 0,-1-1-1 0 0,0 0 1 0 0,-1 0-1 0 0,-1 0 1 0 0,0-1-1 0 0,-1 0 1 0 0,0-1-1 0 0,-1 1 1 0 0,-1-1-1 0 0,2-17 1 0 0,-4 25-23 0 0,0 1 0 0 0,1-1 1 0 0,0 1-1 0 0,1 0 0 0 0,4-10 1 0 0,-3 9-2 0 0,-1 0 1 0 0,0-1-1 0 0,0 1 1 0 0,1-11-1 0 0,-2 5 30 0 0,-1-1-1 0 0,-1 1 1 0 0,-2-28 0 0 0,1 34-9 0 0,0 0 1 0 0,-1 0 0 0 0,0 0-1 0 0,0 0 1 0 0,-1 1 0 0 0,0-1-1 0 0,0 1 1 0 0,-6-10 0 0 0,8 16-32 0 0,0 0 0 0 0,0 0 1 0 0,0 1-1 0 0,0-1 0 0 0,-1 1 1 0 0,1-1-1 0 0,0 1 0 0 0,0-1 0 0 0,0 1 1 0 0,0 0-1 0 0,-1-1 0 0 0,1 1 1 0 0,0 0-1 0 0,0 0 0 0 0,-2 0 1 0 0,-12-3-19 0 0,15 3 19 0 0,-6-3-14 0 0,0 1-1 0 0,0-1 1 0 0,-1 1 0 0 0,-9-2-1 0 0,14 3 14 0 0,0 1 0 0 0,0 0 0 0 0,0 0 0 0 0,1 0 0 0 0,-1 0 0 0 0,0 0 0 0 0,0 0 0 0 0,1 0 0 0 0,-1 1 0 0 0,0-1-1 0 0,0 1 1 0 0,1-1 0 0 0,-1 1 0 0 0,0 0 0 0 0,1-1 0 0 0,-1 1 0 0 0,1 0 0 0 0,-1 0 0 0 0,1 0 0 0 0,-1 0 0 0 0,1 1 0 0 0,0-1 0 0 0,0 0 0 0 0,-2 2 0 0 0,-11 31-8 0 0,4-8-4 0 0,-26 54-73 0 0,31-71 84 0 0,1 0-1 0 0,1 0 1 0 0,0 1 0 0 0,0-1 0 0 0,0 1 0 0 0,1-1 0 0 0,1 1 0 0 0,0 0 0 0 0,0 12 0 0 0,2 10 27 0 0,7 48-1 0 0,-3-40 4 0 0,-4-32-444 0 0,2 19-851 0 0,4-14-8997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12971 0 0,'0'0'4419'0'0,"8"5"-2898"0"0,-8 0-1426 0 0,1 4-1848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25 8682 0 0,'-2'-22'7049'0'0,"-1"19"-6206"0"0,-1 16-937 0 0,2-2 97 0 0,0 0 1 0 0,1 0 0 0 0,0 0 0 0 0,1 0-1 0 0,0 0 1 0 0,1 0 0 0 0,0 0 0 0 0,1 0-1 0 0,0 0 1 0 0,0-1 0 0 0,1 1 0 0 0,1 0-1 0 0,0-1 1 0 0,0 0 0 0 0,1 0 0 0 0,9 13 0 0 0,-6-11 107 0 0,1-1 1 0 0,0-1 0 0 0,1 1 0 0 0,15 11 0 0 0,-10-8 315 0 0,-9-7-33 0 0,-1 0 0 0 0,1 0 0 0 0,-1 0-1 0 0,-1 1 1 0 0,1 0 0 0 0,-2 0 0 0 0,7 15-1 0 0,-10-22-363 0 0,0 0-1 0 0,1 0 1 0 0,-1 0-1 0 0,0 0 1 0 0,0 0-1 0 0,0 0 1 0 0,0 0-1 0 0,0 0 1 0 0,0 0-1 0 0,0 0 1 0 0,0 0-1 0 0,0 0 1 0 0,-1 0-1 0 0,1 0 1 0 0,0 0-1 0 0,-1 0 1 0 0,1 0-1 0 0,0-1 1 0 0,-1 1-1 0 0,1 0 1 0 0,-1 0-1 0 0,0 0 1 0 0,1 0-1 0 0,-1-1 1 0 0,0 1-1 0 0,1 0 1 0 0,-1-1-1 0 0,0 1 1 0 0,-1 0-1 0 0,-30 15-178 0 0,17-10 134 0 0,10-4-259 0 0,0 0 0 0 0,0-1 0 0 0,0 1 0 0 0,0-1 1 0 0,0 0-1 0 0,0-1 0 0 0,-6 1 0 0 0,-20-3-5473 0 0,22 1 2502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13483 0 0,'0'0'119'0'0,"12"-11"3327"0"0,13-4-3300 0 0,0 0 0 0 0,1 2 1 0 0,41-15-1 0 0,-1 8-6613 0 0,-53 17 2743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9770 0 0,'0'0'800'0'0,"0"-34"4952"0"0,4 20-4361 0 0,-4 13-1373 0 0,0 1 0 0 0,0 0 0 0 0,1 0-1 0 0,-1-1 1 0 0,0 1 0 0 0,0 0 0 0 0,1 0 0 0 0,-1 0 0 0 0,0 0 0 0 0,0 0 0 0 0,1 0 0 0 0,-1-1 0 0 0,0 1 0 0 0,1 0-1 0 0,-1 0 1 0 0,0 0 0 0 0,0 0 0 0 0,1 0 0 0 0,-1 0 0 0 0,0 0 0 0 0,1 0 0 0 0,-1 0 0 0 0,0 0 0 0 0,0 0 0 0 0,1 0-1 0 0,-1 0 1 0 0,1 1 0 0 0,0-1-15 0 0,0 1 1 0 0,1 0-1 0 0,-1 0 0 0 0,0 0 0 0 0,0 0 0 0 0,0 0 1 0 0,0 0-1 0 0,0 0 0 0 0,0 0 0 0 0,0 0 0 0 0,0 0 1 0 0,0 1-1 0 0,-1-1 0 0 0,1 0 0 0 0,0 2 0 0 0,9 25 13 0 0,-1 0-1 0 0,-1 0 1 0 0,-2 1-1 0 0,5 52 1 0 0,-6 120 60 0 0,-5-175-67 0 0,-1-3 9 0 0,-5 33 0 0 0,2-33 552 0 0,0 32 0 0 0,4-55-557 0 0,0 1-1 0 0,1-1 0 0 0,-1 0 1 0 0,0 1-1 0 0,0-1 1 0 0,1 0-1 0 0,-1 1 0 0 0,0-1 1 0 0,1 0-1 0 0,-1 0 1 0 0,0 0-1 0 0,1 1 0 0 0,-1-1 1 0 0,0 0-1 0 0,1 0 1 0 0,-1 0-1 0 0,1 0 0 0 0,-1 0 1 0 0,0 1-1 0 0,1-1 1 0 0,-1 0-1 0 0,1 0 0 0 0,-1 0 1 0 0,0 0-1 0 0,1 0 0 0 0,-1 0 1 0 0,1 0-1 0 0,-1-1 1 0 0,0 1-1 0 0,1 0 0 0 0,-1 0 1 0 0,0 0-1 0 0,1 0 1 0 0,-1 0-1 0 0,1-1 0 0 0,-1 1 1 0 0,0 0-1 0 0,1 0 1 0 0,-1-1-1 0 0,19-8 24 0 0,7-26-48 0 0,-2 3 38 0 0,4 1-12 0 0,-1 0 1 0 0,-2-2 0 0 0,-1-1-1 0 0,-2-1 1 0 0,21-43 0 0 0,-12 10 39 0 0,61-100 1 0 0,-89 164-425 0 0,10-16 1170 0 0,-2 8-6152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62 4041 0 0,'-3'-6'8632'0'0,"-2"-5"-5615"0"0,4 9-2938 0 0,0 1 0 0 0,0-1 0 0 0,0 0-1 0 0,0 0 1 0 0,0 0 0 0 0,1 0 0 0 0,-1 0 0 0 0,0 0 0 0 0,1 0 0 0 0,0 0-1 0 0,-1 0 1 0 0,1 0 0 0 0,0 0 0 0 0,0 0 0 0 0,0-1 0 0 0,1-1 0 0 0,-1-4-3251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123 219 6617 0 0,'-1'-4'771'0'0,"0"0"-1"0"0,1 1 0 0 0,-1-1 0 0 0,0 0 0 0 0,-1 1 0 0 0,-2-7 0 0 0,-6-19 215 0 0,7 15-476 0 0,1 5 27 0 0,1 1 0 0 0,0-1 0 0 0,0 0 0 0 0,0 0 0 0 0,2 0 0 0 0,1-16 0 0 0,-1 19 316 0 0,-1 10-390 0 0,-6 24-296 0 0,-5 28-212 0 0,-11 74 108 0 0,-31 203 57 0 0,48-244-83 0 0,7-85-20 0 0,2-9-27 0 0,4-8-14 0 0,207-475 52 0 0,-191 429 53 0 0,-12 28 81 0 0,13-43 1 0 0,-25 72-246 0 0,1-1 0 0 0,0 0-1 0 0,1 0 1 0 0,-1 0 0 0 0,0 1 0 0 0,1-1 0 0 0,0 1 0 0 0,-1-1 0 0 0,1 1 0 0 0,0-1-1 0 0,4-2 1 0 0,-6 17-4769 0 0,6 37 224 0 0,-3-19 903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95 6945 0 0,'0'-1'3406'0'0,"0"-8"-1848"0"0,4-76 3905 0 0,-4 85-5378 0 0,-3 13 142 0 0,-13 39-100 0 0,-38 88 0 0 0,7-22-84 0 0,31-73-194 0 0,-14 41-4280 0 0,25-69 1498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31 304 7066 0 0,'-12'-2'5035'0'0,"0"-2"-4177"0"0,6-4-1607 0 0,6 8 760 0 0,0-1-1 0 0,1 0 1 0 0,-1 1 0 0 0,0-1-1 0 0,1 1 1 0 0,-1-1 0 0 0,0 0-1 0 0,1 1 1 0 0,-1-1-1 0 0,1 1 1 0 0,-1-1 0 0 0,1 1-1 0 0,-1 0 1 0 0,1-1 0 0 0,-1 1-1 0 0,1-1 1 0 0,0 1-1 0 0,-1 0 1 0 0,2-1 0 0 0,44-20 15 0 0,2 1 1 0 0,0 3 0 0 0,63-14-1 0 0,-1-1 105 0 0,-91 27 196 0 0,-1-1 0 0 0,0-1 0 0 0,-1-1 0 0 0,0 0 0 0 0,29-19 0 0 0,-44 24-205 0 0,0 1-1 0 0,1-1 1 0 0,-1 0 0 0 0,-1 0 0 0 0,1 0 0 0 0,0 0 0 0 0,-1 0 0 0 0,1 0-1 0 0,0-4 1 0 0,7-13 539 0 0,1-3 177 0 0,-9 23-814 0 0,-1-1 0 0 0,0 0 0 0 0,1 0 0 0 0,-1 1 0 0 0,0-1 0 0 0,0 0 0 0 0,0 0 1 0 0,1 1-1 0 0,-1-1 0 0 0,0 0 0 0 0,0 0 0 0 0,0 1 0 0 0,0-1 0 0 0,0 0 0 0 0,0 0 0 0 0,-1 0 0 0 0,1 1 0 0 0,0-1 0 0 0,0 0 0 0 0,0 0 0 0 0,-1 1 0 0 0,1-1 0 0 0,0 0 0 0 0,-1 1 0 0 0,1-1 0 0 0,-1 0 0 0 0,0 0 0 0 0,0 0-23 0 0,0 1 0 0 0,0 0 0 0 0,1 0 0 0 0,-1 0 0 0 0,0 0 0 0 0,0 0-1 0 0,0 0 1 0 0,0 0 0 0 0,1 1 0 0 0,-1-1 0 0 0,0 0 0 0 0,0 0 0 0 0,0 1 0 0 0,1-1 0 0 0,-1 0 0 0 0,0 1 0 0 0,0-1 0 0 0,1 1 0 0 0,-1-1 0 0 0,0 1 0 0 0,1-1 0 0 0,-1 1 0 0 0,1 0 0 0 0,-2 0 0 0 0,-11 16 24 0 0,-33 85-13 0 0,27-60 27 0 0,-18 64-1 0 0,-11 23-12 0 0,24-68-69 0 0,23-61 44 0 0,0 1 0 0 0,1 0 1 0 0,-1 0-1 0 0,1-1 0 0 0,0 1 0 0 0,-1 0 0 0 0,1 0 0 0 0,0 0 0 0 0,-1 0 0 0 0,1 0 0 0 0,0 0 1 0 0,0-1-1 0 0,0 1 0 0 0,0 0 0 0 0,-1 0 0 0 0,2 0 0 0 0,-1 0 0 0 0,0 0 0 0 0,0 0 0 0 0,0 0 1 0 0,0 0-1 0 0,0 0 0 0 0,1-1 0 0 0,-1 1 0 0 0,1 2 0 0 0,0-3 3 0 0,0 0 0 0 0,0 1 1 0 0,-1-1-1 0 0,1 0 0 0 0,0 0 0 0 0,0 0 1 0 0,0 0-1 0 0,0 0 0 0 0,0 0 0 0 0,-1 0 1 0 0,1 0-1 0 0,0 0 0 0 0,0 0 0 0 0,0 0 0 0 0,0 0 1 0 0,0-1-1 0 0,-1 1 0 0 0,1 0 0 0 0,0-1 1 0 0,0 1-1 0 0,0 0 0 0 0,-1-1 0 0 0,1 1 0 0 0,0-1 1 0 0,0 0-1 0 0,6-5 3 0 0,0 1 1 0 0,0-1-1 0 0,0-1 1 0 0,-1 0-1 0 0,0 0 1 0 0,0 0-1 0 0,-1 0 0 0 0,0-1 1 0 0,0 0-1 0 0,-1 0 1 0 0,4-9-1 0 0,-2 3 10 0 0,1 1-1 0 0,18-23 1 0 0,-22 32-30 0 0,1 0 0 0 0,0 0 0 0 0,0 0 0 0 0,0 1 0 0 0,6-4 0 0 0,-10 6 13 0 0,1 1 0 0 0,0-1 0 0 0,0 0 1 0 0,0 1-1 0 0,0-1 0 0 0,0 1 0 0 0,0-1 0 0 0,0 1 1 0 0,0 0-1 0 0,1-1 0 0 0,-1 1 0 0 0,0 0 0 0 0,0 0 1 0 0,0-1-1 0 0,0 1 0 0 0,0 0 0 0 0,1 0 0 0 0,-1 0 0 0 0,0 1 1 0 0,0-1-1 0 0,0 0 0 0 0,0 0 0 0 0,0 1 0 0 0,0-1 1 0 0,0 0-1 0 0,1 1 0 0 0,-1-1 0 0 0,0 1 0 0 0,1 1 1 0 0,8 18 14 0 0,-3-3-18 0 0,-5-14 7 0 0,1 1 0 0 0,0-1 0 0 0,0 1 0 0 0,1-1 0 0 0,-1 0 0 0 0,0 0 0 0 0,1 0 0 0 0,0-1 0 0 0,0 1 0 0 0,0-1 0 0 0,0 0 0 0 0,0 0 1 0 0,0-1-1 0 0,1 1 0 0 0,-1-1 0 0 0,0 0 0 0 0,1 0 0 0 0,6 1 0 0 0,-6-2-3 0 0,-1 2 0 0 0,1-1 0 0 0,0 0 1 0 0,-1 1-1 0 0,8 4 0 0 0,-8-4-181 0 0,0-1 1 0 0,0 1-1 0 0,-1-1 0 0 0,1 1 0 0 0,0-1 1 0 0,0 0-1 0 0,1 0 0 0 0,-1-1 1 0 0,0 1-1 0 0,4-1 0 0 0,27-6-3106 0 0,-15-2 348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66 11666 0 0,'-18'-18'5115'0'0,"19"16"-5069"0"0,1 1-1 0 0,0 0 1 0 0,0 0 0 0 0,0 0-1 0 0,0 0 1 0 0,0 1 0 0 0,1-1 0 0 0,-1 0-1 0 0,0 1 1 0 0,0 0 0 0 0,3-1-1 0 0,0 0 18 0 0,33-9 138 0 0,-1 1 1 0 0,53-5 0 0 0,-18 10-5850 0 0,-69 4 3269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 11162 0 0,'-4'0'4568'0'0,"26"-1"-4228"0"0,35-6 0 0 0,8-1-218 0 0,4 7-1934 0 0,-65 1-281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240 222 8314 0 0,'-7'-15'2126'0'0,"5"-5"-969"0"0,2 14-882 0 0,-1 1 0 0 0,1 0-1 0 0,-1 0 1 0 0,0 0 0 0 0,0-1 0 0 0,0 1 0 0 0,-1 0 0 0 0,0 0 0 0 0,0 1-1 0 0,0-1 1 0 0,-4-6 0 0 0,5 10-253 0 0,0 1 0 0 0,0-1 0 0 0,1 0 0 0 0,-1 1 0 0 0,0-1 1 0 0,0 1-1 0 0,0-1 0 0 0,0 1 0 0 0,1-1 0 0 0,-1 1 0 0 0,0 0 0 0 0,0-1 0 0 0,0 1 0 0 0,0 0 0 0 0,0 0 0 0 0,0-1 0 0 0,0 1 0 0 0,0 0 0 0 0,0 0 0 0 0,0 0 0 0 0,0 0 0 0 0,0 1 0 0 0,0-1 0 0 0,0 0 1 0 0,0 0-1 0 0,0 1 0 0 0,0-1 0 0 0,0 0 0 0 0,0 1 0 0 0,0-1 0 0 0,0 1 0 0 0,1-1 0 0 0,-1 1 0 0 0,0-1 0 0 0,0 1 0 0 0,0 0 0 0 0,1-1 0 0 0,-1 1 0 0 0,0 0 0 0 0,1 0 0 0 0,-1 0 0 0 0,0 1 1 0 0,-4 5-22 0 0,0 0 0 0 0,1 0 0 0 0,-7 16 0 0 0,7-15 77 0 0,-45 76 39 0 0,31-55-3 0 0,-28 61 0 0 0,38-60-63 0 0,6-24-42 0 0,1-1 1 0 0,-1 1 0 0 0,0 0-1 0 0,-4 9 1 0 0,5-13-3 0 0,-1 0-1 0 0,1 0 0 0 0,0 0 1 0 0,0 1-1 0 0,0-1 1 0 0,0 1-1 0 0,1-1 1 0 0,-1 1-1 0 0,0-1 0 0 0,1 1 1 0 0,0-1-1 0 0,0 1 1 0 0,0-1-1 0 0,0 1 0 0 0,0 2 1 0 0,1-3 2 0 0,-1-1 0 0 0,1 1 0 0 0,0 0 0 0 0,0-1-1 0 0,-1 1 1 0 0,1-1 0 0 0,0 1 0 0 0,1-1 0 0 0,-1 0 0 0 0,0 1 0 0 0,0-1 0 0 0,0 0 0 0 0,1 0 0 0 0,-1 0 0 0 0,1 0-1 0 0,-1 0 1 0 0,1 0 0 0 0,-1 0 0 0 0,1 0 0 0 0,-1-1 0 0 0,3 2 0 0 0,2 0 47 0 0,1-1 0 0 0,-1 1 0 0 0,0-1 0 0 0,1 0 0 0 0,-1 0 0 0 0,1-1 0 0 0,-1 0 0 0 0,1 0 0 0 0,-1 0 0 0 0,1-1 0 0 0,-1 0 0 0 0,1-1 0 0 0,-1 1 0 0 0,0-1 0 0 0,1 0 0 0 0,10-6 0 0 0,4-1 164 0 0,-18 8-201 0 0,1 0 0 0 0,-1-1 0 0 0,0 1 1 0 0,1-1-1 0 0,-1 0 0 0 0,0 0 0 0 0,0 0 1 0 0,0 0-1 0 0,4-5 0 0 0,3-4 15 0 0,0 0 1 0 0,-2-1-1 0 0,1 0 0 0 0,-1 0 0 0 0,-1-1 1 0 0,-1 0-1 0 0,1 0 0 0 0,-2-1 0 0 0,0 0 0 0 0,-1 0 1 0 0,0 0-1 0 0,-1 0 0 0 0,0-1 0 0 0,0-18 1 0 0,-3 22-13 0 0,1 0 1 0 0,1-1-1 0 0,-1 1 1 0 0,2 0-1 0 0,0 0 1 0 0,4-12-1 0 0,-4 17-3 0 0,-1 0 0 0 0,0 0 0 0 0,-1 0 0 0 0,1 0 1 0 0,-1 0-1 0 0,-1-1 0 0 0,1 1 0 0 0,-1 0 0 0 0,0 0 0 0 0,0-1 0 0 0,-1 1 0 0 0,0 0 0 0 0,0 0 1 0 0,0 0-1 0 0,-1-1 0 0 0,0 1 0 0 0,0 1 0 0 0,-1-1 0 0 0,1 0 0 0 0,-6-7 0 0 0,4 9-11 0 0,1 1-1 0 0,-2-1 0 0 0,1 1 0 0 0,0 0 0 0 0,-1 0 0 0 0,1 1 0 0 0,-1-1 0 0 0,0 1 0 0 0,0 0 1 0 0,1 0-1 0 0,-2 1 0 0 0,1-1 0 0 0,0 1 0 0 0,0 0 0 0 0,0 1 0 0 0,-1-1 0 0 0,-7 1 0 0 0,8 1-7 0 0,0-1-1 0 0,-1 1 0 0 0,1 1 0 0 0,0-1 0 0 0,0 1 0 0 0,-4 1 0 0 0,-5 3-7 0 0,12-5 7 0 0,0 0 1 0 0,-1 0-1 0 0,1 1 1 0 0,0-1-1 0 0,0 1 1 0 0,0-1-1 0 0,0 1 1 0 0,1 0-1 0 0,-1 0 1 0 0,0 0-1 0 0,1 0 1 0 0,-1 0-1 0 0,-2 5 1 0 0,-17 38 33 0 0,4-8-18 0 0,12-27-19 0 0,-1 1 0 0 0,2 0 0 0 0,-1 0-1 0 0,1 0 1 0 0,-3 19 0 0 0,-7 60-14 0 0,13-81 13 0 0,0-2 12 0 0,-1 0-1 0 0,1-1 1 0 0,-2 1 0 0 0,1 0-1 0 0,-5 8 1 0 0,4-9-133 0 0,0-1-1 0 0,1 1 1 0 0,0 0-1 0 0,0 0 1 0 0,-2 12-1 0 0,4-15-357 0 0,0 1-1 0 0,0-1 1 0 0,0 0-1 0 0,1 1 0 0 0,-1-1 1 0 0,1 0-1 0 0,0 1 0 0 0,-1-1 1 0 0,3 3-1 0 0,-2-2-2400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13947 0 0,'-15'6'2886'0'0,"10"-3"-2690"0"0,0 0 0 0 0,0 1 0 0 0,1-1 0 0 0,0 1 0 0 0,-1 0-1 0 0,1 1 1 0 0,-3 4 0 0 0,4-5-552 0 0,1-1 0 0 0,0 1 0 0 0,0-1 0 0 0,0 1 0 0 0,0 0 0 0 0,-1 7-1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68 9242 0 0,'-3'-1'441'0'0,"-1"0"0"0"0,1 0 0 0 0,0-1 0 0 0,0 1 0 0 0,0-1 0 0 0,0 0 0 0 0,0 0 0 0 0,0 0 0 0 0,-3-3 0 0 0,13 4 70 0 0,152-23 654 0 0,-34 4-779 0 0,-121 19-358 0 0,2 0 159 0 0,0 0 0 0 0,0 1 0 0 0,0 0 0 0 0,1 0 0 0 0,-1 0-1 0 0,7 1 1 0 0,-13 0-147 0 0,1-1 0 0 0,0 1-1 0 0,-1-1 1 0 0,1 1 0 0 0,0-1 0 0 0,-1 1-1 0 0,1 0 1 0 0,-1-1 0 0 0,1 1-1 0 0,-1 0 1 0 0,1-1 0 0 0,-1 1 0 0 0,1 0-1 0 0,-1-1 1 0 0,0 1 0 0 0,1 0-1 0 0,-1 0 1 0 0,0 0 0 0 0,0-1-1 0 0,0 1 1 0 0,0 0 0 0 0,1 0 0 0 0,-1 1-1 0 0,-1 24-42 0 0,1-18 111 0 0,-3 39 4 0 0,-2-1 0 0 0,-2 1 0 0 0,-14 46-1 0 0,12-55-22 0 0,-16 45 131 0 0,16-57-1246 0 0,-7 33 0 0 0,16-54-2007 0 0,0-2 752 0 0</inkml:trace>
  <inkml:trace contextRef="#ctx0" brushRef="#br0" timeOffset="1">112 282 11707 0 0,'0'0'1869'0'0,"4"-1"822"0"0,78-17-2517 0 0,5-1-2073 0 0,-31 2-2848 0 0,-31 8 33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22 12859 0 0,'-3'-1'347'0'0,"0"1"1"0"0,0-1-1 0 0,0 0 1 0 0,0 0-1 0 0,0 0 1 0 0,0-1-1 0 0,0 1 1 0 0,0-1-1 0 0,0 1 1 0 0,1-1-1 0 0,-1 0 1 0 0,0 0-1 0 0,-2-3 1 0 0,5 5-347 0 0,7 23 96 0 0,4 19-25 0 0,-2 1-1 0 0,6 80 1 0 0,3 16 67 0 0,-14-117-115 0 0,9 39 204 0 0,-12-60-223 0 0,-1 0-1 0 0,0-1 1 0 0,0 1-1 0 0,1 0 1 0 0,-1 0 0 0 0,1 0-1 0 0,-1-1 1 0 0,0 1 0 0 0,1 0-1 0 0,-1-1 1 0 0,1 1 0 0 0,0 0-1 0 0,-1-1 1 0 0,1 1-1 0 0,0-1 1 0 0,-1 1 0 0 0,1-1-1 0 0,0 1 1 0 0,-1-1 0 0 0,1 0-1 0 0,0 1 1 0 0,0-1-1 0 0,0 0 1 0 0,-1 1 0 0 0,1-1-1 0 0,0 0 1 0 0,0 0 0 0 0,0 0-1 0 0,0 0 1 0 0,-1 0 0 0 0,1 0-1 0 0,0 0 1 0 0,0 0-1 0 0,0 0 1 0 0,0 0 0 0 0,0 0-1 0 0,-1-1 1 0 0,1 1 0 0 0,0 0-1 0 0,1-1 1 0 0,1-1-8 0 0,-1 1 1 0 0,1 0-1 0 0,0-1 1 0 0,-1 1-1 0 0,0-1 1 0 0,1 0 0 0 0,-1 0-1 0 0,0 0 1 0 0,0 0-1 0 0,3-5 1 0 0,39-64 37 0 0,-4-2 1 0 0,45-115-1 0 0,-72 147 183 0 0,-4 10-1196 0 0,-1 12-2717 0 0,-6 14 615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20 10346 0 0,'-26'-8'1666'0'0,"8"2"-1222"0"0,7 4-381 0 0,1 0 0 0 0,-1 1 0 0 0,1 1 0 0 0,-1 0 0 0 0,0 0-1 0 0,1 1 1 0 0,-1 0 0 0 0,1 0 0 0 0,-1 2 0 0 0,1-1 0 0 0,0 1 0 0 0,0 1 0 0 0,0 0 0 0 0,0 0 0 0 0,1 1 0 0 0,-11 6 0 0 0,18-9-68 0 0,1 0 1 0 0,-1-1 0 0 0,1 1 0 0 0,-1 0 0 0 0,1 0 0 0 0,0 0 0 0 0,0 0 0 0 0,0 0 0 0 0,0 0-1 0 0,0 0 1 0 0,0 0 0 0 0,0 4 0 0 0,-6 9-20 0 0,6-12 32 0 0,-1 0 0 0 0,1 0 0 0 0,0 0 0 0 0,0 0 0 0 0,0 0 0 0 0,0 0 0 0 0,0 0 0 0 0,0 0 0 0 0,1 1-1 0 0,0-1 1 0 0,-1 0 0 0 0,2 6 0 0 0,0-1 32 0 0,0 0 0 0 0,1 1-1 0 0,4 10 1 0 0,-1-4-14 0 0,-2-9-6 0 0,0 0-1 0 0,1 0 1 0 0,0 0-1 0 0,0-1 1 0 0,0 0-1 0 0,0 0 1 0 0,1 0-1 0 0,0 0 0 0 0,0 0 1 0 0,1-1-1 0 0,11 7 1 0 0,14 14 153 0 0,-17-13 0 0 0,4 4 399 0 0,0 0 1 0 0,-2 2-1 0 0,0-1 1 0 0,23 34-1 0 0,-38-50-525 0 0,-1 0 0 0 0,0 0 0 0 0,0-1 0 0 0,1 1-1 0 0,-1 0 1 0 0,0 0 0 0 0,0 0 0 0 0,0-1 0 0 0,0 1-1 0 0,0 0 1 0 0,0 0 0 0 0,0-1 0 0 0,0 1 0 0 0,0 0 0 0 0,-1 0-1 0 0,1 0 1 0 0,0-1 0 0 0,0 1 0 0 0,-1 0 0 0 0,1-1-1 0 0,0 1 1 0 0,-1 0 0 0 0,1 0 0 0 0,-1-1 0 0 0,1 1-1 0 0,-1-1 1 0 0,1 1 0 0 0,-1-1 0 0 0,1 1 0 0 0,-1 0 0 0 0,0-1-1 0 0,1 0 1 0 0,-1 1 0 0 0,0-1 0 0 0,1 1 0 0 0,-1-1-1 0 0,-1 0 1 0 0,-32 15-256 0 0,28-13 337 0 0,-25 8 92 0 0,1-2 0 0 0,-48 5 0 0 0,29-5-2536 0 0,1 3-5022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86 11939 0 0,'-54'-4'3194'0'0,"43"3"-3018"0"0,0-1-1 0 0,0 2 1 0 0,0-1-1 0 0,0 1 1 0 0,1 1-1 0 0,-1 0 0 0 0,-15 4 1 0 0,17-3-103 0 0,1 0 1 0 0,0 1-1 0 0,0 0 1 0 0,0 0-1 0 0,0 1 1 0 0,1 0-1 0 0,-1 1 1 0 0,1-1-1 0 0,-7 7 1 0 0,11-6-41 0 0,0 0 1 0 0,0 0 0 0 0,0 1-1 0 0,1-1 1 0 0,0 1 0 0 0,0-1-1 0 0,1 1 1 0 0,-2 9-1 0 0,3-13-1 0 0,1 0 0 0 0,-1-1 0 0 0,1 1 0 0 0,-1-1 0 0 0,1 1 0 0 0,0-1 0 0 0,-1 0 0 0 0,1 1 0 0 0,0-1 0 0 0,0 0 0 0 0,0 1 0 0 0,0-1 0 0 0,1 0 0 0 0,-1 0 0 0 0,0 0 0 0 0,0 0 0 0 0,1 0 0 0 0,-1 0 0 0 0,0 0 0 0 0,1-1 0 0 0,-1 1 0 0 0,3 1 0 0 0,35 11 235 0 0,-26-11-187 0 0,-1-1-1 0 0,1-1 1 0 0,-1 1-1 0 0,1-2 0 0 0,-1 0 1 0 0,0 0-1 0 0,1-1 1 0 0,14-5-1 0 0,-3 0 84 0 0,-1 0 1 0 0,-1-2-1 0 0,27-14 1 0 0,-45 19-103 0 0,1 1 1 0 0,-1-1-1 0 0,0 0 1 0 0,-1 0 0 0 0,1-1-1 0 0,-1 1 1 0 0,0-1 0 0 0,0 1-1 0 0,0-1 1 0 0,0 0 0 0 0,-1 0-1 0 0,0-1 1 0 0,2-7-1 0 0,-3 9-48 0 0,0 1-1 0 0,0 0 0 0 0,-1 0 0 0 0,1-1 0 0 0,-1 1 0 0 0,0 0 0 0 0,0 0 0 0 0,0-1 0 0 0,-1 1 0 0 0,1 0 1 0 0,-1 0-1 0 0,0-1 0 0 0,-1-3 0 0 0,1 6-31 0 0,1-1 1 0 0,-1 0-1 0 0,0 0 0 0 0,0 1 1 0 0,0-1-1 0 0,0 0 0 0 0,-1 1 1 0 0,1-1-1 0 0,0 1 0 0 0,0 0 0 0 0,-1-1 1 0 0,1 1-1 0 0,-1 0 0 0 0,0 0 1 0 0,1 0-1 0 0,-1 0 0 0 0,0 0 1 0 0,1 0-1 0 0,-1 0 0 0 0,0 1 1 0 0,0-1-1 0 0,-3 0 0 0 0,-26-10-925 0 0,28 10 414 0 0,0-1-1 0 0,0 1 0 0 0,0-1 1 0 0,-1 1-1 0 0,1 0 0 0 0,0 0 1 0 0,0 1-1 0 0,-1-1 0 0 0,1 1 1 0 0,0-1-1 0 0,-6 1 0 0 0,4 2-2375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186 103 12499 0 0,'-2'-19'1909'0'0,"0"1"0"0"0,-8-37 1 0 0,10 55-1893 0 0,0-1 0 0 0,0 1 1 0 0,0-1-1 0 0,0 1 0 0 0,0-1 1 0 0,0 1-1 0 0,0-1 1 0 0,0 1-1 0 0,-1 0 0 0 0,1-1 1 0 0,0 1-1 0 0,0-1 0 0 0,0 1 1 0 0,-1 0-1 0 0,1-1 1 0 0,0 1-1 0 0,0 0 0 0 0,-1-1 1 0 0,1 1-1 0 0,0 0 0 0 0,-1-1 1 0 0,1 1-1 0 0,0 0 1 0 0,-1 0-1 0 0,1-1 0 0 0,0 1 1 0 0,-2 0-1 0 0,-4 8 89 0 0,-3 21-136 0 0,9-28 46 0 0,-62 261-1 0 0,48-214-2614 0 0,-31 71 0 0 0,26-73-2356 0 0,10-22 369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0 719 7626 0 0,'0'-5'512'0'0,"1"-1"0"0"0,-1 1 1 0 0,1 0-1 0 0,0-1 1 0 0,0 1-1 0 0,3-6 0 0 0,-2 6-452 0 0,0 1 1 0 0,0-1-1 0 0,1 1 0 0 0,-1 0 0 0 0,1 0 0 0 0,0 0 1 0 0,0 0-1 0 0,0 1 0 0 0,1-1 0 0 0,-1 1 0 0 0,1 0 1 0 0,0 0-1 0 0,0 0 0 0 0,0 1 0 0 0,0-1 0 0 0,1 1 1 0 0,-1 0-1 0 0,5-2 0 0 0,141-40 209 0 0,-105 33-159 0 0,-1-1 0 0 0,68-30 0 0 0,-101 37 212 0 0,0-1 0 0 0,-1 0 0 0 0,19-13 0 0 0,-26 16-150 0 0,0 0-1 0 0,0 0 1 0 0,0-1 0 0 0,0 1 0 0 0,0-1 0 0 0,-1 0-1 0 0,1 1 1 0 0,-1-1 0 0 0,0 0 0 0 0,-1-1-1 0 0,1 1 1 0 0,0 0 0 0 0,0-7 0 0 0,12-9 1089 0 0,-5 14-1049 0 0,-9 6-211 0 0,0 0-1 0 0,0 0 0 0 0,1 1 1 0 0,-1-1-1 0 0,0 0 1 0 0,0 0-1 0 0,0 0 0 0 0,1 0 1 0 0,-1 0-1 0 0,0 0 0 0 0,0 1 1 0 0,0-1-1 0 0,0 0 0 0 0,1 0 1 0 0,-1 0-1 0 0,0 1 0 0 0,0-1 1 0 0,0 0-1 0 0,0 0 0 0 0,0 0 1 0 0,0 1-1 0 0,1-1 0 0 0,-1 0 1 0 0,0 0-1 0 0,0 1 0 0 0,0-1 1 0 0,0 0-1 0 0,0 0 0 0 0,0 1 1 0 0,0-1-1 0 0,0 0 1 0 0,0 0-1 0 0,0 1 0 0 0,0-1 1 0 0,0 0-1 0 0,0 0 0 0 0,-1 1 1 0 0,0 27 22 0 0,-2-1 1 0 0,-1 1 0 0 0,-2-1 0 0 0,0 1-1 0 0,-13 31 1 0 0,13-41-1 0 0,-1 2 78 0 0,0-1 1 0 0,2 1-1 0 0,1 0 0 0 0,0 1 1 0 0,-1 21-1 0 0,5-41-84 0 0,0-1 0 0 0,0 0 0 0 0,0 0 0 0 0,0 0 0 0 0,0 0 0 0 0,0 1 0 0 0,0-1 0 0 0,0 0 1 0 0,0 0-1 0 0,1 0 0 0 0,-1 1 0 0 0,0-1 0 0 0,0 0 0 0 0,0 0 0 0 0,0 0 0 0 0,0 0 0 0 0,0 1 0 0 0,0-1 0 0 0,0 0 0 0 0,0 0 0 0 0,1 0 0 0 0,-1 0 0 0 0,0 0 0 0 0,0 1 0 0 0,0-1 0 0 0,0 0 0 0 0,0 0 1 0 0,1 0-1 0 0,-1 0 0 0 0,0 0 0 0 0,0 0 0 0 0,0 0 0 0 0,0 0 0 0 0,1 0 0 0 0,-1 0 0 0 0,0 0 0 0 0,0 0 0 0 0,0 1 0 0 0,0-1 0 0 0,1 0 0 0 0,-1 0 0 0 0,0 0 0 0 0,0-1 0 0 0,12-3 200 0 0,9-12-152 0 0,4-12 32 0 0,-20 21-101 0 0,1 1 1 0 0,-1-1-1 0 0,1 1 0 0 0,1 0 0 0 0,-1 1 0 0 0,1-1 0 0 0,0 1 1 0 0,0 1-1 0 0,11-6 0 0 0,-2 3-26 0 0,-14 6 25 0 0,0-1-1 0 0,0 1 1 0 0,0 0-1 0 0,0 0 0 0 0,0 0 1 0 0,0 1-1 0 0,0-1 0 0 0,1 1 1 0 0,-1-1-1 0 0,0 1 0 0 0,1 0 1 0 0,-1-1-1 0 0,0 1 1 0 0,0 0-1 0 0,1 1 0 0 0,-1-1 1 0 0,0 0-1 0 0,0 1 0 0 0,1-1 1 0 0,-1 1-1 0 0,0 0 0 0 0,0-1 1 0 0,0 1-1 0 0,0 0 1 0 0,3 2-1 0 0,10 6-28 0 0,0-1-1 0 0,1 0 1 0 0,0-1 0 0 0,0-1 0 0 0,0-1-1 0 0,1 0 1 0 0,0-1 0 0 0,0-1-1 0 0,35 3 1 0 0,-33-7 35 0 0,1 0 0 0 0,0-1 0 0 0,-1 0 0 0 0,1-2 0 0 0,-1-1-1 0 0,0 0 1 0 0,0-1 0 0 0,-1-1 0 0 0,1-1 0 0 0,-2-1 0 0 0,19-11 0 0 0,-33 18 13 0 0,-1-1 0 0 0,0 1 1 0 0,1-1-1 0 0,-1 1 0 0 0,0-1 1 0 0,-1 0-1 0 0,1 0 0 0 0,0 0 1 0 0,-1 0-1 0 0,0 0 0 0 0,0 0 1 0 0,1-4-1 0 0,6-12 41 0 0,-7 18-52 0 0,0 0-1 0 0,-1 0 0 0 0,1 0 1 0 0,0 0-1 0 0,-1 0 1 0 0,1 0-1 0 0,-1 0 0 0 0,0 0 1 0 0,1 0-1 0 0,-1 0 0 0 0,0 0 1 0 0,0 0-1 0 0,0 0 1 0 0,0 0-1 0 0,1-1 0 0 0,-2 1 1 0 0,1 0-1 0 0,0 0 1 0 0,0 0-1 0 0,0 0 0 0 0,0 0 1 0 0,-1 0-1 0 0,1 0 1 0 0,0 0-1 0 0,-1 0 0 0 0,1 0 1 0 0,-1 0-1 0 0,0 0 0 0 0,1 0 1 0 0,-1 0-1 0 0,0 0 1 0 0,1 0-1 0 0,-1 0 0 0 0,0 0 1 0 0,0 1-1 0 0,0-1 1 0 0,0 0-1 0 0,1 1 0 0 0,-1-1 1 0 0,0 1-1 0 0,0-1 0 0 0,0 1 1 0 0,0-1-1 0 0,-1 1 1 0 0,1 0-1 0 0,0-1 0 0 0,0 1 1 0 0,0 0-1 0 0,-2 0 1 0 0,-5-2 14 0 0,0 1 1 0 0,0 1 0 0 0,-1-1 0 0 0,1 1 0 0 0,-11 2 0 0 0,4 1-16 0 0,-1 0 1 0 0,1 2-1 0 0,-1 0 0 0 0,1 1 1 0 0,0 0-1 0 0,1 1 0 0 0,-19 12 1 0 0,29-16-9 0 0,0 1 1 0 0,-1 0-1 0 0,2 0 1 0 0,-1 0 0 0 0,0 1-1 0 0,1-1 1 0 0,0 1-1 0 0,-5 7 1 0 0,7-9 2 0 0,-1 0 1 0 0,0 0-1 0 0,1 0 1 0 0,0 0 0 0 0,0 0-1 0 0,0 0 1 0 0,0 0-1 0 0,0 0 1 0 0,0 0-1 0 0,1 0 1 0 0,0 0-1 0 0,0 1 1 0 0,-1-1-1 0 0,2 0 1 0 0,-1 0-1 0 0,0 1 1 0 0,1 2-1 0 0,1-4 6 0 0,-1 0 0 0 0,0-1-1 0 0,1 1 1 0 0,-1 0 0 0 0,1-1-1 0 0,0 1 1 0 0,-1-1 0 0 0,1 1-1 0 0,0-1 1 0 0,0 0 0 0 0,0 0 0 0 0,0 0-1 0 0,0 0 1 0 0,0 0 0 0 0,3 0-1 0 0,33 8 55 0 0,-29-8-47 0 0,-1-1 0 0 0,1 0 0 0 0,-1-1 0 0 0,1 0 0 0 0,-1 0 0 0 0,0-1 0 0 0,14-4 0 0 0,1-3-4 0 0,29-15 0 0 0,-2 0 17 0 0,-48 24-32 0 0,0-1 0 0 0,1 0 0 0 0,-1 0 0 0 0,0 1 0 0 0,0-1 0 0 0,1 1 0 0 0,-1 0 0 0 0,0 0-1 0 0,1 0 1 0 0,-1 0 0 0 0,0 0 0 0 0,1 0 0 0 0,-1 1 0 0 0,0-1 0 0 0,3 2 0 0 0,1 0-12 0 0,-1 0 0 0 0,0 1 0 0 0,0 0 1 0 0,7 5-1 0 0,-8-5-72 0 0,0 0 1 0 0,1 0 0 0 0,-1 0 0 0 0,1-1 0 0 0,0 0-1 0 0,9 3 1 0 0,-2-2-171 0 0,-2-1 9 0 0,-1 0-1 0 0,0 1 1 0 0,13 5 0 0 0,-13-5 127 0 0,-1 0 0 0 0,1-1 0 0 0,0 0 0 0 0,-1 0 0 0 0,1-1 0 0 0,0 0 0 0 0,0-1 1 0 0,0 0-1 0 0,0 0 0 0 0,0-1 0 0 0,-1 0 0 0 0,1-1 0 0 0,9-2 0 0 0,4-3 0 0 0,0 0 0 0 0,0-1 0 0 0,38-22 0 0 0,-31 17 104 0 0,-23 11 18 0 0,-1 0 0 0 0,1 0 0 0 0,-1-1 0 0 0,0 0 0 0 0,0 0-1 0 0,0 0 1 0 0,-1 0 0 0 0,7-7 0 0 0,5-9 40 0 0,0-2 1 0 0,-2 0-1 0 0,0-1 0 0 0,-2 0 1 0 0,0-1-1 0 0,-2-1 0 0 0,13-41 1 0 0,-8 12 409 0 0,-2 0 1 0 0,7-83-1 0 0,-18 125-264 0 0,0 0 0 0 0,1 1 0 0 0,7-20 0 0 0,-7 22 35 0 0,1-1-1 0 0,-2 0 1 0 0,1 0 0 0 0,-1 0 0 0 0,-1 0 0 0 0,1-15 0 0 0,-1 23-211 0 0,-1 1 0 0 0,0 0 1 0 0,0-1-1 0 0,0 1 0 0 0,0-1 0 0 0,0 1 0 0 0,0 0 0 0 0,0-1 1 0 0,0 1-1 0 0,0 0 0 0 0,0-1 0 0 0,0 1 0 0 0,-1 0 0 0 0,1-1 0 0 0,0 1 1 0 0,0 0-1 0 0,0-1 0 0 0,0 1 0 0 0,0 0 0 0 0,-1-1 0 0 0,1 1 0 0 0,0 0 1 0 0,0-1-1 0 0,-1 1 0 0 0,1 0 0 0 0,0 0 0 0 0,-1-1 0 0 0,0 1-4 0 0,1 1-1 0 0,-1-1 0 0 0,1 1 0 0 0,-1-1 0 0 0,1 0 1 0 0,-1 1-1 0 0,1-1 0 0 0,-1 1 0 0 0,1-1 0 0 0,-1 1 1 0 0,1-1-1 0 0,-1 1 0 0 0,1 0 0 0 0,0-1 0 0 0,-1 1 1 0 0,1-1-1 0 0,0 1 0 0 0,-1 1 0 0 0,-9 23 3 0 0,0 1 0 0 0,-12 51 0 0 0,-3 60 3 0 0,4-22-5 0 0,16-88 23 0 0,1 0 1 0 0,1 1-1 0 0,1-1 0 0 0,1 1 0 0 0,2-1 0 0 0,7 52 1 0 0,-6-71 3 0 0,1-1 0 0 0,-1 1 0 0 0,1-1 1 0 0,5 9-1 0 0,-7-15-25 0 0,-1-1-1 0 0,1 1 1 0 0,0-1 0 0 0,-1 1 0 0 0,1-1-1 0 0,0 0 1 0 0,0 1 0 0 0,-1-1 0 0 0,1 0-1 0 0,0 0 1 0 0,0 1 0 0 0,-1-1 0 0 0,1 0-1 0 0,0 0 1 0 0,0 0 0 0 0,0 0 0 0 0,7 2-15 0 0,3 3-39 0 0,-8-3-86 0 0,1 0 1 0 0,-1-1-1 0 0,0 1 1 0 0,1-1 0 0 0,0 1-1 0 0,-1-1 1 0 0,1 0-1 0 0,0 0 1 0 0,-1-1-1 0 0,1 1 1 0 0,0-1 0 0 0,0 0-1 0 0,0 0 1 0 0,-1 0-1 0 0,1 0 1 0 0,0-1 0 0 0,0 0-1 0 0,0 1 1 0 0,6-4-1 0 0,-9 4 31 0 0,2-1-333 0 0,0 0 0 0 0,-1 0 1 0 0,1-1-1 0 0,-1 1 0 0 0,1-1 0 0 0,-1 1 0 0 0,0-1 1 0 0,1 0-1 0 0,-1 1 0 0 0,0-1 0 0 0,0 0 1 0 0,3-5-1 0 0,1-6-2063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15 111 8978 0 0,'0'0'908'0'0,"-15"-20"4707"0"0,17 18-5560 0 0,-1 1 0 0 0,0-1 0 0 0,1 1 0 0 0,0-1 0 0 0,-1 1 1 0 0,1-1-1 0 0,0 1 0 0 0,0 0 0 0 0,0 0 0 0 0,0 0 0 0 0,0 0 1 0 0,0 0-1 0 0,3-1 0 0 0,0 0-1 0 0,21-7 114 0 0,1 1-1 0 0,0 2 1 0 0,0 0-1 0 0,1 2 1 0 0,42-2-1 0 0,-11 0 9 0 0,215-8 995 0 0,-262 9 310 0 0,-4 0-2197 0 0,-2 5-4294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300 255 7306 0 0,'-1'-8'521'0'0,"1"-1"0"0"0,-1 0 0 0 0,-4-12 1 0 0,-1-11-122 0 0,-1-18 444 0 0,2 16 1223 0 0,-1-46-1 0 0,6 80-2032 0 0,0-1 0 0 0,0 1 0 0 0,0 0 0 0 0,0-1 0 0 0,0 1 0 0 0,0-1 0 0 0,0 1-1 0 0,0-1 1 0 0,0 1 0 0 0,0 0 0 0 0,0-1 0 0 0,0 1 0 0 0,0-1 0 0 0,0 1 0 0 0,0-1-1 0 0,-1 1 1 0 0,1 0 0 0 0,0-1 0 0 0,0 1 0 0 0,-1 0 0 0 0,1-1 0 0 0,0 1-1 0 0,0 0 1 0 0,-1-1 0 0 0,1 1 0 0 0,0 0 0 0 0,-1 0 0 0 0,1-1 0 0 0,0 1 0 0 0,-1 0-1 0 0,1 0 1 0 0,-1-1 0 0 0,0 1-28 0 0,0 1 0 0 0,1-1 0 0 0,-1 0-1 0 0,1 0 1 0 0,-1 1 0 0 0,0-1 0 0 0,1 0-1 0 0,-1 1 1 0 0,1-1 0 0 0,-1 0 0 0 0,1 1-1 0 0,-1-1 1 0 0,1 1 0 0 0,-1-1 0 0 0,1 1 0 0 0,0-1-1 0 0,-1 1 1 0 0,1 0 0 0 0,0-1 0 0 0,-1 1-1 0 0,1-1 1 0 0,0 1 0 0 0,-1 1 0 0 0,-6 19 31 0 0,1 0 0 0 0,1 0 0 0 0,1 1 1 0 0,1 0-1 0 0,-1 32 0 0 0,-7 44 49 0 0,8-85-67 0 0,0 0 0 0 0,0 0 0 0 0,-1-1 0 0 0,-1 1 0 0 0,-8 15 0 0 0,9-20 9 0 0,-1 0 1 0 0,1 0 0 0 0,-1 0 0 0 0,-1-1-1 0 0,1 0 1 0 0,-1 0 0 0 0,-1-1 0 0 0,1 1 0 0 0,-1-1-1 0 0,0 0 1 0 0,-9 5 0 0 0,-29 10 123 0 0,6-4 755 0 0,21-9 139 0 0,35-14-825 0 0,166-26-66 0 0,-35 7-114 0 0,-113 20-122 0 0,13-3-642 0 0,-19-2-6126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4 124 11747 0 0,'0'0'1318'0'0,"-4"-20"1932"0"0,5 17-3199 0 0,0 1-1 0 0,-1 0 0 0 0,1 0 0 0 0,0 0 0 0 0,1 0 1 0 0,-1 0-1 0 0,0 0 0 0 0,0 0 0 0 0,1 0 0 0 0,-1 0 0 0 0,1 1 1 0 0,0-1-1 0 0,0 1 0 0 0,-1-1 0 0 0,1 1 0 0 0,0-1 0 0 0,0 1 1 0 0,0 0-1 0 0,0 0 0 0 0,0 0 0 0 0,1 0 0 0 0,-1 1 0 0 0,2-2 1 0 0,11-2-32 0 0,0-1 1 0 0,20-1-1 0 0,-27 4 45 0 0,141-19 80 0 0,-142 20-195 0 0,1 0 0 0 0,-1-1 0 0 0,0 0 0 0 0,11-5 0 0 0,-13 4-409 0 0,0 1 1 0 0,0 0 0 0 0,1 1 0 0 0,-1-1 0 0 0,1 1 0 0 0,-1 0 0 0 0,1 0-1 0 0,-1 1 1 0 0,1 0 0 0 0,6 0 0 0 0,-1 1-2283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55 154 3609 0 0,'0'-8'5945'0'0,"0"-10"-4445"0"0,0 12-926 0 0,0 0 0 0 0,1 0 0 0 0,0 0 0 0 0,0 0 0 0 0,1 1 0 0 0,0-1 0 0 0,0 0 0 0 0,0 1 0 0 0,0 0 0 0 0,4-6 0 0 0,-7 16-554 0 0,1 0 1 0 0,-1-1-1 0 0,1 1 0 0 0,0 0 1 0 0,0 0-1 0 0,1 6 1 0 0,0 12-36 0 0,-13 91-11 0 0,6-76 750 0 0,-2 54-1 0 0,8-91-613 0 0,-4-19 116 0 0,0-9-239 0 0,1 1 0 0 0,2 0-1 0 0,1-1 1 0 0,0 1 0 0 0,2-1-1 0 0,2 1 1 0 0,0 0 0 0 0,14-45-1 0 0,-17 67 15 0 0,1 0-1 0 0,-1 0 0 0 0,1 1 1 0 0,0-1-1 0 0,1 1 0 0 0,-1-1 1 0 0,0 1-1 0 0,1 0 0 0 0,0 0 1 0 0,0 0-1 0 0,0 0 0 0 0,0 0 1 0 0,0 0-1 0 0,0 1 0 0 0,8-4 1 0 0,-6 4-2 0 0,0 0-1 0 0,1 0 1 0 0,0 0 0 0 0,-1 1 0 0 0,1 0 0 0 0,0 0 0 0 0,0 0-1 0 0,-1 1 1 0 0,1 0 0 0 0,7 0 0 0 0,0 2 3 0 0,0 0 0 0 0,-1 0-1 0 0,1 2 1 0 0,-1-1 0 0 0,0 2 0 0 0,0-1 0 0 0,0 2-1 0 0,-1-1 1 0 0,18 13 0 0 0,-25-14 1 0 0,1 0-1 0 0,-1 0 0 0 0,0 0 1 0 0,0 1-1 0 0,0 0 1 0 0,0 0-1 0 0,-1 0 0 0 0,0 0 1 0 0,0 1-1 0 0,0-1 1 0 0,2 9-1 0 0,2 7 37 0 0,7 38-1 0 0,-13-56-33 0 0,14 39 72 0 0,-13-39-58 0 0,0 1 0 0 0,0-1 1 0 0,-1 1-1 0 0,0 0 0 0 0,1-1 1 0 0,-1 1-1 0 0,0 0 0 0 0,-1 0 0 0 0,1 0 1 0 0,-1-1-1 0 0,1 1 0 0 0,-1 0 1 0 0,0 0-1 0 0,-1 0 0 0 0,1 0 0 0 0,-1 0 1 0 0,0 0-1 0 0,0-1 0 0 0,-2 7 1 0 0,2-8-16 0 0,0-1 1 0 0,0 0-1 0 0,0 0 1 0 0,0 0 0 0 0,0 0-1 0 0,0 0 1 0 0,0 0-1 0 0,0-1 1 0 0,0 1 0 0 0,-1 0-1 0 0,1-1 1 0 0,0 1-1 0 0,-1 0 1 0 0,1-1 0 0 0,0 0-1 0 0,-3 1 1 0 0,-29 5 42 0 0,20-4-6 0 0,-30 5 53 0 0,29-6-80 0 0,1 1 1 0 0,0 1-1 0 0,0 0 0 0 0,0 1 1 0 0,-14 5-1 0 0,18-5 29 0 0,0 0 0 0 0,-1-1 0 0 0,1 0-1 0 0,-1-1 1 0 0,1 0 0 0 0,-15 1 0 0 0,-60-3-631 0 0,44-1-2168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52 9346 0 0,'0'0'1282'0'0,"-13"-14"5363"0"0,16 12-6589 0 0,-1 1-1 0 0,1 0 1 0 0,-1 0-1 0 0,1 0 1 0 0,0 0-1 0 0,0 1 1 0 0,-1-1-1 0 0,1 1 1 0 0,0 0-1 0 0,4-1 1 0 0,3 0 53 0 0,222-26 650 0 0,-193 27-480 0 0,-23 0-6193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 11234 0 0,'0'0'925'0'0,"-4"0"2870"0"0,25-1-3608 0 0,44-8 0 0 0,1-1-26 0 0,-5 7 98 0 0,-35 3-3597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194 125 9442 0 0,'-1'-86'8826'0'0,"1"85"-8797"0"0,0 1 1 0 0,0-1-1 0 0,0 1 0 0 0,0-1 1 0 0,0 1-1 0 0,-1-1 0 0 0,1 1 1 0 0,0-1-1 0 0,0 0 0 0 0,0 1 1 0 0,0-1-1 0 0,-1 1 0 0 0,1-1 1 0 0,0 1-1 0 0,-1-1 1 0 0,1 1-1 0 0,0-1 0 0 0,-1 1 1 0 0,1 0-1 0 0,0-1 0 0 0,-1 1 1 0 0,1-1-1 0 0,-1 1 0 0 0,1 0 1 0 0,-1 0-1 0 0,1-1 0 0 0,-1 1 1 0 0,0-1-1 0 0,-19 1 182 0 0,16 1-209 0 0,-1 0 0 0 0,1 1 0 0 0,0-1 0 0 0,0 1 0 0 0,0 0 0 0 0,-6 3 0 0 0,3 2-1 0 0,1 0 0 0 0,1 0 0 0 0,-1 1 0 0 0,1 0 0 0 0,0 0 0 0 0,1 0 0 0 0,0 0 0 0 0,-5 16 0 0 0,-3 3 22 0 0,5-11-25 0 0,-1 1-1 0 0,2 0 1 0 0,0 1-1 0 0,1-1 1 0 0,1 1-1 0 0,-3 23 1 0 0,7-36 4 0 0,-1 0 1 0 0,0-1 0 0 0,0 1 0 0 0,-1-1-1 0 0,0 1 1 0 0,-2 5 0 0 0,2-7-3 0 0,0 1 0 0 0,1 0 0 0 0,-1 0 1 0 0,1 0-1 0 0,0 0 0 0 0,0 0 1 0 0,0 0-1 0 0,0 6 0 0 0,4 17-15 0 0,-3-26 14 0 0,0 1 0 0 0,0-1 0 0 0,0 0 0 0 0,1 0 0 0 0,-1 0 0 0 0,1 0 0 0 0,-1 0 0 0 0,1 0 0 0 0,-1 0 0 0 0,1-1 0 0 0,-1 1 0 0 0,1 0 0 0 0,0 0 0 0 0,-1 0 0 0 0,1 0 0 0 0,0-1 0 0 0,0 1 0 0 0,0 0 0 0 0,-1-1 0 0 0,1 1 0 0 0,0-1 0 0 0,0 1 0 0 0,2 0 0 0 0,35 14 0 0 0,-32-12 8 0 0,0 0 0 0 0,1 0 0 0 0,0-1 0 0 0,-1 0-1 0 0,1 0 1 0 0,12 2 0 0 0,-8-4 18 0 0,0-1 0 0 0,-1 1 1 0 0,0-2-1 0 0,1 1 0 0 0,-1-2 0 0 0,0 1 0 0 0,0-1 0 0 0,0-1 0 0 0,0 0 1 0 0,0 0-1 0 0,-1-1 0 0 0,0 0 0 0 0,13-10 0 0 0,-16 9-11 0 0,0-1 1 0 0,-1-1-1 0 0,0 1 0 0 0,0-1 1 0 0,0 0-1 0 0,-1 0 0 0 0,-1 0 0 0 0,1 0 1 0 0,3-13-1 0 0,5-11 46 0 0,-7 17-50 0 0,0 0 1 0 0,-1 0 0 0 0,0 0-1 0 0,-1-1 1 0 0,-1 1-1 0 0,-1-1 1 0 0,0 0-1 0 0,-1 0 1 0 0,-1 1 0 0 0,0-1-1 0 0,-6-25 1 0 0,-5 7 9 0 0,11 33-26 0 0,0-1 1 0 0,0 1-1 0 0,0 0 0 0 0,0-1 1 0 0,0 1-1 0 0,0 0 0 0 0,0 0 1 0 0,0 0-1 0 0,0-1 0 0 0,0 1 0 0 0,-1 1 1 0 0,1-1-1 0 0,-1 0 0 0 0,1 0 1 0 0,0 0-1 0 0,-1 1 0 0 0,1-1 1 0 0,-1 1-1 0 0,-2-1 0 0 0,-29-10-7 0 0,29 10 10 0 0,1-1 0 0 0,0 1 0 0 0,-1 0-1 0 0,1 0 1 0 0,0 0 0 0 0,-1 0 0 0 0,0 0 0 0 0,1 1-1 0 0,-1 0 1 0 0,1-1 0 0 0,-1 1 0 0 0,-6 1 0 0 0,4 0 1 0 0,1 1 0 0 0,-1 0 0 0 0,0-1 0 0 0,1 2 0 0 0,0-1 0 0 0,-1 1 1 0 0,1-1-1 0 0,0 2 0 0 0,0-1 0 0 0,0 0 0 0 0,1 1 0 0 0,-1 0 0 0 0,1 0 1 0 0,0 0-1 0 0,0 1 0 0 0,1-1 0 0 0,-1 1 0 0 0,1 0 0 0 0,0 0 0 0 0,0 0 1 0 0,0 0-1 0 0,-1 7 0 0 0,-3 1-12 0 0,2 1 0 0 0,-1 0 0 0 0,2 1 0 0 0,-5 22 1 0 0,7-28 9 0 0,0-1 1 0 0,0 0-1 0 0,-1-1 1 0 0,-5 12-1 0 0,5-12-10 0 0,0 0 0 0 0,0-1 0 0 0,1 2 0 0 0,0-1 0 0 0,0 0 0 0 0,-1 12 0 0 0,6 23-1448 0 0,4-16-2514 0 0,-5-21 1939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15331 0 0,'0'0'2945'0'0,"-19"6"-2228"0"0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13747 0 0,'0'0'120'0'0,"-14"7"2327"0"0,11-6-2392 0 0,0 1 0 0 0,1 0 0 0 0,-1-1 0 0 0,1 1-1 0 0,0 1 1 0 0,0-1 0 0 0,0 0 0 0 0,0 0 0 0 0,0 1 0 0 0,0-1 0 0 0,0 1 0 0 0,1 0-1 0 0,-1-1 1 0 0,1 1 0 0 0,-1 3 0 0 0,-3 8 136 0 0,2-1 1 0 0,-4 18-1 0 0,6-22-93 0 0,-1 0-1 0 0,0 0 1 0 0,0 0 0 0 0,-1 0-1 0 0,-5 11 1 0 0,5-14-61 0 0,0 0 0 0 0,1 0 1 0 0,0 0-1 0 0,0 1 0 0 0,1-1 1 0 0,0 0-1 0 0,0 1 0 0 0,0-1 0 0 0,1 1 1 0 0,-1-1-1 0 0,2 1 0 0 0,-1 0 1 0 0,1-1-1 0 0,0 1 0 0 0,0-1 0 0 0,1 0 1 0 0,0 1-1 0 0,0-1 0 0 0,0 0 1 0 0,1 0-1 0 0,3 6 0 0 0,-3-10-21 0 0,-1 1-1 0 0,1-1 0 0 0,0 1 1 0 0,-1-1-1 0 0,1 0 1 0 0,0 0-1 0 0,1 0 0 0 0,-1 0 1 0 0,0-1-1 0 0,0 1 1 0 0,1-1-1 0 0,-1 0 0 0 0,1 0 1 0 0,-1 0-1 0 0,6 0 1 0 0,7 3 45 0 0,-4 0-24 0 0,1 0 17 0 0,-1 0 1 0 0,21 10-1 0 0,-22-9-39 0 0,0-1 0 0 0,1 0-1 0 0,0-1 1 0 0,-1 0 0 0 0,1 0 0 0 0,0-2-1 0 0,1 1 1 0 0,-1-2 0 0 0,0 0-1 0 0,0 0 1 0 0,0-1 0 0 0,0 0 0 0 0,21-6-1 0 0,-23 5-499 0 0,0-1-1 0 0,1-1 1 0 0,-1 0-1 0 0,0 0 1 0 0,12-8-1 0 0,0 1-3392 0 0,-13-1-23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6 9170 0 0,'0'0'1980'0'0,"-6"-2"2434"0"0,-5-2-2577 0 0,9 7-1819 0 0,1 0 0 0 0,0 0-1 0 0,-1 1 1 0 0,1-1 0 0 0,0 0 0 0 0,0 1 0 0 0,1-1-1 0 0,-1 1 1 0 0,1-1 0 0 0,0 1 0 0 0,0 5 0 0 0,-1 3 21 0 0,-6 71 202 0 0,-13 91 56 0 0,16-149-265 0 0,-2 0 1 0 0,-1 0-1 0 0,-1-1 1 0 0,-21 44 0 0 0,-28 47-4026 0 0,52-101 1954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55 10434 0 0,'0'-9'4116'0'0,"1"76"-3781"0"0,1-34 58 0 0,-2 1 0 0 0,-1-1 0 0 0,-1 1-1 0 0,-2-1 1 0 0,-10 40 0 0 0,9-42 381 0 0,4-23-296 0 0,6-22-380 0 0,-2 3-85 0 0,0 1-1 0 0,1-1 1 0 0,1 1 0 0 0,0 0-1 0 0,8-11 1 0 0,36-50 18 0 0,-27 42-18 0 0,1-6-29 0 0,-7 11-2 0 0,19-23 1 0 0,-31 42 21 0 0,0 0 0 0 0,1 0 1 0 0,-1 1-1 0 0,1 0 0 0 0,0 0 0 0 0,0 0 0 0 0,1 0 0 0 0,-1 1 0 0 0,1 0 1 0 0,8-4-1 0 0,-1 1 5 0 0,13-5 68 0 0,-25 11-74 0 0,-1-1 0 0 0,1 1 1 0 0,0 0-1 0 0,-1 0 0 0 0,1 0 1 0 0,0 0-1 0 0,-1 0 0 0 0,1 0 1 0 0,0 0-1 0 0,0 0 1 0 0,-1 0-1 0 0,1 0 0 0 0,0 0 1 0 0,-1 1-1 0 0,1-1 0 0 0,0 0 1 0 0,-1 0-1 0 0,1 1 0 0 0,0-1 1 0 0,-1 0-1 0 0,1 1 0 0 0,-1-1 1 0 0,1 1-1 0 0,-1-1 1 0 0,1 1-1 0 0,-1-1 0 0 0,1 1 1 0 0,-1-1-1 0 0,1 1 0 0 0,-1-1 1 0 0,1 2-1 0 0,3 6 8 0 0,-1 0 0 0 0,0 0 0 0 0,-1 0 0 0 0,0 1 0 0 0,0-1 0 0 0,-1 1 0 0 0,0-1-1 0 0,0 1 1 0 0,-1 9 0 0 0,-2 11 69 0 0,-7 39-1 0 0,3-33-46 0 0,8-17 87 0 0,2-13 4 0 0,1-13-66 0 0,15-37-68 0 0,2 1 1 0 0,46-68 0 0 0,-63 106 5 0 0,-1 0 1 0 0,1 0-1 0 0,0 1 1 0 0,1-1-1 0 0,-1 1 0 0 0,1 0 1 0 0,0 1-1 0 0,1-1 1 0 0,-1 1-1 0 0,1 0 1 0 0,10-4-1 0 0,-9 4-4 0 0,-5 2 0 0 0,1 0-1 0 0,0 0 1 0 0,0 1-1 0 0,0-1 0 0 0,7-1 1 0 0,-10 3 9 0 0,-1 0 0 0 0,1 0-1 0 0,0 0 1 0 0,0 0 0 0 0,-1 0 0 0 0,1 0 0 0 0,0 0 0 0 0,-1 0 0 0 0,1 0 0 0 0,0 0 0 0 0,0 0 0 0 0,-1 1-1 0 0,1-1 1 0 0,0 0 0 0 0,-1 1 0 0 0,1-1 0 0 0,0 0 0 0 0,-1 1 0 0 0,1-1 0 0 0,-1 1 0 0 0,1-1-1 0 0,0 1 1 0 0,-1-1 0 0 0,1 1 0 0 0,-1-1 0 0 0,0 1 0 0 0,1 0 0 0 0,-1-1 0 0 0,1 1 0 0 0,-1 0 0 0 0,0-1-1 0 0,0 1 1 0 0,1 0 0 0 0,-1-1 0 0 0,0 1 0 0 0,0 0 0 0 0,0 0 0 0 0,0-1 0 0 0,0 1 0 0 0,0 1-1 0 0,2 7 16 0 0,1-1 0 0 0,-1 1-1 0 0,9 16 1 0 0,-7-16-10 0 0,-1-1 1 0 0,1 1-1 0 0,-2 0 1 0 0,4 18-1 0 0,-4-6-70 0 0,-1 0-1 0 0,-2 0 1 0 0,-3 29 0 0 0,-3-1-5228 0 0,6-39 971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224 127 11650 0 0,'0'0'98'0'0,"0"0"0"0"0,0 0 0 0 0,1-1 0 0 0,-1 1 0 0 0,0 0-1 0 0,0-1 1 0 0,0 1 0 0 0,0 0 0 0 0,0-1 0 0 0,0 1-1 0 0,0 0 1 0 0,0-1 0 0 0,0 1 0 0 0,0 0 0 0 0,-1-1-1 0 0,1 1 1 0 0,0 0 0 0 0,0-1 0 0 0,0 1 0 0 0,0 0-1 0 0,0 0 1 0 0,0-1 0 0 0,-1 1 0 0 0,1 0 0 0 0,0-1-1 0 0,0 1 1 0 0,0 0 0 0 0,-1 0 0 0 0,1 0 0 0 0,0-1-1 0 0,0 1 1 0 0,-1 0 0 0 0,1 0 0 0 0,0 0 0 0 0,-1-1 0 0 0,-8 9 713 0 0,-7 19-893 0 0,-6 18 389 0 0,-25 80 0 0 0,32-78-85 0 0,-41 82 1 0 0,46-108-119 0 0,8-15-11 0 0,0-1 1 0 0,0 0 0 0 0,0-1-1 0 0,-1 1 1 0 0,1 0 0 0 0,-1-1-1 0 0,-1 1 1 0 0,1-1 0 0 0,0 0 0 0 0,-1 0-1 0 0,-7 6 1 0 0,11-10-88 0 0,0 0-1 0 0,-1 0 1 0 0,1 0-1 0 0,0 0 1 0 0,0 0 0 0 0,0 0-1 0 0,0 0 1 0 0,0 0 0 0 0,-1-1-1 0 0,1 1 1 0 0,0 0 0 0 0,0 0-1 0 0,0 0 1 0 0,0 0 0 0 0,0 0-1 0 0,0 0 1 0 0,-1 0 0 0 0,1 0-1 0 0,0 0 1 0 0,0-1 0 0 0,0 1-1 0 0,0 0 1 0 0,0 0 0 0 0,0 0-1 0 0,0 0 1 0 0,0 0-1 0 0,0 0 1 0 0,0-1 0 0 0,-1 1-1 0 0,1 0 1 0 0,0 0 0 0 0,0 0-1 0 0,0 0 1 0 0,0-1 0 0 0,0 1-1 0 0,0 0 1 0 0,0 0 0 0 0,0 0-1 0 0,0 0 1 0 0,0 0 0 0 0,0-1-1 0 0,0 1 1 0 0,1 0 0 0 0,-1 0-1 0 0,0 0 1 0 0,0 0 0 0 0,0-1-1 0 0,1-10 28 0 0,7-23-6 0 0,2 0 0 0 0,1 0 1 0 0,27-57-1 0 0,-18 47-37 0 0,44-89 15 0 0,-43 83 8 0 0,-18 40-13 0 0,0 1 0 0 0,1-1 0 0 0,1 1-1 0 0,-1 0 1 0 0,11-15 0 0 0,-9 17 29 0 0,-1 1 1 0 0,1-1-1 0 0,0 1 1 0 0,1 1-1 0 0,-1-1 1 0 0,1 1-1 0 0,0 0 1 0 0,1 0-1 0 0,-1 1 1 0 0,12-5-1 0 0,-16 8-3 0 0,-1 0-18 0 0,-1 0-1 0 0,0 0 1 0 0,1 1-1 0 0,-1-1 1 0 0,1 1-1 0 0,-1-1 1 0 0,1 1-1 0 0,-1 0 1 0 0,1-1-1 0 0,0 1 1 0 0,2 0 0 0 0,-3 1-7 0 0,0-1 0 0 0,0 1 0 0 0,0 0 0 0 0,0 0 0 0 0,0-1 0 0 0,-1 1 0 0 0,1 0 0 0 0,0 0 0 0 0,0 0 0 0 0,-1 0 0 0 0,1 0 0 0 0,0 0 0 0 0,-1 0 1 0 0,1 0-1 0 0,-1 0 0 0 0,1 3 0 0 0,7 12 11 0 0,-1 1 1 0 0,0 0 0 0 0,-1 0-1 0 0,-1 1 1 0 0,4 31 0 0 0,-2 271 578 0 0,-9-192-531 0 0,2-120-2025 0 0,0-2-2225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17 9354 0 0,'-2'-2'6313'0'0,"-1"-2"-3440"0"0,-6-7-1826 0 0,145 17-3656 0 0,-120-6 746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29 689 9266 0 0,'-27'-3'3475'0'0,"27"2"-3425"0"0,-1 0 0 0 0,1 1 0 0 0,0-1 1 0 0,0 1-1 0 0,0-1 0 0 0,0 0 0 0 0,-1 1 0 0 0,1-1 0 0 0,0 0 0 0 0,0 1 0 0 0,0-1 0 0 0,1 0 0 0 0,-1 1 0 0 0,0-1 0 0 0,0 1 0 0 0,0-1 0 0 0,0 0 0 0 0,1 1 0 0 0,-1-1 0 0 0,0 1 0 0 0,0-1 0 0 0,1 0 0 0 0,-1 1 0 0 0,0-1 0 0 0,1 1 0 0 0,-1-1 0 0 0,1 1 0 0 0,-1 0 0 0 0,1-1 0 0 0,0 0 0 0 0,16-15 83 0 0,-16 15-102 0 0,24-21 145 0 0,-1 0-1 0 0,-1-2 0 0 0,-1 0 0 0 0,-2-1 0 0 0,0-2 1 0 0,-1 0-1 0 0,26-54 0 0 0,77-157 1213 0 0,-121 234-1316 0 0,1 1-1 0 0,-1 0 1 0 0,0-1-1 0 0,0 0 1 0 0,0 1-1 0 0,0-1 1 0 0,0-4-1 0 0,-6 16-104 0 0,4-7 34 0 0,-20 55 23 0 0,2 1-1 0 0,-13 65 1 0 0,26-88-6 0 0,2-1 0 0 0,0 45-1 0 0,4-77-14 0 0,0 0 0 0 0,1 0-1 0 0,-1 0 1 0 0,0 0-1 0 0,1 0 1 0 0,-1 0 0 0 0,1 0-1 0 0,-1 0 1 0 0,1 0-1 0 0,0 0 1 0 0,-1-1 0 0 0,1 1-1 0 0,0 0 1 0 0,0 0-1 0 0,-1-1 1 0 0,1 1 0 0 0,0-1-1 0 0,0 1 1 0 0,0 0-1 0 0,0-1 1 0 0,0 0 0 0 0,0 1-1 0 0,0-1 1 0 0,0 1-1 0 0,0-1 1 0 0,0 0 0 0 0,1 0-1 0 0,30 4 46 0 0,-27-5-35 0 0,1 1 0 0 0,-1-2 0 0 0,1 1 0 0 0,-1 0 1 0 0,1-1-1 0 0,-1 0 0 0 0,0-1 0 0 0,0 1 1 0 0,0-1-1 0 0,0 0 0 0 0,0 0 0 0 0,-1 0 0 0 0,0-1 1 0 0,1 0-1 0 0,-1 0 0 0 0,0 0 0 0 0,4-6 1 0 0,7-10 8 0 0,-1 0 0 0 0,19-40 0 0 0,-9 16 23 0 0,19-30 104 0 0,42-101 1 0 0,-67 137-147 0 0,6-17 391 0 0,-48 91-338 0 0,-3 14-56 0 0,2 2-1 0 0,2 0 1 0 0,3 2 0 0 0,2 0-1 0 0,3 1 1 0 0,-9 58-1 0 0,23-105-7 0 0,-4 17-359 0 0,-1 33 0 0 0,6-52 253 0 0,0 0 0 0 0,0 1 0 0 0,0-1 0 0 0,1 0 0 0 0,0 0-1 0 0,0 1 1 0 0,1-1 0 0 0,0 0 0 0 0,0 0 0 0 0,5 10 0 0 0,3-9-2944 0 0,5 3 658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9 183 8690 0 0,'-9'-14'2023'0'0,"10"11"-1953"0"0,-1 0 1 0 0,1 0-1 0 0,0 0 0 0 0,0 0 0 0 0,0 0 1 0 0,0 0-1 0 0,1 1 0 0 0,2-6 1 0 0,3-4 91 0 0,-6 10-137 0 0,0-1 1 0 0,0 1-1 0 0,1 0 1 0 0,-1 0-1 0 0,1 1 1 0 0,-1-1-1 0 0,1 0 1 0 0,-1 0-1 0 0,1 1 1 0 0,0-1-1 0 0,0 1 0 0 0,0 0 1 0 0,0-1-1 0 0,3 0 1 0 0,36-14 323 0 0,-14 6-16 0 0,2-2 63 0 0,21-11 195 0 0,-49 22-572 0 0,0 0-1 0 0,0 1 1 0 0,0-1 0 0 0,0 0 0 0 0,0 1-1 0 0,0-1 1 0 0,0 1 0 0 0,0-1 0 0 0,0 1 0 0 0,0 0-1 0 0,0-1 1 0 0,1 1 0 0 0,-1 0 0 0 0,0 0-1 0 0,0 0 1 0 0,0 0 0 0 0,0 0 0 0 0,0 0-1 0 0,1 0 1 0 0,-1 0 0 0 0,0 1 0 0 0,0-1-1 0 0,0 0 1 0 0,0 0 0 0 0,0 1 0 0 0,1 0 0 0 0,0 0 4 0 0,-1 1 1 0 0,0-1 0 0 0,1 1 0 0 0,-1-1 0 0 0,0 1 0 0 0,0-1 0 0 0,0 1-1 0 0,0 0 1 0 0,0-1 0 0 0,-1 1 0 0 0,1 0 0 0 0,0 0 0 0 0,-1 0-1 0 0,1 2 1 0 0,1 6 100 0 0,-1 0 0 0 0,0 1 0 0 0,-1-1 0 0 0,-1 15 0 0 0,0-14 144 0 0,-1-1 0 0 0,0 0 0 0 0,-1 0 0 0 0,-1 0 0 0 0,1 0 0 0 0,-8 12 0 0 0,-2 8 209 0 0,7-7-216 0 0,6-23-249 0 0,0 0 0 0 0,0 1 0 0 0,0-1 0 0 0,0 0 0 0 0,0 0 0 0 0,-1 1 0 0 0,1-1 0 0 0,0 0-1 0 0,0 1 1 0 0,0-1 0 0 0,0 0 0 0 0,0 1 0 0 0,0-1 0 0 0,0 0 0 0 0,0 0 0 0 0,0 1 0 0 0,0-1 0 0 0,0 0 0 0 0,0 1 0 0 0,1-1 0 0 0,-1 0-1 0 0,0 0 1 0 0,0 1 0 0 0,0-1 0 0 0,0 0 0 0 0,0 0 0 0 0,0 1 0 0 0,1-1 0 0 0,-1 0 0 0 0,0 0 0 0 0,0 1 0 0 0,0-1 0 0 0,1 0 0 0 0,-1 0 0 0 0,0 0-1 0 0,0 0 1 0 0,1 1 0 0 0,-1-1 0 0 0,0 0 0 0 0,0 0 0 0 0,1 0 0 0 0,-1 0 0 0 0,0 0 0 0 0,1 0 0 0 0,-1 0 0 0 0,0 0 0 0 0,0 0 0 0 0,1 0-1 0 0,-1 0 1 0 0,0 0 0 0 0,1 0 0 0 0,-1 0 0 0 0,0 0 0 0 0,1 0 0 0 0,-1 0 0 0 0,0 0 0 0 0,0 0 0 0 0,1 0 0 0 0,-1 0 0 0 0,0 0 0 0 0,0 0-1 0 0,1-1 1 0 0,-1 1 0 0 0,0 0 0 0 0,0 0 0 0 0,1 0 0 0 0,-1-1 0 0 0,0 1 0 0 0,16-8 9 0 0,-13 6-18 0 0,1 1-1 0 0,-1-1 1 0 0,1 0 0 0 0,-1 0-1 0 0,0 0 1 0 0,0 0 0 0 0,0-1 0 0 0,5-4-1 0 0,14-23 45 0 0,32-57 1 0 0,-4 4-39 0 0,-46 77-13 0 0,14-19-11 0 0,-18 25 14 0 0,1-1 0 0 0,0 0-1 0 0,-1 1 1 0 0,1-1 0 0 0,-1 0 0 0 0,1 1 0 0 0,0-1 0 0 0,0 1 0 0 0,-1-1 0 0 0,1 1 0 0 0,0-1-1 0 0,0 1 1 0 0,-1 0 0 0 0,1-1 0 0 0,0 1 0 0 0,0 0 0 0 0,0 0 0 0 0,0 0 0 0 0,0 0 0 0 0,-1-1-1 0 0,1 1 1 0 0,0 0 0 0 0,0 0 0 0 0,0 1 0 0 0,0-1 0 0 0,0 0 0 0 0,1 1 0 0 0,-1 0 2 0 0,1 0 1 0 0,-1 0 0 0 0,0 1-1 0 0,0-1 1 0 0,0 1-1 0 0,0-1 1 0 0,0 1 0 0 0,0-1-1 0 0,-1 1 1 0 0,1 0 0 0 0,0-1-1 0 0,-1 1 1 0 0,1 0-1 0 0,-1-1 1 0 0,1 4 0 0 0,0-1 1 0 0,1 10 40 0 0,0 0-1 0 0,-1 0 1 0 0,-1 1 0 0 0,0-1-1 0 0,0 0 1 0 0,-2 0 0 0 0,-4 23-1 0 0,2-15-1707 0 0,-1 37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323 149 10962 0 0,'-1'-11'526'0'0,"0"1"1"0"0,-1 0-1 0 0,0 0 0 0 0,-4-10 0 0 0,-2-10 312 0 0,7 27-666 0 0,1-1 1 0 0,-1 1-1 0 0,0 0 1 0 0,0 0-1 0 0,-1 0 0 0 0,1 0 1 0 0,0 0-1 0 0,-1 0 0 0 0,0 0 1 0 0,0 0-1 0 0,0 0 1 0 0,0 1-1 0 0,-3-4 0 0 0,2 4-124 0 0,1 1 0 0 0,0 0 0 0 0,-1-1 0 0 0,1 1 0 0 0,-1 0 0 0 0,0 0 0 0 0,1 0 0 0 0,-1 0 0 0 0,0 1 0 0 0,0-1 0 0 0,1 1 0 0 0,-1 0 0 0 0,0 0 0 0 0,0 0 0 0 0,0 0 0 0 0,-3 0 0 0 0,1 1-16 0 0,-1 0-1 0 0,1 0 1 0 0,0 0 0 0 0,0 1 0 0 0,0 0 0 0 0,1-1-1 0 0,-1 2 1 0 0,0-1 0 0 0,1 1 0 0 0,-1-1 0 0 0,1 1-1 0 0,0 0 1 0 0,0 1 0 0 0,0-1 0 0 0,0 1 0 0 0,-5 6-1 0 0,-1 5 60 0 0,-1 0-1 0 0,2 0 0 0 0,-11 24 0 0 0,11-23-39 0 0,1 4 50 0 0,0 1 1 0 0,-9 33-1 0 0,1 0-16 0 0,10-33-64 0 0,-13 27-43 0 0,16-43 25 0 0,1 0 1 0 0,0 1-1 0 0,0-1 1 0 0,1 1-1 0 0,-1-1 1 0 0,1 1-1 0 0,0 0 1 0 0,1-1-1 0 0,-1 1 0 0 0,1 0 1 0 0,0-1-1 0 0,1 7 1 0 0,-1-9-69 0 0,1 0 0 0 0,-1-1 0 0 0,1 0 0 0 0,-1 1 1 0 0,1-1-1 0 0,0 1 0 0 0,0-1 0 0 0,0 0 0 0 0,0 1 1 0 0,0-1-1 0 0,0 0 0 0 0,1 0 0 0 0,-1 0 0 0 0,1 0 0 0 0,0 0 1 0 0,-1 0-1 0 0,1 0 0 0 0,0-1 0 0 0,0 1 0 0 0,0-1 1 0 0,0 1-1 0 0,0-1 0 0 0,1 0 0 0 0,-1 0 0 0 0,0 0 0 0 0,1 0 1 0 0,-1 0-1 0 0,4 1 0 0 0,36 11-1371 0 0,-36-11 1267 0 0,-1 1 0 0 0,0-1 1 0 0,0-1-1 0 0,1 1 0 0 0,-1-1 1 0 0,1 0-1 0 0,0 0 0 0 0,-1-1 0 0 0,1 1 1 0 0,-1-1-1 0 0,7-1 0 0 0,-6 0 138 0 0,1 0-1 0 0,-1-1 1 0 0,0 0-1 0 0,0 0 1 0 0,0 0-1 0 0,0-1 0 0 0,0 0 1 0 0,0 0-1 0 0,-1-1 1 0 0,0 1-1 0 0,1-1 1 0 0,-1 0-1 0 0,-1-1 1 0 0,1 1-1 0 0,0-1 1 0 0,-1 0-1 0 0,0 0 1 0 0,0 0-1 0 0,4-9 0 0 0,15-26 80 0 0,-16 26 517 0 0,1 1-1 0 0,0 0 0 0 0,1 0 0 0 0,13-15 0 0 0,-22 27-538 0 0,0 1-1 0 0,0 0 1 0 0,1 0 0 0 0,-1 0-1 0 0,0-1 1 0 0,0 1 0 0 0,0 0 0 0 0,0 0-1 0 0,0 0 1 0 0,0 0 0 0 0,0-1-1 0 0,1 1 1 0 0,-1 0 0 0 0,0 0-1 0 0,0 0 1 0 0,0 0 0 0 0,0-1-1 0 0,1 1 1 0 0,-1 0 0 0 0,0 0-1 0 0,0 0 1 0 0,0 0 0 0 0,1 0-1 0 0,-1 0 1 0 0,0 0 0 0 0,0 0-1 0 0,0 0 1 0 0,1 0 0 0 0,-1 0-1 0 0,0 0 1 0 0,0 0 0 0 0,1 0-1 0 0,-1 0 1 0 0,0 0 0 0 0,0 0 0 0 0,0 0-1 0 0,1 0 1 0 0,-1 0 0 0 0,0 0-1 0 0,0 0 1 0 0,0 0 0 0 0,1 0-1 0 0,-1 0 1 0 0,0 0 0 0 0,0 1-1 0 0,0-1 1 0 0,1 0 0 0 0,-1 0-1 0 0,0 0 1 0 0,0 0 0 0 0,0 0-1 0 0,0 1 1 0 0,0-1 0 0 0,1 0-1 0 0,-1 0 1 0 0,0 0 0 0 0,0 1-1 0 0,0-1 1 0 0,0 0 0 0 0,0 0 0 0 0,0 22 378 0 0,-10 27-252 0 0,4-27 34 0 0,1 0-1 0 0,1 1 1 0 0,1-1 0 0 0,0 34-1 0 0,5-54-104 0 0,0 0-1 0 0,0 0 1 0 0,0-1 0 0 0,0 1-1 0 0,1-1 1 0 0,-1 0-1 0 0,0 1 1 0 0,1-1-1 0 0,4 1 1 0 0,-2-1-15 0 0,0 0 0 0 0,-1 0-1 0 0,1-1 1 0 0,0 0 0 0 0,0 0 0 0 0,0 0 0 0 0,-1-1-1 0 0,1 1 1 0 0,0-1 0 0 0,0 0 0 0 0,-1-1 0 0 0,1 1-1 0 0,-1-1 1 0 0,1 0 0 0 0,-1 0 0 0 0,0 0 0 0 0,1-1 0 0 0,-1 1-1 0 0,7-7 1 0 0,-10 8-58 0 0,0-1 1 0 0,0 1-1 0 0,0-1 0 0 0,0 1 0 0 0,0-1 0 0 0,0 1 1 0 0,0-1-1 0 0,0 0 0 0 0,-1 1 0 0 0,1-1 0 0 0,-1 0 1 0 0,1 0-1 0 0,-1 1 0 0 0,1-3 0 0 0,4-15 75 0 0,-2 13-63 0 0,2-5 40 0 0,0-1 0 0 0,0 0 1 0 0,4-20-1 0 0,-8 28-55 0 0,-1 0 1 0 0,1 0-1 0 0,-1 0 1 0 0,0 0 0 0 0,0 0-1 0 0,0 0 1 0 0,-1 0-1 0 0,1 0 1 0 0,-1 0 0 0 0,0 1-1 0 0,0-1 1 0 0,-1 0-1 0 0,1 0 1 0 0,-1 1 0 0 0,-3-8-1 0 0,2 8-69 0 0,0 0-1 0 0,0 0 0 0 0,1 0 0 0 0,-2 1 1 0 0,1-1-1 0 0,0 0 0 0 0,0 1 0 0 0,-1 0 1 0 0,0 0-1 0 0,1 0 0 0 0,-1 1 0 0 0,0-1 1 0 0,0 1-1 0 0,0-1 0 0 0,0 1 0 0 0,0 1 1 0 0,-5-2-1 0 0,6 2-522 0 0,-1 0 0 0 0,0-1 0 0 0,0 1-1 0 0,0 1 1 0 0,1-1 0 0 0,-1 0 0 0 0,0 1 0 0 0,1 0 0 0 0,-1 0 0 0 0,0 0-1 0 0,-3 2 1 0 0,3-2-2295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13307 0 0,'0'0'197'0'0,"1"8"3572"0"0,4 32-3154 0 0,-1-16-316 0 0,1 0 0 0 0,12 31 0 0 0,-13-45-254 0 0,0 0 1 0 0,0 0-1 0 0,1 0 1 0 0,1-1 0 0 0,0 0-1 0 0,0 0 1 0 0,13 15-1 0 0,-13-20-241 0 0,0 0-1 0 0,-1 0 0 0 0,1 0 0 0 0,12 4 0 0 0,5 5-3285 0 0,-6-4-919 0 0,-9-6 640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23 12155 0 0,'-15'-17'4926'0'0,"12"16"-4886"0"0,1 0 0 0 0,-1 0 0 0 0,1 0 0 0 0,0 1 1 0 0,-1 0-1 0 0,1-1 0 0 0,-1 1 0 0 0,0 0 0 0 0,1 0 0 0 0,-1 0 0 0 0,1 0 0 0 0,-1 1 0 0 0,1-1 1 0 0,-1 1-1 0 0,1-1 0 0 0,-1 1 0 0 0,1 0 0 0 0,0 0 0 0 0,-1 0 0 0 0,1 0 0 0 0,0 0 1 0 0,0 1-1 0 0,0-1 0 0 0,0 1 0 0 0,0-1 0 0 0,-3 5 0 0 0,-3 3-26 0 0,1 0-1 0 0,0 0 1 0 0,0 1 0 0 0,-8 18-1 0 0,-2 2 86 0 0,-4-3-60 0 0,-1 0 1 0 0,-48 44-1 0 0,7-8-3666 0 0,47-44 752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26 1888 0 0,'-8'1'7342'0'0,"-8"-2"-3461"0"0,2-1-2288 0 0,-18-3 790 0 0,24 3-1597 0 0,11 0-440 0 0,125-11-167 0 0,-72 11-3659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8586 0 0,'0'0'7632'0'0,"17"-2"-5965"0"0,106-34-4286 0 0,-105 28-356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62 15747 0 0,'0'-3'224'0'0,"-1"0"-1"0"0,1 1 0 0 0,-1-1 0 0 0,0 0 0 0 0,1 1 1 0 0,-1-1-1 0 0,0 1 0 0 0,-3-5 0 0 0,2 5-69 0 0,1-1 0 0 0,-1 0 0 0 0,1 0 0 0 0,0 0 0 0 0,0 0-1 0 0,0 0 1 0 0,1-1 0 0 0,-1 1 0 0 0,0-4 0 0 0,10 89 117 0 0,-9-62-257 0 0,-2 0 0 0 0,0-1 0 0 0,-1 1 0 0 0,-1-1 0 0 0,0 0 0 0 0,-12 28 0 0 0,-53 108 86 0 0,50-116-112 0 0,7-16-247 0 0,-6 16-1679 0 0,11-14-4399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81 9090 0 0,'-30'-2'6714'0'0,"25"1"-6586"0"0,1 0-1 0 0,-1 1 0 0 0,0-1 0 0 0,0 1 0 0 0,1 0 0 0 0,-1 1 1 0 0,0-1-1 0 0,0 1 0 0 0,1 0 0 0 0,-1 0 0 0 0,-7 3 0 0 0,9-2-110 0 0,-1 0-1 0 0,1 0 1 0 0,0 0-1 0 0,0 1 1 0 0,0-1-1 0 0,0 1 1 0 0,1-1 0 0 0,-1 1-1 0 0,1 0 1 0 0,-1 0-1 0 0,1 0 1 0 0,0 1-1 0 0,0-1 1 0 0,1 0-1 0 0,-3 7 1 0 0,-2 5 7 0 0,2 1 1 0 0,-5 24-1 0 0,7-27-8 0 0,0-1-1 0 0,-1 0 1 0 0,-9 22-1 0 0,9-27-12 0 0,0 0 0 0 0,0 1 0 0 0,1-1 0 0 0,0 0-1 0 0,0 1 1 0 0,1 0 0 0 0,0-1 0 0 0,0 1 0 0 0,1 0 0 0 0,0 0-1 0 0,0 0 1 0 0,1-1 0 0 0,0 1 0 0 0,0 0 0 0 0,1-1-1 0 0,0 1 1 0 0,1-1 0 0 0,4 11 0 0 0,-6-17 20 0 0,0 0-1 0 0,1 0 1 0 0,-1 0 0 0 0,0 0-1 0 0,1 0 1 0 0,-1 0 0 0 0,1 0 0 0 0,0 0-1 0 0,-1 0 1 0 0,3 0 0 0 0,3 2 64 0 0,-2 0-35 0 0,1-1 1 0 0,-1 0-1 0 0,0 0 0 0 0,1 0 0 0 0,0-1 0 0 0,-1 0 0 0 0,1 0 1 0 0,0 0-1 0 0,0-1 0 0 0,-1 0 0 0 0,1 0 0 0 0,0 0 1 0 0,0-1-1 0 0,0 0 0 0 0,5-2 0 0 0,0 1-14 0 0,-1-1 0 0 0,0-1 0 0 0,0 0-1 0 0,0 0 1 0 0,-1-1 0 0 0,1 0 0 0 0,11-10 0 0 0,-15 10-23 0 0,1-1 1 0 0,-2 0-1 0 0,1-1 1 0 0,-1 1 0 0 0,0-1-1 0 0,0 0 1 0 0,-1 0-1 0 0,0 0 1 0 0,0-1-1 0 0,4-13 1 0 0,3-9 105 0 0,8-45 0 0 0,-18 72-111 0 0,12-35 76 0 0,-11 34-62 0 0,0 1 0 0 0,0-1 0 0 0,-1 0 0 0 0,1 0 0 0 0,-1 0 0 0 0,0 0 0 0 0,0 0 0 0 0,0 0 0 0 0,-1-1 0 0 0,1 1 0 0 0,-1 0 0 0 0,0 0 0 0 0,0-1 0 0 0,-1 1 0 0 0,1 0 0 0 0,-1 0 0 0 0,0 0 0 0 0,0 0 0 0 0,-2-6 0 0 0,1 8-39 0 0,-1-1 0 0 0,1 0 1 0 0,-1 1-1 0 0,0 0 0 0 0,0-1 0 0 0,1 1 0 0 0,-1 0 0 0 0,-1 0 0 0 0,1 1 0 0 0,0-1 0 0 0,0 1 0 0 0,-6-2 0 0 0,7 2 3 0 0,-4-1-274 0 0,-1 0 1 0 0,1 1 0 0 0,-1 0-1 0 0,1 0 1 0 0,-1 0 0 0 0,1 1-1 0 0,-1 0 1 0 0,1 0 0 0 0,-1 1-1 0 0,0 0 1 0 0,1 0 0 0 0,0 1-1 0 0,-1-1 1 0 0,1 1 0 0 0,0 0-1 0 0,0 1 1 0 0,0 0 0 0 0,-8 4-1 0 0,-5 5-2708 0 0</inkml:trace>
  <inkml:trace contextRef="#ctx0" brushRef="#br0" timeOffset="1">622 73 14299 0 0,'0'-1'209'0'0,"0"0"1"0"0,0 0-1 0 0,0 0 1 0 0,0 0-1 0 0,0 0 1 0 0,0 0-1 0 0,-1 0 0 0 0,1 0 1 0 0,0 0-1 0 0,-1 0 1 0 0,1-1-1 0 0,-1 2 0 0 0,1-1 1 0 0,-1 0-1 0 0,1 0 1 0 0,-1 0-1 0 0,0 0 0 0 0,1 0 1 0 0,-1 0-1 0 0,0 1 1 0 0,-1-2-1 0 0,0 1-140 0 0,1 0 1 0 0,-1 1-1 0 0,1-1 1 0 0,-1 0-1 0 0,1 1 0 0 0,-1-1 1 0 0,0 1-1 0 0,0 0 0 0 0,1 0 1 0 0,-1 0-1 0 0,0 0 1 0 0,-2 0-1 0 0,-1 0-107 0 0,-1 1 0 0 0,1 0-1 0 0,-1 1 1 0 0,1-1 0 0 0,0 1 0 0 0,0 0 0 0 0,-7 4 0 0 0,9-4 41 0 0,0 0 1 0 0,0 0-1 0 0,0 0 1 0 0,0 1-1 0 0,1-1 1 0 0,-1 1-1 0 0,1 0 1 0 0,0 0-1 0 0,0 0 1 0 0,0 0-1 0 0,-3 6 1 0 0,-12 40 13 0 0,14-39-16 0 0,0 0 0 0 0,0 0 0 0 0,-7 11 0 0 0,7-14-9 0 0,0 0 1 0 0,0 1 0 0 0,0 0 0 0 0,1-1 0 0 0,0 1 0 0 0,-2 15 0 0 0,4-20 15 0 0,-1 1 1 0 0,1-1-1 0 0,0 1 1 0 0,0 0-1 0 0,0-1 1 0 0,1 1-1 0 0,-1-1 1 0 0,1 1-1 0 0,0-1 0 0 0,0 1 1 0 0,0-1-1 0 0,0 0 1 0 0,0 1-1 0 0,1-1 1 0 0,0 0-1 0 0,-1 0 1 0 0,5 5-1 0 0,-4-6 46 0 0,1 0 1 0 0,0 0-1 0 0,0 1 0 0 0,-1-2 0 0 0,1 1 0 0 0,0 0 1 0 0,0-1-1 0 0,1 1 0 0 0,-1-1 0 0 0,0 0 0 0 0,1 0 0 0 0,-1 0 1 0 0,0 0-1 0 0,1-1 0 0 0,-1 0 0 0 0,1 1 0 0 0,-1-1 1 0 0,7-1-1 0 0,-2 0 24 0 0,0-1 1 0 0,1 0-1 0 0,-1 0 1 0 0,0-1-1 0 0,0 0 1 0 0,10-5-1 0 0,-15 6-63 0 0,-1 1 0 0 0,1-1-1 0 0,-1 0 1 0 0,1 0 0 0 0,-1 0 0 0 0,0 0-1 0 0,0 0 1 0 0,0-1 0 0 0,0 1 0 0 0,0 0-1 0 0,-1-1 1 0 0,1 0 0 0 0,-1 1 0 0 0,2-4-1 0 0,12-44 179 0 0,-13 41-148 0 0,0 0 0 0 0,0 1 0 0 0,8-17 0 0 0,-7 18-30 0 0,0 0 1 0 0,0 0 0 0 0,-1 0 0 0 0,0 0 0 0 0,0 0-1 0 0,-1-1 1 0 0,0 1 0 0 0,0-1 0 0 0,-1 1-1 0 0,0-9 1 0 0,0 11-36 0 0,0-1-1 0 0,-1 1 1 0 0,0-1-1 0 0,0 1 1 0 0,0-1-1 0 0,-1 1 1 0 0,0 0-1 0 0,0-1 1 0 0,0 1 0 0 0,0 0-1 0 0,-1 0 1 0 0,0 1-1 0 0,0-1 1 0 0,-6-6-1 0 0,6 8-137 0 0,1 1-1 0 0,-1 0 0 0 0,0 0 0 0 0,0 0 1 0 0,0 0-1 0 0,0 0 0 0 0,0 1 1 0 0,-5-2-1 0 0,-15-1-6504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9 322 10418 0 0,'-9'17'5547'0'0,"12"-17"-5493"0"0,-1 0 0 0 0,1 0 1 0 0,-1 0-1 0 0,1-1 1 0 0,-1 1-1 0 0,1-1 0 0 0,-1 0 1 0 0,0 0-1 0 0,1 1 0 0 0,-1-1 1 0 0,0-1-1 0 0,0 1 1 0 0,3-2-1 0 0,-3 2 17 0 0,8-4-4 0 0,1 1 6 0 0,-1-1 0 0 0,0 0 1 0 0,-1-1-1 0 0,1 0 0 0 0,-1-1 1 0 0,12-10-1 0 0,-19 14-60 0 0,18-16 82 0 0,0-2-1 0 0,-2 0 1 0 0,27-39 0 0 0,-31 37-42 0 0,-9 17-37 0 0,0-1 0 0 0,-1 0 0 0 0,0 0 0 0 0,-1 0 0 0 0,0 0 0 0 0,0-1 0 0 0,0 1 0 0 0,-1-1 1 0 0,2-10-1 0 0,1-7 86 0 0,-5 24-100 0 0,1 0 0 0 0,-1 0 0 0 0,0 0 0 0 0,0 1 0 0 0,1-1 0 0 0,-1 0 0 0 0,0 0 0 0 0,1 0 1 0 0,-1 1-1 0 0,1-1 0 0 0,-1 0 0 0 0,1 0 0 0 0,-1 1 0 0 0,1-1 0 0 0,-1 1 0 0 0,1-1 0 0 0,0 0 0 0 0,-1 1 0 0 0,1-1 0 0 0,0 1 0 0 0,0-1 0 0 0,-1 1 0 0 0,1 0 0 0 0,0-1 0 0 0,1 1 1 0 0,-1 0-3 0 0,-1 0 0 0 0,1 1 1 0 0,-1-1-1 0 0,0 0 0 0 0,1 1 1 0 0,-1-1-1 0 0,0 1 0 0 0,1-1 1 0 0,-1 1-1 0 0,0-1 0 0 0,0 0 1 0 0,1 1-1 0 0,-1-1 0 0 0,0 1 1 0 0,0-1-1 0 0,0 1 0 0 0,0 0 1 0 0,1-1-1 0 0,-1 1 0 0 0,0-1 1 0 0,0 1-1 0 0,0-1 1 0 0,0 1-1 0 0,0-1 0 0 0,-1 1 1 0 0,1 19 30 0 0,0-17-23 0 0,-1 18 2 0 0,-1 1 1 0 0,-9 35-1 0 0,6-36 11 0 0,2 1 0 0 0,-3 36 0 0 0,6-53-5 0 0,0 0 0 0 0,0 0 0 0 0,0-1 0 0 0,1 1-1 0 0,0 0 1 0 0,0 0 0 0 0,0-1 0 0 0,0 1 0 0 0,4 5-1 0 0,-4-8 1 0 0,0-1-1 0 0,0 1 0 0 0,0-1 0 0 0,1 1 0 0 0,-1-1 0 0 0,0 0 0 0 0,1 1 1 0 0,-1-1-1 0 0,1 0 0 0 0,0 0 0 0 0,-1 0 0 0 0,1 0 0 0 0,0-1 1 0 0,0 1-1 0 0,0 0 0 0 0,-1-1 0 0 0,1 1 0 0 0,0-1 0 0 0,0 0 0 0 0,0 0 1 0 0,0 1-1 0 0,0-1 0 0 0,0 0 0 0 0,0-1 0 0 0,2 1 0 0 0,1-1-2 0 0,0 1 0 0 0,0-1 0 0 0,-1-1 0 0 0,1 1-1 0 0,-1 0 1 0 0,1-1 0 0 0,-1 0 0 0 0,0 0-1 0 0,1 0 1 0 0,-1-1 0 0 0,0 0 0 0 0,-1 1 0 0 0,1-1-1 0 0,0-1 1 0 0,-1 1 0 0 0,1 0 0 0 0,-1-1 0 0 0,0 0-1 0 0,0 0 1 0 0,2-4 0 0 0,5-9 18 0 0,-1-1 0 0 0,-1 0 0 0 0,10-29 0 0 0,-15 38-22 0 0,3-7 0 0 0,5-14 36 0 0,9-42-1 0 0,-20 71-42 0 0,0 1 0 0 0,0 0-1 0 0,0-1 1 0 0,0 1-1 0 0,0-1 1 0 0,0 1-1 0 0,0 0 1 0 0,1-1-1 0 0,-1 1 1 0 0,0 0 0 0 0,0-1-1 0 0,0 1 1 0 0,0 0-1 0 0,0-1 1 0 0,1 1-1 0 0,-1 0 1 0 0,0 0-1 0 0,0-1 1 0 0,0 1 0 0 0,1 0-1 0 0,-1 0 1 0 0,0-1-1 0 0,1 1 1 0 0,-1 0-1 0 0,0 0 1 0 0,0 0-1 0 0,1-1 1 0 0,-1 1-1 0 0,0 0 1 0 0,1 0 0 0 0,-1 0-1 0 0,0 0 1 0 0,1 0-1 0 0,0 0 1 0 0,-1 0 0 0 0,0 1-1 0 0,1-1 1 0 0,-1 1 0 0 0,0-1 0 0 0,1 1-1 0 0,-1-1 1 0 0,0 0 0 0 0,0 1 0 0 0,1-1-1 0 0,-1 1 1 0 0,0-1 0 0 0,0 1 0 0 0,0 0-1 0 0,0-1 1 0 0,0 1 0 0 0,0-1 0 0 0,0 1-1 0 0,0-1 1 0 0,0 1 0 0 0,0-1 0 0 0,0 1-1 0 0,0-1 1 0 0,0 1 0 0 0,0-1 0 0 0,0 1-1 0 0,-8 36 63 0 0,-1-1-1 0 0,-21 56 1 0 0,-5 13-30 0 0,24-62-460 0 0,-17 66 820 0 0,16-35-6945 0 0,11-67 3294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181 123 12203 0 0,'-17'2'1187'0'0,"13"0"-1128"0"0,1-1 1 0 0,0 0 0 0 0,0 1 0 0 0,0 0-1 0 0,0 0 1 0 0,0 0 0 0 0,0 0 0 0 0,0 0 0 0 0,1 1-1 0 0,-1-1 1 0 0,1 1 0 0 0,0-1 0 0 0,-1 1 0 0 0,1 0-1 0 0,-2 5 1 0 0,-3 5 45 0 0,1 0-1 0 0,-7 22 1 0 0,2-3 80 0 0,-46 124 692 0 0,40-126 207 0 0,10-21-77 0 0,10-22-79 0 0,15-30-856 0 0,41-69 0 0 0,-55 104-66 0 0,0-1 0 0 0,-1 1-1 0 0,4-12 1 0 0,-5 11-1 0 0,1 0 0 0 0,1 0 0 0 0,6-11 0 0 0,14-22 9 0 0,53-80 688 0 0,-75 120-686 0 0,0 0 1 0 0,0-1-1 0 0,0 1 0 0 0,1 0 0 0 0,-1 0 0 0 0,0 0 0 0 0,1 0 0 0 0,-1 1 1 0 0,1-1-1 0 0,0 1 0 0 0,0-1 0 0 0,-1 1 0 0 0,1 0 0 0 0,0 0 0 0 0,0 0 1 0 0,0 1-1 0 0,6-2 0 0 0,-2 19 45 0 0,-1-4-27 0 0,-1 0-1 0 0,0 0 0 0 0,-1 0 1 0 0,-1 0-1 0 0,0 1 0 0 0,-1 0 1 0 0,0-1-1 0 0,0 29 0 0 0,-9 151 250 0 0,0-131-1408 0 0,4-42-2678 0 0,3-15 1203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12579 0 0,'0'0'573'0'0,"0"0"-307"0"0,0-1 0 0 0,0 0-1 0 0,0 0 1 0 0,0 0 0 0 0,0 1 0 0 0,0-1 0 0 0,1 0-1 0 0,-1 0 1 0 0,0 0 0 0 0,0 1 0 0 0,1-1-1 0 0,-1 0 1 0 0,1 0 0 0 0,-1 1 0 0 0,1-1-1 0 0,-1 0 1 0 0,1 1 0 0 0,-1-1 0 0 0,1 1 0 0 0,0-1-1 0 0,109-15 28 0 0,9-1-1642 0 0,-41 4-3477 0 0,-52 8 2041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33 11682 0 0,'0'0'366'0'0,"-1"-21"5086"0"0,-1 11-4497 0 0,1 10-950 0 0,1 0 0 0 0,0 0 0 0 0,0 0-1 0 0,0 0 1 0 0,0 0 0 0 0,0 0-1 0 0,0-1 1 0 0,0 1 0 0 0,0 0 0 0 0,0 0-1 0 0,0 0 1 0 0,-1 0 0 0 0,1 0 0 0 0,0 0-1 0 0,0 0 1 0 0,0 0 0 0 0,0 0-1 0 0,0 0 1 0 0,0 0 0 0 0,-1 0 0 0 0,1 0-1 0 0,0 0 1 0 0,0 0 0 0 0,0 0-1 0 0,0 0 1 0 0,0 0 0 0 0,0 0 0 0 0,-1 0-1 0 0,1 0 1 0 0,0 0 0 0 0,0 0-1 0 0,0 0 1 0 0,0 0 0 0 0,0 0 0 0 0,0 0-1 0 0,-1 0 1 0 0,1 0 0 0 0,0 0-1 0 0,0 0 1 0 0,0 0 0 0 0,0 0 0 0 0,0 0-1 0 0,0 0 1 0 0,0 1 0 0 0,-1-1 0 0 0,1 0-1 0 0,0 0 1 0 0,0 0 0 0 0,-6 13 44 0 0,-53 164 95 0 0,3-2-65 0 0,5-58 31 0 0,-25 71-72 0 0,68-163-203 0 0,-24 70-409 0 0,16-31-3267 0 0,11-40 1237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1 252 14691 0 0,'0'0'290'0'0,"1"-4"2077"0"0,3 12-2329 0 0,-1 0 0 0 0,0 0 0 0 0,0 1 0 0 0,-1-1 0 0 0,0 1 0 0 0,0 0 0 0 0,-1-1-1 0 0,0 11 1 0 0,1-1 35 0 0,15 191 571 0 0,-17-167-292 0 0,-1 0 0 0 0,-2 0 0 0 0,-10 42 0 0 0,10-56 1279 0 0,3-28-1471 0 0,4-9 148 0 0,-1-3-289 0 0,1 0-1 0 0,1 0 1 0 0,0 0 0 0 0,1 1 0 0 0,0-1 0 0 0,11-14 0 0 0,3-6 19 0 0,164-306 289 0 0,-149 263-3760 0 0,-30 64-2025 0 0</inkml:trace>
  <inkml:trace contextRef="#ctx0" brushRef="#br0" timeOffset="1">326 112 14587 0 0,'-1'-3'139'0'0,"1"0"0"0"0,0 0 0 0 0,1 0 1 0 0,-1 0-1 0 0,0 0 0 0 0,1 0 0 0 0,0 0 0 0 0,0 0 0 0 0,0 0 0 0 0,0 0 0 0 0,0 0 0 0 0,0 0 1 0 0,1 0-1 0 0,0 1 0 0 0,-1-1 0 0 0,1 1 0 0 0,0-1 0 0 0,0 1 0 0 0,4-4 0 0 0,0 2-25 0 0,1 0 0 0 0,-1 1 0 0 0,0 0 0 0 0,1 0 0 0 0,0 1 0 0 0,-1-1 0 0 0,10-1 0 0 0,7-1 102 0 0,-18 5-160 0 0,1-1 0 0 0,-1-1 1 0 0,0 1-1 0 0,0-1 0 0 0,0 0 0 0 0,6-3 1 0 0,-9 4-39 0 0,1 0 0 0 0,-1 0 0 0 0,0 0 1 0 0,1 0-1 0 0,-1 0 0 0 0,1 1 0 0 0,-1-1 0 0 0,1 1 1 0 0,3-1-1 0 0,-5 1-14 0 0,0 0 0 0 0,-1 0 0 0 0,1 0 0 0 0,0 0 0 0 0,0 1 0 0 0,0-1 1 0 0,0 0-1 0 0,-1 0 0 0 0,1 0 0 0 0,0 1 0 0 0,0-1 0 0 0,0 0 0 0 0,-1 1 0 0 0,1-1 0 0 0,0 0 1 0 0,-1 1-1 0 0,1-1 0 0 0,0 1 0 0 0,-1-1 0 0 0,1 1 0 0 0,0 0 0 0 0,-1-1 0 0 0,1 1 0 0 0,-1 0 0 0 0,1-1 1 0 0,-1 1-1 0 0,1 0 0 0 0,-1 0 0 0 0,0-1 0 0 0,1 1 0 0 0,-1 1 0 0 0,3 7 28 0 0,0 0 0 0 0,1 0 0 0 0,5 9 0 0 0,-6-12 39 0 0,1 1 0 0 0,-1 0 0 0 0,0-1 1 0 0,-1 1-1 0 0,0 0 0 0 0,0 0 0 0 0,0 0 0 0 0,0 11 0 0 0,-2-17-62 0 0,0 0 0 0 0,0 1-1 0 0,0-1 1 0 0,1 0 0 0 0,-1 0-1 0 0,0 0 1 0 0,1 0 0 0 0,-1 1-1 0 0,0-1 1 0 0,1 0 0 0 0,0 0-1 0 0,-1 0 1 0 0,1 0 0 0 0,-1 0-1 0 0,1 0 1 0 0,0 0 0 0 0,0 0-1 0 0,0-1 1 0 0,-1 1 0 0 0,1 0 0 0 0,0 0-1 0 0,2 0 1 0 0,0 1-90 0 0,0-1 1 0 0,0 1-1 0 0,1-1 1 0 0,-1 0-1 0 0,0 0 1 0 0,0-1-1 0 0,1 1 1 0 0,3 0-1 0 0,3-1-709 0 0,-1 0 0 0 0,1 0-1 0 0,0-1 1 0 0,-1 0 0 0 0,11-4 0 0 0,2-2-2930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66 7298 0 0,'0'-63'7580'0'0,"0"63"-7579"0"0,0 0 1 0 0,0 0-1 0 0,0 0 0 0 0,-1 0 1 0 0,1 0-1 0 0,0 0 0 0 0,0 0 1 0 0,0 0-1 0 0,0 0 0 0 0,0 0 1 0 0,0 0-1 0 0,0 0 1 0 0,0 0-1 0 0,0 0 0 0 0,0 0 1 0 0,-1 0-1 0 0,1 0 0 0 0,0 0 1 0 0,0 0-1 0 0,0 0 0 0 0,0 0 1 0 0,0 0-1 0 0,0 0 0 0 0,0 0 1 0 0,0 0-1 0 0,0 0 1 0 0,0 0-1 0 0,-1 0 0 0 0,1 0 1 0 0,0 0-1 0 0,0 0 0 0 0,0 0 1 0 0,0 0-1 0 0,0 0 0 0 0,0 0 1 0 0,0 0-1 0 0,0 0 1 0 0,0 0-1 0 0,0 0 0 0 0,0 0 1 0 0,0 0-1 0 0,-1 0 0 0 0,1-1 1 0 0,0 1-1 0 0,0 0 0 0 0,0 0 1 0 0,0 0-1 0 0,0 0 1 0 0,0 0-1 0 0,0 0 0 0 0,0 0 1 0 0,0 0-1 0 0,0 0 0 0 0,0 0 1 0 0,0-1-1 0 0,0 1 0 0 0,0 0 1 0 0,0 0-1 0 0,0 0 0 0 0,0 0 1 0 0,0 0-1 0 0,0 0 1 0 0,0 0-1 0 0,-5 9 137 0 0,-124 428 790 0 0,109-363-507 0 0,17-50 282 0 0,5-18 27 0 0,3-17-438 0 0,-4 7-274 0 0,1 1-1 0 0,0-1 0 0 0,-1 1 1 0 0,1 0-1 0 0,1 0 1 0 0,-1 0-1 0 0,0 0 0 0 0,1 0 1 0 0,0 1-1 0 0,-1-1 0 0 0,1 1 1 0 0,0-1-1 0 0,0 1 1 0 0,6-3-1 0 0,6-3 36 0 0,0 1 0 0 0,17-6 0 0 0,-31 13-53 0 0,5-2 1 0 0,1 0-1 0 0,0 0 1 0 0,0 1-1 0 0,0 0 1 0 0,1 1-1 0 0,-1-1 1 0 0,0 1-1 0 0,0 1 1 0 0,13 1-1 0 0,5 3-3 0 0,35 12 1 0 0,-1-1 40 0 0,-41-11-525 0 0,26 4 1170 0 0,-13-7-8112 0 0,-23-2 1324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 15523 0 0,'0'0'132'0'0,"-7"0"10"0"0,69-1 132 0 0,47 0 234 0 0,-93 2-2148 0 0,1 1 1 0 0,19 5-1 0 0,-33-6-978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 9514 0 0,'-4'5'5385'0'0,"34"-6"-4504"0"0,43-7 0 0 0,-5-3-3909 0 0,-44 7 381 0 0,-2 0-1153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179 152 4721 0 0,'0'0'1266'0'0,"-8"-18"4770"0"0,2-22-3668 0 0,0-50 1 0 0,4 87-2246 0 0,-1 12-25 0 0,-6 68 41 0 0,-34 142 1 0 0,0-10 34 0 0,33-154 176 0 0,-31 106 1 0 0,37-154-1785 0 0,0-2-2794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19 298 10906 0 0,'0'0'302'0'0,"-19"22"4689"0"0,21-23-4945 0 0,0 1 0 0 0,0 0 0 0 0,0-1 0 0 0,1 0 0 0 0,-2 1 0 0 0,1-1 0 0 0,0 0 0 0 0,0 0 0 0 0,0 0 0 0 0,0 0 0 0 0,0 0 0 0 0,-1-1 0 0 0,3-1 0 0 0,20-21 31 0 0,-20 20-15 0 0,14-19 34 0 0,-1-1 0 0 0,-1 0 0 0 0,-1-1 0 0 0,-1 0 0 0 0,14-40 0 0 0,6-8 410 0 0,-24 58-49 0 0,-6 11-300 0 0,-4 15-146 0 0,-18 67 29 0 0,12-55-35 0 0,0 0 1 0 0,2 0-1 0 0,0 1 0 0 0,0 23 0 0 0,4-44-15 0 0,0 1-1 0 0,0-1 1 0 0,0 1 0 0 0,1-1 0 0 0,-1 0 0 0 0,1 1-1 0 0,0-1 1 0 0,0 0 0 0 0,0 0 0 0 0,3 6 0 0 0,-3-7 5 0 0,1 0 0 0 0,-1-1 0 0 0,1 1 0 0 0,-1-1 0 0 0,1 1-1 0 0,0-1 1 0 0,-1 0 0 0 0,1 0 0 0 0,0 0 0 0 0,0 0 0 0 0,0 0 0 0 0,0 0 0 0 0,0 0 0 0 0,0-1 0 0 0,0 1 0 0 0,0-1 0 0 0,0 1 0 0 0,4-1 0 0 0,1 0 13 0 0,0 0 0 0 0,0 0 0 0 0,1-1 0 0 0,-1 0 0 0 0,0 0 0 0 0,0-1 0 0 0,0 0 1 0 0,0 0-1 0 0,0-1 0 0 0,-1 1 0 0 0,1-2 0 0 0,-1 1 0 0 0,12-8 0 0 0,-2 2 16 0 0,-12 6-19 0 0,0 0 0 0 0,0 0 0 0 0,0 0 1 0 0,-1 0-1 0 0,1 0 0 0 0,-1-1 0 0 0,0 1 0 0 0,0-1 0 0 0,5-8 1 0 0,18-43 79 0 0,0 2-57 0 0,-24 50-32 0 0,1-1 35 0 0,0 0-1 0 0,0-1 1 0 0,0 1-1 0 0,-1-1 0 0 0,0 0 1 0 0,0 0-1 0 0,0 0 1 0 0,0 0-1 0 0,0-8 0 0 0,-2 13 6 0 0,0 14 56 0 0,-37 175 39 0 0,25-135-128 0 0,-12 28 69 0 0,16-58-398 0 0,0 1 0 0 0,2 0 0 0 0,-4 37 0 0 0,9-59-31 0 0,1 11-1275 0 0,1-5-3596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46 11026 0 0,'0'0'735'0'0,"-13"-8"3282"0"0,9 20-3956 0 0,0 1 0 0 0,1 0 0 0 0,0-1-1 0 0,1 1 1 0 0,0 0 0 0 0,0 22 0 0 0,-1 8 148 0 0,-2 15 137 0 0,-7 42 1402 0 0,10-86-1505 0 0,6-27-93 0 0,2-9-119 0 0,7-11-42 0 0,1 0 0 0 0,22-37 1 0 0,-26 51 6 0 0,-9 16 5 0 0,0-1 1 0 0,1 1-1 0 0,-1 0 0 0 0,1 0 0 0 0,0 0 0 0 0,0 0 0 0 0,0 0 0 0 0,5-4 0 0 0,7-4 49 0 0,0 1-1 0 0,0 0 0 0 0,2 1 1 0 0,27-12-1 0 0,-43 21-45 0 0,1 0 1 0 0,-1 0-1 0 0,1-1 0 0 0,0 1 0 0 0,-1 0 1 0 0,1 0-1 0 0,0 0 0 0 0,-1 0 0 0 0,1 0 1 0 0,-1 0-1 0 0,1 0 0 0 0,0 0 0 0 0,-1 0 1 0 0,1 0-1 0 0,0 0 0 0 0,-1 0 0 0 0,1 0 1 0 0,-1 1-1 0 0,1-1 0 0 0,-1 0 0 0 0,1 0 1 0 0,0 1-1 0 0,-1-1 0 0 0,1 0 0 0 0,-1 1 0 0 0,1-1 1 0 0,-1 1-1 0 0,1-1 0 0 0,-1 1 0 0 0,2 1 2 0 0,-1 0 0 0 0,0 0-1 0 0,1 0 1 0 0,-1 0 0 0 0,0 0 0 0 0,-1 0-1 0 0,1 1 1 0 0,1 2 0 0 0,4 41 51 0 0,-7-32-2 0 0,1 0-1 0 0,-2-1 1 0 0,-4 21 0 0 0,0 2 9 0 0,7-21 27 0 0,6-19 67 0 0,9-19-88 0 0,43-67-5 0 0,-16 26-62 0 0,-38 56-7 0 0,0 0 0 0 0,1 0 1 0 0,0 0-1 0 0,0 1 1 0 0,0-1-1 0 0,1 2 0 0 0,0-1 1 0 0,0 1-1 0 0,15-10 1 0 0,-13 10 26 0 0,5-3 40 0 0,-14 9-62 0 0,1 0-1 0 0,-1-1 1 0 0,1 1 0 0 0,0 0-1 0 0,-1 0 1 0 0,1 0-1 0 0,-1 0 1 0 0,1 1 0 0 0,-1-1-1 0 0,1 0 1 0 0,0 0-1 0 0,-1 0 1 0 0,1 0 0 0 0,-1 0-1 0 0,1 1 1 0 0,-1-1-1 0 0,1 0 1 0 0,-1 1 0 0 0,1-1-1 0 0,-1 0 1 0 0,1 1-1 0 0,-1-1 1 0 0,0 0 0 0 0,1 1-1 0 0,-1-1 1 0 0,1 1-1 0 0,-1-1 1 0 0,1 1 0 0 0,3 7 13 0 0,1-1 0 0 0,-1 0 0 0 0,-1 1 0 0 0,1-1 1 0 0,-2 1-1 0 0,1 0 0 0 0,2 11 0 0 0,7 62 114 0 0,-10-59-157 0 0,1-1 0 0 0,10 40 0 0 0,-13-60-263 0 0,0-1 0 0 0,1 1 0 0 0,-1-1-1 0 0,0 1 1 0 0,1-1 0 0 0,-1 1 0 0 0,0-1-1 0 0,1 1 1 0 0,-1-1 0 0 0,1 1 0 0 0,-1-1-1 0 0,0 1 1 0 0,1-1 0 0 0,-1 0 0 0 0,1 1 0 0 0,0-1-1 0 0,-1 0 1 0 0,1 1 0 0 0,-1-1 0 0 0,1 0-1 0 0,-1 0 1 0 0,2 1 0 0 0,7 0-5353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112 218 8474 0 0,'0'-10'745'0'0,"-1"1"1"0"0,-1-1-1 0 0,-4-16 1 0 0,4 17-247 0 0,-1-1-1 0 0,2 1 1 0 0,-2-19 0 0 0,2 13 288 0 0,0 12-595 0 0,1 0 1 0 0,0-1-1 0 0,-1 1 1 0 0,1 0-1 0 0,0-1 1 0 0,1 1-1 0 0,-1 0 1 0 0,0-1-1 0 0,1 1 1 0 0,0 0-1 0 0,0 0 1 0 0,0 0-1 0 0,3-6 1 0 0,-1 27 270 0 0,-3 8-371 0 0,-1 1 0 0 0,-2-1 0 0 0,-7 38 1 0 0,-27 78 362 0 0,23-94-248 0 0,1 0 0 0 0,-10 95 0 0 0,22-138-137 0 0,1 20-123 0 0,0-25 74 0 0,0 1 0 0 0,0 0 0 0 0,0-1 0 0 0,0 1-1 0 0,0-1 1 0 0,0 1 0 0 0,0-1 0 0 0,0 1 0 0 0,0-1 0 0 0,0 1-1 0 0,0-1 1 0 0,1 1 0 0 0,-1-1 0 0 0,0 1 0 0 0,0-1-1 0 0,1 1 1 0 0,-1-1 0 0 0,0 1 0 0 0,1-1 0 0 0,-1 0 0 0 0,0 1-1 0 0,1-1 1 0 0,-1 1 0 0 0,1-1 0 0 0,-1 0 0 0 0,1 0 0 0 0,-1 1-1 0 0,0-1 1 0 0,1 0 0 0 0,-1 0 0 0 0,1 1 0 0 0,0-1-1 0 0,0 0-10 0 0,0-1 0 0 0,0 1 0 0 0,-1-1 0 0 0,1 0 0 0 0,0 1 0 0 0,-1-1 0 0 0,1 0 0 0 0,0 1-1 0 0,-1-1 1 0 0,1 0 0 0 0,-1 0 0 0 0,1 1 0 0 0,-1-1 0 0 0,0 0 0 0 0,1 0 0 0 0,-1 0 0 0 0,1-1-1 0 0,-1 0 10 0 0,43-99 71 0 0,-12 26-70 0 0,48-83 0 0 0,-74 149-6 0 0,20-30-19 0 0,-24 37 9 0 0,1 0 0 0 0,-1 1 0 0 0,1-1 0 0 0,-1 1 0 0 0,1-1 0 0 0,0 1-1 0 0,-1 0 1 0 0,1 0 0 0 0,0 0 0 0 0,0 0 0 0 0,0 0 0 0 0,0 0 0 0 0,0 0 0 0 0,0 0 0 0 0,0 1 0 0 0,0-1 0 0 0,4 0 0 0 0,-5 2-1 0 0,0 0-1 0 0,0-1 1 0 0,0 1-1 0 0,-1 0 1 0 0,1 0-1 0 0,0-1 1 0 0,-1 1-1 0 0,1 0 1 0 0,0 0-1 0 0,-1 0 1 0 0,1 0-1 0 0,-1 0 1 0 0,1 0-1 0 0,-1 0 1 0 0,0 0-1 0 0,1 0 1 0 0,-1 0-1 0 0,0 0 1 0 0,0 0-1 0 0,0 1 1 0 0,0 1-1 0 0,1-1 5 0 0,2 20-1 0 0,-1 0 1 0 0,-1-1 0 0 0,-2 42 0 0 0,0 27-22 0 0,2-80 9 0 0,0 0-1 0 0,0 0 1 0 0,2 0 0 0 0,-1-1-1 0 0,1 1 1 0 0,8 17 0 0 0,-10-26 14 0 0,0 1 0 0 0,0-1 0 0 0,1 1 0 0 0,-1-1 0 0 0,0 0 1 0 0,1 0-1 0 0,-1 0 0 0 0,1 0 0 0 0,0 0 0 0 0,-1 0 0 0 0,1 0 0 0 0,0 0 1 0 0,0 0-1 0 0,-1-1 0 0 0,1 1 0 0 0,0-1 0 0 0,3 1 0 0 0,-1 0 45 0 0,-1-1-1 0 0,1 1 1 0 0,0-1-1 0 0,-1 0 1 0 0,1 0-1 0 0,-1-1 1 0 0,1 1-1 0 0,4-2 0 0 0,-5 1-10 0 0,0 0 0 0 0,1-1-1 0 0,-1 0 1 0 0,0 1 0 0 0,-1-1-1 0 0,1 0 1 0 0,0-1-1 0 0,-1 1 1 0 0,1 0 0 0 0,-1-1-1 0 0,5-5 1 0 0,19-36 168 0 0,-9 13-97 0 0,-5 12-62 0 0,-1-1-1 0 0,-1-1 1 0 0,-1 0-1 0 0,-1 0 1 0 0,0 0-1 0 0,-2-1 1 0 0,5-29-1 0 0,-3 3 40 0 0,-7 35-41 0 0,1-1 1 0 0,0 1-1 0 0,1 0 1 0 0,1 0-1 0 0,0 0 1 0 0,7-15-1 0 0,-7 21-47 0 0,-1 0 0 0 0,0 0 0 0 0,-1-1 0 0 0,1 1 0 0 0,-1-1 0 0 0,-1 1 0 0 0,0-1 0 0 0,0 0 0 0 0,0 0 0 0 0,-1 1 0 0 0,-1-9 0 0 0,1 16-187 0 0,0 0-1 0 0,-1 0 0 0 0,1 0 0 0 0,0 0 0 0 0,0 0 0 0 0,-1 0 1 0 0,1 0-1 0 0,0 0 0 0 0,0 0 0 0 0,-1 0 0 0 0,1 1 0 0 0,0-1 1 0 0,0 0-1 0 0,-1 0 0 0 0,-1 3-2787 0 0,2-2 2787 0 0,0-1 0 0 0,0 0 0 0 0,0 1 0 0 0,0 3-2994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13 14771 0 0,'5'-12'3332'0'0,"3"12"-3634"0"0,8-1 442 0 0</inkml:trace>
  <inkml:trace contextRef="#ctx0" brushRef="#br0" timeOffset="1">3 167 11362 0 0,'0'0'645'0'0,"-3"6"2477"0"0,5-5-3069 0 0,1 0 1 0 0,-1 0 0 0 0,0-1-1 0 0,1 1 1 0 0,-1-1 0 0 0,0 0-1 0 0,1 1 1 0 0,-1-1 0 0 0,0 0-1 0 0,1-1 1 0 0,2 1 0 0 0,1 0 4 0 0,16-1-1682 0 0,1 0 1 0 0,23-5-1 0 0,-26 1-1830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56 7162 0 0,'-15'-4'6163'0'0,"-11"-10"-5808"0"0,12 6 677 0 0,14 8-1011 0 0,0 0-1 0 0,-1 0 0 0 0,1 0 0 0 0,0 0 1 0 0,-1 0-1 0 0,1 0 0 0 0,0 0 0 0 0,-1-1 1 0 0,1 1-1 0 0,0 0 0 0 0,-1 0 0 0 0,1 0 1 0 0,0 0-1 0 0,-1-1 0 0 0,1 1 0 0 0,0 0 1 0 0,0 0-1 0 0,-1-1 0 0 0,1 1 0 0 0,0 0 1 0 0,0 0-1 0 0,-1-1 0 0 0,1 1 0 0 0,0 0 0 0 0,0-1 1 0 0,0 1-1 0 0,0 0 0 0 0,0-1 0 0 0,-1 1 1 0 0,1 0-1 0 0,0-1 0 0 0,0 1 0 0 0,0 0 1 0 0,0-1-1 0 0,0 1 0 0 0,0-1 0 0 0,0 1 1 0 0,0 0-1 0 0,0-1 0 0 0,0 1 0 0 0,0 0 1 0 0,1-1-1 0 0,-1 1 0 0 0,0-1 0 0 0,18-8 385 0 0,31 1 103 0 0,-43 7-442 0 0,0 1 0 0 0,1 0 0 0 0,-1 1 0 0 0,0-1 0 0 0,0 1 0 0 0,0 0 0 0 0,0 1 0 0 0,0-1 0 0 0,11 6 0 0 0,-16-6-30 0 0,1 1 0 0 0,-1 0 1 0 0,0 0-1 0 0,1 0 0 0 0,-1 0 0 0 0,0 0 1 0 0,0 0-1 0 0,1 3 0 0 0,1 3 35 0 0,-1-4-48 0 0,0 0 0 0 0,-1 0 0 0 0,1 1 0 0 0,-1-1 0 0 0,0 1 1 0 0,0-1-1 0 0,-1 1 0 0 0,1-1 0 0 0,-1 1 0 0 0,0 0 0 0 0,0-1 0 0 0,-1 1 0 0 0,1-1 0 0 0,-1 1 0 0 0,0-1 0 0 0,-1 1 0 0 0,1-1 0 0 0,-1 0 0 0 0,1 1 1 0 0,-1-1-1 0 0,0 0 0 0 0,-1 0 0 0 0,1 0 0 0 0,-1 0 0 0 0,0-1 0 0 0,0 1 0 0 0,0-1 0 0 0,0 0 0 0 0,-7 6 0 0 0,-8 2 53 0 0,10-6-70 0 0,-1 1 1 0 0,1-1-1 0 0,-1 2 0 0 0,2-1 1 0 0,-1 1-1 0 0,-9 11 0 0 0,17-17-17 0 0,-1 0-1 0 0,0 0 1 0 0,1 0-1 0 0,0 0 1 0 0,-1 0 0 0 0,1 0-1 0 0,0 1 1 0 0,-1-1-1 0 0,1 0 1 0 0,0 0-1 0 0,0 0 1 0 0,0 0-1 0 0,0 0 1 0 0,0 1-1 0 0,0-1 1 0 0,0 0-1 0 0,0 0 1 0 0,1 0 0 0 0,-1 0-1 0 0,0 0 1 0 0,1 1-1 0 0,-1-1 1 0 0,1 0-1 0 0,-1 0 1 0 0,1 0-1 0 0,0 0 1 0 0,-1 0-1 0 0,1-1 1 0 0,0 1 0 0 0,-1 0-1 0 0,1 0 1 0 0,0 0-1 0 0,0 0 1 0 0,0-1-1 0 0,1 2 1 0 0,6 3 43 0 0,-1 0 1 0 0,1 0 0 0 0,14 6-1 0 0,-7-4 20 0 0,-11-4-96 0 0,2 0 223 0 0,0 0 0 0 0,-1 1 0 0 0,1-1 0 0 0,-1 1 0 0 0,6 6 0 0 0,-10-9-138 0 0,0 1 0 0 0,0-1 0 0 0,0 0 1 0 0,0 0-1 0 0,-1 1 0 0 0,1-1 1 0 0,0 1-1 0 0,0-1 0 0 0,-1 1 0 0 0,1-1 1 0 0,-1 1-1 0 0,0-1 0 0 0,1 1 0 0 0,-1 0 1 0 0,0-1-1 0 0,0 1 0 0 0,0-1 1 0 0,0 1-1 0 0,0 0 0 0 0,0-1 0 0 0,0 1 1 0 0,-1-1-1 0 0,1 1 0 0 0,-1-1 0 0 0,1 1 1 0 0,-2 2-1 0 0,0-2-35 0 0,1 0 1 0 0,-1 0-1 0 0,0-1 0 0 0,-1 1 1 0 0,1 0-1 0 0,0-1 0 0 0,0 1 1 0 0,-1-1-1 0 0,1 0 0 0 0,0 0 1 0 0,-1 0-1 0 0,1 0 0 0 0,-1 0 1 0 0,0-1-1 0 0,-4 1 0 0 0,-6 3 20 0 0,-13 4-60 0 0,-2-1 1 0 0,-29 4 0 0 0,53-10 14 0 0,1 0 0 0 0,-1 0 1 0 0,1 1-1 0 0,-1-1 1 0 0,1 1-1 0 0,-4 2 0 0 0,-21 9-1849 0 0,26-12 1269 0 0,1-1 1 0 0,0 0 0 0 0,-1 1-1 0 0,1-1 1 0 0,0 0 0 0 0,-1 0-1 0 0,1 0 1 0 0,-1 0-1 0 0,1-1 1 0 0,0 1 0 0 0,-3-1-1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70 7530 0 0,'-3'-4'7682'0'0,"-5"-12"-6226"0"0,9 14-1387 0 0,0 0 0 0 0,1 1 1 0 0,-1-1-1 0 0,0 1 1 0 0,1-1-1 0 0,-1 1 0 0 0,1-1 1 0 0,0 1-1 0 0,-1 0 0 0 0,1 0 1 0 0,0 0-1 0 0,0 0 1 0 0,0 0-1 0 0,2 0 0 0 0,1-2 20 0 0,6-2-24 0 0,-1 1 0 0 0,1 0 0 0 0,0 1 0 0 0,0 0 0 0 0,1 0 0 0 0,-1 1 0 0 0,1 1 0 0 0,-1 0 0 0 0,1 0 0 0 0,-1 1 0 0 0,1 1 0 0 0,-1 0 0 0 0,1 0 0 0 0,-1 1 0 0 0,0 1 0 0 0,0 0 0 0 0,16 7 0 0 0,-24-9-57 0 0,-1 1-1 0 0,0 0 1 0 0,0 0 0 0 0,0 0 0 0 0,0 0 0 0 0,0 1 0 0 0,0-1 0 0 0,-1 0-1 0 0,1 1 1 0 0,-1-1 0 0 0,0 1 0 0 0,1 0 0 0 0,-1-1 0 0 0,-1 1-1 0 0,1 0 1 0 0,0 0 0 0 0,0-1 0 0 0,-1 1 0 0 0,0 5 0 0 0,7 18 32 0 0,1-4 15 0 0,-5-16-35 0 0,0-1 0 0 0,-1 1 0 0 0,0-1 0 0 0,0 1 0 0 0,-1 0 1 0 0,1 0-1 0 0,-1 0 0 0 0,0 0 0 0 0,-1 0 0 0 0,0 0 0 0 0,0 0 0 0 0,0 0 0 0 0,0 0 0 0 0,-1-1 0 0 0,-2 8 0 0 0,2-6-1 0 0,-2 0 0 0 0,1 0 0 0 0,-1 0 0 0 0,0-1 0 0 0,-1 1 0 0 0,1-1-1 0 0,-1 1 1 0 0,0-1 0 0 0,-1 0 0 0 0,0-1 0 0 0,-9 10 0 0 0,-11 3 116 0 0,-1-2-1 0 0,0-1 1 0 0,-55 23 0 0 0,72-33 285 0 0,-12 5 534 0 0,14-13-658 0 0,7-8-294 0 0,0 9-1 0 0,1 0 0 0 0,-1 1 0 0 0,1-1 1 0 0,0 1-1 0 0,-1-1 0 0 0,1 1 0 0 0,0-1 0 0 0,0 1 0 0 0,0 0 0 0 0,0-1 0 0 0,0 1 1 0 0,0 0-1 0 0,1 0 0 0 0,-1 0 0 0 0,0 0 0 0 0,0 0 0 0 0,1 0 0 0 0,-1 0 0 0 0,1 0 1 0 0,-1 0-1 0 0,1 1 0 0 0,2-2 0 0 0,5 0 16 0 0,0-1 1 0 0,0 2-1 0 0,11-2 0 0 0,-13 2-14 0 0,0 1 0 0 0,0-2 0 0 0,0 1 0 0 0,11-5-1 0 0,-4 0-121 0 0,-7 2-27 0 0,0 1-1 0 0,0-1 1 0 0,0 2-1 0 0,0-1 1 0 0,0 1-1 0 0,1 0 1 0 0,-1 0-1 0 0,1 1 1 0 0,10 0-1 0 0,25 1-5789 0 0,-27 0 2283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13 380 15147 0 0,'0'0'471'0'0,"-13"-13"2280"0"0,14 10-2748 0 0,0-1 0 0 0,-1 1 1 0 0,1-1-1 0 0,1 0 0 0 0,-1 1 0 0 0,0 0 0 0 0,1-1 0 0 0,0 1 0 0 0,0 0 0 0 0,0 0 1 0 0,3-4-1 0 0,8-16 37 0 0,-9 15-33 0 0,0 1 1 0 0,0 0 0 0 0,1 1-1 0 0,7-10 1 0 0,10-12 22 0 0,24-54-4 0 0,-36 60 68 0 0,2 0 1 0 0,0 1 0 0 0,2 1 0 0 0,0 0 0 0 0,19-20-1 0 0,-33 40-92 0 0,0 0-1 0 0,1 0 0 0 0,-1 0 0 0 0,0 0 0 0 0,0 0 0 0 0,0 0 1 0 0,0 0-1 0 0,0 0 0 0 0,1 0 0 0 0,-1 0 0 0 0,0 0 0 0 0,0 0 1 0 0,0 0-1 0 0,0-1 0 0 0,0 1 0 0 0,1 0 0 0 0,-1 0 0 0 0,0 1 1 0 0,0-1-1 0 0,0 0 0 0 0,0 0 0 0 0,1 0 0 0 0,-1 0 0 0 0,0 0 1 0 0,0 0-1 0 0,0 0 0 0 0,0 0 0 0 0,0 0 0 0 0,0 0 0 0 0,1 0 1 0 0,-1 0-1 0 0,0 0 0 0 0,0 0 0 0 0,0 1 0 0 0,0-1 0 0 0,0 0 1 0 0,0 0-1 0 0,0 0 0 0 0,1 0 0 0 0,-1 0 0 0 0,0 0 0 0 0,0 1 1 0 0,0-1-1 0 0,0 0 0 0 0,0 0 0 0 0,0 0 0 0 0,0 0 0 0 0,0 0 1 0 0,0 1-1 0 0,0-1 0 0 0,0 0 0 0 0,0 0 0 0 0,0 0 0 0 0,0 0 1 0 0,0 1-1 0 0,0-1 0 0 0,0 0 0 0 0,2 12 21 0 0,-2-12-21 0 0,0 14 5 0 0,0-1-1 0 0,-1 1 1 0 0,-5 22-1 0 0,4-23-15 0 0,0-1-1 0 0,1 1 0 0 0,0 0 0 0 0,2 25 0 0 0,-1-37 12 0 0,0 0-1 0 0,1 0 1 0 0,-1 1 0 0 0,1-1-1 0 0,-1 0 1 0 0,1 0-1 0 0,-1 0 1 0 0,1 0 0 0 0,0 0-1 0 0,-1 0 1 0 0,1 0 0 0 0,0 0-1 0 0,0 0 1 0 0,0 0-1 0 0,0 0 1 0 0,0 0 0 0 0,0-1-1 0 0,0 1 1 0 0,0 0-1 0 0,0-1 1 0 0,0 1 0 0 0,0-1-1 0 0,0 1 1 0 0,1-1 0 0 0,-1 1-1 0 0,0-1 1 0 0,0 0-1 0 0,1 0 1 0 0,-1 0 0 0 0,0 0-1 0 0,0 0 1 0 0,1 0 0 0 0,-1 0-1 0 0,0 0 1 0 0,0 0-1 0 0,1 0 1 0 0,0-1 0 0 0,1 1 2 0 0,0-1 1 0 0,0 1 0 0 0,-1-1 0 0 0,1 0 0 0 0,0 0-1 0 0,-1 0 1 0 0,1 0 0 0 0,-1-1 0 0 0,1 1 0 0 0,-1-1-1 0 0,1 1 1 0 0,-1-1 0 0 0,0 0 0 0 0,0 0 0 0 0,0 0-1 0 0,2-3 1 0 0,5-10 17 0 0,-2-1 0 0 0,0-1 0 0 0,-1 1 0 0 0,-1-1 0 0 0,4-19-1 0 0,-9 36-12 0 0,0-1-1 0 0,0 1 0 0 0,0-1 0 0 0,0 1 0 0 0,1-1 0 0 0,-1 0 0 0 0,0 1 0 0 0,0-1 0 0 0,0 1 0 0 0,0-1 0 0 0,1 1 0 0 0,-1-1 0 0 0,0 1 0 0 0,1-1 0 0 0,-1 1 0 0 0,0-1 0 0 0,1 1 0 0 0,-1-1 0 0 0,0 1 0 0 0,1 0 0 0 0,-1-1 0 0 0,1 1 0 0 0,-1 0 0 0 0,1-1 0 0 0,-1 1 0 0 0,1 0 0 0 0,-1 0 0 0 0,1-1 0 0 0,-1 1 0 0 0,1 0 0 0 0,0 0 0 0 0,-1 0 1 0 0,2 0-1 0 0,-2 0-2 0 0,1 0 1 0 0,0 0 0 0 0,0 1 0 0 0,0-1 0 0 0,-1 1-1 0 0,1-1 1 0 0,0 1 0 0 0,-1-1 0 0 0,1 1 0 0 0,0-1 0 0 0,-1 1-1 0 0,1 0 1 0 0,0-1 0 0 0,-1 1 0 0 0,1 0 0 0 0,-1 0-1 0 0,0-1 1 0 0,1 1 0 0 0,-1 0 0 0 0,0 0 0 0 0,1 0 0 0 0,-1 0-1 0 0,0 0 1 0 0,4 11 16 0 0,-2 0 0 0 0,0 1 0 0 0,0-1-1 0 0,-1 0 1 0 0,-1 1 0 0 0,0-1 0 0 0,-1 1 0 0 0,0-1-1 0 0,-5 24 1 0 0,-6 8 32 0 0,-23 59 0 0 0,12-39-54 0 0,11-30-266 0 0,-11 36 172 0 0,21-60-1378 0 0,1-1 1 0 0,0 1 0 0 0,0 11-1 0 0,1-15-2214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42 11202 0 0,'-1'-9'1581'0'0,"-2"-12"-139"0"0,3 21-1388 0 0,0 0 0 0 0,0-1 0 0 0,0 1 0 0 0,0-1-1 0 0,0 1 1 0 0,0 0 0 0 0,0-1 0 0 0,0 1 0 0 0,0-1 0 0 0,0 1-1 0 0,0 0 1 0 0,0-1 0 0 0,0 1 0 0 0,0-1 0 0 0,0 1 0 0 0,1 0-1 0 0,-1-1 1 0 0,0 1 0 0 0,0 0 0 0 0,0-1 0 0 0,1 1 0 0 0,-1-1-1 0 0,0 1 1 0 0,0 0 0 0 0,1 0 0 0 0,-1-1 0 0 0,0 1-1 0 0,0 0 1 0 0,1 0 0 0 0,-1-1 0 0 0,1 1 0 0 0,-1 0 0 0 0,1-1-1 0 0,0 26 1002 0 0,-1-11-909 0 0,-1-1 0 0 0,-1 0-1 0 0,0 1 1 0 0,-1-1 0 0 0,-6 19-1 0 0,-28 58 727 0 0,4-15 62 0 0,25-42-319 0 0,8-19-95 0 0,0-14-514 0 0,0 0 0 0 0,0 0-1 0 0,0 0 1 0 0,0 0 0 0 0,0 0 0 0 0,0 0-1 0 0,0 0 1 0 0,0 1 0 0 0,0-1 0 0 0,0 0-1 0 0,0 0 1 0 0,0 0 0 0 0,0 0-1 0 0,0 0 1 0 0,0 0 0 0 0,0 0 0 0 0,1 0-1 0 0,-1 0 1 0 0,0 1 0 0 0,0-1 0 0 0,0 0-1 0 0,0 0 1 0 0,0 0 0 0 0,0 0 0 0 0,0 0-1 0 0,0 0 1 0 0,0 0 0 0 0,1 0-1 0 0,-1 0 1 0 0,0 0 0 0 0,0 0 0 0 0,0 0-1 0 0,0 0 1 0 0,0 0 0 0 0,0 0 0 0 0,0 0-1 0 0,1 0 1 0 0,-1 0 0 0 0,0 0 0 0 0,0 0-1 0 0,0 0 1 0 0,0 0 0 0 0,0 0-1 0 0,0 0 1 0 0,0 0 0 0 0,0 0 0 0 0,1 0-1 0 0,-1 0 1 0 0,0 0 0 0 0,0 0 0 0 0,0 0-1 0 0,0 0 1 0 0,0 0 0 0 0,0-1 0 0 0,0 1-1 0 0,0 0 1 0 0,0 0 0 0 0,0 0 0 0 0,1 0-1 0 0,-1 0 1 0 0,0 0 0 0 0,0 0-1 0 0,0 0 1 0 0,0-1 0 0 0,6-1-4 0 0,-5 2 1 0 0,-1 1-1 0 0,0-1 1 0 0,0 0-1 0 0,1 0 0 0 0,-1 0 1 0 0,0 0-1 0 0,0 0 0 0 0,1 0 1 0 0,-1 0-1 0 0,0-1 1 0 0,0 1-1 0 0,0 0 0 0 0,1 0 1 0 0,-1 0-1 0 0,0 0 1 0 0,0 0-1 0 0,1 0 0 0 0,-1 0 1 0 0,0 0-1 0 0,0-1 0 0 0,0 1 1 0 0,1 0-1 0 0,-1 0 1 0 0,0 0-1 0 0,0 0 0 0 0,0-1 1 0 0,0 1-1 0 0,1 0 1 0 0,-1 0-1 0 0,0 0 0 0 0,0-1 1 0 0,0 1-1 0 0,0 0 0 0 0,0 0 1 0 0,0-1-1 0 0,0 1 1 0 0,1-2-3 0 0,0 0 1 0 0,0 0-1 0 0,0 1 0 0 0,0-1 1 0 0,0 0-1 0 0,0 1 1 0 0,0-1-1 0 0,0 1 1 0 0,1-1-1 0 0,-1 1 1 0 0,1-1-1 0 0,-1 1 1 0 0,3-1-1 0 0,-1-1 3 0 0,-1 1 1 0 0,1 0-1 0 0,-1 0 0 0 0,1-1 0 0 0,-1 1 1 0 0,0-1-1 0 0,0 0 0 0 0,0 0 0 0 0,1-3 0 0 0,10-12-40 0 0,21-31 5 0 0,-28 39 39 0 0,0 0 1 0 0,2 0-1 0 0,-1 0 1 0 0,14-13-1 0 0,-5 7-33 0 0,-14 13 28 0 0,1 0 0 0 0,-1 0 0 0 0,1 0 0 0 0,0 1 0 0 0,0-1 0 0 0,0 1 0 0 0,0 0 0 0 0,0 0 0 0 0,1 0 0 0 0,-1 0 0 0 0,0 1 0 0 0,6-2 0 0 0,7-4-53 0 0,-1 3 78 0 0,-14 5-23 0 0,0-1 1 0 0,0 1 0 0 0,0-1 0 0 0,0 1-1 0 0,0 0 1 0 0,0-1 0 0 0,0 1 0 0 0,0 0 0 0 0,-1 0-1 0 0,1-1 1 0 0,0 1 0 0 0,-1 0 0 0 0,1 0-1 0 0,0 0 1 0 0,-1 0 0 0 0,1 0 0 0 0,0 2 0 0 0,2 3 1 0 0,-1 1 1 0 0,0-1-1 0 0,0 0 0 0 0,-1 1 1 0 0,1-1-1 0 0,-1 1 1 0 0,-1 0-1 0 0,1-1 1 0 0,-1 8-1 0 0,-2 9 124 0 0,-5 29 0 0 0,6-50-114 0 0,0 17 29 0 0,3-13 35 0 0,4-13 39 0 0,16-44-123 0 0,-13 36 3 0 0,1 1 0 0 0,0 0 0 0 0,1 1 0 0 0,0 0 0 0 0,1 0 0 0 0,19-15 0 0 0,-12 12-7 0 0,21-16 20 0 0,-38 30-14 0 0,-1 1-1 0 0,1 0 1 0 0,0 0 0 0 0,0 0-1 0 0,0 0 1 0 0,0 1 0 0 0,0-1-1 0 0,0 0 1 0 0,0 1 0 0 0,0 0-1 0 0,0-1 1 0 0,0 1 0 0 0,0 0-1 0 0,0 0 1 0 0,0 0 0 0 0,0 0-1 0 0,1 0 1 0 0,-1 1 0 0 0,3 0-1 0 0,-4 1 6 0 0,0 0-1 0 0,0 0 0 0 0,1 0 1 0 0,-1 1-1 0 0,-1-1 0 0 0,1 0 1 0 0,0 1-1 0 0,-1-1 0 0 0,1 1 1 0 0,-1-1-1 0 0,1 5 0 0 0,-1-2 13 0 0,5 28-14 0 0,-2-10 20 0 0,1 0 0 0 0,1-1-1 0 0,1 1 1 0 0,0-1 0 0 0,12 24-1 0 0,-13-39-993 0 0,4 1-5110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214 248 3145 0 0,'-3'-12'1128'0'0,"-1"-9"1130"0"0,1 0 1 0 0,2 0-1 0 0,0-32 1 0 0,1 43-544 0 0,-16 31-486 0 0,-9 31-753 0 0,-31 93-1 0 0,36-86-5 0 0,-37 73 1 0 0,30-72 2 0 0,118-261-355 0 0,-45 97-92 0 0,86-149 1 0 0,-130 252-24 0 0,-1-1 0 0 0,1 0 0 0 0,-1 1 0 0 0,1-1 1 0 0,-1 1-1 0 0,1 0 0 0 0,0-1 0 0 0,0 1 0 0 0,-1 0 1 0 0,1 0-1 0 0,0 0 0 0 0,0 0 0 0 0,0 1 0 0 0,0-1 0 0 0,4-1 1 0 0,-4 2-5 0 0,-1 0 1 0 0,1 0 0 0 0,-1 0 0 0 0,0 0 0 0 0,1 0-1 0 0,-1 0 1 0 0,1 0 0 0 0,-1 0 0 0 0,1 0 0 0 0,-1 0-1 0 0,0 1 1 0 0,1-1 0 0 0,-1 1 0 0 0,1-1 0 0 0,-1 1-1 0 0,0 0 1 0 0,0-1 0 0 0,1 1 0 0 0,-1 0-1 0 0,0 0 1 0 0,0 0 0 0 0,0 0 0 0 0,0 0 0 0 0,0 0-1 0 0,0 0 1 0 0,1 1 0 0 0,2 7 7 0 0,1-1 1 0 0,-1 1-1 0 0,-1 0 1 0 0,0 0-1 0 0,4 16 0 0 0,6 55 49 0 0,-9-54-51 0 0,9 63-2 0 0,-12-81 4 0 0,1 0 0 0 0,0 0 0 0 0,0-1 0 0 0,0 1 0 0 0,6 11 0 0 0,-4-11-1 0 0,-1 0 0 0 0,0 0 1 0 0,-1 0-1 0 0,3 14 0 0 0,-3 19-37 0 0,-2-32-458 0 0,0 0-1 0 0,1 0 1 0 0,0 0 0 0 0,0-1 0 0 0,1 1 0 0 0,0 0 0 0 0,6 16 0 0 0,-3-17-1841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38 313 13739 0 0,'-27'-7'592'0'0,"26"7"-584"0"0,1 0 0 0 0,-1 0 0 0 0,1 0 0 0 0,-1 0 0 0 0,1 0 0 0 0,0-1 0 0 0,-1 1 0 0 0,1 0 0 0 0,-1 0 0 0 0,1 0 0 0 0,0-1 0 0 0,-1 1 0 0 0,1 0 0 0 0,-1-1 0 0 0,1 1 0 0 0,0 0 0 0 0,-1-1 1 0 0,1 1-1 0 0,0 0 0 0 0,0-1 0 0 0,-1 1 0 0 0,1 0 0 0 0,0-1 0 0 0,0 1 0 0 0,0-1 0 0 0,-1 1 0 0 0,1-1 0 0 0,0 1 0 0 0,0 0 0 0 0,0-1 0 0 0,0 1 0 0 0,0-1 0 0 0,0 1 0 0 0,0-1 0 0 0,0 1 0 0 0,0-1 0 0 0,0 1 0 0 0,0-1 0 0 0,0 1 0 0 0,0 0 0 0 0,0-1 0 0 0,1 1 0 0 0,-1-1 0 0 0,0 1 0 0 0,0-1 0 0 0,0 1 0 0 0,1 0 0 0 0,-1-1 0 0 0,0 1 0 0 0,0 0 0 0 0,1-1 0 0 0,-1 1 0 0 0,0 0 0 0 0,1-1 0 0 0,-1 1 0 0 0,1 0 0 0 0,-1-1 0 0 0,1 1 0 0 0,75-51 874 0 0,5-3-494 0 0,-72 47-348 0 0,-1 0-1 0 0,1-1 1 0 0,-2 0 0 0 0,1 0-1 0 0,-1-1 1 0 0,9-14-1 0 0,-10 12 68 0 0,-1 0 0 0 0,6-20 0 0 0,1-2 679 0 0,-12 32-751 0 0,1 1-1 0 0,-1-1 0 0 0,0 1 0 0 0,1-1 0 0 0,-1 0 0 0 0,0 1 0 0 0,0-1 1 0 0,0 1-1 0 0,0-1 0 0 0,0 0 0 0 0,0 1 0 0 0,1-1 0 0 0,-2 0 1 0 0,1 1-1 0 0,0-1 0 0 0,0 0 0 0 0,0 1 0 0 0,0-1 0 0 0,0 0 0 0 0,0 1 1 0 0,-1-1-1 0 0,1 1 0 0 0,0-1 0 0 0,0 0 0 0 0,-1 1 0 0 0,1-1 1 0 0,-1 1-1 0 0,0-1 0 0 0,0 0-13 0 0,0 0 0 0 0,0 0 1 0 0,0 1-1 0 0,-1-1 0 0 0,1 1 1 0 0,0-1-1 0 0,0 1 0 0 0,-1-1 0 0 0,1 1 1 0 0,-1 0-1 0 0,1 0 0 0 0,-3-1 1 0 0,-2 1 6 0 0,-1 0 1 0 0,1 1-1 0 0,-1 0 1 0 0,-11 2-1 0 0,11-1-9 0 0,-1 1 0 0 0,0 0-1 0 0,1 0 1 0 0,0 1 0 0 0,-1 0 0 0 0,1 0-1 0 0,1 0 1 0 0,-1 1 0 0 0,1 0 0 0 0,0 0-1 0 0,0 1 1 0 0,0 0 0 0 0,-6 8 0 0 0,5-3-20 0 0,0 0 1 0 0,1 1-1 0 0,0 0 1 0 0,0 0-1 0 0,2 0 1 0 0,-1 0-1 0 0,-3 21 1 0 0,-8 11 19 0 0,13-39-18 0 0,1 0-1 0 0,0 0 1 0 0,0 1 0 0 0,0-1 0 0 0,0 0-1 0 0,1 1 1 0 0,0-1 0 0 0,0 1 0 0 0,1-1 0 0 0,-1 1-1 0 0,1-1 1 0 0,0 1 0 0 0,1 0 0 0 0,1 6-1 0 0,-2-9-4 0 0,0 0-1 0 0,1-1 0 0 0,-1 1 0 0 0,1 0 0 0 0,0-1 0 0 0,0 1 0 0 0,0-1 1 0 0,0 1-1 0 0,1-1 0 0 0,-1 0 0 0 0,1 1 0 0 0,-1-1 0 0 0,1 0 0 0 0,0 0 1 0 0,0 0-1 0 0,0 0 0 0 0,0-1 0 0 0,0 1 0 0 0,0 0 0 0 0,0-1 0 0 0,1 1 1 0 0,-1-1-1 0 0,1 0 0 0 0,-1 0 0 0 0,1 0 0 0 0,-1 0 0 0 0,5 1 0 0 0,35 10-32 0 0,-36-10 27 0 0,1 0-1 0 0,-1 0 1 0 0,1 0 0 0 0,-1-1 0 0 0,1 0 0 0 0,9 1 0 0 0,-8-3 5 0 0,-1 0 1 0 0,1 0-1 0 0,0 0 0 0 0,0-1 0 0 0,-1 0 0 0 0,0-1 0 0 0,11-5 0 0 0,22-6-1 0 0,-22 7 2 0 0,0 0 0 0 0,-1-2 0 0 0,0 0 0 0 0,0 0 0 0 0,-1-2 0 0 0,28-22 0 0 0,-23 16 3 0 0,4-2 134 0 0,32-31 0 0 0,-49 42-96 0 0,-1 1 0 0 0,-1-1 0 0 0,1 0 0 0 0,-1-1 0 0 0,-1 0 0 0 0,1 0 1 0 0,-1 0-1 0 0,4-12 0 0 0,-9 20-4 0 0,0 1 0 0 0,1-1 1 0 0,-1 0-1 0 0,0 0 0 0 0,0 0 0 0 0,0 0 1 0 0,0 1-1 0 0,0-1 0 0 0,0 0 0 0 0,0 0 0 0 0,0 0 1 0 0,0 0-1 0 0,0 1 0 0 0,-1-1 0 0 0,1 0 1 0 0,0 0-1 0 0,-1 0 0 0 0,1 1 0 0 0,0-1 1 0 0,-1 0-1 0 0,1 0 0 0 0,-1 1 0 0 0,1-1 1 0 0,-1 0-1 0 0,0 0 0 0 0,-1-1-14 0 0,0 1 0 0 0,0 0 1 0 0,0-1-1 0 0,0 1 0 0 0,0 0 0 0 0,0 0 0 0 0,0 0 0 0 0,-1 0 1 0 0,-2 0-1 0 0,-1-1-18 0 0,-1 1 0 0 0,0 0 1 0 0,0 0-1 0 0,0 0 1 0 0,-13 2-1 0 0,11 0 1 0 0,1 1-1 0 0,-1 0 1 0 0,0 1 0 0 0,1 0-1 0 0,-1 0 1 0 0,1 1 0 0 0,0 0 0 0 0,1 0-1 0 0,-1 1 1 0 0,0 0 0 0 0,1 0-1 0 0,0 1 1 0 0,1 0 0 0 0,-1 0-1 0 0,1 1 1 0 0,0 0 0 0 0,1 0-1 0 0,-7 11 1 0 0,7-9 5 0 0,1-2-10 0 0,1-1 0 0 0,0 1 1 0 0,0 0-1 0 0,1 0 0 0 0,-1 0 0 0 0,0 8 1 0 0,3-13-1 0 0,-1 0 0 0 0,1 0 1 0 0,0 0-1 0 0,1 0 1 0 0,-1 0-1 0 0,0 0 0 0 0,1 0 1 0 0,-1 0-1 0 0,1 0 1 0 0,-1 0-1 0 0,1 0 0 0 0,0-1 1 0 0,0 1-1 0 0,0 0 1 0 0,0 0-1 0 0,0-1 0 0 0,0 1 1 0 0,0-1-1 0 0,1 1 0 0 0,-1-1 1 0 0,0 1-1 0 0,1-1 1 0 0,0 0-1 0 0,-1 1 0 0 0,1-1 1 0 0,0 0-1 0 0,-1 0 1 0 0,4 1-1 0 0,42 19 19 0 0,-31-15-15 0 0,-1 1-1 0 0,-1 0 1 0 0,1 1 0 0 0,-1 0 0 0 0,-1 2 0 0 0,1-1 0 0 0,13 15 0 0 0,-17-15 4 0 0,-1 0 1 0 0,-1 0 0 0 0,0 1-1 0 0,0 0 1 0 0,-1 1 0 0 0,-1 0 0 0 0,1 0-1 0 0,-2 0 1 0 0,0 1 0 0 0,5 14-1 0 0,2 15-11 0 0,-8-31 21 0 0,-1 0 0 0 0,-1 0 0 0 0,3 14 0 0 0,-5-20-4 0 0,0 1 0 0 0,0-1 0 0 0,0 0 0 0 0,-1 1 0 0 0,0-1 0 0 0,1 0 0 0 0,-1 0 0 0 0,-1 1 0 0 0,1-1 0 0 0,-1 0 0 0 0,-3 6 0 0 0,4-7-8 0 0,-1 0 0 0 0,0 0 0 0 0,1-1 0 0 0,-1 1 0 0 0,-1-1 0 0 0,1 1 0 0 0,0-1 0 0 0,-1 0 0 0 0,1 0 0 0 0,-1 0 0 0 0,1 0 0 0 0,-1 0 0 0 0,0-1 0 0 0,0 1 0 0 0,-4 1 0 0 0,-2-1 1 0 0,0 1-1 0 0,0-1 1 0 0,-18 1-1 0 0,21-3-201 0 0,-1 1 0 0 0,0-1 0 0 0,1 2-1 0 0,-1-1 1 0 0,1 1 0 0 0,-1 0 0 0 0,1 0-1 0 0,-11 5 1 0 0,6-1-1292 0 0,2-5-2256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163 397 7050 0 0,'1'-23'3162'0'0,"1"-11"-1170"0"0,-5 14 2448 0 0,3 20-4421 0 0,0 0 0 0 0,-1 0 1 0 0,1-1-1 0 0,0 1 0 0 0,0 0 1 0 0,0 0-1 0 0,0 0 0 0 0,0 0 1 0 0,0-1-1 0 0,0 1 1 0 0,0 0-1 0 0,0 0 0 0 0,-1 0 1 0 0,1 0-1 0 0,0 0 0 0 0,0 0 1 0 0,0-1-1 0 0,0 1 0 0 0,0 0 1 0 0,-1 0-1 0 0,1 0 0 0 0,0 0 1 0 0,0 0-1 0 0,0 0 1 0 0,0 0-1 0 0,-1 0 0 0 0,1 0 1 0 0,0 0-1 0 0,0 0 0 0 0,0 0 1 0 0,-1 0-1 0 0,1 0 0 0 0,0 0 1 0 0,0 0-1 0 0,0 0 1 0 0,0 0-1 0 0,-1 0 0 0 0,1 0 1 0 0,0 0-1 0 0,0 0 0 0 0,0 0 1 0 0,0 0-1 0 0,-1 0 0 0 0,1 0 1 0 0,0 0-1 0 0,0 1 1 0 0,0-1-1 0 0,0 0 0 0 0,-1 0 1 0 0,1 0-1 0 0,0 0 0 0 0,0 0 1 0 0,0 1-1 0 0,0-1 0 0 0,0 0 1 0 0,0 0-1 0 0,0 0 0 0 0,0 0 1 0 0,0 1-1 0 0,-1-1 1 0 0,1 0-1 0 0,0 0 0 0 0,0 0 1 0 0,0 0-1 0 0,0 1 0 0 0,-7 13 121 0 0,6-14-126 0 0,-28 72 392 0 0,-25 95 0 0 0,34-100-510 0 0,-20 130 0 0 0,38-152-686 0 0,2-41 541 0 0,0-1 0 0 0,0 0-1 0 0,0 1 1 0 0,1-1 0 0 0,0 0-1 0 0,0 1 1 0 0,0-1 0 0 0,0 0 0 0 0,0 0-1 0 0,0 0 1 0 0,3 4 0 0 0,-3-6 173 0 0,0 0 1 0 0,0 1 0 0 0,0-2-1 0 0,0 1 1 0 0,0 0-1 0 0,0 0 1 0 0,0 0-1 0 0,0 0 1 0 0,0-1 0 0 0,1 1-1 0 0,-1 0 1 0 0,0-1-1 0 0,0 0 1 0 0,1 1-1 0 0,-1-1 1 0 0,0 1 0 0 0,1-1-1 0 0,-1 0 1 0 0,0 0-1 0 0,1 0 1 0 0,-1 0-1 0 0,0 0 1 0 0,1 0 0 0 0,-1 0-1 0 0,1 0 1 0 0,-1-1-1 0 0,0 1 1 0 0,0 0-1 0 0,1-1 1 0 0,-1 1 0 0 0,0-1-1 0 0,2-1 1 0 0,1 1 61 0 0,-1-2 1 0 0,1 1 0 0 0,-1 0-1 0 0,0-1 1 0 0,1 1-1 0 0,-1-1 1 0 0,-1 0-1 0 0,1 0 1 0 0,3-5 0 0 0,9-14 58 0 0,-3 3 269 0 0,1 0 1 0 0,1 0-1 0 0,1 1 1 0 0,0 1-1 0 0,21-17 1 0 0,126-96 3188 0 0,-156 123-3325 0 0,0-1 0 0 0,0 1 0 0 0,-1-1 0 0 0,0 0 0 0 0,-1 0 0 0 0,1-1 0 0 0,-2 1 0 0 0,4-12 0 0 0,-6 19-160 0 0,-1 0 0 0 0,0 0 0 0 0,1 0 0 0 0,-1 0 0 0 0,0 0-1 0 0,0 0 1 0 0,0 0 0 0 0,1 0 0 0 0,-1-1 0 0 0,0 1 0 0 0,-1 0 0 0 0,1 0 0 0 0,0 0 0 0 0,0 0-1 0 0,0 0 1 0 0,-1 0 0 0 0,1 0 0 0 0,0 0 0 0 0,-1 0 0 0 0,1 0 0 0 0,-1 0 0 0 0,1 0 0 0 0,-1 0-1 0 0,-1-1 1 0 0,1 0-6 0 0,-1 1 0 0 0,1 0 0 0 0,-1 0-1 0 0,0 0 1 0 0,1 0 0 0 0,-1 0 0 0 0,0 0-1 0 0,0 1 1 0 0,0-1 0 0 0,0 1 0 0 0,0-1 0 0 0,-3 0-1 0 0,-1 1-5 0 0,0 0 0 0 0,0-1 0 0 0,0 2 0 0 0,0-1 0 0 0,0 1 0 0 0,1 0 0 0 0,-1 0 0 0 0,-9 3 0 0 0,10-2-7 0 0,1 0 0 0 0,-1 0 0 0 0,0 1 0 0 0,1-1 1 0 0,0 1-1 0 0,-1 0 0 0 0,1 0 0 0 0,0 1 0 0 0,0-1 1 0 0,1 1-1 0 0,-1 0 0 0 0,1 0 0 0 0,0 0 0 0 0,-4 7 1 0 0,1-2 2 0 0,1-1 0 0 0,0 2 0 0 0,1-1 0 0 0,0 0 0 0 0,0 1 1 0 0,1 0-1 0 0,-2 11 0 0 0,-10 24-7 0 0,11-37-4 0 0,1 0 0 0 0,0 1 0 0 0,-2 11 0 0 0,4-16 3 0 0,1-1 1 0 0,0 0 0 0 0,0 1 0 0 0,0-1 0 0 0,0 1 0 0 0,0-1 0 0 0,1 0 0 0 0,-1 1-1 0 0,1-1 1 0 0,0 0 0 0 0,0 0 0 0 0,3 6 0 0 0,-2-6 1 0 0,0-1 1 0 0,-1 0-1 0 0,1 1 1 0 0,0-1 0 0 0,0 0-1 0 0,1 0 1 0 0,-1 0-1 0 0,0-1 1 0 0,1 1-1 0 0,-1-1 1 0 0,1 1-1 0 0,0-1 1 0 0,-1 0-1 0 0,1 0 1 0 0,0 0-1 0 0,4 1 1 0 0,16 8-14 0 0,-17-7 16 0 0,1-1 0 0 0,-1 1 0 0 0,0-1 0 0 0,1 0 0 0 0,-1-1 0 0 0,1 0 0 0 0,0 0 0 0 0,-1 0 0 0 0,1-1 0 0 0,0 0 0 0 0,-1 0 0 0 0,1-1 0 0 0,0 0 1 0 0,10-2-1 0 0,-2-1-2 0 0,-1 0 0 0 0,0-2 0 0 0,0 1 1 0 0,0-2-1 0 0,16-9 0 0 0,0 1 0 0 0,-24 13 3 0 0,-1 0-1 0 0,0-1 1 0 0,0 0 0 0 0,0 0-1 0 0,0 0 1 0 0,5-4 0 0 0,7-8 20 0 0,-12 12 6 0 0,0-1 0 0 0,0 0 1 0 0,-1 0-1 0 0,1-1 1 0 0,-1 1-1 0 0,0-1 1 0 0,0 0-1 0 0,-1 0 1 0 0,0 0-1 0 0,4-8 1 0 0,1 1 127 0 0,-4 10-125 0 0,-4 10-60 0 0,-6 7 13 0 0,4-11-9 0 0,1-1 0 0 0,-1 1 1 0 0,1 0-1 0 0,-1 0 0 0 0,1-1 0 0 0,0 1 1 0 0,1 0-1 0 0,-1 0 0 0 0,1 0 0 0 0,0 0 1 0 0,0 0-1 0 0,0 0 0 0 0,1 7 1 0 0,0-10 10 0 0,0 0 1 0 0,0 0 0 0 0,0 0 0 0 0,0 0 0 0 0,1 0 0 0 0,-1 0-1 0 0,0 0 1 0 0,1 0 0 0 0,-1-1 0 0 0,0 1 0 0 0,1 0-1 0 0,-1-1 1 0 0,1 1 0 0 0,-1-1 0 0 0,1 0 0 0 0,-1 1 0 0 0,1-1-1 0 0,-1 0 1 0 0,1 0 0 0 0,2 0 0 0 0,32-3-139 0 0,-26 0 134 0 0,-1 1-1 0 0,1-1 0 0 0,-1-1 1 0 0,0 0-1 0 0,0 0 0 0 0,0-1 1 0 0,-1 0-1 0 0,0 0 0 0 0,0-1 1 0 0,0 0-1 0 0,12-13 0 0 0,6-7 27 0 0,-1-2-1 0 0,33-47 0 0 0,-47 59 12 0 0,-1-1 1 0 0,-1 1-1 0 0,-1-2 1 0 0,-1 1-1 0 0,0-1 0 0 0,8-35 1 0 0,-1-23 64 0 0,6-105 0 0 0,-19 170-43 0 0,1 0 0 0 0,0 0 1 0 0,1 0-1 0 0,8-20 1 0 0,-7 21 106 0 0,-1 0 0 0 0,0 0 0 0 0,0 0 0 0 0,-1-1 1 0 0,0 1-1 0 0,0-15 0 0 0,-4 25-107 0 0,0 5-30 0 0,-18 68 40 0 0,4 0 1 0 0,-10 105-1 0 0,12-71 80 0 0,9-71-80 0 0,2 0-1 0 0,1 0 0 0 0,1 0 0 0 0,3 0 0 0 0,0 0 1 0 0,3-1-1 0 0,14 58 0 0 0,-18-90-86 0 0,0 0 1 0 0,1 0-1 0 0,0 0 1 0 0,-1-1-1 0 0,1 1 0 0 0,0 0 1 0 0,0-1-1 0 0,0 0 1 0 0,1 1-1 0 0,3 2 1 0 0,-5-4-69 0 0,0 0 0 0 0,-1-1 0 0 0,1 1 1 0 0,0-1-1 0 0,0 1 0 0 0,-1-1 0 0 0,1 1 0 0 0,0-1 1 0 0,0 1-1 0 0,0-1 0 0 0,0 0 0 0 0,0 1 1 0 0,0-1-1 0 0,0 0 0 0 0,-1 0 0 0 0,1 0 1 0 0,0 0-1 0 0,0 0 0 0 0,0 0 0 0 0,0 0 1 0 0,0 0-1 0 0,0 0 0 0 0,0 0 0 0 0,0 0 1 0 0,0-1-1 0 0,0 1 0 0 0,0 0 0 0 0,-1-1 0 0 0,1 1 1 0 0,0-1-1 0 0,0 1 0 0 0,0-1 0 0 0,0 1 1 0 0,-1-1-1 0 0,1 1 0 0 0,0-1 0 0 0,-1 0 1 0 0,1 1-1 0 0,0-1 0 0 0,-1 0 0 0 0,1 0 1 0 0,0-1-1 0 0,2-4-479 0 0,1 0-1 0 0,-1 0 1 0 0,-1 0 0 0 0,1-1 0 0 0,-1 1 0 0 0,0-1-1 0 0,0 0 1 0 0,-1 1 0 0 0,0-1 0 0 0,0-9-1 0 0,-2-3-1795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36 135 9122 0 0,'-2'-1'467'0'0,"0"1"1"0"0,0 0 0 0 0,1-1-1 0 0,-1 0 1 0 0,0 1-1 0 0,0-1 1 0 0,1 0-1 0 0,-1 0 1 0 0,0 0-1 0 0,1 0 1 0 0,-1 0-1 0 0,1 0 1 0 0,-1 0-1 0 0,1 0 1 0 0,0-1-1 0 0,-1 1 1 0 0,-1-3-1 0 0,3 3-433 0 0,-1 0-1 0 0,1 1 0 0 0,-1-1 1 0 0,1 0-1 0 0,-1 0 0 0 0,1 1 0 0 0,0-1 1 0 0,-1 0-1 0 0,1 0 0 0 0,0 0 1 0 0,0 0-1 0 0,-1 0 0 0 0,1 1 1 0 0,0-1-1 0 0,0 0 0 0 0,0 0 0 0 0,0 0 1 0 0,0 0-1 0 0,0 0 0 0 0,0 0 1 0 0,1 0-1 0 0,-1 1 0 0 0,0-1 1 0 0,0 0-1 0 0,1 0 0 0 0,-1 0 0 0 0,1 0 1 0 0,-1 1-1 0 0,1-1 0 0 0,-1 0 1 0 0,1 0-1 0 0,-1 1 0 0 0,1-1 1 0 0,-1 0-1 0 0,1 1 0 0 0,0-1 1 0 0,-1 1-1 0 0,1-1 0 0 0,0 1 0 0 0,1-1 1 0 0,7-4-13 0 0,1 1 1 0 0,0 0-1 0 0,0 0 1 0 0,0 1 0 0 0,12-2-1 0 0,56-7 6 0 0,-69 11-26 0 0,-4 0-13 0 0,12-1-130 0 0,0 0 0 0 0,0-2 0 0 0,0 1 1 0 0,27-12-1 0 0,-12 4-1951 0 0,-1 4-886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363 430 1816 0 0,'-5'-79'9095'0'0,"-2"36"-7274"0"0,-3 1 0 0 0,-17-52 0 0 0,26 92-1739 0 0,0 0-1 0 0,0 0 1 0 0,-1-1-1 0 0,1 1 1 0 0,0 0-1 0 0,-1 0 1 0 0,0 0-1 0 0,0 0 1 0 0,1 0-1 0 0,-1 1 1 0 0,0-1-1 0 0,0 0 1 0 0,0 1-1 0 0,-1 0 1 0 0,1-1 0 0 0,0 1-1 0 0,-1 0 1 0 0,1 0-1 0 0,0 0 1 0 0,-1 1-1 0 0,1-1 1 0 0,-1 1-1 0 0,-3-1 1 0 0,2 0-51 0 0,-1 1 0 0 0,1-1 0 0 0,0 1 0 0 0,-1 0 0 0 0,1 1 0 0 0,-1-1-1 0 0,1 1 1 0 0,-1 0 0 0 0,1 0 0 0 0,0 0 0 0 0,0 0 0 0 0,-8 5 0 0 0,4-1-17 0 0,1 0 0 0 0,0 1-1 0 0,0 0 1 0 0,0 0 0 0 0,1 0-1 0 0,0 1 1 0 0,1 0 0 0 0,-1 0-1 0 0,1 1 1 0 0,-5 10 0 0 0,-5 12-11 0 0,-16 47 1 0 0,10-24 6 0 0,15-38-16 0 0,-6 29 0 0 0,10-31 11 0 0,-1-1 0 0 0,-1 0-1 0 0,-7 16 1 0 0,7-20 0 0 0,1 0 0 0 0,0 1-1 0 0,0-1 1 0 0,1 1 0 0 0,0 0 0 0 0,0-1-1 0 0,1 1 1 0 0,0 0 0 0 0,1 15 0 0 0,0-21-7 0 0,0 1 0 0 0,1-1 1 0 0,-1 0-1 0 0,1 1 0 0 0,-1-1 1 0 0,1 0-1 0 0,0 0 1 0 0,0 0-1 0 0,1 1 0 0 0,-1-1 1 0 0,1-1-1 0 0,-1 1 0 0 0,1 0 1 0 0,0 0-1 0 0,0-1 0 0 0,0 1 1 0 0,1-1-1 0 0,-1 1 0 0 0,0-1 1 0 0,1 0-1 0 0,0 0 1 0 0,-1 0-1 0 0,1 0 0 0 0,0 0 1 0 0,0-1-1 0 0,0 0 0 0 0,0 1 1 0 0,6 0-1 0 0,31 12-48 0 0,-33-11 44 0 0,0 0 0 0 0,0-1 0 0 0,0 0 0 0 0,0 0 0 0 0,0-1-1 0 0,0 1 1 0 0,0-2 0 0 0,1 1 0 0 0,-1-1 0 0 0,9 0 0 0 0,-5-3-11 0 0,1 0 0 0 0,0 0 0 0 0,-1-1 0 0 0,0-1 0 0 0,16-8 1 0 0,14-5-14 0 0,-27 12 24 0 0,0-1 1 0 0,-1 0-1 0 0,0-1 1 0 0,0 0-1 0 0,-1-1 1 0 0,0-1-1 0 0,15-14 1 0 0,-4-1-2 0 0,0-1 0 0 0,23-34 0 0 0,-33 39 22 0 0,0-1 0 0 0,-1 0 1 0 0,-2 0-1 0 0,0-1 0 0 0,9-33 1 0 0,-5 3 17 0 0,10-72 0 0 0,-23 116-23 0 0,2 0-1 0 0,-1 1 0 0 0,1 0 0 0 0,1-1 0 0 0,4-7 1 0 0,-5 10 47 0 0,0-1 0 0 0,0 0 0 0 0,0 1 0 0 0,-1-1 0 0 0,0 0-1 0 0,0 0 1 0 0,-1 0 0 0 0,1-13 0 0 0,-2 21-55 0 0,0-1 0 0 0,0 0 0 0 0,0 0 0 0 0,0 1 0 0 0,0-1 0 0 0,0 0 0 0 0,-1 0 0 0 0,1 0 0 0 0,0 1 0 0 0,0-1 0 0 0,0 0 0 0 0,-1 0-1 0 0,1 0 1 0 0,0 0 0 0 0,0 0 0 0 0,0 1 0 0 0,-1-1 0 0 0,1 0 0 0 0,0 0 0 0 0,0 0 0 0 0,-1 0 0 0 0,1 0 0 0 0,0 0 0 0 0,0 0 0 0 0,-1 0-1 0 0,1 0 1 0 0,0 0 0 0 0,-1 0 0 0 0,1 0 0 0 0,0 0 0 0 0,0 0 0 0 0,-1 0 0 0 0,1 0 0 0 0,0 0 0 0 0,0 0 0 0 0,-1 0 0 0 0,1 0 0 0 0,0 0-1 0 0,0-1 1 0 0,0 1 0 0 0,-1 0 0 0 0,1 0 0 0 0,0 0 0 0 0,0 0 0 0 0,0-1 0 0 0,-1 1 0 0 0,1 0 0 0 0,0 0 0 0 0,0 0 0 0 0,0-1-1 0 0,0 1 1 0 0,-1 0 0 0 0,1 0 0 0 0,0-1 0 0 0,0 1 0 0 0,0 0 0 0 0,0 0 0 0 0,0-1 0 0 0,-55 130 60 0 0,-55 193 1 0 0,103-290-35 0 0,6-24-13 0 0,-1 0 0 0 0,1 0-1 0 0,-1-1 1 0 0,-1 1 0 0 0,0-1-1 0 0,-6 13 1 0 0,-2 6 83 0 0,11-26-91 0 0,0 1 0 0 0,0-1 0 0 0,0 1 0 0 0,-1-1 1 0 0,1 1-1 0 0,0-1 0 0 0,0 0 0 0 0,0 1 0 0 0,0-1 0 0 0,0 1 1 0 0,0-1-1 0 0,0 1 0 0 0,0-1 0 0 0,1 1 0 0 0,-1-1 0 0 0,0 1 1 0 0,0-1-1 0 0,0 1 0 0 0,0-1 0 0 0,1 1 0 0 0,-1-1 0 0 0,0 0 1 0 0,1 1-1 0 0,-1-1 0 0 0,0 1 0 0 0,1-1 0 0 0,-1 0 0 0 0,0 1 1 0 0,1-1-1 0 0,-1 0 0 0 0,0 0 0 0 0,1 1 0 0 0,-1-1 0 0 0,1 0 1 0 0,-1 0-1 0 0,1 1 0 0 0,-1-1 0 0 0,1 0 0 0 0,-1 0 0 0 0,1 0 1 0 0,-1 0-1 0 0,0 0 0 0 0,1 0 0 0 0,-1 0 0 0 0,1 0 0 0 0,-1 0 1 0 0,1 0-1 0 0,-1 0 0 0 0,1 0 0 0 0,-1 0 0 0 0,1 0 1 0 0,-1 0-1 0 0,1-1 0 0 0,0 1 0 0 0,7-2 12 0 0,0 0-1 0 0,0-1 1 0 0,0 0 0 0 0,0-1-1 0 0,0 1 1 0 0,-1-1 0 0 0,1-1-1 0 0,-1 1 1 0 0,0-1 0 0 0,7-7-1 0 0,8-9 38 0 0,29-34 0 0 0,-39 39-45 0 0,0-1-1 0 0,18-35 0 0 0,-5 7 14 0 0,-19 35 0 0 0,-5 7-13 0 0,0 1 1 0 0,0 0 0 0 0,0 0-1 0 0,1 0 1 0 0,-1 0 0 0 0,1 0-1 0 0,0 0 1 0 0,-1 0 0 0 0,1 0-1 0 0,0 1 1 0 0,0-1-1 0 0,0 1 1 0 0,4-3 0 0 0,-6 5-9 0 0,1-1 1 0 0,-1 0-1 0 0,1 1 1 0 0,-1-1-1 0 0,1 1 1 0 0,-1-1-1 0 0,0 0 1 0 0,1 1-1 0 0,-1-1 1 0 0,0 1-1 0 0,1-1 1 0 0,-1 1-1 0 0,0-1 1 0 0,0 1-1 0 0,0-1 1 0 0,1 1-1 0 0,-1 0 1 0 0,0-1-1 0 0,0 1 1 0 0,0-1-1 0 0,0 1 1 0 0,0-1-1 0 0,0 1 1 0 0,0 0-1 0 0,0-1 1 0 0,0 2-1 0 0,1 16-19 0 0,-1-7 22 0 0,-1 0 0 0 0,-1 0-1 0 0,0 0 1 0 0,-1-1 0 0 0,-6 20 0 0 0,5-22-178 0 0,1-1 0 0 0,1 1 0 0 0,0 0 0 0 0,0 0 0 0 0,0 0 0 0 0,1 0 0 0 0,0 1 0 0 0,1-1 1 0 0,-1 0-1 0 0,2 1 0 0 0,-1-1 0 0 0,3 9 0 0 0,-2-15-21 0 0,0 1-1 0 0,1-1 1 0 0,-1 1 0 0 0,1-1-1 0 0,-1 1 1 0 0,1-1 0 0 0,0 0-1 0 0,0 0 1 0 0,0 0 0 0 0,0 0-1 0 0,0 0 1 0 0,0-1 0 0 0,1 1-1 0 0,-1-1 1 0 0,1 1 0 0 0,-1-1 0 0 0,1 0-1 0 0,0 0 1 0 0,-1 0 0 0 0,1 0-1 0 0,4 0 1 0 0,1 1-103 0 0,0-1-1 0 0,0 0 1 0 0,0 0-1 0 0,0-1 1 0 0,1 0-1 0 0,10-1 1 0 0,-4-3 144 0 0,0 0 1 0 0,-1-1-1 0 0,0-1 0 0 0,1 0 1 0 0,-2-1-1 0 0,17-10 0 0 0,-22 12 304 0 0,-1-1 0 0 0,-1 0 0 0 0,1 0 0 0 0,-1 0-1 0 0,0-1 1 0 0,0 1 0 0 0,-1-1 0 0 0,0-1 0 0 0,0 1-1 0 0,-1-1 1 0 0,0 0 0 0 0,3-8 0 0 0,-5 10 239 0 0,6-8 621 0 0,-6 12-820 0 0,0-1 1 0 0,0 1-1 0 0,-1-1 1 0 0,1 0-1 0 0,-1 1 1 0 0,0-1 0 0 0,1 0-1 0 0,-1 0 1 0 0,-1 0-1 0 0,1 1 1 0 0,0-1-1 0 0,-1 0 1 0 0,1 0-1 0 0,-1 0 1 0 0,0 0-1 0 0,0 0 1 0 0,0 0 0 0 0,-1 0-1 0 0,1 0 1 0 0,-1 0-1 0 0,-1-5 1 0 0,2 7-175 0 0,-1 0 0 0 0,0 0 0 0 0,1 0 0 0 0,-1 0 0 0 0,0 1 0 0 0,0-1 0 0 0,0 0 0 0 0,0 1 0 0 0,1-1 0 0 0,-1 0 0 0 0,0 1 0 0 0,0-1 0 0 0,0 1 0 0 0,0 0 0 0 0,0-1 0 0 0,0 1 0 0 0,-1 0 0 0 0,1-1 0 0 0,0 1 0 0 0,0 0 0 0 0,0 0 0 0 0,0 0 0 0 0,0 0 0 0 0,0 0 1 0 0,0 0-1 0 0,-2 1 0 0 0,-31 7-17 0 0,26-5 19 0 0,3-1-16 0 0,1 0-1 0 0,-1 0 1 0 0,1 1 0 0 0,0-1 0 0 0,0 1 0 0 0,0 0-1 0 0,0 0 1 0 0,1 0 0 0 0,-1 1 0 0 0,1 0 0 0 0,-6 7-1 0 0,-34 54 36 0 0,27-39-26 0 0,16-25-11 0 0,-5 6 4 0 0,0-1 0 0 0,1 1 1 0 0,0 0-1 0 0,1 0 1 0 0,0 0-1 0 0,0 1 0 0 0,0-1 1 0 0,1 1-1 0 0,-2 9 1 0 0,-4 6 33 0 0,-1 2-41 0 0,9-24 6 0 0,-1 0 0 0 0,1 0 0 0 0,0 0 0 0 0,0 0 0 0 0,0 0 0 0 0,0 0 0 0 0,0 0 0 0 0,0 0 0 0 0,0 0 0 0 0,0 0 0 0 0,0 0 0 0 0,0 0 0 0 0,1-1 0 0 0,-1 1 0 0 0,0 0 0 0 0,1 0 0 0 0,-1 0 0 0 0,0 0 0 0 0,1 0 0 0 0,-1-1 0 0 0,2 2 0 0 0,-1-1-3 0 0,0 0 0 0 0,0 0-1 0 0,0-1 1 0 0,0 1 0 0 0,0 0 0 0 0,1-1 0 0 0,-1 1 0 0 0,0-1-1 0 0,0 1 1 0 0,1-1 0 0 0,-1 0 0 0 0,0 1 0 0 0,1-1-1 0 0,-1 0 1 0 0,0 0 0 0 0,1 0 0 0 0,-1 0 0 0 0,1 0 0 0 0,1-1-1 0 0,28-8 82 0 0,-19 5-43 0 0,-7 1-24 0 0,0 1 1 0 0,0-1-1 0 0,0 0 0 0 0,-1 0 1 0 0,1 0-1 0 0,-1-1 1 0 0,0 0-1 0 0,0 0 1 0 0,-1 0-1 0 0,1 0 1 0 0,-1 0-1 0 0,0-1 1 0 0,0 0-1 0 0,4-8 1 0 0,5-9 50 0 0,15-44 0 0 0,-17 25-2 0 0,-8 33-2 0 0,0-1 1 0 0,0 1-1 0 0,0 0 1 0 0,1 0-1 0 0,0 0 1 0 0,6-10-1 0 0,3 6 270 0 0,-12 12-330 0 0,1 0 0 0 0,-1 0 0 0 0,0 0-1 0 0,0 0 1 0 0,1 0 0 0 0,-1 1 0 0 0,0-1-1 0 0,0 0 1 0 0,1 0 0 0 0,-1 0 0 0 0,0 0 0 0 0,0 1-1 0 0,0-1 1 0 0,1 0 0 0 0,-1 0 0 0 0,0 0 0 0 0,0 0-1 0 0,0 1 1 0 0,0-1 0 0 0,1 0 0 0 0,-1 0-1 0 0,0 1 1 0 0,0-1 0 0 0,0 0 0 0 0,0 0 0 0 0,0 1-1 0 0,0-1 1 0 0,0 0 0 0 0,0 0 0 0 0,0 1 0 0 0,0-1-1 0 0,0 0 1 0 0,0 1 0 0 0,0 36-60 0 0,0-24 117 0 0,-3 23-93 0 0,1 13-400 0 0,8-19-3270 0 0,-4-28 3354 0 0,-1 0-1 0 0,1-1 1 0 0,-1 1-1 0 0,1 0 1 0 0,0-1-1 0 0,0 1 1 0 0,0-1 0 0 0,0 0-1 0 0,0 0 1 0 0,0 0-1 0 0,0 0 1 0 0,0 0-1 0 0,4 1 1 0 0,-4-1-305 0 0,17 6-2660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82 9722 0 0,'-1'-1'266'0'0,"0"0"1"0"0,0-1-1 0 0,0 1 1 0 0,0 0-1 0 0,0-1 0 0 0,0 1 1 0 0,0-1-1 0 0,0 1 0 0 0,0-1 1 0 0,1 1-1 0 0,-1-1 1 0 0,0 1-1 0 0,1-1 0 0 0,0 0 1 0 0,-1 1-1 0 0,1-1 0 0 0,0 0 1 0 0,0-2-1 0 0,4 12 889 0 0,-4 10-884 0 0,0 1 0 0 0,-2-1 1 0 0,0 1-1 0 0,-1-1 0 0 0,-1 0 0 0 0,0 0 0 0 0,-1 0 0 0 0,-9 17 1 0 0,8-16 30 0 0,6-19-297 0 0,0 1 0 0 0,0-1 0 0 0,0 0 0 0 0,0 0 0 0 0,0 1 0 0 0,0-1 0 0 0,-1 0 0 0 0,1 1-1 0 0,0-1 1 0 0,0 0 0 0 0,0 0 0 0 0,0 1 0 0 0,0-1 0 0 0,0 0 0 0 0,0 1 0 0 0,0-1 0 0 0,1 0 0 0 0,-1 1-1 0 0,0-1 1 0 0,0 0 0 0 0,0 0 0 0 0,0 1 0 0 0,0-1 0 0 0,0 0 0 0 0,1 0 0 0 0,-1 1 0 0 0,0-1 0 0 0,0 0-1 0 0,0 0 1 0 0,0 0 0 0 0,1 1 0 0 0,-1-1 0 0 0,0 0 0 0 0,0 0 0 0 0,1 0 0 0 0,-1 0 0 0 0,0 1 0 0 0,0-1 0 0 0,1 0-1 0 0,-1 0 1 0 0,0 0 0 0 0,1 0 0 0 0,-1 0 0 0 0,0 0 0 0 0,0 0 0 0 0,1 0 0 0 0,-1 0 0 0 0,0 0 0 0 0,1 0-1 0 0,-1 0 1 0 0,0 0 0 0 0,0 0 0 0 0,1 0 0 0 0,-1 0 0 0 0,0 0 0 0 0,1 0 0 0 0,-1 0 0 0 0,0 0 0 0 0,0-1 0 0 0,1 1-1 0 0,-1 0 1 0 0,0 0 0 0 0,0 0 0 0 0,1 0 0 0 0,-1-1 0 0 0,0 1 0 0 0,0 0 0 0 0,8-4 19 0 0,-1 0-1 0 0,0-1 1 0 0,0 1 0 0 0,0-2 0 0 0,0 1 0 0 0,-1 0 0 0 0,11-13-1 0 0,36-47 24 0 0,-18 22 88 0 0,48-46 1 0 0,-82 87-128 0 0,1 1 0 0 0,0-1 0 0 0,0 0 0 0 0,0 1 0 0 0,0 0 0 0 0,0-1 0 0 0,0 1 0 0 0,0 0 1 0 0,0 0-1 0 0,1 0 0 0 0,-1 0 0 0 0,0 0 0 0 0,1 1 0 0 0,2-1 0 0 0,-4 1-6 0 0,1 0-1 0 0,-1 0 1 0 0,0 1 0 0 0,0-1-1 0 0,0 1 1 0 0,0-1 0 0 0,0 1 0 0 0,0-1-1 0 0,0 1 1 0 0,0 0 0 0 0,0-1-1 0 0,0 1 1 0 0,0 0 0 0 0,-1 0-1 0 0,1 0 1 0 0,0 0 0 0 0,0-1-1 0 0,-1 1 1 0 0,1 0 0 0 0,-1 0-1 0 0,1 0 1 0 0,-1 1 0 0 0,1-1-1 0 0,-1 0 1 0 0,1 0 0 0 0,-1 0-1 0 0,0 0 1 0 0,0 0 0 0 0,0 0 0 0 0,0 2-1 0 0,2 9-178 0 0,-1 1-1 0 0,0-1 0 0 0,-1 1 1 0 0,0-1-1 0 0,-1 1 1 0 0,-1-1-1 0 0,-5 24 1 0 0,-3 19-6490 0 0,10-49 4349 0 0,0-1-900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67 534 3361 0 0,'2'-10'4809'0'0,"6"-7"-2234"0"0,1-4-64 0 0,-9 18-156 0 0,-4 9-980 0 0,-10 25-647 0 0,-16 46-893 0 0,17-44 259 0 0,9-24-82 0 0,0 1 0 0 0,0-1 0 0 0,1 1 0 0 0,0 0 0 0 0,1 0 0 0 0,-2 18-1 0 0,4-28-10 0 0,0 0 0 0 0,0 0 0 0 0,0 0 0 0 0,0 0 0 0 0,1 0-1 0 0,-1 0 1 0 0,0 0 0 0 0,0 0 0 0 0,0 1 0 0 0,0-1-1 0 0,0 0 1 0 0,0 0 0 0 0,1 0 0 0 0,-1 0 0 0 0,0 0-1 0 0,0 0 1 0 0,0 0 0 0 0,0 0 0 0 0,0 0 0 0 0,1 0 0 0 0,-1 0-1 0 0,0 0 1 0 0,0 0 0 0 0,0 0 0 0 0,0 0 0 0 0,0 0-1 0 0,1 0 1 0 0,-1 0 0 0 0,0 0 0 0 0,0 0 0 0 0,0 0 0 0 0,0-1-1 0 0,0 1 1 0 0,1 0 0 0 0,-1 0 0 0 0,0 0 0 0 0,0 0-1 0 0,0 0 1 0 0,0 0 0 0 0,0 0 0 0 0,0 0 0 0 0,0 0-1 0 0,0-1 1 0 0,1 1 0 0 0,-1 0 0 0 0,0 0 0 0 0,0 0 0 0 0,0 0-1 0 0,0 0 1 0 0,0-1 0 0 0,0 1 0 0 0,0 0 0 0 0,0 0-1 0 0,0 0 1 0 0,0 0 0 0 0,0 0 0 0 0,0-1 0 0 0,0 1-1 0 0,8-10 31 0 0,45-76 68 0 0,9-15 2 0 0,-52 87-13 0 0,0 2 1 0 0,1-1-1 0 0,0 1 0 0 0,1 1 0 0 0,17-13 1 0 0,-16 13 40 0 0,16-12 204 0 0,-27 22-321 0 0,-1 0 1 0 0,1 0-1 0 0,-1 1 0 0 0,1-1 0 0 0,-1 0 0 0 0,1 0 1 0 0,0 1-1 0 0,-1-1 0 0 0,1 1 0 0 0,0-1 0 0 0,-1 1 0 0 0,1 0 1 0 0,0 0-1 0 0,0 0 0 0 0,2 0 0 0 0,-3 1-9 0 0,0-1 0 0 0,0 1 0 0 0,-1-1 0 0 0,1 1 0 0 0,0 0 0 0 0,-1 0 0 0 0,1 0 0 0 0,0-1 0 0 0,-1 1 0 0 0,1 0 0 0 0,-1 0 0 0 0,1 0 0 0 0,-1 0 0 0 0,0 0 0 0 0,1 0 0 0 0,-1 0 0 0 0,0 0 0 0 0,0 0 0 0 0,0 0 0 0 0,1 1 0 0 0,1 22 33 0 0,-2-22-31 0 0,1 9-26 0 0,-1 0 0 0 0,-1 0 1 0 0,0 0-1 0 0,0 0 0 0 0,-1 0 0 0 0,-6 18 0 0 0,-2 0-1550 0 0,-17 30 0 0 0,23-51 998 0 0,-2 6 298 0 0,3 5-6637 0 0,3-18 6588 0 0,0-1 0 0 0,1 1 0 0 0,-1 0-1 0 0,0-1 1 0 0,0 1 0 0 0,1 0 0 0 0,-1-1-1 0 0,0 1 1 0 0,1 0 0 0 0,-1-1 0 0 0,0 1 0 0 0,1-1-1 0 0,-1 1 1 0 0,1-1 0 0 0,-1 1 0 0 0,1-1 0 0 0,-1 1-1 0 0,1-1 1 0 0,-1 0 0 0 0,1 1 0 0 0,1 0-1 0 0,13 2-342 0 0,-5-2 1369 0 0,-1-2-1 0 0,1 0 0 0 0,-1 0 1 0 0,1-1-1 0 0,-1 0 1 0 0,0 0-1 0 0,1-1 1 0 0,-1 0-1 0 0,15-8 0 0 0,9-6 3129 0 0,32-23-1 0 0,-63 39-3800 0 0,67-44 2041 0 0,-59 36-1981 0 0,0 0 1 0 0,0 0 0 0 0,-1-1-1 0 0,0 0 1 0 0,0 0 0 0 0,-2-1-1 0 0,1 0 1 0 0,-1-1 0 0 0,-1 0-1 0 0,0 0 1 0 0,0 0 0 0 0,5-20-1 0 0,0 14 33 0 0,-10 17-101 0 0,0 0 0 0 0,0 0 0 0 0,0 0-1 0 0,-1 0 1 0 0,1 0 0 0 0,0 0 0 0 0,0 0-1 0 0,-1 0 1 0 0,1 0 0 0 0,0-1 0 0 0,-1 1-1 0 0,0 0 1 0 0,1-1 0 0 0,-1 1 0 0 0,0 0-1 0 0,1 0 1 0 0,-1-1 0 0 0,0 1 0 0 0,0-1-1 0 0,0 1 1 0 0,0 0 0 0 0,0-1 0 0 0,-1-1-1 0 0,1 3-15 0 0,-1 0-1 0 0,1-1 1 0 0,-1 1-1 0 0,1 0 1 0 0,-1 0-1 0 0,1 0 0 0 0,-1 0 1 0 0,0 0-1 0 0,1 0 1 0 0,-1 0-1 0 0,1 0 1 0 0,-1 0-1 0 0,1 1 0 0 0,-1-1 1 0 0,1 0-1 0 0,-1 0 1 0 0,1 0-1 0 0,-1 1 0 0 0,1-1 1 0 0,-1 0-1 0 0,1 0 1 0 0,0 1-1 0 0,-1-1 1 0 0,1 0-1 0 0,-1 1 0 0 0,-13 10 35 0 0,4 3-36 0 0,1 0 1 0 0,1 1 0 0 0,1 0-1 0 0,-10 26 1 0 0,6-15 28 0 0,5-11-31 0 0,-28 71-16 0 0,34-85 6 0 0,0 0 0 0 0,-1 0 0 0 0,1 0 0 0 0,0 0 0 0 0,0 0 0 0 0,-1 0 0 0 0,1 0 1 0 0,0 1-1 0 0,0-1 0 0 0,0 0 0 0 0,1 0 0 0 0,-1 0 0 0 0,0 0 0 0 0,0 0 0 0 0,1 0 0 0 0,-1 1 1 0 0,0-1-1 0 0,1 0 0 0 0,-1 0 0 0 0,1 0 0 0 0,-1 0 0 0 0,1 0 0 0 0,0 0 0 0 0,1 1 0 0 0,-1-1 0 0 0,1 0 0 0 0,0 1-1 0 0,0-1 1 0 0,0 0-1 0 0,0 0 1 0 0,0 0-1 0 0,0 0 1 0 0,0 0-1 0 0,1-1 1 0 0,-1 1 0 0 0,4 0-1 0 0,3 0-17 0 0,-1-1 0 0 0,1 1 0 0 0,0-2-1 0 0,0 1 1 0 0,13-3 0 0 0,-7-1 12 0 0,0-1 0 0 0,0-1 0 0 0,-1 0-1 0 0,17-9 1 0 0,24-11-33 0 0,-49 24 47 0 0,-1 0 1 0 0,1-1-1 0 0,-1 1 1 0 0,1-1-1 0 0,-1-1 1 0 0,0 1-1 0 0,0-1 1 0 0,0 0-1 0 0,-1 0 1 0 0,1 0-1 0 0,-1-1 1 0 0,0 1-1 0 0,0-1 1 0 0,4-7-1 0 0,2-3 9 0 0,0-2 1 0 0,-1 1-1 0 0,0-1 1 0 0,-2-1-1 0 0,12-36 0 0 0,-9 10 26 0 0,7-60 1 0 0,-14 90-23 0 0,0 1 0 0 0,1 0 0 0 0,7-19 0 0 0,-6 20 8 0 0,0-1 0 0 0,-2 1 0 0 0,6-25 0 0 0,-9 32-10 0 0,3-27 204 0 0,-3 31-193 0 0,0 0 0 0 0,0-1-1 0 0,0 1 1 0 0,0 0 0 0 0,0 0 0 0 0,0 0 0 0 0,0 0 0 0 0,0-1 0 0 0,-1 1 0 0 0,1 0 0 0 0,0 0-1 0 0,-1 0 1 0 0,1 0 0 0 0,-1 0 0 0 0,1 0 0 0 0,-1 0 0 0 0,0 0 0 0 0,1 0 0 0 0,-1 0 0 0 0,-1-1-1 0 0,2 2-20 0 0,0 0-1 0 0,-1 0 1 0 0,1 0-1 0 0,0 0 1 0 0,0 0-1 0 0,-1 0 1 0 0,1 0-1 0 0,0 1 1 0 0,0-1-1 0 0,-1 0 1 0 0,1 0-1 0 0,0 0 1 0 0,0 0-1 0 0,0 0 1 0 0,-1 0-1 0 0,1 1 1 0 0,0-1-1 0 0,0 0 1 0 0,0 0-1 0 0,0 0 1 0 0,-1 1-1 0 0,1-1 0 0 0,0 0 1 0 0,0 0-1 0 0,0 0 1 0 0,0 1-1 0 0,0-1 1 0 0,0 0-1 0 0,0 0 1 0 0,0 1-1 0 0,-1-1 1 0 0,1 0-1 0 0,0 0 1 0 0,0 1-1 0 0,0-1 1 0 0,0 0-1 0 0,0 1 1 0 0,0 1 2 0 0,-9 19 6 0 0,1 1 1 0 0,2 1-1 0 0,-7 33 0 0 0,-5 77 57 0 0,14-95-20 0 0,3-32-148 0 0,-10 129 541 0 0,11-118-1132 0 0,0 1-1 0 0,1-1 1 0 0,1 0 0 0 0,1 1 0 0 0,7 27 0 0 0,-4-29-1488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73 11490 0 0,'0'0'1759'0'0,"-5"12"-81"0"0,-23 60-965 0 0,6-10 58 0 0,-47 91 0 0 0,47-99 106 0 0,87-183 193 0 0,-48 88-1118 0 0,-14 32 37 0 0,0-1 0 0 0,1 2 0 0 0,8-17 0 0 0,-1 8 8 0 0,1 0 0 0 0,15-15 0 0 0,-22 26 15 0 0,1 1 0 0 0,0 0 0 0 0,0 0 1 0 0,0 0-1 0 0,1 1 0 0 0,-1 0 0 0 0,1 0 0 0 0,12-4 0 0 0,-10 4-26 0 0,-9 3 15 0 0,1 1-1 0 0,-1-1 0 0 0,1 1 1 0 0,-1-1-1 0 0,1 1 0 0 0,-1 0 1 0 0,1-1-1 0 0,0 1 0 0 0,-1 0 1 0 0,1-1-1 0 0,0 1 0 0 0,-1 0 1 0 0,1 0-1 0 0,0-1 0 0 0,-1 1 1 0 0,1 0-1 0 0,0 0 0 0 0,-1 0 1 0 0,1 0-1 0 0,0 0 0 0 0,0 0 0 0 0,-1 0 1 0 0,1 0-1 0 0,0 0 0 0 0,-1 1 1 0 0,1-1-1 0 0,0 0 0 0 0,-1 0 1 0 0,1 1-1 0 0,0-1 0 0 0,-1 0 1 0 0,1 1-1 0 0,-1-1 0 0 0,1 0 1 0 0,0 1-1 0 0,-1-1 0 0 0,1 1 1 0 0,-1-1-1 0 0,1 1 0 0 0,-1-1 1 0 0,0 1-1 0 0,1 0 0 0 0,-1-1 1 0 0,0 1-1 0 0,1-1 0 0 0,-1 1 1 0 0,0 0-1 0 0,1-1 0 0 0,-1 1 1 0 0,0 1-1 0 0,3 5 3 0 0,-1 1 0 0 0,0-1 1 0 0,0 1-1 0 0,-1 0 0 0 0,0 0 0 0 0,0 0 0 0 0,0 0 0 0 0,-1 0 1 0 0,-2 12-1 0 0,-2 5 87 0 0,-11 40 1 0 0,6-33 13 0 0,8-23-44 0 0,4-7 1 0 0,7-15-13 0 0,21-48-44 0 0,31-59 36 0 0,-54 108-40 0 0,0-1 1 0 0,1 1-1 0 0,1 0 1 0 0,0 1-1 0 0,0 0 1 0 0,20-16 0 0 0,-26 24 15 0 0,1 0 0 0 0,-1 0 0 0 0,1 0 0 0 0,0 1 0 0 0,0-1 0 0 0,0 1 0 0 0,0 0 0 0 0,0 1 0 0 0,0-1 0 0 0,9 0 0 0 0,-8 8 47 0 0,-4-4-54 0 0,1 5-5 0 0,1-1 0 0 0,-1 1 1 0 0,-1 0-1 0 0,1 0 0 0 0,-1 0 1 0 0,0 0-1 0 0,-1 0 0 0 0,0 0 1 0 0,0 1-1 0 0,-1-1 0 0 0,0 11 1 0 0,-2 7 15 0 0,-1 0 0 0 0,-6 25 1 0 0,3-23-2885 0 0,-2 33 0 0 0,8-49-433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142 322 4537 0 0,'0'0'2015'0'0,"-4"-10"5114"0"0,-6-8-3724 0 0,9 18-3398 0 0,0-1 0 0 0,0 1 0 0 0,0 0 0 0 0,0 0 0 0 0,0 0 0 0 0,0 0 0 0 0,0 0 0 0 0,0 0 0 0 0,0 0 0 0 0,0 0 0 0 0,0 0 0 0 0,0 1 0 0 0,0-1 0 0 0,0 0 0 0 0,0 1 0 0 0,1-1 0 0 0,-1 1 0 0 0,0-1 0 0 0,0 1 0 0 0,0-1 0 0 0,0 1 0 0 0,0-1 0 0 0,1 1 0 0 0,-1 0 0 0 0,0-1 0 0 0,1 1 0 0 0,-1 0 0 0 0,0 0 0 0 0,1 0 0 0 0,-1-1 0 0 0,1 1 0 0 0,-1 0 0 0 0,0 2 0 0 0,-15 33 40 0 0,15-33-34 0 0,-12 37 173 0 0,-16 74 0 0 0,27-106-150 0 0,-1 0 0 0 0,1 0 0 0 0,-1 0 0 0 0,-6 11 0 0 0,6-13 9 0 0,0 0 1 0 0,0 0-1 0 0,0 0 1 0 0,1 1-1 0 0,0-1 1 0 0,1 1-1 0 0,0-1 1 0 0,-2 12-1 0 0,3-16-21 0 0,0 0 0 0 0,0 0 0 0 0,0-1 0 0 0,0 1 0 0 0,0 0-1 0 0,1-1 1 0 0,-1 1 0 0 0,0 0 0 0 0,1-1 0 0 0,-1 1 0 0 0,1 0-1 0 0,0-1 1 0 0,-1 1 0 0 0,1-1 0 0 0,0 1 0 0 0,0-1 0 0 0,0 1 0 0 0,0-1-1 0 0,0 0 1 0 0,0 1 0 0 0,1-1 0 0 0,-1 0 0 0 0,0 0 0 0 0,1 0 0 0 0,-1 0-1 0 0,1 0 1 0 0,-1 0 0 0 0,1-1 0 0 0,-1 1 0 0 0,1 0 0 0 0,0-1 0 0 0,-1 1-1 0 0,1-1 1 0 0,0 1 0 0 0,-1-1 0 0 0,1 0 0 0 0,0 0 0 0 0,-1 0 0 0 0,1 0-1 0 0,0 0 1 0 0,0 0 0 0 0,-1 0 0 0 0,4-2 0 0 0,-2 2-14 0 0,-1 0 1 0 0,1-1 0 0 0,0 0-1 0 0,-1 0 1 0 0,1 0-1 0 0,-1 0 1 0 0,1 0-1 0 0,-1 0 1 0 0,0-1 0 0 0,1 1-1 0 0,-1-1 1 0 0,0 1-1 0 0,0-1 1 0 0,0 0-1 0 0,0 0 1 0 0,-1 0 0 0 0,1 0-1 0 0,0 0 1 0 0,-1-1-1 0 0,1 1 1 0 0,-1 0-1 0 0,0-1 1 0 0,2-4 0 0 0,1-6-3 0 0,0 1 1 0 0,-1-1-1 0 0,2-24 1 0 0,-1 12 16 0 0,1-6-27 0 0,12-51-39 0 0,-14 72 26 0 0,0 1 0 0 0,0 0 1 0 0,1 0-1 0 0,0 0 0 0 0,1 1 0 0 0,8-12 1 0 0,-11 17-12 0 0,0 1 0 0 0,1 0 0 0 0,-1 0 0 0 0,1 0 0 0 0,-1 1 0 0 0,1-1 0 0 0,0 1 0 0 0,-1-1 0 0 0,1 1 0 0 0,4-2 0 0 0,14-6-62 0 0,-16 6 69 0 0,0 0 0 0 0,1 1 0 0 0,0-1 0 0 0,0 1 0 0 0,-1 1 0 0 0,1-1 1 0 0,0 1-1 0 0,0 0 0 0 0,13-1 0 0 0,5 2 17 0 0,31 4 1 0 0,0-1 12 0 0,-41-2 19 0 0,-9 0 21 0 0,-1-1-1 0 0,1 0 1 0 0,-1 0-1 0 0,1 0 1 0 0,7-2-1 0 0,-22 18 70 0 0,-16 33 0 0 0,17-32-97 0 0,-1 2-27 0 0,0 0 1 0 0,2 1-1 0 0,0 0 1 0 0,-11 42 0 0 0,9-40-106 0 0,9-21 95 0 0,0 1 0 0 0,0-1 1 0 0,0 1-1 0 0,0-1 0 0 0,0 1 0 0 0,1 0 0 0 0,-1-1 1 0 0,0 1-1 0 0,1 0 0 0 0,-1 0 0 0 0,1 0 0 0 0,0-1 1 0 0,-1 1-1 0 0,1 0 0 0 0,0 3 0 0 0,1-4 2 0 0,-1 0 1 0 0,1-1-1 0 0,-1 1 1 0 0,1-1-1 0 0,-1 1 0 0 0,1-1 1 0 0,-1 1-1 0 0,1-1 1 0 0,0 1-1 0 0,-1-1 0 0 0,1 0 1 0 0,0 1-1 0 0,-1-1 0 0 0,1 0 1 0 0,0 1-1 0 0,-1-1 1 0 0,1 0-1 0 0,0 0 0 0 0,-1 0 1 0 0,1 0-1 0 0,0 0 0 0 0,0 0 1 0 0,-1 0-1 0 0,2 0 1 0 0,18-1-48 0 0,-11-1 47 0 0,-1 0 1 0 0,0 0 0 0 0,0-1 0 0 0,8-4-1 0 0,10-3 1 0 0,-18 7 12 0 0,0-1 1 0 0,-1 1-1 0 0,0-2 1 0 0,1 1-1 0 0,-1-1 1 0 0,-1 0-1 0 0,1 0 1 0 0,-1 0-1 0 0,0-1 1 0 0,10-12-1 0 0,-4 3 7 0 0,-1-1-1 0 0,-1 0 1 0 0,14-30-1 0 0,-15 23 23 0 0,-2 0 1 0 0,0 0-1 0 0,-2-1 0 0 0,-1 0 0 0 0,0 0 0 0 0,-1-38 0 0 0,-2 55-25 0 0,0-1-1 0 0,1 1 1 0 0,0 0-1 0 0,0-1 1 0 0,1 1 0 0 0,3-7-1 0 0,-3 6 21 0 0,1-1 1 0 0,-1 1-1 0 0,2-15 0 0 0,-3 13 2 0 0,1-9 310 0 0,2-34 0 0 0,-10 67-392 0 0,0-5 60 0 0,-10 33-8 0 0,-49 149 126 0 0,54-153-123 0 0,1 0-1 0 0,2 1 0 0 0,-3 42 1 0 0,10-80 6 0 0,0 4-16 0 0,-1-1 0 0 0,1 1 0 0 0,0-1 0 0 0,0 1 0 0 0,1-1 0 0 0,0 1 1 0 0,1 7-1 0 0,-1-11 2 0 0,0 0 0 0 0,-1 0 0 0 0,1 0 0 0 0,0 0 0 0 0,0 0 1 0 0,0 0-1 0 0,0 0 0 0 0,0 0 0 0 0,0 0 0 0 0,0-1 0 0 0,0 1 1 0 0,0 0-1 0 0,0-1 0 0 0,1 1 0 0 0,-1-1 0 0 0,0 1 0 0 0,0-1 1 0 0,1 0-1 0 0,-1 1 0 0 0,0-1 0 0 0,0 0 0 0 0,1 0 0 0 0,-1 0 0 0 0,0 0 1 0 0,1 0-1 0 0,-1 0 0 0 0,0 0 0 0 0,1 0 0 0 0,-1-1 0 0 0,2 0 1 0 0,4 0-5 0 0,-1 0 1 0 0,0-1 0 0 0,0 0 0 0 0,0 0-1 0 0,0 0 1 0 0,0-1 0 0 0,-1 0-1 0 0,1 0 1 0 0,-1-1 0 0 0,0 1 0 0 0,0-1-1 0 0,9-8 1 0 0,0-4 0 0 0,-1 0 0 0 0,19-28 0 0 0,-13 15-5 0 0,4-3 2 0 0,-14 17 30 0 0,1 0 1 0 0,1 1-1 0 0,1 1 0 0 0,13-14 1 0 0,-5 14 272 0 0,-13 15-203 0 0,-5 11-84 0 0,-4 10 11 0 0,-9 39 0 0 0,6-42-3 0 0,1 0 0 0 0,-1 38 0 0 0,4-57-12 0 0,1 0-1 0 0,0-1 1 0 0,0 1 0 0 0,0-1-1 0 0,1 1 1 0 0,-1 0-1 0 0,0-1 1 0 0,0 1 0 0 0,0 0-1 0 0,0-1 1 0 0,0 1 0 0 0,1-1-1 0 0,-1 1 1 0 0,0-1 0 0 0,1 1-1 0 0,-1-1 1 0 0,0 1 0 0 0,1-1-1 0 0,-1 1 1 0 0,1-1 0 0 0,-1 1-1 0 0,1-1 1 0 0,-1 1-1 0 0,1-1 1 0 0,-1 0 0 0 0,1 1-1 0 0,0-1 1 0 0,0 1 2 0 0,0-1 0 0 0,1 0 1 0 0,-1 0-1 0 0,0 1 0 0 0,1-1 0 0 0,-1 0 0 0 0,0 0 0 0 0,1 0 1 0 0,-1-1-1 0 0,1 1 0 0 0,-1 0 0 0 0,2-1 0 0 0,1 0 5 0 0,0-1-1 0 0,1 0 1 0 0,-1 0-1 0 0,0 0 1 0 0,0 0-1 0 0,7-6 1 0 0,0-2 8 0 0,-2-1 1 0 0,1-1-1 0 0,12-20 1 0 0,7-9 45 0 0,-27 38-60 0 0,3-5 52 0 0,1 1 1 0 0,0 1-1 0 0,0-1 0 0 0,0 1 0 0 0,1 0 0 0 0,-1 0 0 0 0,1 1 0 0 0,15-9 0 0 0,-21 14-49 0 0,-1 0 1 0 0,1-1-1 0 0,0 1 0 0 0,-1 0 0 0 0,1 0 1 0 0,0 0-1 0 0,0 0 0 0 0,-1 0 1 0 0,1 0-1 0 0,0 0 0 0 0,0 0 1 0 0,-1 0-1 0 0,1 0 0 0 0,0 0 0 0 0,0 0 1 0 0,-1 0-1 0 0,1 1 0 0 0,0-1 1 0 0,-1 0-1 0 0,1 0 0 0 0,0 1 0 0 0,-1-1 1 0 0,1 1-1 0 0,0-1 0 0 0,0 1 1 0 0,1 1 1 0 0,-1 0 0 0 0,1 0-1 0 0,-1-1 1 0 0,0 1 0 0 0,1 0 0 0 0,-1 0 0 0 0,0 1 0 0 0,1 2 0 0 0,1 2-4 0 0,-1 1-1 0 0,0-1 1 0 0,-1 0 0 0 0,1 13-1 0 0,-1 40-2144 0 0,-1-36-2907 0 0,0-19 2071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40 148 10146 0 0,'-5'-148'8970'0'0,"-4"247"-9107"0"0,-11 132 610 0 0,14-76-3249 0 0,6-150 2213 0 0,0 0 0 0 0,1 0-1 0 0,-1 1 1 0 0,1-1 0 0 0,0 0 0 0 0,0 0 0 0 0,1 0 0 0 0,0-1 0 0 0,-1 1 0 0 0,4 5 0 0 0,3 3-1501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59 701 6305 0 0,'1'0'289'0'0,"0"0"0"0"0,0-1-1 0 0,0 0 1 0 0,-1 1 0 0 0,1-1-1 0 0,0 0 1 0 0,0 1 0 0 0,0-1 0 0 0,-1 0-1 0 0,1 0 1 0 0,0 0 0 0 0,-1 0-1 0 0,1 0 1 0 0,0 1 0 0 0,0-3-1 0 0,2-2 232 0 0,2-1-134 0 0,13-15 1315 0 0,16-26 0 0 0,-29 39-1426 0 0,-1 1-1 0 0,0-1 1 0 0,0 0-1 0 0,-1-1 1 0 0,0 1 0 0 0,0 0-1 0 0,2-16 1 0 0,-4 21-178 0 0,0-1 0 0 0,0 1-1 0 0,0-1 1 0 0,1 1 0 0 0,-1-1 0 0 0,1 1 0 0 0,3-5-1 0 0,-3 6-20 0 0,0-1 0 0 0,-1 0 0 0 0,1 1-1 0 0,-1-1 1 0 0,0 0 0 0 0,0 0-1 0 0,0 0 1 0 0,0 0 0 0 0,0 0 0 0 0,-1 0-1 0 0,1-3 1 0 0,-1 6-72 0 0,0-1 0 0 0,0 1 0 0 0,0 0-1 0 0,-1 0 1 0 0,1-1 0 0 0,0 1 0 0 0,0 0 0 0 0,-1 0-1 0 0,1-1 1 0 0,0 1 0 0 0,0 0 0 0 0,-1 0 0 0 0,1 0 0 0 0,0-1-1 0 0,0 1 1 0 0,-1 0 0 0 0,1 0 0 0 0,0 0 0 0 0,-1 0-1 0 0,1 0 1 0 0,0 0 0 0 0,-1-1 0 0 0,1 1 0 0 0,0 0-1 0 0,-1 0 1 0 0,1 0 0 0 0,0 0 0 0 0,-1 0 0 0 0,1 0 0 0 0,0 0-1 0 0,-1 1 1 0 0,1-1 0 0 0,0 0 0 0 0,-1 0 0 0 0,1 0-1 0 0,0 0 1 0 0,0 0 0 0 0,-1 0 0 0 0,1 1 0 0 0,0-1 0 0 0,-1 0-1 0 0,-17 7-32 0 0,16-6 42 0 0,-2 1-12 0 0,0-1 1 0 0,0 1-1 0 0,1 0 0 0 0,-1 1 1 0 0,0-1-1 0 0,1 1 0 0 0,0 0 0 0 0,0-1 1 0 0,-1 2-1 0 0,-3 4 0 0 0,-26 39 30 0 0,20-27-4 0 0,0 0-4 0 0,0 0 0 0 0,-16 38 0 0 0,27-54-22 0 0,-9 16 53 0 0,11-20-54 0 0,0 0 0 0 0,0 0 0 0 0,0 0-1 0 0,0 1 1 0 0,-1-1 0 0 0,1 0 0 0 0,0 0 0 0 0,0 0 0 0 0,0 1 0 0 0,0-1-1 0 0,0 0 1 0 0,0 0 0 0 0,0 0 0 0 0,0 1 0 0 0,0-1 0 0 0,0 0 0 0 0,-1 0 0 0 0,1 1-1 0 0,0-1 1 0 0,0 0 0 0 0,1 0 0 0 0,-1 1 0 0 0,0-1 0 0 0,0 0 0 0 0,0 0-1 0 0,0 1 1 0 0,0-1 0 0 0,0 0 0 0 0,0 0 0 0 0,0 0 0 0 0,0 1 0 0 0,0-1 0 0 0,1 0-1 0 0,-1 0 1 0 0,0 0 0 0 0,0 1 0 0 0,0-1 0 0 0,0 0 0 0 0,0 0 0 0 0,1 0-1 0 0,-1 0 1 0 0,0 0 0 0 0,0 1 0 0 0,0-1 0 0 0,1 0 0 0 0,-1 0 0 0 0,0 0 0 0 0,0 0-1 0 0,1 0 1 0 0,-1 0 0 0 0,0 0 0 0 0,0 0 0 0 0,1 0 0 0 0,-1 0 0 0 0,0 0-1 0 0,0 0 1 0 0,0 0 0 0 0,1 0 0 0 0,-1 0 0 0 0,0 0 0 0 0,0 0 0 0 0,1 0 0 0 0,-1 0-1 0 0,0 0 1 0 0,0 0 0 0 0,1 0 0 0 0,-1-1 0 0 0,15-4 28 0 0,0-2 0 0 0,0 0 0 0 0,-1-1 1 0 0,0 0-1 0 0,0-1 0 0 0,22-19 0 0 0,-25 20-18 0 0,1 0 0 0 0,1 1 0 0 0,-1 1 0 0 0,15-6 0 0 0,-1 0 50 0 0,-17 8-157 0 0,-6 2 63 0 0,1 0 1 0 0,-1 1-1 0 0,0-1 0 0 0,1 1 0 0 0,0 0 0 0 0,-1 0 1 0 0,1 0-1 0 0,5 0 0 0 0,-6 1-395 0 0,-1 0 0 0 0,1 1 0 0 0,-1-1 0 0 0,1 1 0 0 0,-1-1 0 0 0,1 1 0 0 0,-1 0 0 0 0,1 0 0 0 0,3 3 0 0 0,2 0-989 0 0,1 1-130 0 0,-1-1 0 0 0,1 1 0 0 0,10 2 1 0 0,2-2-1790 0 0</inkml:trace>
  <inkml:trace contextRef="#ctx0" brushRef="#br0" timeOffset="1">621 400 1168 0 0,'0'-11'777'0'0,"1"-1"0"0"0,1 1 0 0 0,0 0 0 0 0,4-11 1 0 0,2-15 609 0 0,4-34 2421 0 0,-3 0-1 0 0,0-74 1 0 0,-9 145-3785 0 0,0 0 0 0 0,0-1 0 0 0,0 1 0 0 0,0 0 0 0 0,0-1 0 0 0,0 1 0 0 0,0 0 0 0 0,0 0 1 0 0,0-1-1 0 0,0 1 0 0 0,0 0 0 0 0,0 0 0 0 0,0-1 0 0 0,0 1 0 0 0,0 0 0 0 0,0 0 0 0 0,0-1 0 0 0,0 1 0 0 0,0 0 1 0 0,-1 0-1 0 0,1-1 0 0 0,0 1 0 0 0,0 0 0 0 0,0 0 0 0 0,0 0 0 0 0,-1-1 0 0 0,1 1 0 0 0,0 0 0 0 0,0 0 0 0 0,-1 0 0 0 0,1 0 1 0 0,0-1-1 0 0,0 1 0 0 0,0 0 0 0 0,-1 0 0 0 0,1 0 0 0 0,0 0 0 0 0,-1 0 0 0 0,1 0 0 0 0,0 0 0 0 0,-1 0-22 0 0,0 0 0 0 0,1 1-1 0 0,-1-1 1 0 0,0 1 0 0 0,1-1-1 0 0,-1 1 1 0 0,1-1 0 0 0,-1 1-1 0 0,1-1 1 0 0,-1 1 0 0 0,1-1 0 0 0,0 1-1 0 0,-1 0 1 0 0,1-1 0 0 0,-1 1-1 0 0,1 0 1 0 0,0-1 0 0 0,0 1-1 0 0,-1 1 1 0 0,-112 371 765 0 0,102-310-698 0 0,-3 14-42 0 0,8-51-29 0 0,4-18-6 0 0,1-1-1 0 0,-1 0 1 0 0,0 0 0 0 0,-7 13 0 0 0,-7 23-1305 0 0,7-17-1736 0 0,4-15 14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15579 0 0,'0'0'39'0'0,"10"2"9"0"0,21 0-44 0 0,0-1 0 0 0,0-1-1 0 0,-1-2 1 0 0,1-2 0 0 0,0 0 0 0 0,-1-2-1 0 0,44-14 1 0 0,0-6 1047 0 0,126-63 0 0 0,-200 89-1039 0 0,0-1-1 0 0,1 1 0 0 0,-1 0 1 0 0,0 0-1 0 0,0 0 0 0 0,0 0 1 0 0,0-1-1 0 0,0 1 0 0 0,1 0 0 0 0,-1 0 1 0 0,0 0-1 0 0,0 0 0 0 0,0 0 1 0 0,1 0-1 0 0,-1 0 0 0 0,0 0 0 0 0,0-1 1 0 0,0 1-1 0 0,1 0 0 0 0,-1 0 1 0 0,0 0-1 0 0,0 0 0 0 0,1 0 0 0 0,-1 0 1 0 0,0 0-1 0 0,0 0 0 0 0,0 0 1 0 0,1 0-1 0 0,-1 1 0 0 0,0-1 0 0 0,0 0 1 0 0,0 0-1 0 0,1 0 0 0 0,-1 0 1 0 0,0 0-1 0 0,0 0 0 0 0,0 0 1 0 0,1 0-1 0 0,-1 1 0 0 0,0-1 0 0 0,0 0 1 0 0,0 0-1 0 0,0 0 0 0 0,1 0 1 0 0,-1 1-1 0 0,0-1 0 0 0,0 0 0 0 0,-4 13 150 0 0,-12 14-118 0 0,16-27-40 0 0,-6 8 11 0 0,0 1 0 0 0,1 1 0 0 0,0-1 0 0 0,1 0 0 0 0,0 1 1 0 0,0 0-1 0 0,1 0 0 0 0,0 1 0 0 0,1-1 0 0 0,0 0 0 0 0,0 1 1 0 0,1 18-1 0 0,1-28-13 0 0,0 0 0 0 0,1 0 0 0 0,-1 0 0 0 0,1 0 0 0 0,0 0 0 0 0,-1 0 0 0 0,1 0 0 0 0,0 0 0 0 0,-1-1 0 0 0,1 1 0 0 0,0 0 0 0 0,0 0 0 0 0,0 0 0 0 0,0-1 0 0 0,0 1 0 0 0,0-1 0 0 0,0 1 0 0 0,0-1 0 0 0,1 1 0 0 0,21 8-4 0 0,-16-7 22 0 0,-1-1 0 0 0,1 0 0 0 0,0-1 1 0 0,0 0-1 0 0,-1 0 0 0 0,1 0 0 0 0,0-1 0 0 0,-1 0 0 0 0,1 0 0 0 0,0-1 0 0 0,10-3 1 0 0,-4 0 8 0 0,-1-1 1 0 0,1 0-1 0 0,-1 0 1 0 0,20-15-1 0 0,-27 16-2 0 0,1 0 0 0 0,-1-1 0 0 0,-1 0 0 0 0,1 0 0 0 0,-1 0 0 0 0,0 0 0 0 0,0-1 1 0 0,-1 1-1 0 0,0-1 0 0 0,0 0 0 0 0,-1 0 0 0 0,4-14 0 0 0,0 4 225 0 0,-3 12-154 0 0,-5 12-66 0 0,-31 82-18 0 0,29-82 14 0 0,-8 18 19 0 0,11-24-43 0 0,1-1-1 0 0,0 1 1 0 0,0-1 0 0 0,0 0-1 0 0,0 1 1 0 0,0-1 0 0 0,-1 1-1 0 0,1-1 1 0 0,0 1 0 0 0,0-1-1 0 0,0 1 1 0 0,0-1 0 0 0,0 1-1 0 0,0-1 1 0 0,1 1-1 0 0,-1-1 1 0 0,0 0 0 0 0,0 1-1 0 0,0-1 1 0 0,0 1 0 0 0,1-1-1 0 0,-1 1 1 0 0,0-1 0 0 0,0 0-1 0 0,0 1 1 0 0,1-1 0 0 0,-1 0-1 0 0,0 1 1 0 0,1-1-1 0 0,-1 0 1 0 0,0 1 0 0 0,1-1-1 0 0,-1 0 1 0 0,1 0 0 0 0,-1 1-1 0 0,0-1 1 0 0,1 0 0 0 0,-1 0-1 0 0,1 0 1 0 0,-1 0 0 0 0,1 1-1 0 0,-1-1 1 0 0,0 0-1 0 0,1 0 1 0 0,-1 0 0 0 0,1 0-1 0 0,-1 0 1 0 0,1 0 0 0 0,-1 0-1 0 0,1 0 1 0 0,6 0 7 0 0,-1-1 0 0 0,0 1 1 0 0,0-1-1 0 0,1 0 0 0 0,-1-1 0 0 0,0 1 0 0 0,0-1 0 0 0,0 0 1 0 0,-1-1-1 0 0,1 0 0 0 0,0 1 0 0 0,-1-2 0 0 0,0 1 1 0 0,0-1-1 0 0,0 0 0 0 0,0 0 0 0 0,0 0 0 0 0,-1 0 1 0 0,0-1-1 0 0,0 0 0 0 0,0 0 0 0 0,0 0 0 0 0,-1 0 0 0 0,3-7 1 0 0,2-1-32 0 0,-6 9 16 0 0,0-1 1 0 0,0 1-1 0 0,0 0 0 0 0,1 0 1 0 0,0 0-1 0 0,0 1 0 0 0,0-1 1 0 0,0 1-1 0 0,1-1 0 0 0,-1 1 1 0 0,1 0-1 0 0,7-4 0 0 0,-8 5 5 0 0,0 0 1 0 0,0 0-1 0 0,1 1 0 0 0,-1-1 0 0 0,0 1 0 0 0,1 0 0 0 0,-1 0 0 0 0,1 0 0 0 0,-1 0 1 0 0,1 1-1 0 0,0-1 0 0 0,-1 1 0 0 0,1 0 0 0 0,0 0 0 0 0,-1 1 0 0 0,1-1 0 0 0,-1 1 1 0 0,1-1-1 0 0,0 1 0 0 0,5 2 0 0 0,6 5 164 0 0,1-1 0 0 0,0 0 0 0 0,1-2 0 0 0,-1 0-1 0 0,1-1 1 0 0,0 0 0 0 0,0-1 0 0 0,29 0 0 0 0,-39-2-356 0 0,11-2-128 0 0,-8-5-5192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79 11795 0 0,'-1'-1'457'0'0,"1"1"0"0"0,-1-1 0 0 0,0 0 0 0 0,1 1 1 0 0,-1-1-1 0 0,1 0 0 0 0,-1 0 0 0 0,1 0 1 0 0,-1 0-1 0 0,1 0 0 0 0,0 0 0 0 0,-1 0 0 0 0,1 0 1 0 0,0 0-1 0 0,-1-1 0 0 0,6-11 2451 0 0,-1 9-3065 0 0,-1 1 1 0 0,1 0-1 0 0,0 0 0 0 0,0 0 1 0 0,5-4-1 0 0,10-6-210 0 0,-16 5-1960 0 0,1 2-54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5:32:46.08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23317 4179 256 0,'0'0'-66'0,"0"0"37"0,0 0-1 0,0 0 7 0,0 0 57 15,-2 0 4-15,0 0-19 0,0 0 0 0,1 0-4 16,-1 0-1-16,0 0-6 0,0 0 6 0,0 0-7 15,-2 0-3-15,3 0 16 0,-3 0-7 0,2 0 13 16,0 0 14-16,0 0 0 0,0 0 4 0,1 0-5 16,-1 0-13-16,0 0-12 0,0 0-6 0,0 0 1 15,0 0-3-15,0 0-4 0,1 0 8 0,-1 0-8 0,0 0 1 16,0-2 2-16,0 2-3 0,0 0 4 0,0 0-6 16,1 0 1-16,-1 0-5 0,0 0 4 0,0 0 1 15,2 0 3-15,0 0 2 0,0 0-1 0,0 0 14 0,0 0-15 16,0 0 9-16,0 0-11 0,2 0 7 0,0 0-11 15,0-2 2-15,1 0-5 0,-1 2 12 0,17-3-7 16,1-1 0-16,1 2-3 0,3 0 4 0,5-2 0 16,-1 1 8-16,2 1-6 0,-2-2-1 0,0 2 2 15,1 0-7-15,5 1 6 0,3-3 1 0,0 0-6 16,4 2 6-16,-6 0-6 0,-3 1 8 0,-1-1-6 16,-3 0 0-16,2 0-1 0,-2 0-1 0,1 0 4 15,-1 0-3-15,0 1 2 0,0 1-10 0,-2 0 8 16,-2 0-3-16,-2 0 5 0,-1 0 7 0,-1 0-11 0,3 0 7 15,-3 0-9-15,2 0 6 0,2 0-1 0,1 0-1 16,-1 0 0-16,-8 0 8 0,5 0-2 0,-6 0-5 16,0 0 1-16,-1 0-5 0,-1 0 8 0,-3 0 1 0,-1 0 1 15,-2 0-16-15,-1 0 10 0,-4 0-6 0,3 0 7 16,-1 0 7-16,0 0-6 0,-1 0 13 0,-1 0-9 16,0 0 33-16,0 0 4 0,0 0-5 0,0 0 1 15,0 0-30-15,-1 0-8 0,-1 0 2 0,0 0-2 16,0 0 6-16,-1 0-10 0,-1 0 3 0,0 0-4 15,-6 0 6-15,-12 0-1 0,-11 0-1 0,6 0 0 0,-4 0-4 16,-5 0 8-16,3 0-4 0,-1 0 4 0,1 0-12 16,1 0 6-16,-2 0-1 0,1 0 3 0,-1 0 6 15,1 0-6-15,-3 0 4 0,3 0-5 0,-5 0-3 0,5 0 7 16,-5 0-6-16,1 0 7 0,-2 0 0 0,4 0 4 16,3-2-4-16,4 2 1 0,-6-2-13 0,5 0 11 15,-7 0-3-15,3 0 5 0,6 2 1 0,-2-2-6 16,2 2 2-16,1 0-5 0,4-1 1 0,5 1 8 15,2 0-6-15,0 0 7 0,0 0-7 0,4 0 2 16,-1 0 3-16,5 0-1 0,-1 0-2 0,4 0-2 16,-1 0 0-16,-1 0 0 0,0 0-1 0,1 0 1 0,-1 0-3 15,2 0 2-15,0 0-3 0,0 0 4 0,0 0 2 16,1 0-2-16,-1 0-4 0,2 0 7 0,0 0 1 16,0 0 2-16,2 1-9 0,-1 1-2 0,3 0 5 15,-2-2-3-15,22 4 3 0,2-2 0 0,8 0-4 0,6-1 5 16,-6 1 1-16,12-2 2 0,-5 0 0 0,7 0-1 15,3 0-3-15,-3 0 3 0,-2 0-3 0,1-2 2 16,1 1-11-16,-4-1 8 0,1 0 2 0,1 0 3 16,-1 2-1-16,5 0 0 0,-2 0-7 0,3-2 4 15,-3 2-8-15,0 0 3 0,0-2 3 0,-3 2 1 16,-1 0 12-16,-6 0-12 0,-5 0 8 0,-7 0-9 16,0 0 4-16,-6 0 1 0,-3 0-8 0,0 0 5 0,-6 0-6 15,-2 0 8-15,-5 0-1 0,0 0 4 0,-1 0-1 16,1 0-3-16,0 0 0 0,0 0-1 0,-3 0 6 15,1 0-1-15,0 0 2 0,0 0-4 0,-2 0-1 0,0 0-10 16,-2 0 10-16,0 0-9 0,-9 0 12 0,-13 2 0 16,-6 0-5-16,-1 0 3 0,-1 0-3 0,-3 0-2 15,-2-2 0-15,-2 0 0 0,-4 1 1 0,0 1 3 16,3 0-2-16,-3-2 2 0,0 2 1 0,-3 0-7 16,-3 2 0-16,1-1-4 0,-2 1 7 0,-4 0 2 15,0-1 7-15,-5 3-4 0,-4-2-5 0,2-1 3 16,-4-1-3-16,1 0 5 0,9 0-7 0,-1 0 1 0,11-2-1 15,3 0 2-15,-1 0 1 0,8 0 3 0,-1 0 0 16,7 0-1-16,5 0-7 0,5 0 9 0,2 0-5 16,4 0 5-16,4 0-5 0,3 0-1 0,5 0 4 15,-3 0-2-15,0 0-7 0,0 0 7 0,3 0-4 0,-1 0 6 16,2 0 2-16,0 0-6 0,2 0 2 0,11 0-6 16,31-4 6-16,4 0-1 0,8 1 3 0,5-1-2 15,8 2-2-15,11-2 3 0,0 3 1 0,2-3 0 16,-3 2-8-16,-6 0 12 0,-5 0-11 0,-3 0 12 15,0 1-14-15,4-1 7 0,2 2 0 0,1 0 1 16,-3-2-8-16,-2 2 9 0,-10 0-2 0,-3 0 6 16,-6 0 0-16,-9 0-10 0,-5 0 1 0,-6 0-5 0,-6 0 2 15,-7 0-60-15,-4 0-23 0</inkml:trace>
  <inkml:trace contextRef="#ctx0" brushRef="#br0" timeOffset="2438.48">6490 7582 17 0,'0'0'0'16,"-2"-2"49"-16,0 0 28 0,0 1 14 0,0-3 8 0,0-5-45 16,0-6-23-16,2 0-17 0,0 0-3 0,0 0-1 15,0 2-3-15,0 0-2 0,0 2-1 0,0 2 0 16,0-2 6-16,0-1-2 0,0-1 2 0,0-1-3 16,0-1 6-16,0-2 5 0,0 2 1 0,0 4 0 15,0-2-1-15,0 2-12 0,0 0 3 0,0-4-7 16,0 4-2-16,0-2 5 0,0 0 4 0,0 2-1 15,0 1-5-15,0-1 3 0,0 0-1 0,0 2 6 0,0 0 7 16,0-3 4-16,0 5 7 0,0-4 0 0,0 0 26 16,0 3-10-16,0-3-3 0,0 4-1 0,0-4-2 0,0 1-7 15,0 1-1-15,0 2-2 0,0 3-3 0,0-4-6 16,0 3 2-16,0-3-3 0,0 3 2 0,0-3-2 16,0 5 5-16,0-3-5 0,-1 1-1 0,1-1 5 15,0-1-10-15,0 1 9 0,0 2-16 0,0 1 6 16,0-1 4-16,0 2 0 0,0 0 14 0,0 0-17 15,0 0 1-15,0 1-6 0,0-1 4 0,0 2 0 0,0 0 3 16,0 2-2-16,1-1 0 0,1 3-2 16,0 11-7-16,4 7 3 0,-3-3-3 0,-1-1-3 0,2 5 6 15,-2-8-6-15,2 7 7 0,-1-2-5 0,1 3 3 16,0 3-3-16,-1 1 6 0,1-1-1 0,0 4 0 16,0 2-1-16,-3-3 6 0,1 5-10 0,0-1 4 0,-2 1-5 15,2 3 10-15,0-2-9 0,0 0 3 0,1 4-6 16,-3-3-2-16,2-1 6 0,-2 2 0 0,2-4 3 15,2-5-2-15,-2 2-3 0,-2-4-2 0,2 4 0 16,-2-1 1-16,0-3-1 0,0 0 7 0,0-9-5 16,0 2 9-16,0-5-1 0,0-2-2 0,0-1 1 15,0-2-3-15,0-2 2 0,0-1-4 0,0-4 2 16,0 2-9-16,0-1 3 0,0-1-1 0,0 0 0 16,0 0-17-16,0 0-11 0,1 1-1 0,1 1-4 0,0 0-22 15,0 0-15-15,0-3-8 0,0 1-1 0,0 0-22 16,-1 0-72-16,1 0-34 0</inkml:trace>
  <inkml:trace contextRef="#ctx0" brushRef="#br0" timeOffset="3272.33">6597 7430 788 0,'-2'-2'21'0,"0"0"16"0,-1 0 16 0,-1 0 13 16,0-1 5-16,1-1 3 0,-1-2 16 0,-3 1-33 15,3-1 1-15,-4 4-13 0,5-1-17 0,-3 1 8 16,2 0-5-16,1-2 6 0,-1 1-11 0,0 1-4 15,1 0-1-15,-1 0 0 0,0 2-11 0,0 0 6 16,1 2-11-16,1 0 9 0,-4 26-11 0,3 3 8 0,-1 1-2 16,0 3 3-16,-1 2-7 0,1 0 5 0,0 0 5 15,0 2-2-15,-16-5-4 0,5 5-1 0,8-8-4 16,3-1 4-16,0 4-3 0,4-10 5 0,0 2-6 16,2 0 4-16,0-8-8 0,2-3 9 0,1 0-6 0,-1-8 6 15,3 5-8-15,6-9 6 0,10 3 2 0,-1 9-1 16,6-2-1-16,-4-6-1 0,2-3 6 0,0-4-5 15,-4 0-3-15,4-6 0 0,-2-1-4 0,-1-3 4 16,-3 1 4-16,-3-2-2 0,-1 0 0 0,1 7-1 16,0-14-1-16,-6-3 4 0,-4-1 3 0,-3 0-1 15,4-1-4-15,-7 3-3 0,1-2-1 0,15-4 2 0,-6 0 10 16,-3-4-7-16,-5-2 1 0,-1 3-2 0,-2-3 9 16,-2 2-10-16,-3-1 10 0,-3-1-10 0,1 3 12 0,-1-1-9 15,1 0 3-15,-2 2-4 0,-2 0 8 0,-1 1 6 16,-1-3-1-16,2 0 4 0,-2 4-5 0,0 2-7 15,4 7-5-15,0 4 1 0,3-1-8 0,-9 1 7 16,-3 1-2-16,3 3 5 0,-6 2-5 0,3 1 5 16,7 4-7-16,-4-7 5 0,7 5-17 0,-3 1 3 15,-4 1 0-15,3 2 2 0,0 3 0 0,-2 9 1 16,-1 6 3-16,4 17-1 0,1 6 0 0,5 2 1 16,1 0-3-16,0-1 3 0,2 1-1 0,1 2 5 15,-24 1-4-15,12-1 6 0,6 1-9 0,3-3 0 0,2-2 0 16,2-4 1-16,0-4 8 0,0-3-9 0,2 1 4 15,0-6-6-15,2-1 5 0,1-2-4 0,-1-7-1 16,2-2-3-16,-1 0-21 0,-1-6-29 0,3 4-9 0,-1-3-7 16,0-6-39-16,12 0-58 0,3 11-15 0,-5-6-27 15,5-2-177-15</inkml:trace>
  <inkml:trace contextRef="#ctx0" brushRef="#br0" timeOffset="3472.27">7030 7617 830 0,'0'0'326'0,"0"0"-446"15,0 0 396-15,0 0-217 0,0 0 33 0,0 0 31 16,0 0-3-16,0 0 7 0,0 0-33 0,-2 0-48 16,2 0-2-16,0 0-16 0,0 0-19 0,0 0 6 15,0 2-6-15,0 0 5 0,0 0-12 0,0 0 5 16,0 0-5-16,0 0 3 0,0-1-12 0,0 1 6 15,0 0-2-15,0 0 1 0,0 0-15 0,0 0-88 16,0 1-15-16,0 1-31 0,0 0-111 0</inkml:trace>
  <inkml:trace contextRef="#ctx0" brushRef="#br0" timeOffset="3842.87">7340 7194 1134 0,'0'-2'21'0,"0"0"40"16,0 1-25-16,0-1 41 0,0 0-2 0,0-2 13 15,0 0-11-15,0 1-38 0,0 1-5 0,0 0-12 16,0 0-22-16,0 2-2 0,0 0 3 0,0 2-1 0,0 0 18 16,-4 11-6-16,-3 17 7 0,-3-3-7 0,1 1 2 15,-2 0 4-15,-2-2 7 0,0 0 0 0,2-4 24 0,0-3 3 16,0-1-9-16,3-5 7 0,1 0-10 0,1-1-13 15,1-3 6-15,1-2-10 0,0 1-9 0,2-3-2 16,1 1-7-16,-1 1 4 0,0-1-9 0,2-1-2 16,0 1-1-16,0 1 1 0,2-1 1 0,1 0 2 15,-1-1 3-15,22-1 1 0,6-2 10 0,2 1-7 16,-1 16-1-16,-5-8-2 0,2-3 5 0,2-5-5 16,1-1 4-16,-1-2-5 0,-4 0-1 0,0 0-2 0,-6-2 2 15,-1 0-3-15,0 1 2 0,-6-1-7 0,0 0-6 16,-4 0-1-16,-2 0-22 0,3-2-24 0,-5 3-5 15,-1-1-7-15,0 0-22 0,-3 2-62 0,1 0-38 16,0 0-27-16,0 0-300 0</inkml:trace>
  <inkml:trace contextRef="#ctx0" brushRef="#br0" timeOffset="4132.78">7403 7278 998 0,'0'0'67'0,"-2"0"136"0,0-2-149 0,0 0 34 16,1 0-2-16,-1 0 12 0,0 0-6 16,0 1-37-16,0-1-4 0,0 0-14 0,2 0-28 0,0 0 5 15,0 2 0-15,0 0 2 0,2 0 13 0,0 0-10 16,0 0 2-16,0 2-6 0,0 0-4 0,1 3 8 16,14 21-6-16,-2 4 6 0,-4 3-6 0,-4 5-6 15,-1 2 8-15,-2 1-9 0,-2 6 0 0,-2-1 0 16,0-1-3-16,0 3 2 0,-2-5-3 0,-2-2-2 15,2-1 0-15,0-10-2 0,0-2-4 0,2 0-6 16,0-2 0-16,0-4-5 0,2-1-34 0,2-5-47 0,0-5-14 16,1 2-11-16,-3-7-65 0,4 1-142 0,1-1-43 15</inkml:trace>
  <inkml:trace contextRef="#ctx0" brushRef="#br0" timeOffset="4802.05">7847 7287 663 0,'0'0'103'16,"0"-2"21"-16,0 0 6 0,0 0-55 0,0 1 13 16,0-1 10-16,0 0-5 0,0 0 1 0,0 0-8 0,0 0-39 15,0 0-21-15,0 2 3 0,0 0-7 0,0 0 9 16,0 2-4-16,0 0 4 0,0 2-4 0,0 11 4 16,0 11-3-16,0 2 0 0,0-1 1 0,0 5 8 0,0-2-5 15,0-1-6-15,0 3 0 0,0-4-13 0,0 3 5 16,0-1-1-16,0-4 1 0,0 0-7 0,0-7-3 15,0-3 1-15,0-1 0 0,0-2 4 0,0-4-6 16,0 3 1-16,0-5-4 0,0-1-5 0,0-1 6 16,0-1-5-16,0 0 6 0,0-1-3 0,0 1 10 15,0-2 0-15,0 0 3 0,0 0-5 0,0-1-8 16,0-1-2-16,0-1 0 0,2-1 3 0,1-13-3 16,3-15-1-16,1-3-2 0,-1-3-9 0,-1 3 6 0,1-2 2 15,0 1 0-15,-1 1-1 0,1 3 5 0,-1 0-5 16,1 4 4-16,-1 2-4 0,1 2 0 0,0 3 3 15,-1 7-3-15,1-1 0 0,-3 7 4 0,-3 4-3 16,4 0 3-16,7-5-8 0,0 1 19 0,8 1-6 0,-4 5 10 16,2 2-13-16,-4 3 3 0,0 3 2 0,-6-5 0 15,2 21 0-15,-3 2-1 0,-2-2-1 0,3 1 1 16,-3-3 1-16,1 0 0 0,-1-1-1 0,-2-5 0 16,3 1-3-16,-1-4 1 0,5-2 1 0,-3-2 0 15,-2-3 6-15,-1 0-6 0,-1-3 3 0,0 1-3 16,0 0 5-16,0-1-4 0,0 1 0 0,0-2 0 0,-1 0 8 15,1 0-2-15,0-2 1 0,0 0-4 0,0-2-12 16,0 0 2-16,-2 0-5 0,13-26 4 0,-2-1-4 16,0-3 3-16,0-1 3 0,0 1 0 0,-1 0 0 0,-3 5-1 15,2 1-4-15,-1 5 3 0,1 3 2 0,-2 3-4 16,1 2 4-16,-3 4-4 0,-1 3-1 0,0 2 6 16,0 1-5-16,1-1 6 0,3 2 4 0,1 0-6 15,0 2 8-15,0 4-8 0,1 1 8 0,-3 12-5 16,-5 13 1-16,17-2-3 0,-6 3-1 0,-6 1 9 15,-3-1-4-15,-2 1 6 0,-2-2-9 0,0-3-3 16,0-1 2-16,0-1-1 0,0-1 4 0,0-4-8 16,0 1 4-16,0-7-6 0,0 3 6 0,0-6-2 0,0 0-8 15,0-3 0-15,0-4-38 0,0-1-69 0,0-1-2 16,0 0-25-16,1 2-29 0,1-1-38 0,0-1-22 16,0 0-20-16,2-2-199 0</inkml:trace>
  <inkml:trace contextRef="#ctx0" brushRef="#br0" timeOffset="5315">8582 7047 895 0,'0'-1'68'16,"0"-1"-11"-16,0-2 48 0,0-7 15 0,0-4-18 15,0 4 10-15,0 2-23 0,0 1-6 0,0 4-7 0,0 1-42 16,0-1-10-16,0 0 1 0,0 1-2 0,0 1 4 16,2 0 12-16,0 0-4 0,0 2 6 0,-1 2-13 15,3 0-2-15,-2 3-4 0,7 23 1 0,1 7-7 0,-3-1 3 16,0 5 4-16,-1-2 0 0,-2-2 9 0,-2 2-9 15,18-1-1-15,-7-3-4 0,-4 2-7 0,-5-3 2 16,-2-2 2-16,0-1-1 0,-2-3-2 0,0 0 1 16,0-3-6-16,0-3 4 0,0-3-4 0,0-2-5 15,0-4 0-15,0 0-2 0,0-4 5 0,0-1-1 16,0-2 0-16,0-3-1 0,0 3 0 0,0 0-3 16,0 0 0-16,0-3 0 0,0 1-2 0,0 0-6 15,0-2 4-15,0-2-4 0,0-1 10 0,-4-25-2 16,0-9 0-16,1-4 0 0,1-2 7 0,2-3-4 0,0-6 4 15,0-2-5-15,3-2-2 0,5-1 0 0,-1-1 0 16,1 4 1-16,1 8-1 0,2 1 5 0,2 6-1 16,0 6 3-16,0 5-3 0,-2 7-5 0,0 5 2 15,-1 3-2-15,-3 3 11 0,8 5-6 0,-2 1 3 0,4-7-3 16,3 0 3-16,-5 7-3 0,0 2 0 0,5 2 0 16,-7 2 8-16,4 4 10 0,2 3-7 0,-3 2 5 15,3 2-20-15,3 15 12 0,-3 5-5 0,-4 1 7 16,-1 3-8-16,-2-2 2 0,-1-1-3 0,-2 3 2 15,0 0-2-15,-1-2-1 0,-1 2 5 0,-3-3-5 0,3-3 5 16,-1 1-9-16,-1 0 2 0,3-3-3 0,-1-1 5 16,1 0-2-16,-1-2-2 0,0-2 2 0,-1-2 0 0,1-1-4 15,3-1-1-15,-3-3-3 0,2 0-1 0,-1-4 1 16,-3 0-6-16,3-2 0 0,-3-4-33 0,-1 1-72 16,0-5 1-16,-2-1-32 0,0-2-64 0,1 4-119 15,1 0-68-15</inkml:trace>
  <inkml:trace contextRef="#ctx0" brushRef="#br0" timeOffset="5486.82">8705 7339 1184 0,'0'0'57'0,"0"0"12"0,-2-2 33 0,0 0-35 16,0 0 21-16,0 1 7 0,2-1-2 0,0 0-8 15,0 0 0-15,0 0-42 0,2 0 5 0,0 0 0 0,2 1 2 16,9-3 14-16,16-4-15 0,5 3 4 0,5-1-11 15,-4 1-16-15,6-1-16 0,-6 1 1 0,4-1-4 16,2 0-5-16,0 1-22 0,0-3-15 0,-4 1-7 16,0-2-89-16,-4-1-436 0</inkml:trace>
  <inkml:trace contextRef="#ctx0" brushRef="#br0" timeOffset="12362">4794 9270 29 0,'0'0'8'16,"0"0"17"-16,0 0 31 0,0-2 8 0,0 0-4 15,0 0-14-15,0 0-26 0,0 1-1 0,0-1 2 16,0 0 10-16,0 0-18 0,0 0 9 0,0 0-11 0,0 1 21 16,0-1-19-16,0 0 5 0,0 0-8 0,0 0 19 15,0 0-3-15,0 0 1 0,0 1-2 0,0-1 9 0,0 0 7 16,0 0 1-16,0 0 0 0,0 0 1 0,0 0-15 15,0 1 5-15,0-1-9 0,0 0-6 0,0 0 2 16,0 0-9-16,0 2 5 0,0 0-14 0,-2 0 0 16,1 2 5-16,-1 0-4 0,0 0-3 0,0 1 8 15,-4 5-9-15,-1 3 9 0,-2 4-5 0,-1 0-5 16,3-2 6-16,1 0-5 0,3-4 13 0,1-4-10 16,0 1 7-16,0-2-7 0,-2 3 8 0,1 2 0 0,1 1-5 15,2-7 3-15,0 3 0 0,0-4 1 0,0 2 1 16,0-1-1-16,0 1 4 0,0 0 2 0,2-1 2 15,0-1-1-15,-1 0 3 0,1 0-6 0,0 0 5 16,0 0-4-16,2 0 11 0,-1-2-8 0,1 0 5 16,0 0-5-16,0-2-1 0,-1 0-8 0,-1 0 3 0,0 0-3 15,0-2 1-15,2-1-1 0,1-6-4 0,1-2 3 16,-3 3-8-16,-1 1 6 0,0 0-2 0,-2 1 6 16,0 1 1-16,0-2-11 0,0 5 2 0,0-2-4 15,0 1 5-15,0 3 2 0,0 0-4 0,-2-2 2 16,0 1 1-16,1-1-3 0,-1 2 0 0,0 0-2 15,-2 0-4-15,0 1 7 0,1 1 1 0,-1 0 1 0,0 0-9 16,1 1 6-16,-1 1 0 0,2 0 3 0,0 2 7 16,0 0-9-16,0-1-1 0,1 1-2 0,-1 0 0 15,0-1 2-15,2 1 6 0,0 0-2 0,0 0 7 0,0-3-2 16,0 1-4-16,0 0 4 0,2 0 12 0,0 0 1 16,-1 0-2-16,1-2-1 0,0 0-10 0,0 0-7 15,0 0 6-15,0 0-7 0,0 0 3 0,-1 0-4 16,1 0-3-16,0-2 1 0,0 0 9 0,0 0-8 15,0 2 1-15,-2 0-3 0,0 0-1 0,0 0-15 16,0-2 0-16,2 2-7 0,-1 0-6 0,1 0-85 16,0 0 7-16,0 0-39 0,0 0-46 0,0 0-94 15</inkml:trace>
  <inkml:trace contextRef="#ctx0" brushRef="#br0" timeOffset="13089.63">6061 9058 135 0,'0'0'63'0,"0"0"-41"15,-2 0 71-15,0 0-25 0,0-2-13 0,-2 1-11 16,-3-1-5-16,-1 0-2 0,-1 0-25 0,4 0 7 16,-1 0-8-16,-1 0 9 0,1 1 3 0,0-1 5 15,3 2-1-15,1 0 2 0,-2-2 5 0,0 0-14 16,1 0 8-16,-1 2-12 0,2 0 0 0,0 0 10 15,0 0-4-15,1 0 7 0,-1 0 5 0,2 0 4 16,0 0 5-16,2 0-2 0,1 0 9 0,3 0-24 16,22 0 1-16,-6 0-8 0,4-2-3 0,-2 0-3 0,-2 1 2 15,3-1-2-15,-5 0-1 0,2 0-11 0,1 0-1 16,-1 0 0-16,-2 0 1 0,-3 1 2 0,0 1 6 16,-2-2-4-16,-2 2 4 0,-2 0-11 0,-2 0-2 0,0 0-2 15,-3 0 0-15,1 0-2 0,-3 0-1 0,0 0-3 16,-1 0-38-16,1 0-78 0,-2 0-2 0,0 0-27 15,0 0-44-15</inkml:trace>
  <inkml:trace contextRef="#ctx0" brushRef="#br0" timeOffset="13333.26">5990 9248 434 0,'-2'0'54'0,"0"-2"103"0,0 0-131 0,1 0-18 16,-1 0 1-16,-2 0-6 0,2 1-5 0,0 1 4 16,0 0 1-16,1 0 3 0,-1 0 2 0,0 0-8 15,2 0 2-15,0 0-1 0,0 0 13 0,2 0 19 16,0 0 5-16,-1 0 7 0,3 0 27 0,7 0-18 16,8 0 5-16,3-2-10 0,2-2-17 0,2-2-11 15,0 1-10-15,0-3 3 0,0 1-9 0,0-2-5 0,2-1 3 16,-4 3-4-16,2 0-6 0,-3-1-10 0,1 3-18 15,-2-1 0-15,-2 0-82 0,-3 3-87 0,-4-1-33 16</inkml:trace>
  <inkml:trace contextRef="#ctx0" brushRef="#br0" timeOffset="14359.14">6820 8899 304 0,'0'0'47'0,"0"0"-1"0,-2-2 12 16,0 0 0-16,0 0-12 0,1 0-15 0,-1 0-14 15,-2 0-3-15,0 1-1 0,1-1 2 0,-1 0-8 16,0 0 8-16,2 2-6 0,-3 0 10 0,-6-2 18 16,3 2-8-16,-5 0 12 0,0 0-1 0,4 0-1 0,-4 2-4 15,5-2 0-15,-3 4-24 0,2-1 0 0,0 1 2 16,-1 2 1-16,3-1 4 0,-2-3-11 0,3 13-4 15,-1 0 0-15,-1 0 0 0,1 0 0 0,-4-1 4 0,5 3-3 16,-3 2 12-16,7-3-12 0,-11 3 10 0,4-2-11 16,1-1 4-16,3 1 10 0,1 2-11 0,2-3 11 15,0 3-8-15,2-4-3 0,0 0 3 0,2 1-3 16,0-3 9-16,4 0-4 0,-3-3 2 0,3-1-3 16,1 0-1-16,-1-1 4 0,3 1-3 0,8-4 4 15,-2-1 14-15,1-2-1 0,-1 9 3 0,4-2-4 0,3-1-8 16,-5-6 1-16,1-2 0 0,1-2-1 0,-2-2-12 15,1-1 0-15,1-5 2 0,-4 1 0 0,3-4 0 16,-1 4 7-16,0-13-6 0,-2-3 6 0,-2 1-9 0,-4 0 0 16,0 2 3-16,2-4-2 0,-1 4 3 0,-3-3-5 15,-1 1-3-15,-3 2 1 0,-1 0 1 0,13 1-2 16,-6 1 7-16,-1-1-5 0,-5 1 4 0,-1 1-2 16,-2-3-1-16,0 7 1 0,-2-1-5 0,-1-1 3 15,-1 2-4-15,-2 2 3 0,1 2-3 0,1 5-5 16,0 3 5-16,-7-5-4 0,-5 1 4 0,-5 5-7 15,-3 2 4-15,-6 7-5 0,1 3 8 0,1 3-1 16,0 3-2-16,6-10-1 0,-6 18 0 0,-2 0 4 0,8-2-3 16,1 1 4-16,6-1 6 0,2-3-13 0,-1 1 7 15,4-3-8-15,3-1 16 0,1 3-11 0,1-2 2 16,-6-2-3-16,1-1 8 0,5 1-6 0,1-2 5 16,0 2-6-16,3 0 2 0,1-4-4 0,0 2 5 0,1 0-1 15,1-4 5-15,2 1-5 0,0-1 0 0,-1-3-1 16,3 1 0-16,-2-1 1 0,7 1-3 0,-2-3 2 15,0-1-12-15,1-1 1 0,4 0-5 0,-1 0-1 16,2 9-50-16,8 0-29 0,-3-3-12 0,4-5-2 16,2-3-24-16,0 0-75 0,0-5 5 0</inkml:trace>
  <inkml:trace contextRef="#ctx0" brushRef="#br0" timeOffset="14614.07">7433 8986 568 0,'0'0'310'0,"-2"0"-420"15,0-2 364-15,-4 2-201 0,-14-4-35 0,1 2-11 16,5 2 8-16,-3 4-8 0,8-2 7 0,-4 4-11 16,1-1-2-16,-1 1-1 0,2-1 4 0,4-1 0 0,1 0 6 15,3-2-4-15,-1-1 2 0,0 1 8 0,-1 2-10 16,1-2 9-16,2-2-17 0,0 0 10 0,-2 4-2 15,1-3 6-15,1 1-15 0,0 0-31 0,0 0-10 0,2 0-9 16,2-2-60-16,0 0 4 0,2 0-14 0,14-4 6 16,6-1-54-16,6-3 39 0,0 1-12 0</inkml:trace>
  <inkml:trace contextRef="#ctx0" brushRef="#br0" timeOffset="14985.31">7674 8806 212 0,'0'0'77'16,"0"0"-11"-16,0 0 106 0,0 0-19 0,0-2 9 0,-2 0-122 15,0 0-9-15,1 2-10 0,-3 0 7 0,0 0-6 16,-3 0 0-16,-6 2-8 0,5 0 5 0,-3 2-10 16,2-1-4-16,3-1 6 0,-3 4-8 0,3-3-3 0,5-1-3 15,-1 8 3-15,-8 1-2 0,3 0 5 0,3 0 10 16,2-2-3-16,2 4 5 0,0-2-5 0,2 1 9 16,2 1-1-16,2-2 2 0,-1-2-8 0,4 4 7 15,-3-2-6-15,13 4 7 0,-5 0-11 0,3 0 2 16,0 0-1-16,-4 1 0 0,0 1-4 0,2 0-3 15,-4-2 2-15,-2 1-2 0,0 1 8 0,-3 0-3 16,-2-2 6-16,-1-1-3 0,-1 1 9 0,8-2 4 0,-3 0-1 16,-3-3 3-16,-1 1 4 0,-1-2 19 0,0 0-8 15,-2 0 10-15,0-3-14 0,0 1-12 0,0-3-2 16,-4 4-4-16,1-3-10 0,1-1-1 0,-13 3 2 16,0-3-2-16,-2-2-1 0,-3 0-4 0,0 13-4 0,-3-4 1 15,3-4 0-15,-1-3 0 0,1-2 1 0,1-2-3 16,-3-2-12-16,7 0-15 0,4-2-19 0,4 1-2 15,5 3-86-15,0 0-13 0,0-17 1 0,-11-2-9 16,4 1-40-16</inkml:trace>
  <inkml:trace contextRef="#ctx0" brushRef="#br0" timeOffset="15172.89">7780 8845 877 0,'0'-2'79'0,"0"0"135"0,0 0-140 0,0 0-14 15,0 0-9-15,0 1-1 0,2-1-22 0,0 0 23 16,0 0-4-16,1 0 9 0,1-2-16 0,3-1-9 16,8-3-2-16,0 3-2 0,2-3-8 0,-1 1-12 15,-1-2 2-15,2 1-5 0,-2 1 0 0,0 3-11 16,1 2-3-16,1-1-7 0,-6 1-35 0,2-8-96 16,0 3-11-16,-5 3-33 0,1 2-85 0,-5 2-61 0</inkml:trace>
  <inkml:trace contextRef="#ctx0" brushRef="#br0" timeOffset="15639.78">8203 8839 774 0,'0'-2'163'15,"0"0"33"-15,0 1-85 0,-3-14-66 0,1 5-28 0,0 5-7 16,0-1 0-16,2 3-9 0,0 1 5 0,0 0-12 15,0-2 6-15,0 0 1 0,0 3 0 0,0-1-5 16,0 0 11-16,0 0-4 0,0 0 7 0,0 2-8 16,0 0 6-16,0 0-3 0,0 0 5 0,0 0 2 0,2 2-2 15,0 0 0-15,0 2-1 0,-1 9-8 0,3 5 6 16,2 4-4-16,-3-1 4 0,1-1-3 0,0 4 0 16,0-1-1-16,-1 1-1 0,1 0-1 0,2-2 1 15,-1 2 2-15,1 2-1 0,1 0 8 0,1-1-9 16,1 1 1-16,-2 0-3 0,-1-2 9 0,1 2-1 15,1-4 3-15,-1 0-4 0,1 0-6 0,1 3 11 16,-2-7-9-16,1 1 8 0,-1 1-11 0,-1-7 9 0,1 2 3 16,-3-6 0-16,-2-5 0 0,0 0 29 0,1-1-4 15,1 1 13-15,0 0-3 0,-1 0-7 0,1-3 1 16,0 1-2-16,0-2 7 0,5 0-22 0,0-2-2 0,2-3-6 16,0-8-1-16,2-21-7 0,2-3 5 0,2 4-7 15,1-2-4-15,3-1 7 0,1-1-7 0,2 0 6 16,0 0-11-16,-1 2 6 0,-1 1-3 0,0 1 3 15,1 1 0-15,1 3-5 0,0-1 8 0,-4 2-8 16,3 0 4-16,-7-3-2 0,1 5-2 0,3-4 1 16,-1 2-7-16,-4 8-25 0,-4-1-37 0,2 3 1 0,-6 5-147 15,-1-2-174-15</inkml:trace>
  <inkml:trace contextRef="#ctx0" brushRef="#br0" timeOffset="17062.88">4844 9237 256 0,'0'-2'144'0,"0"0"-121"15,0 0 170-15,0-2-71 0,0 1-35 0,0 1-54 16,0-2-11-16,0 2-8 0,0 0-10 0,-1-1 3 0,-1-1-2 15,0 0 0-15,0 2-7 0,2 0 3 0,-2 1 4 16,0-1 0-16,0 0 12 0,1 0 5 0,-1 0 2 16,0 2 2-16,-2 0 7 0,-1 0 8 0,-8 2-6 15,-2 2 5-15,0 3-23 0,0 1 6 0,2-1-5 0,0 2 6 16,4-1-2-16,-1-5-10 0,5 10 5 0,-3-2-7 16,5 4-3-16,1-4-7 0,0 1 3 0,-9 2-3 15,3-2 8-15,5-3 3 0,-1 4-2 0,2-8 3 16,0 3 10-16,2 1-8 0,0-3 2 0,0-1-5 15,0-3 11-15,0 2 0 0,2 0 7 0,0-1-6 0,2 1 10 16,3 2-15-16,8 3 3 0,0-4-6 16,2-1 1-16,-3-2-12 0,3-2 5 0,-2-2-7 0,4-2 11 15,-3 1-6-15,1-3-2 0,-2 1 0 0,-2-1-9 16,2-1 10-16,-2-3-4 0,-2 8 8 0,-4-16-4 16,1 1-5-16,-3 2 5 0,-1 0-5 0,5 2 7 0,-1 0-1 15,-3 0-2-15,-1 0 1 0,-4 4-2 0,0-2-7 16,0 2 5-16,-2 1-4 0,0 3 4 0,0 1 3 15,2 2-4-15,-11-7 4 0,-5 0-5 0,1 1-2 16,-2 5-1-16,0 1 0 0,1 2 3 0,-3 2 1 16,2 1 1-16,-1 3-2 0,-1 3-5 0,1 2 6 15,-1 0-1-15,2-7 2 0,4 13-2 0,2 1-1 16,0 3 2-16,4-3-1 0,-3 1 5 0,5-2-7 0,1-3-2 16,-7 3-1-16,4-4 9 0,1-2-2 0,2-1 2 15,2 1-3-15,1-2-3 0,1 2 2 0,0 0 0 16,0-7 1-16,0 2 3 0,0-5-3 0,1 3 2 15,3 0-2-15,0 0 5 0,7 1 11 0,4 1 0 0,1-4 2 16,3-1-7-16,-4-1 3 0,2-1-2 0,-1-3 3 16,1-2-7-16,-2-1 0 0,-2-2-3 0,0 5 2 15,-2-13-2-15,-2 0 3 0,-1 1-1 0,-5-1 2 16,1 0-6-16,-2 2-3 0,7 2 0 0,-1 2 0 16,-1-4 5-16,-3 4-2 0,-2-2-3 0,-2 2 2 0,0 2-3 15,-2 1-2-15,0 1 2 0,0 3-1 0,0 1-4 16,-7 1 6-16,-6-9-5 0,-2 1 4 0,-1 3-6 0,-3 3 6 15,1 4 0-15,0 0 2 0,-3 4-4 0,5 2-3 16,-1 1-1-16,3 2 1 0,-3 4 1 0,4-9 0 16,-2 14 0-16,4-1 1 0,0 7 9 0,0-5-8 15,4 3 4-15,4 0-6 0,1-1 0 0,2-6 4 16,0 0-4-16,-7-2 4 0,1-2-3 0,3 2 5 16,1-2-2-16,2 0 4 0,2 2-9 0,0-4 4 15,0-1-1-15,2-3 2 0,2 1 5 0,-4-4-3 16,18 0 1-16,-1 9-2 0,0-4 3 0,1-1 0 15,-1-4-1-15,4-2 1 0,1 0-2 0,0-2 0 0,-2-2 4 16,-1-2-4-16,-2 1 0 0,-1-3-2 0,-1-1 0 16,0 0 1-16,-2 0 7 0,-5 3-8 0,1-7 7 15,-5-6-7-15,1 1 6 0,-1 1 1 0,-2 0-6 16,0 3 5-16,9-3-9 0,-4 2 0 0,-1-2 5 0,-4 6-1 16,-2 0 4-16,0 2 0 0,0-1-8 0,-2 3 4 15,-2 0-11-15,4 5 7 0,-4-2-1 0,-12-7 3 16,-3 2 1-16,0 3 0 0,-3 4 0 0,0 2 0 15,0 4-2-15,-1 3-1 0,1 3-2 0,0 3 1 16,-4 3 4-16,2-8-5 0,3 18 3 0,5 3-3 16,-3-3 4-16,2-5-1 0,4-1 2 0,0-3 0 0,11 5 2 15,-12-1-3-15,4-5 1 0,5-1-2 0,1-4 5 16,2 1-5-16,2-3 2 0,0 2-4 0,2-4 3 16,2 1 4-16,-1-3-3 0,9 5 3 0,10 1 0 0,-2-4-2 15,3-3 3-15,-3-2-3 0,2-2 5 0,4-2-7 16,0-4 2-16,0-3-2 0,2-2 2 0,0-2 9 15,0-4-6-15,-2 2 6 0,3 12-9 0,-3-21 7 16,-1 1-1-16,-1 1 1 0,-6 0-10 0,-3-1 10 16,-4 5-6-16,-7-4 8 0,2-1-8 0,5 8 4 15,-2-1 2-15,-3 5-2 0,-3-1-6 0,-1-1 3 16,-2 2-3-16,0 2 3 0,-2 2-7 0,0 3 0 16,-3 2-6-16,-17-13 5 0,-6 2-6 0,0 8-96 0,-4 5-29 15,3 7-43-15,-1 8-276 0</inkml:trace>
  <inkml:trace contextRef="#ctx0" brushRef="#br1" timeOffset="29594.47">14639 9123 14 0,'0'0'0'0,"0"-2"60"16,0 1 12-16,0-1 11 0,0-2 9 0,0 0-54 15,2 1-5-15,-2-1-6 0,1-4-4 0,1 1 1 16,0-2-16-16,0 3 19 0,0-1-6 0,0 1 11 16,-2 2-10-16,2-1 2 0,-1-1 0 0,-1 3 2 15,0-1 5-15,0 0-5 0,2-1 1 0,-2 3-2 0,2-2 2 16,0 0 9-16,0 1-7 0,0-1 6 0,0 0-15 16,-1 2-18-16,1 0 3 0,0 1-6 0,0-1 6 15,0 0 3-15,0 0 7 0,-2 2-3 0,0 0 2 0,0 2 1 16,0 0-7-16,0 3 5 0,0 19-11 0,0 2-3 15,0 4 4-15,-2 2-3 0,0 1 6 0,2 1-4 16,-2 3 0-16,2 0 0 0,-2 2 0 0,2 7 4 16,-2-9-7-16,1 8 4 0,-1-6-3 0,0-2-1 15,2 0 4-15,-2-3-3 0,0-7 8 0,2-1 3 16,0-1-4-16,0-7 2 0,0 1-13 0,0-4 5 16,0-1 4-16,0-1 1 0,0-1-1 0,0-3 2 15,0-2-10-15,0-1 5 0,0-2-7 0,0-3 3 0,0 1 2 16,0 2-1-16,0 0 2 0,0-1-24 0,0-1-24 15,0 0-6-15,-2 0-97 0,0 0-4 0,1-2 0 16,-1 0-1-16,0 0 4 0,0-2 87 0</inkml:trace>
  <inkml:trace contextRef="#ctx0" brushRef="#br1" timeOffset="30081.74">14605 9211 36 0,'0'-2'29'0,"0"0"4"0,-2-13 37 0,1-11-2 15,-1 0 23-15,2 2-9 0,0 2-7 0,0-1 0 16,-2 3-17-16,2 1 11 0,0 1-8 0,0-3 6 0,0 3-14 15,2 1-2-15,0 0 2 0,1 2-5 0,1 1-14 16,2-1-9-16,1-2-6 0,0 4 0 0,3 0-6 16,-5 4 1-16,16-1-2 0,1-3 1 0,0 4-1 0,2 5-3 15,-1-10-1-15,1 4-3 0,0 7-11 0,0 3 12 16,0 1-4-16,4 5 6 0,-2 3-15 0,0 2 11 16,-4 1-4-16,-1-1 7 0,-3 2-7 0,3 0 4 15,-5-2-4-15,-1-9 2 0,-4 14-5 0,-3-4 9 16,-1 2 6-16,3-1 0 0,-1 2 17 0,-2 0-4 15,1-2 3-15,-6 2-4 0,9 0-7 0,-2 2-11 16,-3-1 0-16,-5 3-3 0,-2 1-1 0,-7 3-4 16,-5-1 1-16,2 2-2 0,-22 2 6 0,-5 0 1 0,-2-2 1 15,-1-2-1-15,4-1 0 0,-1-5 0 0,7-3 0 16,-1 2-1-16,5-2-6 0,1-3 5 0,1-3-4 16,5 0 5-16,1-1-2 0,6 0-3 0,2 1 5 15,4-5-3-15,-2 0 12 0,5 0-3 0,2-1-6 0,0 1 2 16,2 0 2-16,-4 2-10 0,1 0 8 0,1-1-8 15,0 1 5-15,0 0 3 0,2-1-1 0,0 1 2 16,2 0 0-16,0 0-6 0,15 7 0 0,9-8-2 16,0 7-2-16,3 1 10 0,1 0-1 0,2-2 4 15,-1-1-9-15,2-3 7 0,1-1-3 0,-1 3 4 0,6 1-9 16,-7-1 1-16,-4-1 1 0,-2-1 2 0,-6 7 0 16,1-7-3-16,-1 8-2 0,-3-2 0 0,-4-7-4 15,-6 3 0-15,4-1-5 0,-1 1 2 0,-5 1-24 0,-3-3-59 16,2 3 5-16,-1-3-23 0,3 3-6 0,-4-4-26 15,0-1-2-15,1-1-12 0,3 2-49 0</inkml:trace>
  <inkml:trace contextRef="#ctx0" brushRef="#br1" timeOffset="30735.85">15467 9366 570 0,'0'0'81'0,"0"-1"11"0,0-1-18 0,-2 0-21 15,0-2-13-15,0 0 19 0,0 1-37 0,1 1 8 16,-1 0-21-16,0 0-7 0,0 0 1 0,0 2-3 0,0 0 4 16,0 2-2-16,1 2 2 0,-7 24 0 0,3 0 1 15,1 1 6-15,-2 7 8 0,3-1-1 0,-1 4 2 16,-2 0-10-16,1-4 4 0,-1 2-5 0,2-1 5 16,1-5-3-16,-1-5 7 0,2-2 9 0,0-3-2 15,2-3 20-15,0-3-9 0,0 0-9 0,0-2 2 16,0 0-23-16,2-4 9 0,0 1-2 0,0-3 3 15,-2-1-5-15,2-1-6 0,-2-3 2 0,2 2-2 0,-1-1 7 16,1 1 9-16,0-2-1 0,0 0 4 0,0 0-8 0,0-2-10 16,0 0-2-16,-1-2-2 0,1-2-5 0,2-16 1 15,0-6 6-15,-2 0-3 0,-1-4 9 0,1 4-13 16,0-7 6-16,-2-1-6 0,0-9 9 0,0-5-5 16,0 4-3-16,2-10 2 0,0 11-5 0,-2-2 8 15,2 5-3-15,0 8 4 0,-1 2-6 0,1 8 6 16,2-2-5-16,-2 5 5 0,0 3-3 0,0 5-4 15,-1 3 3-15,-1 4-4 0,2 1 1 0,0-1 1 16,-2 2 3-16,4-2-1 0,1 1 2 0,8-3-2 16,0 2-5-16,4 3 2 0,2 1 8 0,3 5-8 0,2 4 4 15,2 4-6-15,4 4 1 0,-1-13 4 0,3 20 2 16,0 0 0-16,-3 4 2 0,3 0-7 0,-1 1 3 16,-1 7-3-16,0-1 9 0,-4 4-6 0,-2-2-3 15,-2 0-1-15,-5-1 2 0,-2-5 5 0,-4 1 0 0,-7-3 0 16,3 1-8-16,12 0 3 0,-8-2 0 0,-4 0 2 15,-5-2 3-15,-2 1 4 0,-4-2 0 0,-3-1 0 16,-2-2-6-16,-2-4 5 0,5 1-2 0,-22-4 4 16,-3 0-7-16,-5-4 9 0,1-2-7 0,-6-1 8 15,-2-3-1-15,1-1-1 0,-3 0-1 0,2-3-2 16,1 24-7-16,5-14 9 0,-2-6-2 0,1-3 3 16,3-2-6-16,4-2-2 0,1-1 6 0,0-3-5 0,10 0-3 15,-1-1-2-15,8 1-8 0,6 3 5 0,1-1-8 0,5 2-14 16,-9-11 0-16,3-2-9 0,1-1-42 0,6-1-70 15,4 0-19-15,3 2-22 0,1 0-138 0</inkml:trace>
  <inkml:trace contextRef="#ctx0" brushRef="#br1" timeOffset="31170.85">16417 9277 431 0,'0'0'34'0,"-1"0"-2"15,-1 0 28-15,-4 0 3 0,-14-2-3 0,3 1 10 16,4 1-20-16,2 0-1 0,2 0-6 0,1 0-5 16,3 0 6-16,1 0-3 0,2 0 2 0,0 0-9 0,-2 0-10 15,1 0-1-15,-1 0-5 0,2 0-14 0,0 0-1 16,0 0-1-16,1 0 1 0,1 0 9 0,0 0 0 16,1 0 2-16,3 0-3 0,9 0-1 0,15-2 0 15,4 0 9-15,-1 2-5 0,1 0 5 0,9 0-2 16,-2 0-4-16,-2 0 3 0,-2 2-9 0,-2 0-2 15,-3-1-1-15,0 1 2 0,-2 2-3 0,-4-2-1 16,-8 0-3-16,3 0 2 0,-2-1 4 0,-8 1-10 0,4 0 7 16,-9-2-7-16,-1 0 5 0,3 2 0 0,-4-2-4 15,0 0 3-15,1 2 1 0,1 0-12 0,-2 0 5 16,0-1-9-16,0-1-5 0,-2 2-40 0,0 0 3 16,-2 0-13-16,0 0 7 0,0-2-12 0,-16 5-2 0,-5 1-9 15,5-2-54-15,-3 1-100 0</inkml:trace>
  <inkml:trace contextRef="#ctx0" brushRef="#br1" timeOffset="31405.88">16256 9608 436 0,'0'0'85'0,"-2"-2"156"0,0 0-179 16,0 0-27-16,0 0-2 0,1 1-9 0,-1 1-17 15,2 0 7-15,0 0-4 0,0 0 6 0,0 0 9 0,2 0 6 16,-1 0 1-16,3 0-1 0,20 0 0 0,4 0-1 15,2 0-2-15,1-2 2 0,7-2 5 0,1 0 2 16,-2 1-4-16,7 1-1 0,-10 0-23 0,-1 0-4 16,6-2 0-16,-5 1-2 0,3-1-4 0,-6 2-9 15,-7 2 1-15,-1 0-5 0,-1 0-11 0,-7 0-137 16,3 2-40-16</inkml:trace>
  <inkml:trace contextRef="#ctx0" brushRef="#br1" timeOffset="35094.47">17905 8576 256 0,'0'-2'34'0,"0"0"1"0,0 0 35 15,-2-2 12-15,2 1-12 0,-6-10-6 0,3 1-37 16,1 5 2-16,-2-2-9 0,2 3 0 0,0 1 3 0,2 1 0 16,0-2 0-16,0-1-6 0,0-2 2 0,2-1 3 15,2 3 1-15,0-1 21 0,5 1 2 0,15 0 0 16,0-1 0-16,2 1-5 0,-2 3-23 0,4 0-2 16,2-14-7-16,-4 8-9 0,-2 7 1 0,-2 3 1 15,-7 3-1-15,7 7-5 0,1 5 0 0,-3-4 3 0,0 24-1 16,-7 0 3-16,-1 4 4 0,-5 6-5 0,-3-1 3 15,20 5-11-15,-13-3 14 0,-9-1-7 0,-6-5 8 16,-3 1-16-16,-4-5 12 0,-6 3 3 0,-2-4 3 16,16-4 2-16,-23 1-6 0,-8-2-2 0,3-6 0 15,-5 2 1-15,-3-8 9 0,6 3-4 0,-2-6 5 16,1-2-3-16,1-6-1 0,1 1 9 0,4-7-5 0,2 1 3 16,6 11 10-16,0-3-8 0,5-7 10 0,0-3-2 15,4 0-5-15,1-2 4 0,5 1-4 0,-1-1-9 0,4 2 0 16,-9-15-8-16,4-2 5 0,1-1-8 0,6-1-5 15,2 2 6-15,4 1-6 0,1 1 9 0,1 4-6 16,-7 1-3-16,16 5 0 0,-2-1-3 0,2 4 2 16,-1-9 2-16,3 2 0 0,0 3 12 0,-3 4-13 15,3 2 2-15,-1 2-5 0,3 2 7 0,1 3-1 16,4 3 2-16,-2-1-3 0,4 2-2 0,-4-2 6 16,0 1 0-16,4 1 3 0,-11-6 2 0,3 3-4 0,1-1-2 15,-6-1 0-15,1-1 2 0,3 3-3 0,-8-4 2 16,2 1-3-16,-4-1-2 0,2 0-3 0,6 1 4 15,-4-1-5-15,2-2-9 0,0 0-101 0,-2-2-2 16,2 0-37-16,-2 0-46 0,2-2-127 0</inkml:trace>
  <inkml:trace contextRef="#ctx0" brushRef="#br1" timeOffset="35354.85">18733 8952 857 0,'0'-1'355'16,"0"-1"-499"-16,0 0 420 0,0 0-239 0,-2-2-33 16,0 2-6-16,0 1 0 0,0-1-3 0,0 0 5 0,1 0-5 15,-1 2 7-15,0 0-4 0,0 0 9 0,0 2-3 16,0 0-2-16,0 0 0 0,1-1-1 0,-1 1-2 16,0 2 2-16,2-2-2 0,0 0-4 0,0 0-13 15,0-1-12-15,0 1-1 0,0 0-49 0,0 0-37 16,2 0 1-16,0-2-13 0,7 0-11 0,15-2-29 15,0-4 17-15,8-3-16 0,-6 0 45 0</inkml:trace>
  <inkml:trace contextRef="#ctx0" brushRef="#br1" timeOffset="35655.82">19255 8520 652 0,'0'0'51'0,"0"0"0"0,-2-2 1 0,0 0-6 0,0 0-13 15,0 0-9-15,-2 2-9 0,1 0 0 0,-12 0-3 16,-2 4-6-16,0 2-2 0,3 1 1 0,-1 4-2 15,4 0-3-15,5 8 7 0,-1 0-7 0,-8 3 6 16,5-4-7-16,3 1 10 0,3-1 0 0,4-1 4 16,0 2 2-16,4-1-1 0,2-1 9 0,1 0-7 15,4-1 2-15,-5 1 3 0,16 2-12 0,0-3 10 0,4 1-6 16,-3-2 2-16,1 2 6 0,-4-2-5 0,0-1 0 16,-3 1 5-16,-2 2-7 0,2-2 5 0,-4 2-11 0,-4-6 16 15,-2 2-4-15,-1 0 7 0,-4-4 1 0,5 0 5 16,-1-1 3-16,-2-1 0 0,-1 1 0 0,-3-3-11 15,0 1 3-15,0-1-5 0,-2-1-4 0,-1 2-10 16,-16-3-5-16,-7 3 0 0,-4-2-4 0,-1-1 7 16,-1-1-6-16,1 0 6 0,3 0-6 0,0 16-3 15,6-8-3-15,1-5-3 0,1-3-16 0,5-2-42 16,-2 0-11-16,6-2-14 0,2 0-58 0,3 1 21 16,5 1-15-16,-3-4 8 0,-2-5-79 0</inkml:trace>
  <inkml:trace contextRef="#ctx0" brushRef="#br1" timeOffset="35917.61">19214 8642 577 0,'0'-2'219'0,"0"1"-251"0,0-3 244 0,-4-7-121 16,4 7-54-16,-2-3 14 0,0 1-11 0,0 1 10 15,2-3-25-15,0 4-1 0,0 3 0 0,2-5 2 16,0 2 14-16,15-5-7 0,13-2 5 0,5-2-6 0,-2 2 3 15,4 0-16-15,0 5 0 0,-3 2-8 0,1 1-12 16,-7 1 1-16,-4-15 0 0,-2 8 1 0,-3 3 2 16,-6 6-11-16,2 0 2 0,-2 0-5 0,-4 2-3 0,-1 0-52 15,-5 0-10-15,-1-2-18 0,2 2-65 0,0-1 8 16,9 9-8-16,-6-5 0 0,4 3-96 0</inkml:trace>
  <inkml:trace contextRef="#ctx0" brushRef="#br1" timeOffset="36120.81">19890 8839 1303 0,'0'0'20'0,"0"-2"0"0,0 0-2 0,-2 1-3 15,2-1-6-15,0 0-8 0,0 0 10 0,0 0-7 0,2 2 9 16,-1 0-7-16,3 0-9 0,5-2 5 0,8 0-5 15,-2 2 13-15,-2 0-16 0,0 0 8 0,-2 0-11 16,2 0-3-16,0-1-83 0,2-1-11 0,3-2-25 16,3 0-57-16,1-1-131 0</inkml:trace>
  <inkml:trace contextRef="#ctx0" brushRef="#br1" timeOffset="36693.6">20979 8475 1173 0,'-1'-2'45'0,"-3"-3"98"0,-7-12-126 0,7 10-19 16,-11 1 9-16,0 4-11 0,4-7 9 0,0 2-5 0,0 1-2 16,0 2-1-16,1 4-1 0,1 0-3 0,0 0 6 15,0 2-5-15,1 0 3 0,1 2 3 0,-3 1 0 16,5-1 1-16,-3 9 3 0,3 6 0 0,-1-1-1 15,1 4 2-15,-1 4 4 0,1 2-7 0,-1-4 2 16,0 6-4-16,1-2 0 0,-1 0 0 0,-3 5 0 0,3-1 0 16,-3-4 4-16,5-2-4 0,3 0 4 0,-1-4-4 15,-13 2-3-15,4 0 9 0,5-5-5 0,4-1 9 16,2 1-1-16,0-2 3 0,2-1-2 0,4-1 0 16,-1-2-8-16,3 0 5 0,-6-2 6 0,16-1-1 15,4-1 11-15,3-4 4 0,1-1-4 0,1-2 4 16,3 17-4-16,-2-8-7 0,0-6 1 0,3-3-3 0,1-2 3 15,1-4-12-15,3-3 4 0,-1-2-6 0,-3-2 10 16,-3-1-7-16,-3-1-3 0,-5 2-1 0,-3 9-2 16,-7-20 9-16,0 2-1 0,-5-4 4 0,-2-2-16 0,1-2 8 15,14-4-4-15,-6-1 5 0,-6-3-5 0,-5 3 2 16,-2-6-1-16,-4 2 0 0,-3 0-2 0,-4 2 1 16,-2 1 0-16,-4 3 0 0,10 3-3 0,-19 5 6 15,0 7-3-15,2 1 4 0,-4 4-11 0,0 3 5 16,-2 3-2-16,4-12 4 0,2 6 0 0,2 5-3 15,0 4-3-15,-1 4 1 0,3 2-3 0,3 3 5 16,-1 6 3-16,6-7-1 0,-1 22-2 0,6 2-1 0,0 1-1 16,1-1 2-16,4 3 8 0,-16-3-5 0,6 0 2 15,7 1-3-15,3-5 5 0,2-4-7 0,0 4 2 16,2-9-5-16,2 4 6 0,-1-3-40 0,3 1-17 16,-1-4-12-16,-1-4-81 0,2-2-31 0,-1-2-1 15,-3 1-26-15,15-1-139 0</inkml:trace>
  <inkml:trace contextRef="#ctx0" brushRef="#br1" timeOffset="36893.61">21737 8739 1562 0,'0'-2'21'0,"-2"0"43"0,0 0-65 0,0 0-5 16,1 1-5-16,-3-1 3 0,0 0 5 0,0 2-1 15,1 0 5-15,-1 2-3 0,0 0 1 0,2-2 5 16,-3 3-4-16,-3 3 5 0,5-4-1 0,-3 1-4 16,2-1 0-16,3-2-3 0,-1 0-16 0,0 0-68 15,-2 2-5-15,0 0-25 0,3 0-46 0,-1 0-23 16,2 0-15-16,0-2-7 0,2 0-83 0</inkml:trace>
  <inkml:trace contextRef="#ctx0" brushRef="#br1" timeOffset="37267.44">22203 8360 1048 0,'-2'-2'29'0,"0"2"75"16,-20-9-100-16,-6 0-5 0,6 5 11 0,5 4-10 16,4 0 7-16,6 0-7 0,-1 2 0 0,5-2 0 15,-5 4-6-15,4-3 16 0,3 3-10 0,-11 11 11 16,3 2-17-16,4-1 20 0,3-1-3 0,2 2 11 0,2 2-4 15,3 3 17-15,4 0-4 0,6 0 8 0,-2 3-3 16,19-3-7-16,1 4-2 0,-1 4-3 0,-4-6-20 16,0 5 0-16,-4-1-1 0,-2-6 1 0,-3 6 1 0,-3-5-8 15,1-3 5-15,-4-1-4 0,0-3 11 0,-6-5 2 16,-3 1 8-16,0-3-2 0,-2-2 17 0,0-3 16 16,-1 0-4-16,-1-2 10 0,0-1 4 0,0 1-29 15,2 2 6-15,0 0-13 0,-2-1-5 0,-2 1-17 16,0-2 0-16,1-2-2 0,-24 11 5 0,5-3 2 15,0-5 0-15,-3 1-1 0,1-2-11 0,0-2-4 16,-1 0-5-16,1 0 0 0,-2-4-25 0,2 0-72 0,-1-1 12 16,1-3-31-16,9 5-5 0,2-3-10 0,5 2-22 15,1 1-1-15,3-5-130 0</inkml:trace>
  <inkml:trace contextRef="#ctx0" brushRef="#br1" timeOffset="37455.28">22140 8284 1090 0,'0'-2'122'16,"0"0"15"-16,2 0-47 0,0-1-35 0,3-5-29 15,8-1-12-15,17 2 7 0,9-1-3 0,4 1 4 16,1 1-5-16,-1 1-13 0,0 1 6 0,-3 2-10 0,1-2 0 16,-4 2 0-16,0 1-3 0,-1-3 2 0,3 0-7 15,-4 0-26-15,-3 3-21 0,-3-18-7 0,-10 10-124 0,-4 3-217 16</inkml:trace>
  <inkml:trace contextRef="#ctx0" brushRef="#br1" timeOffset="38276.25">18350 9608 294 0,'0'0'13'0,"-2"0"3"0,1 0 1 0,-1 0-8 16,-2 0 0-16,0 0-13 0,-5 0 7 0,-6 0-7 16,2 0 8-16,0 0-3 0,4 0 21 0,1 0 12 0,5 0 4 15,-1 0 49-15,0 0-19 0,-1 0 3 0,-1 0-10 16,4 0-11-16,-1-2-12 0,-1 0-1 0,0 0-5 15,0 0-10-15,1 1-7 0,-1-1-7 0,2 0 2 16,0 0-2-16,0 2-11 0,1 0 14 0,-1 0-14 16,0 0 7-16,0 0 10 0,0 0 1 0,0 0 6 0,0 0 6 15,1 0 12-15,1 0-5 0,0 0 9 0,0 0 10 16,1 0 0-16,1 2 0 0,2 0-2 0,5 0-21 16,12 1-6-16,-1-1 2 0,6-2-3 0,4 0 1 0,0 0 0 15,1 0-4-15,4-2 3 0,1-1-5 0,3-1 6 16,2 0-3-16,7 0 3 0,2 1-9 0,7-3-4 15,8 1-5-15,2-1 1 0,4 2-2 0,3-3-1 16,-1 1 3-16,6-1-4 0,1-2 4 0,7-1-7 16,8-1 4-16,11 2-4 0,9 1 2 0,10-1-2 15,-3-2-2-15,-1-4 0 0,1 0 6 0,6 0-5 16,8 2 4-16,3 2-4 0,-3-2 1 0,-6 4 1 16,-4 0-1-16,4 1 1 0,4 5-3 0,-4 1 2 0,-13-2 0 15,-12 2 1-15,-8 0 0 0,-6 0-3 0,7 2-2 16,-10 2 0-16,-7 0 9 0,-3 0-8 0,-11 0 7 15,-7 0-8-15,-7-2 6 0,-10 0 0 0,-8 0-4 0,-9 0 2 16,-1 0 1-16,-9 0-1 0,-3-2 2 0,-5 0-2 16,-1 0 0-16,-3 2-8 0,0 0-10 0,-3 0-4 15,1 0-87-15,2-2-87 0,0 0-43 0</inkml:trace>
  <inkml:trace contextRef="#ctx0" brushRef="#br1" timeOffset="39084.33">19355 9979 724 0,'-2'-2'62'0,"0"-3"108"0,-5-14-139 0,1 8-13 16,0 2-11-16,5 5 4 0,-1 0-8 0,-6-1-1 16,-5-5-1-16,2 5 0 0,-6-1-2 0,-1 3-1 15,-4 3 9-15,-4 2-5 0,-2 3 13 0,0 6 5 16,-2 2-5-16,1 4 7 0,1 1-2 0,5-14 8 15,5 20-1-15,-1 0 0 0,6-1-12 0,6-1-10 0,1 4 7 16,-12 2-6-16,7 0 14 0,3-2-2 0,4-2-2 16,4-7 2-16,2 3 9 0,4-1-10 0,1-5 13 15,-5-1-9-15,28-3 40 0,1-3-15 0,5-3 5 16,1 16-9-16,0-9-8 0,4-7-9 0,2-6-1 0,-4-3-2 16,1-5-6-16,-1-3-3 0,-2 0-4 0,1-1 2 15,-9 2-5-15,-5 1-4 0,-1 0 3 0,-8 2-4 16,-1 7 0-16,-6-15 5 0,1-1-3 0,-5-3 5 15,-2-1-5-15,13 0 3 0,-6-2-7 0,-7-1 5 16,-2 3-4-16,-6 2 2 0,-3-1-1 0,0 6 0 16,-4 1-9-16,-15 4 8 0,-6 3-3 0,5 5 3 0,-3 0-9 15,0-16 6-15,1 8-1 0,1 7 3 0,0 4-1 16,1 5-4-16,-1 1 4 0,4 5-4 0,0 1 7 16,2 1 3-16,4-1-2 0,8-5 2 0,1 12-8 0,8 1-23 15,-5 1-2-15,1-5-10 0,-4-1-35 0,5-4-43 16,2-1-15-16,4-2-10 0,0 0-63 0,4-1-70 15</inkml:trace>
  <inkml:trace contextRef="#ctx0" brushRef="#br1" timeOffset="39316.18">20213 10013 762 0,'0'-2'258'0,"0"0"66"0,-2 0-141 0,0 0-142 0,-2 0-20 16,-3-1-24-16,-12-3 0 0,1 4-2 0,1 2 3 16,0 2 5-16,0 4-1 0,1-1 1 0,-1 3-1 15,0-1 4-15,-1 0-6 0,3-1-1 0,0-2-3 16,4-2-4-16,3-1-9 0,-1 1-21 0,0-2 0 16,5 0-98-16,0 0-49 0,1 0-20 0,1 0-17 15,0 0-136-15</inkml:trace>
  <inkml:trace contextRef="#ctx0" brushRef="#br1" timeOffset="39657.39">20803 9883 1128 0,'0'0'61'0,"-2"-2"5"0,0 0-33 15,-1 0-4-15,-3 0-27 0,-14-1 6 0,-8 3-9 16,0 3 1-16,-7 5-2 0,-3 3 5 0,-1 2-1 15,-3 3 2-15,3 1 0 0,-6 2 14 0,-3-1-2 0,3-3 2 16,6 0-2-16,4-2 11 0,11-4 10 0,5-1-4 16,5-3 4-16,2 1-23 0,7-4-5 0,1 0-3 15,0-1 2-15,1 3 2 0,-1 0-9 0,2 0 5 16,-2 3-6-16,1 4 9 0,3 2-1 0,0 0 1 0,3-2 1 16,9 6 8-16,1-4 4 0,22 0-1 0,2-2 1 15,4-3-3-15,2 1-3 0,1-7 3 0,3 3-3 16,1-1 1-16,0 20 1 0,4-13 0 0,-4-9 0 15,2-2-13-15,1-4 1 0,-1-3-5 0,-4 0 5 16,1-3-2-16,-3 1-15 0,-1 2 0 0,-8-1-8 16,2-1-21-16,-7 0-66 0,0-3-4 0,-6 1-24 0,-9 2-47 15,-4 2-14-15,-6 5-28 0,-3-11 3 0,2 2-111 16</inkml:trace>
  <inkml:trace contextRef="#ctx0" brushRef="#br1" timeOffset="39952.01">20864 9751 943 0,'0'-2'93'0,"-2"0"183"0,1-2-249 0,-1 1-19 16,0-1-2-16,0 0-2 0,0 2 3 0,0 1-13 0,0-1 6 16,1 0-6-16,-1 0 7 0,0 2 7 0,-2 0-7 15,0 2 6-15,3-2-7 0,-5 13 11 0,-1 9-4 16,1 4 5-16,0 4-6 0,-1 5 9 0,-2 0 4 15,-1 6 1-15,3 4-2 0,3-1-1 0,1 1-2 0,1-1 3 16,0 1-5-16,-22 0-2 0,11-1-4 0,5-5 2 16,6-2 4-16,2-5-3 0,0-4 4 0,2-4-4 15,2-2 0-15,0 0 5 0,-1-3-7 0,1-2 5 16,0-2-8-16,0-1-2 0,-1 1 7 0,-1-4-6 16,2 0 0-16,-2-1-5 0,0-3-5 0,-1 1-1 15,1-1-25-15,0-1-170 0,0-1-8 0,0 1-81 0,0-1-265 16</inkml:trace>
  <inkml:trace contextRef="#ctx0" brushRef="#br1" timeOffset="40920.96">5550 6886 36 0,'0'0'0'0,"0"-2"17"0,0 0 151 0,0 0-70 16,0 2-1-16,0 0-89 0,2 0 1 0,0 0-8 15,0 0 2-15,-1 2-4 0,1 0-1 0,0 0 3 0,0 2-1 16,-2-3 4-16,7 11 15 0,-1-3 23 0,0-2 8 16,-3-1 1-16,3-4-3 0,7 0-1 0,4 3-9 15,1 8 6-15,3-4-9 0,3-5-10 0,0-4 2 0,7-4-7 16,-3-3-17-16,6-6 9 0,3-6-7 0,2-3 7 16,5 13-10-16,-1-23-14 0,0-3-39 0,-2 3-9 15,-2 3-271-15</inkml:trace>
  <inkml:trace contextRef="#ctx0" brushRef="#br1" timeOffset="42046.34">23423 9010 256 0,'0'0'-21'0,"0"0"24"0,-2 0 25 0,0 0 10 0,0 0 37 16,-1 0-1-16,-7-2-30 0,-6-2 1 0,4 3-11 15,3-1-10-15,0 0 5 0,1 2 7 0,5 0-3 16,-1 0 15-16,0 0-31 0,1 0 15 0,1 0-16 15,0 0 47-15,0 0-14 0,2 0-3 0,2 0-7 16,0 0-25-16,7 0 6 0,28-2-2 0,0 0 2 0,6 0-5 16,5 0 2-16,-1-1-3 0,-1-1 1 0,-1-2-11 15,-3 3 6-15,-6-1-6 0,-1 2 5 0,-7 0-12 16,-2 2 2-16,-2 0 0 0,-7 0 1 0,-3 0-3 0,-1 0-58 16,-3 0-11-16,-5 0-21 0,1 0-71 0,-4 0-31 15,1 2 17-15</inkml:trace>
  <inkml:trace contextRef="#ctx0" brushRef="#br1" timeOffset="42253.11">23384 9170 128 0,'-2'0'51'0,"0"0"18"0,0 0 44 16,0 0 4-16,1 2-42 0,-1-1-17 0,0 1 0 16,0 0-2-16,0 0 9 0,0 0 23 0,2 0-1 15,0 0 5-15,2-1-30 0,2 1-6 0,22 4-8 0,13-2 4 16,4-4-18-16,-4-2-14 0,1-2-5 0,5-2-1 15,-4 3-10-15,0-1-1 0,-8-2-3 0,-7 5-2 16,0-3-22-16,-4 2-125 0,-3 0-13 0,-2 2-60 16,-4 0-240-16</inkml:trace>
  <inkml:trace contextRef="#ctx0" brushRef="#br1" timeOffset="43467.67">25389 8234 190 0,'0'-2'36'0,"-2"0"41"0,0 0 3 0,1-1-17 15,-1-1 2-15,-4-5-8 0,1-1-8 0,-1 1-3 0,0 0-5 16,1-1 2-16,-1 3-1 0,1-2-4 0,-1-2 7 15,2 3-8-15,3 1-1 0,-1-1-6 0,0 1 4 16,0-2-3-16,2 3-10 0,0 0-14 0,2-5 0 16,0 6-2-16,3-3 5 0,-1 3-3 0,16 3 5 0,3-2-2 15,1-13 13-15,0 6 4 0,-2 4-11 0,4 3 8 16,0 4-7-16,0 2-11 0,2 5 6 0,-4 1-10 16,-1 1-7-16,1 2 11 0,-6-1-1 0,4 3 7 15,-5-2 7-15,-8-8-1 0,4 12-2 0,-7 4-1 16,-2-1-9-16,-1 5-4 0,10-1 8 0,-5 4-7 0,-6 0 4 15,-6 0 0-15,-5 4-3 0,-6 1 3 0,9 1-4 16,-25-1-3-16,-3 1 2 0,-3 1-2 0,4-3 5 16,-2 0 2-16,1-10-2 0,1-1 3 0,-1-1-1 0,3-6 1 15,5 2-4-15,-6-6 4 0,8 1-1 0,5-1 10 16,-1-3-3-16,7-1 3 0,-2 5-14 0,4-2 11 16,5-5 0-16,3 0 5 0,-1 0 10 0,0 0-15 15,2 0-2-15,1 0-5 0,-1-1-8 0,2-1 4 16,2 0 2-16,1 0 0 0,34-13-1 0,1 0-5 15,2 1 1-15,1 2-2 0,-2 1 7 0,4 0-5 16,-2 1 1-16,2-1-3 0,5 2 2 0,-4 3-1 16,1 2 3-16,-1 2-1 0,-6 0 4 0,-1 2-4 0,-4 0-1 15,-11 0 1-15,1-1 1 0,-5 1-4 0,-1 0 1 16,-8-2-2-16,2 2 7 0,-7-2-7 0,0 2 0 16,-2-2-3-16,1 2 0 0,1 0-2 0,0-1 6 15,0 1-4-15,-3 0 7 0,1 0-54 0,0 0-5 0,0 0-24 16,-2 0-60-16,0-1-32 0,-2 3-27 0,0 0-4 15,-5 5-117-15</inkml:trace>
  <inkml:trace contextRef="#ctx0" brushRef="#br1" timeOffset="43828.86">24955 9014 615 0,'-2'0'88'15,"0"-2"-90"-15,0 2 92 0,-15-6-42 0,3 1-22 0,1 1-18 16,3 2 4-16,1 0-8 0,7 2 9 0,-2 0-9 16,3 0 3-16,-3 0-7 0,0 0-1 0,2 0 10 0,0 0-4 15,1 0 6-15,1 0-2 0,1 0 19 0,3 0 1 16,28 0 6-16,14-2 8 0,12-1-18 0,1-1 7 15,8 0-10-15,5 1 9 0,4-1-13 0,1 0 0 16,-1 2-5-16,-2 0-6 0,10 1 3 0,3 1-8 16,6 0 5-16,5 0-7 0,-11 0 7 0,-3 0 5 0,-8 0-1 15,-5 0-9-15,-5 0 3 0,-4-2-2 0,3 2 4 16,-4 0 4-16,-5 0-11 0,-8 0 4 0,-9 0-4 16,-13 0 8-16,-4 0-8 0,-3 0-1 0,-14 0-3 15,1 0 5-15,-2 0-2 0,-1 0 3 0,-1 0-4 16,0 0-10-16,2 0-5 0,-2 0-31 0,-2 0 9 15,-2 0-100-15,-6 0-89 0,-40 9-8 0</inkml:trace>
  <inkml:trace contextRef="#ctx0" brushRef="#br1" timeOffset="44432.48">25218 9450 173 0,'0'0'35'0,"0"-2"0"0,0 0-13 0,0 0 3 16,-2 1-17-16,1-1 8 0,-1 0-6 0,0-2-4 16,0 2 1-16,0 0 5 0,0 1 50 0,0-1-7 0,1 0 20 15,-3-2 1-15,2 4-10 0,-5-5 8 0,-6-3-11 16,1 3 2-16,-1-1-16 0,-3 0 5 0,3 5-8 15,-8-1-12-15,3 2-15 0,-1 0-5 0,-3 3 1 16,3 1-1-16,-1 2 2 0,-2 1-1 0,1 2-1 16,1 3-14-16,1-1 5 0,3 0-4 0,1-2 6 15,0 17 4-15,4-4-4 0,-4 4-2 0,4 2-2 16,0 2-9-16,3 0 11 0,1-2-5 0,1-8 8 0,2 2-8 16,-10-1 5-16,4-1 0 0,3 1 2 0,3-1 10 15,4-1 1-15,0-3 5 0,2-1-6 0,2 0-13 0,1-2 9 16,3-2-9-16,-5 0 9 0,20-3-8 0,3-1 1 15,5-3 5-15,8-2-3 0,-3 18 2 0,3-7 5 16,-1-6-10-16,-4-5 8 0,5-2-15 0,-8-3 4 16,-1-1 4-16,-2-2 0 0,-4-1 0 0,0-2 1 15,-3-1-3-15,-5 1 3 0,-3 0 4 0,-1 3-11 16,-3-14 8-16,-2-2-9 0,-1-4-2 0,-2 0 5 16,-1-2-2-16,16-2 3 0,-6-5 1 0,-6-2-7 15,-5-2 3-15,-4 3-2 0,-1 5 14 0,-5 1-2 0,-1 2 4 16,-4 0-2-16,0 6 20 0,11 5-8 0,-24 6 2 15,6 6-7-15,-6 1-14 0,-2 0-5 0,2 0-4 16,3-10 1-16,3 4 8 0,-2 5-6 0,-4 5 4 0,0 3-6 16,2 5 2-16,-1 5 1 0,9-2 0 0,-1-5 0 15,2 18-3-15,2 2-6 0,2-2-2 0,4 6-1 16,-1-3-16-16,5-8-55 0,1 7 8 0,-9-9-25 16,1 1-8-16,7-1-5 0,3-4-32 0,0 0 2 15,3 2-202-15</inkml:trace>
  <inkml:trace contextRef="#ctx0" brushRef="#br1" timeOffset="44642.45">25835 9658 1065 0,'0'-2'115'0,"-2"0"7"0,0 0-55 16,0-1-24-16,0-1-39 0,0 0-1 0,-1 1-1 15,-3 1 3-15,-7-2-4 0,2 2-2 0,-4 2-1 16,0 2-3-16,-1 4 1 0,-3 1-6 0,2 0-6 16,4-1 4-16,2-2-6 0,4-2 4 0,5-2-40 0,-2 0 5 15,0 1-19-15,1 1-19 0,1 0-68 0,0 0-31 16,2-2-13-16,2 0-87 0</inkml:trace>
  <inkml:trace contextRef="#ctx0" brushRef="#br1" timeOffset="44952.02">26659 9264 896 0,'-2'0'39'0,"-1"-2"91"0,-14 1-109 16,-13-1-6-16,-3 2 5 0,-8 7-8 0,4 4-12 16,0 4 9-16,-2 6-4 0,3-1 6 0,-1-13-3 0,4 21-1 15,-1-4 6-15,7 2-4 0,-1-1 2 16,5-3 15-16,3 0-16 0,3-3 16 0,4-1-10 0,6-5-5 15,-2-2 11-15,7-3-8 0,-2-1 23 0,-3 3-3 16,-1 1-4-16,3 0 1 0,1 0-20 0,4-4 3 16,0 1-5-16,2-3 4 0,1 1-11 0,10 0 1 15,19-5 2-15,1 20-1 0,5-8 9 0,1-6-5 16,3-1 0-16,6-4-3 0,-1-2-6 0,9 2 2 16,3-2-1-16,-11 0 1 0,2-2-2 0,-9 2 2 0,-4-2-1 15,1 0 1-15,-5 0-7 0,-7 0-15 0,-2-1-1 16,-7-1-7-16,-2 2-26 0,-4 0-82 0,-6 0-5 15,-1 2-32-15,-2 0-83 0</inkml:trace>
  <inkml:trace contextRef="#ctx0" brushRef="#br1" timeOffset="45258.34">26596 9231 686 0,'0'-2'144'0,"0"0"-149"0,-2-1 160 0,-2-7-73 0,-3-3-33 16,3 6-11-16,2 3-6 0,2 2-2 0,0 0-24 16,-1-1 2-16,-1-1-7 0,0 0 3 0,0 2-18 0,0 1 12 15,0-1 0-15,0 0 4 0,1 0 7 0,1 2 5 16,0 0 5-16,0 2-1 0,0 2 8 0,-2 12 1 16,0 20-7-16,0 1 4 0,2 7-16 0,0 8 5 15,0-2-4-15,-2 12 4 0,-2-5-1 0,-1-5-9 16,3 0 5-16,2-11-6 0,0-2 4 0,2-4-3 15,2 2 2-15,-1-1-3 0,1-1 2 0,2-2-5 16,1-1 2-16,-1-2-2 0,-1-1-5 0,1-3-4 16,-1-2-7-16,1-7 0 0,-1 0-42 0,1-6-159 0,0 0-45 15</inkml:trace>
  <inkml:trace contextRef="#ctx0" brushRef="#br1" timeOffset="45791.78">27075 8626 817 0,'0'-2'50'0,"0"0"-4"16,0 0 20-16,-2 0-1 0,0 0-11 0,0 1-27 15,2-1-20-15,0 0 5 0,0 0-11 0,0 0 0 0,2 0 7 16,0 0-6-16,2 1 7 0,3-1-3 0,17-4-1 16,4-1-3-16,0-1 1 0,2 3 4 0,3-1-10 15,-9 2 6-15,1 1-8 0,-5 1 2 0,-7 2-23 16,4 0 1-16,-8 0-12 0,4 0-36 0,-4 0-128 16,-7 0-20-16</inkml:trace>
  <inkml:trace contextRef="#ctx0" brushRef="#br1" timeOffset="45935.63">27053 8793 519 0,'0'0'129'0,"0"0"-120"0,-2 0 132 15,0 0-56-15,0 0-65 0,0 0-7 0,0 0 8 16,1 0-6-16,-1 0 15 0,0 0-12 0,2 0-2 0,0 2-1 16,2-1 2-16,1-1-10 0,12 2 3 0,26-2-6 15,2-2-2-15,13-3-2 0,5-3-4 0,6-3-2 16,1 4-28-16,-1-4-313 0</inkml:trace>
  <inkml:trace contextRef="#ctx0" brushRef="#br1" timeOffset="46930.42">28386 8199 357 0,'-2'-2'80'0,"0"0"168"0,0-2-220 0,0-1 9 15,-1-3-5-15,1 4 4 0,0-1-20 0,2 3-10 0,0 0 3 16,-2-2-5-16,0 1-6 0,0-1 5 0,1 0-6 15,1 2 7-15,0 1 5 0,1-3 14 0,1 0 1 16,8-1 4-16,16-10 14 0,5 2-2 0,1 2 5 16,-1 1-7-16,1 5-3 0,-2-1-16 0,-1 2 1 15,-3 3-8-15,0-1-12 0,-3 2 2 0,-3 0-2 0,-3 0 3 16,-6 0 3-16,2 0-3 0,-6 0 0 0,-3 0-2 16,0 0-4-16,-1 0 16 0,1 0 16 0,0 2-2 15,0-1 25-15,-3-1-31 0,1 2-6 0,-2-2-4 16,0 2-4-16,-2 0-2 0,1 0 1 0,-5 0-2 15,-14 3-4-15,-3-1-2 0,3 0 4 0,-1-1-2 16,1 1 9-16,1 0-10 0,1 0 0 0,-1 1-1 0,-1 1 6 16,-2 1-4-16,-3 1 2 0,3-1-1 0,-2 2 8 15,0 1-11-15,-2 1 3 0,2-2-5 0,5 0 9 0,1 1-7 16,1-1 1-16,4-2-4 0,-2 4 2 0,6-3 5 16,1-3-1-16,5 1 3 0,-5 3-5 0,3 1 1 15,-1 1-2-15,4-2 3 0,2 0-1 0,0 1 0 16,2-1 4-16,2 0-1 0,5 2 4 0,4-3-7 15,11-1 0-15,2 1 0 0,4 3-5 0,0-2 5 16,-1 2-4-16,3 0 5 0,-2 2 1 0,-3 2 1 16,3 4-2-16,-2-1 1 0,-4-1 0 0,0 2-7 15,-1-1 7-15,-3 3-6 0,0 1 6 0,-5-2-1 16,2-1-1-16,-10-4 1 0,-1 1 5 0,-4-3 6 0,7 2-1 16,-3-2 2-16,-3-2-3 0,-3-1 0 0,0-3 3 15,-1 2-3-15,-3-1-9 0,-11-1 10 0,-15 4-9 16,-3-3 10-16,-2-1-3 0,1-1 4 0,-3-4 2 15,2 1-1-15,-4-1-2 0,2 0-2 0,1 2 0 0,3 16-1 16,1-9 3-16,1-3-8 0,5-5 4 0,-6-1-6 16,8-2-2-16,5 0 0 0,-3-3 2 0,11 1 0 15,-2 0 3-15,4 0-10 0,5 2-2 0,-2-2-4 16,3 0-15-16,-1 0-63 0,0 1 3 0,3-1-26 16,-1-2-37-16,2 0-144 0</inkml:trace>
  <inkml:trace contextRef="#ctx0" brushRef="#br1" timeOffset="47256.56">28512 8199 484 0,'0'-2'91'0,"-2"0"6"0,0 0-23 0,1 0-26 16,-3 0-20-16,2 2-19 0,-7-5 2 0,3 1 7 16,-1 0-6-16,3 2 5 0,2 2 17 0,-2-1 3 15,3 1 7-15,-3-2 22 0,0 0-12 0,0 0-2 0,3 0-4 16,-1 0-21-16,0 0 7 0,2 1 0 0,0-1 5 16,2 0 6-16,1-2-12 0,12-5 1 0,17-8-6 15,-1 4-7-15,3 2-13 0,1 2-4 0,-1 3-1 16,1 1-3-16,-4 3-3 0,-3 0 3 0,2 0-5 15,-8 2-3-15,1 0-19 0,-9 0 4 0,-4 0-15 16,1 0-72-16,-4 0-83 0,1 0-35 0,-5 0-13 16,1 2-114-16</inkml:trace>
  <inkml:trace contextRef="#ctx0" brushRef="#br1" timeOffset="47798.41">29225 8091 36 0,'0'0'-3'0,"0"0"-1"0,0 0 12 0,0 0-8 16,0 0 9-16,0-2-5 0,0 0-6 0,0 0 15 15,0 0-9-15,0 1 43 0,0-1-24 0,0 0 15 16,0 0-14-16,0-2 48 0,0 1 1 0,0-1-3 0,0 0-1 15,0 0-24-15,0 1-6 0,0-1-4 0,0 0-1 16,0 1-12-16,0-1 1 0,0 0 5 0,0 2-2 16,0 0-1-16,0 1-1 0,0-1-3 0,0 0 3 15,0 0-4-15,0 0-17 0,0 0 0 0,0 0-4 16,0 1 2-16,0-1 0 0,0 0 8 0,0 0-5 16,0 0 8-16,0 0-7 0,0 0-5 0,0 1 2 0,0-1-1 15,0 2 1-15,0 0 4 0,0 0 0 0,0 0 21 16,0 0 3-16,0 0 6 0,0 0-1 0,0 0 14 0,0 0-9 15,0 0 0-15,0 0-3 0,0 0-4 0,0 0-1 16,0 0-5-16,0 0 1 0,0 0-14 0,0 0-5 16,0 0 4-16,0 0-4 0,0 0 2 0,0 0 8 15,0 0 1-15,0 0 1 0,0 2-12 0,0-1 6 16,0 3-10-16,0-2 8 0,2 15-14 0,0 5 0 16,0 2 3-16,0 0 0 0,-1 2 6 0,1 2 0 15,0 0-8-15,0 2 5 0,0-1-7 0,0 3 2 16,0 0 6-16,-1 1-2 0,-1 0 1 0,0 1-1 0,0 1-6 15,0 0 3-15,0-3-4 0,0 0 5 0,-1-5 4 16,-1 1-1-16,0 0-1 0,0-4-1 0,-2 2-4 16,2-9 1-16,-1 0-6 0,-1-3 4 0,2-4 0 15,0 1 0-15,0-2-8 0,2-3-14 0,-1-1-1 16,-1-1-8-16,0 0-49 0,2-1-12 0,-2 1-36 0,2-2 12 16,0 0-93-16</inkml:trace>
  <inkml:trace contextRef="#ctx0" brushRef="#br1" timeOffset="48364.53">29652 8215 392 0,'0'-2'188'0,"0"1"26"0,0-1-52 16,0 0-62-16,0 0-34 0,0 0-41 0,-2 0-11 15,0 0-9-15,-1 1 4 0,-10-1-9 0,-11 2 2 16,-4 3-1-16,-4 5 2 0,1 3-1 0,3 2 0 15,-2 2 1-15,2 0-2 0,0 0 11 0,1-1-1 16,-1 1 8-16,2 0-5 0,0 0 19 0,3-2-10 16,1 2-1-16,9-6-3 0,0-7-3 0,6 13-9 15,1-2 6-15,4 0-7 0,0 4 8 0,-7-4-2 16,0 3 2-16,5-5-1 0,2 1-5 0,2-3-7 0,2 0 0 16,4 2-1-16,1 0 3 0,1-1 1 0,18-8-4 15,0 14 2-15,3-5-15 0,1-3-16 0,2-4-3 0,1-4-6 16,2 0-37-16,2-2-6 0,6-4-13 0,2-1 6 15,-3-3-16-15,3-1 17 0,-6-2 5 0,4-3 3 16,1-3 15-16,1-1 23 0,-1-1-8 0,-7 3 13 16,-1-3 2-16,-5 3 19 0,-3 16-5 0,-4-17 7 15,-3 2-13-15,-6 3 16 0,-6-1-1 0,-4 2 7 16,-1 3 19-16,5-1 19 0,-5 4 11 0,0-1 2 16,-2-1 50-16,-2 4 6 0,0-1-4 0,0 0-2 0,-2 3-45 15,0-1-14-15,-5-2-9 0,-12-5 0 0,0 4-12 16,1 3-4-16,1 2 1 0,0 2-4 0,1 0 2 15,3 2-8-15,2 2 2 0,1 0-4 0,5-1 5 0,3-1 6 16,0 15 5-16,-11 3-1 0,4 3 13 0,3 3-9 16,4 1 0-16,4 5-3 0,4 1 9 0,3 3-9 15,2 1 5-15,2 2-6 0,2 2-2 0,0-4 6 16,0 0-3-16,-6-7 3 0,0-3-7 0,1-1 1 16,-3-1 2-16,-3-5 0 0,-1-3-2 0,-1-2 7 15,-2-4 0-15,0-4 3 0,0 1 0 0,0-5-9 0,-2 1 1 16,1 0-3-16,-24-2-9 0,-4 1 2 0,-3-1-6 15,-1 19 4-15,1-10-8 0,1-8-1 0,-7-3-2 16,7-1-1-16,3-5-22 0,0-3-68 0,10-1 2 16,3 1-27-16,4 7-23 0,9-18-48 0,-15-6-39 15</inkml:trace>
  <inkml:trace contextRef="#ctx0" brushRef="#br1" timeOffset="48701.4">30022 8197 551 0,'0'-2'119'0,"0"0"225"0,0 0-282 16,0 0-29-16,0 0-7 0,0 1-5 0,0-1-12 15,0 0-8-15,2 0 9 0,-1 0-8 0,3 0 10 16,2 0-3-16,16-7 0 0,6 0 1 0,-2 5 13 0,3 2 2 16,-1 2-3-16,2 4 1 0,0 3-15 0,-6 3 8 15,-4 1-6-15,-7-6 6 0,-7 23 0 0,-4 4 4 16,18 1-1-16,-7 3 0 0,-5 1-15 0,-7-2 5 15,-1 0 0-15,0-3 1 0,-1-2-7 0,-1-3 4 16,2-1-4-16,0-3 6 0,0-3 6 0,0-7-1 16,0 2-1-16,0-4 0 0,0-2-4 0,3 2 0 15,-1-3 3-15,2-3-3 0,9-1-7 0,11 13 5 0,6-4-10 16,0-8 7-16,1-3-15 0,6-5-9 0,0-3 7 16,1-1-8-16,-5-3 4 0,-7 3-16 0,-6 1-20 15,-8 3 4-15,-5 1-55 0,-1 0-59 0,-3 0 12 16,1 0-30-16,-2 2-3 0</inkml:trace>
  <inkml:trace contextRef="#ctx0" brushRef="#br1" timeOffset="49031.5">28308 9238 707 0,'-4'0'60'0,"-13"0"1"0,-29-1 0 16,7-3-11-16,4 2-13 0,3 2 1 0,8 0-11 15,4 0 9-15,14 0-12 0,4 0-7 0,-1 0 16 16,1 0-2-16,0 2 8 0,2 0 18 0,4-2 3 16,53 2 5-16,12-4-2 0,3-4 6 0,4-3-12 15,2 0 1-15,4-1-4 0,5 3-6 0,14-1-14 16,-1 3-2-16,9 3-5 0,5-2-17 0,-10 2-4 0,5 2 0 15,-3 0 0-15,3 0-1 0,1 2-5 0,0 0 2 16,-12 2-3-16,-11 1-3 0,-11-1-6 0,-9 2-3 16,-9-1-2-16,-10 1-25 0,-11-2-41 0,-7-1-3 0,-10-1-12 15,-9 0-17-15,-7-2-80 0,0 2 8 0,-2 0-40 16,0 0-73-16</inkml:trace>
  <inkml:trace contextRef="#ctx0" brushRef="#br1" timeOffset="49250.57">28145 9649 677 0,'-2'-2'378'0,"-6"0"-479"0,-23-9 432 0,14 3-232 0,6 5-68 15,7 1-17-15,2 0 7 0,2 0-8 0,2 0 26 16,30-9 12-16,46-9 0 0,14-4 3 0,14-1-10 0,6-2-2 16,16 1-4-16,13-2 2 0,7 0-9 0,3 2-3 15,-4 2 3-15,1 5-3 0,-1 2 9 0,-2 4-19 16,-6 0 0-16,-15 4-9 0,-5 2-11 0,-11 3 8 15,-2 2-4-15,-8 2 5 0,-5 0-13 0,-10 2-3 16,-18 0-7-16,-13-2-5 0,-9 0-87 0,-11 0-117 16,-8 2-53-16</inkml:trace>
  <inkml:trace contextRef="#ctx0" brushRef="#br1" timeOffset="64902.28">4971 13487 19 0,'0'0'0'0,"0"0"6"0,0 0 6 0,0 0 10 16,0 0 5-16,0 0-5 0,0 0-2 0,0 0-20 16,0 0 3-16,0-2-3 0,0 2 3 0,0 0 18 15,0 0-3-15,0 0 14 0,0 0 42 0,0 0-20 0,0 0 4 16,0 0-13-16,0 0-7 0,0 0-11 0,0 0 9 16,0 0-11-16,0 0 3 0,0 0 6 0,0 0-11 15,0 0 9-15,0 0-14 0,0-2 10 0,0 2-3 16,0-2 4-16,0 2-11 0,0-2 0 0,-2 2-1 15,2 0-1-15,0 0-12 0,0 0 8 0,0 0-4 0,0 0 5 16,0-2 1-16,0 0 7 0,-2 1-2 0,0-1 2 16,0 0-4-16,0 2 3 0,1 0 0 0,-1-2 1 15,0 0 6-15,0 0-10 0,0 0 3 0,0 1-7 16,0-1-9-16,1 0 9 0,-1 0-6 0,0 2 7 16,0 0-6-16,0-2-1 0,0 0 3 0,0 2-2 15,1-2 9-15,-1 2-5 0,-2 0-3 0,0 0 2 0,1 0 2 16,1 0-9-16,-2 0 6 0,0 0-7 0,1 0 2 15,-1 0 9-15,2 0-9 0,0 0 8 0,0 0-8 0,0 0 4 16,-1 0-3-16,1 2 2 0,-2 0-3 0,0 0 1 16,3 0 1-16,-1 0-3 0,0 0-7 0,0-1 3 15,0 1 4-15,0 0-2 0,0 2 1 0,1-2-3 16,-1 1-5-16,0 1 4 0,0 0 9 0,0 0-10 16,0-1 8-16,0 1-9 0,1 0 7 0,-1-1-4 15,0 1-1-15,0 0 0 0,2 0 4 0,0-1-6 16,0 1 1-16,0 0-2 0,0-1 10 0,0 1-7 15,0 0 4-15,0 0-5 0,0-1 2 0,0 1 4 0,0 0 0 16,2-1 1-16,0 1-3 0,0 0 4 0,-1-2-6 16,1 0 4-16,0-1-5 0,0 1 2 0,2 0 0 15,-1 0 0-15,-1-2-4 0,9 2 4 0,1-2 2 0,1 0 1 16,0-2-3-16,1-2 2 0,-1-1-3 0,-1-1 2 16,-3 1-3-16,0-1 2 0,-3-13 0 0,5 3 2 15,6 3 0-15,-10 0-2 0,2 2 0 0,-1 1 0 16,-1-1 0-16,-1 2 5 0,-3 1-1 0,1-1 1 15,-2 2-7-15,-2-1 2 0,0 3 4 0,0 1 0 16,0 2 5-16,0 0-8 0,0 0 3 0,-2-1-2 16,0-1 18-16,-1 2-5 0,-1 0 4 0,-4 0-5 0,-5 1-3 15,2 1-9-15,-4 0 1 0,1 3-2 0,1 3 0 0,1-1-2 16,-1 5 3-16,2-7-2 0,4 14 8 16,1-4-8-16,3 4-4 0,-9-2 1 0,3 0 2 0,4-2 1 15,1-4-1-15,0 4 1 0,0 0 2 0,4-6-10 16,0 4 10-16,0-5-9 0,0 0 12 0,2 3-7 15,0 0 1-15,2 0-4 0,-2-5 4 0,0 0 0 16,3-2 1-16,12 9 0 0,-4-4 1 0,4 1-2 16,1-3-1-16,-5-3 0 0,8 0 0 0,-5-2 0 15,-3-2 2-15,4-2 0 0,-6 1 6 0,-2-1-2 16,1 0-1-16,-3 1-1 0,-3 1 0 0,0 0-3 0,1-2 2 16,4-7-2-16,-3 2 5 0,0-2-6 0,-1-4 5 15,-3 4-4-15,-2-2 7 0,0 3-5 0,-2-5-2 16,0 4 0-16,-1 0 2 0,-5 0 0 0,1 0 0 0,-4 0 0 15,-6 3 0-15,-2 1 2 0,-1 3 2 0,3 2-1 16,-3 0 5-16,3-9-5 0,-2 0 5 0,3 4-4 16,-3 3 6-16,2 2-4 0,-1 2-3 0,3 2 1 15,0 2-2-15,2 1-2 0,2 3 1 0,4-3-2 16,-3 6-4-16,3 10 4 0,3-3-5 0,2-3 5 16,0 2-1-16,-9-2-3 0,2 0 2 0,3-2-2 0,5-2-2 15,1-4 8-15,0 3-3 0,0-5 4 0,0 4-11 16,1 1 9-16,1-5-6 0,0 1 7 0,2-1-1 15,-4-3-1-15,13 2 1 0,5 0-2 0,-1 7-7 0,0-4 6 16,1-3 2-16,3-4 0 0,-1 0 0 0,1-2-2 16,-3-2-2-16,1-1 2 0,-2-1 2 0,-3 1 3 15,-1-1 0-15,-3 2 0 0,-3 1-6 0,-1-1 7 16,-4 4-6-16,3-7 6 0,1-1-11 0,-1-1 6 16,1-2 1-16,-2-4 4 0,-3 2-6 0,-1-2 5 15,0 4-4-15,0 5 4 0,-3-5 1 0,1 7-2 16,-2-3 1-16,2 3-2 0,-7 2 0 0,-4 1-4 0,-2-11 2 15,0 3-2-15,2 4 2 0,0 1 0 0,0 2-3 16,2 2 3-16,-2 0 6 0,2 2-5 0,0 2 0 16,3-1-2-16,-3-1-2 0,6 17 2 0,-1-1 5 15,2-5-4-15,3 4-6 0,-11-2 6 0,5-2-2 0,0 4 4 16,3-6-2-16,2 4-1 0,2-4-5 0,0-2 5 16,2 2 7-16,0-3-6 0,3 1 0 0,-5-7-2 15,13 0-2-15,4 9 6 0,3 0-2 0,3-2 3 16,-5-3-9-16,6-4 6 0,1-2-1 0,-1 0 1 15,2-6-6-15,-10 2 8 0,3-3-2 0,-4-1 4 16,-2 1-5-16,0 0-3 0,-8 3 3 0,-1-4-1 0,7-6 5 16,-3 1 3-16,-1-2-1 0,-1-2 0 0,-1 0-11 15,-1-1 5-15,-4-1-2 0,0 8 3 0,-2-4 6 16,-2 0-3-16,-1 0-1 0,-1 2-1 0,1 4-4 16,-3 2 4-16,-7 1 0 0,-12-1 4 0,8 1-4 0,2 2 4 15,-3 1-4-15,1-10 4 0,-1 2 0 0,-1 3-9 16,-1 4 6-16,5 4-7 0,1 0 6 0,-5 2 0 15,5 2-3-15,-1 3 2 0,0 3-2 0,4-1 6 16,2-5-5-16,2 16 4 0,-1 2-10 0,5 1 11 16,-1 1-1-16,3-7 3 0,1-1-13 0,-13 5 6 15,7-5-6-15,3 3 6 0,1 0-4 0,4-6 5 16,0 0 0-16,2 0 2 0,0-4-5 0,2-2 3 0,-1-1 1 16,1-2 1-16,16-3-6 0,1 1 3 0,3 15 0 15,2-6 1-15,0-4-3 0,4-3 5 0,1-4-5 16,-3-2 4-16,0-3 0 0,-2-3-5 0,-7 1 8 15,7-6-6-15,-2 2 9 0,-8 2-10 0,1-1 2 0,-8 5-6 16,1 1 8-16,-5-9 4 0,-1-4-1 0,-2 1 3 16,9 1-3-16,-5 2-5 0,-3 0 1 0,-1 2 0 15,-2-6 6-15,-2 6-6 0,-1-2 0 0,-3 3 0 16,2 5 1-16,-9-3 3 0,-9 1 1 0,3 5-2 16,-7-2-4-16,0-12 3 0,2 6-2 0,-7 7 5 0,5 3 1 15,-2 3-6-15,0 3 4 0,2 3-4 0,0 2 0 16,6 1 1-16,1-7-1 0,2 17 2 0,6-1-3 15,0-6 2-15,4-4-1 0,1-2 1 0,4 2-1 0,-3-3-3 16,-1-1 5-16,2 1-3 0,2-5 1 0,1 5 2 16,1-5-2-16,0 1 0 0,0 2-10 0,0-3 0 15,0-1-17-15,3 2-4 0,7 2-167 0,10 5-292 16</inkml:trace>
  <inkml:trace contextRef="#ctx0" brushRef="#br1" timeOffset="66315.64">4971 11433 179 0,'0'0'38'0,"0"0"-2"0,0-2 21 0,-2 0 2 15,0 0-7-15,0 1 4 0,0-1-20 0,0-2 7 0,1 0-10 16,-1-1 8-16,-2-5-1 0,0-1-7 0,-1-2 5 16,1 0-5-16,0-2 12 0,2 2-3 0,1 2 4 15,-1 0-16-15,2 6 11 0,-2-5-6 0,0 1 5 16,0 2-15-16,0-1-3 0,0 1 8 0,2 5-4 15,-1-2 23-15,-1 0-19 0,0 1 0 0,0-1-9 0,0 2-8 16,-2 0-10-16,1 0 4 0,1 2-5 0,-9-3 8 16,1 1-9-16,-3 2 2 0,4 0-5 0,-2 4-1 15,4-1 9-15,-3 3-6 0,3-1 7 0,-1 1-13 0,3 7 5 16,-3 2 1-16,3 0 1 0,-1 0-1 0,3-4 7 16,1 2-7-16,-4-6 7 0,1 2-6 0,-1 1 1 15,2-1 7-15,2-2-6 0,1 3 3 0,-1-3 9 16,2-1-2-16,0-1 4 0,0 1 3 0,0-2-6 15,0-3 5-15,0 1-6 0,2 2 1 0,1 0-3 16,5 1-6-16,7 3 3 0,1-3-5 0,3-1 0 16,-2-4 2-16,-1 0-1 0,1 0 6 0,-4-2-8 15,2-2 5-15,0-1-5 0,-6 1 10 0,0-1-11 0,-1-1 5 16,-6 2-6-16,7-9 2 0,0-3 7 0,-1-1 0 16,-5 4 4-16,1-4 5 0,-2 2-9 0,0 0 4 15,-2 2-5-15,0 2 8 0,-2-2-1 0,0 2-4 0,-4 0 4 16,5 5 1-16,-3 1-3 0,2 1 2 0,-2 2-4 15,-9-1-9-15,0-7-2 0,0 3-2 0,0 1 1 16,0 4-5-16,-3 2 4 0,1 4 1 0,0 4 1 16,2-1 0-16,0-1-1 0,2 14 1 0,1 0-2 15,3 1-2-15,1-4 3 0,3-4-1 0,-8 1 2 16,3-2 0-16,3-1-1 0,1 0-1 0,2-4 1 16,2 3 4-16,0-5-1 0,0 1-2 0,0-3 0 0,0-1-5 15,2 2 5-15,3 0 3 0,16 9 1 0,-3-4-4 16,5-2 4-16,-1-3-5 0,0-4 3 0,1 0-2 0,1-2 1 15,-4-1 1-15,1-3 1 0,-3-1 5 0,3-1-4 16,-8 3 0-16,1-3-2 0,-6 4-7 0,-6 4 5 16,7-11 4-16,2-5 0 0,-3 1 2 0,-3 2-3 15,-1-4-3-15,-2 4 0 0,-2-4-3 0,0-3 13 16,-4 5-3-16,-3 0 8 0,1 6-2 0,2 3-13 16,-14 1 6-16,-1-1-9 0,-1 4 5 0,-4-14-1 15,-1 4 2-15,1 7-1 0,0 5-2 0,4 0 0 16,-1 4-4-16,3 1 4 0,3 3 2 0,2-1-3 0,2-1 3 15,3-1-2-15,1 1-1 0,1-3 0 0,1 1-2 16,-3 5 1-16,1 3 1 0,1-1 1 0,4-4 1 16,1-1-1-16,1-1-8 0,0 3 9 0,0-1-2 0,0-1 5 15,1-1-2-15,1-1-2 0,0 0 0 0,11-2-1 16,6-1 1-16,-3 1-13 0,3 11 2 0,-4-5-7 16,2-1-24-16,1-1-147 0,-1-3-5 0,5 1-70 15,2 0-238-15</inkml:trace>
  <inkml:trace contextRef="#ctx0" brushRef="#br1" timeOffset="66972.28">5557 10635 332 0,'-1'-2'72'0,"-1"0"-36"0,0 0 70 16,-2-2-20-16,2 4-36 0,-9-11-3 0,0 0-2 16,2-2 1-16,1 2-10 0,5-2 6 0,-3-2-1 15,0-2 4-15,1 4 6 0,3-1 3 0,-2 1 5 0,2 7-4 16,-1-5-7-16,-3 3 4 0,2 3-11 0,1-1 7 15,3 4-29-15,-4-1-4 0,2-1-5 0,0 0 1 16,0 1-15-16,1 1 7 0,-1 0 1 0,0 2 2 16,0 0-2-16,2 2 1 0,0 0-3 0,0-1 2 15,0 22-4-15,0-3 2 0,0 2 6 0,0-1-3 16,0 1 3-16,0-2-8 0,2 5-3 0,0-1 1 16,1 2 7-16,1 2-2 0,0 1 0 0,1 3-2 0,3 1-1 15,-3 3 6-15,3 3 0 0,-1 0 2 0,1 0-4 16,-1 0-4-16,1-2 3 0,1-2-3 0,0 2 2 0,-1-9 1 15,-1 0-3-15,2 0 4 0,-1-4 2 0,-1-4-3 16,-1-3 3-16,-3-6-2 0,1-2 4 0,0 1-1 16,-2-5-1-16,0-1 2 0,-2-2 13 0,1 1 21 15,1 1 1-15,0 0 6 0,0-2 10 0,0 0-28 16,0-1 0-16,0 1-11 0,-1-2-18 0,1 0-1 16,0-2 3-16,0-5-2 0,4-23 3 0,-1-5 1 15,1-4-6-15,1 0 5 0,2-5-3 0,1-3-2 0,-1 1 1 16,2-1-1-16,-2 1 4 0,4 3-2 0,0 0-1 15,2 3-1-15,0-1 2 0,0 2-2 0,0 3 5 16,2 1-4-16,1 2-1 0,-1 1 1 0,-2 4-2 16,-2 2 0-16,-2 4-2 0,-2 2 1 0,0-1 5 15,-1 5-3-15,-3 3-1 0,-1 1 2 0,0 5-1 0,-2 1 2 16,-2 3-5-16,2-1-2 0,-1 0-3 0,1 1 2 16,0 1-8-16,0 0 2 0,0 0-4 0,0 0 3 15,-2 2-6-15,0 2-47 0,0 0 2 0,0 2-21 16,-2 22-43-16,-2-2-44 0,0 2 3 0,1-4-17 15,-1 0-23-15</inkml:trace>
  <inkml:trace contextRef="#ctx0" brushRef="#br1" timeOffset="67318.31">6309 10774 797 0,'0'-2'51'0,"0"0"76"0,-1 0-67 0,-1 0-4 15,0 1-1-15,0-3-1 0,0 0-6 0,0 0-12 16,0 3-3-16,-1-1-1 0,-1 0-4 0,-2-2-19 16,-5-1 1-16,0 3-7 0,-2 2-1 0,-2 0-1 0,-1 3 2 15,-3 5-2-15,0 1 3 0,3 2 5 0,1-5 3 16,2 14-1-16,0 4-2 0,5-3-9 0,-1 5 1 16,4-4-1-16,3 0 8 0,-13 1 0 0,7-3-5 15,5 4 4-15,3-3 4 0,3-1 1 0,3-3 2 0,1-4-1 16,-5 4-5-16,19-8-8 0,-1 2 1 0,4-4-2 15,2 3 12-15,2-3-6 0,0 1 4 0,0-5-6 16,-2 5-3-16,0-3 2 0,0 5 0 0,-4 1 3 16,-1-2-1-16,-3 4 4 0,-1-2-1 0,-4-2 4 15,-6-1 5-15,1-3 27 0,-6-1-3 0,1 2 10 16,1-1-2-16,-2-1-13 0,0 0-7 0,-2-1-2 0,-2 1-22 16,2-2-3-16,-21 3 1 0,-19 7-2 0,-5-9 4 15,0 5-7-15,1-3 1 0,-1-1-9 0,-1 2-25 16,-2-3-103-16,-4 1-17 0,1 0-42 0,3 1-175 0</inkml:trace>
  <inkml:trace contextRef="#ctx0" brushRef="#br1" timeOffset="76890.33">12353 11340 25 0,'0'0'0'0,"0"-2"7"16,0 0 73-16,0 1-20 0,0-3 10 0,0-2-24 15,0-1-5-15,0 1-3 0,0 1 7 0,0-1-5 16,0-1 21-16,-2-3 2 0,2 5 3 0,0 1-1 16,-2 0-9-16,0 1-26 0,1-1-12 0,-1 0 0 0,0 1-14 15,0 1 3-15,0 0 3 0,0 0-4 0,0 0-9 16,1 0 6-16,-1 2-3 0,0 0 3 0,0 0-4 16,0 0 5-16,0 0 1 0,0 2 3 0,1 0 0 0,-1 0-8 15,0 2 3-15,2 1-3 0,-2 6 5 0,0 0 0 16,0 4-2-16,0-2 0 0,1 0 5 0,-1 0-2 15,0 0 3-15,2 0-3 0,-2 2 7 0,2 0-7 16,0 0 7-16,0 0-8 0,0 1-4 0,0 3 4 16,0 0-5-16,0-1 5 0,0 4 8 0,0 1-14 15,0-1 7-15,0 0-10 0,0 1 4 0,0-3 0 16,0 2 0-16,0-1 1 0,0 1 7 0,2-2-3 0,0 1 1 16,-2-3-2-16,2 1-3 0,-1-2 9 0,1-1-5 15,0-1 5-15,-2 0-7 0,0-4 4 0,0-2-2 16,0 4 2-16,0-3-3 0,0-3-2 0,0 2 6 15,0-1-4-15,0 3 1 0,-2 0 4 0,0-2-5 0,-3 4 6 16,1-5-6-16,-3 3 4 0,-4 4-3 0,5 0 5 16,-12-2 3-16,-3-4-5 0,-3-2 7 0,4-1-5 15,3 3 11-15,-2-1-9 0,3-1 6 0,-3-1-6 16,0-4 7-16,1-1-3 0,7 3-5 0,-2 0 2 16,0 0-7-16,5-3 1 0,-7 1 0 0,10 2 1 15,-1 0 8-15,3-2-10 0,-1 1 4 0,0 1-6 0,0-2-1 16,1 0 0-16,1 0 1 0,0-1 1 0,0 1-3 15,0 0 6-15,0 0-6 0,2 0 5 0,0 0 4 16,0 0-13-16,0-1 12 0,2-1-12 0,0 0 16 0,4 0-12 16,18 0-1-16,-2 0-2 0,8-1 0 0,-4-1 5 15,0-2-2-15,4 0 3 0,-3 1-10 0,-1 1 4 16,2-2 2-16,-4 2 1 0,-1 0 5 0,-1-1-5 16,0-1-2-16,-1 0 0 0,-3 0 1 0,-1 3 4 15,0-1 0-15,-3 0 0 0,1 0-1 0,-2 2 8 16,-2 0-5-16,-1 0 5 0,-1 0-12 0,0 0 2 15,1 0-2-15,-3 0 0 0,-1 0-3 0,-5 0 4 0,1 0 4 16,0 0 0-16,2 0 2 0,0-2-10 0,-1 0 0 16,-1 0-7-16,0 1-37 0,0-3-80 0,-2 0-6 15,0-1-28-15,0-5-68 0</inkml:trace>
  <inkml:trace contextRef="#ctx0" brushRef="#br1" timeOffset="77202.39">11974 11418 909 0,'-2'-2'41'0,"1"0"4"15,-3-1 0-15,-5-7-20 0,-3-1-2 0,3 2-22 0,-2 3 6 16,2 1-3-16,1 3 3 0,3 0-3 0,3 0 11 15,-2-1-2-15,0-1 3 0,3 0-8 0,-1 2 30 16,0-1-3-16,2-1 13 0,0 0-4 0,2 0 3 16,1 1-7-16,12-8 4 0,19-8-15 0,-1 6-21 15,4 2 2-15,2 5-8 0,-3 3 4 0,-1 3-9 16,-2 1 5-16,-5 3-6 0,-4 0 9 0,0 3-16 0,-1 1 2 16,-1 1-8-16,0 2-9 0,-3-2-61 0,-1 1 1 15,1 1-27-15,-1 0-57 0,-3-2-112 0,2-7 15 16</inkml:trace>
  <inkml:trace contextRef="#ctx0" brushRef="#br1" timeOffset="77857.66">12802 11897 1014 0,'0'0'7'0,"0"0"2"15,-1 0-2-15,1 0-3 0,-2 0 1 0,0 0 3 0,0 0-8 16,0 2 0-16,-2 0-3 0,1 2 3 0,-8 12 0 16,-2 8 0-16,0 6 1 0,1 0 0 0,1-2 5 15,0 1-3-15,2-3 4 0,-2 0-2 0,1 0 4 16,1-1 6-16,2 1-2 0,1-4 17 0,2-2-9 16,3 1 4-16,-1-3-5 0,2 1 7 0,0-2-8 15,0-1 3-15,0-1-5 0,0-2 6 0,0 0-12 16,0-2 4-16,0-3-6 0,0-1 13 0,0-1-16 15,2-1 10-15,-2-1-11 0,0-2 15 0,1 2 15 0,1-1 1 16,0 1 7-16,0-2 10 0,0 0-33 0,0 0 1 16,0-2-11-16,-1 0 2 0,1-2-11 0,-2-2 4 15,0-7-5-15,2-11 5 0,0-4-5 0,0 0 0 16,0-2-1-16,-2 0 7 0,0-2-5 0,0-1 2 0,0 1-3 16,0 0 0-16,0 0 0 0,0 3 0 0,2 4 0 15,-1 1 0-15,-1 5 2 0,2 1 1 0,0-3 0 16,-2 10-6-16,2-1-5 0,0 3 2 0,-2 3-2 15,4-3 5-15,-3 3 3 0,1 0-5 0,2 1 3 16,0 1-12-16,9-2 14 0,2 0-3 0,-4 4 5 16,5 0-3-16,1 4 0 0,-4 2 1 0,8 5 0 0,-7 0 0 15,5-5-5-15,1 12 2 0,1-1-3 0,-1 0 7 16,4 3 2-16,-1 0 1 0,-5-3-2 0,3 0-9 0,-5 0 8 16,1-3-4-16,2 3 6 0,-1 0-4 0,-1 0-1 15,-2-1 2-15,-2 3-1 0,-2-1 1 0,-2 1 0 16,0 0 3-16,-3-1-2 0,0 4-1 0,-5 1 2 15,14-1-2-15,-5-2 1 0,-5 3-2 0,-3-5 2 16,-2-1 3-16,-6 1 0 0,-1-1-4 0,-6 2 3 16,2-1-3-16,-21-3 3 0,3 0 1 0,-10-4 0 15,1 0 2-15,-1-3-2 0,-3 1 0 0,-1-7 23 0,-3 0-11 16,3 22 15-16,0-13-8 0,6-7-14 0,2-4 9 16,5 0-10-16,2-2 1 0,6-2-8 0,5 0 2 15,-1 1-3-15,5-1 0 0,3 2-1 0,1-2 1 16,5 4-1-16,1-1-3 0,1 1-39 0,-2-2-12 15,0 0-11-15,3 0-63 0,-1-2-11 0,2-3-5 0,3-10-6 16,9 0-56-16</inkml:trace>
  <inkml:trace contextRef="#ctx0" brushRef="#br1" timeOffset="78262.67">13686 11773 643 0,'-2'0'23'0,"0"0"2"0,-1 0-9 15,-10-2-1-15,-11 0-9 0,3 0 8 0,3 2-9 16,-1 2 4-16,2 0-3 0,1 0 21 0,-3 0 1 0,6 0 3 15,6-2 1-15,-3 1 14 0,7-1-19 0,-3 0 4 16,2 2-10-16,1 0-4 0,1 0 23 0,0 0 2 16,0 0 8-16,2 0 7 0,2-1-24 0,2 1 1 15,12 0-9-15,16 0-10 0,5 0 6 0,0-2-8 0,0 0 6 16,6 0-13-16,-10 0 7 0,5 0 5 0,-1 0-1 16,-2 0-3-16,-2 0 0 0,1 0-8 0,-4 0 6 15,-3 0-16-15,-1 0 9 0,-3 2-5 0,-3-1 6 16,-1 3-11-16,-8-2 6 0,0 0-4 0,-4-2 4 15,-1 0-5-15,-4 0-3 0,2 0 0 0,-1 0-2 0,1 0-4 16,-2 0-20-16,0 0-6 0,0 0-9 0,-1 0-59 16,-1 0-35-16,0 0-18 0,0 0-9 0,-1 2-108 15</inkml:trace>
  <inkml:trace contextRef="#ctx0" brushRef="#br1" timeOffset="78524.85">13621 12088 460 0,'0'-1'278'0,"-2"-1"-308"15,0 0 295-15,1 0-145 0,-1-2-114 0,0 1 1 0,0-1-2 16,0 0 2-16,0 0-5 0,0 3 0 0,1-1 8 16,1 0-4-16,0 0 18 0,0 0 11 0,1 0-8 15,1 0 8-15,2 1-11 0,5-1 8 0,10-2 3 0,-1 0-1 16,8 1 1-16,0-1-14 0,4-2 5 0,-2 3-8 15,-4-1-7-15,0 0 3 0,-3 2-9 0,1 0 6 16,-2 2-11-16,-3 0-1 0,0 0 1 0,0 0 1 16,-3 0 3-16,-1 0-1 0,0 0-3 0,2 2 0 15,-2 0-5-15,-2 0-13 0,2 0-30 0,-5 0-5 16,-1 0-202-16</inkml:trace>
  <inkml:trace contextRef="#ctx0" brushRef="#br1" timeOffset="80219.92">14782 11468 227 0,'0'0'110'0,"0"-2"-84"0,0 1 110 0,0-1-39 0,0 0-43 16,0-2-3-16,0 0-1 0,0-5-4 0,2-6-20 15,-1-1-4-15,3-3-4 0,0-1 1 0,1-1-5 16,1 1 12-16,1-6 4 0,1 0 2 0,-3-2 13 0,1-4-9 15,-2 6-3-15,1 0-2 0,-1 2-4 0,0-2 0 16,-1 2 0-16,1-2 0 0,0 6-4 0,-1 1-6 16,1 2 6-16,0 3-6 0,-2 4 3 0,0 1-11 15,-2 5 2-15,0 1-4 0,0-1 0 0,0 2-7 16,1-2-6-16,1 1 2 0,0 1-5 0,0 0 0 16,0 2 7-16,0 0-4 0,-2 2 6 0,0 0 3 0,2 31-3 15,-2 2 6-15,-2 6-6 0,0-4 0 0,-2-1 0 16,0 2 1-16,1-2-1 0,-1-5 4 0,2 1-6 15,0-4 5-15,0-6-2 0,2 2-5 0,0-3 6 16,0-1-6-16,-1-1 11 0,-1-1-4 0,0 1-1 0,0-4-2 16,0-1-6-16,0-1 7 0,0-1 0 0,1-1 3 15,-3 0 4-15,0-2 2 0,0-1 0 0,1-1 0 16,1-3-6-16,0-1 12 0,0 1-6 0,-1-2 7 16,-7 5-11-16,3-1 13 0,-1-2-5 0,1-1 7 15,3-1-5-15,1 0-6 0,-1-2 7 0,2 0-7 16,0 0 2-16,-2 2 1 0,1 0-8 0,-1 0 5 15,0 0-14-15,2-1 2 0,1-1 1 0,-1 0-1 0,0 0 0 16,0 2 1-16,2 0 5 0,0-2-3 0,2 2 0 16,0 0 4-16,1 0-7 0,18 1 5 0,5 1-3 0,3 0 5 15,5-2 1-15,3-2 1 0,-2 0 5 16,-1 0-12-16,-6 0 5 0,-2 0-7 0,-4 0 6 0,-4 0-4 16,-1 0-1-16,-4 0-1 0,2 0 6 0,-6 0-8 15,2 0 1-15,-3 0-6 0,-3 0-8 0,3 0-44 16,-4 0-11-16,-1 2-15 0,1-1-65 0,0 1-53 15,-2 0-45-15</inkml:trace>
  <inkml:trace contextRef="#ctx0" brushRef="#br1" timeOffset="80497.45">14507 12085 1088 0,'0'-2'39'0,"-2"0"79"16,0-2-97-16,0 1-23 0,2-1 5 0,0 0-10 16,0 0 7-16,0 3 7 0,2-3-7 0,11-4 8 15,13-1-4-15,0 4 12 0,2-5 3 0,4 5 3 16,3-1 6-16,-2 1 11 0,4-3 2 0,2 3 1 0,0-1-1 16,0 0-17-16,0 5-6 0,-3-5-1 0,1 2-8 15,-6-14-7-15,3 5 2 0,-8 5-4 0,-6 5 3 16,2-1-4-16,3 2 2 0,-5 2-2 0,-3 0-1 0,-1 0-4 15,-6 0-4-15,-1 0-1 0,0 0-29 0,-7 0-37 16,0 0-4-16,0 0-13 0,2 0-36 0,-1 0-84 16,1 0-39-16</inkml:trace>
  <inkml:trace contextRef="#ctx0" brushRef="#br1" timeOffset="80952.57">14681 12267 689 0,'-1'0'51'16,"-3"0"94"-16,2 0-106 0,-13-2 5 0,2 2 6 0,4 0 0 15,1 0 12-15,7 0-17 0,-1 0 3 0,-2 0-8 16,0 0-1-16,1 0-18 0,1 0-4 0,0 0-1 16,0 0 11-16,2-2-5 0,0 0 12 0,2 0-10 15,0 0 10-15,1 1-8 0,10-3-3 0,12-2-1 16,-1 3-14-16,-4 1-3 0,-1 2 0 0,-3 0-1 0,-1 3 3 15,-2 1-7-15,-2 2 0 0,-3-3-1 0,-1 3-2 16,-3 7 8-16,0 7-3 0,12 5 4 0,-4 2-10 16,-7 3 7-16,-3 4-3 0,-6-3 6 0,-5 8 2 15,-4-2-9-15,-4 0 5 0,-3 4-6 0,1-7 2 0,17-3 8 16,-20-1-5-16,2-13 6 0,-1-1-7 0,5-3 9 16,1 0-2-16,0-3 5 0,2-1 5 0,4-5 0 15,1 1 3-15,4-3-3 0,-1 2-4 0,1-2-6 16,0-1-1-16,1 1-2 0,-1 0 2 0,2 0 5 15,0 0 4-15,0 0 0 0,2 0 2 0,2-2 4 16,0 0-9-16,2-2 6 0,5-2-18 0,19-9 3 0,5-2 2 16,1 0 1-16,3-1 4 0,-2 1-11 0,2 4 4 15,-3 1-5-15,1 3 1 0,-5 1 2 0,-2-1-2 16,-1 1 1-16,3 1-7 0,0-1-7 0,-2 2-1 16,-6 1-5-16,-3-1-44 0,-3-2-67 0,1 1-16 15,2-1-16-15,-6 3-47 0,-2-1-73 0,-6 2-39 0</inkml:trace>
  <inkml:trace contextRef="#ctx0" brushRef="#br1" timeOffset="81734.7">15532 12025 461 0,'0'0'56'0,"0"0"0"0,-2 0 21 15,0 0-12-15,-2 0-5 0,1 2-21 0,-5 0 8 0,-1 2-1 16,0 1 4-16,3-3 6 0,0 0-9 0,5-2-2 15,-1 0-3-15,-2 2-1 0,0 0 11 0,2 0 8 16,1-1-3-16,-1 1-2 0,2-2-16 0,0-2-6 16,2 1-1-16,-1-3-20 0,25-20 0 0,2-4-5 0,0-7 4 15,2 5-6-15,-4-5 1 0,-2 3-1 0,0 2 0 16,-7-1-5-16,0-1 3 0,1 3 0 0,-1-1 2 16,1 0 0-16,1 2 0 0,-6-3-4 0,0 3 3 15,-2 2-1-15,-3-2-2 0,5 4 8 0,-8 3-9 16,1 1 1-16,-4 3 14 0,11-1-3 0,-8 5 7 15,1 0 4-15,-4 5-6 0,-1 1-2 0,-1 3-1 0,0 0-11 16,0 3 0-16,2-3-3 0,0 0 1 0,-2 0-6 16,0 1-5-16,0 1-1 0,0 0-1 0,0 0 4 0,0 2 0 15,0 0 6-15,0 2-3 0,0 0 5 0,0 2-1 16,-5 12 2-16,-1 7-1 0,-1 3-1 0,-1 0 1 16,3 0-4-16,-3 1 5 0,1-1-3 0,-1 0 2 15,5-1-1-15,1-1 1 0,2 0 10 0,0-2-10 16,0 0 4-16,2-3-6 0,-1 1-2 0,3-3 3 15,2 0-1-15,-1-4 2 0,1 0 0 0,-4-8 0 16,3 5 0-16,1-3 1 0,-2-3-1 0,10 3 5 0,-2 1-3 16,-5-5 3-16,12 5-6 0,-1-5 7 0,3-3 0 15,1-1 4-15,-7-3 0 0,-2-4-9 0,3 7 3 16,-3-25-3-16,2 2 2 0,-2-1-2 0,-3-1 0 16,1 0-1-16,-2 0 0 0,0-1 0 0,-3 1 0 15,-1-2 0-15,-1 4 2 0,2-1 3 0,-3 3-2 0,3 2 1 16,-2 1-10-16,-3 4 8 0,1 4-4 0,0 4 6 15,4-1-3-15,-4 5-5 0,-1-1 6 0,-1 2-4 16,4-2 6-16,-2 1-16 0,0 1 1 0,0 0-7 16,0 0 12-16,-1 2 2 0,1 0 3 0,0 2-1 15,-2 0 3-15,4 26 1 0,-2 1-4 0,-2 5 2 16,0-1-2-16,0 1 2 0,0 1-2 0,0 0 4 0,2 0 3 16,-1-3-10-16,3-2 10 0,0 3-10 0,0-3 13 15,-1-2-7-15,1 3-1 0,-2-12 0 0,2 5 0 0,-1-2-4 16,-1-5 2-16,0 5-5 0,0-3-24 0,-2-1-82 15,0-1 0-15,0-4-34 0,0-2-65 0,0-3-25 16,0 3-52-16</inkml:trace>
  <inkml:trace contextRef="#ctx0" brushRef="#br1" timeOffset="82135.28">16412 11875 743 0,'0'-2'91'0,"0"0"0"0,0 0-37 0,0 0-3 0,-2 1-41 16,0 1-9-16,0 0 5 0,0 0 1 0,1 1 0 15,-1 3 0-15,-4 13-4 0,1 1 0 0,-1 7-1 16,0-3-2-16,1 2 15 0,1 2-3 0,0-9 8 16,1 1 7-16,1-5-1 0,0 0 8 0,2-3-6 15,0-1-1-15,0-4 8 0,0-1-15 0,0 0 14 16,0-2-7-16,0 1 10 0,0 1 15 0,0 0-4 15,0 0 36-15,0-3-39 0,0 1 3 0,0 0-16 0,0-2-18 16,2 0-14-16,0-2 0 0,0 0-4 0,1-1 9 16,-1-8-2-16,13-14 1 0,7 1-2 0,-5 2-2 0,2 2-1 15,-1-5-2-15,-3 3 1 0,4 0 0 0,-6 7 4 16,0 2-2-16,0 6 2 0,-2 1-7 0,-2 4-1 16,2-5-3-16,-7 5 2 0,0 2-1 0,-1 0 6 15,-1 0 3-15,0 0 0 0,2 2 2 0,-4 0-3 16,15 24 1-16,-6-4-1 0,-2-2 0 0,-3 1-2 15,0-3-1-15,-2-3-1 0,1 2 4 0,1-4-6 16,0 0 2-16,-1 0-5 0,1-2-14 0,0 0-106 0,0-3 9 16,-4-7-43-16,1 3-31 0,7-2-117 0</inkml:trace>
  <inkml:trace contextRef="#ctx0" brushRef="#br1" timeOffset="82516.03">17268 11387 711 0,'0'-2'118'0,"-2"0"3"16,-2-6-47-16,-5-12-4 0,2 3-51 0,-1 2 6 16,3 4-14-16,-3 0 2 0,4 4-6 0,3 3 2 0,-1 2 0 15,-6-3-2-15,-1-1 0 0,-2-1-2 0,0 1 1 16,0 2 5-16,-4 2-3 0,2 2 6 0,-2 2 7 15,0 2-1-15,-2 3 4 0,2 1 3 0,1 1 6 16,1-1-7-16,-2 12 5 0,2 4-12 0,0 2-9 16,0-2 8-16,0 4-9 0,2 2 1 0,-1 1-3 15,5 3-3-15,0 1 1 0,1 2-5 0,-16 0 10 16,11-1-5-16,3 1 7 0,6-4-11 0,2-1 5 16,2-1 3-16,2-5 0 0,1 0 0 0,3-5 0 15,-1-1-7-15,3-1 5 0,-1-4 1 0,0-1-4 0,0-1 5 16,-3-5-6-16,11-1 5 0,-2-3-8 0,1 3 0 15,-1-3-4-15,0 0 1 0,-2 5-5 0,2 0-13 16,0-3-1-16,-2-2-64 0,0-2-22 0,2-2 4 16,-1-2-11-16,3-2-11 0,0-3-19 0,-2-1-12 0,1-1-1 15,1-2-26-15,-2 0 59 0,-4 3 10 0,4 4 21 16,-4-12 66-16</inkml:trace>
  <inkml:trace contextRef="#ctx0" brushRef="#br1" timeOffset="82841.92">17452 11730 87 0,'0'0'36'0,"0"0"-1"16,1-2 58-16,1 0-10 0,0 1 15 0,0-1-2 15,2 0 7-15,-1 0 5 0,-1 0 1 0,0 0 22 16,0 0-67-16,0 1 4 0,0-1-32 0,-2 0-35 16,0 2 7-16,0 0-3 0,-2 2 5 0,0 0 3 0,0 1 2 15,-9 14-2-15,-4 7 2 0,2 0 4 0,2 0-5 16,4-1 3-16,1-5-5 0,2 4-2 0,2-7-1 16,1 6 3-16,1-5-2 0,0-1 5 0,1 0 28 15,3-2-8-15,0-4 15 0,0-1-8 0,1-1 13 16,4-3-8-16,10-2 6 0,1 13-24 0,-5-8-8 15,0-3 1-15,6 0-5 0,-8-4-7 0,1 0 1 16,-4 0-2-16,-5 0 3 0,-1 0 4 0,0-2 0 16,3-2 1-16,-5 2-2 0,9-15 0 0,0-3-12 0,-3-2 2 15,-6-2-5-15,-2 1 8 0,-4-5-6 0,-2 4 0 16,-3 2-2-16,-2 2-10 0,0 3-1 0,0 2 3 16,3 2-3-16,-1 2-2 0,-6 2-37 0,6 1-3 0,-1 1-14 15,3-1-37-15,5 5-18 0,-3-1-5 0,3 4-5 16,0-2-40-16,-2-2 17 0,0 1-33 0,3-1 24 15,1 0-60-15</inkml:trace>
  <inkml:trace contextRef="#ctx0" brushRef="#br1" timeOffset="83076.08">17808 11648 229 0,'0'0'98'0,"0"0"1"0,0 0 90 0,0 0-5 0,0 0-46 15,0 0-64-15,0 0-5 0,0 0-24 0,0 0-43 0,0 0 16 16,0 0 7-16,0 2 2 0,0 0 10 0,0 0 2 15,2 2-3-15,0 5 5 0,3 8 9 0,5 1-13 16,-1 1 6-16,2-1-6 0,-7-1 14 0,14 0-12 16,5-2 1-16,-5-2-6 0,8 3-16 0,0 5-9 15,-2-6 0-15,0 1-3 0,-5-3-6 0,0-9 0 16,1 5-1-16,0-1 2 0,-7-3-3 0,-1 3-7 16,-1-1-9-16,-6-1-2 0,5-3-52 0,-7 1-40 0,-1-4-7 15,0 0-10-15,2 4-29 0,-1 0-119 0,1-1-5 16</inkml:trace>
  <inkml:trace contextRef="#ctx0" brushRef="#br1" timeOffset="83247.47">18072 11652 1061 0,'0'0'16'15,"-2"0"3"-15,0 0 1 0,-7 2-4 0,-14 9 2 0,-3 6 22 16,1-2-18-16,-3 20 10 0,-2 4-14 0,0 4-3 15,2-3-2-15,1 7-8 0,1-4 6 0,1-3 0 16,7-1-8-16,1-7 0 0,2-4-7 0,4 0-27 16,4-8-181-16,-3 1-55 0</inkml:trace>
  <inkml:trace contextRef="#ctx0" brushRef="#br1" timeOffset="84135.35">18293 11153 62 0,'0'-2'8'0,"0"0"-1"0,2 0 48 15,1-9-3-15,3-8 18 0,-1-3 23 0,1 4-12 16,-2-1 9-16,-1-1-9 0,-1 5 13 0,0 2-23 16,0 2 5-16,-2 5-11 0,2-1-12 0,0-1-2 15,-2 4-6-15,0 3 5 0,0-3 2 0,2 0-20 16,-1 0-2-16,1 1-8 0,0 1-18 0,0 0-8 0,0 0 4 16,-2 0-4-16,0 2 7 0,0 2 2 0,2 0-4 15,-2 11 3-15,2 19-1 0,-2 1 1 0,0 6 3 16,0-6-3-16,0 3-4 0,-2-3 0 0,0-1-2 15,2-5 2-15,0-1 6 0,0-1-2 0,0-7-1 0,2 3-1 16,0-5-1-16,-1-1 9 0,3 0-2 0,-2-4 2 16,0-2-9-16,0-1 6 0,1-1 2 0,-1-3 1 15,0 0 13-15,-2-2 2 0,0-1 6 0,4 3-1 16,0 0 32-16,-1 0-18 0,1-3-1 0,-2-1-10 16,7 0-22-16,0 0-2 0,1-1-2 0,-1-5 1 15,0-1-8-15,1-8 0 0,-1-9 2 0,0-1 0 0,2-2 3 16,-1-1-5-16,-1 0 1 0,2-4-1 0,-2 4 8 15,1 4-8-15,-1-2 3 0,-2 4-3 0,1 2 5 0,-3 5-4 16,-1 4-1-16,0 7-1 0,-2 0 0 0,-1 2-4 16,1 2 3-16,2-3-3 0,0 1 2 0,-1 0-2 15,1 0 3-15,0 2-2 0,0 2 4 0,-1 0-6 16,-1 2 2-16,6 9-1 0,3 11 11 0,-4 2-6 16,-1-2-1-16,-1-2-1 0,-1-2 1 0,2 5-2 15,-1-3 3-15,1-2-2 0,-1-1 10 0,1-2-6 16,1-1 1-16,1-1-3 0,-1 0-2 0,0-2 2 15,1-2 1-15,-6-2-1 0,9 1 0 0,4-3 2 16,-4-3-2-16,0 0 4 0,2-3 1 0,0 9 4 0,2-1 0 16,5 0 1-16,-5-5 0 0,4-2 9 0,-4-2-3 15,1-2 3-15,1-4-6 0,3-3 0 0,-1-2 2 16,-4 0 0-16,2 3 5 0,-4-16-4 0,1-2-1 0,1-3-1 16,-2-1 2-16,0 0-5 0,-3 0 3 0,-3 1-5 15,-5 3 7-15,15 0-7 0,-6 2 5 0,-6 7-7 16,3-5 3-16,-5 7-4 0,-1 0-3 0,-2 2 1 15,0 4-6-15,0 3-1 0,0 1-3 0,0 1 0 16,0 2-25-16,0-2-38 0,-2 1-12 0,1-1-11 16,-3 2-70-16,2 2-45 0,-11-2-3 0,-7 4-23 0,3 4-99 15</inkml:trace>
  <inkml:trace contextRef="#ctx0" brushRef="#br1" timeOffset="84431.67">18527 11702 703 0,'-2'0'183'0,"0"-2"27"0,0 1-90 0,0-1-58 16,-1 0-44-16,-1 0-24 0,0 0 0 0,2 0 4 15,0 0-1-15,1 2 3 0,-1 0 6 0,0 0-4 16,2 2 6-16,0 0-11 0,2 0 14 0,0 2 5 0,1-1 7 15,8 5 29-15,14 3 16 0,1-2-3 0,5-1 6 16,1-5-15-16,5-1-18 0,4-2-6 0,-1-2-3 16,3-1-22-16,-4-1-1 0,0 0-1 0,-5 2-2 15,-5 1-9-15,-3 1-2 0,-5-2-3 0,-5 2 0 16,-3 0-7-16,-1 0-68 0,-1 0 12 0,-8 0-33 16,1 0-8-16,0 0-50 0,-2 0 4 0,0 0-23 15,-2 2-64-15</inkml:trace>
  <inkml:trace contextRef="#ctx0" brushRef="#br1" timeOffset="84755.93">18694 11899 367 0,'0'0'68'0,"0"0"86"0,0 0-41 0,0 0-26 16,0-2-8-16,0 0-6 0,0 0-28 0,0 1-20 16,0 1 0-16,0 0-8 0,0 0-7 0,0 0-8 15,0 0 7-15,0 0-5 0,0 1 26 0,0 1 0 16,0 0 0-16,0 0-1 0,-6 22 7 0,1 2-12 0,-3 2 7 15,1 0-9-15,1-2 6 0,-1 4-11 0,1-10 4 16,1 2-5-16,-1 1 0 0,2-3 6 0,1-1-8 16,1-5 8-16,0 1-6 0,2-2-4 0,0-2 8 15,0-3-6-15,0 1 13 0,0-3 4 0,0-1 0 16,0-1 4-16,0 0 15 0,0-2-10 0,0-1 2 0,0 1-7 16,17 9-13-16,3 1-2 0,2-5 0 0,2-1 0 15,4-5-4-15,2-1 0 0,-2-1-2 0,2-1 1 16,-4-2-9-16,0 0 5 0,1 1-9 0,-6-1 7 15,3 0-7-15,-2 0 0 0,1 1 4 0,-5 1-4 16,3 0-8-16,-5 0-8 0,-5 0-8 0,1 0-2 16,-3 1-59-16,-4-1-78 0,1 0-8 0,1 0-25 0,-1 0-75 15</inkml:trace>
  <inkml:trace contextRef="#ctx0" brushRef="#br1" timeOffset="85157.61">19882 10924 740 0,'0'-2'63'0,"-2"1"6"0,0-3-24 0,-7-11-17 15,2 6-17-15,3 3-8 0,-7 4 0 0,0-7-1 0,-6 0 0 16,0 1-2-16,1 5 0 0,-3 1 7 0,-1 2-4 16,1 2 20-16,-1 1 1 0,1 5 10 0,0 1-4 15,-1 4 12-15,5-11-7 0,-3 20-4 0,1 10 1 16,4 1-8-16,-2 8-8 0,2 4-5 0,2-1 0 16,2 4-4-16,5-1 5 0,0-1 1 0,-20-1 0 0,11 1-2 15,7-1-7-15,6-1 6 0,2 1-7 0,4-2 9 16,5 1-8-16,4 3-1 0,3-1-2 0,1-1 5 15,1-3 3-15,3 3-2 0,-21-3 1 0,29 1-3 0,-3-4-6 16,-6-4 8-16,1-3-7 0,3-6 14 0,1 2-6 16,1-2-4-16,4-6 2 0,-6-1-6 0,0-4-22 15,-2-6-31-15,-2-2-3 0,0-1-149 0,1-2-193 16</inkml:trace>
  <inkml:trace contextRef="#ctx0" brushRef="#br1" timeOffset="85813.28">20170 11038 537 0,'0'-2'77'0,"0"0"-5"0,0-6 9 15,-4-14 3-15,2 7-28 0,0 4-15 0,2 7-11 16,0 3-9-16,0-3 2 0,-1 0-18 0,-1 0-7 16,0 3 2-16,2-1-2 0,0 0 11 0,0 0-4 15,0 2 10-15,0 0-5 0,0 2 34 0,0 0-13 0,2 26 3 16,0 7-6-16,-1 0 5 0,1 0-10 0,2 8-3 16,-2-6-4-16,0 0-12 0,0 2 8 0,-1-5-2 15,3 3 2-15,-2-2-12 0,2-5 9 0,1 3 0 16,1-3 2-16,-1 0-5 0,1 1 5 0,1 1-10 0,1-2 8 15,1 1-4-15,0-1-6 0,3-2 4 0,-3-2-4 16,0 0 12-16,0-6-2 0,1 1 3 0,-5-8-4 16,3-2-4-16,-3-2 17 0,-3-5 0 0,2 1 8 15,0 1 10-15,-3-3-1 0,3-1 1 0,5 6 1 16,3-3 7-16,-1-1-19 0,-2-4 0 0,4-4-7 16,0-3-17-16,2-8 6 0,-2-22-5 0,-4 0 5 0,0-4-5 15,3-2-2-15,4-1 1 0,-3 1-2 0,4 0 3 16,0-1 0-16,-2-1 0 0,7-1 1 0,-6 1 5 15,3-5-3-15,-2 0 4 0,-4-2-3 0,2-2 11 0,-2 4-1 16,0 4 3-16,-4 7-4 0,4 0 0 0,-2 11-6 16,0 4 0-16,-2 3-2 0,-3 8-8 0,1 4 0 15,-3 1-6-15,0 5 4 0,0-1-7 0,-3 2-11 16,3-2-8-16,0 1-5 0,0-1-52 0,-3 2-29 16,1 0-14-16,0 2-13 0,0 0-118 0,-2 2-198 15</inkml:trace>
  <inkml:trace contextRef="#ctx0" brushRef="#br1" timeOffset="87062.36">20935 11600 229 0,'0'0'89'15,"0"-2"-86"-15,0 0 104 0,0 1-44 0,0-1-3 0,2-2-8 16,0 0-6-16,-1 1-2 0,-1-1-29 0,2-2 21 16,0-1-5-16,0 1 10 0,-2 1-2 0,0-1 20 15,0 1-7-15,0 3 8 0,0-2-36 0,0 2-6 16,0 0-7-16,0 0 3 0,-2-1-18 0,0-1 17 16,-1 2-12-16,-7-2 14 0,-10-1-15 0,-2 3 17 15,3 2-2-15,-1 4 7 0,1 1-3 0,0 5-6 16,1-1 2-16,1 2-4 0,0-7-2 0,3 14 3 0,-1 3 0 15,0 3 1-15,4-2 1 0,0 6-9 0,3 0 2 16,1 0-5-16,1 7 0 0,2-5 0 0,-14 1 5 16,5 1-3-16,7-6 3 0,3 0 9 0,3 0-8 15,0 0 8-15,1-4-5 0,5 2-3 0,-2-3 4 0,1-5-2 16,3 3 12-16,-1-4 13 0,1 0 0 0,-1-4 3 16,-3-4-4-16,11 1-6 0,1-5 2 0,3-1-4 15,-1 0-1-15,1 11-10 0,1-2-2 0,-3-5-2 16,-2-3-1-16,0-1-1 0,-4-2-2 0,0 0 1 15,-2-2 3-15,-1 1-10 0,-3-1 8 0,1-2-8 16,-2-9 11-16,-1-2-14 0,-1-7 6 0,13 0-6 0,-4-3 12 16,-3 1-6-16,-5 2-5 0,-1 0 1 0,-2-2 3 15,0 5-2-15,-3 0-1 0,-1 5 0 0,0 1 0 16,0 1-4-16,-1 1 6 0,1 6-6 0,0-1 1 0,3 2 6 16,-1 1-5-16,-6-3 4 0,1 1-6 0,-1 1-1 15,3 0 3-15,-1 2-1 0,3 0 6 0,1 2-7 16,0 0 3-16,-2-1-5 0,0 1 0 0,1 0 8 15,1 0-5-15,0 0 5 0,0 0-2 0,0 0-1 16,0 1 4-16,2 1-2 0,0 0 3 0,2 0-8 16,0 0-1-16,0 0-1 0,2 0 7 0,16 5-6 15,2-3 2-15,1-2-6 0,1-2 0 0,4-2 5 16,1-2-5-16,1-3 5 0,2-3-3 0,-3 1-3 0,-3-2 4 16,-1 0-4-16,-3 0 4 0,-5 1 6 0,-5 3 1 15,-2 0 2-15,-5 5 1 0,-1-11-9 0,0 3 3 16,-2-1-3-16,5 2 12 0,-1 0-3 0,-1-1-3 0,-3 5 0 15,0-3-2-15,-2 5 2 0,0-1 1 0,0 2 0 16,-2-2-7-16,0 1-1 0,-2-1 6 0,3 4-4 16,-12-6 7-16,3 5-4 0,1-1-1 0,5 2-1 15,1 0-2-15,-1 2 5 0,0-1-2 0,2 3 3 16,-1 4-6-16,-3 12 2 0,4-1-2 0,2 1 4 16,6 4 5-16,1-3-5 0,6 1 4 0,2 0-4 0,-11-2 4 15,20 3-2-15,2-3 4 0,2 2-3 0,0-1 6 16,-4 1-6-16,0 2-4 0,-4-3 1 0,-1-3 1 15,-4-1-2-15,-2-4 2 0,-2 0-2 0,-6-2 2 0,-1 0 1 16,2-3 6-16,-1-1-3 0,-3-3 17 0,0 0-2 16,-2-1-2-16,0-1 1 0,0 2-10 0,-2 0-4 15,-2-1 1-15,-20 12-2 0,-5-4 3 0,-5-1-6 16,4-5 6-16,1-3-6 0,3 0 4 0,2-2-5 16,-4 0-1-16,9 0-1 0,1 0-1 0,8 0-69 15,1 0-13-15,0-2-22 0,1 0-58 0,5 0-36 16,-1 0-23-16,2 1-15 0,2-1-165 0</inkml:trace>
  <inkml:trace contextRef="#ctx0" brushRef="#br1" timeOffset="87360.74">21512 11487 1356 0,'0'0'15'0,"-2"0"3"16,1-2-7-16,-1 0-9 0,0 0-1 0,0 0-5 15,0 2 4-15,0 0 0 0,0 0 2 0,1 0-2 16,-1 0 8-16,2 0 5 0,0 0 1 0,0 0 31 0,2 0 7 16,-1 0-1-16,3 0 1 0,15-1-13 0,7-3-19 15,-2 0-5-15,4 0-4 0,-4 3-11 0,2-1-10 16,-2 2-12-16,-4 0-2 0,-5 0-72 0,2 0-59 15,-4 0-10-15,0 0-21 0,6 0-87 0</inkml:trace>
  <inkml:trace contextRef="#ctx0" brushRef="#br1" timeOffset="87935.58">22274 11333 651 0,'0'-2'50'0,"0"-2"100"16,-2-3-143-16,0-8 5 0,0 2-8 0,0 0 7 16,0-2-13-16,0 0 8 0,1-2 5 0,1-1 2 0,0-3 23 15,0 7 31-15,0-3-8 0,0 0 15 0,0 2-8 16,0 2-4-16,0-3 2 0,0 5-4 0,0 3-13 0,0 1-8 15,0 1-2-15,0 2-3 0,0-1-12 0,0 3-9 16,0-2-4-16,0 1-1 0,0-1 1 0,0 2-13 16,0 0 6-16,0 0-9 0,0 0 2 0,0 1 6 15,0 1-1-15,0 0 2 0,1 1 2 0,1 1-3 16,0 2-1-16,4 11 0 0,-1 9-5 0,1 8 2 16,-1 3 2-16,-1-4 0 0,2 3 5 0,-3-5-1 15,1 3-1-15,0-2 0 0,0-1-3 0,-1-1 3 16,1 2-1-16,0-2 3 0,-1 2-4 0,-1-3-2 0,0 1-1 15,0 0 1-15,0 2 1 0,0-4 0 0,-2 0 5 16,0 0-3-16,2-6 7 0,-1 1-9 0,1-3-1 16,-2-7-2-16,2 2 13 0,0-1-6 0,0-3 2 0,0-2-5 15,0-1 3-15,-1-2 0 0,1-1 5 0,0 1 0 16,0-2 14-16,0 0 0 0,0 0 2 0,0-2-4 16,-1 0-6-16,3-2-7 0,0 0 3 0,3-7-3 15,3-14 1-15,1-3 3 0,0 0-11 0,2-3 7 16,0-1-4-16,-2-4 0 0,2 1 4 0,0-4-4 15,2 2-3-15,0-4 4 0,-1 0-4 0,7-2 2 0,-6-4-8 16,1-3 6-16,3 0 1 0,-10 1 2 0,6 3-3 16,-2 8 8-16,-2 5-2 0,-1 7 6 0,-3 3 1 15,-5 6-5-15,5 6-1 0,-1 2-2 0,-4 3-10 0,0 0 3 16,-2 2-5-16,1-1 4 0,1-1-26 0,0 0-20 16,0 2-15-16,-2 1-3 0,0-1-82 0,0 2-147 15,-2 0-65-15</inkml:trace>
  <inkml:trace contextRef="#ctx0" brushRef="#br1" timeOffset="88780.62">22948 11543 225 0,'0'-2'130'0,"0"0"-110"16,0 0 141-16,0 0-54 0,0-9-29 0,0 0-5 15,0 3-1-15,0 1-3 0,0 3-20 0,0 1-6 0,0-1-3 16,0 2-1-16,0-2-20 0,0 1-8 0,0-1-6 15,0 0 4-15,0 0 6 0,0 3-3 0,0-1 5 16,0 0-5-16,0 0 5 0,0 0-5 0,0 0 3 16,0 0-4-16,0 1 3 0,0-1 4 0,0 0-2 0,-2 0 4 15,0 2-5-15,0 0 2 0,0 0-8 0,0 0 5 16,0 0-12-16,1 0 3 0,-1 0 6 0,0 0-3 16,0 0 5-16,0 0-8 0,2 0 3 0,0 0-4 15,0 0 12-15,0 0-9 0,-2 0-1 0,0 0-2 16,2 0 3-16,0 0-1 0,0 0 1 0,-1 0-2 15,1 0-3-15,-2 0-2 0,0 0-2 0,0 0 0 0,0 0 5 16,0 0-3-16,2 0 3 0,0 0-3 0,-2 0 1 16,1 0 0-16,-1 0-1 0,0 0 0 0,0 0-8 15,0 0 11-15,0 0-3 0,2 0 4 0,0 0-9 0,0 0 3 16,0 0 2-16,0 0 1 0,0 0 7 0,0 0-7 16,0 0 1-16,0 0-2 0,0 0 1 0,0 0 1 15,0 0-3-15,0 0 1 0,0 0-5 0,0 0 7 16,0 0-1-16,0 0 4 0,0 0-7 0,0 0 6 15,0 0-7-15,0 0 5 0,0 0-11 0,0 0 10 16,0 0 1-16,-2 0 2 0,2 0-4 0,0 0-5 16,0 0 4-16,0 0-3 0,-1 0 4 0,-1 0 3 0,0 0-6 15,0 2 4-15,0 0-1 0,0 1 0 0,-1 23 1 16,-9 4-1-16,-2 2 1 0,1 3-4 0,0 2 7 16,1-2-6-16,3 4 4 0,2-3-3 0,-16 1-3 15,10 2 2-15,6-8 7 0,3 5-5 0,4-7 5 0,0-5-5 16,0 4 1-16,2-4 4 0,0-3-3 0,4-1 3 15,-1-1-7-15,1-2 4 0,-1-4 3 0,3 0 1 16,-3-4 4-16,1-2-1 0,-2 1-3 0,7-3 2 16,-4-1-11-16,1 0 5 0,-1-1-1 0,-5-1 5 15,2 0 4-15,-1 2-8 0,1 0 3 0,0-1-5 16,-1-1-10-16,1 0-75 0,0-2-4 0,0 0-27 0,-1 0-34 16,1-2-67-16,0 0-25 0</inkml:trace>
  <inkml:trace contextRef="#ctx0" brushRef="#br1" timeOffset="89344.98">22604 11775 142 0,'0'0'42'0,"0"0"-4"0,0 0 38 16,0 0-13-16,0 0 3 0,0 0-30 0,0-2 2 15,0 0 9-15,0 0-5 0,0 0 13 0,-2 0-7 16,0 1-6-16,0-1 0 0,1 0-23 0,-1 0 12 15,-2 2 8-15,2 0 2 0,-9-2 29 0,2 0-15 16,-1 2 4-16,3 0-6 0,1 0 0 0,3 0-12 16,1 0-7-16,0 0-1 0,-2 0-23 0,1 0 6 0,-1 0 3 15,2 0 2-15,0 0 19 0,0 0-5 0,2 0-6 16,0 0 0-16,2 0-12 0,2 0 2 0,11-2 1 16,9-3-2-16,2-1-1 0,2 1-7 0,1 1 1 0,5 0-4 15,-4 1-7-15,-1-1 3 0,7-2-3 0,-5 1 4 16,1-1-10-16,-4 1-6 0,-8 1-3 0,-1 0-5 15,-6 2-56-15,1 0-36 0,-2 1-11 0,-7 1-5 16,3-2-30-16,-7 2-139 0</inkml:trace>
  <inkml:trace contextRef="#ctx0" brushRef="#br1" timeOffset="89783.83">22892 10906 569 0,'0'-4'62'0,"-6"-22"89"0,-1-2-92 0,1 4-13 16,3 4-9-16,-1 1 3 0,2 6-9 0,0 0-16 0,0 4 6 15,2 1-8-15,0 3 10 0,0 1 4 0,0 0-6 16,-2 1 5-16,1-1-14 0,1 0-4 0,0 2 8 15,0 0-6-15,0 1 7 0,0-1 9 0,0 0-4 16,0 0 6-16,0 2 1 0,0 0-3 0,1 0-4 0,1 2 3 16,0 0-4-16,0 1-10 0,9 14 9 0,2 4-9 15,-11-3 4-15,13 1 7 0,5 3-7 0,3 0 7 16,1 4 2-16,2 2 1 0,5 0-4 0,1 2 2 16,-1-2-17-16,5 3 5 0,-3 1-4 0,2 5 4 15,-3 4-8-15,-4-2 1 0,-2 3 0 0,-2 1-2 16,-2 0-9-16,-9 1 7 0,-2 1-2 0,-9 3 5 0,24 2 5 15,-15 6-11-15,-11 2 8 0,-7 5-9 0,-6 2 17 16,-4-4-7-16,-3 0-2 0,1-9-2 0,-3 0-3 16,1-7 6-16,1-6-4 0,-2-2 5 0,20-9-6 0,-19-2 2 15,1-4 4-15,-2-7-2 0,-1 0 1 0,1-4-6 16,2-4-1-16,1-1-5 0,1-2-17 0,-3 10-92 16,3-4-12-16,-3-5-29 0,6-3-67 0</inkml:trace>
  <inkml:trace contextRef="#ctx0" brushRef="#br1" timeOffset="90174.25">23129 10449 234 0,'0'-2'123'0,"0"0"-2"15,0-3-3-15,0-16-15 0,0 8-35 0,2 0-29 16,0 2-7-16,0 0 1 0,0 4-1 0,0 1 25 16,3-3 20-16,-3 5 3 0,4-2 3 0,7 1 1 0,0 3-40 15,-2 0-3-15,0-7-14 0,-2 3-21 0,-1 4-3 16,-5 2 5-16,-1 0-6 0,2 2 0 0,0 0 5 15,-1 7-5-15,3 14 6 0,-4 3-2 0,-2-6 0 16,-4 2 5-16,2-7-3 0,-1-2 6 0,1-3-11 16,0-1 6-16,2-4-6 0,0 1 20 0,0 0 39 15,0-3-12-15,0-1 18 0,4 2-30 0,12 7-15 16,12 0 1-16,4-5-8 0,5-4-10 0,4-2-1 16,0-4-5-16,-2-2 3 0,0-1-3 0,-6 1-20 0,0-1-20 15,-1 1-11-15,-2 1-137 0,-4 1-327 0</inkml:trace>
  <inkml:trace contextRef="#ctx0" brushRef="#br1" timeOffset="91262.25">24119 11383 563 0,'-2'0'0'0,"0"-2"12"16,1 0 111-16,-1 0-25 0,0 0 12 0,0 1-53 15,0-1 3-15,0 0-35 0,0 0 1 0,1 0-8 16,-1 0-13-16,0 0 13 0,2 2 2 0,0 0 9 16,0 0 33-16,2 0-12 0,0 0 0 0,1-1-3 0,16-3 7 15,18-2-17-15,-4 1 10 0,1 1-13 0,5 0 0 16,-6 2-23-16,-1 1-3 0,1-1-5 0,-9 2-2 0,0 0 0 15,-3 0 0-15,-4 0-1 0,-4 0-8 0,-6 0 0 16,2 0-5-16,-3 0-2 0,-2 0-54 0,1 0-68 16,-3 0 3-16,2 2-22 0,-1-1 11 0,-1 1-59 15,0 0-13-15</inkml:trace>
  <inkml:trace contextRef="#ctx0" brushRef="#br1" timeOffset="91406.47">24147 11472 318 0,'-2'0'71'0,"0"0"89"0,0 0-45 0,1 0-52 0,-1 0 1 15,0 0-20-15,0 0-18 0,0 0 37 0,0 2-2 16,0 0 13-16,2 0-13 0,0-1-23 0,2 1 4 16,2 0-8-16,15 2 10 0,21-2 6 0,1-2-7 15,8-6 8-15,1-1-10 0,2-3-21 0,-4 1-6 0,-2 0-5 16,-1 0-17-16,-8 1-1 0,-4 3-9 0,-3 1-3 16,-8 2-85-16,-7 0-250 0</inkml:trace>
  <inkml:trace contextRef="#ctx0" brushRef="#br1" timeOffset="93044.74">16287 12545 102 0,'0'0'5'0,"0"0"3"0,-1 0-8 0,-1-2 0 16,0 0-3-16,0 1 2 0,-2-1 5 0,1 0-5 0,-1 0 4 16,0 0-10-16,0 0 3 0,1 0 4 0,-1 1 0 15,0-1 11-15,1 0-12 0,-1 0 8 0,0 0-6 16,0-2 38-16,1 1 14 0,1 1-3 0,-2 0 8 15,2 0 3-15,0 0-7 0,1 0-1 0,-1 1-4 0,0-1-10 16,0 0-21-16,0 0-1 0,0 0-6 0,0 0-5 16,1 0-1-16,-1 1 9 0,2-1-7 0,0 0 11 15,0 0-16-15,0 0 1 0,0 0-3 0,0 0 8 16,0 1 15-16,0-1 10 0,0 0 3 0,0 0 42 0,0 0-19 16,0 2 0-16,0 0-9 0,0-2-25 0,-2 2 5 15,0 0-8-15,0 0 7 0,0 0-11 0,0 0 0 16,1 0 4-16,-1 0-2 0,0 0 16 0,-2 0-2 15,0 0-1-15,1 0-2 0,-1 0-6 0,0 0 3 16,2 0-7-16,1 0 4 0,-1 0-13 0,0 0-3 16,0 0-2-16,0 0 1 0,0 0 7 0,0 0 7 15,1 0 9-15,-1 0-5 0,2 0 1 0,0 0-7 0,2 0-7 16,-1 0 3-16,3 0-8 0,13 0 2 0,13 0 2 16,3 0-2-16,6 0-3 0,6-2 3 0,5 2-5 15,7-1 5-15,1-3-3 0,3 0 2 0,6 0-1 16,2 1 0-16,-6-1-8 0,4 2 0 0,-12 0 1 0,-1 0 0 15,0 2 8-15,-4 0-9 0,0 0 4 0,0 0-6 16,-5 2 2-16,0 0 3 0,-5 0-3 0,-2 0 4 16,-3-2-5-16,-5 2-1 0,-5-2 1 0,-8 0 0 15,5 0 2-15,-3 0 3 0,-2 0-4 0,-1 0 4 16,-1 0-4-16,-5 0 4 0,-5 0-1 0,-3 0 1 16,2 0-2-16,-1 0 46 0,1 0-6 0,-2 0 16 0,0 0-25 15,0 0-24-15,0 0-1 0,-2 0-5 0,0-2-6 16,-2 0 6-16,-2 0-6 0,-11-2 5 0,-18-3-11 15,-1 2 7-15,-5-1 1 0,-3 2 1 0,-1 2-3 0,-5-1-1 16,-1 1-1-16,-1 0 0 0,-4 2 2 0,2 0 2 16,-1 0-4-16,-5 0 4 0,-3 0 1 0,-4 2-3 15,-6 0 4-15,-1 1-5 0,-1 1 5 0,1 0 2 16,3 0-3-16,4-3 2 0,6 3-5 0,9-2 6 16,1 0-3-16,9 0 5 0,4-1-5 0,3 1 0 15,9 0 2-15,7 0-2 0,2 0 0 0,6-2-4 16,2 0 4-16,1 0-5 0,0 0 8 0,3 2-7 0,-1 0 5 15,2-1-6-15,0 1 6 0,0 0 3 0,2 0-3 16,0 0 4-16,2 2 3 0,2-1-8 0,16 10 4 16,8 2-4-16,6-2 6 0,3-2-6 0,5-3 4 15,7-5-3-15,1-1 4 0,7-2-2 0,7 0 0 0,4-3 0 16,3-3 7-16,5-1-10 0,0-1 0 0,-5 1-3 16,3-3 1-16,-4 3 4 0,1-2-2 0,5 1 3 15,-3 3-2-15,3-3-1 0,-4 5 3 0,-9-1-2 16,0 2 5-16,-11 2-7 0,-3-2 1 0,-7 2-2 15,-5 0 0-15,-9 0 5 0,-5 0-1 0,-7 0 3 0,-3 0-5 16,-3 0 1-16,-7 0-1 0,-1 0 3 0,2 0 7 16,0 0-3-16,-3-2 0 0,1 0-1 0,-2 1-2 15,0-1-8-15,-2 0 4 0,1 2-6 0,-37-19 13 16,-8 6-6-16,-6 6 3 0,-2 3-4 0,-9 1-2 0,-6 3 2 16,3 0 0-16,-5 3 0 0,4 1-6 0,-2 2 6 15,-1 1-4-15,-1 0 6 0,-3 3 5 0,-8-1-7 16,-1 0 2-16,-1 0-3 0,1-1-1 0,7-1 2 15,5 3 2-15,10-5-1 0,9 1 2 0,15-3-3 16,5 1 2-16,12-2-2 0,5-2 1 0,9 0-1 16,2 0-2-16,1 0 1 0,-1 0 0 0,2 0 1 15,0 2 0-15,0 0 0 0,2 0 0 0,2-1 2 0,2 1-2 16,37 9 0-16,7-3 2 0,12-6-3 0,5-4 0 16,9-4-3-16,6-3 4 0,5 0 0 0,-1-2 0 15,-3 1-2-15,-1-1 0 0,-7 2 4 0,1 0-1 16,-2-1 2-16,1 5-6 0,-5 1 3 0,-4-1 0 0,-9 1 2 15,-8 2-1-15,-3 0 1 0,-9 0 0 0,-1 2 0 16,-4 0-2-16,-14 0 2 0,-1 0-1 0,-9 0 1 16,-3 0-3-16,1 0 4 0,0 0-3 0,0 0 4 15,-3 0-4-15,1 0-12 0,0-2-13 0,-2 1-6 16,0-1-88-16,-2 0-116 0,-1 0-29 0,-7-2-44 16,1 1-247-16</inkml:trace>
  <inkml:trace contextRef="#ctx0" brushRef="#br1" timeOffset="93945.82">27212 3486 800 0,'0'0'0'0,"0"0"85"0,0-2 1 0,2 1-2 16,0 1 3-16,0 0-87 0,0 0 1 0,0 1 2 0,1 3-5 16,-1 7 2-16,9 12 0 0,6-1 5 0,4 2 1 15,-7 0 0-15,1 0 0 0,0-3 6 0,-2-1 3 16,0-1 1-16,2-3 16 0,0 5-11 0,-6-3-3 0,10 1-2 16,-8-1-5-16,2 1-2 0,2-2-1 0,-6-2-1 15,4 1-6-15,0-3 9 0,-4 0-3 0,-1-5 3 16,-1-1-14-16,1-3 11 0,-3 0-3 0,1-1 6 15,-1-1-8-15,-3 0 23 0,2 2 11 0,0-1 3 16,-1-1 32-16,1 0-36 0,0 0-5 0,-1 0-9 16,1-2-15-16,2 0 6 0,3 0-2 0,6-4 2 15,0 0-10-15,3-5 1 0,6-6 3 0,2 6-1 0,6-21-1 16,9-1-4-16,3-10 1 0,12-4 0 0,2-1 0 0,18-4-2 16,7-4-4-16,8-2 0 0,9-1-12 0,-1 1-80 15,-3 2-3-15,1 2-37 0,0 8-112 0</inkml:trace>
  <inkml:trace contextRef="#ctx0" brushRef="#br1" timeOffset="96082.84">18343 12666 29 0,'0'0'0'0,"0"0"50"0,0 0 13 0,0 0 20 16,0 0 7-16,0 0-45 0,0-2-5 0,0 2-19 15,0-2 5-15,0 2-4 0,0-2 9 0,0 0-1 16,0 1 8-16,0-1-2 0,0 0 32 0,0 0 3 15,-2 0-2-15,0 0 2 0,0 0-4 0,0 1-27 16,1-1 5-16,-1 0-10 0,0 0 8 0,0 0-17 0,0 0 1 16,0 0-8-16,0 1-12 0,1-1 3 0,-3 0-7 15,0 0 6-15,0 0-3 0,1 0-3 0,-1 2 9 16,2 0-8-16,0 0 6 0,0 0 8 0,1 0-2 0,-1 0 6 16,0 0 9-16,2 0 10 0,0 2 0 0,2 0 3 15,1 0-3-15,20 3-16 0,5-3 0 0,9-2-5 16,0 0-14-16,2 0 0 0,0-3-1 0,0-1 2 15,0 0 6-15,-4 0-13 0,4 1 8 0,-6 1-9 16,3 0 4-16,-8 2-1 0,-6 0-5 0,-2 0 3 16,-5 0-2-16,-6 0 2 0,3 2 5 0,-11-2-2 0,3 0-4 15,0 2 8-15,0 0 0 0,-1-2 4 0,-1 0-4 16,-2 0-9-16,0 0 2 0,-2 0-2 0,0 0 6 16,-31 3-4-16,-4 1 1 0,0 0-2 0,-2-1 0 0,2 1 7 15,-2 2-3-15,2-3 5 0,1-1 1 0,3 0-6 16,-2 0 9-16,5 0-7 0,0 0 11 0,-1 0-5 15,3-1-2-15,-2 1 0 0,8 0-12 0,7 0 3 16,2-2 0-16,9 0 3 0,-1 0-4 0,-1 0 0 16,2 2-4-16,1 0 4 0,-1 0-6 0,2-1 11 15,0 1-5-15,2 0 5 0,2 0 0 0,0 0 5 16,7 0-1-16,25 5 2 0,3-5-5 0,4-2 1 16,5-4 2-16,0-5-3 0,1 0-5 0,3-4 4 0,4 2 0 15,0 1 3-15,-4 1-5 0,-2 0-2 0,2 1-2 16,-15 6 0-16,1 1 4 0,-7-1-2 0,-17 2 1 15,2 0-1-15,-1 0-1 0,-7 0-3 0,0 0 4 0,-3 0-2 16,1 0 12-16,-2 0-10 0,0 0 2 0,0 0-4 16,-2 0 3-16,-2 0-1 0,0 2 1 0,-9-1-1 15,-28 7-3-15,0-3 9 0,-8 1-6 0,1-2 7 16,5-1-7-16,0 3-1 0,2-2-1 0,2-1 0 16,-2-1 3-16,4-2 1 0,-2 0 5 0,3 0-3 15,1 2-1-15,-1-2-3 0,3 0-4 0,-1 2 2 16,4 0 6-16,-3 0-3 0,1 0 1 0,8-1-2 0,0 3-4 15,7-2 3-15,9-2 2 0,4 0 0 0,-5 0-3 16,3 0-1-16,0 2 3 0,3-2-2 0,-1 2 1 16,2 0 1-16,0-1 0 0,2 1 3 0,3 0 7 0,32 11-4 15,4-5-3-15,2-8 2 0,0 0-2 0,-1-2-2 16,-1-2 0-16,2-2-2 0,0-1-3 0,-4 0 3 16,0 3 1-16,-4 2 0 0,-6 0 7 0,-3 2-9 15,-1 0 2-15,-7 0-3 0,-3 0 6 0,-2 0-3 16,-4 0 1-16,-5 0-1 0,0 0 0 0,-1 0 0 15,-1 0 4-15,0 0-2 0,0 0 2 0,0 0-6 16,-2 0 4-16,0 0-4 0,-2 0 2 0,0 0-2 0,-15-2-3 16,-14-1 3-16,-3-1 9 0,3 0-5 0,-1 2 3 15,1-1-4-15,-1 1-3 0,4 0 2 0,-1-2-2 16,3 2 2-16,2 0 3 0,1 2-3 0,3 0 1 16,1-1-1-16,3 1 0 0,4 0-2 0,1 0 3 0,6 0-1 15,1 0 8-15,0 0-13 0,1 0 8 0,-1 0-9 16,0 0 5-16,2 0 4 0,0 0-7 0,1 0 6 15,1 0-4-15,1 0 1 0,1 0 1 0,11-2 0 16,21-6 9-16,1 1-9 0,0-2 3 0,4 1-6 16,0-1 1-16,-2 1 2 0,-1 3-1 0,-5 1 1 15,-1 2 1-15,0 0 0 0,-3 2-2 0,-2 0 0 0,-7 0-1 16,-3 0 3-16,-8 0-2 0,3 0 1 0,-1 2-8 16,-7-2 7-16,2 0 1 0,-1 2 1 0,-1 0 5 15,0-2-8-15,0 0 1 0,-2 0-4 0,0 2 5 0,-2 0 0 16,-2 0 4-16,-20 7-3 0,-6 0 0 0,1-1-1 15,-3 1-2-15,2-4 1 0,1 1 4 0,1 0-7 16,0-3 5-16,0 1-5 0,4-2 4 0,2 0 0 16,1 0 3-16,5-2 0 0,3 0 6 0,3 0-9 15,3 0-3-15,3 0 0 0,-1 0 3 0,1 0 0 16,0 0 0-16,1 0-1 0,1 0-7 0,0 1 8 16,0 1 0-16,0 0 3 0,2 0-2 0,0 0 4 0,2 0-5 15,2-2 4-15,14 2-5 0,10-2 1 0,2 0 2 16,-2-2-1-16,-2 0-1 0,-2 2-3 0,0 0-9 15,-4 0-2-15,1 0-80 0,-6 0-137 0,-1 0-30 16</inkml:trace>
  <inkml:trace contextRef="#ctx0" brushRef="#br1" timeOffset="101235.54">25335 10926 256 0,'0'-2'91'0,"0"0"-37"15,0-1 34-15,0-8 2 0,0-8-55 0,0-1-1 0,0 1 2 16,0 0 5-16,0 1-5 0,0-1-8 0,0 1 1 16,0-1-2-16,0 2 3 0,0 3 13 0,2-1 0 15,-2 2 6-15,2 0-5 0,0 2 2 0,-2 1 2 16,0 3-9-16,0 1 5 0,0 1-18 0,0 1 2 16,0 2-3-16,0 0 1 0,0-1-15 0,0-1-12 15,2 2 1-15,0 0-4 0,-1 0 14 0,1 0-6 16,0 2 1-16,0 0-3 0,0 0 2 0,0 2 1 0,0 0 4 15,-1 0-4-15,-1 0 2 0,12 15-8 0,-1 1 5 16,-2 3-4-16,-2-1 12 0,1-1-10 0,-3 1 2 16,-1 0-3-16,0 1 4 0,-2-1-4 0,0 1 3 15,-2-3-3-15,0 3 3 0,0-5 6 0,0 1-7 0,-2 0 7 16,0-4-10-16,-2-2 8 0,-1 2-1 0,1-6 3 16,-2 3 3-16,1-1-5 0,-3 2-1 0,6-2-1 15,-14-1-4-15,-3-6 2 0,2 0 1 0,-1-1 0 16,1 5 3-16,-1-2-3 0,-1-2-2 0,4-1-1 15,6 7-1-15,-4-1 9 0,4-1-1 0,-1-2 1 16,3-3-11-16,3 1 9 0,0 0-2 0,3 0 4 0,-1 0-14 16,0 0 13-16,0 0-4 0,0-2 9 0,2 0-6 15,2 0 3-15,0 0-8 0,5 0 5 0,16 0-7 16,4-4 2-16,3 0 3 0,-4 0-2 0,2-1-4 0,0-1 5 16,0 1-5-16,0-1 5 0,-2 2 2 0,-4 1-5 15,-2 1 4-15,1-2-5 0,-3 2 4 0,-3 0-1 16,0 2-2-16,-6 0-1 0,-1 0-4 0,-1 0 2 15,-3 0-3-15,0 0 3 0,-3 0-12 0,3 0-33 16,0 0-1-16,0 0-14 0,-3 0-37 0,1 2-55 16,-2 0-23-16,0 0-17 0,0 0-136 0</inkml:trace>
  <inkml:trace contextRef="#ctx0" brushRef="#br1" timeOffset="101532.43">24990 11595 729 0,'0'-2'193'15,"0"0"35"-15,-2 0-74 0,0 0-92 0,0 0-22 16,1 0-47-16,-1 1 2 0,0-1-3 0,0 0 3 16,0 0-3-16,2 0 8 0,2 0 0 0,0 2 4 0,31-7 0 15,8 1 13-15,4-1 1 0,-1 1 6 0,4-1 16 16,-1-1-2-16,-3 3 3 0,3-1-4 0,-1-1-2 15,-3 1-14-15,0 1-5 0,-2 1-2 0,-2 2-12 0,-2 0 1 16,-4 2 2-16,-5 0-3 0,-4 0-5 0,-2 2-11 16,-9 0-1-16,-2 0-4 0,-1 0-18 0,-5-2-70 15,5 2-3-15,-7-1-25 0,1 1-49 0,-2 0-43 16,0 2-44-16</inkml:trace>
  <inkml:trace contextRef="#ctx0" brushRef="#br1" timeOffset="101876.55">25259 11860 269 0,'-2'0'127'0,"0"0"-96"0,1-2 130 16,-1 0-48-16,-2 0-50 0,0 1-19 0,2-1-1 15,1 0-6-15,-1 2 1 0,2 0-7 0,0 0 5 16,0 0-6-16,2-2-7 0,-1 0 12 0,5 2-9 0,13-4 9 16,1 3-10-16,-5 1-22 0,-2 0 8 0,-6 1-13 15,1 5 3-15,-6 13 8 0,16 10-6 0,-5 8 6 16,-9 4-5-16,-8 2 7 0,-5 2-3 0,-6-5 3 15,-4-4-9-15,1-7 5 0,9-1 4 0,-17-5-1 16,0-3 6-16,5-5 12 0,-1 0-1 0,7-6 7 0,0 0 19 16,2-5-9-16,9 2-1 0,-3-5-5 0,7 1-16 15,0 0-9-15,-4 2 0 0,1 0-2 0,1-1 9 0,0 1 5 16,0-2 3-16,2 0-2 0,2 0-11 16,2-1-3-16,9 1 1 0,24-2 0 0,4-3 3 0,-1-3-5 15,3-3 0-15,0-1-1 0,-2 1-1 0,0 0 3 16,-1 0-2-16,-2 1 1 0,2-1-8 0,-4 3-2 15,1 1 0-15,-8 1 0 0,-4 2-1 0,-3 0-11 16,-7 0-4-16,1 1-5 0,-3-1-36 0,-1 0-74 16,-5 0-1-16,0 0-24 0,-1 0-4 0,1-1-12 15,3-5-11-15,-8 3-6 0,3-7-73 0</inkml:trace>
  <inkml:trace contextRef="#ctx0" brushRef="#br1" timeOffset="102230.27">26141 11279 572 0,'0'-2'111'0,"0"0"-2"15,0-2-37-15,-2-7 0 0,0-4-51 0,1 8-7 16,-1 1-5-16,2 3 0 0,-2-1-1 0,0 0-1 15,0 2-2-15,0 1 3 0,0-1-1 0,1 0 24 0,-1 2 7 16,0 0 5-16,0 0 0 0,0 2 15 0,0 0-13 16,2-1 9-16,0 3-11 0,0-2 4 0,0 7-9 15,4 2-1-15,2 1-1 0,-1-1-1 0,4 0-8 16,1-2-2-16,12 2-2 0,2-1-5 0,0-1-10 16,2 0 4-16,-2 2-6 0,0-1 3 0,-5 1 2 15,0-2-7-15,-6-3 3 0,0 1-18 0,-4 0-2 16,-2-3-7-16,-1 0 2 0,-4 1-21 0,1-3-51 0,-1 2 6 15,0-4-22-15,0 0-7 0,0 0-10 0,2 4-22 16,-1-1-4-16,1 1-147 0</inkml:trace>
  <inkml:trace contextRef="#ctx0" brushRef="#br1" timeOffset="102458.58">26401 11156 905 0,'0'-1'84'16,"0"-1"10"-16,0-2-36 0,0-2-17 0,-2 1-25 0,0-1 3 16,2 4-9-16,-2-1-2 0,1-1-2 0,-1 2-5 15,0 0 2-15,0 2 2 0,-2 2-1 0,-5 4 2 0,-10 3-1 16,-3 21-3-16,-2-1 2 0,2 1 3 0,-2-4-3 16,0-2 2-16,-1-2-3 0,-1 1 4 0,4-5-6 15,0-1 1-15,3 0-2 0,1-4 2 0,-1 0-14 16,10-4-8-16,-4-2-10 0,11-3-78 0,0 0-64 15,2-2-11-15,-2 1-23 0,2 1-117 0</inkml:trace>
  <inkml:trace contextRef="#ctx0" brushRef="#br1" timeOffset="103040.36">26687 10935 567 0,'-2'-1'140'16,"0"-1"6"-16,0-2-58 0,-1-2-14 0,-8-3-56 15,-1 2-12-15,5 5-6 0,3 0 3 0,1-2-3 16,-1 1 1-16,0-1 0 0,2 2-3 0,0 0 2 0,1 0-5 16,-1 0 11-16,0 1 3 0,2-1 5 0,0 0 19 15,2 0 20-15,0 0-2 0,1 0 7 0,14-7-9 16,11-4-15-16,2 4 0 0,-1 3-7 0,3 2-13 0,-2 3-8 15,-4 1-4-15,-4 3 0 0,-2 3-7 0,-5 1 6 16,-2 3-1-16,-7 3 5 0,-3 16-4 0,18 5 4 16,-10 1-1-16,-7 2 1 0,-4-3-3 0,-4-3-3 15,-4-3 3-15,-1-2-2 0,-4 2 9 0,0-6 0 16,11-3-4-16,-22-6 3 0,0-6-7 0,0-1 5 16,0 1 1-16,5-1 2 0,1-1 5 0,5-1-11 15,2-2 3-15,3 3-5 0,-1 1 3 0,3-2 4 0,4-4 0 16,-3 1 0-16,1 1-2 0,0 0 5 0,3 0-11 15,-1 0 8-15,0 0-15 0,0 0 5 0,2-2 1 16,2 0 1-16,2 0 4 0,9 0-5 0,7-2 3 16,-1 0-4-16,-1-2-4 0,3 0 4 0,3 1 0 15,0 1 2-15,-4 2-2 0,1 0 0 0,-1 2-3 0,-3 1 3 16,-2 1-3-16,-4 0 1 0,-2 1 1 0,-5-3 0 16,-1 4-1-16,9 9 2 0,-5 0 2 0,-1 1 1 15,-5-1 8-15,-1 2-4 0,-1-2-3 0,-7 0 2 16,-3-1 0-16,-6-2-1 0,-12-1 6 0,-5 0-4 15,-1-4 1-15,-2 1-5 0,3-3 1 0,-1-1-1 16,5 0 9-16,4-2-6 0,2-1 0 0,8 11-2 0,1-3-2 16,0-2 1-16,7-5-3 0,-1 0 2 0,7-2 0 15,-1 0-24-15,-1 0-9 0,0 0-9 0,2 0-55 0,0 0-89 16,2-2-3-16,2 0-46 0,9-5-161 0</inkml:trace>
  <inkml:trace contextRef="#ctx0" brushRef="#br1" timeOffset="103523.89">27068 11036 683 0,'0'-2'313'0,"-2"0"-423"0,0-4 364 16,-4-7-201-16,1 2-49 0,3 6-4 0,0-1 0 0,2 4-2 15,0 0-3-15,0 1 5 0,0-3 2 0,0 0 1 16,0 0-1-16,2 1-1 0,-2 1 6 0,2-4-3 16,18 1 25-16,2 1 6 0,-1-2 7 0,3 3-2 15,0-1-2-15,2-13-17 0,2 6-6 0,-4 6-1 16,-3 3-11-16,-1 2 1 0,-3 2 1 0,-8-1-1 0,0 3-3 16,-3 0-1-16,-4 9 0 0,13 9 0 0,-2 6 1 15,-8 4 4-15,-7-5-3 0,-5 7 3 0,-6-6 1 16,-2-4-1-16,8 2 0 0,-19-4-1 0,1-3 3 15,1-6-3-15,6 3 1 0,-1-5-3 0,1 2-2 0,5-1 2 16,1-3 2-16,3-2-2 0,2 1-3 0,1-1 4 16,4-3-2-16,0 0 6 0,-1 1-3 0,-1 1-5 15,0-1 1-15,2 1-2 0,1-2 16 0,1-1-5 16,0 1 5-16,0-2-4 0,0 2 9 0,1-1-6 16,3 1 3-16,11 5-4 0,13 2-3 0,5-3-2 15,3-4 1-15,1-3-1 0,-4-1 3 0,-3 0 0 16,0-1-9-16,-12-1 6 0,6 0-9 0,-3 0 1 0,-6 0 2 15,1 0-1-15,-5 0-2 0,-1 2-1 0,-5 0-11 16,1 0 1-16,-4 0-57 0,3-1-38 0,1-1-2 16,-1 0-10-16,1-2-7 0,-2 2-4 0,3-3-15 0,2-3-4 15,-1 3-111-15</inkml:trace>
  <inkml:trace contextRef="#ctx0" brushRef="#br1" timeOffset="103839.19">27682 11073 565 0,'0'-2'133'0,"-2"-9"264"0,-3-11-350 16,3 10-25-16,-2-1 2 0,0 4-8 0,3 2 6 0,-1-1-6 16,0 3 0-16,2 3-2 0,0 0-2 0,0 0 2 15,-2-2-1-15,0 1 3 0,2-1 8 0,0 2 17 16,0 0-3-16,0 0 7 0,0 1-10 0,0-1 3 15,2 0 0-15,0 2 2 0,2 0-3 0,7 0-13 16,11 4-1-16,0 1-4 0,4 3-5 0,-2-1-3 16,2 2-3-16,0 4 0 0,-5-3-1 0,1 3-6 0,-1 0 5 15,-3-2-6-15,1 2 0 0,-3-2 1 0,-3-2 3 16,-1-1 0-16,-5-3-1 0,2 3-3 0,-1-5-8 16,-5 7 5-16,3-7-3 0,-4 1-22 0,0 0 3 15,0-1-15-15,-1 1-37 0,-1-2-29 0,2 2-6 16,0-1-8-16,0 1-37 0,0-2-18 0,0 0-27 0,-2 0 4 15,0 0-94-15</inkml:trace>
  <inkml:trace contextRef="#ctx0" brushRef="#br1" timeOffset="104063.45">28022 10876 451 0,'0'-2'90'0,"0"0"145"0,-2 0-143 16,0-1-39-16,0-1-2 0,1 0-12 0,-1 2-14 0,0 1-6 15,0-1 0-15,0 0-3 0,0 0-10 0,0 0 7 16,1 0-2-16,-1 0 4 0,-2 2 8 0,-2 0-6 16,-5 2 2-16,-2 2-4 0,-2 3-5 0,-3 6 4 15,-3-1-3-15,-1 15 4 0,0 5 7 0,-2 5-13 16,-2-5 8-16,0 5-10 0,0-2 2 0,2-1-2 16,3-1-1-16,4-3 0 0,3-8 2 0,2 2-8 15,3-5 5-15,-2-3-6 0,5 1 1 0,1-6-4 16,-3-2-30-16,1 1-8 0,1-1-250 0</inkml:trace>
  <inkml:trace contextRef="#ctx0" brushRef="#br1" timeOffset="105270.86">28315 10856 476 0,'0'-2'56'0,"0"0"0"0,0 0 11 15,0-2-12-15,0 2-9 0,-2-7-23 0,2 4-5 16,-1-1-3-16,1 2-1 0,-2 1-6 0,2 1 0 16,-2-2 7-16,-2 0-5 0,0 1 6 0,1 1 6 15,-1 0-3-15,-7-4 7 0,2 4 12 0,-3 1-18 16,-2 1 8-16,4 0-11 0,-1 3 3 0,4 1 5 15,-4 3-7-15,1 5 5 0,-1 10-8 0,0 4 0 0,2-2-3 16,1 2 0-16,-1 0-9 0,5 4 3 0,3-2 6 16,-18-1-3-16,10-4 3 0,3-3 5 0,2 1-4 15,4-5 4-15,0 7-5 0,4-1 3 0,2-2-5 16,-1-5 4-16,3-2-6 0,-1-2 16 0,1-5-5 0,14 5 7 16,2-6-10-16,2 3 3 0,4-4-2 0,-3 14 2 15,1-7-1-15,2-3-3 0,-6-6 1 0,2-2-3 16,2-2-1-16,-6-4-3 0,4-1 5 0,-3-3-5 15,-5-1 3-15,-3 0-2 0,0-7 0 0,-4-8-1 16,-4-6 2-16,-1-3-9 0,-2 5 4 0,16-5-4 16,-7-4 8-16,-5 5-1 0,-7-1-3 0,-1 2 0 0,-1 3-15 15,-5 0 9-15,0 4-2 0,-1 4 4 0,-2 2 1 16,-1 3 3-16,1 2-2 0,4 4 1 0,-14 2-4 0,0 5-6 16,1 2 3-16,-1-11-5 0,-3 2 2 0,-2 5 3 15,-2 4-3-15,2 2 4 0,0 6 7 0,5 0-13 16,-3 5 7-16,5-2-9 0,0 2 8 0,4-3 0 15,8 12 1-15,-3-1 1 0,6 1-2 0,1 0-6 16,-14 1-4-16,5 1 0 0,5-1-20 0,1-1-50 16,4-1-9-16,0-3-17 0,4 3-65 0,1-6-89 15,3 4-25-15</inkml:trace>
  <inkml:trace contextRef="#ctx0" brushRef="#br1" timeOffset="105487.42">29045 10987 1275 0,'0'0'71'15,"0"0"4"-15,0-1-46 0,0-1-6 0,0 0-31 16,0 2 9-16,0 0-2 0,0 0 2 0,0 2-3 16,-2 0 2-16,0-1 4 0,0 3 1 0,1 0 0 0,1 0 3 15,-2 1-5-15,0 1 1 0,2-4 0 0,0-1 10 16,-2 3-3-16,0 0 4 0,0 0-5 0,0-3-6 15,1 1-1-15,-1 0-9 0,0 0-4 0,0-2-98 0,0 0-120 16,2 0-55-16</inkml:trace>
  <inkml:trace contextRef="#ctx0" brushRef="#br1" timeOffset="105846.3">29294 10636 1150 0,'0'-1'55'0,"0"-1"2"0,-2 0-24 0,0-2-7 16,0 0-21-16,2 3-6 0,0-1 9 0,0 0-5 0,0 0 5 16,0-2-12-16,0 1 1 0,0 1 3 0,0 0 0 15,-2-2 13-15,2 0 26 0,0 1-5 0,0-1 13 16,0 0 2-16,0 2-23 0,0 1 4 0,0-1-13 15,0 0-11-15,0 0 1 0,0 0-5 0,0 2 4 16,0 0-3-16,0 0 2 0,0 2 1 0,2 0 0 16,-2 3-1-16,6 18-5 0,-1-1 2 0,1 4-2 0,0 0 1 15,-1 0 1-15,3 2-2 0,-1 0 1 0,-1 0-1 16,1 3-1-16,0 3 1 0,1-1 1 0,-1 0 2 0,-1-1 3 16,1-2 0-16,-1-1 0 0,-2-8-4 0,1 3-4 15,-3-4 4-15,0-1-2 0,0 3 7 0,0 1 1 16,-2-5-8-16,0 1 6 0,0-6-7 0,0-8-3 15,0 3-9-15,0-5-5 0,0 5-99 0,0-5-61 16,0 1-8-16,0 0-29 0,0 0-179 0</inkml:trace>
  <inkml:trace contextRef="#ctx0" brushRef="#br1" timeOffset="106344.31">30114 9977 448 0,'0'-2'65'0,"0"1"-1"15,-1-1 7-15,-1-2-11 0,0 0-13 0,2 2-20 0,-4-3 8 16,0-1 7-16,3 3-2 0,-3-1-2 0,-4 0 1 16,3 2-7-16,1 0 6 0,-1-1-3 0,1-1-14 15,0 0 1-15,1 2-7 0,-1 1 0 0,0-1 0 16,0 0 4-16,3 2-3 0,-3 0 0 0,-2 0 4 16,1 2-9-16,3-2 5 0,-4 16-14 0,1 9 12 15,-1 2-2-15,-1 5 4 0,-3 1-9 0,5 6-4 16,-3 2-1-16,3 0 0 0,1 4 4 0,-3-1-1 0,3 1-1 15,-2 3-1-15,-5-5-4 0,6 1 9 0,-1 1-5 16,-1-6 7-16,5 2-8 0,-2 5 0 0,0-1 2 16,-20 1-2-16,11 2 9 0,6 3-7 0,5 1 1 15,2 3-3-15,6 1 7 0,1 0-4 0,2-2 3 16,2-10-3-16,2 1 10 0,0-6-7 0,0-6 3 0,0-3-6 16,2-1-3-16,0-4 14 0,2 1-9 0,-12-4 10 15,18-4-10-15,-3 1 4 0,4-4 3 0,-2-2-4 16,-1-2-6-16,-3-2 1 0,-1-1 1 0,-2-3 0 15,0-1-4-15,2 7-7 0,-3-2-3 0,7 1-4 16,-4-7-39-16,1-1-150 0,-1-2-14 0</inkml:trace>
  <inkml:trace contextRef="#ctx0" brushRef="#br1" timeOffset="108268.27">30185 10421 52 0,'0'0'26'0,"0"-2"4"0,0 0 27 16,0 1-1-16,0-1-9 0,0-2 3 0,0-5 0 15,-2-8 5-15,0 4 23 0,0 0-3 0,2 6-9 16,-1-6 0-16,-1 1-27 0,-2 1-3 0,0-2 2 0,4 10-4 16,-2-5-1-16,1 1 4 0,-1-1 2 0,-2-3-1 15,0 4-4-15,1-4-2 0,1 3 3 0,2 6-2 16,-2-1 2-16,0-1-4 0,2 2-8 0,0 0 4 15,0 0-8-15,0 0 4 0,-4-1-3 0,1-1 1 16,1 0-13-16,0 2-12 0,0 1 4 0,0-1-5 16,0 0 10-16,0 0-5 0,1 2 3 0,-1 0-3 0,0 0 10 15,0 2-4-15,0 0-2 0,2 0 1 0,0 1 4 16,0 1-8-16,0 11 3 0,2 0-4 0,2 3-1 16,-1-1 0-16,1-2 1 0,2 3 1 0,-3 1 6 0,1 0-4 15,0-1-3-15,0 4 0 0,-1-1 0 0,1 3 0 16,-2 0 5-16,0 0-5 0,0 0-4 0,-2 4 5 15,0 0-1-15,0-2 4 0,0 4 0 0,0-1-7 16,0 1 1-16,0-2-3 0,1 0 8 0,-1-2 1 16,2 2-4-16,2-4 1 0,0 2-1 0,-1-4 3 15,1 4 3-15,0-2-2 0,0 2-11 0,-1-3 5 16,1-3-3-16,0-1 5 0,-1-1 2 0,1-3 0 0,-2-4 1 16,2 6 0-16,-2-6 7 0,-2-5-3 0,1-1 0 15,1-1-1-15,0 0 5 0,0-1 7 0,0 1 8 16,0-2-3-16,0 0 14 0,-1 0-10 0,1-1-6 15,0 1-1-15,0-2-15 0,0 0 5 0,0-2-1 0,1-1 1 16,5-8-4-16,7-12 1 0,-2-3-2 0,-2-2 2 16,0 2 0-16,-2-1-4 0,-1-1 2 0,-1 0-4 15,-1-2-5-15,-1 0 9 0,1 1-3 0,3-1 7 16,0-2-8-16,3 3-1 0,-1-1 0 0,0 0 0 16,0 1 2-16,-2-1 0 0,2-2 0 0,-3 3 1 15,-1-3 3-15,1-1-2 0,-1 1 4 0,2 2-3 0,-3 3 2 16,1 4-6-16,-1 3 1 0,0 3-2 0,-1 6 0 15,1 0-3-15,-3 2 2 0,1 1-4 0,0 1 5 16,-2 3-26-16,0 0 0 0,1 1-11 0,1 1-20 0,0 0-89 16,-1 0 3-16,1 0-40 0,0 2-81 0</inkml:trace>
  <inkml:trace contextRef="#ctx0" brushRef="#br1" timeOffset="109064.47">30829 10709 583 0,'0'-2'84'16,"0"0"171"-16,0-2-235 0,0 1-14 0,0-1 0 0,0 0-3 16,0 2 2-16,0-3 2 0,0-3 4 0,0 3 2 15,0 1 19-15,0 0 8 0,0 1-9 0,0-1 8 16,0 0-6-16,-2 1-3 0,1-1 4 0,-1 0-5 15,-2 0-9-15,2 4 3 0,-11-7-4 0,0 0 2 0,0 1-8 16,0 2-9-16,4 2 5 0,-2 2-6 16,-4 0 3-16,2 2-6 0,-4 4 4 0,1 1-4 0,1 1-1 15,2 1 8-15,-2-2-9 0,2 14 9 0,-2 1-6 16,0 0-4-16,4 1 2 0,0-1-4 0,3 2 6 16,3 2 4-16,1 0-1 0,-14 4 0 0,6-4-10 0,5 0 10 15,1 4-4-15,3-6 5 0,1 2-8 0,2-2 4 16,0-4 1-16,0 3 3 0,4-3 9 0,-3-5-3 15,3 0 2-15,2-2-3 0,-1-4-8 0,-1-3 6 16,-2-3 4-16,2 3 0 0,-3-4-2 0,11 7 3 16,2 0-1-16,-2-3 3 0,-3-3-4 0,2-1 2 15,0-2-5-15,0 0 5 0,2-2-3 0,-2-1 0 16,-5-1 0-16,5-5-2 0,-2-2-9 0,-1-13 3 0,-1 1 2 16,-3-3 2-16,-2-2 5 0,0 2-9 0,0 4-1 15,14-2-1-15,-7 4-1 0,-3 1 2 0,-2 2 1 16,-4 4 0-16,0 0-3 0,0 4 4 0,0 2-2 15,0 1 3-15,0 4-6 0,0 0-1 0,-2-1-1 0,0-1 0 16,0 0 0-16,0 2-4 0,0 0 8 0,-1 1-6 16,-1-1 10-16,0 2-4 0,1 0-2 0,1 0-2 15,0 0-7-15,0 0 8 0,0 0-5 0,2 2 7 16,0-1 1-16,2 1 2 0,0 0 2 0,2 0-2 16,10 0-4-16,9 0 3 0,-1-2-2 0,2 0 3 15,0 0 1-15,-3-2-8 0,1-2 5 0,-2 0-5 0,1-1 11 16,-4-1-3-16,-3 1-1 0,-2-1 0 0,-5 2 5 15,-3 3-6-15,-2 1 3 0,1-2-4 0,1-2 0 16,-2 0 1-16,0 1 1 0,0-1-1 0,-2 0-4 0,0 2 2 16,-2 0-2-16,0 1 2 0,0 1-7 0,-17-6 8 15,3 4-3-15,1 2 4 0,2 0-4 0,4 0 2 16,1 2 0-16,3 0 1 0,1 0-4 0,2-2-2 16,-2 3-1-16,4-1-1 0,-3 6-1 0,-3 3 14 15,2 0-5-15,4 2 8 0,0-2-8 0,4 6-2 16,2-2 2-16,1-4-2 0,4 6 2 0,-3-6 1 15,8 4-4-15,3 1 3 0,-2 3-8 0,-4 1 11 16,1-1-2-16,-4-1 5 0,-3-3-9 0,-1-7 3 0,-4 5 2 16,1-6 2-16,7 4 10 0,-3 0-3 0,-3-3 2 15,-1 3-1-15,-3-4 11 0,0-1-4 0,-1 0-1 0,1-5-2 16,-6 1-8-16,-16 0 2 0,1 13-4 0,1-6 2 16,3-1-12-16,0-3 2 0,3-1 2 0,1-2 0 15,1 0 5-15,3-2-21 0,0 0-16 0,1 0-10 16,1 0-121-16,3 0-91 0,1 0-55 0</inkml:trace>
  <inkml:trace contextRef="#ctx0" brushRef="#br1" timeOffset="109533.21">31169 10670 253 0,'0'0'79'0,"0"0"-3"0,-2 0 21 0,0-2-8 0,1 0-17 15,-3 0-17-15,0 0-4 0,0 1-3 0,1-1 1 16,-1 0-2-16,0 0 8 0,2 0-6 0,1 2 4 16,-1 0-24-16,0 0-18 0,0 0 10 0,0 0-12 15,2 0 13-15,0 0 3 0,2 0-6 0,0 0 5 16,0 0-5-16,22-4 8 0,9-1-7 0,-3 1 5 16,-4 2-13-16,6-1-3 0,-3-1 7 0,3 2-7 0,1 0 6 15,-7 2-15-15,-4 0 3 0,-7 0-6 0,-4 0 3 16,-3 0 5-16,-1 0-5 0,-1 0 6 0,-1 0-11 15,-1 0 11-15,-2 0 9 0,2 0 4 0,-1 0 40 0,1 0-20 16,-2 0 4-16,0 0-12 0,0 0-12 0,0 0-5 16,-1 0-6-16,1 0 3 0,0 0-1 0,0 0-1 15,0-2 4-15,-2 2-2 0,0-2 1 0,0 1-14 16,0 1 2-16,0 0-5 0,0 0 4 0,0 0-28 16,0 0-27-16,0 0-13 0,0 0-210 0</inkml:trace>
  <inkml:trace contextRef="#ctx0" brushRef="#br1" timeOffset="110752.59">31711 10403 146 0,'0'-2'51'0,"0"0"-24"0,0 0 55 0,0-2-13 15,0-7-8-15,0 0 2 0,0 2-9 0,0-1 6 16,0 3-3-16,0 1-15 0,0 5 10 0,0-5-14 15,0 2 7-15,0 1-7 0,0-1-1 0,0 0-2 0,0 0-6 16,0 1-4-16,-2-1-2 0,1 2-1 0,-1 0-10 16,0 0 0-16,0 1-2 0,0 1 2 0,0 0 5 15,0 0-4-15,1 1 2 0,-3 1-5 0,0 2-11 0,-1 13 4 16,-5 3-2-16,1 1 5 0,0-1 5 0,1-1-8 16,3-1 2-16,-1-1-3 0,1 0 0 0,1 1 6 15,0-1-2-15,-7-2 2 0,2 1-8 0,3-5 15 16,2 2-6-16,1 0 9 0,1-1-7 0,2-1-8 15,0-2 7-15,0 0-7 0,0 2 12 0,2-1-1 16,0-3 6-16,1 1-3 0,-1-3 6 0,0-1-6 16,2 1-6-16,3-3 3 0,6 0 2 0,0 7 1 15,-2-1-3-15,2-3 2 0,0-1-3 0,0-2 5 0,4-2-4 16,-2 0 3-16,2-4-6 0,-1-1 2 0,1-5-3 16,3-1 0-16,1-2-8 0,-4 8 5 0,-1-14 3 15,1-3-2-15,-6 0-8 0,11-4 0 0,-5 0 2 0,-2 0-1 16,0-2 1-16,-10 0 2 0,5 2-4 0,-7 6 2 15,12-3-2-15,-6 5 4 0,-3 1-1 0,-2-2 3 16,-2 8-9-16,-2 2 0 0,0 2 1 0,0 5 2 16,-2-2 4-16,0 0-9 0,-7-1 1 0,-12-5-5 15,3 7 3-15,-3 3 7 0,1 2-1 0,-2 5 1 16,-1 4-11-16,7 0 11 0,-1-9-6 0,6 19 9 0,-2-1-4 16,5 2-5-16,1-3 1 0,5 1-3 0,-2-5 7 15,-7 2-2-15,0 1 1 0,5-5-3 0,3 2 0 16,1-4 4-16,2 1 1 0,0-1 2 0,0 0 3 0,0-2-1 15,0 0-5-15,2 1 1 0,0-3-4 0,-2-1 2 16,0-3-1-16,0 1-3 0,0 0-33 0,0-1-56 16,0-1-4-16,0 0-19 0,1 2-35 0,1 0-4 15,0-1-24-15,2 1 2 0,0-2-115 0</inkml:trace>
  <inkml:trace contextRef="#ctx0" brushRef="#br1" timeOffset="110969.95">32194 10532 1127 0,'0'0'27'0,"0"0"0"0,0 0-11 0,0 0-5 0,0 0-9 16,0 0-2-16,0 2 15 0,0 0-6 0,0 0 8 16,0 0-14-16,0 0 11 0,2 0-3 0,0 1 6 15,0 1-5-15,-1 0-5 0,1-1 3 0,0 1-3 16,0 0 8-16,0 0-6 0,0-1 1 0,0 1-1 15,-1-2 4-15,1 0-25 0,0 0-14 0,-2-1-15 0,0 1-132 16,0 0-45-16,0-2-33 0</inkml:trace>
  <inkml:trace contextRef="#ctx0" brushRef="#br1" timeOffset="111397.54">32302 10200 898 0,'-2'-2'62'0,"0"-1"123"0,-5-12-170 0,3 5-11 0,2 5-4 16,2 3 0-16,-2-2-7 0,0 1 5 0,0 1-1 16,1 0 1-16,1 0-4 0,0 0 6 0,1 0 3 15,1 0 1-15,2 1 5 0,0 1 15 0,16-6-4 0,-1 0 10 16,1 3 15-16,-1-1 2 0,1 0-7 0,-1 2 1 15,-3 1-34-15,-1 1 2 0,-4 0 1 0,1 0-1 16,-3 1-5-16,-4 1-5 0,1 0-4 0,-4-2 0 16,2 17 3-16,10 3 7 0,-2 3 1 0,-5 3 1 15,-3-4-9-15,-2 4 5 0,-2 2 2 0,0 0 1 16,-2 1-5-16,-2-3 5 0,0 0-2 0,1-5 4 0,-1-1 1 16,0 1-6-16,0-1 0 0,1-1 1 0,-1-1 4 15,0 1-3-15,1-3 2 0,-1 1-2 0,0 0 1 16,0-2 1-16,1-1 0 0,-1-1 0 0,0 0-3 15,-1 0 0-15,-1 0 0 0,2-1 1 0,1-3 7 0,1-4-10 16,0-1 0-16,0 0-4 0,2-2-2 0,-2 1-18 16,0 1-15-16,1 0-8 0,-1-2-107 0,-2 0-47 15,0-1-29-15,2 1-9 0,-1-2-149 0</inkml:trace>
  <inkml:trace contextRef="#ctx0" brushRef="#br1" timeOffset="111585.28">32257 10590 678 0,'0'0'93'16,"0"-2"190"-16,2 0-246 0,0 0-1 0,0 1-1 0,0-1 2 15,1 0 13-15,3-2-5 0,16-7 1 0,2 2-3 16,4-1-2-16,2 1-18 0,1 2-1 0,1 1-7 16,1 1-13-16,-3-1 5 0,2 2-7 0,-8-1 4 15,-2 1-15-15,0-1-35 0,-5-1 3 0,3 0-19 16,-5 3-43-16,-4-1-38 0,1-2-16 0,-3 3-14 15,-2-1-111-15</inkml:trace>
  <inkml:trace contextRef="#ctx0" brushRef="#br1" timeOffset="111952.18">32458 9881 1043 0,'0'-2'26'0,"0"0"1"0,0 0 2 16,0-1-8-16,0-1-4 0,0 0-16 0,0 0 0 0,0 1-1 16,0-1 1-16,0 0 4 0,2 2 0 0,-1 1 2 15,1-1-1-15,0 0-4 0,2 0 18 0,0 0-2 16,-3 2 6-16,7-2-10 0,3 0 10 0,-2 2-11 16,2 0 10-16,2 2-16 0,0 2 6 0,0 2 0 15,-1 1 1-15,-3 0-7 0,2 3-1 0,0 10 0 0,6 2 0 16,-4 1 7-16,0 4-9 0,0 3 3 0,-4 4-5 15,4-1 2-15,4 4-3 0,-1 6 4 0,3 1-4 16,-2 1 1-16,-2-2-2 0,-1-4 3 0,3 0-1 16,0 0 2-16,1-4 0 0,-1 0-4 0,-9-1 4 15,1-5-2-15,-4 1-4 0,-3 0 2 0,17 1-1 16,-8 1 12-16,-7-1-8 0,-4 1 3 0,-2 0-4 0,-4-1 15 16,-5-1-10-16,-2-4 1 0,11 0-5 0,-26 0 2 15,1-4 6-15,-1-3-1 0,0-3-1 0,-4-4-10 16,1-7-11-16,3 8-15 0,0-9-3 0,4 0-88 0,4 10-106 15,1-6-22-15</inkml:trace>
  <inkml:trace contextRef="#ctx0" brushRef="#br1" timeOffset="112422.12">32502 9017 750 0,'0'0'50'0,"0"-1"5"0,0-1-8 16,2 0-14-16,0-2-9 0,0 0-14 15,2 1 0-15,3-3-4 0,17-9 3 0,6 2 6 0,9 0 20 16,0 4 4-16,3 2 4 0,-1 1 6 0,0 2-3 16,0 1-8-16,-4 1 1 0,-3 2-23 0,-7 2-16 15,-8 1 6-15,-6 3-8 0,-6-2 3 0,-5 3 10 16,15 19-5-16,-10 2 7 0,-7 3 0 0,-7 3-2 15,-6-1-1-15,0 1-1 0,-4-3 2 0,15-5-5 16,-20 2 1-16,0-7-4 0,11-3 0 0,3-1 3 16,-1-4 0-16,5-4 0 0,-1-2-5 0,-3 3 13 0,5-3-5 15,-1 2 7-15,2 1-3 0,2-3 7 0,0-3-1 16,0-2 0-16,11 7-17 0,23 6 3 0,5-8-1 16,-2-5 1-16,2-4-4 0,-2-3-36 0,2-3-36 0,2-1-14 15,-4 0-247-15</inkml:trace>
  <inkml:trace contextRef="#ctx0" brushRef="#br1" timeOffset="114186.53">25746 11693 193 0,'0'0'0'0,"0"0"100"16,0-2 16-16,0 0 5 0,0 0 2 0,0 1-98 15,0-1-13-15,0 0-1 0,1 0-1 0,1 0 5 16,-2 0 32-16,0 0-4 0,0 1 5 0,0-1-9 16,0 0-12-16,0 0 20 0,-2 0-2 0,1 0 8 15,-3 0-2-15,-9-1-7 0,-8 1-3 0,-5 4-2 0,-1 7-8 16,-7 10-12-16,-3 3 4 0,0 34-6 0,-4 1 6 15,2 12-4-15,-2 1-4 0,-1-3 0 0,-3-2-12 16,0-7 2-16,-7-1 2 0,0 1 0 0,0-2-3 0,2-6-1 16,11-4 1-16,8-9 1 0,3-5 3 0,11-6 0 15,2-8-3-15,1-10 3 0,6 1-8 0,4-7 2 16,-1 0-6-16,3-2-1 0,-2 2-68 0,1-1-110 16,-1 1-27-16,2-2-36 0,0-2-179 0</inkml:trace>
  <inkml:trace contextRef="#ctx0" brushRef="#br1" timeOffset="114486.95">27108 10668 696 0,'0'0'50'0,"0"-2"-4"16,0 0 6-16,0 0 6 0,0 1-18 0,0-1 18 16,0 0-26-16,-1 0 3 0,-1 0-12 0,0 0-16 15,0 0 15-15,0 2 0 0,-2 2 6 0,3-2 11 0,-16 28-14 16,-4 11-1-16,1 8-3 0,0 1 3 0,-1 9 0 15,-5 3 0-15,-2 7-3 0,-5 3-4 0,-4 1-5 16,-10-1-3-16,-6-5 0 0,-5 2-9 0,-13-6-3 16,3 3-3-16,3 1-15 0,0 0-145 0</inkml:trace>
  <inkml:trace contextRef="#ctx0" brushRef="#br1" timeOffset="116094.77">24444 13097 631 0,'0'-2'0'0,"-2"0"22"0,0 0 195 0,0 0-85 15,1 0 2-15,-1 0-116 0,0 1-6 0,2-1 7 16,0 0-5-16,0 0 9 0,2 0 3 0,0 0 2 16,1 0-1-16,-1 2 1 0,17-7-10 0,-1 0-2 15,-1 3-3-15,5-2 1 0,-3 3-10 0,-1 1-2 16,1 0 5-16,-4 2-5 0,0 0-2 0,0 0 3 0,-1 0-10 15,-1 0 5-15,0 0-27 0,-1 0-115 0,-3 0 4 16,-4 0-57-16,1 0-145 0</inkml:trace>
  <inkml:trace contextRef="#ctx0" brushRef="#br1" timeOffset="116274.62">24472 13247 700 0,'-2'0'156'0,"0"0"-155"0,0 0 169 0,0 0-80 16,1 0-82-16,-1 0-1 0,0 0-6 0,2 0 8 15,0 0 22-15,2 0 6 0,0 0 1 0,1 0-1 16,8-2-10-16,14-2 10 0,1 1-2 0,3-3 5 16,8-1-3-16,2-1-24 0,4-3 3 0,5 0-10 15,4-2 0-15,2 2-76 0,6 0-40 0,-3 3-26 0,-1 1-228 16</inkml:trace>
  <inkml:trace contextRef="#ctx0" brushRef="#br1" timeOffset="116956.52">26364 12515 211 0,'0'-1'71'0,"0"-1"-27"0,0-9 72 15,-2-14-13-15,0 3-9 0,-2 2-17 0,3 5-4 0,-1 4-7 16,0 2-25-16,2 1-4 0,0 3-5 0,0 1 0 16,0 2-18-16,0-2 8 0,-2 1-3 0,2-1 1 15,0 0-18-15,0 2-1 0,0 0 5 0,0 1-3 16,-2 1 6-16,2 0 16 0,-2 1-11 0,0 3 13 15,-1 9-10-15,-3 13-2 0,1 2 3 0,-1 3-4 0,2 1-4 16,1 1 2-16,-1 5 0 0,0-1 2 0,2 2 0 16,2-2-8-16,0 0 6 0,0-4-5 0,4-1 13 15,0-2 3-15,1-4-10 0,1-2 8 0,1 0-5 0,1-4-9 16,-1 1 8-16,1-3-10 0,-1-1 6 0,0-2-7 16,1 0 7-16,-3-2-7 0,-1-4 5 0,0 0-3 15,-2-3-7-15,0 0 2 0,-1-1 0 0,1-1-8 16,0 0-2-16,0-1-7 0,0 1-36 0,-2-2-127 15,0 0 9-15,0 0-62 0,0 1-117 0</inkml:trace>
  <inkml:trace contextRef="#ctx0" brushRef="#br1" timeOffset="117175.52">26689 12911 986 0,'0'0'151'0,"-2"0"-192"0,0 0 169 0,0 0-91 16,0 0-37-16,1 0 7 0,-1 2-3 0,0 0 4 16,0 0-8-16,-2-1 2 0,1 1 4 0,1 0-2 15,0 0 4-15,0 2-9 0,0-1 2 0,0 1-1 0,0 0 6 16,1 0-25-16,1-1-27 0,0-1-6 0,0 0-126 16,1 0-158-16</inkml:trace>
  <inkml:trace contextRef="#ctx0" brushRef="#br1" timeOffset="117640.97">27485 12350 944 0,'0'-2'46'0,"0"1"7"0,-1-1-16 0,-1-2-17 16,0 0-6-16,-7-9 2 0,-1 2-2 0,3 2 4 15,5 1-4-15,-11 1 10 0,6 3 8 0,-3 1-2 16,3-1 4-16,-1-2 0 0,-3-1-15 0,-2-1 5 0,-5 1-8 16,-1 1 2-16,1 5-11 0,-3 1 6 0,6 1-7 15,-3 5 8-15,-1 3-3 0,2 2-3 0,-3-7 2 16,3 22-2-16,1 2-6 0,1 2 4 0,2-1-3 16,0 3 4-16,2 1-7 0,1 3 0 0,3 1-3 15,3-2 3-15,0 0 1 0,3-3 2 0,-20 3-1 16,12-5-2-16,3 0 4 0,6-4-4 0,2-2 4 15,4 5-2-15,1-3 7 0,2 0-4 0,3 0 4 0,1-3-1 16,0-3-4-16,-8 2 5 0,17-5-5 0,3-2-1 0,1-2 7 16,0-2-8-16,0-2 9 0,-2 1-9 0,-4-5 4 15,-1-1 0-15,1-2 2 0,1 13 5 0,3-4-9 16,-6-6 5-16,-3-1-6 0,0-2 8 0,-8-2-4 16,1 0 1-16,-1-2-2 0,-3 0 5 0,-2 2-2 15,0-3-1-15,11-16-2 0,-4-1-5 0,-3 1 1 16,-5-1 0-16,-1 5 0 0,-1-4 6 0,-7 1-1 15,-1-1-1-15,0 4 0 0,1 4-7 0,4 5 1 16,-9 1 0-16,2-6 0 0,0 7-5 0,4 0 0 0,-4 2-1 16,3-3 0-16,-5-3-10 0,0 3-14 0,0 3-7 15,0 2-4-15,0 0-35 0,6 2-98 0,-1 2-7 16,5-3-41-16,-3 7-94 0</inkml:trace>
  <inkml:trace contextRef="#ctx0" brushRef="#br1" timeOffset="118032.37">28158 12152 536 0,'0'-2'130'0,"0"0"-121"16,-2-6 129-16,-4-10-57 0,1-1-81 0,-3-3 7 15,1 3-6-15,1 3 5 0,1 3-5 0,3 5 13 16,-2 1 0-16,2 3 4 0,0 0-2 0,-9 1 2 16,-9-12 3-16,3 6-1 0,0 3 14 0,-1 2 2 15,-1 2-2-15,1 2 1 0,-1 0-4 0,4 4 2 16,-2 4-3-16,3 1 0 0,-1 4-20 0,0 15-3 16,0 5 2-16,0 2-2 0,0 3-4 0,2 2-2 0,0 3-1 15,2 2 2-15,0 1 4 0,2 2-2 0,1 1-1 16,3 3 0-16,3-2-3 0,-22-4 3 0,14 6 3 15,10-4 0-15,6-3 0 0,5 1 0 0,2-7 2 0,4 0 0 16,3-1 8-16,-18-7-13 0,28 3 4 0,-2-7-5 16,1 1 3-16,1-5 3 0,2-3-6 0,-3-1 5 15,-3-1-7-15,4-1-1 0,-9-2-3 0,-1-4-1 16,2 0-20-16,-9-4-73 0,6-3 6 0,-2 7-28 16,-3-2 12-16,5-1-89 0,-2-6-17 0</inkml:trace>
  <inkml:trace contextRef="#ctx0" brushRef="#br1" timeOffset="118509.29">28494 12215 996 0,'-2'-2'42'0,"0"0"99"0,0-2-139 0,0 1 0 15,-3-5 4-15,5 6-2 0,0 0 2 0,-4-1-5 0,2-1-3 16,0 0 1-16,0 2-3 0,0 1 3 0,1-1 2 16,-1 0-1-16,0 2 4 0,0 0 7 0,0 2-4 15,0 0 5-15,0 1-2 0,1 7-3 0,-3 14 5 16,2 2-5-16,2 0-4 0,0 5 8 0,0 1-11 16,0 1 11-16,0 3-15 0,0-1 11 0,0 2-2 0,0 0 4 15,0-2-11-15,0 1 7 0,2-1-4 16,2-2 7-16,1 4 3 0,1-7-3 0,-1-6 3 0,1 2-3 15,-1-7 1-15,3 1 4 0,-1-1-2 0,-1-4 1 16,-1-2 4-16,-1-4 1 0,-2-5 4 0,0-1-2 16,2 1 14-16,-1 0 20 0,1-2-2 0,5 1 4 15,2-1-27-15,1-2-8 0,1-3-5 0,1-7 3 16,1-16-6-16,0-11-1 0,2-6-1 0,-2-3 1 0,1 0-2 16,1 1 11-16,-2-1-3 0,0 5 5 0,-2 0-10 15,0 2-2-15,-6 4 5 0,3 3-3 0,-1 2 4 0,-4 8-8 16,3 0-7-16,-6 3 3 0,9 4-2 0,-6 6-8 15,-3 4 2-15,-2 3-8 0,0 0-9 0,2-2-30 16,-2 0-3-16,0 1-12 0,0 1-42 0,0 0-20 16,-2 0-9-16,0 2-4 0,-1 0-35 0,-1 2-69 15,-3 4-4-15</inkml:trace>
  <inkml:trace contextRef="#ctx0" brushRef="#br1" timeOffset="119242.42">29223 12488 524 0,'-2'-2'124'0,"1"0"246"15,-3 0-330-15,-4-4-11 0,-3-1-1 0,-4-2-2 16,2 1-9-16,0 3-8 0,2-1-5 0,2 2 2 16,-4 1 4-16,2 1-6 0,-4 0 2 0,2 0-3 15,-4 2 5-15,4 0-1 0,-2 2-1 0,-1 2-2 16,6-1-4-16,-3 3 5 0,2 1 2 0,4-3 0 0,-1 15-5 15,-1 3 9-15,2 6-11 0,3 0 11 0,-2 3-9 16,3 1 5-16,-7 1 0 0,3 4-1 0,5-3-7 0,-20 7 3 16,11-2-2-16,5-6 2 0,2 1-3 0,4-8 6 15,0-2 8-15,0 0-1 0,2-6 10 0,2-1-8 16,0-4 1-16,1-2-1 0,5 0 6 0,-1-5-5 16,13 0 8-16,-1-3-4 0,-3-1 20 0,1 11-24 15,-3-4 8-15,-1-3-13 0,6-2 7 0,-6-2-10 16,-2-2-4-16,-6 0 1 0,2 0-2 0,-3 0 4 15,1-2 1-15,-3 0 1 0,-2 2 3 0,0-8-10 16,11-10 2-16,-4-1-3 0,-2-1 12 0,-5-4-13 0,-2 3 7 16,0 1-9-16,-2-2 6 0,-1-1 1 0,-3 1 2 15,1 5 0-15,-5-1 3 0,3 5 4 0,1 2-6 16,3 3 4-16,-3 1-11 0,0-1-1 0,3 6 1 16,-7 1 0-16,5-3 0 0,-4-4 0 0,5 7-2 0,-4-3 1 15,5 2-9-15,-1 0 7 0,0 0-4 0,1 0 6 16,-1 1-3-16,0 1-2 0,0 0 5 0,3 0-3 15,-1 0 7-15,0 0-4 0,2 0-1 0,0 0-3 16,2 0-2-16,0 0 3 0,1 0 0 0,14-2 1 16,9-2-3-16,0-2 6 0,-6-1-4 0,6-2 5 15,-3-1-6-15,-5 3 5 0,1-2-1 0,-4 3 1 0,0 1 5 16,-6 1-6-16,-2 2 3 0,-3 2-4 0,-2 0-2 16,2-2 6-16,-1 0-4 0,1 0 4 0,-2 1-4 15,0 1-2-15,0 0 3 0,-1 1-3 0,-1 1 5 0,0 2-5 16,0 9 4-16,-3 13-4 0,-1-4 6 0,0 1-4 15,1-5 2-15,-1 1-3 0,2-3 8 0,2-1-3 16,0-2-2-16,0-2 0 0,0-3-3 0,2 1 3 16,2 2 2-16,-1 0 0 0,3 1-4 0,-1-1 4 15,1-2-3-15,0-2 3 0,-3-1-2 0,-1 1 5 16,6 1-2-16,-3-1 3 0,-1 1-9 0,-2-5 4 16,0 1 2-16,-2-2 1 0,1 2 0 0,-1-2-4 0,2 1 3 15,-2-1-2-15,0 4 13 0,0 1-14 0,-2 1 4 16,-3-1-6-16,-6 0 8 0,-15-1-10 0,2 1-1 15,1-1-6-15,3-2-9 0,7 1-38 0,-4 6-12 16,4-3-9-16,8-6-62 0,-3 1-27 0,4-1-30 0,1 0-2 16,1 0-119-16</inkml:trace>
  <inkml:trace contextRef="#ctx0" brushRef="#br1" timeOffset="119475.08">29691 12649 1018 0,'-2'0'127'0,"0"0"15"0,-1-2-56 15,-3 0-32-15,2 1-37 0,-3-1-17 0,5 2 3 16,-2-2-6-16,1 2 5 0,-1 0-2 0,2 0 3 16,0 0 7-16,2 0-2 0,2 0 18 0,0 2 6 15,2 0-5-15,-1-2 4 0,14 1-17 0,9-1-14 16,-2 0 4-16,2-1-7 0,0-3 4 0,-3 0-62 15,-3 0 0-15,-1 1-27 0,1-1-47 0,-3 0-82 0,1-1-52 16</inkml:trace>
  <inkml:trace contextRef="#ctx0" brushRef="#br1" timeOffset="119922.29">30332 12150 1405 0,'-2'-2'22'0,"0"0"1"15,0 0-9-15,0-2-1 0,0 1-11 0,1-1-2 16,-1 2-2-16,0 0-2 0,0 0 0 0,0 1-8 16,0-1-1-16,0 0 4 0,1 2-1 0,-1 0 16 0,0 2-5 15,0 1 2-15,-7 16-3 0,-1 7 0 0,1 2 1 16,2 2-1-16,1 1 2 0,2 3 3 0,3 1-3 15,-1 0 4-15,2-1-5 0,0-1-6 0,0-2 8 16,2 3-4-16,1-3 6 0,3-1 0 0,1-4 1 16,3 2 0-16,-1-2 0 0,0-2 2 0,2 0-6 15,-1-7 7-15,-3-4-7 0,0-2 4 0,-1-2 6 16,5-1-5-16,-2-3 6 0,1-1-5 0,-1-2 8 0,-3 2 3 16,8 3-1-16,5-1-4 0,0-6-2 0,5-6-8 15,-6-5 5-15,5 4-6 0,-7-25 0 0,3-7 2 16,-1 2 0-16,-5 0 5 0,8 1-2 0,-1-1-5 15,-3-4 1-15,3 1-9 0,-1-1 8 0,0 2 3 0,-3 2-1 16,-5 5-5-16,-1 4 26 0,-5 6-3 0,-3 3 14 16,9 5 15-16,-5 2-22 0,-3 5-1 0,-1 0-9 15,-2 3-19-15,2 0-11 0,-2 0-3 0,0 3-4 16,0-1-7-16,0 0-4 0,-2 2 0 0,0 2-7 16,-1 0-47-16,-5 3-50 0,-1 1-15 0,5 10-12 15,2 3-67-15,-9-2-83 0,4-1 32 0</inkml:trace>
  <inkml:trace contextRef="#ctx0" brushRef="#br1" timeOffset="120238.36">31128 12363 1060 0,'-2'0'51'0,"1"-2"121"0,-3 1-163 0,-13-3-1 16,-3 2 1-16,-3 2-3 0,7 0-7 0,-1 2 6 15,2 2-3-15,2 1 5 0,-2 6-3 0,2-3 0 16,0 12 1-16,4 4 0 0,2 0 10 0,1 0 4 0,2 4-1 16,-12-2 2-16,3 4 0 0,5-4-4 0,6 0 8 15,2 2-8-15,2-2 1 0,2-2 6 0,1 0-4 16,3-3 6-16,1-1-1 0,0 0 1 0,1-3-4 16,3 2 2-16,-11-6-12 0,14 0-4 0,1-4 1 0,-4-2-1 15,2 1-1-15,-6-3-7 0,2-3-3 0,-5 2-2 16,-1 0-9-16,1-1-28 0,-2-1-9 0,1 0-10 15,1 0-55-15,-2-2 8 0,-1 0-15 0,1 0 6 16,-2-2-77-16,0 0-124 0</inkml:trace>
  <inkml:trace contextRef="#ctx0" brushRef="#br1" timeOffset="120438.9">30727 12723 1203 0,'0'-1'52'0,"0"-1"122"0,0 0-174 0,0 0 3 16,0-2 0-16,2 1 1 0,2-1 4 0,16 2-4 15,15-7 2-15,6-1-2 0,0 1 1 0,4-4-5 16,3-2 2-16,8 4-2 0,-2 2 8 0,-2 1-14 0,-4 1-4 16,-11 1-11-16,-2-3-70 0,-5 4-116 0,-8-1-90 15</inkml:trace>
  <inkml:trace contextRef="#ctx0" brushRef="#br1" timeOffset="120809.6">31264 11970 693 0,'-2'-2'190'0,"0"0"14"0,2 0-84 16,-2-15-30-16,-5 10-69 0,-2-2-15 0,7 7-9 16,-2-2-7-16,0 0 2 0,2 2 6 0,1 1-1 15,1-1 3-15,0 2-4 0,1 0 2 0,1 0 5 16,2 2 0-16,5 3 2 0,10-3 6 0,9 22 2 16,-8 2 5-16,2-2-3 0,6 10 5 0,-2-5 3 15,0 3-6-15,-2 1 3 0,0-1-13 0,-3 5 2 16,-1-2 4-16,-1 4-2 0,-2 2-1 0,-4 2 1 15,-2-2-1-15,-2 3 2 0,-3-1 3 0,18 5-3 0,-11 1-4 16,-11 3 0-16,-4-8-8 0,-6-3 12 0,-3-4-1 16,0-7 5-16,-6 5-9 0,2-9 7 0,12-4-6 15,-20-3 7-15,-1-6-8 0,0-2 2 0,4-2-2 16,1-3 0-16,-3-4-7 0,1 0-23 0,-3 0-15 0,0 12-8 16,9-8-93-16,4-4-25 0,0-2-13 0,6 0-12 15,-3-4-134-15</inkml:trace>
  <inkml:trace contextRef="#ctx0" brushRef="#br1" timeOffset="121168.63">31689 11663 512 0,'0'-2'219'0,"0"1"17"0,0-1-92 16,-4-17-44-16,2 8-72 0,2 2-29 0,0 3-1 16,0 1 2-16,2-1 0 0,0 0 0 0,2-1 6 15,-2 3-5-15,14 2 7 0,3-1 1 0,3-12 44 0,-3 6-2 16,-4 5 15-16,0 2-20 0,-6 2-28 0,-2 2-1 16,-3 0-7-16,0 3-2 0,9 25-8 0,-10 5 5 15,-4 2-5-15,-9 4 8 0,-3-4-5 0,0-5-3 16,0-6 0-16,2-4 0 0,4-5 4 0,1 0 1 15,2-8-1-15,3-2 2 0,-1 1-8 0,2-5 6 0,0 5-6 16,0-4 14-16,0-1 3 0,2 1-6 0,1 0 5 16,8 1-8-16,21 5-4 0,-2-7 1 0,-2-5-3 15,7-3-11-15,-11-3-2 0,4-3-8 0,-2 0 0 16,2-2-59-16,1 0-68 0,1 2-10 0,-2 4-30 16,-6 3-145-16</inkml:trace>
  <inkml:trace contextRef="#ctx0" brushRef="#br1" timeOffset="124171.21">21432 13550 917 0,'-1'-2'48'0,"-1"0"-1"0,-2-2-16 0,-15-7-1 0,-3 0-21 15,0 0-7-15,3 2 9 0,4 1-5 0,1-1 6 16,1 3-10-16,1 1 20 0,-2-1 4 0,1 2 3 15,-4 1 2-15,4 1 1 0,-2-9-6 0,-2 1 6 16,6 5-10-16,-2-1-7 0,2 4 3 0,4 2-5 16,-8 0-6-16,2 4 4 0,-2 5-11 0,2 3 8 0,6 19-8 15,-5 1 0-15,7-1 2 0,-3-1-2 16,3-2-1-16,-14 0 3 0,8 0 1 0,4-1 1 0,5-4-1 16,2-3-1-16,4 0 3 0,1-1-2 0,3 0 1 15,1-5 13-15,0 1-8 0,4-2 9 0,9-3-18 0,4-1 20 16,2-2 1-16,-2-3 8 0,0-2 9 0,9 18 1 15,3-7-9-15,-7-7 4 0,6-6-20 0,-1-2-2 16,-7-4 0-16,5-3-1 0,-8 0-8 0,0-2 3 16,-2 0 1-16,-2-2 1 0,-1 0-1 0,-7 9-1 15,-2-22 1-15,-3 2 0 0,-2-6-6 0,-5-2 8 16,2 3-9-16,14-1 8 0,-6 0-7 0,-7-1 9 16,-5-3-6-16,-2 3 4 0,-3 1-11 0,-5 2 14 0,-1 4-1 15,-4 0 3-15,12 4-17 0,-21 5 8 0,-1 2-2 16,1 5 6-16,-4 5-6 0,4-14 1 0,-7 4-6 15,-1 7 3-15,1 4-2 0,-1 4 0 0,4 4 3 16,0 3-2-16,0 6-8 0,-3-13 12 0,-1 28-8 0,3 5 8 16,5-4-9-16,7 3 5 0,2-3 0 0,9-5 1 15,5 2 0-15,-16-2-7 0,6 0 7 0,7 0-5 16,4-3 8-16,2-3-1 0,2 0-9 0,-1-5 5 16,5 0-17-16,-3-6-60 0,3-1-1 0,18-3-31 15,-2 1-77-15,5-2-145 0</inkml:trace>
  <inkml:trace contextRef="#ctx0" brushRef="#br1" timeOffset="124407.71">22073 13470 1590 0,'0'0'14'0,"-2"0"6"0,0-2-12 15,0 2-9-15,1 0-2 0,-1 0-4 0,0 0 1 16,0 0 5-16,0 2-2 0,0 0 0 0,0 1 5 0,1 1-4 16,-1 0 5-16,0 0 6 0,0-1-11 0,0 1 6 15,0 0-7-15,0-1 0 0,1 1-36 0,-1-2-21 16,0 0-8-16,0 0-100 0,0 0 26 0,2-1-21 16,0-1 17-16,0 0-77 0,2 0 0 0</inkml:trace>
  <inkml:trace contextRef="#ctx0" brushRef="#br1" timeOffset="124762.66">22704 13071 414 0,'0'-2'108'0,"0"0"179"0,2 0-185 16,0 0 8-16,0 0-13 0,-2 1 10 0,0-1-28 16,0 0-52-16,0 0 8 0,0 0-24 0,0 0-3 0,0 0 7 15,-2 2-8-15,0 0 7 0,-2 0-4 0,-3 2 2 16,-19 11 6-16,4 2-4 0,-4-9 7 0,2 18 5 15,1-2 1-15,-1 2 1 0,4 2-9 0,1-4 5 16,1 3-4-16,1-5 4 0,6-1-6 0,1-3 0 16,3-1-5-16,3-4 3 0,3 0-11 0,-5-3-3 15,0 1 3-15,3-3-2 0,-1 1 8 0,2 1 1 16,2-5 6-16,0 5-3 0,0-6 21 0,0 1-6 16,0-1 1-16,21 11-4 0,6 0-16 0,10-2-2 0,2-5-2 15,4-4 2-15,4-2 8 0,-1-4-10 0,-1-2 3 16,5 3-6-16,-4-3 5 0,-3 2-11 0,0 1 6 15,-12 1-7-15,1 0 3 0,-4 0 3 0,-6 2-4 16,-4 0 3-16,-3 0-14 0,-2 0 1 0,-2 0-16 0,-5 0 5 16,-1 0-69-16,-1 0-65 0,0 0-10 0,0-2-22 15,-3 0-84-15</inkml:trace>
  <inkml:trace contextRef="#ctx0" brushRef="#br1" timeOffset="125057.27">22849 13017 963 0,'-2'-2'132'0,"0"0"17"0,1 0-55 16,-3-1-44-16,-5-1-30 0,1 0-13 0,3 2-3 16,-1 0 0-16,2-1 0 0,1-1 4 0,-1 2-11 15,0 0 7-15,0 0-9 0,1 2 9 0,1 0-7 16,-4 0 3-16,-1 4-3 0,3-2 15 0,-5 9-12 15,-2 11 6-15,3 6-6 0,5 0 7 0,1 5 10 16,2 5-1-16,0 4 4 0,2 7 2 0,1 3-2 0,3 3-3 16,-2 3 1-16,-1 1-3 0,1 1-4 0,2 1 4 15,-3-3-5-15,3-3 3 0,-1-8-9 0,1-1 3 16,1-5-3-16,-1-4 8 0,1 2-7 0,-1-4-2 0,0 1-3 16,-1-1-14-16,1-4-312 0,-1 5-76 0</inkml:trace>
  <inkml:trace contextRef="#ctx0" brushRef="#br1" timeOffset="127277.93">27441 12272 304 0,'0'-2'0'15,"0"1"13"-15,0-1 121 0,-2 0-43 0,0 0 6 16,0-2-57-16,0 1 1 0,2 1-9 0,-1-4 6 15,-3-1-6-15,4 5 12 0,-2-2-10 0,-4 2 1 0,-3-5-6 16,0 1-12-16,0 1 6 0,-1 1-5 0,1 0 7 16,-2 2-2-16,-2 2-7 0,0 0 5 0,-2 0-6 15,2 0 3-15,6 0-6 0,-3 2 5 0,1 2-5 16,3-2 11-16,-5 3-12 0,2 1 3 0,0 0-3 16,-2 12 13-16,-2 1-4 0,1 5 1 0,-2 2-3 15,2 2-6-15,3 0-2 0,0-1 4 0,1 1-3 0,1 0-1 16,1 2 1-16,1 3-3 0,1-1 3 0,2 5 0 15,0-4-2-15,1 1-4 0,-1-1 3 0,0-5-2 16,-17 0 0-16,6 3 1 0,6-1-2 0,1 0-1 0,4-2 11 16,2-4-7-16,0-2 6 0,0 2-13 0,0-3 11 15,2-5 0-15,2 3 1 0,-2-6-7 0,2 2 5 16,1-2-1-16,-1-4 4 0,1 0 3 0,3 1-7 16,-4-5 2-16,10-1-3 0,1-2 5 0,4 11-6 15,-1-4 8-15,5 0-7 0,1-3 11 0,-4-4-2 16,1-2 1-16,-3 0-2 0,-3-2-5 0,4-2-2 15,5-1-4-15,-9-1 4 0,0 0 6 0,1-1-8 0,-8 3 5 16,-1-1-7-16,1-1 4 0,-5 1 10 0,-1-6-5 16,4-1 6-16,1-1-4 0,2 0-15 0,1-1 9 15,-5 1-10-15,1 0 8 0,-1-4 0 0,-3 0-6 16,-2-1 4-16,-2-3-2 0,-1 1-5 0,-3 1 5 0,-1-1-5 16,1 3 1-16,-1-2 6 0,-3-1-5 0,-1 1 4 15,0-1-9-15,2 5 0 0,5 2-1 0,-18 6 2 16,1 1 2-16,-1 2-2 0,4-9 4 0,-5 2-4 15,-3 2 3-15,4 5-1 0,-6 2-2 0,4 4-1 16,-2 4-2-16,-2 3 6 0,2 4-6 0,-2 4 6 16,0 1-8-16,4-14 8 0,-2 17-3 0,6 8 2 0,-1-1-21 15,5-2-40-15,-1 4-32 0,4-6-9 0,6 0-164 16,5 2-214-16</inkml:trace>
  <inkml:trace contextRef="#ctx0" brushRef="#br1" timeOffset="130422.34">10890 14420 188 0,'0'-1'0'0,"0"-1"110"16,-2 0 23-16,0 0 16 0,0 0 3 0,1 0-104 15,-1 0-18-15,0 1-8 0,0-1 0 0,0 0 0 0,0 2-13 16,0 0 8-16,1 0-3 0,-1 2 4 0,0 0-4 16,0 1 4-16,-2 5 1 0,-1 3 2 0,-3 9 4 15,5-5 1-15,1-2-10 0,0 6 7 0,2-6-4 0,0 3-8 16,0 1 11-16,0 0-12 0,2 5 3 0,0 0 5 16,1 3-8-16,1 4 7 0,0-1-10 0,1 2 1 15,-1 5 1-15,2 0-2 0,-3 3-7 0,1 1 2 16,0-2 2-16,-2 0 1 0,-1 0-4 0,1-2 4 15,0-1-2-15,0-1 4 0,0-1 1 0,0-6 0 16,0-4-2-16,-1-2 3 0,3-3 12 0,-2-2-15 16,2-2 11-16,-2 0-12 0,1-2 5 0,-1-4 1 0,-2-5-3 15,0 0 3-15,2 2-1 0,0 0 11 0,0-1-2 16,0-1 6-16,-1 0 6 0,1 0-17 0,0-2 6 16,0 0-9-16,2-2 2 0,5-9 4 0,-7-21-5 15,7-3 4-15,0-4-18 0,4 0 11 0,-1-4-6 0,2 2 8 16,-1 1-9-16,4-3 3 0,2 0 2 0,-5 1-1 15,7-1-6-15,-4 2 1 0,-1 2-1 0,1 0 2 16,-6-2 2-16,-2 6-4 0,4 1 5 0,-3 7-4 16,-1 6-1-16,-2 8 4 0,-5 0-5 0,4 6 4 15,-2 1-13-15,-1 1-3 0,-1 1-6 0,0 0-2 16,0 2-57-16,0 0-1 0,0 2-24 0,-2 2 7 16,0 0-102-16</inkml:trace>
  <inkml:trace contextRef="#ctx0" brushRef="#br1" timeOffset="130986.49">11609 14781 847 0,'0'0'29'0,"0"0"-1"0,-2-2 6 15,0 0-2-15,0 0-6 0,0 0 7 0,0 0-2 0,0 1-1 16,-1-1-2-16,-1 0-21 0,0 0 5 0,1 0 2 15,-1 0 1-15,0 0-1 0,0 1 2 0,1-1-2 16,-1 0 5-16,0 0-3 0,1 0-3 0,-1 0 1 16,0 0 0-16,-1-1 0 0,-1 1-3 0,2 0-5 15,-5-2 3-15,-2 2-11 0,-2 2 10 0,0 0-5 0,4 0 8 16,-8 4 0-16,0 2-3 0,-3 3 3 0,1 0-3 16,2 2-8-16,-3-3 9 0,3 16-7 0,4 2 8 15,-5 0-10-15,8 2 0 0,1 0 3 0,2 1 0 16,3 3 4-16,-2-2-9 0,3 5-1 0,-5-5-2 15,5 1 4-15,-16 1 0 0,8-1 2 0,7-1 0 0,4-2 6 16,0-2-4-16,4 0-3 0,1-2 0 0,1-5 3 16,1-1 4-16,-1-5 6 0,1-2-3 0,1 0 7 15,-3-5-4-15,16 0-4 0,1-1 1 0,-1-3-10 16,3 15 15-16,-4-8-4 0,1-3 8 0,1-3-6 0,-2-3-8 16,1-2 9-16,-1-3-8 0,-5-1 5 0,0-1 0 15,-2-2-4-15,-4 1 4 0,0 3 3 0,-3-10 0 16,-4-2-2-16,11-2 0 0,-4 3-12 0,-3-1 8 15,-4 4-3-15,-2-2 5 0,0 0 0 0,-4-1-5 16,-2-1 1-16,1 8-4 0,-1-1-5 0,2 7 4 16,-12-1 3-16,-5-2 0 0,1 3-4 0,1-10 1 15,4 5-1-15,4 4 1 0,4 3 1 0,3 1-2 0,-11-4 0 16,10 4 0-16,-1 0 2 0,2 0-13 0,1-2 3 16,1 2-7-16,0 0 4 0,0 0 9 0,2 0-2 15,0 0 4-15,0 0 0 0,2 0 2 0,0-2 0 16,3 0 2-16,18-3 0 0,-1-1-2 0,2-1-2 0,0 1 0 15,0 1 2-15,1 1-1 0,-1-2 2 0,0 3-2 16,0 1 1-16,-4 0-25 0,-1 0-9 0,-4 2-11 16,-2 0-80-16,-2 0-151 0,0 0-7 0</inkml:trace>
  <inkml:trace contextRef="#ctx0" brushRef="#br1" timeOffset="132061.16">12162 14990 190 0,'0'-1'56'0,"0"-1"78"0,0-2-80 0,-2 0-3 16,0-1-5-16,0-3 5 0,0 1 1 0,2 1-23 16,0 1 4-16,0 1-10 0,-1 0 4 0,1 3-3 0,-4-3-2 15,2 4 1-15,-9-8-9 0,0 3 4 0,-6-1 1 16,-3 4 1-16,-3 4 6 0,1 4 1 0,0 1 1 15,1 3 0-15,3 1-4 0,-1-6-15 0,6 16 3 16,4 1-5-16,1 0 8 0,5-1-10 0,1-1 3 0,-9-3-6 16,1-1 0-16,7-3 7 0,3 0-2 0,0 2 4 15,2-5 6-15,3 4-3 0,3-2-1 0,-3-3 0 16,23 0 6-16,-2-1-17 0,-2-1 6 0,0-1-8 16,-5 5 6-16,5 0 3 0,-5 2-2 0,1 4 0 15,-5-4-7-15,-8 0 6 0,-3-2-3 0,2-4 6 16,-5 1 10-16,9 3 9 0,-7-4 3 0,3 4 0 0,-2 0-6 15,-4-1-4-15,-2 3 0 0,-2-4-1 0,-5 2-13 16,-17-2 7-16,-4 4-11 0,-5-3 9 0,0-1-13 16,-3-2 4-16,-2-1 3 0,6-2-1 0,3 1-5 0,5 1 1 15,5-2 1-15,4-1 1 0,4 1-1 0,2 0-5 16,4-2-3-16,-1 3-2 0,5-3-22 0,-1 2-57 16,0-1-11-16,2-1-15 0,1 0-43 0,-1 0-74 15,2 0-14-15</inkml:trace>
  <inkml:trace contextRef="#ctx0" brushRef="#br1" timeOffset="132593.73">13319 14586 654 0,'0'-2'63'0,"-2"0"97"15,0 0-111-15,0 0-22 0,0 0-6 0,0 1-2 0,0-1-19 16,1 0 7-16,-1 0-7 0,-2 0 7 0,0 2-15 15,2 0-13-15,-1 0-2 0,-1 0-7 0,2 0-34 16,0 0-90-16,-1 0-18 0</inkml:trace>
  <inkml:trace contextRef="#ctx0" brushRef="#br1" timeOffset="133253.16">12723 15115 461 0,'-2'-2'134'16,"0"0"-105"-16,0 0 139 0,-2 0-53 0,1 1-51 0,-7-5-7 15,7 4-1-15,-1 0-2 0,0 0-14 0,0 1-18 16,1-1-3-16,1 0-4 0,0 0-13 0,0 0 7 15,2 0-3-15,0 0 6 0,2 1 1 0,0-1 8 16,2 0-1-16,9-6 5 0,5-1 10 0,3 0-1 16,1 0 3-16,0 1-4 0,8-1-3 0,0 0-15 15,5-3 6-15,0 3-9 0,-5 2 4 0,-4-1-15 16,-2 1 1-16,-2 0-3 0,0 1 8 0,-3 2-7 16,-4 2 5-16,-4 1-5 0,-2 1 7 0,-5 0-8 0,-2 0 2 15,0 0-2-15,1 0 8 0,1 0 0 0,-2 0 2 16,0 0-2-16,0 0-7 0,-2 0 3 0,0 0-4 15,-2 0 3-15,-2 0 1 0,-27 7 0 0,-1 2-3 0,-5 0 2 16,-4 3-2-16,2-3-2 0,-2 0 3 0,0-1-1 16,4-1 1-16,-2-1 5 0,-2-1 0 0,12 1 0 15,-1-3-7-15,8-1 6 0,5 0-3 0,4 0 6 16,2 0-4-16,7-2 0 0,0 0-2 0,3 0 0 16,-3 0-5-16,0 0 3 0,2 0 0 0,0 0 1 15,1 0-2-15,1 2 5 0,0-2-4 0,1 2 3 0,1-2-5 16,4 0 2-16,22 1 2 0,1 1 1 0,-1-2-2 15,4-2 6-15,1 1-6 0,-3-3 4 0,-4 0-4 16,6 0 2-16,-5 1 0 0,-1-1-2 0,2-2-1 16,-7 3-1-16,1-1 0 0,-2 0-2 0,-1 1-2 0,-1-1-47 15,3 0-31-15,-3 0-18 0,3 1-211 0</inkml:trace>
  <inkml:trace contextRef="#ctx0" brushRef="#br1" timeOffset="133797.44">13547 14680 199 0,'0'-1'129'15,"-2"-1"-4"-15,0 0 9 0,0-2-13 0,1 0-36 16,1 3-46-16,-2-5-1 0,-2-1-4 0,2 3 4 15,0 0 5-15,-1 0 1 0,-1 1 1 0,2-1-2 16,-2 0-6-16,1 1-7 0,-1-1 6 0,2 0-7 16,0 2-7-16,0 0 5 0,0 1-10 0,1-1 8 0,-1 0-10 15,0 0-1-15,0 0 8 0,0 2-4 0,0 0 16 16,0 0-17-16,1 0 5 0,-1 2-8 0,0 0 2 16,2 0-8-16,-11 20 0 0,1 0 0 0,3 2 0 0,-2 4 0 15,-1 2-2-15,-1 0 1 0,0 1-5 0,0 1-1 16,0 1-1-16,2 1 1 0,1-3 1 0,3-1 3 15,1 0-1-15,2-6 1 0,2 2-3 0,0 3 0 16,0-4-1-16,4-1 0 0,-1-4 6 0,1-7-1 16,2 2 7-16,-1-2-5 0,-1-4 5 0,-2-3-9 15,2 1 5-15,-3-3-5 0,3 2 10 0,2-3-9 16,7 3 2-16,2-4-4 0,-10 1 1 0,6 5 4 0,-1-3-5 16,-1-1 5-16,0-2-1 0,-5-2-3 0,-2 0 3 15,0 0-3-15,3-7-3 0,12-21 7 0,-6 0-4 16,0-6 4-16,-3 1-9 0,-5-2 3 0,3 1 0 15,-2-1 3-15,1 0 5 0,1 0-9 0,1-3 2 16,0 3-4-16,1-2 0 0,1 2 4 0,-1 1-1 0,1 3 2 16,0 1-5-16,0 0-1 0,3 1-1 0,1 3 0 15,-2-2 3-15,-2 7 1 0,0 6-1 0,-1 2 0 16,-5 8 0-16,5-1-1 0,3-3-4 0,-4 5 1 16,1 1-8-16,1-1-37 0,-1 2-9 0,-1 2-15 15,2 0-84-15,-3 2-82 0,-1 2-11 0</inkml:trace>
  <inkml:trace contextRef="#ctx0" brushRef="#br1" timeOffset="134173.16">14072 14781 547 0,'0'0'74'0,"0"0"109"0,0-2-107 0,0 0-15 15,-1 0-3-15,-1 0-2 0,0 0-16 0,0 1-3 16,0-1-3-16,0 0 2 0,-1 0-8 0,-1 0 4 15,0 0-4-15,0 0 3 0,3 2-8 0,-5 0-4 16,0 0-1-16,3 0 0 0,-3 0-1 0,2 0 0 0,-1 2-2 16,-1 2 2-16,1-2 0 0,-1 24 1 0,1 5-2 15,-1 5 0-15,0-1-6 0,1 6 0 0,-1 0-3 16,-1 1 1-16,1 7-2 0,1-1-4 0,-1-4 3 0,1 5-5 16,1-5 0-16,2-5-3 0,-20-2 7 0,12-9-4 15,5-5 17-15,3-3-6 0,2-1 1 0,0-5-1 16,2-1 15-16,0-3-8 0,1-1-2 0,1-2-3 15,4 3-7-15,-5-3 1 0,14-1 5 0,3-1-3 16,1-1 1-16,1 0 0 0,4 12-8 0,0-3 6 16,0-5-4-16,0-4-6 0,0-3 6 0,6-1-6 0,-1-1 6 15,3-5-4-15,-5 0-8 0,-3-1 1 0,-2-2-26 16,1-2-44-16,-7-1-17 0,1 1-13 0,-1 0-103 16,-7 4-25-16,-1-1-32 0</inkml:trace>
  <inkml:trace contextRef="#ctx0" brushRef="#br1" timeOffset="134394.03">13885 15239 525 0,'-2'0'257'0,"0"-2"-260"0,0 1 274 15,0-1-125-15,1 0-96 0,-3 0-29 0,2 0-5 16,0 0-6-16,0 0-5 0,0 2 4 0,1 0 3 15,-1 0-2-15,2 0-5 0,0 0 9 0,2 2-4 16,-1 0 5-16,3-2-5 0,18 6 5 0,3-3 4 0,2 1 0 16,3-2 6-16,0-2-2 0,3-2-6 0,-1-2 3 15,3-1-7-15,-1-3-12 0,-5 3-5 0,5-3-9 16,-5 1-66-16,3 0-161 0,-1-3-26 0</inkml:trace>
  <inkml:trace contextRef="#ctx0" brushRef="#br1" timeOffset="134984.34">14652 14849 464 0,'0'0'83'0,"0"0"-3"16,0 0 12-16,-2 0-7 0,0 0-22 0,2 0-24 0,0 0-16 15,0 0 3-15,0 0-7 0,0 0 6 0,0 0 4 16,0 0-5-16,2 0 3 0,0 0-9 0,1-1 13 15,20-3 4-15,6-2 2 0,1 1 3 0,2-1-6 16,-1 1 0-16,4-1-2 0,3 0 2 0,-1 3-13 16,4-1 2-16,-8 0-6 0,6 1-3 0,-6 1-8 15,-5 2 0-15,-2 0-3 0,-2 0 0 0,1 0-2 16,-11 0 4-16,1 0-3 0,-7 0 1 0,-1 0 0 16,1 0-6-16,-7 0 3 0,1 0-22 0,2 2-6 0,-2-1-3 15,0 1 0-15,0 0 2 0,-2 0 5 0,-2 0 0 16,0 0 1-16,-9 3-6 0,-10 5-15 0,-5 1-16 15,2-2 0-15,0-2-52 0,0 1-48 0,-6-1-15 16,6-1-12-16,0-1-36 0</inkml:trace>
  <inkml:trace contextRef="#ctx0" brushRef="#br1" timeOffset="135156">14594 15055 514 0,'0'0'84'16,"-2"0"-6"-16,0 0 23 0,1 0-6 0,-1 0-23 15,0 2-50-15,0 0 3 0,0 0-2 0,0 0 6 0,2 0 6 16,0 0 0-16,0-1 1 0,2 1-1 0,0 0-8 15,4 0-5-15,18 7 1 0,5-3-1 0,3-2 1 16,1-3-3-16,3-1-2 0,1-3 1 0,4-1-7 0,1-2-2 16,3-1-1-16,5-2 0 0,-4-1 0 0,1 1-19 15,-1 0-20-15,-1 1-15 0,1-1-202 0</inkml:trace>
  <inkml:trace contextRef="#ctx0" brushRef="#br1" timeOffset="136170.22">15773 15284 404 0,'0'-2'62'0,"0"0"-3"0,0 0 25 16,0-1-12-16,0 1-10 0,0-9-34 0,0 3-5 15,0 3 4-15,0-3-5 0,0 4 7 0,0 1-3 16,2-5 8-16,0 5-6 0,2-1 8 0,-1 0 1 16,1 2-7-16,-2 2 5 0,9-7-15 0,0 1 1 15,2 3 4-15,-5 3-1 0,-5 0 7 0,5 0-1 16,-3 0-4-16,8 1 1 0,-3 3-6 0,-1 0-6 0,2 3 4 16,-7-5-6-16,3 13 1 0,-3 4-1 0,5 1-4 15,0 0 3-15,1-1-8 0,-3 1-2 0,1 3 1 16,-1-3-1-16,-3 2-3 0,-1-1 0 0,3-3-1 15,0 3 1-15,3-1 10 0,-4-1-9 0,3 1 11 0,-6-1-11 16,5-1 7-16,2-1-2 0,1 0-1 0,-3-2 0 16,-1-1-4-16,-3 1 3 0,1-2 0 0,0-2 2 15,1 1-2-15,-1-1 4 0,0-4-3 0,1 1 4 16,-1-3-5-16,-2-1 2 0,0 0-3 0,-2-3 2 16,0 1-6-16,4 2 15 0,-1 0-7 0,1-1 11 15,0 1-1-15,-2-2 8 0,-1 0-4 0,1 0 3 0,0 0-13 16,0-2-5-16,0 0 3 0,0-2-3 0,-1 0 6 15,1-2-10-15,0-13 5 0,-2-5-6 0,0 0 2 0,-2-4-2 16,0 0 0-16,-1-2 0 0,-1 0 1 16,2-5 4-16,-1-2 0 0,-3-8 0 0,2 0-8 0,-1-3 8 15,-1-1-8-15,1-1 8 0,1-2-4 0,2-2-3 16,-2-2 2-16,2 2-2 0,1-2 6 0,1 0-5 16,0 1 5-16,0 2-6 0,0-1 5 0,1 2-4 15,-1-4 0-15,2-1-2 0,2-1 4 0,-2-2 3 16,-2-1-3-16,0 7 1 0,0-2-10 0,-2 6 8 15,0 7 0-15,0-2 3 0,0 8 0 0,-1-2-4 16,-1 4-1-16,2 5-1 0,-2 0 3 0,3 6 0 0,1-1 1 16,0 1 0-16,0 3 7 0,0-1-12 0,0 3 4 15,0 1-5-15,0-1 12 0,0-2-9 0,0 4 3 16,0-1-4-16,0 1 3 0,0 0-2 0,0-2-2 0,0 6 3 16,0 2 2-16,0 1-4 0,0 3 5 0,0-1-5 15,0 4 0-15,0-1 4 0,0-5-6 0,0 6 7 16,0-3-8-16,0 1 5 0,0 0-4 0,0 1 4 15,0-1-5-15,0 2 1 0,1 0 0 0,1 0 1 16,0 1 8-16,0-1-9 0,0 0 5 0,0 0-8 16,1 0 8-16,1 0 3 0,0 0-3 0,11-1 3 15,0-1-2-15,1 0-5 0,5 1 4 0,1-3-3 0,4 1 4 16,2-1-4-16,1 0 3 0,9 1-3 0,1 1 1 16,5-1 2-16,4 1-1 0,4-2 2 0,4 1 0 0,4 1-3 15,-1 2 1-15,0 0-3 0,1 0-2 0,-3 2 8 16,-7 0-4-16,-1 0 5 0,-7 0-3 0,1 0 2 15,-2 2 1-15,-2 2-2 0,-2 0-2 0,2-2-2 16,-5-1 3-16,1-1 0 0,-4 0 0 0,-3 0 0 16,0 0-2-16,-7 0 2 0,-5 0 8 0,-5 0-9 15,-3 0 1-15,-4 0-3 0,-1 0 6 0,-1 0-22 16,2 0-17-16,-2 0-13 0,1 0-133 0,1 0-151 0</inkml:trace>
  <inkml:trace contextRef="#ctx0" brushRef="#br1" timeOffset="136655.26">16735 13908 825 0,'-2'0'39'0,"0"0"2"16,0-2-9-16,1 0-5 0,-1 0-12 0,-2 1-5 15,0-1-10-15,2 0 2 0,-1 0-2 0,-1 0 9 16,0 0-5-16,1 0-1 0,1 2-1 0,-19 0 2 0,3 4 12 16,-1 4 1-16,1 1 2 0,1 2 0 0,-4 2 4 15,3 15 0-15,-4 0 1 0,9 1-2 0,3 1-7 16,-1 0 2-16,7-4-4 0,-1 0-2 0,3-2-3 16,-11-5-2-16,2 1 1 0,5 0-1 0,4-5 7 15,2 4-2-15,0-6 5 0,2-6 6 0,0 1 4 16,2-1-4-16,0-1 3 0,1-3-8 0,16 12 0 15,3-4 1-15,-2-3-1 0,2-6-3 0,-3-2 3 16,-1-6 4-16,6-5-2 0,-2-2-2 0,2-4-4 0,-2 12-3 16,-3-18 2-16,1 3 2 0,-7 0-6 0,-2-1 4 15,-6 1-6-15,-3-1 1 0,11 1 4 0,-4-2-2 16,-6 3 3-16,-3-1-8 0,-2 1-1 0,-2 2 2 0,-1 2-1 16,-3 2 2-16,-1 2-4 0,3 0 0 0,-16 2 1 15,3 1 2-15,-2 5-2 0,1-1-4 0,3-7 1 16,-4 0-1-16,1 3-1 0,1 5 4 0,-1 1-2 15,-3 2-6-15,6 2 4 0,2 1-2 0,2 3 2 16,2-1 1-16,-2-1-3 0,1 15 2 0,3-1-2 16,3 1 5-16,2-1-7 0,1-1-3 0,-12 2-6 0,5-4-30 15,4-2-4-15,3 0-3 0,-1-2-1 0,2-2-27 16,0-5-22-16,0 1-9 0,0-3-3 0,2 2-43 16,-1 0-118-16</inkml:trace>
  <inkml:trace contextRef="#ctx0" brushRef="#br1" timeOffset="136888.37">17064 14055 1042 0,'0'0'103'0,"0"0"3"0,0 0-41 0,0 0-13 16,0 0-40-16,0 0-14 0,0 0 8 0,0 0 1 15,0 0 2-15,0 2-6 0,0-1-2 0,0 1 0 16,0 0-1-16,0 0-1 0,0 0 1 0,0 0 3 15,0 0-1-15,0-1-4 0,0 1-12 0,0 0-6 0,0 0-2 16,0-2-37-16,0 0-64 0,0 0 5 0,0 0-23 16,0-2 7-16,0 0-21 0,1 0-3 0,1 1-8 15,0-3-22-15</inkml:trace>
  <inkml:trace contextRef="#ctx0" brushRef="#br1" timeOffset="137200.49">17472 13811 169 0,'0'0'85'15,"0"0"0"-15,0 0 69 0,0 0 0 0,0 0-66 16,0 0-39-16,0 0 10 0,0 0-20 0,0 0-2 16,-2 0-8-16,0 0-3 0,0 0 1 0,-1 2 2 0,-1 0-6 15,-9 6 2-15,9-7-4 0,-9 3-6 0,2 9 3 16,0 0-4-16,0 2 4 0,5 0-9 0,-3 0 4 16,7-2 1-16,-3 2 1 0,-1-1-5 0,-5 1 6 15,2 0-4-15,3-2 5 0,1 0-1 0,1 0 10 16,4-4 3-16,0 3 3 0,0-3 11 0,2-2-13 0,1 3-2 15,1-3-4-15,-2-3-5 0,11 1 3 0,9-1-1 16,-3 0 1-16,9-1-10 0,-2-1 6 0,3 17 0 16,-5-8 0-16,2-5-8 0,-1-3-3 0,-1-3 3 15,5 0-2-15,-4 0 2 0,1-2-9 0,-2-1-5 16,-4-1 1-16,1-2-10 0,-5 1-16 0,1-1 3 16,-4 1-9-16,0-1-15 0,-4 1-81 0,-1 1 2 0,-3 0-28 15,-1 2 6-15,-2-1-35 0,5-7 4 0,-3 3-18 16,-2 1-11-16</inkml:trace>
  <inkml:trace contextRef="#ctx0" brushRef="#br1" timeOffset="137408.46">17660 13850 256 0,'0'0'98'0,"0"-1"126"0,-2-1-101 16,0 0-49-16,0 0 0 0,0 0-15 0,0 0-9 0,2 0-27 15,0 1-8-15,0-1-3 0,0 0-5 0,0 0 17 16,0 2 4-16,0 0 3 0,0 2 13 0,0 0-10 15,0 1 2-15,0 7-5 0,-2 16 2 0,1 2-12 16,-3 1 4-16,0 1-6 0,0 2 2 0,-3 1-13 16,1 0 3-16,1 1-6 0,-3 3 7 0,3-4-5 15,-3 1-3-15,3 1 0 0,-1-3 1 0,-1 1-10 16,1-1 2-16,1-5-9 0,-1 1-22 0,2-5-45 16,1-3-71-16,-3-3 8 0,2-1-243 0</inkml:trace>
  <inkml:trace contextRef="#ctx0" brushRef="#br1" timeOffset="137844.21">16544 14697 844 0,'0'0'39'0,"-2"0"0"0,0 0 0 16,-2 0-9-16,-3 0-9 0,-6-2-12 0,4 2 1 15,-4 0 6-15,7 0-4 0,-1 0 2 0,5 0 0 16,0 0-1-16,0 0 1 0,-2 0-2 0,1 0 3 16,1 2 0-16,0 0 3 0,0 0 6 0,0 0 15 15,2 0-4-15,0-1 8 0,2 1 0 0,2 0-19 16,25 13 3-16,5-4-9 0,7-3-2 0,7-3-4 15,2-3 1-15,2 0-1 0,2-2 2 0,-2 0-5 0,4-4-2 16,-3 0-1-16,1 1-5 0,2-3 8 0,3 1 5 16,5 1 0-16,2 0 6 0,-4 0 0 0,-1 3 0 15,-7-1 0-15,-8-2-7 0,2 2 0 0,-10 0-6 16,-7 0 5-16,-3 2-2 0,-8 0-8 0,-1 0 0 0,-6 0-2 16,2 0 3-16,-8 0 5 0,1 0-2 0,-6 0 2 15,-1 0-6-15,3 0 5 0,0 0-2 0,-2 0-1 16,0 0-28-16,-1 0-26 0,-1 0-9 0,-1 0-1 15,-1 0-1-15,-4 0-19 0,-24 6-8 0,-1 3-14 16,-8 2-100-16,5-1-67 0,-3 3 2 0</inkml:trace>
  <inkml:trace contextRef="#ctx0" brushRef="#br1" timeOffset="138198.75">16828 14965 649 0,'0'0'108'0,"0"-2"0"0,-2 0-27 15,0 0-6-15,0-2-41 0,2 1-6 0,-2-5-17 16,0 3 3-16,2 1-7 0,0 2 2 0,-1-2-11 0,-1 1 6 16,0 1-7-16,0 0 1 0,0 0 8 0,2 2-2 15,-2 0 7-15,0 2 1 0,1 0-4 0,-5 9-1 16,-7 22 1-16,0 4 3 0,2 2 2 0,2-2 1 15,-1 1-1-15,3-3-4 0,0 0 10 0,-1 6 2 0,3-9 2 16,1-3 0-16,0-1 0 0,2-6 0 0,2 1-1 16,0-1-6-16,0-3 3 0,0-3-4 0,0-3 4 15,2 0-6-15,0-2-7 0,0 1 0 0,0-5-2 16,1 2 6-16,-1-3-9 0,0-1 1 0,0-1-3 16,-2-2 4-16,0 0-18 0,0 0 3 0,0 0-12 15,4 1-17-15,-2-3-104 0,3 4-1 0,-3-4-47 0,3 2-127 16</inkml:trace>
  <inkml:trace contextRef="#ctx0" brushRef="#br1" timeOffset="138415.18">17112 15328 1293 0,'0'0'82'0,"0"0"1"0,-2 0-34 15,0 0-5-15,0 0-36 0,0 0-8 0,1 0 0 0,-1 0-2 16,2 2 2-16,0 0 3 0,0 0-3 0,0 2 1 16,0-1-3-16,0 1-15 0,0 0-19 0,0 0-5 15,0-1-7-15,0 1-38 0,0-2-55 0,0 0-2 16,2 0-23-16,-1-1-85 0</inkml:trace>
  <inkml:trace contextRef="#ctx0" brushRef="#br1" timeOffset="138894.2">17697 14911 493 0,'0'0'245'16,"0"-2"-258"-16,-2 0 257 0,0 0-122 0,0 0-108 0,-2 0 1 15,1 1 3-15,-1-1 0 0,2 2 18 0,-3-2-4 16,-1 0 0-16,2 0 1 0,-1 0 3 0,-3-1 5 15,3 1-1-15,-1 0 1 0,-1 0-1 0,-1 2-10 16,1 0-2-16,1 0-4 0,1 0-12 0,-1 0 3 16,-3 4 4-16,0-1-2 0,3 1-6 0,-3 0-3 15,3 13-3-15,-3 5 3 0,-2-2-7 0,5 6 0 16,-5 2 2-16,5 0-1 0,1 0-1 0,-1 0 0 16,1-2-1-16,-14 1 0 0,10-4 0 0,1-1 4 0,5 0-3 15,1-1 3-15,2-1-7 0,0-1 3 0,2 3-3 16,0-9 3-16,1-2 8 0,1-2-2 0,0-1-2 15,1 1 0-15,1 2-3 0,9-5 1 0,0 1 0 0,1-3 0 16,-3-2 4-16,2 2-6 0,0 7 5 0,2-2-5 16,-1-2 10-16,-1-3-8 0,4 0 4 0,-4-4-6 15,1 0 6-15,-1-4-2 0,0 0-1 0,-2-1 0 16,0-1-3-16,-4 1 4 0,1-1 2 0,-3 1 1 16,-1 1 3-16,-3-2-7 0,-1-5 8 0,4 4-7 15,-1-1 3-15,-1 3-2 0,2-6-1 0,-3-4 0 16,-1 2-2-16,-2 0 5 0,0 5-7 0,-2-1 6 0,2 5-7 15,-5-5 4-15,-1 2 0 0,1-1 2 0,-5 4-9 16,-4-7 3-16,-3 2-1 0,2 3 2 0,-4 1 0 0,3 5 0 16,-3 4-2-16,1 3 0 0,1 2-8 0,-5-3 1 15,-1 20-6-15,7 4 2 0,-7-6-39 0,12 2-40 16,2-4-34-16,-4-3-8 0,7-1-171 0</inkml:trace>
  <inkml:trace contextRef="#ctx0" brushRef="#br1" timeOffset="139562.6">18512 14686 367 0,'-2'-2'110'0,"0"0"167"0,0 0-193 15,0 1-48-15,-1-1-12 0,-1 0-5 0,0 0-8 16,2 0 15-16,1 0-6 0,-1 0 7 0,0 1-21 15,0-1 8-15,0 0 1 0,0 0 3 0,0 0 23 0,2 0 3 16,0 0 7-16,0 1-5 0,0-1 8 0,2 0-8 16,0 0 3-16,0 2-6 0,18-6-7 0,3-1-7 15,3 0-8-15,2-1 1 0,3 1-20 0,-1 1 3 16,1-1-2-16,1-3 3 0,-6 3-2 0,2 0-5 16,-2 1 2-16,-13 4-1 0,7-2 3 0,-11 3-14 15,-1-1-8-15,-3 2-4 0,-1 0-44 0,0 0-73 16,-2 0-16-16,0 0-21 0,-2 0-53 0</inkml:trace>
  <inkml:trace contextRef="#ctx0" brushRef="#br1" timeOffset="139755.26">18402 14810 309 0,'0'0'105'0,"0"0"-6"0,0 0-11 0,0 0 1 0,0 0-39 15,0 0 2-15,0 2 12 0,2 0 0 0,0 0-1 16,2 0-18-16,18 3-9 0,8 1 7 0,5-4-8 15,6-2 4-15,-2-2-10 0,4-4-5 0,8-3-1 16,0 0-16-16,10-2 0 0,-2-2-7 0,1 2-4 16,3 1-99-16</inkml:trace>
  <inkml:trace contextRef="#ctx0" brushRef="#br1" timeOffset="144487.49">19425 14456 17 0,'0'0'0'16,"0"-2"60"-16,0 0 16 0,-2 0 24 0,1 0 9 0,-1-1-33 15,2 1-1-15,-4-6-27 0,-2-3 13 0,3 0-20 16,-3-2 4-16,2 0-12 0,3 4 3 0,1 5-5 16,-2-2-3-16,2 5 6 0,0-3-4 0,-2-2 5 15,2 4-3-15,0 1-3 0,-2-3 2 0,0 0-3 0,0 0-8 16,0 3-6-16,1-1-1 0,-1 0 1 0,0 2 4 15,0 0-12-15,-2 2 5 0,1 1-6 0,-9 12 4 16,-4 13 1-16,1 7 1 0,2 1 0 0,4-7-3 16,-1 5 3-16,3-8-3 0,-1 2 4 0,1 1-2 0,2-4-2 15,-1-1 1-15,2 0 0 0,1-2 5 0,1 0 4 16,0 1 0-16,2-1 3 0,0 0 4 0,0-3-4 16,2-1-2-16,1-1 0 0,1 0-3 0,0-4-1 15,1 2 1-15,-1-4-1 0,2 0-3 0,-1 0 3 16,1-2-1-16,-1-1 1 0,-1-3-1 0,11-1 4 15,-2-2-4-15,2 9 4 0,3 0-4 0,-1-5-1 16,2-3 3-16,1-3-4 0,-1-1-2 0,3-5 3 0,0-3-2 16,-3-2 2-16,1-4-4 0,-5 4-2 0,0-17-1 15,-4 0 1-15,2-2-1 0,-4 2 2 0,-1 2 2 16,1-3-1-16,-5-1-6 0,14 2-1 0,-7-3 0 16,-5 1 1-16,-4 0 1 0,-2 0 5 0,-4-1-6 0,-1 1 5 15,-3 4-6-15,-1 4-4 0,-2-2 4 0,0 0-3 16,-1-2 4-16,-1 1 1 0,0 5-4 0,-1 0 1 15,8 5-5-15,-9-4-1 0,0 6 4 0,2 6-3 16,0-4 11-16,0 5-5 0,0 1 0 0,2 1-2 16,2-4-8-16,0 3-1 0,-1 1 0 0,-1 2-1 15,0 2 0-15,0 4 6 0,-2 5-1 0,0 15 4 16,0 17 4-16,0 0-5 0,2 2 2 0,0-4-3 0,-1 2-1 16,5-4 5-16,1-4-1 0,5-3 2 0,-3-6-3 0,-13 0 1 15,8-3 0-15,3-3 0 0,5-1-6 0,1-2 5 16,0-2 0-16,0-4 1 0,1 2-7 0,1-2 9 15,2 1-5-15,0-3 6 0,-1 1-4 0,1-3-17 16,-2-1-5-16,0 0-9 0,3-1-57 0,3 3-91 16,-1-1-17-16,4 3-32 0,0-3-120 0</inkml:trace>
  <inkml:trace contextRef="#ctx0" brushRef="#br1" timeOffset="144766.56">19930 14601 1003 0,'-2'0'56'0,"1"0"121"16,-1 0-162-16,-2 0-12 0,0 0 5 0,1 0-7 16,-1 0 6-16,0 1-3 0,1 1-3 0,-1 0 2 15,0 0 7-15,0 2-1 0,1-1 2 0,-3 5-3 16,-1 1 1-16,1 0 11 0,2-1-1 0,1-1 3 15,-1 1-7-15,2-5-4 0,2 1-3 0,-2 2 0 0,2-4-1 0,0-1-10 16,0 1 5-16,0 2-8 0,0 0-3 0,0-1-32 16,0-1-16-16,0 0-11 0,2 0-114 0,0-2-107 15,2 0 8-15</inkml:trace>
  <inkml:trace contextRef="#ctx0" brushRef="#br1" timeOffset="145204.81">20196 14213 1000 0,'-2'0'55'15,"-2"0"116"-15,-1 0-160 0,-12 0 4 0,2 0-3 16,4 0 5-16,0 0-3 0,5 0 3 0,-1 1-4 0,3-1 2 16,0 2-15-16,3-2 10 0,-1 0-3 0,-2 6 4 15,-3 5-3-15,1-2 8 0,0 6-4 0,5 0 6 16,1-4 0-16,0 4-2 0,1-4 1 0,1-2-2 15,6 6 0-15,-1-4-8 0,2 2 1 0,1-3-4 16,8-1-2-16,3 4 3 0,-3 2-1 0,1 0 2 16,1 3-4-16,-1-1-1 0,-1 1-1 0,-1 1 0 15,0-2 5-15,-4-1-4 0,-6-1 5 0,1-2-5 0,-6-2 1 16,1 4 2-16,3-2 0 0,3 0 3 0,-1 0 5 16,-3-2 13-16,-1 1-1 0,-2 1 6 0,0 0 3 15,-2-2-3-15,0 0 4 0,-2 0-4 0,-2 0 3 0,-2 0-11 16,1-1-1-16,3 1-3 0,-15-2 2 0,4 0-7 15,0-1 5-15,2-1-5 0,0-1 0 0,2-1-7 16,-1 1 1-16,-1-2-2 0,2-1 5 0,-2-1-5 16,-2 2-2-16,0-2 0 0,0 0 4 0,2-1-7 15,-2 1 3-15,2 8-4 0,-2-3 0 0,3-1 1 16,1-3-4-16,2 1 4 0,-3 0-4 0,5-2 0 16,-3-1 2-16,3 1-4 0,-1 0-14 0,4-2-13 0,-1 0-17 15,1 0 2-15,0 0-68 0,0 0 22 0,-2 0-12 16,1 0 15-16,1-2-28 0,0 0-40 0,0-1-19 15,-2-10-18-15,4-2-180 0</inkml:trace>
  <inkml:trace contextRef="#ctx0" brushRef="#br1" timeOffset="145469.12">20170 14153 702 0,'-2'0'209'0,"0"0"29"16,-2-2-73-16,-3 0-75 0,-6 1-39 0,0-1-52 16,4 2 10-16,3 0-9 0,4 0 11 0,-1 0-8 0,-1 0-2 15,0 0 12-15,2 0-7 0,0 0 24 0,1 0-7 16,1 0 6-16,0 0-3 0,1 0 23 0,1 0 8 16,2 0-5-16,18-8 3 0,10-3-21 0,5-4-11 15,6 0-1-15,-1 1-4 0,1-1-14 0,2 2 0 16,-10 2-4-16,0 1 2 0,-1 3-2 0,-8 1-6 15,0 3-2-15,-10 1-3 0,1 0-29 0,-4 0-126 16,-6 2-12-16,1 0-48 0,-3 0-145 0</inkml:trace>
  <inkml:trace contextRef="#ctx0" brushRef="#br1" timeOffset="145985.1">19165 15427 79 0,'0'0'28'0,"0"0"-1"0,0 0 10 16,0-2 1-16,0 0-6 0,0 0 1 0,0 0 3 16,0 1 2-16,0-1-1 0,0 0-10 0,0 0-5 15,0 0 7-15,0 0-2 0,0 0 27 0,-1 1 1 16,-1-1-3-16,0 0 3 0,0 0-1 0,0 0 15 0,-2 0 0 16,1 0 2-16,-1 2-17 0,-2-1-2 0,1-1-7 15,1 0 2-15,0 0-30 0,3 0 4 0,-1 0 1 16,0 2 3-16,0 0 2 0,2 0 1 0,0 0-3 15,2 0 3-15,2 0-2 0,18-3-4 0,9-3-2 16,8-1 0-16,0-1 7 0,10 3 6 0,4-3 5 0,11-1-1 16,1 1 6-16,1-3-13 0,1 2-2 0,0 0-3 15,-6-2-4-15,-1-1-8 0,-4 3 2 0,-10 0-6 16,0 1-6-16,-3 3 7 0,-4-1-5 0,0 3 4 16,-9 1-12-16,-6 0 7 0,-6 0-4 0,-8 2 6 15,-1 0-6-15,-5 0 4 0,-2 0-1 0,1 0 2 16,1 0-17-16,-2 0-39 0,0 0-3 0,-2 0-12 0,0-2-7 15,-2 2-4-15,-15 0 4 0,-16 0-6 0,-1 4-15 16,3 0 1-16,-1 1-19 0,-5 4 7 0,4-1-58 16,-5 3-45-16,-2 0 0 0</inkml:trace>
  <inkml:trace contextRef="#ctx0" brushRef="#br1" timeOffset="146156.25">19234 15503 309 0,'-2'0'199'0,"0"0"-138"15,-1 2 191-15,-8 0-67 0,-1 1-124 0,5-1-18 16,0 0-3-16,1 0-4 0,2 0 1 0,1 0 25 15,1 0-6-15,0-1 9 0,2 1-15 0,2 0-9 16,3 0 3-16,36 5-6 0,7-5-8 0,10-5 18 0,7-5-5 16,13-3 9-16,0-2-8 0,5 0-12 0,-5 0 0 15,-1 0-5-15,2-2-18 0,-8 4-4 0,1-2-1 16,-1 4 0-16,-1 5-4 0,1 2-32 0,3 2-37 16,-7 2-12-16,4 0-242 0</inkml:trace>
  <inkml:trace contextRef="#ctx0" brushRef="#br1" timeOffset="152369.31">24736 14019 384 0,'-2'-1'0'0,"0"-3"20"0,0 0 181 0,-5-7-79 16,1 2-3-16,2 1-102 0,1 3-7 0,1 1 9 15,0 0-11-15,2 2 7 0,0 1-27 0,-2-3 29 16,0 0 0-16,0 0 8 0,0 1-18 0,1 1-7 16,-1 0 0-16,0 0 1 0,0 0 18 0,0 2-13 15,2 0 5-15,0 2-7 0,0 0 13 0,0 2-11 16,0-2 4-16,2 14-7 0,2 1 13 0,1 3-7 0,1 3 5 15,-1-1-5-15,3 2 4 0,-1 2-3 0,1 0-1 16,-1 2-1-16,1 4 3 0,-3-3-7 0,3 7 3 16,-3-1-4-16,1-4 10 0,1 6-9 0,1-3 4 15,-3 1-5-15,3-1 4 0,-5-8-3 0,3 0 4 0,-2-4-5 16,1 0 5-16,1 2 5 0,-1-3-8 0,-1-5 7 16,2 3-6-16,-3-4 7 0,1 0-2 0,0-4 3 15,-2 0-1-15,-1-4-8 0,1-1 7 0,0 0-7 16,0-1 15-16,-2-3-5 0,0 2 2 0,2-1-4 15,0 1-1-15,0 0 4 0,-1 0 4 0,1-3-1 0,0 1 0 16,0 0-5-16,0 0-3 0,0-2 2 0,0 0 4 16,-1 0-4-16,1-2-5 0,2 0 2 0,5-11-8 15,-3-15 0-15,11-1 2 0,3-7-3 0,-3-4 0 0,1-5 0 16,3 0 5-16,-3-7-3 0,3 0 0 0,-7-1-1 16,1 1-4-16,-2 5 2 0,-2 5 3 0,1 1-4 15,1 7 5-15,-6 6-6 0,0 4 2 0,1 8 2 16,-1 1-2-16,-1 7 1 0,-1 1-8 0,-3 3 2 15,-2 2-8-15,2-1 5 0,0-1-26 0,0 2-2 16,0 0-13-16,0 0 5 0,-1 2-38 0,1 0-145 16,-2 2-40-16</inkml:trace>
  <inkml:trace contextRef="#ctx0" brushRef="#br1" timeOffset="153213.53">25645 14422 555 0,'0'-2'72'0,"0"1"-53"0,0-1 75 0,0-2-29 15,-2-3-35-15,-1-8 23 0,-1 0-13 0,0 2 15 0,2 2-20 16,-1-6-15-16,1 4 4 0,-2-2-7 0,1 4-1 16,1 4 3-16,-2-4-1 0,0 3 3 0,2 4 4 15,1 1-6-15,-5-1 4 0,-9-5-5 0,2 1 1 0,-2 3-9 16,-1 1 2-16,-3 4-3 0,-1 2-9 0,-3 3 8 15,1 3-10-15,2 3 9 0,1 2-4 0,0 0 4 16,3 15-1-16,-10 0 0 0,5-4-9 0,-1 4 3 16,5 3 2-16,4 3 2 0,0 1 3 0,6-2-7 15,-8-3 2-15,9-4-2 0,1 2 0 0,-1-6-3 16,-9 2 3-16,8-5-2 0,3-1 1 0,2 1 9 16,2-2-5-16,4 1 7 0,2-1-11 0,3 0 9 15,0-2-7-15,1-2 9 0,-1 0-8 0,9-2 7 16,1 0 1-16,0-4 1 0,-1 3 0 0,-1-5-8 0,1 1 6 15,1-3-5-15,-2-1 11 0,-2 9-11 0,-1-3 5 16,1-3-4-16,-2-1 16 0,0-4-9 0,2 0 3 16,0-2-6-16,0-1-4 0,-6-1 3 0,0 0-2 0,-3 0 3 15,0 3-4-15,-1-14 2 0,1-2-3 0,-3 0 3 16,1 2-7-16,-2-1-1 0,9 1 1 0,-3 2 1 16,-3 0 8-16,-1 2-7 0,-2-2-1 0,-2 2-1 15,0 1 0-15,-2 3-1 0,0-1-2 0,0 5 0 16,-2-1-3-16,-3-2-2 0,-8-3 1 0,-2 4-2 15,1 1 5-15,1 2 1 0,0 2 2 0,0 0-1 16,4 2 2-16,4 0-1 0,1 0-3 0,2-2-1 0,1 1-8 16,-1 1 8-16,2 0 0 0,0 0 5 0,2 0 7 15,0 0-5-15,2 0 0 0,2-1-2 0,11-1 4 0,20 0-9 16,4-3 4-16,4-5-5 0,1-3 11 0,8-4-7 16,-6 0 7-16,5-1-8 0,1-5 3 0,-6 3 5 15,-1-5-6-15,-8 5 6 0,-4 1-9 0,-9 4 6 16,-7 4-2-16,-2 1 4 0,-10 5 0 0,-3 3 4 15,2-4 0-15,0 0 2 0,-2 1-4 0,-1-1-10 16,-1 0 4-16,0 2-5 0,-1 0 5 0,-3 1 0 16,-15-1-2-16,-10 2 2 0,1 3-6 0,-4 5 7 15,10-1 1-15,3 1 3 0,3-1 3 0,3-1-9 0,1 1 1 16,3-1-4-16,5-4-1 0,-3 7 2 0,0 6-1 16,1 1 2-16,6-3-1 0,2 2 7 0,3 0-1 15,5 2 3-15,-5 0-10 0,21-3 6 0,4 1-4 0,-6 0 5 16,4 0 4-16,-2 0-7 0,0 2 1 0,-4-1-4 15,-3 1 5-15,-4 0 3 0,-2-1-1 0,-2 1 0 16,0-2 0-16,-4 2 4 0,1-2 5 0,-4-1-1 16,-3-2 2-16,7-3 12 0,-4-2-5 0,-3-1 9 15,1 1 1-15,-2-1-13 0,0 1-2 0,-2 1-5 16,-3-1-14-16,-16 1 8 0,-10-3 0 0,-1-1 3 16,-1 0-4-16,-1 16-8 0,3-7 0 0,1-6-3 0,4-3 3 15,6-4-11-15,5 0 0 0,9 0-11 0,-3 0-48 16,5 0-43-16,1 0-16 0,-1-2-9 0,2-2-75 0</inkml:trace>
  <inkml:trace contextRef="#ctx0" brushRef="#br1" timeOffset="153539.23">26550 14376 744 0,'-2'-2'229'0,"-2"0"-285"0,-22-9 260 0,2 2-140 15,-4-2-53-15,13 7-7 0,2 2-3 0,6 0-1 16,3 2-7-16,0 0-1 0,2 0 2 0,-1 0 0 16,-1 0 4-16,2 0 7 0,0 0 2 0,0 0 7 15,1 0 31-15,1 0 4 0,1 0 0 0,1 0-1 16,6 0-16-16,20 0-3 0,-6 0-1 0,4 0-3 15,2 0-20-15,-2 0 0 0,0 2-3 0,-2 0 3 0,2 0 3 16,-2 1-4-16,-2 1-3 0,-3 2-1 0,-4-3-9 16,-2 1-1-16,-6-2-4 0,1 0 0 0,-1 0-26 15,-1 0-36-15,-1-1-12 0,-1 1-11 0,0 0-61 0,-1 0-197 16</inkml:trace>
  <inkml:trace contextRef="#ctx0" brushRef="#br1" timeOffset="153694.47">26260 14619 404 0,'0'0'97'0,"0"0"-5"0,-2 0-11 16,0 0 1-16,0 0-40 0,1 0-26 0,-1 0 27 0,2 0-2 15,0 0 12-15,0 0 3 0,2 0-11 0,-1 2-6 16,9 0-1-16,19 2-18 0,-1-1-3 0,7-1 6 16,4-2-5-16,6-2 2 0,1 0-13 0,5 1-10 15,-1-1-2-15,-8 0-50 0</inkml:trace>
  <inkml:trace contextRef="#ctx0" brushRef="#br1" timeOffset="156355.67">27764 14057 609 0,'0'-2'12'0,"0"0"7"16,0-2 14-16,-2-14 0 0,0-5-5 0,0 5-11 0,2-1 1 15,0 2 3-15,0 3 2 0,0-3 6 0,0 4 1 16,0 0-6-16,0 2 4 0,0 1-2 0,0 1 0 16,0 2 4-16,0 1-4 0,0 1 3 0,0 1 3 15,0 0-4-15,0 0 2 0,0 3-14 0,0-1-3 16,0 0 5-16,0 0-4 0,2 2 4 0,0 2-5 15,-2 2 1-15,2 16-2 0,2 15-1 0,-3 4-5 0,1 2-5 16,0 2 3-16,0 1 5 0,0 3-6 0,0-4 2 16,1-1-5-16,1 3 0 0,2-6 0 0,-3 2 2 15,3-2-1-15,-2 0-1 0,1-2 10 0,-1-6-4 16,0-1 7-16,-2-4-7 0,1-2 10 0,-1-2-9 0,0-3 8 16,0-4-20-16,0-2 12 0,-2-4-6 0,0-3 7 15,0-1-12-15,0-1 7 0,0-2 1 0,0 0 3 16,0 1-7-16,0 1-17 0,0 0-8 0,0-2-10 15,0 0-73-15,0-1-92 0,0 1-6 0,0-2-34 16,0 0-108-16</inkml:trace>
  <inkml:trace contextRef="#ctx0" brushRef="#br1" timeOffset="156541.25">28172 14326 679 0,'0'0'134'0,"0"0"19"0,-2-2-52 15,1 0-42-15,-1 2-29 0,0 0-15 0,0 0-2 16,0 2 1-16,-1 0-1 0,-1 0 6 0,0 1-10 16,0 3 0-16,-3 5-4 0,0 2-1 0,3-6-4 15,-4 8 2-15,3 4-3 0,3-12-6 0,0 4-10 16,2-9-9-16,0 2 0 0,0 0-27 0,0-1-166 0,0 1-4 16</inkml:trace>
  <inkml:trace contextRef="#ctx0" brushRef="#br1" timeOffset="157025.31">28492 14025 949 0,'-2'-2'29'0,"0"0"61"16,0-1-81-16,0-3 1 0,-1-1 3 0,-1-1-1 0,0 3 1 15,2 1-13-15,0-2 5 0,2 3-5 0,0-1 7 0,0-2-7 16,0 1 0-16,2-3 0 0,0 3 16 0,4-3 18 16,3 3 2-16,15-1 5 0,0 1 9 0,2 1-6 15,-2 2-7-15,2-15 0 0,-1 6-30 0,-3 6-2 16,0 3 4-16,0 2-2 0,-3 3 2 0,-4 3 5 16,-4 0-10-16,2 1 9 0,-4-3-15 0,-1 18 12 15,-3 0-2-15,10 1 5 0,-2 4-6 0,-7-1 1 16,-6 2-3-16,-4 2 4 0,-2-2 0 0,-3 2-6 15,-2-3 3-15,-2 1-4 0,-4 0 0 0,-1 0 2 16,-1 2-1-16,2-4 1 0,14-4 2 0,-16-5-4 0,-1-3 6 16,3 1-4-16,2-2 8 0,2 0-12 0,2-5 2 15,2-5-4-15,1 7 10 0,5-8 0 0,1-2-4 16,0 1 0-16,-2 3-16 0,0 0 15 0,3 0 1 0,-1-1 5 16,0 1-8-16,2 0 2 0,0-1-1 0,2-1 3 15,0 0 4-15,1 0 0 0,23 7-2 0,2-3 0 16,2-4-12-16,1-2 7 0,-3 0 0 0,11 0 5 15,0 0 5-15,-2-4-7 0,4 0 1 0,-4 1-3 16,-9-1 7-16,4 0-10 0,-4 0 2 0,-10 3-4 16,-1-1-12-16,-2 0 5 0,-4 2-6 0,-2 0 4 0,6-2-25 15,-11 2-10-15,1 0-25 0,-3 0 0 0,0 0-141 16,2 0-39-16,-2 0-25 0</inkml:trace>
  <inkml:trace contextRef="#ctx0" brushRef="#br1" timeOffset="157538.57">29314 13973 648 0,'0'-2'106'0,"-2"0"200"0,1-1-261 0,-1-1-22 16,0 0-6-16,2 2-1 0,-2-1-3 0,0-1-4 0,0 0 8 15,0 0-7-15,1 1 8 0,-1-1-2 0,0 0 1 16,0 2 0-16,0 1 3 0,0-1-15 0,2 0 6 15,0 0-7-15,0 0 15 0,0 0 10 0,0 0-4 16,0 2 7-16,2 0-1 0,0 0-7 0,0 2 4 0,0 0-6 16,0 2-6-16,-1 0 4 0,12 14-5 0,0 4 4 15,0 3-15-15,0 2 1 0,-1 1 0 0,-1 4 1 16,0 3-3-16,-2 2 9 0,-1-3-9 0,1 1 9 16,0 2-5-16,0-2-5 0,1 1 7 0,-3-5-7 15,0-5 8-15,1-2-3 0,1 2-1 0,0-3 0 0,1-3-5 16,-1-3 7-16,-3-8-6 0,-3-2 6 0,1 1-3 15,-2-4-3-15,3 3 5 0,-3-3-4 0,2-1 11 16,0 1 3-16,-2 0-1 0,-1-2 0 0,1 0 0 0,0-1-4 16,0-1 3-16,2-1-5 0,-1-1-7 0,5-11 6 15,5-17-7-15,-2-3 6 0,-2-10-13 0,-1 2 13 16,-1 0-4-16,2-5 8 0,1 3-14 0,1 2 8 16,2-3-6-16,-4 1 7 0,2 2-8 0,2 0-2 15,2 2 4-15,0 4-2 0,4 2 7 0,-1 1-4 16,-1 4-2-16,-13 4 1 0,14 0-2 0,3 5 1 15,-1 3 3-15,-5 3-1 0,-2 3-1 0,-6 5-1 0,-1-1-2 16,-1 2 2-16,1 1-6 0,-2 1 6 0,-1 0-8 16,-1 2 6-16,2-2-12 0,0 0-7 0,-1 0-7 15,-1 1-3-15,0-1-44 0,0 2-88 0,0 0-8 16,0 2-37-16,-2-1-114 0</inkml:trace>
  <inkml:trace contextRef="#ctx0" brushRef="#br1" timeOffset="158053.6">27671 15176 437 0,'0'0'138'0,"-2"-2"6"0,0 0-27 0,0 1-27 16,-1-3-38-16,-1 0-43 0,2 2-6 0,-2 0 3 15,3 1-4-15,-1-1-4 0,0 0 0 0,0 0-2 16,0 0 3-16,0 0 0 0,0 0 2 0,1 1 9 15,1-1-4-15,0 2 13 0,0 0 4 0,1 0-7 0,1 0 9 16,2 0 6-16,2 0-1 0,20 0 8 0,3-2-6 16,7 0 10-16,4-2-4 0,5-1-2 0,13 1 1 15,7-2 4-15,9 1-9 0,6-3 6 0,3-3-6 16,-1 0 0-16,0 0 1 0,3-2-7 0,-3 0 6 16,1 2-7-16,6 0 2 0,1 3-5 0,2-1 3 15,-3 2-6-15,-5 1-16 0,-8 2 7 0,-13 2-11 16,-7 1 1-16,-11 1 5 0,-6 1-2 0,-4 1 2 0,-4 2-6 15,-8-2 4-15,-1 0 4 0,-9-2 0 0,-2 2 1 0,-4-2-2 16,-5 0-1-16,0 0 3 0,0 0 7 0,2 0-9 16,-1 0 1-16,-1 0-5 0,0 0-5 0,-2 0-20 15,-2 0 2-15,0-2-12 0,-5 0-38 0,-19-2-49 16,-2 0-4-16,2 3-16 0,0 1-41 0,-2 0-41 16,1 1-11-16</inkml:trace>
  <inkml:trace contextRef="#ctx0" brushRef="#br1" timeOffset="158447.66">27693 15522 1157 0,'-2'0'30'15,"1"0"-1"-15,-3 0-17 0,-15-2-1 0,-1 0-14 16,3 2-3-16,4 0 3 0,2 0 2 0,5 0-3 15,1 0-6-15,1 0 6 0,0 0-9 0,1 0 8 16,-1 0-14-16,2 0 26 0,0 0-3 0,0 0 12 16,1 0 6-16,-1 0 13 0,2 0 7 0,0 0-1 0,2 0-1 15,-1 0-2-15,3 0-9 0,7 0 6 0,13-2-8 16,4-2 3-16,4 1-1 0,3-1 0 0,6-2-5 16,5 1 4-16,8-1-4 0,13 1 4 0,7-3-9 0,10 3 2 15,1-3 4-15,1-1-3 0,-1-2 0 0,4-4-7 16,4 2-2-16,7 0-1 0,6 0-2 0,4 0-1 15,3 2 0-15,-5-2-2 0,-12 2 1 0,-8 3-8 16,-12 6 7-16,-2 0-7 0,-5 2 5 0,-4 0-2 16,-10 0 0-16,-10 0 0 0,-1 0-3 0,-8 2 5 15,-1 0-3-15,-3 0 4 0,-5 0-8 0,-10-2 3 16,2 2-1-16,-8-2 4 0,-6 0 1 0,1 0-5 16,-4 0 0-16,0 0-3 0,1 2-11 0,1-1-78 0,0 1-41 15,-2 0-33-15,0 0-319 0</inkml:trace>
  <inkml:trace contextRef="#ctx0" brushRef="#br1" timeOffset="161281.18">3220 11149 248 0,'0'0'0'0,"0"0"13"0,-2-2 128 0,0 0-49 16,0 0 3-16,0 1-67 0,1-1-6 0,-1 0-5 0,0 0-6 16,0 0 4-16,0 0-1 0,0 2-15 0,0 0 9 15,1 0-11-15,1 0 2 0,0 0 23 0,0-2-2 16,0 1 11-16,0 1 2 0,1 0-3 0,1-2-2 15,0 0 1-15,2 0 0 0,5-2-7 0,10-3-5 0,-1 1-1 16,1 3-7-16,-4 1-9 0,1 0 9 0,3 0-10 16,-4 0 0-16,2 0-2 0,-3 0-3 0,-4 2 3 15,1 0-3-15,0-1-9 0,-4 1-6 0,1 0-1 16,-5 0-22-16,-1 0-7 0,0 0-28 0,2 0 4 16,0-2-120-16,-1 0 16 0</inkml:trace>
  <inkml:trace contextRef="#ctx0" brushRef="#br1" timeOffset="161501.12">3237 10969 201 0,'0'-2'60'0,"0"0"64"0,-2 0-27 0,0 0-24 15,0-1-6-15,0-1-4 0,0 0-14 0,0 1-20 16,1-1 0-16,-1 0-8 0,0 2-10 0,0 0-13 16,0 1 1-16,2-1-4 0,0 0 12 0,0 0-1 15,0 2 1-15,0 0-1 0,2 0 4 0,0 2-6 16,0 0 6-16,0 1-8 0,5 16-2 0,0 7 0 0,1 0-2 15,-1 4 3-15,1-1 11 0,-1-3-14 0,2 10 7 16,-1-7-10-16,1 3 3 0,0-1 5 0,1-3-10 16,1 0 7-16,0 0-31 0,-2-4-20 0,1-2-13 15,1 1-21-15,2-3-213 0</inkml:trace>
  <inkml:trace contextRef="#ctx0" brushRef="#br1" timeOffset="161875.81">4053 11650 181 0,'0'0'89'0,"0"0"-50"15,0 0 82-15,0 0-26 0,0 0-82 0,0 0-8 0,0 0 0 16,0 0-2-16,0 2 1 0,0 0 7 0,0 0 0 16,0 0 4-16,2 0 3 0,0-1 21 0,0 1-4 15,2 0 12-15,9-2 8 0,13 0-12 0,2-2 0 16,5-3-3-16,4-1 4 0,0-1-2 0,2-3-2 0,2-1-2 15,-7 0-22-15,3 0-1 0,0 0-10 0,-7 3 5 16,-4 3-19-16,-2-1 5 0,-6 1 2 0,-3 1-1 16,0 0-12-16,-4 2-10 0,-3 2-7 0,-7 0-1 15,3 0-29-15,0 0-166 0,0 0-1 0</inkml:trace>
  <inkml:trace contextRef="#ctx0" brushRef="#br1" timeOffset="162406.22">3463 11849 100 0,'0'0'62'15,"0"0"1"-15,0-2 34 0,0 0-22 0,0 0 2 16,0 0-44-16,0 1-23 0,0-1 8 0,0 0-13 15,0 0 5-15,2 0 8 0,0 0-6 0,0 0 5 0,-1 1-21 16,1-1 23-16,0 2-1 0,0 0 12 0,0 0 0 16,0 2 7-16,0-1-10 0,-1 3 8 0,-1 20-18 15,-1 10 10-15,-7 1-3 0,-5 6 2 0,-4 2-16 0,-5 3 10 16,-2-1-5-16,22 1 6 0,-29 2-15 0,-1 2 13 16,1 2-9-16,-1 0 9 0,0 0-6 0,5-3-1 15,1-1 4-15,-2 0-3 0,4 0 15 0,1 1-8 16,-3-8 4-16,2 1-6 0,-2-5 1 0,6 1-5 15,7-3-1-15,3-9-1 0,-1 0 2 0,2-6-6 16,-2-5 2-16,2 2-3 0,3-6-7 0,-1 0-3 16,-3 0 1-16,5-3-2 0,3-5 3 0,-2 3-8 15,4-4-6-15,0 0-1 0,0 0-10 0,0-1-12 0,-2 3 2 16,0 0-11-16,1 0-38 0,-1-3-80 0,0 1 1 16,0 0-30-16,0 0-37 0</inkml:trace>
  <inkml:trace contextRef="#ctx0" brushRef="#br1" timeOffset="162765.25">2839 12577 725 0,'0'0'40'0,"-2"0"0"16,0 0 15-16,1 0-14 0,-1 0-3 0,0 0-34 15,0 0 4-15,-2 2 1 0,1-1 0 0,1 1 3 16,-11 26-9-16,0 4 4 0,-8 3-4 0,5 0 2 0,6 4 1 15,-1-2 1-15,2 2 1 0,-4-5-4 0,-2-4 8 16,4 5-8-16,0-5 9 0,3-1 0 0,5-1-9 16,-3-4 5-16,-9-3-7 0,4-3 1 0,4-3 9 15,3-2 0-15,0-2 4 0,2-3 2 0,2-1-7 16,0-1 5-16,0-3-4 0,0 1 3 0,0-2-3 16,2 2-4-16,2-1 2 0,7 3 5 0,19 3-4 15,1-7 5-15,7-4-6 0,-3-5 0 0,4-4 3 16,2-4-1-16,3-4 3 0,3 1-2 0,-8-1 0 0,-2 1-2 15,-2-1-1-15,-7 4-19 0,-4 2-1 0,-2 0-2 16,-5 4 2-16,-4 1-9 0,-4 3 3 0,-5 3-5 16,-2 2 5-16,2-2-9 0,-1 0-44 0,-1 0-34 0,0 2-6 15,0 0-125-15</inkml:trace>
  <inkml:trace contextRef="#ctx0" brushRef="#br1" timeOffset="163198.03">1094 14127 286 0,'0'-2'29'0,"-2"0"50"0,2 1 6 15,-11-18 26-15,0 0-47 0,3 6-19 0,3 2-4 16,1 4-7-16,2 1-17 0,2 3 0 0,0 1 6 16,-2-2-5-16,0 0 3 0,1 2-3 0,-1 1 6 15,0-1-4-15,0 2 15 0,2 2-12 0,0 1-1 0,0 18-5 16,2 12-4-16,2 6-1 0,-1 2-2 0,3 4 1 15,-2 5-6-15,1 0 8 0,1 5 0 0,-6-1 3 16,2-4 5-16,-1 1-10 0,-1-9 4 0,2-3-6 16,0-5 3-16,0-6 6 0,0-2-7 0,2-6 7 15,-1-1 4-15,3-3-6 0,-2-1 10 0,-1-4-9 16,1 0 2-16,0-3-12 0,-1-1-2 0,-1-1-3 16,0-2-3-16,-2-3-8 0,2 3 1 0,2 0-6 0,-1 0-20 15,1-1-15-15,0-1-7 0,3 2-4 0,8 0-54 16,-9-4-133-16</inkml:trace>
  <inkml:trace contextRef="#ctx0" brushRef="#br1" timeOffset="163377.49">1452 14580 619 0,'0'0'100'0,"0"-2"17"0,0 0-25 0,0 1-52 15,0-1-5-15,-2 0-27 0,2 2-5 0,0 0 9 16,0 0-7-16,0 2 9 0,0 0-6 0,0-1-2 15,2 1 0-15,0 2 6 0,0 0-10 0,0-1 3 0,0 1-5 16,0 0-4-16,-1 0-12 0,1-1-1 0,0 1-3 16,2 0-5-16,0-2-21 0,-1-1-22 0,-1-1-5 15,11 0-120-15</inkml:trace>
  <inkml:trace contextRef="#ctx0" brushRef="#br1" timeOffset="163836.49">1645 14233 889 0,'0'0'32'0,"-2"0"-4"0,1-2 4 15,-1 0 5-15,0 0-15 0,0 1-16 0,0-1-9 16,0 0 3-16,2-2-6 0,0 0 6 0,0-3-1 16,2 0 4-16,4-3-2 0,-1 1 17 0,1 0-14 15,12 1 4-15,-1 5-6 0,2-10 1 0,-4 5 3 16,1 3-4-16,-1 3 5 0,-2 2 10 0,-4 0 0 15,3 3 3-15,1 7-3 0,-4 3-5 0,0 24 0 16,-3-2-2-16,18 10 0 0,-11 1 2 0,-8 6-8 0,-5 2 7 16,-1-4-7-16,-7 0-4 0,-1-7 16 0,-4 0-8 15,0-8 11-15,-2-2-5 0,0-3 3 0,0-4 4 16,0-4 0-16,12-3 18 0,-12-6-6 0,-2-2-1 16,6-4 0-16,2-3 3 0,1-2-4 0,3 2 0 0,1-2-3 15,0-1-7-15,1 1-12 0,-1 0 6 0,2-2-9 16,-2 0-8-16,1 0-3 0,1-2 0 0,0-1 1 15,0-12-9-15,2-9 18 0,4 1-8 0,1 3 12 16,3-1-9-16,1 3-2 0,0 5 2 0,1 0-1 16,12 2 5-16,0 0-2 0,2-2-2 0,0 5 0 15,-3 3-4-15,-1-10 3 0,1 5 1 0,-6 7 0 0,7-1 0 16,-4 2-8-16,5 2 5 0,-7 0-6 0,-3 0 4 16,0 2-14-16,-3 0 0 0,1 0-5 0,2 0-9 0,-4-1-12 15,0 1-4-15,-1-2-5 0,1 0-45 0,0 0-77 16,1 0-3-16,3 0-28 0,0-2-53 0</inkml:trace>
  <inkml:trace contextRef="#ctx0" brushRef="#br1" timeOffset="164234.34">2132 14196 426 0,'-2'0'76'15,"0"-2"128"-15,0 0-122 0,0 0-24 0,-1 0-1 16,-1 1-8-16,0-1-8 0,2 0-12 0,1 0 2 15,-1 0-8-15,0 0-9 0,0 0-5 0,0 2-1 0,0 0-1 16,0 0 8-16,1 0 8 0,-1 0-5 0,2 2 5 16,0 0-4-16,0 0-1 0,0 0 9 0,2 2-7 15,-2-3 6-15,3 14-8 0,14 0 0 0,-11 0-2 16,5 4-3-16,-2 3-1 0,2 0 1 0,4 2 0 16,-4-3 2-16,0-1-2 0,0 4-1 0,-5-3 1 15,-1 3 7-15,-1-4 0 0,2 2-2 0,1 6-1 0,1-7-12 16,-3-1 7-16,1 1-5 0,-4-7 5 0,3 5-14 15,-3-2 14-15,2-2-5 0,1-2 8 0,-1 0-12 16,0-6 4-16,-1 2-1 0,1-1 3 0,-2-5 2 0,0 1 0 16,0-2 1-16,0 0-1 0,-1 0-1 0,3 0 2 15,-2-2 1-15,0 0-1 0,3 3 7 0,1-1-4 16,0 0 6-16,-1-2-7 0,3 0-6 0,1-6 3 16,2-1-7-16,2-25 6 0,0-3 5 0,2-2-7 15,0-8 2-15,1-3-5 0,3 0 2 0,0-10-1 16,-1 3 3-16,4 1-3 0,-1-2-2 0,-1 10-4 15,1 5-5-15,-8 6 1 0,-2 7-7 0,-2 5-4 16,-5 3 0-16,0 3-4 0,-3 2-16 0,5 2-26 0,-4 4-11 16,2 2-19-16,-1-1-188 0</inkml:trace>
  <inkml:trace contextRef="#ctx0" brushRef="#br1" timeOffset="165893.28">6785 10727 426 0,'0'0'61'16,"0"0"-4"-16,-2 0 16 0,0 0-1 0,0-1-18 15,0-1-13-15,0 2-4 0,1 0-10 0,-1 0 4 16,0 0-22-16,0 0-4 0,0 0 9 0,0 0-8 16,0 0 19-16,2 0 13 0,0 0-5 0,2 0 7 0,0 0-4 15,0 0-1-15,0 0 12 0,15 3-8 0,3 1 14 16,0-2-14-16,5 0-2 0,-3 0-1 0,0-2-3 0,-1 0-12 15,3 0 1-15,-2-2-5 0,2 0-5 0,-3 0-5 16,-1 0-2-16,-1 0 0 0,-3 1-6 0,-3-1-6 16,-3 2-5-16,-3 0 1 0,0 0-13 0,-1 0-20 15,-4 0 8-15,0 0-15 0,1 0-11 0,1 0-124 16,-2 0 7-16,0 0-48 0,-2 0-29 0</inkml:trace>
  <inkml:trace contextRef="#ctx0" brushRef="#br1" timeOffset="166064.2">6657 10963 495 0,'0'0'92'0,"-2"0"8"0,0 0-20 0,0 0-26 15,0 2-19-15,0 0-23 0,0 0 26 0,2 0-5 0,0 1 11 16,2 1-6-16,0 0 0 0,4 0 9 0,25 14-4 16,1-7 16-16,9-3-21 0,-2-8-5 0,2-4-5 15,3-5-15-15,1-4-23 0,3 0-1 0,0 0-13 16,-1 2-50-16,-3 3-186 0</inkml:trace>
  <inkml:trace contextRef="#ctx0" brushRef="#br1" timeOffset="172388.31">7815 10696 256 0,'0'0'-18'0,"0"0"22"0,0 0 21 0,0-2 6 0,-2 0 38 16,1 0-4-16,-1 0-2 0,0 1 7 0,0-1-9 15,0 0-16-15,0-2-2 0,0 0-15 0,1 1 9 16,-3-1-14-16,0 2-2 0,0 0 7 0,1 0-7 15,-7-3 0-15,1 1 5 0,0 0-2 0,-2 1 4 16,0-1 7-16,-2 0-1 0,1 2 1 0,-1 1-1 0,2-1 3 16,0 2-12-16,0 0 3 0,2 0-4 0,-2 0 7 15,-2 0-11-15,1 0-1 0,3 0-4 0,0 0-1 0,1 0-6 16,7 0 1-16,-3 0-3 0,2 0-2 0,-2 2-4 16,1-1 1-16,-1 1-2 0,2 0 4 0,0 0 17 15,0 0-1-15,2 0 6 0,0 0-5 0,0-1 5 16,2 1-7-16,2 0 6 0,5-2-8 0,13 2-5 15,3-2-4-15,1 0 0 0,-4 0-7 0,2 0 6 16,-4 0-1-16,-1-2 1 0,-4 2-9 0,-4 0 6 16,0 0-3-16,-2 0 3 0,-1 0-2 0,-4 0-1 15,-1 0 8-15,1 0-7 0,0 0 6 0,-1 0 10 0,-1 0-13 16,0 0 12-16,0 0-14 0,0 0 5 0,-2-2 1 16,0 2 0-16,-2 0 3 0,0 0-11 0,-7-2 3 15,-19-1-5-15,2 1 1 0,0 2 5 0,-4 0 0 16,-5 0 2-16,2 0 3 0,-5 2-8 0,1 1 4 15,9-1-5-15,-3 2 1 0,-3 0 4 0,3-2-5 0,1 1 5 16,4-1 0-16,9 0-4 0,4 0 3 0,2 0-3 16,4-2 5-16,3 0-3 0,2 0 0 0,-1 0-2 15,-1 0-6-15,2 0 11 0,0 2-3 0,2-2 8 16,2 0-1-16,2 0 4 0,16 1-5 0,12-1 3 16,10-3-8-16,3-3 1 0,-2 1-1 0,3-3 1 0,1-1-4 15,-7 1 3-15,3 1-1 0,-6 0 0 0,-5 1-3 16,-8 2 0-16,0 1 0 0,-3 1 0 0,-1 0-1 15,-5 2-7-15,-2 0-1 0,-2 0-2 0,-4 0-8 0,-3 0-6 16,0 0-18-16,-1 0 3 0,1 0-74 0,0 0 1 16,0 0-7-16,-3 0 3 0,1 0-29 0,0 0-97 15,0 0-35-15</inkml:trace>
  <inkml:trace contextRef="#ctx0" brushRef="#br1" timeOffset="172842.72">8246 10423 851 0,'0'-2'15'0,"0"0"1"0,0-1 11 0,0-20-7 0,0 1 2 15,0-2-17-15,0 3 6 0,0 7-1 0,0-3 4 16,0 0 12-16,0 6 6 0,0-6 8 0,0 10-2 15,0 3 13-15,0-7-1 0,0 5 4 0,0-1-3 16,-2 1 7-16,0 1-17 0,2 3-2 0,-2-2-6 0,2 2-19 16,-1-1-2-16,-1-1-5 0,0 0 2 0,0 2-15 15,0 1 3-15,0 1 0 0,0 0 3 0,1 1 8 0,-1 1-7 16,0 6 5-16,-2 18-7 0,4-2-1 0,0 2 2 16,0 2-2-16,2 1 3 0,0-1 8 0,0-2-9 15,0-3 5-15,-1 3-7 0,1 0 9 0,2 1-7 16,-2 1 3-16,-2 0-4 0,0-4 1 0,0 2 2 15,0 0 2-15,0-2 0 0,0 2 1 0,0-2-4 16,0-1 1-16,0-1-1 0,0-3 2 0,0-3 4 16,0-1-2-16,0-2 2 0,0 0-5 0,0-4 6 15,0 1 4-15,0-5 0 0,0 3 9 0,0-5-8 16,0 1-6-16,0-2 1 0,0 2-4 0,0-1 3 0,2 1 0 16,-2 0 0-16,0-2-5 0,0 0-1 0,0-1-4 15,0 1 1-15,0 0-10 0,0 0-15 0,0 0-8 16,0-2-10-16,0 0-92 0,0 0-40 0,-2 0-23 15,0-2-4-15,0 0-92 0</inkml:trace>
  <inkml:trace contextRef="#ctx0" brushRef="#br1" timeOffset="173093.5">8515 10657 1122 0,'0'0'34'0,"0"0"-4"0,-2 0 25 15,0-2-1-15,1 0-5 0,-1 2-25 0,0 0-5 16,0 0 1-16,0 0-3 0,0 0-5 0,0 0 2 16,1 0-3-16,-1 0 4 0,0 0 0 0,0 0 21 15,0 0-5-15,0 2 8 0,0 0-11 0,1 0-16 16,-1 0 7-16,0-1-9 0,0 1 0 0,2 0-7 16,0 0-1-16,0 0-1 0,0 0 3 0,0 0-4 15,0-1-3-15,0 1-2 0,0 0-15 0,0 0-47 16,0 0-20-16,0 0-13 0,0 0-105 0,0-1-146 0</inkml:trace>
  <inkml:trace contextRef="#ctx0" brushRef="#br1" timeOffset="173690.28">8825 10390 586 0,'-2'-2'204'16,"1"0"64"-16,-3-4-114 0,-9-14-124 0,-2-2-3 0,8 10-3 16,1 3-6-16,0 2-7 0,3 3 2 0,1 0-11 15,0 1-5-15,-2-3 4 0,1 0-2 0,1 3 14 16,2 1-3-16,-2-2 6 0,0 0-5 0,0 1 20 0,0-1 21 16,0 0-2-16,1 1 7 0,-1-1-18 0,0 0-13 15,0 0-3-15,0 1-1 0,2-1-12 0,0 0 2 16,2 1-3-16,-2 1 3 0,6-4 0 0,18 2-12 15,4 3 4-15,-6-14-6 0,6 4 1 0,-2 5-1 16,-4 4 1-16,6 2 1 0,-2 2 3 0,2 5-4 16,-4 1 0-16,-6-1-1 0,5 4 5 0,-5-1-2 15,-3-1-1-15,4-3 1 0,-4 10-1 0,-3 5 2 0,0-3-4 16,-7 3 2-16,3 1-1 0,-3-2 9 0,-3 5-1 16,13-3 4-16,-4 0-5 0,-4-1 0 0,-3 1 1 15,-2-5 0-15,-2-3 1 0,-2 1-1 0,-2 0 2 16,-1 0-2-16,-3-2 7 0,-1 0-3 0,4 0 1 0,-16 0-3 15,-7-4-3-15,1 0-3 0,1-1 4 0,-2-1-3 16,5-1 10-16,-3-2-9 0,6-1 3 0,1 10-6 16,-1-2-2-16,7-5 5 0,-2 0-3 0,0-3 4 15,2-1-5-15,0 0 3 0,0-2-2 0,6 0 2 16,1 0-2-16,1 0 0 0,1 0 2 0,2 0-1 16,-2 0 2-16,1-2-7 0,-1 0-6 0,2 0 2 0,0 1-1 15,0-1-3-15,2 0 6 0,0 0-4 0,2-2 14 16,0 1-7-16,0-1 1 0,9-4-3 0,10 3 1 15,-3 3-1-15,6-2 0 0,-9-7 0 0,-4 6 3 0,0-1-3 16,-7 6 1-16,9-2-1 0,-4 2 4 0,4 0-2 16,0 2 1-16,-3 0-1 0,8 5 4 0,-5-1-1 15,4 3 3-15,-4-1-4 0,0-1-3 0,0 2 3 16,0 1-1-16,0-1 2 0,0 0 1 0,4 2-4 16,-3-1-1-16,1-3-1 0,-2 0 5 0,0-1-2 15,0 0 1-15,0-1-3 0,0-1-18 0,0 0-57 16,-2-3-4-16,1-1-21 0,1 0-59 0,-2 0-283 0</inkml:trace>
  <inkml:trace contextRef="#ctx0" brushRef="#br1" timeOffset="174271.21">9527 10297 1200 0,'-2'-2'9'0,"0"-2"13"0,-3-13 4 0,-1-1 6 0,3 5-9 16,1 5-7-16,0 3 0 0,0 1-4 0,0 0 0 15,0 1 12-15,0-1-6 0,1 0 6 0,-1 2-21 16,0 1 6-16,0-1 0 0,0 0 2 0,0 0 4 0,0 0 1 16,1 2 0-16,-1 0 0 0,0 0 2 0,0 0 3 15,0 2 6-15,0 0-3 0,2 0 3 0,0 0-13 16,0 1 4-16,0 5-5 0,0 3 7 0,0 2-11 15,0 2 0-15,0-4-3 0,0 7 5 0,2-1-3 16,0 0-2-16,2 5 1 0,1 0 2 0,3 1-7 16,-1 1 5-16,-1-4-7 0,-1-3 4 0,1 0 3 15,-1-1-3-15,3 1 3 0,1 2-7 0,-1-3-1 0,-1 1 2 16,0-2 0-16,1 2 5 0,-1-1-2 0,-1-1-2 16,-2-2 1-16,1 2 4 0,-1 0-7 0,0 0 0 15,-1-2-3-15,1 0 9 0,0-2-5 0,-1-2 7 16,-1-1-8-16,0-1 2 0,-2-1 4 0,2-1-6 0,-2-1 3 15,0 0-3-15,2-1 6 0,-2-1 8 0,0 0-1 16,2 2 13-16,0-1-8 0,-1 1-5 0,1 0 1 16,0-2-3-16,0 0 8 0,0-1 4 0,0 1-1 15,0 0-5-15,-1-2-7 0,3 0-3 0,0 0 0 16,0 0-5-16,-3 0 5 0,5-2-2 0,0-1 3 16,1 1-8-16,2-15 4 0,-3 0-3 0,1-1 4 0,4-3-6 15,-3-3 1-15,5 2 1 0,5-4 1 0,-7 0 4 16,12-4-5-16,-3-1 1 0,-1-8-1 0,5 0 4 15,-2 0-4-15,-1-4 4 0,-3 2-5 0,3-2-6 0,-5 1 9 16,1 3-3-16,0 2 7 0,-4 3-6 0,2 6 6 16,-2 4-2-16,-2 4 4 0,0 1-9 0,0 1 0 15,-4 3-3-15,1 0 3 0,1 2-2 0,-3 2-12 16,-1 1-3-16,1 3-14 0,-4 1-135 0,0 6-453 16</inkml:trace>
  <inkml:trace contextRef="#ctx0" brushRef="#br1" timeOffset="180298.49">10411 6940 256 0,'0'-2'-48'0,"0"0"39"0,0 0 2 15,0 0 2-15,0-13 42 0,2 4-13 0,0-2-4 16,-1 2 2-16,1 2 0 0,0-4 11 0,0 2 0 0,0 3 0 16,0 1 0-16,-2 3 5 0,0 0-1 0,0 1 8 15,0-1-6-15,2-2 1 0,-1 1-12 0,-1 3 2 16,2-2-5-16,-2 2-1 0,0 1-3 0,2-3 2 0,-2 2-2 16,2-2 10-16,0 1-20 0,0-1 2 0,0 0-7 15,-1 2-2-15,-1 0 10 0,2 1-8 0,0-1 7 16,0 0-11-16,0 0 3 0,0 0-3 0,0 0 3 15,-2 0-5-15,0 1 6 0,0-1 0 0,1 0 1 16,-1 0 2-16,0 0-9 0,0 0 2 0,0 2-4 16,0 0 1-16,0 0 6 0,0 0 2 0,0 0 1 15,0 2-2-15,0 2-5 0,0 3 4 0,0 16-4 0,0 3 4 16,-1 7-3-16,-3 4-2 0,0 0 0 0,2-3 9 16,-1-5-10-16,-3 3 4 0,-1-4-7 0,-1 3 3 0,1-1 7 15,1-2-1-15,2 0 4 0,-1 2 3 0,-3-3-9 16,1-1 4-16,-2 0-4 0,-2 0 1 0,0 0-3 15,-1-1-1-15,1 2 1 0,2-3 8 0,0 2-7 16,3-1 6-16,1-5-7 0,1-1 6 0,0-1 4 16,0-1-4-16,3 0 4 0,-1-1-11 0,0-5 0 15,0 1 3-15,0-1-2 0,2-4 8 0,0 1-7 16,0-3-3-16,0-1 0 0,0-2-6 0,0 0-6 0,0 1 0 16,0 1-4-16,0-2-8 0,0 0-43 0,0 0-35 15,0-2-22-15,0 0-293 0</inkml:trace>
  <inkml:trace contextRef="#ctx0" brushRef="#br1" timeOffset="184745.94">10040 6940 26 0,'0'-2'0'0,"0"-2"12"0,-2-9 136 0,-2-4-22 15,2 1 4-15,0-1-58 0,2 6-22 0,0-2-14 16,0 0-3-16,0 2 4 0,0 0-17 0,0-2-3 16,0 3 0-16,2-3-1 0,2-2 0 0,1 4 10 15,3-2 2-15,1 0 4 0,-5 2 12 0,11 0-10 16,3 2 0-16,1 0-3 0,1 3-1 0,-3 0-21 0,0 3 5 16,-1-8-10-16,1 1 5 0,4 1-10 0,-5 5 2 15,5 1-4-15,-1 3 6 0,-1 0 6 0,3 0-8 16,-2 1 5-16,-1 3-5 0,7 2 3 0,0-1-1 0,-2 1-1 15,0-1-5-15,-5 1 4 0,1 0 4 0,1-1 0 16,-1 3 1-16,2-1 0 0,-5-1-4 0,-2-1 2 16,-4 1-11-16,-4-3 4 0,1 1 1 0,-1 2 0 15,-3-5 3-15,0 7 10 0,-1 3-7 0,1 0 7 16,0 2-17-16,-2 0 13 0,0 4-1 0,9 0 4 16,0 1-14-16,-4 1 14 0,-3-4-9 0,-2-1 13 0,-2 1-7 15,0 2 0-15,0-2 3 0,-2-2-3 0,0-2-7 16,-2 2 13-16,1-2-4 0,-3 0 7 0,-1 4-14 15,-1-4 3-15,-1 4 1 0,-11 2 0 0,-1-2-3 0,-1-6 7 16,3 4-6-16,-3-7 7 0,0 1-7 0,3 2-3 16,-1-5 0-16,5-2-1 0,4 2 0 0,1 3 4 15,1-1 2-15,5-5 0 0,1 1-4 0,1-2 8 16,0 0-6-16,-2 4 6 0,1-2-11 0,-1 0 5 16,2 0-3-16,0-1 4 0,0 1-7 0,0 0 2 15,1 0-2-15,-1 0 1 0,2 0 3 0,0 0-5 16,0-1 5-16,0 1-5 0,0 0 5 0,0 0-1 0,0 0 0 15,2 2 1-15,-1-1 2 0,3 7-10 0,0-1 7 16,0 4-6-16,-1-2 9 0,3 0-5 0,-2-2-2 16,1 1 1-16,-1-3 7 0,0 1-3 0,-1-1 3 15,1 0-5-15,2 1 4 0,-3-1 0 0,8-3-2 0,2 0 1 16,-1-1 3-16,-1 7 13 0,5 1-4 0,-4-6 4 16,2 3-15-16,3-3 0 0,-6-1 1 0,6 2-2 15,-6-3-4-15,-3-1 3 0,3 0-2 0,-2 0 3 16,0 0-1-16,1 0-2 0,-5-2-4 0,-1 0 1 15,0 0-11-15,-3 0-22 0,3 0 0 0,2 0-14 16,-3 0-58-16,-1 0-51 0,2 0-7 0,-2 0-16 0,2 0-55 16</inkml:trace>
  <inkml:trace contextRef="#ctx0" brushRef="#br1" timeOffset="185200.5">11016 7302 274 0,'0'-2'88'0,"0"0"148"0,-2 0-165 0,1-1-21 16,-1-1-8-16,-2 0-2 0,2 2-20 0,-7 0-6 15,0 1-5-15,-3-9 1 0,1 3-4 0,0 1-3 16,-2 3 8-16,2 1-8 0,-2 0-1 0,4 2 5 0,-2 0 0 16,-1 0 2-16,3 0 3 0,0 2-6 0,3-2-2 15,4 0 2-15,-1 2 11 0,-1-1-3 0,0 1-1 16,1 0 0-16,1 2 2 0,0 0-5 0,0-1 11 15,0 1-10-15,2 0 9 0,-2 3-3 0,2 2-6 0,0 3 3 16,2-1-13-16,0 0 15 0,4 2-12 0,-1 0 12 16,4 2-19-16,3 1 8 0,-1 1-4 0,2 2 6 15,0-1-7-15,0 1-5 0,2 1 10 0,-2-1-7 16,0 1 7-16,0-1-4 0,-2-1 2 0,-2-1-2 16,0 0 2-16,-1-1-2 0,-1 1 1 0,-1 0-1 15,-3-6 2-15,1 0 0 0,-2-2-4 0,-2-3 4 0,0 0 8 16,0 1-1-16,0 0 2 0,-2 1-1 0,-2-1-4 15,-1 1 6-15,-6-6 4 0,-12 7 0 0,1-4 4 0,2 1-8 16,-3-2 1-16,-1-2-2 0,4 12 12 0,1-4-5 16,1-5-2-16,7-3 0 0,-4 0-6 0,4 0-3 15,-1-2-2-15,3 0 0 0,0 0-3 0,1 0-3 16,5 0 6-16,1 0-5 0,-2 0 2 0,2 0-9 16,-1-2-7-16,-1 0-2 0,2 0-26 0,0 0-68 15,0 1 5-15,2-1-30 0,0 0-31 0,2 0-158 16</inkml:trace>
  <inkml:trace contextRef="#ctx0" brushRef="#br1" timeOffset="185637.19">11349 7138 156 0,'0'0'40'16,"0"0"6"-16,0-1 32 0,-2-1 1 0,0 0-45 0,0 0-24 16,0 0 3-16,0 0-8 0,-1 0 2 0,-1 1 7 15,2-1 4-15,-2 0 2 0,1 0 19 0,-1 2 14 16,2 0-1-16,0 0 8 0,0 0 19 0,0 0-21 15,1-2 2-15,-1 2-11 0,0 0-22 0,0 0 3 16,0 0 5-16,0 0-1 0,2 0 3 0,2 0-9 16,0-2 2-16,2 2-2 0,24-5-4 0,3 1-3 15,-1 0-8-15,3 2 6 0,-1 1 0 0,3-5-11 16,-1 2 6-16,-5 1-8 0,1-3 2 0,0 2-2 0,-1 1 4 16,1-1-4-16,-6 0-3 0,-5 0 0 0,-1 3-5 15,-3-1 5-15,-2 2 3 0,-5 0-4 0,1-2-1 16,-4 2-1-16,-1 0-1 0,0 0-5 0,-2 0 3 15,1 0-6-15,1 0-1 0,0 0 1 0,-2 0-1 0,0 0-1 16,-2 0-18-16,0 0-35 0,0 2-14 0,-2 0-7 16,0-1-58-16,-2 1-49 0,-7 4-18 0</inkml:trace>
  <inkml:trace contextRef="#ctx0" brushRef="#br1" timeOffset="185872.18">11386 7332 207 0,'0'0'147'0,"0"0"-107"16,0-2 140-16,0 0-48 0,-2 0-79 0,2 0-20 15,0 0 2-15,0 0-10 0,0 1-12 0,0-1 18 16,0 2-1-16,0 0 9 0,2 0 1 0,1 0 0 16,3 0-1-16,14-4 0 0,1 0-7 0,1 1-3 15,0-1-7-15,1 0 3 0,-3 0-9 0,-1 1-10 16,-4-1 2-16,-1 0-5 0,1 1 3 0,-2-1-3 0,0 0 4 15,-2 2-6-15,-1 0-11 0,1 1-4 0,-2-1-4 16,2 0-4-16,-2 0-60 0,3 0-163 0,-3 0-52 16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5:35:55.51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6237 3202 532 0,'-2'-2'0'0,"0"0"11"16,0 1 106-16,1-1-21 0,-1 0 14 0,-2 0-36 15,0-2 5-15,1 1-2 0,-1-1 3 0,0 0-3 0,0-1-9 16,-1-3-16-16,1 3-4 0,0-1-2 0,1 2 0 16,1 1-13-16,0-1 3 0,0 2-9 0,0 0-18 15,0 0 10-15,1 0-9 0,-1 1 10 0,0 1-4 16,0 0 1-16,0 1 3 0,0 3-3 0,-3 9-3 0,-5 15-5 16,3 2 5-16,0 3-4 0,1 4 6 0,0 2-6 15,1 4 3-15,1 5-3 0,0 1 0 0,-1 8 3 16,-3 4-4-16,1 1 5 0,1 3-1 0,1-4-9 15,-1-5 5-15,1-4-6 0,-3-4 6 0,3-5-2 16,-1-3-1-16,-3-4 1 0,0-1-3 0,-3-3 2 16,1-1-1-16,0-1 2 0,2-2-1 0,0-4-3 0,-1-2-3 15,3-3 1-15,-1-5-2 0,3-1-25 0,-1-1-2 16,4-7-11-16,1 1-31 0,-1-3-79 0,0 1 7 16,2 0-42-16,0-2-108 0</inkml:trace>
  <inkml:trace contextRef="#ctx0" brushRef="#br0" timeOffset="570.35">5899 3457 594 0,'-2'0'48'0,"0"0"-7"0,1-2 13 16,-3 2 5-16,-9-6-17 0,5 2-3 0,5 3 23 16,-1-1-1-16,0-2 4 0,2 0-17 0,-1-9-10 15,3 0-4-15,3-2-2 0,7-1-11 0,8 1-2 16,19-2 3-16,6-1-3 0,3 1-1 0,-3-2 0 16,2 3 3-16,-4-1-1 0,1 2-4 0,1 4-7 15,-2 0-2-15,-4 5 0 0,-2 4-4 0,-5-16-3 16,-4 8 0-16,-4 7 0 0,-3 3 3 0,-6 0-1 0,5 5-2 15,-8-1 0-15,-5 0-10 0,-3 7 9 0,13 13-8 16,-4 4 9-16,-7 3-4 0,-4 3 4 0,-6 1 2 16,-3 2 0-16,-4 2-3 0,-4 2 4 0,-1 2 2 15,-3-1 1-15,-1-1-6 0,20 0 6 0,-24-2-5 0,-4 0 8 16,3-4-3-16,-1-1 0 0,-2-6 1 0,2-6 0 16,-5 0 3-16,-1-3-5 0,1-2 3 0,-1-4-5 15,-3-2 4-15,2-6 4 0,2-1-3 0,-1-2 4 16,6 16 2-16,6-8-4 0,2-5 11 0,7-3-8 15,2 0 12-15,5-2-4 0,0 0-12 0,3 0 7 16,1 0-11-16,0 0 3 0,2 0 2 0,2 0-2 0,2 0-8 16,29-7-2-16,8-3 2 0,3 1 1 0,3 2 7 15,-8 1-8-15,-2 0-3 0,-4 5-1 0,3-1 6 0,-1 2-5 16,4 0 3-16,-4 2-5 0,0 3 5 0,1 3 1 16,1 1 1-16,-4 0-2 0,1 2 0 0,-1 0 3 15,-5 1-2-15,5 1 4 0,-7-2-5 0,-2 0-1 16,-1 2 2-16,-10-6-2 0,5 4-6 0,-5-1 12 15,0-1-9-15,-2-2 10 0,2 3-11 0,-1-3 9 16,4 2-3-16,1 1 4 0,-10-7-12 0,8 5 7 16,-7-4-10-16,-1-3 5 0,14 7-32 0,-5-4-37 15,5-3-19-15,-1 1-19 0,1-2-197 0</inkml:trace>
  <inkml:trace contextRef="#ctx0" brushRef="#br0" timeOffset="947.23">7349 3913 808 0,'-2'0'24'0,"0"-2"37"16,1 1-24-16,-3 1 21 0,-11-4 5 0,-9-2 3 15,2-1 7-15,-1 1-7 0,1 1-8 0,3 1 1 16,1 4-28-16,1 0 1 0,2 0-6 0,1 0 2 0,2 0-23 16,5 0 8-16,0 0-9 0,1 0 8 0,4 0-7 15,0 0-5-15,-1 2 2 0,-1 2-3 0,2-1 2 16,-4 7-1-16,3 3 4 0,1 3-4 0,2 1 5 0,2 0 0 15,3-1-1-15,3 3 1 0,1-2 0 0,2 1 1 16,0 1-5-16,0 1 3 0,2 3-6 0,-1-1 6 16,-3 0 2-16,-2-1 2 0,1-1 0 0,-5 0 0 15,1-1 2-15,-2-2 0 0,0-1 5 0,-2-3 11 16,0 0-2-16,0-3 6 0,-2-1 11 0,0-2-4 16,-3 3-1-16,1-5-1 0,-5 1-7 0,-10-3-7 15,-1 1-2-15,-1 0-3 0,1 0-5 0,-1-1-10 0,1 12 7 16,-1-6-8-16,3-3 8 0,-1-2-8 0,1-2 0 15,3-2-4-15,4 0-16 0,3 0-25 0,5 0-9 16,1 0-7-16,-2 0-47 0,0 0-75 0,2 0-30 16,2 0-38-16,0 0-320 0</inkml:trace>
  <inkml:trace contextRef="#ctx0" brushRef="#br0" timeOffset="1166.33">7787 3900 1376 0,'-1'-2'32'16,"-1"1"-13"-16,0-1 22 0,0-2-2 0,0 0-29 0,0 1 12 16,-1-3 9-16,-1 0-2 0,2 1-2 0,2 3-17 15,-2-7-2-15,2-1-5 0,2 3-6 0,2 0-24 16,1 3-8-16,25 2-7 0,0-2-51 0,-3 1-71 15,-2-14-47-15</inkml:trace>
  <inkml:trace contextRef="#ctx0" brushRef="#br0" timeOffset="1337.61">7843 4093 1081 0,'0'0'15'15,"-2"0"21"-15,0 0-11 0,1 0 21 0,-1 0-1 16,0 0 11-16,0 0 34 0,0 0-41 0,0 0 9 0,0 0-23 15,2 0-15-15,0 0-7 0,0 0 3 0,2 0-3 16,0 0-5-16,9 0 3 0,21-1-5 0,5-3 4 16,0-2-14-16,11-3-32 0,8-2-11 0,2-2-11 15,8 0-81-15</inkml:trace>
  <inkml:trace contextRef="#ctx0" brushRef="#br0" timeOffset="2629.05">9414 2794 63 0,'0'0'20'0,"0"0"35"0,0 0-30 0,0 0-4 16,0 0-2-16,0 0-1 0,-2-2-8 0,0 0 10 15,0 0-7-15,0 0 7 0,1 0-11 0,-1 1 8 16,0-1 5-16,0 0 0 0,0 0 19 0,0 0-3 15,0 0 3-15,-1 0-3 0,-1 1-4 0,0-1 13 16,1 0-4-16,-1 0 10 0,2 2 15 0,-2-2-6 16,1 0-2-16,-1 0-4 0,0 1-20 0,2 1 0 15,-1-2 0-15,-1 0 0 0,0 0 5 0,0-2-13 0,1 1 5 16,1-1-8-16,0 0 8 0,0 0-13 0,0 1 5 16,0-1-9-16,2 0-3 0,0 1 6 0,2-1-6 15,0 0 7-15,20-3-7 0,4-1-11 0,4 3 7 16,0-1-7-16,-2 4 9 0,3 0-4 0,-1-16-5 15,3 5 2-15,-1 7-6 0,-12 4 0 0,1 2 0 0,-12 2 1 16,4 2 6-16,2 2-3 0,0 1 3 0,-4-1-5 16,-2 1-4-16,-1-1 3 0,-3 1 2 0,3 4 0 15,-1 2-1-15,-1 0 1 0,-3-4 1 0,3 4 3 16,-4-5 8-16,0-1 2 0,-1 4-8 0,-1 1 5 0,0 2-17 16,0-1 13-16,-1 2-2 0,-1-4 6 0,-2 1-7 15,0-1-6-15,-1 2 2 0,-3 0-2 0,-1 2 6 16,-2-1-4-16,2-1 4 0,-1 0-4 0,-3 4 1 0,-5-4-2 15,5 4-1-15,2-2-1 0,-4-4 0 0,4 0 6 16,-2-4-4-16,5 3 5 0,1-5-10 0,3 4 5 16,2-9 1-16,-1 2 1 0,1-2 6 0,-2 4 2 15,0 0-7-15,1-1 5 0,-1 1-11 0,2-2 3 16,0 0 0-16,0 0-1 0,0 0-22 0,1-1-22 16,-1-1-14-16,2 0-4 0,2 0-65 0,-1 0-122 15,3 0-23-15</inkml:trace>
  <inkml:trace contextRef="#ctx0" brushRef="#br0" timeOffset="3251.56">8628 3243 439 0,'-1'0'59'0,"-1"0"-3"16,-2 0 47-16,-11 0-6 0,-2-2-2 0,4 0-16 15,2 0 2-15,4 1-12 0,1-1 7 0,4 2-20 0,1 0-3 16,-3-2-7-16,0 0-1 0,2 0-29 0,0 0 9 15,2 0-2-15,0 1 4 0,2-1 0 0,2 0-6 16,20-6-2-16,8 1-2 0,-3 3-8 0,-1 2-5 16,-2 2 2-16,-2 2-4 0,2 2-3 0,-5 0 4 15,3 1-1-15,-4 1 3 0,3 1-5 0,3 1 0 16,-4-3 2-16,-5-1-2 0,5 2-8 0,2-3-31 16,2-1-7-16,11 0-8 0,-1-2-32 0,-3-2-46 15,0-3-27-15</inkml:trace>
  <inkml:trace contextRef="#ctx0" brushRef="#br0" timeOffset="3807.77">9263 2714 962 0,'0'0'16'0,"-1"-2"-4"16,-1 0 4-16,0 0-1 0,0 0-4 0,-2 1 2 0,1-1 51 16,1-2-10-16,0 0 19 0,0 1-28 0,0-1-17 15,2 0-3-15,0 0-5 0,2 1-11 0,-2 1 8 16,24-4-2-16,4 1 2 0,2-1-1 0,1 4-3 16,1-16 7-16,1 7-7 0,1 7 2 0,-3 4-3 15,-3 2-2-15,0 5 0 0,4 4-10 0,-6 0 6 16,3 6-4-16,-8-11 5 0,-5 29-3 0,-1 2 0 15,-5 2 1-15,-1 6-1 0,-4-6-4 0,-1 1 6 16,18-2-1-16,-9 1 3 0,-9-2-5 0,-4-4 4 0,-4 2-4 16,-3-7 6-16,-4 2 3 0,-6-2-5 0,10-2 6 15,-27 0-6-15,-1 0 5 0,0 0 9 0,1 0-3 16,-5 0 6-16,4-2-2 0,0-4 8 0,-1 1-8 16,5-3 8-16,1-5-9 0,4 0-7 0,2-5 2 0,7-1-5 15,-1-3-8-15,5 5 9 0,3-3-2 0,1-1 5 16,2-1-6-16,1-2-3 0,4-2 1 0,-1 0 0 15,-1 0-4-15,2 0-3 0,0 0 1 0,0-2 1 16,2-2 8-16,2-5-11 0,11-15 2 0,-5 2-4 16,21-1 6-16,1 5-5 0,2 3 2 0,-3 6-2 15,-1-1-3-15,-4 7 3 0,0-1-1 0,-5-9 2 0,0 4-2 16,1 1 2-16,-3 5-2 0,-1 3 3 0,1 0-2 16,-6 1 2-16,10 7-1 0,-8-1 1 0,2 3 3 15,-1-5 0-15,-8 12-4 0,3-2 1 0,-1 0-1 0,1 1-2 16,0-1 2-16,2 2-1 0,2 0 7 0,-3-4-5 15,3 1 5-15,0-2-5 0,-2-3 5 0,2-2-8 16,0 3 0-16,3-3-8 0,1 0-37 0,2-5-36 16,3 13-9-16,-2-6-13 0,8-3-88 0</inkml:trace>
  <inkml:trace contextRef="#ctx0" brushRef="#br0" timeOffset="4053.67">10162 3202 949 0,'-2'-2'16'0,"0"0"25"15,-1 1-23-15,-3-1 13 0,-5-2 1 0,2 0 7 16,-2 1 33-16,3 1-21 0,1-2 6 0,1 2-14 16,2 2-13-16,1-2-12 0,1 2-6 0,-2-2-2 15,0 1-9-15,1-1-7 0,1 0 11 0,0 0-10 16,0 0 12-16,0 2-6 0,0 0-3 0,2 0 1 15,0 0-6-15,2 0 7 0,0 0-6 0,0 0 4 0,2-2-14 16,9 0-42-16,3-1-2 0,1 1-20 0,2 0-41 16,-3 0-71-16,3 0-18 0</inkml:trace>
  <inkml:trace contextRef="#ctx0" brushRef="#br0" timeOffset="4729.76">9419 3267 270 0,'0'-2'178'0,"0"0"-222"0,0-1 205 0,-1-7-108 16,-1-8-34-16,2-1-3 0,2-3 3 0,1 2 1 15,5-5 26-15,1-1-3 0,2 2 2 0,4-2-4 0,0 0-20 16,-4 10-3-16,-2 1-9 0,-1 4 6 0,-5 7-2 16,-1 0 43-16,0 0-14 0,0 1 19 0,0 1-36 15,-2 0 0-15,-2 2-4 0,0 2 0 0,-9 5-13 0,-22 10 7 16,-5 16 3-16,3-1-2 0,0 1-13 0,0-5 10 15,1 4-7-15,3-4 9 0,-5 0-1 0,10-4 3 16,-3-2-2-16,8-3 0 0,6-3-10 0,8-1 5 16,3 0-10-16,-3-4 8 0,1-2-8 0,3 1 24 15,3-5 2-15,0 1 4 0,0-4-11 0,3 1-4 16,16 9-3-16,14-3-1 0,4-9-11 0,4-6 6 0,0-7-2 16,5-5 3-16,-1-5 2 0,-2-1-9 15,1 19 7-15,-5-25-8 0,-2 0 6 0,-9-1 5 0,-5-1-5 16,-16 2 5-16,15-7-8 0,-14 9 5 0,-8-3-2 15,-8 3 2-15,-1 11-9 0,-4 2-1 0,-22 12 0 16,-10-21 1-16,1 14 10 0,-7 12-9 0,-2 9 7 0,-5 13-8 16,-3-20 7-16,-6 39 4 0,-5-2-8 0,-3 0 7 15,1 3-13-15,5-5 9 0,12 2-4 0,16-2 6 16,9-2-4-16,14-2-5 0,3-3 2 0,7-2-4 16,7-4 5-16,-14-4 7 0,7 0-1 0,8-5 4 15,4 2 10-15,5-7-1 0,21-4 11 0,22 18-8 16,9-17 2-16,10-13-8 0,1-12-7 0,3-10 3 0,-9 22-4 15,-4-37-8-15,-3 0 8 0,-1 1-8 0,-5-1 6 16,-1 0 0-16,-1 2-3 0,-11 0 3 0,-2 0 5 16,-5-2 0-16,-9-2 1 0,-7 4-1 0,-2-2 0 0,7 4-3 15,-13 0-2-15,-9 0-1 0,-5 4-7 0,-6 7-5 16,-1 5 2-16,7 10-4 0,-27 2-17 0,1-10-28 16,-6 8-5-16,-2 9-17 0,3 12-114 0</inkml:trace>
  <inkml:trace contextRef="#ctx0" brushRef="#br0" timeOffset="5225.39">11297 2914 734 0,'-4'0'51'0,"-11"-2"-1"15,-24-1 45-15,2-1-2 0,7 2-34 0,2 0 22 0,2 2-8 16,8 0 12-16,3 0-7 0,6 0-16 0,1 0 1 15,4 0-9-15,1 0-27 0,-1 0-16 0,0 0 0 0,1 0-4 16,1 0 8-16,0 0-3 0,2 0-1 0,0 0 0 16,2 0 2-16,13 2-3 0,24 2 2 0,1-4-4 15,3 0-8-15,9-2-10 0,-5 0 2 0,-3-1-7 16,1-1-27-16,-4 0-44 0,-1-1-30 0,1-3-16 16,-2-1-237-16</inkml:trace>
  <inkml:trace contextRef="#ctx0" brushRef="#br0" timeOffset="5540.38">12173 2433 1144 0,'-2'0'8'0,"-2"0"1"0,-16-1 10 15,-6-1-1-15,2 0 7 0,2 2 44 0,-1-2-5 16,3 2 4-16,1-2-10 0,4 2-29 0,8 0-17 15,1 0-1-15,5 0-6 0,-3 0-22 0,0 0 12 16,0 2-3-16,1 0 8 0,1 2 10 0,-2 3-7 0,-7 21 1 16,4 5-2-16,1 4 7 0,0 8-1 0,1 1-3 0,-4 5 1 15,1 8-6-15,-1 0 13 0,0 3-5 16,-1-3 6-16,1-5-14 0,-2 0 7 0,0-2 3 16,0-8 1-16,1-5-13 0,3-7 9 0,-1-2-7 0,1-4 10 15,1-4-12-15,3-2 7 0,-1-3-4 0,2-2 5 16,2-2-6-16,0-4-2 0,0-1-8 0,0-3 1 15,0 1-34-15,0-4-20 0,2 1-11 0,0 1-12 16,0-2-130-16</inkml:trace>
  <inkml:trace contextRef="#ctx0" brushRef="#br0" timeOffset="5744.51">12405 3063 1020 0,'0'0'44'0,"0"0"1"0,0 0-22 15,0 0-1-15,0 0-20 0,0 0 11 0,0 0 57 16,0 0-4-16,0 0 21 0,0 0-10 0,0 0-44 16,0 0-6-16,0 0-12 0,0 0-12 0,-2 0-6 15,0 0 8-15,2 2-9 0,0 0 2 0,0-1-32 16,0 1-9-16,0 0-10 0,0 0-53 0,0 0-125 0</inkml:trace>
  <inkml:trace contextRef="#ctx0" brushRef="#br0" timeOffset="6210.54">12698 2647 548 0,'0'0'296'0,"0"-2"-411"0,-1 0 351 0,-1 0-196 16,0-1-20-16,0-1 32 0,-2-3-2 0,2-3 12 15,1 1 2-15,1 0-26 0,0-1 2 0,1 3-9 0,3 0-8 16,4-1-9-16,21 3-2 0,-8-1-3 0,10 4-14 15,-5-15 7-15,8 4-1 0,-3 8 5 0,-5 5 1 16,-2 0-11-16,-1 4 5 0,-5 3-4 0,1 2 12 0,-3 2-8 16,-3 4 0-16,-3 13-1 0,1 4 12 0,-2 5-12 15,-5-2 4-15,0 8-7 0,20 1 10 0,-11-1-1 16,-6 4 1-16,-7-1 0 0,0-2 8 0,-2-1-8 16,-3 0 1-16,-3-6-5 0,1-4-7 0,-2-1 15 15,-3-4-5-15,-1 0 9 0,0-4-15 0,0 0 15 16,-1-2-3-16,1-3 9 0,0-1 3 0,9-3-11 15,-11-4 5-15,8-1-5 0,-1-5 15 0,-1-3-4 16,2 0-3-16,-5 7 0 0,3-3-7 0,0-2-1 0,0-1 2 16,-3-1-4-16,7-2-6 0,-6 0 6 0,3-2 1 15,6 2 3-15,-1-2 2 0,-1-1-10 0,-3-8-1 16,-1-4-2-16,3-2-2 0,5 2-2 0,1 2 1 16,5 2-1-16,1 0 4 0,-3 3-6 0,24 1-1 0,-4 5-1 15,-2-2-3-15,8-14 11 0,-8 9-9 0,4 1 9 16,-2 3-2-16,2 1-7 0,0 2 10 0,0 0-10 15,0 2 6-15,-1 0 3 0,1 0-1 0,-2 0 2 16,0 0-6-16,-4 0-9 0,1 0-6 0,-5 0-3 16,5 0-39-16,1 2-23 0,2-2-20 0,2 0-5 15,6 0-130-15</inkml:trace>
  <inkml:trace contextRef="#ctx0" brushRef="#br0" timeOffset="6449.69">14033 2951 953 0,'0'0'132'0,"-1"0"-163"15,-1-1 158-15,0-1-81 0,0 0-1 0,0 0 47 16,0 0-20-16,0 0 27 0,1 0-36 0,-1 1-32 0,2-1 10 16,0 0-18-16,2 0-4 0,1 0 4 0,20-11-5 15,17-3 4-15,-1 3-12 0,2 1 1 0,6 1-6 16,-7 4 4-16,-1 1-14 0,-1 3 5 0,-12-1-1 0,3 0 3 15,-5 2-2-15,-1 2-27 0,-3 0-2 0,-3 0-8 16,-2 0-16-16,-2 0-29 0,-2 0-4 0,-4 0-17 16,-1 0-96-16</inkml:trace>
  <inkml:trace contextRef="#ctx0" brushRef="#br0" timeOffset="7147.26">15342 2224 509 0,'0'-2'51'0,"0"-2"-14"0,0-20 18 16,0-4 25-16,-1 0-30 0,-1 8 20 0,0 1 12 16,-2 3 0-16,2 4 1 0,-1-1-18 0,-1 2-21 15,2 6-3-15,-2-3-5 0,1 3-3 0,3 3-12 0,0 0 6 16,-4-2-10-16,0 2-1 0,-5-1 3 0,-2 1-7 16,-6 4 5-16,2 5-7 0,-2 6 8 0,-5 28-7 15,-2 4 5-15,2 1-17 0,-2-1 9 0,-2 1-2 16,1 0 4-16,5-1-10 0,1-1-2 0,8 3-2 0,4-1 0 15,1 3 9-15,4 3-9 0,-24 3 7 0,17 5-9 16,5-5 6-16,4-1 1 0,4-4 3 0,2-7 1 16,5 5 10-16,0-9-5 0,4 0-1 0,2-7 0 15,-3-6 1-15,-12-4-2 0,19-3 3 0,5-3-3 16,2 1 11-16,5-6-10 0,0-1 2 0,-5-5-4 0,0-3 4 16,0 17-9-16,2-8 4 0,-1-6-6 0,3-3-4 15,-2-2-32-15,1-2-7 0,-1-3-8 0,3-3-39 16,3-1-47-16,-3-2-46 0</inkml:trace>
  <inkml:trace contextRef="#ctx0" brushRef="#br0" timeOffset="7385.74">15604 2679 789 0,'-2'0'42'0,"-1"-2"75"0,-1 2-82 0,-11-6 42 0,2 2-4 16,2 1 19-16,3 1 0 0,3 0-30 0,1 2 4 16,2 0-14-16,-1-2-12 0,-1 0-12 0,2 0-4 15,0 1 0-15,0-1-5 0,2 0 6 0,2 0-5 0,0 2 5 16,35-17 2-16,4 4-15 0,4 2 2 0,1 4-7 16,4 1-4-16,4 1 2 0,2-1-2 0,-1 4 2 15,-6 0-3-15,-5 2-13 0,-10 0-2 0,-10 0-9 16,-2 0-50-16,0 0-91 0,-5 0-180 0</inkml:trace>
  <inkml:trace contextRef="#ctx0" brushRef="#br0" timeOffset="8196.66">16256 2454 593 0,'0'-2'39'0,"0"0"2"0,-2 0 24 0,0-1-18 15,-2-3 5-15,-3-7-18 0,1 2 31 0,1-2-5 16,1 5 13-16,0-1 2 0,1 0-26 0,1 1-3 15,2-1-9-15,0 2-20 0,2 1-7 0,3-3 5 16,3 7-7-16,21-2-7 0,5 2 5 0,5-18-4 0,0 9 6 16,0 7 5-16,2 8-12 0,-6 3 6 0,-9 4-7 15,-2 2-3-15,-9-3 10 0,-4 21-3 0,-3 5 6 16,-7 1-8-16,20 5 8 0,-16 1-1 0,-6 4 5 16,-11-1-6-16,-4 2 2 0,-7 1-6 0,20-5 5 15,-29-5-2-15,-3-4 4 0,1-7-2 0,1-4 1 16,1 2-5-16,-3-3 8 0,4 1 1 0,1-8 2 0,0-4 3 15,6-3-2-15,4-5-3 0,-1-3 1 0,4 11-8 16,3-3 14-16,-1-4-11 0,4-3 10 0,3-2-16 16,4 0-3-16,1 0 10 0,-1 0-8 0,0-2 11 0,2 1-6 15,1-3 1-15,1 0-4 0,-2-9-3 0,2 2-2 16,2 0-2-16,-1 7 1 0,3-3 9 0,-2 3 5 16,11 0-3-16,6 1 2 0,1-10-9 0,0 3 8 15,5 3-3-15,-1 5 4 0,0 2-8 0,-2 2-1 16,0 2 2-16,-3 1-2 0,-2 1 4 0,-4-1-5 15,0 1 5-15,-2-1-3 0,0 3 7 0,2 1-11 16,0-5-1-16,-2 7-2 0,-2-4 7 0,1 3-30 0,-1-3 0 16,0-1-13-16,6 1-14 0,2-3-44 0,0 0-1 15,5 10-29-15,0-2-136 0</inkml:trace>
  <inkml:trace contextRef="#ctx0" brushRef="#br0" timeOffset="8393.42">17006 2810 938 0,'0'0'22'0,"0"-1"48"16,0-1-32-16,0 0 25 0,0 0 15 0,0 0 1 15,0 0 40-15,0 0-42 0,0 1-2 0,0-1-16 16,0 0-32-16,0 0-19 0,-2 0 0 0,0 0-7 0,0-1-4 16,1 1 0-16,-1 0-3 0,0 0 1 0,0 0-14 0,2 0-25 15,0 0-5-15,0 1-8 0,0-1-37 0,2 0-49 16,2 2-4-16,5-2-19 0,19-5-64 0</inkml:trace>
  <inkml:trace contextRef="#ctx0" brushRef="#br0" timeOffset="8703.91">17546 2543 325 0,'-2'0'57'0,"1"0"111"0,-1 0-135 0,-17-4 54 16,4 2-1-16,-9 1 21 0,13 1 9 0,-11 0-38 0,-2 0-1 15,5 0-15-15,-9 0-29 0,12 0-11 0,6 0-1 16,5 0-3-16,1 0-15 0,0 1-3 0,1 1 0 15,-1 0 2-15,2 0 8 0,0 2 6 0,2-2 0 16,-2 11 3-16,2 3 5 0,4-1-12 0,7 4 8 16,2-1-8-16,-4-1 9 0,14 7-7 15,-1-3 1-15,4-1-2 0,-4 4-4 0,2-3 10 0,2 6-9 0,-11 1 10 16,0-2-10-16,-4 6-3 0,-2-8 4 0,-3 2-3 16,-2 2 6-16,11-6-8 0,-6 0 2 0,-4-1-2 15,-3-6 12-15,-2-6 10 0,0 2 3 0,0-2 2 16,-2-1 22-16,1-3-21 0,-1-1 0 0,0-4-9 0,-13 2-15 15,-4 0-4-15,5 1 3 0,-5 10-5 0,0-5 1 16,5-4-14-16,-1-3-3 0,-4-1-6 0,10 0-31 16,-2-3-51-16,1-1-32 0,5 0-28 0,-8-3-314 0</inkml:trace>
  <inkml:trace contextRef="#ctx0" brushRef="#br0" timeOffset="8908.57">17314 2450 1224 0,'0'0'35'0,"0"0"-8"0,0-2-4 0,0 0 16 15,0 1-21-15,0-1 47 0,2 0 29 0,0 0-4 16,2-2 6-16,11-7-40 0,14-7-25 0,3 3-7 0,5 0-5 16,2 2-17-16,4 2-1 0,-4 1 3 0,-6 3-4 15,-1 1-5-15,-5 1-15 0,-1-1 1 0,2 1-8 16,0 1-22-16,4 0-44 0,-1 2-13 0,1 1-30 15,-2-1-265-15</inkml:trace>
  <inkml:trace contextRef="#ctx0" brushRef="#br0" timeOffset="9283.85">18289 1928 512 0,'-2'-1'252'0,"0"-1"-336"16,-1 0 296-16,-9-6-162 0,-4-3-25 0,-3 0 40 16,4 4-4-16,0-1 17 0,6 5 2 0,4 1-33 15,3 2-4-15,0 0-11 0,-2-2-28 0,2 0-11 16,0 0 9-16,1 0-8 0,-1 2 21 0,2 0-2 16,0 0-2-16,2 2 2 0,7 4 8 0,22-3 4 0,5 18-6 15,3 10 4-15,-2 1-8 0,2-2 10 0,2 5-3 16,-2-3 3-16,7 1-10 0,1 10-1 0,-3-6 1 15,-1 2-2-15,-2 0 5 0,-1-2-12 0,-2 4 7 16,-11-4-8-16,-2 4 1 0,-5 5 6 0,-11 4-2 0,4 12 5 16,-9 6 0-16,22 5-7 0,-22 3 1 0,-14 0-2 15,-4-6 4-15,-5-5 8 0,-1-5-2 0,-1-14 3 16,-3 1-10-16,4-12 6 0,12 0-4 0,-18 1 5 16,0-5 0-16,0 1-9 0,2-4 4 0,-2-4-6 15,0 0 0-15,4-6 6 0,0-3-3 0,3 0 4 16,2-4-11-16,2-1-25 0,2-1-19 0,2-2-12 0,-2-3-148 15</inkml:trace>
  <inkml:trace contextRef="#ctx0" brushRef="#br0" timeOffset="10009.54">12011 4049 122 0,'0'0'-1'0,"-1"0"0"0,-1-2 1 15,0 0-7-15,0 0 6 0,-2 0-5 0,1-1 33 16,-3-1-4-16,-9-5 14 0,-2-1-15 0,1 3-7 16,-3 1 3-16,1 3-3 0,-5 1 14 0,3 2 27 15,-1 0-1-15,3 0 11 0,1 2 15 0,4 0-9 0,-2-1 5 16,0 1-7-16,1 2 8 0,1-2-19 0,1 0 7 16,3 0-10-16,2-2 10 0,1 0-18 0,1 0 4 15,1 0-9-15,0 0-11 0,0 0-11 0,3 0 1 16,-1 0-2-16,0 0 13 0,2 0 3 0,2 0-5 0,1 0 3 15,22 1-6-15,27 1-8 0,13-2 6 0,11-2-8 16,13-3-4-16,6-1 3 0,-3-3-8 0,9 0 5 16,1-2-7-16,18-1-5 0,18-1 6 0,9 0-6 15,5 2 4-15,6 0-5 0,7 0 0 0,13-4-1 16,4-2 2-16,4 6-1 0,9-2-1 0,0 4 0 16,0 2 3-16,-2-1 0 0,-6 3-2 0,1-3 2 0,-1 3-3 15,-5 1 4-15,-9 2-1 0,-6 2 2 0,0 0-2 16,-11 0-5-16,-11 0 5 0,-11 0-3 0,-6-2 7 0,-2 2-4 15,-5 0-3-15,-16 4 1 0,-8-2-1 0,-12 0 2 16,-10 1 0-16,-7 1 0 0,-3 2-2 0,-5-1 2 16,-8 1 5-16,-6-3-3 0,-5-1 9 0,-8 0 8 15,-1-2 0-15,-10 0 2 0,-3 0-10 0,-4 0 9 16,-4-2-7-16,-2 0 7 0,-3 2-8 0,-4 0-6 16,1-1 4-16,1-1-5 0,0 0 7 0,-1 0-17 15,-1 0-6-15,0 0-7 0,0-1-44 0,-2-1-63 0,-2 0-71 16,-33-14-12-16,-34 3-378 0</inkml:trace>
  <inkml:trace contextRef="#ctx0" brushRef="#br0" timeOffset="10538.38">12971 4480 591 0,'-2'-2'6'0,"1"0"14"16,-3 0-5-16,0 0 10 0,-13-9-5 0,6 4 20 16,-3-1 14-16,-5 1-2 0,2 1 29 0,2 2-16 15,-3 3-6-15,7 1-2 0,-4 0-14 0,-4 1-4 16,-1 5 1-16,-2 1-3 0,5 1 2 0,-5 3-6 15,1 4 3-15,1-4-4 0,-3 15 6 0,3 4-15 16,3-1-3-16,2 7-5 0,2-1-13 0,6-3 0 0,-2-3 6 16,5-3-5-16,2-2-3 0,-13-1 10 0,6-1-10 15,5-2 10-15,4-1-3 0,4 1 3 0,3-3 4 16,3-4-3-16,12-2 14 0,13-5-2 0,8-1 2 16,3 19-3-16,6-9-7 0,2-11 5 0,-2-4-2 0,-3-7 2 15,-3-5-5-15,-2-2 0 0,-1-3-3 0,-4-2 2 16,-5 1-8-16,-7 16 3 0,-4-26 0 0,-7 0 2 15,-3-1 4-15,-5-3-6 0,-3 0 3 0,14-1-5 16,-8 0 1-16,-7-3-4 0,-6 5 3 0,-4-1-3 16,-3 1 7-16,-2 1-9 0,-4 2 0 0,11 6-2 15,-22 3 0-15,-3 10 3 0,-1 0-9 0,-2 7 6 16,1-17-9-16,-6 8-1 0,-2 7 10 0,2 4-8 16,-2 4 8-16,7 5-3 0,-3 4-3 0,3 2 0 0,3 2-10 15,6-13-5-15,7 25-3 0,4 5-2 0,5-6-27 16,5 3-42-16,-16-1-10 0,8 0-19 0,8-1-111 0</inkml:trace>
  <inkml:trace contextRef="#ctx0" brushRef="#br0" timeOffset="10743.7">14002 4712 1143 0,'0'0'10'0,"-2"0"10"0,0 0-12 0,-2 0 21 0,1 0 6 16,-14 0 10-16,0 0 52 0,-1 2-22 0,1-2-2 16,4 0-11-16,-4 0-41 0,6 0-6 0,-2 0-2 0,4 0-1 15,3 0-3-15,1 0-10 0,3 0-1 0,0 0-5 16,-2 0-19-16,1 0-35 0,1 1-19 0,0 1-10 16,2 0-113-16</inkml:trace>
  <inkml:trace contextRef="#ctx0" brushRef="#br0" timeOffset="11085.94">14830 4448 913 0,'0'0'118'0,"0"-2"32"0,0 0-59 16,0 0-68-16,0 1-3 0,-2-1-1 0,0 0 22 15,0 0-3-15,-1 0 7 0,-5 0-23 0,-12 0-2 16,-4 2-3-16,0 6 1 0,-4 5-13 0,4 2 13 15,-2-11-1-15,0 24 7 0,-6-7 11 0,4-1 10 16,-3 3-3-16,-3-5 5 0,6 1-6 0,-1 0-13 0,4-4 2 16,7 0-7-16,1 0-7 0,2-6 1 0,-5 1-5 15,7-3 3-15,0-3-9 0,5 7-7 0,5-3-2 16,-1-1-1-16,-2 5-2 0,3-1 10 0,1 0-3 16,2 1 5-16,0-1-3 0,2-2 7 0,3 1 1 0,18-1 0 15,12-5-5-15,11 0 6 0,6 24-6 0,-3-15 5 16,4-5-14-16,1-5 3 0,0-1 0 0,4 0 3 15,-1 0-3-15,1-1 6 0,-1-1-5 0,-1 0 3 16,0 0-7-16,-8 2 1 0,-2-2-2 0,-7 2 0 16,-7 0-12-16,-4 0-17 0,-6 0-3 0,-1-2-5 15,-3 0-9-15,-3 1-21 0,-2-1-3 0,-2-2-11 0,-5 2-70 16,-3 0-105-16,1 0-32 0</inkml:trace>
  <inkml:trace contextRef="#ctx0" brushRef="#br0" timeOffset="11481.58">14938 4299 726 0,'0'0'55'0,"-2"-1"100"0,0-1-112 0,0 0 22 16,0 0 4-16,0 0 8 0,0 0 26 0,1 0-16 0,-1 1-7 15,0-1-6-15,0 0-37 0,0 0-17 0,0 0-5 16,0 0-2-16,2 2-16 0,0 0 3 0,0 0 3 15,0 2 0-15,0 0 5 0,0 2-7 0,-1 12 2 16,-1 16-3-16,0 1 0 0,2 3 0 0,0 1 1 0,0 2-1 16,0-2 1-16,0 2 6 0,0 4-6 0,2-1 6 15,0-1-3-15,-2 0-9 0,1-4 4 0,1-5-5 16,-2-1 9-16,2-3 3 0,0 2-1 0,0-2 0 16,0 0 4-16,1-1-6 0,-1 1 8 0,-2 0-7 15,0 0 14-15,0 0-10 0,0 0-1 0,0-2-1 16,2 2 2-16,-2-4-8 0,2-4 4 0,-2-1-5 0,0-3 8 15,0 1 7-15,0-2-3 0,0-2 4 0,0-4-2 16,0-5 5-16,0 2-3 0,2-1 4 0,-2-3 1 16,2 2 3-16,0-1 1 0,-1 1 0 0,1 0 0 0,0-2-8 15,0 0 2-15,0-1-5 0,0 1-6 0,0 0-3 16,-1 0-3-16,1-2-1 0,0 0-23 0,2 0-76 16,-2 0-15-16,18-9-49 0,2-2-336 0</inkml:trace>
  <inkml:trace contextRef="#ctx0" brushRef="#br0" timeOffset="12376.59">19364 3668 119 0,'0'0'28'0,"0"0"12"0,0 0 51 0,0 0 17 15,0 0 11-15,0 0-6 0,-2 0-29 0,0 0 8 16,0-2-13-16,1 0-1 0,-1 1-10 0,0-1-5 0,0 0 0 16,0 0-2-16,0 0-21 0,0 0 6 0,1 0-13 15,-1 1-6-15,0 1-3 0,0 0-6 0,2 0 2 16,0 0-5-16,2 0 13 0,0 0-5 0,7 0 5 15,26 1-9-15,10 1-5 0,1-2 2 0,8 0-4 16,4 0 3-16,-3 0-15 0,7 0 9 0,-14 0-10 0,2 0 8 16,-5 0-7-16,-10 0 4 0,-4 0-4 0,-6 0 12 15,-5 0-12-15,-3 0 2 0,-2 0-5 0,-2 0-4 16,-6 0-14-16,0 0-8 0,-3 0-1 0,-2 0-21 16,2 0-48-16,-1 0-14 0,-1 0-23 0,0 0-146 15</inkml:trace>
  <inkml:trace contextRef="#ctx0" brushRef="#br0" timeOffset="12573.73">19288 3971 878 0,'0'0'39'0,"0"0"-4"0,0 0-11 0,0 0 10 16,0 0-18-16,0 0 58 0,0 0-1 0,0 0 5 15,2 0-7-15,0 0-9 0,1 0-22 0,20 0 1 16,10-2-10-16,8 0-7 0,5 0 4 0,3-1-4 15,10-3 2-15,-5 2-18 0,-8-1-1 0,-1 1 1 0,-10 0-1 16,-5 1-6-16,1 1 2 0,-6 2-3 0,-7-2 3 16,3 2-9-16,-7 0-19 0,-1 0-9 0,0 0-5 15,-1 0-44-15,-3 0-73 0,2 0-36 0</inkml:trace>
  <inkml:trace contextRef="#ctx0" brushRef="#br0" timeOffset="14460.74">21798 2567 215 0,'0'-2'100'16,"0"0"-100"-16,0 1 106 0,0-3-47 0,0-4-17 15,-2-10 20-15,1-3-3 0,1-1 7 0,0 2-8 0,0 1-11 16,1-3-3-16,1 1-5 0,2-1-16 0,0-4 16 16,1 0-2-16,-1 4 7 0,1-2 7 0,-1 5 10 15,0-1-6-15,-2 1 5 0,-2 6-17 0,0 2 2 16,0 6 2-16,0 1 0 0,0 0 10 0,0 0-20 15,0 1 1-15,0-1-10 0,0 2-22 0,0 0-13 0,0 0 2 16,0 2-5-16,-2 2 0 0,0 0 16 0,-5 17-12 16,-3 12 13-16,1 3-11 0,2 1 0 0,-1-4 10 15,1 5-6-15,1-1 9 0,-1 0-5 0,1 4-7 16,1 0 3-16,-1 4-2 0,1-2 4 0,-1 2 5 16,2-3-3-16,-1 1-5 0,1-2-2 0,-2 2 0 0,3-6 2 15,-1-1 6-15,0-6-5 0,1-4 3 0,-1-2-3 16,0 0 5-16,0-3-5 0,3-4 6 0,-1-2-5 15,0-8 10-15,0 5-9 0,0-5-2 0,2-1-1 16,0 0-5-16,0-1 6 0,0 1-9 0,0 0 3 0,0-1-50 16,0 1-15-16,0 0-8 0,2 0-4 0,0-3-54 15</inkml:trace>
  <inkml:trace contextRef="#ctx0" brushRef="#br0" timeOffset="14634.28">22177 2654 1033 0,'0'0'42'0,"0"0"1"0,0 0 13 16,-2 0 7-16,0 0-10 0,2 0 33 0,0 0-24 15,0 0-13-15,0 0-3 0,0 0-32 0,0 0-5 0,0 0 6 16,0 0-7-16,0 0 2 0,0 0-3 0,0 0-5 16,0 0 3-16,0 0-1 0,0 2-3 0,0 0 6 15,0 0-6-15,0 0-1 0,0 0-44 0,0 0-10 16,0-1-14-16,0 1-49 0,2 0-156 0</inkml:trace>
  <inkml:trace contextRef="#ctx0" brushRef="#br0" timeOffset="15307.2">22665 2290 757 0,'-2'-1'48'0,"-1"-1"90"0,-10-2-112 0,-2-11-3 16,6 6 12-16,1 0-3 0,4 3 48 0,1 1-27 15,1 1-1-15,-4-4-12 0,6 7-30 0,-2-3-7 16,1 0 0-16,1 0 1 0,1 1 10 0,3-1 2 16,26-15 0-16,9 3 0 0,4 5 1 0,5-1-1 15,0 1 1-15,-1 6-2 0,-5-1-6 0,-1 2 1 16,-4 3 2-16,-5 1-1 0,-4 0-2 0,-4 3-3 0,-4 3 0 15,-5-1 0-15,-2 3 1 0,-6-3 4 0,-1 1-2 16,11 18 3-16,-8-5 4 0,-3 3-6 0,-5-2-2 16,-2 1 0-16,-5 1 3 0,-1 0-5 0,-3-3 4 15,-3-1-5-15,0-1 1 0,-9-2 4 0,-4 0 5 16,0 0 0-16,2-2 5 0,-6-2 7 0,-1-2-8 0,1 0 9 16,-2 1-8-16,5-3-2 0,-3 1-2 0,6-3 1 15,0 1 4-15,-1-3-12 0,7 3 4 0,-3 0-8 16,1-3-6-16,3 1 2 0,2 0-1 0,6-1 0 15,2-1-5-15,3 2 1 0,0-2 3 0,4 0-1 16,-2 1 5-16,2-1-8 0,0 0 1 0,-1 2-3 0,1-2 2 16,0 0 0-16,0-1 3 0,0 3 0 0,1 0-1 15,3 0 3-15,11 5-4 0,15 0 4 0,-2-3 4 16,12-3-3-16,1-3 1 0,-4 0-1 0,10 0 0 0,-4 0-4 16,-6 0 1-16,4 0-2 0,-6 0 2 0,-2 2 5 15,2 0-3-15,-3 4 4 0,0 1-8 0,-8 1 0 16,-2 1 4-16,-5 0-1 0,-6-1 2 0,-4 1 4 15,-1 8-5-15,5-3 5 0,-2 3 3 0,-3 0-3 16,-2 1 3-16,-4 5-3 0,-6-5-4 0,-3 1 6 16,5-2-5-16,-28 3 5 0,-3-3-7 0,2-4 7 15,-4 2-2-15,-1-8 4 0,-4 0 3 0,-5 1 17 16,1-1 2-16,0-3 5 0,1-2 11 0,4 0 2 0,-3 20-1 16,5-9-1-16,-2-6-17 0,9-5-3 0,4-2-2 15,6 0 0-15,5 0-13 0,4 0-2 0,2-2-2 16,4 2 1-16,-1-2-5 0,5 2-4 0,1 0 0 15,0 0-1-15,0 0-6 0,-2-1-18 0,1-1-3 0,-1 0-5 16,2 0-20-16,0 0-16 0,0 2-8 0,0 0-5 16,1 0-57-16,1 0-120 0,0 0-57 0</inkml:trace>
  <inkml:trace contextRef="#ctx0" brushRef="#br0" timeOffset="15976.61">21414 3471 449 0,'0'0'36'0,"-2"0"12"0,0 0 25 0,-3 0 8 0,-20-1-7 15,7-1 10-15,-3 0-2 0,3 0 2 0,-3-2-12 16,5 2-22-16,-5 1 9 0,1-1-15 0,5 0 0 0,-4 0 0 16,3 0-6-16,1 0 3 0,-4 0-15 0,8 2 17 15,4 0-9-15,5 0 9 0,0 0-22 0,-2 0-12 16,1 0 1-16,-1 0-4 0,2 0-2 0,0 0 4 15,0 0-4-15,2 0 5 0,0 0 5 0,2 0-10 16,2 0 11-16,24 4-11 0,13 0 13 0,14-2-11 16,-1-2 0-16,6-2-4 0,1-4 6 0,6 1-8 15,7-3 2-15,6-1-3 0,11 2 1 0,11-3 5 16,4 1-5-16,3 0 4 0,-8-1-8 0,-5 1 6 0,-5 0-2 16,0 1 4-16,4-1-7 0,5 4 9 0,-3-1-7 15,-6 0 6-15,-8 1-12 0,-12 1 7 0,-4 0 4 16,-8-1 0-16,-3 1-1 0,-4 2 6 0,-4-1-9 0,-4 1 8 15,-3-2-4-15,0 2-1 0,-9 0 8 0,-4 0-7 16,-8 2 6-16,-11 0-4 0,-1 0 4 0,-6 0-2 16,3 0 8-16,-1 0 9 0,0 0-5 0,-3 0 5 15,1 0-15-15,0 0-12 0,0 0-6 0,-2 0-3 16,0 0-22-16,-2 0-9 0,-2 0-9 0,-27 10 0 16,-3 1-37-16,1 0-124 0,0 2-59 0</inkml:trace>
  <inkml:trace contextRef="#ctx0" brushRef="#br0" timeOffset="16445.25">21665 3770 763 0,'-2'0'31'0,"0"0"-3"15,-2-2 23-15,0 1-1 0,-10-7-38 0,2 3 37 16,3-1-14-16,2 2 19 0,1 2-25 0,1 1-16 15,1-1 1-15,0 0-7 0,-1 0 4 0,-1 2-8 0,-3 0 6 16,-1 0-6-16,-4 4 8 0,-1 3 1 0,-2 4-1 16,-2 8 1-16,-1 12 8 0,0 3 5 0,-6-1 3 15,-2 1 0-15,-6-3 18 0,1 1-11 0,1-4 2 0,6 0-7 16,4-2-3-16,2-2-14 0,1 0 5 0,8-2-10 16,3-1-1-16,-6 1 0 0,4-2-5 0,7 2 3 15,3-1-2-15,5-3 5 0,4-1-3 0,6-4 3 16,21-4-7-16,4 1 2 0,3-7 2 0,2-1 1 15,-1 22 5-15,-3-12-8 0,4-9 3 0,-4-3-5 16,-4-3 7-16,-4-5-2 0,-1-1-1 0,-6 0-1 0,-2-1 6 16,-9 3-7-16,-2-1 14 0,0-1-12 0,-10 5 16 15,-1-18-14-15,0 2 4 0,15-6-4 0,-8 2 13 0,-3 0 2 16,-4-2 1-16,-2-2 0 0,-4 0-3 0,-4-2 10 16,-3-1-3-16,2 6 7 0,-8-8-9 0,4 9 12 15,0 2-11-15,-2-3 10 0,6 11-16 0,7 1-5 16,-13 3 2-16,2 5-4 0,-1 1-2 0,4 2-9 15,1-5 2-15,2 3-5 0,-1 0-11 0,3 2 4 16,-3 2-5-16,4 0 5 0,-3 2-5 0,0 4-16 16,-1 5-10-16,1 13-2 0,3 2-34 0,2-4-21 15,-15 3-10-15,8-5-9 0,5-1-78 0</inkml:trace>
  <inkml:trace contextRef="#ctx0" brushRef="#br0" timeOffset="16648.59">22391 4027 1091 0,'0'0'26'0,"-2"0"40"16,0 0-41-16,0 0 35 0,0 0-5 0,-2 0 16 0,1 1-8 16,-1 1-28-16,-2 0-3 0,1 0-8 0,-1 0-23 15,3-2 1-15,-1 0-1 0,2 0 1 0,-2 2 5 16,2-2-21-16,-1 2-16 0,-1-1-5 0,2 3-74 0,0 0-88 15,0 0-118-15</inkml:trace>
  <inkml:trace contextRef="#ctx0" brushRef="#br0" timeOffset="17010.64">23105 3729 745 0,'0'0'79'0,"0"0"169"0,0 0-229 0,0-1 29 0,0-1 6 15,-2 0 9-15,1 0 24 0,-1 2-47 0,0 0-3 16,0 0-15-16,0 0-12 0,-14 9 1 0,-5 6 8 16,-5-11-6-16,6 22 5 0,-6-2 10 0,3 0-11 0,-4-2 13 15,1-3 1-15,-2 0-2 0,2-1 7 0,3-3-5 16,1-2 9-16,5-2-1 0,3 0-8 0,1 0 2 16,0 1-15-16,3-5-9 0,1 4 4 0,3-2-8 15,5-1-5-15,-7 1 5 0,3 0-3 0,1 3 2 16,4-3-7-16,0 2 8 0,4-2-1 0,1-1 5 15,14-1-9-15,18-1 9 0,2-4-6 0,5 22 7 0,1-11-5 16,0-10-7-16,-1-3 3 0,-1-1-4 0,3-3 7 16,1-4 2-16,3 3 2 0,-2-3-2 0,-2 1-4 15,-1 0-2-15,-2-1-1 0,-2 1-1 0,-8 1 5 0,-5 2-1 16,-6 1 2-16,-11 1-3 0,2 0-1 0,-5 0-12 16,-1 0 1-16,1 0-6 0,-1 1-31 0,-3-1-44 15,-1 0-6-15,1 0-10 0,-2 0-16 0,0 0-61 16,0 0-28-16,-2 1-21 0,0-3-179 0</inkml:trace>
  <inkml:trace contextRef="#ctx0" brushRef="#br0" timeOffset="17325.7">23256 3629 709 0,'0'0'68'0,"0"0"-5"0,-2-2 38 0,0 0-3 0,0 1-11 16,0-1-5-16,-1 0-3 0,-1 0-5 0,0 0-2 15,0 0-42-15,1 0-3 0,-1 1-10 0,0-1 4 16,2 0-21-16,1 0 1 0,-1 2 5 0,0 0 0 16,0 2 10-16,0 0-13 0,2 0 4 0,-7 29-5 15,3 4 7-15,0 4-1 0,2 0 0 0,1 0-1 16,-1 2-7-16,0-2 7 0,0 0-4 0,0-3 6 16,-2 1-5-16,1-2-2 0,-1-2 0 0,0 1 0 0,1-3-3 15,-1 3 7-15,2-3 0 0,0 1 3 0,0-2 1 16,2-3-5-16,0 3 3 0,0-4-3 0,0 0 5 0,2-4-8 15,0-5 1-15,0-2-2 0,0 0 5 0,0-4-3 16,-1 0-3-16,1-3 0 0,0-1-21 0,0-3-46 16,-2-1-8-16,2 1-25 0,0 0-154 0</inkml:trace>
  <inkml:trace contextRef="#ctx0" brushRef="#br0" timeOffset="17669.99">24123 3297 783 0,'-2'0'49'0,"0"0"53"0,0-2-29 16,0 0 16-16,-1 0-9 0,-1 0 13 0,0 1-17 15,1-1-39-15,-1 0-1 0,2 0-15 0,0 0-22 0,0 0 4 16,2 0 0-16,0 1 5 0,2 1 11 0,2 0-16 16,24-4 6-16,13 0-9 0,-4 0 0 0,4 3 8 15,-4-1-12-15,-2 0 11 0,0 0-11 0,-9 2-14 16,-4 0-4-16,-5 0-8 0,-2 2-51 0,-2 0-87 15,-2 0-73-15</inkml:trace>
  <inkml:trace contextRef="#ctx0" brushRef="#br0" timeOffset="17842.22">23989 3637 720 0,'0'0'47'0,"0"0"-37"0,0 0 55 15,0 0-20-15,0 0 12 0,2 0 19 0,0 0-4 0,2 0 7 16,-1 0-13-16,20 0-23 0,6 0 1 0,3 0-7 15,3-2-4-15,2-2 0 0,2-3-8 0,2-3 3 16,-4 3-21-16,4-4-1 0,-2 0 5 0,0-2-5 16,2 1-8-16,-4 1-9 0,0-2-17 0,-2 2 2 15,1 0-89-15</inkml:trace>
  <inkml:trace contextRef="#ctx0" brushRef="#br0" timeOffset="18446.32">25660 2489 415 0,'0'-2'38'0,"0"0"4"0,0 1 43 0,0-7-4 0,0-10 1 16,0-3 17-16,0 1-6 0,0 1 10 0,0-3-12 16,0 1-9-16,0-1-10 0,-2 4 3 0,2 3-15 15,0 4-14-15,0 7 7 0,0-3-11 0,0 5-6 0,0-2 1 16,0 0-6-16,0 2 1 0,0-1-31 0,0-1 8 16,0 2-9-16,0 0 9 0,0 2 0 0,0 0 8 15,0 2 0-15,0 2 0 0,0 18-15 0,-3 11 3 16,-5 1 1-16,-3 1 1 0,-2 0 6 0,-4 4-12 15,1 0 4-15,-5 2-5 0,3 2 10 0,-1 0-6 16,-1 1-3-16,3-1 0 0,2-6 0 0,0 0-13 16,2-3-8-16,2-3-7 0,6-5-67 0,1-3-26 0,4-5-17 15,2-5-21-15,1 0-234 0</inkml:trace>
  <inkml:trace contextRef="#ctx0" brushRef="#br0" timeOffset="18961.16">26019 2328 494 0,'-2'-2'324'0,"-2"0"-448"0,-9-6 376 0,-9-3-211 0,12 6-26 16,-4-3 30-16,6 5 9 0,1-1 3 0,-3-2 11 15,7 5-40-15,-1-1 0 0,2 0-13 0,2 0-9 16,2 0 5-16,2 0-1 0,24-7 2 0,9 0 4 0,4 3-3 15,-2 2 4-15,-2 1-2 0,-2 3 5 0,-2 2-10 16,-1 3-1-16,-6 3-3 0,-4 1-5 0,-7 0 8 16,-8-7-1-16,-3 20 4 0,9-3 8 0,-5 1-8 15,-7 2 5-15,-2 1-5 0,-9-1 4 0,8 4-12 16,-31-6 2-16,-2 1-5 0,-6-1 10 0,0-3-3 16,-3 0 2-16,1-4-2 0,0 0-6 0,6-2-2 15,2-2 3-15,3-1-1 0,6-3 6 0,8 1-12 0,1-3 4 16,8 1-6-16,9-2 6 0,0 0-13 0,-2 2 2 15,0-1-6-15,0 1 16 0,2 0-9 0,0-1 9 16,2 1-8-16,5 2 2 0,32 14 5 0,-2-9-5 0,2-1 7 16,-9-5 0-16,2 1 0 0,1 1-2 0,-3 2 2 15,1 3 9-15,-1 1-9 0,-2 1 11 0,2 3-9 16,-2-2 17-16,-2-2-8 0,-4-2 0 0,-6-2-2 16,-3 1-5-16,-7-7 16 0,-2 1-6 0,5 9 10 15,-5-7-5-15,1 3-3 0,-3 0 5 0,-2-3-4 16,-2 3-1-16,-3 2-3 0,-8 0-8 0,-23 4 4 15,-1-4-12-15,2 0 7 0,-2 1-3 0,0 1 4 0,0-4-8 16,3 4-16-16,3-4 1 0,5 2-10 0,0 2-33 16,2-3-45-16,1 1-9 0,5 4-23 0,3-4-130 15</inkml:trace>
  <inkml:trace contextRef="#ctx0" brushRef="#br0" timeOffset="19258.43">25085 3440 582 0,'-2'0'52'16,"-2"0"86"-16,-3 0-100 0,-8 0 26 0,9 0-9 0,-5 0 15 15,7 0-9-15,1 0-12 0,1 0 1 0,0 0-5 16,2 2-8-16,2 0-4 0,1-1 1 0,27 9-2 15,13-1-5-15,5-3 5 0,0-5-9 0,4-1 7 16,6-1-18-16,-2-1 4 0,7-4 1 0,2 1 0 16,4-3-6-16,8 1 0 0,1-3 1 0,4 3 1 15,-8 0-4-15,-9 1-5 0,-7 0-2 0,-12 3 0 0,-1-1-3 16,-10 0 7-16,-5 2-12 0,-4 1 8 0,-6 1-25 16,-5 0-42-16,0 0 6 0,-6 0-29 0,-1 0-77 0</inkml:trace>
  <inkml:trace contextRef="#ctx0" brushRef="#br0" timeOffset="19521.86">25981 3557 570 0,'-1'0'41'0,"-1"0"73"0,-34 9-84 0,1 6 5 0,-2 2 6 16,0-14 1-16,-2 27 26 0,-2 2-7 0,-2 1 1 15,4-1-2-15,0-5-4 0,6 5 6 0,0 0-1 16,3-6 3-16,0 0 2 0,6-6-14 0,2-3 6 15,5-2-10-15,4-1-12 0,6-2-7 0,3-1-8 0,2 0 3 16,-7 0-10-16,3-2 5 0,2 1 0 0,3-1 2 16,1-2 1-16,0 1-8 0,1-3 6 0,1-1-6 15,32-2-3-15,3 20 1 0,9-9-6 0,4-9 5 16,13-4-5-16,4-4 0 0,-2-3-4 0,4-1 3 16,-10-1-4-16,-1 0-13 0,-2 1-4 0,-10 1-7 15,-1 1-47-15,-8 1-64 0,-2-1-23 0,-5 1-26 0,-6-1-191 16</inkml:trace>
  <inkml:trace contextRef="#ctx0" brushRef="#br0" timeOffset="19785.4">25874 3507 954 0,'-2'0'59'0,"0"0"-11"0,0-2 9 0,0 0 19 15,0 0-32-15,1 0 12 0,-1 0-8 0,0 1-1 16,0 1-6-16,0 0-21 0,0 0-3 0,2 1-1 16,0 1 0-16,0 2 0 0,2 16-6 0,4 6 2 15,3 6-2-15,0-1 10 0,1 5 4 0,3 3 1 0,0 0-1 16,-2 5 1-16,-2-1-8 0,-2 0 1 0,-3-1-3 16,0-3 0-16,0 2-9 0,-4-2 7 0,0-2-7 15,-4 1-1-15,-4-1 4 0,-1 0-11 0,2-4 7 16,-3 2-16-16,5-1-33 0,1-3-5 0,2 1-18 15,0 0-82-15,2-5-320 0</inkml:trace>
  <inkml:trace contextRef="#ctx0" brushRef="#br0" timeOffset="20837.6">26698 3254 545 0,'0'0'66'16,"-2"0"-9"-16,0 0 26 0,-1 0 13 0,-1 0-24 0,0-2 4 16,1 0-8-16,-1 2 0 0,0 0-7 0,0-1-36 15,3 1-12-15,-1 0-4 0,2 0 2 0,0 0 3 0,2 0-9 16,7-2 5-16,28-6-7 0,2 3 3 0,0-3-4 15,2 1 3-15,2-2-2 0,-1-1 3 0,1 3 1 16,-2-1-6-16,-2 3 4 0,-2 1-9 0,-4 0-13 16,-3 3-4-16,-2 1-3 0,0 0-11 0,-8 0-13 15,1 0-1-15,-5 0-8 0,-8 0-42 0,-3 0-28 16,-1 0-10-16,0 0-10 0,-2 0-103 0</inkml:trace>
  <inkml:trace contextRef="#ctx0" brushRef="#br0" timeOffset="21047.67">26644 3392 306 0,'0'0'74'15,"0"0"-11"-15,-2 1 22 0,1 1 20 0,-1 0-31 16,0 0 23-16,2 0-10 0,0 0-2 0,0 0-2 16,0-1-9-16,2 1-14 0,0 0-4 0,1 0-3 15,21 9-11-15,8-2-8 0,0-3 2 0,1-2-6 16,6-4-14-16,2-2-5 0,5-4-5 0,1 1 3 0,1-1-2 15,-2-1-40-15,1-1-7 0,1 1-23 0,-2-1-102 0</inkml:trace>
  <inkml:trace contextRef="#ctx0" brushRef="#br0" timeOffset="22118.78">28403 2619 694 0,'-2'0'22'0,"0"-2"44"16,0 0-28-16,-2 1 19 0,1-1 1 0,-1 0 5 15,0-2-1-15,0 0-36 0,3 1 2 0,-1-1-14 0,0 0-3 16,2 1-6-16,0 1 1 0,0-4-4 0,4-1-4 15,-1 1 8-15,5-1 0 0,10-1 4 0,5 1 6 0,1-1 0 16,4-1 6-16,1 2-3 0,5-1 16 0,-1-1-21 16,2 2 5-16,6-1-10 0,0 1 5 0,4 1 3 15,1 2-6-15,-5 1 3 0,3 1-15 0,-3-20 6 16,-5 10-3-16,-7 9 4 0,-5 3-9 0,-3 2 3 16,-6 1 0-16,-6 1 2 0,-5-2 7 0,3 7-1 15,4 15 3-15,-5 4-2 0,-6 2-1 0,-8 3-2 16,-6 1-4-16,-9 3 2 0,12 2-1 0,-24-6 2 15,3 4 7-15,-5-9-5 0,2-2 3 0,-4 0 4 0,2-7-5 16,2 5 6-16,-1-7 2 0,1-2-3 0,0-3 0 16,-1 1-1-16,3 0-2 0,0-3-3 0,1 1 2 15,2-2-3-15,2 0-1 0,6-1-6 0,4 1 2 16,1-5-3-16,6 1 0 0,3-1 6 0,1 2-2 0,3-4 2 16,0-1-11-16,1 3 0 0,-1-2 0 0,0 0 1 15,2 0 5-15,1 0 0 0,-1-1 6 0,2 1-4 16,2 0 2-16,-1 0-3 0,3-2-2 0,24 4 1 15,4-4 0-15,3-2 5 0,0-2-5 0,2-1 3 16,0-1-7-16,1 2-2 0,-5 2 6 0,4 2-3 0,-7 0 2 16,1 2 6-16,3 6-6 0,-12-3 6 0,6 6-11 15,-13-3 5-15,-4-1 1 0,-2-1 0 0,-3 12 0 0,7 1 6 16,-4-2-5-16,-3-1 5 0,-5 3-12 0,-2-2 10 16,-7-1 1-16,-3 1 3 0,-6 0 0 0,-16-2-3 15,3-2-1-15,-5-2 0 0,-2 0-2 0,-2 0 6 16,-4-2 3-16,2-1 2 0,-3-3 9 0,3 1 11 15,2-2 4-15,0-1 4 0,2 20 9 0,-2-10-15 16,3-6 0-16,3-3-4 0,3-2-3 0,6-2-13 16,0 0-2-16,9 0-3 0,0-2 0 0,6 2-10 15,3 0 2-15,1 0-4 0,1-2-1 0,1 0-8 0,-1 0-7 16,0 2-1-16,2 0-30 0,0 0-9 0,1-2-4 16,1 1-4-16,1-1-29 0,3 0-116 0,15-4-33 15</inkml:trace>
  <inkml:trace contextRef="#ctx0" brushRef="#br0" timeOffset="22906.04">29402 3187 878 0,'0'0'43'0,"0"0"0"0,-2 0 56 0,0 0-4 15,0 0 8-15,0-2 5 0,0 1-30 0,0-1-5 0,1 0-9 16,-1 0-23-16,0 0-12 0,0 0-1 0,0 0-5 15,0 1-10-15,0 1-10 0,1 0 1 0,-1 0-4 16,0 0 5-16,0 0-1 0,2 0 5 0,0 0-4 16,0 0 0-16,0 0 19 0,0 0-7 0,0 0 13 15,0 0 4-15,0 0 1 0,0 0 2 0,0 0-3 0,-2 0-3 16,2 0-11-16,0 0 0 0,0 0-4 0,-2 0-5 16,2 0 4-16,0 0-3 0,0 0 2 0,0 0-13 15,0 0-1-15,0 0 0 0,0 0 0 0,0 0-2 0,0 0-26 16,0 0-4-16,0 0-10 0,0 0-38 0,0 0-43 15,0 0-40-15,0 0-14 0,2 0-269 0</inkml:trace>
  <inkml:trace contextRef="#ctx0" brushRef="#br0" timeOffset="24531.16">29947 2662 343 0,'-1'0'74'0,"-1"-2"97"16,-2 0-72-16,0 2 3 0,-14-7-11 0,3 1 10 0,0 1-17 15,0-1-20-15,6 2 3 0,1 1-12 0,1-1-21 0,3 2-7 16,-3-2-1-16,3 2-1 0,2 2-6 0,-1-1-11 16,-1-1-1-16,0 0-1 0,2 0-5 0,0 0-3 15,1 0 1-15,1 0-1 0,0 1 14 0,1-1-4 16,1 0 5-16,2 0-7 0,9-4 5 0,9-3-1 15,2 2-3-15,-3 1 3 0,-1 1-1 0,4-1 2 16,2-1-1-16,2 1 0 0,6-1-2 0,-5 1 1 16,1-1-3-16,-2 1 1 0,0 0 4 0,0 1-6 15,1-1 4-15,1 1-7 0,5 1-5 0,-3 0 12 0,-2 2-5 16,-3 2 9-16,-4 0-13 0,-5 0-1 0,1 2-1 16,-8 0 2-16,-2 0 15 0,-3 0-8 0,-2 0 8 15,1 1-8-15,-1-1 15 0,7 13-3 0,-2 4 0 0,-5 1-2 16,-4 4 1-16,-6 2-10 0,-3 6 4 0,-6-2-6 15,12 1-2-15,-25 4 3 0,0 1-4 0,4 3 3 16,-2-4-11-16,-2 2 8 0,4-7-2 0,0-2 6 16,1-1-7-16,3-6 1 0,-1 3-1 0,3-2 2 15,3-1-2-15,4-5 0 0,2-4-2 0,-1-3 3 16,5 0 6-16,3-3-9 0,0 1 3 0,-2-1-5 16,1-1 9-16,1-1-2 0,2-2 1 0,-2 2-4 0,0-1-1 15,0 1 3-15,2 0 1 0,0-1 1 0,0 1-3 16,2-2 0-16,2 0 1 0,5 0-2 0,15 0-1 0,6-2 1 15,1-4 2-15,1-2 1 0,3-1-2 0,-5-1-1 16,2 1-2-16,-8 1 2 0,5 1 0 0,3 1 0 16,-4 0-4-16,7 3 1 0,-7-1-6 0,-2 0 8 15,4 0 3-15,-8 2 1 0,0 0 1 0,-5 0 1 16,2 0-5-16,-6 0 5 0,0 0 0 0,-6 0-4 16,-3 0 7-16,-1 0-7 0,1 0 6 0,0 0 2 15,-1 0-6-15,1 0 5 0,0 0-8 0,-2 0-31 16,0 0-12-16,-1 0-14 0,1 0-94 0,0 0-228 0</inkml:trace>
  <inkml:trace contextRef="#ctx0" brushRef="#br0" timeOffset="27367.75">31191 2519 309 0,'0'0'23'16,"0"0"1"-16,-1-2 29 0,-1 0-9 0,0 0 11 15,0 0 20-15,0-1-17 0,0-1 13 0,2 2-17 0,-5-9-5 16,1 2-18-16,2 1 1 0,0 1-5 0,2-1 3 16,0 3-1-16,0-3-4 0,0 3 2 0,0-1-7 15,0-1 19-15,0 5 0 0,0-2 9 0,0 1 14 0,0-1 17 16,0 0-18-16,0 2 9 0,0 0-64 0,-2 1 5 15,1 1-6-15,-3 0 7 0,-24 11-10 0,6 2 6 16,-2-6 6-16,3 23-3 0,4-2 1 0,4 0-9 16,4 1 3-16,0-1-4 0,7 0 10 0,-17 0-2 15,10 0 1-15,5 3 0 0,6 1 3 0,4-1 3 16,3-3-9-16,4-2 6 0,2-2-15 0,-9-7 10 0,23 4-4 16,7-5 6-16,-9-3-8 0,1 6 1 0,-7-4-2 15,1-4 0-15,0 4 4 0,2-4 1 0,1 2 3 16,-7-2-3-16,1 0 11 0,-6-2 8 0,-6-3 6 15,-5-1 0-15,4-1 20 0,-6-2 4 0,3 4 2 0,-3-5-2 16,2 5-2-16,0 0-22 0,-2-1-2 0,0 3-7 16,-2-1-14-16,-3 0 0 0,-21 1 4 0,-8-3-3 15,1 1-4-15,-1-4-2 0,1 3-2 0,3-1 2 16,-1 0-1-16,3-2-6 0,2 0-6 0,-2 14-1 16,4-5-26-16,1-5-33 0,5-2-6 0,1-2-9 15,4-2-31-15,4 0-94 0,3 0-46 0</inkml:trace>
  <inkml:trace contextRef="#ctx0" brushRef="#br0" timeOffset="27636.47">30976 2487 947 0,'0'-2'32'0,"0"1"62"0,2-1-72 0,0-2 24 0,0 0-3 16,1-1 12-16,7-6 16 0,16-1-22 0,0 1 5 16,9 0-13-16,-2 0-6 0,4 0-10 0,8 2 4 15,1 1-6-15,10 1 4 0,0-1-2 0,-4 1-5 16,-4-2 2-16,-7-3-16 0,-8 7 1 0,-1-1 4 0,-10-1-2 16,-5-4 3-16,-8 5 2 0,-3 2-8 0,-4 4 5 15,-1 0-17-15,3-1-11 0,0-1-11 0,0 0-4 16,-1 0-57-16,-1 0-95 0,0 0-57 0</inkml:trace>
  <inkml:trace contextRef="#ctx0" brushRef="#br0" timeOffset="28783.85">31899 2328 136 0,'0'0'99'0,"0"-2"-72"0,-2 0 105 0,0-2-34 15,2 0 0-15,-7-14 2 0,1-1 4 0,1 1-6 0,-1-4-12 16,0 3-7-16,3 0-6 0,-1-3-1 0,2 2-25 16,0 5 4-16,2-2-7 0,0 2 4 0,0 6-10 15,0-2-10-15,0 3 8 0,0 7-8 0,0-1 5 0,0-2-20 16,0 0 0-16,0 1-7 0,0-1-7 0,0 2 12 15,0 0 3-15,0 2 7 0,0 0 20 0,0 2-9 16,2 24 0-16,0 20-6 0,-2 1-17 0,0 1-2 16,-2-1-1-16,-3-5 2 0,-1 3 4 0,2-4 0 15,-3-1-6-15,1 3 2 0,-1 2-8 0,3-1 9 16,0 1 2-16,-1 1 2 0,1-3-9 0,-1 0 1 16,-1 1 0-16,2-3 1 0,1-2 1 0,-3-6 0 0,0-3-3 15,1 0 2-15,-1 0 1 0,1-6-31 0,1-2-10 16,-2-3-12-16,3-5-67 0,-3 5-49 0,1-4-59 15</inkml:trace>
  <inkml:trace contextRef="#ctx0" brushRef="#br0" timeOffset="29055.44">32283 2500 775 0,'0'-2'44'0,"0"1"44"0,-2-1-5 15,0 0 11-15,1-2-3 0,-1 0 7 0,0 1 7 16,-2-1-39-16,-5-2-5 0,-6-1-14 0,-2 0-41 0,-3 3 5 16,1 2-2-16,-12 2 3 0,3 4 0 0,0 3-3 15,0 4 7-15,2 2-4 0,-2 4 10 0,4-10-9 16,2 19 0-16,5 2-2 0,-1 2-1 0,3 0 2 16,2-1-4-16,2 3 4 0,7-2-10 0,-2-2 6 15,3 1 0-15,-16-1 3 0,8-2 2 0,4 0-13 16,5-4 3-16,2-3-5 0,2-1 5 0,1-3-3 15,5-2 0-15,1 2-2 0,19-6 1 0,7 1-14 16,0-7-4-16,14 22-6 0,-1-12-35 0,4-10-40 0,0-3-9 16,-8-3-13-16,-3-3-50 0,-4-3-167 0</inkml:trace>
  <inkml:trace contextRef="#ctx0" brushRef="#br0" timeOffset="29350.65">32630 2508 220 0,'0'-2'62'16,"0"0"-7"-16,2 0 63 0,0-2 4 0,-2 1-3 15,0-3 5-15,0-3-13 0,0 3-1 0,0 1-3 16,0 1-4-16,0 0-27 0,0 1 1 0,0-1-14 16,0 0-33-16,0 2-17 0,-2 0-2 0,0 1-4 0,0 1-10 15,1 0 7-15,-3 1-2 0,-2 3 6 0,-1 0-5 16,-2 20 6-16,3 2-5 0,4 2 6 0,-1 0-1 16,1 1 9-16,0 3-6 0,0 1 6 0,0 1-5 0,-18 1 5 15,9-3 3-15,3-1-1 0,4 1 0 0,3-4-7 16,-1 0 7-16,2-4-5 0,0-2 10 0,0-2-8 15,0 1-4-15,0-1 0 0,0-5-3 0,0-2 3 16,0-6 6-16,0 1-4 0,0-3 7 0,-2 1 0 16,0 0-4-16,-2-3 2 0,1-1-6 0,-18 11-9 15,1-4 6-15,-4-1-7 0,-2-4 4 0,0-3-13 16,-2 1-12-16,2-2-2 0,2-2-61 0,1-1-44 0,3-3-20 16,1-1-28-16,1-3-268 0</inkml:trace>
  <inkml:trace contextRef="#ctx0" brushRef="#br0" timeOffset="29766.49">32569 2376 1038 0,'0'-2'13'0,"0"0"26"15,0-2-17-15,0 1 21 0,0-12-3 0,2 0 7 0,2 2-7 16,-1 2-13-16,5-2-1 0,-1 2-6 0,-3 2-7 15,22 3-7-15,4 2 2 0,3 2-4 0,8 1 2 0,7-3-2 16,-1 2 7-16,1-22-5 0,-4 11-3 0,-6 7 0 16,-5 6-1-16,-3 2 3 0,-8 4 6 0,-2 3 27 15,-1 4-5-15,-6 2 14 0,-6 11 2 0,-5 5-13 16,17 1-5-16,-8-1-2 0,-7 3-15 0,-6 3-3 16,-6-2 5-16,-3 2-4 0,-4 2 1 0,-3 0-1 15,-3-1 3-15,18-1-1 0,-25-2 5 0,2 0-6 16,4-3-5-16,5-1 3 0,0-5-3 0,2-1 0 0,2-3 1 15,2-4-1-15,7-3-4 0,-7 0-5 0,4 0 1 16,3-2-2-16,4 2 1 0,0-10 11 0,0 1-9 16,4 1 11-16,-2-3-10 0,31 0 5 0,4 1-4 15,-3 14 2-15,8-8-5 0,-1-7 3 0,-2-4 1 0,-2-4 1 16,-3-2 0-16,-6-1-3 0,0 0 2 0,-2-3-2 16,-2-1 4-16,-2 0-21 0,-4 0 3 0,1 0-14 15,-8 3-34-15,-3 3-47 0,-3 1-30 0,-3 0-13 16,4-3-192-16</inkml:trace>
  <inkml:trace contextRef="#ctx0" brushRef="#br0" timeOffset="30419.75">28362 4021 206 0,'-2'0'76'0,"-2"0"-16"16,-31-4 86-16,-4 1 7 0,5-1-9 0,-3 0-38 15,4 0-2-15,0 1-9 0,-5-1 4 0,7 0-15 16,3 1-3-16,6-1 2 0,1 0-3 0,5 0-11 15,3 3-1-15,1-1-6 0,7 2 3 0,1 0-8 0,2 0-26 16,-1-2 0-16,-1 0-13 0,0 0-34 0,2 0 5 16,0 2-6-16,1 0 7 0,1 0 4 0,0 0 8 15,1 0 3-15,16 0 2 0,28-2 8 0,9 2-1 16,9-1 3-16,9-1-2 0,4-2 3 0,11-3-7 16,8-3-2-16,7-1 0 0,19 0 3 0,7 0-9 15,8-4 6-15,7-2-8 0,-8 1-3 0,12 1 7 16,3 0-8-16,8 6 8 0,0-3-4 0,-10 3-5 0,1 0 4 15,-12 3-3-15,4 3 10 0,1 1-1 0,-14-2-3 16,-11 2 1-16,-15 2-4 0,-21 0 3 0,-4 4 3 16,-16-2-1-16,4 1 2 0,-8-1-7 0,-5 0 4 15,0 0-4-15,-16-2 7 0,-9 2 5 0,-4-2-3 0,-14 0 4 16,-3 0-7-16,-5 0 22 0,3 0-9 0,0 0 13 16,0 0-15-16,-3 0-4 0,1 0-3 0,0-2-1 15,-2 0-19-15,0 0-43 0,-2 0 0 0,-1 1-15 16,-14-3-15-16,-17 2-20 0,-3 2-1 0,-2 0-10 15,-1 4-47-15,-5-1-148 0</inkml:trace>
  <inkml:trace contextRef="#ctx0" brushRef="#br0" timeOffset="30793.53">28204 4229 687 0,'-2'0'7'0,"-2"0"37"0,-33-2 3 15,-5-2 16-15,8 2 9 0,8 1 6 0,4-3-2 16,5 2 3-16,6 0-8 0,9 2-27 0,-2-2-10 16,1 0-7-16,1 1-29 0,0-1-1 0,2 0 14 15,2 2-9-15,22-6 14 0,30 1-3 0,9-1-1 0,6 2 2 16,3-1 2-16,8-2-2 0,5-1-9 0,10 1 4 15,13 1-9-15,14-1 4 0,8-1 3 0,6 1 0 16,-3-2-7-16,1-1 5 0,3 1-5 0,14 0 5 16,-4-1 0-16,-6-1-7 0,-8 4 7 0,-16-1-6 15,2 1 11-15,0 1-12 0,0-1 3 0,-2 1-5 0,-11 1 2 16,-14 1 2-16,-12 0 2 0,-11 3 2 0,0-3 3 16,-10 0-3-16,2 0-1 0,1 1-1 0,-12 1-3 15,-4 0 4-15,-5 0 0 0,-11 0 2 0,-1 0-5 0,-10 2 8 16,-4 0-6-16,-6 0 8 0,-1 0-7 0,-5 0 1 15,1 0-4-15,0-1 0 0,-1 1-15 0,1 0-52 16,0 0-22-16,0 0-39 0,-1 0-334 0</inkml:trace>
  <inkml:trace contextRef="#ctx0" brushRef="#br0" timeOffset="103057.49">7980 6713 405 0,'0'-2'132'0,"0"1"-178"0,0-3 163 0,0 2-92 15,-1-7-2-15,1 3 13 0,0 4-16 0,-2-1 13 16,0-1-28-16,0 2-3 0,0 0-2 0,0 0 2 15,0 2 8-15,1 0-15 0,-1 2 10 0,0 0-11 0,0 2 9 16,0 7 10-16,-2 15 0 0,3 3 3 0,-1 9-1 16,0 10 0-16,0 9-5 0,0 10 4 0,0 2-8 15,-1 0-4-15,-3 1-2 0,0-5 0 0,-5 4 0 0,0 7-4 16,0 2 5-16,-2 11-5 0,2 4 4 0,3-2 3 16,1-4-1-16,3-16 3 0,1-14-5 0,3-8 12 15,0-14 2-15,1-7 2 0,1-2 7 0,2-4 1 16,0-3-1-16,1-1 0 0,1-1-7 0,1 0-7 15,1-3-1-15,-3-2 0 0,1-1-2 0,-2-4 0 16,-3-1 5-16,1-3-2 0,0 1 0 0,2 0 12 16,-2 0-4-16,0-3 8 0,-1 1-1 0,3-2-14 15,0 0 4-15,0-2-6 0,1-1 4 0,8-18 9 0,0-10-8 16,0-8 9-16,8-6-3 0,-7-12-8 0,9-5 4 16,1-10-5-16,-4 0 8 0,10-1-11 0,-4-3 5 15,-2 9-8-15,2 4 0 0,2 7 4 0,2 6-5 16,-2 6 6-16,-1 1-3 0,-2 6-2 0,-7 2 1 0,3 1-3 15,-5 6-2-15,-5 0 0 0,2 10 2 0,-5 5-2 16,1 2-10-16,0 7 1 0,-5-2-25 0,0 5 9 16,0-1-86-16,-1 0-44 0,3 2-15 0</inkml:trace>
  <inkml:trace contextRef="#ctx0" brushRef="#br0" timeOffset="103907.54">9278 7534 766 0,'-2'-2'5'0,"1"-2"12"0,-1 1 0 0,-6-7 4 15,-14 3-4-15,2 5 1 0,-6-2-15 0,-4-14-1 16,-5 5 2-16,1 5 0 0,3 6 14 0,-6 2-3 15,-2 4 7-15,1 4-4 0,-4 3 17 0,3 0 10 0,5 2-7 16,-5 5 5-16,6 1-18 0,1-12-3 0,1 29 0 16,1 1-3-16,2 6-11 0,2 1-2 0,0 3-3 15,6 5 2-15,-1-6-13 0,3 2 8 0,3-7-2 0,4-4 3 16,0-3 0-16,5-5 2 0,2-3 1 16,-12-2 1-16,5 1-3 0,7-3 7 0,2 2-4 0,2-4 4 15,4 3-5-15,1-3 4 0,3-1-5 0,1-3 4 16,4 3-6-16,-9-4 11 0,18 0-1 0,2-2 3 15,0-6-10-15,-2-1 1 0,3-1-1 0,-1-3 1 16,0 15-3-16,0-6 9 0,4-4-2 0,-2-5 4 16,-2-2-7-16,0 0-4 0,-5-3 4 0,1-3-3 0,4-3 7 15,-5 1-6-15,1-3-1 0,-3 2 0 0,-4 0 2 16,2 1-2-16,-2-10 2 0,-4 1-2 0,0-2 5 0,-3 4-8 16,-2-1 1-16,7-1-2 0,-6 2 2 0,-1 0-2 15,-4 4-4-15,0 2 1 0,-2-2-5 0,0 5 12 16,1 2-6-16,-18 1 7 0,-1-12-9 0,-6 4 1 15,0 3 5-15,9 5-2 0,-5 1 5 0,3 2-4 16,4 0 0-16,2 0-1 0,6 0-2 0,3 0 3 16,0 0-3-16,1 2 2 0,-1-1-2 0,2 1 8 15,0 0 2-15,2 0 2 0,0 2 0 0,2-2-10 0,2-1 6 16,31 14-5-16,-3-5 10 0,7-5-10 0,3-3 1 16,-1-2-2-16,7-2 2 0,-1-3-7 0,-8-1-1 15,2-3-4-15,-4-1-7 0,0-3-3 0,-2-1-2 16,2-7 1-16,0 1 4 0,1 18-3 0,-5-20 12 15,0-4-7-15,-1-4 20 0,-10 0-5 0,-1 4-1 0,-6 2 0 16,-4 6 5-16,-4 3-1 0,-1 2 4 0,1 3-2 16,-1 1-1-16,-4 4 7 0,-2 1-7 0,0 0 7 15,-2 2-7-15,-2 0-1 0,-16-1 1 0,-12 3-1 16,-1 5-5-16,5 5 9 0,0 1-5 0,6 0 7 16,1 2-8-16,8-4-4 0,4 2 3 0,5 10-2 0,-7-6 13 15,4-2-6-15,3 0 4 0,4 0-6 0,2 1 4 16,5 5-3-16,-5-4-2 0,31 1 1 0,5 1-2 15,4-4 3-15,1 4 3 0,7-2-1 0,2-2 6 0,-7 2-10 16,1-1 3-16,-7-1-5 0,-6 0-4 0,-1 0 9 16,-6 2-5-16,-9-2 5 0,-2 2-9 0,-4-2 5 15,-8 0 3-15,1 0 2 0,5 0 14 0,-3 4-10 16,-4-2 6-16,-6-2-7 0,-7 3 5 0,-22-1 1 16,-16 0-7-16,-4-4 5 0,-3 0-10 0,-2-5-2 15,4 0 2-15,4-3-2 0,6-1 1 0,8 0-16 16,3 18-8-16,7-10-6 0,6-5-46 0,5-3-118 15,5-2-31-15</inkml:trace>
  <inkml:trace contextRef="#ctx0" brushRef="#br0" timeOffset="104228.37">10517 7703 1160 0,'-2'-2'17'0,"-4"-9"30"0,1-2-18 0,1 5-22 16,2 3 8-16,2 3-13 0,0 0 2 0,0-2-6 16,2 1-2-16,15-3 0 0,24-1 6 0,7-1-2 15,0-1 6-15,0 2-5 0,-1-3 3 0,-4 1-5 16,-1 3-7-16,-1-1-1 0,-2 3-35 0,-4 2-37 0,-1-18 0 16,-1 9-17-16,-5 5-48 0</inkml:trace>
  <inkml:trace contextRef="#ctx0" brushRef="#br0" timeOffset="104389">10663 7996 1099 0,'0'-2'32'16,"0"0"-3"-16,0 1-13 0,0-1 6 0,2 0-20 16,0 2 3-16,17-4-2 0,18-3-3 0,9 1 0 0,3-3-13 15,3-2-83-15,5 0 3 0,6 0-39 0,10-2-99 16</inkml:trace>
  <inkml:trace contextRef="#ctx0" brushRef="#br0" timeOffset="104919.36">12427 6557 846 0,'-2'-2'7'0,"1"-1"9"15,-1-3 16-15,-2-3-8 0,2 3-2 0,0 3-3 16,0-1-17-16,1 2 0 0,-1 0 6 0,0 0-4 15,0 2 2-15,0 0-2 0,0 2-4 0,-1 4 2 0,-10 23 7 16,3 7-10-16,5 3 6 0,1 5-8 16,2 8 8-16,2 6-7 0,2 10 1 0,0 3-3 0,2 0 12 15,-1-1-8-15,1-9 1 0,0-3-3 0,-1-4 5 16,-1-2 0-16,2-4 2 0,0 4-1 0,-1-2 3 0,1 2-8 16,2-2 2-16,-1-3-4 0,-1-8 5 0,2 2 5 15,1-4 0-15,-1-11 3 0,1 0 9 0,-3-13 5 16,-1-2 0-16,1-4 4 0,-2-3 14 0,-2-2-6 15,15 7-3-15,0-1-2 0,5-7-13 0,1-2-6 16,3-9 5-16,2-6-6 0,-2-3 6 0,0-20-7 16,0-2 5-16,-3-3-7 0,6-3-4 0,1-1 4 15,-2 0-5-15,8-1 6 0,-3 1 2 0,5-2-1 0,1-2 0 16,-6-7-1-16,1-6-7 0,-6-6 6 0,-2 4-3 16,-7 2 5-16,-1 9-2 0,-5 10-8 0,-1 5 0 15,-1 10-1-15,-3 3 1 0,-3 7-9 0,8 6 1 16,-7 8-9-16,-2 3-45 0,0 1-43 0,0 1-6 0,-2 0-14 15,0 2-52-15</inkml:trace>
  <inkml:trace contextRef="#ctx0" brushRef="#br0" timeOffset="105448.58">13744 7426 877 0,'0'-2'14'0,"-2"0"23"0,2 1-12 0,-6-9-13 16,-1-1 4-16,1 4-8 0,-3-1-6 0,-17 3 3 15,-6 1-2-15,-1 2 2 0,-6-20-5 0,-4 9 8 16,3 6-4-16,-3 5 9 0,4 2 12 0,4 0 5 16,1 2 4-16,3 1-3 0,-1 5-9 0,2 1-1 15,1 2-4-15,1 2 2 0,0 4-6 0,4-14-10 16,0 25 3-16,-2 2-5 0,3 5-1 0,1 1-5 0,5 3 6 15,6 1-4-15,4-1 8 0,5 2-3 0,-4-4-1 16,-16 1 1-16,9-5 5 0,6 2 1 0,5 1-4 16,2-3 2-16,5-1 3 0,3-3-2 0,-1-6 1 15,2-3-3-15,4 0 0 0,-1-3 5 0,-3-4-4 16,15-2 4-16,2-2-8 0,0-5 9 0,4 2-2 0,-1 12 3 16,1-7-11-16,0-3 1 0,1-6 4 0,-3-2-2 15,2-4-1-15,2-2 2 0,-5-3-4 0,5-2 5 16,-10 0-3-16,1-4 0 0,3 11 0 0,-10-24 0 15,5-1-1-15,-10-6-7 0,-4-1 5 0,14 1-7 16,-10 3-1-16,-6 1 4 0,-3-1-11 0,-2 6 10 16,-7-3-4-16,-6 6 1 0,9 8 3 0,-29 2-2 0,3 6 0 15,-3 1 7-15,-3 5 0 0,5-18 1 0,-3 6-2 16,6 6 5-16,4 5 1 0,6 2 3 0,1 0 4 16,4 0-9-16,6 0 0 0,1 0-3 0,2 0-4 0,1 2 10 15,-1-1-2-15,2 1 5 0,0 2 7 0,0 0-4 16,2-1 2-16,0 1-4 0,2 0 1 0,4 0-7 15,29 12-1-15,8-5-2 0,3-3 3 0,8-6-6 16,4-2 8-16,-1 0-6 0,2-4 6 0,3 0-6 16,-5-1-4-16,1-3-3 0,-6 1-25 0,-6-1-40 15,-1 1 2-15,-1-2-16 0,-1-2-24 0,0-1-228 0</inkml:trace>
  <inkml:trace contextRef="#ctx0" brushRef="#br0" timeOffset="105743.28">14405 7345 820 0,'0'0'8'0,"0"0"5"15,0 0-14-15,0 0-5 0,0 0-1 0,0 0 15 0,2 0 4 16,-1 0-3-16,12 1 3 0,13 1-3 0,2 0 16 16,2 0 4-16,2-2 3 0,-1 0 7 0,3-2-3 15,-3-2-6-15,6 1 1 0,0-3-22 0,1 2-6 16,-3 1 1-16,4-3-4 0,2 2-25 0,-2 1-48 16,3-3-16-16,3 4-11 0,-4 0-75 0</inkml:trace>
  <inkml:trace contextRef="#ctx0" brushRef="#br0" timeOffset="106224.6">15580 6847 817 0,'0'-2'13'0,"0"-2"7"0,-4-16 7 0,2 3 4 16,1 6-16-16,1 5-5 0,0 3 0 0,0 1-4 15,0-2-4-15,0 0-9 0,0 1 4 0,0 1-7 16,0 0 9-16,0 0 18 0,0 0-2 0,0 0 8 0,0 2-4 16,0 0-1-16,0 2 4 0,0 0-3 0,0 2 3 15,-2 31-17-15,0 6 5 0,-2 9-8 0,0 0 3 0,1 4-2 16,-5-2 1-16,1-2-1 0,-1-1 3 0,1-7-2 16,-2 3-2-16,1-6 1 0,-1 2 1 0,2-6-4 15,-1 0 4-15,1 0-4 0,1-1 0 0,1-3 2 16,1-1-1-16,2 0 4 0,0-2 5 0,2-4-5 15,0 0-1-15,0-4-1 0,0-3-3 0,2-2 13 16,0-6 0-16,0-3 7 0,0 1 6 0,-2-5 2 16,0 0 1-16,0 0-1 0,11 5 4 0,7 1-14 15,5-5-1-15,3-6-3 0,3-8-5 0,3-6 0 0,-2 9 3 16,-1-21-4-16,-1-5 0 0,-2-1 2 16,0 0-6-16,0-2 4 0,-4-2-8 0,6 0 1 0,-4 0 3 15,-1-2-1-15,10-2 1 0,-5-7 1 0,0-2-5 16,2-6 3-16,-6-5-7 0,0 2 5 0,-2 2 3 0,-5 1 1 15,1 12 1-15,-5 8-4 0,-2 7 4 0,-1 9-3 16,-5-1 2-16,1 7 2 0,-4 3-8 0,0 2 5 16,-1 5-18-16,1 2-35 0,-2 2-5 0,4-1-12 15,0-1-32-15,-2 2-16 0,-1 0-4 0,1 2-6 16,-2 2-35-16</inkml:trace>
  <inkml:trace contextRef="#ctx0" brushRef="#br0" timeOffset="106599.31">16867 7332 958 0,'0'-2'34'0,"2"0"43"0,-1 0-21 0,1-2-24 16,0 1 4-16,0-1-10 0,0 0 3 0,0 0-4 15,0 1 0-15,-2 1-2 0,0-4-10 0,0 3 6 16,-2-1-2-16,-11-5 3 0,-23-8-2 0,-3 6 8 0,-3 5-10 15,-5 6 8-15,5 2-11 0,-3 4-8 0,2 1 5 16,3 2-7-16,1 2 3 0,3 2-3 0,3 2-1 16,1 2 0-16,6-2-2 0,6 0-4 0,1-10 1 15,8 14-2-15,2 1 5 0,7-1-12 0,0 1 5 16,-11 1-6-16,4 1 10 0,5-2-7 0,4 4 6 0,4-3-5 16,3-1 9-16,4-1 0 0,-9-1-4 0,26 3 4 15,0-3 0-15,0 3-1 0,2 1 2 0,-3-5-2 16,3 7 2-16,-4-2 3 0,-4-1-4 0,3 5 1 15,-7-4-4-15,-5 2 1 0,-2-2 6 0,-5-3-3 16,-2-4 8-16,-3-6 1 0,9 2 2 0,-7-5 0 16,-1-2 11-16,-2-1 14 0,0-1-12 0,-2 2 10 0,-16 9-25 15,-34 5-2-15,-6-8-3 0,-9-5-3 0,-1-1-40 16,-14 0-156-16,-9 1-66 0</inkml:trace>
  <inkml:trace contextRef="#ctx0" brushRef="#br0" timeOffset="110367.9">12606 8544 739 0,'-2'-2'0'0,"0"-2"2"0,0-3 29 0,0 1-13 16,2 5-3-16,0-1-17 0,-2-2-5 0,0 0 1 16,1 2 4-16,-1 1-1 0,2 1 3 0,0 0 19 15,0 1-4-15,0 1 11 0,-2 8 5 0,-2 23 9 16,2 2-3-16,0 8 4 0,2-2-17 0,0-2 4 15,-1 5-7-15,-1-7 5 0,0 4-15 0,0-5-7 16,-2-1 5-16,-3 2-5 0,-1 0 4 0,1-2-1 0,0 1-3 16,1-7 2-16,-1 1-7 0,1-6 9 0,0-3-3 15,3-6 4-15,-1-2-24 0,2-2-21 0,0-6-9 16,0 3-2-16,1-5-17 0,-1 1-39 0,0 0 4 0,0-2-22 16,-2 0-43-16</inkml:trace>
  <inkml:trace contextRef="#ctx0" brushRef="#br0" timeOffset="110678.53">12349 9021 53 0,'0'-2'52'15,"0"0"-6"-15,-2 1 23 0,2-3 6 0,-5-11-15 16,-1 0-10-16,1 2 10 0,-1 2-6 0,2 4 5 16,3 1-19-16,-1 2 0 0,0 1-10 0,0-1 4 0,0 0-30 15,0 2-2-15,0 0 5 0,1 1-2 16,-1-1 19-16,0 2 3 0,0 0-2 0,2 2 2 0,0-1-11 16,0 3-2-16,-2 7 0 0,0 12-1 0,2-1-4 15,0 2 8-15,0 0-4 0,0 0 4 0,2 4-9 0,0-2 6 16,2 0 0-16,-1 2 1 0,1-6-4 0,2-3 13 15,1 1-5-15,1-1 8 0,1-3-9 0,0-1-5 16,0-2-2-16,-7-5-1 0,13-1-3 0,0-1 10 16,0-1-8-16,2 6 7 0,-3-1-9 0,1-5 5 15,4-1 6-15,-4-2-2 0,1-2 7 0,3-6-14 16,-4-1 3-16,5-6-6 0,-1 5 8 0,1-16-6 16,1 0 5-16,-3 2-5 0,1 0 9 0,-6 1-13 15,0-1 7-15,0 3-8 0,-2 3 8 0,0 1-5 0,-3 2-6 16,-7 4 0-16,5 1-16 0,-4 4-4 0,0 1-12 15,-2 1-1-15,3-2-71 0,-1 0-93 0,0 1-18 16</inkml:trace>
  <inkml:trace contextRef="#ctx0" brushRef="#br0" timeOffset="111633.9">12726 10130 154 0,'0'0'47'0,"0"-2"-15"16,-2 0 44-16,1 0-7 0,-1-2-11 0,2 2-16 16,-2-9 8-16,0 2-12 0,2 0 0 0,0 3-9 15,0-1 2-15,0 1-3 0,0 1 9 0,0 1 4 16,0 0-6-16,0 2 5 0,0 0-10 0,0 1 3 0,0-1 1 16,-4 0 1-16,-1-2 1 0,-6-3 0 0,1 1 2 15,-3 1-2-15,0-1 3 0,2 4-15 0,-4 0 3 16,-1 0-7-16,-1 2 0 0,2 0 3 0,-2 2-4 0,2 2 3 15,1 0-8-15,-1 1 0 0,-2 5-1 0,0-1 0 16,2 2 0-16,1-2-3 0,-3 14-1 0,0 3-2 16,2 0-7-16,0 1 0 0,2 1-1 0,2 0 1 15,0 0 5-15,2-2-11 0,1 6 4 0,3-3-6 16,-1-1 10-16,4-4-4 0,1-1 4 0,-1-5-4 16,-13 3 2-16,6-3 1 0,3-1-3 0,2 0 3 0,4-3-2 15,0 3 3-15,0-2 3 0,2 0-1 16,2 0-13-16,1-1 12 0,1 1-5 0,1 0 10 0,3 0 5 15,-8-2-5-15,16 0 5 0,3-2-5 0,-1-2-1 16,4 1-2-16,0-5 4 0,4 1-3 0,4-1 4 0,1 16-9 16,2-8 3-16,4-6-3 0,2-3 4 0,4-4 2 15,-6-2-2-15,7-3 2 0,1-5-4 0,-1 1 0 16,6-4-3-16,-11 2 3 0,0-2-1 0,-6 0 2 16,-3 0-2-16,-1 0 2 0,-1 0 3 0,-4 2-3 15,0-2 6-15,-4 2-5 0,-1-1 0 0,-3 1 3 16,-3 2 0-16,-4 0 2 0,2-1 2 0,-2-14-3 15,-1 4-5-15,-3-4 4 0,-3-4 3 0,-2-4-2 0,1-1 0 16,20-4-2-16,-10 3-10 0,-6-5 9 0,-3 0-2 16,-4 2 7-16,0 2-3 0,-4 2 4 0,-2 1 0 15,-3 2 2-15,-2 1-4 0,0 3-2 0,-2 1 3 16,-2 3-1-16,6 4-1 0,-15 5-8 0,-2 0-1 0,-2 7-2 16,0 0-9-16,-6-14-7 0,3 9-5 0,-10 5 0 15,2 6-17-15,-6 8-21 0,1 3-4 0,3 6-10 16,-3 5-62-16,1-17-178 0</inkml:trace>
  <inkml:trace contextRef="#ctx0" brushRef="#br0" timeOffset="112434.43">17806 7480 963 0,'0'-2'39'15,"0"0"1"-15,0 0 17 0,0-1-11 0,0-1-3 16,0 0-29-16,0 1-2 0,2 1-7 0,0 0 5 16,2 0-5-16,20-11-2 0,9 2 6 0,1 2-4 15,3 1-2-15,0 3 1 0,0 1-4 0,2 0 3 16,-6 0-3-16,3 3-4 0,-7 1 0 0,-4 0-3 15,1 0-3-15,-4 0-32 0,2 0-4 0,-7 1-11 16,-6 1-35-16,-6 0-32 0,-1 0-3 0,0 0-12 0,-2 2-36 16</inkml:trace>
  <inkml:trace contextRef="#ctx0" brushRef="#br0" timeOffset="112572.15">17910 7655 200 0,'-2'0'69'0,"1"1"-20"16,-3 1 74-16,0-2-17 0,-7 4-29 0,4 0-20 15,1-2-10-15,4-2 2 0,0 0-8 0,-1 1 19 16,-1 1-1-16,2 0 3 0,0 0-20 0,2 0-6 15,2 0-8-15,13 1 2 0,33 3-20 0,17-8-5 16,4-5-1-16,9-8-2 0,3-2 3 0,-1-1-22 0,2 3-12 16,-8 0-11-16,-1 2-88 0,-5 2-123 0</inkml:trace>
  <inkml:trace contextRef="#ctx0" brushRef="#br0" timeOffset="112870.35">19351 7402 863 0,'0'0'20'0,"-2"-2"-3"15,0 0-5-15,0 0 2 0,1 1-10 0,-1-1 3 0,0 0-4 16,0 0-2-16,0 0-1 0,0 0-3 0,0 0 25 15,1 1 5-15,1 1 6 0,1-2 8 0,1 0-14 16,9-2 5-16,28-9-6 0,8 2 6 0,1 2-4 16,12 0-6-16,1 1 1 0,4 1-14 0,5 1-3 15,-3 1 0-15,-2 3-2 0,-5 0-12 0,-8 2-37 16,-4 0-7-16,-5 0-12 0,-6 0-40 0,-2 2-30 16,0 0-37-16</inkml:trace>
  <inkml:trace contextRef="#ctx0" brushRef="#br0" timeOffset="113367.34">20744 6678 694 0,'0'-2'75'0,"0"-2"-66"0,3-23 79 0,1 4-32 15,0 5-21-15,-2 3-21 0,-1 6 8 0,1 1-12 16,2 1 1-16,-2 1-9 0,0 2 2 0,-2 3-2 0,2-3 9 15,-1 0-11-15,1 0 5 0,0 3-5 0,0-1 12 16,0 0 9-16,0 2-8 0,0 0 7 0,-1 2-14 16,1 0-6-16,0 9 2 0,0 22-2 0,0 1 1 0,-2 5 5 15,-2 3-6-15,-2 6 4 0,-3 10-4 0,-1 3 3 16,1 4-3-16,-2 0 1 0,-1-3-5 0,1-9 1 16,0-2 3-16,1-7-1 0,1-5 1 0,0 2 4 15,1-2-4-15,2 0 3 0,1 0-5 0,1-2 6 16,4 0-1-16,1 0 2 0,1-1-12 0,2-7 5 15,1 5 1-15,-1-10 2 0,1-2 7 0,0-1-3 16,-3-10 1-16,2 2-1 0,-3-6 10 0,-1-3 9 16,0 0 6-16,0-3 1 0,0 1 14 0,2 0-19 0,-1-2 0 15,1-2-7-15,2-1-4 0,5-22-9 0,2-14-2 16,0-3 0-16,2-3 5 0,3-1-6 0,1 1 5 16,3-1-5-16,2-1 3 0,4-1 0 0,4-4 1 0,3-9-1 15,0-12-3-15,6-6 2 0,-2-7-2 0,2 6 2 16,-4 6 0-16,4 13 8 0,-2 9 3 0,-4 7 2 15,4 6 10-15,-9 10-13 0,-6 4 2 0,-4 5-6 16,3 3-4-16,-10 6-9 0,-2 4 2 0,-2 3-4 16,-5 0 5-16,-1 2-4 0,3-1-5 0,-4 3-1 15,0 0-20-15,1-2-28 0,1 0 2 0,-2 2-11 0,0 0-6 16,0 2-29-16,-2 2-4 0,0 10-12 0,-8 18-46 16</inkml:trace>
  <inkml:trace contextRef="#ctx0" brushRef="#br0" timeOffset="113881.79">21700 7398 836 0,'0'-2'36'0,"2"1"50"0,0-1-39 0,-1-2-16 0,1 0-1 15,0 1-6-15,0-1-6 0,-2 2 6 0,2-4-4 16,0 3 5-16,0-3 1 0,-2 2 13 0,1-1-3 15,-1-1 5-15,0 3-15 0,0-1-3 0,-1 0 3 16,-1 1-4-16,-6-1-5 0,-18-7-8 0,-3 5-2 0,-5 6-2 16,1 2-9-16,1 5 6 0,2 3-3 0,6 1 3 15,2 0-3-15,0 2-1 0,9-4-7 0,-6 2 4 16,6 10-5-16,8 1 5 0,-3-2 3 0,-7 1-3 16,4 3-3-16,6 0 1 0,1 0 1 0,2-1 1 15,4 3 7-15,3 0-3 0,3-2 3 0,5 2-2 0,-2-2 9 16,2-2-9-16,-11 4 6 0,20-2-6 15,0-1 2-15,1-3 6 0,1-1-8 0,2-1 7 0,-2-1-12 16,0 3 9-16,0-1-7 0,-1-2 7 0,-1 1-3 16,-5-3-1-16,-1 0 2 0,-1 0-2 0,-4-4 4 0,-3 0-6 15,-5 0 8-15,7 2-7 0,-5-4 12 0,-1 1-1 16,-2 1-4-16,-2-4 4 0,-4 4 2 0,-3 0-9 16,-8 1 7-16,-22-3-7 0,-2-2 5 0,-2-1-4 15,2-1 4-15,2-1-3 0,-4 18 10 0,6-10-10 16,1-5 2-16,4-3-3 0,4-2 3 0,4-2 9 15,7 0-5-15,4 0 5 0,0 0-12 0,-2 0 1 16,6 0-2-16,-1 0 1 0,6 0-1 0,-1 0-5 16,-1 0 6-16,0 0-4 0,2 0 7 0,0 0-5 0,1 0-2 15,-1 0-1-15,0 0-10 0,0 0 6 0,0 0 2 16,0 0 2-16,2 0 7 0,0 0-6 0,0 0-10 16,0 0 0-16,2 0-35 0,0 0-72 0,0 0-11 0</inkml:trace>
  <inkml:trace contextRef="#ctx0" brushRef="#br0" timeOffset="115227.49">22862 7066 342 0,'0'-2'20'16,"0"0"-2"-16,0-1 10 0,-7-23 1 0,3 13-5 15,-2-4-2-15,3 4-11 0,-1 5 0 0,0 1-4 16,2 3-4-16,2 2 11 0,0 1-3 0,-11-1 6 16,4-4-5-16,-1 1 9 0,1-1 1 0,-2 0 3 0,5 5 7 15,-2-3 9-15,3 2 0 0,-1 0 2 0,2 0-13 16,0 0-11-16,0 1-2 0,2-1 0 0,0 0-1 0,2 2 3 15,2 0-1-15,24-4 2 0,5 0-1 0,6 1-7 16,2 1-1-16,-4 2-1 0,2 0-1 0,-5 0 0 16,-1 0-7-16,-1 0 3 0,-5 0-9 0,1 0 7 15,-4 0 1-15,1 0 2 0,-5 0-3 0,-5 2-8 16,0 0 4-16,-4-1-7 0,-4 1-5 0,1 0-46 16,-5-2-6-16,1 2-14 0,0 0-38 0</inkml:trace>
  <inkml:trace contextRef="#ctx0" brushRef="#br0" timeOffset="115455.38">22489 7293 801 0,'0'-2'27'0,"0"0"34"15,0 0-33-15,2 0-9 0,0 0-2 0,-1 2-1 16,31-9-2-16,13 2 0 0,1 3-7 0,10 0 5 15,5 0 2-15,2-1-10 0,4-3 10 0,-4-1-10 0,2 0 10 16,-2 0-7-16,0-1-3 0,-1 3-2 0,1 1-5 16,-6 3-66-16,5-1-6 0,3 4-34 0,-6 0-142 15</inkml:trace>
  <inkml:trace contextRef="#ctx0" brushRef="#br0" timeOffset="119156.2">24741 6219 599 0,'0'-3'0'0,"0"-7"10"0,0-34 16 16,0 8 9-16,0 16 7 0,0 0-2 0,0 12-35 15,0 3 6-15,0 1-13 0,0 0-3 0,0 1 0 16,0 1 0-16,0 0 2 0,0 2 2 0,0 2-1 15,0 1 1-15,-2 25 0 0,-1 19 15 0,-3 1-6 0,-1 0 6 16,-1 2-5-16,1 0 9 0,-1-1-5 0,-1 1-3 16,0 2 1-16,-4 4 4 0,0 5-11 0,0 4 4 15,3 5-7-15,1 5-2 0,2-5 9 0,1-1-1 16,2-6 6-16,3-13-6 0,1-7 10 0,0-6-7 0,0-11 7 16,0-2-8-16,0-3 2 0,0-5-1 0,0-3 0 15,0 0-5-15,0-3 1 0,0-3 7 0,0 0-5 16,0-1-8-16,0-2-52 0,0-2-4 0,0-1-16 15,1 3-37-15</inkml:trace>
  <inkml:trace contextRef="#ctx0" brushRef="#br0" timeOffset="119344.83">25098 6869 1051 0,'0'-2'48'0,"0"0"81"0,0-1-78 0,0-1-27 15,0 0-7-15,0 1-8 0,0 1-21 0,1 0 11 16,-1 0 1-16,0 0 0 0,0 2-2 0,0 0-22 16,0 0 1-16,0 2-9 0,0 0-12 0,0 0 8 15,0-2-13-15,0 0 6 0,0 0-54 0,2 0-21 16,0-2-28-16</inkml:trace>
  <inkml:trace contextRef="#ctx0" brushRef="#br0" timeOffset="119746.51">25514 6518 355 0,'0'-2'115'16,"0"1"29"-16,0-3-11 0,0-7-69 0,1-8 13 15,3 1-24-15,2 1-8 0,1-2-5 0,4-1-2 16,2-1-20-16,-7 3 4 0,20-3 1 0,5 3 1 16,6-3 5-16,10 5-1 0,-4-7-5 0,-1 12 3 15,3 4-14-15,-6-1-7 0,4-12 6 0,-1 11-7 0,-5 9-4 16,-7 5-3-16,-2 6-2 0,-9 1 2 0,-5 1 5 15,-4 16 2-15,-5 3-1 0,-3-2 2 0,17 3 1 16,-10-1 3-16,-9-1-1 0,-7 3 2 0,-8-1-3 0,7 2-2 16,-31 1 5-16,-5-1-4 0,5 0-2 0,-4-1 0 15,6-1-2-15,0-2 3 0,-4 1 4 0,7-2-8 16,1-4 0-16,9 2 0 0,2-6 9 0,7-2-2 16,0-1-1-16,6-4-1 0,3-2-8 0,0-4 3 15,3 0 2-15,1-5 2 0,-2 0 10 0,0-1-12 16,3 1 7-16,-1 0-7 0,2 0 14 0,2-1-10 15,1-1 4-15,21 9-5 0,19-3 3 0,-2-6-3 0,7-2-2 16,-1-6 2-16,1 0 0 0,4-1-2 0,-6-2-1 16,-3 1-1-16,-4 1 0 0,-5-1 7 0,-7 1-1 15,-1 0 3-15,-3-1-5 0,-5-1-14 0,-3 1-3 16,0 1-6-16,-4 1-25 0,-3 3-25 0,-1-1-2 0,-1 0-9 16,-1 2-13-16,-1-11-104 0,-1 0-9 0</inkml:trace>
  <inkml:trace contextRef="#ctx0" brushRef="#br0" timeOffset="120185.21">26739 6067 975 0,'0'-2'22'0,"0"0"-2"0,2-7 7 16,0-6-2-16,-2 10-6 0,0 1-19 0,2 0-11 15,-1 1 3-15,1 1-4 0,0 0 16 0,2 2-13 16,0 2 12-16,3 3-11 0,2 8 10 0,1 15-5 16,4 7 0-16,-6 4-1 0,1 4 10 0,-1 2 15 15,-1-1-5-15,-1-3 9 0,-3-2-3 0,-1 2-13 16,0-4 7-16,0 6-9 0,0-1 6 0,0 1-3 0,-1 4 0 16,24-3-1-16,-11 1-3 0,-4-1 1 15,-3-1-3-15,-3-4 3 0,-1 2-3 0,3-8-1 0,-2-5 9 16,-1-6-6-16,1-7 11 0,-2-6 7 0,2 1-3 15,-2-7 6-15,-2-1 15 0,3 2-10 0,8 2 4 16,8-1-8-16,5-5-10 0,0-7 3 0,4-8-8 0,4 6 7 16,-3-30-4-16,5 0-2 0,3 0 2 0,2-4-3 15,6 0-1-15,-3 0 3 0,1 1 1 0,5-1 0 16,-5 2 3-16,5 0-5 0,-1-1-2 0,-7-5 0 16,1-1 3-16,-4-6 0 0,-3-2 1 0,-4 1-1 15,-6-5-1-15,-4 10-6 0,-1 4 3 0,-4 9-4 0,-2 7-3 16,-2 4 4-16,-2 4-6 0,-3 5 5 0,-3 2-8 15,-1 4-32-15,6 2-4 0,-3 1-15 0,-1 3-56 16,-4 3-134-16,2-2-59 0</inkml:trace>
  <inkml:trace contextRef="#ctx0" brushRef="#br0" timeOffset="120790.54">24013 8009 1086 0,'0'-5'17'0,"-3"-32"38"0,1 11-49 0,2 14-10 15,0 9-2-15,0-1-4 0,0 2-13 0,0 0 14 16,0 2 1-16,0 2 5 0,0 2-1 0,-4 27 2 15,0 3-1-15,-1 1 3 0,-1 0 0 0,-1 4 6 16,-3 4-1-16,1 3 6 0,-2 6-4 0,-2 12-4 16,-2 4-4-16,0 12 1 0,-1 4-1 0,3-4 3 15,3-6 4-15,3-15-3 0,3-9 1 0,2-5 3 16,2-10-1-16,2-5 3 0,2 0 6 0,0-6-5 0,1-2 5 16,3-2-4-16,-3-3 7 0,3-2-4 0,1 0-3 15,-4-8 2-15,-3 3 0 0,11-7 17 0,4 8-1 16,3 1 6-16,1-7-3 0,3-3 5 0,2-4 1 15,4-7-1-15,5-8-11 0,8-7 3 0,1 18-5 16,-3-29 6-16,2-4-2 0,0-5 0 0,-3-10 0 0,5-9-1 16,-1-14 2-16,-3-2-13 0,4-3 1 0,-2 2-4 15,-6 10 3-15,-4 6-1 0,-3 9 3 0,-8 10-4 16,-1 4-4-16,-8 8-1 0,-2 3-1 0,-6 2 0 16,-1 4-4-16,-2 9-2 0,7 2 3 0,-3 4-3 15,-4 3-6-15,-2 5-41 0,1-3 1 0,-1 2-13 0,0 0-10 16,-1 2-17-16,-3 0-10 0,-24 13-7 0,0 4-79 15,2-8-33-15,2 21-34 0</inkml:trace>
  <inkml:trace contextRef="#ctx0" brushRef="#br0" timeOffset="121119.02">25216 8795 447 0,'-1'-2'90'0,"-3"0"182"0,-7 0-242 0,-15 2 6 15,-8 2-7-15,-3 7 5 0,-4 6-19 0,-3 2-9 0,3 1-2 16,4 1 0-16,-2 1 4 0,4 1-7 0,3-3 2 16,8-16-4-16,5 17-5 0,8-3 11 0,6 1-1 15,3-2 7-15,-9 2 2 0,3-1-5 0,4 3 1 16,4 1-2-16,2 1-2 0,6 1 0 0,3 0-4 0,6 4 5 16,-12-1 0-16,19 1 9 0,2 1 1 0,0-1 1 15,0 0-6-15,0 0 13 0,-3 2-9 0,1-4 10 16,-6 0-12-16,-5-1 3 0,-5-8 5 0,-5-2-2 15,-1-4 10-15,2-4 28 0,0 1 3 0,-3-2 6 0,-1-2-5 16,0 1-25-16,-1 1-6 0,-3-2-4 16,-16 5-16-16,-14-1 0 0,1-6 4 0,5-2-3 15,0-4 0-15,2-1-11 0,4 0-4 0,1-3-2 0,3-1-17 16,5 4-20-16,2 5-10 0,3-17-4 0,4 3-38 0,-7 1-54 16,2-4 0-16,7-1-28 0,4-3-80 0</inkml:trace>
  <inkml:trace contextRef="#ctx0" brushRef="#br0" timeOffset="121323.65">25993 8856 1019 0,'0'-4'147'15,"0"-20"333"-15,0-4-464 0,1 15-14 0,1 4-2 16,-2 7-2-16,2-2-4 0,26 2 4 0,4 1 3 15,-6-16-1-15,-2 6-1 0,-8 5-16 0,-1 2 0 0,-2 3-5 16,-3-1-1-16,-1 0 6 0,-2 0-2 0,-1 2 2 16,1 0-17-16,-3 0-16 0,0 0-3 0,-2 0-8 15,1 0-47-15,1 0-177 0,-2 2-28 0</inkml:trace>
  <inkml:trace contextRef="#ctx0" brushRef="#br0" timeOffset="121521.88">25575 9112 900 0,'0'-2'126'16,"0"0"-117"-16,0 1 136 0,0-1-58 0,0-2-51 0,0 0-8 16,0 1 1-16,2-1-1 0,0 0 4 0,1 0-13 15,25-14 4-15,13-1-7 0,2 4-6 0,9 2-10 16,1 2-5-16,1 0-2 0,4 2-16 0,-2 0-17 16,1-1-3-16,-7 3-3 0,4-1-5 0,-7 1-20 15,-1 1 1-15,2 3-12 0,0-1-36 0,3 2-202 16</inkml:trace>
  <inkml:trace contextRef="#ctx0" brushRef="#br0" timeOffset="121772.36">26975 8633 1437 0,'0'-2'20'15,"0"-1"2"-15,-2-5-10 0,0-1-6 0,2 5-6 16,-2 0-13-16,2 1 7 0,0-1-4 0,2 2 7 0,0 0 16 16,2 0 15-16,22-11 2 0,7 2 2 15,4 0 7-15,6 0-20 0,5 2 7 0,6-1-14 0,2 1 1 16,3 4-10-16,1-1-2 0,-3 4-3 0,-1 0-17 0,-8 2-29 16,-3 0 1-16,-8 0-11 0,-2 0-3 0,-2 0-10 15,-5 0-19-15,2 0-4 0,-6 0-143 0,2 0-44 16</inkml:trace>
  <inkml:trace contextRef="#ctx0" brushRef="#br0" timeOffset="122037.79">28159 8147 616 0,'0'-2'273'0,"0"0"-368"0,-1-2 320 15,1 0-176-15,-4-7-24 0,2 8-10 0,0-1-2 0,0 0-3 16,-1 2-6-16,1 2-11 0,-13-3 7 15,6 3-8-15,-3 1 16 0,5 3-5 0,1 0 2 0,-3 18-4 16,4 10 5-16,-5 5 22 0,1 2-4 0,0 5 10 16,-4 7 1-16,0 2-4 0,2 7 4 0,-1 1-3 15,3-1 1-15,2-5-2 0,3-5-1 0,0-7 1 16,2-6-4-16,1-7-9 0,-3-2-1 0,2-6-2 16,-2-2 1-16,1-1-4 0,1-2 0 0,-4-2 0 15,2-2-1-15,1-4-1 0,-3 2 2 0,1-4-4 0,-1 1-14 16,2-1-50-16,-1-1-8 0,3-2-16 0,0-3-56 15,-2 3-217-15</inkml:trace>
  <inkml:trace contextRef="#ctx0" brushRef="#br0" timeOffset="122533.79">28482 8763 1483 0,'0'-2'23'0,"0"0"1"0,0 0-11 0,0-1-1 15,0-1-12-15,-1 0-13 0,-1 2-30 0,0 1-4 16,0-1-8-16,0 0-19 0,0 0-3 0,0 0-10 16,-1 0 4-16,-1 0-15 0,2-1 21 0,-2-10 15 15,-10-8 0-15,2-3 47 0,7-2 6 0,5-3 3 0,2-3 0 16,5 4 6-16,2 2-6 0,4-2 1 0,0 6-3 16,2 0 8-16,-11 1 0 0,16 1 2 0,3 1 0 15,1 1 12-15,0 3-10 0,4 0 6 0,0 2-7 16,1 0 11-16,3 2 19 0,5 0-9 0,6 1 12 15,1-1-3-15,-5 4 19 0,4-4-1 0,-8 3 8 16,2-1 10-16,10 2 4 0,-6-1 1 0,0 1-3 0,-1 1-24 16,-6 4-21-16,-1-18-4 0,-7 11-5 0,0 3-15 15,-5 6 2-15,-5 0-4 0,1 4 2 0,-6 1-2 16,-3 1 1-16,-5 7 7 0,14 13-4 0,-6 2 12 0,-7 5 1 16,-6 4-7-16,-9 4 5 0,-8 4-6 0,18 1-3 15,-33-1 6-15,-1-6-6 0,0-4 1 0,5-5 8 16,0-6-2-16,4 0 4 0,6-4-1 0,1-1 6 15,1-2-8-15,5-3 7 0,1 1-13 0,1-4 8 16,9 4-3-16,-5-4 4 0,5 2 0 0,-7 0-4 16,3-3 4-16,3-1-5 0,-1 4 1 0,4-4 7 15,2 4-2-15,3-3 3 0,1-3-8 0,27-1 3 16,1-3-7-16,7 3 5 0,1-4-8 0,1 0 2 0,0-1 1 16,1 24-2-16,-1-12-11 0,2-6-20 0,1-3-2 15,2-4-6-15,0 0-22 0,-1-4-30 0,3-2-8 16,-4-3-9-16,5-4-48 0,2-4-93 0,-2-1-6 15</inkml:trace>
  <inkml:trace contextRef="#ctx0" brushRef="#br0" timeOffset="122922.31">30384 8158 564 0,'0'-2'417'0,"0"0"-581"0,0 0 505 0,-2-15-284 0,-2 4-18 16,2 4-6-16,2 4-2 0,0 1 1 0,0 0-1 0,0 2-13 15,0-1-5-15,-2-1-1 0,1 0-8 0,-1 2 16 16,0 0-1-16,0 1 5 0,0 1 8 0,0 1-12 16,-1 1-1-16,1 4-5 0,-8 22-7 0,1 7-7 15,0 2 8-15,0 6-8 0,-1 3 1 0,1 6 2 16,2 4 0-16,-1 3 1 0,3-1-4 0,1-4 2 16,0-2-3-16,-22-2 4 0,13-4-3 0,8-7 7 15,5-2 1-15,0-9 4 0,1 0 4 0,3-6-4 16,2 1-3-16,-1-5 1 0,1-1 5 0,1-2 2 15,1-2 7-15,-1-2-4 0,2-4 10 0,10-3-12 0,3 0 4 16,2 13-7-16,4-4 1 0,0-6 2 0,2-5-11 16,0-2 7-16,3-6-13 0,2-3 7 0,2-2-1 15,6-6 1-15,-2-1-2 0,4 14-1 0,-3-30 4 16,-1-8-4-16,2-10 7 0,-4-6-9 0,0-7 4 0,2-5-4 16,-1 1 7-16,-1-3-8 0,0 1 2 0,4 6-3 15,-6 4 6-15,6 3-5 0,-8 2 1 0,-5 1-2 16,2 1-1-16,-8-2 3 0,-4 1-4 0,-3 4 3 15,-4 1-17-15,0 8-48 0,-2 10-13 0,-2 8-28 16,-1 5-213-16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5:38:25.23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7227 8301 569 0,'0'-2'-44'0,"0"0"43"0,0-2-1 0,0-7 1 0,0 0 44 16,0 5-17-16,0 3-15 0,-2-1 6 0,0 0-11 15,0 1-6-15,0 1-1 0,0 0 0 0,0 0-2 16,1 0-5-16,1 2-57 0,0 0-19 0</inkml:trace>
  <inkml:trace contextRef="#ctx0" brushRef="#br0" timeOffset="28508.53">2145 9522 13 0,'0'0'0'0,"0"-1"17"0,0-1 10 16,0-2 15-16,0 0 10 0,2-7-9 0,-2 0-2 0,0-6 4 15,0 2-6-15,0 2 9 0,0-7 6 0,0 13-15 16,0-6 2-16,1 1-8 0,-1 3-7 0,0 0-3 16,0 3 0-16,0 1 0 0,0 1 10 0,0-3-7 15,0 1-1-15,0 2-4 0,0 1 6 0,0-1-8 16,0 0 8-16,0 2-10 0,0 0 4 0,0 1-7 15,0-1 5-15,0 0-6 0,0 2-2 0,0 0 3 16,0 2-5-16,0 1 5 0,0 3-4 0,-5 16-1 0,-1-1-2 16,-1 3 0-16,0-2-3 0,1 4-1 0,0 2-4 15,3 2 1-15,-1-1-1 0,0 1 3 0,2 2 4 16,1-3-2-16,1 1 0 0,0-2 0 0,0 0 3 0,3 3 0 16,-1 1 11-16,2 3-8 0,1 1 1 0,-3 3-3 15,0-2 1-15,2 2-7 0,0 1 2 0,1 3-3 16,1 0 1-16,3 3 6 0,-4 1-8 0,1-1 9 15,1 1-5-15,-1-3-4 0,1 1 1 0,-1-6-1 16,0-4 12-16,-1 0-9 0,-1-1 3 0,1-1-6 16,-1 2 3-16,0 1-8 0,0 3 6 0,-3 0-7 15,1 3 7-15,0 5 0 0,0 5 1 0,0 2-1 0,0 5 8 16,-2 0-8-16,0 1 1 0,0-3-3 0,0 1-3 0,0-4 6 16,0-8-2-16,0-5 1 0,0-2-4 0,0-6 8 15,2 3-3-15,-1-3 4 0,1 1-10 0,2-3 4 16,-2 3 4-16,0-3 0 0,1 1 3 0,3-3-7 15,0 5-1-15,-1 1 0 0,3 2 10 0,-3 0-11 16,1 0 6-16,-1-1-8 0,-1-1 3 0,0 2 7 16,-1 0-6-16,3 2 6 0,-2-2-11 0,-1 1 5 15,-1-5-4-15,2 0 4 0,0 1-1 0,-2-1 1 16,1 4 4-16,-1 4-1 0,-2-2 1 0,0 4-2 0,0 0-3 16,0-1 0-16,0-1-4 0,0 0 4 0,0-2 2 15,0 0 0-15,0-2 5 0,0 4-6 0,0-4 2 16,0-3-2-16,0-1-2 0,0-7 2 0,0 2-1 15,0-6 1-15,2 0 3 0,0 1-3 0,0-1 4 16,0 0-4-16,-1 1 1 0,1-1 4 0,0 0-5 0,2 0 5 16,0 1-9-16,-1 3 5 0,1 1-1 0,0 5 3 15,-2 1-7-15,-1 1 7 0,1 1-5 0,0 4 5 16,-2 0-9-16,0 4 6 0,0 1 1 0,-2 1 0 16,-1-2-3-16,1-4 3 0,0 0-4 0,2-2 5 15,0-4 3-15,0 1-6 0,0-8 4 0,0-2-4 0,0-2 6 16,0-2-7-16,0-1-2 0,2 0-1 0,0-3 5 15,-1 1 5-15,1 0-3 0,0-2 4 0,2 1-9 0,0-1 3 16,-1 2 4-16,1-2-2 0,2 1-2 0,-1-1 1 16,1 0 0-16,-1 2 2 0,-1-4 3 0,2 2-7 15,-3-2-1-15,1-2-1 0,0 2 7 0,-1-2-2 16,3 2-2-16,-2-4 0 0,-1 2-9 0,-1-3 10 16,0-3-1-16,0 1 5 0,-2-2-5 0,2 1-2 15,2 5 2-15,-4-7-1 0,1 5 4 0,-1-5-2 16,2 1-4-16,0 0 2 0,0 0 0 0,0-1 1 15,-2 1 1-15,0 0-1 0,0-1-1 0,0 1 1 16,0 0 2-16,0 0 1 0,0-1 2 0,0 1-8 0,0 0 3 16,0-2-5-16,0-1 6 0,0 1 1 0,0 0-3 15,0 0 2-15,0 0 1 0,0 0 2 0,0 0-1 16,0-1 0-16,0 1-7 0,0 0 4 0,2-2 0 0,0 0 3 16,-1 0 2-16,1 0-2 0,0 0 0 0,0 0 0 15,0-2 5-15,0 0-13 0,1 1 5 0,1-1-7 16,2 0 15-16,7-4-9 0,-2 1 1 0,6-3-6 15,1 1-4-15,3-1 8 0,5 1-1 0,-2 1 3 16,2 1-6-16,3-1 6 0,7 3-9 0,-5 1 10 16,6 0 3-16,2 2-9 0,-2 0 5 0,2 0-8 15,4 0 4-15,-6 0 4 0,2 0 2 0,2 0-1 0,-4 0-6 16,2 2 4-16,2 0-1 0,6-1 2 0,1 1-1 16,4 0 5-16,2 0-6 0,-1 0 5 0,7 2-2 0,5-1-4 15,0 1 3-15,0 2-6 0,-4-1 4 0,-3 1 2 16,1 1 1-16,2-1 0 0,-1 1-1 0,7 1 0 15,-1-3 1-15,11 3 1 0,4-1-3 0,3 0 1 16,3 1-3-16,-11-1 3 0,4 3-1 0,-2-3 1 16,0 0 0-16,9 3 0 0,4-3-15 0,10 0 15 15,3 3-6-15,-8-7 6 0,1 3-9 0,-8 0 4 16,0-1-3-16,7 3 3 0,12-3 1 0,0 1 6 16,3-3-6-16,-7 1 4 0,-9 2-19 0,0 3 14 0,-3 0 4 15,9 2 1-15,5-1 5 0,7 1-3 0,-7-2-2 16,-8 0 0-16,-3 1-5 0,-6-1 4 0,4 4 1 15,7-2 0-15,0 2-2 0,6-5 1 0,-6-3-2 16,-9 1 3-16,-3-1-2 0,-9 1 0 0,3 1 1 0,0 1 0 16,5-1 0-16,2 1-1 0,-3-1 2 0,-7-3-2 15,-6-1 2-15,-10 1-21 0,-6-2-3 0,-3 0-9 16,-5 0-44-16</inkml:trace>
  <inkml:trace contextRef="#ctx0" brushRef="#br0" timeOffset="31251.7">2444 14211 42 0,'0'0'13'0,"0"0"4"0,0 0 8 0,0 0-2 0,0 0-7 15,0 0 4-15,0 0-1 0,0 0-6 0,0 0 4 16,0 0-5-16,0 0-4 0,0 0 4 0,0 0 3 16,0 0 0-16,0 0 1 0,0 0 6 0,0 0-9 15,0 0 9-15,0 0-3 0,0 0 1 0,0 0-1 0,0 0-1 16,-2 0-1-16,2 2 5 0,-2-1 1 0,2 1 0 15,0 0-4-15,0 0 2 0,-2 0 0 0,2 0 0 16,0 0-7-16,-2-1 3 0,2 1 4 0,0 0 0 16,-2 0 7-16,2 0-10 0,0 0 1 0,0 0-3 15,0-1 5-15,0 1-4 0,0 0 2 0,0 0-2 0,0 0 3 16,0-2 7-16,0 2-6 0,0-2 6 0,0 0-8 16,0 0 16-16,0 0-2 0,0 0 6 0,0 0-2 0,0 0 2 15,0 0-3-15,0 0 0 0,-1 0-18 0,1 0 14 16,-2 0-9-16,0 0 10 0,0 0-7 0,0 0-10 15,0 0 0-15,2 0-4 0,-2 0-5 0,1 0 3 16,-1 0-4-16,0-2 2 0,0 0-8 0,0 0 12 16,2 0-5-16,0 0 5 0,-2 1-18 0,0-1 8 15,2 0 3-15,-1 0 2 0,1-2 1 0,0 1-8 16,0-1 3-16,0 2-4 0,0-5 11 0,0-1-12 16,0 1 2-16,0-3-3 0,0 1 14 0,0 0-14 0,0-2 5 15,0 0-8-15,1-2 6 0,1 0 8 0,2 0-4 16,0-2 6-16,-1 4-7 0,1-1-3 0,2 1 0 15,-3 2-1-15,3-2 4 0,-2 3-5 0,-1-1 9 0,1 2-8 16,0-1 3-16,0-1 8 0,-3 2-8 0,3-5 7 16,0 1-11-16,0 0 6 0,-1 0-2 0,1-2 5 15,0 0-3-15,-1 2-4 0,3-4 2 0,-2 0-2 16,-1 2 2-16,3-2 3 0,-2 0-4 0,-1-1 4 16,1 5-2-16,0-6 1 0,-2 6 0 0,1-2 0 15,1-2-7-15,-2 0 5 0,2-4-2 0,-2 3 5 0,-1-6-6 16,1 1 3-16,0 3-2 0,0-7 3 0,0 3-5 15,0-6 2-15,0 0 0 0,-1 2 3 0,1 0 3 16,-2 2-6-16,2 2 0 0,0 0-2 0,0 1 7 0,0 3-9 16,-2 1 5-16,0 2-6 0,0 0 8 0,0 2-1 15,0-2 2-15,0 2-1 0,0 0 3 0,0 0-4 16,0 2-3-16,2 0 1 0,-1 2 4 0,-1 1-1 16,0 1 4-16,0 0-5 0,0-1-2 0,0 1 6 15,2-1-2-15,-2 3 6 0,2-3 2 0,0 1-6 16,0-1 3-16,0-3-3 0,0 2 4 0,-1-2-11 15,1 2 7-15,0-1-8 0,0-1 8 0,0 0 6 0,0-2-7 16,0 2 7-16,-1 0-13 0,1-2 8 0,0 0-7 16,0 0 8-16,0-4-6 0,0 4 2 0,0 2 2 15,1-4-2-15,1 4-4 0,0-4-3 0,1-2 3 16,-1 3-2-16,0-3 7 0,-1 2-1 0,3-2-3 16,0 1 2-16,-3 4-2 0,5-6 2 0,-3 5 0 0,1-2-1 15,1-4-2-15,-3 5 1 0,2-5-1 0,-3 4 1 16,1 0-3-16,0-1 6 0,-1-1 3 0,3 0 1 15,0-3 2-15,-3-1-6 0,1 5 1 0,0-3-3 16,-2 4 9-16,-1-2-5 0,1 1 1 0,0 1-2 16,0-2 3-16,0 0-5 0,0-1 0 0,0 1-1 0,-1 2 0 15,3 1-2-15,0-1 4 0,-2 2-4 0,1-2 0 16,-1 4 4-16,4-4-4 0,-1 2 4 0,1 0-9 16,-1 0 11-16,1 0-6 0,0 2 7 0,1-4-14 0,0 2 7 15,3-2 0-15,-1-2 1 0,0 1-2 0,1-3 2 16,-3 2-3-16,2-3 3 0,1-1 0 0,-3 3 3 15,4-6-1-15,0 1 0 0,0-1-5 0,2-2 4 16,-1 4-3-16,-3 2 2 0,2-6-9 0,-4 5 9 16,3-3-1-16,-3 2 3 0,2 3-3 0,1-1 0 15,-1 3 3-15,0-2-1 0,1 1 6 0,-1-2-9 16,-2 3-2-16,1 2-1 0,-1 2 4 0,1 0 1 0,-3 2 2 16,1 0-1-16,-1 0-3 0,1 1-3 0,-1 1 2 15,3-2-1-15,-3 2 5 0,1-1-1 0,1-1-1 16,-1 4 0-16,1-4 1 0,-5 1-2 0,9 1 1 15,-1 0-1-15,1-1 3 0,0 1-4 0,0-2 2 0,0 2-3 16,-1-2 9-16,1 1-9 0,0 1 6 16,0 0-6-16,0-1 4 0,2 3 1 0,-2-2-2 0,0-2 0 15,2 3-3-15,0-1 3 0,-1 0-1 0,1 1 2 16,0-3-1-16,-2 2-5 0,4 1 5 0,-2-3-2 16,1 4 5-16,-1-1-2 0,0-1-3 0,0 0 1 15,-2 1-3-15,1 3 6 0,2-3-2 0,-1 6 4 16,0-3-4-16,2 3-1 0,-5-4 1 0,1 5-2 0,0-3-2 15,2 0 5-15,2 0-2 0,-8-1 2 0,8 1-4 16,0 0 3-16,-2 1 0 0,4 1 1 0,-3-6-4 16,-2 3 5-16,4 1-1 0,-3 0 4 0,0 1-12 0,0-1 7 15,0-2-1-15,2 1 3 0,2 3 1 0,-2-2-5 16,0-1 0-16,-4-1-2 0,0-3 9 0,2 5-5 16,0-1 0-16,2-1-2 0,-4 2 1 0,2 1-1 15,-2 1 3-15,0 0-3 0,4-9 1 0,-4 3 0 16,4-1 2-16,-2 2 0 0,2-1 5 0,-2 3-7 15,0 1 1-15,0-2-3 0,0 1-1 0,0 1 4 16,0-1 0-16,3-1 2 0,-1 0-1 0,2-1-1 0,2-2-2 16,-3 1 1-16,5-1 4 0,-3 2-6 0,-1-1 3 15,0 3-3-15,-1-1 6 0,1 0-3 0,2 1 0 16,-4 1-1-16,-4 0 5 0,0 1-5 0,-2 1 1 0,2 0-5 16,-1 0 5-16,4 0 1 0,-1 2-1 0,-3 0 0 15,5 0-3-15,-8 0 3 0,0 0 0 0,1 0 1 16,5-2-5-16,2 1 7 0,1-1 1 0,5 0 2 15,-10 0-8-15,6 0 0 0,-2 0-2 0,-1 0 3 16,1-1 6-16,-2 1-9 0,2-2 4 0,-4 2-5 16,4-1 7-16,-2-1 4 0,0 0-6 0,0 0 4 15,0 1-6-15,2-1 1 0,0 0 1 0,1 1-1 0,-1-1-3 16,0 0 4-16,0 2 0 0,0-1 0 0,2-1 0 16,-1 2 3-16,1 0-5 0,3 0 4 0,-3 0-10 15,2 1 9-15,7-1-1 0,-8 0 2 0,5 0-6 0,-3 0 5 16,0 0-1-16,5-1 3 0,1-1-3 0,0 0 0 15,0 0-3-15,-4 1 3 0,8-3 0 0,-1 1 0 16,1-1 2-16,2 0-2 0,-5 3 0 0,1-3 1 16,2 1 1-16,-4 1-1 0,0-2-2 0,0 1-3 15,-2-1 5-15,2 2-2 0,2-1 6 0,-2 1-6 16,0 0-4-16,2 1 2 0,0-1 10 0,-2 0-7 16,3 2 0-16,-1 1-4 0,0-1-1 0,4 0 4 0,-6 2 2 15,3-2-1-15,7 0-3 0,-7 2 5 0,10-2 1 16,-3 0 2-16,-3 1-5 0,4-1 0 0,-4 0 0 15,1-2 0-15,-3 0-2 0,1 1 2 0,-2-1-4 0,3-2 4 16,-1 1-1-16,-1 1 0 0,3-1 3 16,1-1-2-16,-3 2 4 0,3 1-4 0,0-1-3 0,-3 0 0 15,7 0 4-15,0 1 1 0,2-1 1 0,1 2-3 16,-1-2 1-16,0 1-6 0,-6 1 5 0,0 0-4 16,4-2 9-16,-1 1-5 0,1-1-2 0,-2 2-1 15,0-2 4-15,-4 2-2 0,1 1 4 0,1-1-5 0,0 0 2 16,4 0 0-16,-3 0 0 0,3 0 2 0,-2 2-4 15,2-2 2-15,1 2-2 0,-2-1 2 0,2 1 3 16,1-2-3-16,0 2 1 0,0-2-1 0,2 0-1 16,-6 2 2-16,0-2-4 0,0 0 4 0,-3 0-6 0,1 1 7 15,-2-1-2-15,4-2 4 0,-1 2-7 0,-1 0 1 16,2 0 3-16,-2 1-1 0,2-1 0 0,2 2 6 16,2-2-9-16,2 2 6 0,-4 0-11 0,-2-2 8 15,2 2 2-15,-4-2 0 0,4 0-2 0,0 2 1 16,-3-2-3-16,-1 1 3 0,2-1-1 0,-5 0 3 15,1 0-1-15,0 0 1 0,1 0-6 0,-3 0-1 16,3 1 4-16,-1-3-2 0,-1 2 3 0,3 0-3 16,-3 0-1-16,12 0 0 0,-7 1 4 0,2-3 1 0,2 2-1 15,-13-2 0-15,13 1 2 0,0-1-6 0,0 0 2 16,0 0-4-16,-4 1 8 0,-4-1-3 0,-1 0 4 0,-1 1-4 16,-1-1-1-16,1 0-1 0,-1 0 2 0,0 1-1 15,0 1 2-15,1 0-1 0,-3 0 2 0,2 0-1 16,-1 0 3-16,5 1-4 0,-3-1 0 0,1 0-1 15,0 0-2-15,-1 0 2 0,1 0 1 0,-3 0 1 16,-1 1 1-16,-7-1-1 0,-1 0-1 0,0 0 1 16,-1 2-1-16,-2 0-1 0,1 0-2 0,-7 0 0 15,2 0-12-15,0 0-41 0,-5 0-27 0,1 0-12 0,-1 0-137 16,-3 0-149-16</inkml:trace>
  <inkml:trace contextRef="#ctx0" brushRef="#br0" timeOffset="32497.23">5290 11309 48 0,'0'0'9'0,"0"0"2"0,0 0-2 0,0 0-6 0,0 0 0 16,0 0-6-16,0 0-3 0,0 0 7 0,0 0-3 16,0 0 1-16,-2 0-2 0,0 0-3 0,1 0 3 15,-1 0 6-15,0 0-1 0,0 0 0 0,0 0-1 16,0 0 4-16,0 0 2 0,1 0 9 0,-1 0-2 15,0 0 42-15,-2 0-9 0,2 0-3 0,0 0-4 0,1 0-17 16,-1 0-23-16,0 0 8 0,0 0-13 0,-2 0 11 16,2 0-6-16,1 0-6 0,-1 0-1 0,0 0-9 15</inkml:trace>
  <inkml:trace contextRef="#ctx0" brushRef="#br0" timeOffset="41695.18">9295 14562 747 0,'0'-2'29'0,"-2"-2"-5"0,-7-35 13 0,0-6 5 16,1 3-11-16,3-1-2 0,-1 4 20 0,2 2-16 16,2 9 14-16,2 0-36 0,0 8 9 0,0 3 3 15,0 2 1-15,0 4 7 0,0 2 5 0,0 3-1 16,0 3 2-16,0 1 0 0,0-2 5 0,0 0-1 0,0 2 2 15,2 1-8-15,0 1 0 0,0 0-2 0,0 1 1 16,0 7-18-16,7 27-8 0,-2 8-1 0,-1 3-1 16,0 2-3-16,-3 1 4 0,3 1-7 0,-1-6 4 15,1-1-8-15,-2-4 5 0,-1-4 4 0,1-1 0 16,0-3 12-16,0-3-8 0,1 0 1 0,1-2-4 0,-1 0 9 16,1-2-9-16,-1 0 5 0,3-1-6 0,-1-3 0 15,1-1-1-15,-3-4 2 0,3-1-1 0,-3-2 4 16,3-1-8-16,-3-2 6 0,-3-5-5 0,0-1 1 0,0-1 1 15,5 4-4-15,4 1 7 0,-3-3 8 0,1-2-12 16,0-2 6-16,4-4-7 0,4-7 9 0,4-8-9 16,1-18 6-16,0 0-5 0,0-2 5 0,1-2-4 15,1 0-1-15,4-1 0 0,-10-3-2 0,5-3 1 16,-5-4 0-16,-7-2 1 0,6 0 0 0,-2 6 0 16,0 5-3-16,-6 4 1 0,6 8 0 0,-4 5-2 15,-2 5 0-15,4 8-3 0,-11 4-8 0,2 3-29 16,-1 1-19-16,-1 3-13 0,0 2-142 0,2-2-215 0</inkml:trace>
  <inkml:trace contextRef="#ctx0" brushRef="#br0" timeOffset="42207.43">10105 14589 1095 0,'0'0'16'15,"0"0"3"-15,-2 0 1 0,0 0-9 0,0 2 2 16,0 2 5-16,-2 7 1 0,-5 17-3 0,2 4 0 0,-1 3-12 16,1 2-4-16,1 2 2 0,3 4-2 0,1-1-1 15,0 3 5-15,2 0-3 0,0-5 6 0,0 3 4 16,2-6 0-16,0-5-3 0,1-1 2 0,-1-10-10 0,0-1 12 16,0-5 0-16,0-4 5 0,0-2 4 0,-2-7-11 15,1 6 3-15,1-5-4 0,0 1 10 0,-2-2-4 16,0 0 2-16,0-2-4 0,0 0-12 0,0-2 7 15,0 0-8-15,-2-9 8 0,-3-24 0 0,-1-2-4 16,1 1 0-16,1-3-4 0,-2 2-2 0,3 4 2 16,-1-2 2-16,2-1-1 0,0 1 4 0,0 3-3 0,0 1 1 15,1 3-2-15,1 2-3 0,0 4 1 0,0 1-1 16,0 5 2-16,1 4 5 0,1 1-5 0,0 2 5 16,0 3-6-16,0 1-3 0,-2 3 1 0,4-2-1 15,7-3 2-15,4-1 2 0,3 1 4 0,3 3-4 16,-3 4 3-16,6 2-10 0,-1 4 7 0,1 1 0 0,-2 2 3 15,-2 3-3-15,-1 1 2 0,-2-8 0 0,-2 21 0 16,-1 0 7-16,-4 4-9 0,-1 3 7 0,-5-1-7 16,16 1 14-16,-9 1-10 0,-7-5 2 0,-4 1-4 15,-4 0 4-15,-3-2 15 0,-4-2-8 0,-2-2 10 16,7-4-10-16,-22-1-2 0,0-1 1 0,-1-5-1 16,-3 2 3-16,4-2-7 0,0 2 2 0,2-4-4 0,2 2-2 15,2-4-5-15,2-1 2 0,1-4-3 0,2-1-1 16,1-1-22-16,3 0 0 0,1 7-10 0,3-3-24 15,4-4-43-15,1 0-25 0,2-1-13 0,0 1-160 0,0 0 29 16</inkml:trace>
  <inkml:trace contextRef="#ctx0" brushRef="#br0" timeOffset="42532.33">10909 14729 311 0,'0'-2'34'0,"1"0"-1"0,1 0 40 16,0 0-3-16,0-1 6 0,0-1 28 0,0 0-16 0,0 0 3 15,-2 1-11-15,0-1-13 0,0 0-9 0,-2 2-2 16,-2 1-3-16,-16-1-4 0,-10 4-16 0,-2 3 6 16,-1 6-11-16,-1 4-8 0,5 2-3 0,-1 1-7 15,0-14 3-15,10 20-13 0,-1 0 0 0,3-1 0 0,14 1 0 16,0 0-2-16,-10-2 2 0,4 2 3 0,10 1-1 16,4-3-2-16,5 0 1 0,6 0 3 0,-11-5-1 15,22-2-3-15,2 0 6 0,0 1-3 0,-1-1 6 16,1 2-3-16,0-2 6 0,0-4-4 0,-2 4 5 15,-2 2-7-15,0-4 7 0,-1 3-5 0,-5 1 5 0,-1-2-10 16,-6-2 3-16,-4 4 2 0,-3-6 0 0,-2-2 17 16,5 2-1-16,-5-7 2 0,0 1-2 0,-2 3-1 15,-2-3-16-15,-7 5-1 0,-30 1-6 0,-2 0-15 16,-5 2-25-16,-3-4-10 0,-1-1-11 0,-4-3-93 0,2 3-326 16</inkml:trace>
  <inkml:trace contextRef="#ctx0" brushRef="#br0" timeOffset="43496.81">1280 8483 384 0,'-2'-2'34'15,"0"0"69"-15,0-2-72 0,0 1-4 0,-2-3 5 0,3 2-7 16,-1 1-14-16,0-1 5 0,0 0-7 0,0 2 9 15,0 0 9-15,0 2-2 0,1 0 4 0,-1 2-5 16,0 2 5-16,-11 28-8 0,2 3 6 0,0 4-5 16,3 2 5-16,3-6 7 0,-1 6-10 0,0-4 8 15,1-2-15-15,-1 2-6 0,1-5-3 0,1-2-2 16,-2 1-6-16,1-3 2 0,-1 0 2 0,-1 2 0 0,-1-4-2 16,-1 1 4-16,2-4-5 0,-1-3 3 15,3-3-7-15,-1-4 5 0,1-2 3 0,3-5 1 0,0-1 2 16,2-3-3-16,-2 2 3 0,2-2-4 0,-2-2-2 0,-5 5 5 15,-3 1-3-15,1-1 6 0,-4 1-1 0,2-2-8 16,-2-1 4-16,0 1-5 0,0-2 1 0,0-2 5 16,-2 0-6-16,4 0 7 0,-2 0 2 0,7 0-6 15,-3 0 2-15,4 0-3 0,-1 0 2 0,0 0 1 16,5 0 1-16,-3-2-1 0,0 0-5 0,2 0 7 16,0 0 1-16,2 1 2 0,0-1-1 0,2-2-2 15,0 0-3-15,13-7 1 0,17 0-7 0,1 0 11 0,4 0-4 16,0 0 7-16,2-1-7 0,4 1-2 0,-4 2 1 15,11 0-1-15,-9 1 3 0,-4 3-2 0,2-1-1 16,-15 1-1-16,8 3-10 0,-6-4 2 0,-6 2-6 16,1 1 3-16,-8-3-31 0,0 2-19 0,-6-1-1 0,-3-1-6 15,-1-1-6-15,-1 1-2 0,8-5 2 0,-3 0-10 16,0-4-78-16,-1 0 1 0,-4 0-27 0</inkml:trace>
  <inkml:trace contextRef="#ctx0" brushRef="#br0" timeOffset="43700.93">908 8418 385 0,'-2'-2'61'16,"0"0"6"-16,1 0 51 0,-3-2 1 0,-4-5-45 15,1 0-18-15,1 1 3 0,3 1-9 0,-1 0-20 0,0-1-7 16,2 3-5-16,2-5 1 0,0 1-10 0,6-4 1 16,3 0-2-16,21 0 2 0,13-2-4 0,3 2 1 15,4 0-7-15,2 0 3 0,8 6-5 0,-1 1-29 16,2 4-2-16,-5-26-13 0,-4 15-31 0,-5 8-30 15,-7 5-1-15</inkml:trace>
  <inkml:trace contextRef="#ctx0" brushRef="#br0" timeOffset="44167.77">1721 8561 834 0,'0'0'28'15,"0"0"-2"-15,0 0-6 0,-1 0 2 0,-1 2-13 16,0-1-1-16,2 1-3 0,-11 26 6 0,1 2-5 16,1 3 4-16,2 1-10 0,-1-5 4 0,1 3-4 15,1-6 8-15,1-2-1 0,-1-2-4 0,2-7 3 16,1 0 4-16,-1-2 3 0,0-2 4 0,2-3-2 16,1-5 13-16,1-1 1 0,0 0 4 0,-2 2-1 0,0-1 11 15,0 1-12-15,-2-2 1 0,1 0-6 0,-1 0-15 0,2-2 0 16,0 0-5-16,0 0 4 0,0-2 1 0,1-2-4 15,-7-16-1-15,3-6-2 0,3-6-1 0,2 2-6 16,3 1 8-16,1-8-6 0,2 5 7 0,1-1-5 16,2-1-4-16,4 6 1 0,0 1-2 0,-1 4 8 15,-1 3-4-15,-2 3 3 0,0 4-12 0,-3 2 12 16,11 2-5-16,-1 3 5 0,3 2-13 0,-1-9 8 16,1 6-2-16,3 3 2 0,2 4-11 0,-1 4 9 15,-1 5 2-15,-3 4 1 0,1 4 2 0,0 22 2 0,1 0-6 16,1 4 4-16,-7 1 0 0,-4-3 3 0,2 0 1 15,-5-2-2-15,-1-6-3 0,0-7 8 0,-5 2 0 16,13-6 2-16,-4 3-5 0,-7-3 1 0,-4 0-4 16,0-1 4-16,-4-1 3 0,-3-1-1 0,-2-3 4 0,5 1-4 15,-22-4 7-15,-2-2-5 0,-2-3 4 16,1-1-4-16,-7-3 1 0,3 16-11 0,-1-7 4 0,1-5-4 16,0-5 0-16,-1-1-33 0,3 0-23 0,-7 2-11 15,3-1-140-15</inkml:trace>
  <inkml:trace contextRef="#ctx0" brushRef="#br0" timeOffset="111487.23">16399 9253 69 0,'0'0'25'0,"0"0"37"16,0-2-14-16,-2 1-16 0,0-1 0 0,0 0-7 0,0 0-4 15,1 0-3-15,-1 0-3 0,0 0-2 0,0 1-13 16,0-1 3-16,0 0 6 0,0 0-3 0,-1 0 0 0,-1 0 15 16,0 0-4-16,1 1 8 0,-1-1-2 0,0 0-1 15,0 0 1-15,1 0-1 0,-1 0 5 0,0 2 1 16,1 0-4-16,-1 0 2 0,0 0-4 0,0 0 1 15,1 0 0-15,-1 0 1 0,0 0 8 0,1 0 7 16,1 0 3-16,0 0-3 0,0 0-18 0,0 0-3 16,0 0-6-16,0 0 5 0,2 0 2 0,0 0-6 15,2 0 3-15,0 0-5 0,2 0-5 0,16 2 2 0,8 0-1 16,2 0 2-16,1 0-2 0,1-2-2 0,3 0-4 16,2 0 2-16,-3 0-6 0,3 0 8 0,-7 0 1 15,-6 0 3-15,6 0-9 0,-6 0 0 0,0 0 2 0,0 0-1 16,-7 0 3-16,-3 0 2 0,1 0-5 0,-5 0 4 15,-1 0-5-15,0 0-1 0,-1 0-3 0,-3 0-1 16,3 0-30-16,-7 0-50 0,1 0-2 0,2 0-19 16,0 0-38-16,-1 0-78 0</inkml:trace>
  <inkml:trace contextRef="#ctx0" brushRef="#br0" timeOffset="111675.1">16354 9506 258 0,'-2'0'57'0,"1"0"1"15,-1 0 16-15,0 0-4 0,-2 0-7 0,0 0 23 0,1 0-4 16,-1 0 3-16,0 0-7 0,2 0-21 0,1 0-30 16,-1 0 0-16,0 2-10 0,0-1 2 0,2 1 2 15,0 0 5-15,0-2-3 0,2 0 9 0,0 0-4 16,5 0-3-16,21-2-2 0,5-1-19 0,1 1 3 16,3-2-6-16,0 0 5 0,2 1-6 0,0-1-14 15,-4 2-25-15,3-2-5 0,1 2-162 0,-2 1-70 16</inkml:trace>
  <inkml:trace contextRef="#ctx0" brushRef="#br0" timeOffset="112361.6">17840 8977 504 0,'0'-2'31'16,"0"0"1"-16,0 0-1 0,0-5-3 0,0-8-10 0,0-6-18 15,-2 3 2-15,0-3 4 0,2-5 0 0,-2 0 6 0,0-3-8 16,0-5 2-16,1 4 0 0,1-1 18 0,-2-4 29 16,2 5-4-16,-2-5 11 0,2 5-9 0,0 2-14 15,0 4 2-15,0 4-5 0,0-1 1 0,0 4-9 16,0-1-3-16,0 3-1 0,0 6-5 0,0 1-6 15,0 3-2-15,0 3-2 0,0 0-7 0,0 0-3 16,0-2 3-16,0 1-4 0,0-1 4 0,0 2 3 16,0 0-2-16,0 0 2 0,0 2-4 0,0 0-3 15,0 2 2-15,2 0-1 0,-2 2 3 0,7 22 0 0,-1 0-2 16,-1 2 2-16,1 3 4 0,-1 1-5 0,1 7 3 16,-2 0-3-16,-1-4 4 0,-1-2-3 0,0-1 0 15,0 0-1-15,0-3 3 0,-2-3 0 0,0-2 2 16,0-1-2-16,0-5-2 0,0-1-3 0,0-4 3 15,-2 0-1-15,0 0 9 0,0-4-6 0,0 1 2 0,1-1-4 16,-1-2 6-16,0 1 14 0,0-3-1 0,2-3 6 16,-2 2 6-16,0-2-11 0,-9 1 1 0,-4-1-5 15,0 0 3-15,1 0-11 0,1 0 2 0,-2 0-5 16,0 1 4-16,-2-1-9 0,0 0 9 0,-5 2-9 16,2-2 8-16,-3 0-8 0,-1-1 3 0,4 3-3 0,1-2 1 15,1 2-1-15,1-1-2 0,8 1 2 0,-2-2 11 16,5 0-10-16,6 0 1 0,-4 1-4 0,1 1-9 15,1 0 11-15,0 0 0 0,0-1 5 0,0 1 1 0,2 0-7 16,2-2 5-16,2-1-5 0,22 11 3 0,9-3-1 16,2-4 2-16,0-3-1 0,0-2 1 0,4 0-2 15,2-2-1-15,2-1 2 0,3 1 4 0,0-2-7 16,10 0 1-16,-3 3-3 0,-1-1 7 0,0 0-4 16,-6 0 1-16,-5 2-1 0,2-2-1 0,-8 2 7 15,-9-2-5-15,-4 2 7 0,-4 0-11 0,-3 0 3 16,-6 0 2-16,-4 0 1 0,-1 0-1 0,-4 0 2 0,0 0-6 15,1 0 4-15,1 0-3 0,-2 0-5 0,0 0 1 16,0 0-6-16,-2 0-25 0,-2 2-38 0,-2 0-11 16,-13 5-9-16,-16 8-50 0,-2 0-77 0,-1 2 8 15</inkml:trace>
  <inkml:trace contextRef="#ctx0" brushRef="#br0" timeOffset="112714.61">17227 9658 538 0,'0'0'54'0,"-2"0"-1"15,0-2-1-15,-1 0-6 0,-1 0-16 0,0 1-5 16,0-1 7-16,1 0-8 0,-1 0 5 0,0 0-21 0,2 0 3 16,1 2 3-16,-1 0-1 0,0 0 3 0,0 0-1 15,2 0-1-15,0 0 1 0,2 0 10 0,2 0 5 16,10 0-5-16,27 0 3 0,0-2-6 0,4 1-2 15,3-3 2-15,0 2-3 0,8-2 0 0,1 2-4 16,-1 1 6-16,-2-3-5 0,0 0 11 0,2 0-14 16,3 3 6-16,8 1-8 0,3 0 7 0,5 0 1 15,1 0-1-15,-2 0 2 0,-2-2 3 0,-8-2-5 16,-5 0 2-16,-7 1-4 0,-4-5-10 0,-1 3 11 0,-1-1-6 16,-5 2 7-16,0 1-12 0,-4-1 3 0,0 0-4 15,-9 0 4-15,2 3-9 0,-4-1 0 0,-10 2 3 16,7 0-2-16,-16 0-1 0,-1 0-2 0,5 0-9 0,-8 0 6 15,1 0-11-15,0 2-7 0,-2-1-6 0,0 1-5 16,-2 0-42-16,-2 0-41 0,0 0-9 0,-20 13-15 16,-17 7-71-16,1 0-37 0,-1-1 33 0</inkml:trace>
  <inkml:trace contextRef="#ctx0" brushRef="#br0" timeOffset="113297.02">17758 10083 439 0,'0'-2'69'0,"0"0"120"0,-2-1-107 0,2 1-15 15,-2-6 14-15,0 3-17 0,2 1-10 0,-1-1-27 16,1 3-9-16,0-2-1 0,0 2-8 0,0 0-10 16,0 0 7-16,0-1-7 0,0-1 6 0,0 0 2 15,0 1-6-15,1-1 6 0,1 2 2 0,0 0-11 0,0 0 8 16,0 0-8-16,0 2 10 0,0 0-9 0,1 2 0 15,1 0-4-15,2 6 2 0,12 23 7 0,-3 4-1 16,-4 3 3-16,-2 2-6 0,-1-1 5 0,-3-1-2 16,1-1 4-16,0-4-7 0,-1 2-2 0,1-5 5 15,-1-6-2-15,1 0 11 0,-1-7-5 0,1 0-2 0,0 0 1 16,-1-3 5-16,1-1 0 0,-1-1 2 0,-1-3-3 16,0-2-5-16,-1 1 6 0,-1-3-2 0,2 1 4 15,0-1-10-15,-4-3 0 0,2 2 1 0,-1 0 1 16,1-1 3-16,0 1 7 0,0 0-4 0,0-1 4 15,-2 1-6-15,0 0-1 0,0-2 1 0,-2 0-1 16,0-1 1-16,0 1 0 0,0-2-5 0,-11 4 3 16,0-2-8-16,6-2 1 0,-2 0 6 0,3 0-2 15,1 0 6-15,1 0 2 0,2 0-4 0,0 0 4 0,-3-8 2 16,-7-8-8-16,5-3-1 0,1-5-1 0,5 0 3 16,1-4-4-16,3-5 3 0,5-1-4 0,5-3-6 0,2-4 3 15,1 2 2-15,5-3 1 0,-1 1 4 0,-18 4-2 16,22-1-2-16,6 9 1 0,1 3-5 0,3 2 3 15,-1 5 0-15,-1 0 3 0,-3 3 9 0,-3 3-5 16,2 0 2-16,4 2-3 0,-1 1-4 0,1 3-2 16,0-1 1-16,-5 5-2 0,-1-3 1 0,-5 4-4 15,-3-11 3-15,-5 6-2 0,-1 1 3 0,-3 4-8 0,0 1-1 16,-1 1-2-16,-3 0-2 0,-1 0-19 0,0 0-11 16,-3 0-4-16,3 0-49 0,0 1-64 0,0 1-5 15,-3 2-24-15,1 0-53 0</inkml:trace>
  <inkml:trace contextRef="#ctx0" brushRef="#br0" timeOffset="113682.1">18464 10696 282 0,'0'0'165'15,"0"0"-187"-15,-2-2 193 0,0 0-96 0,0 0-43 0,0 0-15 16,0 1-14-16,0-1 5 0,1 2-8 0,-1 0-1 16,0 0 1-16,0 2-2 0,0 1 2 0,-3 7 2 15,-10 16 4-15,-2 3-1 0,2-1-2 0,0 2 16 16,2 3-3-16,4-3 9 0,0 2 1 0,3-3 5 16,2-1-4-16,3 0 4 0,1-2-9 0,0-2 3 15,0-3-4-15,1-5 3 0,3 3-3 0,-2-8 3 16,5 6 8-16,-1-6-3 0,3 2 21 0,-3-6-4 0,3-3-2 15,10-2-1-15,3 13-17 0,4-4 0 0,2-4-8 16,2-5 5-16,-1-2-4 0,1-4-4 0,2-3 12 16,1-4-9-16,4-2 14 0,-2-2-8 0,-1-2 0 15,1-1-4-15,-3-1-1 0,-3 12 15 0,1-16-2 0,-10-4 6 16,-1-1-1-16,-10 0-4 0,-1 0-3 0,-5 4 2 16,1-2 4-16,11 2 3 0,-6-2-3 0,-7-2-1 15,-6 2-21-15,-5 2-10 0,7 0 1 0,-37 3-5 16,-7 1-8-16,-4 5-22 0,-4 2-7 0,-2 5-11 15,-1-19-91-15,-5 17-247 0,-6 14-15 0</inkml:trace>
  <inkml:trace contextRef="#ctx0" brushRef="#br0" timeOffset="119526.23">15393 12274 12 0,'0'0'10'0,"0"0"0"16,0 0 1-16,0 0-2 0,0 0-11 0,0 0-7 0,0 0 3 15,0 0 3-15,0 0 1 0,0 0 12 0,0 0-15 16,0 0 5-16,0 0-5 0,0 0 19 0,0 0 2 15,0 0 12-15,-2 0-5 0,0 0 21 0,0 0-5 16,0 0-3-16,0 0 0 0,0 0-5 0,1 0 8 16,-1 0-4-16,0 0 6 0,0 0-4 0,0 0-13 0,-2 0 1 15,1 0-6-15,-1 0 2 0,0 0 2 0,-1 0 1 16,-1 0 0-16,1 0 5 0,-1 0-7 0,-1 0 5 16,-3 0-6-16,3 0-1 0,-2 0 2 0,-1 0-5 15,1 0 6-15,2 0 7 0,1 0-3 0,2 0 9 0,-1 0-7 16,-1 0 15-16,4 0-15 0,-5 0-5 0,3 0-1 15,0 0-1-15,1 0-13 0,-1 0 9 0,2 0-11 16,0 0 2-16,0 0 4 0,1 0-5 0,-1 0 6 16,2 0 4-16,0 0-7 0,2 0 9 0,1 0-9 15,8 0 1-15,14 0 0 0,-1 0-3 0,2 0 3 16,2-2-7-16,3-1 3 0,1-1-1 0,-1 0 2 16,3 0-1-16,-3 1-5 0,6-1-3 0,0 0 1 0,2 1 1 15,-1 1 4-15,-7 0 1 0,4 0-1 0,-5 0-11 16,-2-2 13-16,2 1-8 0,-6 1 11 0,-2 0-3 0,-3 0-7 15,-4 0 8-15,-2 0-7 0,-6 1 9 0,0-1-6 16,-3 2-3-16,0 0 1 0,0 0 0 0,-1-2 3 16,1 0 0-16,-2 0 1 0,0 2 0 0,0 0-16 15,-1 0 3-15,-1 0-9 0,0 0 5 0,-1 0-20 16,-1 0-13-16,0 0-5 0,0 0-63 0,-18 4-5 16,1 0 1-16,0 1 0 0,-3 3 20 0,5-3-46 15,-1 1-6-15,7-3-9 0,1 1 29 0</inkml:trace>
  <inkml:trace contextRef="#ctx0" brushRef="#br0" timeOffset="119778.2">15448 12458 29 0,'-2'0'22'0,"1"0"35"0,-1 0 15 0,0 0 13 16,-2 0-12-16,0 0-3 0,1 0-4 0,-3 0 0 15,2 0-19-15,-1 0-2 0,-1 0-3 0,3 0 0 16,-1 0-15-16,0 0-6 0,0 0 2 0,1 0-2 15,1 0 5-15,0 0 12 0,0 2-7 0,0 0 9 0,0-1-11 16,1 1-4-16,1 0-4 0,0 0 0 0,0 0-2 16,1 0 1-16,1-2 7 0,4 0-4 0,18 2 9 15,0-2-6-15,4 0 0 0,7 0-3 0,4-2 0 0,2-2-9 16,4 2 0-16,1 0-4 0,2 0-1 0,-3 1-5 16,-2 1-1-16,-3 0-2 0,5 0-7 0,0 0-4 15,-3 0-9-15,-5 0-3 0,-5 1-60 0</inkml:trace>
  <inkml:trace contextRef="#ctx0" brushRef="#br0" timeOffset="124166.15">16239 11071 244 0,'0'-2'0'15,"-2"-15"9"-15,-1-9 88 0,-1 8-27 0,0-1 3 0,2 1-46 16,0 3-6-16,2 0-12 0,0 4-6 0,0 2 1 16,0-1-8-16,0 3 4 0,0-1 2 0,0 5 1 15,0-1-6-15,0 0 3 0,0 1 2 0,0-1 1 16,0 0 0-16,0 0 3 0,0 1-9 0,0 1 6 15,0-2-2-15,0 2 0 0,0 0 5 0,0 1-5 16,0-3 12-16,0 0-13 0,0 0 5 0,0 1-7 16,2 1 8-16,0 0 6 0,-2 0-3 0,2 0 3 0,0 0 1 15,-2 1-7-15,2-1 4 0,0 0-6 0,-2 0 4 16,0 0 10-16,1 0 0 0,-1 0 3 0,0 1 3 16,0-1-1-16,0 0-3 0,0 0 2 0,2 0 3 0,-2 2-1 15,0 0-1-15,0-2-2 0,0 2-11 0,0-2-2 16,0 2 3-16,0 0-3 0,0 0 1 0,0 0 5 15,2 0-3-15,-2 0 5 0,0-1-2 0,0 1-5 16,0-2 4-16,0 2-3 0,0 0 8 0,0 0-3 16,0 0-3-16,0 0 0 0,0-2-4 0,0 2-4 15,0 0 4-15,0 0-5 0,0 0-1 0,0 0 4 16,0 0-7-16,0 0 4 0,0 0-6 0,0 0-15 0,0 0 1 16,0 0-13-16,0 0-69 0,0 0-152 0,0 2-5 15</inkml:trace>
  <inkml:trace contextRef="#ctx0" brushRef="#br0" timeOffset="125827.76">16412 11006 128 0,'0'0'55'16,"0"-2"-35"-16,0 0 55 0,0 0-19 0,-2-1-40 16,2-1-3-16,0 0-7 0,0 2 4 0,0-3-20 0,0 1 10 15,0-1-5-15,0 1 7 0,0 2 2 0,0 0-3 16,0-2 4-16,0 1-5 0,0 1-5 0,0-2 8 16,0 0-2-16,0 1 4 0,0 1-6 0,0 0 12 15,0-2 2-15,0 1 6 0,0-1 8 0,0 2 1 16,0-2-4-16,0 1 3 0,0-1-1 0,0 2-1 15,0-4 0-15,0 3 0 0,0-3 11 0,0 1-5 0,0 1 8 16,0-4-8-16,0 5 5 0,0-5-3 0,0 5-8 16,0-1 3-16,0 0-4 0,0 2-5 0,0 0 8 15,-2-1-7-15,0-1 17 0,0 0-27 0,1 2 11 16,1 1-16-16,0-1 7 0,0 0 3 0,0 0-8 16,0 0 6-16,0 2-6 0,0 0 3 0,0 0 6 0,0 2-4 15,0 0-4-15,0 0 2 0,3 18-9 0,1 1 9 16,0 5-6-16,-1 0-1 0,1 0 0 0,0 5-2 15,1 3 3-15,-1-3-4 0,2-1 7 0,-1 1-7 16,-1-1 4-16,0-4 1 0,-1 2 2 0,1-6-1 16,0 2-3-16,1 6 5 0,1 0-2 0,1-1 5 15,1-1 11-15,-1-2-8 0,1 2 3 0,-3-2-4 0,1 0 4 16,1 0-12-16,1 0 8 0,1 0-8 0,0 0 1 16,1-2 4-16,-1-1-7 0,-2-1 7 0,1 0-8 0,1 0 12 15,-2-3-1-15,1-2 6 0,-1-2 10 0,-1-4-1 16,1 2 0-16,-3-6-2 0,2 2-14 0,-3-3 1 15,1 0-1-15,0-1 1 0,-4-3-1 0,0 0-6 16,3 1 0-16,1 1-1 0,0 0 1 0,0 0 10 16,-1-3-1-16,1 1 4 0,0 0-7 0,-2-2 0 15,1 0-1-15,-1 0 2 0,2-2-1 0,0-1-6 16,5-10-2-16,4-10 0 0,-2-3 2 0,-2 0-1 16,-3 0 1-16,-1-3-2 0,3-1-5 0,-1-2 2 0,2 1-2 15,1-1 3-15,-3-1 3 0,2 1-4 0,1 1 3 16,-1-3-3-16,2-1 0 0,0-4 1 0,0-4-3 15,-3 1 1-15,-1-1-3 0,3 6 4 0,-1-4 2 0,0 4 1 16,0 0-4-16,-1 1 0 0,-3 9 1 0,1 2-1 16,0 3-7-16,-1 5 8 0,-1 4-6 0,0 4 7 15,-3 4 0-15,1-1-6 0,-2 4 1 0,0 0-6 16,2-1 2-16,0-1-9 0,0 0 10 0,0 2-9 16,0 0 4-16,-1 1-13 0,1 1-14 0,0 0 1 15,0 1-45-15,0 1-41 0,-2 0 3 0,11 22-16 0,-2 4-3 16,-3 6-53-16,-2 1-4 0,-3-2-19 0,1-1-27 15</inkml:trace>
  <inkml:trace contextRef="#ctx0" brushRef="#br0" timeOffset="126404.11">17090 11559 549 0,'0'0'41'0,"0"0"46"0,0 0-26 0,0 0 19 15,0 0-15-15,0 0 13 0,0 0-37 0,0 0-23 0,0 0 3 16,0 0-8-16,0 0 5 0,0 0 4 0,0 0-2 16,0 0 2-16,0 2-2 0,0 0-6 0,-2 2-2 15,-4 14 0-15,-1 5 7 0,-3 4-2 0,3 1 5 16,0-2-5-16,-3 4 15 0,1-2-9 0,2 2 8 0,-3 1-8 16,3-3 7-16,1-4-9 0,1 0-2 0,1-5 1 15,0-1 5-15,1 1-4 0,1-4 1 0,0-2-3 16,2 0-7-16,0-6 7 0,0 1-1 0,0-5 3 15,0-1-5-15,0 0-4 0,0 2-2 0,0-1 0 16,0 1 4-16,0 0-3 0,0-2 4 0,0 0-4 16,0-1 2-16,0 1-12 0,0-2 4 0,0 0-5 0,0-2-1 15,0 1 4-15,2-3-6 0,0-5 4 0,3-16-4 16,1-2 6-16,-1-3-3 0,1 0 2 0,1-7-2 16,1 0-6-16,-1 2 5 0,1 1-6 0,1 1-2 0,2-1 6 15,-2 5 1-15,2-1 2 0,1 4-4 0,-3 4 3 16,0 1-7-16,-3 8 7 0,-1 0 1 0,-1 6-4 15,-2 3 4-15,0 0-6 0,1 1 6 0,1-1-3 16,-2 4 1-16,4-2-3 0,1 0 11 0,-1 2-3 16,-1 0 4-16,3 0-5 0,-5 0 1 0,5 4-2 15,-1-2-1-15,-5 15 2 0,7 1 2 0,-3 1-4 16,-1-3 0-16,3 5 0 0,-1-1 8 0,3 3-11 16,-1-1 4-16,-4 4-7 0,-1-2 6 0,5 4 1 0,-3 0 1 15,3-2 1-15,2 1 0 0,-3-4-4 0,7 1 1 16,-6-4-2-16,2 1 11 0,0-5-8 0,-5 1 3 15,3-4-5-15,-1-2 1 0,-7 0-5 0,5-1 5 0,-2-1-4 16,-1-5 9-16,1 3-9 0,0-3 6 0,3 0-8 16,-3-3-5-16,-2-1-3 0,1 2-13 0,1 2 4 15,0 0-43-15,-2-1-39 0,0-1-7 0,-1 0-12 16,1 0-49-16,-2 0-26 0,0-2 6 0,0 0-10 16,-2 0 17-16</inkml:trace>
  <inkml:trace contextRef="#ctx0" brushRef="#br0" timeOffset="126619.89">17021 11871 751 0,'0'0'42'0,"0"-2"-1"0,-2 0 20 16,0 1-4-16,0-1-6 0,0 0-28 0,1 0-11 16,-1 0-2-16,0 2-1 0,0 0-9 0,0 0 10 15,0 0-7-15,2 0 10 0,0 0 12 0,0 0-1 16,2 0 4-16,0 0-6 0,0 0-4 0,2 0 1 15,10 0-8-15,11 0 5 0,-3 0-10 0,4 2 5 0,0 0-5 16,4 0 2-16,-6 0-12 0,2-1 5 0,3 5-1 16,-8-2 1-16,10 3-4 0,-12-1-6 0,1-1-3 15,-3 1-4-15,-8-2-17 0,3 1-71 0,-7-1-5 16,2 1-30-16,-3-3-81 0</inkml:trace>
  <inkml:trace contextRef="#ctx0" brushRef="#br0" timeOffset="127059.7">16451 12363 585 0,'0'0'39'0,"-2"0"-2"0,0 0 29 15,-2 0-6-15,-5 0 0 0,-2 0-13 0,5 0-28 16,5 0 2-16,-1 0-11 0,0 0-1 0,-2 0 1 16,0 0 0-16,1 0 2 0,1 0 22 0,0 0-2 15,0 0 5-15,0 0-5 0,2 0-2 0,0 0-3 16,2 0-4-16,2 0 0 0,13 0-15 0,12 2 11 0,12-2-5 16,-4 0 6-16,4 0-4 0,11 0 5 0,-9 0-3 15,11-2 2-15,1-1-10 0,-3 1 8 0,4-2 3 16,0 0 0-16,1-1 1 0,6 1-2 0,2-2-3 15,4 1 2-15,2-1 4 0,1 3-8 0,-1-1-1 16,-6 0-4-16,-8 2-2 0,-7 2 0 0,-9 0-3 0,-4 0 0 16,-1 0-5-16,-9 0-2 0,1 0 9 0,-4 0-7 15,-3 0 10-15,-3 2-3 0,-1-2-1 0,-4 0 1 16,-2 0 8-16,-3 0-4 0,-1 0 1 0,-3 0-2 16,0 0-1-16,-1 0-5 0,1 0 1 0,0 0-5 15,-2 0-5-15,-1 0-2 0,1 0-8 0,0 0-1 0,-2 0-58 16,0 0-99-16,0 0-29 0,-2 0-31 0,0 0-160 15</inkml:trace>
  <inkml:trace contextRef="#ctx0" brushRef="#br0" timeOffset="127763.53">16670 12950 930 0,'-2'-2'21'0,"0"-3"20"15,-9-20-17-15,4 7 0 0,1 3-5 0,4 6 4 16,-1-2-3-16,3 5-15 0,-2-3 7 0,2 3-9 0,0 4 8 16,0 0 1-16,0 1-5 0,0-3 3 0,0 0-7 15,0 0 14-15,0 3-1 0,0-1 6 0,0 0 10 16,0 0-7-16,0 2 2 0,2 2-6 0,-1 0-17 0,1 5 13 16,8 19-10-16,-1 2 11 0,0 0-7 0,0 3-8 15,1 1 6-15,-1-2-8 0,0 1 7 0,1-1-4 16,-1 1 0-16,-2-1-2 0,2 2 1 0,-1-3 4 15,-1-1-4-15,1-2 5 0,-3 0-5 0,-1-2 0 16,0-3 6-16,-2-1-5 0,-1-1 2 0,-1-2 8 16,0 1-3-16,0-3 5 0,0 0 1 0,-1-4-1 15,-5 2-7-15,0-2 4 0,-1 0-2 0,-4 0-9 16,-9-1 7-16,1-5-8 0,-1 1 3 0,-3-2 0 0,-1 12 1 16,2-5 0-16,-2-1 3 0,3-5-6 0,1-1 3 15,1-2-3-15,3 0 7 0,4-2-3 0,1 0 2 16,2 0-2-16,3 0-2 0,1-2 8 0,-1 0-7 15,3 2 7-15,1 0-13 0,-2-2 0 0,0 0-5 0,1 0 4 16,1 1-4-16,0-1-2 0,0 0 1 0,0 0-3 16,2 0 8-16,0 0-2 0,2 0 3 0,0 1-3 15,2-1-3-15,5-2 4 0,11-5 3 0,3 1-1 16,4-1 5-16,-1 3-4 0,4 1-1 0,0 1 0 16,0 0 7-16,7-1-8 0,-2 1 9 0,0 0-8 15,2 1 11-15,-5 1-11 0,-2 0 1 0,-1-2-4 0,-1 2 9 16,-2 1 2-16,2-3-4 0,-4 2 2 0,2 2-10 15,-4 0 5-15,-1 0 1 0,-3 0 2 0,-1 0-3 0,-4 0 3 16,-2 0 0-16,-1 0 2 0,-1 0-2 0,-2 0-6 16,-1 0 2-16,-1 0-3 0,-1 0 3 0,0 0-2 15,0 0-3-15,-3 0 0 0,1-2-11 0,0 0-23 16,-2 0-16-16,0 1-5 0,-2-1-68 0,0 0-20 16,1 0 2-16,-3 0-9 0,-15-11-9 0,-1 2-41 15</inkml:trace>
  <inkml:trace contextRef="#ctx0" brushRef="#br0" timeOffset="128040.93">16319 12915 1032 0,'0'-2'33'0,"-2"0"49"16,0 0-52-16,0-2-8 0,1 1-4 0,1-1 1 15,0 0-9-15,0-1 9 0,5-8 5 0,-1 7 1 16,22-9 14-16,11 2 6 0,4 2-7 0,3-6 6 16,1 6-17-16,-2-4-19 0,5 6 6 0,-7 0-11 0,2 3 5 15,-4-16-10-15,-6 9-2 0,0 7-2 0,-1 5-3 16,-2 1-9-16,-4 0-11 0,-2 3 1 0,-2 1-33 16,-2 2-108-16,-1 1-7 0,-2 0-45 0,-2 3-110 0</inkml:trace>
  <inkml:trace contextRef="#ctx0" brushRef="#br0" timeOffset="128603.18">17220 13264 952 0,'0'0'30'0,"0"0"0"0,-2-2-2 0,0 0-1 16,0 0-10-16,0 0-7 0,0 0-8 0,0 2 4 15,2 0-6-15,0 2 7 0,0 0-1 0,0 4 2 0,-1 29 2 16,1 0 16-16,0 6 6 0,0 4 4 0,-2-6 0 16,0 2 9-16,2-1-12 0,-2-8 0 0,2 3-2 15,0-1 7-15,0-6-5 0,0 1 1 0,0-1-4 16,0-2-13-16,0-6-2 0,0 3-1 0,0-5 1 16,0-1 5-16,0 2-6 0,0-5-1 0,0-1-2 0,0-1-7 15,2-1 0-15,0-2-3 0,-2-2 3 0,0-1 3 16,0 0-7-16,0-3 6 0,0-1-6 0,0 0 3 15,2 2 7-15,-1-1-6 0,-1 1 6 0,0-2-10 16,0 0 0-16,0 0 2 0,0 0-2 0,0-2-3 0,0 0-14 16,0-2 6-16,0 0-7 0,0-2 5 0,-3-16 2 15,-3-6-4-15,1-6 4 0,-1 1 9 0,-1-7 0 16,1-2-1-16,0 1 1 0,3-4 2 0,-1 0-2 16,2 4 7-16,2-3-6 0,0 4 4 0,0 7-1 15,0 3-2-15,0 8 2 0,0 5 3 0,0 4-2 16,0 1-3-16,0 5 0 0,0 1-5 0,0 0 7 15,0 2 0-15,4-1 2 0,0-1-4 0,9-3-1 0,3-1 3 16,-1 4-2-16,2 1 0 0,5 1-2 0,4 2 0 16,2 4 2-16,-2 3 9 0,4 2-13 0,-4 1 4 15,5 3-8-15,6 5 9 0,-5 1 4 0,3-16-5 16,-5 25 4-16,-2-4-2 0,0 6 5 0,-8-6 5 0,-3 0-3 16,1 6 12-16,-3 0-3 0,-2 3-1 0,0 3-1 15,-4-5-2-15,-3-1-1 0,0-1 4 0,-5-3-5 16,1 2 0-16,15 0 3 0,-6 0-1 0,-7-2 2 15,-4 0 7-15,0-2-3 0,-6-2 6 0,-1-1-4 16,-4-1 5-16,-4 1-9 0,4-3 2 0,-21 1-5 16,-3-2-10-16,-12-6-5 0,-1 0-27 0,-11-4 7 0,-14 1-91 15,-8 3-415-15</inkml:trace>
  <inkml:trace contextRef="#ctx0" brushRef="#br0" timeOffset="132439.57">14639 15146 28 0,'0'0'14'0,"0"0"10"0,-2 0 21 15,0 0 9-15,-2 0-2 0,1 2-8 0,-9 0 0 16,-1 2-7-16,-3 0 6 0,3-1-5 0,0 1 2 16,2 0-3-16,1-2 3 0,-5 1-2 0,4-1-4 15,2 0 2-15,0 0-4 0,3-2-13 0,-1 0 2 0,3 0-7 16,0 0 5-16,1 2-12 0,-1 0-7 0,2-1 3 16,0 1-4-16,0 0 4 0,0 0 15 0,2 0 2 15,0 0 3-15,2 0-4 0,0-1 4 0,4-1-3 16,14 2 4-16,6 0-5 0,4 0 3 0,-2 0-8 0,5-2 4 15,2 0-13-15,3 0 5 0,1 0 1 0,3-2 0 16,-3 2-10-16,6 0 3 0,1 0 0 0,1 0 1 16,1 0-4-16,-4 0 8 0,-5 2-4 0,-1-2 7 15,-5 0-1-15,0 0 23 0,-5 0-8 0,0 0 12 16,-6 0-11-16,-3 0-14 0,3 0 2 0,-7 0-7 16,0 0-4-16,-4 0-2 0,-2 0 1 0,-1 0 0 15,-1 0-1-15,-3 0-4 0,0 0 1 0,-1 0-3 0,1 0-4 16,0 0-34-16,-2 0-33 0,0 0-5 0,-1 0-152 15</inkml:trace>
  <inkml:trace contextRef="#ctx0" brushRef="#br0" timeOffset="132696.9">14462 15555 816 0,'-2'0'37'0,"-1"0"70"0,-7 0-76 0,-1 0-17 0,0 0 5 16,7 0-10-16,1 0 0 0,1 2-7 0,0 0 1 16,0 0-2-16,2-1 11 0,2 1-12 0,0 0 4 15,2 0-4-15,12 7 6 0,10 2 8 0,2-1 3 0,2-5 0 16,0-1 6-16,5-2 18 0,2 0-11 0,4-2 12 16,5 0-22-16,1 0-15 0,-1 0 5 0,6-2-10 15,-2 0 4-15,2 0 1 0,0 0-2 0,-5 2-1 16,-5 0-18-16,3-2-6 0,-6 2-10 0,-11-1 3 15,3-1-31-15,-7 0-2 0,-1 0-8 0,1-2 4 16,-7 2-20-16,-1-1-94 0,-1-1-18 0</inkml:trace>
  <inkml:trace contextRef="#ctx0" brushRef="#br0" timeOffset="133143.34">15355 15080 759 0,'-1'-2'48'0,"-1"0"4"0,0 0-6 16,0 2-13-16,-11-9-9 0,0 1-14 0,7 5 7 0,1 1-7 16,-3-2 5-16,5 2-15 0,-1 0-2 0,0 0 6 15,1 1-4-15,1 1 3 0,0 0-1 0,0 0 2 16,0 0 1-16,2 1 9 0,0 1 0 0,0 0-2 0,2 0 2 15,0 2 8-15,0-4-19 0,20 7 9 0,2 2-12 16,0 1 3-16,2-1-2 0,2 0 3 0,0 2-1 16,2-3-1-16,1 3 5 0,3 2-10 0,-1 2 8 15,0 2-5-15,1-1 0 0,-1 3 5 0,-3-1-4 16,0-1 4-16,-4 5-5 0,-2-3 1 0,0 3-1 16,-4-1 0-16,-3-5 6 0,-4 1-2 0,-7-2 6 15,-1 0 3-15,3 0-7 0,-3-2 7 0,1 0-5 0,-4 0 21 16,5-4 5-16,-1 0-3 0,-3 1 4 0,-1-1-3 15,-2 0-8-15,0 0-2 0,-2 1-1 0,-1 1-6 0,-5 0 0 16,-5 0-1-16,-16 2 0 0,-9-2-8 0,-2 0 2 16,2 1 3-16,-1 1-1 0,0-2-3 0,4 2-8 15,0 1-2-15,1 1-2 0,5 0-1 0,1 2-22 16,2-2-16-16,2-2-11 0,3 2-139 0,1-1-212 16</inkml:trace>
  <inkml:trace contextRef="#ctx0" brushRef="#br0" timeOffset="134526.81">17825 14853 390 0,'0'-2'38'0,"-2"0"68"0,0-1-65 0,0-3-17 15,-5-9 6-15,-1 0-9 0,3 2 8 0,1 0-16 16,-1-1 8-16,-1 1-9 0,0 0 15 0,3 1 3 16,-1 3 7-16,0 0-2 0,-1-2 14 0,1 3-14 0,0 1 1 15,2 1-3-15,1 1 6 0,-3-3 6 0,2 5 3 16,0-1 1-16,-2-2-3 0,4 4-14 0,-1-1-7 16,-1-1 0-16,0 0-8 0,0 1-12 0,0 1 4 15,0 0-7-15,0 0 1 0,1 0 2 0,-1 0 2 0,0 2 0 16,2 0-2-16,0 2 4 0,0 0-2 0,0 2 2 15,0 1-3-15,2 16 3 0,1-1-7 0,3 2 6 16,0 3-6-16,1 2-1 0,0 3 3 0,3 4-4 16,-3-1 4-16,2 6-1 0,-1-4 3 0,-1 4-2 15,3 4 3-15,-3-4-6 0,0 7 2 0,-1-5-2 16,0 2 10-16,-1 0-11 0,1-3 7 0,-3-1-7 0,3-3 6 16,-2-5-1-16,1-1-2 0,-1-6 1 0,2 0-6 15,-3-5 2-15,1-2 1 0,2 1 2 0,-1-5 4 16,1 2-7-16,-1-2 4 0,-1-4-3 0,0 1 7 15,-2-5-7-15,-1-1 3 0,1 0-3 0,-2-3 7 0,0 1-7 16,4 2 3-16,-2 0-4 0,0-1 5 0,0-1 16 16,-1 0-5-16,1 0 8 0,2-2-12 0,0 0 4 15,-1-2-5-15,1 0 4 0,4-9-12 0,8-15 2 16,5-4-4-16,-3-7 4 0,6-2-8 0,-3-2-1 16,1-7 2-16,4 0-1 0,-4-4 3 0,4-6 0 15,-3 3-1-15,-5-5 2 0,8 4-1 0,0 1-1 16,4 3 2-16,-4 0-1 0,-2 5 6 0,-2 5-8 0,-3 3 2 15,-1 3-5-15,-5 5 8 0,0 5-2 0,-1 4 0 16,-7 1-1-16,3 3-2 0,-1 6 2 0,-3 3-2 16,-1 2 2-16,-1 7 0 0,0-2-14 0,0 2-1 0,2-4-9 15,-1 2-28-15,1 0-17 0,0 2-13 0,-2 2-1 16,0 2-36-16,-1 7-80 0,1 17 6 0,-4-2-35 16,-3 4-31-16</inkml:trace>
  <inkml:trace contextRef="#ctx0" brushRef="#br0" timeOffset="135133.44">18464 15211 571 0,'0'0'40'0,"0"0"-1"0,0 0-3 16,-2 0 0-16,0 0-14 0,0 0-1 0,0 0-10 15,0 0 7-15,0 0-8 0,1 0 8 0,-1 0-7 16,0 2 1-16,0 0-2 0,0 2 2 0,-3 16 7 15,-3 10-1-15,3 0 3 0,-1 3 1 0,0 1 12 16,1-3-7-16,1-1 7 0,-3-2-20 0,1 0 14 16,-1-1-12-16,-1-2 12 0,1 1-20 0,-1-4 8 15,3 0 0-15,-1-3 2 0,1-1-9 0,1-3 34 0,0 0-10 16,1-2 18-16,-1-4-16 0,0 0-10 0,2-1-5 16,2-4 0-16,-2 1-3 0,2-3-6 0,0 0 7 15,-1 2-7-15,-1-1 3 0,0 1 1 0,0 0-1 16,2-2 1-16,0-1 2 0,0 1-5 0,0 0-3 0,0 0-1 15,0-2-6-15,0 0 5 0,0-2-3 0,0 0 2 16,0 0-5-16,0-20 1 0,4-2 2 0,1 0-2 16,1-2-7-16,1-2 12 0,1 0-7 0,-1-1 9 15,2-1-8-15,3-4-4 0,1-1 7 0,0-4-6 16,-2 4 5-16,2-4 0 0,-2 4-4 0,-2 3 1 16,2 2-4-16,-1 6 3 0,-1 2 1 0,-4 9 0 0,3-2 7 15,-3 6-7-15,-5 7 4 0,4-4-5 0,0 4-4 16,1-1 4-16,3-3 0 0,-3 2 1 0,3 1 4 0,-1-1-3 15,1 2-1-15,-1 2 1 0,1 0 5 0,-3 2-6 16,3 2 8-16,-5-2-7 0,3 11 8 0,1 9-9 16,-1 0-4-16,-1 4 0 0,1 4 7 0,-4-4 0 15,3 0 3-15,1 2-3 0,-2-4-1 0,-1 6-1 16,1-4 3-16,2-2-2 0,-1 2 5 0,1 0-7 16,-1-2 3-16,1 2-2 0,1-4 8 0,1 0-9 15,1 1 0-15,-2-3-4 0,1 0-2 0,1-1 7 16,-3-2 1-16,-1-2 4 0,-1-1-4 0,2-2 2 0,-5-3-5 15,7 0 2-15,-3-3-8 0,-3-3 7 0,2 3-6 16,0-2 5-16,-1-1-24 0,1 1-8 0,-2-2-6 16,0 0-7-16,0 0-69 0,0 0-16 0,-2-2-11 15,0 0 3-15,0 0-14 0,0-2 32 0,-2 0-6 0,0 0 14 16,0-2-20-16</inkml:trace>
  <inkml:trace contextRef="#ctx0" brushRef="#br0" timeOffset="135354.63">18278 15525 708 0,'0'0'41'0,"-2"0"-3"16,0 0-5-16,0 0 5 0,-1 0-17 0,-1 0 6 0,2 0-4 16,-2 0 5-16,2 0-4 0,1 0 2 0,-1 0-13 15,0 0 1-15,2 0-2 0,0 0 16 0,0 0-9 16,2 0 4-16,1 0-5 0,5 0 12 0,16 0-3 15,4 0 3-15,-2 0-5 0,0 0-11 0,2-2-4 16,1 1-5-16,5-1 1 0,-3 0-13 0,-1 2-41 16,-2 0 11-16,-2 0-22 0,4 0-12 0,-2 0-74 15,-3 0-28-15,7 0-20 0,-4-2-141 0</inkml:trace>
  <inkml:trace contextRef="#ctx0" brushRef="#br0" timeOffset="135680.6">19106 15174 1088 0,'0'-2'48'0,"0"1"-34"0,0-1 41 0,-2 0-14 0,2 0-42 0,0 0-9 15,0 0 7-15,0 0-6 0,0 1 11 0,2-1 0 16,0 0 0-16,0 0 2 0,1 0 8 0,10-3 23 16,8-1-11-16,1-1 13 0,2-1-11 0,2 1-11 15,0-1 1-15,0 1-6 0,0-1-2 0,0 3-8 16,0-1 4-16,0 3-5 0,-4-1 2 0,-1 2-4 16,-3 0-3-16,-5 2-1 0,0 0-14 0,-7 0-55 15,1 0-22-15,-3 0-14 0,-2 0-95 0,2 2-76 0</inkml:trace>
  <inkml:trace contextRef="#ctx0" brushRef="#br0" timeOffset="135866.93">19110 15392 1057 0,'0'0'44'15,"0"0"1"-15,0 0-17 0,0 0 2 0,0 0-21 16,0 0 3-16,0 0 6 0,2 0-7 0,-1 0 6 15,3 0-6-15,5 0 5 0,10 0-1 0,3 0 0 0,2 0-10 16,2 0-5-16,0 0-9 0,0 0-2 0,-2 0-57 16,2 0-14-16,2-2-12 0,2 0-13 0,2 0-158 15</inkml:trace>
  <inkml:trace contextRef="#ctx0" brushRef="#br0" timeOffset="136610.97">20357 14615 1160 0,'0'-1'16'0,"-1"-1"37"16,-1 0-41-16,0-2-5 0,0 0 5 0,0 1-7 0,0-1-4 16,0 0 2-16,2 1-3 0,0-1 3 0,0 0-3 15,0 0 1-15,0 1 0 0,4-7 2 0,4-6 12 0,1 1-1 16,2-2 2-16,2-1-3 0,0-1-4 0,0-1 5 15,2-3-2-15,-4 5 2 0,2-3-14 0,-2 3 5 16,2-3-3-16,-5 5 5 0,-1 1-4 0,-1 2 0 16,-1 0 2-16,1 2 0 0,-3 0 2 0,-1 5 12 15,-2 2-4-15,0 1 6 0,2-1-2 0,0 0 0 16,0 0 1-16,0 1 1 0,0 1 8 0,-1 0-23 16,-1 0 5-16,0 0-11 0,0 0-1 0,0 2 1 15,0 0 2-15,0 0 1 0,0 2 0 0,0 2-2 0,2 11-1 16,2 7 0-16,2 2 1 0,-3-3 3 0,3 3-4 15,-1 2 3-15,1-2-3 0,1 0 3 0,1 0 1 16,-3-2 0-16,1 3-4 0,-2-5 1 0,1 2-1 0,-1-1 1 16,0-3 1-16,-1 1-4 0,-1-2 2 0,-2-1-2 15,0 1 8-15,0-4 8 0,-2 0-4 0,0-4 4 16,-1 2-8-16,-1-3 3 0,0-1 1 0,-1 1 1 16,-3-3-1-16,-10 3-2 0,3-3-1 0,-2-1 1 15,6 2-4-15,-11-3 0 0,-2 1 0 0,1-2 0 16,-1 2 2-16,9-3-3 0,4 1 2 0,-4 9-3 0,6-5-1 15,-2 0 3-15,4-3-3 0,3-3 2 0,-2 2 1 16,4-2-4-16,1 0 0 0,-3 2-3 0,0 0-9 16,0 0-1-16,3 0 4 0,-1-1-2 0,0 1 16 15,2 0-5-15,0 0 0 0,2 0-4 0,0 0-7 0,1 0 10 16,1-1-1-16,15 3 5 0,8 2-2 0,1-3 3 16,8-1-2-16,-5-2 2 0,1 0 0 0,3 0-7 15,-4 0 3-15,1 0-3 0,0-2 4 0,-8 2-4 16,-2 0 2-16,-7 0-3 0,-2 0 3 0,-4 0 0 15,0 0-2-15,-3 0 2 0,-2 0-2 0,-1 0-13 16,1 0 5-16,-2 0-9 0,0 0-3 0,2 0-82 16,-1 0-4-16,1 0-30 0,-2 2-55 0,0 0-72 15,0 0-6-15</inkml:trace>
  <inkml:trace contextRef="#ctx0" brushRef="#br0" timeOffset="137018.75">19973 15427 655 0,'-2'0'50'0,"0"0"3"16,-1-2-23-16,-3 2-4 0,-13-6-18 0,6 5 15 16,2-1-11-16,-5-2 9 0,6 2-9 0,-4 0 6 15,2 0 23-15,9 2-4 0,-5 0 10 0,5 0 0 16,-1 0 2-16,0 0-4 0,0 0 2 0,1 0-10 0,-1 0-10 15,2 0-2-15,0 0-4 0,0 0-8 0,1 0-11 16,-1 0 5-16,0 0-6 0,2 0 12 0,0 0-3 16,2 0-3-16,0 0-1 0,-1 0-6 0,24 0 18 15,1 0-1-15,1 2 6 0,5 0-4 0,3 0 0 16,6-2 1-16,7 0-1 0,2 0 1 0,10-2-7 16,3 0 1-16,9 0-4 0,5 1-2 0,1-3 3 15,1 2 0-15,-6-2 1 0,3 1 0 0,-4-1-1 16,-1 2-3-16,5 0 1 0,-4 0-6 0,5 2 0 0,-5 0-1 15,-7 0-1-15,2 2-1 0,-10 0 2 0,-1 0-1 16,-8 0 2-16,-3 0 1 0,-6-1-5 0,-4 3 3 16,-1 0-3-16,-7 0 10 0,-4-1-13 0,-1 1 4 0,-3 0-8 15,-6-1 13-15,-4-1-15 0,-4 0 4 0,-1 0-11 16,-2-2-10-16,2 2-94 0,-1 0-10 0,-1 1-38 16,0 1-127-16</inkml:trace>
  <inkml:trace contextRef="#ctx0" brushRef="#br0" timeOffset="137421.96">20940 15776 397 0,'0'0'122'0,"0"-2"-167"16,0 0 143-16,-1 0-81 0,-1 0-9 0,0 1 17 16,0-3-5-16,0 0 9 0,0 0 5 0,0 1 20 0,1 1 7 15,-1 0 1-15,0 0-3 0,-2 0 4 0,-1 0-3 16,-8-1 5-16,-2 1-2 0,0 2-5 0,-2 2-6 16,-1 1 1-16,-1 5-18 0,-3 3-17 0,-1 4 1 15,-3-11-7-15,4 22-1 0,-2 0 4 0,2 1 1 16,-1 7 1-16,1-4 8 0,4-1-4 0,-7-3 2 0,9-2-3 15,1 1-5-15,2-5 7 0,4 4-8 0,5-5 6 16,-5-4-13-16,-2 1 0 0,3-5-3 0,3-1-1 16,1 1-11-16,0 0 0 0,2-2-1 0,2 1 0 15,0-5-15-15,0 1-1 0,0-3-5 0,0 5 1 16,0-4-22-16,2 1-4 0,-2-1-5 0,2 0 0 0,-2-3-20 16,4 3-16-16,-1 0-14 0,1 0-7 0,-2-1-111 15</inkml:trace>
  <inkml:trace contextRef="#ctx0" brushRef="#br0" timeOffset="137842.91">20725 15544 847 0,'0'0'110'0,"-2"0"-117"0,0-2 124 15,0 0-60-15,-1 0-30 0,1 2 12 0,-4-2-14 16,1 1 12-16,1-1-23 0,0 0 3 0,1 0-2 16,-1 0 1-16,0 0-11 0,0 0 13 0,1 1-6 0,1-1 7 15,0 0 5-15,0 2 3 0,0 0 5 0,0 0-4 16,1 0-1-16,-1 0-5 0,0 0-3 0,0 0-1 16,2 0-3-16,0 0-5 0,0 0 1 0,0 0-4 15,0 0-1-15,2 0 2 0,0 0-6 0,0 0 4 16,-1 2-4-16,3 0-2 0,0-1 3 0,0 1-3 15,1 0 1-15,4 4-1 0,4 3 2 0,-1-7-2 0,-1 13 2 16,-2 0 1-16,0 1 0 0,4 1 1 0,-2 0-4 16,4 3 0-16,0 0 0 0,2 3 0 0,0 1 4 15,-1 2 0-15,1 2-3 0,0 1 0 0,-1 1-3 0,-1 0 5 16,0 1-1-16,0-1 3 0,2-2-1 0,-2 0-4 16,3 2 10-16,1-4-4 0,1 1 37 0,-1-4-9 15,1-1 0-15,1-5-6 0,3-2-18 0,5-2 6 16,-3 0-6-16,2-2 5 0,0 2-12 0,2-6 4 15,1-1-4-15,5-3 2 0,3 20-12 0,-4-12-23 16,2-4 0-16,2-7-10 0,-2-3-27 0,4-9-66 16,2-2-62-16</inkml:trace>
  <inkml:trace contextRef="#ctx0" brushRef="#br0" timeOffset="139208.91">22257 14636 777 0,'-2'-2'22'0,"0"0"40"16,0 0-35-16,0 0-1 0,1-1 1 0,-3-1-2 15,0 0 2-15,2 1-14 0,-5-7 6 0,-2-3-10 16,1 2-2-16,1 0 6 0,-1 0-7 0,-1-4 6 16,0-2-8-16,1 2 9 0,-1-3-1 0,0-1 5 15,-1 3 13-15,1-1-1 0,0 0-2 0,0 2-1 0,-4-7-2 16,0-2-3-16,1 5 1 0,1 3-3 0,0 3 3 15,-9-2-4-15,-6-2 3 0,3 0-4 0,-1-1 0 16,0 1-8-16,0 2 0 0,0 0-3 0,0-1-1 16,-2-1 3-16,2 0-3 0,-2-1 2 0,-2-1-7 0,2 1 3 15,0-3 2-15,-2 3 1 0,2-3 5 0,-2 3-1 16,2 1 0-16,-2-2-1 0,0 3-1 0,-5-1 0 16,1 0 3-16,-5-1-4 0,2 1-3 0,-2 0 0 15,-2 0 1-15,2 3-1 0,-4-3-6 0,-2 2 4 16,1-2-3-16,-1 2 4 0,4-1 6 0,0-3-5 15,0 2 1-15,2 3-2 0,-2-3 1 0,0 2-3 16,0-2 2-16,0-1-2 0,-6-1 0 0,4 4-1 16,-5-1 2-16,-4 3-1 0,1-2 1 0,-6 2 8 0,-3-4-9 15,3 4 8-15,1 0-9 0,0 2 2 0,2 4-1 16,0-1 0-16,0-3-2 0,4 0 3 0,-3 2 0 16,-1-1 1-16,2 8-3 0,-7-5 4 0,3 3 2 0,0 1 0 15,-2-5-3-15,1 4-3 0,-1 1 0 0,6 1-1 16,-2 0 5-16,4-22-2 0,3 9 1 0,-1 8-2 15,3 3-4-15,0 2 1 0,-3 2 2 0,-2 2 0 16,-3 2 7-16,-2 1-11 0,-1 1 6 0,-2 3-6 16,2 2 3-16,-3 4 1 0,-1 2-4 0,6-2 4 0,0-1 5 15,4 5-4-15,-2 0 1 0,5-1-2 0,-3 4-3 16,-2-3 3-16,0 1 2 0,-4 3-1 0,0 1-1 16,-7 2-1-16,1-4 1 0,1-1-1 0,-4-1 2 0,7 0 0 15,4-1 2-15,2 1 1 0,3 1 3 0,7-1-1 16,1 1-6-16,3-20 3 0,-3 25-3 0,4 0 1 15,0 4 1-15,-2 0-2 0,3 5-3 0,3 2 3 16,-3 0-1-16,8 6 1 0,-4 2 0 0,1 5 0 16,3-2 3-16,0 6-1 0,4-2-2 0,-1 0-2 15,3 7-3-15,-1-7 2 0,3 0 3 0,3-2-2 16,-2-1 2-16,2 3-3 0,4 0 5 0,0 2-2 16,6 1 0-16,1 7-2 0,2-3-7 0,-26 4 4 0,17 2 3 15,9-7-2-15,6 5-5 0,5-6 9 0,4-1-6 16,6-4 7-16,1-6 3 0,4-1-4 0,-13-2-2 15,21-1-1-15,11 5-9 0,5 1 13 0,0 2-3 16,4 0 4-16,0 0-3 0,0 2 1 0,0-1 0 16,6-1 1-16,-1 2-4 0,5-4 3 0,4 0 2 0,7-5 0 15,3-2-3-15,7-4 4 0,3-2-3 0,-1 0 2 16,3-1-4-16,-7-1 5 0,3 3-3 0,9-5 2 16,5 3-3-16,12-1 6 0,3-1-2 0,-5-3 3 15,1-1-9-15,-5 0 7 0,4-4 0 0,9-2 3 16,2-1-3-16,5-6 0 0,-3 0 0 0,-4-2 0 0,0 0-4 15,5-2 6-15,8 0 1 0,0-6 2 0,-4-3 3 16,-5 0 3-16,-6 2-6 0,8 1 4 0,1 1-9 16,6 0-7-16,-7-3 3 0,-8 34-4 0,-2-25 9 0,-5-12-2 15,1 0-3-15,3-4 0 0,-1-4-7 0,-5-3 7 16,-2-5-1-16,-8-1 3 0,-5-4-7 0,2-3 4 16,2-5 2-16,-2-5 2 0,1 27 6 0,-10-34-7 15,-8-4 1-15,-7 3-1 0,-6-1 8 0,-4-4-4 16,-5 1 6-16,-4-2-4 0,-3-8-3 0,-6-3 10 15,-4-10-7-15,-2-7 10 0,-7-2-4 0,-4-6 4 16,-4 1-2-16,-8-1 4 0,2 4-1 0,-6 4 1 0,-4 0 2 16,27-9 0-16,-23-3 6 0,-12-8-9 0,-9-8 2 15,-9 5-5-15,-4-5 4 0,-4 12 4 0,28 1 0 16,-37 3 1-16,-4-1 1 0,-7-13 12 0,-6-4-5 16,-5-1 6-16,-6-1-19 0,-7 8-23 0,-6 7 5 0,-14 2-10 15,-14 0 11-15,-7-4-7 0,-8-3-5 0,-12 1-1 16,-10 4-7-16,-22 12-17 0,-15 8-2 0,-22 18-7 15,-16 6-14-15,-15 18-47 0,-23 10-9 0,-25 18-23 16,-10-36-126-16</inkml:trace>
  <inkml:trace contextRef="#ctx0" brushRef="#br0" timeOffset="141492.04">19134 12077 428 0,'0'-2'45'15,"0"1"-4"-15,-2-1 34 0,0-2 9 0,2 0-26 16,0 2-12-16,-2-1-23 0,0-1-8 0,2 0 1 16,0 1-9-16,0-1-4 0,-1 0 2 0,-1 2-4 15,2 0-2-15,0 1 9 0,0-1 7 0,0 0 2 16,0 0 28-16,0 0-23 0,0 0 8 0,0 0-13 15,-2 1 3-15,0 1-11 0,0 0 0 0,0 1-4 0,0 5 2 16,-9 24 0-16,-5 7-2 0,-3 4 0 0,0 1-1 0,-5 10-3 16,0 4 3-16,-4 7-4 0,-1 8 4 0,27 9-4 15,-30 7 0-15,-5 2-2 0,5 2 4 0,3-7-1 16,-3-8 5-16,6-8-4 0,-2-1-1 0,4-4 1 16,2 4-5-16,1 2 4 0,-1 5 10 0,2 0-12 15,-2 1 3-15,-1-3-5 0,1-3 8 0,0-8-4 16,1-3 5-16,3-10-6 0,1-4 10 0,0-5-12 15,-3-3 2-15,7-7-5 0,2-1 3 0,0-4 4 16,7-3 1-16,-5-4 0 0,3-1-6 0,-1-5-13 0,1 1-7 16,2-5-5-16,-12-1-67 0,3-1-155 0,0-3 23 15</inkml:trace>
  <inkml:trace contextRef="#ctx0" brushRef="#br0" timeOffset="141740.63">18144 13800 887 0,'-2'0'65'0,"0"0"4"15,-1-2-19-15,-3 1-10 0,-5-1-21 0,5 2-8 16,5 0-9-16,-3 0 0 0,2 0-1 0,-2 0 8 16,-3 3-9-16,3 5 4 0,-3 22-6 0,1 3 8 0,1 2-2 15,-3 2 1-15,-1 1-2 0,1 1 4 0,5-2-4 16,-1-2 1-16,-16-2-2 0,8-3 4 0,9-8 13 15,1-1-5-15,2-4 6 0,2-4-5 0,1-2-9 16,1-4 3-16,-2-5-7 0,22 13-11 0,8-4-5 16,7-7-10-16,3-10 0 0,12-7-49 0,-2-9-62 15,2 16-4-15</inkml:trace>
  <inkml:trace contextRef="#ctx0" brushRef="#br0" timeOffset="142278.81">21043 16002 223 0,'0'0'76'0,"0"0"125"16,0 0-135-16,0 2-2 0,0 0-1 0,0 0 1 15,0 0 5-15,1 0-13 0,1 1-5 0,0 1-3 16,0 0-14-16,0 0-1 0,3 3-5 0,8 0 2 16,4-5-9-16,4 13 27 0,1-4-3 0,-4-5 11 0,5-2-2 15,4-3-8-15,1-2 4 0,4-9-8 0,5-5-15 0,6-7 4 16,5 9-7-16,8-30 5 0,5-9-19 0,10-3-6 16,14-8-4-16,23-1 0 0,10 1-4 0,11-4-21 15,-3-5-3-15,-2-11-16 0,3-5-83 0</inkml:trace>
  <inkml:trace contextRef="#ctx0" brushRef="#br0" timeOffset="160509.47">29975 8303 256 0,'-2'0'-78'0,"1"-2"45"0,-7-2-19 0,-20-11 0 0,-3-2 56 16,-3 1-6-16,-1-1 2 0,-2 0 0 0,3 2 2 15,1 1 9-15,-4-1-14 0,3 0 1 0,-3-2-4 16,-2 0 9-16,8 3-7 0,-5-5 9 0,5 0-8 16,-3 1 9-16,3 16-9 0,-1-18-2 0,-1-3-1 15,0-3 12-15,1-1-7 0,-5-1 1 0,-2-4-5 0,-2 6-1 16,-2-4 10-16,-5 4-4 0,0 0 5 0,-2 4-7 15,-6 0 3-15,4 0 2 0,2 1 1 0,-2-1-3 16,2 0 9-16,0 1 1 0,-2 1 1 0,-2-1-7 0,2 5 8 16,-4-3-12-16,-5 2 11 0,-2 2-13 0,-8 1 4 15,-1-1 9-15,1 0-4 0,1 2-1 0,3 2-8 16,4 1-4-16,-1 3 0 0,1-2 5 0,0 1 3 16,-7 1-4-16,-1-1 4 0,-5 1-3 0,-8 0 1 15,6-1 4-15,2-1-2 0,2 1 9 0,7 1-15 16,0 1 7-16,-5 5-9 0,1-3 11 0,-12 2-6 15,-1 0 5-15,-5 0-5 0,-4 1 1 0,8-33 13 16,1 21-6-16,10 9 9 0,0 3 2 0,-2 1-18 0,-6 3 7 16,-9 1-9-16,0 2 15 0,2-1-11 0,5 3 1 15,10-1-4-15,4 0 5 0,-1 3-9 0,4 1 8 16,-3 2-8-16,-7 2 13 0,-2-1-6 0,-7 5 1 0,3 0-4 16,1 1-7-16,8 2 11 0,1 4-9 0,6 0 10 15,2-24-6-15,0 33-5 0,-3 4 12 0,-1 8-8 16,-5-6 8-16,-1 5-5 0,1 1-2 0,4-1 1 15,5 6 3-15,5 2-9 0,5-2 6 0,3 0-8 16,0 0 7-16,0 0 6 0,0 3-9 0,-4 3 8 16,-2 3-5-16,-3 8 1 0,-2 5 4 0,4 10-4 15,7-1-9-15,0 1 6 0,7-6-5 0,2-9 6 0,-1-1 2 16,3-3 0-16,4 6-2 0,1 3 1 0,5 6-1 16,3 13-3-16,-2 0 5 0,4 1-5 0,4-6-1 0,0-10 3 15,3-6-3-15,4-3 5 0,-1 3-4 0,8 8 6 16,6 7-6-16,-31 10 5 0,26 3-8 0,7-2 2 15,5-3 6-15,4-9-3 0,3-3-1 0,1 6 4 16,0 4-5-16,1 13 5 0,1 7-2 0,0 4 3 16,0-4-1-16,2-9 2 0,-4-9-4 0,2 3-1 15,1 5-3-15,1 10 0 0,3 0-5 0,3 2 3 16,1-7-1-16,2-15-1 0,3 0-8 0,3-6 4 16,-25 6-4-16,42 3 4 0,-1 6 4 0</inkml:trace>
  <inkml:trace contextRef="#ctx0" brushRef="#br0" timeOffset="160961.18">25989 14619 8 0,'100'21'5'0,"12"3"-4"16,-1 2-1-16,10-2 8 0,1-2-10 0,-1-1 10 15,-6-3 5-15,-7-1-5 0,-4 1 7 0,7-3-9 0,2 0-3 16,8-4 12-16,0-3-9 0,-8-3 10 15,-2-1-8-15,-3-2 1 0,2-2 8 0,10-4-4 0,-1-3 20 16,-6-4-7-16,-3-2 7 0,-17-4-7 0,1-4 13 16,7-1-10-16,1 0 0 0,4-6-3 0,-1-4-6 0,-6 29 10 15,-8-40-8-15,-4-9 9 0,-7-6-6 0,2-7 1 16,5-9 6-16,2-6-4 0,2 1 5 0,-2-1-7 16,-5 0 5-16,-4-2-6 0,-4-1-3 0,-8-7 10 15,3-8-5-15,-4-10 7 0,5-1-14 0,-5 1 2 16,0 6-2-16,-2 7 2 0,-9-1-2 0,-3-8 1 15,-4-11-5-15,-10-10 4 0,-2 1-7 0,-8 7 1 16,1 6-1-16,-4 5 2 0,-4-9-4 0,1-14-8 0,-7-8 9 16,-3-2-7-16,-1 5 7 0,-9 6-3 0,1 0 0 15,35-13 0-15,-32-10 1 0,-10 1-3 0,-7 3-4 16,-3 10 4-16,-5-2 4 0,-4-14-9 0,-8-3 2 16,-4 6-4-16,-3 5 13 0,26 8-4 0,-43-1 4 0,-14-6-6 15,-5-3 5-15,-12 11-1 0,-2 8-1 0,-1 9 1 16,-5-1 2-16,1-14-4 0,-9 2-1 0,-12 8-3 15,-4 9-13-15,-5 20 8 0,-1 2-3 0,10 8 3 16,-8-3-17-16,-7-2-105 0,-17 8-24 0,-11 11-49 16,-9 17-278-16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8T10:18:42.9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8T10:18:48.6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5:43:05.54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858 5629 4 0,'0'0'0'0</inkml:trace>
  <inkml:trace contextRef="#ctx0" brushRef="#br0" timeOffset="890.68">853 5612 51 0,'0'0'11'0,"0"0"5"0,0 0 12 16,0 0-3-16,0 0 7 0,0-2-5 0,0 0 25 16,0 1-12-16,0-1 10 0,0-2-12 0,0 0 2 15,0-3-6-15,0-2-1 0,-2-6 0 0,0 2-3 0,2 5-9 16,-4-8 1-16,2 6-3 0,0-3 3 0,-1-3 6 16,1 4-4-16,0-4 4 0,0 5 11 0,0-6-7 15,0-3 5-15,1 5-6 0,-1-6 0 0,0 6 3 16,2 2 3-16,0-3-2 0,0 3-4 0,0-4-3 15,0 6-3-15,-2-4 2 0,0 4-2 0,0 0-13 16,0 0 6-16,2 5-8 0,0 0 4 0,0 3 5 16,0-1 1-16,0 2 3 0,-1-3-4 0,-1-1 3 0,2 2-9 15,-2-1 6-15,2 3-8 0,0 0 3 0,0 0 4 16,-2-2-2-16,0 1 0 0,0-1 4 0,0 0-5 16,1 2 4-16,-1 1-12 0,0-1 1 0,0 0 0 15,0 0 1-15,0 0-1 0,0 0-6 0,1 0 1 0,-1 1-2 16,0-1 3-16,0 0-3 0,2 0-1 0,0 0 0 15,0 0 4-15,0 0-6 0,0 1 3 0,0-1-4 16,0 2 11-16,0 0-8 0,0 0 5 0,0 0-4 16,0 0 11-16,0 0-9 0,0 0-2 0,0 0-1 15,0 0 4-15,0 0 0 0,-2 0 1 0,0 0-2 16,2 0 4-16,0 0-7 0,-2 0 4 0,2 0-5 0,0 0 1 16,0 2 3-16,0-1 0 0,0 1 1 0,0 0-2 15,0 2 1-15,0 5 0 0,0 8 1 0,2 1-4 0,0 3 3 16,0 1-4-16,0 0 2 0,0 1-1 0,0-5 3 15,-2 5-2-15,0-3 1 0,1 2-8 0,1 2 7 16,0-1 2-16,0-1 2 0,0 0-1 0,0-3-1 16,0 1 2-16,-1 2-2 0,1-3-3 0,2 3 6 15,0 1-6-15,-2-1 7 0,-1 0 2 0,1 0-9 16,0-1 4-16,2 1-5 0,0 2 2 0,-1 0 4 16,1 1-4-16,0-3 3 0,-1 2-7 0,1 0 3 15,0-2 0-15,0 3 2 0,-1 1 5 0,1-2-6 0,0 2 6 16,-1-2-6-16,1-2 0 0,2 4 6 0,-3-4-6 15,3 1 5-15,-1 1-9 0,-1-6 3 0,0-1 3 16,0-2 0-16,-3-4-4 0,3 4 9 0,-2-2-5 0,0-4 8 16,0 2-12-16,0-3 3 0,-1-3 1 0,3 5 3 15,-2-5 0-15,0 3-3 0,0-5 1 0,0 1-1 16,-2-2 1-16,1 2 0 0,1-1-2 0,0 1 2 16,0 0 8-16,0-2-11 0,0-1 11 0,0 1-11 15,-1 0 8-15,3 0 0 0,-2-2-3 0,0 0 4 16,2 0-3-16,-1 0 1 0,1-2-1 0,0 0 1 0,-1 0 2 15,-1-1-1-15,8-10-5 0,-1-2 2 0,0-4-1 16,-3 3-1-16,1-5 3 0,-1 3-3 0,-3 1 4 16,1-4-7-16,0 1 6 0,1-2-7 0,-1 0 1 0,0-1 2 15,0 1-2-15,-1 0 3 0,1-1 3 0,0-1-5 16,-1 0-2-16,-1-2-1 0,4-2 0 0,1-3 1 16,4-1 2-16,2-1-1 0,0-1-7 0,-3 5 10 15,-1 1-4-15,-2 4 5 0,1-1-10 0,-3 5 4 16,1 1 2-16,0 3 1 0,-3-1 3 0,1 2-2 15,0 0-2-15,1-3 1 0,-1 1-2 0,-2 2 0 0,2-3 0 16,-3 1 0-16,1-2 3 0,0-3 0 0,-2 2 0 16,0-1-1-16,0 5-2 0,0-1-3 0,0 2 2 15,0 6-3-15,0 1 4 0,0-1 4 0,0 2 0 16,0-1 1-16,0-1-11 0,0 7 7 0,0-2-5 16,0 1 5-16,0-1-6 0,0 2-1 0,0-2 2 0,2 1-1 15,0-1 5-15,0 0-20 0,0 2-3 0,-1 0-6 16,1 1-20-16,0-1-11 0,0 0-14 0,0 2-7 15,0 0-128-15</inkml:trace>
  <inkml:trace contextRef="#ctx0" brushRef="#br0" timeOffset="1700.03">1280 6186 845 0,'-2'-2'33'0,"0"0"-36"0,0 0 42 0,0 2-19 15,-11-5 11-15,6-6 17 0,3 3-10 0,-2 1 12 0,5 3-15 16,-1 0-7-16,0 1-5 0,-2-1-2 0,0 0-17 15,1 0-5-15,1 3 1 0,0-1-1 0,0 0 5 0,0 2-1 16,0 0 9-16,2 2-7 0,0 1 12 0,0 12-8 16,2 15 2-16,0 7-3 0,-2 0 11 0,0 2-9 15,-2 2 4-15,2-4-3 0,0 2 7 0,0-3-9 16,0-5 3-16,-2 1-2 0,-1-3 20 0,-3-1-10 16,-1-2 2-16,1-3-6 0,2-1 2 0,1-5-3 15,1 1-1-15,0-3 0 0,2-4 1 0,0-2-8 16,0-1 6-16,0-3-7 0,0-1 7 0,0 0-2 0,0-1 3 15,0 1 0-15,0-2 28 0,0 0-12 0,0 0 3 16,0 0-9-16,0-2-16 0,0 0 7 0,0-2-4 16,0-2 3-16,0-5-8 0,0-13-1 0,0-3-2 15,0-1 0-15,2-1-4 0,0-1 1 0,1-2 2 16,-1-2 1-16,0-1 6 0,0 0-7 0,2-6 0 0,-1 3-2 16,3 5-4-16,1 3 3 0,-1 4-1 0,1 3 2 15,1 1 5-15,-1 3-10 0,1 2 5 0,-5 8-6 16,1 1 6-16,-2 3-2 0,2-1 0 0,-1 0-1 15,7 0 3-15,6 3-3 0,-1 1 2 0,2 3-3 16,-4 5 0-16,-2-3 3 0,2 23-1 0,-5 4 2 0,6-3 11 16,-8-1-9-16,3 2 1 0,1-2-4 0,-7-6-3 15,3 2 4-15,-2-3 5 0,9-3-2 0,-2 1-3 0,-2-2 1 16,-2-3 0-16,-1-2 4 0,0 1 4 0,-3-2 1 16,-1 0-5-16,0-2 4 0,0-1 2 0,-2-1-1 15,0 0 1-15,0 1-1 0,0-3-4 0,-2 1 4 16,-2 1 0-16,1-1 0 0,-3 0 1 0,-18-1-7 15,-4 3 1-15,-5-3-4 0,8-1-5 0,-1-2 8 16,2 1-3-16,-4 1 5 0,2 0-8 0,8 1-1 16,-1-1-1-16,12-2 0 0,-8 2-5 0,2-2-10 15,6-1-4-15,-8 3-4 0,15-2-30 0,0 0-11 0,0 0-11 16,0 0 1-16,0-1-34 0,0 1-65 0,-2 2-49 16,2 0-9-16,2-3-173 0</inkml:trace>
  <inkml:trace contextRef="#ctx0" brushRef="#br0" timeOffset="2060.71">1762 6230 342 0,'0'-1'74'0,"0"-1"-56"0,0 0 90 0,0 0-32 16,0-2 32-16,0 1 20 0,0-1-13 0,0 0 9 16,0 0-53-16,0 1-15 0,-2 1-1 0,1 0-5 0,-1 2 0 15,-2 0-11-15,-3 0-2 0,-8 4-4 0,-2 1-8 16,4 3-12-16,-2 1 4 0,4 0-8 0,2 12 2 0,-1-1-12 15,3 1 2-15,1 1-4 0,5-2 10 0,-12-1-7 16,1 3 2-16,5-5-5 0,1 0-1 0,5-1 6 16,1 3-5-16,0-1 5 0,1-1-8 0,3-2-3 15,2-2 9-15,1 0-4 0,2-2 11 0,1 0-2 16,10-1 1-16,1-3 0 0,-1 0 11 0,2-1-6 16,-1 1-1-16,3 1-2 0,0-1-4 0,-5-1 14 15,-3 1-5-15,-5-1 6 0,1-1-3 0,-3-1-5 0,0 2 3 16,-3-1-4-16,-1 1 2 0,-3-2 7 0,2 1-1 15,0 1 2-15,-3-1-5 0,1 3 4 0,-2 1-5 16,-2 2 4-16,-3-2-12 0,3 3-5 0,-26-1 6 16,0-2-4-16,2 0 8 0,0 0-11 0,4-3 1 15,0-2-4-15,1-2-5 0,5 9-80 0,1-4-15 0,4-3-51 16,3-2-325-16</inkml:trace>
  <inkml:trace contextRef="#ctx0" brushRef="#br0" timeOffset="3217.17">2165 5686 343 0,'0'0'39'16,"-2"0"-1"-16,0 0 33 0,1 0-11 0,-1-1 4 0,-2-1 1 15,0 0 4-15,1 0-1 0,1 2 0 0,-8-6-10 16,1 1-13-16,2 1 7 0,3 0-10 0,0 1-2 0,1-1 11 16,-1 0-12-16,2 4 11 0,-5-5-10 0,-1-1-1 15,1 2 4-15,-4-1-3 0,3 1 2 0,1 0-11 16,1 3-2-16,4 1-5 0,1 0-12 0,-1 0-2 15,-2 0-3-15,-2 0 1 0,1 0-11 0,1 0-1 16,0 0 1-16,3 1-1 0,-1 1 2 0,0 0 3 16,2 2-1-16,0 0 1 0,2 1-6 0,1 4 10 15,5 3-7-15,-1-3 6 0,-1-2-4 0,12 1 1 16,3-1 3-16,10 1-1 0,-8-1 3 0,3 0-3 0,-2 1-2 16,-6-3 0-16,6 3 0 0,-3-1 1 0,-3-1 2 15,-1 1-2-15,-4-1-2 0,-2 1 6 0,0-1-3 16,1 1 3-16,-1-1-6 0,-2-1-2 0,-2 1 0 0,1-2 0 15,-3-1 9-15,-1 1-5 0,0-2 3 0,-2 2-4 16,0-1 7-16,-1 1-1 0,3 2-2 0,-2-3 0 16,2 5-4-16,-1 1 3 0,-1 0 5 0,0 3-3 15,-2-3 0-15,0 4 5 0,-2 0-7 0,-1 2 7 16,-3 0-6-16,-1-2 19 0,-5 5-1 0,1-1 5 16,6-2-3-16,-12 0 6 0,-5-2-2 0,-2 0 4 0,5 0-5 15,-3 0-10-15,3 1 4 0,6-3-8 0,-4 1-2 16,4-3-4-16,2-2-3 0,-7 1 1 0,10 3 5 15,-1-2-4-15,-2-1-4 0,9-1 1 0,-3-5-9 16,1 0-1-16,2 1 4 0,0 1-3 0,2-2-1 0,-2 2 4 16,-1 1 1-16,1-1 1 0,0 2 7 0,2-3-13 15,0-1 3-15,-2 2-8 0,2 0-9 0,0-1-37 16,0 1 2-16,0 0-15 0,2-1-15 0,0 1-139 16,0-2-47-16</inkml:trace>
  <inkml:trace contextRef="#ctx0" brushRef="#br0" timeOffset="3574.58">2668 6041 614 0,'0'0'33'0,"0"0"50"15,0 0-48-15,0 0 5 0,0 0 1 0,0 0 5 16,0 0 16-16,0 0-13 0,-1 0-6 0,1 0-1 0,-2 0-11 16,0 0 6-16,0 0 4 0,0 0-2 0,0 2-2 15,0 0 11-15,1 0-8 0,-1 0 7 0,-2 1-18 0,4-1 0 16,-13 13-4-16,-2 3 2 0,-2 1-4 0,1 3-4 16,-5 1 3-16,1-3-4 0,1 0 0 0,1 3 2 15,-3-3 7-15,1 4-3 0,1 0 12 0,3-7-13 16,-1 0-3-16,2-2-2 0,2 1-6 0,0-4 3 15,0 1-3-15,2-4 1 0,3 2-11 0,-1 0-2 16,2-2 0-16,3 1-1 0,-2-1 1 0,3 0-2 16,-3 2 3-16,2-1-2 0,1 1 0 0,-5-2-21 15,3 0-11-15,-1 1-5 0,4-5-67 0,2 1-42 0,0-1-89 16</inkml:trace>
  <inkml:trace contextRef="#ctx0" brushRef="#br0" timeOffset="4173.72">2969 5360 307 0,'0'-2'58'0,"0"0"75"0,0-2-53 0,-2 1 5 16,0-1 0-16,1-2 3 0,-1-1 7 0,2 5-28 16,-2-4 1-16,2 5-11 0,-2-3-14 0,0 0-19 0,0 0-2 15,0 1-5-15,1 1 0 0,-1 0-1 0,0 0 1 16,2 2-1-16,0 0 7 0,0 2-3 0,0 0 1 15,0 2-2-15,2 5-4 0,1 9 11 0,1 3-6 16,0-1 7-16,1 1 4 0,1-1-11 0,1 6 11 16,-1-2-11-16,0-2 10 0,1 6-14 0,-1-4-1 0,1 2-4 15,0 4-7-15,-3-6 1 0,0 2 2 0,1 2 0 16,-1 0 6-16,0 2-9 0,0 1-1 0,-3-1-3 16,1 2-3-16,2-3 9 0,0-1-2 0,-1 0 4 15,1 2-14-15,0-4 8 0,0 0-2 0,-1-2 6 16,-1-4-1-16,0 1-4 0,2-1 2 0,-2-5-3 15,1 5-3-15,-1-7 6 0,0-3-7 0,0 1 8 0,0-4-4 16,0 1 5-16,-1-1 0 0,1-1 1 0,0-3-3 16,0 1 0-16,0 0 5 0,0-2-3 0,0-1 7 15,-1 1 1-15,3 0 0 0,0-2 2 0,0 0 9 0,-1-2-5 16,7-11 0-16,-1-18-2 0,2-5-6 0,-2 5 7 16,1-6-2-16,-3-2 1 0,0 4-11 0,3-4 7 15,-1 0-3-15,0-2 4 0,-1 0-2 0,-1 0-3 16,1-2-1-16,-1 1-1 0,-1-1-2 0,-1 0-2 15,1 6 0-15,-4-2-1 0,1 2 0 0,16 9-2 16,-8 2 3-16,-4 2-3 0,-3 5 0 0,-2 6 3 16,0 0-8-16,-2 10 4 0,0-1-33 0,0 0-33 0,0 2 2 15,0 2-17-15,0 0-45 0,0 4-240 0</inkml:trace>
  <inkml:trace contextRef="#ctx0" brushRef="#br0" timeOffset="4976.66">3483 5861 387 0,'0'0'64'0,"0"0"7"16,0 0 23-16,0-2-22 0,0 0 5 0,0 0 5 16,0 1 11-16,0-1-4 0,0 0 4 0,0 0-24 0,0 0-23 15,-1 0-5-15,-1 0-5 0,0 1-13 0,0-1 8 16,0 0-3-16,0 0 3 0,0 0-7 0,-1 0 0 15,-5 0-2-15,-7 1 1 0,6 1-1 0,2 0-6 16,-3 0 2-16,1 0-5 0,-2 1-3 0,4 1 3 16,-3 2 0-16,5 0 0 0,-3 1-3 0,1 3 2 15,0 10-2-15,-5 6 3 0,5 2-5 0,1 4-5 16,-1 4-2-16,1 1-1 0,3 8 1 0,-1-3-1 16,2-3 7-16,0 2-5 0,-20-1 0 0,9-1-2 0,6-4-5 15,5 1 4-15,2-5 1 0,0-5 0 0,2 1 2 16,1-7-2-16,1-1 0 0,2-2 5 0,-1-2-6 15,1-2 7-15,-3-4 3 0,3 1-6 0,-4-1 11 16,11-3-9-16,0-2 12 0,-2 0-6 0,4 9-3 16,-2-4-1-16,0-1 0 0,2-3-6 0,-2-3 7 0,0 0-6 15,0 0 6-15,0-1-2 0,-2-3-1 0,4-4 0 16,-4 1-2-16,-2 5 6 0,-2-15-4 0,-3-5 5 16,2 2-10-16,-3-3 6 0,-1-3-6 0,0 4 4 15,15-2-4-15,-6 2 3 0,-4 1 6 0,-3 5-3 16,-2-1 0-16,-2 6-1 0,0 0-5 0,0 1 3 15,0 3 0-15,0 3 2 0,-2-3 2 0,0 3-1 0,0 0-11 16,1-1 6-16,-3-1 0 0,-2 4 3 0,-3-1-2 16,3-1 0-16,-1-2-4 0,1 3 2 0,5 3-5 0,-3-2 3 15,2 2 0-15,0 0 2 0,-2-4-4 0,1 2-4 16,1 0 1-16,0 0-1 0,0 1 8 0,0-1 2 16,0 0-4-16,2 0 4 0,0 0 1 0,0 0-3 15,2 0 2-15,0-1-4 0,2-1 0 0,1 0 5 16,7-1-3-16,1-3 5 0,0 1-3 0,-6-2-6 15,0 5 7-15,-5-2-6 0,2 1 7 0,-4 3 1 16,4-2-2-16,-1 0 1 0,-1 1-6 0,0 1 1 0,0 0-1 16,0 2 2-16,-2 0 4 0,0 2-7 0,0 2 2 15,0 10-5-15,-2 14-2 0,-2-2 8 0,1 2-3 16,1-4 4-16,0 4-5 0,2 0 3 0,2 0 0 16,0-4 1-16,1-2-3 0,1-7 5 0,2 2-3 0,1-2 3 15,0-2-7-15,1-2 5 0,-1-2-1 0,-1-1 1 16,7 1 0-16,-2-4 0 0,4 1 1 0,-4-4-1 15,-5 2 8-15,-3-3 6 0,-1-1-2 0,0 0 4 16,2 4-7-16,-1 0 7 0,-1 0-1 0,0-3 3 16,0 1-6-16,-2 0-10 0,0 0 3 0,0 0-5 15,-2 0 1-15,0 0-1 0,-1-1-9 0,-10 5 3 0,-8 1-19 16,3-1-23-16,1-2 1 0,0-1-12 0,6-1-28 16,0 0-68-16,7-2-36 0,-3 0-14 0,3 0-147 15</inkml:trace>
  <inkml:trace contextRef="#ctx0" brushRef="#br0" timeOffset="5225.82">3797 6023 677 0,'-2'0'106'0,"1"0"21"0,-1 0 10 0,0 0-55 16,0 0 13-16,0 0 9 0,0 0-8 0,0 0 0 15,1 0-7-15,-1 0-34 0,0 0-23 0,0 0 4 16,2 0-9-16,0 0 15 0,2-2-7 0,0 0-5 0,1 0-1 16,-1 2-11-16,11-6-14 0,4-1 5 0,-4 1-8 15,0 1 7-15,0-1-6 0,-4 3-7 0,1-1-1 16,-1 2-34-16,-4 0-14 0,3 0-10 0,-3 0-11 16,3 1-120-16,-1-1-352 0</inkml:trace>
  <inkml:trace contextRef="#ctx0" brushRef="#br0" timeOffset="5685.98">4104 5579 618 0,'0'-2'94'0,"-2"0"175"0,0 0-215 0,0 0 15 16,0-1-8-16,0-1 11 0,2 2 9 0,-2-2-17 15,1-1 0-15,1 3-10 0,0 0-34 0,-2-2-3 0,0 1-2 16,0-1 0-16,0 2-1 0,0 0 6 0,2 0-1 16,0 0 3-16,0 2 6 0,0 0-9 0,0 0 4 15,0 2-7-15,0 0-2 0,2 2-5 0,2 16 7 16,0 6-5-16,-1 4 2 0,1 0-2 0,0-1-8 16,-2 1 5-16,1 2-8 0,1-1 1 0,-2 1 1 15,2 1-1-15,-1-1 8 0,-1-1-9 0,2-1 6 0,0 4-6 16,-1-3 6-16,1 1-3 0,0-1-3 0,-2-7 0 15,-1 2 5-15,1-3-5 0,0-7 6 0,0-1-5 16,0-6 3-16,0 3 0 0,0-3-2 0,-1-4 1 16,1 1-3-16,0-2 2 0,0-1-2 0,0 1 1 15,0 0 4-15,0-2 2 0,-1 0 3 0,3-1-3 0,0-1-9 16,0 0 5-16,-1-1-4 0,5-5 4 0,5-13 2 16,3-7-5-16,5-5 5 0,-3-3-5 0,-3-1 0 15,2-4 0-15,0 4 0 0,-4-4 1 0,7 0-1 0,-3 0-1 16,-2 2-1-16,-2 0 2 0,-2 1 8 0,-4 3-8 15,-1 1 1-15,1 3-3 0,-3-1 4 0,13 4-4 16,-4-4 6-16,-8 10-6 0,-1 3 4 0,-2 4-2 16,-2 6 0-16,0-1 0 0,0 5 0 0,0 1-21 15,0-2-10-15,0 2-7 0,0 0-41 0,-2 0-45 16,0 2-49-16,0 2-15 0,0 2-300 0</inkml:trace>
  <inkml:trace contextRef="#ctx0" brushRef="#br0" timeOffset="6300.14">4412 6206 986 0,'0'0'49'0,"-2"0"-2"0,0 0 56 0,0 0-7 0,0 0-5 16,1 0 5-16,-1 0-17 0,0 0 9 0,0 0-53 0,2 0-15 15,0 0 0-15,0 0-5 0,2 0-3 0,2 0 1 16,10-2-3-16,18-1 2 0,-2-3-12 0,-2 1 5 15,-1 1-3-15,1-2 4 0,0-1-6 0,-2-1-2 16,4-3-2-16,-2 0 0 0,-4 0-15 0,-4 2-26 16,1-1-6-16,-3 3-8 0,1-2-20 0,-1 1-197 15</inkml:trace>
  <inkml:trace contextRef="#ctx0" brushRef="#br0" timeOffset="7715.95">4349 6347 297 0,'-2'0'168'0,"0"0"-207"0,0 0 193 15,-2 0-100-15,1 0-15 0,-1-1 27 0,0-1-1 16,1 0 12-16,-1 0 8 0,0 0-25 0,0 0-3 15,1 0-8-15,1 1-22 0,0-1-1 0,2 0-1 16,2 0 1-16,2 0 3 0,27-15-14 0,8 3 4 0,0 1-8 16,9-2-3-16,-1 0-1 0,3-2 2 0,-2-3-3 15,1-3 5-15,-1 3-21 0,2 0-4 0,0-1-9 16,-2 3-42-16,1 1-37 0,1 0-22 0,-2 2-21 16,-2 1-246-16</inkml:trace>
  <inkml:trace contextRef="#ctx0" brushRef="#br0" timeOffset="8596.91">4740 6147 225 0,'0'0'5'0,"0"0"4"0,0 0-5 0,0-2-5 0,0 0 1 16,0 0 12-16,0 0 6 0,0 1-1 0,0-1 3 15,0-2 5-15,0 2 14 0,0-5-1 0,0-3 4 16,0 3-9-16,0 1-13 0,0-3 6 0,0 0-6 16,-1-2 10-16,-3-4 33 0,2 2-6 0,0 0 18 15,-2-2 14-15,1-2-34 0,-1 1 0 0,0-3-13 16,2-1-15-16,1-1-11 0,-3 1 3 0,0-2-6 15,2 1 8-15,0 1-6 0,-1 1-1 0,1 2-3 0,0 3-4 16,0 2 17-16,0 3 8 0,0 2 2 0,1 1 18 16,-1 2-1-16,0 1-4 0,0-1 1 0,-2 2-17 0,1 0-10 15,1 2 0-15,-7 0-3 0,-1 4-5 0,1 2 5 16,0 5-5-16,-2 17 5 0,3-1-8 0,1 3 4 16,-3 0 0-16,7 1 1 0,-5 3 1 0,6 1 0 15,1-1 3-15,-5 3 0 0,-16 0 14 0,9 2-14 16,7 3 8-16,6 3-9 0,0-2 12 0,4-4-11 15,0-2 0-15,1-4-3 0,1 1 2 0,-1-6-7 16,3 1 3-16,-1-5-5 0,1-3 3 0,-1 1-2 0,0-3-1 16,1-3 0-16,-1-1-6 0,-1-4 5 0,-2-3-3 15,-1-3 1-15,-1-1-5 0,-2-2-2 0,13 7-1 16,4 1-1-16,-1-5-7 0,1-3 5 0,0-2-9 16,0-2 6-16,-3-3-20 0,-1-1-39 0,2-1-21 0,-2-1-12 15,0-1-96-15,-2 1-152 0,-3 5-30 0</inkml:trace>
  <inkml:trace contextRef="#ctx0" brushRef="#br0" timeOffset="8903.94">4404 6156 626 0,'-1'0'61'0,"-1"0"-6"16,0-2 54-16,0 0-6 0,0 1-54 0,0-1-19 16,0 0 1-16,1 2-3 0,-1 0 14 0,0 0 13 0,2 0-8 15,0 0 9-15,2 2-22 0,7 0-11 0,28 3 5 16,6-1-9-16,0-4-9 0,3-2-4 0,2-4-6 15,-1-3 1-15,3-4-14 0,2 0-23 0,0 0-27 16,0 2-14-16,-6 0-241 0</inkml:trace>
  <inkml:trace contextRef="#ctx0" brushRef="#br0" timeOffset="9874.67">999 8137 343 0,'0'0'26'0,"0"-2"-4"0,0 1-9 0,0-1 17 15,-2 0-22-15,0-2 12 0,1 0 3 0,1-1 4 16,-2-6 2-16,0 1 29 0,0 3-6 0,2-2 1 16,0 1-5-16,0-1-15 0,0 3 8 0,0-3-10 0,0 0 10 15,0 0-5-15,2-3 6 0,0 5 10 0,0-4-4 16,-1 2 9-16,3-6-6 0,-2 4 2 0,0 1-3 15,0-1 1-15,0 2-14 0,-2 2-1 0,0-1-4 16,0 3-1-16,0-1-11 0,0-1 3 0,0 3-5 16,0 0 2-16,0 0-11 0,0 1 5 0,0-1-8 15,0 2-3-15,0 0 3 0,0 0-6 0,0 2 6 0,0 0 0 16,0 2-6-16,0 0 1 0,0 2-3 0,-2 20 5 16,0 4 1-16,0 3-2 0,0 1 1 0,0-1-3 0,0 1 1 15,1 0 0-15,-1-3 3 0,0 7 7 0,0 1-4 16,-2 4 5-16,1 3-5 0,-1 4 11 0,0 6-11 15,-1 2 2-15,1 7-5 0,2-2-1 0,0-1 1 16,0-1-3-16,2-5 1 0,0 0-6 0,0-6 7 16,2-5-2-16,-2-6 5 0,2-4-3 0,2-1-3 15,-1-4 7-15,1-4-6 0,0 0 5 0,0-3 2 16,-1-5-8-16,-1-3 6 0,0-3-4 0,0-3 2 16,0-3 1-16,0-1-1 0,-1 1-2 0,1 0 13 0,0 0 4 15,0-3 4-15,2 1 23 0,-1-2-24 0,1 0 9 16,0-2-15-16,0-1 2 0,3-23-5 0,8-8-4 15,-6-5 1-15,6-3-10 0,0-5 10 0,-4-5-5 0,0-4 7 16,4-3-10-16,2-8 0 0,5-5 0 0,2 1 0 16,0-5-4-16,-1 6 5 0,-3 1-1 0,-3 8 3 15,-1 1-6-15,1 8 6 0,-9 4-4 0,8 5 5 16,-5 6-4-16,-3 0 6 0,1 7 2 0,8 4 0 16,-8 6-2-16,-5 7-6 0,-2 5-1 0,-2 5-1 15,2-1 1-15,-2 0-9 0,0 2-13 0,0 1 1 0,-2 1-28 16,2 0-64-16,-2 1 6 0,-2 20-31 0,-3 20-30 15,-1-2-118-15,3 7-23 0</inkml:trace>
  <inkml:trace contextRef="#ctx0" brushRef="#br0" timeOffset="10699.78">1580 8847 488 0,'0'0'180'0,"0"0"-219"16,-2-2 198-16,1 0-102 0,-1 0-52 0,0 0 47 15,0-2 1-15,0 1 18 0,-3-8 12 0,-3-2-10 0,-1-4-4 16,1 2-2-16,3 6-14 0,-1-1-12 0,3 3-6 16,-1 3-1-16,2 1-8 0,0 3-10 0,-3-4 10 15,-5 2-9-15,1-5 7 0,0 1-1 0,-2 2-2 16,0 2 1-16,-1 2-11 0,-1 2-1 0,0 2-1 0,4 2 1 16,-2 5 2-16,-6 18 5 0,1 3-3 0,4 0 3 15,-1 1-10-15,2-3 1 0,4 1 2 0,-12 1 0 16,10-1-6-16,3-1 2 0,3-2-4 0,-5 0 4 15,-10 0-2-15,7-2-3 0,5 0-1 0,6 0 1 16,2-4-1-16,2-2 6 0,-1-3 0 0,1 0 2 16,0-4-4-16,1 0-4 0,1-2 1 0,-1-7-1 0,21 1 12 15,-3-3 11-15,3 15-1 0,-8-8 5 0,1-3-4 16,1-5-6-16,1-1 0 0,1-5-3 0,0-3-4 16,-3-1 0-16,-3 0-7 0,1-2 5 0,-4 1-11 0,-2 9 5 15,-1-12 1-15,-3-2 2 0,-1 2 5 0,-3-2-12 16,-1 0 3-16,9 0-4 0,-3 0 8 0,-3-1-7 15,-1-1 3-15,-4 0-3 0,0 1 2 0,-2 1 2 16,-2 0-1-16,1 4 1 0,-3-2-6 0,2 5 4 16,-1 1-3-16,-3 3 3 0,-6 2 3 0,-5-11 0 15,0 4 1-15,5 5-1 0,-9 1-4 0,5 3 3 16,1 0-3-16,0 0 3 0,8 1 1 0,2 1-3 0,1 0 2 16,2 0-4-16,1 0 2 0,-1 0-1 0,2 0 0 15,0-1-1-15,0 1 1 0,2 0 1 0,0 2-1 16,0-2 1-16,2 0-1 0,0-1-6 0,2 1 1 15,11 4-3-15,7-2-3 0,0-4 3 0,-1 0-2 0,3-4 1 16,0-4-5-16,2-3 3 0,2-4 1 0,1-3 1 16,3 14 8-16,0-24-6 0,1-1 3 0,4-5-4 15,0 3 8-15,-3-7-5 0,1 7 6 0,-9 1-3 16,-2 4 11-16,-3 8-8 0,-5 1 0 0,-3 8-2 16,-7-3 11-16,-4 9-2 0,0-1 4 0,-1 0-5 15,1 1 5-15,-2 1-11 0,0 0 5 0,-2 2-5 0,-1 0 11 16,-10 4-11-16,-8 5 3 0,-1 4-5 0,2-11 3 15,5 24 3-15,2-6-4 0,5 4 2 0,1-1-5 16,3-1 2-16,2 2 1 0,-13-2 0 0,6-1 7 0,5-3-7 16,4 1 4-16,0-2-4 0,4-3 0 0,4 3 4 15,1-2-7-15,6 0 4 0,11-4 0 0,2 2-4 16,-4-2 5-16,0 0-5 0,-6 0 2 0,5 1 2 16,-3-1 0-16,-5 0 3 0,0 0-4 0,-13-4 8 15,5 3-4-15,-3-3 5 0,-2 1-4 0,0-1 3 16,-2 0 4-16,0 3-1 0,-2-3 4 0,-2 1-7 15,-5-1-1-15,-15 0-2 0,-6-1-1 0,2 1-5 0,0-3 0 16,0 4-2-16,2-3 5 0,4-1-5 0,2 0-2 16,7 5-3-16,-2 0-7 0,5-5-56 0,7-4-5 15,1 0-23-15,-2 0-68 0,2 0-69 0,0-2-29 0</inkml:trace>
  <inkml:trace contextRef="#ctx0" brushRef="#br0" timeOffset="11047.34">2314 8470 933 0,'-2'0'50'0,"0"0"-15"0,-2 0 42 0,-3 0-7 0,-8-2-28 16,-2 0 23-16,2 0 1 0,4 2 5 0,2 0-6 0,3 0-15 15,-1 0-4-15,1 0-4 0,3 0-29 0,-1 0-4 16,0 0-2-16,2 0 1 0,1 0-2 0,1 0 2 15,0 2-7-15,1 0 7 0,3 0 0 0,13 3 8 16,14 3 2-16,-1-3-1 0,-2 1-5 0,4-1-2 16,1 1 1-16,-3-2-2 0,3-1-8 0,-3 1 4 15,-2 2-4-15,-2-1 5 0,-4 3-5 0,0 1 4 16,-3 0-5-16,-4 1 5 0,-2-1-8 0,-6-2 12 0,-3 10-1 16,-2 5 5-16,11-1-5 0,-6 5-2 0,-5 1 4 15,-6-2-2-15,-7 2 10 0,-6 1 4 0,12 2 0 16,-25 0 2-16,2-2-3 0,-1-4-7 0,-1 0-3 15,2-4-1-15,2 1-6 0,6-3-3 0,1-3 2 0,8-4-2 16,0 0-5-16,3-3-3 0,5-3-7 0,1-1 3 16,0 0-15-16,2-2-66 0,-4 1 4 0,2 1-30 15,0 0-55-15,2-2-96 0,2 0-36 0</inkml:trace>
  <inkml:trace contextRef="#ctx0" brushRef="#br0" timeOffset="11483.8">3231 8163 657 0,'0'-2'213'0,"-2"1"-244"15,0-1 244-15,0 0-120 0,-1-2-23 0,-1 0 18 16,0 3-3-16,-1-1 6 0,1 0-25 0,-2 0-19 16,3 0-4-16,1 2-4 0,0 0-17 0,-2-4-8 15,1 3 1-15,-1-1-2 0,2 2 0 0,0 0-8 16,0 2 5-16,0-1-5 0,2 3 5 0,0 15-2 15,2 7-2-15,0 2 0 0,2 3-6 0,1 4 9 0,-1 1-5 16,0 5 7-16,0 1-12 0,-1 3 2 0,-1-1-1 16,-2-1 5-16,0-2 1 0,0-4-4 0,0-4 4 15,0 1-3-15,0-3 16 0,2-1-10 0,0-2 9 16,0-4-9-16,0-2 9 0,-1-3-11 0,1-4 2 0,0-6-5 16,0-1 0-16,0-3 5 0,0-1-3 0,0 0 5 15,-1-1-7-15,3 1 12 0,2 0-3 0,9 1 6 16,1-5-4-16,-1-3-10 0,4-9 3 0,1-1-4 15,6-26 8-15,0-3-8 0,2-7 5 0,2-1-5 16,-4-3 17-16,1-5-12 0,-4-1 2 0,-1-3-4 0,0 5 9 16,1 3-15-16,-3 4 8 0,-3 7-9 0,-4 4 12 15,-2 7-4-15,-2 6 1 0,-7 2-2 0,2 4 1 16,7 3-6-16,-4 4-1 0,-5 8-2 0,0 1-13 0,0 0-6 16,0 0-29-16,0 3 7 0,-2-1-104 0,0 2-68 15,0 2-27-15,0 1-28 0,-4 12-201 0</inkml:trace>
  <inkml:trace contextRef="#ctx0" brushRef="#br0" timeOffset="11749.21">3888 8366 568 0,'0'0'319'0,"0"0"-408"0,0 0 368 16,-2 0-194-16,1 0-35 0,-1 0-8 0,0 2 5 15,0 1-6-15,-5 8 10 0,-10 21 11 0,2 3 0 16,2 4 2-16,0 0-21 0,0 6-14 0,2-1-2 0,-2 8-4 15,2 0-4-15,1 0-2 0,-1-2-3 0,2-7 2 16,0-2-1-16,1-8 13 0,5-1-2 0,-1-4 5 16,4 0-9-16,2-6-2 0,0-2-3 0,1-3 3 15,1-2 4-15,2-2-7 0,-1 0 5 0,1-4-7 16,-1-1-8-16,5-3 4 0,6-3-6 0,3 0 3 16,1 13-14-16,1-6 4 0,-1-3-7 0,1-4 6 15,1-2-11-15,-2-2-9 0,4-4 1 0,1-3-6 16,-3-2-4-16,-4 0-36 0,1 9-5 0,-2-19-17 0,-4 3-72 15,-2 1-120-15,-2 2-9 0</inkml:trace>
  <inkml:trace contextRef="#ctx0" brushRef="#br0" timeOffset="11920.32">3574 8964 1019 0,'0'0'31'0,"0"0"44"0,0-2-39 0,0 0 56 0,2 0-11 15,2 0 26-15,16-9-16 0,12-6-20 0,-4 2-5 16,9-3-5-16,-4 3-28 0,5-2-14 0,4-3-6 16,-1 1-1-16,6-3-10 0,3-4-16 0,5 0-1 15,5 22-20-15,1-24-148 0</inkml:trace>
  <inkml:trace contextRef="#ctx0" brushRef="#br0" timeOffset="17377.8">947 7435 55 0,'0'0'0'0,"-2"0"14"0,0 0 14 16,1 0 17-16,-3 0 9 0,-4 0 0 0,-6 0-6 16,1 0-10-16,0 0 4 0,0 0-4 0,0 0 18 0,-2 0 8 15,0 0-4-15,0 0 5 0,0 0 6 0,-1 0-7 16,-1 0 1-16,0 0-6 0,0 0-6 0,-1 0-8 15,1 0 9-15,-1 0-9 0,5 0 5 0,-2 0-22 16,-4 0-1-16,8 0-5 0,-2 0 0 0,0 0-6 16,4 0 2-16,-6-1-3 0,0 1-1 0,6 0 1 15,1 0-7-15,5 0 4 0,-1 0-3 0,-2 0-3 16,4 0 7-16,1 0-6 0,-5 0 4 0,2 0-4 0,1 0-3 16,-1 0 2-16,0 0-3 0,0 0-4 0,1 0 0 15,1 0-3-15,0 0 4 0,0 1-6 0,2 1 5 16,0 0-4-16,2 0 12 0,0 2-9 0,11 5 2 15,28 11-6-15,-4-7 5 0,0-3-3 0,2-3 2 0,0 1-3 16,7-1 0-16,5-3 8 0,8-1-1 0,10-1 4 16,9-2-7-16,14 0 1 0,5-2 0 0,-2-1 2 15,-6 1 1-15,-9-2-1 0,-6 2-2 0,2 2 0 16,8-2 3-16,10 2 0 0,3 0 1 0,5 0 0 16,-2 0 0-16,-9-1 17 0,-4-1 0 0,1-4 6 15,6 1 2-15,18-3-14 0,5-3 3 0,5 0-6 16,-7 0-1-16,-12-2-5 0,-3 0-3 0,0 3 2 0,8 1 2 15,7 2-7-15,-6 5 5 0,-12 2-5 0,-13 0 1 16,-16 4 2-16,-6 3 0 0,-5 2 1 0,-3 1-1 0,-2 1 0 16,0 0 0-16,-8 0 1 0,1 0 0 0,-2 0 1 15,-14-1-4-15,1 1 3 0,-6-2-7 0,-9-3 9 16,2 1-5-16,-4-1 7 0,-4-3-4 0,-7-3 0 16,2 2 5-16,-1 0-5 0,1 0 1 0,0 0 3 15,0 0 2-15,-1-1 1 0,-1 1-8 0,0 0-1 16,0 0-3-16,0 0 1 0,-2 0-5 0,0 0-27 15,0-2-14-15,-2 0-12 0,0 0-121 0</inkml:trace>
  <inkml:trace contextRef="#ctx0" brushRef="#br0" timeOffset="17941.39">1092 7101 104 0,'0'0'40'0,"-2"0"9"0,0-2 51 15,0 1-44-15,-1-1 29 0,1 2-67 0,-4-4 12 16,-1 2-11-16,3-9 12 0,-1-2 8 0,-1 2-2 16,-1 0 12-16,1-2-10 0,-1 3 9 0,1 1 0 15,0-2 0-15,-1 4 2 0,0 3 1 0,-1-2-3 0,-1 4 0 16,1-1-2-16,1 1-5 0,1-2-10 0,-1-1 5 16,3 3-6-16,-5-4-4 0,2 2-3 0,1 3-8 15,-1-1 4-15,5 2-15 0,0 0-1 0,-2 0 1 16,0 0-2-16,3 0-7 0,-1 2 5 0,0-1 1 15,2 1 3-15,0 2 4 0,4 3-10 0,9 6 3 0,33-1-3 16,12-3 11-16,16-2-5 0,9-5-4 0,10 30 0 16,-2-23-3-16,8-9 4 0,-1-7 1 0,13-6 1 15,21-2 7-15,11-4-10 0,-2 1 2 0,-9 3-4 16,-6 2 3-16,4 3 5 0,10 5-6 0,4 1 3 16,-12 4-10-16,-13 0 8 0,-13 0 1 0,-2 0 2 15,7 4-1-15,4 3 2 0,-9 3 1 0,-13-1-2 0,-15-2-4 16,-13 3 7-16,-2-1-4 0,-7 0 7 0,0-1 9 15,-4-5-6-15,-4 1 2 0,-4 0-4 0,-3-2-5 0,0-1 10 16,-9 1-1-16,-4 0 3 0,-8-2-1 0,-9 0-10 16,-2 0 1-16,8 0-4 0,-6 0 5 0,0 0-15 15,4 0 7-15,-9 0-13 0,9 0-20 0,5-4-168 16</inkml:trace>
  <inkml:trace contextRef="#ctx0" brushRef="#br0" timeOffset="20437.84">27710 7396 146 0,'0'0'62'0,"0"0"-6"0,0 0 54 15,0 0 16-15,0-1-36 0,0-1-11 0,0 0-30 16,0 0-4-16,0 0 1 0,0 0-12 0,0 0-12 15,0 1-1-15,0-3-3 0,0 0-7 0,0 0 7 16,0 1-3-16,0-1 6 0,0 0 0 0,0 1 3 16,0-1-5-16,0 0 3 0,0 1-4 0,0-1 1 15,0 0 7-15,0 0-4 0,0 1 15 0,0-1-1 16,0 0 1-16,0 2 0 0,0 1 3 0,0-3 2 0,-2 0-4 16,0 2 3-16,0 0-2 0,1 1-9 0,-1-1 8 15,0 0-10-15,-2 0 1 0,-1 0 1 0,-8-3-7 16,0 1 4-16,1 2-10 0,-1 2 1 0,2 0 0 0,2 0-1 15,0 2-11-15,-2 2-1 0,-1 1 2 0,-1 3-1 16,4-1 2-16,4 0-2 0,1 8-5 0,2 0 4 16,-9 0-1-16,7-2-1 0,-7 2 1 0,2 0-2 15,5-4-2-15,2 0 5 0,0 0-2 0,2-2 3 16,0 1-1-16,2-1-7 0,0 0 7 0,0-1-6 16,2-1 4-16,-1-1 5 0,3 1-4 0,-4-3 5 0,9 1-11 15,0 1 7-15,-2-2-6 0,1-3 7 0,3 3-7 16,0 5 2-16,0-1 1 0,1-1 0 0,1-1 5 15,0-2-7-15,2-3 4 0,-2-1-4 0,0 0 4 0,-1 0 0 16,-1-1-4-16,-1-3 1 0,1-2-2 0,-2 1-1 16,0-1 6-16,0-1-3 0,-2-1 5 0,1 5 0 15,-5-12-4-15,-1 0 4 0,0-2-2 0,-1 2-3 16,-1 0 2-16,9-1-1 0,-3 3 1 0,-1-4 1 16,-1 0-4-16,-4 4 3 0,-2-2 0 0,0 3 11 15,0 0 3-15,-2-1 2 0,0 4 1 0,-4-2-16 16,1 2 5-16,-1 1-5 0,1 1 21 0,-3 1-13 15,-5-3 6-15,-2 0-8 0,2 3 2 0,-2 2-5 0,1 3 0 16,-3 1 0-16,2 1-3 0,-2 5 7 0,1 1-8 16,1 1 7-16,0 1-7 0,0-5 2 0,2 11 5 15,-4 3-4-15,4 1-2 0,0-4 6 0,2 1-6 16,4-1 6-16,-3 0-1 0,3 0-7 0,-4 2 3 0,5-3-4 16,-3 1 0-16,5-2 0 0,3 0-2 0,-9 0 0 15,5-2 1-15,-1 1 1 0,2-1 3 0,3 0-1 16,1-2-3-16,0 2 1 0,0-1-1 0,0-3 1 15,1 0 2-15,3 1-8 0,0-1 5 0,0-1-4 16,-3-1 6-16,12-3-1 0,6 2 0 0,-2 7 0 16,-3-2 1-16,5-1-2 0,0-4 0 0,-1-3 0 0,3-1-4 15,-1 0 5-15,-1-1-4 0,-1-3 4 0,-3 0-2 16,-2-1 2-16,-2-1 3 0,0-1 0 0,0-3-4 0,-1 5 2 16,-1-8 0-16,-3-2 1 0,-1 0 2 0,-1 0 3 15,7-2-5-15,-2 1 4 0,-3 1-3 0,-2 0-1 16,-4 4 0-16,0-2-1 0,0 2-3 0,-2 1 3 15,-2 1 2-15,0 2 0 0,1-1-6 0,1 5 5 16,0-1-3-16,-11 2 5 0,0-2-5 0,-4-7 5 16,2 4-2-16,0 1 3 0,-1 2-4 0,-1 3-2 15,-2 1 4-15,3 0-4 0,-1 1 10 0,0 5-8 16,-1 1-1-16,1 1 0 0,2 1 5 0,-2 2-8 0,4-9 5 16,-1 19-5-16,-7-3 8 0,8 3-5 0,-2-3-1 15,1 1-2-15,10-1 2 0,-2 1 2 0,3-1 0 16,-7-3 0-16,1 0-2 0,3-4-5 0,3-1 2 15,-1 3-1-15,4-6 12 0,0 2-7 0,2-1 0 0,0-5-2 16,1 1 2-16,10 5-1 0,6 1 3 0,-2-5-3 16,1-3-3-16,1-2 1 0,-1-2-1 0,3-1 2 15,-6-1 8-15,1-4-6 0,-1 1 1 0,-4 0-2 16,4-3 0-16,-6 3 2 0,1 1 1 0,-3-7 1 16,-1 0 2-16,-3 0-6 0,-1 0 3 0,2 0-4 15,5 2 8-15,-1-2-4 0,-3 0-3 0,-1-2 0 0,0 0 4 16,-2 2-4-16,-2-1 5 0,0 2-4 0,0 1 0 15,-2 0 1-15,0 2 0 0,-2 0 0 0,0 1-1 16,1 1 5-16,-1 1-3 0,-3 2 4 0,-8-1-3 0,0 3-4 16,-2-9 5-16,0 2-5 0,-1 1 8 0,-1 4-1 15,1 3-3-15,-1 1 2 0,3 0-3 0,-1 3-3 16,-2 1 5-16,6 0-5 0,2-1 1 0,0 3-2 16,9-6-3-16,-2 2 2 0,1 0-2 0,1 9 4 15,0-2 0-15,-4 4 0 0,-3-2 0 0,2 2 0 16,1 0-1-16,4 0 1 0,2 2-2 0,0-2 2 15,2-2 0-15,0 0 1 0,2 1 2 0,-1 1-3 0,3-2 1 16,1 2-2-16,1-4 1 0,-3-2-3 0,-3 3 3 16,6-7 0-16,-1 3 5 0,6-2-5 0,-4 1-1 15,6 1-1-15,-4 3 2 0,2-1-2 0,4-1 2 16,-4-3-2-16,4-1 2 0,-2-3 1 0,-2 0-4 0,1-1 2 16,1-3 1-16,-2-2-3 0,2-1 7 0,-2-1-6 15,-4 1 6-15,1 1-4 0,-3-10 0 0,-1 1 0 16,-1 2 6-16,-1-2-3 0,-2 2-3 0,9-2 1 15,-2 0-2-15,-3 0 4 0,-2 1 2 0,-3-1 0 16,-1 2-3-16,0-2-4 0,0 4-1 0,-1 1 0 16,-1 1 9-16,0 4-8 0,0 1 6 0,2 2-7 15,-17-9 2-15,1 2 5 0,-3 1-3 0,0 4 5 0,-3 4-6 16,-2 4 0-16,2 4-4 0,-1 3 3 0,3 4-1 16,-2-6 2-16,1 15 1 0,7 2 0 0,1-2 0 0,7-2-1 15,0 1-1-15,5-3 0 0,-14 1-6 0,7-3 5 16,5 3 2-16,3-3 0 0,3 1 0 0,1-4 4 15,3-1-5-15,-5-4 5 0,13-3-7 0,4-1 3 16,-6 3-1-16,3 0 1 0,1-1-5 0,-2-3 4 16,0-1-1-16,-6-2 1 0,0 0-5 0,-1-2-9 15,-1 0 3-15,-1 0-4 0,-3 0-14 0,1 0-54 16,0 0-58-16,0 0-4 0,-3 0-255 0</inkml:trace>
  <inkml:trace contextRef="#ctx0" brushRef="#br0" timeOffset="21880.59">25306 5852 263 0,'0'0'40'0,"0"0"59"0,0-2-21 0,0 0 8 16,0 0 7-16,0 0-5 0,0-1-9 0,0-1-27 16,0 0-3-16,1 0-5 0,1 1 3 0,-2-1 2 15,2-2 5-15,2-1-1 0,-2 0 18 0,1-1-14 16,-1 3 1-16,0-3-7 0,0 3-7 0,0-1 13 0,-2 0-7 16,0 1 7-16,0 1-12 0,0-1-15 0,0 1 3 15,0 0-7-15,0 0 9 0,0 3-15 0,-2-3 8 16,0 0-10-16,-2 0 11 0,1 3-14 0,-14-5-1 0,0 2-4 15,-1 4 5-15,-3 2-7 0,3 4 5 0,-3 1-6 16,5 2 4-16,-5 4 1 0,3 0-4 0,3-7 3 16,2 11-5-16,5-1 5 0,3-1-5 0,3 0 4 15,0-2-6-15,0 2-5 0,-7-2 2 0,1 0-3 16,1 2 7-16,3 0-7 0,4 0 5 0,2-2-5 16,2-2 7-16,0-2-5 0,-1-2 0 0,3 3-2 15,16-3 0-15,4-3 4 0,-2 3-1 0,-1-3 3 0,-1 0-4 16,0-1 0-16,0 12 0 0,-3-5 0 0,0-3 8 15,-3-3-8-15,-1-2 3 0,2-2-5 0,-2-2 1 0,0 0 2 16,-2-2 1-16,-2 0 1 0,-2 1-1 0,-2-1 2 16,1-2 5-16,-3 1-2 0,-1-10 0 0,0 2 6 15,-2-2-9-15,9 0 10 0,-2 0 7 0,-3 1-7 16,-3 1 4-16,-1 0-6 0,-2 0-4 0,0 1 5 16,0 1-2-16,-2 2 2 0,1 2-9 0,-1 1 5 15,-2 0-5-15,-2 1 6 0,-7-1-6 0,0 3 13 16,0 1-8-16,0 0 7 0,-3-9-17 0,-1 1 8 0,0 3-1 15,-1 1 3-15,-1 3-4 0,2 3 3 0,1 0-3 16,1 2 2-16,-4 1-7 0,4 1-3 0,-1 2 3 16,1 1-3-16,4-1 13 0,5-3-14 0,4-3 4 15,-5 11-8-15,-1 1 7 0,1 2-2 0,3-2 2 16,1 1-1-16,1 0 3 0,2-2-2 0,2 0-1 0,3 0 0 16,3 0 4-16,-5-3-3 0,12-1 1 0,6-1-2 15,1-3-1-15,0 12 3 0,8-2-2 0,-8-5 2 16,6-3-3-16,-4-3 1 0,0-2 2 0,2-2-1 15,-2-2 0-15,-1-1 2 0,-3-3-2 0,1-1 3 16,-3 0 2-16,-1 0-4 0,0-3 1 0,-4 5-2 0,-4 0 5 16,-4 1 2-16,-1-7 1 0,7-2-2 0,-3 2-5 15,-3-2 3-15,-1 0-2 0,-2 2 4 0,-2 0 3 16,0 2-5-16,-2 0 2 0,-2 2-3 0,1 1 2 16,-3 1 0-16,0 0 0 0,-10 3 1 0,-5-2 4 0,3 4-4 15,-5 1 4-15,-1-16-4 0,-4 6 3 0,1 5-2 16,-3 4 0-16,0 2 1 0,-1 2-2 0,1 4 1 15,-2 1-2-15,6 1 2 0,2 1 0 0,2 0-1 16,-4 4-2-16,9-4 0 0,0 3-6 0,6-11 0 16,9 16 2-16,-1 0 0 0,-1 1 1 0,-7-1 0 15,0 2-3-15,5 1 3 0,6-1-4 0,2-3 3 0,5 3-1 16,3-4 2-16,-3 0 0 0,21-2-5 0,2-4 5 16,1-3-4-16,-1-1 7 0,0-3-1 0,1 17-2 15,1-8 1-15,1-8-1 0,-1-3-3 0,1-1 3 16,-3-5-2-16,2-1 3 0,-6-3-1 0,0-3 0 15,-6 2 0-15,-3 0 6 0,-6 4 0 0,-4 1-2 0,-5-9 1 16,11-3-1-16,-5 1 4 0,-5 0-1 0,-3-1 0 16,-2 1-3-16,-3 2 0 0,-4 0-1 0,1 2 0 15,-20 6 0-15,-5-1 4 0,-4 5 5 0,1-18-1 16,-4 8 1-16,2 8 3 0,-1 5-3 0,6 0 3 16,3 3-2-16,4 1-6 0,10 0-1 0,-7 3-1 15,7-1-5-15,8-3-8 0,6-3 2 0,-1 4-7 0,-1 4-19 16,2 8-63-16,4 1-26 0,9 2-39 0,9-1-366 15</inkml:trace>
  <inkml:trace contextRef="#ctx0" brushRef="#br0" timeOffset="27639.12">26507 2034 256 0,'0'0'-30'0,"0"0"21"16,0-2-3-16,0 1 7 0,-2-1 40 0,0 0 3 16,0 0 19-16,0 0 0 0,1-2 1 0,-5-5 6 0,-3-6-32 15,-1-1 9-15,1-1-19 0,4 4-2 0,-1-2-2 16,0 0-3-16,3 2 2 0,-3-2-11 0,2 2 3 15,1 2 6-15,-1 0-2 0,0-2 11 0,2 4 0 16,-1-2 1-16,-1-1 2 0,0 1 3 0,1 2 8 16,-3-2-6-16,2 2 7 0,1-1-7 0,-1 3 3 15,2 1-5-15,0 3 4 0,0-1-1 0,0 0-2 16,-1 0-2-16,-1 1-2 0,0-1-8 0,1 2 1 0,1 2 1 16,-6-2 0-16,1 2 2 0,1 0 2 15,3 0 2-15,1 0-2 0,-2 4-9 0,-11 18 0 0,4 2-8 16,2 6 5-16,5-2-11 0,2 4 7 0,2-3-1 15,0 3 3-15,4 5-1 0,1 0-7 0,1 6 7 0,3-2-8 16,1 0 7-16,-3-2-9 0,2-4 0 0,1 0-4 16,-1-5 4-16,2-1 7 0,0 1-7 0,0-4 6 15,2 4-4-15,-2-6-2 0,2 0 0 0,0 2-2 16,-1-4 6-16,-1-1 2 0,0-1-2 0,-2-3 0 16,0 0-8-16,-1-6 8 0,-1 0 6 0,-3-4 1 15,-2-3-1-15,0 0 0 0,-2-2-1 0,2-2 2 0,-1 0 3 16,1 0 33-16,4 2-13 0,-2-2 17 0,3 0-24 15,2-2-15-15,1-4 0 0,1-12-7 0,2-14-4 0,-2-1 1 16,2-3 0-16,0-3 1 0,2 0 4 0,1 0-3 16,1-9 3-16,0 2-3 0,-2-8 2 0,0-2-7 15,-2 0 1-15,3 3-3 0,-1-1 10 0,0 5 4 16,-2 7 6-16,-2 3-3 0,0 3 6 0,2 9-11 16,-3 2-2-16,-5 7-1 0,-1 5-7 0,0 2 1 15,-1 5-4-15,-1 4 4 0,0-1 0 0,2-1-7 16,-1 0-3-16,1 2 0 0,-2 0-12 0,0 1 2 15,0 1-6-15,0 0 0 0,-1 1-55 0,3 9-53 16,5 23-9-16,-3 4-22 0,-2 4-104 0</inkml:trace>
  <inkml:trace contextRef="#ctx0" brushRef="#br0" timeOffset="28234.19">27079 2354 585 0,'0'0'19'15,"0"0"-1"-15,-2 0 10 0,0 0 0 0,0 1 2 16,-2 1 50-16,1 0 4 0,-10 7 2 0,2-3-5 16,-2 14-26-16,0 1-11 0,0 1 3 0,0 2-6 15,3-1-14-15,1 3-7 0,0-2-2 0,1-2 2 0,1 2 8 16,3-3 4-16,2-1-3 0,0-3 4 0,1 1 11 16,-9-5-9-16,3-2 5 0,3-3-8 0,2-3-2 15,-1 3-10-15,1-4 5 0,0-1-5 0,0 1 6 0,0 0 14 16,0-2-9-16,0-1 9 0,2 1-17 0,0-2-9 15,0-2-1-15,0 1-2 0,0-3-9 0,4-18 0 16,0-4 1-16,1 0-1 0,1 0-1 0,1-2 5 16,-1 2-4-16,1 0 3 0,1-2-5 0,-3 4 5 15,1 0-5-15,-2-1 6 0,-1 1-8 0,-1-2 2 16,0 4-1-16,0 0 1 0,-2 5 8 0,0 4-8 16,0 4 1-16,2-2-4 0,-2 1 3 0,0 3-4 15,0 0 3-15,0 5-5 0,2-2 4 0,0 0 0 0,-1 1-3 16,1 1 1-16,0 0-10 0,2 0 8 0,0 2-3 15,7 0 4-15,7 4-2 0,-1 1 7 0,3 3-2 16,-3 1 2-16,0 2 0 0,1-9 0 0,1 15-4 0,0-1 2 16,-1 3-5-16,-5 1 7 0,8 1 3 0,-12 1 1 15,-5 0-1-15,3 2-4 0,10 1 3 0,-6-3-2 16,-4 2-3-16,-1 0 7 0,-2 0-4 0,-3-1 7 16,-1-1-8-16,-1 0 7 0,-3 2-3 0,-2-3 5 15,-3-1-4-15,-2 1 2 0,0-5-1 0,9-3 1 16,-17 2 2-16,3-6 5 0,-1 1 1 0,-4-3 0 0,1-1 2 15,0-3-2-15,1 1-1 0,-1 0 1 0,1 0 7 16,2-3 0-16,-1 12-2 0,1-5-1 0,0-3 4 16,4-3-10-16,2-2 8 0,2 0-9 0,3 0 6 0,-1-2-11 15,1 1-1-15,3-1-3 0,-1 0-4 0,0 0 3 16,0 0-4-16,1 0 3 0,1 0-8 0,0 1-5 16,0-1-5-16,0 0-1 0,2 0-18 0,0 0-47 15,0 0 0-15,2 0-21 0,0 1-37 0,2-1-54 16,-1 0-23-16,10-4-25 0,8 1-213 0</inkml:trace>
  <inkml:trace contextRef="#ctx0" brushRef="#br0" timeOffset="28679.6">27697 2426 379 0,'0'0'36'16,"0"-2"-1"-16,-2 0 6 0,0 0 8 0,0 1-10 15,1-3 56-15,-1-2-15 0,-4-5 2 0,1 2-10 16,-3-2-19-16,4 5-5 0,-3-3-1 0,3 3-2 16,1 1-11-16,-9-1 6 0,1-3-12 0,-2 1 11 15,0 3-2-15,0 1 5 0,0 2 2 0,0 2-4 0,-5 0-12 16,1 0-9-16,-3 4-5 0,3 2-2 0,8-3-3 16,1 1-4-16,1 2 9 0,1-3-8 0,1 10 4 0,1 2-12 15,-7 0 2-15,3 0-5 0,3 0 12 0,3 0-6 16,2-1-2-16,4-1-1 0,3 2-1 0,2 0 6 15,-3-2-1-15,13 0 3 0,3 0-2 0,0 2-1 16,2 0 0-16,0 2-1 0,-3-1-1 0,-5 1 3 16,1 2 3-16,-2-1-2 0,0 1-6 0,-6-1 8 15,-1-1-7-15,-5 2 9 0,1-1 2 0,7-1-4 16,-2 0 11-16,-3-3-7 0,-2 1 32 0,-4 2-2 16,0-4-1-16,-4 2-1 0,0-6 2 0,-3 0-8 15,-6 3 5-15,-15-7-7 0,2 1-4 0,-2-4-11 0,0 1 6 16,1 16-7-16,-7-6-2 0,6-6-7 0,2-3-2 15,8-4 0-15,7 0 1 0,1 0-2 0,-1-2-3 16,7 2 0-16,-3-2-15 0,3 0-8 0,2 0 2 0,2 1-5 16,-1-11-18-16,2-10-108 0,9 2-13 0,-1-6-39 15,34 2-122-15</inkml:trace>
  <inkml:trace contextRef="#ctx0" brushRef="#br0" timeOffset="28956.59">28026 2287 592 0,'-2'-2'55'0,"0"0"102"0,-2 0-123 0,1 0 36 16,-1 1 6-16,0-1 13 0,0 0 41 0,1 0-46 15,1 0 1-15,0 0-18 0,0 0-22 0,2 1 4 16,0-1-4-16,2 0 4 0,2 0-10 0,22-11 10 15,7 2 0-15,4 2 2 0,-1 1-7 0,1-1-17 16,0 1-4-16,-4 1-2 0,1 3-11 0,-5 2-6 0,-3 1 3 16,-5 1-5-16,-5 0 2 0,-4 0-1 0,-5 0 0 15,0 0 0-15,-3 0-3 0,0 0-10 0,-2 0 1 16,0 0-4-16,1 1-11 0,1 1-69 0,0 0 1 16,-2 2-28-16,-1 0-29 0,3 3-81 0,0 4-51 0</inkml:trace>
  <inkml:trace contextRef="#ctx0" brushRef="#br0" timeOffset="29177.95">27946 2539 720 0,'-2'0'29'0,"0"0"46"0,0 0-36 16,0 0 73-16,1 0-10 0,-1 2 31 0,0 0-21 15,0 0-29-15,0 0-3 0,0 0-9 0,2-1-29 0,0-1-9 16,2 0-3-16,2 0-1 0,13 0-14 0,20 0-2 15,4-1-6-15,1-3 5 0,-1 0-6 0,6-3-16 16,-3-1 5-16,2 1-10 0,1-1-9 0,-4 3-151 16,-3-3-41-16</inkml:trace>
  <inkml:trace contextRef="#ctx0" brushRef="#br0" timeOffset="29754.64">28950 1633 624 0,'0'-2'23'0,"0"1"-5"0,-2-3 22 0,1 0-2 0,-3-3 12 16,-2-4 31-16,3 3 0 0,-1 1 7 0,0-1-10 15,2 5-6-15,-1-3-7 0,1 2 1 0,2 2-29 16,-2-1-18-16,0-1-4 0,0 0-3 0,0 2-5 0,0 1 26 16,1-1 1-16,-1 2 7 0,2 0-10 0,0 2-4 15,0-1 1-15,0 1-2 0,0 2 1 0,0 3-12 16,3 12-2-16,3 1-2 0,0 1 1 0,-1 1-12 16,1 4 11-16,1 2-11 0,-1 2 7 0,1 1-6 15,2 3 1-15,1 3-1 0,-3-6 6 0,2 6-8 16,1-1 1-16,-1 1-3 0,4 4 4 0,-4-4 7 15,-1 0-6-15,-3-2 4 0,1-3-11 0,-1-2 6 0,1-1 2 16,-2-5 2-16,1 4 1 0,-3-4-6 0,0-5 5 16,0-1-5-16,-2-5 3 0,0 0 5 0,2-1-2 15,0-3 5-15,-1-2 2 0,1-1 18 0,-2-4-3 16,0 0 6-16,2 1-13 0,0 1 6 0,0-2-9 0,0 0 8 16,0 0-7-16,-1-2 1 0,3 0-4 0,4-2 0 15,5-6-11-15,1 1 7 0,5-23 0 0,-6-7 0 16,4 0-4-16,-1-6 2 0,3 1-5 0,-2-5 3 15,1-3-5-15,1-2-1 0,1-2 3 0,1 2-4 16,-1-2-1-16,2 10 5 0,3 1-2 0,1 6 2 16,0 0-5-16,-4 3 4 0,-2 6-2 0,-7 2 3 0,0 4-1 15,-5 4-3-15,-1 3 6 0,-3 4-6 0,-1 1 3 16,-3 9-5-16,0-1 0 0,0 0-1 0,4-2-4 16,0 0-7-16,-2 3-2 0,0-1-1 0,-1 0-3 0,-1 2-13 15,0 2-12-15,0 0-5 0,0 5-85 0,-11 26-44 16,-2 5-21-16,-2 8-14 0,1 2-156 0</inkml:trace>
  <inkml:trace contextRef="#ctx0" brushRef="#br0" timeOffset="30346.06">29676 2378 536 0,'0'0'27'0,"0"0"-3"0,0-2 76 0,2 0-4 16,0 0 19-16,0 0 3 0,0 0-29 0,0-1-6 0,-1-1-6 15,5-11-22-15,-4 6-10 0,2-4-1 0,-3 5-3 16,1-1-10-16,0 0 9 0,-2 0-5 0,0 1 6 16,0 1-11-16,0-1-7 0,0 3 4 0,0-1-5 15,0 3-1-15,-2-1-6 0,0 0-6 0,-1 0 2 16,-5-1-5-16,-3-1 5 0,-6 1-1 0,-1 1 0 16,5 4-8-16,-6 0 0 0,3 4-1 0,-5 1 1 15,-1 5 4-15,1-1 6 0,-1 4 0 0,4 0 1 0,-1 0-4 16,4-8 2-16,0 14 0 0,1-2 1 0,2 1-8 15,3 1-4-15,2-1 3 0,-1 3-2 0,3 1 0 16,3 2 1-16,-2 2-2 0,-13-2 1 0,4 4 6 16,6-4-10-16,3 0 3 0,4 1-6 0,0-1 2 0,2-2 8 15,2 0-3-15,1-1 5 0,3-3-11 0,-1-3 6 16,1-2-2-16,1 0 4 0,-5-2-1 0,14-3 3 16,1-3 4-16,1-3-2 0,2 13 6 0,4-4 10 15,2-5-5-15,0-4 6 0,0-2-7 0,2-6-10 16,-4-1 3-16,3-5-5 0,-3-1-4 0,-1 0 10 15,-1-1-9-15,-6 1 9 0,-3 11-13 0,-2-15 9 0,2 2-3 16,-6-2 5-16,-7 1-9 0,4-1 3 0,7-2 1 16,-6 1-1-16,-3 1-2 0,-2 0 7 0,-2 1-8 15,-2-1 6-15,-2 2-9 0,-3-2 4 0,-1 3 3 16,-1 1 1-16,3 0-3 0,-8 3 2 0,-5 1-2 0,6 2 2 16,-4-1-8-16,1 4 5 0,10 3-1 0,-11-1 4 15,10-4-2-15,-4-1-2 0,-8-3-1 0,8 7 1 16,2 1 5-16,3 2-4 0,1 0 0 0,1 0-1 15,0 0 0-15,0 0 0 0,3 2 4 0,-1 0-4 16,2-1 7-16,0 1-4 0,2 0-3 0,-1 0 2 0,1 2 10 16,2-1-8-16,7 5 7 0,17 5-9 0,-6-6 0 15,2-1-2-15,1-2 0 0,-5-3 1 0,6 1 4 16,-2 0-10-16,2-2-4 0,2 0-1 0,-2 0-6 16,2-2-72-16,2-1-4 0,-1-1-27 0,5-4-43 0,-3 1-63 15,3 0 15-15,1-3-40 0,2 1-62 0</inkml:trace>
  <inkml:trace contextRef="#ctx0" brushRef="#br0" timeOffset="30669.95">30590 2170 547 0,'0'0'61'0,"0"-2"-3"0,-2 0 58 15,0 0-1-15,-2-1 1 0,-7 1 13 0,-7-2-16 16,-1-2-10-16,-3 5-2 0,-4-16-37 0,-4 4-16 0,0 5-5 16,-1 7-4-16,-3 2-15 0,7 5-5 0,-3 1 0 15,4 1-5-15,9-1-13 0,2 3-2 0,2-1-3 16,6-4 1-16,-1 16-6 0,7-4 3 0,-14 3 5 15,5-1-3-15,7-3 4 0,3 1-4 0,2 1 1 0,1-3-1 16,3-2 5-16,3 0 8 0,2 0-4 0,17-2 5 16,0 2-5-16,5-1 1 0,-5-3-1 0,-2 2 3 15,4 0 17-15,-10 0-1 0,3 2 6 0,-3-2-4 16,-1 2 7-16,-3 0 0 0,-3 2-1 0,2 0 1 16,-5 0-2-16,-7 0-9 0,5-2 6 0,1 0-7 15,-2 0 1-15,1 2-3 0,-4-2-3 0,-4 0 2 0,-2 2-2 16,-2-4-2-16,0 2-3 0,-25-2 1 0,-7 2-10 15,-5-6-2-15,1 4 0 0,-5-1 0 0,-1-5-2 16,3 1-33-16,-2-2-36 0,4-3-11 0,4 1-220 16</inkml:trace>
  <inkml:trace contextRef="#ctx0" brushRef="#br0" timeOffset="35969.85">27953 7012 203 0,'0'0'72'15,"-2"0"-8"-15,1 0 34 0,-1-2 10 0,-2 0-37 16,-3-1-17-16,-6-7 9 0,1 3-5 0,1 0 3 16,0-1-15-16,0 3-15 0,0-3 3 0,3 4-8 15,1 1-5-15,0-1-13 0,1 0 7 0,-1 1-6 0,-1-1 19 16,3 2 0-16,-3-2-1 0,1 2-1 16,-1 1-4-16,1-1 5 0,-2 0-2 0,-3 2 3 0,-2 0-3 15,1 0 10-15,-4 4-7 0,0 1 6 0,0 4-13 16,-5 4-3-16,0 2 5 0,-2 0-3 0,-4 4 12 0,0-3 8 15,2-14-3-15,2 17 3 0,0 1-12 0,3 3-12 16,7-5 0-16,1 1-4 0,-2-3 3 0,4 3-7 16,-4-2 2-16,5 1-6 0,5 3-9 0,1-5 9 15,-11 5-3-15,6-1 6 0,2 3-12 0,1-1 3 16,-1 0 2-16,1 2 0 0,0-2 1 0,3 4 3 16,1 0 0-16,2 0 3 0,2 4 6 0,-2-2-7 15,2 2 0-15,-1-2-2 0,3 1 2 0,4 1-1 0,1-2 0 16,0 0-1-16,2 0-1 0,0-2-3 0,1-4 2 15,-3-2 0-15,2-1 10 0,-2-4 2 0,-7 5-4 16,17-7 2-16,-3 4-3 0,3-6 2 0,1 0 0 16,1 2-1-16,-1 0-6 0,1-4 2 0,-3 4 1 0,4 0-2 15,4-1-1-15,-3-7-4 0,5 1 5 0,-4-4-4 16,2-2 5-16,0 0-3 0,0-4-5 0,2-2 2 16,-1-1 1-16,3-2 0 0,0-1 1 0,1-1 1 15,-1 0 8-15,-4 0-9 0,0-2 0 0,-2 2-2 16,-7 1 2-16,-2 1 3 0,0 5-3 0,-2-14 2 15,5-3-4-15,-3 5-2 0,0-3 7 0,-2 1-5 0,-6-5 10 16,6-6-8-16,-2 3-2 0,-1-4 0 0,5 0-2 16,-2 2 3-16,-4-1 2 0,2 1 0 0,-5 0 8 15,-3 4-8-15,-1 0 2 0,2-1-5 0,-2 3-2 0,1 0 2 16,1 0 0-16,11-1 2 0,-6 3 8 0,-1-2-8 16,-5-1 3-16,-3 3-5 0,-1-2 4 0,-3-1 8 15,-4-1-2-15,-3 0 4 0,0 2-4 0,-6-4-5 16,10 2 4-16,-19 3-4 0,-6-5 5 0,1 4 3 15,1 0-8-15,-7-2 6 0,2 3-6 0,-2 6 2 16,1 2 0-16,1 6-1 0,2 1-8 0,3 4 3 16,-2-16-3-16,3 9 3 0,3 5-2 0,2 4-7 0,1 4 0 15,5 1-4-15,-1 4-8 0,4 3-3 0,2-1-8 16,2 15-5-16,6 2-82 0,3 1-124 0,0-1-71 16</inkml:trace>
  <inkml:trace contextRef="#ctx0" brushRef="#br0" timeOffset="36888">25449 5581 184 0,'0'0'23'0,"0"0"-5"0,-2-2 23 0,0 0 11 16,0 0-3-16,0-2 48 0,-2-5-11 0,-3-8 2 15,-2-1-8-15,3 5-18 0,-1-2-15 0,-3-4 3 0,5 6-8 16,-1 4-2-16,3 3-10 0,-1 1 7 0,2 3-7 15,-13 0 6-15,-3-11-1 0,-3 4-8 0,-1 3 6 16,-6 5-4-16,-2 1 11 0,1 3 8 0,-1 5-2 16,-2 3 11-16,-5 0 0 0,6 0-3 0,-7 0 3 15,3 0-9-15,6 0-4 0,-7 2-5 0,8-1 1 16,1-1-10-16,2 0-8 0,3 0-3 0,0 0-4 0,3 0-14 16,3 0-1-16,-1-1 7 0,4 12-5 0,-2 2 1 15,6 2 1-15,-1 2-4 0,1 2 2 0,2-1-5 16,1 1 4-16,2 0-3 0,3-2 3 0,-16-2-4 0,4 2 3 15,5-2 0-15,5 0 1 0,1 1 4 0,2-2 2 16,2 1 3-16,1-6-2 0,5 0 0 0,1 1 3 16,2-3-1-16,-9 3 1 0,22-3-8 0,4-5 3 15,2-3-4-15,3 3 4 0,6-10-6 0,6 21 3 16,-1-9-6-16,7-5 3 0,2-3-10 0,-1-3 9 16,8-4 2-16,-8-6 2 0,-2-7-3 0,0 0 1 15,-2-2 1-15,-1-1 0 0,1-1 0 0,-5 0 0 0,-1-1-1 16,1-3 2-16,0 1-2 0,-8 1 6 0,0 1-4 15,-5 1 3-15,-6 4-8 0,-2-2 12 0,-5 4-4 16,-6 4 7-16,-3-1-5 0,-3-7-5 0,6 0 4 16,-1-1-3-16,-5 1 12 0,-1-2 3 0,-2 0 2 0,-2-1 0 15,-2-1 6-15,-2 3 1 0,-1-3-4 0,-5 0 1 16,-3 1-8-16,2-3-2 0,-18 1 8 0,-1 0-7 16,0-1 3-16,-1 3-3 0,-3-5-8 0,1 7 5 15,-1-3-15-15,3 6 3 0,-4 4 1 0,1 5 0 16,-1-2-4-16,3-12-8 0,3 7 1 0,-1 3-4 15,2 6-6-15,0 4-29 0,-5 6-23 0,3 1-11 16,2 4-152-16,-3 6-357 0</inkml:trace>
  <inkml:trace contextRef="#ctx0" brushRef="#br0" timeOffset="38334.75">24463 6355 526 0,'-2'0'0'0,"-6"-2"6"0,-12-4 62 0,-8 1-5 15,6 1 23-15,-1 0-10 0,-1 1 16 0,4 1-20 0,-2-2-9 16,3 2-4-16,1 0-32 0,-1 2 0 0,2 0 0 15,6 2-2-15,-4 0-19 0,4 0 9 0,0 2-4 0,2-1 5 16,-1 3-4-16,1 0-3 0,0-3 4 0,-2 16-2 16,1-1 14-16,-1 5-7 0,2-1 0 0,-2 2-1 15,0 4 1-15,-2 2 4 0,2 1-4 0,-2 5 3 16,0 3 1-16,-2 1-6 0,2 5 4 0,0 3-5 16,0 2 3-16,2 8-13 0,-2-1 5 0,0 3-8 15,1 7 10-15,1-6-11 0,-2-2 3 0,6-1-4 16,-1-4 7-16,3-2-10 0,3 2 8 0,-2-2-9 0,-22 0 7 15,13 3 3-15,11-3-8 0,4 4 6 0,4-2-2 16,3-4 10-16,2 0-1 0,2-3 1 0,2-1-10 16,2 4 0-16,0-5 2 0,1-1-1 0,3-3-1 0,-1 0 5 15,0-2-4-15,1-4 4 0,-17 2-7 0,18-1 1 16,2-5-1-16,0 1 2 0,4-3 8 0,-4-4-1 16,6-1 5-16,-4 0-4 0,-6-4 8 0,4 1-5 15,-5-3 3-15,5-5-4 0,0 4 3 0,-1-4-2 16,-1 6-1-16,-4-6 0 0,-7-2 2 0,-1-2-3 15,-1 0 7-15,0-5-5 0,4 5 4 0,-3-3-5 16,1-2-4-16,-8 1 1 0,1-3-4 0,4 4 6 0,-5-5-6 16,3 3 5-16,-2-2-10 0,-1 0 4 0,-1-2-1 15,2 3 1-15,0 1-8 0,-1-2-4 0,1 0-3 16,0 0-4-16,-2 0-50 0,-1-2-111 0,1 0-21 16,0 0-34-16,0 0-127 0</inkml:trace>
  <inkml:trace contextRef="#ctx0" brushRef="#br0" timeOffset="38727.39">24036 8741 1132 0,'0'0'26'0,"0"0"2"0,-2 0-7 15,0 0 8-15,0 0-7 0,0 0 76 0,0-2-18 16,0 2 7-16,1 0-18 0,-1 0-39 0,0 0-14 15,0 0-2-15,0 0-1 0,2-2 13 0,0 0-12 16,0 2 2-16,2 0-5 0,0 0 1 0,2 0-4 16,-3 0 7-16,20 0-6 0,3 2 9 0,0 2-2 15,2 1 2-15,2 1-2 0,2 1-4 0,5 3 5 16,0-1-8-16,-11-2 7 0,8 1 3 0,-4-3-1 0,0 1 3 16,7-2-4-16,-7-3-2 0,-2-1-4 0,0 0 4 15,-4 0-2-15,0-3 7 0,1-3-2 0,1-1-1 16,-2-3 1-16,2-1-1 0,-2-4 0 0,1 1-3 15,-5 12 2-15,1-17-4 0,-6-3 2 0,0 1 3 0,-4 3-1 16,0-3 6-16,-3 10-4 0,-2-3 0 0,9-5 0 16,-4 2 4-16,-3 1-10 0,-3-3 2 0,-3 6-6 15,0-2-6-15,0 0 3 0,-3 0-5 0,-1 1 3 16,-2-1-13-16,-1-2-10 0,-2 0-11 0,-1 1-5 16,1-5-79-16,0 3-76 0,-1-3-7 0,1-1-27 15,2 0-68-15</inkml:trace>
  <inkml:trace contextRef="#ctx0" brushRef="#br0" timeOffset="39193.28">23818 6630 697 0,'-2'0'62'16,"-5"0"87"-16,-19 0-87 0,7 0-14 0,1 0 10 0,5 0-4 15,0 0 50-15,2 0-21 0,2 0-7 0,-3 0-5 16,9 0-34-16,-1 0-9 0,2 0-5 0,-2 0 0 15,1-2-10-15,1 0 0 0,0 0 6 0,0 0-4 16,0 0 3-16,2 1-6 0,0-3-2 0,0 0 0 16,10-13 7-16,-7 1-4 0,29-5 3 0,-3 1-4 15,5-4-7-15,-1 0-2 0,4-4 4 0,4 0-3 0,2 0 5 16,2 0-2-16,3 2-1 0,-5 4 0 0,5 5 2 16,0 4-3-16,-5 6 2 0,1-16-2 0,-6 12 12 0,-5 11-2 15,-1 4-1-15,-7 5-1 0,1 4-3 0,-3-9 0 16,-3 24 2-16,-5 2-3 0,-2-3 2 0,-2 1 3 15,-3-2 5-15,-1 2-3 0,-1 0-7 0,-3-4 3 16,1 2-11-16,0-4 10 0,-1 1-11 0,-1-3-2 16,0-1 1-16,2-1-3 0,3-1-21 0,4-2-179 15,2 0-48-15</inkml:trace>
  <inkml:trace contextRef="#ctx0" brushRef="#br0" timeOffset="40078.61">26041 9316 388 0,'-2'0'59'0,"0"0"132"16,-2 0-189-16,1 0 11 0,-3 0 11 0,2 0 3 15,1 0 59-15,-1 0-25 0,-5-3 11 0,3 1-17 16,1 0-2-16,-1 2-11 0,2-2-5 0,1 2 0 0,-1 0-11 16,-2 0 2-16,1 0 1 0,1 0 1 0,0 0 3 15,1 0 6-15,-1 0-3 0,-2 0 4 0,4 0 3 16,-1 0-13-16,-1 0 4 0,0 0-8 0,2 2 3 15,1 0-2-15,-1 0-3 0,0-1 1 0,0 1-1 0,0 0-11 16,2 0 3-16,2 0-6 0,0 0-1 0,2 0 0 16,3 1 2-16,13 3 0 0,1-4 7 0,3-2-3 15,2-2-1-15,0-4-2 0,6-5-8 0,-1-4-1 16,6-5 3-16,8-4-3 0,-2 20 1 0,5-24 1 16,4 0-3-16,2 1 3 0,5-1-5 0,-1 2-1 15,-5 0 0-15,-2 0 0 0,-5 2 6 0,-1-2-1 16,-3 3 1-16,-5-3-2 0,-1 0-3 0,-3 0 4 0,1-3-2 15,-5-5 4-15,5 4-6 0,-5-3 2 0,-1 3-2 16,0 2 3-16,-2-1 1 0,-4 1-5 0,4-6 5 16,-3 1-5-16,-3 0 4 0,0-1 3 0,-3 3-7 15,4 3 4-15,-5-2-1 0,3 6 2 0,-4 0 3 0,-6 2-2 16,0 1 5-16,-5 3 1 0,2-1 11 0,5 2-6 16,-4 2 16-16,-1 1-12 0,-3 2 2 0,-1 3-4 15,0 0 4-15,-2 1 3 0,0 1-4 0,0 1 4 16,0 1-10-16,0-1 0 0,0 4-4 0,0 1 1 15,0-1-6-15,-2-2-4 0,0 0 2 0,1 1-3 16,-1 1-5-16,-2 0 0 0,0 0-6 0,2 0 5 16,1 0-2-16,-1 2-4 0,0 0-2 0,0 0-2 0,0 0-21 15,0 2-77-15,0 0 5 0,1 0-36 0,-1 0-59 16,0 0-161-16</inkml:trace>
  <inkml:trace contextRef="#ctx0" brushRef="#br0" timeOffset="40404.75">27144 8215 887 0,'-2'0'28'0,"-2"0"72"0,-5 0-88 0,-8 0 65 0,-1-2 11 16,1 1 16-16,2-1 25 0,0 0-43 0,4 0-1 15,0 0-13-15,5 0-11 0,3 2-30 0,1 0 0 16,-2-2-11-16,0 1-17 0,2-1-4 0,1-2 1 0,1 0 0 15,0 2 6-15,3-7 1 0,3 0-3 0,27 1 2 16,3-1-11-16,1 0 6 0,7 1 2 0,-1 3 3 16,5 1 6-16,-3 2-3 0,-6-20-5 0,4 9 4 15,-8 7-2-15,-4 6 7 0,-3 4 2 0,-7 0 1 16,-6 1 0-16,-1 5 4 0,-2-3-4 0,-7 1 4 16,2 10-5-16,-5 3 6 0,0-1-4 0,13 2 4 0,-6-1-6 15,-3-1-3-15,-4 1-1 0,-2-3-1 0,-4 1-8 16,-2 1 3-16,-1-1-4 0,0-1 2 0,-3 3-14 15,3-5-27-15,-2 3-21 0,-2 0-5 0,1-3-103 0,-1 1-79 16,-2 3-28-16,2 1-31 0,0 1-228 0</inkml:trace>
  <inkml:trace contextRef="#ctx0" brushRef="#br0" timeOffset="40828.08">26210 9099 343 0,'0'0'209'0,"0"0"-262"0,-2-2 243 0,0 0-127 15,0 1-15-15,0-1 55 0,1 0-13 0,-1 0 23 16,0 0-36-16,0 0-26 0,0 0-5 0,0 1-6 15,-1 1-10-15,-1 0-10 0,0 0-1 0,0 0-5 0,-3 1-9 16,-6 3 30-16,0 2-1 0,-2 3 11 0,0 2 0 16,2-2-11-16,-3 14 4 0,-1-1-6 0,2 4 6 15,0 2-1-15,2-2-1 0,-2 3 0 0,0-1-3 16,1-2-14-16,1 4 2 0,5-2-5 0,1 3 2 0,1 1-6 16,-1-8 3-16,1 2-4 0,4 0 2 0,-13-4 0 15,6 1-5-15,5-7 5 0,3-3-4 0,-1 2 0 16,2-4 7-16,0-1-4 0,0-3 9 0,2 1-5 15,-1-3 0-15,-1-3-1 0,2 2-7 0,8-2 5 16,12-1-9-16,-4 1 7 0,3 0-9 0,-1 0-1 16,-5 9-1-16,4 0 0 0,-1-3 4 0,1-3-7 15,-1-1 3-15,3 0-8 0,3-1-25 0,-2 1-170 0,6 0-40 16</inkml:trace>
  <inkml:trace contextRef="#ctx0" brushRef="#br0" timeOffset="46591.68">26707 3984 59 0</inkml:trace>
  <inkml:trace contextRef="#ctx0" brushRef="#br0" timeOffset="46999.49">26700 3975 509 0,'-4'-10'56'0,"-9"-8"-24"16,-2-1 42-16,6 1-29 0,-2 1 7 0,2-4-5 15,3 3 10-15,-1 3-10 0,3-2-5 0,-3 4 1 16,-1-5 3-16,3 7-1 0,-3-4 4 0,-1 4-3 16,3 3 5-16,1-1-7 0,3 5 2 0,-2-3-5 15,2 3 1-15,0 0-6 0,2 2-3 0,-3-1-1 0,-1-1-13 16,2 2-16-16,0 0 1 0,0 0-5 0,1 2 1 16,-1 0 0-16,-2 2 2 0,2 2-2 0,-3 5 0 0,-7 15 1 15,7 1 0-15,-1 2 1 0,4 1-4 0,2 4 1 16,2-4-2-16,2 0 3 0,3-2 0 0,1-2 2 15,1 0 2-15,0 0-1 0,1 2 0 0,1-2-3 16,2 2-1-16,-2-2 0 0,2 0 1 0,0-1-1 16,-2-3 1-16,0-1 0 0,2 1 0 0,-2-3 3 15,1-2-3-15,-3-2 3 0,-7-4-2 0,9 0 21 16,-4-1-7-16,1-5 10 0,-3 1-10 0,3-2 6 16,-5 0 2-16,3 1 0 0,-2-1 2 0,-2-2-3 0,3 2-1 15,1 0-1-15,-3-2-4 0,1 0-5 0,0 0-2 16,0-2-1-16,-1-9-2 0,1-13 0 0,-2-2 5 15,15 0-4-15,-4 0 3 0,-2-2-10 0,-4 0 3 0,1-3-3 16,-3-1 12-16,3-1-9 0,-1-3 2 0,0-1-4 16,3-4-3-16,-5-1 7 0,3-1-6 0,-3 6 7 15,1 0-5-15,-1 13 7 0,1-2-3 0,-2 5 3 16,-1 4-3-16,-1 4 2 0,0 4 0 0,-2 4-1 16,0 1-6-16,2 0 0 0,0 0-2 0,0 1 1 15,-1 1-5-15,1 0-3 0,0 2 7 0,0 0-6 0,0 2 4 16,0 2-45-16,3 23-26 0,1 9-9 0,1 3-114 15,1-2-174-15</inkml:trace>
  <inkml:trace contextRef="#ctx0" brushRef="#br0" timeOffset="47865.89">27287 4114 871 0,'0'0'23'0,"-2"0"2"0,0 0-3 15,0 0 1-15,-2 0-4 0,-1 0 52 0,-10 0-6 0,2 0 6 16,-2 2-12-16,2 1-27 0,4 1-1 0,-2 2-6 16,3-1 3-16,5 1-10 0,-3 9-6 0,2 1 4 15,2-1-4-15,-1 0 10 0,-1-2 11 0,0-2-7 0,2 2 8 16,-5-4-6-16,1 1 9 0,3-3 0 0,1-3 3 16,2-2-5-16,-2 1-4 0,0 1 0 0,0 0 0 15,0 0 12-15,1-1-9 0,-1-1-1 0,0 0-6 16,0 0-18-16,0-2-9 0,0 0 4 0,0-2-4 15,2 0 7-15,0 0-5 0,0-1-2 0,0-18 1 16,0 3-1-16,0 1 1 0,2-2-1 0,0 3 0 16,0-1 0-16,2 0 0 0,-2 2 1 0,1 2-2 15,1 0 1-15,0 0 0 0,-1 4 1 0,1 0 1 16,-2 1-4-16,0 3-5 0,2-3 2 0,-1 3-3 0,1-1 1 16,2 3-2-16,7-7 0 0,1 1 0 0,-1 3 0 15,6 3 2-15,3 1 0 0,-3 2 2 0,-1 4 10 0,-1 1-7 16,-4 1 5-16,4 5-3 0,1 2 6 0,-5-9-7 15,0 16-1-15,-7 0-3 0,1 1 5 0,-1-1 0 16,1 1 2-16,-1-1-1 0,3 2 3 0,-3-3 0 16,7-1-3-16,-2 3 3 0,-5-4-4 0,-3-3 12 15,-1 5-6-15,-2-4 8 0,-2-2-6 0,-1 0 5 16,-1-2 6-16,-2 0-4 0,-1 0-5 0,-1-1-2 0,-16-5 0 16,4-1 2-16,-2 1-1 0,-1 10-4 0,-3-4-4 15,2-3 3-15,4-4 3 0,-3-3-8 0,9-1 4 16,-1 0-4-16,0 0 0 0,6 0-2 0,1 0-7 15,1 0 4-15,1 0-11 0,2 0-9 0,1 0-9 16,-1 0-4-16,0 0-62 0,2 0 14 0,1 0-9 0,-1 0 13 16,2 0 2-16,0 0 5 0,2 0 4 0,1-1 0 15,16-5 11-15,16-5 4 0,-1-2 3 0,5-6 1 16,0-1 18-16,1-1 19 0,5-3 0 0,-2 22 6 16,-2-25 10-16,-4-1-7 0,-4 0 6 0,-5-2-6 15,0 4 9-15,-4 2 8 0,0 0-2 0,-4 2 4 16,-1 3 1-16,-6 2 5 0,-4 3-4 0,-1 2 6 0,-3 1 7 15,-3 2 10-15,4 2 6 0,-4 3 3 0,-2 2 38 16,0 0-24-16,1-2 4 0,1 1-14 0,-2-1-7 16,0 2-10-16,-2 0 6 0,1 0-8 0,-3 2-4 0,-9 0-10 15,-4 4-6-15,2 2-1 0,2 1-10 0,2 1 1 16,4-7 1-16,3 14 1 0,0-2-3 0,-7 4 0 16,2 0 1-16,3 1 0 0,4 3 0 0,2-3-7 15,2 1 6-15,4-1-6 0,3 1 9 0,2 1 4 16,2 1-3-16,-7-3 5 0,14 1 3 0,1-4-6 15,-3 1 2-15,1-1-3 0,-2 0 9 0,-4 2-2 0,-2-6-1 16,-2 2-1-16,-5-4-4 0,-2-1 26 0,7 5-2 16,-4-4 11-16,-1-2 6 0,-2 1-21 0,-2-3 0 15,0 1-8-15,-6 5-8 0,3-5-8 0,-12-1 4 16,-9 1-5-16,0 11 9 0,1-6-6 0,3-4-2 0,3-1-2 16,-1-1-9-16,1-3 2 0,6 0-5 0,1-2-2 15,5 0-57-15,1 0-112 0,2-2-9 0,0 0-54 16,2 0-230-16</inkml:trace>
  <inkml:trace contextRef="#ctx0" brushRef="#br0" timeOffset="49644.84">28196 4019 110 0,'0'0'48'0,"0"0"-5"15,-1 0 68-15,-1 0 1 0,0 0 6 0,-2 0 7 16,0 0-32-16,3 0 4 0,-9-2-15 0,-1 0-12 0,0 1-11 16,4 1-3-16,-1 0-3 0,6 0-12 0,-3 0 1 15,-1 0-3-15,1 0 1 0,-3 0-3 0,6 0-6 16,-3 0-2-16,1 0-4 0,0 0-13 0,1 0-2 15,1 0 0-15,0 0 0 0,0 0 1 0,0 0 8 16,0 0-4-16,2 0 4 0,0 0-7 0,0 0-4 16,2 0 7-16,0 0-7 0,2 0 6 0,9 0-2 15,9-2 2-15,-3 0-1 0,14-2 5 0,-3 2 5 16,-6 0-9-16,4-1 7 0,-6 1-15 0,-2-2 0 0,-1 0 1 16,-6 3-2-16,-2-1-5 0,0 0 5 0,0 0-5 15,-5 0 4-15,5 0-10 0,-2 0 4 0,1 1-4 16,3-1 2-16,-2 0-16 0,-2 0-12 0,2 0-8 0,-3 2-6 15,-1-2-69-15,2 0-78 0,-1 1-30 0</inkml:trace>
  <inkml:trace contextRef="#ctx0" brushRef="#br0" timeOffset="50083.47">28590 3629 274 0,'0'0'79'0,"0"-2"0"16,0 0 43-16,-2-1-9 0,0-1-4 0,2 0 9 15,-1-3-21-15,-1 1 4 0,0 3-12 0,0-1-19 0,0 0-18 16,0 0-5-16,0 1-4 0,1 1-28 0,-1 0-1 16,0 0-1-16,0 0 2 0,0 2-4 0,0 0-5 15,0 2 1-15,1 2-1 0,-1 0 13 0,-8 16-13 16,3 4 3-16,1 4-5 0,3 4 8 0,1-3-7 16,2 5-2-16,0 1-2 0,2-2 0 0,1 6 3 15,-1-3 5-15,0-3-3 0,2 1-6 0,-2-3 5 16,1-1-5-16,1-2 5 0,0 0-7 0,0-2 6 0,1 0-1 15,1-4 2-15,-1 0-7 0,1-3 4 0,-1-3-2 16,1-1 5-16,-2-4 0 0,1 0-4 0,-1-3 3 16,0-3-3-16,-4-3 10 0,2 2-6 0,3 0 3 15,4 1-5-15,-3-1 3 0,1 0 14 0,1-2-4 0,-1-2 8 16,3 0-10-16,3-4-8 0,-2-2 2 0,0 3-2 16,-4-22 8-16,4 1-1 0,2 0 1 0,-3-2 1 15,3 2 6-15,-2-2-7 0,4-2-3 0,-2 0 0 16,0-1 2-16,-2-3 2 0,-2-1 1 0,0-4-1 15,8 1 6-15,-6-1 0 0,-2 2 4 0,3 0-4 0,-9 5 3 16,1 4-11-16,0 0-1 0,1 11-4 0,6-2-9 16,-1 4 6-16,-5 4-4 0,-1 0 4 0,0 1-13 15,-2 5-6-15,-1-1 1 0,1 2-3 0,0 0-3 16,0 0-75-16,0 2-7 0,0 2-34 0,0 2-122 0</inkml:trace>
  <inkml:trace contextRef="#ctx0" brushRef="#br0" timeOffset="50827.78">29368 3976 841 0,'0'0'48'0,"-2"-1"3"0,0-1-19 0,1 0-4 16,-3 0-11-16,-2-2 76 0,-7 1-6 0,-2-5 6 15,2-1-13-15,0 3-30 0,0-3-16 0,2 2 8 16,0 1-12-16,2 2-3 0,1 2-14 0,-3-1-6 15,2 1-1-15,-2 2-6 0,0 0 3 0,1 2 3 0,1 1-2 16,-2 3 0-16,0 1 5 0,0-1-5 0,-2 11 5 16,3 1-7-16,-1 1 3 0,-4-1-4 0,1 3 2 15,1-1-2-15,-4 3 0 0,4-1 7 0,2 0-5 16,0 2 1-16,3 0-2 0,1 2 3 0,-1-2-1 16,5-1 3-16,1-1-4 0,-13 0-3 0,6-1 0 0,1-1-1 15,6-3 4-15,2 1 1 0,2-3 1 0,0-2-5 16,2-2 1-16,1 1 4 0,1-3 0 0,-1-4 2 15,10-1-3-15,2-2-4 0,2 11 1 0,3-2-4 0,0-3 11 16,-3-7-1-16,-1-1 6 0,3-1-3 0,-3-5-8 16,1-1 6-16,1-3-7 0,-5 1 7 0,-2 0-2 15,0-1 1-15,-4 7-2 0,3-10 1 0,-5-4 6 16,0 0-8-16,-1 1 9 0,-2-1-6 0,-1 0 0 16,9 0 4-16,-3 1-5 0,-2-1-2 0,-1 2 9 15,-2 2 1-15,-3 0 3 0,-1 0 9 0,0 2 2 16,0 2-6-16,0 1 3 0,-1-1-17 0,-1 4-4 0,0-1 0 15,0 2-1-15,2 2 7 0,0 1-9 0,-6-3 5 16,-3-4-6-16,2 5 1 0,-1-1-1 0,1 0-3 16,3 4 2-16,-1-2-5 0,3 2 7 0,-2 0-4 15,0 0 3-15,1 0-9 0,1 0 4 0,0 0 3 0,0 0-1 16,2 0 4-16,0 0-1 0,2 0-3 0,0 0 2 16,1 0-4-16,18 0 2 0,3 0-1 0,-2 0 0 15,4-1-3-15,-2-3 4 0,1-2 1 0,1-1 1 16,-1-1 6-16,-2 1-3 0,-3 0 2 0,-1-1-4 15,-8 3-6-15,0-1 8 0,-4 2 0 0,-3 2 4 16,0 1 3-16,0-1-7 0,-3 0 3 0,1 0-4 0,0 0 5 16,0 0-4-16,-2 0 4 0,0 1-5 0,-2-1-2 15,0 2 1-15,-1 0 0 0,-5 0 1 0,-3 3-2 16,4 1 3-16,1 0-4 0,2-2 3 0,2 9-3 0,-7 2-4 16,0 4 6-16,3-1-5 0,4-1 6 0,2 2-4 15,2 0 0-15,2-3-1 0,3 1 5 0,3 2 1 16,-3-2-1-16,2 0 0 0,-5-2-2 0,17 0 1 15,-3 0 0-15,-5-2 0 0,0 0 1 0,-4-2 2 16,-1-1-2-16,-1-1 3 0,-5-3 0 0,2 1-3 16,0-1 7-16,-1 0-5 0,1-1 11 0,-2 1-8 15,0 0 0-15,-2 0-2 0,0-1 3 0,-2 1-1 0,0 0-6 16,-5-1 3-16,-6 3-8 0,-2 0-8 0,-4-1-19 16,4-3-4-16,-3 0-132 0,5-2-247 0</inkml:trace>
  <inkml:trace contextRef="#ctx0" brushRef="#br0" timeOffset="51497.25">29834 3804 949 0,'0'0'24'0,"0"0"-1"0,0 0 25 15,0 0 15-15,-2-2-6 0,2 0 33 0,0 0-32 16,0 0-9-16,0 0-5 0,0 1-12 0,2-1 2 15,0-2 1-15,4 0 1 0,20 2 8 0,1-7-2 16,1 2 5-16,0-1-5 0,4 1-2 0,-3-1-10 16,1 3 3-16,0-1-5 0,-2 1-12 0,-4 1-6 0,0-2-7 15,-6-7 4-15,-1 4-7 0,0 2-4 0,-2 3 3 16,-2 2-5-16,0 2 4 0,-6 0-17 0,-3 0-16 16,-2 0-3-16,0 0-86 0,1 2-15 0,-1 0-12 15,0 2 1-15,-2-1-33 0,-2 8-25 0,-5 4-13 0</inkml:trace>
  <inkml:trace contextRef="#ctx0" brushRef="#br0" timeOffset="51636.2">30003 3871 185 0,'-2'0'105'16,"0"0"-7"-16,1 0 76 0,-3 1-13 0,0-1-8 16,-7 2-54-16,5-2-32 0,3 0-6 0,-1 2-11 15,0 0-35-15,2 0 22 0,1 0-3 0,-1 1 10 16,2 1 8-16,0 0-18 0,0 7 1 0,2-4-7 0,-1-1-10 16,-1-4-3-16,12 0-3 0,10 0 1 0,2 14-3 15,2-5-10-15,2-1 7 0,3-5-9 0,1-3-4 0,3-2-14 16,4 0-10-16,-2-2-2 0,6-1-54 0,2-5-324 15</inkml:trace>
  <inkml:trace contextRef="#ctx0" brushRef="#br0" timeOffset="52164.58">31076 3330 1210 0,'-2'0'24'0,"1"-2"34"0,-3 1-15 0,-5-3 56 0,-8-2-12 16,2 3 23-16,-2-3-43 0,2 2-11 0,2 2-13 0,0 1 3 16,2 1-29-16,0 0 2 0,2 0 2 0,0 1 0 15,-1 1 4-15,1 2-1 0,2 0 0 0,-1 1-1 16,1 5-4-16,1 8 3 0,1 3-5 0,-3 1 4 16,4 0 0-16,1 2-4 0,-3 0-4 0,2 1 1 15,1 2-8-15,1 1 0 0,-17 0 3 0,8-2-3 16,6-6-5-16,-1 8 6 0,4-2-5 0,2-2 4 15,0 2-6-15,2-9-2 0,2 2 0 0,1-3-3 0,1 1 1 16,3 2 2-16,-1-4 2 0,-1-4-1 0,-3 4-3 16,14-10 1-16,3 3 1 0,1-1 1 0,4-1 0 0,2-3 4 15,2-1-1-15,-1 17 3 0,5-8-5 0,-5-6 7 16,1-5-6-16,4 0 7 0,-7-1-5 0,5-5 0 16,-4-1 1-16,0-3-1 0,-2-1 0 0,-8 2 2 15,5-4 0-15,-5 2 0 0,2 7 2 0,-5-18-4 16,-5 1 3-16,-1-3-3 0,0 2 3 0,-1-2 0 15,-3-2 0-15,1 2 1 0,10-2-3 0,-4-2-4 16,-5 0 1-16,-5-2-1 0,-2 2 13 0,-4 2-10 16,-1 2 3-16,-5-2-5 0,-1 2 7 0,-2 0-3 0,-2 2 3 15,4 3-3-15,-15 2 9 0,-2 3-5 0,-1 2 3 16,-3 1-4-16,1 2 3 0,-7 2 0 0,5 5-2 16,-4 0 1-16,2-19-8 0,-1 10-3 0,-1 8 0 0,4 3-1 15,3 1 4-15,6 3-1 0,2 2-2 0,7-1-1 16,0 3-9-16,2-3 9 0,4 1-4 0,-1-1 4 15,5-1-10-15,3 7-6 0,-7 2-1 0,1 0-7 16,3 0-51-16,1-2-92 0,0 2-12 0,2-1-38 16,2 1-170-16</inkml:trace>
  <inkml:trace contextRef="#ctx0" brushRef="#br0" timeOffset="53535.68">19338 8910 256 0,'0'-2'176'16,"0"0"-82"-16,0 0 46 0,0-3 5 0,0-14-117 15,0 0 2-15,0-1 29 0,0 1-1 0,0 1 4 0,0 1-11 16,0 4-12-16,0 0-5 0,0 0-1 0,0 2-10 15,0-2 8-15,2 0-2 0,-2 4 4 0,0 1-4 0,0 6 14 16,0-3 0-16,0-1 5 0,0 3 1 0,0-1-6 16,0 0-1-16,0 0-3 0,0 1-1 0,0-1-5 15,-2 2-1-15,0 0-4 0,0 0-11 0,0 1-9 16,1-1 3-16,-1 2-6 0,-2 0-5 0,0 2 6 16,-9-1-2-16,0 33 3 0,0-6-3 0,4 3 0 15,-4 6 0-15,2-7 0 0,0 4 1 0,2-5-1 16,-1-1-3-16,3 0 0 0,-2 0-4 0,3 0 9 15,0 0-4-15,3-2 5 0,-14 0-11 0,6 0 6 0,2 1-1 16,7-1 4-16,2 0 0 0,2-1 0 0,1-1 0 16,3-2-2-16,1 2-1 0,1-2-2 0,3 1 0 15,0-3 0-15,0 0 0 0,0-5 0 0,-5 0 0 16,14-4-1-16,1-1-3 0,-1-3 0 0,2-1 0 0,1 8 0 16,3-1 0-16,-2-5 4 0,2-4-1 0,2-4 2 15,1-2 9-15,3-4-8 0,-1-3 5 0,3-4-7 16,-4 0 6-16,-1-4 0 0,1-1-6 0,0 12 4 15,-2-18-7-15,-2 2 8 0,-6-3 1 0,-1 1 2 16,-5 0-2-16,1-2 11 0,0 0-5 0,0 2 7 16,0-2-3-16,-4 2-9 0,-2-2 8 0,-3 0-8 0,-1 0 5 15,-1 0 1-15,-2 0-10 0,0-4 8 0,0 2-7 16,16-1 1-16,-7 3 2 0,-3-4-3 0,-6-2 2 0,-2 3-3 16,-2-7 5-16,-4 3-5 0,-3-2-3 0,-2 3 3 15,0 3-1-15,0-1 2 0,-1 6 0 0,1 0-4 16,-2 1 5-16,8 7-3 0,-14-1 10 0,-3 4 1 15,1 2-4-15,1 1 5 0,-4 5-2 0,-4 3 5 16,4-15-5-16,-4 6 3 0,-2 6-8 0,-1 5-1 16,-1 3 0-16,1 7-1 0,3 3-7 0,2 3 2 15,2-8-4-15,1 20 3 0,3-1 0 0,7 3 1 16,0-2 0-16,4-2 0 0,3 0 0 0,0-2 0 0,5 2-1 16,-1 0-1-16,-15-2-2 0,6 2 3 0,5-4-4 15,3-3 4-15,1 1-3 0,2-7 2 0,0 4-5 16,2-2 1-16,-1-2-19 0,3-2-18 0,0-2-9 15,0-1-6-15,1-1-58 0,3-1-43 0,14-2-19 16,2-3-16-16,6 18-154 0</inkml:trace>
  <inkml:trace contextRef="#ctx0" brushRef="#br0" timeOffset="54117.82">20597 8544 822 0,'-2'-2'55'0,"-2"0"96"0,1 0-125 0,-9-3 34 0,1-1 3 16,4 3 15-16,-4-3 28 0,-2-1-29 0,2 1-1 15,3 2-11-15,1 1-22 0,5 3-9 0,0 0-4 0,-2-2 1 16,1 0-12-16,-1 0-19 0,0 0 5 0,1 0-8 16,1 2 3-16,0 0 8 0,0 2-8 0,0 0 7 15,2 2-8-15,-2 11 0 0,2 5 2 0,4-1 0 16,2-1 4-16,3 1-5 0,2-3 1 0,4-3-1 15,9 4 5-15,7-6-5 0,1 0 0 0,-2-1-3 16,-1-7 1-16,-1 16 6 0,0-8-2 0,0-4 4 16,0 1-9-16,-4-3 3 0,0 1-2 0,-3 0 3 0,-3-1-3 15,-3 1 6-15,-4-3-2 0,0 3 3 0,-1-2-6 16,-5-2 7-16,-1-1 0 0,0 1 5 0,-1 2 13 16,1 0 18-16,0-1-3 0,-2 1 5 0,-1 0-22 0,-1 0-5 15,0-1-2-15,-1 5 0 0,-7 3 2 0,1 0-8 16,-17 2 7-16,-1-2-7 0,1-2 8 0,0 3 2 15,0 1 0-15,0-2 0 0,0 2-4 0,1 0 1 16,1 0-5-16,2 0 4 0,-1 2-6 0,1-2-2 16,1 1-2-16,4-1 0 0,-1-1-6 0,1 1-3 15,2 0 4-15,4 0-3 0,3-2 6 0,-3 0-5 16,3-2 1-16,1 0-4 0,1-3-6 0,0 1-3 0,2-3-2 16,1 4 0-16,1-3-22 0,0-1-33 0,0-2-14 15,0 0-8-15,1 1-65 0,3-1-113 0,18 9-15 16</inkml:trace>
  <inkml:trace contextRef="#ctx0" brushRef="#br0" timeOffset="54412.32">21503 8871 639 0,'0'0'49'16,"0"0"-38"-16,-2 0 57 0,0 0-20 0,0 2 13 15,1-1 37-15,-3 1-11 0,-5 2 15 0,-4 2-44 0,-10 3-25 16,1 0 0-16,-2 2-6 0,-4 2 16 0,4-2 0 16,-6 4 1-16,4-2-2 0,-5 4-11 0,-5 2 0 15,3-1 1-15,-6 3-1 0,-2 1 6 0,4 0 1 16,-2-20-1-16,4 22 0 0,1 0-7 0,1 2 7 16,-1-3-3-16,3 1 4 0,-1-6-6 0,6 5-4 15,0-1-5-15,4-4 1 0,0 1-16 0,5-4 2 16,0-4-5-16,2-2 2 0,4 0-10 0,8-3 1 15,1 0-1-15,0-3-3 0,-2 3-28 0,4-4-42 0,0 0-4 16,0-1-14-16,-2 3-40 0,2 0-182 0,0-2-97 16</inkml:trace>
  <inkml:trace contextRef="#ctx0" brushRef="#br0" timeOffset="54796.9">21590 8789 667 0,'0'0'53'0,"-2"0"-55"16,1 0 65-16,-1 0-26 0,-2 0 36 0,0 0 49 16,1 0-17-16,-1 0 21 0,-2 0-47 0,1 0-12 15,-3 0 5-15,3 0-9 0,-1 0-2 0,2 0-15 0,1 0 3 16,-1-2-8-16,0 0-12 0,2 2-18 0,1 0-1 16,-1 0-4-16,0 0 0 0,0 0-5 0,2 0 4 15,0-2-3-15,2 1 17 0,0-1 4 0,1 0-2 16,20-11 2-16,10-2 0 0,6 0-5 0,0 2-2 15,8-2-3-15,-3 0-13 0,-3 6 4 0,3-2-3 0,-8 5 3 16,-5 1-6-16,-1-3 2 0,-6 3 0 0,-5-1 0 16,3 1-14-16,-3 1-26 0,-3 2-10 0,3-1-4 15,-10 3-46-15,4-2-155 0,-5 2-36 0</inkml:trace>
  <inkml:trace contextRef="#ctx0" brushRef="#br0" timeOffset="55358.02">22346 8158 814 0,'0'-2'51'15,"0"0"-46"-15,-2 0 52 0,0 0-18 0,0-1 9 0,1-1 50 16,-1 0-11-16,0 0 17 0,0 1-42 0,0-1-12 15,0 0-1-15,0 1-5 0,1 1-19 0,-1 0 2 0,0 0-6 16,0 0 4-16,0 0-8 0,0 0 11 0,0 2 0 16,1 0 3-16,-1 0-1 0,2 2-4 0,0 0 1 15,0 0-2-15,0 0-5 0,-2 13 1 0,0 1-6 0,0 3 3 16,2 1-9-16,0 3 5 0,0-1-2 0,0 4 1 16,0 0-5-16,0 4-5 0,0-1 0 0,0 3-3 15,0 0-2-15,0 1 6 0,2-1 2 0,0 1 1 16,0 2-7-16,1-1 3 0,3 1-1 0,-2-4 4 15,-1-3-8-15,1 2 4 0,2-2-4 0,-3-2 5 16,3 4-3-16,-2-8 0 0,-1 0 3 0,1-1-3 16,0-7 4-16,0 3-1 0,-1-4-2 0,1-2 1 0,-2-1-1 15,0-3 0-15,0-1 1 0,-1-1 0 0,-1-3 6 0,0 0-9 16,2 2 0-16,0-1-4 0,0 1 6 16,0-2 5-16,0 0-2 0,0 0 1 0,1-1-6 0,1-1 1 15,2 0 1-15,7-5 1 0,1-4 4 0,3-1-10 16,0-18 6-16,1-11-7 0,1 0 10 0,3-1-2 15,-3-11-2-15,3 3 1 0,0-6 0 0,1-5-5 16,-1 1 3-16,0 1-4 0,-1 5 6 0,-8 4 2 16,-2 5 2-16,-4 8 0 0,-3 1 8 0,1 6 0 15,5 2-2-15,5 6 1 0,-4-2 5 0,-6 7-8 0,-1 0 6 16,0 4-7-16,-2 0-2 0,-1 5-7 0,-1 2 1 16,0 2-2-16,0-1 0 0,0-1-1 0,0 2-8 15,2 0 3-15,0 0-28 0,0 1-72 0,-2 1 2 16,2 1-33-16,-2 1-71 0,2 2-191 0</inkml:trace>
  <inkml:trace contextRef="#ctx0" brushRef="#br0" timeOffset="55722.63">22994 8475 1058 0,'0'0'109'0,"-2"0"-126"0,0 0 118 0,0 0-57 0,1 0 1 15,-3 0 65-15,0 0-14 0,0 0 22 0,1 0-59 0,-1 0-35 16,0 0-1-16,1 0-12 0,-1 2-1 0,0 0 1 16,0 2 1-16,-3 7-2 0,-4 11-1 0,0 4 5 15,0 6 0-15,3-1 0 0,1 4-3 0,-3-1 8 16,5 1-3-16,-1 0 5 0,1-1-5 0,1 1 12 16,-2-7-4-16,-1 0 6 0,0 0-16 0,1-2-5 15,2 0 3-15,1-2-3 0,1-2 1 0,2 2-1 16,0-1-3-16,0-3 2 0,3 2-9 0,1-3 5 15,2 1-4-15,1-1 4 0,2-1-2 0,1-3-2 0,-1 0 0 16,-7-4-3-16,16-3-10 0,-1-1 13 0,2-1-10 16,1 9 9-16,-5-8-26 0,5 0-33 0,-1-3 4 15,-2-4-14-15,1 0 5 0,1-5-7 0,1-3 2 0,-1-1-3 16,1-4-8-16,-3 7 19 0,1-14-19 0,-3-1 11 16,-2-1-86-16,-5 2-144 0</inkml:trace>
  <inkml:trace contextRef="#ctx0" brushRef="#br0" timeOffset="55909.68">22738 8884 1070 0,'-2'0'121'16,"0"0"-121"-16,-9 0 135 0,-8 0-61 0,10 0-32 16,3 0 30-16,1 0-10 0,1 0 15 0,0 0-33 0,3 2-14 15,-1-1-9-15,2 1 1 0,0 0-15 0,2 0 1 16,12 4 3-16,22 3-2 0,6-4 6 0,5-5-12 15,1 0-3-15,-1-3-3 0,-1-5-13 0,0 1-35 16,1-2-5-16,-1 1-17 0,-1 1-86 0,-4 3-206 16</inkml:trace>
  <inkml:trace contextRef="#ctx0" brushRef="#br0" timeOffset="57094.55">22086 7591 617 0,'-2'0'33'0,"-2"0"-2"0,-33-7-2 0,-4 0 0 16,2 1-13-16,2 0-4 0,-2 3 2 0,4-1-1 15,5 0 0-15,1 1 0 0,1-1-8 0,0 2 3 16,-2 0-7-16,2 0-5 0,1 0 10 0,-3 2-3 16,-2 0 6-16,1 2-10 0,-5 2 0 0,-6 2 1 15,-8 3 1-15,-12 2 7 0,-6 2 20 0,-5 2-8 0,-5 0 13 16,6-2 2-16,-1 3-3 0,5-1 8 0,1 2-6 15,-4-2 15-15,-5 2 1 0,-6 1-3 0,-9-1 1 16,-7 1-12-16,5 3-4 0,4-3-6 0,7 1 1 16,14 0-11-16,5 1-12 0,-2 2 9 0,-2 4-11 15,-2 4-2-15,-9-26 8 0,8 33-8 0,1 4 6 16,4-1-5-16,7 9 2 0,3 1 0 0,6 7-1 0,7 8-4 16,4 8 2-16,5 7 2 0,3 0 0 0,1 5 2 15,3-3-2-15,0-4 0 0,2-8 0 0,3-5-4 16,6-4 4-16,0-5-3 0,6 0 3 0,2-2-9 0,5 3 3 15,-24 1 1-15,20 3 1 0,8-5-4 0,9 3 19 16,8 1-10-16,3-3 12 0,-20 3-22 0,31-8-5 16,10-4-4-16,5-5 2 0,6-4 1 0,9 3-2 15,13-3 0-15,10 2-2 0,5-2-4 0,4 0 16 16,-6-4-3-16,-8 1 7 0,3-5-9 0,1 3 9 16,16-7 0-16,14 1 2 0,4-4 7 0,-2-9-8 15,-8 2 2-15,-7-6-5 0,-3-7-1 0,12 0-7 0,8 31 1 16,9-35-1-16,-2-11 11 0,-11-12 5 0,0-8-1 15,-1-4 3-15,12-3-7 0,11 31 0 0,-3-36 0 16,-8-3-1-16,-7-1 4 0,-7 1-4 0,12 2 2 16,6-1-2-16,0 2 6 0,-11-1-2 0,-17 1-3 0,-9-3 1 15,-4 3-2-15,4 2 4 0,-10-2-4 0,4 2 4 16,-9-1 4-16,-9 3-7 0,-6 0 6 0,-18 2-8 16,1-2 7-16,-1-2 7 0,-4-4-3 0,1 1 4 15,-6-1 10-15,-9-3 42 0,-1-2-3 0,-9-2 14 16,0-10-7-16,-8-8-20 0,-5-4-1 0,29-12-8 15,-27 1-8-15,-17-4 8 0,-13 1 5 0,16 9 0 0,-48 2 18 16,-7-1-20-16,-13 0-1 0,-15-3-6 0,-11-6-7 16,-15-4-1-16,-5 3 3 0,-7 8-5 0,3 12-14 15,-11 12-14-15,-15 11-5 0,-8 14-2 0,-2 9-8 0,1 9-49 16,-3 7-10-16,-6-33-24 0,-3 39-135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20 214 2433 0 0,'0'0'296'0'0,"0"-17"4326"0"0,2-8-3713 0 0,0 0 0 0 0,2 0-1 0 0,13-45 1 0 0,-15 64-623 0 0,0-1-1 0 0,1 1 1 0 0,0 0-1 0 0,0 0 0 0 0,0 0 1 0 0,7-8-1 0 0,-10 14-267 0 0,0 0 0 0 0,0 0 0 0 0,1 0 0 0 0,-1 0 0 0 0,0 0 0 0 0,0 0 0 0 0,0 0 0 0 0,0 0 0 0 0,0 0 0 0 0,1 0 0 0 0,-1 0 0 0 0,0 0 0 0 0,0 0 1 0 0,0 0-1 0 0,0 0 0 0 0,1 0 0 0 0,-1 0 0 0 0,0 0 0 0 0,0 0 0 0 0,0 0 0 0 0,0 0 0 0 0,1 0 0 0 0,-1 0 0 0 0,0 0 0 0 0,0 0 0 0 0,0 0 0 0 0,0 0 0 0 0,1 0 0 0 0,-1 0 0 0 0,0 0 0 0 0,0 0 0 0 0,0 1 0 0 0,0-1 0 0 0,0 0 0 0 0,0 0 0 0 0,0 0 0 0 0,1 0 0 0 0,-1 0 0 0 0,0 0 0 0 0,0 1 0 0 0,0-1 0 0 0,0 0 0 0 0,0 0 0 0 0,0 0 0 0 0,0 0 0 0 0,0 0 0 0 0,0 1 0 0 0,0-1 1 0 0,0 0-1 0 0,0 0 0 0 0,0 0 0 0 0,0 0 0 0 0,0 1 0 0 0,3 12 222 0 0,-3-13-234 0 0,2 15 125 0 0,0-1-1 0 0,-2 1 0 0 0,0-1 1 0 0,0 0-1 0 0,-6 27 1 0 0,-21 74 430 0 0,5-29-272 0 0,14-48-103 0 0,2-10 191 0 0,0 0 0 0 0,2 1 0 0 0,-1 30-1 0 0,5-59-280 0 0,3-28 71 0 0,1 27-171 0 0,0 0 0 0 0,0 0 0 0 0,0 0 0 0 0,-1 1 0 0 0,1-1 0 0 0,0 1 0 0 0,0 0 0 0 0,0 0 0 0 0,7 2 0 0 0,4-2 3 0 0,42 1 59 0 0,-6 0 72 0 0,0-2 0 0 0,91-13 0 0 0,-141 13-181 0 0,1 1 1 0 0,0-1-1 0 0,-1 1 0 0 0,1-1 1 0 0,0 0-1 0 0,-1 0 0 0 0,1 1 1 0 0,-1-1-1 0 0,0 0 0 0 0,1 0 1 0 0,-1 0-1 0 0,2-2 0 0 0,7-10-4262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14 103 8370 0 0,'-14'-9'4591'0'0,"17"7"-4474"0"0,-1 0 0 0 0,0 0-1 0 0,1 0 1 0 0,-1 0 0 0 0,1 0-1 0 0,-1 1 1 0 0,1-1 0 0 0,0 1-1 0 0,0 0 1 0 0,5-2 0 0 0,0 0 46 0 0,34-12-49 0 0,0 1 1 0 0,2 2-1 0 0,84-11 0 0 0,-93 17-1375 0 0,-31 5-484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10 172 6865 0 0,'0'1'120'0'0,"0"-1"-1"0"0,-1 0 0 0 0,1 0 0 0 0,0 0 0 0 0,-1 0 0 0 0,1 0 0 0 0,0 0 0 0 0,-1 0 0 0 0,1 0 0 0 0,0 0 0 0 0,-1-1 0 0 0,1 1 0 0 0,0 0 0 0 0,-1 0 1 0 0,1 0-1 0 0,0 0 0 0 0,0 0 0 0 0,-1 0 0 0 0,1-1 0 0 0,0 1 0 0 0,-1 0 0 0 0,1 0 0 0 0,0-1 0 0 0,0 1 0 0 0,-1 0 0 0 0,1 0 0 0 0,0-1 1 0 0,0 1-1 0 0,0 0 0 0 0,0 0 0 0 0,-1-1 0 0 0,1 1 0 0 0,0 0 0 0 0,0-1 0 0 0,0 1 0 0 0,0 0 0 0 0,0-1 0 0 0,0 1 0 0 0,0 0 0 0 0,0-1 0 0 0,0 1 1 0 0,0 0-1 0 0,0-1 0 0 0,0 1 0 0 0,0 0 0 0 0,0-1 0 0 0,0 1 0 0 0,0 0 0 0 0,0-1 0 0 0,1-1 13 0 0,-1 1 0 0 0,1 0 0 0 0,0-1 0 0 0,-1 1 0 0 0,1 0-1 0 0,0 0 1 0 0,0 0 0 0 0,0-1 0 0 0,0 1 0 0 0,0 0 0 0 0,1-1 0 0 0,10-5 105 0 0,-1-1 1 0 0,1 2 0 0 0,22-9-1 0 0,13-7 110 0 0,25-9-125 0 0,-50 22-688 0 0,-1 0 0 0 0,27-16 0 0 0,-32 16-1322 0 0,-2 4-1641 0 0</inkml:trace>
  <inkml:trace contextRef="#ctx0" brushRef="#br0" timeOffset="1">432 111 6969 0 0,'-2'4'6884'0'0,"2"2"-5755"0"0,51 85 486 0 0,-24-50-1236 0 0,-7-12-173 0 0,-3-5-65 0 0,1-1-1 0 0,32 32 1 0 0,-33-37-89 0 0,-6-2-24 0 0,-10-14-37 0 0,0-1 1 0 0,0 1-1 0 0,0 0 1 0 0,0-1-1 0 0,0 1 1 0 0,0-1-1 0 0,1 0 1 0 0,-1 1-1 0 0,0-1 1 0 0,1 0 0 0 0,-1 0-1 0 0,1 1 1 0 0,-1-1-1 0 0,1 0 1 0 0,0-1-1 0 0,-1 1 1 0 0,1 0-1 0 0,0 0 1 0 0,2 0-1 0 0,62 22-6417 0 0,-49-21 2556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8 5785 0 0,'-1'0'122'0'0,"1"-1"0"0"0,0 1-1 0 0,0 0 1 0 0,-1-1 0 0 0,1 1 0 0 0,0-1-1 0 0,-1 1 1 0 0,1-1 0 0 0,0 1 0 0 0,-1 0-1 0 0,1-1 1 0 0,0 1 0 0 0,-1 0 0 0 0,1-1-1 0 0,-1 1 1 0 0,1 0 0 0 0,-1 0 0 0 0,1 0-1 0 0,-1-1 1 0 0,1 1 0 0 0,-1 0 0 0 0,1 0-1 0 0,-1 0 1 0 0,1 0 0 0 0,-1 0 0 0 0,1 0-1 0 0,-1 0 1 0 0,1 0 0 0 0,-2 0 0 0 0,-18 0 1109 0 0,18 0-984 0 0,-4 0 24 0 0,1 0 1 0 0,-1 1 0 0 0,1 0-1 0 0,0 0 1 0 0,-1 0-1 0 0,1 1 1 0 0,0-1 0 0 0,-1 1-1 0 0,1 0 1 0 0,-9 6 0 0 0,8-3-105 0 0,0-1 0 0 0,1 1 0 0 0,0 1 0 0 0,0-1 0 0 0,0 1 0 0 0,1 0 0 0 0,-6 10 1 0 0,-6 7 329 0 0,-34 36 0 0 0,-9 14 20 0 0,34-38-566 0 0,-25 41 567 0 0,45-69-857 0 0,1 2 0 0 0,0-1 0 0 0,1 0 0 0 0,-1 1 0 0 0,2 0 0 0 0,-1 0 1 0 0,-1 12-1 0 0,4-10-3410 0 0,0-6 38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242 450 7482 0 0,'0'0'242'0'0,"-12"-8"4786"0"0,-1 8-4394 0 0,0 1 0 0 0,0 0 1 0 0,-21 4-1 0 0,30-4-574 0 0,0 0 0 0 0,1 0 1 0 0,-1 1-1 0 0,1-1 0 0 0,-1 1 1 0 0,1-1-1 0 0,-1 1 0 0 0,1 0 0 0 0,0 0 1 0 0,0 1-1 0 0,0-1 0 0 0,0 1 1 0 0,1-1-1 0 0,-1 1 0 0 0,1 0 1 0 0,-1 0-1 0 0,-1 3 0 0 0,-8 15 99 0 0,1 1 1 0 0,1 0-1 0 0,1 0 0 0 0,-7 27 0 0 0,11-27-96 0 0,3-11-41 0 0,-1 0-1 0 0,0 0 1 0 0,-1-1-1 0 0,1 0 1 0 0,-7 12-1 0 0,8-20-11 0 0,1 0-1 0 0,0 0 0 0 0,0 0 0 0 0,0 1 0 0 0,0-1 1 0 0,0 0-1 0 0,0 1 0 0 0,1-1 0 0 0,-1 1 0 0 0,1-1 1 0 0,-1 1-1 0 0,1-1 0 0 0,0 1 0 0 0,0-1 1 0 0,0 1-1 0 0,1-1 0 0 0,-1 1 0 0 0,2 3 0 0 0,-2-4 2 0 0,1 0 0 0 0,0-1 0 0 0,0 1 0 0 0,0-1-1 0 0,0 0 1 0 0,0 1 0 0 0,1-1 0 0 0,-1 0 0 0 0,0 0-1 0 0,1 0 1 0 0,-1 0 0 0 0,0 0 0 0 0,1 0 0 0 0,0 0-1 0 0,-1 0 1 0 0,1-1 0 0 0,-1 1 0 0 0,1 0 0 0 0,0-1-1 0 0,-1 0 1 0 0,1 1 0 0 0,0-1 0 0 0,0 0 0 0 0,-1 0 0 0 0,1 0-1 0 0,3 0 1 0 0,-1 0-2 0 0,1-1 0 0 0,-1 1 0 0 0,1-1 0 0 0,0 0-1 0 0,-1-1 1 0 0,1 1 0 0 0,-1-1 0 0 0,0 1 0 0 0,0-2 0 0 0,1 1-1 0 0,-1 0 1 0 0,-1-1 0 0 0,1 1 0 0 0,0-1 0 0 0,-1 0 0 0 0,1-1 0 0 0,-1 1-1 0 0,5-6 1 0 0,4-7 2 0 0,-1 0 0 0 0,-1-1 0 0 0,10-21 0 0 0,-12 22 13 0 0,-4 7-27 0 0,3-2 27 0 0,-1 0-1 0 0,-1-1 0 0 0,0 0 0 0 0,-1 0 0 0 0,0 0 0 0 0,4-20 0 0 0,-8 28-7 0 0,1 0 0 0 0,0 1 0 0 0,0-1 0 0 0,0 1 0 0 0,0-1 0 0 0,1 1 0 0 0,0 0 0 0 0,-1-1 0 0 0,1 1 0 0 0,0 0 0 0 0,0 0 0 0 0,1 0 0 0 0,2-3 0 0 0,-5 27 119 0 0,-17 53-61 0 0,0 4 1 0 0,15-70-76 0 0,1 1 0 0 0,1 0 0 0 0,0 0 0 0 0,0 0 0 0 0,0 0 0 0 0,4 14 0 0 0,-3-21 2 0 0,0 0 0 0 0,0 1-1 0 0,0-1 1 0 0,0 0-1 0 0,1 0 1 0 0,-1 0-1 0 0,0 0 1 0 0,1-1 0 0 0,0 1-1 0 0,-1 0 1 0 0,1 0-1 0 0,0-1 1 0 0,0 0 0 0 0,0 1-1 0 0,0-1 1 0 0,0 0-1 0 0,1 0 1 0 0,-1 0 0 0 0,0 0-1 0 0,5 1 1 0 0,-1 0 0 0 0,0 0 0 0 0,0-1 1 0 0,0 0-1 0 0,0 0 0 0 0,0 0 0 0 0,0-1 1 0 0,9-1-1 0 0,-7 0-1 0 0,-1 0 0 0 0,1-1 0 0 0,-1-1 1 0 0,1 1-1 0 0,10-6 0 0 0,17-6-5 0 0,-29 11 9 0 0,0 0-1 0 0,1 0 1 0 0,-1 0-1 0 0,0-1 1 0 0,-1 0 0 0 0,1 0-1 0 0,-1 0 1 0 0,0-1-1 0 0,0 0 1 0 0,0 0-1 0 0,5-8 1 0 0,-1 1 6 0 0,0 0 0 0 0,-1-1-1 0 0,0-1 1 0 0,7-17 0 0 0,-9 8-30 0 0,-6 21 17 0 0,0 0 0 0 0,0 0 1 0 0,0 0-1 0 0,1 0 0 0 0,-1-1 1 0 0,1 1-1 0 0,0 0 0 0 0,0 0 1 0 0,-1 0-1 0 0,1 0 0 0 0,0 1 1 0 0,1-1-1 0 0,-1 0 1 0 0,0 0-1 0 0,1 1 0 0 0,-1-1 1 0 0,0 0-1 0 0,1 1 0 0 0,0-1 1 0 0,2-1-1 0 0,-4 4 6 0 0,1 1 0 0 0,-1-1 0 0 0,1 0 0 0 0,-1 0 0 0 0,0 0 0 0 0,1 0 0 0 0,-1 0 0 0 0,0 0 0 0 0,0 0 0 0 0,0 0 0 0 0,1 1 0 0 0,-1-1 0 0 0,-1 0 0 0 0,1 0 1 0 0,0 2-1 0 0,0-1-1 0 0,-1 16 11 0 0,-1 1 0 0 0,-1-1 0 0 0,-6 25 0 0 0,-5 29 49 0 0,14-71-54 0 0,-1 0 0 0 0,1 0-1 0 0,0 0 1 0 0,0 0-1 0 0,0 0 1 0 0,0 0 0 0 0,0 0-1 0 0,0 1 1 0 0,0-1-1 0 0,0 0 1 0 0,0 0 0 0 0,1 0-1 0 0,-1 0 1 0 0,0 0-1 0 0,1 0 1 0 0,-1 0 0 0 0,1 0-1 0 0,-1-1 1 0 0,1 1-1 0 0,0 1 1 0 0,0-1-4 0 0,0-1 0 0 0,-1 0 0 0 0,1 0 0 0 0,0 1 1 0 0,-1-1-1 0 0,1 0 0 0 0,0 0 0 0 0,-1 0 0 0 0,1 0 0 0 0,0 0 0 0 0,-1 0 0 0 0,1 0 1 0 0,0 0-1 0 0,-1 0 0 0 0,1-1 0 0 0,0 1 0 0 0,-1 0 0 0 0,1 0 0 0 0,-1-1 0 0 0,1 1 0 0 0,0 0 1 0 0,0-1-1 0 0,3-2 0 0 0,0 1-1 0 0,-1-1 1 0 0,1 0 0 0 0,-1 0 0 0 0,0 0 0 0 0,0 0 0 0 0,5-7 0 0 0,-4 3-5 0 0,12-20-7 0 0,1 1 0 0 0,2 1 0 0 0,26-31-1 0 0,-44 55 8 0 0,0 1-1 0 0,-1-1 0 0 0,1 0 0 0 0,0 0 0 0 0,0 0 0 0 0,-1 1 0 0 0,1-1 0 0 0,0 0 0 0 0,0 1 0 0 0,0-1 0 0 0,0 1 1 0 0,0-1-1 0 0,0 1 0 0 0,0 0 0 0 0,0-1 0 0 0,0 1 0 0 0,0 0 0 0 0,0-1 0 0 0,0 1 0 0 0,0 0 0 0 0,0 0 1 0 0,0 0-1 0 0,0 0 0 0 0,0 0 0 0 0,0 0 0 0 0,0 1 0 0 0,2-1 0 0 0,-1 1 1 0 0,-1 0-1 0 0,0 1 1 0 0,1-1-1 0 0,-1 0 1 0 0,0 0-1 0 0,0 1 1 0 0,0-1-1 0 0,0 1 1 0 0,0-1-1 0 0,0 1 1 0 0,0-1-1 0 0,0 1 1 0 0,-1 0-1 0 0,2 2 1 0 0,1 7 0 0 0,-1 1 0 0 0,0-1-1 0 0,2 22 1 0 0,-4-4 36 0 0,-1-20-26 0 0,1 0-1 0 0,0 0 1 0 0,1 0-1 0 0,0-1 0 0 0,4 16 1 0 0,-4-23-6 0 0,-1 1 0 0 0,1-1 0 0 0,0 0 0 0 0,0 0 0 0 0,0 1 0 0 0,0-1 0 0 0,0 0 0 0 0,0 0 0 0 0,1 0 1 0 0,-1 0-1 0 0,0-1 0 0 0,0 1 0 0 0,1 0 0 0 0,-1 0 0 0 0,0-1 0 0 0,1 1 0 0 0,-1-1 0 0 0,1 1 0 0 0,-1-1 0 0 0,1 0 0 0 0,-1 1 1 0 0,3-1-1 0 0,0 0 4 0 0,0 1 1 0 0,0-1 0 0 0,0 0-1 0 0,-1 0 1 0 0,1-1-1 0 0,0 1 1 0 0,7-2 0 0 0,-5-1-4 0 0,0 0 0 0 0,0 0 0 0 0,0-1 0 0 0,-1 1 0 0 0,1-1 0 0 0,-1 0 0 0 0,0-1 0 0 0,0 1 0 0 0,-1-1 0 0 0,1 0 0 0 0,-1 0 0 0 0,0-1 0 0 0,0 1 0 0 0,3-8 0 0 0,20-25 0 0 0,-24 35 1 0 0,16-18-13 0 0,-19 20 2 0 0,1 1 0 0 0,0-1 0 0 0,0 0-1 0 0,0 0 1 0 0,-1 1 0 0 0,1-1 0 0 0,0 1 0 0 0,0-1 0 0 0,0 1 0 0 0,0-1-1 0 0,0 1 1 0 0,0-1 0 0 0,0 1 0 0 0,0 0 0 0 0,0 0 0 0 0,1-1-1 0 0,-1 1 1 0 0,0 0 0 0 0,0 0 0 0 0,2 0 0 0 0,-2 2 5 0 0,1 0 1 0 0,-1 0-1 0 0,0 0 0 0 0,0 1 1 0 0,0-1-1 0 0,0 0 0 0 0,0 0 1 0 0,0 1-1 0 0,-1-1 1 0 0,1 0-1 0 0,-1 1 0 0 0,1-1 1 0 0,-1 1-1 0 0,0 4 1 0 0,0-3-1 0 0,1-1 2 0 0,-1 0 0 0 0,1 0 0 0 0,-1-1 0 0 0,1 1 0 0 0,0 0-1 0 0,0-1 1 0 0,0 1 0 0 0,1-1 0 0 0,-1 1 0 0 0,0-1 0 0 0,1 1-1 0 0,0-1 1 0 0,0 0 0 0 0,-1 0 0 0 0,1 0 0 0 0,0 0 0 0 0,1 0-1 0 0,-1 0 1 0 0,0 0 0 0 0,3 1 0 0 0,0-1 3 0 0,-1 0 0 0 0,1 0 0 0 0,-1-1 0 0 0,1 1 0 0 0,0-1 1 0 0,0 0-1 0 0,-1-1 0 0 0,1 1 0 0 0,0-1 0 0 0,0 0 0 0 0,6 0 0 0 0,-4-1-2 0 0,1-1 0 0 0,-1 1 0 0 0,0-1 0 0 0,0-1 0 0 0,0 1 0 0 0,10-6 1 0 0,10-3 13 0 0,-22 8-14 0 0,0 1 0 0 0,0-1 1 0 0,-1 0-1 0 0,1 0 0 0 0,-1 0 1 0 0,1-1-1 0 0,-1 0 0 0 0,0 0 1 0 0,-1 0-1 0 0,1 0 0 0 0,3-5 0 0 0,8-13 15 0 0,12-23 0 0 0,-16 25-14 0 0,-8 15-12 0 0,8-13-63 0 0,-11 17 70 0 0,1 1 0 0 0,-1-1 0 0 0,1 1 0 0 0,-1-1 1 0 0,1 1-1 0 0,-1 0 0 0 0,1-1 0 0 0,-1 1 0 0 0,1 0 0 0 0,0-1 0 0 0,-1 1 0 0 0,1 0 0 0 0,-1-1 0 0 0,1 1 1 0 0,0 0-1 0 0,-1 0 0 0 0,1 0 0 0 0,0 0 0 0 0,-1 0 0 0 0,1 0 0 0 0,0 0 0 0 0,-1 0 0 0 0,1 0 0 0 0,0 0 1 0 0,-1 0-1 0 0,2 0 0 0 0,1 7 8 0 0,2 14-4 0 0,-1 0-1 0 0,-1 1 0 0 0,0-1 0 0 0,-2 36 1 0 0,-11 94 2 0 0,7-116 0 0 0,0 2 53 0 0,-1-1 1 0 0,-3 0-1 0 0,0 0 1 0 0,-25 66-1 0 0,26-89 88 0 0,9-31-107 0 0,13-57-48 0 0,3 0 0 0 0,4 1 0 0 0,32-72 0 0 0,-44 119 8 0 0,-10 23 2 0 0,0 0 0 0 0,1 0 0 0 0,0 0 0 0 0,-1 0 0 0 0,1 0 0 0 0,0 1 0 0 0,1-1 0 0 0,-1 1 0 0 0,1-1 0 0 0,0 1 0 0 0,-1 0 0 0 0,1 0 0 0 0,1 0 0 0 0,-1 0 0 0 0,0 1 0 0 0,5-4 0 0 0,36-11-50 0 0,-7 2-6 0 0,-7 5 29 0 0,-29 9 27 0 0,0 1-1 0 0,0-1 1 0 0,0 1 0 0 0,1 0 0 0 0,-1 0 0 0 0,0 0-1 0 0,0 0 1 0 0,1 0 0 0 0,-1 0 0 0 0,0 0 0 0 0,0 0-1 0 0,0 1 1 0 0,1-1 0 0 0,-1 0 0 0 0,0 1 0 0 0,0-1-1 0 0,0 1 1 0 0,0-1 0 0 0,0 1 0 0 0,0-1 0 0 0,0 1-1 0 0,0 0 1 0 0,0 0 0 0 0,0-1 0 0 0,2 3 0 0 0,-1 0 0 0 0,0 1 0 0 0,0 0 0 0 0,0 0 1 0 0,-1 1-1 0 0,0-1 0 0 0,1 0 1 0 0,-1 0-1 0 0,-1 1 0 0 0,1-1 0 0 0,0 0 1 0 0,-1 1-1 0 0,0-1 0 0 0,-1 6 1 0 0,0-1 6 0 0,0-1 1 0 0,-1 0-1 0 0,0 0 1 0 0,-1 0 0 0 0,0-1-1 0 0,-6 15 1 0 0,-4 5 7 0 0,9-18-21 0 0,0 0 0 0 0,-1 0 0 0 0,0 0 0 0 0,-6 8 0 0 0,4-8 0 0 0,6-6 10 0 0,0-1 0 0 0,-1 0 0 0 0,1 0 0 0 0,-1 0 0 0 0,1 0 1 0 0,-1 0-1 0 0,0 0 0 0 0,0-1 0 0 0,1 1 0 0 0,-1-1 0 0 0,0 1 0 0 0,-4 1 0 0 0,8-14-19 0 0,30-73 47 0 0,-17 47-44 0 0,-6 20 6 0 0,1-1 1 0 0,1 1-1 0 0,0 1 0 0 0,19-22 0 0 0,10-14 6 0 0,-6 1-4 0 0,-3-1 1 0 0,-2-1-1 0 0,-2-2 1 0 0,36-106 0 0 0,-30 77 4 0 0,-20 56 2 0 0,12-44-1 0 0,-16 54 19 0 0,-8 17-21 0 0,0-1 1 0 0,0 0 0 0 0,0 0-1 0 0,0 1 1 0 0,0-1 0 0 0,-1 0-1 0 0,1 0 1 0 0,0 0 0 0 0,-1 0 0 0 0,1-2-1 0 0,-1 3 15 0 0,-4 7-34 0 0,-18 34 51 0 0,2 1 0 0 0,2 0-1 0 0,2 2 1 0 0,-22 86 0 0 0,27-85-12 0 0,2 0 0 0 0,-3 48 0 0 0,11-77-15 0 0,1 0-1 0 0,0 1 1 0 0,1-1-1 0 0,1 0 1 0 0,0 0-1 0 0,1 0 1 0 0,0 0-1 0 0,2 0 1 0 0,10 25-1 0 0,-12-32 5 0 0,1-1-1 0 0,0 1 1 0 0,0-1-1 0 0,9 10 1 0 0,-11-14-1 0 0,1-1 0 0 0,0 1 0 0 0,0-1 0 0 0,0 0 0 0 0,0 0 0 0 0,0 0 0 0 0,0-1 1 0 0,0 1-1 0 0,1-1 0 0 0,-1 1 0 0 0,0-1 0 0 0,8 1 0 0 0,30 13 42 0 0,-36-12-48 0 0,0-1-1 0 0,0 0 1 0 0,0 0-1 0 0,0 0 1 0 0,1-1-1 0 0,-1 0 1 0 0,1 0 0 0 0,-1 0-1 0 0,12 0 1 0 0,-9-2 3 0 0,0-1 1 0 0,-1 0 0 0 0,1 0 0 0 0,0 0-1 0 0,0-1 1 0 0,-1 0 0 0 0,9-5 0 0 0,17-7 34 0 0,-14 6-25 0 0,-1 0-1 0 0,0-1 0 0 0,-1-1 1 0 0,0-1-1 0 0,0 0 0 0 0,-1-1 0 0 0,-1-1 1 0 0,0-1-1 0 0,-1 0 0 0 0,20-28 1 0 0,-22 23-3 0 0,0-2 1 0 0,-1 0 0 0 0,-1 0-1 0 0,-1-1 1 0 0,7-28 0 0 0,16-37 24 0 0,-29 79-32 0 0,1 0 1 0 0,-1-1-1 0 0,0 1 1 0 0,-1-1-1 0 0,0 0 1 0 0,-1 0-1 0 0,0 1 1 0 0,-1-1-1 0 0,0 0 1 0 0,0 0-1 0 0,-2-11 0 0 0,1 20-4 0 0,1 0 0 0 0,-1 1 0 0 0,1-1 0 0 0,-1 0-1 0 0,1 0 1 0 0,-1 1 0 0 0,1-1 0 0 0,-1 1 0 0 0,0-1 0 0 0,1 1-1 0 0,-1-1 1 0 0,0 1 0 0 0,1-1 0 0 0,-1 1 0 0 0,0-1-1 0 0,0 1 1 0 0,1 0 0 0 0,-1 0 0 0 0,0-1 0 0 0,0 1 0 0 0,0 0-1 0 0,1 0 1 0 0,-1 0 0 0 0,0 0 0 0 0,0 0 0 0 0,0 0-1 0 0,0 0 1 0 0,1 0 0 0 0,-1 0 0 0 0,0 0 0 0 0,0 0 0 0 0,0 1-1 0 0,0-1 1 0 0,1 0 0 0 0,-1 0 0 0 0,0 1 0 0 0,-1 0-1 0 0,-1 0 0 0 0,0 0-1 0 0,0 1 1 0 0,-1-1 0 0 0,1 1-1 0 0,0 0 1 0 0,0 0-1 0 0,0 0 1 0 0,-4 5-1 0 0,0 2 8 0 0,0 1-1 0 0,1-1 1 0 0,0 2-1 0 0,-8 18 1 0 0,-17 55 21 0 0,11-31-13 0 0,11-30 9 0 0,1 0-1 0 0,0 0 0 0 0,2 1 1 0 0,-5 36-1 0 0,9-49-13 0 0,0 0 0 0 0,0 0 0 0 0,-5 10 0 0 0,4-11 1 0 0,0 0 0 0 0,0 0 0 0 0,0 12 0 0 0,2-18-4 0 0,1 0-1 0 0,0 0 1 0 0,1 0 0 0 0,-1 0-1 0 0,1 0 1 0 0,-1 0-1 0 0,1 0 1 0 0,0 0-1 0 0,1 0 1 0 0,-1-1 0 0 0,4 8-1 0 0,-4-9 3 0 0,1 1 1 0 0,0 0-1 0 0,0-1 0 0 0,-1 1 0 0 0,1-1 0 0 0,1 1 1 0 0,-1-1-1 0 0,0 0 0 0 0,1 0 0 0 0,-1 0 0 0 0,1 0 1 0 0,-1 0-1 0 0,6 2 0 0 0,-2-2 14 0 0,0 0 1 0 0,0-1-1 0 0,0 1 0 0 0,0-1 1 0 0,7 0-1 0 0,31 7 82 0 0,-26-2-83 0 0,-10-2-3 0 0,1-1 0 0 0,-1 0 0 0 0,1-1 0 0 0,0 0-1 0 0,0 0 1 0 0,0-1 0 0 0,0 0 0 0 0,0 0 0 0 0,0-1 0 0 0,0-1 0 0 0,11-1 0 0 0,-7-1-7 0 0,0-1 1 0 0,-1-1-1 0 0,1 0 0 0 0,-1 0 1 0 0,0-2-1 0 0,0 1 0 0 0,13-11 1 0 0,-20 13-200 0 0,0-1 1 0 0,-1 0-1 0 0,1 0 1 0 0,-1 0 0 0 0,0-1-1 0 0,0 1 1 0 0,3-9-1 0 0,14-17-6690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90 481 7178 0 0,'-5'-6'136'0'0,"2"-1"0"0"0,-1 1 0 0 0,1-1 0 0 0,0 0 0 0 0,0 0 0 0 0,0 0 0 0 0,1 0 0 0 0,-1-8 0 0 0,0 4 53 0 0,-7-27 276 0 0,3 0 0 0 0,-7-71 0 0 0,10-79 3792 0 0,4 161-2787 0 0,0 26-1380 0 0,0 8 278 0 0,-13 324 1365 0 0,4-162-1274 0 0,8-92 14 0 0,1-40-7871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14547 0 0,'0'0'602'0'0,"-17"20"1691"0"0,16-17-2322 0 0,-6 16-347 0 0,1-7-6011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14 215 10354 0 0,'-11'-22'3954'0'0,"10"19"-3864"0"0,1 0 0 0 0,-1 0 0 0 0,1 0 0 0 0,0 0 0 0 0,0 0 0 0 0,0-1 0 0 0,0 1 0 0 0,0 0 0 0 0,1 0 0 0 0,0 0 0 0 0,-1 0 0 0 0,1 0 0 0 0,0 1 0 0 0,0-1 0 0 0,1 0 0 0 0,-1 0 0 0 0,1 1 0 0 0,-1-1 0 0 0,1 0 0 0 0,0 1 0 0 0,0 0 0 0 0,0-1 0 0 0,4-2 0 0 0,4-3 131 0 0,0 0 1 0 0,1 2-1 0 0,0-1 0 0 0,18-7 0 0 0,5-3 101 0 0,-23 10-240 0 0,1 1 1 0 0,0 1-1 0 0,1 0 1 0 0,-1 1-1 0 0,26-6 1 0 0,-34 9-70 0 0,1 0 1 0 0,-1-1 0 0 0,0 1 0 0 0,0-1-1 0 0,7-3 1 0 0,-8 3 19 0 0,0 0 0 0 0,0 1 0 0 0,1-1 0 0 0,-1 1 0 0 0,1 0 0 0 0,-1 0 0 0 0,1 0 0 0 0,0 1 0 0 0,5-1 0 0 0,-2 7 189 0 0,-4 1-188 0 0,0-1-1 0 0,0 1 0 0 0,0-1 1 0 0,-1 1-1 0 0,0 0 0 0 0,0 0 0 0 0,0 0 1 0 0,-1 0-1 0 0,-1 0 0 0 0,1 0 1 0 0,-1 0-1 0 0,0 1 0 0 0,0-1 0 0 0,-1 0 1 0 0,0 0-1 0 0,0 0 0 0 0,-1 0 0 0 0,-3 7 1 0 0,-5 16 60 0 0,-1-1-1 0 0,-28 51 1 0 0,31-66-66 0 0,-23 44-15 0 0,7-16 9 0 0,2 2 0 0 0,1 0-1 0 0,-27 90 1 0 0,47-131-30 0 0,0 1 1 0 0,0 0-1 0 0,1 0 1 0 0,-1 0-1 0 0,1 0 1 0 0,0 0-1 0 0,0 0 0 0 0,0-1 1 0 0,2 8-1 0 0,-2-9 5 0 0,1-1 0 0 0,0 1-1 0 0,0 0 1 0 0,0 0 0 0 0,0-1-1 0 0,0 1 1 0 0,0-1 0 0 0,1 1-1 0 0,-1-1 1 0 0,1 1 0 0 0,-1-1-1 0 0,0 0 1 0 0,1 0 0 0 0,0 0-1 0 0,-1 0 1 0 0,1 0 0 0 0,0 0 0 0 0,0 0-1 0 0,-1 0 1 0 0,4 0 0 0 0,3 1 25 0 0,0 0 0 0 0,-1-1 1 0 0,1 0-1 0 0,0 0 0 0 0,0-1 0 0 0,0 0 1 0 0,0 0-1 0 0,0-1 0 0 0,0 0 1 0 0,0 0-1 0 0,-1-1 0 0 0,1 0 1 0 0,-1-1-1 0 0,1 1 0 0 0,-1-2 1 0 0,0 1-1 0 0,0-1 0 0 0,0 0 0 0 0,0 0 1 0 0,-1-1-1 0 0,8-6 0 0 0,-12 8 28 0 0,0 0-1 0 0,0 0 1 0 0,0-1-1 0 0,-1 1 1 0 0,1 0 0 0 0,-1-1-1 0 0,0 1 1 0 0,1-7-1 0 0,6-13 196 0 0,-6 19-209 0 0,0 0-1 0 0,-1 0 1 0 0,1 0 0 0 0,-1 0-1 0 0,0-1 1 0 0,0 1-1 0 0,-1 0 1 0 0,1-1 0 0 0,-1 1-1 0 0,0 0 1 0 0,0-1-1 0 0,0 1 1 0 0,-1 0 0 0 0,-1-7-1 0 0,-1-2 15 0 0,-1 0-1 0 0,-1 0 1 0 0,-8-15-1 0 0,-7-19 33 0 0,16 38-65 0 0,0 0 0 0 0,0 0 1 0 0,0 1-1 0 0,-1 0 0 0 0,-1 0 0 0 0,1 0 1 0 0,-11-11-1 0 0,0 2 6 0 0,-36-29 1 0 0,46 41-24 0 0,-2-2-1 0 0,0 1 1 0 0,-1 0 0 0 0,1 0-1 0 0,-1 0 1 0 0,0 1-1 0 0,-1 0 1 0 0,1 1-1 0 0,-14-4 1 0 0,-2-3 103 0 0,22 9-399 0 0,1 0-1 0 0,-1 1 0 0 0,0-1 0 0 0,0 1 0 0 0,0 0 1 0 0,0 0-1 0 0,0 0 0 0 0,0 1 0 0 0,-4-2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17 133 8426 0 0,'0'-23'6069'0'0,"-5"-17"-2355"0"0,5 40-3576 0 0,-3 20 684 0 0,-2 23-555 0 0,2 1-1 0 0,3 54 0 0 0,14 89 33 0 0,-12-171-270 0 0,2 15 38 0 0,13 42-1 0 0,-3-11 261 0 0,-14-61-301 0 0,0-1 0 0 0,0 1-1 0 0,0 0 1 0 0,0-1 0 0 0,0 1 0 0 0,1 0-1 0 0,-1-1 1 0 0,0 1 0 0 0,0-1-1 0 0,0 1 1 0 0,1 0 0 0 0,-1-1-1 0 0,0 1 1 0 0,0-1 0 0 0,1 1-1 0 0,-1-1 1 0 0,1 1 0 0 0,-1-1-1 0 0,0 1 1 0 0,1-1 0 0 0,-1 0 0 0 0,1 1-1 0 0,-1-1 1 0 0,1 1 0 0 0,-1-1-1 0 0,1 0 1 0 0,0 0 0 0 0,-1 1-1 0 0,1-1 1 0 0,-1 0 0 0 0,1 0-1 0 0,0 0 1 0 0,-1 1 0 0 0,1-1-1 0 0,-1 0 1 0 0,1 0 0 0 0,0 0-1 0 0,-1 0 1 0 0,1 0 0 0 0,0 0 0 0 0,0-1-1 0 0,0 1-5 0 0,1-1 0 0 0,-1 0-1 0 0,1 0 1 0 0,-1 0 0 0 0,1 0-1 0 0,-1 0 1 0 0,0 0 0 0 0,0 0-1 0 0,1 0 1 0 0,-1 0 0 0 0,0-1-1 0 0,0 1 1 0 0,0 0 0 0 0,0-1-1 0 0,1-2 1 0 0,71-185 180 0 0,-16-4-85 0 0,-3 11-31 0 0,-50 171-59 0 0,1 1 0 0 0,9-17 1 0 0,0 2 71 0 0,-14 24-109 0 0,0 1 11 0 0,-8 24-3174 0 0,-1-1-965 0 0,6-12 573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2103 124 2048 0 0,'0'-3'4451'0'0,"0"-9"-3176"0"0,-1-5-60 0 0,1 9-535 0 0,0 0-1 0 0,-1 1 1 0 0,1-1-1 0 0,-2 0 0 0 0,1 0 1 0 0,-1 1-1 0 0,0-1 1 0 0,-1 1-1 0 0,-3-9 0 0 0,5 15-614 0 0,-1 0 1 0 0,1 1-1 0 0,0-1 0 0 0,0 1 0 0 0,0-1 0 0 0,-1 0 0 0 0,1 1 0 0 0,0 0 0 0 0,0-1 0 0 0,-1 1 1 0 0,1 0-1 0 0,0 0 0 0 0,-1 0 0 0 0,1 0 0 0 0,0 0 0 0 0,-1 0 0 0 0,1 0 0 0 0,0 0 0 0 0,-1 0 0 0 0,1 1 1 0 0,0-1-1 0 0,-2 1 0 0 0,-1 0-12 0 0,0 0-1 0 0,0 0 1 0 0,0 1 0 0 0,0-1 0 0 0,1 1 0 0 0,-6 3-1 0 0,5 0 16 0 0,0-1-1 0 0,0 1 1 0 0,0 0-1 0 0,-3 7 1 0 0,-6 7 83 0 0,4-5-38 0 0,0 1 0 0 0,1 0 1 0 0,0 0-1 0 0,-10 30 0 0 0,18-44-101 0 0,-1 0-1 0 0,1 0 1 0 0,-1 0-1 0 0,1 1 0 0 0,-1-1 1 0 0,1 0-1 0 0,0 0 0 0 0,-1 1 1 0 0,1-1-1 0 0,0 0 1 0 0,0 0-1 0 0,0 1 0 0 0,0-1 1 0 0,0 0-1 0 0,1 1 1 0 0,-1-1-1 0 0,0 0 0 0 0,0 0 1 0 0,1 1-1 0 0,-1-1 1 0 0,1 0-1 0 0,-1 0 0 0 0,1 0 1 0 0,0 1-1 0 0,-1-1 1 0 0,1 0-1 0 0,0 0 0 0 0,0 0 1 0 0,0 0-1 0 0,0 0 1 0 0,-1-1-1 0 0,1 1 0 0 0,1 0 1 0 0,-1 0-1 0 0,0-1 1 0 0,0 1-1 0 0,0 0 0 0 0,0-1 1 0 0,0 1-1 0 0,1-1 0 0 0,-1 0 1 0 0,0 1-1 0 0,0-1 1 0 0,1 0-1 0 0,-1 0 0 0 0,2 1 1 0 0,2-1 29 0 0,0 0 0 0 0,0 1 1 0 0,0-2-1 0 0,0 1 0 0 0,0 0 0 0 0,1-1 1 0 0,-1 0-1 0 0,-1 0 0 0 0,1-1 1 0 0,7-2-1 0 0,-10 2-28 0 0,0 1 0 0 0,0-1 0 0 0,0 1 0 0 0,0-1 0 0 0,0 0 0 0 0,0 0 0 0 0,-1 0 0 0 0,1 0 1 0 0,-1 0-1 0 0,1 0 0 0 0,-1 0 0 0 0,0 0 0 0 0,0-1 0 0 0,0 1 0 0 0,0 0 0 0 0,0-1 0 0 0,0 1 0 0 0,-1-1 0 0 0,1-3 0 0 0,0 1 10 0 0,0 1 1 0 0,1-1-1 0 0,-1 1 0 0 0,1 0 0 0 0,4-9 0 0 0,-4 10 9 0 0,1 0 0 0 0,-1-1 0 0 0,-1 1 0 0 0,1-1 0 0 0,0 1 0 0 0,-1-1 0 0 0,0 0 1 0 0,0 0-1 0 0,0 0 0 0 0,0 1 0 0 0,-1-1 0 0 0,1 0 0 0 0,-1 0 0 0 0,0 0 0 0 0,0 0 0 0 0,-1 0 0 0 0,1 0 0 0 0,-2-4 0 0 0,2 7-29 0 0,-1 0-1 0 0,0 1 1 0 0,0-1-1 0 0,0 0 1 0 0,1 0-1 0 0,-1 1 0 0 0,0-1 1 0 0,0 1-1 0 0,0-1 1 0 0,0 1-1 0 0,0-1 1 0 0,0 1-1 0 0,0-1 0 0 0,0 1 1 0 0,-1 0-1 0 0,1 0 1 0 0,0-1-1 0 0,0 1 1 0 0,0 0-1 0 0,-2 0 0 0 0,-25 2 15 0 0,25-1-15 0 0,0 0-1 0 0,0 0 0 0 0,0 1 1 0 0,0-1-1 0 0,0 1 0 0 0,1 0 0 0 0,-1-1 1 0 0,0 1-1 0 0,1 1 0 0 0,-1-1 1 0 0,1 0-1 0 0,-4 5 0 0 0,2 0 7 0 0,-1 0-1 0 0,1 0 0 0 0,-4 13 1 0 0,-11 17 4 0 0,18-35-9 0 0,0 0 0 0 0,0-1 0 0 0,0 1 0 0 0,0 0 1 0 0,0 0-1 0 0,1-1 0 0 0,-1 1 0 0 0,0 0 0 0 0,1 0 0 0 0,-1 0 0 0 0,1 0 0 0 0,0 0 0 0 0,0 0 0 0 0,0 0 0 0 0,0 0 0 0 0,0 0 1 0 0,0 0-1 0 0,0 0 0 0 0,0 0 0 0 0,1 0 0 0 0,-1 0 0 0 0,1 0 0 0 0,0 2 0 0 0,1-3 3 0 0,-1 1-1 0 0,1 0 0 0 0,0 0 1 0 0,-1-1-1 0 0,1 1 0 0 0,0-1 1 0 0,0 1-1 0 0,0-1 0 0 0,0 0 1 0 0,0 0-1 0 0,0 1 1 0 0,0-2-1 0 0,1 1 0 0 0,-1 0 1 0 0,0 0-1 0 0,0-1 0 0 0,1 1 1 0 0,4-1-1 0 0,0 1 15 0 0,0-1 0 0 0,1-1 1 0 0,-1 1-1 0 0,0-1 0 0 0,0 0 0 0 0,0-1 0 0 0,1 0 0 0 0,-2 0 0 0 0,1-1 0 0 0,0 1 0 0 0,0-1 1 0 0,9-7-1 0 0,-10 7 12 0 0,-2 0-4 0 0,-1-1 1 0 0,-1 0-1 0 0,1 0 1 0 0,-1 0-1 0 0,1 0 1 0 0,-1-1-1 0 0,0 1 1 0 0,0 0-1 0 0,-1-1 1 0 0,0 0-1 0 0,1 1 1 0 0,0-10-1 0 0,-2 13-27 0 0,0 0-1 0 0,0 0 0 0 0,0 0 0 0 0,0 0 1 0 0,0 0-1 0 0,-1 0 0 0 0,1 0 1 0 0,0 0-1 0 0,0 0 0 0 0,-1 0 0 0 0,1 0 1 0 0,-1 0-1 0 0,1 0 0 0 0,-1 0 1 0 0,1 0-1 0 0,-1 0 0 0 0,0 0 1 0 0,1 0-1 0 0,-1 0 0 0 0,0 1 0 0 0,1-1 1 0 0,-2-1-1 0 0,-24-5-1 0 0,22 6-8 0 0,0 0 0 0 0,0 0 0 0 0,-1 1 0 0 0,1 0 0 0 0,0 0 0 0 0,-1 0 1 0 0,1 0-1 0 0,0 1 0 0 0,-1 0 0 0 0,1 0 0 0 0,0 0 0 0 0,0 0 0 0 0,0 1 1 0 0,0-1-1 0 0,0 1 0 0 0,-7 4 0 0 0,23-6 88 0 0,-5-1 111 0 0,-17 4-94 0 0,-37 7-11 0 0,0-2-1 0 0,-80 3 1 0 0,-100-12-41 0 0,90-1-36 0 0,-394 22 6 0 0,478-17-29 0 0,-90 6 18 0 0,-144 27 1 0 0,264-33 4 0 0,0 0 0 0 0,0-1 0 0 0,0-2 0 0 0,0 0-1 0 0,-31-5 1 0 0,0 3-42 0 0,36 2 57 0 0,18 0-23 0 0,-1 1 0 0 0,0-1 0 0 0,1 0 0 0 0,-1 0 0 0 0,0 1 0 0 0,1-1 0 0 0,-1 0 0 0 0,0 1 0 0 0,1-1 0 0 0,-1 0-1 0 0,1 1 1 0 0,-1-1 0 0 0,1 1 0 0 0,-1-1 0 0 0,1 1 0 0 0,-1-1 0 0 0,1 1 0 0 0,-1 0 0 0 0,1-1 0 0 0,0 1 0 0 0,-1-1 0 0 0,1 1-1 0 0,0 0 1 0 0,0-1 0 0 0,-1 1 0 0 0,1 0 0 0 0,0-1 0 0 0,0 1 0 0 0,0 0 0 0 0,0 0 0 0 0,0-1 0 0 0,0 2 0 0 0,-1 27-14 0 0,2-22 12 0 0,-2 144 3 0 0,3 212 7 0 0,10-224-27 0 0,-1-25 62 0 0,-3 22-27 0 0,-14 185 0 0 0,3-149 74 0 0,0 15-17 0 0,-8 132 378 0 0,11-291-289 0 0,0-27-68 0 0,-23-30 117 0 0,21 25-210 0 0,0 1 0 0 0,0-1 0 0 0,-1 1 0 0 0,0-1 0 0 0,1 1 0 0 0,-1 0 0 0 0,0 0-1 0 0,-1 0 1 0 0,1 1 0 0 0,0-1 0 0 0,-1 1 0 0 0,0 0 0 0 0,1 0 0 0 0,-7-2 0 0 0,7 3-3 0 0,0 0 0 0 0,1 0 0 0 0,-1 1 0 0 0,0 0 0 0 0,0-1 0 0 0,0 1-1 0 0,0 0 1 0 0,1 0 0 0 0,-1 0 0 0 0,0 1 0 0 0,0-1 0 0 0,0 1 0 0 0,0 0 0 0 0,1 0 0 0 0,-1-1 0 0 0,0 2 0 0 0,1-1 0 0 0,-1 0 0 0 0,1 1-1 0 0,-1-1 1 0 0,1 1 0 0 0,0-1 0 0 0,0 1 0 0 0,-1 0 0 0 0,1 0 0 0 0,0 0 0 0 0,1 1 0 0 0,-1-1 0 0 0,0 0 0 0 0,1 1 0 0 0,-1-1-1 0 0,1 1 1 0 0,-2 2 0 0 0,0 3-4 0 0,1-4 2 0 0,0-1-1 0 0,0 1 1 0 0,0 0 0 0 0,1 0 0 0 0,0 0 0 0 0,0 0 0 0 0,-1 5-1 0 0,2-8 6 0 0,0 0-1 0 0,0 0 0 0 0,1 0 0 0 0,-1 0 0 0 0,0 0 0 0 0,0 0 1 0 0,1 0-1 0 0,-1 0 0 0 0,0-1 0 0 0,1 1 0 0 0,-1 0 1 0 0,1 0-1 0 0,-1 0 0 0 0,1 0 0 0 0,0 0 0 0 0,-1-1 0 0 0,1 1 1 0 0,0 0-1 0 0,0-1 0 0 0,-1 1 0 0 0,1 0 0 0 0,0-1 0 0 0,0 1 1 0 0,0-1-1 0 0,0 1 0 0 0,0-1 0 0 0,-1 0 0 0 0,1 1 1 0 0,0-1-1 0 0,0 0 0 0 0,0 0 0 0 0,0 1 0 0 0,0-1 0 0 0,0 0 1 0 0,0 0-1 0 0,2 0 0 0 0,1 0 6 0 0,-1 1 1 0 0,1-1-1 0 0,-1 0 0 0 0,1 0 0 0 0,-1 0 1 0 0,1 0-1 0 0,-1 0 0 0 0,1-1 1 0 0,-1 0-1 0 0,0 1 0 0 0,1-1 1 0 0,-1-1-1 0 0,0 1 0 0 0,1 0 0 0 0,-1-1 1 0 0,0 0-1 0 0,0 1 0 0 0,0-1 1 0 0,0 0-1 0 0,-1-1 0 0 0,1 1 1 0 0,0 0-1 0 0,-1-1 0 0 0,0 0 0 0 0,1 1 1 0 0,-1-1-1 0 0,0 0 0 0 0,-1 0 1 0 0,1 0-1 0 0,0 0 0 0 0,-1-1 1 0 0,0 1-1 0 0,0 0 0 0 0,0-1 0 0 0,1-5 1 0 0,-2-6 92 0 0,0 15-98 0 0,0 0-1 0 0,0 0 1 0 0,0-1-1 0 0,0 1 1 0 0,0 0-1 0 0,0 0 1 0 0,0 0-1 0 0,0 0 1 0 0,-1 0-1 0 0,1 0 1 0 0,0-1-1 0 0,0 1 1 0 0,0 0-1 0 0,0 0 1 0 0,0 0-1 0 0,0 0 1 0 0,0 0-1 0 0,-1 0 1 0 0,1 0-1 0 0,0 0 1 0 0,0 0-1 0 0,0 0 1 0 0,0 0-1 0 0,0 0 1 0 0,0 0-1 0 0,-1 0 1 0 0,1 0-1 0 0,0-1 1 0 0,0 1-1 0 0,0 0 1 0 0,0 0-1 0 0,0 1 1 0 0,-1-1-1 0 0,1 0 1 0 0,0 0-1 0 0,0 0 1 0 0,0 0-1 0 0,0 0 1 0 0,0 0-1 0 0,0 0 1 0 0,-1 0-1 0 0,1 0 1 0 0,-1 1-4 0 0,0 0 1 0 0,0 0-1 0 0,0 0 0 0 0,0 0 1 0 0,0 0-1 0 0,0 1 0 0 0,0-1 1 0 0,1 0-1 0 0,-1 0 0 0 0,0 1 1 0 0,1-1-1 0 0,-1 0 0 0 0,1 1 1 0 0,-1 1-1 0 0,-9 17-16 0 0,8-18 15 0 0,1-1 0 0 0,0 1-1 0 0,0 0 1 0 0,0 0-1 0 0,0-1 1 0 0,0 1 0 0 0,0 0-1 0 0,0 0 1 0 0,1 0-1 0 0,-1 0 1 0 0,1 0 0 0 0,-1 1-1 0 0,1-1 1 0 0,0 0-1 0 0,0 0 1 0 0,0 3 0 0 0,0-4 5 0 0,1-1 1 0 0,0 1 0 0 0,-1-1 0 0 0,1 1-1 0 0,0-1 1 0 0,-1 1 0 0 0,1-1 0 0 0,0 0-1 0 0,-1 0 1 0 0,1 1 0 0 0,0-1 0 0 0,0 0-1 0 0,-1 0 1 0 0,1 0 0 0 0,0 0 0 0 0,0 0-1 0 0,0 0 1 0 0,-1 0 0 0 0,1 0 0 0 0,0 0-1 0 0,0 0 1 0 0,-1 0 0 0 0,1 0 0 0 0,0-1-1 0 0,0 1 1 0 0,-1 0 0 0 0,1 0 0 0 0,0-1-1 0 0,-1 1 1 0 0,2-1 0 0 0,0 0 6 0 0,0 1 0 0 0,-1-1 1 0 0,1 0-1 0 0,0 0 0 0 0,-1 0 0 0 0,1 0 0 0 0,-1 0 1 0 0,1 0-1 0 0,-1 0 0 0 0,0 0 0 0 0,1-1 1 0 0,-1 1-1 0 0,2-2 0 0 0,5-15 85 0 0,0-1-2882 0 0,-6 5-4304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383 567 960 0 0,'0'-7'3644'0'0,"0"-11"-2293"0"0,-7-194 3487 0 0,6-117-220 0 0,-10 454-4420 0 0,2-39-202 0 0,5 89 138 0 0,25 241 1 0 0,-19-382-114 0 0,0-3 305 0 0,1-1 0 0 0,1 1 0 0 0,14 50-1 0 0,-14-70-223 0 0,-3-7-58 0 0,1-1-1 0 0,-1 1 0 0 0,0-1 0 0 0,0 1 0 0 0,0-1 1 0 0,0 1-1 0 0,-1 0 0 0 0,1 0 0 0 0,-1-1 1 0 0,0 1-1 0 0,0 0 0 0 0,0-1 0 0 0,-1 1 0 0 0,1 0 1 0 0,-3 4-1 0 0,1-6-33 0 0,0 0 0 0 0,0 0 0 0 0,0 0 0 0 0,-1 0 0 0 0,1-1 0 0 0,-1 1 0 0 0,0-1 0 0 0,1 1 0 0 0,-1-1 0 0 0,0 0 0 0 0,0 0 0 0 0,0-1 0 0 0,-5 2 0 0 0,-5 2 9 0 0,-225 76 773 0 0,216-73-663 0 0,10-4-19 0 0,0 1-1 0 0,0 1 1 0 0,-13 6 0 0 0,19-7-89 0 0,-8 6-205 0 0,14-9 181 0 0,1 0-1 0 0,-1-1 0 0 0,0 1 0 0 0,0 0 0 0 0,1-1 0 0 0,-1 1 0 0 0,1 0 1 0 0,-1-1-1 0 0,0 1 0 0 0,1 0 0 0 0,-1-1 0 0 0,1 1 0 0 0,-1-1 0 0 0,1 1 1 0 0,-1-1-1 0 0,1 1 0 0 0,0-1 0 0 0,-1 0 0 0 0,1 1 0 0 0,0-1 0 0 0,-1 0 1 0 0,1 1-1 0 0,0-1 0 0 0,-1 0 0 0 0,3 0 0 0 0,51 25-18 0 0,1-3 0 0 0,74 20-1 0 0,-114-37 4 0 0,22 4 46 0 0,-2 2-1 0 0,1 1 1 0 0,-2 2-1 0 0,42 23 1 0 0,-74-35 1 0 0,1 0 0 0 0,-1-1-1 0 0,0 1 1 0 0,0 0 0 0 0,0 0 0 0 0,-1 0 0 0 0,1 1 0 0 0,0-1 0 0 0,-1 0 0 0 0,1 1-1 0 0,-1-1 1 0 0,0 1 0 0 0,0-1 0 0 0,0 1 0 0 0,1 4 0 0 0,-1-5-16 0 0,-1 0 0 0 0,0-1 0 0 0,0 1 1 0 0,0-1-1 0 0,0 1 0 0 0,0 0 0 0 0,0-1 0 0 0,0 1 1 0 0,-1-1-1 0 0,1 1 0 0 0,0-1 0 0 0,-1 1 0 0 0,1-1 1 0 0,-1 1-1 0 0,0-1 0 0 0,0 1 0 0 0,1-1 0 0 0,-1 1 1 0 0,0-1-1 0 0,0 0 0 0 0,0 0 0 0 0,0 0 0 0 0,0 1 1 0 0,-1-1-1 0 0,1 0 0 0 0,0 0 0 0 0,-1 0 0 0 0,1-1 1 0 0,0 1-1 0 0,-3 1 0 0 0,-88 37 206 0 0,-1-3 1 0 0,-192 44-1 0 0,283-79-232 0 0,-1 0 1 0 0,0 0-1 0 0,1 0 1 0 0,-1 0-1 0 0,1 0 1 0 0,-1 1-1 0 0,1-1 0 0 0,-1 1 1 0 0,1 0-1 0 0,-3 3 1 0 0,4-5 6 0 0,0 1 0 0 0,1 0 0 0 0,0-1 0 0 0,-1 1 0 0 0,1 0 0 0 0,-1-1 0 0 0,1 1 0 0 0,0 0 0 0 0,-1-1 0 0 0,1 1 0 0 0,0 0-1 0 0,0 0 1 0 0,0 0 0 0 0,-1-1 0 0 0,1 1 0 0 0,0 0 0 0 0,0 0 0 0 0,0 0 0 0 0,0-1 0 0 0,1 1 0 0 0,-1 0 0 0 0,0 0 0 0 0,0-1 0 0 0,0 1 0 0 0,1 0 0 0 0,-1 0 0 0 0,0-1 0 0 0,1 1 0 0 0,-1 0 0 0 0,0 0 0 0 0,1-1 0 0 0,-1 1 0 0 0,1-1 0 0 0,-1 1 0 0 0,1 0 0 0 0,0-1 0 0 0,-1 1 0 0 0,1-1 0 0 0,-1 1 0 0 0,1-1 0 0 0,0 0 0 0 0,-1 1 0 0 0,1-1 0 0 0,0 0 0 0 0,1 1 0 0 0,14 9-7 0 0,1-1 0 0 0,1-1 0 0 0,-1 0 0 0 0,26 6 0 0 0,80 16 13 0 0,23 7 65 0 0,-126-30-44 0 0,0 0 1 0 0,-1 2-1 0 0,0 0 1 0 0,0 1-1 0 0,17 13 1 0 0,-34-22-3 0 0,0 1 0 0 0,-1-1 1 0 0,1 1-1 0 0,-1 0 0 0 0,1-1 0 0 0,-1 1 1 0 0,0 0-1 0 0,0 0 0 0 0,1 0 1 0 0,-1 0-1 0 0,-1 0 0 0 0,1 0 0 0 0,0 1 1 0 0,0-1-1 0 0,-1 0 0 0 0,0 0 1 0 0,1 1-1 0 0,-1-1 0 0 0,0 0 0 0 0,0 0 1 0 0,0 1-1 0 0,0-1 0 0 0,0 0 1 0 0,-1 0-1 0 0,1 1 0 0 0,-2 1 0 0 0,1 0-7 0 0,0 0 0 0 0,0 1 0 0 0,-1-2 0 0 0,0 1 0 0 0,0 0 0 0 0,0 0-1 0 0,-1-1 1 0 0,1 1 0 0 0,-1-1 0 0 0,1 1 0 0 0,-1-1 0 0 0,-5 4 0 0 0,-15 10 20 0 0,1-2 0 0 0,-2 0 1 0 0,-34 15-1 0 0,18-11-41 0 0,-63 40 0 0 0,103-59-5 0 0,-1 1-1 0 0,0-1 1 0 0,1 0 0 0 0,-1 0 0 0 0,1 1 0 0 0,-1-1-1 0 0,0 0 1 0 0,1 1 0 0 0,-1-1 0 0 0,1 1-1 0 0,-1-1 1 0 0,1 1 0 0 0,-1-1 0 0 0,1 1 0 0 0,0-1-1 0 0,-1 1 1 0 0,1-1 0 0 0,-1 1 0 0 0,1-1-1 0 0,0 1 1 0 0,0 0 0 0 0,-1-1 0 0 0,1 1 0 0 0,0 0-1 0 0,0-1 1 0 0,0 1 0 0 0,0 0 0 0 0,-1 1-1 0 0,2-2 12 0 0,0 1-1 0 0,0-1 0 0 0,0 1 0 0 0,0-1 0 0 0,0 1 0 0 0,0-1 0 0 0,0 1 0 0 0,0-1 0 0 0,0 0 0 0 0,0 1 0 0 0,0-1 0 0 0,0 0 1 0 0,0 0-1 0 0,0 0 0 0 0,2 0 0 0 0,48-3 30 0 0,-50 3-34 0 0,219-15 7 0 0,-218 15 11 0 0,-1 0-1 0 0,1 0 1 0 0,0 0-1 0 0,0 0 0 0 0,-1 1 1 0 0,1-1-1 0 0,0 0 1 0 0,0 1-1 0 0,-1-1 0 0 0,1 1 1 0 0,-1 0-1 0 0,1-1 1 0 0,0 1-1 0 0,-1 0 0 0 0,1 0 1 0 0,-1 0-1 0 0,0 0 1 0 0,3 2-1 0 0,-2 0-3 0 0,-1-1 0 0 0,1 1 0 0 0,-1 0 1 0 0,0 0-1 0 0,0-1 0 0 0,0 1 0 0 0,0 0 0 0 0,0 0 0 0 0,0 0 0 0 0,0 5 0 0 0,8 129 12 0 0,-8-93 21 0 0,17 520 77 0 0,-14-408-107 0 0,15 178 33 0 0,-4-104 14 0 0,-11-83-19 0 0,4 52 17 0 0,3-74-61 0 0,6 140 118 0 0,-11-116-132 0 0,0-82 86 0 0,-5-54-65 0 0,0 0-1 0 0,1 0 1 0 0,6 18-1 0 0,-5-18 20 0 0,0 1-1 0 0,-1-1 1 0 0,1 20-1 0 0,-3-21 52 0 0,0-6-67 0 0,0 0 0 0 0,0 0 0 0 0,0 0 1 0 0,1 0-1 0 0,-1 0 0 0 0,2 0 0 0 0,-1 0 0 0 0,1 0 0 0 0,3 8 0 0 0,5 13 87 0 0,-8-17-2686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1 310 6641 0 0,'0'-56'7582'0'0,"9"165"-5980"0"0,-7 141 110 0 0,-2-143-1014 0 0,2-98-468 0 0,-1-10-222 0 0,-1 1 1 0 0,0 0-1 0 0,1 0 1 0 0,-1 0 0 0 0,0-1-1 0 0,0 1 1 0 0,1 0-1 0 0,-1-1 1 0 0,0 1 0 0 0,0 0-1 0 0,1 0 1 0 0,-1-1-1 0 0,0 1 1 0 0,0 0 0 0 0,0-1-1 0 0,0 1 1 0 0,0-1 0 0 0,0 1-1 0 0,1 0 1 0 0,-1-1-1 0 0,0 1 1 0 0,0 0 0 0 0,0-1-1 0 0,0 1 1 0 0,0 0-1 0 0,0-1 1 0 0,0 1 0 0 0,0-1-1 0 0,-1 1 1 0 0,1 0-1 0 0,0-1 1 0 0,5-374 158 0 0,-5 355-167 0 0,2-1 1 0 0,0 1 0 0 0,1 0 0 0 0,1 1-1 0 0,1-1 1 0 0,1 1 0 0 0,0-1 0 0 0,2 2-1 0 0,0-1 1 0 0,17-26 0 0 0,-22 39 0 0 0,1 0 11 0 0,-1 0 1 0 0,1 0-1 0 0,0 1 1 0 0,0-1-1 0 0,1 1 1 0 0,0 0 0 0 0,0 0-1 0 0,0 1 1 0 0,0 0-1 0 0,1 0 1 0 0,-1 0-1 0 0,13-6 1 0 0,4-1 0 0 0,-19 9-2 0 0,-1 1-1 0 0,1-1 0 0 0,-1 0 0 0 0,1 1 0 0 0,0 0 1 0 0,0 0-1 0 0,0 0 0 0 0,0 0 0 0 0,0 0 0 0 0,0 0 0 0 0,0 1 1 0 0,0 0-1 0 0,0-1 0 0 0,0 1 0 0 0,0 0 0 0 0,0 0 1 0 0,0 1-1 0 0,0-1 0 0 0,0 1 0 0 0,0-1 0 0 0,0 1 1 0 0,4 2-1 0 0,-5-2-2 0 0,-1 1 1 0 0,0-1-1 0 0,0 1 1 0 0,0-1-1 0 0,0 1 1 0 0,0 0-1 0 0,0-1 1 0 0,0 1-1 0 0,0 0 1 0 0,0 3-1 0 0,5 8 51 0 0,-2-6-30 0 0,-1 0 0 0 0,0 1 1 0 0,0-1-1 0 0,-1 1 0 0 0,0 0 0 0 0,0 0 1 0 0,-1 0-1 0 0,0 0 0 0 0,0 0 0 0 0,-1 0 1 0 0,0 0-1 0 0,-1 0 0 0 0,1 0 0 0 0,-2 0 1 0 0,1 0-1 0 0,-5 14 0 0 0,-1-2 18 0 0,-1 0 0 0 0,-1 0 0 0 0,0-1 0 0 0,-1 0 0 0 0,-15 20 0 0 0,12-17-18 0 0,11-18-12 0 0,-1 1 0 0 0,1-1 0 0 0,-1 0 1 0 0,0 0-1 0 0,0 0 0 0 0,0 0 0 0 0,-6 4 0 0 0,-2 4 29 0 0,1-1-1 0 0,0 2 0 0 0,-16 25 0 0 0,17-25-36 0 0,-26 48-4 0 0,34-59-6 0 0,-1 1 0 0 0,1-1 0 0 0,0 0 0 0 0,-1 0 0 0 0,1 1 0 0 0,0-1 0 0 0,1 1 0 0 0,-1-1 0 0 0,0 1 0 0 0,1-1 0 0 0,-1 1 0 0 0,1-1 0 0 0,0 1 0 0 0,0 0 0 0 0,0-1 0 0 0,0 1 0 0 0,0-1 0 0 0,1 5 1 0 0,1-5-2 0 0,-1 1 1 0 0,0-1 0 0 0,1 0 0 0 0,-1 0 0 0 0,1 0-1 0 0,0 0 1 0 0,0 0 0 0 0,-1 0 0 0 0,1 0 0 0 0,1 0-1 0 0,-1-1 1 0 0,0 1 0 0 0,0-1 0 0 0,0 0 0 0 0,1 1-1 0 0,-1-1 1 0 0,5 1 0 0 0,9 4 20 0 0,1-1 0 0 0,1-1 0 0 0,31 3 0 0 0,-34-5-27 0 0,1 0 1 0 0,-1 1-1 0 0,0 1 0 0 0,-1 0 0 0 0,24 10 0 0 0,-26-9-1286 0 0,0 1-3506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59 9362 0 0,'-6'-25'5911'0'0,"8"23"-5803"0"0,-1 0 0 0 0,0 0 1 0 0,1 0-1 0 0,-1 0 0 0 0,1 0 0 0 0,0 1 1 0 0,-1-1-1 0 0,1 0 0 0 0,0 1 1 0 0,0-1-1 0 0,0 1 0 0 0,0 0 1 0 0,0 0-1 0 0,1-1 0 0 0,-1 2 1 0 0,0-1-1 0 0,0 0 0 0 0,5-1 1 0 0,-4 1-95 0 0,0 0 1 0 0,0 1-1 0 0,-1-1 1 0 0,1 0-1 0 0,0 1 1 0 0,0 0-1 0 0,0 0 1 0 0,0 0-1 0 0,-1 0 1 0 0,1 0-1 0 0,0 0 1 0 0,0 1-1 0 0,0 0 1 0 0,0-1-1 0 0,-1 1 1 0 0,6 2-1 0 0,-6-1 23 0 0,0 0 0 0 0,-1 0 0 0 0,1 0-1 0 0,0 0 1 0 0,-1 0 0 0 0,0 0 0 0 0,1 0 0 0 0,-1 1 0 0 0,0-1-1 0 0,0 0 1 0 0,0 1 0 0 0,0-1 0 0 0,-1 1 0 0 0,2 4 0 0 0,2 41 285 0 0,-4-35-207 0 0,0-5-70 0 0,1 0 0 0 0,0 0 0 0 0,0-1 0 0 0,0 1 1 0 0,1 0-1 0 0,0-1 0 0 0,1 1 0 0 0,4 8 0 0 0,-4-10-6 0 0,-1 0-1 0 0,0 1 1 0 0,1-1-1 0 0,-2 1 1 0 0,1 0-1 0 0,-1-1 1 0 0,0 1 0 0 0,-1 0-1 0 0,1 9 1 0 0,-3 4 169 0 0,-7 37 0 0 0,3-26-103 0 0,6-31-103 0 0,0 1-1 0 0,0 0 0 0 0,-1-1 1 0 0,1 1-1 0 0,0-1 0 0 0,0 1 1 0 0,0 0-1 0 0,0-1 0 0 0,0 1 1 0 0,0 0-1 0 0,0-1 1 0 0,0 1-1 0 0,0-1 0 0 0,0 1 1 0 0,0 0-1 0 0,0-1 0 0 0,0 1 1 0 0,1 0-1 0 0,-1-1 0 0 0,0 1 1 0 0,0-1-1 0 0,1 1 0 0 0,-1-1 1 0 0,0 1-1 0 0,1-1 1 0 0,-1 1-1 0 0,1-1 0 0 0,-1 1 1 0 0,0-1-1 0 0,1 1 0 0 0,-1-1 1 0 0,1 0-1 0 0,-1 1 0 0 0,1-1 1 0 0,0 0-1 0 0,-1 1 0 0 0,1-1 1 0 0,-1 0-1 0 0,1 0 1 0 0,0 1-1 0 0,3-1 12 0 0,-1 0 0 0 0,1-1 1 0 0,-1 1-1 0 0,0-1 0 0 0,1 1 1 0 0,4-3-1 0 0,1 1-23 0 0,-5 1 25 0 0,5-2 36 0 0,0 0 0 0 0,1 1 0 0 0,-1 1 0 0 0,0 0 0 0 0,1 0 0 0 0,-1 1 0 0 0,1 0-1 0 0,11 1 1 0 0,-17 0-128 0 0,6 1-2262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45 7106 0 0,'0'0'453'0'0,"-18"-23"5278"0"0,17 23-5630 0 0,1-1 1 0 0,0 1 0 0 0,0-1 0 0 0,0 0 0 0 0,0 1 0 0 0,0-1 0 0 0,0 1 0 0 0,0-1 0 0 0,0 0 0 0 0,0 1 0 0 0,0-1 0 0 0,0 1 0 0 0,0-1 0 0 0,1 0 0 0 0,-1 1 0 0 0,0-1 0 0 0,0 1 0 0 0,0-1 0 0 0,1 1 0 0 0,-1-1 0 0 0,0 1 0 0 0,1-1-1 0 0,-1 1 1 0 0,1-1 0 0 0,-1 1 0 0 0,0-1 0 0 0,2 0 0 0 0,17-5 772 0 0,29 8-960 0 0,-43-2 287 0 0,4 1-158 0 0,1 1 1 0 0,-1 0-1 0 0,1 0 0 0 0,13 6 0 0 0,-19-7-32 0 0,-1 1 0 0 0,0-1 0 0 0,0 1 0 0 0,1 0 0 0 0,-1 0-1 0 0,0 0 1 0 0,-1 0 0 0 0,1 0 0 0 0,0 0 0 0 0,-1 1-1 0 0,1 0 1 0 0,-1-1 0 0 0,0 1 0 0 0,0 0 0 0 0,3 5-1 0 0,0 6 59 0 0,-1 0 0 0 0,3 15 0 0 0,-5-18 23 0 0,1 0 0 0 0,0-1-1 0 0,0 1 1 0 0,8 14 0 0 0,-8-18-27 0 0,0 0 0 0 0,0 0 0 0 0,-1 1 0 0 0,0-1 1 0 0,0 1-1 0 0,-1-1 0 0 0,0 1 0 0 0,0-1 0 0 0,-1 1 0 0 0,0 0 0 0 0,0-1 0 0 0,-1 1 0 0 0,-2 14 1 0 0,-1-8 20 0 0,1 1 1 0 0,-2-1 0 0 0,0 0 0 0 0,-1 0-1 0 0,0 0 1 0 0,-10 13 0 0 0,14-24-66 0 0,-1-1 0 0 0,0 1-1 0 0,0-1 1 0 0,0 0 0 0 0,0 0 0 0 0,0 0 0 0 0,0 0 0 0 0,0-1-1 0 0,-1 1 1 0 0,1-1 0 0 0,-7 2 0 0 0,-6 3 150 0 0,15-5-150 0 0,0-1-1 0 0,0 1 1 0 0,-1-1 0 0 0,1 1-1 0 0,-1-1 1 0 0,1 0-1 0 0,0 1 1 0 0,-1-1 0 0 0,1 0-1 0 0,-1 0 1 0 0,1 0-1 0 0,-1 0 1 0 0,1 0 0 0 0,-1 0-1 0 0,1 0 1 0 0,0-1-1 0 0,-1 1 1 0 0,1 0 0 0 0,-1-1-1 0 0,1 1 1 0 0,0-1-1 0 0,-1 0 1 0 0,1 1 0 0 0,0-1-1 0 0,0 0 1 0 0,0 0-1 0 0,-1 0 1 0 0,1 0 0 0 0,0 0-1 0 0,-1-1 1 0 0,1 0-25 0 0,0 0 0 0 0,-1 0 1 0 0,1 0-1 0 0,0 0 0 0 0,0 0 1 0 0,1 0-1 0 0,-1 0 0 0 0,0-1 0 0 0,1 1 1 0 0,-1 0-1 0 0,1-1 0 0 0,0 1 1 0 0,0 0-1 0 0,0 0 0 0 0,0-1 1 0 0,0 1-1 0 0,0 0 0 0 0,2-5 0 0 0,-2 6 2 0 0,1-1 0 0 0,0 1 0 0 0,0 0 0 0 0,0 0-1 0 0,0-1 1 0 0,0 1 0 0 0,0 0 0 0 0,1 0 0 0 0,-1 0-1 0 0,0 0 1 0 0,1 0 0 0 0,-1 1 0 0 0,0-1 0 0 0,1 0-1 0 0,-1 0 1 0 0,4 0 0 0 0,24-8-3 0 0,-18 7 2 0 0,0 1 1 0 0,1 0-1 0 0,-1 0 1 0 0,1 1-1 0 0,-1 1 0 0 0,1 0 1 0 0,18 4-1 0 0,81 26 45 0 0,-39-9-18 0 0,-47-15-394 0 0,-7-2 543 0 0,0 0 1 0 0,24 2-1 0 0,-36-6-1131 0 0,1-1-1 0 0,0 0 0 0 0,0 0 0 0 0,0-1 0 0 0,12-2 1 0 0,-2-3-4625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28 451 8962 0 0,'0'0'596'0'0,"-26"12"5883"0"0,25-15-6438 0 0,1 1 0 0 0,0-1 0 0 0,0 0 0 0 0,0 0 0 0 0,0 0 1 0 0,1 0-1 0 0,-1 0 0 0 0,1 0 0 0 0,-1 1 0 0 0,1-1 0 0 0,2-4 0 0 0,-1-1 59 0 0,13-38 378 0 0,35-77 1 0 0,-7 20-225 0 0,-32 71-160 0 0,-6 16 76 0 0,0 0-1 0 0,2 1 1 0 0,0-1-1 0 0,17-26 1 0 0,-24 41-165 0 0,0 1 0 0 0,1-1 0 0 0,-1 1 0 0 0,0-1 0 0 0,1 1 0 0 0,-1-1 0 0 0,1 1 0 0 0,-1 0 0 0 0,1-1 0 0 0,-1 1 0 0 0,1 0 0 0 0,-1-1 0 0 0,1 1 1 0 0,-1 0-1 0 0,1 0 0 0 0,-1 0 0 0 0,1-1 0 0 0,0 1 0 0 0,-1 0 0 0 0,1 0 0 0 0,-1 0 0 0 0,1 0 0 0 0,0 0 0 0 0,-1 0 0 0 0,1 0 0 0 0,-1 0 0 0 0,1 0 0 0 0,0 0 0 0 0,-1 1 0 0 0,1-1 1 0 0,-1 0-1 0 0,1 0 0 0 0,-1 0 0 0 0,1 1 0 0 0,-1-1 0 0 0,1 0 0 0 0,-1 1 0 0 0,1-1 0 0 0,-1 0 0 0 0,1 1 0 0 0,-1-1 0 0 0,1 1 0 0 0,-1-1 0 0 0,0 1 0 0 0,1 0 0 0 0,16 25 84 0 0,-15-23-77 0 0,35 74 315 0 0,-26-52-182 0 0,0 0 1 0 0,22 31 0 0 0,-28-49-127 0 0,0 0 0 0 0,1-1 0 0 0,0 0 0 0 0,1 0 0 0 0,-1 0 0 0 0,1-1 0 0 0,0 0 0 0 0,0 0 0 0 0,1-1 0 0 0,-1 0 0 0 0,13 5 0 0 0,5 6-2148 0 0,-17-12-823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40 159 2048 0 0,'0'0'726'0'0,"0"-15"5118"0"0,0-2-3540 0 0,0-109 2221 0 0,0 125-4446 0 0,-10 16 412 0 0,2 17-279 0 0,1 1 1 0 0,2-1 0 0 0,0 1 0 0 0,2 33-1 0 0,1 20-2407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84 2585 0 0,'-6'-15'3602'0'0,"-11"-48"1331"0"0,13 57-3287 0 0,2 9-680 0 0,-2 21-430 0 0,2 37-533 0 0,17 224 475 0 0,-3-97-310 0 0,-7-68 154 0 0,-14 169 1 0 0,4-147 777 0 0,5-139-1066 0 0,-6 3-3899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0 4937 0 0,'-47'3'2584'0'0,"1"2"0"0"0,1 2 0 0 0,-70 19 0 0 0,95-17-1311 0 0,19-3-949 0 0,13-1-166 0 0,10-2-45 0 0,1-1-1 0 0,-1-1 1 0 0,1 0 0 0 0,31-5 0 0 0,93-18 229 0 0,-89 11-236 0 0,-22 5-55 0 0,65-2 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13 4929 0 0,'0'0'148'0'0,"-20"-12"7506"0"0,18 12-7502 0 0,1 0 0 0 0,0 0 0 0 0,-1 1 0 0 0,1-1 0 0 0,0 1 0 0 0,-1-1 0 0 0,1 1 0 0 0,0 0 0 0 0,0-1 0 0 0,-1 1 0 0 0,1 0 0 0 0,0 0 0 0 0,0 0 0 0 0,0 0 0 0 0,0 0 0 0 0,0 0 0 0 0,0 0 0 0 0,0 0 0 0 0,1 0 0 0 0,-2 2 0 0 0,-15 29-37 0 0,13-22 74 0 0,-3 6-144 0 0,1 0 0 0 0,1 1 0 0 0,0-1-1 0 0,1 1 1 0 0,1 0 0 0 0,0 0-1 0 0,2 1 1 0 0,0 21 0 0 0,3 18 30 0 0,12 66 0 0 0,0 2 29 0 0,1 58 446 0 0,5 158 255 0 0,-20-314-753 0 0,1 0 1 0 0,1-1-1 0 0,1 1 1 0 0,11 46-1 0 0,-13-66-41 0 0,-1-6-20 0 0,0-1-1 0 0,0 1 1 0 0,0 0-1 0 0,0-1 1 0 0,0 1-1 0 0,0 0 1 0 0,0-1-1 0 0,0 1 1 0 0,0 0-1 0 0,1-1 1 0 0,-1 1-1 0 0,0 0 1 0 0,0-1-1 0 0,1 1 1 0 0,-1 0-1 0 0,0-1 1 0 0,1 1-1 0 0,-1-1 1 0 0,1 1-1 0 0,-1-1 1 0 0,0 1-1 0 0,1-1 1 0 0,-1 1 0 0 0,1-1-1 0 0,0 1 1 0 0,-1-1-1 0 0,1 1 1 0 0,0-8-5463 0 0,-1 2 2355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20 172 7194 0 0,'0'0'656'0'0,"-17"-22"4277"0"0,17 21-4698 0 0,-1-1 1 0 0,1 0 0 0 0,-1 1 0 0 0,1-1-1 0 0,0 0 1 0 0,-1 1 0 0 0,1-1-1 0 0,0 0 1 0 0,0 1 0 0 0,0-1-1 0 0,0 0 1 0 0,1 1 0 0 0,0-4-1 0 0,-1 5-196 0 0,0 0 0 0 0,0 0-1 0 0,0 0 1 0 0,0 0-1 0 0,0-1 1 0 0,0 1-1 0 0,0 0 1 0 0,0 0 0 0 0,0 0-1 0 0,0-1 1 0 0,0 1-1 0 0,1 0 1 0 0,-1 0-1 0 0,0 0 1 0 0,0 0 0 0 0,0 0-1 0 0,0-1 1 0 0,0 1-1 0 0,0 0 1 0 0,1 0 0 0 0,-1 0-1 0 0,0 0 1 0 0,0 0-1 0 0,0 0 1 0 0,1 0-1 0 0,-1 0 1 0 0,0 0 0 0 0,0-1-1 0 0,0 1 1 0 0,0 0-1 0 0,1 0 1 0 0,-1 0-1 0 0,0 0 1 0 0,0 0 0 0 0,0 0-1 0 0,1 0 1 0 0,-1 0-1 0 0,0 1 1 0 0,10 11 626 0 0,1 7-531 0 0,2 0 0 0 0,0-1 0 0 0,20 21 0 0 0,-9-9-39 0 0,-16-22-38 0 0,0-1 0 0 0,0 0 0 0 0,0 0 0 0 0,1 0 1 0 0,0-1-1 0 0,1-1 0 0 0,10 6 0 0 0,-19-11-48 0 0,0 1 0 0 0,0 0 0 0 0,0-1-1 0 0,0 0 1 0 0,1 1 0 0 0,-1-1 0 0 0,0 0 0 0 0,0 1 0 0 0,1-1-1 0 0,-1 0 1 0 0,0 0 0 0 0,0 0 0 0 0,1 0 0 0 0,-1 0 0 0 0,0 0-1 0 0,0-1 1 0 0,1 1 0 0 0,-1 0 0 0 0,0-1 0 0 0,0 1 0 0 0,0-1-1 0 0,0 1 1 0 0,1-1 0 0 0,-1 1 0 0 0,0-1 0 0 0,0 0-1 0 0,0 0 1 0 0,0 1 0 0 0,0-1 0 0 0,-1 0 0 0 0,1 0 0 0 0,0 0-1 0 0,0 0 1 0 0,0 0 0 0 0,-1 0 0 0 0,2-2 0 0 0,1-4 1 0 0,1 0 1 0 0,-1 0-1 0 0,0-1 1 0 0,3-12-1 0 0,-3 7 39 0 0,9-22 8 0 0,-5 16-41 0 0,0-1 0 0 0,6-37 1 0 0,-12 51-7 0 0,1-1 1 0 0,0 1 0 0 0,0-1 0 0 0,0 1 0 0 0,1 0 0 0 0,0 0 0 0 0,5-7 0 0 0,10-25 24 0 0,-12 24-4628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142 153 5345 0 0,'-5'-1'358'0'0,"0"0"0"0"0,0 0 0 0 0,0-1 0 0 0,0 0 0 0 0,1 0 0 0 0,-9-4-1 0 0,-8-4 558 0 0,-4 1 146 0 0,19 6-393 0 0,1 1 0 0 0,-1-1 0 0 0,0 1 0 0 0,0 1 0 0 0,0-1 0 0 0,-12 0 412 0 0,37-1 188 0 0,38-12-775 0 0,1 3 0 0 0,101-8 0 0 0,-46 18-322 0 0,-62 2 37 0 0,0-2 1 0 0,0-2 0 0 0,0-2-1 0 0,52-13 1 0 0,-84 13-85 0 0,-10 3 15 0 0,1 0 0 0 0,-1 1 0 0 0,1 0 0 0 0,17-1 0 0 0,-20 2-342 0 0,4 0 1215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3633 0 0,'-52'3'6547'0'0,"49"-2"-6137"0"0,-1-1 1 0 0,0 1-1 0 0,1 0 0 0 0,-1 0 0 0 0,1 0 0 0 0,-1 1 1 0 0,1-1-1 0 0,0 1 0 0 0,0 0 0 0 0,0 0 0 0 0,0 0 0 0 0,-4 2 1 0 0,7-3-388 0 0,0-1 1 0 0,0 0-1 0 0,0 0 1 0 0,0 0 0 0 0,0 0-1 0 0,0 0 1 0 0,0 0-1 0 0,0 0 1 0 0,-1 0-1 0 0,1 0 1 0 0,0 0 0 0 0,0 1-1 0 0,0-1 1 0 0,0 0-1 0 0,0 0 1 0 0,0 0 0 0 0,0 0-1 0 0,0 0 1 0 0,0 0-1 0 0,0 0 1 0 0,0 1-1 0 0,0-1 1 0 0,0 0 0 0 0,0 0-1 0 0,0 0 1 0 0,0 0-1 0 0,0 0 1 0 0,0 0-1 0 0,0 1 1 0 0,0-1 0 0 0,0 0-1 0 0,0 0 1 0 0,0 0-1 0 0,0 0 1 0 0,0 0 0 0 0,0 0-1 0 0,0 1 1 0 0,0-1-1 0 0,0 0 1 0 0,0 0-1 0 0,0 0 1 0 0,0 0 0 0 0,1 0-1 0 0,-1 0 1 0 0,0 0-1 0 0,0 0 1 0 0,0 1 0 0 0,0-1-1 0 0,0 0 1 0 0,0 0-1 0 0,0 0 1 0 0,0 0-1 0 0,1 0 1 0 0,-1 0 0 0 0,0 0-1 0 0,0 0 1 0 0,0 0-1 0 0,0 0 1 0 0,0 0-1 0 0,0 0 1 0 0,1 0 0 0 0,-1 0-1 0 0,0 0 1 0 0,0 0-1 0 0,0 0 1 0 0,12 1 303 0 0,-9-1-314 0 0,208-10 870 0 0,4 0-5025 0 0,-211 10 1777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12875 0 0,'-18'1'1683'0'0,"9"2"-1338"0"0,9-3-333 0 0,0 0 0 0 0,0 0 0 0 0,0 0 0 0 0,-1 0 0 0 0,1 0-1 0 0,0 0 1 0 0,0 0 0 0 0,0 0 0 0 0,0 0 0 0 0,0 1 0 0 0,0-1 0 0 0,0 0 0 0 0,0 0-1 0 0,0 0 1 0 0,0 0 0 0 0,-1 0 0 0 0,1 0 0 0 0,0 0 0 0 0,0 0 0 0 0,0 0-1 0 0,0 1 1 0 0,0-1 0 0 0,0 0 0 0 0,0 0 0 0 0,0 0 0 0 0,0 0 0 0 0,0 0 0 0 0,0 0-1 0 0,0 0 1 0 0,0 1 0 0 0,0-1 0 0 0,0 0 0 0 0,0 0 0 0 0,0 0 0 0 0,0 0 0 0 0,0 0-1 0 0,0 0 1 0 0,0 0 0 0 0,0 0 0 0 0,0 1 0 0 0,0-1 0 0 0,0 0 0 0 0,1 0 0 0 0,-1 0-1 0 0,0 0 1 0 0,0 0 0 0 0,0 0 0 0 0,0 0 0 0 0,0 0 0 0 0,0 0 0 0 0,3 1 29 0 0,0 0-1 0 0,0 0 1 0 0,0-1 0 0 0,0 1 0 0 0,0-1 0 0 0,0 0 0 0 0,0 0 0 0 0,4 0 0 0 0,1 0 16 0 0,72 4-857 0 0,115-7 0 0 0,-164 0-2748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202 334 2048 0 0,'0'0'-76'0'0,"-7"-14"2197"0"0,-11-56 1043 0 0,13 49-1721 0 0,0 0-1 0 0,-2 0 1 0 0,-11-28 0 0 0,17 48-1401 0 0,1 1 0 0 0,-1-1 1 0 0,1 0-1 0 0,-1 1 0 0 0,1-1 0 0 0,-1 1 0 0 0,0-1 1 0 0,1 1-1 0 0,-1-1 0 0 0,0 1 0 0 0,1-1 0 0 0,-1 1 0 0 0,0-1 1 0 0,0 1-1 0 0,1 0 0 0 0,-1 0 0 0 0,0-1 0 0 0,0 1 0 0 0,0 0 1 0 0,1 0-1 0 0,-1 0 0 0 0,0 0 0 0 0,0 0 0 0 0,0 0 1 0 0,0 0-1 0 0,1 0 0 0 0,-1 0 0 0 0,0 0 0 0 0,0 0 0 0 0,0 1 1 0 0,1-1-1 0 0,-1 0 0 0 0,0 1 0 0 0,0-1 0 0 0,0 1 0 0 0,-2 0-12 0 0,1 0-1 0 0,0 0 1 0 0,0 1-1 0 0,-1-1 0 0 0,1 1 1 0 0,0-1-1 0 0,0 1 1 0 0,1 0-1 0 0,-1 0 0 0 0,-2 3 1 0 0,-3 9 52 0 0,1-1 1 0 0,0 2-1 0 0,1-1 1 0 0,-5 24-1 0 0,-5 16 146 0 0,5-16-65 0 0,8-30-146 0 0,0 1-1 0 0,0-1 1 0 0,-1 0-1 0 0,-4 10 0 0 0,4-11-10 0 0,0 0 0 0 0,1 1 0 0 0,0-1 0 0 0,0 0 0 0 0,1 1 0 0 0,0-1 0 0 0,1 1 0 0 0,-1-1 0 0 0,1 1 0 0 0,1-1 0 0 0,-1 1 0 0 0,1-1 0 0 0,1 1 0 0 0,-1-1 0 0 0,1 0 0 0 0,1 1 0 0 0,-1-1 0 0 0,1 0 0 0 0,7 12 0 0 0,-7-17 10 0 0,-1 0-1 0 0,1 0 1 0 0,-1 0-1 0 0,1 0 1 0 0,0 0-1 0 0,0-1 1 0 0,-1 1-1 0 0,2-1 1 0 0,3 2-1 0 0,10 4 56 0 0,-14-5-50 0 0,1 0 1 0 0,0 0 0 0 0,0-1-1 0 0,0 0 1 0 0,0 0 0 0 0,0 0-1 0 0,0 0 1 0 0,0-1 0 0 0,0 1-1 0 0,0-1 1 0 0,1 0 0 0 0,-1 0-1 0 0,0-1 1 0 0,0 1 0 0 0,0-1-1 0 0,0 0 1 0 0,0 0 0 0 0,0 0-1 0 0,0-1 1 0 0,0 0 0 0 0,0 1-1 0 0,-1-1 1 0 0,1 0 0 0 0,-1-1-1 0 0,1 1 1 0 0,-1-1 0 0 0,0 1-1 0 0,0-1 1 0 0,0 0 0 0 0,0 0-1 0 0,0 0 1 0 0,-1-1 0 0 0,1 1-1 0 0,-1-1 1 0 0,0 1 0 0 0,3-8-1 0 0,9-17 154 0 0,-2-1 1 0 0,0-1-1 0 0,-2 0 0 0 0,-1-1 0 0 0,7-51 0 0 0,-14 71-105 0 0,0 1 1 0 0,1-1-1 0 0,6-16 0 0 0,-5 19-16 0 0,-2-1 0 0 0,1 1 1 0 0,-1 0-1 0 0,0-1 0 0 0,0 0 0 0 0,-1 1 1 0 0,0-11-1 0 0,-2 9 22 0 0,0 1 1 0 0,0-1-1 0 0,-1 0 0 0 0,0 1 1 0 0,0 0-1 0 0,-1-1 0 0 0,-1 1 1 0 0,0 0-1 0 0,0 1 0 0 0,0-1 1 0 0,-9-11-1 0 0,12 19-73 0 0,-1-1-1 0 0,1 1 0 0 0,-1 0 1 0 0,0-1-1 0 0,0 1 0 0 0,1 0 1 0 0,-1 0-1 0 0,0 0 0 0 0,0 1 1 0 0,0-1-1 0 0,0 0 0 0 0,0 1 1 0 0,0-1-1 0 0,0 1 1 0 0,-3 0-1 0 0,-16-7 0 0 0,17 5-66 0 0,1 0 0 0 0,-1 0 0 0 0,0 1 0 0 0,0-1 0 0 0,1 1 0 0 0,-1 0 0 0 0,0 0 0 0 0,0 0 0 0 0,-1 0 0 0 0,1 1 0 0 0,0 0 0 0 0,0 0-1 0 0,0 0 1 0 0,0 0 0 0 0,0 1 0 0 0,0-1 0 0 0,0 1 0 0 0,0 0 0 0 0,0 0 0 0 0,0 0 0 0 0,0 1 0 0 0,0 0 0 0 0,1 0 0 0 0,-1 0 0 0 0,1 0 0 0 0,-1 0 0 0 0,1 0 0 0 0,0 1 0 0 0,0 0 0 0 0,0 0-1 0 0,-5 5 1 0 0,2 1-821 0 0,0 1-1 0 0,0 0 1 0 0,0 0-1 0 0,1 0 1 0 0,1 1-1 0 0,0-1 1 0 0,0 1-1 0 0,1 0 1 0 0,1 0-1 0 0,-2 15 1 0 0,2-6-2092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3137 0 0,'4'-6'8166'0'0,"4"-5"-4524"0"0,-4 12-3563 0 0,-1 1 0 0 0,0 0 1 0 0,-1 0-1 0 0,1 0 1 0 0,0 0-1 0 0,0 0 1 0 0,-1 0-1 0 0,1 0 1 0 0,-1 1-1 0 0,0 0 1 0 0,0-1-1 0 0,0 1 1 0 0,4 6-1 0 0,19 46 197 0 0,-14-31-96 0 0,8 15 135 0 0,43 64-1 0 0,-61-101-403 0 0,0-1 1 0 0,1 1-1 0 0,-1-1 0 0 0,0 1 0 0 0,1-1 0 0 0,-1 0 0 0 0,1 0 0 0 0,0 1 0 0 0,-1-1 0 0 0,1 0 0 0 0,0-1 1 0 0,3 3-1 0 0,7 2-2303 0 0,-5-1 231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32 8234 0 0,'0'0'3464'0'0,"11"-15"-2030"0"0,-6 12-1469 0 0,-1 1 133 0 0,1 0 0 0 0,-1 0 1 0 0,0 0-1 0 0,1 1 0 0 0,-1-1 1 0 0,6 0-1 0 0,-9 2-68 0 0,0 0-1 0 0,1 0 1 0 0,-1 0-1 0 0,0 0 1 0 0,1 0-1 0 0,-1 0 1 0 0,0 1-1 0 0,1-1 1 0 0,-1 0-1 0 0,0 1 1 0 0,0-1-1 0 0,1 1 1 0 0,-1-1-1 0 0,0 1 1 0 0,0 0-1 0 0,0 0 1 0 0,0-1-1 0 0,0 1 1 0 0,0 0-1 0 0,0 0 1 0 0,0 0-1 0 0,0 0 1 0 0,0 0-1 0 0,0 0 1 0 0,-1 0-1 0 0,1 0 1 0 0,1 3-1 0 0,1 2 3 0 0,0 1-1 0 0,0 0 1 0 0,-1 0-1 0 0,0 0 1 0 0,0 1 0 0 0,-1-1-1 0 0,0 0 1 0 0,0 1-1 0 0,-1-1 1 0 0,0 1 0 0 0,0-1-1 0 0,0 1 1 0 0,-1-1-1 0 0,0 0 1 0 0,-1 1-1 0 0,0-1 1 0 0,0 0 0 0 0,-6 13-1 0 0,-4 6 255 0 0,-1-1-1 0 0,-2 0 1 0 0,-26 34-1 0 0,36-51-145 0 0,1-4 681 0 0,-6 10-351 0 0,10-14-463 0 0,-1 0 0 0 0,1 0 0 0 0,0 0 0 0 0,0 0 0 0 0,0 1 0 0 0,0-1 1 0 0,0 0-1 0 0,0 0 0 0 0,0 0 0 0 0,0 0 0 0 0,0 1 0 0 0,0-1 0 0 0,0 0 1 0 0,0 0-1 0 0,0 0 0 0 0,0 0 0 0 0,0 1 0 0 0,0-1 0 0 0,0 0 0 0 0,0 0 1 0 0,0 0-1 0 0,0 1 0 0 0,0-1 0 0 0,0 0 0 0 0,0 0 0 0 0,0 0 0 0 0,0 0 1 0 0,0 1-1 0 0,1-1 0 0 0,-1 0 0 0 0,0 0 0 0 0,0 0 0 0 0,0 0 0 0 0,0 0 1 0 0,0 0-1 0 0,0 1 0 0 0,1-1 0 0 0,-1 0 0 0 0,0 0 0 0 0,0 0 0 0 0,0 0 1 0 0,0 0-1 0 0,1 0 0 0 0,-1 0 0 0 0,0 0 0 0 0,0 0 0 0 0,0 0 0 0 0,0 0 1 0 0,1 0-1 0 0,-1 0 0 0 0,0 0 0 0 0,0 0 0 0 0,0 0 0 0 0,1 0 0 0 0,-1 0 1 0 0,0 0-1 0 0,0 0 0 0 0,0 0 0 0 0,0 0 0 0 0,1 0 0 0 0,-1 0 0 0 0,0 0 1 0 0,0 0-1 0 0,0 0 0 0 0,0 0 0 0 0,1 0 0 0 0,-1-1 0 0 0,32-4-767 0 0,-1-2 0 0 0,56-19 0 0 0,-73 20-2082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5 5521 0 0,'0'0'524'0'0,"-17"1"1173"0"0,-8 2 181 0 0,0-2 0 0 0,-38-2 0 0 0,14 0 173 0 0,48 1-2030 0 0,0-1-1 0 0,1 1 0 0 0,-1 0 1 0 0,1 0-1 0 0,-1 0 1 0 0,1 0-1 0 0,-1 0 0 0 0,0 0 1 0 0,1 0-1 0 0,-1 0 0 0 0,1 1 1 0 0,-1-1-1 0 0,1 0 1 0 0,-1 0-1 0 0,0 0 0 0 0,1 1 1 0 0,-1-1-1 0 0,1 0 1 0 0,-1 0-1 0 0,1 1 0 0 0,-1-1 1 0 0,1 0-1 0 0,0 1 0 0 0,-1-1 1 0 0,1 1-1 0 0,-1-1 1 0 0,1 1-1 0 0,0-1 0 0 0,-1 1 1 0 0,1-1-1 0 0,0 1 1 0 0,0-1-1 0 0,-1 1 0 0 0,1-1 1 0 0,0 1-1 0 0,0-1 0 0 0,-1 2 1 0 0,2-2-12 0 0,-1 1 1 0 0,0 0 0 0 0,1 0 0 0 0,-1-1-1 0 0,0 1 1 0 0,1 0 0 0 0,-1 0-1 0 0,1-1 1 0 0,-1 1 0 0 0,1-1-1 0 0,-1 1 1 0 0,1 0 0 0 0,0-1 0 0 0,-1 1-1 0 0,1-1 1 0 0,0 1 0 0 0,-1-1-1 0 0,1 1 1 0 0,0-1 0 0 0,0 0-1 0 0,-1 1 1 0 0,1-1 0 0 0,0 0-1 0 0,0 0 1 0 0,0 0 0 0 0,1 1 0 0 0,34 5 62 0 0,0-2 0 0 0,1-1 0 0 0,45-3 0 0 0,111-16 127 0 0,-44 3-161 0 0,-58 5 76 0 0,55-1 1698 0 0,-135 11-1594 0 0,2-1-4016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20 230 32 0 0,'0'0'4153'0'0,"3"-26"540"0"0,-2 13-4002 0 0,1 0 1 0 0,0 1-1 0 0,0 0 1 0 0,5-14-1 0 0,5-25 333 0 0,-8-1-2 0 0,-3 31-355 0 0,-1 17-273 0 0,0 8 47 0 0,-11 118 44 0 0,-1 66 217 0 0,12-31-196 0 0,11-238-39 0 0,-5 7-407 0 0,3-54 44 0 0,-8 100-108 0 0,-1 14 28 0 0,1-1 0 0 0,-2 1 0 0 0,0 0 0 0 0,0 0 0 0 0,-6-20 0 0 0,7 33-23 0 0,0 1 0 0 0,0 0 0 0 0,0 0 0 0 0,1 0 0 0 0,-1-1 0 0 0,-1 1 0 0 0,1 0 0 0 0,0 0 0 0 0,0-1 0 0 0,0 1 0 0 0,0 0 0 0 0,0 0 0 0 0,0-1 0 0 0,0 1 0 0 0,0 0 0 0 0,0 0 0 0 0,0-1 0 0 0,0 1 0 0 0,-1 0 0 0 0,1 0 0 0 0,0 0 0 0 0,0 0 0 0 0,0-1 0 0 0,0 1 0 0 0,-1 0 0 0 0,1 0 0 0 0,0 0 0 0 0,0 0 0 0 0,0-1 0 0 0,-1 1 0 0 0,1 0 0 0 0,0 0 0 0 0,0 0 0 0 0,-1 0 0 0 0,1 0 0 0 0,0 0 0 0 0,0 0 0 0 0,-1 0 0 0 0,1 0 0 0 0,0 0 0 0 0,0 0 0 0 0,-1 0 0 0 0,1 0 0 0 0,-6 12 76 0 0,-2 31 59 0 0,7-35-125 0 0,-10 44-350 0 0,6-31-140 0 0,1 0 1 0 0,0 0-1 0 0,2 1 0 0 0,0 41 0 0 0,7-42-4615 0 0,-4-14 2300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34 287 3625 0 0,'0'0'913'0'0,"-11"0"5782"0"0,-11 0-2485 0 0,210-9-1934 0 0,6 1-2395 0 0,-154 8 170 0 0,17 1-36 0 0,1-3 1 0 0,105-16-1 0 0,-103 8 14 0 0,93-6 0 0 0,62 13 35 0 0,-191 3-71 0 0,28-2 50 0 0,86-13 1 0 0,49-22 10 0 0,-87 15-34 0 0,-87 20 4 0 0,30-7 23 0 0,0 1 0 0 0,75-2 1 0 0,-83 9-8 0 0,-1-3 1 0 0,58-12 0 0 0,-82 14-46 0 0,18-2 51 0 0,52-1 0 0 0,-56 5-20 0 0,-1-2 0 0 0,1 0 0 0 0,30-8 0 0 0,-14 0-3 0 0,-1 2 0 0 0,1 2 0 0 0,1 2 0 0 0,47 0 0 0 0,-79 3-22 0 0,1 0 0 0 0,-1-1 0 0 0,1 0 0 0 0,-1 0 0 0 0,0-1 0 0 0,11-5 0 0 0,-11 5 8 0 0,0-1 1 0 0,1 1-1 0 0,-1 1 1 0 0,0 0-1 0 0,1 0 0 0 0,12 0 1 0 0,-5 1 63 0 0,24 1 67 0 0,-39 0-125 0 0,0 0 0 0 0,-1 0-1 0 0,1 1 1 0 0,-1-1 0 0 0,1 1 0 0 0,0-1 0 0 0,-1 1 0 0 0,1-1-1 0 0,-1 1 1 0 0,0 0 0 0 0,1 0 0 0 0,-1-1 0 0 0,1 1-1 0 0,-1 0 1 0 0,0 1 0 0 0,0-1 0 0 0,0 0 0 0 0,0 0-1 0 0,0 0 1 0 0,2 3 0 0 0,-3 0-1241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47 8042 0 0,'0'0'98'0'0,"-8"-33"5786"0"0,8 33-5790 0 0,-1-1 0 0 0,1 0 0 0 0,0 0 0 0 0,0 0 0 0 0,-1 0 0 0 0,1 0 0 0 0,0 0 0 0 0,-1 1 0 0 0,1-1 0 0 0,-1 0 0 0 0,1 0 0 0 0,-1 1 0 0 0,1-1 0 0 0,-1 0 0 0 0,0 0 0 0 0,0 0 0 0 0,0 1-67 0 0,1 1 0 0 0,0-1 0 0 0,-1 0-1 0 0,1 0 1 0 0,0 1 0 0 0,-1-1 0 0 0,1 0 0 0 0,0 0 0 0 0,0 1 0 0 0,-1-1 0 0 0,1 0 0 0 0,0 1 0 0 0,0-1 0 0 0,0 0 0 0 0,-1 1 0 0 0,1-1 0 0 0,0 1 0 0 0,0-1 0 0 0,0 0 0 0 0,0 1 0 0 0,0-1 0 0 0,0 1 0 0 0,0-1 0 0 0,0 1 0 0 0,-4 38 110 0 0,4-33-62 0 0,-4 315 792 0 0,5-187-3052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18 278 520 0 0,'0'0'5623'0'0,"-6"-1"-1819"0"0,-5-4-2245 0 0,11-242 2662 0 0,1 222-2896 0 0,-1 44-625 0 0,2 10-685 0 0,1 0 1 0 0,8 36-1 0 0,4 33 4 0 0,13 139 69 0 0,-2-19-44 0 0,-20-92 170 0 0,-6-71-2664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81 2048 0 0,'0'-73'9338'0'0,"0"72"-9300"0"0,0 1-1 0 0,0 0 0 0 0,0 0 0 0 0,0-1 1 0 0,0 1-1 0 0,0 0 0 0 0,0 0 0 0 0,0-1 0 0 0,0 1 1 0 0,0 0-1 0 0,0-1 0 0 0,-1 1 0 0 0,1 0 1 0 0,0 0-1 0 0,0-1 0 0 0,0 1 0 0 0,0 0 1 0 0,0 0-1 0 0,-1 0 0 0 0,1-1 0 0 0,0 1 0 0 0,0 0 1 0 0,0 0-1 0 0,-1 0 0 0 0,1 0 0 0 0,0-1 1 0 0,0 1-1 0 0,-1 0 0 0 0,1 0 0 0 0,0 0 0 0 0,0 0 1 0 0,-1 0-1 0 0,1 0 0 0 0,0 0 0 0 0,0 0 1 0 0,-1 0-1 0 0,1-1 0 0 0,0 1 0 0 0,-1 0 1 0 0,1 0-1 0 0,0 1 0 0 0,0-1 0 0 0,-1 0 0 0 0,1 0 1 0 0,0 0-1 0 0,0 0 0 0 0,-1 0 0 0 0,1 0 1 0 0,0 0-1 0 0,-1 0 0 0 0,1 0 0 0 0,0 1 0 0 0,0-1 1 0 0,0 0-1 0 0,-1 0 0 0 0,1 0 0 0 0,0 0 1 0 0,0 1-1 0 0,0-1 0 0 0,-1 0 0 0 0,1 0 1 0 0,0 1-1 0 0,0-1 0 0 0,0 0 0 0 0,0 0 0 0 0,0 1 1 0 0,0-1-1 0 0,-1 0 0 0 0,1 1 0 0 0,-6 25 161 0 0,1 1 0 0 0,2 0 0 0 0,0 0 0 0 0,2 0 0 0 0,2 39 0 0 0,0-18 68 0 0,8 317 1858 0 0,-9-284-1836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74 4785 0 0,'0'0'1550'0'0,"-9"0"3549"0"0,-11 0-2214 0 0,258-19 77 0 0,-10-2-2486 0 0,-131 17-295 0 0,124-9 701 0 0,-218 12-1247 0 0,26-3 1692 0 0,-16 0-2073 0 0,-8-4-3523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 12339 0 0,'-72'-7'3060'0'0,"53"4"-1317"0"0,51 3-1719 0 0,-1 2 111 0 0,6-1 100 0 0,0 2-1 0 0,0 1 1 0 0,0 2 0 0 0,54 15 0 0 0,-90-20-187 0 0,1 0 0 0 0,0-1 0 0 0,0 1 1 0 0,0 0-1 0 0,-1 0 0 0 0,1 0 1 0 0,0 0-1 0 0,-1 0 0 0 0,1 1 0 0 0,-1-1 1 0 0,1 0-1 0 0,-1 1 0 0 0,0-1 0 0 0,0 1 1 0 0,0 0-1 0 0,1-1 0 0 0,-2 1 0 0 0,1 0 1 0 0,0-1-1 0 0,0 1 0 0 0,0 0 1 0 0,-1 0-1 0 0,1 0 0 0 0,-1 0 0 0 0,1 0 1 0 0,-1 0-1 0 0,0 0 0 0 0,0 0 0 0 0,0 0 1 0 0,0-1-1 0 0,0 1 0 0 0,-1 3 0 0 0,0-1-36 0 0,1-1 0 0 0,-1 0 0 0 0,0 1-1 0 0,-1-1 1 0 0,1 0 0 0 0,-1 0 0 0 0,1 0-1 0 0,-1 0 1 0 0,0 0 0 0 0,0-1 0 0 0,0 1-1 0 0,0 0 1 0 0,-1-1 0 0 0,1 0 0 0 0,-1 1-1 0 0,1-1 1 0 0,-6 3 0 0 0,-18 9-146 0 0,-60 33 197 0 0,26-21-3655 0 0,56-20-1750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5401 0 0,'0'0'4297'0'0,"-7"0"1774"0"0,-8 0-3978 0 0,13 2-1993 0 0,-1-1-1 0 0,1 1 0 0 0,0-1 0 0 0,0 1 0 0 0,0 0 0 0 0,0 0 1 0 0,0 0-1 0 0,0 0 0 0 0,1 0 0 0 0,-1 1 0 0 0,1-1 0 0 0,-1 0 1 0 0,1 1-1 0 0,0-1 0 0 0,0 1 0 0 0,0 0 0 0 0,0-1 0 0 0,1 1 1 0 0,-1 4-1 0 0,-2 10 101 0 0,-2 34-1 0 0,3-31-61 0 0,1-10-92 0 0,-1 1-1 0 0,-1-1 1 0 0,0 0-1 0 0,-7 16 1 0 0,5-14-17 0 0,1 0 1 0 0,0 1-1 0 0,-2 12 0 0 0,-25 323 226 0 0,28-293-240 0 0,0-4 20 0 0,3 1 0 0 0,2-1 0 0 0,2 0 0 0 0,13 63 0 0 0,-13-94-667 0 0,7 40 1717 0 0,-8-19-8956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12091 0 0,'14'1'4762'0'0,"21"0"-3877"0"0,35-3 0 0 0,-2-11 15 0 0,94-28 0 0 0,22-5-535 0 0,-130 33-322 0 0,-38 9 32 0 0,-1 0 1 0 0,1 1 0 0 0,0 0 0 0 0,17 0 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12819 0 0,'-2'0'4113'0'0,"76"-4"-4846"0"0,-71 4-1215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84 4305 0 0,'0'0'6503'0'0,"-10"0"-2163"0"0,-11 0-2760 0 0,20 0-1504 0 0,0 1 0 0 0,0 0 0 0 0,0-1 0 0 0,0 1 0 0 0,0 0 0 0 0,0-1 0 0 0,0 1 0 0 0,0 0 0 0 0,0 0 0 0 0,1 0 0 0 0,-1 0 0 0 0,0 0 0 0 0,0 0 0 0 0,1 0 0 0 0,-1 0 0 0 0,0 2 0 0 0,1-2-61 0 0,0-1 0 0 0,0 1 0 0 0,0-1 0 0 0,0 1 1 0 0,0 0-1 0 0,0-1 0 0 0,1 1 0 0 0,-1-1 0 0 0,0 1 0 0 0,0-1 1 0 0,1 1-1 0 0,-1-1 0 0 0,0 1 0 0 0,1-1 0 0 0,-1 1 1 0 0,0-1-1 0 0,1 1 0 0 0,-1-1 0 0 0,1 0 0 0 0,-1 1 1 0 0,1-1-1 0 0,-1 0 0 0 0,1 1 0 0 0,-1-1 0 0 0,1 0 0 0 0,-1 0 1 0 0,1 1-1 0 0,-1-1 0 0 0,1 0 0 0 0,-1 0 0 0 0,1 0 1 0 0,-1 0-1 0 0,1 0 0 0 0,0 0 0 0 0,-1 0 0 0 0,1 0 1 0 0,-1 0-1 0 0,2 0 0 0 0,33 2 200 0 0,0-1 0 0 0,-1-2 0 0 0,1-1 0 0 0,65-14 0 0 0,-13 3-74 0 0,29 0 43 0 0,-37 6 69 0 0,-1-4 1 0 0,78-21-1 0 0,-147 29 59 0 0,-6 3-227 0 0,0-1-1 0 0,0 0 1 0 0,-1 0 0 0 0,1 0 0 0 0,0 0-1 0 0,0 0 1 0 0,-1-1 0 0 0,1 1-1 0 0,0-1 1 0 0,-1 0 0 0 0,4-2 0 0 0,-4 4 49 0 0,-3 5-104 0 0,-5 8-30 0 0,5-12 28 0 0,0 1 1 0 0,0-1-1 0 0,1 1 1 0 0,-1-1-1 0 0,0 1 1 0 0,1-1-1 0 0,-1 1 1 0 0,1-1-1 0 0,-1 1 1 0 0,1 0-1 0 0,0-1 1 0 0,0 1-1 0 0,0 0 1 0 0,0 1-1 0 0,-3 14-1188 0 0,-4-10-3386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388 483 3497 0 0,'-2'-116'4952'0'0,"-16"-152"-700"0"0,12 228-3190 0 0,4 30-433 0 0,0 0-1 0 0,1 0 0 0 0,0-18 1 0 0,0 30-597 0 0,-1 0 0 0 0,1 0 0 0 0,0 0 0 0 0,1 0 0 0 0,-1 0 0 0 0,0 1 0 0 0,0-1 0 0 0,1 0 0 0 0,0 1 0 0 0,-1-1 0 0 0,1 0 0 0 0,0 5 1 0 0,0-4 3 0 0,-11 112 192 0 0,4 139 1 0 0,6-116-199 0 0,1-61-21 0 0,0-21 131 0 0,-8 67 0 0 0,1-86 109 0 0,-1-1 0 0 0,-17 42 0 0 0,-7 27 138 0 0,28-84-358 0 0,3-13 86 0 0,0 0 0 0 0,-1 0 0 0 0,-5 14 0 0 0,5-20-87 0 0,1-1-1 0 0,0 1 0 0 0,-1-1 0 0 0,1 1 0 0 0,-1-1 1 0 0,0 1-1 0 0,1-1 0 0 0,-1 0 0 0 0,0 0 0 0 0,0 0 1 0 0,0 0-1 0 0,0 0 0 0 0,0-1 0 0 0,0 1 0 0 0,0 0 1 0 0,-3 0-1 0 0,-45 6 34 0 0,22-3 9 0 0,3 1 91 0 0,14-4-122 0 0,0 1 1 0 0,0 0 0 0 0,0 1-1 0 0,1 1 1 0 0,-1 0 0 0 0,-17 9 0 0 0,27-13-46 0 0,1 0 0 0 0,0 0 0 0 0,0 0 1 0 0,0 0-1 0 0,0 0 0 0 0,-1 0 0 0 0,1 0 1 0 0,0 1-1 0 0,0-1 0 0 0,0 0 0 0 0,0 0 1 0 0,0 0-1 0 0,0 0 0 0 0,-1 1 1 0 0,1-1-1 0 0,0 0 0 0 0,0 0 0 0 0,0 0 1 0 0,0 0-1 0 0,0 1 0 0 0,0-1 0 0 0,0 0 1 0 0,0 0-1 0 0,0 0 0 0 0,0 1 0 0 0,0-1 1 0 0,0 0-1 0 0,0 0 0 0 0,0 0 0 0 0,0 0 1 0 0,0 1-1 0 0,0-1 0 0 0,0 0 0 0 0,0 0 1 0 0,0 0-1 0 0,0 1 0 0 0,0-1 0 0 0,0 0 1 0 0,0 0-1 0 0,1 0 0 0 0,-1 0 0 0 0,0 1 1 0 0,0-1-1 0 0,0 0 0 0 0,0 0 0 0 0,12 8-45 0 0,16 1 83 0 0,-28-9-38 0 0,22 5 6 0 0,1-2 0 0 0,-1 0 0 0 0,1-1 0 0 0,23-2 0 0 0,42 4-25 0 0,-59 0 67 0 0,0 2-1 0 0,-1 0 1 0 0,0 2 0 0 0,-1 1 0 0 0,1 1-1 0 0,28 16 1 0 0,-55-25-20 0 0,0-1-1 0 0,1 1 1 0 0,-1 0-1 0 0,0-1 1 0 0,0 1 0 0 0,0 0-1 0 0,0 0 1 0 0,0 0-1 0 0,0 0 1 0 0,0 0-1 0 0,0 0 1 0 0,0 0 0 0 0,0 0-1 0 0,-1 0 1 0 0,1 0-1 0 0,0 1 1 0 0,-1-1 0 0 0,1 0-1 0 0,-1 1 1 0 0,1-1-1 0 0,-1 0 1 0 0,0 1 0 0 0,0-1-1 0 0,1 0 1 0 0,-1 1-1 0 0,0-1 1 0 0,0 0 0 0 0,0 1-1 0 0,0-1 1 0 0,-1 1-1 0 0,1-1 1 0 0,0 0-1 0 0,-1 3 1 0 0,0-2-9 0 0,0 0 1 0 0,0 1-1 0 0,-1-1 1 0 0,1 1-1 0 0,0-1 0 0 0,-1 0 1 0 0,1 0-1 0 0,-1 0 0 0 0,0 0 1 0 0,0 0-1 0 0,0 0 1 0 0,0-1-1 0 0,0 1 0 0 0,0 0 1 0 0,0-1-1 0 0,-4 2 1 0 0,-254 100 336 0 0,248-97-328 0 0,0 0-1 0 0,0 1 1 0 0,1 0-1 0 0,-11 10 1 0 0,19-15-42 0 0,0 0 1 0 0,1 0-1 0 0,-1 0 1 0 0,1 0-1 0 0,-1 1 1 0 0,1-1-1 0 0,0 1 1 0 0,0 0-1 0 0,0-1 1 0 0,1 1-1 0 0,-1 0 1 0 0,1 0-1 0 0,-1 0 1 0 0,1 1-1 0 0,0-1 1 0 0,0 0-1 0 0,1 0 1 0 0,-1 1-1 0 0,0-1 1 0 0,1 0-1 0 0,0 5 1 0 0,0-7 16 0 0,1 0 0 0 0,-1 0 0 0 0,0-1 0 0 0,1 1 0 0 0,-1 0 0 0 0,0-1 0 0 0,1 1 0 0 0,-1 0 0 0 0,1-1 0 0 0,0 1 0 0 0,-1-1 0 0 0,1 1 0 0 0,-1-1 0 0 0,1 1 1 0 0,0-1-1 0 0,-1 0 0 0 0,1 1 0 0 0,0-1 0 0 0,-1 0 0 0 0,1 1 0 0 0,0-1 0 0 0,0 0 0 0 0,1 1 0 0 0,21 2-29 0 0,-15-2 20 0 0,223 32-71 0 0,-196-27 76 0 0,-1 2 0 0 0,0 2 0 0 0,50 20 0 0 0,-74-26 6 0 0,-1 0 42 0 0,1-1 1 0 0,0 2-1 0 0,-1-1 0 0 0,0 1 1 0 0,15 11-1 0 0,-22-14-25 0 0,0-1 1 0 0,0 1-1 0 0,-1 0 1 0 0,1 0-1 0 0,-1-1 0 0 0,1 1 1 0 0,-1 0-1 0 0,0 0 1 0 0,0 0-1 0 0,0 1 1 0 0,0-1-1 0 0,0 0 0 0 0,0 0 1 0 0,-1 1-1 0 0,1-1 1 0 0,-1 0-1 0 0,1 1 1 0 0,-1-1-1 0 0,0 0 0 0 0,0 1 1 0 0,0-1-1 0 0,0 0 1 0 0,0 1-1 0 0,-1-1 1 0 0,1 0-1 0 0,-1 1 0 0 0,1-1 1 0 0,-1 0-1 0 0,0 0 1 0 0,0 1-1 0 0,-2 2 1 0 0,-3 4-3 0 0,0-1 1 0 0,0-1 0 0 0,0 1 0 0 0,-1-1 0 0 0,0 0-1 0 0,-1-1 1 0 0,1 1 0 0 0,-1-2 0 0 0,-1 1-1 0 0,-14 7 1 0 0,7-3-7 0 0,-27 21-1 0 0,3 1 15 0 0,-20 20-104 0 0,57-49 67 0 0,0 1-1 0 0,1-1 1 0 0,-1 1-1 0 0,1 0 1 0 0,0-1 0 0 0,0 1-1 0 0,0 0 1 0 0,1 0-1 0 0,-1 1 1 0 0,1-1 0 0 0,0 0-1 0 0,0 0 1 0 0,0 1-1 0 0,1-1 1 0 0,0 0 0 0 0,0 1-1 0 0,0-1 1 0 0,0 1-1 0 0,1-1 1 0 0,-1 0 0 0 0,2 5-1 0 0,29 63 38 0 0,-19-47-3 0 0,11 32 0 0 0,27 165-70 0 0,-37-153 54 0 0,57 507 69 0 0,-51 4-16 0 0,-19-563-54 0 0,19 491 216 0 0,-18-344 197 0 0,1 9-4336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75 3745 0 0,'5'-14'7836'0'0,"-4"12"-7645"0"0,-1 0 1 0 0,1 0 0 0 0,0 0-1 0 0,0 0 1 0 0,0 1-1 0 0,0-1 1 0 0,1 0 0 0 0,-1 1-1 0 0,0-1 1 0 0,3-2-1 0 0,-3 4-156 0 0,0 0 0 0 0,0 0 0 0 0,0 0 0 0 0,0 0 0 0 0,0-1 0 0 0,0 1 0 0 0,0 1-1 0 0,0-1 1 0 0,0 0 0 0 0,0 0 0 0 0,0 0 0 0 0,0 0 0 0 0,0 1 0 0 0,0-1 0 0 0,0 0 0 0 0,0 1-1 0 0,0-1 1 0 0,0 1 0 0 0,0-1 0 0 0,0 1 0 0 0,0 0 0 0 0,-1-1 0 0 0,1 1 0 0 0,0 0 0 0 0,0-1 0 0 0,-1 1-1 0 0,1 0 1 0 0,0 0 0 0 0,-1 0 0 0 0,1 1 0 0 0,14 31 469 0 0,-13-27-443 0 0,4 11 113 0 0,-1 0 0 0 0,-1 1-1 0 0,-1-1 1 0 0,0 1 0 0 0,0 29-1 0 0,-10 89 580 0 0,3-82-469 0 0,-1-1-94 0 0,-2 0 0 0 0,-14 51 0 0 0,21-103-189 0 0,-1 0 0 0 0,1-1 1 0 0,0 1-1 0 0,0-1 0 0 0,0 1 0 0 0,0-1 1 0 0,-1 1-1 0 0,1-1 0 0 0,0 1 0 0 0,0-1 1 0 0,-1 1-1 0 0,1-1 0 0 0,-1 1 1 0 0,1-1-1 0 0,0 0 0 0 0,-1 1 0 0 0,1-1 1 0 0,-1 1-1 0 0,1-1 0 0 0,-1 0 0 0 0,1 1 1 0 0,-1-1-1 0 0,1 0 0 0 0,-1 0 0 0 0,1 0 1 0 0,-1 1-1 0 0,1-1 0 0 0,-1 0 0 0 0,1 0 1 0 0,-1 0-1 0 0,0 0 0 0 0,1 0 1 0 0,-1 0-1 0 0,1 0 0 0 0,-1 0 0 0 0,1 0 1 0 0,-1 0-1 0 0,1 0 0 0 0,-2-1 0 0 0,0 1-18 0 0,1-1-1 0 0,-1 0 1 0 0,1 1-1 0 0,-1-1 0 0 0,1 0 1 0 0,-1 0-1 0 0,1 0 0 0 0,0 0 1 0 0,0 0-1 0 0,-1 0 1 0 0,1-1-1 0 0,0 1 0 0 0,-2-2 1 0 0,-6-14-3 0 0,0-1 1 0 0,0 1-1 0 0,2-1 1 0 0,0-1 0 0 0,1 1-1 0 0,1-1 1 0 0,1 0-1 0 0,1 0 1 0 0,0-1-1 0 0,1-32 1 0 0,2 30 12 0 0,1-1 0 0 0,1 1-1 0 0,1-1 1 0 0,1 1 0 0 0,1 0 0 0 0,1 0 0 0 0,1 1 0 0 0,1-1 0 0 0,11-19-1 0 0,-13 29 51 0 0,-4 7-12 0 0,0 1 0 0 0,0-1 0 0 0,1 0 0 0 0,0 1-1 0 0,0-1 1 0 0,0 1 0 0 0,1 0 0 0 0,-1 0 0 0 0,1 0 0 0 0,0 0 0 0 0,7-4 0 0 0,2 0 84 0 0,-1 1 1 0 0,1 0 0 0 0,0 1-1 0 0,1 1 1 0 0,-1 0 0 0 0,24-5-1 0 0,-1-4 121 0 0,-33 12-212 0 0,0 0 1 0 0,0 1-1 0 0,1-1 0 0 0,-1 1 0 0 0,0-1 0 0 0,0 1 0 0 0,1 0 1 0 0,-1 0-1 0 0,1 1 0 0 0,-1-1 0 0 0,1 1 0 0 0,-1 0 0 0 0,1 0 1 0 0,-1 0-1 0 0,1 0 0 0 0,5 1 0 0 0,-7 2 18 0 0,0-1 1 0 0,1 0-1 0 0,-1 1 0 0 0,-1-1 0 0 0,1 1 0 0 0,0-1 1 0 0,0 1-1 0 0,-1 0 0 0 0,0 0 0 0 0,1 0 0 0 0,-1 0 1 0 0,0 0-1 0 0,0 3 0 0 0,1 2-5 0 0,0 0 0 0 0,-1-1-1 0 0,0 1 1 0 0,-1 0 0 0 0,1 0 0 0 0,-1 0 0 0 0,-1 0-1 0 0,0 0 1 0 0,0 0 0 0 0,-2 9 0 0 0,-1-4 13 0 0,0-1 1 0 0,0 0-1 0 0,-1 0 1 0 0,-1 0 0 0 0,-10 16-1 0 0,6-12 10 0 0,6-9-37 0 0,0-1 0 0 0,0 0 0 0 0,0 0 0 0 0,-1 0-1 0 0,-7 6 1 0 0,-3 0 34 0 0,13-11-49 0 0,-1 1 0 0 0,1-1 0 0 0,0 1 0 0 0,0 0 1 0 0,0-1-1 0 0,0 1 0 0 0,0 0 0 0 0,1 0 0 0 0,-1 0 1 0 0,1 0-1 0 0,-1 0 0 0 0,-1 5 0 0 0,-5 12-28 0 0,7-17 16 0 0,0 0 0 0 0,0-1 0 0 0,0 1 0 0 0,0 0 0 0 0,1 0 0 0 0,-1 1 0 0 0,0-1 0 0 0,1 0 0 0 0,-1 0 0 0 0,1 0 0 0 0,0 0 0 0 0,0 0 0 0 0,0 1-1 0 0,0-1 1 0 0,0 0 0 0 0,0 0 0 0 0,0 0 0 0 0,1 0 0 0 0,-1 0 0 0 0,1 1 0 0 0,0-1 0 0 0,0 0 0 0 0,1 3 0 0 0,-1-4 2 0 0,1 0 1 0 0,-1 0-1 0 0,0 0 1 0 0,0 0-1 0 0,1-1 1 0 0,-1 1-1 0 0,0 0 1 0 0,1-1-1 0 0,-1 1 1 0 0,0-1-1 0 0,1 1 1 0 0,-1-1-1 0 0,1 0 1 0 0,-1 0-1 0 0,1 0 1 0 0,2 0-1 0 0,12 3 6 0 0,10 8 15 0 0,-16-6-12 0 0,0-1 1 0 0,0 0-1 0 0,1-1 0 0 0,13 3 0 0 0,10-2 287 0 0,48 0 0 0 0,-32-4-2537 0 0,-23 0-1223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65 342 8570 0 0,'-31'-1'5324'0'0,"-3"-1"-2940"0"0,42-22-1678 0 0,0 13-612 0 0,1 1 1 0 0,0-1-1 0 0,1 1 1 0 0,20-15-1 0 0,-8 5-1 0 0,38-31 39 0 0,-35 31-64 0 0,0-2-1 0 0,-1 0 1 0 0,24-30 0 0 0,-38 37 13 0 0,15-18 15 0 0,-24 32-73 0 0,0 0 0 0 0,1 0 1 0 0,-1 0-1 0 0,0 0 0 0 0,0 0 0 0 0,0 0 0 0 0,1 0 0 0 0,-1 0 0 0 0,0 1 0 0 0,1-1 0 0 0,-1 0 0 0 0,1 1 0 0 0,-1-1 1 0 0,1 1-1 0 0,-1 0 0 0 0,1-1 0 0 0,-1 1 0 0 0,1 0 0 0 0,-1 0 0 0 0,1 0 0 0 0,2 1 0 0 0,-1 1 16 0 0,0 0 0 0 0,0 0 0 0 0,-1 0 0 0 0,0 1 0 0 0,1-1 0 0 0,-1 1 0 0 0,0 0 0 0 0,0 0-1 0 0,0 0 1 0 0,-1 0 0 0 0,1 0 0 0 0,-1 0 0 0 0,2 5 0 0 0,3 5 16 0 0,54 88-2244 0 0,-55-93 144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48 10002 0 0,'0'0'330'0'0,"-24"-20"3825"0"0,24 20-4113 0 0,0-1-1 0 0,-1 1 0 0 0,1-1 1 0 0,-1 1-1 0 0,1 0 1 0 0,-1-1-1 0 0,1 1 1 0 0,-1 0-1 0 0,1 0 1 0 0,-1-1-1 0 0,1 1 1 0 0,-1 0-1 0 0,0 0 1 0 0,1 0-1 0 0,-1 0 0 0 0,1 0 1 0 0,-1 0-1 0 0,1-1 1 0 0,-1 2-1 0 0,0-1 1 0 0,1 0-1 0 0,-1 0 1 0 0,1 0-1 0 0,-1 0 1 0 0,0 0-1 0 0,1 0 1 0 0,-1 0-1 0 0,1 1 1 0 0,-1-1-1 0 0,1 0 0 0 0,-1 1 1 0 0,1-1-1 0 0,-1 0 1 0 0,1 1-1 0 0,-1-1 1 0 0,1 0-1 0 0,0 1 1 0 0,-1-1-1 0 0,1 1 1 0 0,-1-1-1 0 0,1 2 1 0 0,-16 23-12 0 0,14-20 62 0 0,-14 28 50 0 0,2 1 0 0 0,2 0 0 0 0,1 1 0 0 0,1 1 0 0 0,2 0-1 0 0,2 0 1 0 0,1 0 0 0 0,0 68 0 0 0,5-101-119 0 0,0-1 1 0 0,0 1 0 0 0,0 0-1 0 0,0 0 1 0 0,0 0 0 0 0,1-1 0 0 0,-1 1-1 0 0,1 0 1 0 0,-1 0 0 0 0,1-1-1 0 0,0 1 1 0 0,0 0 0 0 0,1-1-1 0 0,-1 1 1 0 0,0-1 0 0 0,1 0-1 0 0,0 1 1 0 0,-1-1 0 0 0,1 0-1 0 0,0 0 1 0 0,0 0 0 0 0,0 0-1 0 0,0 0 1 0 0,1-1 0 0 0,-1 1-1 0 0,0-1 1 0 0,1 1 0 0 0,-1-1-1 0 0,1 0 1 0 0,-1 0 0 0 0,1 0-1 0 0,0 0 1 0 0,0 0 0 0 0,-1-1 0 0 0,1 1-1 0 0,0-1 1 0 0,0 0 0 0 0,-1 0-1 0 0,1 0 1 0 0,0 0 0 0 0,0 0-1 0 0,0-1 1 0 0,-1 1 0 0 0,4-2-1 0 0,-1 2 6 0 0,0-1-1 0 0,0 0 0 0 0,0-1 1 0 0,0 1-1 0 0,-1-1 0 0 0,1 0 1 0 0,-1 0-1 0 0,1 0 0 0 0,-1-1 1 0 0,0 1-1 0 0,1-1 0 0 0,-2 0 1 0 0,1-1-1 0 0,0 1 0 0 0,5-7 1 0 0,6-9 98 0 0,-3 4-52 0 0,0 1 0 0 0,-2-2 0 0 0,0 1 0 0 0,0-2 0 0 0,10-24 0 0 0,-14 23-48 0 0,42-104 266 0 0,-45 117-257 0 0,0-1 0 0 0,-1 0-1 0 0,0 0 1 0 0,-1 0 0 0 0,1 0 0 0 0,-1 0-1 0 0,0 0 1 0 0,0 0 0 0 0,-1 0-1 0 0,0-1 1 0 0,0 1 0 0 0,-1 0 0 0 0,1 0-1 0 0,-1 0 1 0 0,-1 0 0 0 0,1 0-1 0 0,-1 0 1 0 0,0 0 0 0 0,0 0 0 0 0,-1 0-1 0 0,0 1 1 0 0,-5-9 0 0 0,4 10-22 0 0,0 1 1 0 0,0 1-1 0 0,0-1 1 0 0,-1 0-1 0 0,1 1 1 0 0,0 0-1 0 0,-1 0 0 0 0,0 1 1 0 0,-7-3-1 0 0,-17-7-14 0 0,24 9-24 0 0,0-1 0 0 0,-1 1 0 0 0,1 0 0 0 0,-1 1-1 0 0,1 0 1 0 0,-1-1 0 0 0,0 2 0 0 0,1-1 0 0 0,-1 1 0 0 0,0-1 0 0 0,0 2 0 0 0,1-1 0 0 0,-11 2 0 0 0,12-1-166 0 0,-1 0 1 0 0,1 0 0 0 0,0 1-1 0 0,0-1 1 0 0,0 1-1 0 0,0-1 1 0 0,0 1 0 0 0,0 1-1 0 0,1-1 1 0 0,-1 0-1 0 0,1 1 1 0 0,-1 0 0 0 0,1 0-1 0 0,0 0 1 0 0,0 0-1 0 0,0 0 1 0 0,1 1 0 0 0,-4 4-1 0 0,-22 57-4772 0 0,22-44 2740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6777 0 0,'0'0'8604'0'0,"5"9"-6779"0"0,73 165 19 0 0,-35-84-8778 0 0,-39-82 4799 0 0,2 0-756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6 8834 0 0,'0'0'891'0'0,"-15"-6"4941"0"0,9 29-5188 0 0,1-1 0 0 0,-3 42 0 0 0,5-41-388 0 0,-5 115 788 0 0,4-53-566 0 0,2-45-1309 0 0,-15 79 0 0 0,15-114-949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192 237 1952 0 0,'-8'-32'2912'0'0,"1"2"-2144"0"0,6 26-650 0 0,-1-38 858 0 0,2 38-836 0 0,0 1 0 0 0,1 0-1 0 0,-1 0 1 0 0,0-1 0 0 0,1 1-1 0 0,0 0 1 0 0,0 0 0 0 0,0-1-1 0 0,3-4 1 0 0,-4 7-142 0 0,0 1 0 0 0,0 0 0 0 0,0 0 0 0 0,0-1 0 0 0,0 1 0 0 0,0 0 0 0 0,0 0 0 0 0,0-1 1 0 0,1 1-1 0 0,-1 0 0 0 0,0 0 0 0 0,0-1 0 0 0,0 1 0 0 0,0 0 0 0 0,1 0 0 0 0,-1 0 0 0 0,0-1 0 0 0,0 1 0 0 0,0 0 0 0 0,1 0 0 0 0,-1 0 0 0 0,0 0 0 0 0,0 0 0 0 0,1 0 0 0 0,-1-1 0 0 0,0 1 1 0 0,1 0-1 0 0,-1 0 0 0 0,0 0 0 0 0,0 0 0 0 0,1 0 0 0 0,-1 0 0 0 0,0 0 0 0 0,0 0 0 0 0,1 0 0 0 0,-1 0 0 0 0,0 0 0 0 0,1 0 0 0 0,-1 0 0 0 0,0 0 0 0 0,0 1 0 0 0,1-1 0 0 0,-1 0 0 0 0,0 0 0 0 0,0 0 1 0 0,1 0-1 0 0,-1 0 0 0 0,0 1 0 0 0,0-1 0 0 0,0 0 0 0 0,1 0 0 0 0,-1 0 0 0 0,0 1 0 0 0,0-1 0 0 0,0 0 0 0 0,1 0 0 0 0,-1 1 0 0 0,0-1 0 0 0,0 0 0 0 0,0 0 0 0 0,0 1 0 0 0,0-1 0 0 0,0 0 1 0 0,0 0-1 0 0,0 1 0 0 0,0-1 0 0 0,0 1 0 0 0,5 21-16 0 0,-4-19 23 0 0,5 56 51 0 0,-2 0 0 0 0,-3 0 0 0 0,-2 0 0 0 0,-11 72 0 0 0,12-125-22 0 0,-17 96 1245 0 0,13-93-641 0 0,1-13 169 0 0,0-17-294 0 0,4-54-210 0 0,14-89 1 0 0,0-11 191 0 0,-3 34-165 0 0,-12 140-338 0 0,0 0-1 0 0,1 0 1 0 0,-1 0-1 0 0,0 0 1 0 0,1 0-1 0 0,-1 0 1 0 0,1 0-1 0 0,-1 0 1 0 0,1 0-1 0 0,0 1 0 0 0,-1-1 1 0 0,1 0-1 0 0,0 0 1 0 0,0 0-1 0 0,-1 1 1 0 0,1-1-1 0 0,0 0 1 0 0,0 1-1 0 0,0-1 1 0 0,0 1-1 0 0,0-1 0 0 0,0 1 1 0 0,0-1-1 0 0,0 1 1 0 0,0 0-1 0 0,0 0 1 0 0,0-1-1 0 0,0 1 1 0 0,0 0-1 0 0,0 0 0 0 0,0 0 1 0 0,2 0-1 0 0,40 0 67 0 0,-36 0-72 0 0,10 3 12 0 0,0 0 1 0 0,0 1-1 0 0,-1 1 1 0 0,1 0-1 0 0,-1 2 1 0 0,0-1-1 0 0,28 19 1 0 0,-11-9 47 0 0,-29-13-45 0 0,-1-1 0 0 0,1 1-1 0 0,-1 0 1 0 0,1 0 0 0 0,-1 0-1 0 0,0 0 1 0 0,0 0 0 0 0,0 1-1 0 0,-1 0 1 0 0,1-1-1 0 0,3 9 1 0 0,19 49 7 0 0,-17-39 23 0 0,6 9 28 0 0,5 16 43 0 0,-18-43-41 0 0,0-1-1 0 0,0 1 0 0 0,-1 0 0 0 0,1 0 0 0 0,-1 0 0 0 0,0 0 0 0 0,0-1 0 0 0,-1 1 1 0 0,1 0-1 0 0,-1 0 0 0 0,0 0 0 0 0,0 0 0 0 0,0-1 0 0 0,0 1 0 0 0,0-1 0 0 0,-1 1 1 0 0,0-1-1 0 0,0 1 0 0 0,0-1 0 0 0,0 0 0 0 0,-3 3 0 0 0,1-1-21 0 0,-1 0 0 0 0,0 0 1 0 0,0-1-1 0 0,0 0 0 0 0,-1 0 0 0 0,0 0 0 0 0,1-1 0 0 0,-1 0 0 0 0,0 0 1 0 0,0 0-1 0 0,-9 1 0 0 0,-14 7 48 0 0,0 1-1 0 0,-28 15 1 0 0,36-16 31 0 0,0-1 0 0 0,0 0 0 0 0,-1-2 0 0 0,0-1 0 0 0,-24 5 0 0 0,39-10-63 0 0,1 0 0 0 0,-1 0 0 0 0,0 0 0 0 0,1 1 1 0 0,-8 4-1 0 0,8-4-2 0 0,1 0 0 0 0,0 0 0 0 0,-1-1-1 0 0,1 0 1 0 0,-1 0 0 0 0,0 0 0 0 0,1-1 0 0 0,-1 0 0 0 0,-9 0 0 0 0,-41-4 298 0 0,52 3-356 0 0,0-1 0 0 0,0 0 0 0 0,0 0 0 0 0,1 0 0 0 0,-1-1 0 0 0,0 1 0 0 0,0-1 0 0 0,1 0 0 0 0,-1 0 0 0 0,1 0 0 0 0,0-1 0 0 0,-4-2 0 0 0,7 5-47 0 0,0 0 1 0 0,0 0 0 0 0,-1-1 0 0 0,1 1 0 0 0,0 0-1 0 0,0 0 1 0 0,-1 0 0 0 0,1 0 0 0 0,0 0 0 0 0,-1-1-1 0 0,1 1 1 0 0,0 0 0 0 0,0 0 0 0 0,-1 0 0 0 0,1 0-1 0 0,0 0 1 0 0,-1 0 0 0 0,1 0 0 0 0,0 0-1 0 0,-1 0 1 0 0,1 0 0 0 0,0 0 0 0 0,-1 0 0 0 0,1 0-1 0 0,0 0 1 0 0,0 0 0 0 0,-1 0 0 0 0,1 1 0 0 0,0-1-1 0 0,-1 0 1 0 0,1 0 0 0 0,0 0 0 0 0,0 0 0 0 0,-1 1-1 0 0,1-1 1 0 0,0 0 0 0 0,0 0 0 0 0,-1 0 0 0 0,1 1-1 0 0,0-1 1 0 0,0 0 0 0 0,0 1 0 0 0,0-1 0 0 0,-1 0-1 0 0,1 0 1 0 0,0 1 0 0 0,0-1 0 0 0,0 0-1 0 0,0 1 1 0 0,0-1 0 0 0,0 0 0 0 0,0 0 0 0 0,0 1-1 0 0,0-1 1 0 0,0 0 0 0 0,0 1 0 0 0,0-1 0 0 0,0 4-2120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514 312 6889 0 0,'-2'-24'2990'0'0,"0"13"-2107"0"0,-1 0-1 0 0,-1-1 1 0 0,-7-16-1 0 0,9 25-753 0 0,1 0 1 0 0,0 1-1 0 0,-1 0 1 0 0,1-1-1 0 0,-1 1 0 0 0,0 0 1 0 0,0 0-1 0 0,0-1 1 0 0,0 2-1 0 0,0-1 0 0 0,0 0 1 0 0,-1 0-1 0 0,1 1 0 0 0,0-1 1 0 0,-1 1-1 0 0,0 0 1 0 0,1-1-1 0 0,-1 1 0 0 0,0 1 1 0 0,-3-2-1 0 0,-5 0 199 0 0,-1-1 1 0 0,-21-9-1 0 0,24 8-238 0 0,-1 0-1 0 0,1 1 1 0 0,0 1 0 0 0,-1-1-1 0 0,-14 0 1 0 0,11 2-34 0 0,0 1 0 0 0,1 1 0 0 0,-1 0 0 0 0,1 0-1 0 0,-1 2 1 0 0,1-1 0 0 0,0 2 0 0 0,-22 8 0 0 0,11-4 0 0 0,19-7-48 0 0,-1 1 0 0 0,1-1 0 0 0,-1 1 0 0 0,1 0 0 0 0,0 0 0 0 0,0 1 0 0 0,0-1 0 0 0,-8 7 0 0 0,3 1 3 0 0,-1 1 0 0 0,2 0 0 0 0,-1 1-1 0 0,2 0 1 0 0,0 0 0 0 0,0 0 0 0 0,1 1 0 0 0,0 0 0 0 0,1 1 0 0 0,1-1 0 0 0,-4 21 0 0 0,6-27-14 0 0,1-1 1 0 0,-1 1 0 0 0,0-1 0 0 0,-5 11-1 0 0,5-14 7 0 0,0 0 1 0 0,0 0-1 0 0,1 0 0 0 0,0 0 0 0 0,0 0 0 0 0,0 0 0 0 0,0 1 0 0 0,0-1 0 0 0,0 0 0 0 0,1 1 0 0 0,0-1 0 0 0,0 1 0 0 0,0-1 0 0 0,0 1 0 0 0,0-1 0 0 0,0 0 0 0 0,1 1 0 0 0,0-1 0 0 0,0 1 0 0 0,0-1 0 0 0,3 6 0 0 0,-2-7 15 0 0,0 0-1 0 0,0 1 1 0 0,1-2-1 0 0,-1 1 1 0 0,1 0 0 0 0,-1 0-1 0 0,1-1 1 0 0,0 0 0 0 0,4 2-1 0 0,1 1 25 0 0,-3-1-22 0 0,0-1 0 0 0,0 0 0 0 0,1 0 0 0 0,-1 0-1 0 0,1-1 1 0 0,-1 1 0 0 0,1-1 0 0 0,0-1 0 0 0,0 1-1 0 0,-1-1 1 0 0,1 0 0 0 0,0 0 0 0 0,0-1-1 0 0,6-1 1 0 0,5-2 43 0 0,1-1 0 0 0,-1-1 0 0 0,18-8 0 0 0,20-7 95 0 0,-44 17-138 0 0,0 0-1 0 0,-1-1 0 0 0,1 0 1 0 0,-1-1-1 0 0,0 0 0 0 0,0-1 1 0 0,16-15-1 0 0,-10 9 12 0 0,-2 0 0 0 0,0-1 0 0 0,0 0 1 0 0,11-18-1 0 0,-18 22-1 0 0,-1 1-1 0 0,0-1 1 0 0,-1 0 0 0 0,0-1-1 0 0,0 0 1 0 0,-2 1 0 0 0,1-1 0 0 0,2-16-1 0 0,-3 17 1 0 0,-1-1 0 0 0,1 2 0 0 0,5-11 0 0 0,-5 13-10 0 0,0 0-1 0 0,-1 1 1 0 0,0-1 0 0 0,0 0 0 0 0,0 0 0 0 0,-1 0-1 0 0,0 0 1 0 0,0-10 0 0 0,-1 14-18 0 0,0 0-1 0 0,0 0 1 0 0,0-1 0 0 0,-1 1-1 0 0,1 0 1 0 0,-1 0-1 0 0,0 0 1 0 0,0 0 0 0 0,0 0-1 0 0,0 0 1 0 0,0 0-1 0 0,-1 0 1 0 0,1 0 0 0 0,-1 0-1 0 0,0 0 1 0 0,0 1 0 0 0,0-1-1 0 0,0 1 1 0 0,0 0-1 0 0,-1-1 1 0 0,1 1 0 0 0,-1 0-1 0 0,1 0 1 0 0,-1 1 0 0 0,0-1-1 0 0,0 0 1 0 0,0 1-1 0 0,-3-2 1 0 0,-3-1-83 0 0,0 0 1 0 0,1 0-1 0 0,-1 1 0 0 0,0 0 0 0 0,-1 0 1 0 0,1 1-1 0 0,0 0 0 0 0,-1 1 1 0 0,1 0-1 0 0,-1 0 0 0 0,1 1 1 0 0,-14 2-1 0 0,11 0-169 0 0,1 2 1 0 0,0-1-1 0 0,0 1 0 0 0,-15 8 1 0 0,-15 6-612 0 0,35-16 654 0 0,0 1 0 0 0,1 0 0 0 0,-1 0 1 0 0,1 1-1 0 0,0 0 0 0 0,0 0 0 0 0,0 0 1 0 0,1 0-1 0 0,-1 1 0 0 0,-5 7 1 0 0,5-5-139 0 0,0 0 1 0 0,0 0-1 0 0,1 1 1 0 0,0 0 0 0 0,0-1-1 0 0,1 1 1 0 0,-4 12-1 0 0,0-7 57 0 0,-3 6 44 0 0,10-19 290 0 0,-1 1 0 0 0,1-1 1 0 0,0 0-1 0 0,0 1 0 0 0,0-1 1 0 0,0 0-1 0 0,-1 1 0 0 0,1-1 1 0 0,0 1-1 0 0,0-1 0 0 0,0 0 1 0 0,0 1-1 0 0,0-1 0 0 0,0 1 1 0 0,0-1-1 0 0,0 0 0 0 0,0 1 1 0 0,0-1-1 0 0,0 1 0 0 0,0-1 1 0 0,1 1-1 0 0,-1-1 0 0 0,0 0 1 0 0,0 1-1 0 0,0-1 0 0 0,0 0 1 0 0,1 1-1 0 0,-1-1 1 0 0,0 0-1 0 0,0 1 0 0 0,1-1 1 0 0,-1 0-1 0 0,1 1 0 0 0,22 3 1899 0 0,-21-4-1867 0 0,1 0 0 0 0,-1 0 1 0 0,1 0-1 0 0,-1 1 0 0 0,1-1 0 0 0,-1 1 0 0 0,1 0 1 0 0,-1-1-1 0 0,3 2 0 0 0,-1 2 33 0 0,1-1-1 0 0,-1 1 0 0 0,-1 0 1 0 0,1 0-1 0 0,0 0 1 0 0,-1 1-1 0 0,5 8 1 0 0,7 8 234 0 0,5 6-6 0 0,-14-18-280 0 0,2 1 1 0 0,14 15-1 0 0,-8-14-225 0 0,0-1-1 0 0,1 0 1 0 0,0-1 0 0 0,1 0 0 0 0,0-1-1 0 0,0-1 1 0 0,20 6 0 0 0,5 3-2871 0 0,-8 3-2824 0 0,-24-16 2566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22 6889 0 0,'0'0'2256'0'0,"-7"-8"3541"0"0,-8-5-3109 0 0,14 14-2637 0 0,1 0 0 0 0,-1 0 0 0 0,0 0-1 0 0,1 0 1 0 0,-1 0 0 0 0,1 1 0 0 0,-1-1-1 0 0,1 0 1 0 0,-1 0 0 0 0,1 1 0 0 0,0-1-1 0 0,0 0 1 0 0,-1 1 0 0 0,1 1 0 0 0,0 2 40 0 0,-10 41 420 0 0,3 1 0 0 0,-1 56 1 0 0,7 98-1357 0 0,2-105-4229 0 0,-1-88 1002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11 9602 0 0,'0'-1'99'0'0,"1"1"0"0"0,-1 0 1 0 0,0 0-1 0 0,0 0 0 0 0,0-1 0 0 0,0 1 1 0 0,0 0-1 0 0,0-1 0 0 0,0 1 0 0 0,0 0 0 0 0,0 0 1 0 0,0-1-1 0 0,0 1 0 0 0,0 0 0 0 0,0 0 0 0 0,0-1 1 0 0,0 1-1 0 0,0 0 0 0 0,0 0 0 0 0,0-1 1 0 0,0 1-1 0 0,0 0 0 0 0,0-1 0 0 0,0 1 0 0 0,0 0 1 0 0,-1 0-1 0 0,1 0 0 0 0,0-1 0 0 0,0 1 0 0 0,0 0 1 0 0,0 0-1 0 0,-1 0 0 0 0,1-1 0 0 0,0 1 1 0 0,0 0-1 0 0,-1 0 0 0 0,1 0 0 0 0,0 0 0 0 0,0 0 1 0 0,0-1-1 0 0,-1 1 0 0 0,1 0 0 0 0,0 0 0 0 0,-1 0 1 0 0,1 0-1 0 0,-11 12 1022 0 0,-9 25-1329 0 0,20-36 374 0 0,-6 11-84 0 0,1 0 0 0 0,1 1 0 0 0,0 0 0 0 0,1 0 0 0 0,0 0 0 0 0,-1 20 0 0 0,3-30-52 0 0,0 0-1 0 0,1 0 1 0 0,-1 0-1 0 0,-1 1 0 0 0,1-1 1 0 0,0 0-1 0 0,-3 3 1 0 0,3-4 22 0 0,0 0 1 0 0,-1 0-1 0 0,1 0 1 0 0,0 0-1 0 0,1 1 0 0 0,-1-1 1 0 0,0 0-1 0 0,1 1 1 0 0,-1-1-1 0 0,1 0 1 0 0,-1 1-1 0 0,1-1 1 0 0,0 0-1 0 0,0 1 1 0 0,1 3-1 0 0,0-5-23 0 0,0 0-1 0 0,0 0 0 0 0,0 0 0 0 0,0 0 1 0 0,0 0-1 0 0,0-1 0 0 0,0 1 0 0 0,0 0 1 0 0,0 0-1 0 0,1-1 0 0 0,-1 1 0 0 0,0-1 1 0 0,0 1-1 0 0,1-1 0 0 0,-1 1 0 0 0,1-1 1 0 0,1 0-1 0 0,-1 1 5 0 0,5 0 0 0 0,0 0 1 0 0,0 0 0 0 0,1 0-1 0 0,-1-1 1 0 0,0 0 0 0 0,0-1 0 0 0,1 0-1 0 0,-1 0 1 0 0,0 0 0 0 0,0-1-1 0 0,0 0 1 0 0,9-4 0 0 0,10-6 228 0 0,46-26 0 0 0,-27 13 133 0 0,-30 17-223 0 0,0 0-1 0 0,1 2 0 0 0,32-10 1 0 0,-43 15-134 0 0,0 0 1 0 0,0 0-1 0 0,0 1 1 0 0,1-1-1 0 0,-1 1 1 0 0,0 0-1 0 0,0 1 1 0 0,1-1-1 0 0,-1 1 1 0 0,0 0-1 0 0,0 1 1 0 0,0-1 0 0 0,0 1-1 0 0,0 0 1 0 0,0 0-1 0 0,8 6 1 0 0,-11-7-17 0 0,0 1 1 0 0,0 0-1 0 0,0 0 0 0 0,0 0 1 0 0,0 0-1 0 0,-1 0 1 0 0,1 0-1 0 0,-1 0 1 0 0,0 1-1 0 0,1-1 1 0 0,-1 0-1 0 0,0 1 1 0 0,1 4-1 0 0,8 15 114 0 0,-10-21-269 0 0,1 0 1 0 0,0 0-1 0 0,-1 0 0 0 0,1 0 0 0 0,-1 0 0 0 0,1 1 0 0 0,-1-1 0 0 0,0 0 0 0 0,1 0 0 0 0,-1 0 0 0 0,0 0 0 0 0,0 1 1 0 0,0-1-1 0 0,0 0 0 0 0,0 0 0 0 0,0 0 0 0 0,0 0 0 0 0,0 1 0 0 0,0-1 0 0 0,-1 0 0 0 0,1 0 0 0 0,0 0 0 0 0,-1 0 1 0 0,1 0-1 0 0,-1 0 0 0 0,1 0 0 0 0,-1 1 0 0 0,0-2 0 0 0,-1 3 0 0 0,0-1-465 0 0,-1 1-1 0 0,1-1 1 0 0,-1 0-1 0 0,0 0 0 0 0,0-1 1 0 0,0 1-1 0 0,0 0 1 0 0,-6 1-1 0 0,-12 4-2721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20 134 13595 0 0,'-1'-3'253'0'0,"1"-1"0"0"0,-1 1 0 0 0,0 0 0 0 0,0-1 0 0 0,0 1 1 0 0,-3-6-1 0 0,-2-9 235 0 0,4 13-193 0 0,2 0 0 0 0,-1 0-1 0 0,0 1 1 0 0,1-1 0 0 0,0-7-1 0 0,0 10-273 0 0,0 1 0 0 0,1-1 0 0 0,-1 1 0 0 0,0-1 0 0 0,1 1 0 0 0,-1-1-1 0 0,1 1 1 0 0,-1 0 0 0 0,1-1 0 0 0,0 1 0 0 0,-1 0 0 0 0,1-1 0 0 0,0 1 0 0 0,0 0-1 0 0,0 0 1 0 0,0 0 0 0 0,0 0 0 0 0,0 0 0 0 0,1 0 0 0 0,-1 0 0 0 0,1-1 0 0 0,10-5-371 0 0,-10 5-20 0 0,1 0-1 0 0,0 0 1 0 0,0 1-1 0 0,0-1 0 0 0,0 1 1 0 0,5-2-1 0 0,3 1-2677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73 173 10258 0 0,'0'-2'4305'0'0,"0"-4"-2484"0"0,3 27-1670 0 0,-2-1 1 0 0,0 1-1 0 0,-2-1 1 0 0,0 1-1 0 0,-7 35 1 0 0,0-23-75 0 0,-1-1 0 0 0,-22 55 0 0 0,24-73-512 0 0,-1 5-621 0 0,4-6-2576 0 0,4-9 833 0 0</inkml:trace>
  <inkml:trace contextRef="#ctx0" brushRef="#br0" timeOffset="1">127 13 10842 0 0,'0'-1'2529'0'0,"-2"-1"-1777"0"0,1 1-568 0 0,-1-1-128 0 0,1 0-96 0 0,-1 1 16 0 0,1-1-48 0 0,-1 1-32 0 0,1 1-816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215 565 5225 0 0,'0'-3'498'0'0,"1"1"0"0"0,0 0 0 0 0,0-1-1 0 0,0 1 1 0 0,0 0 0 0 0,0 0 0 0 0,0 0 0 0 0,3-2 0 0 0,1-5 294 0 0,-1 2-154 0 0,14-33 1329 0 0,-17 38-1707 0 0,0-1-1 0 0,-1 0 1 0 0,1 1 0 0 0,0-1 0 0 0,-1 0 0 0 0,0 0 0 0 0,0 0 0 0 0,1 1-1 0 0,-1-1 1 0 0,-1 0 0 0 0,1 0 0 0 0,-1-4 0 0 0,0 7-228 0 0,1-1 0 0 0,-1 0 0 0 0,0 0 0 0 0,1 0-1 0 0,-1 1 1 0 0,0-1 0 0 0,0 0 0 0 0,0 1 0 0 0,1-1 0 0 0,-1 1 0 0 0,0-1 0 0 0,0 1 0 0 0,0-1 0 0 0,0 1 0 0 0,0 0 0 0 0,0-1-1 0 0,0 1 1 0 0,0 0 0 0 0,0 0 0 0 0,0 0 0 0 0,0-1 0 0 0,0 1 0 0 0,0 0 0 0 0,-2 1 0 0 0,-26 3 154 0 0,21-1-157 0 0,0 0 1 0 0,1 1-1 0 0,-1 0 0 0 0,0 0 0 0 0,1 1 1 0 0,0 0-1 0 0,0 1 0 0 0,1-1 0 0 0,-12 13 0 0 0,-1 5-2 0 0,-25 37 0 0 0,31-41 2 0 0,10-14-30 0 0,0 0 1 0 0,0 0 0 0 0,1 1-1 0 0,0-1 1 0 0,0 0-1 0 0,0 1 1 0 0,1 0 0 0 0,-1 0-1 0 0,0 7 1 0 0,-4 17-15 0 0,1-20 11 0 0,-4 10-66 0 0,9-19 73 0 0,0-1 0 0 0,0 1 0 0 0,0-1 0 0 0,0 1 0 0 0,0-1 0 0 0,0 1 0 0 0,0-1 0 0 0,0 1 0 0 0,0-1-1 0 0,0 0 1 0 0,0 1 0 0 0,0-1 0 0 0,0 1 0 0 0,1-1 0 0 0,-1 1 0 0 0,0-1 0 0 0,0 1 0 0 0,0-1 0 0 0,1 0 0 0 0,-1 1 0 0 0,0-1-1 0 0,1 0 1 0 0,-1 1 0 0 0,0-1 0 0 0,1 0 0 0 0,-1 1 0 0 0,0-1 0 0 0,1 0 0 0 0,-1 1 0 0 0,1-1 0 0 0,-1 0 0 0 0,0 0 0 0 0,1 0 0 0 0,-1 1-1 0 0,1-1 1 0 0,-1 0 0 0 0,1 0 0 0 0,0 0 0 0 0,4 1 13 0 0,1 0 0 0 0,-1 0 0 0 0,0-1 0 0 0,1 0 0 0 0,-1 0 0 0 0,0 0 0 0 0,1-1 0 0 0,-1 1 1 0 0,0-1-1 0 0,0-1 0 0 0,1 1 0 0 0,6-3 0 0 0,-4 0 10 0 0,0-1 0 0 0,1 1 1 0 0,-2-1-1 0 0,1 0 0 0 0,-1-1 1 0 0,12-10-1 0 0,-1-4 24 0 0,-1 0 1 0 0,-1-1-1 0 0,-1-1 0 0 0,16-28 0 0 0,-3-5 110 0 0,-2-1 0 0 0,-2-1 0 0 0,-3-1-1 0 0,26-114 1 0 0,-45 164-53 0 0,-1 2 60 0 0,1-1 0 0 0,0 1 0 0 0,0-1 0 0 0,0 1 1 0 0,5-9-1 0 0,-19 40-106 0 0,2 0 1 0 0,1 0 0 0 0,-7 29 0 0 0,-22 109-44 0 0,29-122-640 0 0,1 1 0 0 0,3 0 0 0 0,-1 75 0 0 0,6-114 409 0 0,0 0 0 0 0,0 0 0 0 0,1-1 0 0 0,-1 1 0 0 0,1 0 0 0 0,0 0 1 0 0,0-1-1 0 0,0 1 0 0 0,0-1 0 0 0,0 1 0 0 0,0-1 0 0 0,0 1 0 0 0,1-1 0 0 0,0 0 1 0 0,-1 0-1 0 0,1 0 0 0 0,0 0 0 0 0,0 0 0 0 0,3 2 0 0 0,-2-2 10 0 0,0 0 0 0 0,1 0-1 0 0,-1 0 1 0 0,1-1 0 0 0,0 0-1 0 0,0 0 1 0 0,-1 0-1 0 0,1 0 1 0 0,0 0 0 0 0,0-1-1 0 0,0 1 1 0 0,0-1 0 0 0,5-1-1 0 0,0 1 36 0 0,1-2 1 0 0,-1 1-1 0 0,1-1 0 0 0,-1-1 0 0 0,0 0 0 0 0,13-6 0 0 0,52-29 214 0 0,-65 31 183 0 0,0 1 0 0 0,0-1 0 0 0,0-1-1 0 0,-1 0 1 0 0,0 0 0 0 0,8-11 0 0 0,40-61 1965 0 0,-28 39-1315 0 0,-24 36-675 0 0,0-1 0 0 0,-1 0-1 0 0,1 0 1 0 0,-1 0 0 0 0,-1 0-1 0 0,1-1 1 0 0,-1 1 0 0 0,0-1-1 0 0,2-13 1 0 0,-3 16-80 0 0,0 0 1 0 0,1 0-1 0 0,-1 1 1 0 0,1-1-1 0 0,0 0 1 0 0,4-6-1 0 0,-5 8-32 0 0,1 0 0 0 0,0-1-1 0 0,-1 1 1 0 0,0-1 0 0 0,1 1-1 0 0,-1-1 1 0 0,0 0 0 0 0,0 0-1 0 0,-1 1 1 0 0,1-1 0 0 0,0 0-1 0 0,-1 0 1 0 0,0 0 0 0 0,0 0-1 0 0,0 0 1 0 0,0-4 0 0 0,0 7-89 0 0,-1-1 0 0 0,1 1 0 0 0,-1-1 0 0 0,1 1 0 0 0,-1-1 0 0 0,1 1-1 0 0,-1-1 1 0 0,1 1 0 0 0,-1 0 0 0 0,1-1 0 0 0,-1 1 0 0 0,1 0 0 0 0,-1-1 0 0 0,0 1 0 0 0,1 0 0 0 0,-1 0 0 0 0,0-1 0 0 0,1 1 0 0 0,-1 0 0 0 0,0 0 0 0 0,1 0 0 0 0,-1 0 0 0 0,0 0 0 0 0,1 0 0 0 0,-1 0 0 0 0,0 0 0 0 0,1 0 0 0 0,-2 1 0 0 0,-20 3-32 0 0,16-2 31 0 0,0 1-1 0 0,-1 0 0 0 0,1 0 1 0 0,1 1-1 0 0,-1-1 1 0 0,1 1-1 0 0,-1 0 0 0 0,1 1 1 0 0,0-1-1 0 0,0 1 1 0 0,1 0-1 0 0,0 0 0 0 0,-8 11 1 0 0,5-2-2 0 0,0-1 0 0 0,1 1 0 0 0,1 0 0 0 0,0 0 0 0 0,-3 18 0 0 0,2-15-13 0 0,0 0 0 0 0,-13 26-1 0 0,3-8-2 0 0,14-31 17 0 0,1 0-1 0 0,-1 0 1 0 0,1 0-1 0 0,0 0 1 0 0,0 0-1 0 0,1 0 1 0 0,-1 0-1 0 0,1 0 1 0 0,0 0-1 0 0,0 0 1 0 0,0 0-1 0 0,0 0 1 0 0,1 0-1 0 0,0 1 1 0 0,0-1-1 0 0,0 0 1 0 0,3 7-1 0 0,-2-9-2 0 0,0-1 0 0 0,0 1-1 0 0,0-1 1 0 0,0 1 0 0 0,0-1-1 0 0,0 0 1 0 0,0 0-1 0 0,5 2 1 0 0,0 0 1 0 0,-2 0 0 0 0,1-1 1 0 0,0 1 0 0 0,0-1 0 0 0,0 0-1 0 0,0-1 1 0 0,1 0 0 0 0,-1 0 0 0 0,0 0-1 0 0,1 0 1 0 0,-1-1 0 0 0,8-1 0 0 0,-4 0 2 0 0,0 0 0 0 0,0-1 1 0 0,0 0-1 0 0,0-1 0 0 0,-1 0 1 0 0,12-6-1 0 0,7-2 6 0 0,-21 10-2 0 0,-1-2 0 0 0,0 1-1 0 0,0-1 1 0 0,0 0 0 0 0,0 0-1 0 0,10-8 1 0 0,144-147 123 0 0,-159 156-119 0 0,1 1 0 0 0,-1-1 0 0 0,0 1 0 0 0,1-1 0 0 0,-1 1 0 0 0,1 0 0 0 0,0-1 0 0 0,0 1 0 0 0,-1 0 0 0 0,1 0 0 0 0,0 0 0 0 0,0 0 0 0 0,0 1 0 0 0,2-2 0 0 0,-4 2-9 0 0,1 0 1 0 0,-1 1 0 0 0,0-1-1 0 0,1 0 1 0 0,-1 0 0 0 0,0 0-1 0 0,0 0 1 0 0,1 0 0 0 0,-1 0-1 0 0,0 0 1 0 0,0 0 0 0 0,1 1-1 0 0,-1-1 1 0 0,0 0 0 0 0,0 0-1 0 0,1 0 1 0 0,-1 1 0 0 0,0-1-1 0 0,0 0 1 0 0,0 0 0 0 0,1 1-1 0 0,-1-1 1 0 0,0 0 0 0 0,0 0-1 0 0,0 1 1 0 0,0-1 0 0 0,0 0-1 0 0,0 0 1 0 0,1 1 0 0 0,-2 17 21 0 0,-4-1 47 0 0,0-1-1 0 0,-1 1 1 0 0,-1-1-1 0 0,-1 0 1 0 0,-18 28 0 0 0,26-44-54 0 0,0 1 0 0 0,-1-1 1 0 0,1 1-1 0 0,0-1 0 0 0,-1 0 0 0 0,1 1 1 0 0,0-1-1 0 0,0 1 0 0 0,-1-1 1 0 0,1 1-1 0 0,0-1 0 0 0,0 1 1 0 0,0-1-1 0 0,0 1 0 0 0,0-1 0 0 0,-1 1 1 0 0,1 0-1 0 0,0-1 0 0 0,0 1 1 0 0,0-1-1 0 0,1 1 0 0 0,-1-1 1 0 0,0 2-1 0 0,10-4 215 0 0,17-13-137 0 0,-18 7-77 0 0,0 1 0 0 0,13-16 0 0 0,-17 17-15 0 0,0 0 0 0 0,1 1 0 0 0,0-1 1 0 0,0 1-1 0 0,0 0 0 0 0,1 1 0 0 0,-1 0 0 0 0,13-6 0 0 0,-9 6-40 0 0,-8 3 26 0 0,0-1 0 0 0,0 1-1 0 0,1 1 1 0 0,-1-1 0 0 0,0 0 0 0 0,0 0 0 0 0,1 1 0 0 0,-1 0-1 0 0,0-1 1 0 0,1 1 0 0 0,-1 0 0 0 0,1 0 0 0 0,-1 0-1 0 0,0 0 1 0 0,1 1 0 0 0,-1-1 0 0 0,0 1 0 0 0,1-1-1 0 0,-1 1 1 0 0,0 0 0 0 0,0 0 0 0 0,3 1 0 0 0,13 9-325 0 0,-8-5-67 0 0,1 0 0 0 0,-1-1-1 0 0,1 0 1 0 0,12 5 0 0 0,21 6-450 0 0,-36-12 694 0 0,0 0 1 0 0,0-1 0 0 0,0 0 0 0 0,1-1 0 0 0,-1 0 0 0 0,15 2-1 0 0,-11-4 63 0 0,0-1-1 0 0,0 0 1 0 0,0-1-1 0 0,1 0 1 0 0,-2-1-1 0 0,1-1 0 0 0,0 1 1 0 0,-1-2-1 0 0,1 0 1 0 0,-1 0-1 0 0,18-12 1 0 0,-25 14 96 0 0,0-1 0 0 0,0 1 0 0 0,-1-1 0 0 0,1 1 0 0 0,-1-1 1 0 0,0 0-1 0 0,0 0 0 0 0,0-1 0 0 0,-1 1 0 0 0,1 0 1 0 0,-1-1-1 0 0,0 0 0 0 0,0 0 0 0 0,1-7 0 0 0,2-11 15 0 0,5-44 1 0 0,-6 38-5 0 0,11-156 410 0 0,-14 174-217 0 0,1 0 0 0 0,0 1 0 0 0,1-1 0 0 0,0 1-1 0 0,6-13 1 0 0,-4 11 216 0 0,-1-1 1 0 0,0 0-1 0 0,2-13 0 0 0,-5 9 308 0 0,-1 9-248 0 0,0 12-71 0 0,-2 63-201 0 0,-19 116 0 0 0,-29 67-271 0 0,5-33-5914 0 0,40-185 2495 0 0,5-22 1173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11795 0 0,'-3'-29'3676'0'0,"5"27"-3669"0"0,-1 1 0 0 0,1-1 0 0 0,0 1-1 0 0,0-1 1 0 0,0 1 0 0 0,0 0 0 0 0,1-1-1 0 0,-1 1 1 0 0,0 0 0 0 0,0 1 0 0 0,1-1-1 0 0,-1 0 1 0 0,1 1 0 0 0,-1-1 0 0 0,5 1-1 0 0,3-3 14 0 0,101-18 110 0 0,-36 7-64 0 0,-41 0 78 0 0,-31 12-91 0 0,0 1 1 0 0,0-1-1 0 0,0 1 1 0 0,0-1 0 0 0,0 1-1 0 0,0 0 1 0 0,0 0 0 0 0,0 0-1 0 0,1 1 1 0 0,-1-1-1 0 0,0 1 1 0 0,1-1 0 0 0,-1 1-1 0 0,0 0 1 0 0,1 1 0 0 0,3 0-1 0 0,-5 0-24 0 0,0 1 1 0 0,0 0-1 0 0,0 0 0 0 0,-1 0 0 0 0,1 0 0 0 0,-1 0 1 0 0,1 0-1 0 0,-1 0 0 0 0,1 1 0 0 0,-1-1 0 0 0,0 1 1 0 0,1 2-1 0 0,0 0 19 0 0,1 2 6 0 0,1 1-1 0 0,-2 0 1 0 0,1 0-1 0 0,-1 1 1 0 0,0-1 0 0 0,0 0-1 0 0,-1 1 1 0 0,-1-1-1 0 0,1 11 1 0 0,-3 8-107 0 0,-7 41 0 0 0,4-35-593 0 0,5-32 637 0 0,0-1-161 0 0,0 1 0 0 0,-1-1 0 0 0,1 1-1 0 0,0-1 1 0 0,0 1 0 0 0,0-1 0 0 0,0 1 0 0 0,0-1 0 0 0,0 1 0 0 0,0-1 0 0 0,0 1 0 0 0,0-1 0 0 0,1 1 0 0 0,-1-1 0 0 0,0 1 0 0 0,0-1 0 0 0,0 1 0 0 0,0-1 0 0 0,1 1-1 0 0,-1-1 1 0 0,0 0 0 0 0,0 1 0 0 0,1-1 0 0 0,-1 1 0 0 0,0-1 0 0 0,1 0 0 0 0,-1 1 0 0 0,1-1 0 0 0,-1 0 0 0 0,0 0 0 0 0,1 1 0 0 0,-1-1 0 0 0,1 0 0 0 0,-1 0 0 0 0,1 1-1 0 0,-1-1 1 0 0,0 0 0 0 0,1 0 0 0 0,0 0 0 0 0,21 7-2590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290 487 11010 0 0,'-1'-26'2830'0'0,"-6"-31"-1"0"0,3 27-2057 0 0,4 27-705 0 0,-1 1 0 0 0,0-1 1 0 0,1 0-1 0 0,-1 1 0 0 0,0-1 0 0 0,0 0 0 0 0,0 1 0 0 0,-1 0 1 0 0,1-1-1 0 0,-1 1 0 0 0,1 0 0 0 0,-1-1 0 0 0,0 1 0 0 0,0 0 1 0 0,0 0-1 0 0,0 1 0 0 0,0-1 0 0 0,0 0 0 0 0,0 1 0 0 0,-1-1 1 0 0,1 1-1 0 0,-1-1 0 0 0,1 1 0 0 0,-1 0 0 0 0,1 0 0 0 0,-1 1 1 0 0,0-1-1 0 0,1 0 0 0 0,-1 1 0 0 0,-5-1 0 0 0,3 1-70 0 0,1 0 0 0 0,-1 0-1 0 0,1 0 1 0 0,-1 0 0 0 0,0 1-1 0 0,1 0 1 0 0,-1 0 0 0 0,1 0-1 0 0,-1 1 1 0 0,1-1 0 0 0,0 1-1 0 0,0 0 1 0 0,0 0 0 0 0,0 1-1 0 0,0-1 1 0 0,0 1 0 0 0,0 0-1 0 0,-4 4 1 0 0,0 3-1 0 0,1 0 0 0 0,0 1-1 0 0,0 0 1 0 0,1 0 0 0 0,-4 13 0 0 0,-23 63-32 0 0,28-70 22 0 0,0 0-1 0 0,-4 29 1 0 0,8-38 10 0 0,-1 0 0 0 0,0-1-1 0 0,-1 1 1 0 0,-5 12 0 0 0,4-14-4 0 0,2 1 0 0 0,-1 0 1 0 0,1 0-1 0 0,-3 13 0 0 0,5-17 7 0 0,0 0 0 0 0,0 0 0 0 0,0 0-1 0 0,0 0 1 0 0,0 0 0 0 0,1 0 0 0 0,0 0-1 0 0,-1 0 1 0 0,1 0 0 0 0,0 0-1 0 0,1 0 1 0 0,-1 0 0 0 0,0-1 0 0 0,1 1-1 0 0,2 3 1 0 0,-2-3-1 0 0,1-1-1 0 0,-1 0 1 0 0,1 0 0 0 0,0-1-1 0 0,-1 1 1 0 0,1-1 0 0 0,0 1-1 0 0,0-1 1 0 0,0 0 0 0 0,5 1-1 0 0,12 6-14 0 0,-12-4 16 0 0,-1-1 0 0 0,1-1-1 0 0,-1 1 1 0 0,1-1 0 0 0,0-1 0 0 0,0 0-1 0 0,0 0 1 0 0,0 0 0 0 0,-1-1-1 0 0,1 0 1 0 0,0 0 0 0 0,0-1-1 0 0,0 0 1 0 0,11-3 0 0 0,11-4 13 0 0,-1-1 1 0 0,35-17 0 0 0,-64 26-13 0 0,17-7 41 0 0,-1 0-1 0 0,-1-1 0 0 0,0-1 1 0 0,0-1-1 0 0,22-17 1 0 0,-35 24-14 0 0,1 1 0 0 0,-1-1 0 0 0,0 0 0 0 0,0 0 0 0 0,0 0 1 0 0,0 0-1 0 0,0-1 0 0 0,-1 1 0 0 0,1 0 0 0 0,-1-1 0 0 0,0 1 0 0 0,0-1 0 0 0,0 1 0 0 0,-1-1 1 0 0,1 0-1 0 0,-1 1 0 0 0,0-6 0 0 0,-1 8-26 0 0,1 0 0 0 0,-1 1 1 0 0,0-1-1 0 0,0 1 0 0 0,0-1 0 0 0,1 1 1 0 0,-1-1-1 0 0,0 1 0 0 0,0 0 0 0 0,0-1 1 0 0,0 1-1 0 0,0 0 0 0 0,0-1 0 0 0,0 1 1 0 0,1 0-1 0 0,-1 0 0 0 0,0 0 0 0 0,0 0 1 0 0,0 0-1 0 0,0 0 0 0 0,0 0 0 0 0,-1 1 1 0 0,0-1 5 0 0,-2 0-8 0 0,0 1 1 0 0,1-1-1 0 0,-1 1 1 0 0,0 0-1 0 0,1 0 1 0 0,-1 0-1 0 0,1 1 1 0 0,-1-1-1 0 0,1 1 1 0 0,0 0-1 0 0,-6 4 0 0 0,-11 5 0 0 0,17-9-7 0 0,-1 1 1 0 0,0-1-1 0 0,1 1 1 0 0,0 0-1 0 0,-1 0 1 0 0,1 0-1 0 0,0 1 0 0 0,1-1 1 0 0,-1 1-1 0 0,0 0 1 0 0,1 0-1 0 0,0-1 1 0 0,0 1-1 0 0,0 1 1 0 0,1-1-1 0 0,-1 0 0 0 0,-1 8 1 0 0,3-11 5 0 0,1 0 0 0 0,-1 0 0 0 0,0 0-1 0 0,0 0 1 0 0,1 0 0 0 0,-1 1 0 0 0,0-1 0 0 0,1-1 0 0 0,-1 1 0 0 0,1 0-1 0 0,-1 0 1 0 0,1 0 0 0 0,0 0 0 0 0,-1 0 0 0 0,1 0 0 0 0,0 0 0 0 0,-1-1 0 0 0,1 1-1 0 0,0 0 1 0 0,0-1 0 0 0,0 1 0 0 0,0-1 0 0 0,0 1 0 0 0,0-1 0 0 0,0 1 0 0 0,0-1-1 0 0,0 1 1 0 0,0-1 0 0 0,0 0 0 0 0,0 0 0 0 0,1 1 0 0 0,3 1-1 0 0,5 1 4 0 0,-1 0-1 0 0,1-1 1 0 0,0 0-1 0 0,0 0 1 0 0,0-1-1 0 0,0 0 1 0 0,0-1-1 0 0,1 0 1 0 0,-1-1-1 0 0,0 0 1 0 0,15-3-1 0 0,-4-1 2 0 0,0-1-1 0 0,-1-1 1 0 0,0 0-1 0 0,28-16 1 0 0,-23 10 12 0 0,-11 7-1 0 0,-1-1 1 0 0,0-1 0 0 0,0 0 0 0 0,-1 0 0 0 0,0-1-1 0 0,16-17 1 0 0,-14 10-2 0 0,-1 0 0 0 0,0-1 0 0 0,-2-1 0 0 0,0 0-1 0 0,-1-1 1 0 0,10-24 0 0 0,34-123 88 0 0,-42 108-70 0 0,-9 42-24 0 0,0 0 1 0 0,10-29-1 0 0,-9 35 5 0 0,-1 1 1 0 0,-1 0-1 0 0,0-1 0 0 0,0 1 0 0 0,0-17 0 0 0,-2 21-1 0 0,1 0 0 0 0,-2 0 0 0 0,1 0 0 0 0,0 0 0 0 0,-1 0 0 0 0,0 0 0 0 0,0 0 0 0 0,0 1 0 0 0,-1-1 0 0 0,0 0-1 0 0,0 1 1 0 0,-4-9 0 0 0,4 12-3 0 0,1 1 0 0 0,0-1 0 0 0,-1 0 0 0 0,1 0 0 0 0,-1 1 0 0 0,1-1 0 0 0,-1 1 0 0 0,1 0 0 0 0,-1-1 0 0 0,1 1 0 0 0,-1 0 0 0 0,1 0 0 0 0,-1 0 0 0 0,1 0 0 0 0,-1 0-1 0 0,1 0 1 0 0,-1 0 0 0 0,1 1 0 0 0,-1-1 0 0 0,1 0 0 0 0,-1 1 0 0 0,1-1 0 0 0,-1 1 0 0 0,1 0 0 0 0,-1 0 0 0 0,1-1 0 0 0,0 1 0 0 0,0 0 0 0 0,-1 0 0 0 0,1 0 0 0 0,0 0 0 0 0,0 0-1 0 0,-1 2 1 0 0,-8 17 40 0 0,1 0-1 0 0,1 1 0 0 0,-10 42 0 0 0,12-40-9 0 0,-5 17 1 0 0,2 1 0 0 0,-6 78 0 0 0,13-99-25 0 0,-1 0 0 0 0,-9 32 0 0 0,7-38-6 0 0,1 1 0 0 0,1-1 0 0 0,1 1 0 0 0,0 0 0 0 0,1 0 0 0 0,1 22 0 0 0,2-25-119 0 0,0 0-1 0 0,0-1 0 0 0,1 0 0 0 0,0 1 0 0 0,1-1 0 0 0,1 0 0 0 0,0-1 0 0 0,0 1 0 0 0,1-1 0 0 0,0 0 0 0 0,12 14 1 0 0,-16-22-356 0 0,0-1 0 0 0,0 1 1 0 0,1-1-1 0 0,-1 0 1 0 0,0 0-1 0 0,1 1 1 0 0,3 0-1 0 0,5 2-3841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63 8546 0 0,'-1'-1'6721'0'0,"-4"-3"-4656"0"0,-2 3-1657 0 0,-4-11-408 0 0,3 2 96 0 0,0 3 32 0 0,5 1-8 0 0,2 1-72 0 0,-2 0-48 0 0,1 2-40 0 0,2 2-16 0 0,0-1-312 0 0,-1-1-1417 0 0,1 0-543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42 132 15243 0 0,'-1'-20'531'0'0,"2"-34"-65"0"0,0 50-330 0 0,-1 0 0 0 0,1 0 0 0 0,0 0 0 0 0,0 0 0 0 0,0 1 0 0 0,0-1 0 0 0,1 0 0 0 0,-1 1 0 0 0,1-1 0 0 0,4-5 0 0 0,-5 8-120 0 0,0 0 0 0 0,1 0 1 0 0,-1 0-1 0 0,1 0 0 0 0,-1 0 0 0 0,1 0 1 0 0,-1 1-1 0 0,1-1 0 0 0,-1 1 0 0 0,1-1 1 0 0,-1 1-1 0 0,1-1 0 0 0,0 1 0 0 0,2 0 1 0 0,-3 0-10 0 0,0 0 1 0 0,-1 0-1 0 0,1-1 1 0 0,0 1 0 0 0,0 1-1 0 0,0-1 1 0 0,0 0-1 0 0,0 0 1 0 0,0 0 0 0 0,0 0-1 0 0,0 1 1 0 0,0-1-1 0 0,0 0 1 0 0,0 1 0 0 0,-1-1-1 0 0,1 1 1 0 0,0-1 0 0 0,0 1-1 0 0,0-1 1 0 0,-1 1-1 0 0,1 0 1 0 0,0-1 0 0 0,-1 1-1 0 0,1 0 1 0 0,0 0-1 0 0,-1-1 1 0 0,1 1 0 0 0,-1 0-1 0 0,1 1 1 0 0,6 45 139 0 0,-6-34-96 0 0,1-1-1 0 0,4 20 1 0 0,3-7-1 0 0,-6-16-28 0 0,0 1-1 0 0,0-1 0 0 0,-1 1 1 0 0,2 13-1 0 0,-3-1 29 0 0,-1 0 0 0 0,-1 1 0 0 0,-5 33 0 0 0,-21 67 41 0 0,20-92-113 0 0,-46 149-2242 0 0,8-65-5837 0 0,35-92 3270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1 250 13595 0 0,'5'-13'192'0'0,"-3"9"-176"0"0,0 1 0 0 0,1 1 0 0 0,-1-1 0 0 0,1 0 0 0 0,-1 1 0 0 0,1-1 0 0 0,0 1-1 0 0,0 0 1 0 0,0 0 0 0 0,7-4 0 0 0,38-13 56 0 0,-28 12-50 0 0,29-10 415 0 0,1 1-1 0 0,0 3 1 0 0,68-10-1 0 0,-103 16-139 0 0,5-1 353 0 0,-20 8-629 0 0,1 0 1 0 0,0 0-1 0 0,-1 0 1 0 0,1 0-1 0 0,-1 0 1 0 0,1 0-1 0 0,-1 0 0 0 0,1 0 1 0 0,-1 1-1 0 0,1-1 1 0 0,-1 0-1 0 0,1 0 0 0 0,0 1 1 0 0,-1-1-1 0 0,0 0 1 0 0,1 1-1 0 0,-1-1 0 0 0,1 0 1 0 0,-1 1-1 0 0,1-1 1 0 0,-1 1-1 0 0,0-1 1 0 0,1 0-1 0 0,-1 1 0 0 0,0-1 1 0 0,1 1-1 0 0,-1-1 1 0 0,0 1-1 0 0,0-1 0 0 0,0 1 1 0 0,1 0-1 0 0,-1-1 1 0 0,0 1-1 0 0,2 8 34 0 0,0-1-1 0 0,-1 0 1 0 0,1 0-1 0 0,-2 1 1 0 0,1-1-1 0 0,-1 1 1 0 0,-1 7-1 0 0,-12 62 170 0 0,8-57 265 0 0,1 1-1 0 0,-2 37 1 0 0,7-59-453 0 0,-1 1 0 0 0,0 0 0 0 0,0 0 0 0 0,1-1 0 0 0,-1 1 0 0 0,0-1 0 0 0,1 1 0 0 0,-1 0 0 0 0,1-1-1 0 0,-1 1 1 0 0,1-1 0 0 0,-1 1 0 0 0,1-1 0 0 0,-1 1 0 0 0,1-1 0 0 0,0 1 0 0 0,-1-1 0 0 0,1 0 0 0 0,0 1 0 0 0,-1-1 0 0 0,1 0 0 0 0,0 1 0 0 0,-1-1 0 0 0,1 0 0 0 0,0 0 0 0 0,0 0 0 0 0,-1 0 0 0 0,1 0 0 0 0,1 0 0 0 0,24 1 170 0 0,-21-1-172 0 0,1-1 0 0 0,-1 0-1 0 0,1 0 1 0 0,-1-1-1 0 0,0 1 1 0 0,0-1-1 0 0,0 0 1 0 0,0-1-1 0 0,0 1 1 0 0,0-1-1 0 0,0 0 1 0 0,-1 0 0 0 0,1-1-1 0 0,-1 1 1 0 0,0-1-1 0 0,0 0 1 0 0,0 0-1 0 0,-1 0 1 0 0,4-6-1 0 0,-1 1 23 0 0,-1 0 0 0 0,0 0 0 0 0,0-1 0 0 0,0 0 0 0 0,-2 0 0 0 0,1 0-1 0 0,-1-1 1 0 0,-1 1 0 0 0,2-12 0 0 0,-2 15 8 0 0,-1-1 0 0 0,1 0-1 0 0,6-13 1 0 0,-5 16-41 0 0,-1 0 0 0 0,0 0 0 0 0,-1 0 0 0 0,1 0 0 0 0,-1 0-1 0 0,0-1 1 0 0,-1 1 0 0 0,1 0 0 0 0,-1 0 0 0 0,0-7 0 0 0,0 8-22 0 0,0 1 1 0 0,-1 0-1 0 0,1 0 0 0 0,-1 0 1 0 0,1 0-1 0 0,-1-1 0 0 0,0 1 1 0 0,0 0-1 0 0,0 1 1 0 0,-1-1-1 0 0,1 0 0 0 0,-1 0 1 0 0,0 0-1 0 0,1 1 1 0 0,-1-1-1 0 0,-1 1 0 0 0,1-1 1 0 0,0 1-1 0 0,0 0 0 0 0,-1 0 1 0 0,1 0-1 0 0,-1 0 1 0 0,0 1-1 0 0,1-1 0 0 0,-1 1 1 0 0,0-1-1 0 0,0 1 0 0 0,-6-2 1 0 0,-30-9-386 0 0,7 0-2381 0 0,8 10-4026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402 196 11987 0 0,'0'-12'1260'0'0,"12"-161"4678"0"0,-12 172-5925 0 0,0 1 0 0 0,0-1 1 0 0,-1 0-1 0 0,1 1 0 0 0,0-1 0 0 0,0 1 0 0 0,-1-1 0 0 0,1 1 0 0 0,-1-1 0 0 0,1 1 0 0 0,0-1 0 0 0,-1 1 0 0 0,1 0 0 0 0,-1-1 0 0 0,1 1 0 0 0,-1-1 0 0 0,1 1 0 0 0,-1 0 0 0 0,0 0 0 0 0,1-1 0 0 0,-1 1 0 0 0,1 0 0 0 0,-1 0 0 0 0,0 0 0 0 0,1-1 0 0 0,-1 1 0 0 0,1 0 0 0 0,-1 0 0 0 0,0 0 0 0 0,1 0 0 0 0,-2 0 0 0 0,-20 1 15 0 0,12 1-32 0 0,1 0 1 0 0,0 1-1 0 0,0 0 1 0 0,0 0-1 0 0,1 1 1 0 0,-1 0 0 0 0,1 1-1 0 0,0-1 1 0 0,0 2-1 0 0,0-1 1 0 0,1 1 0 0 0,-10 9-1 0 0,-6 10-6 0 0,0 1-1 0 0,-20 31 1 0 0,12-16 42 0 0,19-27-37 0 0,1 0 1 0 0,1 1 0 0 0,0 0-1 0 0,1 0 1 0 0,1 1 0 0 0,0 0 0 0 0,1 0-1 0 0,1 1 1 0 0,-6 24 0 0 0,8-28-6 0 0,0 0-1 0 0,-8 18 1 0 0,7-18-2 0 0,0 0 1 0 0,-6 26-1 0 0,10-35 21 0 0,1 0 1 0 0,-1 0-1 0 0,1 0 0 0 0,0 0 1 0 0,0 0-1 0 0,0 0 1 0 0,1 0-1 0 0,-1 0 0 0 0,1 0 1 0 0,0 0-1 0 0,0 0 0 0 0,1 0 1 0 0,-1 0-1 0 0,4 4 1 0 0,-3-6 11 0 0,0 0 0 0 0,1 0 0 0 0,0 0 1 0 0,-1 0-1 0 0,1-1 0 0 0,0 1 0 0 0,0-1 1 0 0,4 2-1 0 0,4 1 29 0 0,-7-1-16 0 0,1-1 1 0 0,-1 0-1 0 0,1-1 1 0 0,0 1-1 0 0,0-1 1 0 0,0 0-1 0 0,0 0 1 0 0,0 0-1 0 0,0-1 1 0 0,0 0-1 0 0,10-1 1 0 0,-1-1 107 0 0,1-1 0 0 0,23-8 1 0 0,-15 5 1 0 0,-14 2-92 0 0,0 0 0 0 0,0 0 0 0 0,0 0 0 0 0,0-1-1 0 0,-1-1 1 0 0,0 0 0 0 0,0 0 0 0 0,0 0-1 0 0,10-12 1 0 0,2-4 70 0 0,33-48 0 0 0,-45 59-81 0 0,-1-1 0 0 0,0 0 0 0 0,0 0-1 0 0,-2-1 1 0 0,1 0 0 0 0,-2 0 0 0 0,0 0 0 0 0,0 0 0 0 0,-1-1 0 0 0,1-15-1 0 0,-3 21-6 0 0,1 1 0 0 0,0-1 1 0 0,0 1-1 0 0,6-14 0 0 0,6-22 67 0 0,-14 40-108 0 0,1 0 1 0 0,-1-1-1 0 0,0 1 0 0 0,0 0 0 0 0,0 0 0 0 0,-1 0 0 0 0,1 0 0 0 0,-1-1 1 0 0,0 1-1 0 0,0 0 0 0 0,0 0 0 0 0,-2-5 0 0 0,1 5-124 0 0,0 0 1 0 0,0 0-1 0 0,0 1 0 0 0,0-1 1 0 0,-1 0-1 0 0,1 1 0 0 0,-1-1 1 0 0,1 1-1 0 0,-1 0 0 0 0,0 0 1 0 0,0 0-1 0 0,0 0 0 0 0,0 0 1 0 0,-1 1-1 0 0,1 0 0 0 0,0-1 1 0 0,-1 1-1 0 0,1 0 0 0 0,-1 1 1 0 0,1-1-1 0 0,-1 1 0 0 0,1-1 1 0 0,-1 1-1 0 0,1 0 0 0 0,-7 1 1 0 0,1 0-166 0 0,0 0-1 0 0,1 0 1 0 0,-1 1 0 0 0,0 1-1 0 0,1-1 1 0 0,0 1 0 0 0,0 1 0 0 0,0-1-1 0 0,-10 7 1 0 0,8-4 231 0 0,6-3 33 0 0,0-1 0 0 0,0 0 1 0 0,1 1-1 0 0,-1 0 1 0 0,1 0-1 0 0,-7 6 0 0 0,10-7 69 0 0,-1-1-1 0 0,0 0 1 0 0,1 0-1 0 0,-1 1 1 0 0,1-1-1 0 0,-1 0 1 0 0,1 0-1 0 0,0 1 1 0 0,0-1-1 0 0,-1 0 1 0 0,1 1-1 0 0,0-1 0 0 0,0 0 1 0 0,0 1-1 0 0,1-1 1 0 0,-1 1-1 0 0,0-1 1 0 0,0 0-1 0 0,1 0 1 0 0,-1 1-1 0 0,1-1 1 0 0,-1 0-1 0 0,1 0 1 0 0,-1 1-1 0 0,1-1 1 0 0,0 0-1 0 0,0 0 0 0 0,0 1 1 0 0,165 223 4643 0 0,-151-205-4490 0 0,18 29 0 0 0,-14-19-25 0 0,-14-23-387 0 0,4 7-1390 0 0,-3-5-2986 0 0,-5-6 2127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49 14675 0 0,'-4'-20'3123'0'0,"6"18"-3064"0"0,0 1 0 0 0,-1-1 0 0 0,1 0 0 0 0,0 0 0 0 0,0 1 0 0 0,-1-1 0 0 0,1 1 0 0 0,1-1 0 0 0,-1 1 0 0 0,0 0 0 0 0,0 0 0 0 0,0 0 0 0 0,1 0 0 0 0,-1 0 0 0 0,0 0 0 0 0,4 0 0 0 0,2-1 52 0 0,0 1 1 0 0,0 0-1 0 0,13-1 1 0 0,-19 2-98 0 0,0 0 1 0 0,-1 0 0 0 0,1 1-1 0 0,0-1 1 0 0,-1 0-1 0 0,1 1 1 0 0,0-1 0 0 0,-1 1-1 0 0,1-1 1 0 0,-1 1 0 0 0,1 0-1 0 0,-1 0 1 0 0,1 0-1 0 0,-1 0 1 0 0,0 0 0 0 0,1 0-1 0 0,-1 0 1 0 0,2 3-1 0 0,-1-2-2 0 0,0 1-1 0 0,0 0 1 0 0,0 0-1 0 0,-1 0 0 0 0,1 0 1 0 0,-1 0-1 0 0,0 1 0 0 0,0-1 1 0 0,0 4-1 0 0,1 2 7 0 0,-1 0-1 0 0,0 0 0 0 0,-1 0 1 0 0,0 0-1 0 0,-1 0 1 0 0,-2 15-1 0 0,-4-2 62 0 0,0-1-1 0 0,-1 0 0 0 0,-1-1 1 0 0,-1 1-1 0 0,-1-2 0 0 0,-18 25 1 0 0,-13 26 371 0 0,40-67-426 0 0,0 1 1 0 0,0-1-1 0 0,0 1 0 0 0,1-1 1 0 0,-1 1-1 0 0,1 0 0 0 0,0-1 1 0 0,0 1-1 0 0,0 7 1 0 0,1-10-16 0 0,0 1 1 0 0,1-1 0 0 0,-1 1 0 0 0,1-1-1 0 0,-1 0 1 0 0,1 1 0 0 0,0-1 0 0 0,-1 0 0 0 0,1 1-1 0 0,0-1 1 0 0,0 0 0 0 0,0 0 0 0 0,0 0 0 0 0,0 0-1 0 0,0 0 1 0 0,0 0 0 0 0,0 0 0 0 0,0 0-1 0 0,1 0 1 0 0,-1 0 0 0 0,0-1 0 0 0,0 1 0 0 0,1 0-1 0 0,-1-1 1 0 0,1 1 0 0 0,-1-1 0 0 0,2 1 0 0 0,4 1 11 0 0,0 0 1 0 0,0-1-1 0 0,0 0 1 0 0,0 0-1 0 0,0 0 1 0 0,0-1-1 0 0,0 0 1 0 0,0 0-1 0 0,0-1 1 0 0,12-2-1 0 0,0-2 176 0 0,0-1 1 0 0,25-12-1 0 0,9-3 187 0 0,-41 14-1103 0 0,-8-1-4534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101 176 1688 0 0,'0'-7'3882'0'0,"0"-11"-2609"0"0,-2-132 5996 0 0,-40 413-6236 0 0,3-25 476 0 0,37-222-1391 0 0,2-10-77 0 0,0 1 1 0 0,-1 0 0 0 0,0-1-1 0 0,0 1 1 0 0,0-1 0 0 0,-1 1-1 0 0,-3 5 1 0 0,1-26-7233 0 0,6-13 5947 0 0,11-52-4299 0 0,-8 53 3696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81 198 1040 0 0,'-4'-4'988'0'0,"1"-1"0"0"0,0 1 0 0 0,1-1 0 0 0,-1 1 0 0 0,1-1 0 0 0,-3-9 0 0 0,-7-12 1702 0 0,11 24-2384 0 0,-1 0 0 0 0,1 0 0 0 0,-1 1 0 0 0,0-1 0 0 0,1 1 0 0 0,-1-1 0 0 0,0 1 0 0 0,0 0-1 0 0,0-1 1 0 0,-5-1 0 0 0,6 3-136 0 0,-1-1 0 0 0,0 0 0 0 0,0 0 0 0 0,0 0 0 0 0,1 0 0 0 0,-1 0 0 0 0,0-1 0 0 0,1 1 0 0 0,-1 0 0 0 0,1-1 0 0 0,0 1 0 0 0,-2-3 0 0 0,3 3-149 0 0,1 0 0 0 0,-1 1 1 0 0,1-1-1 0 0,-1 0 1 0 0,1 1-1 0 0,-1-1 0 0 0,1 1 1 0 0,0-1-1 0 0,-1 1 0 0 0,1-1 1 0 0,0 1-1 0 0,0-1 0 0 0,-1 1 1 0 0,1 0-1 0 0,0-1 0 0 0,0 1 1 0 0,0 0-1 0 0,-1 0 0 0 0,1 0 1 0 0,2-1-1 0 0,-1 1 11 0 0,28-10 124 0 0,142-41 261 0 0,-139 44-325 0 0,1 0 0 0 0,-1 3 0 0 0,48-1 0 0 0,-49 6 389 0 0,-36 7-6883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46 566 5377 0 0,'-14'0'4161'0'0,"-15"1"175"0"0,26-2-3476 0 0,20-1-836 0 0,35-2 433 0 0,14 0-2181 0 0,-1-3 0 0 0,-1-2 0 0 0,68-20 0 0 0,-97 20 1346 0 0,-25 7 699 0 0,0 0 0 0 0,-1-1-1 0 0,1 0 1 0 0,-1 0 0 0 0,0-1-1 0 0,16-9 1 0 0,-22 11 119 0 0,-1 0 0 0 0,0 0-1 0 0,-1-1 1 0 0,1 1 0 0 0,0-1-1 0 0,-1 1 1 0 0,1-1 0 0 0,0-2-1 0 0,-1 4-328 0 0,0 0-1 0 0,-1 0 1 0 0,1 0-1 0 0,-1 0 1 0 0,0 0-1 0 0,1-1 1 0 0,-1 1-1 0 0,0 0 1 0 0,0 0-1 0 0,0 0 0 0 0,0 0 1 0 0,1 0-1 0 0,-2 0 1 0 0,1 0-1 0 0,0-1 1 0 0,0 1-1 0 0,0 0 1 0 0,0 0-1 0 0,-1 0 1 0 0,1 0-1 0 0,0 0 1 0 0,-1 0-1 0 0,1 0 0 0 0,-2-1 1 0 0,2 2-101 0 0,-1 0 0 0 0,1 0 1 0 0,-1 0-1 0 0,0 0 0 0 0,1 0 1 0 0,-1 0-1 0 0,0 0 0 0 0,1 1 0 0 0,-1-1 1 0 0,1 0-1 0 0,-1 0 0 0 0,1 1 0 0 0,-1-1 1 0 0,0 0-1 0 0,1 1 0 0 0,-1-1 1 0 0,1 0-1 0 0,0 1 0 0 0,-1-1 0 0 0,1 1 1 0 0,-1-1-1 0 0,1 1 0 0 0,0-1 0 0 0,-1 1 1 0 0,1-1-1 0 0,0 1 0 0 0,-1-1 1 0 0,1 2-1 0 0,-14 19 9 0 0,13-20-3 0 0,-7 13 0 0 0,1 1 0 0 0,0-1 0 0 0,1 1 0 0 0,1 0-1 0 0,0 1 1 0 0,1-1 0 0 0,0 1 0 0 0,2 0 0 0 0,0 0-1 0 0,0 0 1 0 0,2 0 0 0 0,1 27 0 0 0,0-40-20 0 0,-1 0 0 0 0,1-1 1 0 0,0 1-1 0 0,0-1 1 0 0,0 0-1 0 0,0 1 0 0 0,0-1 1 0 0,0 0-1 0 0,1 1 1 0 0,-1-1-1 0 0,1 0 0 0 0,0 0 1 0 0,-1 0-1 0 0,1 0 0 0 0,0-1 1 0 0,0 1-1 0 0,0 0 1 0 0,0-1-1 0 0,1 1 0 0 0,-1-1 1 0 0,0 0-1 0 0,1 0 0 0 0,-1 0 1 0 0,1 0-1 0 0,-1 0 1 0 0,1 0-1 0 0,-1-1 0 0 0,1 1 1 0 0,-1-1-1 0 0,1 0 1 0 0,0 0-1 0 0,-1 0 0 0 0,4 0 1 0 0,3 0 1 0 0,1-1 1 0 0,-1 0-1 0 0,0-1 1 0 0,0 0-1 0 0,1 0 1 0 0,-1-1 0 0 0,-1 0-1 0 0,11-6 1 0 0,8-2 12 0 0,-21 9-7 0 0,1-1 0 0 0,-1 0 0 0 0,0 0 0 0 0,1 0 0 0 0,4-5-1 0 0,16-16 32 0 0,-2-1-1 0 0,0-1 1 0 0,34-49-1 0 0,-24 30 8 0 0,-19 29 130 0 0,-10 15-81 0 0,-6 13 8 0 0,-22 41-8 0 0,16-41 28 0 0,1 2 0 0 0,-6 17 0 0 0,10-31-104 0 0,1 1-1 0 0,0-1 1 0 0,0 1 0 0 0,0-1 0 0 0,-1 1 0 0 0,1-1-1 0 0,0 1 1 0 0,0-1 0 0 0,0 1 0 0 0,0-1-1 0 0,0 0 1 0 0,0 1 0 0 0,0-1 0 0 0,0 1-1 0 0,0-1 1 0 0,0 1 0 0 0,0-1 0 0 0,0 1-1 0 0,0-1 1 0 0,0 1 0 0 0,1-1 0 0 0,-1 1 0 0 0,0-1-1 0 0,0 1 1 0 0,0-1 0 0 0,1 1 0 0 0,14-10 50 0 0,0-5-56 0 0,23-29-1 0 0,-24 25-3 0 0,23-21 0 0 0,-33 35 0 0 0,29-22 61 0 0,-32 25-62 0 0,1 0 0 0 0,-1 0 1 0 0,0 1-1 0 0,1-1 0 0 0,-1 0 1 0 0,1 1-1 0 0,-1-1 1 0 0,1 1-1 0 0,0-1 0 0 0,-1 1 1 0 0,1 0-1 0 0,0-1 0 0 0,-1 1 1 0 0,1 0-1 0 0,0 0 0 0 0,-1 0 1 0 0,1 0-1 0 0,-1 1 0 0 0,1-1 1 0 0,0 0-1 0 0,1 1 0 0 0,0 2-2 0 0,-1 0-1 0 0,1-1 1 0 0,-1 1-1 0 0,0 0 1 0 0,0 1-1 0 0,0-1 1 0 0,0 0-1 0 0,0 1 1 0 0,-1-1-1 0 0,2 5 0 0 0,2 2 1 0 0,-1-2-5 0 0,-2-2-9 0 0,1 0 1 0 0,0-1-1 0 0,0 1 0 0 0,8 7 0 0 0,-10-11 8 0 0,1 0 0 0 0,0-1 1 0 0,0 1-1 0 0,0-1 0 0 0,0 1 1 0 0,1-1-1 0 0,-1 0 0 0 0,0 0 0 0 0,1 0 1 0 0,-1 0-1 0 0,0 0 0 0 0,1-1 1 0 0,-1 1-1 0 0,5 0 0 0 0,-1 0-2 0 0,0 0 0 0 0,0 1 0 0 0,0 0 0 0 0,0 0 0 0 0,6 4 0 0 0,-6-3 2 0 0,-1-1-1 0 0,1 0 1 0 0,-1 0-1 0 0,1 0 0 0 0,0-1 1 0 0,6 2-1 0 0,-3-3 2 0 0,-1 0 0 0 0,1 0 0 0 0,-1-1 0 0 0,1 0 0 0 0,0 0 0 0 0,-1-1 0 0 0,12-4 0 0 0,2-2-13 0 0,28-15 0 0 0,14-5 3 0 0,-53 23 35 0 0,1 0 1 0 0,-1-1-1 0 0,0 0 0 0 0,-1-1 1 0 0,0 0-1 0 0,0 0 1 0 0,0-1-1 0 0,-1-1 0 0 0,0 1 1 0 0,0-2-1 0 0,-1 1 0 0 0,0-1 1 0 0,-1 0-1 0 0,0-1 0 0 0,-1 0 1 0 0,7-16-1 0 0,-10 21 78 0 0,2-10 359 0 0,-10 14-312 0 0,-8 7-143 0 0,-1 2 1 0 0,0 1 1 0 0,1 0-1 0 0,-1 1 1 0 0,1 1-1 0 0,1 0 1 0 0,0 1-1 0 0,1 0 1 0 0,0 1-1 0 0,0 0 1 0 0,1 0 0 0 0,1 1-1 0 0,-14 26 1 0 0,0 24-68 0 0,21-62 56 0 0,1 0 0 0 0,0 1-1 0 0,0-1 1 0 0,1 1 0 0 0,-1-1-1 0 0,0 1 1 0 0,0-1 0 0 0,1 1-1 0 0,-1-1 1 0 0,1 1 0 0 0,0 0-1 0 0,-1-1 1 0 0,1 1 0 0 0,0 0-1 0 0,0-1 1 0 0,0 1 0 0 0,0 0-1 0 0,0 0 1 0 0,0-1 0 0 0,1 1-1 0 0,-1 0 1 0 0,0-1 0 0 0,1 1-1 0 0,-1-1 1 0 0,1 1 0 0 0,0 0-1 0 0,0-1 1 0 0,-1 1 0 0 0,1-1-1 0 0,0 0 1 0 0,0 1-1 0 0,0-1 1 0 0,1 0 0 0 0,-1 1-1 0 0,0-1 1 0 0,0 0 0 0 0,1 0-1 0 0,-1 0 1 0 0,1 0 0 0 0,-1 0-1 0 0,1-1 1 0 0,1 2 0 0 0,3 0 2 0 0,-1 0 0 0 0,0-1 1 0 0,0 1-1 0 0,1-1 0 0 0,-1 0 1 0 0,1-1-1 0 0,-1 1 0 0 0,1-1 1 0 0,-1 0-1 0 0,0 0 0 0 0,1-1 1 0 0,6-1-1 0 0,55-26 6 0 0,-60 25 1 0 0,0 0 1 0 0,0 0 0 0 0,0-1-1 0 0,-1 0 1 0 0,1 0 0 0 0,-1 0-1 0 0,9-9 1 0 0,40-43 48 0 0,-30 29-27 0 0,-12 14-10 0 0,-1-2-1 0 0,0 1 0 0 0,-2-2 1 0 0,1 1-1 0 0,-2-1 0 0 0,0-1 1 0 0,9-26-1 0 0,-9 17 17 0 0,-1 0-1 0 0,-2-1 1 0 0,-1 0 0 0 0,3-39-1 0 0,-6 57-18 0 0,-1 1-1 0 0,1-1 1 0 0,1 1 0 0 0,5-15-1 0 0,-5 15 25 0 0,0 1 1 0 0,0 0-1 0 0,-1-1 0 0 0,-1 0 1 0 0,1 1-1 0 0,0-16 0 0 0,-2 20-14 0 0,-1-18 187 0 0,1 21-209 0 0,0 0 0 0 0,0-1 0 0 0,0 1 0 0 0,-1-1 0 0 0,1 1-1 0 0,0 0 1 0 0,0-1 0 0 0,0 1 0 0 0,0 0 0 0 0,-1-1-1 0 0,1 1 1 0 0,0 0 0 0 0,0 0 0 0 0,0-1 0 0 0,-1 1 0 0 0,1 0-1 0 0,0 0 1 0 0,-1-1 0 0 0,1 1 0 0 0,0 0 0 0 0,-1 0 0 0 0,1 0-1 0 0,0-1 1 0 0,-1 1 0 0 0,1 0 0 0 0,0 0 0 0 0,-1 0-1 0 0,1 0 1 0 0,0 0 0 0 0,-1 0 0 0 0,1 0 0 0 0,0 0 0 0 0,-1 0-1 0 0,1 0 1 0 0,-1 0 0 0 0,1 0 0 0 0,0 0 0 0 0,-1 0-1 0 0,1 0 1 0 0,0 0 0 0 0,-1 0 0 0 0,1 0 0 0 0,0 1 0 0 0,-1-1-1 0 0,1 0 1 0 0,-1 1 0 0 0,0 0 0 0 0,0 0-1 0 0,1 0 1 0 0,-1 0-1 0 0,0 0 1 0 0,1 0-1 0 0,-1 0 1 0 0,1 0 0 0 0,-1 0-1 0 0,1 0 1 0 0,-1 1-1 0 0,1-1 1 0 0,0 0-1 0 0,0 0 1 0 0,0 1 0 0 0,-1-1-1 0 0,2 2 1 0 0,-2 4-2 0 0,-14 58 24 0 0,3 0 0 0 0,-4 71 0 0 0,15-129-22 0 0,0 0 1 0 0,0 0-1 0 0,-1 0 0 0 0,0 0 0 0 0,-4 8 0 0 0,3-8 1 0 0,0-1 0 0 0,1 0 0 0 0,0 1 0 0 0,1 0 0 0 0,0-1 0 0 0,-2 13 0 0 0,3-13-4 0 0,1-1 0 0 0,-1 0 0 0 0,1 1 1 0 0,0-1-1 0 0,0 0 0 0 0,0 0 0 0 0,1 0 0 0 0,0 0 0 0 0,4 9 0 0 0,-5-12 1 0 0,1 1 0 0 0,-1-1-1 0 0,1 1 1 0 0,0-1 0 0 0,0 0 0 0 0,0 0 0 0 0,0 0 0 0 0,1 0 0 0 0,-1 0 0 0 0,1-1 0 0 0,-1 1 0 0 0,1 0 0 0 0,-1-1-1 0 0,1 0 1 0 0,0 0 0 0 0,-1 0 0 0 0,1 0 0 0 0,4 1 0 0 0,26 12-293 0 0,-29-11 48 0 0,1-1 0 0 0,0 1 1 0 0,0-1-1 0 0,1 0 0 0 0,6 1 0 0 0,-10-2-127 0 0,0-1 0 0 0,-1 0-1 0 0,1 0 1 0 0,0 0 0 0 0,0 0 0 0 0,-1 0-1 0 0,1 0 1 0 0,0-1 0 0 0,-1 1-1 0 0,1-1 1 0 0,0 1 0 0 0,2-2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36 15771 0 0,'0'0'160'0'0,"0"-1"16"0"0,-2-1-96 0 0,1 1 56 0 0,-1-1-80 0 0,1-1 393 0 0,-1 0-225 0 0,1 0-8 0 0,-1 0-88 0 0,1 0-128 0 0,-1 0-32 0 0,1 0 32 0 0,1 1-48 0 0,0 1-64 0 0,0-1-640 0 0,0 0-121 0 0,0 1-271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161 112 10914 0 0,'-7'-64'3307'0'0,"2"16"-423"0"0,-26 226-2633 0 0,14-63-133 0 0,-2-12-617 0 0,-42 134 0 0 0,46-187-2093 0 0,10-31 398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2 333 11186 0 0,'-1'-11'3029'0'0,"1"7"-2990"0"0,1-1-1 0 0,-1 0 0 0 0,1 0 1 0 0,0 1-1 0 0,1-1 1 0 0,-1 0-1 0 0,1 1 1 0 0,0 0-1 0 0,0-1 1 0 0,0 1-1 0 0,1 0 1 0 0,-1 0-1 0 0,1 0 1 0 0,0 0-1 0 0,0 1 1 0 0,1-1-1 0 0,-1 1 1 0 0,5-4-1 0 0,9-6-6 0 0,0 1 1 0 0,0 1-1 0 0,20-9 0 0 0,-8 4 71 0 0,142-66 242 0 0,-129 64-257 0 0,-31 13 19 0 0,31-15-30 0 0,-39 18 50 0 0,0 1 0 0 0,0-1 1 0 0,0 0-1 0 0,-1 0 0 0 0,1-1 0 0 0,-1 1 1 0 0,1 0-1 0 0,-1-1 0 0 0,0 1 0 0 0,3-6 0 0 0,2-2 698 0 0,-4 7-624 0 0,-5 7-70 0 0,-17 31-114 0 0,1 1 0 0 0,-15 44 0 0 0,-20 82 47 0 0,31-94-11 0 0,14-45 3 0 0,5-16 10 0 0,0 0 1 0 0,0 0-1 0 0,1 1 1 0 0,0 0-1 0 0,0-1 1 0 0,1 1 0 0 0,0 0-1 0 0,0 0 1 0 0,1 0-1 0 0,0 9 1 0 0,1-16-46 0 0,-1-1 1 0 0,0 1 0 0 0,1 0-1 0 0,-1-1 1 0 0,1 1 0 0 0,-1-1-1 0 0,1 1 1 0 0,0-1 0 0 0,-1 1-1 0 0,1-1 1 0 0,0 1 0 0 0,-1-1-1 0 0,1 1 1 0 0,0-1 0 0 0,-1 0-1 0 0,1 0 1 0 0,0 1-1 0 0,0-1 1 0 0,-1 0 0 0 0,1 0-1 0 0,0 0 1 0 0,0 0 0 0 0,0 0-1 0 0,-1 0 1 0 0,1 0 0 0 0,0 0-1 0 0,0 0 1 0 0,-1 0 0 0 0,1 0-1 0 0,0 0 1 0 0,0 0 0 0 0,0-1-1 0 0,28-8 86 0 0,-9 0-56 0 0,-14 7-36 0 0,-1 0-1 0 0,1-1 1 0 0,-1 0 0 0 0,1 0-1 0 0,8-7 1 0 0,36-30 3 0 0,-45 36-13 0 0,0 0 1 0 0,1 1-1 0 0,-1 0 1 0 0,1 0-1 0 0,0 0 0 0 0,0 1 1 0 0,10-3-1 0 0,-12 5-7 0 0,0 1-1 0 0,-1-1 1 0 0,1 0-1 0 0,-1 1 1 0 0,1 0 0 0 0,-1 0-1 0 0,0 0 1 0 0,1 0-1 0 0,-1 1 1 0 0,0 0-1 0 0,0-1 1 0 0,0 1-1 0 0,0 0 1 0 0,3 3-1 0 0,19 9-20 0 0,-16-11 22 0 0,0 0 0 0 0,1-1 0 0 0,-1 0 0 0 0,1 0-1 0 0,0-1 1 0 0,-1 0 0 0 0,1-1 0 0 0,0 0 0 0 0,-1-1-1 0 0,1 0 1 0 0,0 0 0 0 0,-1-1 0 0 0,1 0 0 0 0,-1 0-1 0 0,0-1 1 0 0,0-1 0 0 0,0 0 0 0 0,16-9 0 0 0,-23 12 2 0 0,9-5 9 0 0,0 0 1 0 0,0-1-1 0 0,-1-1 1 0 0,0 0-1 0 0,0 0 0 0 0,-1-1 1 0 0,0 0-1 0 0,8-12 0 0 0,-8 9 22 0 0,-1-1-1 0 0,0 0 0 0 0,-1 0 0 0 0,0-1 1 0 0,-1 0-1 0 0,5-18 0 0 0,7-12 71 0 0,-15 39-84 0 0,0-1-1 0 0,0 0 1 0 0,-1 0-1 0 0,0 0 1 0 0,0 0 0 0 0,0-1-1 0 0,1-11 1 0 0,-3 17-13 0 0,1 0 1 0 0,-1-1 0 0 0,0 1-1 0 0,0 0 1 0 0,0 0-1 0 0,0 0 1 0 0,0-1 0 0 0,0 1-1 0 0,-1 0 1 0 0,1 0-1 0 0,0 0 1 0 0,0 0 0 0 0,-1 0-1 0 0,1-1 1 0 0,-1 1-1 0 0,1 0 1 0 0,-1 0 0 0 0,0 0-1 0 0,1 0 1 0 0,-1 0-1 0 0,0 0 1 0 0,0 0 0 0 0,1 1-1 0 0,-2-2 1 0 0,0 1-6 0 0,1 1 1 0 0,-1 0-1 0 0,1-1 1 0 0,-1 1-1 0 0,1 0 1 0 0,-1 0-1 0 0,1 0 1 0 0,-1 0-1 0 0,0 0 1 0 0,1 0-1 0 0,-1 0 1 0 0,1 1-1 0 0,-1-1 1 0 0,1 0-1 0 0,0 1 1 0 0,-1-1-1 0 0,1 1 1 0 0,-3 1-1 0 0,2-1-2 0 0,0 1-1 0 0,0-1 1 0 0,-1 1-1 0 0,1 0 1 0 0,0 0-1 0 0,1 0 1 0 0,-1 0-1 0 0,0 0 1 0 0,1 0-1 0 0,-1 0 0 0 0,1 1 1 0 0,-1-1-1 0 0,0 3 1 0 0,-16 40-12 0 0,10-24 22 0 0,1-2 0 0 0,0 0 0 0 0,1 0 1 0 0,1 1-1 0 0,-3 24 0 0 0,6-36 2 0 0,0 1 0 0 0,0-1 0 0 0,-7 15 0 0 0,7-19-8 0 0,0 0-1 0 0,0 0 1 0 0,1 0 0 0 0,-1 1-1 0 0,1-1 1 0 0,0 0-1 0 0,0 1 1 0 0,0-1 0 0 0,1 1-1 0 0,-1-1 1 0 0,1 1-1 0 0,0-1 1 0 0,1 1 0 0 0,-1 0-1 0 0,1-1 1 0 0,0 0 0 0 0,0 1-1 0 0,3 8 1 0 0,-3-12-3 0 0,0 1-1 0 0,0-1 1 0 0,0 1 0 0 0,0-1-1 0 0,0 1 1 0 0,0-1 0 0 0,1 1-1 0 0,-1-1 1 0 0,1 0 0 0 0,-1 0-1 0 0,0 0 1 0 0,1 0 0 0 0,0 0-1 0 0,-1 0 1 0 0,1 0 0 0 0,0-1-1 0 0,-1 1 1 0 0,1 0 0 0 0,0-1 0 0 0,0 0-1 0 0,-1 1 1 0 0,1-1 0 0 0,0 0-1 0 0,0 0 1 0 0,2 0 0 0 0,22 6-12 0 0,-15-2 0 0 0,0 1-137 0 0,-1-1 1 0 0,1-1 0 0 0,0 0-1 0 0,0 0 1 0 0,0-1 0 0 0,0 0-1 0 0,12 0 1 0 0,-11-3-595 0 0,0 1 1 0 0,-1-2-1 0 0,18-3 1 0 0,4-4-1983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2 149 11354 0 0,'-1'-32'2680'0'0,"1"-28"-1480"0"0,0 55-1038 0 0,1 0 1 0 0,-1 0-1 0 0,1 1 0 0 0,1-1 0 0 0,-1 0 0 0 0,1 0 0 0 0,0 1 0 0 0,0-1 0 0 0,4-6 1 0 0,-6 11-159 0 0,0 0 0 0 0,0 0 0 0 0,0 0 0 0 0,0 0 0 0 0,0-1 0 0 0,0 1 0 0 0,0 0 0 0 0,0 0 0 0 0,0 0 0 0 0,0 0 1 0 0,1 0-1 0 0,-1 0 0 0 0,0 0 0 0 0,0-1 0 0 0,0 1 0 0 0,0 0 0 0 0,0 0 0 0 0,0 0 0 0 0,1 0 0 0 0,-1 0 0 0 0,0 0 0 0 0,0 0 1 0 0,0 0-1 0 0,0 0 0 0 0,1 0 0 0 0,-1 0 0 0 0,0 0 0 0 0,0 0 0 0 0,0 0 0 0 0,0 0 0 0 0,0 0 0 0 0,1 0 0 0 0,-1 0 1 0 0,0 0-1 0 0,0 0 0 0 0,0 0 0 0 0,0 0 0 0 0,0 0 0 0 0,1 0 0 0 0,-1 0 0 0 0,0 0 0 0 0,0 1 0 0 0,0-1 0 0 0,0 0 0 0 0,1 0 1 0 0,4 9 56 0 0,1 13-47 0 0,-5-21-8 0 0,3 22 21 0 0,0 1 0 0 0,-2 0 0 0 0,-1 0 0 0 0,-1 25 0 0 0,-13 99 50 0 0,9-113-70 0 0,4-30 16 0 0,-3 10 72 0 0,2 0 0 0 0,0 0-1 0 0,0 0 1 0 0,2 0 0 0 0,-1 0 0 0 0,2 0-1 0 0,4 18 1 0 0,-5-31-36 0 0,0-1 0 0 0,-1 1-1 0 0,1-1 1 0 0,0 0 0 0 0,0 0-1 0 0,0 1 1 0 0,0-1 0 0 0,0 0-1 0 0,1 0 1 0 0,-1 0 0 0 0,0 0 0 0 0,1 0-1 0 0,-1 0 1 0 0,0-1 0 0 0,1 1-1 0 0,-1 0 1 0 0,1-1 0 0 0,-1 1-1 0 0,1-1 1 0 0,-1 1 0 0 0,1-1-1 0 0,-1 0 1 0 0,1 0 0 0 0,0 0 0 0 0,-1 0-1 0 0,1 0 1 0 0,-1 0 0 0 0,1 0-1 0 0,0 0 1 0 0,-1-1 0 0 0,1 1-1 0 0,1-1 1 0 0,2 0-5 0 0,-1 0 0 0 0,1 0 0 0 0,-1-1 0 0 0,1 0 0 0 0,-1 1 0 0 0,0-2 0 0 0,1 1 0 0 0,-1 0 0 0 0,0-1 0 0 0,5-4 0 0 0,-2-2 13 0 0,0-1-1 0 0,0 0 1 0 0,-1 0-1 0 0,7-16 1 0 0,2-2 53 0 0,19-33 108 0 0,-3-2 0 0 0,30-85 1 0 0,-59 141-451 0 0,4-16 323 0 0,-6 22-284 0 0,0 1 1 0 0,0-1-1 0 0,1 1 1 0 0,-1-1-1 0 0,0 1 1 0 0,0 0-1 0 0,0-1 1 0 0,0 1 0 0 0,0-1-1 0 0,1 1 1 0 0,-1-1-1 0 0,0 1 1 0 0,0 0-1 0 0,1-1 1 0 0,-1 1-1 0 0,0 0 1 0 0,1-1-1 0 0,-1 1 1 0 0,0 0-1 0 0,1-1 1 0 0,-1 1-1 0 0,1 0 1 0 0,-1 0-1 0 0,0 0 1 0 0,1-1-1 0 0,-1 1 1 0 0,1 0-1 0 0,-1 0 1 0 0,1 0-1 0 0,-1 0 1 0 0,0 0-1 0 0,1 0 1 0 0,-1 0-1 0 0,1 0 1 0 0,-1 0-1 0 0,1 0 1 0 0,3 11-3349 0 0,0 14 943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199 602 7826 0 0,'5'-6'1283'0'0,"1"0"1"0"0,-2-1-1 0 0,8-10 1 0 0,-3 0 0 0 0,12-29 1 0 0,-19 39-991 0 0,0 0 0 0 0,-1 0 1 0 0,0 0-1 0 0,0 0 1 0 0,0 0-1 0 0,-1 0 0 0 0,0-12 1 0 0,0 3 352 0 0,-1 15-624 0 0,0 0 1 0 0,0-1 0 0 0,0 1-1 0 0,0 0 1 0 0,0 0 0 0 0,0 0-1 0 0,0 0 1 0 0,0 0-1 0 0,-1 1 1 0 0,1-1 0 0 0,0 0-1 0 0,0 1 1 0 0,-1-1 0 0 0,1 0-1 0 0,-3 0 1 0 0,3 1-4 0 0,-3-2-17 0 0,-1 1 1 0 0,1 0-1 0 0,0 0 0 0 0,-1 1 0 0 0,1-1 0 0 0,0 1 0 0 0,-1 0 0 0 0,1 0 0 0 0,0 0 0 0 0,-1 1 0 0 0,1 0 0 0 0,0-1 0 0 0,-1 1 0 0 0,-7 4 1 0 0,7-3 1 0 0,-1 0 0 0 0,1 1 0 0 0,0-1 0 0 0,0 1 0 0 0,0 1 0 0 0,0-1 1 0 0,1 1-1 0 0,-1-1 0 0 0,1 1 0 0 0,-6 8 0 0 0,-5 8 23 0 0,-6 8-5 0 0,1 0-1 0 0,-19 38 1 0 0,33-56 1 0 0,5-8-27 0 0,0-1-1 0 0,0 1 0 0 0,0-1 1 0 0,0 1-1 0 0,0-1 0 0 0,1 1 0 0 0,-1 0 1 0 0,0-1-1 0 0,1 1 0 0 0,-1 2 1 0 0,1-3 2 0 0,1 0 1 0 0,-1-1-1 0 0,0 1 1 0 0,1 0-1 0 0,-1 0 1 0 0,0-1 0 0 0,1 1-1 0 0,-1 0 1 0 0,1-1-1 0 0,-1 1 1 0 0,1 0-1 0 0,0-1 1 0 0,-1 1-1 0 0,1-1 1 0 0,0 1 0 0 0,-1-1-1 0 0,1 1 1 0 0,0-1-1 0 0,-1 0 1 0 0,1 1-1 0 0,0-1 1 0 0,0 0-1 0 0,-1 1 1 0 0,1-1 0 0 0,0 0-1 0 0,0 0 1 0 0,0 0-1 0 0,1 0 1 0 0,10 2 0 0 0,-1 0 0 0 0,1-1 1 0 0,0 0-1 0 0,0-1 0 0 0,0-1 1 0 0,0 0-1 0 0,0 0 0 0 0,0-2 0 0 0,-1 1 1 0 0,17-6-1 0 0,7-5-7 0 0,-1-1-1 0 0,36-20 1 0 0,-30 18 28 0 0,-32 14-15 0 0,0-1-1 0 0,0-1 1 0 0,-1 1 0 0 0,13-8-1 0 0,20-18 35 0 0,64-59-1 0 0,-92 76-9 0 0,-1 0 0 0 0,0-1 0 0 0,0-1-1 0 0,-1 1 1 0 0,-1-2 0 0 0,0 1 0 0 0,-1-1-1 0 0,11-29 1 0 0,-11 11 35 0 0,-7 25-51 0 0,0 1 1 0 0,1 0-1 0 0,0 0 1 0 0,6-13 0 0 0,-5 13 0 0 0,0-1 0 0 0,0 1 1 0 0,-1-1-1 0 0,0 0 1 0 0,-1 1-1 0 0,1-1 1 0 0,-2 0-1 0 0,1 0 1 0 0,-1 0-1 0 0,0 0 1 0 0,-1 0-1 0 0,1 0 1 0 0,-2 0-1 0 0,1 1 1 0 0,-1-1-1 0 0,0 0 1 0 0,-1 1-1 0 0,0-1 0 0 0,-5-9 1 0 0,8 17-17 0 0,-1-1 0 0 0,1 1 0 0 0,0-1-1 0 0,-1 0 1 0 0,1 1 0 0 0,-1-1 0 0 0,1 1 0 0 0,0 0 0 0 0,-1-1 0 0 0,0 1-1 0 0,1-1 1 0 0,-1 1 0 0 0,1 0 0 0 0,-1-1 0 0 0,1 1 0 0 0,-1 0 0 0 0,0 0 0 0 0,1 0-1 0 0,-1-1 1 0 0,1 1 0 0 0,-1 0 0 0 0,0 0 0 0 0,1 0 0 0 0,-1 0 0 0 0,0 0-1 0 0,1 0 1 0 0,-1 0 0 0 0,0 0 0 0 0,1 0 0 0 0,-1 0 0 0 0,0 1 0 0 0,1-1-1 0 0,-1 0 1 0 0,1 0 0 0 0,-1 0 0 0 0,0 1 0 0 0,-1 0-4 0 0,0 0 0 0 0,1 0 0 0 0,-1 0 0 0 0,0 0 0 0 0,1 0 0 0 0,-1 1 0 0 0,1-1 0 0 0,-1 0 0 0 0,1 1 0 0 0,0-1 0 0 0,-1 1 0 0 0,0 1 0 0 0,-6 13 6 0 0,1 1 0 0 0,0-1 0 0 0,-7 30 0 0 0,-8 58-24 0 0,19-89 14 0 0,-5 31 33 0 0,-1 53-1 0 0,8-92-26 0 0,0 0-1 0 0,-1 1 1 0 0,1-1 0 0 0,-1 0 0 0 0,-1-1-1 0 0,-4 10 1 0 0,4-8 6 0 0,0 0 0 0 0,0 0 0 0 0,0 0 0 0 0,-1 12 0 0 0,2-11-14 0 0,1 1 0 0 0,1-1-1 0 0,0 0 1 0 0,0 1 0 0 0,1-1 0 0 0,0 0 0 0 0,0 0-1 0 0,1 1 1 0 0,1-1 0 0 0,-1-1 0 0 0,2 1 0 0 0,4 11 0 0 0,-7-19-4 0 0,1 1 0 0 0,0-1 0 0 0,0 1 1 0 0,-1-1-1 0 0,1 0 0 0 0,0 0 0 0 0,0 0 1 0 0,0 0-1 0 0,0 0 0 0 0,0 0 0 0 0,1 0 1 0 0,-1-1-1 0 0,3 1 0 0 0,7 4 3 0 0,-7-4 14 0 0,1 1 1 0 0,-1-1 0 0 0,1 1-1 0 0,0-1 1 0 0,-1-1 0 0 0,1 1-1 0 0,0-1 1 0 0,-1 0 0 0 0,1-1-1 0 0,0 1 1 0 0,-1-1-1 0 0,1 0 1 0 0,0 0 0 0 0,-1-1-1 0 0,9-3 1 0 0,5-1 11 0 0,-10 3-10 0 0,-1 0 1 0 0,0 0 0 0 0,0-1-1 0 0,0-1 1 0 0,-1 1-1 0 0,0-1 1 0 0,0 0 0 0 0,0-1-1 0 0,9-9 1 0 0,54-65 34 0 0,-60 67-24 0 0,87-116 93 0 0,-83 103-80 0 0,-13 22-8 0 0,0 1 0 0 0,1-1 0 0 0,-1 1 0 0 0,1-1 0 0 0,0 1 0 0 0,0 0 0 0 0,1 0 1 0 0,-1 0-1 0 0,0 0 0 0 0,1 0 0 0 0,0 0 0 0 0,0 1 0 0 0,3-4 0 0 0,-5 8-23 0 0,-1-1 1 0 0,1 1-1 0 0,-1-1 0 0 0,0 1 0 0 0,0-1 0 0 0,1 1 0 0 0,-1-1 0 0 0,0 1 1 0 0,0 0-1 0 0,0-1 0 0 0,-1 1 0 0 0,1-1 0 0 0,-1 3 0 0 0,-5 26 18 0 0,-10 30 0 0 0,-5 26 2 0 0,19-75-18 0 0,1-1-1 0 0,0 0 0 0 0,0 1 0 0 0,1-1 1 0 0,1 1-1 0 0,2 14 0 0 0,-3-24-2 0 0,1 1 1 0 0,0-1-1 0 0,-1 1 0 0 0,1-1 1 0 0,0 1-1 0 0,0-1 0 0 0,0 1 1 0 0,0-1-1 0 0,0 0 0 0 0,0 1 1 0 0,0-1-1 0 0,0 0 0 0 0,0 0 0 0 0,1 0 1 0 0,-1 0-1 0 0,1 0 0 0 0,-1 0 1 0 0,0 0-1 0 0,1 0 0 0 0,0-1 1 0 0,-1 1-1 0 0,1-1 0 0 0,-1 1 1 0 0,1-1-1 0 0,0 1 0 0 0,-1-1 1 0 0,1 0-1 0 0,0 0 0 0 0,-1 0 1 0 0,1 0-1 0 0,1 0 0 0 0,3 0 10 0 0,-1 0-1 0 0,0-1 1 0 0,0 0-1 0 0,1 0 1 0 0,-1 0-1 0 0,0 0 1 0 0,0-1-1 0 0,0 0 1 0 0,5-3-1 0 0,-2 1 12 0 0,-1-2 0 0 0,1 1 0 0 0,-1-1-1 0 0,-1 0 1 0 0,1 0 0 0 0,-1-1 0 0 0,7-9-1 0 0,35-57 24 0 0,-18 25-8 0 0,-11 21 21 0 0,1 1 0 0 0,30-30 1 0 0,-48 55-25 0 0,7-7 129 0 0,-12 18-172 0 0,0-4 35 0 0,-3 10-41 0 0,-5 11 28 0 0,-11 42 1 0 0,20-61-21 0 0,1 0 1 0 0,-1-1-1 0 0,1 1 1 0 0,1 0 0 0 0,-1 0-1 0 0,1 0 1 0 0,1 1-1 0 0,0-1 1 0 0,0-1-1 0 0,3 13 1 0 0,-2-18-3 0 0,1 0 0 0 0,-1 0 1 0 0,1 0-1 0 0,0 0 0 0 0,0-1 0 0 0,0 1 0 0 0,-1-1 0 0 0,5 2 1 0 0,3 1-8 0 0,-6-1 21 0 0,1-1 0 0 0,0 0 0 0 0,0 0 0 0 0,0 0 1 0 0,0-1-1 0 0,1 0 0 0 0,-1 0 0 0 0,0 0 0 0 0,0 0 0 0 0,1-1 1 0 0,-1 0-1 0 0,0 0 0 0 0,9-2 0 0 0,0-1 13 0 0,1-1 0 0 0,-1 0 0 0 0,19-9 0 0 0,3-1 11 0 0,-26 10-18 0 0,0 0 0 0 0,0-1 0 0 0,-1 0 0 0 0,1-1 0 0 0,-1 0 1 0 0,-1-1-1 0 0,14-12 0 0 0,-2-1 47 0 0,29-40 0 0 0,-42 51-32 0 0,-1 0-1 0 0,0 0 1 0 0,-1 0-1 0 0,0-1 1 0 0,0 0 0 0 0,-1 0-1 0 0,0 0 1 0 0,4-21-1 0 0,4 5 15 0 0,0 0 41 0 0,-12 25-67 0 0,1 0 0 0 0,-1 0 0 0 0,0 0 0 0 0,1 0 0 0 0,-1 0 1 0 0,0 0-1 0 0,0 0 0 0 0,0 0 0 0 0,0 0 0 0 0,0-1 0 0 0,0 1 0 0 0,0 0 0 0 0,0 0 0 0 0,-1 0 0 0 0,1 0 0 0 0,0 0 0 0 0,-1 0 0 0 0,0-2 0 0 0,1 3-11 0 0,-1-1 1 0 0,0 1-1 0 0,0-1 0 0 0,0 1 1 0 0,0-1-1 0 0,0 1 0 0 0,0 0 1 0 0,1-1-1 0 0,-1 1 0 0 0,0 0 1 0 0,0 0-1 0 0,0 0 1 0 0,0 0-1 0 0,0-1 0 0 0,0 1 1 0 0,0 1-1 0 0,0-1 0 0 0,0 0 1 0 0,0 0-1 0 0,0 0 0 0 0,0 0 1 0 0,0 1-1 0 0,-1 0 0 0 0,-22 8-17 0 0,20-7 19 0 0,0 0-1 0 0,1 1 0 0 0,-1-1 1 0 0,1 1-1 0 0,0 0 0 0 0,0 0 1 0 0,0 0-1 0 0,0 1 0 0 0,0-1 1 0 0,1 1-1 0 0,-1-1 0 0 0,-2 8 1 0 0,1-1 1 0 0,0-1 1 0 0,1 1-1 0 0,0-1 1 0 0,-2 17-1 0 0,-7 10 44 0 0,9-30-40 0 0,1 0 0 0 0,0 0 0 0 0,0 1 0 0 0,-2 11 0 0 0,4-16-8 0 0,0 0 1 0 0,0 1-1 0 0,0-1 0 0 0,0 0 0 0 0,0 1 0 0 0,1-1 0 0 0,-1 0 0 0 0,1 1 1 0 0,0-1-1 0 0,0 0 0 0 0,-1 0 0 0 0,1 0 0 0 0,1 0 0 0 0,-1 0 0 0 0,0 0 1 0 0,0 0-1 0 0,4 3 0 0 0,-3-3-8 0 0,1 0 0 0 0,-1-1 1 0 0,1 1-1 0 0,-1-1 0 0 0,1 1 0 0 0,0-1 1 0 0,0 0-1 0 0,-1 0 0 0 0,1-1 1 0 0,0 1-1 0 0,0-1 0 0 0,0 1 0 0 0,0-1 1 0 0,3 0-1 0 0,20 5-698 0 0,-3 3-822 0 0,-18-5 783 0 0,0-1 0 0 0,1 0 0 0 0,0 0 0 0 0,-1 0 0 0 0,1-1 0 0 0,0 0 0 0 0,8 1 0 0 0,12-4-6292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85 14851 0 0,'0'-4'54'0'0,"0"0"1"0"0,-1 0-1 0 0,0 0 0 0 0,1 0 1 0 0,-2 0-1 0 0,1 0 0 0 0,0 1 1 0 0,-1-1-1 0 0,0 0 0 0 0,0 1 0 0 0,0-1 1 0 0,0 1-1 0 0,0-1 0 0 0,-1 1 1 0 0,1 0-1 0 0,-5-3 0 0 0,5 4-38 0 0,0 0 0 0 0,0 0 0 0 0,0 0 1 0 0,0 1-1 0 0,-1-1 0 0 0,1 1 0 0 0,-1 0 0 0 0,1 0 0 0 0,-1 0 0 0 0,1 0 0 0 0,-1 0 0 0 0,1 0 0 0 0,-1 1 1 0 0,0-1-1 0 0,1 1 0 0 0,-1 0 0 0 0,0 0 0 0 0,0 0 0 0 0,1 0 0 0 0,-1 0 0 0 0,0 0 0 0 0,0 1 0 0 0,1-1 1 0 0,-1 1-1 0 0,-2 1 0 0 0,-1 1-13 0 0,0 0 0 0 0,0 1 0 0 0,1 0 0 0 0,-1 0 1 0 0,1 0-1 0 0,0 0 0 0 0,0 1 0 0 0,1 0 0 0 0,0 0 0 0 0,-1 0 1 0 0,-3 8-1 0 0,-4 7 18 0 0,-18 39 0 0 0,18-23-16 0 0,9-27 0 0 0,0-1 1 0 0,0 1 0 0 0,-7 11 0 0 0,8-17 20 0 0,1 1 1 0 0,-1-1-1 0 0,1 0 1 0 0,0 1-1 0 0,-1-1 1 0 0,1 6-1 0 0,0-8-8 0 0,1-1-1 0 0,0 1 0 0 0,0 0 1 0 0,0-1-1 0 0,0 1 0 0 0,0 0 1 0 0,0 0-1 0 0,0-1 0 0 0,0 1 1 0 0,0 0-1 0 0,0 0 0 0 0,0-1 1 0 0,0 1-1 0 0,0 0 0 0 0,1-1 1 0 0,-1 1-1 0 0,0 0 0 0 0,0-1 1 0 0,1 1-1 0 0,-1 0 0 0 0,1-1 1 0 0,-1 1-1 0 0,0-1 0 0 0,1 1 1 0 0,-1-1-1 0 0,1 1 0 0 0,-1-1 1 0 0,1 1-1 0 0,0-1 0 0 0,-1 1 1 0 0,1-1-1 0 0,0 0 0 0 0,-1 1 1 0 0,1-1-1 0 0,0 0 0 0 0,-1 1 1 0 0,1-1-1 0 0,0 0 0 0 0,-1 0 1 0 0,2 0-1 0 0,9 2 41 0 0,0 0 0 0 0,17 7 0 0 0,-18-6-27 0 0,0 0 1 0 0,0 0-1 0 0,1-1 0 0 0,17 1 1 0 0,-8-3 3 0 0,0-1 1 0 0,0-2-1 0 0,-1 0 0 0 0,1 0 1 0 0,33-12-1 0 0,-9-2 222 0 0,55-27 1 0 0,-99 43-247 0 0,0 1-1 0 0,1 0 1 0 0,-1 0 0 0 0,0-1 0 0 0,1 1 0 0 0,-1 0 0 0 0,1 0 0 0 0,-1 0 0 0 0,0 0 0 0 0,1-1 0 0 0,-1 1 0 0 0,1 0 0 0 0,-1 0 0 0 0,1 0-1 0 0,-1 0 1 0 0,0 0 0 0 0,1 0 0 0 0,-1 0 0 0 0,1 0 0 0 0,-1 0 0 0 0,0 1 0 0 0,1-1 0 0 0,-1 0 0 0 0,1 0 0 0 0,-1 0 0 0 0,0 0 0 0 0,1 1-1 0 0,-1-1 1 0 0,1 0 0 0 0,-1 0 0 0 0,0 1 0 0 0,1-1 0 0 0,-1 0 0 0 0,0 0 0 0 0,1 1 0 0 0,-1-1 0 0 0,0 0 0 0 0,0 1 0 0 0,1-1 0 0 0,-1 1 0 0 0,0-1-1 0 0,0 0 1 0 0,0 1 0 0 0,0-1 0 0 0,1 1 0 0 0,-1-1 0 0 0,0 0 0 0 0,0 1 0 0 0,0-1 0 0 0,0 1 0 0 0,0-1 0 0 0,0 0 0 0 0,0 1 0 0 0,0 0 0 0 0,-3 26-48 0 0,3-23 69 0 0,-6 24-16 0 0,-2 1 1 0 0,-20 51 0 0 0,9-28-1 0 0,3-6-42 0 0,-36 116 0 0 0,46-139 53 0 0,1 1-1 0 0,2 0 1 0 0,0 0 0 0 0,1 48 0 0 0,2-70 26 0 0,0 0 0 0 0,0 0 1 0 0,0-1-1 0 0,0 1 0 0 0,1 0 0 0 0,-1 0 1 0 0,0 0-1 0 0,1 0 0 0 0,0-1 1 0 0,-1 1-1 0 0,1 0 0 0 0,0-1 0 0 0,0 1 1 0 0,0 0-1 0 0,0-1 0 0 0,0 1 1 0 0,0-1-1 0 0,0 0 0 0 0,1 1 0 0 0,-1-1 1 0 0,0 0-1 0 0,1 0 0 0 0,-1 0 1 0 0,1 0-1 0 0,-1 0 0 0 0,1 0 0 0 0,2 1 1 0 0,0-1 38 0 0,0 0 0 0 0,0-1 0 0 0,0 0 0 0 0,-1 1 0 0 0,1-1 0 0 0,0-1 0 0 0,0 1 0 0 0,0-1 0 0 0,-1 1 0 0 0,1-1 0 0 0,0 0 0 0 0,3-2 0 0 0,-5 2-72 0 0,1 0 1 0 0,-1 0-1 0 0,0-1 0 0 0,0 1 0 0 0,0 0 0 0 0,0-1 0 0 0,-1 0 1 0 0,1 0-1 0 0,0 1 0 0 0,-1-1 0 0 0,1 0 0 0 0,-1 0 0 0 0,0 0 1 0 0,1 0-1 0 0,-1-1 0 0 0,0 1 0 0 0,0 0 0 0 0,1-4 0 0 0,9-45 122 0 0,-10 48-124 0 0,2-19 46 0 0,-2 8-19 0 0,2 1 0 0 0,-1-1 0 0 0,2 0-1 0 0,6-17 1 0 0,-6 20-21 0 0,0 1 0 0 0,-2-1 0 0 0,1 0 0 0 0,-1-1-1 0 0,-1 1 1 0 0,0 0 0 0 0,0 0 0 0 0,-1-1 0 0 0,-1 1 0 0 0,0 0 0 0 0,-1 0 0 0 0,0 0-1 0 0,0 0 1 0 0,-1 0 0 0 0,0 0 0 0 0,-1 0 0 0 0,-1 1 0 0 0,-8-16 0 0 0,11 23-50 0 0,0-1 0 0 0,-1 1 0 0 0,1 0 0 0 0,-1 1 1 0 0,0-1-1 0 0,0 0 0 0 0,0 1 0 0 0,0-1 1 0 0,0 1-1 0 0,-1 0 0 0 0,1 0 0 0 0,-1 0 0 0 0,1 1 1 0 0,-1-1-1 0 0,1 1 0 0 0,-1 0 0 0 0,-7-2 0 0 0,1 0-277 0 0,-10-3-1228 0 0,10 4-2734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101 253 8610 0 0,'-1'-31'1430'0'0,"0"20"-846"0"0,1-1 0 0 0,0 1 0 0 0,0-1 0 0 0,1 1 0 0 0,0-1 0 0 0,1 1-1 0 0,1-1 1 0 0,6-19 0 0 0,-3 25-32 0 0,-3 13-341 0 0,-3 18-180 0 0,0-22 6 0 0,0 17 56 0 0,-2 1 1 0 0,0-1-1 0 0,-2 0 1 0 0,-11 39-1 0 0,-36 74 739 0 0,39-106-580 0 0,2-3 12 0 0,4-13-81 0 0,1 0 1 0 0,1 1-1 0 0,-6 21 1 0 0,7-17 634 0 0,5-27-262 0 0,5-26-378 0 0,18-38-143 0 0,44-93-1 0 0,6 22-2 0 0,-72 141-28 0 0,0 0 1 0 0,1 0-1 0 0,-1 0 0 0 0,1 0 0 0 0,0 0 0 0 0,0 1 0 0 0,1-1 0 0 0,0 1 1 0 0,-1 0-1 0 0,1 1 0 0 0,0-1 0 0 0,1 1 0 0 0,-1 0 0 0 0,1 0 0 0 0,-1 1 1 0 0,1-1-1 0 0,0 1 0 0 0,9-2 0 0 0,15-7 28 0 0,-27 9-23 0 0,0 0-1 0 0,1 1 0 0 0,-1-1 1 0 0,0 1-1 0 0,1 0 1 0 0,-1 0-1 0 0,1 0 0 0 0,-1 1 1 0 0,5-1-1 0 0,-3 7 127 0 0,-2-2-120 0 0,0 1 1 0 0,-1-1 0 0 0,0 1-1 0 0,0 0 1 0 0,0 0 0 0 0,-1 0-1 0 0,1 0 1 0 0,-1 1 0 0 0,0-1-1 0 0,-1 0 1 0 0,1 0 0 0 0,-1 1-1 0 0,0-1 1 0 0,-1 0 0 0 0,1 1-1 0 0,-1-1 1 0 0,-2 9 0 0 0,-2 1 26 0 0,-1 0-1 0 0,0-1 1 0 0,-1 1 0 0 0,-16 24 0 0 0,13-19-51 0 0,-6 7-12 0 0,7-15 28 0 0,0 0 1 0 0,1 0-1 0 0,-13 25 0 0 0,8-10-8 0 0,12-26 1 0 0,0-1 0 0 0,0 1 0 0 0,1 1 0 0 0,-1-1-1 0 0,0 0 1 0 0,1 0 0 0 0,-1 0 0 0 0,1 0 0 0 0,-1 0 0 0 0,1 0-1 0 0,0 1 1 0 0,-1-1 0 0 0,1 0 0 0 0,0 0 0 0 0,0 1 0 0 0,0-1-1 0 0,0 0 1 0 0,0 0 0 0 0,0 1 0 0 0,0-1 0 0 0,1 0 0 0 0,-1 0 0 0 0,0 0-1 0 0,1 1 1 0 0,-1-1 0 0 0,1 0 0 0 0,-1 0 0 0 0,1 0 0 0 0,-1 0-1 0 0,1 0 1 0 0,0 0 0 0 0,0 0 0 0 0,-1 0 0 0 0,1 0 0 0 0,0 0-1 0 0,0 0 1 0 0,0 0 0 0 0,0-1 0 0 0,0 1 0 0 0,2 1 0 0 0,3 0 12 0 0,1 1 1 0 0,0-1 0 0 0,0 0-1 0 0,1 0 1 0 0,12 0-1 0 0,0 1-3 0 0,39 4 110 0 0,-44-6-68 0 0,0 1 1 0 0,0 0 0 0 0,0 1-1 0 0,19 6 1 0 0,-31-8-21 0 0,0 0 0 0 0,-1 1 0 0 0,1-1 0 0 0,-1 1 0 0 0,1 0 0 0 0,-1 0 0 0 0,3 3 0 0 0,14 9-5638 0 0,-16-12 3143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64 12763 0 0,'-1'0'157'0'0,"0"0"0"0"0,0 0 1 0 0,1 0-1 0 0,-1 0 0 0 0,0 0 1 0 0,0 0-1 0 0,0 0 0 0 0,0-1 1 0 0,0 1-1 0 0,0 0 0 0 0,0 0 0 0 0,0-1 1 0 0,1 1-1 0 0,-1-1 0 0 0,0 1 1 0 0,0 0-1 0 0,0-1 0 0 0,1 0 1 0 0,-1 1-1 0 0,0-1 0 0 0,1 1 1 0 0,-1-1-1 0 0,0 0 0 0 0,0 0 1 0 0,1 0-128 0 0,0 0 0 0 0,0 1 0 0 0,0-1 0 0 0,0 1 0 0 0,0-1 0 0 0,1 0 1 0 0,-1 1-1 0 0,0-1 0 0 0,0 0 0 0 0,0 1 0 0 0,1-1 0 0 0,-1 1 0 0 0,0-1 1 0 0,1 0-1 0 0,-1 1 0 0 0,0-1 0 0 0,1 1 0 0 0,-1-1 0 0 0,1 1 1 0 0,-1-1-1 0 0,1 1 0 0 0,-1 0 0 0 0,1-1 0 0 0,-1 1 0 0 0,1-1 0 0 0,-1 1 1 0 0,1 0-1 0 0,0 0 0 0 0,-1-1 0 0 0,1 1 0 0 0,-1 0 0 0 0,2 0 0 0 0,16-7 238 0 0,-1 1 0 0 0,2 0 0 0 0,-1 2 0 0 0,31-4 0 0 0,77 0 560 0 0,-120 8-796 0 0,0 1 0 0 0,0-1 0 0 0,0 1 0 0 0,-1 0 0 0 0,1 1 1 0 0,0-1-1 0 0,0 1 0 0 0,8 4 0 0 0,-12-4-15 0 0,0 0 0 0 0,0 1-1 0 0,0-1 1 0 0,0 1 0 0 0,0-1 0 0 0,-1 1 0 0 0,1 0-1 0 0,-1 0 1 0 0,0-1 0 0 0,1 5 0 0 0,1-2 18 0 0,-1 2-14 0 0,0-1-1 0 0,0 1 1 0 0,-1 0 0 0 0,0 0-1 0 0,0 0 1 0 0,0-1 0 0 0,-1 1-1 0 0,0 0 1 0 0,0 0 0 0 0,-1 0 0 0 0,0 0-1 0 0,0 0 1 0 0,-1 0 0 0 0,1-1-1 0 0,-6 13 1 0 0,-4 6 37 0 0,-1 1 1 0 0,-23 35-1 0 0,31-55-49 0 0,-8 17 30 0 0,-7 11 60 0 0,-43 27 199 0 0,62-61-303 0 0,-14 15 160 0 0,14-11 25 0 0,11-8-77 0 0,9-6-84 0 0,2 1 0 0 0,-1 1 1 0 0,1 1-1 0 0,1 1 0 0 0,-1 1 0 0 0,1 1 0 0 0,0 1 0 0 0,0 1 0 0 0,38 1 0 0 0,-47 1 6 0 0,-10-1-9 0 0,0 0 0 0 0,-1 1 0 0 0,1 0-1 0 0,0 0 1 0 0,-1 0 0 0 0,1 0 0 0 0,0 1-1 0 0,-1-1 1 0 0,1 1 0 0 0,0 0-1 0 0,-1 0 1 0 0,1 0 0 0 0,-1 1 0 0 0,7 3-1 0 0,-9-4-10 0 0,0-1 0 0 0,1 1 0 0 0,-1 0-1 0 0,1 0 1 0 0,-1-1 0 0 0,1 1 0 0 0,-1-1-1 0 0,1 1 1 0 0,-1-1 0 0 0,1 0 0 0 0,-1 1-1 0 0,1-1 1 0 0,-1 0 0 0 0,1 0 0 0 0,-1 0-1 0 0,1 0 1 0 0,0 0 0 0 0,-1-1 0 0 0,1 1-1 0 0,-1 0 1 0 0,3-1 0 0 0,-2 0 1 0 0,0 1-1 0 0,0-1 1 0 0,0 1 0 0 0,0 0-1 0 0,0 0 1 0 0,1 0 0 0 0,-1 0 0 0 0,0 0-1 0 0,0 0 1 0 0,0 1 0 0 0,0-1-1 0 0,4 2 1 0 0,-2-1-2 0 0,0-1 0 0 0,-1 1 0 0 0,1-1 0 0 0,0 1 0 0 0,0-1 0 0 0,0 0 0 0 0,5-1 0 0 0,4 0 24 0 0,-13 1-43 0 0,31 0 37 0 0,6 0-5 0 0,-37 0-26 0 0,0 0 9 0 0,0-1 0 0 0,0 1 0 0 0,0-1 1 0 0,0 1-1 0 0,1 0 0 0 0,-1-1 0 0 0,0 1 0 0 0,0 0 0 0 0,0-1 1 0 0,0 1-1 0 0,1-1 0 0 0,-1 1 0 0 0,0 0 0 0 0,0-1 1 0 0,1 1-1 0 0,-1 0 0 0 0,0 0 0 0 0,1-1 0 0 0,-1 1 0 0 0,0 0 1 0 0,1 0-1 0 0,-1 0 0 0 0,0-1 0 0 0,1 1 0 0 0,-1 0 1 0 0,1 0-1 0 0,-1 0 0 0 0,0 0 0 0 0,1 0 0 0 0,-1 0 0 0 0,1-1 1 0 0,-1 1-1 0 0,0 0 0 0 0,1 0 0 0 0,-1 1 0 0 0,1-1 1 0 0,-1 0-1 0 0,0 0 0 0 0,1 0 0 0 0,-1 0 0 0 0,1 0 0 0 0,-1 0 1 0 0,1 1-1 0 0,-1-1-2 0 0,0 0 1 0 0,1 0 0 0 0,-1 0-1 0 0,0 0 1 0 0,1 0-1 0 0,-1 0 1 0 0,0 0 0 0 0,1 1-1 0 0,-1-1 1 0 0,0 0-1 0 0,1 0 1 0 0,-1 0 0 0 0,0 0-1 0 0,0 0 1 0 0,1 0-1 0 0,-1-1 1 0 0,0 1 0 0 0,1 0-1 0 0,-1 0 1 0 0,0 0-1 0 0,1 0 1 0 0,-1 0 0 0 0,0 0-1 0 0,0-1 1 0 0,1 1-1 0 0,-1 0 1 0 0,0 0 0 0 0,0 0-1 0 0,1 0 1 0 0,-1-1-1 0 0,0 1 1 0 0,0 0 0 0 0,1 0-1 0 0,-1-1 1 0 0,0 1-1 0 0,0 0 1 0 0,0-1 0 0 0,0 1-1 0 0,0 0 1 0 0,1-1-1 0 0,-1 1 12 0 0,21-6 2 0 0,0 2 94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105 175 12659 0 0,'-12'-133'2088'0'0,"12"121"-1703"0"0,-1-11 498 0 0,2 17-594 0 0,-1 9-276 0 0,2 77 126 0 0,-4 1 1 0 0,-18 128 0 0 0,9-144-378 0 0,-17 98 780 0 0,-1-56-6568 0 0,26-98 3199 0 0,1-1-1551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1037 10066 0 0,'-2'-2'3424'0'0,"-6"-12"-2844"0"0,-1-5-54 0 0,6 14-420 0 0,0 0 0 0 0,0 0 0 0 0,1 0-1 0 0,-3-9 1 0 0,4 13-104 0 0,1-1-1 0 0,0 1 0 0 0,0 0 1 0 0,0 0-1 0 0,0 0 1 0 0,0-1-1 0 0,0 1 1 0 0,0 0-1 0 0,0 0 1 0 0,0 0-1 0 0,0 0 1 0 0,0-1-1 0 0,1 1 0 0 0,-1 0 1 0 0,1 0-1 0 0,-1 0 1 0 0,1 0-1 0 0,-1 0 1 0 0,1 0-1 0 0,-1 0 1 0 0,1 0-1 0 0,0 0 1 0 0,0 0-1 0 0,-1 0 1 0 0,1 0-1 0 0,0 1 0 0 0,2-2 1 0 0,12-7 0 0 0,0 1 0 0 0,1 1-1 0 0,32-10 1 0 0,7-4 38 0 0,11-6 10 0 0,38-18 32 0 0,-89 37-38 0 0,0 0 0 0 0,0-1 0 0 0,-1-1 1 0 0,19-17-1 0 0,-27 21 110 0 0,0 0 0 0 0,-1-1 0 0 0,0 0 0 0 0,-1 0 0 0 0,8-15 0 0 0,6-9 1282 0 0,-35 60-1435 0 0,2 0-1 0 0,1 1 0 0 0,1 1 0 0 0,-12 45 0 0 0,-31 143 262 0 0,54-212-139 0 0,-5 27-95 0 0,7-32 93 0 0,0 0-1 0 0,-1 0 1 0 0,1 0-1 0 0,0 0 0 0 0,0 0 1 0 0,0 0-1 0 0,0 0 1 0 0,1 0-1 0 0,-1 0 0 0 0,1 0 1 0 0,-1 0-1 0 0,2 2 1 0 0,-2-4-75 0 0,1 1 1 0 0,0-1 0 0 0,-1 1 0 0 0,1-1 0 0 0,-1 0 0 0 0,1 0 0 0 0,0 0 0 0 0,-1 1-1 0 0,1-1 1 0 0,0 0 0 0 0,0 0 0 0 0,-1 0 0 0 0,1 0 0 0 0,0 0 0 0 0,-1 0 0 0 0,1 0 0 0 0,0 0-1 0 0,-1 0 1 0 0,1 0 0 0 0,0-1 0 0 0,0 1 0 0 0,-1 0 0 0 0,2-1 0 0 0,16-8-74 0 0,-9-2 41 0 0,0 0-1 0 0,-1-1 0 0 0,-1 1 0 0 0,11-25 0 0 0,3-4 4 0 0,-18 35-17 0 0,0 0-2 0 0,0-1 0 0 0,0 0 0 0 0,1 1 0 0 0,-1 0 1 0 0,1 0-1 0 0,0 0 0 0 0,1 0 0 0 0,-1 0 0 0 0,1 1 0 0 0,0 0 0 0 0,0 0 0 0 0,0 0 0 0 0,7-2 0 0 0,-3 1-32 0 0,-7 4 29 0 0,-1 1 1 0 0,0-1 0 0 0,0 0 0 0 0,1 0 0 0 0,-1 1 0 0 0,0-1 0 0 0,1 1 0 0 0,-1-1-1 0 0,1 1 1 0 0,-1-1 0 0 0,1 1 0 0 0,-1 0 0 0 0,1 0 0 0 0,-1 0 0 0 0,1 0 0 0 0,-1 0 0 0 0,1 0-1 0 0,-1 0 1 0 0,1 0 0 0 0,-1 1 0 0 0,1-1 0 0 0,-1 0 0 0 0,0 1 0 0 0,1 0 0 0 0,-1-1-1 0 0,0 1 1 0 0,1 0 0 0 0,-1-1 0 0 0,0 1 0 0 0,0 0 0 0 0,2 1 0 0 0,9 11-24 0 0,-8-9 31 0 0,0 1-1 0 0,0-1 0 0 0,0 0 0 0 0,0 0 0 0 0,1-1 0 0 0,0 1 0 0 0,0-1 0 0 0,0 0 1 0 0,0 0-1 0 0,8 2 0 0 0,22 11-26 0 0,-30-13 22 0 0,1 0-1 0 0,-1-1 1 0 0,1 1 0 0 0,0-1 0 0 0,-1-1 0 0 0,1 1 0 0 0,0-1 0 0 0,11 2 0 0 0,-9-3 4 0 0,-1 0-1 0 0,1-1 1 0 0,-1 0-1 0 0,1 0 1 0 0,-1 0-1 0 0,1-1 1 0 0,-1 0-1 0 0,0-1 1 0 0,0 1 0 0 0,0-1-1 0 0,0-1 1 0 0,0 1-1 0 0,-1-1 1 0 0,0-1-1 0 0,7-4 1 0 0,-5 2 17 0 0,-1-1-1 0 0,0 0 1 0 0,0 0 0 0 0,-1 0 0 0 0,0 0 0 0 0,0-1 0 0 0,-1 0 0 0 0,0-1-1 0 0,0 1 1 0 0,3-14 0 0 0,0-2 20 0 0,-4 13 20 0 0,0 0-1 0 0,9-18 1 0 0,-12 28-45 0 0,0 1 0 0 0,0-1 0 0 0,-1 0 1 0 0,1 1-1 0 0,0-1 0 0 0,-1 0 0 0 0,0 0 0 0 0,1 1 0 0 0,-1-1 1 0 0,0 0-1 0 0,0-3 0 0 0,0 5-13 0 0,0-1 0 0 0,0 1 0 0 0,-1-1 0 0 0,1 1 0 0 0,0-1 0 0 0,0 0 0 0 0,-1 1 0 0 0,1-1 0 0 0,0 1 0 0 0,0-1 0 0 0,-1 1 0 0 0,1 0 0 0 0,-1-1 0 0 0,1 1 0 0 0,-1-1 0 0 0,1 1 0 0 0,0 0 0 0 0,-1-1 0 0 0,1 1 0 0 0,-1 0 0 0 0,1-1 0 0 0,-1 1 0 0 0,0 0 0 0 0,1 0 0 0 0,-1-1 0 0 0,1 1 0 0 0,-1 0 0 0 0,1 0 0 0 0,-1 0 0 0 0,0 0 0 0 0,1 0 0 0 0,-1 0 0 0 0,1 0 0 0 0,-1 0 0 0 0,0 0 0 0 0,1 0 0 0 0,-2 1 0 0 0,-6 0-13 0 0,1 1 0 0 0,-1 0 0 0 0,0 0 0 0 0,-10 5-1 0 0,-6 3-5 0 0,16-7 16 0 0,0 0 1 0 0,0 1-1 0 0,0 1 0 0 0,0-1 0 0 0,1 1 1 0 0,0 1-1 0 0,-12 10 0 0 0,4-2 4 0 0,1 2 0 0 0,-15 20 0 0 0,22-26-35 0 0,1 0-1 0 0,0 0 0 0 0,0 1 1 0 0,-4 12-1 0 0,10-23 30 0 0,0 1 0 0 0,0-1-1 0 0,0 1 1 0 0,0-1 0 0 0,0 0 0 0 0,0 1-1 0 0,0-1 1 0 0,0 1 0 0 0,0-1 0 0 0,0 1-1 0 0,0-1 1 0 0,0 1 0 0 0,0-1-1 0 0,0 0 1 0 0,0 1 0 0 0,1-1 0 0 0,-1 1-1 0 0,0-1 1 0 0,0 0 0 0 0,0 1 0 0 0,1-1-1 0 0,-1 0 1 0 0,0 1 0 0 0,1-1 0 0 0,-1 0-1 0 0,0 1 1 0 0,1-1 0 0 0,-1 0-1 0 0,0 1 1 0 0,1-1 0 0 0,-1 0 0 0 0,1 0-1 0 0,-1 0 1 0 0,1 1 0 0 0,16 4-176 0 0,-14-5 165 0 0,3 1 16 0 0,-1 0 0 0 0,0 0 0 0 0,1-1 0 0 0,-1 1 0 0 0,0-2-1 0 0,1 1 1 0 0,-1 0 0 0 0,1-1 0 0 0,-1 0 0 0 0,0 0 0 0 0,0-1 0 0 0,8-2 0 0 0,4-4 6 0 0,-1 0 0 0 0,22-15 0 0 0,-26 15-4 0 0,0 1-1 0 0,1 0 1 0 0,0 0-1 0 0,21-7 0 0 0,-28 14-5 0 0,1-1-1 0 0,-1 1 1 0 0,0 0-1 0 0,0 0 0 0 0,0 1 1 0 0,0 0-1 0 0,0 0 1 0 0,0 0-1 0 0,0 1 0 0 0,0 0 1 0 0,-1 0-1 0 0,11 5 1 0 0,-7-3-39 0 0,1 0 1 0 0,20 4 0 0 0,-14-6-16 0 0,0 0 0 0 0,1-2 1 0 0,-1 0-1 0 0,1 0 0 0 0,-1-2 0 0 0,0 0 1 0 0,0-1-1 0 0,1-1 0 0 0,-2 0 0 0 0,1-1 1 0 0,-1 0-1 0 0,21-12 0 0 0,5 2 7 0 0,-32 12 50 0 0,-1 0-1 0 0,1 0 1 0 0,0-1-1 0 0,-1 0 0 0 0,11-7 1 0 0,-1-4 14 0 0,0-1-1 0 0,-2 0 1 0 0,0-2 0 0 0,-1 1-1 0 0,-1-2 1 0 0,0 0-1 0 0,-2 0 1 0 0,0-2 0 0 0,-1 1-1 0 0,-1-1 1 0 0,-1-1 0 0 0,8-31-1 0 0,-2-4 35 0 0,-2 0 0 0 0,-4-1-1 0 0,5-101 1 0 0,-12 145-35 0 0,0 0-1 0 0,1 1 1 0 0,0 0 0 0 0,7-17 0 0 0,-6 16 15 0 0,1 0 1 0 0,-2-1 0 0 0,4-25 0 0 0,-6 30-8 0 0,2-22 106 0 0,-3 30-119 0 0,0 0-1 0 0,0 1 0 0 0,0-1 1 0 0,-1 0-1 0 0,1 0 1 0 0,0 1-1 0 0,0-1 0 0 0,-1 0 1 0 0,1 1-1 0 0,-1-1 1 0 0,0 1-1 0 0,1-1 0 0 0,-3-2 1 0 0,3 4-12 0 0,-1 0 0 0 0,1 0-1 0 0,0 0 1 0 0,0 0 0 0 0,-1 0 0 0 0,1 0 0 0 0,0 0 0 0 0,-1 0 0 0 0,1 0 0 0 0,0 0-1 0 0,0 0 1 0 0,-1 0 0 0 0,1 0 0 0 0,0 0 0 0 0,0 0 0 0 0,-1 0 0 0 0,1 1-1 0 0,0-1 1 0 0,0 0 0 0 0,-1 0 0 0 0,1 0 0 0 0,0 0 0 0 0,0 1 0 0 0,0-1 0 0 0,-1 0-1 0 0,1 0 1 0 0,0 0 0 0 0,0 1 0 0 0,0-1 0 0 0,0 0 0 0 0,-1 0 0 0 0,1 1 0 0 0,0-1-1 0 0,0 0 1 0 0,0 1 0 0 0,0-1 0 0 0,0 0 0 0 0,0 0 0 0 0,0 1 0 0 0,0-1 0 0 0,0 0-1 0 0,0 1 1 0 0,-6 17 21 0 0,5-16-30 0 0,-19 70 34 0 0,3 1-1 0 0,-14 135 1 0 0,29-198-22 0 0,0 0 0 0 0,0 0 0 0 0,-1 0 0 0 0,0 0 0 0 0,-5 9 0 0 0,3-8-10 0 0,1 0 0 0 0,0 1 0 0 0,-3 17 0 0 0,5-6 24 0 0,0 1-1 0 0,2-1 0 0 0,0 0 1 0 0,2 0-1 0 0,0 0 0 0 0,2 0 0 0 0,0 0 1 0 0,2 0-1 0 0,0-1 0 0 0,2 0 1 0 0,0 0-1 0 0,1-1 0 0 0,20 32 0 0 0,-26-47 11 0 0,1 0 0 0 0,0 0 0 0 0,1-1 0 0 0,0 1 0 0 0,10 9 0 0 0,-12-13-10 0 0,1 0 1 0 0,-1 1-1 0 0,1-1 0 0 0,0-1 1 0 0,-1 1-1 0 0,1 0 0 0 0,0-1 1 0 0,0 0-1 0 0,1 0 0 0 0,-1 0 1 0 0,7 0-1 0 0,-7 0-8 0 0,1 0-1 0 0,-1 0 1 0 0,0 0 0 0 0,0 1-1 0 0,0-1 1 0 0,6 4 0 0 0,-6-3-4 0 0,0 0 0 0 0,0 0-1 0 0,0 0 1 0 0,1-1 0 0 0,-1 0 0 0 0,8 1 0 0 0,-5-1 5 0 0,0-1 1 0 0,0 0 0 0 0,0 0 0 0 0,-1-1 0 0 0,1 0 0 0 0,10-3 0 0 0,-14 3-62 0 0,-1 1 1 0 0,1-1-1 0 0,0-1 1 0 0,-1 1-1 0 0,1 0 1 0 0,0-1-1 0 0,-1 1 1 0 0,0-1-1 0 0,1 0 0 0 0,-1 0 1 0 0,0 1-1 0 0,0-2 1 0 0,0 1-1 0 0,0 0 1 0 0,0 0-1 0 0,2-5 1 0 0,12-22-1692 0 0,-10 19 172 0 0,0-1 0 0 0,-1 0-1 0 0,7-19 1 0 0,-9 13-1459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98 10290 0 0,'-54'-6'3888'0'0,"54"6"-3827"0"0,0 0 0 0 0,-1 0 1 0 0,1 0-1 0 0,-1 0 0 0 0,1 0 1 0 0,-1 0-1 0 0,1 0 0 0 0,-1 0 1 0 0,1 0-1 0 0,0 0 1 0 0,-1-1-1 0 0,1 1 0 0 0,-1 0 1 0 0,1 0-1 0 0,0 0 0 0 0,-1-1 1 0 0,1 1-1 0 0,-1 0 1 0 0,1 0-1 0 0,0-1 0 0 0,-1 1 1 0 0,1 0-1 0 0,0-1 0 0 0,0 1 1 0 0,-1-1-1 0 0,25-3 838 0 0,88-7 199 0 0,116-27 1 0 0,-143 24-736 0 0,110-4 0 0 0,-189 17-556 0 0,21 1 767 0 0,-26 0-730 0 0,0 0-1 0 0,0 0 0 0 0,-1 0 1 0 0,1 1-1 0 0,0-1 1 0 0,0 0-1 0 0,0 1 1 0 0,-1-1-1 0 0,1 0 0 0 0,0 1 1 0 0,-1-1-1 0 0,1 1 1 0 0,0-1-1 0 0,-1 1 1 0 0,1-1-1 0 0,0 2 0 0 0,1 1-1602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70 173 5257 0 0,'-6'-19'3824'0'0,"3"-6"-2828"0"0,2-1 0 0 0,1-34 0 0 0,1 18 1764 0 0,-1 42-2688 0 0,0 4 93 0 0,0 55 90 0 0,0 110 909 0 0,-21 170-1 0 0,19-325-984 0 0,3-10-78 0 0,-1 0 0 0 0,-1 0 0 0 0,1 0 0 0 0,-1 0 0 0 0,1 0 0 0 0,-1 1 1 0 0,0-2-1 0 0,-1 1 0 0 0,1 0 0 0 0,-4 7 0 0 0,5-11-92 0 0,0 0 1 0 0,-1 0-1 0 0,1 0 0 0 0,0 0 1 0 0,0 0-1 0 0,0 0 1 0 0,-1 0-1 0 0,1 0 1 0 0,0 0-1 0 0,0 0 0 0 0,0 0 1 0 0,-1 0-1 0 0,1 0 1 0 0,0 0-1 0 0,0 0 0 0 0,-1 0 1 0 0,1 0-1 0 0,0 0 1 0 0,0 0-1 0 0,0 0 1 0 0,-1 0-1 0 0,1 0 0 0 0,0-1 1 0 0,0 1-1 0 0,0 0 1 0 0,-1 0-1 0 0,1 0 1 0 0,0 0-1 0 0,0 0 0 0 0,0 0 1 0 0,0-1-1 0 0,0 1 1 0 0,-1 0-1 0 0,1 0 0 0 0,0 0 1 0 0,0-1-1 0 0,0 1 1 0 0,0 0-1 0 0,0 0 1 0 0,0 0-1 0 0,0-1 0 0 0,0 1 1 0 0,0 0-1 0 0,0 0 1 0 0,0 0-1 0 0,0-1 1 0 0,0 1-1 0 0,0 0 0 0 0,0-1 1 0 0,-5-14 2 0 0,5 12 22 0 0,-5-16-4 0 0,2-1 0 0 0,0 1-1 0 0,1-1 1 0 0,1 0 0 0 0,1 0-1 0 0,0 0 1 0 0,7-39 0 0 0,0 26-33 0 0,1 0 0 0 0,2 0 1 0 0,25-57-1 0 0,-21 54 0 0 0,-12 29 0 0 0,0 0 0 0 0,1 0-1 0 0,0 0 1 0 0,0 0 0 0 0,1 1 0 0 0,0-1-1 0 0,0 1 1 0 0,0 0 0 0 0,1 0-1 0 0,6-5 1 0 0,-7 6 4 0 0,1 1 0 0 0,0 0 0 0 0,0 1 0 0 0,0-1 0 0 0,0 1 0 0 0,1 0 0 0 0,-1 0 0 0 0,1 1 0 0 0,0 0 0 0 0,8-3 0 0 0,14-8-53 0 0,-25 11-122 0 0,0 0 0 0 0,1 0 0 0 0,-1 1-1 0 0,0-1 1 0 0,1 1 0 0 0,-1-1 0 0 0,1 1 0 0 0,5-1 0 0 0,-2 2-798 0 0,-1-1 1 0 0,0 1-1 0 0,1 0 0 0 0,11 2 0 0 0,-3 2-2083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2 755 13147 0 0,'0'0'311'0'0,"-2"-13"613"0"0,7 6-879 0 0,0 1 1 0 0,0 0-1 0 0,1 0 0 0 0,-1 0 1 0 0,1 1-1 0 0,0-1 1 0 0,1 2-1 0 0,-1-1 1 0 0,1 1-1 0 0,10-6 0 0 0,20-14 136 0 0,-13 4-19 0 0,0-2 0 0 0,-2-1 0 0 0,0 0 0 0 0,-2-2 1 0 0,0 0-1 0 0,29-53 0 0 0,-20 8 497 0 0,-29 69-643 0 0,1 1 1 0 0,-1-1-1 0 0,1 1 0 0 0,-1-1 1 0 0,0 0-1 0 0,1 1 1 0 0,-1-1-1 0 0,1 0 1 0 0,-1 1-1 0 0,0-1 1 0 0,0 0-1 0 0,0 1 1 0 0,1-1-1 0 0,-1 0 0 0 0,0 0 1 0 0,0 1-1 0 0,0-1 1 0 0,0 0-1 0 0,0 0 1 0 0,0 1-1 0 0,0-1 1 0 0,0 0-1 0 0,-1 0 1 0 0,1 1-1 0 0,0-1 0 0 0,-1-1 1 0 0,1 2-4 0 0,-1-1-1 0 0,0 1 1 0 0,0-1-1 0 0,0 1 1 0 0,1-1-1 0 0,-1 1 1 0 0,0 0-1 0 0,0 0 1 0 0,0-1 0 0 0,0 1-1 0 0,0 0 1 0 0,0 0-1 0 0,0 0 1 0 0,0 0-1 0 0,1 0 1 0 0,-1 0 0 0 0,-2 0-1 0 0,-2 1 22 0 0,0 0 0 0 0,0 0 0 0 0,-1 0 0 0 0,2 1 0 0 0,-1-1 0 0 0,0 1 0 0 0,-5 3 0 0 0,-1 5 37 0 0,0-1-1 0 0,1 2 0 0 0,0 0 0 0 0,1 0 1 0 0,0 0-1 0 0,-8 16 0 0 0,-14 16 61 0 0,8-17-118 0 0,16-18-10 0 0,0 0 0 0 0,0 0 0 0 0,1 1 0 0 0,0-1-1 0 0,0 1 1 0 0,1 1 0 0 0,0-1 0 0 0,0 1 0 0 0,-2 11 0 0 0,0-6-27 0 0,-1 5-66 0 0,8-20 88 0 0,0 1 0 0 0,0 0 0 0 0,0 0 0 0 0,0-1 1 0 0,0 1-1 0 0,1 0 0 0 0,-1 0 0 0 0,0-1 0 0 0,0 1 0 0 0,1 0 0 0 0,-1-1 0 0 0,1 1 0 0 0,-1 0 0 0 0,0-1 0 0 0,1 1 0 0 0,-1 0 0 0 0,1-1 0 0 0,0 1 0 0 0,-1-1 0 0 0,1 1 0 0 0,-1-1 0 0 0,1 0 0 0 0,0 1 0 0 0,-1-1 0 0 0,1 1 0 0 0,0-1 0 0 0,-1 0 0 0 0,2 1 0 0 0,3 1-3 0 0,0-1-1 0 0,0 1 1 0 0,0 0-1 0 0,0-1 1 0 0,0 0 0 0 0,0-1-1 0 0,1 1 1 0 0,-1-1-1 0 0,0 0 1 0 0,0 0 0 0 0,11-2-1 0 0,-1-1-1 0 0,1-2 0 0 0,23-9 0 0 0,-8 3 18 0 0,-22 7-21 0 0,0 0 1 0 0,-1 0-1 0 0,1-1 0 0 0,-1 0 0 0 0,0-1 1 0 0,0 1-1 0 0,7-9 0 0 0,49-52-28 0 0,-39 39 45 0 0,15-14-7 0 0,-20 22 31 0 0,-1-1 0 0 0,-1-1 0 0 0,19-27 0 0 0,-20 13 270 0 0,-18 35-308 0 0,0 0 0 0 0,0 1-1 0 0,0-1 1 0 0,0 0 0 0 0,0 0 0 0 0,0 1-1 0 0,0-1 1 0 0,0 1 0 0 0,0-1-1 0 0,0 1 1 0 0,0-1 0 0 0,0 1-1 0 0,0-1 1 0 0,1 1 0 0 0,-1 0 0 0 0,-1 1-1 0 0,-11 17 0 0 0,0 0-1 0 0,2 1 0 0 0,0 0 1 0 0,1 1-1 0 0,-10 32 0 0 0,14-36-24 0 0,5-10 17 0 0,-1 0 0 0 0,-1-1 1 0 0,1 0-1 0 0,-5 8 0 0 0,4-9 11 0 0,1 0 1 0 0,0 0-1 0 0,0 1 0 0 0,1-1 0 0 0,-1 0 0 0 0,1 1 1 0 0,0-1-1 0 0,1 1 0 0 0,-1-1 0 0 0,1 1 0 0 0,0-1 1 0 0,0 1-1 0 0,1-1 0 0 0,0 1 0 0 0,0-1 0 0 0,3 10 1 0 0,-2-4 96 0 0,0 0 1 0 0,1 19-1 0 0,-3-29-77 0 0,0 0 0 0 0,0 1 1 0 0,0-1-1 0 0,-1 0 0 0 0,1 0 0 0 0,0 0 0 0 0,-1 1 0 0 0,1-1 0 0 0,0 0 0 0 0,-1 0 0 0 0,0 0 0 0 0,1 0 0 0 0,-1 0 0 0 0,0 0 1 0 0,1 0-1 0 0,-1 0 0 0 0,0 0 0 0 0,0 0 0 0 0,0 0 0 0 0,0 0 0 0 0,0-1 0 0 0,0 1 0 0 0,0 0 0 0 0,0-1 0 0 0,0 1 0 0 0,0-1 1 0 0,0 1-1 0 0,0-1 0 0 0,0 1 0 0 0,-1-1 0 0 0,1 0 0 0 0,0 0 0 0 0,0 1 0 0 0,-1-1 0 0 0,1 0 0 0 0,0 0 0 0 0,-2-1 1 0 0,2 1-220 0 0,-1 1 1 0 0,0-1 0 0 0,1 0 0 0 0,-1 0 0 0 0,1 1 0 0 0,-1-1 0 0 0,0 1-1 0 0,1-1 1 0 0,-1 1 0 0 0,1 0 0 0 0,0-1 0 0 0,-1 1 0 0 0,1 0-1 0 0,-1 0 1 0 0,1 0 0 0 0,0 0 0 0 0,0 0 0 0 0,0 1 0 0 0,-1-1 0 0 0,0 2-1 0 0,14-4-2851 0 0,32-13 2514 0 0,0-2-1 0 0,-1-2 1 0 0,80-47-1 0 0,-89 49 602 0 0,-28 14-11 0 0,0-1 0 0 0,0 0 0 0 0,0 0 0 0 0,0 0 0 0 0,0-1 0 0 0,8-7 0 0 0,-5 3 248 0 0,-1-1 0 0 0,-1 0 1 0 0,1-1-1 0 0,-2 0 0 0 0,1 0 0 0 0,-1 0 0 0 0,-1-1 1 0 0,0 1-1 0 0,0-1 0 0 0,-1-1 0 0 0,2-11 0 0 0,-2 11 990 0 0,-1 2 221 0 0,-13 24-927 0 0,-31 53 5 0 0,12-22-288 0 0,-31 67 1 0 0,58-110-296 0 0,1 0 0 0 0,0 1 0 0 0,0-1 0 0 0,0 1 1 0 0,0-1-1 0 0,1 1 0 0 0,-1-1 0 0 0,1 1 1 0 0,0-1-1 0 0,-1 1 0 0 0,1 0 0 0 0,0-1 1 0 0,0 1-1 0 0,1 0 0 0 0,-1-1 0 0 0,2 4 1 0 0,-1-4 1 0 0,0-1 1 0 0,0 1-1 0 0,0-1 1 0 0,0 1-1 0 0,1-1 1 0 0,-1 0-1 0 0,1 0 1 0 0,-1 0-1 0 0,1 0 1 0 0,-1 0 0 0 0,1 0-1 0 0,0 0 1 0 0,-1 0-1 0 0,1 0 1 0 0,0-1-1 0 0,0 1 1 0 0,0-1-1 0 0,-1 1 1 0 0,1-1-1 0 0,0 0 1 0 0,0 0-1 0 0,0 0 1 0 0,2 0 0 0 0,2 0 3 0 0,0 0 0 0 0,0 0 1 0 0,-1-1-1 0 0,1 0 1 0 0,0 0-1 0 0,0 0 1 0 0,0-1-1 0 0,-1 0 1 0 0,1 0-1 0 0,-1 0 1 0 0,1-1-1 0 0,-1 0 1 0 0,0 0-1 0 0,0 0 0 0 0,0-1 1 0 0,-1 0-1 0 0,1 1 1 0 0,4-7-1 0 0,7-7 34 0 0,-1-2 0 0 0,-1 0 0 0 0,15-25 0 0 0,-17 26-36 0 0,5-15 29 0 0,-14 26 1 0 0,0 1-1 0 0,0-1 1 0 0,1 1 0 0 0,0 0-1 0 0,0 0 1 0 0,0 0-1 0 0,1 1 1 0 0,7-7 0 0 0,-12 12-38 0 0,0-1 0 0 0,0 1 0 0 0,0 0 1 0 0,1 0-1 0 0,-1-1 0 0 0,0 1 0 0 0,0 0 0 0 0,1 0 1 0 0,-1 0-1 0 0,0 0 0 0 0,0 0 0 0 0,1-1 0 0 0,-1 1 1 0 0,0 0-1 0 0,0 0 0 0 0,1 0 0 0 0,-1 0 1 0 0,0 0-1 0 0,1 0 0 0 0,-1 0 0 0 0,0 0 0 0 0,0 0 1 0 0,1 0-1 0 0,-1 0 0 0 0,0 0 0 0 0,1 0 0 0 0,-1 0 1 0 0,0 0-1 0 0,0 0 0 0 0,1 0 0 0 0,-1 1 1 0 0,0-1-1 0 0,0 0 0 0 0,1 0 0 0 0,-1 0 0 0 0,0 0 1 0 0,0 1-1 0 0,1-1 0 0 0,-1 0 0 0 0,0 0 0 0 0,0 0 1 0 0,0 1-1 0 0,1-1 0 0 0,-1 0 0 0 0,0 0 1 0 0,0 1-1 0 0,0-1 0 0 0,0 0 0 0 0,0 0 0 0 0,1 1 1 0 0,2 16-25 0 0,-3-14 32 0 0,1 18-1 0 0,-1 1 0 0 0,-5 33 0 0 0,3-34-15 0 0,0 1-1 0 0,3 34 1 0 0,-1-54 7 0 0,1 0-1 0 0,-1 0 1 0 0,1 1 0 0 0,0-1 0 0 0,0 0 0 0 0,0-1 0 0 0,0 1 0 0 0,0 0 0 0 0,1 0 0 0 0,-1 0-1 0 0,1-1 1 0 0,-1 1 0 0 0,1 0 0 0 0,-1-1 0 0 0,1 0 0 0 0,0 1 0 0 0,0-1 0 0 0,-1 0-1 0 0,1 0 1 0 0,0 0 0 0 0,0 0 0 0 0,0 0 0 0 0,0 0 0 0 0,1-1 0 0 0,-1 1 0 0 0,4 0-1 0 0,1 0-3 0 0,1 1 0 0 0,0-1 0 0 0,0-1 0 0 0,0 1 0 0 0,0-2 0 0 0,10 0 0 0 0,-2-2-36 0 0,-1-1 0 0 0,0-1 0 0 0,0 0 1 0 0,16-8-1 0 0,1-1-29 0 0,-24 11 52 0 0,0-1 0 0 0,-1 0 1 0 0,0-1-1 0 0,0 0 0 0 0,0 0 1 0 0,0 0-1 0 0,11-13 1 0 0,38-51-53 0 0,-33 38 75 0 0,-10 12 22 0 0,0 0 0 0 0,-1-1 0 0 0,-1 0 1 0 0,-1-1-1 0 0,-1-1 0 0 0,0 1 0 0 0,-2-1 1 0 0,0-1-1 0 0,-2 1 0 0 0,-1-1 0 0 0,0 0 1 0 0,0-34-1 0 0,-3 49-7 0 0,0 0 0 0 0,1 0 0 0 0,0 1 0 0 0,0-1 0 0 0,6-13 0 0 0,-5 15 41 0 0,0-1 0 0 0,-1 0 0 0 0,0 0 0 0 0,0-1 0 0 0,0 1 0 0 0,-1 0-1 0 0,0-9 1 0 0,-1 15-42 0 0,1 0 0 0 0,-1 0 0 0 0,0 0-1 0 0,0 0 1 0 0,0 0 0 0 0,0 0-1 0 0,0 0 1 0 0,0-1 0 0 0,0 1-1 0 0,-1 0 1 0 0,1 0 0 0 0,0 0-1 0 0,-1 0 1 0 0,1 0 0 0 0,0 0 0 0 0,-1 0-1 0 0,1 0 1 0 0,-1 0 0 0 0,0 0-1 0 0,1 0 1 0 0,-1 0 0 0 0,0 1-1 0 0,0-1 1 0 0,1 0 0 0 0,-2-1-1 0 0,-1 2-16 0 0,1 0 0 0 0,0 0 0 0 0,0 0 0 0 0,0 0 0 0 0,-1 0 0 0 0,1 0 0 0 0,0 1 0 0 0,0-1 0 0 0,-1 1-1 0 0,1 0 1 0 0,-2 0 0 0 0,2 0-2 0 0,-1 1 0 0 0,1-1 0 0 0,0 0 0 0 0,0 1 0 0 0,0-1 0 0 0,0 1 0 0 0,0 0 0 0 0,1 0 0 0 0,-1-1 0 0 0,0 1 1 0 0,1 0-1 0 0,-1 1 0 0 0,1-1 0 0 0,0 0 0 0 0,-2 4 0 0 0,-16 42-10 0 0,15-36 9 0 0,0-1 4 0 0,-8 21 25 0 0,1 1 1 0 0,2 0-1 0 0,-10 59 0 0 0,18-81-24 0 0,-1 0 1 0 0,-1-1-1 0 0,-7 19 1 0 0,7-21-1 0 0,0 0 1 0 0,0 1-1 0 0,1-1 0 0 0,0 1 1 0 0,1-1-1 0 0,-1 18 0 0 0,2-21-5 0 0,0 0 0 0 0,1 0 0 0 0,-1 0 0 0 0,1 0 0 0 0,0 1 0 0 0,1-1 0 0 0,-1-1 0 0 0,1 1 0 0 0,0 0 0 0 0,3 5 0 0 0,-3-8-37 0 0,-1 1 0 0 0,1-1 0 0 0,0 0-1 0 0,0 0 1 0 0,1 0 0 0 0,-1 0 0 0 0,0 0 0 0 0,1 0-1 0 0,-1 0 1 0 0,1-1 0 0 0,-1 1 0 0 0,1-1 0 0 0,0 0-1 0 0,0 0 1 0 0,-1 0 0 0 0,1 0 0 0 0,0 0 0 0 0,4 0-1 0 0,5 1-336 0 0,1 1-1 0 0,15 7 1 0 0,-20-7 107 0 0,1 0 1 0 0,-1 0 0 0 0,0-1-1 0 0,1 0 1 0 0,0 0-1 0 0,-1-1 1 0 0,16 0 0 0 0,-5-4-207 0 0,-1 0 1 0 0,0-2-1 0 0,0 0 1 0 0,0-1 0 0 0,0 0-1 0 0,-1-2 1 0 0,30-18-1 0 0,-38 20 412 0 0,0 0 0 0 0,0-1 0 0 0,-1-1-1 0 0,0 1 1 0 0,14-18 0 0 0,-6 7 7 0 0,-7 7 55 0 0,-1 0 0 0 0,0-1 0 0 0,0 0 0 0 0,-1 0 0 0 0,-1 0-1 0 0,9-24 1 0 0,-7 14 39 0 0,-2 0 0 0 0,0 0 0 0 0,3-31 1 0 0,-8 44 66 0 0,1 0 0 0 0,1 1 0 0 0,0-1 1 0 0,6-14-1 0 0,-5 15 171 0 0,-1 0 0 0 0,0-1 0 0 0,0 0 0 0 0,2-14 1 0 0,-4 13 52 0 0,0 1 1 0 0,0-1 0 0 0,-1 1 0 0 0,0-1 0 0 0,-1 1 0 0 0,0-1 0 0 0,-1 1-1 0 0,1-1 1 0 0,-2 1 0 0 0,0 0 0 0 0,0 0 0 0 0,0 0 0 0 0,-1 0-1 0 0,-5-8 1 0 0,9 17-324 0 0,0-1 1 0 0,-1 1-1 0 0,1 0 0 0 0,0 0 0 0 0,0 0 0 0 0,0-1 0 0 0,0 1 0 0 0,0 0 0 0 0,0 0 0 0 0,-1 0 0 0 0,1 0 1 0 0,0 0-1 0 0,0-1 0 0 0,0 1 0 0 0,-1 0 0 0 0,1 0 0 0 0,0 0 0 0 0,0 0 0 0 0,0 0 0 0 0,-1 0 1 0 0,1 0-1 0 0,0 0 0 0 0,0-1 0 0 0,-1 1 0 0 0,1 0 0 0 0,0 0 0 0 0,0 0 0 0 0,0 0 0 0 0,-1 0 1 0 0,1 0-1 0 0,0 0 0 0 0,0 1 0 0 0,-1-1 0 0 0,1 0 0 0 0,0 0 0 0 0,0 0 0 0 0,0 0 0 0 0,-1 0 0 0 0,1 0 1 0 0,0 0-1 0 0,0 0 0 0 0,0 0 0 0 0,-1 1 0 0 0,1-1 0 0 0,0 0 0 0 0,0 0 0 0 0,0 0 0 0 0,0 0 1 0 0,-1 1-1 0 0,1-1 0 0 0,0 0 0 0 0,0 0 0 0 0,0 0 0 0 0,0 1 0 0 0,-7 14 118 0 0,5-12-114 0 0,-3 11 35 0 0,1 0 1 0 0,0 0 0 0 0,1 0-1 0 0,1 0 1 0 0,-1 15 0 0 0,0 78 119 0 0,2-25-44 0 0,-20 109 500 0 0,11-118-1906 0 0,2 0-3404 0 0,8-61-259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9 209 10538 0 0,'-1'-1'348'0'0,"0"-1"0"0"0,0 0 0 0 0,0 1 0 0 0,0-1 0 0 0,0 0 0 0 0,1 1 0 0 0,-1-1 0 0 0,1 0 0 0 0,-1-2 0 0 0,2 2-328 0 0,0 0 0 0 0,0 0 0 0 0,1 1 0 0 0,-1-1 0 0 0,1 1 0 0 0,-1-1 0 0 0,1 1 0 0 0,0-1 0 0 0,0 1 0 0 0,-1 0 0 0 0,1 0 0 0 0,0 0 0 0 0,2-1 0 0 0,32-11 94 0 0,-12 5-35 0 0,106-51 378 0 0,51-21 336 0 0,-172 77-707 0 0,12-3 490 0 0,-21 6-564 0 0,1 1-1 0 0,-1-1 0 0 0,1 0 0 0 0,0 0 0 0 0,-1 1 0 0 0,1-1 0 0 0,-1 0 1 0 0,1 1-1 0 0,-1-1 0 0 0,1 1 0 0 0,-1-1 0 0 0,1 1 0 0 0,-1-1 0 0 0,1 1 1 0 0,-1-1-1 0 0,0 1 0 0 0,1-1 0 0 0,-1 1 0 0 0,0 0 0 0 0,1-1 0 0 0,-1 1 1 0 0,0-1-1 0 0,0 1 0 0 0,0 0 0 0 0,0-1 0 0 0,1 1 0 0 0,-1 0 0 0 0,0-1 1 0 0,0 1-1 0 0,0 1 0 0 0,0 10 107 0 0,1 0 0 0 0,-2 0 0 0 0,0 0-1 0 0,-3 18 1 0 0,2-21-29 0 0,1 1 0 0 0,-1-1 0 0 0,2 1 0 0 0,-1 0 0 0 0,1-1 0 0 0,1 1 0 0 0,0 0 0 0 0,4 15 0 0 0,6 2 780 0 0,4 15 350 0 0,-15-39-1173 0 0,1-1 1 0 0,-1 1-1 0 0,0 0 0 0 0,0 0 0 0 0,0 0 0 0 0,0 0 0 0 0,0 0 1 0 0,-1 0-1 0 0,1-1 0 0 0,-1 1 0 0 0,0 0 0 0 0,0 0 1 0 0,-2 4-1 0 0,1-3-53 0 0,0-1 0 0 0,-1 1 1 0 0,1 0-1 0 0,-1-1 0 0 0,0 1 0 0 0,0-1 1 0 0,0 0-1 0 0,-1 0 0 0 0,1-1 0 0 0,-1 1 0 0 0,-5 3 1 0 0,-4 1-733 0 0,-1-1 0 0 0,-15 5 0 0 0,7-2-892 0 0,5-2-903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24 13619 0 0,'0'-2'191'0'0,"0"0"-1"0"0,0 0 1 0 0,0 0 0 0 0,0 0 0 0 0,-1 0 0 0 0,1 0-1 0 0,-1 0 1 0 0,1 0 0 0 0,-2-3 0 0 0,2 5-181 0 0,0 0-1 0 0,0 0 1 0 0,0 0 0 0 0,0 0 0 0 0,0 0-1 0 0,0 0 1 0 0,-1 0 0 0 0,1 0 0 0 0,0 0-1 0 0,0 0 1 0 0,0 0 0 0 0,0-1 0 0 0,0 1 0 0 0,0 0-1 0 0,0 0 1 0 0,0 0 0 0 0,0 0 0 0 0,-1 0-1 0 0,1 0 1 0 0,0 0 0 0 0,0 0 0 0 0,0 0 0 0 0,0 0-1 0 0,0 0 1 0 0,0 0 0 0 0,0 0 0 0 0,0 0-1 0 0,0 0 1 0 0,-1 0 0 0 0,1 0 0 0 0,0 1-1 0 0,0-1 1 0 0,0 0 0 0 0,0 0 0 0 0,0 0 0 0 0,0 0-1 0 0,0 0 1 0 0,0 0 0 0 0,0 0 0 0 0,0 0-1 0 0,-1 0 1 0 0,1 0 0 0 0,0 0 0 0 0,0 0 0 0 0,0 0-1 0 0,0 0 1 0 0,0 1 0 0 0,0-1 0 0 0,0 0-1 0 0,0 0 1 0 0,0 0 0 0 0,0 0 0 0 0,-5 15 246 0 0,-17 103 1085 0 0,-22 90-704 0 0,35-161-4170 0 0,8-37 566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21 17220 0 0,'0'0'40'0'0,"-1"-2"16"0"0,-1 1-56 0 0,1-2-24 0 0,-2-1-24 0 0,0 1 48 0 0,1 3-24 0 0,-4-3-24 0 0,0 0-40 0 0,1 2-352 0 0,2 1-1153 0 0,0 0-335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28 12683 0 0,'-3'1'17'0'0,"1"0"1"0"0,-1 0 0 0 0,1 0 0 0 0,-1 0-1 0 0,1 0 1 0 0,-1 1 0 0 0,1-1-1 0 0,0 1 1 0 0,0 0 0 0 0,0 0 0 0 0,0-1-1 0 0,0 1 1 0 0,-2 3 0 0 0,-2 5 162 0 0,0 0 0 0 0,1 1-1 0 0,-6 15 1 0 0,-13 25 865 0 0,10-24-522 0 0,14-26-403 0 0,-1 0 0 0 0,1 1 0 0 0,-1-1 0 0 0,1 0 0 0 0,0 0 0 0 0,0 0 0 0 0,-1 0 0 0 0,1 1 0 0 0,0-1 1 0 0,0 0-1 0 0,0 0 0 0 0,0 1 0 0 0,0-1 0 0 0,0 0 0 0 0,1 0 0 0 0,-1 0 0 0 0,0 1 0 0 0,0-1 0 0 0,1 0 1 0 0,-1 0-1 0 0,1 0 0 0 0,0 1 0 0 0,1-1-81 0 0,-1-1 1 0 0,1 0-1 0 0,0 0 0 0 0,-1-1 1 0 0,1 1-1 0 0,-1 0 1 0 0,1 0-1 0 0,-1-1 0 0 0,1 1 1 0 0,-1-1-1 0 0,1 0 0 0 0,-1 1 1 0 0,1-1-1 0 0,-1 0 1 0 0,1 0-1 0 0,1-1 0 0 0,4-5-39 0 0,0 0 0 0 0,-1 0 1 0 0,7-9-1 0 0,7-9-13 0 0,10-12 29 0 0,15-14-24 0 0,-40 47 8 0 0,-1 0 0 0 0,0 0 0 0 0,1 1 0 0 0,0-1 0 0 0,0 1 0 0 0,0 1 0 0 0,0-1 0 0 0,0 1 0 0 0,8-3 0 0 0,6-4-27 0 0,-16 7 6 0 0,1 0-1 0 0,-1 1 0 0 0,1-1 1 0 0,0 1-1 0 0,7-3 1 0 0,-10 4 21 0 0,0 0-1 0 0,0 0 1 0 0,0 0 0 0 0,0 0 0 0 0,0 0 0 0 0,0 0 0 0 0,0 0 0 0 0,0 1 0 0 0,0-1-1 0 0,0 0 1 0 0,0 0 0 0 0,0 1 0 0 0,0-1 0 0 0,0 1 0 0 0,0-1 0 0 0,0 1 0 0 0,-1-1-1 0 0,1 1 1 0 0,0 0 0 0 0,0-1 0 0 0,0 1 0 0 0,-1 0 0 0 0,1 0 0 0 0,0-1 0 0 0,-1 1 0 0 0,1 0-1 0 0,0 2 1 0 0,19 43-8 0 0,-15-32 30 0 0,0-1 1 0 0,10 19-1 0 0,-13-29-46 0 0,0 0-1 0 0,0 0 1 0 0,0-1 0 0 0,0 1 0 0 0,0 0-1 0 0,1-1 1 0 0,-1 0 0 0 0,1 1 0 0 0,-1-1-1 0 0,1 0 1 0 0,0 0 0 0 0,0-1 0 0 0,0 1-1 0 0,0-1 1 0 0,4 2 0 0 0,1 0-1845 0 0,3 4-2271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429 158 8738 0 0,'-2'-19'871'0'0,"0"0"0"0"0,-2-1 0 0 0,-7-23-1 0 0,6 22-102 0 0,4 19-697 0 0,0 0 0 0 0,-1 1-1 0 0,1-1 1 0 0,0 0-1 0 0,0 1 1 0 0,-1-1-1 0 0,1 1 1 0 0,-1 0 0 0 0,1-1-1 0 0,-1 1 1 0 0,1 0-1 0 0,-1 0 1 0 0,0 0-1 0 0,-3-1 1 0 0,-30-10 621 0 0,26 11-560 0 0,1 1-1 0 0,-1 0 1 0 0,0 0-1 0 0,0 1 1 0 0,0 1-1 0 0,1-1 0 0 0,-1 1 1 0 0,1 1-1 0 0,-1-1 1 0 0,-13 8-1 0 0,-6 0 95 0 0,23-8-194 0 0,1 0 0 0 0,0 0 1 0 0,0 1-1 0 0,1-1 0 0 0,-1 1 1 0 0,0 0-1 0 0,1 0 0 0 0,0 0 1 0 0,0 0-1 0 0,-5 6 0 0 0,-27 43 157 0 0,21-28-109 0 0,2-8-69 0 0,1 1 1 0 0,1 0 0 0 0,1 1 0 0 0,0 0-1 0 0,2 0 1 0 0,0 1 0 0 0,1 0 0 0 0,0 1-1 0 0,-3 29 1 0 0,7-41-14 0 0,1 1 0 0 0,-1-1 0 0 0,0 0 0 0 0,-5 10 0 0 0,4-12-3 0 0,1 0 0 0 0,0 1 0 0 0,0-1-1 0 0,0 1 1 0 0,1 0 0 0 0,0-1-1 0 0,1 1 1 0 0,-1 8 0 0 0,2-6-4 0 0,1-1 1 0 0,0 0-1 0 0,0 0 0 0 0,1 0 1 0 0,0 0-1 0 0,5 9 1 0 0,-3-7 2 0 0,-4-8 8 0 0,0 0-1 0 0,0 0 1 0 0,1 0-1 0 0,-1 0 1 0 0,0-1-1 0 0,1 1 1 0 0,-1-1-1 0 0,1 1 1 0 0,-1-1-1 0 0,1 1 1 0 0,0-1-1 0 0,0 0 1 0 0,0 0-1 0 0,-1 0 1 0 0,1 0-1 0 0,0 0 1 0 0,4 1-1 0 0,39 6 22 0 0,-4-1-29 0 0,-29-3-6 0 0,-2 0 31 0 0,0 0 0 0 0,0-1 0 0 0,0 0 0 0 0,1-1 0 0 0,-1 0 0 0 0,0-1 0 0 0,1 0 0 0 0,13 0 0 0 0,-13-3 22 0 0,0 0 0 0 0,-1 0 0 0 0,1-1 1 0 0,-1 0-1 0 0,13-6 0 0 0,21-7 205 0 0,-36 14-210 0 0,0-1-1 0 0,0 0 0 0 0,-1 0 1 0 0,1-1-1 0 0,-1 0 0 0 0,0 0 0 0 0,0 0 1 0 0,0-1-1 0 0,-1 0 0 0 0,11-11 1 0 0,-7 7 5 0 0,0-1 0 0 0,-1 0 0 0 0,-1-1 0 0 0,0 0 0 0 0,0 0 0 0 0,-1-1 1 0 0,0 0-1 0 0,-1 0 0 0 0,0-1 0 0 0,-1 0 0 0 0,-1 0 0 0 0,0 0 1 0 0,2-14-1 0 0,9-20 179 0 0,-13 41-181 0 0,1 0 1 0 0,-1 0 0 0 0,0 0-1 0 0,0-1 1 0 0,-1 1 0 0 0,0 0 0 0 0,0-1-1 0 0,-1 1 1 0 0,1-1 0 0 0,-1 1-1 0 0,-1-1 1 0 0,-1-8 0 0 0,1 9-29 0 0,0 0 1 0 0,-1 0-1 0 0,0 0 1 0 0,0 0-1 0 0,0 0 0 0 0,-1 1 1 0 0,0-1-1 0 0,0 1 1 0 0,0-1-1 0 0,-1 1 1 0 0,0 0-1 0 0,0 0 1 0 0,0 1-1 0 0,-1-1 0 0 0,1 1 1 0 0,-1 0-1 0 0,0 0 1 0 0,0 1-1 0 0,-1-1 1 0 0,1 1-1 0 0,-1 0 0 0 0,0 1 1 0 0,1-1-1 0 0,-1 1 1 0 0,-9-2-1 0 0,-33-14-393 0 0,40 13 137 0 0,-1 1 0 0 0,0 1 0 0 0,0 0 0 0 0,-1 0 0 0 0,-11-2 0 0 0,13 4-216 0 0,0 1 0 0 0,1-1 1 0 0,-1 1-1 0 0,0 1 0 0 0,0-1 1 0 0,0 1-1 0 0,0 1 0 0 0,0-1 0 0 0,1 1 1 0 0,-1 1-1 0 0,0-1 0 0 0,-10 6 1 0 0,-1 4-2133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13243 0 0,'0'0'379'0'0,"9"18"2253"0"0,31 35-2003 0 0,-12-20-407 0 0,-21-24-215 0 0,0-1-1 0 0,0 0 1 0 0,12 8 0 0 0,12 4-4402 0 0,-18-16 996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58 14211 0 0,'0'0'265'0'0,"-6"-13"789"0"0,6 11-1028 0 0,1 0 1 0 0,0 0-1 0 0,0 1 0 0 0,0-1 1 0 0,0 1-1 0 0,1-1 0 0 0,-1 1 1 0 0,0-1-1 0 0,1 1 0 0 0,-1 0 1 0 0,1 0-1 0 0,-1 0 0 0 0,1 0 1 0 0,-1 0-1 0 0,1 0 0 0 0,2-1 1 0 0,29-12 137 0 0,-31 13-136 0 0,2 0-12 0 0,-1 0 1 0 0,0 0-1 0 0,0 0 0 0 0,0 0 1 0 0,1 1-1 0 0,-1 0 0 0 0,0-1 1 0 0,1 1-1 0 0,-1 0 0 0 0,0 0 1 0 0,1 1-1 0 0,3 0 0 0 0,-5 0-2 0 0,1 0-1 0 0,-1 0 0 0 0,0 0 1 0 0,0 0-1 0 0,0 1 1 0 0,0-1-1 0 0,0 1 1 0 0,0-1-1 0 0,0 1 0 0 0,0 0 1 0 0,0 0-1 0 0,-1 0 1 0 0,1 0-1 0 0,-1 0 0 0 0,3 4 1 0 0,-2-1 14 0 0,1 0 0 0 0,-1 0 0 0 0,0 0 0 0 0,-1 0 0 0 0,0 0 0 0 0,1 1 0 0 0,-2-1 0 0 0,1 0 0 0 0,0 1 0 0 0,-1-1 0 0 0,0 1 0 0 0,-1-1 0 0 0,1 0 0 0 0,-1 1 0 0 0,-2 9 0 0 0,-3 4 203 0 0,-1 0 0 0 0,-16 34 1 0 0,21-49-195 0 0,-2 2 24 0 0,0-1 1 0 0,0 1-1 0 0,0-1 1 0 0,-1 1-1 0 0,0-1 1 0 0,-6 5 0 0 0,6-7-47 0 0,1 1 0 0 0,0 0 0 0 0,0 0 0 0 0,0 0 0 0 0,1 1 0 0 0,-1-1 0 0 0,1 1 0 0 0,0 0 0 0 0,0 0 0 0 0,-4 9 0 0 0,7-14-14 0 0,0 1 0 0 0,0-1 0 0 0,0 0 0 0 0,0 1 0 0 0,0-1 0 0 0,0 1 0 0 0,0-1 0 0 0,0 0 0 0 0,0 1 0 0 0,0-1 0 0 0,1 0 0 0 0,-1 1 0 0 0,0-1 0 0 0,0 0 0 0 0,0 1 0 0 0,0-1 0 0 0,0 0 0 0 0,0 0 0 0 0,1 1 0 0 0,-1-1 0 0 0,0 0 0 0 0,0 0 0 0 0,1 1 0 0 0,-1-1 0 0 0,0 0 0 0 0,0 0 0 0 0,1 1 0 0 0,-1-1 0 0 0,0 0 0 0 0,1 0 0 0 0,-1 0 0 0 0,0 0 1 0 0,0 1-1 0 0,1-1 0 0 0,-1 0 0 0 0,0 0 0 0 0,1 0 0 0 0,14 2 77 0 0,-11-2-79 0 0,13 0 46 0 0,0 0 1 0 0,-1-1-1 0 0,1-1 1 0 0,-1-1-1 0 0,0 0 1 0 0,31-11-1 0 0,16-3 106 0 0,-32 9 164 0 0,-18 3-4285 0 0,-10 3 1455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14 11170 0 0,'-15'-8'1813'0'0,"7"6"-1534"0"0,-1 1 0 0 0,1 0 1 0 0,-1 0-1 0 0,1 1 0 0 0,0 0 1 0 0,-1 1-1 0 0,1-1 0 0 0,-1 2 1 0 0,-13 2-1 0 0,7 1-80 0 0,-1 1 0 0 0,1 0 0 0 0,0 1 1 0 0,-15 9-1 0 0,7-4 18 0 0,17-10-170 0 0,1 1 0 0 0,0 0 1 0 0,0 0-1 0 0,1 0 1 0 0,-1 0-1 0 0,0 0 0 0 0,-3 5 1 0 0,-46 55 128 0 0,49-56-163 0 0,1 0 0 0 0,-1 0-1 0 0,1 1 1 0 0,1-1 0 0 0,-1 1 0 0 0,1 0 0 0 0,-3 14-1 0 0,-4 0-33 0 0,9-20 15 0 0,-1 0 0 0 0,1-1 0 0 0,0 1 0 0 0,0 0 1 0 0,0 0-1 0 0,0 0 0 0 0,0 0 0 0 0,1 0 0 0 0,-1 0 0 0 0,1 0 0 0 0,-1 0 1 0 0,1 0-1 0 0,0 0 0 0 0,-1 0 0 0 0,1 0 0 0 0,0 1 0 0 0,1-1 0 0 0,-1 0 1 0 0,1 3-1 0 0,1-3-1 0 0,1 1 1 0 0,0-1 0 0 0,0 0-1 0 0,0 0 1 0 0,0 0 0 0 0,0 0-1 0 0,0 0 1 0 0,1-1-1 0 0,-1 1 1 0 0,1-1 0 0 0,-1 0-1 0 0,5 1 1 0 0,1 0 19 0 0,1-1 0 0 0,-1 0 0 0 0,0 0 0 0 0,1 0 0 0 0,-1-1 0 0 0,1-1 1 0 0,-1 0-1 0 0,1 0 0 0 0,-1-1 0 0 0,18-5 0 0 0,5-5 201 0 0,53-26 1 0 0,-40 17-34 0 0,-39 18-146 0 0,0-1 1 0 0,-1 1 0 0 0,1-1 0 0 0,-1 0 0 0 0,0 0 0 0 0,0 0 0 0 0,0-1 0 0 0,0 0 0 0 0,-1 0 0 0 0,0 0 0 0 0,0-1 0 0 0,0 1 0 0 0,-1-1-1 0 0,6-12 1 0 0,4-11 275 0 0,-12 26-268 0 0,1 1 1 0 0,-1-1-1 0 0,1 1 1 0 0,-1-1-1 0 0,0 1 1 0 0,0-1-1 0 0,0 0 1 0 0,0 0-1 0 0,-1 1 0 0 0,1-1 1 0 0,-1 0-1 0 0,1 0 1 0 0,-1 0-1 0 0,0 0 1 0 0,0 0-1 0 0,-1 1 0 0 0,1-1 1 0 0,0 0-1 0 0,-1 0 1 0 0,-1-4-1 0 0,1 6-36 0 0,0 0-1 0 0,1 0 1 0 0,-1 1 0 0 0,0-1-1 0 0,0 0 1 0 0,0 0 0 0 0,0 0-1 0 0,0 1 1 0 0,0-1-1 0 0,0 1 1 0 0,0-1 0 0 0,0 1-1 0 0,-1-1 1 0 0,1 1-1 0 0,0-1 1 0 0,0 1 0 0 0,0 0-1 0 0,-1 0 1 0 0,1 0-1 0 0,-2-1 1 0 0,-10-2 6 0 0,-3-3 4 0 0,5 1-42 0 0,-1 0-1 0 0,-1 1 0 0 0,1 1 1 0 0,-1 0-1 0 0,1 0 0 0 0,-19 0 1 0 0,19 2-150 0 0,-1 2 1 0 0,0-1 0 0 0,0 2 0 0 0,-15 3 0 0 0,22-3-390 0 0,0-1 1 0 0,0 2-1 0 0,0-1 1 0 0,0 1-1 0 0,1-1 0 0 0,-8 6 1 0 0,6 1-3647 0 0,2 1 652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19 10218 0 0,'0'0'336'0'0,"-6"-7"3952"0"0,-7-4-2077 0 0,12 11-2186 0 0,0 1 0 0 0,-1-1 0 0 0,1 1-1 0 0,0 0 1 0 0,0 0 0 0 0,-1-1 0 0 0,1 1 0 0 0,0 0 0 0 0,0 0 0 0 0,0 0-1 0 0,0 1 1 0 0,0-1 0 0 0,1 0 0 0 0,-1 0 0 0 0,0 0 0 0 0,0 1 0 0 0,1-1-1 0 0,-1 0 1 0 0,1 0 0 0 0,-1 1 0 0 0,1-1 0 0 0,-1 3 0 0 0,-1 1 19 0 0,-6 19 122 0 0,1 1-1 0 0,0 0 1 0 0,2 0-1 0 0,-3 51 1 0 0,0-7-4 0 0,-29 127 319 0 0,5-32-2532 0 0,30-152 725 0 0,1-2-810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73 12339 0 0,'-2'-16'3027'0'0,"1"-7"-2364"0"0,1 22-652 0 0,0 1-1 0 0,1-1 0 0 0,-1 0 0 0 0,0 1 0 0 0,1-1 0 0 0,-1 0 0 0 0,1 1 0 0 0,-1-1 0 0 0,1 0 0 0 0,-1 1 0 0 0,1-1 0 0 0,-1 1 0 0 0,1-1 0 0 0,-1 1 0 0 0,1 0 0 0 0,0-1 0 0 0,-1 1 0 0 0,1-1 0 0 0,0 1 0 0 0,-1 0 0 0 0,1 0 0 0 0,0-1 1 0 0,-1 1-1 0 0,1 0 0 0 0,0 0 0 0 0,0 0 0 0 0,-1 0 0 0 0,2 0 0 0 0,35-11 258 0 0,-32 9-233 0 0,-1 1 0 0 0,1-1 0 0 0,0 1 0 0 0,0-1 0 0 0,0 1 0 0 0,0 1 0 0 0,0-1 0 0 0,9 1 0 0 0,-10 0-4 0 0,0 1 1 0 0,0-1-1 0 0,0 1 1 0 0,0 0 0 0 0,-1 1-1 0 0,1-1 1 0 0,0 1-1 0 0,-1-1 1 0 0,1 1 0 0 0,-1 0-1 0 0,1 0 1 0 0,-1 1-1 0 0,0-1 1 0 0,0 1 0 0 0,0 0-1 0 0,0-1 1 0 0,0 1-1 0 0,-1 1 1 0 0,0-1 0 0 0,1 0-1 0 0,-1 0 1 0 0,0 1-1 0 0,0-1 1 0 0,-1 1 0 0 0,1 0-1 0 0,1 5 1 0 0,-2-4 0 0 0,0-1 1 0 0,0 0-1 0 0,-1 1 0 0 0,0-1 1 0 0,1 1-1 0 0,-1-1 0 0 0,-1 1 1 0 0,1-1-1 0 0,-1 1 0 0 0,1-1 1 0 0,-1 0-1 0 0,-1 1 0 0 0,1-1 1 0 0,-1 0-1 0 0,1 0 0 0 0,-1 0 1 0 0,0 0-1 0 0,-1 0 1 0 0,1 0-1 0 0,-1-1 0 0 0,1 1 1 0 0,-1-1-1 0 0,-6 6 0 0 0,-58 41-266 0 0,49-38-837 0 0,1 0 0 0 0,0 1-1 0 0,1 1 1 0 0,-15 16 0 0 0,23-19-1222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0 661 11426 0 0,'0'0'635'0'0,"7"-5"1242"0"0,91-48 242 0 0,-16 10-1546 0 0,-80 42-604 0 0,5-3 261 0 0,0 0 1 0 0,-1-1-1 0 0,12-9 0 0 0,-16 13-179 0 0,-1-1 0 0 0,0 1 0 0 0,0 0 0 0 0,0 0 0 0 0,0-1 0 0 0,0 1 1 0 0,0-1-1 0 0,0 1 0 0 0,0-1 0 0 0,-1 1 0 0 0,1-1 0 0 0,0 0 0 0 0,-1 1 0 0 0,1-1 0 0 0,-1 0 0 0 0,0 1 0 0 0,0-1 0 0 0,1 0 0 0 0,-1 1 0 0 0,0-1 0 0 0,-1 0 0 0 0,1 0 0 0 0,0 1 0 0 0,-1-4 0 0 0,0 4-49 0 0,0 0 0 0 0,0 0 0 0 0,0 0 0 0 0,0 0 0 0 0,0 0 0 0 0,0 0 0 0 0,0 0-1 0 0,-1 0 1 0 0,1 0 0 0 0,0 0 0 0 0,-1 1 0 0 0,1-1 0 0 0,0 1 0 0 0,-1-1 0 0 0,1 1 0 0 0,-1-1 0 0 0,1 1 0 0 0,-3-1 0 0 0,-28-2 13 0 0,30 3-21 0 0,-1 0-1 0 0,0 0 1 0 0,0 1-1 0 0,0-1 1 0 0,0 1-1 0 0,0-1 1 0 0,1 1-1 0 0,-1 0 1 0 0,0 0-1 0 0,1 1 1 0 0,-1-1-1 0 0,1 0 1 0 0,-1 1 0 0 0,1-1-1 0 0,0 1 1 0 0,-1 0-1 0 0,1 0 1 0 0,0 0-1 0 0,0 0 1 0 0,-3 5-1 0 0,0 1-8 0 0,0 1-1 0 0,0 0 1 0 0,1 1-1 0 0,-5 15 1 0 0,-10 20 24 0 0,16-41-10 0 0,1 1 0 0 0,0-1 0 0 0,-1 0 0 0 0,2 1-1 0 0,-1-1 1 0 0,0 1 0 0 0,1 0 0 0 0,0-1 0 0 0,0 1 0 0 0,0 0 0 0 0,1 0 0 0 0,-1-1 0 0 0,1 1 0 0 0,0 0-1 0 0,1 0 1 0 0,-1 0 0 0 0,1 0 0 0 0,0-1 0 0 0,0 1 0 0 0,1 0 0 0 0,-1-1 0 0 0,5 9 0 0 0,-5-11-5 0 0,1-1 1 0 0,0 0 0 0 0,0 0-1 0 0,-1 0 1 0 0,1 0 0 0 0,0 0 0 0 0,0 0-1 0 0,0 0 1 0 0,0 0 0 0 0,0-1-1 0 0,0 1 1 0 0,0-1 0 0 0,1 0-1 0 0,-1 1 1 0 0,0-1 0 0 0,0 0 0 0 0,0 0-1 0 0,3-1 1 0 0,19 4-66 0 0,-7 3-1 0 0,-10-3 36 0 0,0 0 0 0 0,0 0 0 0 0,0-1 0 0 0,1-1 1 0 0,-1 1-1 0 0,1-1 0 0 0,-1 0 0 0 0,15-1 0 0 0,-9-2 29 0 0,1 0 1 0 0,-1-1 0 0 0,1 0-1 0 0,-1-1 1 0 0,16-8-1 0 0,62-34 62 0 0,-6 3 184 0 0,-83 42-213 0 0,-1 0 1 0 0,0 1 0 0 0,1-1-1 0 0,-1 0 1 0 0,0 0 0 0 0,0 0-1 0 0,0 0 1 0 0,0 0 0 0 0,0 0-1 0 0,0 0 1 0 0,0 0 0 0 0,0 0-1 0 0,0-1 1 0 0,0 1 0 0 0,0 0-1 0 0,-1-1 1 0 0,1 1 0 0 0,-1 0-1 0 0,1-1 1 0 0,0-1 0 0 0,1-32-61 0 0,-2 30 17 0 0,0 1 0 0 0,0-1 0 0 0,0 0-1 0 0,1 0 1 0 0,-1 1 0 0 0,3-6 0 0 0,-1 4 0 0 0,0 0-1 0 0,1 0 0 0 0,0 0 1 0 0,0 1-1 0 0,1-1 0 0 0,-1 1 1 0 0,1 0-1 0 0,0 0 1 0 0,1 0-1 0 0,-1 0 0 0 0,1 1 1 0 0,0 0-1 0 0,0 0 0 0 0,0 0 1 0 0,1 1-1 0 0,-1 0 0 0 0,1 0 1 0 0,0 0-1 0 0,0 0 1 0 0,0 1-1 0 0,8-2 0 0 0,24-4-47 0 0,-29 6 52 0 0,0 0 1 0 0,0 0-1 0 0,0-1 1 0 0,13-5-1 0 0,-11 3 5 0 0,1 0-1 0 0,-1 1 1 0 0,1 1-1 0 0,0-1 0 0 0,22-1 1 0 0,64 0-19 0 0,-74 5 89 0 0,1-1 0 0 0,-1-1 0 0 0,49-10 0 0 0,-72 12-24 0 0,0-1 0 0 0,1 0 0 0 0,-1 1 1 0 0,0-1-1 0 0,0 0 0 0 0,0 0 0 0 0,1 1 0 0 0,-1-1 1 0 0,0 0-1 0 0,0 0 0 0 0,0 0 0 0 0,0-1 1 0 0,0 1-1 0 0,-1 0 0 0 0,1 0 0 0 0,1-2 0 0 0,-2 3-29 0 0,0-1-1 0 0,0 1 1 0 0,0 0-1 0 0,0-1 1 0 0,0 1-1 0 0,1 0 1 0 0,-1-1-1 0 0,0 1 1 0 0,0 0-1 0 0,0-1 1 0 0,0 1-1 0 0,0 0 1 0 0,0-1-1 0 0,0 1 1 0 0,0 0-1 0 0,-1-1 1 0 0,1 1-1 0 0,0 0 1 0 0,0-1-1 0 0,0 1 1 0 0,0 0-1 0 0,0-1 1 0 0,0 1-1 0 0,-1 0 1 0 0,1 0-1 0 0,0-1 1 0 0,-1 0-10 0 0,0 1 1 0 0,0 0-1 0 0,1-1 0 0 0,-1 1 1 0 0,0 0-1 0 0,0 0 0 0 0,1-1 1 0 0,-1 1-1 0 0,0 0 0 0 0,0 0 1 0 0,0 0-1 0 0,0 0 0 0 0,1 0 1 0 0,-1 0-1 0 0,0 0 0 0 0,-1 0 1 0 0,-5 1 4 0 0,0 1 0 0 0,-1-1 0 0 0,1 1 1 0 0,0 0-1 0 0,1 1 0 0 0,-1-1 0 0 0,0 1 1 0 0,1 1-1 0 0,-12 7 0 0 0,1 2 5 0 0,1 1-1 0 0,-16 17 1 0 0,10-10 5 0 0,-16 14 18 0 0,25-24-37 0 0,1-1 1 0 0,1 1 0 0 0,-1 1 0 0 0,2 0 0 0 0,0 1-1 0 0,0 0 1 0 0,-9 18 0 0 0,15-25-8 0 0,-4 9-69 0 0,8-14 77 0 0,0-1-1 0 0,-1 0 1 0 0,1 1 0 0 0,0-1 0 0 0,0 0 0 0 0,0 1 0 0 0,0-1-1 0 0,1 0 1 0 0,-1 1 0 0 0,0-1 0 0 0,0 0 0 0 0,0 1 0 0 0,0-1 0 0 0,0 0-1 0 0,0 1 1 0 0,0-1 0 0 0,1 0 0 0 0,-1 1 0 0 0,0-1 0 0 0,0 0 0 0 0,0 1-1 0 0,1-1 1 0 0,-1 0 0 0 0,0 0 0 0 0,0 0 0 0 0,1 1 0 0 0,-1-1 0 0 0,0 0-1 0 0,1 0 1 0 0,-1 0 0 0 0,0 1 0 0 0,0-1 0 0 0,1 0 0 0 0,-1 0-1 0 0,0 0 1 0 0,1 0 0 0 0,-1 0 0 0 0,1 0 0 0 0,-1 0 0 0 0,0 0 0 0 0,1 0-1 0 0,-1 0 1 0 0,0 0 0 0 0,1 0 0 0 0,-1 0 0 0 0,1 0 0 0 0,6 0 14 0 0,0-1 0 0 0,1 0 0 0 0,-1 0 0 0 0,0-1-1 0 0,0 0 1 0 0,0 0 0 0 0,0 0 0 0 0,0-1 0 0 0,-1 0 0 0 0,11-6 0 0 0,4-2 35 0 0,-12 6-37 0 0,0-1-1 0 0,-1 0 1 0 0,0-1-1 0 0,0 0 1 0 0,0 0-1 0 0,-1-1 1 0 0,0 1-1 0 0,11-18 0 0 0,1 1-2 0 0,11-22 33 0 0,-24 35 53 0 0,1 0 1 0 0,0 1-1 0 0,15-18 0 0 0,-22 28-90 0 0,0 0 0 0 0,0 0-1 0 0,0-1 1 0 0,1 1 0 0 0,-1 0-1 0 0,0 0 1 0 0,0 0 0 0 0,0-1-1 0 0,1 1 1 0 0,-1 0 0 0 0,0 0-1 0 0,0 0 1 0 0,1 0 0 0 0,-1-1-1 0 0,0 1 1 0 0,0 0 0 0 0,1 0-1 0 0,-1 0 1 0 0,0 0 0 0 0,1 0-1 0 0,-1 0 1 0 0,0 0 0 0 0,0 0-1 0 0,1 0 1 0 0,-1 0 0 0 0,0 0-1 0 0,1 0 1 0 0,-1 0 0 0 0,0 0-1 0 0,1 0 1 0 0,-1 0 0 0 0,0 0-1 0 0,0 0 1 0 0,1 1 0 0 0,3 10 27 0 0,-5 23 14 0 0,1-28-38 0 0,-3 34-195 0 0,1-30 46 0 0,1 0 0 0 0,1 0 1 0 0,-1 0-1 0 0,1 1 0 0 0,1-1 0 0 0,0 0 0 0 0,1 0 0 0 0,0 0 0 0 0,5 17 1 0 0,-6-26 42 0 0,1 0 0 0 0,-1 0 1 0 0,1 1-1 0 0,-1-1 0 0 0,1 0 1 0 0,0 0-1 0 0,0-1 0 0 0,-1 1 1 0 0,1 0-1 0 0,0 0 0 0 0,0-1 1 0 0,0 1-1 0 0,0-1 0 0 0,0 0 1 0 0,0 0-1 0 0,0 1 0 0 0,0-1 1 0 0,3-1-1 0 0,12 4-462 0 0,10 6-196 0 0,-18-6 423 0 0,1 0-1 0 0,0 0 1 0 0,-1 0 0 0 0,1-1-1 0 0,15 1 1 0 0,-9-4-290 0 0,1 0-1 0 0,-1-1 1 0 0,0-1 0 0 0,1 0 0 0 0,-1-1 0 0 0,0-1 0 0 0,-1 0-1 0 0,0-2 1 0 0,1 1 0 0 0,25-17 0 0 0,-38 20 520 0 0,1 0 0 0 0,-1 0 1 0 0,0 0-1 0 0,0 0 0 0 0,0-1 0 0 0,0 1 0 0 0,-1-1 1 0 0,0 0-1 0 0,1 1 0 0 0,-1-1 0 0 0,0 0 1 0 0,-1 0-1 0 0,1-1 0 0 0,-1 1 0 0 0,1-5 0 0 0,3-11 105 0 0,3-39-1 0 0,-7 45 135 0 0,3-26 337 0 0,21-151 4570 0 0,-1 24 2057 0 0,-14 147-5935 0 0,-3 14-818 0 0,-7 6-341 0 0,0 0 0 0 0,0 0 0 0 0,0 0 0 0 0,0 0 0 0 0,1 0-1 0 0,-1 0 1 0 0,0 0 0 0 0,0 0 0 0 0,0 0 0 0 0,0 0 0 0 0,0 0-1 0 0,1 0 1 0 0,-1 0 0 0 0,0 0 0 0 0,0 0 0 0 0,0 1 0 0 0,0-1-1 0 0,0 0 1 0 0,0 0 0 0 0,0 0 0 0 0,0 0 0 0 0,1 0 0 0 0,-1 0-1 0 0,0 0 1 0 0,0 1 0 0 0,0-1 0 0 0,0 0 0 0 0,0 0 0 0 0,0 0 0 0 0,0 0-1 0 0,0 0 1 0 0,0 1 0 0 0,0-1 0 0 0,0 0 0 0 0,0 0 0 0 0,0 0-1 0 0,0 0 1 0 0,0 0 0 0 0,0 1 0 0 0,0-1 0 0 0,0 0 0 0 0,0 0-1 0 0,0 0 1 0 0,0 0 0 0 0,0 0 0 0 0,0 1 0 0 0,0-1 0 0 0,-3 66 367 0 0,-2-1 0 0 0,-20 95 0 0 0,-15 15-1110 0 0,10-60-2990 0 0,14-55 186 0 0,11-40-102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7 315 12675 0 0,'-7'-12'537'0'0,"11"9"-523"0"0,0 1-1 0 0,-1 0 1 0 0,1 0-1 0 0,0 0 1 0 0,0 0 0 0 0,0 1-1 0 0,0-1 1 0 0,0 1-1 0 0,8-1 1 0 0,3-2 14 0 0,35-11 65 0 0,30-9 356 0 0,100-43 0 0 0,-159 54 972 0 0,-20 12-1380 0 0,-1 1 1 0 0,1 0-1 0 0,-1-1 0 0 0,1 1 0 0 0,-1-1 0 0 0,0 1 0 0 0,1 0 1 0 0,-1-1-1 0 0,0 1 0 0 0,1-1 0 0 0,-1 1 0 0 0,0-1 0 0 0,1 1 1 0 0,-1-1-1 0 0,0 1 0 0 0,0-1 0 0 0,0 1 0 0 0,1-1 0 0 0,-1 0 0 0 0,0 1 1 0 0,0-1-1 0 0,0 1 0 0 0,0-1 0 0 0,0 1 0 0 0,0-1 0 0 0,0 0 1 0 0,0 1-1 0 0,0-1 0 0 0,-1 1 0 0 0,1-1 0 0 0,0 1 0 0 0,0-1 0 0 0,0 1 1 0 0,-1-1-1 0 0,1 1 0 0 0,0-1 0 0 0,0 1 0 0 0,-1-1 0 0 0,1 1 1 0 0,-1-1-1 0 0,1 1-35 0 0,-1-1 1 0 0,1 1 0 0 0,0 0 0 0 0,0 0-1 0 0,-1 0 1 0 0,1 0 0 0 0,0 0-1 0 0,0 0 1 0 0,-1 0 0 0 0,1 0-1 0 0,0 0 1 0 0,-1 0 0 0 0,1 0-1 0 0,0 0 1 0 0,0 0 0 0 0,-1 0 0 0 0,1 0-1 0 0,0 0 1 0 0,-1 0 0 0 0,1 0-1 0 0,0 1 1 0 0,0-1 0 0 0,-1 0-1 0 0,1 0 1 0 0,0 0 0 0 0,0 0 0 0 0,-1 0-1 0 0,1 1 1 0 0,0-1 0 0 0,0 0-1 0 0,0 0 1 0 0,-1 1 0 0 0,1-1-1 0 0,0 0 1 0 0,0 0 0 0 0,0 1-1 0 0,0-1 1 0 0,0 0 0 0 0,-8 12 91 0 0,8-11-101 0 0,-11 16 35 0 0,1 2 1 0 0,1-1 0 0 0,1 1 0 0 0,1 1-1 0 0,-9 37 1 0 0,15-52-22 0 0,-1 0 1 0 0,1 0-1 0 0,-1 0 1 0 0,0 0-1 0 0,-4 6 1 0 0,4-7-14 0 0,0 0-1 0 0,0 0 1 0 0,0 0 0 0 0,1 0 0 0 0,0 1-1 0 0,0-1 1 0 0,0 0 0 0 0,0 1 0 0 0,0 6 0 0 0,1-10-5 0 0,1-1 0 0 0,-1 1 1 0 0,1 0-1 0 0,-1 0 1 0 0,1 0-1 0 0,-1 0 1 0 0,1-1-1 0 0,0 1 1 0 0,-1 0-1 0 0,1-1 1 0 0,0 1-1 0 0,0 0 1 0 0,-1-1-1 0 0,1 1 1 0 0,0-1-1 0 0,0 1 1 0 0,0-1-1 0 0,2 1 1 0 0,18 7-141 0 0,-13-7 132 0 0,0 0 0 0 0,0 0 0 0 0,0-1 0 0 0,0 0 1 0 0,0-1-1 0 0,0 1 0 0 0,-1-2 0 0 0,1 1 0 0 0,0-1 0 0 0,0 0 0 0 0,-1-1 1 0 0,1 1-1 0 0,-1-2 0 0 0,11-5 0 0 0,13-6 6 0 0,-23 12 9 0 0,0-1-1 0 0,0 0 0 0 0,13-10 0 0 0,127-114 50 0 0,-132 113 34 0 0,-14 12 7 0 0,0 0 0 0 0,1 1 0 0 0,-1-1 0 0 0,1 1 1 0 0,0 0-1 0 0,4-3 0 0 0,-13 22-81 0 0,-12 17-1 0 0,8-16-8 0 0,-13 34 0 0 0,23-51-7 0 0,-1 0 0 0 0,1 1 0 0 0,-1-1 0 0 0,1 0 0 0 0,0 1 0 0 0,-1-1 0 0 0,1 0 0 0 0,0 1 0 0 0,0-1 0 0 0,0 0 0 0 0,0 1 0 0 0,0-1 0 0 0,1 0 0 0 0,-1 1 0 0 0,0-1 0 0 0,0 0 0 0 0,1 1 0 0 0,-1-1 0 0 0,1 0 0 0 0,-1 0 0 0 0,1 0 0 0 0,0 1 0 0 0,0-1 0 0 0,0 1 0 0 0,1-1 3 0 0,0 1 0 0 0,0-1 0 0 0,0 0 1 0 0,0 1-1 0 0,0-1 0 0 0,0 0 0 0 0,0-1 0 0 0,0 1 0 0 0,0 0 0 0 0,0-1 1 0 0,0 1-1 0 0,1-1 0 0 0,2 1 0 0 0,3-1 14 0 0,0 1 0 0 0,1-1 0 0 0,-1-1 0 0 0,1 0-1 0 0,-1 0 1 0 0,15-4 0 0 0,-4-2-1 0 0,0 0 0 0 0,-1-1 1 0 0,-1 0-1 0 0,1-2 0 0 0,24-17 0 0 0,-20 11 40 0 0,0-1 0 0 0,-1-1-1 0 0,-1-1 1 0 0,0 0 0 0 0,-1-2 0 0 0,-2 0 0 0 0,24-36 0 0 0,-10-12 525 0 0,-31 68-562 0 0,0 1-1 0 0,1 0 0 0 0,-1-1 0 0 0,0 1 1 0 0,0-1-1 0 0,0 1 0 0 0,0-1 0 0 0,1 1 0 0 0,-1-1 1 0 0,0 1-1 0 0,0-1 0 0 0,0 1 0 0 0,0-1 0 0 0,0 1 1 0 0,0 0-1 0 0,0-1 0 0 0,0 1 0 0 0,0-1 1 0 0,-1 1-1 0 0,1-1 0 0 0,0 1 0 0 0,0-1 0 0 0,0 1 1 0 0,0-1-1 0 0,-1 1 0 0 0,1 0 0 0 0,0-1 0 0 0,0 1 1 0 0,-1-1-1 0 0,1 1 0 0 0,-16-7 23 0 0,-19 7-90 0 0,29 1 50 0 0,0 0 1 0 0,-1 0 0 0 0,1 1-1 0 0,0 0 1 0 0,0 1 0 0 0,0-1-1 0 0,0 1 1 0 0,0 0-1 0 0,1 1 1 0 0,-1-1 0 0 0,1 1-1 0 0,0 0 1 0 0,0 0 0 0 0,0 1-1 0 0,1-1 1 0 0,-1 1 0 0 0,-5 10-1 0 0,3-6-6 0 0,2 1 0 0 0,0 0 0 0 0,0 1 0 0 0,1-1 0 0 0,0 1 0 0 0,0 0 0 0 0,2 0 0 0 0,-1 0 0 0 0,-1 15-1 0 0,3-19 0 0 0,0 0-1 0 0,-1 0 0 0 0,0-1 1 0 0,0 1-1 0 0,-4 6 1 0 0,3-7 6 0 0,1 0 0 0 0,0-1 1 0 0,0 1-1 0 0,0 0 1 0 0,1 0-1 0 0,0 0 0 0 0,-1 11 1 0 0,2-7-3 0 0,1 0 0 0 0,1 0 0 0 0,-1 0 0 0 0,2-1 0 0 0,-1 1-1 0 0,1-1 1 0 0,8 17 0 0 0,39 63 18 0 0,-9-20 173 0 0,-35-58-10 0 0,0 1-1 0 0,-1-1 0 0 0,0 1 1 0 0,-1 0-1 0 0,0 1 0 0 0,-1-1 1 0 0,0 1-1 0 0,1 14 0 0 0,-5-25-160 0 0,1-1-1 0 0,0 1 0 0 0,-1-1 1 0 0,0 0-1 0 0,1 0 1 0 0,-1 1-1 0 0,0-1 0 0 0,0 0 1 0 0,0 0-1 0 0,1 0 1 0 0,-1 0-1 0 0,0 0 1 0 0,-1 0-1 0 0,1 0 0 0 0,0 0 1 0 0,0 0-1 0 0,0 0 1 0 0,0-1-1 0 0,-1 1 1 0 0,1 0-1 0 0,-3 0 0 0 0,-30 11-567 0 0,26-11-101 0 0,1 0-1 0 0,-1 0 0 0 0,0-1 1 0 0,1 1-1 0 0,-1-2 1 0 0,1 1-1 0 0,-1-1 1 0 0,1-1-1 0 0,-14-3 1 0 0,4-1-2206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15115 0 0,'0'0'423'0'0,"0"-26"4317"0"0,1 23-4680 0 0,0 0 0 0 0,0 1 0 0 0,1-1 0 0 0,-1 0 0 0 0,0 0 0 0 0,1 1 1 0 0,0-1-1 0 0,-1 0 0 0 0,4-2 0 0 0,6-6-3961 0 0,-11 11 3733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380 676 11178 0 0,'5'-63'2703'0'0,"-3"48"-2142"0"0,0 0 0 0 0,-1 0-1 0 0,-1-1 1 0 0,-3-27 0 0 0,2 40-522 0 0,0 1 1 0 0,0 0-1 0 0,0 0 1 0 0,-1 0-1 0 0,1 0 1 0 0,0 0-1 0 0,-1 0 1 0 0,1 0-1 0 0,-1 1 1 0 0,1-1-1 0 0,-1 0 1 0 0,0 1-1 0 0,0-1 1 0 0,0 1-1 0 0,0 0 1 0 0,0 0-1 0 0,0 0 1 0 0,0 0-1 0 0,0 0 0 0 0,-1 0 1 0 0,-2 0-1 0 0,-3-2-18 0 0,0 1 0 0 0,0 0 0 0 0,0 1 0 0 0,-14-1 0 0 0,15 2 20 0 0,-1 0-1 0 0,0 1 0 0 0,1 1 0 0 0,-1-1 1 0 0,1 1-1 0 0,-1 0 0 0 0,1 1 1 0 0,0 0-1 0 0,-11 6 0 0 0,-21 7 111 0 0,30-12-134 0 0,1 0 0 0 0,-1 0 0 0 0,1 1 0 0 0,0 0 0 0 0,0 0-1 0 0,0 1 1 0 0,1 0 0 0 0,-11 12 0 0 0,7-7 6 0 0,1 1-1 0 0,1 0 1 0 0,0 0 0 0 0,-13 25-1 0 0,15-21-29 0 0,1-1 0 0 0,-4 17 0 0 0,9-31 2 0 0,1-1-1 0 0,0 1 1 0 0,0 0 0 0 0,0 0 0 0 0,0 0-1 0 0,0 0 1 0 0,0-1 0 0 0,0 1 0 0 0,0 0-1 0 0,0 0 1 0 0,0 0 0 0 0,0 0 0 0 0,0-1-1 0 0,0 1 1 0 0,1 0 0 0 0,-1 0 0 0 0,0 0-1 0 0,1-1 1 0 0,-1 1 0 0 0,1 0-1 0 0,-1 0 1 0 0,1-1 0 0 0,0 2 0 0 0,1-1 2 0 0,-1 1 1 0 0,1-1-1 0 0,-1 0 0 0 0,1 0 1 0 0,0 0-1 0 0,0 0 1 0 0,-1-1-1 0 0,1 1 0 0 0,0 0 1 0 0,2 0-1 0 0,2 0 10 0 0,0 0 0 0 0,0-1 0 0 0,0 1 0 0 0,0-1 0 0 0,0 0 1 0 0,8-1-1 0 0,-7-1 12 0 0,1 0-1 0 0,-1 0 1 0 0,13-6 0 0 0,4-2 42 0 0,-20 8-50 0 0,0 0 0 0 0,0 1 0 0 0,-1-1 0 0 0,1-1 0 0 0,-1 1 0 0 0,1-1 0 0 0,-1 1 0 0 0,0-1 0 0 0,4-5 0 0 0,26-34 19 0 0,1-2 308 0 0,-26 33 28 0 0,-2 3-323 0 0,-5 9-45 0 0,-1-1-1 0 0,0 1 1 0 0,1-1-1 0 0,-1 1 1 0 0,0 0-1 0 0,1-1 1 0 0,-1 1 0 0 0,0-1-1 0 0,0 1 1 0 0,1 0-1 0 0,-1-1 1 0 0,0 1-1 0 0,0-1 1 0 0,0 1-1 0 0,0 0 1 0 0,0-1 0 0 0,0 1-1 0 0,0 0 1 0 0,0-1-1 0 0,0 2 1 0 0,0 6-10 0 0,0 0 6 0 0,1 0 0 0 0,0-1 0 0 0,0 1-1 0 0,4 12 1 0 0,-4-18-1 0 0,-1-1 0 0 0,1 1 1 0 0,0 0-1 0 0,0 0 0 0 0,0-1 0 0 0,0 1 0 0 0,0-1 0 0 0,0 1 0 0 0,1-1 0 0 0,-1 1 0 0 0,0-1 1 0 0,1 0-1 0 0,-1 1 0 0 0,1-1 0 0 0,-1 0 0 0 0,1 0 0 0 0,0 0 0 0 0,-1 0 0 0 0,1 0 1 0 0,0-1-1 0 0,0 1 0 0 0,0-1 0 0 0,0 1 0 0 0,1 0 0 0 0,36 11-155 0 0,-34-10 130 0 0,1 1-1 0 0,-1-2 0 0 0,1 1 0 0 0,-1 0 0 0 0,1-1 1 0 0,0 0-1 0 0,9 0 0 0 0,-4-2 21 0 0,-1 0 1 0 0,0 0-1 0 0,1-2 1 0 0,-1 1-1 0 0,0-1 1 0 0,0-1-1 0 0,-1 1 1 0 0,1-2-1 0 0,-1 1 1 0 0,13-10-1 0 0,3 2 11 0 0,-21 11-2 0 0,-1-1-1 0 0,1 0 1 0 0,0 0 0 0 0,0 0 0 0 0,-1-1-1 0 0,1 1 1 0 0,-1-1 0 0 0,5-3 0 0 0,11-19-16 0 0,-1-1 1 0 0,-2 0 0 0 0,27-54 0 0 0,-12 20 7 0 0,-5 7 181 0 0,-3 0-1 0 0,-1-2 1 0 0,-3 0 0 0 0,23-114 0 0 0,-37 149 214 0 0,-5 20-371 0 0,1-1 0 0 0,-1 0 0 0 0,0 0 0 0 0,0 0 0 0 0,1 1 0 0 0,-1-1 0 0 0,0 0 0 0 0,1 1 0 0 0,-1-1 0 0 0,1 0 0 0 0,-1 1 0 0 0,1-1 0 0 0,-1 0 0 0 0,1 1 0 0 0,0-1 0 0 0,-1 1 0 0 0,1-1 0 0 0,0 1 0 0 0,-1-1 0 0 0,1 1 0 0 0,1-1 0 0 0,-1 7-45 0 0,-2 25 68 0 0,-1 0 1 0 0,-2-1 0 0 0,-8 33-1 0 0,-30 91 109 0 0,-9 38 4 0 0,48-172-120 0 0,0-1 0 0 0,2 1 0 0 0,1 38 0 0 0,1-47-96 0 0,0-1 0 0 0,1 0 0 0 0,0 1 0 0 0,1-1 1 0 0,0 0-1 0 0,1 0 0 0 0,0 0 0 0 0,10 18 0 0 0,-12-26-339 0 0,0 0 0 0 0,-1 0-1 0 0,1-1 1 0 0,0 1 0 0 0,0 0 0 0 0,0-1-1 0 0,1 1 1 0 0,-1-1 0 0 0,0 0 0 0 0,0 0-1 0 0,1 0 1 0 0,-1 0 0 0 0,1 0 0 0 0,-1 0-1 0 0,1-1 1 0 0,-1 1 0 0 0,1-1 0 0 0,4 1-1 0 0,13-2-3516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67 12483 0 0,'-9'-4'2887'0'0,"9"3"-2884"0"0,0 1 0 0 0,0 0 0 0 0,-1 0 1 0 0,1-1-1 0 0,0 1 0 0 0,0 0 0 0 0,0 0 0 0 0,-1-1 0 0 0,1 1 0 0 0,0 0 0 0 0,0-1 0 0 0,0 1 0 0 0,0 0 0 0 0,0-1 0 0 0,0 1 1 0 0,0 0-1 0 0,0-1 0 0 0,0 1 0 0 0,-1 0 0 0 0,1-1 0 0 0,1 1 0 0 0,-1 0 0 0 0,0-1 0 0 0,0 1 0 0 0,0 0 0 0 0,0-1 0 0 0,0 1 0 0 0,0 0 1 0 0,0-1-1 0 0,0 1 0 0 0,0 0 0 0 0,1-1 0 0 0,-1 1 0 0 0,0 0 0 0 0,0 0 0 0 0,0-1 0 0 0,1 1 0 0 0,-1 0 0 0 0,0 0 0 0 0,1-1 1 0 0,-1 1-1 0 0,0 0 0 0 0,0 0 0 0 0,1 0 0 0 0,-1-1 0 0 0,0 1 0 0 0,1 0 0 0 0,-1 0 0 0 0,0 0 0 0 0,1 0 0 0 0,17-8-60 0 0,1 1 0 0 0,-1 1 0 0 0,1 1 0 0 0,24-3 0 0 0,82-4-1567 0 0,-71 10-952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96 13155 0 0,'-1'-5'280'0'0,"1"0"0"0"0,-1 1 1 0 0,-1-1-1 0 0,1 0 0 0 0,0 1 0 0 0,-1-1 0 0 0,-3-5 1 0 0,3 5 12 0 0,-1 1 1 0 0,2-1 0 0 0,-1 0 0 0 0,1 1-1 0 0,-1-1 1 0 0,1 0 0 0 0,0-7-1 0 0,1 12-277 0 0,0 0-1 0 0,0-1 0 0 0,0 1 0 0 0,0 0 0 0 0,0-1 0 0 0,0 1 0 0 0,-1 0 0 0 0,1 0 0 0 0,0-1 0 0 0,0 1 0 0 0,0 0 0 0 0,0-1 1 0 0,0 1-1 0 0,0 0 0 0 0,0 0 0 0 0,-1-1 0 0 0,1 1 0 0 0,0 0 0 0 0,0 0 0 0 0,0 0 0 0 0,-1-1 0 0 0,1 1 0 0 0,0 0 0 0 0,0 0 1 0 0,-1 0-1 0 0,1 0 0 0 0,0-1 0 0 0,0 1 0 0 0,-1 0 0 0 0,0 0-5 0 0,1 0 1 0 0,-1 0-1 0 0,1 0 1 0 0,-1 0-1 0 0,1 1 1 0 0,-1-1-1 0 0,1 0 0 0 0,-1 0 1 0 0,1 0-1 0 0,-1 1 1 0 0,1-1-1 0 0,-1 0 1 0 0,1 1-1 0 0,-1-1 1 0 0,1 0-1 0 0,-1 1 0 0 0,1-1 1 0 0,0 1-1 0 0,-1-1 1 0 0,1 0-1 0 0,0 1 1 0 0,-1-1-1 0 0,1 1 0 0 0,0 0 1 0 0,-9 14 40 0 0,1 1 0 0 0,0 0-1 0 0,1 1 1 0 0,-5 18 0 0 0,-15 76 132 0 0,18-68-171 0 0,-23 66 0 0 0,-29 20-3915 0 0,42-94 503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1 451 12083 0 0,'0'-13'2001'0'0,"2"8"-1960"0"0,0 0-1 0 0,-1 0 1 0 0,2 0 0 0 0,-1 0-1 0 0,1 1 1 0 0,-1-1-1 0 0,1 1 1 0 0,0-1-1 0 0,1 1 1 0 0,7-7-1 0 0,4-3 57 0 0,27-18 0 0 0,-1 0-55 0 0,-25 18 19 0 0,94-89 223 0 0,-98 89-107 0 0,0 1 0 0 0,-2-2 1 0 0,0 1-1 0 0,0-1 1 0 0,-1-1-1 0 0,10-23 1 0 0,6-10 1147 0 0,-17 39-1241 0 0,-3 11-40 0 0,-3 23-30 0 0,-9 39-6 0 0,-5-7 76 0 0,-38 101 1 0 0,17-59 105 0 0,32-96-172 0 0,-6 26-6 0 0,7-27 16 0 0,-1 0 0 0 0,1 0 0 0 0,0 0 0 0 0,-1 0 0 0 0,1 0-1 0 0,0 0 1 0 0,0 0 0 0 0,0 0 0 0 0,0 0 0 0 0,0 0 0 0 0,0 0-1 0 0,0 0 1 0 0,1 0 0 0 0,-1 0 0 0 0,0 0 0 0 0,0 0-1 0 0,1 0 1 0 0,-1 0 0 0 0,1 0 0 0 0,-1 0 0 0 0,1 0 0 0 0,0 1-1 0 0,1-2-7 0 0,-1 0-1 0 0,1 0 0 0 0,-1 0 0 0 0,1-1 1 0 0,0 1-1 0 0,-1 0 0 0 0,1-1 0 0 0,-1 1 1 0 0,1-1-1 0 0,-1 1 0 0 0,1-1 0 0 0,-1 0 1 0 0,1 0-1 0 0,-1 0 0 0 0,2-1 1 0 0,0 0 7 0 0,20-8-1 0 0,-18 8-23 0 0,0 0 0 0 0,0-1 0 0 0,0 1-1 0 0,0-1 1 0 0,5-4 0 0 0,-10 7-3 0 0,9-8 3 0 0,0 1-1 0 0,0-1 0 0 0,1 2 1 0 0,0-1-1 0 0,0 2 1 0 0,0-1-1 0 0,1 1 0 0 0,0 1 1 0 0,13-4-1 0 0,4-2 3 0 0,-26 9-4 0 0,0 0 0 0 0,0-1 0 0 0,1 1-1 0 0,-1 1 1 0 0,0-1 0 0 0,1 0-1 0 0,-1 0 1 0 0,1 1 0 0 0,-1-1-1 0 0,1 1 1 0 0,-1 0 0 0 0,1 0 0 0 0,-1 0-1 0 0,1 0 1 0 0,-1 0 0 0 0,0 1-1 0 0,1-1 1 0 0,-1 1 0 0 0,1-1-1 0 0,-1 1 1 0 0,0 0 0 0 0,4 2-1 0 0,7 4-25 0 0,1 0-1 0 0,1-1 1 0 0,-1 0-1 0 0,30 7 1 0 0,-34-12 10 0 0,1 1 1 0 0,-1-1 0 0 0,1-1-1 0 0,-1 0 1 0 0,1 0-1 0 0,-1-1 1 0 0,1 0-1 0 0,14-4 1 0 0,-9 0 25 0 0,1-1 0 0 0,-1 0 0 0 0,-1-1 1 0 0,1-1-1 0 0,18-12 0 0 0,-31 17 1 0 0,1 0 0 0 0,-1-1 1 0 0,0 1-1 0 0,-1-1 0 0 0,1 1 1 0 0,-1-1-1 0 0,1 0 0 0 0,-1 0 1 0 0,0 0-1 0 0,-1-1 0 0 0,1 1 1 0 0,-1 0-1 0 0,0-1 0 0 0,0 1 1 0 0,1-6-1 0 0,-1 3 35 0 0,1 0-1 0 0,-1 1 1 0 0,2-1 0 0 0,-1 1-1 0 0,6-12 1 0 0,-6 16 5 0 0,0-1-1 0 0,0-1 1 0 0,0 1 0 0 0,-1 0-1 0 0,0 0 1 0 0,1 0 0 0 0,0-7-1 0 0,-2 10-43 0 0,0-1-1 0 0,0 1 1 0 0,0-1-1 0 0,0 1 1 0 0,0-1-1 0 0,0 1 1 0 0,0-1-1 0 0,0 1 1 0 0,0-1-1 0 0,0 1 1 0 0,0 0 0 0 0,0-1-1 0 0,-1 1 1 0 0,1-1-1 0 0,0 1 1 0 0,0-1-1 0 0,0 1 1 0 0,-1 0-1 0 0,1-1 1 0 0,0 1-1 0 0,-1 0 1 0 0,1-1-1 0 0,-1 0 1 0 0,0 1-8 0 0,0 0 0 0 0,0-1 0 0 0,0 1 0 0 0,0 0 1 0 0,0 0-1 0 0,0 0 0 0 0,0-1 0 0 0,0 1 0 0 0,0 0 0 0 0,0 0 0 0 0,1 1 1 0 0,-1-1-1 0 0,0 0 0 0 0,0 0 0 0 0,0 0 0 0 0,-1 1 0 0 0,-5 1 5 0 0,0 1-1 0 0,0 0 1 0 0,1 0 0 0 0,-1 0-1 0 0,1 1 1 0 0,0-1-1 0 0,0 2 1 0 0,0-1 0 0 0,0 1-1 0 0,1 0 1 0 0,0 0-1 0 0,0 0 1 0 0,0 1 0 0 0,1-1-1 0 0,-4 8 1 0 0,-4 7-11 0 0,2-1 0 0 0,0 2 1 0 0,-11 33-1 0 0,16-39-23 0 0,3-13 28 0 0,1 1 0 0 0,0-1 0 0 0,0 1 0 0 0,0 0 0 0 0,0 0 0 0 0,1-1-1 0 0,-1 1 1 0 0,1 0 0 0 0,-1 0 0 0 0,1 0 0 0 0,0 0 0 0 0,0 0 0 0 0,0-1 0 0 0,1 1 0 0 0,-1 0 0 0 0,1 0 0 0 0,-1 0 0 0 0,2 3 0 0 0,0-5 0 0 0,-1 1 1 0 0,1-1-1 0 0,-1 0 1 0 0,1 1-1 0 0,-1-1 1 0 0,1 0-1 0 0,0 0 1 0 0,0 0-1 0 0,0 0 1 0 0,-1 0-1 0 0,1-1 1 0 0,0 1-1 0 0,0 0 1 0 0,0-1 0 0 0,0 0-1 0 0,0 1 1 0 0,0-1-1 0 0,1 0 1 0 0,-1 0-1 0 0,3 0 1 0 0,19 3 4 0 0,-6 4 5 0 0,-7-3-21 0 0,0 0 1 0 0,0 0-1 0 0,0-1 0 0 0,1-1 1 0 0,21 3-1 0 0,-12-6-20 0 0,0 0 1 0 0,0-2-1 0 0,0 0 1 0 0,-1-1-1 0 0,39-14 1 0 0,7-6-3816 0 0,-56 19 451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34 385 1664 0 0,'1'-2'12542'0'0,"10"-7"-11947"0"0,249-126 379 0 0,-229 120-730 0 0,-30 15-236 0 0,-1-1-1 0 0,1 1 0 0 0,0 0 0 0 0,-1-1 0 0 0,1 1 1 0 0,0 0-1 0 0,-1-1 0 0 0,1 1 0 0 0,0-1 0 0 0,-1 1 1 0 0,1-1-1 0 0,-1 1 0 0 0,1-1 0 0 0,-1 0 0 0 0,1 1 1 0 0,-1-1-1 0 0,0 1 0 0 0,1-1 0 0 0,-1 0 0 0 0,1 0 1 0 0,-1 1-1 0 0,0-1 0 0 0,0 0 0 0 0,0 1 0 0 0,1-1 1 0 0,-1 0-1 0 0,0 0 0 0 0,0 1 0 0 0,0-1 0 0 0,0 0 0 0 0,0 0 1 0 0,0 0-1 0 0,0 1 0 0 0,-1-1 0 0 0,1 0 0 0 0,0 1 1 0 0,0-1-1 0 0,-1 0 0 0 0,1 0 0 0 0,0 1 0 0 0,-1-1 1 0 0,1 0-1 0 0,0 1 0 0 0,-1-2 0 0 0,-1 0-12 0 0,0 0 0 0 0,1 1 0 0 0,-1-1-1 0 0,0 0 1 0 0,0 0 0 0 0,0 1 0 0 0,0 0 0 0 0,0-1-1 0 0,0 1 1 0 0,0 0 0 0 0,-5-2 0 0 0,0 1 0 0 0,-1 1-1 0 0,0-1 1 0 0,1 2 0 0 0,-1-1 0 0 0,0 1 0 0 0,0 0 0 0 0,0 1-1 0 0,0-1 1 0 0,1 2 0 0 0,-1-1 0 0 0,-9 4 0 0 0,3-1-4 0 0,1 1 1 0 0,0 1 0 0 0,0 0-1 0 0,0 1 1 0 0,-14 11 0 0 0,5-5 11 0 0,18-11-3 0 0,0 0 0 0 0,0 1 0 0 0,0-1 0 0 0,0 1 0 0 0,1 0-1 0 0,-1 0 1 0 0,1 0 0 0 0,-1 0 0 0 0,1 1 0 0 0,0-1-1 0 0,-2 6 1 0 0,1-2-20 0 0,0 1 0 0 0,1 0 0 0 0,-4 14 0 0 0,5-14 13 0 0,-1-1 0 0 0,1 0 0 0 0,-1 1-1 0 0,-5 7 1 0 0,5-11 12 0 0,1 0-1 0 0,-1 1 1 0 0,1-1-1 0 0,0 1 1 0 0,1-1-1 0 0,-1 1 1 0 0,1 0-1 0 0,0-1 1 0 0,0 1-1 0 0,0 0 1 0 0,1 0-1 0 0,0 0 1 0 0,0 0-1 0 0,0-1 1 0 0,0 1-1 0 0,1 0 1 0 0,0 0-1 0 0,0 0 1 0 0,0-1-1 0 0,3 9 1 0 0,-2-11-5 0 0,0-1 1 0 0,0 1-1 0 0,-1-1 1 0 0,1 1 0 0 0,0-1-1 0 0,0 0 1 0 0,1 0-1 0 0,-1 1 1 0 0,0-2-1 0 0,0 1 1 0 0,0 0 0 0 0,1 0-1 0 0,-1-1 1 0 0,3 1-1 0 0,17 6 1 0 0,-15-3 2 0 0,1-1 0 0 0,0 0 0 0 0,0-1 0 0 0,0 1-1 0 0,0-2 1 0 0,0 1 0 0 0,0-1 0 0 0,0 0 0 0 0,1-1 0 0 0,-1 0 0 0 0,0-1-1 0 0,0 1 1 0 0,1-1 0 0 0,-1-1 0 0 0,9-2 0 0 0,15-5 14 0 0,-1-1 0 0 0,40-19 0 0 0,-22 6 59 0 0,-2-2-1 0 0,44-30 0 0 0,-77 46-34 0 0,-9 6-29 0 0,-1 1 0 0 0,1-1 0 0 0,-1 0 0 0 0,0-1 0 0 0,0 1 0 0 0,0-1 0 0 0,-1 1-1 0 0,1-1 1 0 0,-1 0 0 0 0,0-1 0 0 0,4-5 0 0 0,-6 9-10 0 0,2-5 39 0 0,0 0 0 0 0,0 1 0 0 0,-1-1 0 0 0,1 0 0 0 0,2-12 0 0 0,-6 17-40 0 0,0 1 0 0 0,0-1 0 0 0,0 1-1 0 0,0 0 1 0 0,0-1 0 0 0,0 1 0 0 0,0 0 0 0 0,0 0 0 0 0,0-1-1 0 0,0 1 1 0 0,0 0 0 0 0,0 0 0 0 0,0 0 0 0 0,0 0 0 0 0,0 0 0 0 0,0 0-1 0 0,0 1 1 0 0,-2-1 0 0 0,2 0 0 0 0,-11 3 3 0 0,-1-1 0 0 0,1 1-1 0 0,0 1 1 0 0,0 0 0 0 0,1 1 0 0 0,-1 0-1 0 0,-11 8 1 0 0,-29 12 14 0 0,44-21-11 0 0,1 0 1 0 0,0 0-1 0 0,0 0 0 0 0,0 1 0 0 0,1 0 0 0 0,-1 0 0 0 0,1 0 0 0 0,1 1 0 0 0,-11 12 0 0 0,4-1-16 0 0,0 1-1 0 0,-16 32 1 0 0,22-37 25 0 0,0 0 0 0 0,-5 18 0 0 0,10-30-17 0 0,1 0 0 0 0,0 0-1 0 0,0 0 1 0 0,1 0 0 0 0,-1 0 0 0 0,0 0 0 0 0,0 0 0 0 0,0 0 0 0 0,1 0-1 0 0,-1 0 1 0 0,0 0 0 0 0,1 0 0 0 0,-1 0 0 0 0,1-1 0 0 0,-1 1-1 0 0,1 0 1 0 0,-1 0 0 0 0,1 0 0 0 0,0 0 0 0 0,0-1 0 0 0,-1 1-1 0 0,1 0 1 0 0,0-1 0 0 0,0 1 0 0 0,0-1 0 0 0,-1 1 0 0 0,1-1-1 0 0,0 1 1 0 0,0-1 0 0 0,0 1 0 0 0,2-1 0 0 0,31 10 29 0 0,-28-10-26 0 0,-1 0 0 0 0,1 0 0 0 0,-1 0 1 0 0,1-1-1 0 0,0 1 0 0 0,-1-1 1 0 0,1-1-1 0 0,-1 1 0 0 0,1-1 0 0 0,-1 0 1 0 0,0 0-1 0 0,9-6 0 0 0,19-6 34 0 0,-26 12-29 0 0,-1-1-1 0 0,1 0 1 0 0,-1-1-1 0 0,0 1 1 0 0,0-1-1 0 0,0-1 1 0 0,0 1-1 0 0,-1-1 1 0 0,1 0-1 0 0,7-10 1 0 0,14-15 28 0 0,-2-1 0 0 0,0-1 0 0 0,-3-1 0 0 0,0-1 1 0 0,-3-1-1 0 0,0-1 0 0 0,-3-1 0 0 0,15-47 0 0 0,-26 60-6 0 0,-4 19-20 0 0,0 0 0 0 0,0 1 0 0 0,0-1 0 0 0,0 1-1 0 0,1-1 1 0 0,-1 1 0 0 0,3-5 0 0 0,8-15 14 0 0,-12 23-23 0 0,0 1 0 0 0,1-1 0 0 0,-1 0 0 0 0,0 1 0 0 0,1-1 1 0 0,-1 0-1 0 0,0 0 0 0 0,0 0 0 0 0,0 1 0 0 0,0-1 0 0 0,0 0 0 0 0,0 0 1 0 0,0 0-1 0 0,0 1 0 0 0,0-1 0 0 0,0 0 0 0 0,0 0 0 0 0,0 0 0 0 0,0 1 0 0 0,-1-1 1 0 0,1 0-1 0 0,0 0 0 0 0,-1 1 0 0 0,1-1 0 0 0,-1 0 0 0 0,1 1 0 0 0,-1-1 0 0 0,1 0 1 0 0,-2 0-1 0 0,2 1-1 0 0,-1 0 0 0 0,1 0 1 0 0,-1 0-1 0 0,1 0 0 0 0,-1 0 0 0 0,1 0 1 0 0,0 0-1 0 0,-1 0 0 0 0,1 0 0 0 0,-1 0 1 0 0,1 0-1 0 0,-1 1 0 0 0,1-1 0 0 0,-1 0 1 0 0,1 0-1 0 0,0 0 0 0 0,-1 1 0 0 0,1-1 0 0 0,-1 0 1 0 0,1 1-1 0 0,0-1 0 0 0,-1 0 0 0 0,1 1 1 0 0,0-1-1 0 0,-1 0 0 0 0,1 1 0 0 0,0-1 1 0 0,-1 1-1 0 0,-7 13 2 0 0,8-13-2 0 0,-4 7 0 0 0,-13 24-1 0 0,2 0-1 0 0,1 1 0 0 0,1 0 1 0 0,-8 41-1 0 0,18-65 3 0 0,1 0 1 0 0,-2 0-1 0 0,-5 13 1 0 0,6-16-7 0 0,0 0 0 0 0,1-1 0 0 0,-1 2 0 0 0,1-1 0 0 0,1 0 0 0 0,-1 0 0 0 0,1 1 0 0 0,0-1 0 0 0,0 10 0 0 0,1-9-17 0 0,1-1 0 0 0,0 1 0 0 0,0-1 0 0 0,1 1 0 0 0,4 10 0 0 0,-5-15 14 0 0,1 0 0 0 0,0-1 0 0 0,0 1-1 0 0,0 0 1 0 0,0 0 0 0 0,1-1 0 0 0,-1 0 0 0 0,0 1 0 0 0,1-1 0 0 0,3 2 0 0 0,-1-1 2 0 0,-1 0 7 0 0,0 0-1 0 0,0-1 1 0 0,-1 0 0 0 0,1 0 0 0 0,0 0-1 0 0,0 0 1 0 0,0 0 0 0 0,0-1-1 0 0,0 0 1 0 0,0 0 0 0 0,0 0-1 0 0,0 0 1 0 0,0-1 0 0 0,7-1 0 0 0,0-1-7 0 0,0-1 0 0 0,0-1 0 0 0,17-8 0 0 0,13-7 19 0 0,-16 8 10 0 0,-1-1 0 0 0,0-1-1 0 0,-1-1 1 0 0,-1-1 0 0 0,36-34 0 0 0,-54 45-12 0 0,1 0 1 0 0,-1 0 0 0 0,0 0 0 0 0,0-1-1 0 0,4-9 1 0 0,-4 9 22 0 0,-1-1 1 0 0,1 1-1 0 0,0 1 0 0 0,6-7 0 0 0,-9 11-15 0 0,0 0 1 0 0,0 0-1 0 0,0 0 0 0 0,0 1 0 0 0,0-1 0 0 0,0 0 0 0 0,-1-1 0 0 0,1 1 0 0 0,0 0 0 0 0,0 0 0 0 0,-1 0 0 0 0,1 0 0 0 0,-1-1 0 0 0,1 1 0 0 0,-1 0 0 0 0,0 0 0 0 0,1-1 0 0 0,-1 1 0 0 0,0 0 1 0 0,0-1-1 0 0,0-1 0 0 0,0 2-10 0 0,-1 0 1 0 0,0 0 0 0 0,1 0 0 0 0,-1 0 0 0 0,0 0 0 0 0,1 0 0 0 0,-1 0 0 0 0,0 1-1 0 0,0-1 1 0 0,1 0 0 0 0,-1 1 0 0 0,0-1 0 0 0,0 0 0 0 0,0 1 0 0 0,0-1 0 0 0,0 1-1 0 0,0-1 1 0 0,0 1 0 0 0,-2-1 0 0 0,-5-1-3 0 0,0 1 0 0 0,1 0 0 0 0,-1 0 1 0 0,0 0-1 0 0,0 1 0 0 0,-7 1 0 0 0,4 0-2 0 0,1 1 0 0 0,-1 1 0 0 0,1 0 0 0 0,0 0 0 0 0,0 1 0 0 0,-11 5 0 0 0,-4 4-4 0 0,-25 18 0 0 0,49-30-7 0 0,0-1 0 0 0,0 1 0 0 0,0-1 1 0 0,0 1-1 0 0,1-1 0 0 0,-1 1 0 0 0,0 0 0 0 0,0-1 1 0 0,1 1-1 0 0,-1 0 0 0 0,0 0 0 0 0,1 0 0 0 0,-1-1 1 0 0,1 1-1 0 0,-1 0 0 0 0,1 0 0 0 0,-1 0 0 0 0,1 0 1 0 0,0 0-1 0 0,-1 0 0 0 0,1 0 0 0 0,0 0 0 0 0,0 1 1 0 0,0-1-2 0 0,0 0 0 0 0,1 0 1 0 0,-1-1-1 0 0,1 1 0 0 0,-1 0 1 0 0,1 0-1 0 0,-1 0 0 0 0,1-1 1 0 0,-1 1-1 0 0,1 0 1 0 0,0 0-1 0 0,-1-1 0 0 0,1 1 1 0 0,0 0-1 0 0,0-1 0 0 0,-1 1 1 0 0,1-1-1 0 0,2 1 0 0 0,2 2-5 0 0,1-1-1 0 0,0 1 0 0 0,1-1 0 0 0,-1-1 0 0 0,9 2 0 0 0,45-3 15 0 0,-50-1-6 0 0,0 1 1 0 0,1 0-1 0 0,-1 0 0 0 0,0 1 1 0 0,0 0-1 0 0,0 1 0 0 0,15 4 1 0 0,-24-6 6 0 0,1 1 1 0 0,0 0-1 0 0,0 0 1 0 0,-1 0-1 0 0,1 0 1 0 0,0 0-1 0 0,-1 0 1 0 0,1 1-1 0 0,-1-1 0 0 0,0 0 1 0 0,1 1-1 0 0,-1-1 1 0 0,0 1-1 0 0,0-1 1 0 0,0 1-1 0 0,0 0 1 0 0,1 3-1 0 0,0 1 6 0 0,0-1 0 0 0,-1 1 0 0 0,0 1 0 0 0,1 7 0 0 0,5 25-3 0 0,-2-28 7 0 0,-1 0 0 0 0,0 0 1 0 0,0 0-1 0 0,-2 1 0 0 0,1-1 0 0 0,-2 1 0 0 0,1 0 0 0 0,-2 0 0 0 0,1-1 0 0 0,-2 14 1 0 0,-2-9 11 0 0,0 0 1 0 0,-1 0 0 0 0,-1-1-1 0 0,0 1 1 0 0,-1-1 0 0 0,0-1-1 0 0,-15 25 1 0 0,16-31-3 0 0,2-3-35 0 0,0 1 1 0 0,0-1-1 0 0,-1 1 1 0 0,1-1-1 0 0,-1 0 1 0 0,0 0-1 0 0,-1-1 1 0 0,1 1-1 0 0,-1-1 1 0 0,0 0-1 0 0,0 0 1 0 0,0-1 0 0 0,-1 0-1 0 0,-8 5 1 0 0,14-8-81 0 0,-1 0 0 0 0,1 0 0 0 0,0 1 0 0 0,0-1 0 0 0,-1 0 0 0 0,1 0 0 0 0,0 0 0 0 0,-1 0 0 0 0,1 1 0 0 0,0-1 0 0 0,-1 0 0 0 0,1 0 0 0 0,0 0 0 0 0,-1 0 0 0 0,1 0 0 0 0,0 0 0 0 0,-1 0 0 0 0,1 0 0 0 0,0 0 0 0 0,-1 0 0 0 0,1 0 0 0 0,0 0 0 0 0,-1 0 0 0 0,1 0 0 0 0,0 0 0 0 0,-1 0 0 0 0,1-1 0 0 0,0 1 0 0 0,-1 0 0 0 0,1 0 0 0 0,0 0 0 0 0,-1 0 0 0 0,1-1 0 0 0,0 1 0 0 0,-1-1 0 0 0,7-11-1600 0 0,-3 4 1977 0 0,8-17-572 0 0,-8 18 270 0 0,0 0 0 0 0,0 1 0 0 0,0-1 0 0 0,1 1-1 0 0,6-9 1 0 0,73-97-68 0 0,-70 96 205 0 0,21-21 0 0 0,10-10 807 0 0,-30 31-551 0 0,1 1 1 0 0,1 0-1 0 0,0 2 0 0 0,1 0 0 0 0,25-15 1 0 0,-24 16-220 0 0,1 0 0 0 0,-2-1 0 0 0,0-1 0 0 0,27-29 1 0 0,-41 39-70 0 0,1-1 0 0 0,-1 1 0 0 0,0-1 1 0 0,0 0-1 0 0,0 1 0 0 0,-1-1 0 0 0,0-1 1 0 0,0 1-1 0 0,0 0 0 0 0,-1 0 0 0 0,2-7 1 0 0,-3 12-86 0 0,0 0 0 0 0,-1-1 0 0 0,1 1 0 0 0,0 0 1 0 0,0-1-1 0 0,0 1 0 0 0,0 0 0 0 0,0 0 0 0 0,-1-1 0 0 0,1 1 1 0 0,0 0-1 0 0,0 0 0 0 0,-1-1 0 0 0,1 1 0 0 0,0 0 1 0 0,0 0-1 0 0,-1 0 0 0 0,1 0 0 0 0,0-1 0 0 0,-1 1 1 0 0,1 0-1 0 0,0 0 0 0 0,-1 0 0 0 0,1 0 0 0 0,0 0 1 0 0,0 0-1 0 0,-1 0 0 0 0,1 0 0 0 0,0 0 0 0 0,-1 0 1 0 0,1 0-1 0 0,0 0 0 0 0,-1 0 0 0 0,1 0 0 0 0,0 0 0 0 0,-1 0 1 0 0,0 0-1 0 0,-13 4 26 0 0,13-4-26 0 0,-6 2-3 0 0,0 0 0 0 0,0 1 0 0 0,0 0-1 0 0,0 0 1 0 0,1 0 0 0 0,-1 1 0 0 0,1 0 0 0 0,0 1 0 0 0,0-1 0 0 0,1 1 0 0 0,-1 0 0 0 0,1 0-1 0 0,0 1 1 0 0,1 0 0 0 0,-1-1 0 0 0,1 2 0 0 0,0-1 0 0 0,0 0 0 0 0,1 1 0 0 0,0 0 0 0 0,0-1-1 0 0,1 1 1 0 0,-4 14 0 0 0,-8 20 9 0 0,11-32-7 0 0,-1 0 0 0 0,2-1 0 0 0,-1 2 0 0 0,-1 9 0 0 0,4-15-4 0 0,0 0 0 0 0,0 0 0 0 0,0-1 0 0 0,0 1 0 0 0,1 0 1 0 0,-1 0-1 0 0,1 0 0 0 0,0-1 0 0 0,0 1 0 0 0,1 0 0 0 0,-1-1 0 0 0,1 1 0 0 0,3 6 0 0 0,-3-9-10 0 0,-1 1-1 0 0,0-1 1 0 0,1 0-1 0 0,-1 1 1 0 0,1-1-1 0 0,0 0 1 0 0,-1 0-1 0 0,1 0 1 0 0,0 0-1 0 0,0 0 1 0 0,0-1-1 0 0,-1 1 0 0 0,1 0 1 0 0,0-1-1 0 0,0 0 1 0 0,4 1-1 0 0,16 6-521 0 0,-16-4-94 0 0,0 0 0 0 0,0 0 0 0 0,0-1 0 0 0,1 0 0 0 0,-1 0 0 0 0,0 0 0 0 0,1-1 0 0 0,0 0 0 0 0,-1 0 0 0 0,1-1 0 0 0,0 0 0 0 0,9 0 0 0 0,7-4-3285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288 152 9850 0 0,'0'-25'1383'0'0,"1"24"-1418"0"0,-1-2 224 0 0,0 0 1 0 0,1 1 0 0 0,-1-1 0 0 0,0 0-1 0 0,0 0 1 0 0,-1 1 0 0 0,0-5 0 0 0,1 6-147 0 0,-1 0 0 0 0,1 0 1 0 0,-1 0-1 0 0,1 1 1 0 0,-1-1-1 0 0,1 0 1 0 0,-1 1-1 0 0,0-1 0 0 0,1 0 1 0 0,-1 1-1 0 0,0-1 1 0 0,0 1-1 0 0,1-1 1 0 0,-1 1-1 0 0,0-1 0 0 0,0 1 1 0 0,0 0-1 0 0,0-1 1 0 0,0 1-1 0 0,1 0 1 0 0,-1 0-1 0 0,0 0 1 0 0,0 0-1 0 0,0 0 0 0 0,0 0 1 0 0,-1 0-1 0 0,-5 0 7 0 0,-1 0 1 0 0,1 1-1 0 0,0 0 0 0 0,-1 1 0 0 0,1-1 0 0 0,0 1 0 0 0,0 1 0 0 0,0-1 1 0 0,0 1-1 0 0,-10 7 0 0 0,-20 6 138 0 0,29-13-149 0 0,1 0-1 0 0,-1 1 0 0 0,1 0 0 0 0,0 0 1 0 0,0 0-1 0 0,0 1 0 0 0,1 0 0 0 0,-1 1 1 0 0,1-1-1 0 0,0 1 0 0 0,1 0 0 0 0,0 0 0 0 0,0 1 1 0 0,-7 11-1 0 0,2-3 28 0 0,6-9-21 0 0,0 1-1 0 0,0-1 1 0 0,0 1-1 0 0,1-1 0 0 0,0 1 1 0 0,-2 8-1 0 0,4-15-31 0 0,1 1-1 0 0,0-1 0 0 0,0 1 0 0 0,0-1 0 0 0,0 1 0 0 0,0-1 1 0 0,0 1-1 0 0,0-1 0 0 0,1 1 0 0 0,-1-1 0 0 0,0 1 1 0 0,0-1-1 0 0,0 0 0 0 0,0 1 0 0 0,1-1 0 0 0,-1 1 0 0 0,0-1 1 0 0,0 0-1 0 0,1 1 0 0 0,-1-1 0 0 0,0 1 0 0 0,1-1 1 0 0,-1 0-1 0 0,0 1 0 0 0,1-1 0 0 0,-1 0 0 0 0,0 0 1 0 0,1 1-1 0 0,-1-1 0 0 0,1 0 0 0 0,-1 0 0 0 0,0 0 0 0 0,2 1 1 0 0,15 2 64 0 0,-14-3-66 0 0,6 1 19 0 0,0-1-1 0 0,0-1 1 0 0,0 0-1 0 0,-1 0 1 0 0,1-1 0 0 0,0 0-1 0 0,0 0 1 0 0,-1-1-1 0 0,14-6 1 0 0,10-6 18 0 0,33-23 0 0 0,-21 12 19 0 0,-12 9 36 0 0,58-24 1 0 0,-82 38-96 0 0,-1-1 1 0 0,0 0 0 0 0,0 0 0 0 0,0 0 0 0 0,0-1-1 0 0,-1 0 1 0 0,7-7 0 0 0,41-46 105 0 0,-33 34-105 0 0,-21 23-8 0 0,1-1 73 0 0,1 1 0 0 0,-1-1 0 0 0,1 0 0 0 0,-1 1 0 0 0,1-1 1 0 0,0 1-1 0 0,0-1 0 0 0,-1 1 0 0 0,1 0 0 0 0,3-2 0 0 0,-5 5-58 0 0,-1 1 0 0 0,0-1 0 0 0,0 1 1 0 0,0-1-1 0 0,0 0 0 0 0,0 0 0 0 0,-1 0 0 0 0,1 1 0 0 0,-1-1 0 0 0,-2 3 0 0 0,-2 3 11 0 0,-53 87-71 0 0,42-70 59 0 0,-86 134 46 0 0,81-121-84 0 0,1 0-1 0 0,-19 55 0 0 0,31-67 22 0 0,-4 7 29 0 0,1 1 0 0 0,2 0 0 0 0,-10 66 0 0 0,10-77-29 0 0,8-22-1 0 0,1 1-1 0 0,0-1 1 0 0,0 1 0 0 0,1-1-1 0 0,-1 1 1 0 0,0-1-1 0 0,0 1 1 0 0,1 0-1 0 0,-1-1 1 0 0,1 1-1 0 0,-1 0 1 0 0,1-1 0 0 0,0 1-1 0 0,-1 0 1 0 0,1 0-1 0 0,0-1 1 0 0,0 1-1 0 0,1 0 1 0 0,-1 0-1 0 0,0-1 1 0 0,1 3 0 0 0,0-3 7 0 0,0 0 0 0 0,-1-1 0 0 0,1 1 0 0 0,0-1 0 0 0,0 1 1 0 0,0-1-1 0 0,0 1 0 0 0,0-1 0 0 0,0 1 0 0 0,0-1 1 0 0,0 0-1 0 0,0 0 0 0 0,0 0 0 0 0,0 1 0 0 0,0-1 1 0 0,0 0-1 0 0,0 0 0 0 0,0 0 0 0 0,1-1 0 0 0,20-1 84 0 0,-20 1-71 0 0,3 0-4 0 0,0-1 1 0 0,0 1-1 0 0,0-1 1 0 0,-1 0-1 0 0,1-1 1 0 0,-1 1-1 0 0,1-1 1 0 0,-1 0 0 0 0,0 0-1 0 0,0 0 1 0 0,0 0-1 0 0,0-1 1 0 0,-1 0-1 0 0,1 0 1 0 0,-1 0 0 0 0,0 0-1 0 0,4-7 1 0 0,-2 1 17 0 0,0 0 0 0 0,-1 0 0 0 0,1 0 0 0 0,-2-1 0 0 0,0 1 1 0 0,0-1-1 0 0,1-13 0 0 0,-2 13 0 0 0,1-1 0 0 0,0 1 0 0 0,8-17 0 0 0,-8 22-22 0 0,0-1 0 0 0,-1 1 0 0 0,0 0 0 0 0,0-1 0 0 0,0 1 0 0 0,-1-1 1 0 0,0 0-1 0 0,0 0 0 0 0,0 1 0 0 0,-1-1 0 0 0,0 0 0 0 0,-1 0 0 0 0,1 1 0 0 0,-4-13 0 0 0,2 13 0 0 0,0 0 0 0 0,0 0 0 0 0,0 1-1 0 0,-1-1 1 0 0,0 1 0 0 0,0-1 0 0 0,0 1 0 0 0,-1 0 0 0 0,0 0-1 0 0,0 1 1 0 0,0-1 0 0 0,0 1 0 0 0,-1 0 0 0 0,0 0 0 0 0,-8-5-1 0 0,12 8-5 0 0,0 1 0 0 0,0-1 0 0 0,0 0 0 0 0,0 1 1 0 0,0-1-1 0 0,0 0 0 0 0,1 0 0 0 0,-1 0 0 0 0,0 0 0 0 0,0 0 0 0 0,1 0 0 0 0,-1 0 0 0 0,0 0 0 0 0,0-1 0 0 0,1 1-7 0 0,0 1 1 0 0,0-1-1 0 0,0 1 1 0 0,0-1-1 0 0,0 0 1 0 0,0 1-1 0 0,0-1 0 0 0,0 1 1 0 0,0-1-1 0 0,0 0 1 0 0,0 1-1 0 0,0-1 1 0 0,1 1-1 0 0,-1-1 1 0 0,0 1-1 0 0,0-1 1 0 0,1 1-1 0 0,-1-1 1 0 0,0 1-1 0 0,0-1 0 0 0,1 0 1 0 0,1 0-2 0 0,0-1 1 0 0,0 1-1 0 0,0-1 0 0 0,0 1 1 0 0,0 0-1 0 0,0-1 1 0 0,0 1-1 0 0,0 0 0 0 0,1 0 1 0 0,-1 1-1 0 0,4-2 0 0 0,147-34 334 0 0,-27 5-4086 0 0,-110 27-310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182 239 7354 0 0,'2'-37'1194'0'0,"3"1"0"0"0,1-1 0 0 0,16-55 0 0 0,-14 61-223 0 0,-7 26-516 0 0,0 6-179 0 0,-3 15-94 0 0,-4 28-110 0 0,-7 12 52 0 0,-3 0 1 0 0,-24 56 0 0 0,-55 104-389 0 0,79-180 36 0 0,9-22-1005 0 0,-1 1-1 0 0,-11 15 1 0 0,14-23-609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1 379 12451 0 0,'0'0'290'0'0,"4"-11"1351"0"0,34 2-1438 0 0,51-5-1 0 0,16-3 214 0 0,18-14-73 0 0,213-84 0 0 0,-241 69-170 0 0,-86 41-147 0 0,0 0-1 0 0,-1 0 1 0 0,0 0-1 0 0,0-1 1 0 0,0-1-1 0 0,0 1 1 0 0,-1-1 0 0 0,0-1-1 0 0,-1 1 1 0 0,0-1-1 0 0,6-10 1 0 0,9-31 270 0 0,-32 69-247 0 0,-1 0 1 0 0,-2-1-1 0 0,-27 31 0 0 0,-1-1-32 0 0,13-14 6 0 0,-40 35 0 0 0,56-57-7 0 0,1 0 0 0 0,0 0 0 0 0,0 1 1 0 0,2 1-1 0 0,-1 0 0 0 0,2 0 0 0 0,-9 19 0 0 0,15-28 27 0 0,-4 11 74 0 0,11-14-102 0 0,9-6-51 0 0,9-6 42 0 0,0-1-1 0 0,0 0 1 0 0,-1-2-1 0 0,24-16 1 0 0,-8 0 27 0 0,-16 10-70 0 0,2 2 0 0 0,44-26-1 0 0,-62 40 47 0 0,-2 0-1 0 0,1 0 1 0 0,0 0 0 0 0,0 1-1 0 0,0-1 1 0 0,0 1-1 0 0,0 0 1 0 0,8-1 0 0 0,-11 4-9 0 0,0 0 0 0 0,1 0 0 0 0,-1 0 0 0 0,0 0 0 0 0,0 0 0 0 0,0 0 0 0 0,-1 0 0 0 0,1 0 0 0 0,-1 1 1 0 0,1-1-1 0 0,-1 0 0 0 0,0 1 0 0 0,1-1 0 0 0,-1 3 0 0 0,0-1-4 0 0,0 2 13 0 0,1 0-1 0 0,0 0 1 0 0,0 0 0 0 0,1 0-1 0 0,0 0 1 0 0,2 5 0 0 0,-3-8-11 0 0,1-1 0 0 0,-1 0 0 0 0,1 0 0 0 0,0 1-1 0 0,0-1 1 0 0,0-1 0 0 0,0 1 0 0 0,0 0 0 0 0,0 0 0 0 0,0-1 0 0 0,0 1 0 0 0,1-1 0 0 0,-1 0 0 0 0,1 0 0 0 0,4 2 0 0 0,-1-1 9 0 0,0-1 0 0 0,1 1 0 0 0,-1-1 0 0 0,0-1 0 0 0,1 1 0 0 0,-1-1 0 0 0,0 0 0 0 0,1 0 0 0 0,-1-1 0 0 0,0 0 0 0 0,0 0 0 0 0,7-3 0 0 0,1 0 24 0 0,-1-1-1 0 0,0 0 1 0 0,0-1-1 0 0,16-10 1 0 0,-23 12-34 0 0,-2 2 13 0 0,0 0 0 0 0,0 0 0 0 0,-1 0-1 0 0,0-1 1 0 0,1 1 0 0 0,-1-1 0 0 0,0 0 0 0 0,0 0 0 0 0,0 0 0 0 0,-1 0-1 0 0,1-1 1 0 0,-1 1 0 0 0,1-1 0 0 0,-1 1 0 0 0,2-7 0 0 0,12-23 78 0 0,-12 28-73 0 0,-1-1 1 0 0,0 0-1 0 0,-1 0 1 0 0,1 0-1 0 0,-1 0 0 0 0,0 0 1 0 0,-1-1-1 0 0,1 1 0 0 0,-1-1 1 0 0,0-6-1 0 0,-1 12-16 0 0,-1 0 0 0 0,1 0 0 0 0,-1 1-1 0 0,1-1 1 0 0,-1 0 0 0 0,1 1 0 0 0,-1-1 0 0 0,1 1 0 0 0,-1-1-1 0 0,1 0 1 0 0,-1 1 0 0 0,0-1 0 0 0,1 1 0 0 0,-1 0-1 0 0,0-1 1 0 0,1 1 0 0 0,-1-1 0 0 0,0 1 0 0 0,0 0 0 0 0,1 0-1 0 0,-2-1 1 0 0,-16-4-24 0 0,13 5 26 0 0,0-1 0 0 0,0 1-1 0 0,0 0 1 0 0,0 0 0 0 0,-1 0-1 0 0,1 1 1 0 0,1 0-1 0 0,-1 0 1 0 0,0 0 0 0 0,0 0-1 0 0,0 1 1 0 0,0 0 0 0 0,1 0-1 0 0,-1 0 1 0 0,1 1-1 0 0,0-1 1 0 0,0 1 0 0 0,0 0-1 0 0,0 0 1 0 0,0 1 0 0 0,-4 4-1 0 0,-1 2 2 0 0,1-1 0 0 0,0 1 0 0 0,1 1-1 0 0,1-1 1 0 0,-1 1 0 0 0,1 0 0 0 0,-6 18-1 0 0,-7 19 18 0 0,14-25-90 0 0,4-23 61 0 0,1 1 0 0 0,0 0 0 0 0,0 0 1 0 0,0-1-1 0 0,0 1 0 0 0,0 0 0 0 0,0 0 0 0 0,0-1 1 0 0,0 1-1 0 0,0 0 0 0 0,0-1 0 0 0,0 1 0 0 0,0 0 1 0 0,1 0-1 0 0,-1-1 0 0 0,0 1 0 0 0,0 0 1 0 0,1-1-1 0 0,-1 1 0 0 0,1-1 0 0 0,-1 1 0 0 0,0 0 1 0 0,1-1-1 0 0,-1 1 0 0 0,1-1 0 0 0,-1 1 1 0 0,1-1-1 0 0,0 1 0 0 0,-1-1 0 0 0,2 1 0 0 0,39 14-753 0 0,-32-11 137 0 0,1-1 1 0 0,-1 1-1 0 0,1-2 0 0 0,13 3 1 0 0,48-2-4476 0 0,-29-5 700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71 12667 0 0,'-62'-11'1184'0'0,"51"12"-1151"0"0,-1-1 1 0 0,1 1 0 0 0,-1 1-1 0 0,1 0 1 0 0,0 1-1 0 0,-21 7 1 0 0,9 0-15 0 0,1 0 1 0 0,-26 17-1 0 0,42-23-21 0 0,1 0-1 0 0,0 0 0 0 0,0 0 0 0 0,0 1 0 0 0,0-1 0 0 0,1 1 1 0 0,0 1-1 0 0,0-1 0 0 0,0 0 0 0 0,1 1 0 0 0,-5 9 1 0 0,2 1 6 0 0,0 0 0 0 0,0 1 1 0 0,-3 21-1 0 0,-4-6 40 0 0,11-28-42 0 0,0-1 1 0 0,1 1-1 0 0,-1 0 1 0 0,0 1 0 0 0,1-1-1 0 0,0 0 1 0 0,-1 8-1 0 0,2-5 20 0 0,0 1 0 0 0,0 0-1 0 0,1 0 1 0 0,0-1-1 0 0,0 1 1 0 0,1-1 0 0 0,0 1-1 0 0,4 10 1 0 0,3 3 318 0 0,19 29-1 0 0,-2-3 656 0 0,-25-46-985 0 0,-1-1 1 0 0,0 1-1 0 0,1 0 1 0 0,-1-1-1 0 0,0 1 1 0 0,1 0-1 0 0,-1-1 0 0 0,0 1 1 0 0,0 0-1 0 0,0-1 1 0 0,0 1-1 0 0,0 0 1 0 0,0 0-1 0 0,0-1 1 0 0,0 1-1 0 0,0 0 1 0 0,0 0-1 0 0,0-1 0 0 0,0 1 1 0 0,0 0-1 0 0,0-1 1 0 0,-1 1-1 0 0,1 0 1 0 0,0-1-1 0 0,0 1 1 0 0,-1 0-1 0 0,1-1 1 0 0,-1 1-1 0 0,1-1 1 0 0,-1 1-1 0 0,1 0 0 0 0,0-1 1 0 0,-1 1-1 0 0,0-1 1 0 0,1 1-1 0 0,-1-1 1 0 0,1 0-1 0 0,-1 1 1 0 0,0-1-1 0 0,1 0 1 0 0,-1 1-1 0 0,-1-1 0 0 0,-3 2 92 0 0,-1-1-1 0 0,1 1 1 0 0,-1-1-1 0 0,-10 0 1 0 0,3 1-31 0 0,-37 5-112 0 0,17-3-73 0 0,1 1 1 0 0,0 2 0 0 0,-59 20-1 0 0,79-18-994 0 0,12-9 1080 0 0,0 0 1 0 0,0 0 0 0 0,1 0 0 0 0,-1 0 0 0 0,0 0 0 0 0,0 0-1 0 0,0 0 1 0 0,1 0 0 0 0,-1 0 0 0 0,0 0 0 0 0,0 0 0 0 0,1 0 0 0 0,-1 0-1 0 0,0 0 1 0 0,0 0 0 0 0,0 0 0 0 0,1 0 0 0 0,-1 0 0 0 0,0 0 0 0 0,0 0-1 0 0,0 0 1 0 0,0 1 0 0 0,1-1 0 0 0,-1 0 0 0 0,0 0 0 0 0,0 0-1 0 0,0 0 1 0 0,0 0 0 0 0,1 0 0 0 0,-1 1 0 0 0,0-1 0 0 0,0 0 0 0 0,0 0-1 0 0,0 0 1 0 0,0 0 0 0 0,0 1 0 0 0,0-1 0 0 0,1 0 0 0 0,-1 0 0 0 0,0 0-1 0 0,0 1 1 0 0,0-1 0 0 0,0 0 0 0 0,0 0 0 0 0,0 0 0 0 0,0 1-1 0 0,0-1 1 0 0,0 0 0 0 0,0 0 0 0 0,0 0 0 0 0,0 1 0 0 0,0-1 0 0 0,0 0-1 0 0,0 0 1 0 0,-1 0 0 0 0,1 1 0 0 0,0-1 0 0 0,0 0 0 0 0,0 0-1 0 0,0 0 1 0 0,0 1 0 0 0,0-1 0 0 0,0 0 0 0 0,-1 0 0 0 0,1 0 0 0 0,36-3-337 0 0,0-2 1 0 0,-1-1-1 0 0,1-2 1 0 0,44-16-1 0 0,-11 4 264 0 0,-54 16 98 0 0,199-58 105 0 0,-167 45 245 0 0,0-2-1 0 0,61-34 1 0 0,-106 53-235 0 0,-1-1 0 0 0,0 0 0 0 0,0 0 0 0 0,1 1 0 0 0,-1-1 0 0 0,0 0 0 0 0,0 0 0 0 0,0 0 0 0 0,0 0 0 0 0,0 0 0 0 0,0-1 0 0 0,0 1 0 0 0,-1 0 0 0 0,1 0 0 0 0,0 0 1 0 0,-1-1-1 0 0,1 1 0 0 0,0-3 0 0 0,-1 4-84 0 0,0-1 1 0 0,0 0 0 0 0,0 0-1 0 0,-1 1 1 0 0,1-1 0 0 0,0 0 0 0 0,0 0-1 0 0,-1 1 1 0 0,1-1 0 0 0,-1 0 0 0 0,1 1-1 0 0,0-1 1 0 0,-1 0 0 0 0,1 1-1 0 0,-1-1 1 0 0,0 1 0 0 0,1-1 0 0 0,-1 1-1 0 0,1-1 1 0 0,-1 1 0 0 0,0-1-1 0 0,1 1 1 0 0,-1 0 0 0 0,0-1 0 0 0,0 1-1 0 0,1 0 1 0 0,-1 0 0 0 0,0-1-1 0 0,0 1 1 0 0,1 0 0 0 0,-1 0 0 0 0,0 0-1 0 0,-1 0 1 0 0,-5-1-15 0 0,-1 0 1 0 0,0 1-1 0 0,1 0 0 0 0,-1 0 1 0 0,0 1-1 0 0,1 0 0 0 0,-1 0 1 0 0,1 1-1 0 0,-1 0 0 0 0,1 0 1 0 0,-13 6-1 0 0,-9 6 54 0 0,-41 27-1 0 0,24-14-9 0 0,18-12-8 0 0,13-8 50 0 0,0 1 1 0 0,-22 17-1 0 0,36-24-88 0 0,0 0 0 0 0,0 0 1 0 0,0 0-1 0 0,0 0 0 0 0,0 0 0 0 0,1 0 1 0 0,-1 0-1 0 0,0 1 0 0 0,1-1 0 0 0,-1 0 0 0 0,1 0 1 0 0,-1 3-1 0 0,1-3-13 0 0,0-1-1 0 0,0 1 1 0 0,0-1 0 0 0,0 0 0 0 0,0 1-1 0 0,0-1 1 0 0,0 1 0 0 0,0-1-1 0 0,0 1 1 0 0,0-1 0 0 0,0 1 0 0 0,0-1-1 0 0,0 1 1 0 0,1-1 0 0 0,-1 0 0 0 0,0 1-1 0 0,0-1 1 0 0,0 1 0 0 0,1-1 0 0 0,-1 0-1 0 0,0 1 1 0 0,1-1 0 0 0,-1 0-1 0 0,0 1 1 0 0,1-1 0 0 0,-1 0 0 0 0,0 1-1 0 0,1-1 1 0 0,-1 0 0 0 0,1 0 0 0 0,-1 0-1 0 0,1 1 1 0 0,-1-1 0 0 0,0 0-1 0 0,1 0 1 0 0,-1 0 0 0 0,1 0 0 0 0,-1 0-1 0 0,1 0 1 0 0,-1 0 0 0 0,1 0 0 0 0,-1 0-1 0 0,1 0 1 0 0,12 0 5 0 0,0-1 0 0 0,0-1 0 0 0,0 0 0 0 0,0-1 0 0 0,0 0 1 0 0,-1-1-1 0 0,0-1 0 0 0,0 1 0 0 0,0-2 0 0 0,20-12 0 0 0,7 0 3 0 0,-29 14-9 0 0,0-1-1 0 0,0 0 0 0 0,17-12 0 0 0,-26 17 2 0 0,16-14 27 0 0,1 2 1 0 0,24-14-1 0 0,-42 26-25 0 0,0 0 0 0 0,0-1 0 0 0,1 1 0 0 0,-1 0 0 0 0,0 0 0 0 0,1 0 0 0 0,-1 0 0 0 0,0 0 0 0 0,1 0 0 0 0,-1 0 0 0 0,0 0 0 0 0,1 0 0 0 0,-1 0 0 0 0,1 0 0 0 0,-1 0 0 0 0,0 0 0 0 0,1 0 0 0 0,-1 0 0 0 0,0 0 0 0 0,1 0 0 0 0,-1 0 0 0 0,0 0 0 0 0,1 0 0 0 0,-1 1 0 0 0,0-1 0 0 0,0 0 0 0 0,1 0 0 0 0,-1 0 0 0 0,0 1 0 0 0,1-1 1 0 0,-1 0-1 0 0,5 14 28 0 0,-3 20 3 0 0,-3-30-19 0 0,1 7 30 0 0,0-7-96 0 0,0 0 0 0 0,0 1 0 0 0,0-1 0 0 0,1 1 0 0 0,-1-1 0 0 0,1 0 0 0 0,2 5 0 0 0,-2-7 33 0 0,0 0 0 0 0,0 0 1 0 0,0 0-1 0 0,1-1 0 0 0,-1 1 0 0 0,1 0 0 0 0,-1-1 1 0 0,1 1-1 0 0,-1-1 0 0 0,1 0 0 0 0,0 0 0 0 0,0 1 1 0 0,0-1-1 0 0,0 0 0 0 0,0 0 0 0 0,0-1 0 0 0,2 2 1 0 0,5 0-64 0 0,-1 1 0 0 0,1-2 1 0 0,-1 1-1 0 0,1-1 1 0 0,-1 0-1 0 0,1-1 1 0 0,0 0-1 0 0,0 0 1 0 0,-1-1-1 0 0,17-4 1 0 0,-10 2-314 0 0,1-2 0 0 0,-1 0 0 0 0,0 0 0 0 0,28-16 0 0 0,-20 10-72 0 0,-19 9 370 0 0,0 1 0 0 0,0-1-1 0 0,0 0 1 0 0,0 0 0 0 0,0 0 0 0 0,-1-1 0 0 0,1 0-1 0 0,-1 1 1 0 0,0-1 0 0 0,5-6 0 0 0,16-28-181 0 0,-1-1 1 0 0,-2-1-1 0 0,26-67 1 0 0,-19 40 261 0 0,0 0 119 0 0,14-31 1571 0 0,-41 95-1443 0 0,0-1 1 0 0,0 1-1 0 0,1-1 1 0 0,-1 1 0 0 0,1-1-1 0 0,0 1 1 0 0,-1 0-1 0 0,1 0 1 0 0,0 0-1 0 0,4-3 1 0 0,-8 13 45 0 0,-69 249 472 0 0,18-64-1884 0 0,16-65-4613 0 0,34-120 3240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3 684 11602 0 0,'0'0'327'0'0,"0"0"-296"0"0,0 0 1 0 0,-1-1-1 0 0,1 1 0 0 0,0 0 1 0 0,0-1-1 0 0,0 1 0 0 0,-1 0 0 0 0,1-1 1 0 0,0 1-1 0 0,0 0 0 0 0,0-1 1 0 0,0 1-1 0 0,0 0 0 0 0,0-1 0 0 0,0 1 1 0 0,0 0-1 0 0,0-1 0 0 0,0 1 1 0 0,0 0-1 0 0,0-1 0 0 0,0 1 0 0 0,0 0 1 0 0,0-1-1 0 0,0 1 0 0 0,0 0 0 0 0,0-1 1 0 0,0 1-1 0 0,0 0 0 0 0,1-1 1 0 0,-1 1-1 0 0,0 0 0 0 0,0-1 0 0 0,126-28-26 0 0,38-11 106 0 0,-96 19 19 0 0,-1-4-1 0 0,-1-2 1 0 0,69-40-1 0 0,-112 49 699 0 0,-23 18-800 0 0,1 0 0 0 0,0-1 1 0 0,-1 1-1 0 0,1-1 1 0 0,-1 1-1 0 0,1-1 0 0 0,0 1 1 0 0,-1-1-1 0 0,1 1 1 0 0,-1-1-1 0 0,0 0 0 0 0,1 1 1 0 0,-1-1-1 0 0,1 0 0 0 0,-1 1 1 0 0,0-1-1 0 0,0 0 1 0 0,1 1-1 0 0,-1-1 0 0 0,0 0 1 0 0,0 0-1 0 0,0 1 0 0 0,0-1 1 0 0,0 0-1 0 0,0 0 1 0 0,0 1-1 0 0,0-1 0 0 0,0 0 1 0 0,0 0-1 0 0,0 1 1 0 0,0-1-1 0 0,-1-1 0 0 0,-1 2-27 0 0,0-1 0 0 0,0 1 0 0 0,0 0-1 0 0,0 0 1 0 0,0 0 0 0 0,0 0 0 0 0,0 1-1 0 0,0-1 1 0 0,0 0 0 0 0,0 1 0 0 0,0-1-1 0 0,0 1 1 0 0,0 0 0 0 0,0 0 0 0 0,-2 1-1 0 0,3-1-1 0 0,-5 1 6 0 0,1 1-1 0 0,0 0 1 0 0,0 1 0 0 0,1-1-1 0 0,-1 1 1 0 0,1 0 0 0 0,0 0-1 0 0,-1 0 1 0 0,-5 9 0 0 0,-2 5 18 0 0,-14 27 0 0 0,7-12-9 0 0,13-23 11 0 0,-5 7-6 0 0,1 0 1 0 0,0 1-1 0 0,1 0 0 0 0,1 0 1 0 0,-5 21-1 0 0,7-28 27 0 0,-4 10 106 0 0,10-21-148 0 0,0 1-1 0 0,0-1 1 0 0,0 0-1 0 0,0 1 1 0 0,0-1-1 0 0,0 1 1 0 0,0-1 0 0 0,0 0-1 0 0,1 1 1 0 0,-1-1-1 0 0,0 1 1 0 0,0-1 0 0 0,0 0-1 0 0,0 1 1 0 0,0-1-1 0 0,1 0 1 0 0,-1 1 0 0 0,0-1-1 0 0,0 0 1 0 0,1 1-1 0 0,-1-1 1 0 0,0 0 0 0 0,1 1-1 0 0,-1-1 1 0 0,0 0-1 0 0,1 0 1 0 0,-1 1 0 0 0,0-1-1 0 0,1 0 1 0 0,-1 0-1 0 0,0 0 1 0 0,1 0-1 0 0,-1 1 1 0 0,1-1 0 0 0,-1 0-1 0 0,0 0 1 0 0,1 0-1 0 0,-1 0 1 0 0,1 0 0 0 0,-1 0-1 0 0,0 0 1 0 0,1 0-1 0 0,-1 0 1 0 0,1 0 0 0 0,-1 0-1 0 0,1-1 1 0 0,11 0 4 0 0,1 0 1 0 0,-1-1 0 0 0,1-1-1 0 0,-1 0 1 0 0,0-1-1 0 0,0 0 1 0 0,0 0 0 0 0,-1-2-1 0 0,0 1 1 0 0,18-13-1 0 0,-6 7 3 0 0,-17 8-11 0 0,-1 1-1 0 0,0-1 1 0 0,0 0-1 0 0,0 0 1 0 0,0-1 0 0 0,7-6-1 0 0,91-86 61 0 0,-90 77 5 0 0,-11 16-42 0 0,0 0 1 0 0,-1 0-1 0 0,1 1 0 0 0,0-1 1 0 0,1 0-1 0 0,-1 1 0 0 0,0-1 1 0 0,1 1-1 0 0,0 0 0 0 0,2-2 1 0 0,-5 4-21 0 0,1 1 1 0 0,-1-1 0 0 0,0 1-1 0 0,0-1 1 0 0,1 1 0 0 0,-1-1-1 0 0,0 1 1 0 0,0 0 0 0 0,0-1-1 0 0,0 1 1 0 0,0-1 0 0 0,0 1-1 0 0,0-1 1 0 0,0 1-1 0 0,0-1 1 0 0,0 1 0 0 0,0-1-1 0 0,0 1 1 0 0,0 0 0 0 0,0-1-1 0 0,-1 1 1 0 0,1-1 0 0 0,0 1-1 0 0,0-1 1 0 0,-1 1-1 0 0,-4 17-28 0 0,-1-2 26 0 0,1 0-1 0 0,1 0 1 0 0,0 1-1 0 0,1-1 0 0 0,-2 29 1 0 0,5-44-5 0 0,0 0 1 0 0,1 0-1 0 0,-1 0 0 0 0,1 0 1 0 0,-1 0-1 0 0,1 0 0 0 0,0 0 1 0 0,-1 0-1 0 0,1 0 1 0 0,0 0-1 0 0,-1 0 0 0 0,1-1 1 0 0,0 1-1 0 0,0 0 0 0 0,0 0 1 0 0,0-1-1 0 0,0 1 0 0 0,0-1 1 0 0,0 1-1 0 0,2 0 1 0 0,22 9-64 0 0,-15-8 75 0 0,0 0 0 0 0,1-1 1 0 0,-1 0-1 0 0,1-1 0 0 0,-1 0 0 0 0,1 0 0 0 0,-1-1 0 0 0,1-1 0 0 0,-1 0 1 0 0,0 0-1 0 0,11-4 0 0 0,0-2 13 0 0,0-1-1 0 0,0 0 1 0 0,-1-2 0 0 0,19-12 0 0 0,-35 20-16 0 0,0 0 1 0 0,0 1 0 0 0,-1-1 0 0 0,1-1-1 0 0,-1 1 1 0 0,0 0 0 0 0,0-1 0 0 0,0 1-1 0 0,0-1 1 0 0,-1 0 0 0 0,1 0 0 0 0,-1 0-1 0 0,0 0 1 0 0,0-1 0 0 0,2-8 0 0 0,-3 11-7 0 0,0 1 1 0 0,0-1 0 0 0,0 0 0 0 0,1 0 0 0 0,-1 1-1 0 0,0-1 1 0 0,1 0 0 0 0,0 1 0 0 0,-1-1 0 0 0,3 0-1 0 0,12-15 10 0 0,-7 8 26 0 0,-8 8-28 0 0,-1 1-1 0 0,1 0 1 0 0,0-1 0 0 0,-1 1-1 0 0,1 0 1 0 0,-1-1 0 0 0,1 1-1 0 0,-1 0 1 0 0,1-1 0 0 0,-1 1-1 0 0,1-1 1 0 0,-1 1 0 0 0,1-1-1 0 0,-1 0 1 0 0,0 1 0 0 0,1-1-1 0 0,-1 1 1 0 0,0-1 0 0 0,1 0-1 0 0,-1 1 1 0 0,0-1 0 0 0,0 0-1 0 0,0 1 1 0 0,0-1 0 0 0,1 0-1 0 0,-1 1 1 0 0,0-1 0 0 0,0 0-1 0 0,0 1 1 0 0,0-1 0 0 0,-1 0-1 0 0,1 1 1 0 0,0-1 0 0 0,0 0-1 0 0,0 1 1 0 0,0-1 0 0 0,-1 0-1 0 0,1 1 1 0 0,0-1 0 0 0,-1 0-1 0 0,1 1 1 0 0,0-1 0 0 0,-1 1-1 0 0,1-1 1 0 0,-1 1 0 0 0,1-1-1 0 0,-1 1 1 0 0,0-1 0 0 0,0-1-9 0 0,0 0 0 0 0,0 0 0 0 0,0 0 0 0 0,0 0 0 0 0,0 0 0 0 0,1 0 0 0 0,-1-1 0 0 0,1 1 0 0 0,0 0 0 0 0,0 0 0 0 0,-1 0 0 0 0,1-1 0 0 0,0 1 0 0 0,1 0 0 0 0,0-3 0 0 0,-1-1-11 0 0,1 1-1 0 0,0-1 1 0 0,0 1-1 0 0,1 0 1 0 0,2-7 0 0 0,4 3 100 0 0,-7 8-84 0 0,0 0-1 0 0,0 1 0 0 0,0-1 0 0 0,-1 0 1 0 0,1 1-1 0 0,0-1 0 0 0,-1 0 1 0 0,1 0-1 0 0,-1 0 0 0 0,1 0 0 0 0,-1 0 1 0 0,1 1-1 0 0,-1-1 0 0 0,1 0 0 0 0,-1-2 1 0 0,0 3 14 0 0,0 0-31 0 0,-1 0 14 0 0,0 0-1 0 0,1 1 1 0 0,-1-1 0 0 0,1 0-1 0 0,-1 1 1 0 0,1-1-1 0 0,-1 0 1 0 0,1 1-1 0 0,-1-1 1 0 0,1 1-1 0 0,-1-1 1 0 0,1 1 0 0 0,-1-1-1 0 0,1 1 1 0 0,0-1-1 0 0,-1 1 1 0 0,1-1-1 0 0,0 1 1 0 0,0-1 0 0 0,-1 1-1 0 0,1 0 1 0 0,0-1-1 0 0,0 1 1 0 0,0 0-1 0 0,0-1 1 0 0,0 1 0 0 0,-1 0-1 0 0,-1 24-12 0 0,1-19 12 0 0,0 9 2 0 0,0 1 1 0 0,1-1-1 0 0,1 1 0 0 0,0 0 1 0 0,1-1-1 0 0,1 1 0 0 0,0-1 1 0 0,1 0-1 0 0,1 0 0 0 0,0 0 1 0 0,10 18-1 0 0,-11-30-6 0 0,-1 0 0 0 0,1 0 0 0 0,0-1 1 0 0,-1 0-1 0 0,1 0 0 0 0,8 3 0 0 0,-5-2-2 0 0,2 1 7 0 0,1-1 0 0 0,-1-1 0 0 0,1 1 0 0 0,0-2 0 0 0,0 1 0 0 0,0-1 0 0 0,0-1 0 0 0,0 0 0 0 0,0 0 0 0 0,0-1 0 0 0,0 0 0 0 0,-1-1 0 0 0,1 0 0 0 0,0-1 0 0 0,-1 0 0 0 0,1 0 0 0 0,-1-1 0 0 0,12-7 0 0 0,11-2 8 0 0,-26 11-2 0 0,1-1 0 0 0,-1 0 0 0 0,0 0 0 0 0,0 0 0 0 0,0-1 0 0 0,6-4 0 0 0,40-34-7 0 0,46-43 38 0 0,-93 79 37 0 0,1 0-1 0 0,-1-1 0 0 0,0 0 1 0 0,0 0-1 0 0,-1-1 0 0 0,0 1 1 0 0,5-15-1 0 0,-9 22-71 0 0,0-1 0 0 0,0 1 0 0 0,-1-1-1 0 0,1 1 1 0 0,0 0 0 0 0,0 0 0 0 0,0-1 0 0 0,-1 1-1 0 0,1 0 1 0 0,0-1 0 0 0,-1 1 0 0 0,1 0 0 0 0,0 0-1 0 0,-1-1 1 0 0,1 1 0 0 0,0 0 0 0 0,-1 0 0 0 0,1 0 0 0 0,-1 0-1 0 0,1-1 1 0 0,0 1 0 0 0,-1 0 0 0 0,1 0 0 0 0,0 0-1 0 0,-1 0 1 0 0,1 0 0 0 0,-1 0 0 0 0,1 0 0 0 0,-1 0-1 0 0,1 0 1 0 0,0 0 0 0 0,-1 0 0 0 0,1 1 0 0 0,0-1 0 0 0,-1 0-1 0 0,1 0 1 0 0,-1 0 0 0 0,1 1 0 0 0,-10 0 5 0 0,0 2 1 0 0,0-1-1 0 0,0 1 0 0 0,1 1 1 0 0,-13 5-1 0 0,-26 10 45 0 0,40-17-49 0 0,2 0 1 0 0,0-1-1 0 0,1 1 1 0 0,-1 0-1 0 0,1 0 1 0 0,0 0-1 0 0,-1 1 1 0 0,1 0-1 0 0,-7 6 0 0 0,-29 19 13 0 0,-18 14 59 0 0,55-38-79 0 0,0-1-1 0 0,0 1 1 0 0,0 0-1 0 0,1 1 1 0 0,-1-1-1 0 0,1 1 1 0 0,0-1-1 0 0,0 1 1 0 0,1 0-1 0 0,-3 6 1 0 0,5-11 3 0 0,0 0-1 0 0,0 1 1 0 0,0-1 0 0 0,0 1 0 0 0,0-1-1 0 0,0 0 1 0 0,0 1 0 0 0,0-1 0 0 0,0 1-1 0 0,0-1 1 0 0,0 0 0 0 0,0 1-1 0 0,0-1 1 0 0,0 0 0 0 0,0 1 0 0 0,0-1-1 0 0,1 1 1 0 0,-1-1 0 0 0,0 0 0 0 0,0 1-1 0 0,0-1 1 0 0,1 0 0 0 0,-1 0 0 0 0,0 1-1 0 0,0-1 1 0 0,1 0 0 0 0,-1 1 0 0 0,0-1-1 0 0,0 0 1 0 0,1 0 0 0 0,-1 0 0 0 0,0 1-1 0 0,1-1 1 0 0,-1 0 0 0 0,1 0 0 0 0,-1 0-1 0 0,0 0 1 0 0,1 0 0 0 0,-1 0 0 0 0,0 1-1 0 0,1-1 1 0 0,19 1-12 0 0,-16-1 8 0 0,4 0 2 0 0,1-1 0 0 0,-1-1 0 0 0,1 1 0 0 0,-1-1 0 0 0,0 0 1 0 0,1-1-1 0 0,11-6 0 0 0,18-5 13 0 0,-23 8-4 0 0,-1 0 0 0 0,0-1 1 0 0,0-1-1 0 0,-1 0 0 0 0,0-1 0 0 0,22-19 0 0 0,-17 13-12 0 0,1 1 0 0 0,26-14 0 0 0,-2 6-81 0 0,-42 21 85 0 0,-1 1 0 0 0,1 0 0 0 0,-1 0 0 0 0,1 0-1 0 0,-1 0 1 0 0,1 0 0 0 0,-1 0 0 0 0,0 0-1 0 0,1 0 1 0 0,-1 0 0 0 0,1 0 0 0 0,-1 0 0 0 0,1 0-1 0 0,-1 0 1 0 0,1 0 0 0 0,-1 0 0 0 0,1 0-1 0 0,-1 0 1 0 0,0 1 0 0 0,1-1 0 0 0,-1 0-1 0 0,1 0 1 0 0,-1 0 0 0 0,0 1 0 0 0,1-1 0 0 0,-1 0-1 0 0,0 1 1 0 0,1-1 0 0 0,-1 0 0 0 0,0 1-1 0 0,1-1 1 0 0,-1 0 0 0 0,0 1 0 0 0,0-1 0 0 0,1 1-1 0 0,-1-1 1 0 0,0 0 0 0 0,0 1 0 0 0,0-1-1 0 0,0 1 1 0 0,1 0 0 0 0,4 24 19 0 0,-4-20-21 0 0,1 14 32 0 0,-3-18-35 0 0,1 1 1 0 0,0 0-1 0 0,0-1 1 0 0,0 1-1 0 0,0-1 1 0 0,1 1-1 0 0,-1 0 1 0 0,0-1-1 0 0,1 1 1 0 0,-1-1-1 0 0,1 1 1 0 0,-1-1-1 0 0,1 1 1 0 0,0-1-1 0 0,0 1 1 0 0,-1-1-1 0 0,1 1 1 0 0,0-1-1 0 0,0 0 1 0 0,0 0-1 0 0,1 0 1 0 0,-1 1-1 0 0,0-1 1 0 0,0 0-1 0 0,1 0 0 0 0,-1 0 1 0 0,0-1-1 0 0,1 1 1 0 0,1 1-1 0 0,3 0 7 0 0,0-1-1 0 0,-1 1 1 0 0,1-1-1 0 0,0 0 1 0 0,0-1-1 0 0,0 1 1 0 0,0-1-1 0 0,0 0 0 0 0,0 0 1 0 0,0-1-1 0 0,-1 0 1 0 0,1 0-1 0 0,6-2 1 0 0,1-1-4 0 0,0-1 1 0 0,-1 0-1 0 0,0-1 1 0 0,21-13-1 0 0,-7 5-23 0 0,-21 12 12 0 0,0 0 0 0 0,-1-1 0 0 0,1 0 1 0 0,0 1-1 0 0,-1-2 0 0 0,1 1 0 0 0,4-6 1 0 0,18-25-283 0 0,-2-1 1 0 0,40-72 0 0 0,-34 51 167 0 0,-10 23 126 0 0,25-48-26 0 0,-40 70 55 0 0,-1-1-1 0 0,-1 1 1 0 0,1-1 0 0 0,-2 0 0 0 0,3-15 0 0 0,3 11 190 0 0,-5 13-8 0 0,-4 10 100 0 0,-8 20-217 0 0,-20 41 0 0 0,-5 16-40 0 0,-23 169 29 0 0,28-110-1661 0 0,27-141 1416 0 0,-4 18-2206 0 0,-1-9-4173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93 8762 0 0,'-7'-5'4381'0'0,"-4"-4"-3885"0"0,106 4-219 0 0,-1-4 0 0 0,102-24 0 0 0,-167 28-247 0 0,99-19 520 0 0,-128 23-526 0 0,0 1-1 0 0,1 0 1 0 0,-1 0 0 0 0,1 0 0 0 0,-1-1-1 0 0,1 1 1 0 0,-1 0 0 0 0,1 0 0 0 0,-1 0-1 0 0,1 0 1 0 0,-1 0 0 0 0,0 0 0 0 0,1 0-1 0 0,-1 0 1 0 0,1 0 0 0 0,-1 0 0 0 0,1 0-1 0 0,-1 0 1 0 0,1 0 0 0 0,-1 1 0 0 0,1-1-1 0 0,-1 0 1 0 0,0 0 0 0 0,1 0 0 0 0,-1 1-1 0 0,1-1 1 0 0,-1 0 0 0 0,0 1 0 0 0,1-1-1 0 0,-1 0 1 0 0,1 1 0 0 0,-7 18 128 0 0,6-19-156 0 0,-4 7 29 0 0,0 1 0 0 0,-1-1 0 0 0,0-1 0 0 0,-7 10 1 0 0,-15 19 31 0 0,20-23-49 0 0,0 0 0 0 0,0 1 0 0 0,1 0 0 0 0,1 0 0 0 0,-4 15 0 0 0,-2-8 6 0 0,-1 4 50 0 0,12-24-62 0 0,-1 1 0 0 0,1 0 1 0 0,0 0-1 0 0,0-1 0 0 0,0 1 0 0 0,0 0 0 0 0,-1 0 0 0 0,1-1 0 0 0,0 1 0 0 0,0 0 0 0 0,0 0 1 0 0,0 0-1 0 0,1-1 0 0 0,-1 1 0 0 0,0 0 0 0 0,0 0 0 0 0,0 0 0 0 0,1-1 0 0 0,-1 1 0 0 0,0 0 1 0 0,1-1-1 0 0,-1 1 0 0 0,1 0 0 0 0,-1-1 0 0 0,1 2 0 0 0,3 0-5 0 0,0 0 0 0 0,0 0 1 0 0,1 0-1 0 0,-1-1 0 0 0,0 0 0 0 0,1 1 0 0 0,-1-1 0 0 0,1-1 0 0 0,-1 1 1 0 0,1-1-1 0 0,-1 0 0 0 0,1 0 0 0 0,7-1 0 0 0,7-1 10 0 0,-1-1 1 0 0,0-1-1 0 0,0-1 0 0 0,-1-1 1 0 0,1 0-1 0 0,-1-1 0 0 0,-1-1 1 0 0,1-1-1 0 0,20-14 0 0 0,-5 6 17 0 0,-26 15-15 0 0,0-1 1 0 0,0-1-1 0 0,0 1 0 0 0,0-1 1 0 0,0 0-1 0 0,6-7 1 0 0,-6 6 15 0 0,0-1 0 0 0,0-1 0 0 0,-1 1 0 0 0,0-1 0 0 0,0 0 0 0 0,-1 0 0 0 0,5-9 0 0 0,-7 10 35 0 0,5-16 122 0 0,-7 22-181 0 0,0-1 0 0 0,0 1-1 0 0,0 0 1 0 0,0 0 0 0 0,0 0 0 0 0,0-1 0 0 0,0 1-1 0 0,0 0 1 0 0,-1 0 0 0 0,1 0 0 0 0,0-1 0 0 0,0 1-1 0 0,0 0 1 0 0,0 0 0 0 0,0 0 0 0 0,0 0 0 0 0,-1-1-1 0 0,1 1 1 0 0,0 0 0 0 0,0 0 0 0 0,0 0 0 0 0,-1 0-1 0 0,1 0 1 0 0,0 0 0 0 0,0 0 0 0 0,0-1 0 0 0,-1 1-1 0 0,1 0 1 0 0,0 0 0 0 0,0 0 0 0 0,0 0 0 0 0,-1 0-1 0 0,-14 4-36 0 0,9-2 44 0 0,0 1-1 0 0,0 0 1 0 0,1 1-1 0 0,-1 0 1 0 0,1-1 0 0 0,0 2-1 0 0,0-1 1 0 0,0 1 0 0 0,-4 5-1 0 0,-3 5-12 0 0,-18 30-1 0 0,29-43 9 0 0,0 0 1 0 0,0 0-1 0 0,0 0 0 0 0,0 0 0 0 0,0 0 0 0 0,0 0 1 0 0,0 0-1 0 0,1 0 0 0 0,-1 0 0 0 0,1 0 0 0 0,0 0 1 0 0,-1 1-1 0 0,1-1 0 0 0,1 3 0 0 0,-1-4-4 0 0,0 0 1 0 0,1 0-1 0 0,-1 0 0 0 0,1 0 0 0 0,-1 0 1 0 0,1 0-1 0 0,-1 0 0 0 0,1 0 0 0 0,0-1 0 0 0,0 1 1 0 0,-1 0-1 0 0,1 0 0 0 0,0-1 0 0 0,0 1 1 0 0,0-1-1 0 0,0 1 0 0 0,0-1 0 0 0,-1 1 0 0 0,1-1 1 0 0,0 1-1 0 0,0-1 0 0 0,0 0 0 0 0,0 1 1 0 0,0-1-1 0 0,1 0 0 0 0,-1 0 0 0 0,0 0 0 0 0,1 0 1 0 0,5 1 3 0 0,1-1 0 0 0,-1 0 0 0 0,1-1 0 0 0,-1 0 0 0 0,1 0 0 0 0,-1 0 0 0 0,0-1 0 0 0,14-5 0 0 0,4-4-13 0 0,28-16 0 0 0,-35 17 3 0 0,0 1-1 0 0,35-13 1 0 0,-27 15 77 0 0,0 2 0 0 0,0 1 0 0 0,49-2-1 0 0,82 11 411 0 0,-32-1-292 0 0,-5-4-3925 0 0,-114-1-1252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19 15723 0 0,'0'0'208'0'0,"0"-1"24"0"0,-2-1-48 0 0,1 1-47 0 0,-1-1-33 0 0,1 1 120 0 0,-1-1-208 0 0,2 0 56 0 0,0 1-112 0 0,0-1-48 0 0,0 1-32 0 0,0-1-128 0 0,0 1-17 0 0,2 1-903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29 188 11218 0 0,'0'0'208'0'0,"1"8"-441"0"0,0 33 423 0 0,-2-1 1 0 0,-1 1-1 0 0,-10 53 0 0 0,-4 44 1927 0 0,16-91 5 0 0,1-51-2017 0 0,0-1 1 0 0,0 1-1 0 0,0-1 0 0 0,0 1 1 0 0,4-7-1 0 0,0-3-56 0 0,6-21-11 0 0,1 1 0 0 0,2 0 0 0 0,32-57 0 0 0,-35 69-57 0 0,-10 18 8 0 0,1 0 0 0 0,0 1-1 0 0,0-1 1 0 0,0 1 0 0 0,0-1 0 0 0,0 1 0 0 0,1 0-1 0 0,3-4 1 0 0,8-5-288 0 0,2 1-1 0 0,-1 0 1 0 0,1 1-1 0 0,1 1 0 0 0,24-10 1 0 0,-39 18 169 0 0,12-6-407 0 0,-11 5 440 0 0,0 0 1 0 0,0 1 0 0 0,1-1-1 0 0,-1 1 1 0 0,0 0-1 0 0,1 0 1 0 0,-1 0 0 0 0,1 1-1 0 0,-1-1 1 0 0,8 0 0 0 0,3 2 226 0 0,1 1-1 0 0,0 0 1 0 0,17 5 0 0 0,-16-3 78 0 0,1 0-1 0 0,24 1 0 0 0,-20-4-78 0 0,0-1 0 0 0,0-1 0 0 0,-1 0 0 0 0,1-2 0 0 0,0 0 0 0 0,-1-2 0 0 0,1 0 0 0 0,-1-1 0 0 0,-1-1 0 0 0,1-1 0 0 0,18-11 0 0 0,-37 19-120 0 0,0 0 1 0 0,0-1-1 0 0,0 1 0 0 0,0-1 0 0 0,-1 1 0 0 0,1-1 0 0 0,0 1 0 0 0,-1-1 0 0 0,1 0 0 0 0,0 1 0 0 0,-1-1 0 0 0,1 0 0 0 0,-1 1 0 0 0,1-1 0 0 0,-1 0 0 0 0,1 0 0 0 0,-1 0 0 0 0,1 1 0 0 0,-1-1 0 0 0,0 0 0 0 0,1 0 0 0 0,-1 0 0 0 0,0 0 0 0 0,0 0 0 0 0,0 0 0 0 0,0 0 0 0 0,0 0 0 0 0,0 0 0 0 0,0 1 1 0 0,0-1-1 0 0,0 0 0 0 0,0 0 0 0 0,-1 0 0 0 0,1-1 0 0 0,-1 0-14 0 0,0 0 1 0 0,0 1-1 0 0,0-1 1 0 0,-1 0 0 0 0,1 1-1 0 0,0-1 1 0 0,-1 1-1 0 0,1-1 1 0 0,-1 1-1 0 0,1 0 1 0 0,-1 0 0 0 0,-3-2-1 0 0,-3 0 3 0 0,1 0-1 0 0,-1 1 1 0 0,1 0 0 0 0,-1 0 0 0 0,0 1-1 0 0,0-1 1 0 0,0 2 0 0 0,0 0-1 0 0,0 0 1 0 0,0 0 0 0 0,1 1-1 0 0,-12 2 1 0 0,8-1-12 0 0,0 0-1 0 0,0 1 1 0 0,1 1 0 0 0,-1-1 0 0 0,1 2-1 0 0,0-1 1 0 0,0 2 0 0 0,-11 7-1 0 0,19-9 10 0 0,0-1-1 0 0,0 1 0 0 0,0 1 0 0 0,0-1 0 0 0,0 0 0 0 0,1 0 0 0 0,0 1 0 0 0,-1 7 0 0 0,-1-1 13 0 0,0-1-10 0 0,0 0 0 0 0,-1 1 1 0 0,-6 8-1 0 0,9-15 5 0 0,-1-1 0 0 0,1 1-1 0 0,0-1 1 0 0,0 1 0 0 0,0-1 0 0 0,1 1-1 0 0,-1-1 1 0 0,1 1 0 0 0,0 0 0 0 0,0-1-1 0 0,0 1 1 0 0,1 5 0 0 0,9-3 32 0 0,-1-1-34 0 0,0-1-1 0 0,1 0 0 0 0,0 0 1 0 0,0-1-1 0 0,0 0 0 0 0,0-1 1 0 0,0 0-1 0 0,1-1 0 0 0,-1 0 0 0 0,0-1 1 0 0,1 0-1 0 0,-1 0 0 0 0,1-1 1 0 0,-1 0-1 0 0,0-1 0 0 0,19-6 0 0 0,76-26 49 0 0,161-75 0 0 0,-226 91-29 0 0,-28 13-12 0 0,5-2 34 0 0,0-1 0 0 0,-1 0 0 0 0,0-1 0 0 0,24-18 0 0 0,-36 23 12 0 0,-1 0 0 0 0,0 0 1 0 0,1 0-1 0 0,-1-1 0 0 0,-1 1 0 0 0,4-7 0 0 0,-5 9-26 0 0,1 0-1 0 0,-1-1 1 0 0,0 1-1 0 0,-1 0 1 0 0,1-1-1 0 0,0 1 1 0 0,-1-1-1 0 0,1 1 1 0 0,-1-1-1 0 0,0 1 1 0 0,1-1-1 0 0,-1 1 1 0 0,-1-1-1 0 0,1 1 1 0 0,-1-5-1 0 0,0 7-26 0 0,0-1 0 0 0,1 0 1 0 0,-1 1-1 0 0,0-1 0 0 0,0 1 0 0 0,0-1 0 0 0,0 1 0 0 0,0 0 0 0 0,0-1 0 0 0,0 1 0 0 0,0 0 0 0 0,0 0 0 0 0,0-1 0 0 0,0 1 0 0 0,-1 0 0 0 0,0 0 0 0 0,-7-1-1 0 0,-11-6-3 0 0,11 3 16 0 0,0 0 0 0 0,-1 1 1 0 0,1 1-1 0 0,-1 0 0 0 0,-18-2 1 0 0,11 4 14 0 0,0 0 0 0 0,0 2-1 0 0,0 0 1 0 0,0 1 0 0 0,0 0 0 0 0,1 1 0 0 0,0 1 0 0 0,-1 1 0 0 0,2 0 0 0 0,-23 13 0 0 0,36-17-26 0 0,0 1 1 0 0,-1 0 0 0 0,1 0 0 0 0,0 0-1 0 0,0 0 1 0 0,1 0 0 0 0,-1 0-1 0 0,1 1 1 0 0,0-1 0 0 0,-1 0-1 0 0,1 1 1 0 0,1-1 0 0 0,-1 1-1 0 0,0 6 1 0 0,1-9-5 0 0,1 1 1 0 0,-1-1-1 0 0,1 1 0 0 0,-1-1 1 0 0,1 1-1 0 0,0-1 0 0 0,0 1 0 0 0,-1-1 1 0 0,1 0-1 0 0,0 1 0 0 0,0-1 1 0 0,0 0-1 0 0,0 0 0 0 0,1 0 0 0 0,-1 0 1 0 0,0 0-1 0 0,0 0 0 0 0,1 0 1 0 0,-1 0-1 0 0,1 0 0 0 0,-1-1 0 0 0,1 1 1 0 0,1 0-1 0 0,45 11 39 0 0,-23-6-28 0 0,-16-3-1 0 0,-1 0 1 0 0,1 0 0 0 0,-1 1-1 0 0,0 0 1 0 0,0 1 0 0 0,-1 0-1 0 0,1 0 1 0 0,11 11-1 0 0,-15-12-6 0 0,0 0 0 0 0,0 1 0 0 0,-1 0-1 0 0,1 0 1 0 0,-1 0 0 0 0,0 0 0 0 0,-1 0-1 0 0,1 1 1 0 0,-1-1 0 0 0,0 1 0 0 0,-1-1 0 0 0,1 1-1 0 0,-1 0 1 0 0,1 6 0 0 0,-1-4-1 0 0,0-1 0 0 0,1 0 0 0 0,0 0 1 0 0,6 11-1 0 0,-6-11 5 0 0,1-1 1 0 0,-1 1-1 0 0,0 0 0 0 0,0-1 1 0 0,1 15-1 0 0,-3-3 0 0 0,-2-1 1 0 0,0 1-1 0 0,-1 0 0 0 0,-1-1 0 0 0,0 0 0 0 0,-1 0 1 0 0,-1 0-1 0 0,-1-1 0 0 0,0 0 0 0 0,-13 21 0 0 0,15-30 14 0 0,4-3-8 0 0,-1 0 0 0 0,0 0 0 0 0,0-1 0 0 0,-1 1 0 0 0,1-1-1 0 0,-1 0 1 0 0,0 0 0 0 0,1 0 0 0 0,-1 0 0 0 0,-1 0 0 0 0,1-1 0 0 0,0 1 0 0 0,-1-1-1 0 0,1 0 1 0 0,-1 0 0 0 0,0 0 0 0 0,1-1 0 0 0,-9 3 0 0 0,-7 6 83 0 0,18-9-81 0 0,0 0 1 0 0,-1 0-1 0 0,1 1 1 0 0,0-2-1 0 0,-1 1 1 0 0,1 0-1 0 0,-1 0 1 0 0,0 0-1 0 0,1-1 1 0 0,-1 1-1 0 0,1-1 1 0 0,-1 1-1 0 0,0-1 1 0 0,1 0-1 0 0,-1 1 1 0 0,0-1-1 0 0,0 0 0 0 0,1 0 1 0 0,-1 0-1 0 0,0-1 1 0 0,1 1-1 0 0,-3-1 1 0 0,4 0-16 0 0,-1 0 0 0 0,0 0 0 0 0,1 0 0 0 0,-1-1 1 0 0,1 1-1 0 0,0 0 0 0 0,-1 0 0 0 0,1-1 0 0 0,0 1 0 0 0,0 0 0 0 0,0-1 0 0 0,0 1 1 0 0,0 0-1 0 0,0 0 0 0 0,0-1 0 0 0,1-2 0 0 0,-1 0-9 0 0,1-1-5 0 0,0-1 0 0 0,0 0 0 0 0,0 0 0 0 0,1 0 0 0 0,0 1 0 0 0,0-1 0 0 0,3-6 0 0 0,4-9-24 0 0,-5 11 19 0 0,1 1 0 0 0,0-1-1 0 0,0 1 1 0 0,1 1 0 0 0,11-16 0 0 0,42-38-48 0 0,-31 34 43 0 0,76-76 19 0 0,65-72-73 0 0,-116 111 53 0 0,-68 102 28 0 0,-17 19 23 0 0,16-30-21 0 0,-13 30 0 0 0,25-47-1 0 0,1 0 0 0 0,-1 0-1 0 0,2 0 1 0 0,-1 0 0 0 0,2 1 0 0 0,-1-1 0 0 0,0 16 0 0 0,3-24-2 0 0,-1 1 0 0 0,0-1 0 0 0,1 0 0 0 0,-1 0 0 0 0,1 0 1 0 0,0 0-1 0 0,-1 0 0 0 0,1 0 0 0 0,0 0 0 0 0,0 0 0 0 0,0 0 1 0 0,-1 0-1 0 0,1 0 0 0 0,0 0 0 0 0,0-1 0 0 0,0 1 0 0 0,0 0 1 0 0,1-1-1 0 0,-1 1 0 0 0,0 0 0 0 0,0-1 0 0 0,2 1 0 0 0,27 9 14 0 0,-20-9-16 0 0,-1 0 0 0 0,0-1 0 0 0,1 0 0 0 0,-1 0 0 0 0,1-1 0 0 0,-1 0 0 0 0,0-1 0 0 0,0 0 0 0 0,1 0 0 0 0,11-6 0 0 0,12-6 17 0 0,44-25 1 0 0,-35 17 4 0 0,135-80 215 0 0,-176 101-218 0 0,0 0 0 0 0,0 1 0 0 0,0-1 1 0 0,0 1-1 0 0,0-1 0 0 0,0 0 0 0 0,0 0 0 0 0,-1 0 1 0 0,1 1-1 0 0,0-1 0 0 0,-1 0 0 0 0,1 0 0 0 0,0 0 1 0 0,-1 0-1 0 0,1 0 0 0 0,-1 0 0 0 0,0 0 0 0 0,1 0 1 0 0,-1 0-1 0 0,0-1 0 0 0,0 1 0 0 0,1-2 0 0 0,-2 3-15 0 0,1-1-1 0 0,0 0 0 0 0,0 1 0 0 0,-1-1 0 0 0,1 1 0 0 0,-1-1 0 0 0,1 1 1 0 0,-1 0-1 0 0,1-1 0 0 0,0 1 0 0 0,-1-1 0 0 0,0 1 0 0 0,1 0 0 0 0,-1-1 1 0 0,1 1-1 0 0,-1 0 0 0 0,1 0 0 0 0,-1-1 0 0 0,1 1 0 0 0,-1 0 0 0 0,0 0 1 0 0,1 0-1 0 0,-1 0 0 0 0,0 0 0 0 0,1 0 0 0 0,-1 0 0 0 0,1 0 0 0 0,-1 0 1 0 0,0 0-1 0 0,1 0 0 0 0,-1 0 0 0 0,0 0 0 0 0,1 1 0 0 0,-1-1 0 0 0,1 0 1 0 0,-1 0-1 0 0,1 1 0 0 0,-2 0 0 0 0,-5 1-1 0 0,0 1 0 0 0,1 1 0 0 0,-1-1 1 0 0,1 1-1 0 0,0 0 0 0 0,0 0 0 0 0,0 1 0 0 0,1 0 0 0 0,-1 0 0 0 0,1 0 0 0 0,0 1 1 0 0,1 0-1 0 0,-1 0 0 0 0,1 0 0 0 0,0 0 0 0 0,1 1 0 0 0,-1-1 0 0 0,1 1 1 0 0,-2 9-1 0 0,4-14 1 0 0,1-1 0 0 0,-1 1 1 0 0,1-1-1 0 0,0 1 0 0 0,-1-1 1 0 0,1 1-1 0 0,0-1 1 0 0,0 1-1 0 0,0 0 0 0 0,0-1 1 0 0,1 1-1 0 0,-1-1 0 0 0,0 1 1 0 0,1-1-1 0 0,-1 1 1 0 0,1-1-1 0 0,-1 1 0 0 0,1-1 1 0 0,-1 1-1 0 0,1-1 0 0 0,0 0 1 0 0,1 2-1 0 0,0-1 1 0 0,0 0 0 0 0,0-1 0 0 0,0 1-1 0 0,1-1 1 0 0,-1 1 0 0 0,0-1 0 0 0,1 0 0 0 0,-1 0 0 0 0,1 0-1 0 0,-1 0 1 0 0,1 0 0 0 0,2 0 0 0 0,3 1 6 0 0,1-1-1 0 0,-1 0 1 0 0,0-1 0 0 0,0 0 0 0 0,0 0-1 0 0,1-1 1 0 0,13-3 0 0 0,-8 1 1 0 0,-1-1-1 0 0,0-1 1 0 0,-1 0-1 0 0,1 0 1 0 0,-1-2-1 0 0,0 1 1 0 0,14-12-1 0 0,-21 12 25 0 0,-1 0 1 0 0,1 0-1 0 0,-1-1 0 0 0,0 0 1 0 0,-1 0-1 0 0,0 0 0 0 0,3-9 1 0 0,-6 15-37 0 0,1 0 0 0 0,-1-1 0 0 0,0 1 0 0 0,0-1 1 0 0,0 1-1 0 0,0-1 0 0 0,0 1 0 0 0,0 0 0 0 0,-1-1 0 0 0,1 1 0 0 0,0-1 1 0 0,-1 1-1 0 0,1 0 0 0 0,-1-1 0 0 0,1 1 0 0 0,-1 0 0 0 0,0 0 1 0 0,0 0-1 0 0,1-1 0 0 0,-1 1 0 0 0,0 0 0 0 0,0 0 0 0 0,0 0 1 0 0,0 0-1 0 0,0 0 0 0 0,0 0 0 0 0,-1 1 0 0 0,1-1 0 0 0,0 0 0 0 0,0 0 1 0 0,0 1-1 0 0,-1-1 0 0 0,1 1 0 0 0,0-1 0 0 0,-2 1 0 0 0,-5-3 4 0 0,0 0-1 0 0,1 1 1 0 0,-1 1-1 0 0,0-1 0 0 0,-9 0 1 0 0,-46 2-11 0 0,58 0 8 0 0,-1 1 0 0 0,0-1 0 0 0,1 1 0 0 0,-1 1 0 0 0,1-1 0 0 0,-1 1 0 0 0,1 0 0 0 0,0 0 0 0 0,-6 4 0 0 0,11-6-1 0 0,-1 0 0 0 0,1 0 0 0 0,0 0-1 0 0,0 0 1 0 0,-1 0 0 0 0,1 1 0 0 0,0-1 0 0 0,0 0-1 0 0,0 0 1 0 0,-1 0 0 0 0,1 0 0 0 0,0 1-1 0 0,0-1 1 0 0,0 0 0 0 0,-1 0 0 0 0,1 1 0 0 0,0-1-1 0 0,0 0 1 0 0,0 0 0 0 0,0 1 0 0 0,0-1-1 0 0,0 0 1 0 0,0 0 0 0 0,0 1 0 0 0,0-1 0 0 0,0 0-1 0 0,0 1 1 0 0,0-1 0 0 0,0 0 0 0 0,0 0-1 0 0,0 1 1 0 0,0-1 0 0 0,0 0 0 0 0,0 0 0 0 0,0 1-1 0 0,0-1 1 0 0,0 0 0 0 0,0 0 0 0 0,0 1-1 0 0,0-1 1 0 0,1 1 0 0 0,12 8-5 0 0,19 2 44 0 0,-31-11-43 0 0,14 3 4 0 0,1 0 1 0 0,-1 0 0 0 0,1-2 0 0 0,0 0 0 0 0,0-1-1 0 0,17-2 1 0 0,97-18 25 0 0,-42 4-62 0 0,-72 14 45 0 0,14-3-3 0 0,0 2 0 0 0,0 1 0 0 0,56 3 0 0 0,25 24 195 0 0,227 22 54 0 0,-319-39-8019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12555 0 0,'0'0'350'0'0,"6"-20"3478"0"0,9 2-3736 0 0,-2 8-2811 0 0,-10 9 592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47 256 240 0 0,'0'0'297'0'0,"0"-18"2537"0"0,-5-163 1887 0 0,5 181-4616 0 0,0-1-1 0 0,0 0 1 0 0,1 0-1 0 0,-1 1 1 0 0,0-1-1 0 0,0 0 1 0 0,1 1-1 0 0,-1-1 0 0 0,0 0 1 0 0,1 1-1 0 0,-1-1 1 0 0,1 0-1 0 0,-1 1 1 0 0,1-1-1 0 0,-1 1 1 0 0,1-1-1 0 0,0 0 0 0 0,-1 1-76 0 0,1 0 0 0 0,-1 0 0 0 0,0 0 0 0 0,0 0 0 0 0,1-1 0 0 0,-1 1-1 0 0,0 0 1 0 0,1 0 0 0 0,-1 0 0 0 0,0 0 0 0 0,0 0 0 0 0,1 0-1 0 0,-1 0 1 0 0,0 0 0 0 0,1 0 0 0 0,-1 0 0 0 0,0 0 0 0 0,0 1-1 0 0,1-1 1 0 0,-1 0 0 0 0,0 0 0 0 0,1 0 0 0 0,-1 0 0 0 0,0 0-1 0 0,0 0 1 0 0,1 1 0 0 0,-1-1 0 0 0,0 0 0 0 0,0 0 0 0 0,0 0-1 0 0,1 1 1 0 0,-1-1 0 0 0,0 0 0 0 0,0 0 0 0 0,0 1 0 0 0,0-1 0 0 0,1 0-1 0 0,-1 0 1 0 0,0 1 0 0 0,0-1 0 0 0,0 0 0 0 0,0 0 0 0 0,0 1-1 0 0,0-1 1 0 0,0 0 0 0 0,0 1 0 0 0,0-1 0 0 0,0 0 0 0 0,0 0-1 0 0,0 1 1 0 0,0-1 0 0 0,0 0 0 0 0,0 1 0 0 0,4 26 133 0 0,-2 0 1 0 0,0 0-1 0 0,-4 47 1 0 0,-18 84 272 0 0,11-92-289 0 0,-24 191 287 0 0,30-205 819 0 0,4-52-1237 0 0,-1 0-1 0 0,1 0 0 0 0,-1 0 1 0 0,0 0-1 0 0,1 0 0 0 0,-1 0 1 0 0,1 0-1 0 0,-1 0 0 0 0,0 0 1 0 0,1 0-1 0 0,-1 0 0 0 0,1 0 1 0 0,-1 0-1 0 0,0-1 0 0 0,1 1 1 0 0,-1 0-1 0 0,0 0 0 0 0,1 0 1 0 0,-1-1-1 0 0,0 1 0 0 0,1 0 1 0 0,-1 0-1 0 0,0-1 0 0 0,0 1 1 0 0,1 0-1 0 0,-1-1 0 0 0,0 1 1 0 0,0 0-1 0 0,1-1 1 0 0,-1 1-1 0 0,0 0 0 0 0,0-1 1 0 0,0 1-1 0 0,0-1 0 0 0,0 1 1 0 0,1 0-1 0 0,-1-1 0 0 0,0 1 1 0 0,0-1-1 0 0,33-93 74 0 0,5 1 1 0 0,4 3-1 0 0,62-101 0 0 0,-81 152-55 0 0,-2 0-1 0 0,-2-1 0 0 0,18-54 1 0 0,-36 89-10 0 0,1 1 1 0 0,1 0-1 0 0,-1-1 1 0 0,1 1-1 0 0,4-5 1 0 0,6-11 38 0 0,-51 99-3429 0 0,30-58 1749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283 127 8938 0 0,'0'0'42'0'0,"-1"0"0"0"0,0 0 0 0 0,0-1 1 0 0,1 1-1 0 0,-1 0 0 0 0,0-1 0 0 0,0 1 0 0 0,1 0 1 0 0,-1-1-1 0 0,0 1 0 0 0,1-1 0 0 0,-1 1 0 0 0,1-1 1 0 0,-1 1-1 0 0,0-1 0 0 0,1 1 0 0 0,-1-1 0 0 0,1 0 1 0 0,0 1-1 0 0,-1-2 0 0 0,0 2-36 0 0,1-1 1 0 0,0 0 0 0 0,-1 1-1 0 0,1-1 1 0 0,-1 0-1 0 0,1 1 1 0 0,-1-1-1 0 0,0 1 1 0 0,1-1-1 0 0,-1 0 1 0 0,1 1-1 0 0,-1 0 1 0 0,0-1-1 0 0,0 1 1 0 0,1-1-1 0 0,-1 1 1 0 0,0 0-1 0 0,0 0 1 0 0,1-1-1 0 0,-1 1 1 0 0,0 0-1 0 0,0 0 1 0 0,1 0-1 0 0,-1 0 1 0 0,0 0 0 0 0,0 0-1 0 0,0 0 1 0 0,1 0-1 0 0,-1 0 1 0 0,-1 0-1 0 0,0 1 25 0 0,1 0-1 0 0,-1 0 0 0 0,1 0 1 0 0,-1 0-1 0 0,1 0 0 0 0,-1 0 1 0 0,1 0-1 0 0,0 0 1 0 0,-1 0-1 0 0,1 1 0 0 0,0-1 1 0 0,0 0-1 0 0,0 1 1 0 0,0-1-1 0 0,0 1 0 0 0,0-1 1 0 0,1 1-1 0 0,-1 0 0 0 0,-1 2 1 0 0,-6 38 167 0 0,6-30-113 0 0,-29 176 644 0 0,16-157 1149 0 0,15-30-1796 0 0,18-43 80 0 0,-2 0 1 0 0,14-56 0 0 0,-18 54-175 0 0,1 1-1 0 0,25-51 0 0 0,-36 90 11 0 0,0 1-1 0 0,0 0 0 0 0,0 0 1 0 0,0 0-1 0 0,1 0 0 0 0,-1 0 0 0 0,1 0 1 0 0,0 0-1 0 0,-1 1 0 0 0,1-1 1 0 0,1 1-1 0 0,-1 0 0 0 0,0 0 1 0 0,4-2-1 0 0,-5 3 0 0 0,0 1 0 0 0,0-1 0 0 0,0 1 0 0 0,0 0 0 0 0,-1 0 0 0 0,1-1 0 0 0,0 1 0 0 0,0 0 0 0 0,0 1 0 0 0,0-1 0 0 0,0 0 0 0 0,0 0 0 0 0,-1 1-1 0 0,1-1 1 0 0,0 1 0 0 0,0 0 0 0 0,-1-1 0 0 0,1 1 0 0 0,0 0 0 0 0,-1 0 0 0 0,1 0 0 0 0,-1 0 0 0 0,1 0 0 0 0,-1 1 0 0 0,1-1 0 0 0,-1 0 0 0 0,0 1 0 0 0,0-1 0 0 0,1 1 0 0 0,-1-1 0 0 0,1 4 0 0 0,9 13 12 0 0,-2 0 0 0 0,11 30 0 0 0,-2-7-7 0 0,-6-10-1 0 0,-9-22 1 0 0,0 0 0 0 0,1 0 0 0 0,6 9-1 0 0,-2-4 29 0 0,0 1-1 0 0,-1-1 0 0 0,5 17 0 0 0,-10-25-2 0 0,0-1 0 0 0,-1 1-1 0 0,1 0 1 0 0,-1 0 0 0 0,0 0-1 0 0,-1 0 1 0 0,0 0 0 0 0,0 0 0 0 0,0 0-1 0 0,0 0 1 0 0,-3 10 0 0 0,2-14-8 0 0,0 0 1 0 0,-1 1-1 0 0,1-1 1 0 0,0 0-1 0 0,-1 0 1 0 0,1-1 0 0 0,-1 1-1 0 0,0 0 1 0 0,0 0-1 0 0,0-1 1 0 0,0 1-1 0 0,0-1 1 0 0,0 1-1 0 0,0-1 1 0 0,0 0-1 0 0,0 0 1 0 0,-1 0 0 0 0,1 0-1 0 0,-5 1 1 0 0,-8 2 4 0 0,0-1 0 0 0,-17 2 1 0 0,9-2 66 0 0,-191 21 1525 0 0,207-23-1553 0 0,0 1 0 0 0,0-1 0 0 0,1 1 0 0 0,-1 0 0 0 0,1 1 0 0 0,-8 3 0 0 0,6-2 10 0 0,0 0 0 0 0,0-1-1 0 0,-14 3 1 0 0,4-3-148 0 0,0-1 0 0 0,-27-1 0 0 0,61 7-5563 0 0,0-7 3846 0 0,1 0-712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68 7194 0 0,'-33'0'938'0'0,"34"-1"-857"0"0,0-1 0 0 0,0 1 0 0 0,-1 0 0 0 0,1 0 0 0 0,0 0 0 0 0,0 0-1 0 0,0 0 1 0 0,1 1 0 0 0,-1-1 0 0 0,0 0 0 0 0,0 0 0 0 0,0 1 0 0 0,0-1-1 0 0,1 1 1 0 0,-1-1 0 0 0,0 1 0 0 0,1-1 0 0 0,1 1 0 0 0,1-2 68 0 0,24-9 72 0 0,1 2 1 0 0,-1 1-1 0 0,2 1 1 0 0,-1 1-1 0 0,1 2 0 0 0,0 1 1 0 0,0 1-1 0 0,0 2 1 0 0,52 5-1 0 0,-76-4-439 0 0,7 1 592 0 0,-6 5-4835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5225 0 0,'-15'6'1845'0'0,"15"-5"-1831"0"0,0-1 0 0 0,0 0 0 0 0,0 0 0 0 0,0 0 0 0 0,0 1 0 0 0,0-1 0 0 0,0 0 1 0 0,0 0-1 0 0,0 0 0 0 0,0 0 0 0 0,0 1 0 0 0,0-1 0 0 0,0 0 0 0 0,1 0 1 0 0,-1 0-1 0 0,0 0 0 0 0,0 1 0 0 0,0-1 0 0 0,0 0 0 0 0,0 0 0 0 0,0 0 1 0 0,0 0-1 0 0,1 0 0 0 0,-1 1 0 0 0,0-1 0 0 0,0 0 0 0 0,0 0 0 0 0,0 0 1 0 0,0 0-1 0 0,1 0 0 0 0,-1 0 0 0 0,0 0 0 0 0,0 0 0 0 0,0 0 0 0 0,0 0 0 0 0,1 0 1 0 0,-1 0-1 0 0,0 0 0 0 0,0 0 0 0 0,0 0 0 0 0,1 0 0 0 0,-1 0 0 0 0,0 0 1 0 0,0 0-1 0 0,0 0 0 0 0,0 0 0 0 0,1 0 0 0 0,11 0 573 0 0,-9 0-510 0 0,253-18 1940 0 0,-242 16-2964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54 266 1088 0 0,'15'-18'3756'0'0,"-4"4"-3428"0"0,-6 7 10 0 0,1-1 0 0 0,-1 1 0 0 0,0-1 0 0 0,-1 0 0 0 0,5-11 0 0 0,5 3 327 0 0,-8 10 120 0 0,-7 11 1226 0 0,-44 68-1212 0 0,37-61-715 0 0,1 0-1 0 0,0 1 1 0 0,0 0 0 0 0,1 0-1 0 0,1 1 1 0 0,0 0 0 0 0,1 0 0 0 0,-4 22-1 0 0,8-31-69 0 0,-2-1-1 0 0,1 1 1 0 0,0-1-1 0 0,-1 1 1 0 0,0-1 0 0 0,-3 7-1 0 0,3-7 16 0 0,0 0 1 0 0,0 0-1 0 0,0 0 0 0 0,1 0 0 0 0,-1 0 0 0 0,1 1 0 0 0,0-1 1 0 0,1 0-1 0 0,-1 6 0 0 0,1-9 7 0 0,0 1 0 0 0,0 0 0 0 0,0-1 1 0 0,0 1-1 0 0,1 0 0 0 0,-1 0 0 0 0,1-1 0 0 0,-1 1 0 0 0,1 0 0 0 0,-1-1 0 0 0,1 1 1 0 0,0-1-1 0 0,0 1 0 0 0,0-1 0 0 0,0 1 0 0 0,0-1 0 0 0,0 0 0 0 0,0 1 0 0 0,1-1 1 0 0,1 2-1 0 0,0-1-8 0 0,1-1 1 0 0,-1 1-1 0 0,0 0 1 0 0,1-1 0 0 0,-1 0-1 0 0,0 0 1 0 0,1 0-1 0 0,0 0 1 0 0,5 0 0 0 0,1 0-1 0 0,0-1 0 0 0,-1 0 0 0 0,1-1 0 0 0,-1 0 0 0 0,1 0 0 0 0,0-1 1 0 0,9-4-1 0 0,13-6 79 0 0,-1-3 0 0 0,44-27 0 0 0,-65 34-61 0 0,0-1 0 0 0,0 0 1 0 0,-1 0-1 0 0,0-1 0 0 0,-1 0 0 0 0,0-1 1 0 0,-1 0-1 0 0,11-21 0 0 0,-12 19 46 0 0,0 0 0 0 0,3-16 1 0 0,11-25 142 0 0,-17 48-211 0 0,-1 0-1 0 0,0 0 1 0 0,-1 1-1 0 0,0-2 1 0 0,1 1-1 0 0,-2 0 1 0 0,1 0-1 0 0,-1 0 1 0 0,0 0-1 0 0,0 0 1 0 0,-1 0-1 0 0,0-1 1 0 0,0 1-1 0 0,0 0 1 0 0,-1 0-1 0 0,0 0 1 0 0,0 1-1 0 0,0-1 1 0 0,-1 0-1 0 0,0 1 1 0 0,0 0-1 0 0,0 0 1 0 0,-7-8-1 0 0,7 10-17 0 0,0 1-1 0 0,0 0 0 0 0,-1 0 1 0 0,1 0-1 0 0,0 1 1 0 0,-1-1-1 0 0,1 1 0 0 0,-1 0 1 0 0,1-1-1 0 0,-1 2 0 0 0,0-1 1 0 0,-6 0-1 0 0,-24-8-36 0 0,30 7 23 0 0,-11-4-21 0 0,0-1-1 0 0,-25-5 1 0 0,34 10 24 0 0,0 1 1 0 0,0 0-1 0 0,-1 1 0 0 0,1 0 1 0 0,0 0-1 0 0,0 0 1 0 0,-1 1-1 0 0,1 0 1 0 0,0 0-1 0 0,-9 3 0 0 0,7-2 6 0 0,0 1 0 0 0,1 0 0 0 0,-1 0 0 0 0,-11 7 0 0 0,16-8 0 0 0,0 1 1 0 0,-1 0-1 0 0,2 0 1 0 0,-1 0-1 0 0,0 0 1 0 0,1 0-1 0 0,-1 0 1 0 0,1 1-1 0 0,0-1 1 0 0,0 1-1 0 0,-1 4 1 0 0,-4 8 19 0 0,2 0 0 0 0,0 1 0 0 0,0 0 0 0 0,2 0-1 0 0,-3 33 1 0 0,5-45-19 0 0,0 0-1 0 0,0 0 1 0 0,-1 0 0 0 0,1 0-1 0 0,-1 0 1 0 0,0-1-1 0 0,-4 8 1 0 0,-9 23 8 0 0,11-20 8 0 0,1 1 0 0 0,1 0 1 0 0,0 0-1 0 0,1 0 0 0 0,1 0 0 0 0,0 0 1 0 0,1 0-1 0 0,5 27 0 0 0,-5-41-243 0 0,-1-1 0 0 0,1 1 1 0 0,0 0-1 0 0,-1-1 0 0 0,1 1 0 0 0,0-1 0 0 0,0 1 1 0 0,0-1-1 0 0,0 0 0 0 0,0 1 0 0 0,0-1 0 0 0,1 0 1 0 0,-1 0-1 0 0,0 0 0 0 0,1 0 0 0 0,-1 0 0 0 0,1 0 0 0 0,-1 0 1 0 0,1 0-1 0 0,2 1 0 0 0,7 1-1778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5769 0 0,'-3'0'396'0'0,"1"0"1"0"0,-1 1-1 0 0,1-1 0 0 0,0 0 0 0 0,-1 1 0 0 0,1 0 0 0 0,-1-1 1 0 0,1 1-1 0 0,0 0 0 0 0,0 0 0 0 0,-1 0 0 0 0,1 0 0 0 0,0 1 1 0 0,0-1-1 0 0,-2 2 0 0 0,-21 29 151 0 0,3-4-590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83 106 5889 0 0,'-39'-6'4580'0'0,"35"5"-4426"0"0,-1 0 0 0 0,1 0 0 0 0,-1 0-1 0 0,1 1 1 0 0,-1 0 0 0 0,0-1 0 0 0,-6 2 0 0 0,41-14-48 0 0,0 1 0 0 0,59-16 0 0 0,68-4 64 0 0,-126 27 6 0 0,-1 2-1 0 0,37 1 1 0 0,-66 2-109 0 0,-1 0 0 0 0,1 0 0 0 0,0 0 1 0 0,-1 0-1 0 0,1 0 0 0 0,0 0 1 0 0,-1 0-1 0 0,1 1 0 0 0,0-1 0 0 0,-1 0 1 0 0,1 0-1 0 0,0 1 0 0 0,-1-1 0 0 0,1 0 1 0 0,0 1-1 0 0,-1-1 0 0 0,1 1 0 0 0,-1-1 1 0 0,1 0-1 0 0,-1 1 0 0 0,1-1 0 0 0,-1 1 1 0 0,1 0-1 0 0,-1-1 0 0 0,0 1 0 0 0,1 0 1 0 0,0 1-22 0 0,-1-1 0 0 0,1 1 1 0 0,-1 0-1 0 0,0-1 0 0 0,0 1 1 0 0,0 0-1 0 0,0-1 0 0 0,0 1 1 0 0,0 0-1 0 0,0 2 0 0 0,-2 4-20 0 0,0-1 0 0 0,0 1 0 0 0,-5 11-1 0 0,-16 26 200 0 0,-33 51 0 0 0,23-41 27 0 0,6-12-146 0 0,15-25 3 0 0,0 1 0 0 0,1 0 0 0 0,1 1 0 0 0,1 0 0 0 0,1 0 0 0 0,-6 24 0 0 0,12-37-232 0 0,0 6-198 0 0,1-5-3606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23 578 6297 0 0,'-11'-3'6329'0'0,"2"-3"-5221"0"0,9 5-1143 0 0,0 1 1 0 0,-1 0-1 0 0,1-1 1 0 0,0 1-1 0 0,0 0 1 0 0,0 0-1 0 0,0-1 1 0 0,-1 1-1 0 0,1 0 1 0 0,0-1-1 0 0,0 1 1 0 0,0 0-1 0 0,0-1 1 0 0,0 1 0 0 0,0-1-1 0 0,0 1 1 0 0,0 0-1 0 0,0-1 1 0 0,0 1-1 0 0,0 0 1 0 0,0-1-1 0 0,0 1 1 0 0,0 0-1 0 0,1-1 1 0 0,11-8 452 0 0,111-35-355 0 0,-48 18-1766 0 0,121-58-1 0 0,-98 29-3151 0 0,68-35 2797 0 0,-144 79 2144 0 0,-1 0 0 0 0,0-2 1 0 0,37-29-1 0 0,-55 39 227 0 0,0-1-1 0 0,-1 0 1 0 0,1 0-1 0 0,-1 0 1 0 0,0 0-1 0 0,0 0 1 0 0,0 0 0 0 0,0 0-1 0 0,1-8 1 0 0,3-21 7233 0 0,-6 32-7519 0 0,0 0 0 0 0,0 1 0 0 0,0-1 0 0 0,0 1 0 0 0,0-1 0 0 0,0 0 1 0 0,0 1-1 0 0,-1-1 0 0 0,1 1 0 0 0,0-1 0 0 0,0 1 0 0 0,0-1 0 0 0,-1 0 1 0 0,1 1-1 0 0,0-1 0 0 0,-1 1 0 0 0,1-1 0 0 0,0 1 0 0 0,-1-1 0 0 0,1 1 1 0 0,0 0-1 0 0,-1-1 0 0 0,1 1 0 0 0,-1-1 0 0 0,1 1 0 0 0,-1 0 0 0 0,1-1 1 0 0,-1 1-1 0 0,1 0 0 0 0,-1 0 0 0 0,0 0 0 0 0,0-1 0 0 0,1 1-7 0 0,-1 0 0 0 0,0 0 0 0 0,1 1 0 0 0,-1-1 0 0 0,1 0 1 0 0,-1 0-1 0 0,1 0 0 0 0,-1 1 0 0 0,0-1 0 0 0,1 0 0 0 0,-1 1 0 0 0,1-1 0 0 0,-1 0 0 0 0,1 1 0 0 0,0-1 0 0 0,-1 1 0 0 0,1-1 0 0 0,-1 1 0 0 0,1-1 0 0 0,0 1 1 0 0,-1-1-1 0 0,1 1 0 0 0,0-1 0 0 0,0 1 0 0 0,-1-1 0 0 0,1 1 0 0 0,0-1 0 0 0,0 1 0 0 0,0 0 0 0 0,0-1 0 0 0,0 1 0 0 0,-1-1 0 0 0,2 2 0 0 0,-6 49 190 0 0,3 87 0 0 0,-1 23 24 0 0,1-81-115 0 0,3-52 137 0 0,-1-27-242 0 0,0-1 1 0 0,0 1-1 0 0,0 0 0 0 0,0-1 1 0 0,0 1-1 0 0,0 0 1 0 0,0-1-1 0 0,0 1 1 0 0,0 0-1 0 0,1-1 1 0 0,-1 1-1 0 0,0 0 1 0 0,0-1-1 0 0,1 1 1 0 0,-1 0-1 0 0,0-1 1 0 0,1 1-1 0 0,-1-1 1 0 0,1 1-1 0 0,-1-1 0 0 0,1 1 1 0 0,-1-1-1 0 0,1 1 1 0 0,-1-1-1 0 0,1 0 1 0 0,0 1-1 0 0,0-1 1 0 0,0 1-4 0 0,1-1 1 0 0,0 1-1 0 0,-1-1 0 0 0,1 0 1 0 0,0 0-1 0 0,-1 0 0 0 0,1 0 1 0 0,-1 0-1 0 0,1 0 0 0 0,0 0 1 0 0,1-1-1 0 0,6-2 1 0 0,-1 0 0 0 0,1 0 0 0 0,9-5 0 0 0,-15 6 28 0 0,1-1-27 0 0,0 0 0 0 0,1-1-1 0 0,-2 1 1 0 0,1-1 0 0 0,0 0 0 0 0,-1 0 0 0 0,0-1-1 0 0,0 1 1 0 0,0-1 0 0 0,0 1 0 0 0,2-7 0 0 0,6-9-2 0 0,97-180 89 0 0,-55 96-116 0 0,35-50 48 0 0,-75 137-4551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44 1984 0 0,'0'0'363'0'0,"-4"-26"5021"0"0,3 25-5237 0 0,1 0-1 0 0,-1-1 1 0 0,0 1 0 0 0,1 0-1 0 0,-1 0 1 0 0,0 0 0 0 0,0 0-1 0 0,0 0 1 0 0,0 1 0 0 0,0-1-1 0 0,0 0 1 0 0,0 0 0 0 0,0 0-1 0 0,0 1 1 0 0,0-1 0 0 0,0 1-1 0 0,-1-1 1 0 0,1 1 0 0 0,0-1-1 0 0,0 1 1 0 0,-1 0 0 0 0,1-1-1 0 0,0 1 1 0 0,0 0 0 0 0,-1 0-1 0 0,1 0 1 0 0,0 0 0 0 0,-1 0-1 0 0,1 0 1 0 0,0 1 0 0 0,0-1-1 0 0,-1 0 1 0 0,1 1 0 0 0,0-1-1 0 0,0 1 1 0 0,0-1 0 0 0,-2 2-1 0 0,-5 2-98 0 0,0 0-1 0 0,1 1 1 0 0,0 0 0 0 0,-9 8-1 0 0,13-11 75 0 0,-113 83 230 0 0,69-52-788 0 0,-45 40-1 0 0,77-59-3731 0 0,12-11 1506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46 172 9378 0 0,'-9'-65'1660'0'0,"9"55"-1516"0"0,1 1-1 0 0,0 0 0 0 0,0 0 1 0 0,1 0-1 0 0,0 0 1 0 0,0 0-1 0 0,1 1 0 0 0,0-1 1 0 0,5-8-1 0 0,-8 17-133 0 0,0 0-1 0 0,0 0 1 0 0,0-1-1 0 0,1 1 1 0 0,-1 0-1 0 0,0 0 1 0 0,0 0-1 0 0,0 0 1 0 0,0 0-1 0 0,0 0 1 0 0,0 0-1 0 0,0 0 1 0 0,1 0-1 0 0,-1 0 1 0 0,0 0-1 0 0,0 0 1 0 0,0-1-1 0 0,0 1 1 0 0,0 0-1 0 0,0 0 1 0 0,1 0-1 0 0,-1 0 1 0 0,0 0-1 0 0,0 0 1 0 0,0 0-1 0 0,0 0 1 0 0,0 0-1 0 0,1 0 1 0 0,-1 1-1 0 0,0-1 1 0 0,0 0-1 0 0,0 0 1 0 0,0 0-1 0 0,0 0 1 0 0,0 0-1 0 0,1 0 1 0 0,-1 0 0 0 0,0 0-1 0 0,0 0 1 0 0,0 0-1 0 0,0 0 1 0 0,0 1-1 0 0,0-1 1 0 0,0 0-1 0 0,0 0 1 0 0,0 0-1 0 0,1 0 1 0 0,-1 0-1 0 0,0 0 1 0 0,0 0-1 0 0,0 1 1 0 0,6 11 181 0 0,1 12-88 0 0,-4-6-43 0 0,-1 0 0 0 0,0 1 0 0 0,-2-1 0 0 0,-3 37-1 0 0,-19 74 17 0 0,18-107-44 0 0,-18 76 33 0 0,-13 86 346 0 0,35-166 148 0 0,0-18-548 0 0,0 0-1 0 0,0 0 1 0 0,0 0-1 0 0,0 0 0 0 0,0 0 1 0 0,0 0-1 0 0,0 0 1 0 0,0 0-1 0 0,0 0 1 0 0,0 1-1 0 0,0-1 1 0 0,0 0-1 0 0,0 0 0 0 0,1 0 1 0 0,-1 0-1 0 0,0 0 1 0 0,0 0-1 0 0,0 0 1 0 0,0 0-1 0 0,0 0 0 0 0,0 0 1 0 0,0 0-1 0 0,0 0 1 0 0,0 0-1 0 0,0 1 1 0 0,0-1-1 0 0,0 0 1 0 0,1 0-1 0 0,-1 0 0 0 0,0 0 1 0 0,0 0-1 0 0,0 0 1 0 0,0 0-1 0 0,0 0 1 0 0,0 0-1 0 0,0 0 1 0 0,0 0-1 0 0,0 0 0 0 0,0 0 1 0 0,1 0-1 0 0,-1 0 1 0 0,0 0-1 0 0,0 0 1 0 0,0 0-1 0 0,0 0 0 0 0,0 0 1 0 0,0 0-1 0 0,0-1 1 0 0,0 1-1 0 0,0 0 1 0 0,0 0-1 0 0,1 0 1 0 0,-1 0-1 0 0,0 0 0 0 0,0 0 1 0 0,0 0-1 0 0,0 0 1 0 0,0 0-1 0 0,0 0 1 0 0,0 0-1 0 0,0 0 1 0 0,0 0-1 0 0,0-1 0 0 0,14-23 494 0 0,-12 20-608 0 0,108-232 364 0 0,-91 185-225 0 0,-16 41-27 0 0,0 0-1 0 0,1-1 1 0 0,1 1-1 0 0,8-14 0 0 0,97-122 28 0 0,-67 93 44 0 0,-36 43-340 0 0,10-13 762 0 0,-16 22-772 0 0,0 0 0 0 0,0 0 0 0 0,0 0 0 0 0,0 0 1 0 0,0 0-1 0 0,0 0 0 0 0,0 1 0 0 0,0-1 1 0 0,0 0-1 0 0,0 1 0 0 0,0-1 0 0 0,1 1 0 0 0,-1-1 1 0 0,0 1-1 0 0,0-1 0 0 0,2 1 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13 7378 0 0,'-5'-3'3382'0'0,"-12"-5"-3348"0"0,15 7 43 0 0,0 1 1 0 0,0 0-1 0 0,-1 0 0 0 0,1 0 0 0 0,0 0 0 0 0,0 0 1 0 0,0 0-1 0 0,0 1 0 0 0,0-1 0 0 0,0 1 0 0 0,0-1 0 0 0,0 1 1 0 0,0 0-1 0 0,0 0 0 0 0,0 0 0 0 0,0 0 0 0 0,1 0 0 0 0,-1 0 1 0 0,0 1-1 0 0,1-1 0 0 0,-1 0 0 0 0,1 1 0 0 0,-1 0 0 0 0,1-1 1 0 0,0 1-1 0 0,-1 0 0 0 0,1-1 0 0 0,-1 3 0 0 0,-3 7 45 0 0,-1 0 1 0 0,2 0-1 0 0,-7 23 0 0 0,3-10 87 0 0,-2 5-112 0 0,-2 1 0 0 0,-1-2 1 0 0,-1 0-1 0 0,-1 0 0 0 0,-26 33 1 0 0,8-12 11 0 0,22-32-346 0 0,-1 0 0 0 0,-16 18 0 0 0,23-30-614 0 0,-1 1 0 0 0,1-2 0 0 0,-1 1 0 0 0,0 0 0 0 0,-11 5 0 0 0,6-4-2010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0 408 6449 0 0,'0'0'419'0'0,"6"-9"885"0"0,188-73 771 0 0,-134 60-1826 0 0,-1-3 0 0 0,-1-2 0 0 0,54-35 1 0 0,-101 55-177 0 0,-8 5-43 0 0,0 1 1 0 0,0-1-1 0 0,0 0 1 0 0,0 0 0 0 0,0 0-1 0 0,-1-1 1 0 0,1 1-1 0 0,-1-1 1 0 0,1 1-1 0 0,-1-1 1 0 0,0 0-1 0 0,0 0 1 0 0,0 0-1 0 0,-1 0 1 0 0,1 0-1 0 0,-1 0 1 0 0,3-7 0 0 0,1-14 177 0 0,-5 19-124 0 0,1 0 0 0 0,0 0-1 0 0,0 1 1 0 0,1-1 0 0 0,0 0 0 0 0,0 0 0 0 0,3-6-1 0 0,-3 9-41 0 0,-1 0 0 0 0,0 0 0 0 0,0 0 0 0 0,0 0 0 0 0,0 0 0 0 0,0 0 0 0 0,-1 0 0 0 0,1 0 0 0 0,-1 0-1 0 0,1-1 1 0 0,-1 1 0 0 0,0 0 0 0 0,1 0 0 0 0,-1 0 0 0 0,-1-1 0 0 0,1-3 0 0 0,0 5-38 0 0,-1 1 1 0 0,1-1-1 0 0,0 0 0 0 0,0 1 1 0 0,-1-1-1 0 0,1 0 1 0 0,0 1-1 0 0,-1-1 0 0 0,1 1 1 0 0,-1-1-1 0 0,1 1 1 0 0,0-1-1 0 0,-1 1 0 0 0,1-1 1 0 0,-1 1-1 0 0,0-1 1 0 0,1 1-1 0 0,-1-1 0 0 0,1 1 1 0 0,-1 0-1 0 0,0-1 1 0 0,-1 1-11 0 0,1 0 1 0 0,0 0 0 0 0,-1 0 0 0 0,1 0-1 0 0,0 0 1 0 0,0 0 0 0 0,-1 0 0 0 0,1 0 0 0 0,0 0-1 0 0,0 1 1 0 0,-1-1 0 0 0,1 0 0 0 0,0 1-1 0 0,0-1 1 0 0,-2 2 0 0 0,1 0 9 0 0,1-1-1 0 0,0 1 1 0 0,0-1 0 0 0,0 1-1 0 0,0 0 1 0 0,0 0-1 0 0,0-1 1 0 0,1 1 0 0 0,-1 0-1 0 0,1 0 1 0 0,-1 0 0 0 0,0 3-1 0 0,-1 6-5 0 0,-7 11 16 0 0,-60 156 279 0 0,51-138 113 0 0,-2-1 1 0 0,-35 50-1 0 0,49-81-285 0 0,-5 10 429 0 0,-28 30 0 0 0,31-38-173 0 0,13-10-169 0 0,19-15-144 0 0,1-14-53 0 0,-1 0 0 0 0,25-41 0 0 0,9-11 14 0 0,-54 77-55 0 0,-1 0 0 0 0,1 1-1 0 0,-1 0 1 0 0,1 0 0 0 0,0 0 0 0 0,8-5-1 0 0,-11 8 30 0 0,-1 0-1 0 0,0 0 0 0 0,0 0 1 0 0,0 0-1 0 0,1 1 0 0 0,-1-1 1 0 0,0 0-1 0 0,0 0 0 0 0,0 0 1 0 0,1 0-1 0 0,-1 0 1 0 0,0 0-1 0 0,0 0 0 0 0,0 0 1 0 0,0 1-1 0 0,1-1 0 0 0,-1 0 1 0 0,0 0-1 0 0,0 0 0 0 0,0 0 1 0 0,0 1-1 0 0,0-1 1 0 0,0 0-1 0 0,0 0 0 0 0,1 0 1 0 0,-1 0-1 0 0,0 1 0 0 0,0-1 1 0 0,0 0-1 0 0,0 0 0 0 0,0 0 1 0 0,0 1-1 0 0,0-1 0 0 0,0 0 1 0 0,0 0-1 0 0,0 0 1 0 0,0 1-1 0 0,0-1 0 0 0,0 0 1 0 0,0 1-1 0 0,0 11-13 0 0,0-11 11 0 0,-1 19 2 0 0,-7 36 0 0 0,5-43 18 0 0,0 0 0 0 0,2 1 0 0 0,-1-1 0 0 0,2 1 0 0 0,0-1 0 0 0,3 25 0 0 0,-2-36-11 0 0,-1 0 0 0 0,1 0 0 0 0,0-1 0 0 0,1 1 0 0 0,-1 0 0 0 0,0-1 0 0 0,1 1 0 0 0,-1 0 0 0 0,1-1 0 0 0,-1 1 0 0 0,1-1 0 0 0,-1 0 0 0 0,1 0 0 0 0,0 0 0 0 0,0 1 0 0 0,0-2 0 0 0,0 1 0 0 0,0 0 0 0 0,0 0 0 0 0,2 0 0 0 0,2 1 14 0 0,1 0 0 0 0,0 0-1 0 0,0-1 1 0 0,11 1-1 0 0,-4-2-84 0 0,0-1-1 0 0,0 0 1 0 0,-1-1-1 0 0,1-1 0 0 0,-1 0 1 0 0,0-1-1 0 0,18-7 1 0 0,-20 6-766 0 0,1 0 1 0 0,-1-1 0 0 0,-1 0 0 0 0,19-15-1 0 0,-10 2-2207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31 2232 0 0,'-32'-2'9244'0'0,"32"2"-9204"0"0,0 0 0 0 0,0 0 0 0 0,0 0 0 0 0,0 0 0 0 0,0 0 0 0 0,0 0 0 0 0,0 0 0 0 0,0 0 0 0 0,0 0 0 0 0,-1 0 0 0 0,1 0 0 0 0,0 0 0 0 0,0 0 0 0 0,0 0 0 0 0,0 0 0 0 0,0 0 0 0 0,0 0 0 0 0,0 0 0 0 0,0 0 0 0 0,0 0 0 0 0,-1 0 0 0 0,1 0 0 0 0,0 0-1 0 0,0 0 1 0 0,0 0 0 0 0,0 0 0 0 0,0 0 0 0 0,0-1 0 0 0,0 1 0 0 0,0 0 0 0 0,0 0 0 0 0,0 0 0 0 0,0 0 0 0 0,0 0 0 0 0,0 0 0 0 0,0 0 0 0 0,-1 0 0 0 0,1 0 0 0 0,0 0 0 0 0,0 0 0 0 0,0-1 0 0 0,0 1 0 0 0,0 0 0 0 0,0 0 0 0 0,0 0 0 0 0,0 0 0 0 0,0 0 0 0 0,0 0 0 0 0,0 0 0 0 0,0 0 0 0 0,0 0 0 0 0,0 0 0 0 0,0-1 0 0 0,0 1 0 0 0,0 0 0 0 0,0 0 0 0 0,0 0 0 0 0,1 0 0 0 0,-1 0 0 0 0,0 0 0 0 0,0 0 0 0 0,0 0 0 0 0,0 0 0 0 0,0 0 0 0 0,0 0 0 0 0,0-1 0 0 0,16-4-280 0 0,20-2 356 0 0,0 2 0 0 0,44-2 1 0 0,-14 6-5144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45 7706 0 0,'-9'0'1579'0'0,"35"-1"-1304"0"0,1-1 1 0 0,-1-1-1 0 0,0-1 1 0 0,50-16-1 0 0,-36 8-1078 0 0,-33 10-1182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241 101 1360 0 0,'19'-26'7226'0'0,"-18"24"-6872"0"0,0 0 0 0 0,-1 1 1 0 0,1-1-1 0 0,0 0 0 0 0,-1 0 0 0 0,1 0 1 0 0,-1 1-1 0 0,1-1 0 0 0,-1 0 0 0 0,0-3 1 0 0,-5 2 936 0 0,-9 8-1377 0 0,2 3 199 0 0,-1 0-1 0 0,2 2 1 0 0,-1-1 0 0 0,1 2-1 0 0,1-1 1 0 0,-16 21-1 0 0,1-2 91 0 0,9-12-154 0 0,2 0-1 0 0,0 1 1 0 0,-18 33 0 0 0,29-43-42 0 0,0-1 0 0 0,1 1 0 0 0,0-1 0 0 0,-3 17 0 0 0,5-17 1 0 0,-2 0 0 0 0,1 0 0 0 0,-1 0 0 0 0,0 0 0 0 0,0 0 0 0 0,-5 8 0 0 0,4-9 16 0 0,0 1 0 0 0,0 0 0 0 0,0 0 0 0 0,-2 10 0 0 0,4-15-3 0 0,1 1 0 0 0,-1-1 0 0 0,1 1 1 0 0,0-1-1 0 0,-1 0 0 0 0,1 1 0 0 0,0-1 1 0 0,0 1-1 0 0,1-1 0 0 0,-1 1 0 0 0,1-1 1 0 0,-1 1-1 0 0,1-1 0 0 0,0 0 0 0 0,-1 1 1 0 0,4 3-1 0 0,-2-4 0 0 0,0 0-1 0 0,0 0 1 0 0,0-1 0 0 0,0 1-1 0 0,1-1 1 0 0,-1 1 0 0 0,0-1-1 0 0,1 0 1 0 0,0 0 0 0 0,-1 0-1 0 0,1 0 1 0 0,-1 0 0 0 0,1-1-1 0 0,0 1 1 0 0,0-1 0 0 0,-1 0-1 0 0,6 0 1 0 0,1 0 12 0 0,-1 0-1 0 0,0-1 1 0 0,0 0-1 0 0,14-4 1 0 0,-12 2 0 0 0,0-1-1 0 0,0 0 1 0 0,0 0 0 0 0,-1-1 0 0 0,0 0-1 0 0,0-1 1 0 0,0 0 0 0 0,0-1 0 0 0,-1 0-1 0 0,0 0 1 0 0,-1 0 0 0 0,0-1 0 0 0,10-14 0 0 0,-9 13-21 0 0,59-83 156 0 0,-60 80-143 0 0,0 1 1 0 0,-1-1-1 0 0,-1-1 0 0 0,0 1 0 0 0,0-1 1 0 0,3-17-1 0 0,-5 20 13 0 0,0-1 1 0 0,8-16 0 0 0,-8 19-27 0 0,0 1 1 0 0,0-1-1 0 0,-1 0 1 0 0,0 0 0 0 0,0 0-1 0 0,0-10 1 0 0,-2-12-31 0 0,0 29 13 0 0,-1 0-1 0 0,1 0 1 0 0,0 0-1 0 0,0 0 1 0 0,0 0-1 0 0,-1 0 1 0 0,1 0-1 0 0,0 0 1 0 0,-1 0-1 0 0,1 0 1 0 0,-1 0-1 0 0,1 0 1 0 0,-1 0-1 0 0,1 1 1 0 0,-1-1-1 0 0,0 0 0 0 0,1 0 1 0 0,-1 1-1 0 0,0-1 1 0 0,0 1-1 0 0,1-1 1 0 0,-1 0-1 0 0,0 1 1 0 0,0-1-1 0 0,0 1 1 0 0,0 0-1 0 0,-1-1 1 0 0,-30-9-92 0 0,28 8 83 0 0,1 1-1 0 0,0-1 0 0 0,0 1 0 0 0,-1 0 0 0 0,1 0 0 0 0,0 0 0 0 0,-1 1 0 0 0,1-1 0 0 0,-1 1 0 0 0,1 0 0 0 0,-1 0 1 0 0,1 0-1 0 0,-1 0 0 0 0,-6 2 0 0 0,5-1-7 0 0,0 1 1 0 0,0 0 0 0 0,0 1-1 0 0,1-1 1 0 0,-1 1-1 0 0,1 0 1 0 0,-1 0-1 0 0,1 0 1 0 0,0 1 0 0 0,0 0-1 0 0,0-1 1 0 0,-5 9-1 0 0,-2 4 26 0 0,1-1-1 0 0,-10 25 0 0 0,1-5-30 0 0,11-19 37 0 0,1 1 0 0 0,-9 25 0 0 0,11-26-4 0 0,0 0 0 0 0,-15 27 0 0 0,15-33-135 0 0,1 1-1 0 0,0-1 1 0 0,0 1 0 0 0,1 0 0 0 0,1 0-1 0 0,0 0 1 0 0,0 0 0 0 0,1 0 0 0 0,0 1-1 0 0,2 16 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4 8034 0 0,'-36'-2'4054'0'0,"26"1"-4037"0"0,0 1 1 0 0,0 0 0 0 0,0 0-1 0 0,0 1 1 0 0,-11 1-1 0 0,2 3 624 0 0,1 0 0 0 0,0 1 0 0 0,0 1 0 0 0,0 1 0 0 0,-28 17 0 0 0,46-25-637 0 0,-1 0 0 0 0,1 0 0 0 0,-1 0-1 0 0,1 0 1 0 0,0 1 0 0 0,-1-1 0 0 0,1 0 0 0 0,-1 0-1 0 0,1 1 1 0 0,0-1 0 0 0,0 0 0 0 0,-1 0-1 0 0,1 1 1 0 0,0-1 0 0 0,-1 0 0 0 0,1 1-1 0 0,0-1 1 0 0,0 1 0 0 0,0-1 0 0 0,-1 0-1 0 0,1 1 1 0 0,0-1 0 0 0,0 1 0 0 0,0-1-1 0 0,0 0 1 0 0,0 1 0 0 0,0-1 0 0 0,0 1-1 0 0,0 0 1 0 0,10 4-336 0 0,21-4-896 0 0,-14-3 142 0 0,-1-2-1 0 0,0 0 0 0 0,0 0 0 0 0,0-2 1 0 0,0 0-1 0 0,-1-1 0 0 0,27-16 0 0 0,-37 21 800 0 0,20-12-1187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102 190 2745 0 0,'0'0'2851'0'0,"-7"3"2000"0"0,-9 8-3769 0 0,14-7-1022 0 0,-1 0 0 0 0,1 0-1 0 0,0 1 1 0 0,0 0 0 0 0,0-1-1 0 0,1 1 1 0 0,0 0 0 0 0,0 0-1 0 0,0-1 1 0 0,0 1 0 0 0,1 0 0 0 0,-1 0-1 0 0,2 0 1 0 0,-1 0 0 0 0,0 0-1 0 0,1 0 1 0 0,0 0 0 0 0,0 0 0 0 0,0 0-1 0 0,1-1 1 0 0,-1 1 0 0 0,1 0-1 0 0,0-1 1 0 0,1 0 0 0 0,3 6-1 0 0,0-1 162 0 0,0-1 0 0 0,1-1 0 0 0,0 1 0 0 0,0-1 0 0 0,14 11-1 0 0,-12-12-66 0 0,-2 1 0 0 0,1-1-1 0 0,-1 2 1 0 0,0-1 0 0 0,-1 1-1 0 0,8 10 1 0 0,-10-12 64 0 0,12 26 591 0 0,-16-31-797 0 0,1-1 0 0 0,-1 1 0 0 0,0 0 0 0 0,0 0 0 0 0,0 0 0 0 0,1 0 0 0 0,-1-1 0 0 0,0 1 0 0 0,0 0 0 0 0,0 0 0 0 0,0 0 0 0 0,0 0 0 0 0,-1 0 0 0 0,1 0 0 0 0,0-1 0 0 0,0 1 0 0 0,0 0 0 0 0,-1 0 0 0 0,1 0 0 0 0,0-1 0 0 0,-1 1 0 0 0,1 0 0 0 0,-1 0 0 0 0,1-1 0 0 0,-1 1 0 0 0,1 0 0 0 0,-1-1 0 0 0,0 1 0 0 0,1-1 0 0 0,-1 1 0 0 0,0-1 0 0 0,1 1 0 0 0,-1-1 0 0 0,0 1 0 0 0,0-1 0 0 0,-1 1 0 0 0,-37 7 82 0 0,33-7-79 0 0,1-1 0 0 0,-1 1 0 0 0,0 1 0 0 0,0-1-1 0 0,1 1 1 0 0,-1 0 0 0 0,-6 3 0 0 0,6-2-76 0 0,1 0 0 0 0,-1 0-1 0 0,0-1 1 0 0,0 0-1 0 0,0 0 1 0 0,0-1 0 0 0,-13 2-1 0 0,-22-4-5228 0 0,33-1 1395 0 0</inkml:trace>
  <inkml:trace contextRef="#ctx0" brushRef="#br0" timeOffset="1">124 139 10954 0 0,'-2'-27'3721'0'0,"2"20"-3401"0"0,-1 0 0 0 0,1 0 0 0 0,0-1 0 0 0,0 1 0 0 0,3-12 0 0 0,-2 17-329 0 0,-1 0-1 0 0,1 0 1 0 0,0 0 0 0 0,0 0 0 0 0,0 0-1 0 0,0 0 1 0 0,1 0 0 0 0,-1 0 0 0 0,0 1-1 0 0,1-1 1 0 0,-1 0 0 0 0,1 1 0 0 0,0-1-1 0 0,-1 1 1 0 0,1-1 0 0 0,0 1 0 0 0,0 0-1 0 0,0 0 1 0 0,0 0 0 0 0,0 0 0 0 0,0 0-1 0 0,4-1 1 0 0,50-14-3382 0 0,-43 12 1458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7202 0 0,'0'-17'253'0'0,"1"1"0"0"0,7-30 0 0 0,26-69 5111 0 0,-25 89-4157 0 0,-9 25-1157 0 0,0 0-1 0 0,1 0 1 0 0,-1 0-1 0 0,0 1 1 0 0,1-1-1 0 0,-1 0 0 0 0,1 0 1 0 0,-1 1-1 0 0,1-1 1 0 0,0 0-1 0 0,-1 1 1 0 0,1-1-1 0 0,0 1 0 0 0,-1-1 1 0 0,1 0-1 0 0,0 1 1 0 0,0 0-1 0 0,1-2 1 0 0,-2 2-48 0 0,1 0 0 0 0,-1 0 0 0 0,1 0 1 0 0,-1 0-1 0 0,1 0 0 0 0,-1 0 1 0 0,1 1-1 0 0,-1-1 0 0 0,1 0 0 0 0,-1 0 1 0 0,1 0-1 0 0,-1 0 0 0 0,1 0 0 0 0,-1 1 1 0 0,1-1-1 0 0,-1 0 0 0 0,0 0 1 0 0,1 1-1 0 0,-1-1 0 0 0,1 0 0 0 0,-1 1 1 0 0,0-1-1 0 0,1 0 0 0 0,-1 1 0 0 0,0-1 1 0 0,0 1-1 0 0,1-1 0 0 0,-1 1 1 0 0,0-1-1 0 0,0 0 0 0 0,1 1 0 0 0,-1-1 1 0 0,0 1-1 0 0,0-1 0 0 0,0 1 0 0 0,0-1 1 0 0,0 2-1 0 0,4 16 10 0 0,0 0 0 0 0,-1 0 0 0 0,-1 0 0 0 0,-1 26 0 0 0,-8 80 85 0 0,0-4 35 0 0,5-88 21 0 0,1-22 79 0 0,1 0 0 0 0,-1 0 1 0 0,2 1-1 0 0,2 16 0 0 0,-3-26-198 0 0,0-1 0 0 0,0 1 1 0 0,0-1-1 0 0,0 1 0 0 0,1-1 0 0 0,-1 1 1 0 0,0-1-1 0 0,0 0 0 0 0,1 1 0 0 0,-1-1 0 0 0,0 1 1 0 0,0-1-1 0 0,1 1 0 0 0,-1-1 0 0 0,1 0 0 0 0,-1 1 1 0 0,0-1-1 0 0,1 0 0 0 0,-1 1 0 0 0,1-1 1 0 0,-1 0-1 0 0,0 0 0 0 0,1 1 0 0 0,-1-1 0 0 0,1 0 1 0 0,-1 0-1 0 0,1 0 0 0 0,-1 0 0 0 0,1 0 1 0 0,-1 0-1 0 0,2 0 0 0 0,17-6 208 0 0,-13 2-253 0 0,-1 0 0 0 0,1 0 0 0 0,-1 0 0 0 0,6-6 0 0 0,287-312 243 0 0,-161 195-54 0 0,-113 106-140 0 0,-20 18-343 0 0,21-22 966 0 0,-12 5-5793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44 625 2697 0 0,'-31'0'5317'0'0,"31"0"-5159"0"0,-1 0 1 0 0,1 0 0 0 0,-1 1-1 0 0,0-1 1 0 0,1 0-1 0 0,-1 0 1 0 0,1 0 0 0 0,-1 0-1 0 0,1 0 1 0 0,-1 0-1 0 0,0 0 1 0 0,1-1 0 0 0,-1 1-1 0 0,1 0 1 0 0,-1 0 0 0 0,1 0-1 0 0,-1-1 1 0 0,1 1-1 0 0,-1 0 1 0 0,1 0 0 0 0,-1-1-1 0 0,0 0 1 0 0,14-12 540 0 0,37-33-495 0 0,73-86 0 0 0,-25 23-50 0 0,2-3 52 0 0,-77 83-50 0 0,27-45-1 0 0,-46 69-125 0 0,8-12 328 0 0,-12 16-359 0 0,1 1 0 0 0,-1 0 1 0 0,1-1-1 0 0,-1 1 0 0 0,0-1 0 0 0,1 1 1 0 0,-1-1-1 0 0,0 1 0 0 0,0-1 1 0 0,0 0-1 0 0,1 1 0 0 0,-1-1 1 0 0,0 1-1 0 0,0-1 0 0 0,0 0 1 0 0,0 1-1 0 0,0-1 0 0 0,0 1 0 0 0,0-1 1 0 0,0 1-1 0 0,0-1 0 0 0,0 0 1 0 0,-1 0-1 0 0,-13 12-119 0 0,-9 21 152 0 0,2 2 0 0 0,1 0 0 0 0,-22 52 0 0 0,26-52-13 0 0,7-18 20 0 0,2 1 1 0 0,0 0 0 0 0,-9 33-1 0 0,16-48-29 0 0,-1 0 0 0 0,0 1 0 0 0,1-1 0 0 0,-1 0 0 0 0,0 0 0 0 0,0 0-1 0 0,-1 0 1 0 0,-1 3 0 0 0,2-4 39 0 0,0 1 0 0 0,0-1 0 0 0,0 1 0 0 0,0-1 0 0 0,0 1-1 0 0,0-1 1 0 0,1 1 0 0 0,-1 0 0 0 0,1-1 0 0 0,-1 1 0 0 0,1 0 0 0 0,-1 3-1 0 0,1-5-33 0 0,0 0 0 0 0,0 1-1 0 0,1-1 1 0 0,-1 0-1 0 0,0 1 1 0 0,0-1-1 0 0,0 0 1 0 0,1 0-1 0 0,-1 1 1 0 0,0-1 0 0 0,0 0-1 0 0,1 0 1 0 0,-1 1-1 0 0,0-1 1 0 0,1 0-1 0 0,-1 0 1 0 0,0 0 0 0 0,0 0-1 0 0,1 1 1 0 0,-1-1-1 0 0,0 0 1 0 0,1 0-1 0 0,-1 0 1 0 0,0 0-1 0 0,1 0 1 0 0,-1 0 0 0 0,0 0-1 0 0,1 0 1 0 0,-1 0-1 0 0,1 0 1 0 0,-1 0-1 0 0,0 0 1 0 0,1 0-1 0 0,-1 0 1 0 0,15-3-64 0 0,-13 3 87 0 0,9-3-15 0 0,-1 0-1 0 0,1-1 1 0 0,-1 0-1 0 0,0-1 1 0 0,0 0-1 0 0,0 0 1 0 0,-1-1-1 0 0,1 0 1 0 0,9-10-1 0 0,10-10 32 0 0,33-38 0 0 0,-45 46-35 0 0,18-23 70 0 0,-2 0 0 0 0,-2-2-1 0 0,45-81 1 0 0,-72 115-70 0 0,14-18 65 0 0,-18 27-150 0 0,-3 6-86 0 0,-1 6 160 0 0,0 0 0 0 0,-1-1-1 0 0,0 0 1 0 0,-1 0-1 0 0,0-1 1 0 0,-9 12-1 0 0,-8 15 48 0 0,11-13-16 0 0,1 1 0 0 0,1-1-1 0 0,-12 46 1 0 0,4-24 19 0 0,14-37-19 0 0,0 1 0 0 0,-5 20 0 0 0,8-27-32 0 0,1 1-1 0 0,-1 0 1 0 0,1 0 0 0 0,0 0-1 0 0,0 0 1 0 0,1 0 0 0 0,-1 0-1 0 0,1 0 1 0 0,-1 0 0 0 0,1 0-1 0 0,3 6 1 0 0,-3-8-52 0 0,0 0 0 0 0,1-1 0 0 0,-1 1-1 0 0,1 0 1 0 0,-1 0 0 0 0,1-1 0 0 0,0 1 0 0 0,-1-1 0 0 0,1 1 0 0 0,0-1 0 0 0,0 0 0 0 0,0 0-1 0 0,4 2 1 0 0,28 8-1613 0 0,-19-9 54 0 0,2-2-245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92 6769 0 0,'0'0'148'0'0,"20"-19"79"0"0,-15 15 191 0 0,6-4 2180 0 0,-11 8-2577 0 0,0 0 1 0 0,0 0 0 0 0,0 0 0 0 0,0 1-1 0 0,0-1 1 0 0,0 0 0 0 0,0 0 0 0 0,0 0 0 0 0,0 0-1 0 0,0 0 1 0 0,0 0 0 0 0,0 1 0 0 0,0-1 0 0 0,0 0-1 0 0,0 0 1 0 0,0 0 0 0 0,0 0 0 0 0,0 0 0 0 0,0 0-1 0 0,0 0 1 0 0,0 1 0 0 0,0-1 0 0 0,0 0 0 0 0,0 0-1 0 0,0 0 1 0 0,0 0 0 0 0,0 0 0 0 0,0 0 0 0 0,1 0-1 0 0,-1 1 1 0 0,0-1 0 0 0,0 0 0 0 0,0 0 0 0 0,0 0-1 0 0,0 0 1 0 0,0 0 0 0 0,0 0 0 0 0,0 0 0 0 0,1 0-1 0 0,-1 0 1 0 0,0 0 0 0 0,0 0 0 0 0,0 0-1 0 0,0 0 1 0 0,0 0 0 0 0,0 0 0 0 0,0 0 0 0 0,1 0-1 0 0,-1 0 1 0 0,0 0 0 0 0,0 0 0 0 0,0 0 0 0 0,0 0-1 0 0,0 0 1 0 0,0 0 0 0 0,1 0 0 0 0,-1 0 0 0 0,0 0-1 0 0,0 0 1 0 0,0 0 0 0 0,0 0 0 0 0,0 0 0 0 0,0 0-1 0 0,0 0 1 0 0,0 0 0 0 0,1 0 0 0 0,-12 36 158 0 0,-15 36 1 0 0,-5 15 1063 0 0,30-86-1177 0 0,1 0 0 0 0,0 0 0 0 0,-1 0-1 0 0,1 0 1 0 0,0 0 0 0 0,0 0 0 0 0,-1 0-1 0 0,1 0 1 0 0,0 0 0 0 0,0 0 0 0 0,0 0-1 0 0,0 0 1 0 0,0 0 0 0 0,1 0 0 0 0,-1 0-1 0 0,0 0 1 0 0,0 0 0 0 0,1 0-1 0 0,-1 0 1 0 0,1 0 0 0 0,-1 0 0 0 0,0 0-1 0 0,1 0 1 0 0,0 0 0 0 0,-1-1 0 0 0,2 3-1 0 0,0-3-31 0 0,-1 1 0 0 0,1 0 0 0 0,0 0 0 0 0,-1-1 0 0 0,1 1 0 0 0,0-1 0 0 0,-1 1 0 0 0,1-1 0 0 0,0 0 0 0 0,0 1 0 0 0,0-1 0 0 0,-1 0 0 0 0,5-1 0 0 0,2 0-6 0 0,0 0 0 0 0,0-1 0 0 0,0 0 0 0 0,0 0 0 0 0,12-6 0 0 0,-6 2 27 0 0,-2 0 18 0 0,0 0 1 0 0,0 0 0 0 0,0-1-1 0 0,12-10 1 0 0,-21 13-49 0 0,1 1 1 0 0,0-1 0 0 0,-1 0 0 0 0,0 0 0 0 0,0 0 0 0 0,0 0-1 0 0,-1-1 1 0 0,1 1 0 0 0,-1-1 0 0 0,0 1 0 0 0,0-1 0 0 0,-1 0 0 0 0,1 0-1 0 0,1-9 1 0 0,-2 8 8 0 0,0-1 0 0 0,1 1 0 0 0,0 0 0 0 0,5-9 0 0 0,-4 10-14 0 0,-1 1-1 0 0,0 0 0 0 0,-1-1 1 0 0,1 1-1 0 0,-1-1 0 0 0,0 0 1 0 0,0 1-1 0 0,0-1 0 0 0,-1 0 1 0 0,0-7-1 0 0,0 10-123 0 0,0 0 0 0 0,0 0 0 0 0,-1 0 0 0 0,0-1 0 0 0,1 1 0 0 0,-1 0 0 0 0,0 0 0 0 0,0 0 0 0 0,0 0 0 0 0,0 0 0 0 0,0 0 0 0 0,-1 0 0 0 0,1 1 0 0 0,-1-1 0 0 0,1 0 0 0 0,-1 1 0 0 0,1-1 0 0 0,-1 1 1 0 0,-4-3-1 0 0,2 2-352 0 0,0 0 1 0 0,0 0-1 0 0,0 0 1 0 0,0 0-1 0 0,-1 1 1 0 0,1-1-1 0 0,-1 1 1 0 0,1 0-1 0 0,-6 0 1 0 0,-9 1-2349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360 122 8730 0 0,'-2'-9'631'0'0,"0"-1"-685"0"0,-1 0 584 0 0,1 1 0 0 0,-1-1 0 0 0,-4-9 0 0 0,6 18-440 0 0,0-1 0 0 0,0 0-1 0 0,0 0 1 0 0,0 1 0 0 0,0-1-1 0 0,0 0 1 0 0,0 1-1 0 0,0-1 1 0 0,-1 1 0 0 0,1-1-1 0 0,-1 1 1 0 0,1 0-1 0 0,-1 0 1 0 0,1 0 0 0 0,-1 0-1 0 0,0 0 1 0 0,0 0-1 0 0,1 0 1 0 0,-1 0 0 0 0,0 1-1 0 0,-3-2 1 0 0,1 2-58 0 0,0-1 0 0 0,0-1 0 0 0,0 1 0 0 0,0-1 0 0 0,0 1 0 0 0,-4-4 0 0 0,4 3 3 0 0,1 0 1 0 0,-1 0-1 0 0,0 1 0 0 0,0-1 0 0 0,0 1 1 0 0,0 0-1 0 0,0 0 0 0 0,-5 0 0 0 0,3 0 32 0 0,1 1 0 0 0,0 0 0 0 0,-1 1 0 0 0,1 0 0 0 0,0-1 0 0 0,-1 2 0 0 0,1-1 0 0 0,0 1-1 0 0,0-1 1 0 0,0 1 0 0 0,0 1 0 0 0,-9 4 0 0 0,8-2-34 0 0,0 0 0 0 0,0 0 0 0 0,0 1 0 0 0,0-1 0 0 0,1 1 0 0 0,0 1 0 0 0,-8 12 0 0 0,1 3-42 0 0,1 1-1 0 0,1 1 0 0 0,0 0 1 0 0,-7 35-1 0 0,9-23 17 0 0,6-25 12 0 0,0-1 0 0 0,-1 0 0 0 0,0 0 0 0 0,-8 18 1 0 0,8-23-16 0 0,1 1 0 0 0,0-1 1 0 0,0 0-1 0 0,0 1 0 0 0,1 0 1 0 0,-1-1-1 0 0,2 1 0 0 0,-1 0 1 0 0,0 0-1 0 0,1 0 0 0 0,0 0 1 0 0,0-1-1 0 0,1 1 1 0 0,1 7-1 0 0,-1-12-2 0 0,-1 0-1 0 0,1 0 1 0 0,0 0 0 0 0,-1 0-1 0 0,1 0 1 0 0,0 0 0 0 0,0 0-1 0 0,0 0 1 0 0,0-1 0 0 0,0 1-1 0 0,0 0 1 0 0,0-1 0 0 0,0 1-1 0 0,0 0 1 0 0,0-1 0 0 0,1 1-1 0 0,-1-1 1 0 0,0 0 0 0 0,0 1-1 0 0,3-1 1 0 0,25 4 42 0 0,-21-4-37 0 0,-1-1 1 0 0,0 1 0 0 0,0-2-1 0 0,0 1 1 0 0,0-1 0 0 0,0 0-1 0 0,0-1 1 0 0,10-5 0 0 0,14-4 12 0 0,1-1-26 0 0,-1-1 1 0 0,-1-2-1 0 0,39-25 1 0 0,-35 19 32 0 0,0 3 0 0 0,38-17 0 0 0,-58 27 17 0 0,4-2-98 0 0,-22 19 29 0 0,-24 40 22 0 0,-18 36-19 0 0,42-75 52 0 0,0 0 1 0 0,1 0-1 0 0,0 0 1 0 0,1 1-1 0 0,0-1 1 0 0,0 1-1 0 0,0 16 1 0 0,2-25-18 0 0,0 0 0 0 0,0 0 0 0 0,0 0 0 0 0,1 0 0 0 0,-1 0 0 0 0,0 0 0 0 0,1 0 1 0 0,-1 0-1 0 0,1 0 0 0 0,-1 0 0 0 0,1-1 0 0 0,-1 1 0 0 0,1 0 0 0 0,0 0 0 0 0,-1 0 0 0 0,1-1 1 0 0,0 1-1 0 0,0 0 0 0 0,0-1 0 0 0,-1 1 0 0 0,1 0 0 0 0,0-1 0 0 0,0 1 0 0 0,0-1 0 0 0,0 0 1 0 0,0 1-1 0 0,0-1 0 0 0,0 0 0 0 0,0 1 0 0 0,0-1 0 0 0,0 0 0 0 0,0 0 0 0 0,0 0 0 0 0,2 0 1 0 0,38-2 140 0 0,-37 2-127 0 0,4-2 9 0 0,1 0 0 0 0,-1 0 0 0 0,0-1 0 0 0,12-6 0 0 0,0 1 37 0 0,-15 6-53 0 0,0-1-1 0 0,0 0 1 0 0,0 0-1 0 0,-1 0 1 0 0,1-1 0 0 0,-1 0-1 0 0,0 0 1 0 0,0 0-1 0 0,0 0 1 0 0,0 0 0 0 0,-1-1-1 0 0,5-8 1 0 0,-4 6 32 0 0,0-1-1 0 0,0 1 1 0 0,0-1 0 0 0,-1-1 0 0 0,-1 1 0 0 0,1 0 0 0 0,1-16 0 0 0,-3 18-2 0 0,1 0 0 0 0,-1 1 1 0 0,1-1-1 0 0,4-9 1 0 0,-3 11-2 0 0,-2 0 0 0 0,1 0 0 0 0,0-1 1 0 0,-1 1-1 0 0,0 0 0 0 0,0-1 0 0 0,0-5 0 0 0,-1 8-45 0 0,0 0-1 0 0,0 0 0 0 0,-1 1 1 0 0,1-1-1 0 0,-1 0 1 0 0,1 0-1 0 0,-1 1 0 0 0,0-1 1 0 0,0 0-1 0 0,1 1 0 0 0,-1-1 1 0 0,0 1-1 0 0,-1-1 0 0 0,1 1 1 0 0,0-1-1 0 0,0 1 0 0 0,-1 0 1 0 0,1 0-1 0 0,0-1 0 0 0,-1 1 1 0 0,1 0-1 0 0,-4-1 0 0 0,-2-2-129 0 0,-1 1 0 0 0,1-1 0 0 0,-1 2 0 0 0,0-1 0 0 0,0 1-1 0 0,0 0 1 0 0,0 1 0 0 0,0 0 0 0 0,0 0 0 0 0,-1 0-1 0 0,1 1 1 0 0,0 1 0 0 0,0-1 0 0 0,0 2 0 0 0,-11 1-1 0 0,71-19-642 0 0,-29 8 727 0 0,0 1 0 0 0,0 1 0 0 0,1 0 0 0 0,41-3 1 0 0,-63 9 46 0 0,0 0 0 0 0,0 1 0 0 0,0-1 1 0 0,0 0-1 0 0,0 1 0 0 0,0-1 0 0 0,0 1 1 0 0,0 0-1 0 0,-1-1 0 0 0,1 1 1 0 0,0 0-1 0 0,-1 0 0 0 0,1 0 0 0 0,0 1 1 0 0,-1-1-1 0 0,1 0 0 0 0,-1 0 1 0 0,0 1-1 0 0,1-1 0 0 0,-1 1 0 0 0,0-1 1 0 0,0 1-1 0 0,0 0 0 0 0,0-1 0 0 0,0 1 1 0 0,1 3-1 0 0,1 5 27 0 0,0 0 1 0 0,0 0-1 0 0,-1 0 0 0 0,1 11 1 0 0,2 6 127 0 0,0-4 91 0 0,-2-5-59 0 0,1 0 0 0 0,8 21 0 0 0,-10-35-167 0 0,-1 0 0 0 0,1 0-1 0 0,0 0 1 0 0,0-1 0 0 0,0 1 0 0 0,0-1 0 0 0,1 1-1 0 0,-1-1 1 0 0,1 0 0 0 0,0 0 0 0 0,0 0 0 0 0,0 0-1 0 0,1-1 1 0 0,-1 1 0 0 0,6 2 0 0 0,7 3 49 0 0,-11-5-60 0 0,0-1-1 0 0,0 1 0 0 0,0-1 0 0 0,0 0 1 0 0,1 0-1 0 0,-1-1 0 0 0,1 1 0 0 0,-1-1 1 0 0,1 0-1 0 0,-1-1 0 0 0,1 0 0 0 0,0 0 1 0 0,7 0-1 0 0,-8-1-45 0 0,1 0 0 0 0,-1 0 0 0 0,0 0 0 0 0,1-1 0 0 0,-1 0 1 0 0,0 0-1 0 0,0 0 0 0 0,0 0 0 0 0,5-4 0 0 0,-7 4-10 0 0,-1 0 0 0 0,1-1 0 0 0,-1 1 0 0 0,1-1 0 0 0,-1 1 0 0 0,0-1 0 0 0,0 0 0 0 0,0 0 0 0 0,0 0 0 0 0,-1 0 0 0 0,1 0 0 0 0,-1 0 0 0 0,1 0 0 0 0,-1-1 0 0 0,1-5 0 0 0,5-36-292 0 0,-7 34 291 0 0,2-1 0 0 0,0 1 0 0 0,0 0 0 0 0,1 0 0 0 0,7-19 0 0 0,-6 22 47 0 0,0 0 0 0 0,-1-1 0 0 0,-1 0-1 0 0,3-9 1 0 0,-4 15-8 0 0,-1 0-1 0 0,1 0 0 0 0,-1-1 1 0 0,0 1-1 0 0,0 0 0 0 0,0 0 0 0 0,0 0 1 0 0,0 0-1 0 0,-1 0 0 0 0,1 0 0 0 0,-1 0 1 0 0,0 0-1 0 0,0 0 0 0 0,0 0 1 0 0,-3-5-1 0 0,3 7 14 0 0,-1-1-1 0 0,0 1 1 0 0,1 0 0 0 0,-1-1 0 0 0,0 1 0 0 0,0 0-1 0 0,0 0 1 0 0,0 0 0 0 0,0 1 0 0 0,0-1 0 0 0,0 0-1 0 0,-1 1 1 0 0,1-1 0 0 0,0 1 0 0 0,0 0-1 0 0,0 0 1 0 0,-1 0 0 0 0,1 0 0 0 0,0 0 0 0 0,0 0-1 0 0,0 1 1 0 0,-3 0 0 0 0,-4 1 50 0 0,0 0 1 0 0,0 0-1 0 0,-16 8 1 0 0,15-5-45 0 0,0-2 1 0 0,1 2 0 0 0,-1-1-1 0 0,1 1 1 0 0,1 1-1 0 0,-1 0 1 0 0,1 0-1 0 0,-10 9 1 0 0,-95 126 187 0 0,84-101-757 0 0,-2-1-1 0 0,-59 57 1 0 0,61-69-2005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9066 0 0,'0'-1'80'0'0,"1"0"0"0"0,-1 0-1 0 0,0 1 1 0 0,0-1 0 0 0,1 0 0 0 0,-1 0 0 0 0,1 1 0 0 0,-1-1-1 0 0,1 0 1 0 0,-1 1 0 0 0,1-1 0 0 0,-1 0 0 0 0,1 1 0 0 0,1-2 0 0 0,19-7 35 0 0,0 1 0 0 0,0 1 0 0 0,1 1 1 0 0,0 0-1 0 0,0 2 0 0 0,1 1 0 0 0,-1 1 1 0 0,1 0-1 0 0,0 2 0 0 0,-1 0 0 0 0,35 6 0 0 0,-43-1-2244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9250 0 0,'0'0'800'0'0,"0"-1"-672"0"0,0-1-256 0 0,1 1 40 0 0,1-1 112 0 0,1 2-32 0 0,20-9 72 0 0,3 0 112 0 0,5-2-96 0 0,1 0 32 0 0,0 1-56 0 0,5-3 24 0 0,2 2 0 0 0,-1 2-72 0 0,-1 2-88 0 0,-3-1-1400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367 213 12059 0 0,'-5'-4'63'0'0,"0"1"0"0"0,0 0 0 0 0,0 0 1 0 0,0 0-1 0 0,0 0 0 0 0,-1 1 0 0 0,0 0 0 0 0,1 0 1 0 0,-1 1-1 0 0,0-1 0 0 0,0 1 0 0 0,0 0 1 0 0,1 1-1 0 0,-1-1 0 0 0,0 1 0 0 0,0 1 1 0 0,0-1-1 0 0,0 1 0 0 0,0 0 0 0 0,0 0 1 0 0,0 1-1 0 0,1-1 0 0 0,-9 5 0 0 0,-3 1-33 0 0,14-6-26 0 0,0 1 0 0 0,-1-1 0 0 0,1 1 0 0 0,0 0 1 0 0,-1-1-1 0 0,1 2 0 0 0,0-1 0 0 0,1 0 0 0 0,-1 1 0 0 0,-3 2 0 0 0,-127 167 309 0 0,126-161-178 0 0,0 1-1 0 0,1 0 1 0 0,-6 15-1 0 0,9-20-72 0 0,3-6-45 0 0,0-1 0 0 0,-1 1 0 0 0,1 0-1 0 0,0 0 1 0 0,0 0 0 0 0,0 0-1 0 0,0 0 1 0 0,0 0 0 0 0,0-1 0 0 0,0 1-1 0 0,0 0 1 0 0,0 0 0 0 0,0 0-1 0 0,1 0 1 0 0,-1 0 0 0 0,0-1 0 0 0,0 1-1 0 0,1 0 1 0 0,-1 0 0 0 0,1 0-1 0 0,-1-1 1 0 0,1 1 0 0 0,-1 0 0 0 0,1 0-1 0 0,-1-1 1 0 0,1 1 0 0 0,0-1-1 0 0,-1 1 1 0 0,1 0 0 0 0,0-1 0 0 0,-1 1-1 0 0,1-1 1 0 0,0 0 0 0 0,0 1-1 0 0,0-1 1 0 0,-1 0 0 0 0,1 1-1 0 0,0-1 1 0 0,0 0 0 0 0,1 0 0 0 0,38 8 84 0 0,-29-8-80 0 0,0 0-1 0 0,-1 0 1 0 0,1-1-1 0 0,-1-1 1 0 0,1 0-1 0 0,-1 0 1 0 0,12-4-1 0 0,8-6 53 0 0,29-15-1 0 0,9-3 74 0 0,-61 27-116 0 0,-1 0 1 0 0,1-1-1 0 0,-1 0 0 0 0,0 0 0 0 0,0-1 1 0 0,-1 0-1 0 0,1 0 0 0 0,-1 0 1 0 0,0 0-1 0 0,0-1 0 0 0,-1 0 0 0 0,1 0 1 0 0,-1 0-1 0 0,-1 0 0 0 0,4-8 1 0 0,0-1 32 0 0,-1 0 1 0 0,0-1 0 0 0,-2 0-1 0 0,0 0 1 0 0,4-29 0 0 0,-6 36-25 0 0,0-1 0 0 0,0 1 0 0 0,7-16 0 0 0,-6 18-24 0 0,0 0 0 0 0,-1 0 0 0 0,0 0 0 0 0,0 0 0 0 0,0 0 0 0 0,-1-1 0 0 0,0-12 0 0 0,-1 16-15 0 0,0 0 0 0 0,0 1-1 0 0,-1-1 1 0 0,0 0 0 0 0,1 0 0 0 0,-1 0 0 0 0,-1 1-1 0 0,1-1 1 0 0,0 1 0 0 0,-1-1 0 0 0,0 1 0 0 0,0-1-1 0 0,0 1 1 0 0,0 0 0 0 0,0 0 0 0 0,-4-4 0 0 0,2 4-15 0 0,1 1-1 0 0,-1 0 1 0 0,1-1 0 0 0,-1 1 0 0 0,0 1 0 0 0,0-1 0 0 0,0 0 0 0 0,0 1 0 0 0,0 0 0 0 0,0 0 0 0 0,0 0 0 0 0,0 1 0 0 0,0-1 0 0 0,-1 1 0 0 0,-4 0 0 0 0,0 1-16 0 0,0 0 0 0 0,1 0 0 0 0,-1 1 0 0 0,1 1 0 0 0,-1-1 1 0 0,1 1-1 0 0,-9 4 0 0 0,-11 4-34 0 0,20-7 57 0 0,-1 0 1 0 0,1 0-1 0 0,0 1 0 0 0,1 0 1 0 0,-1 0-1 0 0,1 1 0 0 0,0 0 1 0 0,0 0-1 0 0,1 1 0 0 0,-1 0 1 0 0,2 0-1 0 0,-1 0 0 0 0,-4 9 1 0 0,-5 8-5 0 0,2 1 1 0 0,1-1-1 0 0,-10 32 0 0 0,13-17-39 0 0,8-32-46 0 0,0-1-1 0 0,0 1 1 0 0,-1-1-1 0 0,1 0 1 0 0,-2 0 0 0 0,1 0-1 0 0,-4 6 1 0 0,4-8-309 0 0,0-1 1 0 0,0 0 0 0 0,0 1-1 0 0,0 0 1 0 0,1-1 0 0 0,0 1-1 0 0,-1 0 1 0 0,1 0 0 0 0,1-1-1 0 0,-1 1 1 0 0,1 0 0 0 0,-1 0-1 0 0,1 7 1 0 0,2-3-1903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13 8946 0 0,'0'-1'132'0'0,"0"0"0"0"0,0 1 1 0 0,-1-1-1 0 0,1 0 0 0 0,0 1 1 0 0,-1-1-1 0 0,1 0 0 0 0,0 1 0 0 0,-1-1 1 0 0,1 1-1 0 0,-1-1 0 0 0,1 1 1 0 0,-1-1-1 0 0,1 1 0 0 0,-1-1 0 0 0,1 1 1 0 0,-1 0-1 0 0,1-1 0 0 0,-1 1 0 0 0,0 0 1 0 0,1-1-1 0 0,-1 1 0 0 0,0 0 1 0 0,1 0-1 0 0,-1-1 0 0 0,0 1 0 0 0,1 0 1 0 0,-1 0-1 0 0,0 0 0 0 0,1 0 0 0 0,-1 0 1 0 0,0 0-1 0 0,0 0 0 0 0,1 0 1 0 0,-1 0-1 0 0,-1 1 0 0 0,-30 4-766 0 0,28-5 1012 0 0,-2 2-624 0 0,-12 2 648 0 0,7 0-3785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 6649 0 0,'0'0'602'0'0,"-15"-4"2720"0"0,8 5-3100 0 0,0 1 0 0 0,0 0 0 0 0,0 1 0 0 0,0 0 1 0 0,1 0-1 0 0,-1 0 0 0 0,1 1 0 0 0,0 0 0 0 0,0 0 0 0 0,0 0 0 0 0,1 1 1 0 0,-1 0-1 0 0,1 0 0 0 0,0 0 0 0 0,-7 11 0 0 0,-5 8 47 0 0,2 1 0 0 0,-20 40 0 0 0,35-65-266 0 0,-23 62 339 0 0,18-48-82 0 0,0 1 0 0 0,-1-1 0 0 0,-9 18 0 0 0,13-29-205 0 0,0-1 0 0 0,1 1-1 0 0,0 0 1 0 0,-1 0-1 0 0,1-1 1 0 0,1 1-1 0 0,-1 0 1 0 0,-1 5-1 0 0,2-7-37 0 0,0 0 0 0 0,0 0 0 0 0,0 0 0 0 0,0 0 0 0 0,1 0 0 0 0,-1 0 0 0 0,0 0 0 0 0,0 0 0 0 0,1 1 0 0 0,-1-1 0 0 0,1 0 0 0 0,-1 0 0 0 0,1 0 0 0 0,-1 0 0 0 0,1-1 0 0 0,-1 1 0 0 0,1 0 0 0 0,0 0 0 0 0,0 0 0 0 0,-1 0 0 0 0,1-1 0 0 0,0 1 0 0 0,0 0 0 0 0,0-1 0 0 0,0 1 0 0 0,0-1 0 0 0,1 2 0 0 0,9 3 11 0 0,1 0 0 0 0,-1 0 0 0 0,1-1 0 0 0,-1 0-1 0 0,1-1 1 0 0,0 0 0 0 0,1-1 0 0 0,-1 0 0 0 0,0-1-1 0 0,0-1 1 0 0,1 0 0 0 0,14-2 0 0 0,19-6-126 0 0,-1-2 0 0 0,0-2 0 0 0,0-2 0 0 0,55-26 0 0 0,-90 36-215 0 0,-1 0-551 0 0,0 1 0 0 0,0-2 0 0 0,-1 1 0 0 0,15-11 0 0 0,-17 6-1419 0 0</inkml:trace>
  <inkml:trace contextRef="#ctx0" brushRef="#br0" timeOffset="1">365 56 8626 0 0,'0'0'187'0'0,"-9"-6"1456"0"0,8 6-1596 0 0,1 1 1 0 0,-1-1-1 0 0,1 1 1 0 0,-1-1-1 0 0,0 1 1 0 0,1-1-1 0 0,-1 1 1 0 0,1 0 0 0 0,0-1-1 0 0,-1 1 1 0 0,1-1-1 0 0,-1 1 1 0 0,1 0-1 0 0,0 0 1 0 0,-1-1-1 0 0,1 1 1 0 0,0 0 0 0 0,0 1-1 0 0,-2 3 56 0 0,-49 132 741 0 0,-25 59-433 0 0,-38 6-1393 0 0,111-196-711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23 7554 0 0,'-13'6'-227'0'0,"7"3"214"0"0,0 1 0 0 0,0-1 0 0 0,1 1 1 0 0,0 0-1 0 0,1 0 0 0 0,-3 12 0 0 0,-13 28 666 0 0,8-27 294 0 0,-1 1 1 0 0,-2-2 0 0 0,0 0-1 0 0,-23 26 1 0 0,33-43-827 0 0,1 1 0 0 0,-1-1 0 0 0,1 1 1 0 0,0 0-1 0 0,-4 9 0 0 0,4-6 182 0 0,2-4 349 0 0,9-14-427 0 0,103-139-163 0 0,-46 58-47 0 0,-54 77-15 0 0,1 0 0 0 0,14-13 0 0 0,-21 22 8 0 0,0 0-1 0 0,1 0 0 0 0,0 0 1 0 0,0 1-1 0 0,0 0 0 0 0,0 0 1 0 0,0 1-1 0 0,0-1 0 0 0,10-2 1 0 0,-15 6-3 0 0,1-1 0 0 0,-1 0 1 0 0,1 0-1 0 0,-1 0 0 0 0,0 1 0 0 0,1-1 1 0 0,-1 0-1 0 0,1 1 0 0 0,-1-1 0 0 0,1 0 1 0 0,-1 1-1 0 0,0-1 0 0 0,1 1 1 0 0,-1-1-1 0 0,0 0 0 0 0,1 1 0 0 0,-1-1 1 0 0,0 1-1 0 0,0-1 0 0 0,0 1 0 0 0,1-1 1 0 0,-1 1-1 0 0,0-1 0 0 0,0 1 0 0 0,0-1 1 0 0,0 1-1 0 0,0-1 0 0 0,0 1 1 0 0,0-1-1 0 0,0 1 0 0 0,0 0 0 0 0,0 0 1 0 0,1 21 22 0 0,-1-20-9 0 0,-1 12 61 0 0,-1 1 1 0 0,0-1-1 0 0,-1 0 0 0 0,-8 24 1 0 0,-2 14 481 0 0,12-37-1 0 0,8-19-364 0 0,13-26-247 0 0,-15 22 97 0 0,8-12-31 0 0,51-64 3 0 0,-56 75-36 0 0,0 1 0 0 0,0 0 0 0 0,1 0 1 0 0,1 1-1 0 0,-1 0 0 0 0,19-10 1 0 0,-22 13-7 0 0,9-3-34 0 0,-14 7 56 0 0,-1 0 0 0 0,0 0-1 0 0,1 0 1 0 0,-1 0 0 0 0,1 0 0 0 0,-1 0 0 0 0,1 0 0 0 0,-1 0 0 0 0,0 0 0 0 0,1 1 0 0 0,-1-1 0 0 0,0 0-1 0 0,1 0 1 0 0,-1 0 0 0 0,1 1 0 0 0,-1-1 0 0 0,0 0 0 0 0,1 0 0 0 0,-1 1 0 0 0,0-1 0 0 0,0 0 0 0 0,1 0-1 0 0,-1 1 1 0 0,0-1 0 0 0,0 0 0 0 0,1 1 0 0 0,-1-1 0 0 0,0 1 0 0 0,0-1 0 0 0,0 0 0 0 0,0 1 0 0 0,1-1-1 0 0,-1 1 1 0 0,0-1 0 0 0,0 0 0 0 0,0 1 0 0 0,0-1 0 0 0,0 1 0 0 0,1 10 12 0 0,-1 0 0 0 0,0 1 0 0 0,0-1 0 0 0,-1 0 0 0 0,-1 0 0 0 0,0 0 0 0 0,0-1 0 0 0,-6 16 0 0 0,-6 36-1266 0 0,14-61 1150 0 0,-1 14-1749 0 0,1-15 1646 0 0,0 0 0 0 0,0 1 0 0 0,0-1-1 0 0,0 0 1 0 0,0 1 0 0 0,0-1-1 0 0,0 0 1 0 0,0 1 0 0 0,0-1-1 0 0,1 1 1 0 0,-1-1 0 0 0,0 0 0 0 0,0 1-1 0 0,0-1 1 0 0,0 0 0 0 0,1 0-1 0 0,-1 1 1 0 0,0-1 0 0 0,0 0-1 0 0,1 1 1 0 0,-1-1 0 0 0,0 0 0 0 0,0 0-1 0 0,1 0 1 0 0,-1 1 0 0 0,0-1-1 0 0,1 0 1 0 0,-1 0 0 0 0,0 0-1 0 0,1 1 1 0 0,-1-1 0 0 0,0 0 0 0 0,1 0-1 0 0,0 0 1 0 0,4 0-1999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153 130 1944 0 0,'13'-21'6531'0'0,"-9"14"-3718"0"0,-6 12-754 0 0,-69 120-1655 0 0,-14 29 2050 0 0,74-126-1918 0 0,11-24-75 0 0,9-18-366 0 0,79-155-8 0 0,-72 129-57 0 0,-14 32-28 0 0,0 1-1 0 0,1 1 0 0 0,-1-1 1 0 0,8-11-1 0 0,-1 3-23 0 0,1 0 0 0 0,0 1 0 0 0,1 0 0 0 0,1 1 0 0 0,0 0 0 0 0,1 1 1 0 0,0 0-1 0 0,22-14 0 0 0,-31 24 20 0 0,-1 0-1 0 0,1 0 1 0 0,0 1 0 0 0,0-1 0 0 0,-1 1 0 0 0,1 0 0 0 0,0 0-1 0 0,0 0 1 0 0,0 1 0 0 0,1-1 0 0 0,-1 1 0 0 0,6 0 0 0 0,-9 2 4 0 0,0 0 0 0 0,0 0 1 0 0,0 0-1 0 0,-1 0 0 0 0,1 0 0 0 0,-1 0 1 0 0,1 0-1 0 0,-1 1 0 0 0,0-1 1 0 0,1 0-1 0 0,-1 0 0 0 0,0 0 0 0 0,-1 3 1 0 0,1 1 6 0 0,1 1 11 0 0,1-1-1 0 0,-1 0 1 0 0,1 0-1 0 0,0 0 1 0 0,1 0 0 0 0,5 11-1 0 0,-4-9 5 0 0,0 0 0 0 0,0 0 0 0 0,2 12 0 0 0,-1 4 41 0 0,-1 0 0 0 0,1 49-1 0 0,-5-20-2572 0 0,0-47 2040 0 0,-3 3-3715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10 136 4689 0 0,'0'0'2018'0'0,"-9"-3"3994"0"0,10 1-6010 0 0,1 1 1 0 0,-1 0-1 0 0,1-1 1 0 0,-1 1-1 0 0,1 0 1 0 0,0 0-1 0 0,0 0 1 0 0,-1 0-1 0 0,1 0 1 0 0,0 1-1 0 0,0-1 1 0 0,0 0-1 0 0,0 1 1 0 0,2-1-1 0 0,3-1 3 0 0,130-41-2462 0 0,10-5-4912 0 0,-113 37 6416 0 0,4-3-117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21 696 0 0,'2'-1'788'0'0,"-1"0"-1"0"0,1 1 1 0 0,0-1-1 0 0,0 0 0 0 0,-1 0 1 0 0,1 0-1 0 0,-1 0 1 0 0,1 0-1 0 0,-1 0 1 0 0,1 0-1 0 0,-1 0 1 0 0,0-1-1 0 0,1 1 1 0 0,-1-1-1 0 0,0 1 1 0 0,1-2-1 0 0,-18 14-183 0 0,7 0-495 0 0,2 0 0 0 0,-1 0-1 0 0,2 0 1 0 0,-9 18 0 0 0,-8 16 319 0 0,-54 96 221 0 0,-23 36-320 0 0,52-98-297 0 0,26-41-351 0 0,-2 0 0 0 0,-1-2 1 0 0,-49 54-1 0 0,62-78-3963 0 0,9-9 2292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78 221 8738 0 0,'0'0'544'0'0,"-20"-13"3805"0"0,19 13-4292 0 0,0 0 0 0 0,0 1 0 0 0,0-1-1 0 0,0 1 1 0 0,0 0 0 0 0,0-1 0 0 0,0 1 0 0 0,1 0 0 0 0,-1-1 0 0 0,0 1 0 0 0,1 0 0 0 0,-1 0-1 0 0,0 0 1 0 0,1 0 0 0 0,-1-1 0 0 0,1 1 0 0 0,-1 0 0 0 0,1 1 0 0 0,-11 21-49 0 0,10-19 75 0 0,-5 12-67 0 0,0 1 0 0 0,2-1-1 0 0,0 1 1 0 0,1 0 0 0 0,-2 23-1 0 0,2 88 143 0 0,3-99-98 0 0,4 104 1365 0 0,-4-133-1411 0 0,1-1 0 0 0,-1 1 1 0 0,0 0-1 0 0,0 0 0 0 0,0 0 1 0 0,0-1-1 0 0,0 1 0 0 0,1 0 1 0 0,-1 0-1 0 0,0 0 0 0 0,0 0 1 0 0,0 0-1 0 0,1 0 0 0 0,-1-1 1 0 0,0 1-1 0 0,0 0 1 0 0,1 0-1 0 0,-1 0 0 0 0,0 0 1 0 0,0 0-1 0 0,0 0 0 0 0,1 0 1 0 0,-1 0-1 0 0,0 0 0 0 0,0 0 1 0 0,1 0-1 0 0,-1 0 0 0 0,0 0 1 0 0,0 0-1 0 0,1 0 0 0 0,-1 0 1 0 0,0 0-1 0 0,0 1 1 0 0,0-1-1 0 0,1 0 0 0 0,-1 0 1 0 0,0 0-1 0 0,0 0 0 0 0,0 0 1 0 0,1 0-1 0 0,-1 1 0 0 0,0-1 1 0 0,0 0-1 0 0,0 0 0 0 0,0 0 1 0 0,0 0-1 0 0,1 1 0 0 0,-1-1 1 0 0,0 0-1 0 0,0 0 1 0 0,0 1-1 0 0,0-1 0 0 0,0 0 1 0 0,0 0-1 0 0,0 0 0 0 0,0 1 1 0 0,0-1-1 0 0,0 0 0 0 0,0 0 1 0 0,0 1-1 0 0,0-1 0 0 0,0 0 1 0 0,0 0-1 0 0,0 1 0 0 0,0-1 1 0 0,0 0-1 0 0,13-15 70 0 0,26-53-3 0 0,-6 13 47 0 0,44-102-1 0 0,-68 118-31 0 0,-8 34-84 0 0,0-1 0 0 0,0 0 0 0 0,0 1-1 0 0,1-1 1 0 0,0 0 0 0 0,4-8 0 0 0,-3 9-131 0 0,-1 1 0 0 0,0 0 0 0 0,0-1 0 0 0,0 1-1 0 0,2-10 1 0 0,-1-11-5479 0 0,-3 20 2333 0 0</inkml:trace>
  <inkml:trace contextRef="#ctx0" brushRef="#br0" timeOffset="1">224 120 11362 0 0,'-1'-15'362'0'0,"0"14"-367"0"0,1-1 0 0 0,-1 1 0 0 0,1 0 0 0 0,0-1 0 0 0,0 1 0 0 0,-1 0 0 0 0,1-1 0 0 0,0 1 0 0 0,0-1 0 0 0,1 1 0 0 0,-1 0-1 0 0,0-1 1 0 0,0 1 0 0 0,1-1 0 0 0,-1 1 0 0 0,0 0 0 0 0,1 0 0 0 0,0-1 0 0 0,-1 1 0 0 0,1 0 0 0 0,0 0 0 0 0,-1-1 0 0 0,1 1 0 0 0,0 0 0 0 0,0 0 0 0 0,0 0 0 0 0,0 0 0 0 0,0 0 0 0 0,0 1 0 0 0,0-1 0 0 0,0 0 0 0 0,1 0 0 0 0,-1 1 0 0 0,2-2 0 0 0,23-6 632 0 0,0 0 1 0 0,1 2-1 0 0,41-4 1 0 0,-61 8-466 0 0,0 1 0 0 0,0-1 1 0 0,-1-1-1 0 0,8-2 0 0 0,-7 1-57 0 0,0 1 0 0 0,1 1 0 0 0,0-1 0 0 0,15-2 0 0 0,-21 5-96 0 0,0 0-1 0 0,0 0 0 0 0,0 0 0 0 0,0 0 1 0 0,0 0-1 0 0,0 1 0 0 0,1-1 1 0 0,-1 1-1 0 0,0-1 0 0 0,0 1 0 0 0,0 0 1 0 0,-1 0-1 0 0,1 0 0 0 0,0 0 0 0 0,0 0 1 0 0,0 0-1 0 0,-1 0 0 0 0,1 1 0 0 0,0-1 1 0 0,-1 0-1 0 0,1 1 0 0 0,-1 0 0 0 0,2 2 1 0 0,1 2 63 0 0,-1 0 1 0 0,0 0 0 0 0,0 0-1 0 0,-1 1 1 0 0,1-1 0 0 0,-2 1-1 0 0,1 0 1 0 0,-1 0 0 0 0,0-1-1 0 0,0 1 1 0 0,0 0 0 0 0,-1 0 0 0 0,-1 11-1 0 0,1-17-55 0 0,1 0 1 0 0,-1 0-1 0 0,0 0 0 0 0,1 0 0 0 0,0 0 1 0 0,-1 0-1 0 0,1 0 0 0 0,0 0 0 0 0,-1 0 1 0 0,1 0-1 0 0,0-1 0 0 0,0 1 0 0 0,0 0 1 0 0,0 0-1 0 0,0-1 0 0 0,0 1 0 0 0,0-1 1 0 0,0 1-1 0 0,0-1 0 0 0,0 1 0 0 0,0-1 1 0 0,0 0-1 0 0,0 1 0 0 0,0-1 1 0 0,0 0-1 0 0,0 0 0 0 0,0 0 0 0 0,1 0 1 0 0,-1 0-1 0 0,0 0 0 0 0,2 0 0 0 0,3 0 9 0 0,1 0 0 0 0,-1 0-1 0 0,1-1 1 0 0,7-1-1 0 0,-14 2-41 0 0,3 0-209 0 0,0-1 0 0 0,-1 0 1 0 0,1 0-1 0 0,-1 0 0 0 0,1 0 0 0 0,-1 0 1 0 0,1 0-1 0 0,3-3 0 0 0,-2-1-2039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127 146 1728 0 0,'0'0'168'0'0,"5"-19"2344"0"0,13-44 2481 0 0,-35 87-4149 0 0,-14 46-171 0 0,3 2 1 0 0,-22 83-1 0 0,50-154-667 0 0,-6 16 221 0 0,2 1 0 0 0,-1 0 0 0 0,2 0 1 0 0,-2 31-1 0 0,5-49-215 0 0,0 0-1 0 0,0-1 1 0 0,0 1 0 0 0,0 0 0 0 0,0 0 0 0 0,1 0-1 0 0,-1 0 1 0 0,0-1 0 0 0,0 1 0 0 0,0 0 0 0 0,0 0-1 0 0,1 0 1 0 0,-1 0 0 0 0,0 0 0 0 0,0 0 0 0 0,0 0-1 0 0,0 0 1 0 0,1-1 0 0 0,-1 1 0 0 0,0 0-1 0 0,0 0 1 0 0,0 0 0 0 0,1 0 0 0 0,-1 0 0 0 0,0 0-1 0 0,0 0 1 0 0,0 0 0 0 0,1 0 0 0 0,-1 0 0 0 0,0 0-1 0 0,0 0 1 0 0,0 0 0 0 0,1 0 0 0 0,-1 1 0 0 0,0-1-1 0 0,0 0 1 0 0,0 0 0 0 0,1 0 0 0 0,-1 0-1 0 0,0 0 1 0 0,0 0 0 0 0,0 0 0 0 0,0 1 0 0 0,1-1-1 0 0,-1 0 1 0 0,0 0 0 0 0,0 0 0 0 0,0 0 0 0 0,0 0-1 0 0,0 1 1 0 0,0-1 0 0 0,0 0 0 0 0,1 0 0 0 0,-1 0-1 0 0,0 1 1 0 0,0-1 0 0 0,0 0 0 0 0,0 0 0 0 0,0 0-1 0 0,0 1 1 0 0,0-1 0 0 0,0 0 0 0 0,0 0-1 0 0,0 0 1 0 0,0 1 0 0 0,0-1 0 0 0,0 0 0 0 0,12-15 173 0 0,10-26-85 0 0,-3 2-41 0 0,3 0-1 0 0,1 2 1 0 0,1 0 0 0 0,32-35-1 0 0,-43 59-55 0 0,-10 8-8 0 0,0 1 1 0 0,0 0-1 0 0,1 1 1 0 0,-1-1-1 0 0,1 1 1 0 0,0-1-1 0 0,0 1 1 0 0,1 0-1 0 0,-1 1 1 0 0,10-5-1 0 0,-14 7 7 0 0,1 0 0 0 0,0 0-1 0 0,0 0 1 0 0,-1 0 0 0 0,1 0-1 0 0,0 0 1 0 0,0 1-1 0 0,-1-1 1 0 0,1 0 0 0 0,0 0-1 0 0,-1 1 1 0 0,1-1-1 0 0,-1 1 1 0 0,1-1 0 0 0,0 0-1 0 0,-1 1 1 0 0,1-1-1 0 0,-1 1 1 0 0,1-1 0 0 0,-1 1-1 0 0,1 0 1 0 0,-1-1 0 0 0,1 1-1 0 0,-1-1 1 0 0,0 1-1 0 0,1 0 1 0 0,-1-1 0 0 0,0 1-1 0 0,0 0 1 0 0,1-1-1 0 0,-1 2 1 0 0,7 26 10 0 0,-7-27-4 0 0,3 28 4 0 0,0-1-1 0 0,-3 1 1 0 0,-2 30-1 0 0,0-28 9 0 0,2 0-1 0 0,4 39 1 0 0,-4-69-1 0 0,0 0 1 0 0,0 0 0 0 0,1 0 0 0 0,-1 1 0 0 0,0-1 0 0 0,0 0 0 0 0,1 0 0 0 0,-1 0 0 0 0,1 0 0 0 0,-1 0 0 0 0,1 0 0 0 0,-1 0 0 0 0,1 0 0 0 0,0 0 0 0 0,-1 0 0 0 0,1-1 0 0 0,0 1 0 0 0,0 0 0 0 0,0 0 0 0 0,-1 0 0 0 0,1-1 0 0 0,0 1 0 0 0,0-1 0 0 0,0 1 0 0 0,0-1 0 0 0,0 1 0 0 0,0-1 0 0 0,1 1 0 0 0,-1-1 0 0 0,0 0 0 0 0,0 0 0 0 0,0 1 0 0 0,0-1 0 0 0,0 0 0 0 0,0 0 0 0 0,0 0 0 0 0,1 0 0 0 0,-1 0 0 0 0,0-1 0 0 0,2 1 0 0 0,-1-1-4 0 0,1 0-1 0 0,-1 0 1 0 0,1 0 0 0 0,-1 0 0 0 0,1 0-1 0 0,-1 0 1 0 0,1-1 0 0 0,-1 1 0 0 0,0-1-1 0 0,0 0 1 0 0,0 0 0 0 0,0 0 0 0 0,0 0-1 0 0,0 0 1 0 0,-1 0 0 0 0,1 0 0 0 0,1-3-1 0 0,34-77 132 0 0,10-17 10 0 0,-16 44-97 0 0,-12 23 11 0 0,-1 1 1 0 0,-2-2-1 0 0,22-65 1 0 0,-37 93-49 0 0,1-1 1 0 0,0 0-1 0 0,0 1 1 0 0,0 0-1 0 0,0-1 0 0 0,1 1 1 0 0,0 0-1 0 0,7-9 1 0 0,-7 13-1967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659 30 9986 0 0,'0'0'95'0'0,"-15"-26"2816"0"0,14 26-2902 0 0,0-1 0 0 0,0 1 0 0 0,0-1 0 0 0,0 1 0 0 0,0-1 0 0 0,0 1 0 0 0,0 0 0 0 0,0 0 0 0 0,-1 0 0 0 0,1-1 0 0 0,0 1 0 0 0,0 0 0 0 0,0 0 0 0 0,0 1 0 0 0,0-1 0 0 0,0 0 0 0 0,0 0 0 0 0,0 0 0 0 0,0 1 0 0 0,0-1 0 0 0,0 1 0 0 0,0-1 0 0 0,0 1 0 0 0,-2 0 0 0 0,-23 16-2 0 0,20-11-2 0 0,0 1 0 0 0,0 0 0 0 0,0 0 0 0 0,1 1 0 0 0,1-1 0 0 0,-1 1 0 0 0,1 0 0 0 0,-5 14 0 0 0,-3 5 12 0 0,-44 88 72 0 0,-37 74 111 0 0,68-146 5 0 0,-1-1-1 0 0,-41 49 0 0 0,-87 85 461 0 0,78-98-405 0 0,60-64-619 0 0,5-5-3033 0 0,8-7 848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10 9938 0 0,'-19'-9'504'0'0,"16"13"-449"0"0,0 0-1 0 0,1 1 1 0 0,-1 0 0 0 0,1 0-1 0 0,0 0 1 0 0,0 0-1 0 0,0 0 1 0 0,-1 6 0 0 0,-2 7 216 0 0,-43 109 904 0 0,-55 165 251 0 0,102-289-1424 0 0,-4 19 1256 0 0,10-20-597 0 0,7-8-621 0 0,2-3-24 0 0,1 0 0 0 0,0 1 0 0 0,0 0 0 0 0,0 1 0 0 0,1 1 0 0 0,29-8 0 0 0,-37 12-15 0 0,0 0 0 0 0,0-1 0 0 0,-1-1-1 0 0,8-3 1 0 0,25-10 62 0 0,-26 14 14 0 0,0 0 0 0 0,0 1-1 0 0,19-1 1 0 0,-1 3-5949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12 126 10210 0 0,'-11'-16'912'0'0,"15"12"-748"0"0,0 0-1 0 0,0 0 1 0 0,1 0-1 0 0,0 1 0 0 0,-1 0 1 0 0,1 0-1 0 0,0 0 0 0 0,10-3 1 0 0,1-2 191 0 0,-5 2-296 0 0,1 0-1 0 0,-1 1 1 0 0,1 0 0 0 0,0 1-1 0 0,0 1 1 0 0,23-4 0 0 0,-29 6-50 0 0,0-1 0 0 0,0 1 0 0 0,0-1 0 0 0,-1 0 0 0 0,10-5 0 0 0,-11 4-6 0 0,1 1 0 0 0,0 0 0 0 0,0 0-1 0 0,0 0 1 0 0,0 1 0 0 0,0-1 0 0 0,0 1 0 0 0,9 0 0 0 0,4 2 390 0 0,-11 3-1450 0 0,-4 3-3919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3809 0 0,'2'-1'7709'0'0,"19"-4"-7231"0"0,46-16-847 0 0,84-14 0 0 0,-143 34-1287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287 229 512 0 0,'2'-2'303'0'0,"0"0"0"0"0,0 0 0 0 0,0 0 0 0 0,0-1 0 0 0,0 1-1 0 0,0 0 1 0 0,-1-1 0 0 0,0 1 0 0 0,1-1 0 0 0,-1 0 0 0 0,0 1 0 0 0,1-4 0 0 0,-1 3-25 0 0,3-5 224 0 0,14-38 2312 0 0,-18 44-2638 0 0,1 0 0 0 0,0-1 0 0 0,-1 1-1 0 0,1 0 1 0 0,-1-1 0 0 0,0 1-1 0 0,0-1 1 0 0,0 1 0 0 0,0 0 0 0 0,0-1-1 0 0,0 1 1 0 0,-1 0 0 0 0,1-1 0 0 0,-1 1-1 0 0,1 0 1 0 0,-3-4 0 0 0,3 5-143 0 0,-1 1 1 0 0,0-1 0 0 0,0 1 0 0 0,1-1 0 0 0,-1 1-1 0 0,0-1 1 0 0,0 1 0 0 0,0-1 0 0 0,1 1 0 0 0,-1 0-1 0 0,0-1 1 0 0,0 1 0 0 0,0 0 0 0 0,0 0 0 0 0,0 0-1 0 0,0 0 1 0 0,0 0 0 0 0,0 0 0 0 0,1 0 0 0 0,-1 0-1 0 0,0 0 1 0 0,0 0 0 0 0,0 0 0 0 0,0 1 0 0 0,0-1-1 0 0,-1 1 1 0 0,-23 10 326 0 0,19-8-315 0 0,0 0 9 0 0,-1 1-1 0 0,1 0 0 0 0,0 0 1 0 0,0 1-1 0 0,0 0 0 0 0,0 0 1 0 0,-6 8-1 0 0,-39 48 205 0 0,31-39-193 0 0,2 0 0 0 0,-20 32 0 0 0,24-32-49 0 0,9-15-13 0 0,0 1 0 0 0,0 0 0 0 0,1-1 0 0 0,0 2 0 0 0,1-1-1 0 0,-1 0 1 0 0,1 1 0 0 0,-2 12 0 0 0,4-15-13 0 0,0-1 0 0 0,-1 1 0 0 0,0-1-1 0 0,-4 10 1 0 0,4-10 27 0 0,0-1 1 0 0,0 0-1 0 0,1 1 0 0 0,-1-1 0 0 0,1 1 0 0 0,0-1 1 0 0,0 1-1 0 0,0 6 0 0 0,2-10-3 0 0,0 0 0 0 0,0 0 0 0 0,0 0 0 0 0,-1 0 0 0 0,1 0 0 0 0,0 0 0 0 0,0 0 0 0 0,1-1 0 0 0,-1 1 0 0 0,0 0 0 0 0,0-1 0 0 0,0 1 0 0 0,3 0 0 0 0,-2 0 10 0 0,1 1-5 0 0,1 0 0 0 0,0-1-1 0 0,0 1 1 0 0,0-1 0 0 0,0 0 0 0 0,0 0 0 0 0,0 0 0 0 0,0-1-1 0 0,0 1 1 0 0,0-1 0 0 0,0 0 0 0 0,0 0 0 0 0,8-2 0 0 0,-1 0 60 0 0,0-2 1 0 0,0 1 0 0 0,15-8-1 0 0,5-1 16 0 0,-22 8-64 0 0,0 0 0 0 0,-1 0 0 0 0,1-1-1 0 0,-1-1 1 0 0,0 1 0 0 0,-1-1 0 0 0,1-1-1 0 0,-1 1 1 0 0,-1-1 0 0 0,1 0 0 0 0,-1-1-1 0 0,0 1 1 0 0,-1-1 0 0 0,7-13 0 0 0,-3 5 44 0 0,-2 0 0 0 0,1-1 1 0 0,-2 0-1 0 0,0 0 0 0 0,-2-1 0 0 0,6-32 1 0 0,-8 41-43 0 0,0-1 1 0 0,0 0-1 0 0,8-15 1 0 0,-7 17-7 0 0,0 0 1 0 0,0 0 0 0 0,-1-1 0 0 0,0 1 0 0 0,1-17 0 0 0,-2 18-1 0 0,-1 0 0 0 0,0 0 0 0 0,-1-1-1 0 0,0 1 1 0 0,-3-11 0 0 0,4 16-22 0 0,-1 0-1 0 0,1 0 1 0 0,-1 1-1 0 0,0-1 1 0 0,0 0-1 0 0,0 1 1 0 0,0-1-1 0 0,0 0 1 0 0,0 1-1 0 0,0-1 1 0 0,0 1-1 0 0,0 0 1 0 0,-1-1-1 0 0,1 1 1 0 0,-1 0 0 0 0,1 0-1 0 0,-1 0 1 0 0,0 0-1 0 0,1 0 1 0 0,-1 0-1 0 0,0 0 1 0 0,1 1-1 0 0,-1-1 1 0 0,0 1-1 0 0,-2-1 1 0 0,-1 0-9 0 0,1 0 0 0 0,0 0 1 0 0,0-1-1 0 0,0 1 0 0 0,0-1 1 0 0,-3-2-1 0 0,3 2-10 0 0,1 0 0 0 0,-1 0 0 0 0,1 1 0 0 0,-1 0 0 0 0,0-1 0 0 0,0 1 0 0 0,-7-1 0 0 0,5 2 2 0 0,1 0 0 0 0,-1 0-1 0 0,1 1 1 0 0,-1-1 0 0 0,1 1 0 0 0,-1 0-1 0 0,1 1 1 0 0,0-1 0 0 0,0 1-1 0 0,-1 0 1 0 0,1 0 0 0 0,-5 4-1 0 0,3-1 2 0 0,-1 0 0 0 0,1 1 0 0 0,0-1 0 0 0,1 2-1 0 0,-1-1 1 0 0,-9 13 0 0 0,1 4-21 0 0,1 0-1 0 0,0 1 1 0 0,-18 47-1 0 0,24-53 25 0 0,1 1-1 0 0,1 0 1 0 0,1 0-1 0 0,0 0 1 0 0,-2 24 0 0 0,6-37 14 0 0,0-1-1 0 0,0 0 1 0 0,-1 0 0 0 0,1 0 0 0 0,-1 0 0 0 0,-4 7 0 0 0,3-8-5 0 0,1 1 1 0 0,0 0-1 0 0,0-1 0 0 0,1 1 1 0 0,-1 0-1 0 0,1 0 0 0 0,0 0 1 0 0,0 8-1 0 0,1-12 17 0 0,3 14-4565 0 0,0-12 2044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14579 0 0,'-8'0'-34'0'0,"-13"2"397"0"0,7 8-3380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62 6865 0 0,'-2'0'6190'0'0,"-10"-4"-5670"0"0,6 2-658 0 0,1 1 0 0 0,-1-1 0 0 0,0 1 0 0 0,-8-2 0 0 0,37-10 376 0 0,-20 12-223 0 0,67-26 195 0 0,-64 25-203 0 0,0 0 0 0 0,0 1 0 0 0,0 0 0 0 0,0 0 0 0 0,0 1 0 0 0,0-1 0 0 0,0 1 0 0 0,0 1 0 0 0,0-1 0 0 0,7 2 1 0 0,-11-1-3 0 0,-1-1 1 0 0,0 1-1 0 0,0 0 1 0 0,1-1-1 0 0,-1 1 1 0 0,0 0-1 0 0,0 0 1 0 0,0 0-1 0 0,0 0 1 0 0,0 0 0 0 0,0 0-1 0 0,0 0 1 0 0,0 0-1 0 0,-1 0 1 0 0,1 1-1 0 0,1 1 1 0 0,9 26 81 0 0,-4-9-19 0 0,-4-11-31 0 0,0-1 0 0 0,-1 1 0 0 0,1 0 0 0 0,-2 0-1 0 0,1 0 1 0 0,-1 0 0 0 0,0 0 0 0 0,-1 0 0 0 0,0 0 0 0 0,-1 0 0 0 0,0 0 0 0 0,-3 15 0 0 0,-2 0 183 0 0,-1-1 1 0 0,0 1 0 0 0,-17 32 0 0 0,18-43-147 0 0,-2 0 0 0 0,0 0 1 0 0,0 0-1 0 0,-18 19 0 0 0,-46 39 101 0 0,62-61-189 0 0,3-4-277 0 0,-18 14-4607 0 0,22-18 2279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7 113 8610 0 0,'-2'-3'4110'0'0,"-2"-8"-3139"0"0,4 11-962 0 0,0-1 23 0 0,0 1 0 0 0,0-1 1 0 0,1 1-1 0 0,-1-1 0 0 0,0 1 0 0 0,1-1 0 0 0,-1 1 0 0 0,1 0 0 0 0,-1-1 0 0 0,0 1 0 0 0,1 0 0 0 0,-1-1 0 0 0,1 1 0 0 0,-1 0 0 0 0,1-1 0 0 0,-1 1 0 0 0,1 0 1 0 0,-1 0-1 0 0,1 0 0 0 0,0-1 0 0 0,42-17 228 0 0,-17 7-222 0 0,0 0 0 0 0,1 2 1 0 0,0 0-1 0 0,36-5 1 0 0,-16 7-223 0 0,-4 1-1445 0 0,1 2-3466 0 0,-25 2 962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39 135 10634 0 0,'-6'-16'2194'0'0,"5"15"-2219"0"0,0 0 1 0 0,1 0-1 0 0,-1 0 0 0 0,1 0 1 0 0,-1 0-1 0 0,1 0 0 0 0,-1 0 0 0 0,1 0 1 0 0,0 0-1 0 0,-1 0 0 0 0,1 0 0 0 0,0-1 1 0 0,0 1-1 0 0,0 0 0 0 0,0 0 0 0 0,0 0 1 0 0,0 0-1 0 0,0-1 0 0 0,0 1 0 0 0,1 0 1 0 0,-1-2-1 0 0,2 0 47 0 0,0 0 1 0 0,0-1-1 0 0,0 1 1 0 0,0 0-1 0 0,1 0 1 0 0,-1 0-1 0 0,1 0 1 0 0,0 1-1 0 0,0-1 1 0 0,0 1-1 0 0,0 0 0 0 0,0 0 1 0 0,0 0-1 0 0,0 0 1 0 0,1 0-1 0 0,5-1 1 0 0,6-3 210 0 0,0 1 1 0 0,24-4 0 0 0,-24 6-168 0 0,-10 2-50 0 0,0 0-1 0 0,0 0 0 0 0,0 0 0 0 0,0-1 0 0 0,0 0 0 0 0,9-4 0 0 0,-12 5-8 0 0,0-1 0 0 0,0 1 1 0 0,0 0-1 0 0,0 0 0 0 0,1 0 0 0 0,-1 0 1 0 0,0 1-1 0 0,0-1 0 0 0,1 0 0 0 0,-1 1 1 0 0,0 0-1 0 0,1-1 0 0 0,-1 1 0 0 0,1 0 1 0 0,-1 0-1 0 0,1 0 0 0 0,-1 1 0 0 0,0-1 1 0 0,5 2-1 0 0,-5-1 2 0 0,-1 0 0 0 0,1 0 1 0 0,0 1-1 0 0,0-1 0 0 0,-1 1 1 0 0,1-1-1 0 0,0 1 0 0 0,-1 0 1 0 0,0 0-1 0 0,1 0 0 0 0,-1 0 0 0 0,0 0 1 0 0,0 0-1 0 0,0 0 0 0 0,0 0 1 0 0,0 0-1 0 0,-1 0 0 0 0,1 0 0 0 0,-1 0 1 0 0,1 5-1 0 0,0 0 28 0 0,-1 0-1 0 0,0 0 1 0 0,0 1 0 0 0,0-1-1 0 0,-1 0 1 0 0,0 0-1 0 0,-1 0 1 0 0,1 1 0 0 0,-2-1-1 0 0,-4 12 1 0 0,-4 12 89 0 0,8-22-96 0 0,-1-1-1 0 0,0 1 0 0 0,0-1 0 0 0,-1 0 0 0 0,0-1 0 0 0,0 1 0 0 0,-1-1 0 0 0,0 0 0 0 0,-11 10 0 0 0,-4 2 121 0 0,-44 30 0 0 0,49-38-43 0 0,-1-2 0 0 0,0 0-1 0 0,-20 7 1 0 0,25-10 79 0 0,-2 1 526 0 0,14-11-451 0 0,7-7-238 0 0,1 1 44 0 0,0 1 1 0 0,1 0-1 0 0,1 1 1 0 0,-1 0-1 0 0,1 0 1 0 0,1 1-1 0 0,-1 1 1 0 0,1 0-1 0 0,0 0 1 0 0,1 1-1 0 0,-1 0 1 0 0,1 1 0 0 0,13-3-1 0 0,-19 5-52 0 0,1 1 0 0 0,-1-2 0 0 0,1 1 0 0 0,5-4 0 0 0,-7 4-35 0 0,0 0-1 0 0,-1 0 1 0 0,1 0-1 0 0,1 0 1 0 0,-1 1-1 0 0,0 0 1 0 0,0 0-1 0 0,7 0 1 0 0,53 10-9314 0 0,-48-9 5361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22 314 11442 0 0,'-21'-4'377'0'0,"22"-1"-350"0"0,0 1 1 0 0,0 0 0 0 0,1 0 0 0 0,-1 0 0 0 0,1 0 0 0 0,0 0 0 0 0,0 0 0 0 0,0 0 0 0 0,1 1 0 0 0,0-1-1 0 0,-1 1 1 0 0,6-6 0 0 0,11-10 54 0 0,24-23 127 0 0,50-64 0 0 0,-82 81 258 0 0,-9 17-163 0 0,-8 17-369 0 0,-6 15 94 0 0,-43 85 141 0 0,48-91-132 0 0,0-1 0 0 0,1 2-1 0 0,1-1 1 0 0,-4 26 0 0 0,9-43-7 0 0,0 0 0 0 0,-1 0 0 0 0,1-1 0 0 0,0 1-1 0 0,0 0 1 0 0,0 0 0 0 0,0-1 0 0 0,0 1 0 0 0,0 0 0 0 0,0 0 0 0 0,1-1 0 0 0,-1 1 0 0 0,0 0-1 0 0,0-1 1 0 0,1 1 0 0 0,-1 0 0 0 0,0 0 0 0 0,1-1 0 0 0,-1 1 0 0 0,0-1 0 0 0,1 1 0 0 0,-1 0 0 0 0,1-1-1 0 0,-1 1 1 0 0,1-1 0 0 0,0 1 0 0 0,1 0-12 0 0,-1-1 1 0 0,0 1-1 0 0,0-1 1 0 0,1 0-1 0 0,-1 1 1 0 0,0-1-1 0 0,1 0 0 0 0,-1 0 1 0 0,0 0-1 0 0,1 0 1 0 0,-1-1-1 0 0,0 1 0 0 0,1 0 1 0 0,0-1-1 0 0,8-2-1 0 0,0 0-1 0 0,-1-1 0 0 0,12-6 1 0 0,-13 6 105 0 0,11-7-82 0 0,0-1 0 0 0,0-1 0 0 0,-1 0 0 0 0,-1-1 0 0 0,0-1 0 0 0,27-31 1 0 0,2-15 110 0 0,-34 43-137 0 0,1 2-1 0 0,0 0 1 0 0,30-28-1 0 0,-31 30-29 0 0,3 0-216 0 0,-12 15 154 0 0,-4 7 94 0 0,-34 61 33 0 0,23-48-32 0 0,0 1 0 0 0,-13 40 0 0 0,20-48-9 0 0,0 0-1 0 0,-1 0 1 0 0,0 0 0 0 0,-1 0 0 0 0,-12 16 0 0 0,-22 35 6 0 0,-78 112-937 0 0,109-164 76 0 0,-1 2-1363 0 0,4-7-3270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 6113 0 0,'0'0'814'0'0,"-8"-3"1260"0"0,5 7-1940 0 0,0 1 1 0 0,1-1 0 0 0,-1 1 0 0 0,1-1 0 0 0,-1 1-1 0 0,2 0 1 0 0,-1 0 0 0 0,-2 8 0 0 0,-5 15 793 0 0,-7 2-235 0 0,-23 35-1 0 0,22-38-360 0 0,-25 50 0 0 0,35-57 141 0 0,6-13 30 0 0,5-15 20 0 0,59-105-250 0 0,-52 91-250 0 0,-10 18-20 0 0,1 0-1 0 0,0 0 0 0 0,0 0 0 0 0,0 1 0 0 0,4-6 0 0 0,5-3 12 0 0,0 0 0 0 0,1 1 0 0 0,0 0 1 0 0,1 1-1 0 0,0 1 0 0 0,0 0 0 0 0,1 1 0 0 0,20-10 0 0 0,-27 14-24 0 0,7-3-114 0 0,-14 7 125 0 0,0 0 0 0 0,1 1 0 0 0,-1-1 1 0 0,1 0-1 0 0,-1 0 0 0 0,0 0 0 0 0,1 0 1 0 0,-1 1-1 0 0,0-1 0 0 0,1 0 0 0 0,-1 0 1 0 0,0 1-1 0 0,1-1 0 0 0,-1 0 0 0 0,0 0 1 0 0,1 1-1 0 0,-1-1 0 0 0,0 0 0 0 0,0 1 1 0 0,0-1-1 0 0,1 0 0 0 0,-1 1 0 0 0,0-1 1 0 0,0 1-1 0 0,0-1 0 0 0,0 0 0 0 0,1 1 1 0 0,-1-1-1 0 0,0 1 0 0 0,0-1 0 0 0,0 0 1 0 0,0 1-1 0 0,0-1 0 0 0,0 1 1 0 0,0-1-1 0 0,0 1 0 0 0,-1-1 0 0 0,1 1 1 0 0,-1 12 92 0 0,0 0 1 0 0,-1-1 0 0 0,0 1 0 0 0,-1-1 0 0 0,0 1-1 0 0,-1-1 1 0 0,-1 0 0 0 0,0 0 0 0 0,-10 17 0 0 0,21-39-85 0 0,1 0 1 0 0,0 1-1 0 0,0 0 0 0 0,1 0 1 0 0,0 1-1 0 0,0 0 0 0 0,1 0 1 0 0,0 1-1 0 0,1 0 1 0 0,-1 1-1 0 0,1 0 0 0 0,0 1 1 0 0,20-8-1 0 0,-29 12-11 0 0,0 1-1 0 0,-1 0 1 0 0,1 0 0 0 0,0 0-1 0 0,-1-1 1 0 0,1 1-1 0 0,0 0 1 0 0,-1 0 0 0 0,1 0-1 0 0,0 0 1 0 0,0 1-1 0 0,-1-1 1 0 0,1 0 0 0 0,0 0-1 0 0,-1 0 1 0 0,1 0-1 0 0,0 1 1 0 0,-1-1 0 0 0,1 0-1 0 0,0 1 1 0 0,-1-1-1 0 0,1 0 1 0 0,-1 1 0 0 0,1-1-1 0 0,-1 1 1 0 0,1-1-1 0 0,-1 1 1 0 0,1-1 0 0 0,-1 1-1 0 0,1-1 1 0 0,0 2-1 0 0,8 22-46 0 0,-3-8 34 0 0,-4-13 34 0 0,0 0 0 0 0,0 0-1 0 0,0 0 1 0 0,0 0 0 0 0,1 0-1 0 0,-1 0 1 0 0,1 0 0 0 0,0-1-1 0 0,0 0 1 0 0,0 1 0 0 0,0-1-1 0 0,0 0 1 0 0,0 0 0 0 0,1-1-1 0 0,-1 1 1 0 0,1-1 0 0 0,-1 1-1 0 0,6 0 1 0 0,2 2 3 0 0,4 2 18 0 0,-9-4-23 0 0,0 1-1 0 0,0-1 1 0 0,1 0 0 0 0,-1 0-1 0 0,0-1 1 0 0,1 0 0 0 0,-1 0 0 0 0,1 0-1 0 0,-1-1 1 0 0,12-1 0 0 0,-14 1-77 0 0,-1-1 0 0 0,0 1 0 0 0,1-1 0 0 0,-1 0 0 0 0,1 0 1 0 0,-1 0-1 0 0,0-1 0 0 0,0 1 0 0 0,6-4 0 0 0,-7 3-531 0 0,0 0 0 0 0,0 0-1 0 0,0 0 1 0 0,0 0 0 0 0,0 0-1 0 0,0 0 1 0 0,-1 0 0 0 0,2-4-1 0 0,3-3-2269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75 451 7194 0 0,'-15'0'3483'0'0,"-7"-2"-2563"0"0,-14-1 339 0 0,36 3-1256 0 0,0 0 0 0 0,1 0-1 0 0,-1 0 1 0 0,0 0 0 0 0,0 0 0 0 0,0 0-1 0 0,0 0 1 0 0,0 0 0 0 0,0 0 0 0 0,0 0 0 0 0,0 0-1 0 0,0 0 1 0 0,0 0 0 0 0,0 0 0 0 0,0-1-1 0 0,0 1 1 0 0,0 0 0 0 0,0 0 0 0 0,0 0 0 0 0,0 0-1 0 0,0 0 1 0 0,0 0 0 0 0,0 0 0 0 0,0 0-1 0 0,0 0 1 0 0,0 0 0 0 0,0-1 0 0 0,0 1-1 0 0,0 0 1 0 0,0 0 0 0 0,0 0 0 0 0,0 0 0 0 0,0 0-1 0 0,0 0 1 0 0,0 0 0 0 0,0 0 0 0 0,0 0-1 0 0,0 0 1 0 0,0 0 0 0 0,0 0 0 0 0,0-1 0 0 0,0 1-1 0 0,-1 0 1 0 0,1 0 0 0 0,0 0 0 0 0,0 0-1 0 0,0 0 1 0 0,0 0 0 0 0,0 0 0 0 0,0 0-1 0 0,0 0 1 0 0,0 0 0 0 0,0 0 0 0 0,0 0 0 0 0,0 0-1 0 0,-1 0 1 0 0,1 0 0 0 0,0 0 0 0 0,0 0-1 0 0,0 0 1 0 0,0 0 0 0 0,0 0 0 0 0,0 0 0 0 0,0 0-1 0 0,0 0 1 0 0,0 0 0 0 0,-1 0 0 0 0,12-5 113 0 0,133-34 1199 0 0,73-21 134 0 0,1041-248-393 0 0,-1207 298-1076 0 0,1 2 1 0 0,87-2-1 0 0,-150 10-4515 0 0,-14-3 1982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320 147 11154 0 0,'-3'-1'54'0'0,"0"0"-1"0"0,1 0 0 0 0,-1-1 0 0 0,0 1 0 0 0,1-1 0 0 0,-1 1 1 0 0,-2-4-1 0 0,-7-2-96 0 0,5 4 169 0 0,0 1-1 0 0,0 0 1 0 0,0 0-1 0 0,-1 0 1 0 0,1 1-1 0 0,0 0 1 0 0,-1 1-1 0 0,1 0 1 0 0,0 0 0 0 0,-1 0-1 0 0,-7 2 1 0 0,9-1-94 0 0,1 0 0 0 0,-1 1 1 0 0,1-1-1 0 0,-1 1 1 0 0,1 0-1 0 0,0 0 0 0 0,-1 1 1 0 0,1-1-1 0 0,0 1 1 0 0,1 1-1 0 0,-1-1 0 0 0,0 0 1 0 0,1 1-1 0 0,-5 6 1 0 0,-2 1-2 0 0,2 1 0 0 0,0 0 1 0 0,0 0-1 0 0,1 1 1 0 0,0 1-1 0 0,1-1 0 0 0,1 1 1 0 0,-9 29-1 0 0,2-14-45 0 0,11-27 70 0 0,1 1 0 0 0,-1 0 0 0 0,1 0 0 0 0,0 0 0 0 0,-1 0 0 0 0,1 0 0 0 0,0 0 0 0 0,1 0 0 0 0,-1 0 0 0 0,0 6 0 0 0,2-8-23 0 0,-1 0 0 0 0,1-1 0 0 0,0 1 1 0 0,0 0-1 0 0,-1 0 0 0 0,1 0 0 0 0,0-1 0 0 0,0 1 1 0 0,0 0-1 0 0,0-1 0 0 0,0 1 0 0 0,0 0 0 0 0,0-1 1 0 0,0 1-1 0 0,0-1 0 0 0,0 0 0 0 0,0 1 0 0 0,0-1 1 0 0,2 0-1 0 0,-1 1 39 0 0,7 1-17 0 0,0 0-1 0 0,0-1 1 0 0,0 0 0 0 0,0 0-1 0 0,0-1 1 0 0,1 0 0 0 0,-1-1-1 0 0,0 0 1 0 0,0 0 0 0 0,0-1-1 0 0,0 0 1 0 0,0-1 0 0 0,9-3-1 0 0,16-8 100 0 0,60-33 0 0 0,-20 7 133 0 0,-68 35-252 0 0,0 0 0 0 0,0-1 1 0 0,0 0-1 0 0,-1 0 0 0 0,0 0 0 0 0,0-1 0 0 0,-1 0 0 0 0,0 0 1 0 0,0 0-1 0 0,0-1 0 0 0,-1 1 0 0 0,0-1 0 0 0,4-14 0 0 0,-6 15 24 0 0,1-1 0 0 0,1 0 0 0 0,4-10 0 0 0,-5 13-36 0 0,1-1 1 0 0,-1 1-1 0 0,0-1 1 0 0,-1 1-1 0 0,1-1 1 0 0,-1 1-1 0 0,-1-1 1 0 0,1-11-1 0 0,-1 14-22 0 0,0 0 0 0 0,0 1 0 0 0,-1-1 0 0 0,1 1 0 0 0,-1-1 0 0 0,0 1 0 0 0,1 0 0 0 0,-1-1 0 0 0,-1 1 0 0 0,1 0 0 0 0,0 0 0 0 0,0-1 0 0 0,-1 1 0 0 0,1 0 1 0 0,-1 0-1 0 0,0 0 0 0 0,0 1 0 0 0,-3-4 0 0 0,1 3-19 0 0,1 0 0 0 0,-1 0 0 0 0,0 0 1 0 0,1 0-1 0 0,-1 1 0 0 0,0 0 0 0 0,0 0 1 0 0,0 0-1 0 0,0 0 0 0 0,0 1 0 0 0,-5-1 1 0 0,4 1 2 0 0,-1 1 0 0 0,1 0 1 0 0,0 0-1 0 0,-1 0 0 0 0,1 0 0 0 0,0 1 1 0 0,0 0-1 0 0,0 0 0 0 0,0 0 1 0 0,1 1-1 0 0,-1 0 0 0 0,0-1 1 0 0,1 2-1 0 0,0-1 0 0 0,-6 6 0 0 0,-2 3-397 0 0,0 0 0 0 0,1 1 0 0 0,-15 22-1 0 0,22-30-97 0 0,1 1-1 0 0,0 0 1 0 0,0 0 0 0 0,0 0-1 0 0,1 0 1 0 0,0 1-1 0 0,-2 8 1 0 0,0 0-1656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14611 0 0,'-12'0'-63'0'0,"5"0"256"0"0,-1 0 0 0 0,0 0 0 0 0,0 1 0 0 0,-8 2 0 0 0,13-3-444 0 0,1 1 0 0 0,-1 0 0 0 0,1 0 0 0 0,0 0 0 0 0,-1 0 0 0 0,1 0 0 0 0,0 1 0 0 0,0-1 0 0 0,0 1 0 0 0,-3 2 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3 11562 0 0,'-5'-1'581'0'0,"4"1"-573"0"0,1 0-1 0 0,-1-1 0 0 0,1 1 0 0 0,-1 0 0 0 0,1 0 1 0 0,-1 0-1 0 0,1 0 0 0 0,-1 0 0 0 0,1 0 0 0 0,-1 0 0 0 0,1 0 1 0 0,-1 0-1 0 0,1 0 0 0 0,-1 0 0 0 0,1 0 0 0 0,-1 0 0 0 0,1 1 1 0 0,-1-1-1 0 0,1 0 0 0 0,-1 0 0 0 0,1 0 0 0 0,-1 1 0 0 0,1-1 1 0 0,0 0-1 0 0,-1 1 0 0 0,1-1 0 0 0,-1 0 0 0 0,1 1 0 0 0,0-1 1 0 0,-1 0-1 0 0,1 1 0 0 0,0-1 0 0 0,0 1 0 0 0,-1-1 0 0 0,1 1 1 0 0,0-1-1 0 0,-1 1 0 0 0,-95 167 3396 0 0,45-85-3088 0 0,16-31-200 0 0,24-39-85 0 0,2 1 1 0 0,0 0-1 0 0,-10 19 0 0 0,12-21-240 0 0,0 1 0 0 0,-1-1 0 0 0,-16 17 0 0 0,16-22-4023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43 135 12739 0 0,'-1'-2'190'0'0,"1"0"0"0"0,-1 0 0 0 0,1 0 0 0 0,-1 1 0 0 0,0-1 0 0 0,0 0 0 0 0,0 0 0 0 0,0 1 0 0 0,-2-3 0 0 0,-6-11-406 0 0,4 2-11 0 0,3 10 296 0 0,1 1 1 0 0,0-1 0 0 0,0 0 0 0 0,0 1 0 0 0,0-1 0 0 0,1 0-1 0 0,-1-4 1 0 0,1 6-39 0 0,0 0 0 0 0,0 0 0 0 0,0 0 0 0 0,0 0 0 0 0,1 0-1 0 0,-1 0 1 0 0,0 0 0 0 0,1 0 0 0 0,-1 0 0 0 0,1 0 0 0 0,-1 0 0 0 0,1 0 0 0 0,0 0-1 0 0,-1 0 1 0 0,1 0 0 0 0,0 0 0 0 0,0 0 0 0 0,-1 1 0 0 0,1-1 0 0 0,0 0 0 0 0,0 1-1 0 0,0-1 1 0 0,0 0 0 0 0,1 0 0 0 0,1 0-19 0 0,0 0 0 0 0,0 0 0 0 0,0 0 0 0 0,0 0 0 0 0,0 0 0 0 0,0 1 0 0 0,6-1 0 0 0,20-5 21 0 0,-23 4-22 0 0,5-3-13 0 0,1 1 0 0 0,0 0 0 0 0,0 1-1 0 0,12-2 1 0 0,-21 4 1 0 0,0 1 0 0 0,0 0 0 0 0,0 0 0 0 0,0 0 0 0 0,0 0 0 0 0,-1 0 0 0 0,1 0 0 0 0,0 1 0 0 0,0-1-1 0 0,0 1 1 0 0,-1 0 0 0 0,1 0 0 0 0,0 0 0 0 0,-1 0 0 0 0,1 1 0 0 0,-1-1 0 0 0,1 0 0 0 0,-1 1 0 0 0,0 0 0 0 0,1 0 0 0 0,-1 0 0 0 0,0 0 0 0 0,0 0 0 0 0,2 3 0 0 0,0 0 17 0 0,0 1 0 0 0,-1 0 1 0 0,0-1-1 0 0,0 1 1 0 0,0 0-1 0 0,-1 0 0 0 0,0 1 1 0 0,0-1-1 0 0,-1 0 0 0 0,0 1 1 0 0,0-1-1 0 0,0 1 1 0 0,0 0-1 0 0,-1-1 0 0 0,-1 1 1 0 0,1-1-1 0 0,-1 1 0 0 0,0-1 1 0 0,0 1-1 0 0,-1-1 1 0 0,0 0-1 0 0,0 1 0 0 0,0-1 1 0 0,-7 11-1 0 0,0 2 23 0 0,6-13-22 0 0,0 1 0 0 0,-1-1 0 0 0,1 0-1 0 0,-1 0 1 0 0,0 0 0 0 0,-1 0 0 0 0,-8 9-1 0 0,-55 38 94 0 0,35-28-52 0 0,-35 34 0 0 0,66-57-58 0 0,0 0 0 0 0,0 0-1 0 0,0 1 1 0 0,0-1 0 0 0,0 0 0 0 0,1 1 0 0 0,0 0 0 0 0,-1-1-1 0 0,1 1 1 0 0,0 0 0 0 0,0 0 0 0 0,0-1 0 0 0,1 1 0 0 0,-1 0-1 0 0,1 0 1 0 0,-1 5 0 0 0,2-8 7 0 0,-1 1 0 0 0,1-1-1 0 0,-1 1 1 0 0,1-1 0 0 0,0 1-1 0 0,0-1 1 0 0,-1 1 0 0 0,1-1-1 0 0,0 0 1 0 0,-1 0 0 0 0,1 1-1 0 0,0-1 1 0 0,0 0 0 0 0,0 0-1 0 0,-1 0 1 0 0,1 0 0 0 0,0 0 0 0 0,0 0-1 0 0,1 0 1 0 0,19 0 56 0 0,-19-1-42 0 0,7 1 16 0 0,0-1 1 0 0,0 0 0 0 0,0-1 0 0 0,0 0-1 0 0,0 0 1 0 0,0-1 0 0 0,-1 0 0 0 0,0 0-1 0 0,1-1 1 0 0,-1 0 0 0 0,0-1 0 0 0,11-9-1 0 0,-17 12-9 0 0,0 0 1 0 0,-1 0-1 0 0,0 0 0 0 0,1 0 0 0 0,-1 0 0 0 0,0 0 0 0 0,0-1 0 0 0,0 1 0 0 0,0-5 0 0 0,7-12 78 0 0,-5 13-72 0 0,0 0 0 0 0,0 0 0 0 0,-1-1 0 0 0,1 1 0 0 0,-2-1 0 0 0,1 0 0 0 0,-1 0 0 0 0,0 1 0 0 0,0-1 0 0 0,0 0 0 0 0,-1 0 0 0 0,0 0 0 0 0,-1 0 0 0 0,0 0 0 0 0,-2-9-1 0 0,1 5-12 0 0,-1 0 0 0 0,-1 0-1 0 0,0 0 1 0 0,-1 0-1 0 0,0 1 1 0 0,0-1-1 0 0,-1 1 1 0 0,-10-12-1 0 0,13 19-74 0 0,-1 0 1 0 0,0 0-1 0 0,0 0 0 0 0,0 0 0 0 0,-1 1 1 0 0,1 0-1 0 0,-1 0 0 0 0,-6-2 0 0 0,1 0-495 0 0,10 3 240 0 0,-1 1-1 0 0,0 0 1 0 0,1 0 0 0 0,-1-1 0 0 0,0 1 0 0 0,1 0 0 0 0,-1 0 0 0 0,0 0 0 0 0,1 0-1 0 0,-1 0 1 0 0,0 0 0 0 0,0 0 0 0 0,1 0 0 0 0,-1 0 0 0 0,0 0 0 0 0,1 1 0 0 0,-1-1-1 0 0,0 0 1 0 0,1 0 0 0 0,-1 1 0 0 0,0-1 0 0 0,1 0 0 0 0,-2 1 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27 487 10762 0 0,'-1'0'69'0'0,"0"0"0"0"0,0 0 0 0 0,0 0 0 0 0,0 0-1 0 0,0 0 1 0 0,0 0 0 0 0,0 0 0 0 0,-1 0 0 0 0,1-1-1 0 0,0 1 1 0 0,0 0 0 0 0,1-1 0 0 0,-1 1 0 0 0,0 0-1 0 0,0-1 1 0 0,0 0 0 0 0,0 1 0 0 0,0-1 0 0 0,0 1-1 0 0,1-1 1 0 0,-1 0 0 0 0,0 0 0 0 0,0 1 0 0 0,0-3-1 0 0,0 2-35 0 0,1-1 0 0 0,-1 0 0 0 0,1 1 0 0 0,0-1 0 0 0,0 1 0 0 0,0-1 0 0 0,0 0 0 0 0,0 1 0 0 0,0-1 0 0 0,0 1 0 0 0,0-1 0 0 0,1 0 0 0 0,-1 1 0 0 0,1-3 0 0 0,4-7-64 0 0,0 0 0 0 0,0 0 0 0 0,11-15 0 0 0,-11 17 211 0 0,5-8-83 0 0,-2-1-1 0 0,8-20 0 0 0,-15 35-80 0 0,5-10 10 0 0,1 0 0 0 0,1 1 0 0 0,0 1 0 0 0,13-17 0 0 0,11-15 9 0 0,-24 30-35 0 0,1 1 0 0 0,0 0 0 0 0,0 1 1 0 0,2 0-1 0 0,-1 0 0 0 0,1 1 0 0 0,14-10 0 0 0,-24 19 22 0 0,0 1 0 0 0,0-1-1 0 0,0 0 1 0 0,0 1 0 0 0,0-1-1 0 0,0 1 1 0 0,0-1 0 0 0,0 1-1 0 0,0-1 1 0 0,0 1 0 0 0,0 0-1 0 0,1 0 1 0 0,1-1 0 0 0,-3 1-17 0 0,1 0 0 0 0,-1 1 1 0 0,1-1-1 0 0,-1 0 1 0 0,0 0-1 0 0,1 0 0 0 0,-1 0 1 0 0,0 1-1 0 0,1-1 1 0 0,-1 0-1 0 0,0 0 0 0 0,1 1 1 0 0,-1-1-1 0 0,0 0 1 0 0,0 0-1 0 0,1 1 1 0 0,-1-1-1 0 0,0 0 0 0 0,0 1 1 0 0,0-1-1 0 0,1 0 1 0 0,-1 1-1 0 0,0-1 0 0 0,0 0 1 0 0,0 1-1 0 0,0 0 1 0 0,1 3 5 0 0,-1 1 1 0 0,0-1 0 0 0,0 0 0 0 0,0 1 0 0 0,-1 6 0 0 0,0-7-6 0 0,-4 23 25 0 0,-1-1 0 0 0,-14 41 0 0 0,-7 26 216 0 0,27-93-229 0 0,0 1 0 0 0,0-1 0 0 0,0 0 0 0 0,0 1 0 0 0,0-1 0 0 0,-1 0 0 0 0,1 1 0 0 0,0-1 0 0 0,0 0 0 0 0,0 1 0 0 0,0-1 0 0 0,0 0 0 0 0,0 1 0 0 0,0-1 0 0 0,0 0 0 0 0,0 1 0 0 0,0-1 0 0 0,1 0-1 0 0,-1 1 1 0 0,0-1 0 0 0,0 0 0 0 0,0 1 0 0 0,0-1 0 0 0,0 0 0 0 0,1 1 0 0 0,-1-1 0 0 0,0 0 0 0 0,0 1 0 0 0,1-1 0 0 0,-1 0 0 0 0,0 0 0 0 0,0 0 0 0 0,1 1 0 0 0,-1-1 0 0 0,0 0 0 0 0,1 1 0 0 0,14-5 143 0 0,14-18-119 0 0,60-78 153 0 0,42-53-132 0 0,-113 129-67 0 0,-15 20-8 0 0,-1 0 0 0 0,1 0 0 0 0,0 0 0 0 0,0 0 0 0 0,0 1 0 0 0,1-1 0 0 0,0 1 0 0 0,-1 0 0 0 0,1 0 0 0 0,0 0 0 0 0,6-3 0 0 0,-9 6 10 0 0,-1 0 1 0 0,0 0-1 0 0,1 0 1 0 0,-1 1 0 0 0,0-1-1 0 0,0 0 1 0 0,1 0 0 0 0,-1 0-1 0 0,0 0 1 0 0,1 1-1 0 0,-1-1 1 0 0,0 0 0 0 0,0 0-1 0 0,0 1 1 0 0,1-1 0 0 0,-1 0-1 0 0,0 1 1 0 0,0-1-1 0 0,0 0 1 0 0,0 0 0 0 0,1 1-1 0 0,-1-1 1 0 0,0 0 0 0 0,0 1-1 0 0,0-1 1 0 0,0 0-1 0 0,0 1 1 0 0,0-1 0 0 0,0 0-1 0 0,0 1 1 0 0,0-1 0 0 0,0 0-1 0 0,0 1 1 0 0,0-1-1 0 0,0 0 1 0 0,0 1 0 0 0,0-1-1 0 0,-1 1 1 0 0,0 15 35 0 0,-2-3-36 0 0,0 0 1 0 0,-1-1 0 0 0,-11 24 0 0 0,-4 14 12 0 0,10-27-10 0 0,-1 0 0 0 0,-1-1 0 0 0,-27 42-1 0 0,19-32 41 0 0,-32 40 120 0 0,35-53-799 0 0,2 1 0 0 0,-18 32 0 0 0,22-29-3435 0 0,8-19 969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7 6609 0 0,'0'0'296'0'0,"-1"-6"2632"0"0,-6 26-2759 0 0,-11 35 1046 0 0,-2-1-1 0 0,-36 69 1 0 0,46-103-960 0 0,7-14-148 0 0,0 0 1 0 0,0 0-1 0 0,-1 0 0 0 0,0 0 0 0 0,-7 9 0 0 0,-60 55 706 0 0,49-51 375 0 0,54-78-1185 0 0,-22 44 2 0 0,30-43-25 0 0,81-94 1 0 0,-114 145 18 0 0,0 1 0 0 0,0-1 0 0 0,0 1-1 0 0,0 1 1 0 0,1-1 0 0 0,0 1 0 0 0,1 0-1 0 0,-1 1 1 0 0,1 0 0 0 0,10-3 0 0 0,-19 7 0 0 0,1 0 1 0 0,-1 0 0 0 0,1 1-1 0 0,-1-1 1 0 0,1 0 0 0 0,-1 0-1 0 0,0 0 1 0 0,1 1 0 0 0,-1-1-1 0 0,1 0 1 0 0,-1 1-1 0 0,0-1 1 0 0,1 0 0 0 0,-1 1-1 0 0,0-1 1 0 0,0 1 0 0 0,1-1-1 0 0,-1 0 1 0 0,0 1-1 0 0,0-1 1 0 0,1 1 0 0 0,-1-1-1 0 0,0 1 1 0 0,0-1 0 0 0,0 1-1 0 0,0-1 1 0 0,0 0-1 0 0,0 1 1 0 0,0-1 0 0 0,0 1-1 0 0,0-1 1 0 0,0 1 0 0 0,0-1-1 0 0,0 1 1 0 0,0-1-1 0 0,0 1 1 0 0,-1 19 1 0 0,-2-8 29 0 0,0 0 1 0 0,-1 0-1 0 0,-1 0 1 0 0,0-1 0 0 0,0 1-1 0 0,-1-1 1 0 0,-1 0-1 0 0,-11 14 1 0 0,13-17-28 0 0,16-16 43 0 0,0 2-1 0 0,16-8 0 0 0,-4 7 7 0 0,-20 5 11 0 0,0 1-1 0 0,0-1 0 0 0,1 1 1 0 0,-1 0-1 0 0,1 0 0 0 0,-1 0 1 0 0,1 1-1 0 0,0 0 0 0 0,-1-1 1 0 0,1 1-1 0 0,0 0 0 0 0,-1 1 1 0 0,1-1-1 0 0,-1 0 0 0 0,1 1 1 0 0,-1 0-1 0 0,1 0 0 0 0,6 3 1 0 0,3 2-411 0 0,4 3 689 0 0,0-2 0 0 0,21 7 1 0 0,0-9-1893 0 0,-34-5 908 0 0,-1 0 0 0 0,1 0 1 0 0,-1-1-1 0 0,0 1 0 0 0,1-1 0 0 0,-1 0 0 0 0,0 0 0 0 0,5-3 0 0 0,0 0-4762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18T10:12:19.2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9505 10021 95 0,'0'0'0'0,"-2"0"12"0,0 0 139 0,1 0-11 16,-1 0 21-16,0 0-48 0,1 0-13 0,-1 0-40 15,0 0-6-15,1 0-3 0,-1 0-19 0,0 0-12 16,1 0-4-16,-1 0-3 0,0 0-9 0,1 0 1 0,-1 0 2 15,1 0-1-15,1 0 5 0,0 0 44 0,0 0-8 16,0 0 21-16,0 0 6 0,0 0-21 0,0 0 5 16,1 0-13-16,1 0-14 0,1 0 0 0,0 0-7 15,12-4 4-15,2 1-17 0,-2-2-1 0,0 0-1 16,1 0-1-16,1 0-8 0,-1 0 4 0,-1 2 1 0,-5 0 1 16,-2 1-4-16,2-1 5 0,1-1-4 0,-6 3 6 15,0-1 3-15,-1 2-12 0,-3 0 6 0,4-2-6 16,-1 2 4-16,-1-1-17 0,0-1-9 0,0 0-6 15,1 2-48-15,-1 0-35 0,0 0-3 0,-1 0-11 16,0 0-22-16,-1 0-10 0,1 0-13 0,0 0-4 16,-1 0-106-16</inkml:trace>
  <inkml:trace contextRef="#ctx0" brushRef="#br0" timeOffset="1">9452 10232 414 0,'0'0'36'0,"-2"0"53"0,0 0-18 0,1 0-32 15,1-2 3-15,0 2-17 0,0 0-22 0,0 0-3 16,0 0 5-16,0 0-1 0,0 0 23 0,0 0 24 16,1 0-3-16,1 0 12 0,0 0 8 0,-1 0 12 15,1 0-2-15,1 0 2 0,1-1-25 0,2-1-33 0,4 0 0 16,2 1-11-16,-4-1-7 0,0 0 8 0,0 2-4 15,1-1 5-15,1-1-5 0,0 2 1 0,-5 0-12 0,1 0-1 16,-1 0-80-16,3-1-90 0,6-1-18 0,-3 0-33 16,1 1-161-16</inkml:trace>
  <inkml:trace contextRef="#ctx0" brushRef="#br0" timeOffset="2">10067 9905 75 0,'0'-2'23'0,"0"1"-4"0,0-1 25 15,0 0 3-15,-1-1-4 0,-1 0-14 0,2 1-4 16,-2-3 0-16,1-1 2 0,-1-1 30 0,2 4 10 15,-2-4-2-15,1 4 3 0,-1 0-5 0,1-2 4 16,1 3 5-16,0 0-3 0,0 1-2 0,-2-3-13 16,0 1-1-16,1 0-6 0,-1-1-13 0,0 3-6 15,1-1-3-15,-1 0-1 0,0 1-17 0,1-1-4 0,-1 0-3 16,0 1 0-16,1-1-4 0,-1 1 3 0,0-1-5 16,1 0 4-16,-1 1-4 0,0 1 11 0,1-2-1 15,-1 2 2-15,1-2-13 0,1 2 9 0,0 0 2 16,0 0 3-16,0 0-5 0,0 0 4 0,0 0-5 0,0 0 6 15,0 0 1-15,0 0-11 0,-2 0 8 0,2 0-8 16,0 0 10-16,0 0-8 0,0 0 1 0,0 0-2 16,0 0 7-16,0 0-6 0,-2 0-2 0,2 0-2 15,0 0 2-15,0 0 6 0,0 0-1 0,0 0 1 16,0 0-2-16,0 0-1 0,0 0 1 0,0 0-1 16,0 0 0-16,0 0 0 0,0 0 0 0,0 0 0 0,0 0-1 15,0 0 2-15,0 0 1 0,0 0 1 0,0 0-4 16,0 0 0-16,0 0 0 0,-1 0 2 0,-1 0 9 15,2 0-12-15,0 0 3 0,0 0-4 0,-2 0 6 0,2 0 13 16,-1 0-3-16,-1 0 6 0,0 0-7 0,1 0-8 16,-1 0-3-16,0 0-1 0,1 2-2 0,-1 0 2 15,0-1 1-15,1 3 1 0,-1-1-1 0,0 0 4 16,-4 12-1-16,1-3 0 0,-2 2-6 0,1 1 2 16,-1-2 2-16,1 2 2 0,-3 2 6 0,1-1 1 15,0 3-3-15,1-5 2 0,1 1-4 0,-1 0-4 16,0-2 1-16,1 2-1 0,-1 2 7 0,2-4-5 15,2-2 2-15,0-1-3 0,1-3 0 0,0 3 2 0,1-2 2 16,1-1-2-16,0-1-5 0,0 1 8 0,0-2-6 16,0 0 8-16,0 2-10 0,0-3 7 0,1 3-2 15,1-4 5-15,0 2 6 0,-1-1-8 0,1-1 8 16,0 0-7-16,-1 1 11 0,1-1-11 0,6 0 5 0,-3-1-4 16,2-1 14-16,1 6-5 0,-2-2 2 0,4 0-3 15,-3-2-4-15,1 1 2 0,2-1-3 0,0-1 4 16,2-2 1-16,-2 0 0 0,-1 0-2 0,3-2 1 15,0-1-2-15,-3-1-1 0,3-1 1 0,-2 0 0 16,0-1 7-16,0-1-10 0,1-1-2 0,-3 5-2 16,1-11 1-16,-3 1 3 0,-2 0-1 0,-1-4 0 15,-1 1-9-15,-1-1 4 0,3 1-4 0,9-4 3 0,-3-1-4 16,-4-4 1-16,-4 3 0 0,-2 1 0 0,0 3 2 16,-2 0-5-16,-3-4 5 0,0 6-6 0,-1-4 0 15,-1 3 1-15,2 6-4 0,-1-3 5 0,2 8 4 0,1-1-6 16,0 2-1-16,-1 2-4 0,-2-2-5 0,-1 2 3 15,-3-2 0-15,2 3 2 0,-2 0 4 0,-1 2-5 16,1 0 5-16,0 2-6 0,2 1 7 0,1 1-1 16,2-1-3-16,0 4 1 0,-2 4 4 0,2 4-11 15,1 2 9-15,-1-4-8 0,3 2 14 0,0 1-10 16,-8-3 2-16,0 6-5 0,4-5 10 0,3 0-4 16,-1-1 4-16,3-2-3 0,-1 1 3 0,0 3-4 15,2-2 0-15,0-1-2 0,0-2 6 0,0-4-2 0,0 2 1 16,0 1-1-16,0-3 3 0,0 1 1 0,0-1 2 15,0-2 0-15,2 1 4 0,-2-2-8 0,0 0 4 16,0 1-4-16,0-3 0 0,2 3 10 0,-2-3-4 16,0 1 5-16,0 0-9 0,0-1 2 0,0 1-2 15,5 1-1-15,1 2-29 0,2 0-41 0,-1-2-19 0,3 1-8 16,1-1-76-16,1-1-81 0,1-2-25 0</inkml:trace>
  <inkml:trace contextRef="#ctx0" brushRef="#br0" timeOffset="3">10496 9879 1234 0,'0'0'17'0,"0"0"-1"0,0 0-1 16,-1 0 1-16,-1 0-7 0,1 0-11 0,-1 0 4 15,0 1-2-15,1 1 6 0,-1 0 6 0,0 1 6 16,1 0-3-16,-1 0 4 0,2-1-7 0,-3 3 1 15,-1 2-3-15,4-6 1 0,-3 6-13 0,1-4 11 16,-1 2-2-16,1-1 6 0,2-3 1 0,-1 2-6 16,-1 1 3-16,1-1-3 0,-1-1 6 0,0-1 2 15,1 1-4-15,-1 0 0 0,0-1-45 0,2 1-45 16,0-2-21-16,0 0-8 0,2-2-76 0,0 1-70 0,-1-3-35 16</inkml:trace>
  <inkml:trace contextRef="#ctx0" brushRef="#br0" timeOffset="4">10665 9548 775 0,'0'0'41'0,"0"-1"37"16,-2-1 10-16,1 0-28 0,-1 1-1 0,0-1-11 16,1 0-17-16,-1 1-9 0,0-1 2 0,1 0-3 15,-1 1 7-15,0-1-12 0,1 1-2 0,-1-1-5 0,0 0-6 16,1 1-2-16,-1-1 6 0,0 2-1 0,2 0 31 15,0 0 4-15,0 0 5 0,2 0-3 0,0 0-2 16,1 0-16-16,0 0 3 0,14-3-8 0,-1 1-4 0,1 2-9 16,1 0-4-16,0 0 1 0,-1 2-3 0,-4-1-1 15,0 3 4-15,-1-1-3 0,-1 0 2 0,1 2 1 16,-2 0-4-16,0 0 2 0,-2-2-6 0,-2 1 4 16,3 1 2-16,-3-2 1 0,4 3 1 0,-3-1 2 15,-1 0-1-15,1 0 3 0,0 0-1 0,-1 0-1 16,-1-3-3-16,2 5 1 0,-6-1 4 0,3 4-7 15,1-2 5-15,-2 4-6 0,0 1 0 0,1-1 3 16,-1 1-3-16,7 0 1 0,-2 2-7 0,-1 1 10 0,-2 3-4 16,-2 0 7-16,0 0-8 0,-1 2 0 0,-1-1 1 15,-1-2-1-15,0 2 6 0,0 0-1 0,0-4 2 16,-1 2-2-16,-3-1-3 0,1-2 4 0,0 3-3 16,0-5 3-16,-2 0 2 0,0 1-3 0,-2-1 6 0,0 0-6 15,3 0-3-15,-1-3 4 0,0 0-2 0,0 2 4 16,1-3-5-16,1 1-2 0,0-1 1 0,-1 1 1 15,3-4 5-15,-3 2-2 0,3-3-2 0,-1 0 1 16,2-1-1-16,-1 1 5 0,1-2-3 0,0-1 4 16,0-1-3-16,0 1 5 0,-2 1 3 0,0 0-1 15,1 1-1-15,-1-1-47 0,0-1-2 0,1-1-21 16,-1 1-49-16,2 0-93 0,-2-1-24 0,1-1-36 0,-1 0-205 16</inkml:trace>
  <inkml:trace contextRef="#ctx0" brushRef="#br0" timeOffset="5">10627 9983 1179 0,'0'0'26'0,"0"0"0"0,-2-2 20 16,1 0-14-16,-1 1 4 0,0-1-36 0,2 0 2 15,0 1 3-15,0-1 1 0,0 0 12 0,2 1 18 16,0-3-4-16,1 1 9 0,13-3-1 0,9-3-7 0,5-6 0 15,0 2-3-15,3 0-7 0,1-2-10 0,1 4 1 16,1-3-5-16,-1 1-1 0,1 2-6 0,0 1-7 16,-4 0-1-16,2 2-34 0,-5-2-30 0,-1 1 0 15,3 1-12-15,-5-2-19 0,1-1-31 0,-6 1-3 16,-3 0-9-16,-1 0-22 0,-4 0 28 0,0 2 0 0,-3 1 13 16,-3-1 37-16,-1 1 18 0,-2 2 12 0,-1-1 0 15,-1 2 31-15,-1-1 21 0,1 2-2 0,-2 2 8 16,2-3 4-16,-2 3 26 0,0-1 9 0,1-1 11 15,-1 1 61-15,0 0 16 0,0 1-3 0,2-3 8 16,0 1-8-16,-1 0-21 0,1-1 4 0,-1 0-12 16,-1 2-6-16,2-3-19 0,0 2 0 0,-1-2-8 0,1 0-14 15,0 0 4-15,-1-2-3 0,-1 4 3 0,4-4-12 16,-3 2 8-16,1-1-7 0,0 1 6 0,-1 0-15 0,1 0 3 16,-2 1-5-16,0 1 3 0,0 2-19 0,0-1 3 15,0 0-7-15,2-1 4 0,-1 0-17 0,1-1 4 16,0 3-1-16,-1-1 1 0,-1 0-1 0,0 1-2 15,0-1 3-15,0 0 0 0,0 1 6 0,0-1-1 16,0 2-1-16,0 0-1 0,0 0 0 0,0 0-1 16,0 2-3-16,0-1 0 0,0 1-1 0,0 0 1 15,0-1 0-15,0 3 1 0,0-1-4 0,0 4 3 16,2 2-1-16,-2 3 1 0,0 0 0 0,2 1-1 16,-1 2 2-16,1 1 0 0,-2 1 1 0,0 1-1 0,0 0-1 15,0 5 2-15,0-1 0 0,0-1-5 0,0 2 4 16,0-1-4-16,0 1 6 0,0 0-3 0,0-2-3 15,0 3 2-15,0-3 2 0,0-3 2 0,0 0 0 16,0-1 0-16,1-1-3 0,1 3 0 0,-2-5-3 0,2 1 2 16,-1-2 4-16,-1-4-3 0,2 1 4 0,0-2-5 15,-1 0 2-15,1 0 0 0,0-1-1 0,-1 1 0 16,1-1 0-16,-2-2 4 0,2 0 2 0,-2-2 1 16,0 0-1-16,0-1 4 0,0 0 4 0,1 1-1 15,1 0 5-15,0 1 3 0,-1-1-3 0,1 0 3 16,0-1-2-16,-1 0-2 0,1-1-5 0,-1 1 1 15,1-1-5-15,0 1 5 0,-1-2 3 0,1 0-2 0,0 0-2 16,-1 0-6-16,1 0 2 0,1-2-4 0,1 1 3 16,-1-1-2-16,0 1-2 0,1-3 2 0,-1 1-5 0,0-4 2 15,5-6 4-15,2 0-1 0,0-4 4 0,0-2-4 16,2-1-1-16,-2-5 1 0,1 0-4 0,2-6 7 16,1-2-7-16,-1-5 7 0,3-2-8 0,-3 1-1 15,2-1 1-15,0 2-1 0,-2 3 7 0,5 2-5 16,-6 3 3-16,9 1-4 0,-2 1 0 0,-3 3 2 15,4 2-1-15,-4 3 2 0,-1 2 3 0,3 0-6 16,-3 3 6-16,-5 0-6 0,3 0 6 0,-3 3-4 16,-1 1-2-16,0 1 0 0,-4 2-5 0,4-1 4 15,-4 3-3-15,0-1 4 0,-4 1 4 0,1 2-6 0,3 1 5 16,-4 3-6-16,3-3 4 0,-1-1-50 0,0 1-25 16,1 1-16-16,-1 1-138 0,0-1-415 0</inkml:trace>
  <inkml:trace contextRef="#ctx0" brushRef="#br0" timeOffset="6">6167 12792 256 0,'0'0'19'15,"0"0"15"-15,2 0 35 0,-2-2 5 0,0 1 2 16,0-1-17-16,0 0-13 0,0 1 7 0,0-1-4 0,0 0 13 16,0 1-16-16,0-1 3 0,0 0-9 0,0 1-12 15,0-1-18-15,0 0 3 0,0 1-7 0,0-1-3 16,0 0 4-16,-2 1-7 0,1 1 6 0,-1 0-9 0,0 0 5 15,1 0 6-15,-1 0 1 0,-1 0 7 0,0 1 7 16,-1-1-7-16,-6 4 7 0,2-1-15 0,0 0 21 16,-2 2-4-16,0 0 10 0,0 0 2 0,0 0-10 15,-1 2-1-15,-1 1-4 0,2-1-14 0,2-1-2 16,1-1-2-16,2 0 0 0,-1 2-12 0,1 3 8 16,2-2-4-16,-2 2 4 0,1 1 0 0,1-1-2 15,0 2-3-15,-1-2 2 0,1 0-4 0,0 1 8 16,1 1-1-16,1-1 1 0,-3 1-6 0,3-1 4 0,-3 3 3 15,3-3-1-15,-3 2-1 0,3 1 1 0,-1-1-5 16,-8 2 4-16,2-2 1 0,3-1-1 0,-2 2 8 16,4-2-8-16,0 1 12 0,-1 0-10 0,3 1 1 15,1-3-3-15,0 1 12 0,0-2-8 0,0 0 9 0,0-2-8 16,0-2 9-16,1 1-8 0,1 0-3 0,0-4 2 16,-1 2 10-16,3 0-9 0,-3-2 11 0,1-1-9 15,8-1 23-15,0 6 0 0,0 0-1 0,1-2-2 16,1 0-15-16,-1-2-6 0,1-2 4 0,3-1-4 15,-2 0 2-15,-3 0 5 0,3-1-8 0,-3-1 7 16,2-1-8-16,-1 0 0 0,-1-1 6 0,-2 1-4 16,4-4 3-16,-6 4 1 0,-1 0 1 0,5 1 1 0,-8-9-4 15,0-1-1-15,2 0-3 0,5 1 4 0,-1-2 3 16,-3 1-6-16,-2 1 0 0,1 1-1 0,-4 0 3 0,0 1-3 16,0 1 4-16,0 2-4 0,0-3-2 15,0 4-1-15,0-1 2 0,0 1 0 0,-2 0 4 0,2 2-1 16,-2-2-6-16,1 1 3 0,-1 1-10 0,0 0 6 15,1-1 0-15,-6-1 1 0,0 0-4 0,2 2 3 16,2 2-1-16,0-1 1 0,0-1-2 0,-1 1 2 16,1 0-2-16,0 1 2 0,1-1-5 0,0 0-10 15,1 1 3-15,-1-1-4 0,0 0 9 0,1 1-2 16,-1-1 8-16,2 0-6 0,0 1 6 0,2-1-3 16,-1 2-4-16,1 0 3 0,1 0 5 0,4 0 2 15,9-2-3-15,4 2 1 0,2-1 1 0,-6-1-1 0,6 1 5 16,-1-3-5-16,1 3 5 0,6-3 3 0,-5 1-1 15,2 0 2-15,-6-2 0 0,3 0-1 0,-4 0 0 16,-2 0-1-16,1 0-2 0,-5 2-1 0,-3-1-1 16,0 1 1-16,-1 0 3 0,-3 1 6 0,0 0 3 0,-2 2 0 15,-1 0-1-15,-1 0 0 0,3-1-4 0,-1-1 3 16,0 0-2-16,1 1-3 0,-3-1 4 0,1 0-8 16,0 2-43-16,-1 0-342 0</inkml:trace>
  <inkml:trace contextRef="#ctx0" brushRef="#br0" timeOffset="7">8698 12627 242 0,'0'0'41'0,"0"0"47"0,0 0-2 0,0-2-23 15,0 0 5-15,0 1-11 0,0-1-1 0,0 0-3 0,0 1-4 16,0-3-1-16,0 3-17 0,0-9 5 0,0-2-1 16,0 2 2-16,0-1 0 0,0 1 2 0,0 0-5 15,0 2 5-15,0 0 1 0,0-1-1 0,0 1 3 0,0 0-3 16,1-2-2-16,-1 2-1 0,0-2-1 0,0 1 1 16,2 0-7-16,-2 0 2 0,1 1-2 0,-1 3 1 15,0-2-11-15,0 3 1 0,0-1-10 0,0 1 5 16,0 3-11-16,0-1 8 0,0 0 7 0,2-1-2 15,-2 0 13-15,0-1-12 0,0 1 0 0,0 1-5 16,0 1-5-16,0-1-8 0,0 1 5 0,0 1-5 16,0 0 10-16,0 0-5 0,0 1-3 0,0 1 1 0,0 1 1 15,0 4 0-15,0 8-1 0,0 1 0 0,0 1-1 16,0 1-2-16,-2 2 3 0,1-1-4 0,-1 1-1 16,1 3 4-16,-3-1-2 0,1 3 4 0,0-1-4 15,-1 3 6-15,1 1-5 0,1-2 6 0,1 4-10 0,-1-7 0 16,-1 2 1-16,1 1 0 0,0-1 6 0,1 2 0 15,1-6-2-15,0-3 0 0,-2 0-3 0,2 0 1 16,-1-1 2-16,1-2-1 0,0-2-1 0,0 0 6 16,0-3-4-16,0-2 6 0,0-1 5 0,0-2-3 15,0 0 5-15,0-2-5 0,0 1 1 0,0-3-4 16,0 3-1-16,0-1-1 0,0 0-4 0,0 0 7 16,0-1-4-16,0 0 5 0,0-1-7 0,0 1 11 15,0 0-5-15,0-1 5 0,0 1-16 0,0 0-3 0,-2-1-5 16,0-1 0-16,1 0-32 0,-1 0-25 0,0 0-7 15,1 0-4-15,-1 0-23 0,0 0 20 0,1-1-1 16,-1-1 10-16,-1 0 21 0,-1 1 28 0,1-1 1 16,0 0 9-16,0 1 5 0,-1-3 8 0,1 1-6 0,0 0 7 15,3 1-4-15,-4-4 4 0,-1 2 0 0,4 1 0 16,-3-2-5-16,3 3 1 0,-1-3 5 0,0 4-2 16,1-1 10-16,-2-3 6 0,-1-1 1 0,3 1 2 15,-1-2 29-15,0 0-4 0,1 2 7 0,-1 2-8 16,2 1-2-16,-2 2 8 0,2-1-8 0,-3-4 5 15,1 2-20-15,-3-4 5 0,5 5-1 0,-1-1 2 0,1 1-5 16,0 1-10-16,-2-3-4 0,0 1-3 0,2 1-4 16,-1-1-1-16,-1 0 1 0,0 1-3 0,1 1-2 15,-1-1 2-15,1 0 1 0,-1 1 3 0,0-1 5 0,1 2-7 16,1 0 5-16,0 0-6 0,0 0 5 0,0 2-7 16,0-1 0-16,0 1-1 0,1 1 2 0,1 0 2 15,1 7 2-15,0 4-1 0,2 0-3 0,0 1 2 16,-1 0-1-16,-1 0 2 0,0 0-1 0,1-2 0 15,-1 2 0-15,-1-3-1 0,-1-1-4 0,3 1 1 16,-3-1 5-16,1-1-2 0,-1-2 5 0,1 1-8 16,0-1 1-16,-2-3-1 0,1 1 5 0,1 1-5 15,0-2 4-15,-2-2-4 0,0 1 9 0,0-1 0 16,0-1-4-16,0-1 3 0,0 1-5 0,0 0 6 0,0-1-2 16,1 3 4-16,1-1-5 0,0 0 6 0,-1 0 2 15,1-1 0-15,0 0-4 0,-1-1-2 0,1 1 7 16,0 0-3-16,-1-1 9 0,1 1-6 0,0 0-4 0,-1-1 2 15,1 1 7-15,-1 0-8 0,1-1 3 0,0-1-5 16,-1 0 0-16,1 0-3 0,0 0 2 0,-1 0-4 16,1-1 0-16,0-1 6 0,-1 0-2 0,1-1 3 15,0 0-1-15,6-11 1 0,2 0-2 0,-2 0 1 16,2-2-2-16,0 1-1 0,1-5 0 0,1 0 0 16,1-3-9-16,-1 2 7 0,1-4-3 0,-2 4 5 15,-1 2-9-15,2-2-1 0,-2 4 2 0,-2 3 0 0,2-5 5 16,-5 8-5-16,2-2 2 0,-4 6-2 0,0 0 6 15,0-1-7-15,-3 6 0 0,2-1-2 0,-2 2 5 16,2-3-1-16,1 1-1 0,-1 0 0 0,-1-1-1 0,1 3 1 16,0-1 0-16,-1 0 0 0,1 1-10 0,0-1-24 15,-1 0-21-15,1 1-7 0,0-1-109 0,-1 0-106 16,1 1-29-16</inkml:trace>
  <inkml:trace contextRef="#ctx0" brushRef="#br0" timeOffset="8">9300 12808 604 0,'0'-1'18'0,"0"-1"1"16,0 0 31-16,0-1-14 0,0 0 12 0,0-12-30 0,0 0-8 15,0 0 10-15,0-3-6 0,2 2 28 0,-1-3 14 16,1 5 0-16,0-1 5 0,-1 0 13 0,1 2 2 16,1-2 1-16,-1 1-1 0,-1 1-8 0,-1 2-10 15,0 1-2-15,0 2-3 0,0-1-15 0,0 4-6 16,0 0-6-16,0 4 1 0,0-3-5 0,0 3-4 16,0-3-2-16,0 1-2 0,0 0-11 0,0 1-6 15,0 1 4-15,0-1-4 0,0 0 4 0,0 2-1 16,0 0 2-16,0 2-2 0,0 1 7 0,0 4-3 0,-5 14-2 15,1 4 0-15,-1 3-7 0,0 0 8 0,0 2-2 16,0 0 5-16,1-1-6 0,1 1 1 0,1-3 1 16,-1 1 0-16,0-2-5 0,1-3 7 0,-1 2-1 15,0-5 4-15,-1 0-3 0,1-2 2 0,0-2-5 16,-1-1 4-16,1-2 1 0,0 1-1 0,1-5 3 0,-1 1-4 16,0 0 7-16,1-3-3 0,0-1 11 0,1-1-6 15,-1-1 13-15,2-3 3 0,-2 3-5 0,-1-1 5 16,0 0 0-16,-1 1-16 0,1-1 8 0,0 0-11 15,0-1-1-15,-1 0 7 0,1-1-11 0,0 1 10 16,1-2-10-16,-1 1 4 0,-1 1 1 0,1 0-1 16,0-1-8-16,1 1-1 0,0-2-1 0,1 0 0 0,-1 0 1 15,1 0-3-15,-1 0-1 0,0 0 0 0,1 0 5 16,1 0 0-16,0 0 1 0,0-2-2 0,0 1-4 0,1-1 3 16,1 0-3-16,1 1 3 0,0-1-2 0,9-4 3 15,5-3 2-15,-1 1 0 0,1 1-6 0,1 1 8 16,-2 1-6-16,-1 0 6 0,2 2-5 0,-3-1 1 15,1 3 1-15,0-1 0 0,-3 2-5 0,-1-2 8 16,1 2-4-16,-4 0 6 0,0-1-7 0,-1 1 1 16,-2 0-1-16,0 0 2 0,-2 0 4 0,0 0-7 15,1 0 2-15,-1 0-5 0,0 0 11 0,1-2-12 16,-1 0-9-16,-1 1-7 0,-1-1-65 0,1 0-34 16,-1 1-10-16,1-1-10 0,0-1-65 0,-1-5-160 15</inkml:trace>
  <inkml:trace contextRef="#ctx0" brushRef="#br0" timeOffset="9">9179 12613 707 0,'0'0'403'0,"-1"-1"-517"0,-1-1 473 0,1 1-253 15,-1-1-39-15,0 0-30 0,1-1 3 0,-1 0-14 16,0-1-15-16,2 1 10 0,0-4-6 0,2-1 8 15,3 0 1-15,1 0-18 0,8-1 7 0,4 1-10 0,0 2 4 16,0 1-1-16,0 1-6 0,-1 3 3 0,-1-1-6 16,-1 0-43-16,-2-8-7 0,2 2-20 0,0 2-84 15,2 1-71-15,-1 1-13 0,1 1-24 0,-3 1-112 0</inkml:trace>
  <inkml:trace contextRef="#ctx0" brushRef="#br0" timeOffset="10">9727 12584 497 0,'0'0'91'0,"0"0"-2"0,0 0 21 16,0 0-11-16,0 0-19 0,0 0-23 0,0 0 0 15,0 1-7-15,0 1 4 0,0 0-9 0,0 1-11 0,-1 0 7 16,-3 9-10-16,-1 4 4 0,1 4-2 0,-1-2 2 16,0 6-2-16,1-5-2 0,-1 3-11 0,-1-1 0 15,1-1-3-15,-2 3-5 0,-1 5-2 0,1-5-2 16,-3 5 0-16,2-4 2 0,2-5 12 0,-3 6 1 15,3-7 4-15,1 1 9 0,0-3-7 0,0-1 1 0,2-4-4 16,-1 1-1-16,1-2-12 0,1-2 5 0,1-1-7 16,-1-1 5-16,0-1-4 0,1 0-1 0,1-1 1 15,0-1 5-15,-2 0 0 0,0 1 7 0,1-1-4 16,-1 0 12-16,1-1-8 0,1-1-2 0,0 1-2 16,0 0-6-16,0-2-9 0,0 0 3 0,0-2-4 0,0 0 0 15,0-4-3-15,0-17-2 0,3-2 1 0,0-1 2 16,2-4-1-16,-2 3 4 0,2-4-3 0,0 5-3 15,0-1 4-15,0-1-6 0,0 5 6 0,2 0 0 0,-2 3-4 16,-2 5 4-16,0 2-4 0,1 1 1 0,-3 7 1 16,3 0-4-16,-3 2 2 0,4 0-1 0,-3 0-1 15,-1 1 2-15,1-3-2 0,1 3 0 0,7-4 5 16,-1 1-2-16,2 1 2 0,-1 4-1 0,0 0-5 16,-2 0 6-16,5 4-4 0,2 1 5 0,-2 1-2 15,2 4 0-15,-5-3-1 0,3 3-1 0,-1 6-2 16,1 4-1-16,0 0 2 0,1 1 3 0,-3 2 2 15,2 2-2-15,-3-2 0 0,-2-3 4 0,1-2-5 16,-4 0 0-16,1-1-3 0,-2 0 3 0,-1-4 0 0,-2 2 8 16,9-2-6-16,-3-2 6 0,-2 3 4 0,-2-3-1 15,-1-1 4-15,-2 0 1 0,-2 0 7 0,-1-2-3 16,-4 2 3-16,4-2-8 0,-20 1 9 0,-3-3-5 16,-4-1 8-16,-2-2 16 0,-1 1-14 0,2 14 6 0,0-7-11 15,1-4-3-15,-1-5-15 0,3-2 4 0,-2 0-7 16,2-2 3-16,3-1-7 0,4-1-6 0,1 1-1 15,2 1-20-15,1-1-109 0,4 2-24 0,3 1-50 16,5 0-275-16</inkml:trace>
  <inkml:trace contextRef="#ctx0" brushRef="#br0" timeOffset="26">21214 8126 68 0,'0'0'9'15,"0"0"9"-15,0 0 26 0,0 0 7 0,0 0-1 16,0 0-7-16,0 0-17 0,0 0-9 0,0 0 6 0,0 0-16 16,0 0 2-16,0 0 4 0,0 0-3 0,0 0-1 15,0 0 0-15,0 0-2 0,0 0 0 0,0 0-7 16,0 0 1-16,-1 0-3 0,-1 0 2 0,0 0 3 0,1 0-2 16,-3-1 2-16,1 1-3 0,1 0-11 0,-6-2 11 15,-2 0 0-15,2 1 4 0,-2-1-1 0,4 2-2 16,1 0-1-16,-2 0 0 0,2 0 0 0,0 0 0 15,-1 0-1-15,1 0 1 0,0 0-4 0,0 0 6 16,0 0-4-16,0 0 4 0,-2 0-2 0,1 0-3 16,-1 0 6-16,2 0-3 0,0 0 5 0,-2 0-3 15,-1 0-3-15,2 0 1 0,-1 0 3 0,0 0-9 16,1 0 9-16,-1 0-9 0,2 0 5 0,-1 0 6 16,-1 0-9-16,0 0 8 0,1 0-12 0,-2 0 10 0,3 0 2 15,0 0 2-15,-2 2 0 0,2-2-10 0,-1 1 1 16,-3 1-4-16,1 0 11 0,0-1-5 0,1 1 3 15,-1 1-5-15,-4 2 3 0,2-1-5 0,-3 1 6 16,0 0-3-16,-3 1 13 0,1-1-14 0,1-2-1 0,0 2-3 16,2-3 6-16,-1 0 1 0,1-1 4 0,2 1-3 15,-4 0 7-15,-1-1-5 0,0 1-3 0,0-2 0 16,3 0-2-16,3 0 1 0,-5 0 4 0,1 0-3 16,-2 0-2-16,-5 2 6 0,4-2-3 0,-4 0 5 15,-1 0-3-15,4 0-3 0,-4 0 7 0,1 0-5 16,2 0 13-16,1 0 4 0,-1 0-8 0,2 0 6 15,-1 0-13-15,1 0-8 0,1 0 6 0,2 0-5 0,-4 0 16 16,2 0-11-16,-3 0-2 0,0 0-4 0,0 0-6 16,1 0 16-16,-3 0-3 0,4 1 6 0,-2-1-11 15,0 0 1-15,-1 2 1 0,0-2 1 0,1 0 5 0,-2 0-4 16,-2 0-3-16,2 0 1 0,1 0 3 0,-1 0-4 16,2 0 3-16,-4 0-3 0,4 0 2 0,0 0-3 15,0 0 0-15,0 0-1 0,-4 1 9 0,2 1-7 16,-3 0 7-16,5-1-7 0,-2 1 2 0,0 0-2 15,4-1 0-15,-4 3 0 0,2-1 2 0,0 2 1 16,0 0-2-16,0-2 0 0,-1 2-5 0,3 0 7 16,-2 0-2-16,3-2 5 0,-2 2-13 0,3 0 6 15,-1 0-1-15,-2 2 4 0,2-2-1 0,0 0 0 0,-1 1-1 16,-1-1 1-16,-1 2-1 0,2-2 5 0,-4 0-4 16,0-2 3-16,0 0-2 0,-1 1-3 0,3-3 4 15,-5 3-3-15,-2-1 2 0,2-1 0 0,-9 1 1 16,4-1 0-16,0-1 3 0,-3 1-6 0,3 1-4 15,-3 1 1-15,1-1 1 0,2-2 9 0,0 1-5 0,3 1 6 16,-1 1-13-16,4-3 7 0,-3 3 1 0,2-3 1 16,0 3-6-16,0-1 5 0,0-1 0 0,-3-1 4 15,2 1-4-15,-2 0-1 0,0-2-3 0,2 0 2 16,-2 0 2-16,1 0-3 0,1 0 1 0,-4 0-4 16,1 0 10-16,-1 0-4 0,2 0 4 0,-2 0-6 15,1-2-9-15,1 0 8 0,1 1-4 0,4-3 6 0,-3 1 2 16,1 0-3-16,0-1 6 0,-2 3-6 0,2 1 0 15,2 0-1-15,1 0-1 0,0 0 1 0,1 0 4 16,-3 0-1-16,-1 1-2 0,-2 3 0 0,-1-1 0 0,-4 2 0 16,0 0 2-16,1 0-1 0,1 0-1 0,0 0 1 15,-5 1-1-15,0 1-1 0,-2-2-1 0,0 0-2 16,6 0 6-16,0-2-4 0,3 2 0 0,0 0 1 16,-1 2-3-16,1 1 4 0,1 0 8 0,0 2-8 15,4-2-1-15,-1 2-3 0,-1 2-3 0,2-1 6 16,-1 1-1-16,1-1 2 0,-2 1 6 0,0 0-3 15,0 1-3-15,-2 2 0 0,-3 0-9 0,-2-1 8 16,5-2 1-16,-6 1 0 0,8-3-3 0,-5 3 8 0,0-1-5 16,5-1 5-16,-5 3-13 0,0 0 8 0,3 0-1 15,-2 1 2-15,4-1-5 0,-1-10 3 0,-1 17-2 16,0 2 2-16,0 0-3 0,4 2 6 0,1 0-2 16,0 0 1-16,2 0-2 0,3 3-6 0,2 0 9 15,3 1-6-15,2-1 3 0,1-3 4 0,1 2-7 0,2-4 6 16,1 2-13-16,-13 1 7 0,6-5 2 0,3 4 0 15,5-3-1-15,2-1 0 0,2 4 2 0,0-5 0 16,1 0 7-16,2-1-5 0,2 1 1 0,1 2-2 16,2 1-7-16,0-2 7 0,1 2 0 0,2 2 5 15,1 0 4-15,-1 0-1 0,2 1-8 0,-1-1 6 0,-10 0-2 16,16-1-4-16,3 0 1 0,1-3-2 0,6 1 0 16,0-6 4-16,6-1-2 0,10-2 1 0,1-1-4 15,7-1 3-15,4-4 1 0,-7-1-1 0,3 3-10 16,-1-3 7-16,2 3 2 0,1-1 1 0,2-5-1 0,8 4-1 15,8-1-6-15,2-2 6 0,6 2-2 0,-6-4 8 16,-5 0-5-16,0-1 5 0,-3 27-2 0,-2-16-9 16,6-7 8-16,8-4-7 0,5 1 8 0,5-2 3 15,-5-3-3-15,-5-2 2 0,-9-3-5 0,-2-2 0 16,5 0 0-16,4-2 0 0,1-1-1 0,4-4 1 16,1 3 3-16,-5-1-1 0,-3 0 0 0,-4 2 4 15,-4-4 6-15,1 1 0 0,2-1 31 0,2-1 2 0,0 1-8 16,-2 1 3-16,3-2-24 0,-5 1-12 0,1-1 10 15,-9 2-10-15,-2-1 13 0,0 1-11 0,-1-1-1 16,3-1-3-16,2 0 0 0,1 0 21 0,-1-2 8 16,-7 0 7-16,-6-2 37 0,-4-1-7 0,-3 13-4 15,-7-26-1-15,2-5-16 0,-3-7-18 0,-2-5 0 0,-4-5-7 16,1-1-12-16,-5 6 2 0,-2 5-3 0,-3 5 2 16,-2 3 1-16,-3 7 0 0,-9 0 1 0,-4 7-2 15,13-2-4-15,-10 1-23 0,-5 1 5 0,-7-2-11 16,-6-3-2-16,10-4 5 0,-32-1-13 0,-5-4 9 15,-4 2-31-15,1 2-74 0,-8-2 13 0,-9 8-52 16,-6-3-179-16</inkml:trace>
  <inkml:trace contextRef="#ctx0" brushRef="#br0" timeOffset="27">5126 11964 256 0,'0'-1'-19'0,"0"-1"33"0,0 1 28 0,-2-1-1 0,1-1 21 16,1 1-23-16,-2-5-39 0,-1 1 9 0,1 1-10 15,0 1 15-15,1-1-3 0,-1 1-1 0,2 2-1 16,-1-1 2-16,1 1 61 0,-4-1-13 0,1-1 26 15,-2 1-27-15,-3-2-6 0,-1 0 0 0,3 2-5 16,-6-1-13-16,1 4-7 0,-1 0-4 0,1 2 1 16,1 1-14-16,-2 4-3 0,1-2 1 0,-1 20-1 0,2 3-10 15,0-2 9-15,7 2-8 0,-4 0 8 0,1-3-5 16,4 3 16-16,-1-3 3 0,-2-7 3 0,-10 4 5 16,7-4 9-16,1 0-9 0,4-1 7 0,3-4-21 0,0 0-6 15,2 0 6-15,-1-3-7 0,2 0 3 0,1-2 6 16,-1-1-3-16,0-2 4 0,7 0-5 0,3-2 10 15,4-1-4-15,1 11 5 0,-1-5 1 0,-3-3-3 16,0-3 1-16,2-1-3 0,-4-1-2 0,3-3-5 16,-4 0 4-16,1-2-4 0,1-3 2 0,-3 1 6 15,0-3-5-15,-5-10 5 0,1 0-7 0,-1-6-1 16,0 1 0-16,0-1 0 0,-3-4-1 0,1 4-6 0,-1-4 2 16,16-1-2-16,-8 4-1 0,-4-3 6 0,-4 7-6 15,-2 4 6-15,0-1-2 0,-2 6-1 0,1 1 6 16,-1 3-6-16,-1 2 1 0,1 3 0 0,2 3-7 15,-6-2 4-15,-9-5-8 0,-2 3-1 0,-4 4 2 16,1 2-1-16,-3 5-2 0,-2 7 3 0,2 2 0 0,-3-7 1 16,6 18 0-16,2-2 0 0,-1-2-2 0,10 1 1 15,-3-1-2-15,4-3-6 0,1 1 5 0,-8 2-4 16,7-1 9-16,3-2-1 0,3-1 0 0,2-4-1 16,0 0 1-16,2-1 3 0,3 2-3 0,2-2 3 15,-1-2-1-15,-4-3 1 0,13-3 0 0,1 1 0 16,1-3-7-16,1 0-43 0,0-1-6 0,0 13-18 0,5-3-60 15,-5-4-23-15,-1-4-9 0,-2-3-4 0,0 0-30 16</inkml:trace>
  <inkml:trace contextRef="#ctx0" brushRef="#br0" timeOffset="28">5346 12069 116 0,'0'0'90'0,"0"0"-7"0,0 0 27 15,0 0 4-15,1 0-27 0,1 0-21 0,-1 0 31 16,1 1 20-16,0 1 0 0,-1-1 14 0,1 1-8 15,-2 0-32-15,0-1 20 0,0 1-56 0,0 0-36 16,0-1 3-16,0 1-14 0,0 0-5 0,0-1-1 16,0 3 4-16,0-1-1 0,2 0 5 0,-1 1 3 0,1-3-6 15,0 1 6-15,-1-1-7 0,1 1-31 0,0 0-17 16,-1-1-10-16,1 1-88 0,1-2-88 0,1 0-11 16</inkml:trace>
  <inkml:trace contextRef="#ctx0" brushRef="#br0" timeOffset="29">5512 11770 716 0,'-1'0'69'0,"-1"-2"131"16,0 0-119-16,1 1-29 0,-1-1 3 0,-1 0-17 16,-1 1-37-16,3-1-1 0,-1 0 1 0,0 1 0 15,1-1 2-15,-1 0 9 0,0 1-11 0,2-1 10 0,0 0-6 16,0 1-4-16,2-1 4 0,1 1-5 0,7-3 4 15,13-4 6-15,-1 3-1 0,-2 0 1 0,-4 2-4 0,1 1-5 16,4 0 3-16,-4 2-4 0,-2 0 1 0,-1 2 1 16,1 3-5-16,-5-2 3 0,0 2-5 0,-3 0 9 15,-2 8 8-15,0 7 2 0,-1 2 24 0,0 4-13 16,14 6-4-16,-7-3-3 0,-2 8-9 0,-4-4 8 16,-2 0 1-16,-1 1 0 0,-2-4-8 0,0 3 16 15,0-3-3-15,0 1 8 0,0-1 4 0,0-7-7 16,0 0-6-16,-2-6 1 0,0-1-6 0,1-4-4 15,-1-1 4-15,0 1-6 0,2-4-3 0,0-1-3 0,0-1 4 16,0-2-4-16,0-1 2 0,0-1 4 0,0-1 3 16,-1 3 1-16,-1-1 3 0,0 0-12 0,1-1-4 15,-1-1-5-15,0 1-47 0,2 0-62 0,-1-2-13 16,-1 0-19-16,1-2-83 0</inkml:trace>
  <inkml:trace contextRef="#ctx0" brushRef="#br0" timeOffset="30">5590 12080 357 0,'-2'0'81'0,"-1"0"100"16,-15 3-52-16,3 2-48 0,3 0 4 0,2 0-17 16,2-1 6-16,5-3-12 0,0 2-3 0,1 1-4 0,0-1-13 15,2 0-1-15,2 1 4 0,0-4-3 0,31 10 7 16,4-9-20-16,8-6 4 0,6-6-10 0,0-6-2 16,-1-3-14-16,-1-1 3 0,-2 1-6 0,2-1 2 0,-1 2-2 15,0 3-4-15,0 1-2 0,1 0-58 0,9 2-315 16</inkml:trace>
  <inkml:trace contextRef="#ctx0" brushRef="#br0" timeOffset="31">8818 13697 100 0,'0'0'42'15,"2"-2"-3"-15,-1 1 41 0,1-1-4 0,0 0 1 0,1-1-4 16,-1 3-13-16,9-8 6 0,-4-2-7 16,-4 3 16-16,0-3 3 0,2 4-5 0,0-1 6 0,-3 4 8 15,0-1-23-15,-2 3 8 0,1-2-18 0,2-1-26 16,-1 1-19-16,0 0-6 0,-1 1 1 0,1 0 0 0,0 1 14 15,-1 1 6-15,-1 1 1 0,0 1 9 0,0 1-6 16,-1 10-2-16,-3 6-1 0,1-1-16 0,0-3-4 16,-2 4 0-16,2 0-1 0,1-4-4 0,0 1 4 15,2 1-6-15,0-4 5 0,4 2-3 0,-1-4 10 16,2 1-3-16,0-2 5 0,1-2-2 0,3-1-3 16,7-3 7-16,2 1-4 0,0-3 18 0,-4 8-1 15,5 0 1-15,1-4-1 0,0-2 7 0,5-3 10 16,-2-1 18-16,-2-3-8 0,2-3 19 0,-3-1-43 0,0-3-4 15,-5 2-8-15,-2-2 0 0,-3 7 11 0,-2-12 4 16,-4 0 2-16,-3-2 8 0,12-1-14 0,-3-2-5 16,-5 1-2-16,-5-3-11 0,-3-1-10 0,-4 1 3 15,-2 3-5-15,7 2 1 0,-25 4-9 0,-4 1 5 0,-2 1-9 16,-2 4-15-16,-1-13-74 0,-2 10-11 0,-1 12-27 16,-1 11-106-16,-1-11-283 0</inkml:trace>
  <inkml:trace contextRef="#ctx0" brushRef="#br0" timeOffset="33">2416 10860 141 0,'0'0'52'16,"0"0"-39"-16,0-2 63 0,0 0-24 0,0 1-6 0,-2-3 2 16,1 1-7-16,-1-5 7 0,0-2-6 0,1 0 8 15,-3 0 1-15,1-1 3 0,2 2-5 0,-3-1 9 16,1 0-6-16,1 4 8 0,-3-4-11 0,0-2 5 16,2 4-8-16,-2-3 5 0,2 4-16 0,1 2-6 15,-1-2-1-15,1 4-3 0,2 1-1 0,-1-3-7 16,1 2 1-16,-2-2-4 0,2 2 5 0,0 1-4 15,0 1 6-15,0-1-7 0,0-1 0 0,-2-1 8 16,1 1 0-16,-1 0 3 0,0-1-6 0,2 1 0 0,0 0-2 16,0 1 3-16,0 1 1 0,0-1-12 0,0-1 2 15,0-1-5-15,0 3-2 0,0-1-4 0,0 0-2 16,0 1-1-16,0-1-5 0,0 0 3 0,0 2-1 16,0 0 3-16,0 0 5 0,0 2-2 0,0 1 1 0,0 2-3 15,2 13-6-15,0-1 5 0,-1 3-1 0,1-2 3 16,0 2 5-16,1 1-7 0,-1-1 3 0,1 0-4 15,0 1-2-15,0-1 8 0,1 0-3 0,-1 3 4 16,0-1-9-16,-1 1 4 0,1 3 0 0,-1 1 2 16,0-1 11-16,-1 4-11 0,1-2-1 0,0 3-5 15,-1 2 3-15,1 3 1 0,-1 4 3 0,1 3-1 0,-2-5-1 16,0 2 0-16,0-2 2 0,0-4-1 0,0 6 0 16,0-7 6-16,0 0-5 0,0-3 7 0,0-5-7 15,0-1 2-15,0-2-3 0,0 1 5 0,0-2 10 0,0-1-10 16,0 0 11-16,0 0-11 0,0-4 17 0,0 1 6 15,0-4-6-15,-2 0 5 0,2-3-21 0,0-2 3 16,0-1-2-16,0 0 2 0,0-2 2 0,0-2-3 16,0 0 1-16,0-1-2 0,0 0-7 0,-1 1 8 15,1 0-7-15,0 0 8 0,0 1-5 0,-2-3-4 16,1 1 6-16,-1 0-9 0,0-1-42 0,1 1-94 16,-1 0-34-16,0-2-24 0,2 0-172 0</inkml:trace>
  <inkml:trace contextRef="#ctx0" brushRef="#br0" timeOffset="34">2243 11694 806 0,'-2'0'12'0,"0"-2"10"16,1 0 2-16,-3 1-8 0,1-1 2 0,0 0-3 0,-5-1-5 16,-1 0-5-16,3 1 0 0,2 2 0 0,1-2 6 15,-2 1 22-15,-3-3 9 0,-4 1 5 0,4 0 27 16,0 1-13-16,0 1 0 0,6 1-2 0,-5-2 10 0,6 2-14 16,-1 0 2-16,-3-2-7 0,4 2-9 0,-3-1-3 15,3 1-9-15,-3-2 4 0,1 0-18 0,0 1-11 16,1-1 4-16,0 0-8 0,1 1-5 0,-1-1 5 15,0 0 0-15,1 1 1 0,-1-1 3 0,2 0 4 16,0 1-7-16,0 1 5 0,0 0-13 0,0 0 9 16,2 0 1-16,-1 0 2 0,1 0-3 0,1 0 2 15,1 0 0-15,-3 0 1 0,3 0 4 0,-1 0-9 16,-1 0 0-16,4 0-1 0,1 0-1 0,-2 0 2 0,1 1 0 16,-1 1 0-16,-1 0 4 0,2 1-4 0,-1 0 1 15,2-1-1-15,-2 8 1 0,-2 1 1 0,2 1-2 16,2 1 1-16,-3 0-7 0,8 2 5 0,-4-3 2 15,-1 1 1-15,3 0-2 0,-4 1 0 0,-1-1 1 0,4 2 2 16,-3-2-3-16,-1 2 0 0,3-2-2 0,-3 2 3 16,2 0 4-16,0-1-5 0,-3 3 1 0,1-5-2 15,0 2 1-15,2-2 0 0,1 3-1 0,-1 0 0 16,1-5 1-16,-3 3 0 0,-2-7 0 0,1 1 0 16,-1 1 4-16,-1-3-2 0,3 4-1 0,-2-3-1 15,0 1 2-15,0-2 4 0,-1 1-5 0,0-1 4 0,-1 0-4 16,1 2 1-16,0-4 4 0,-1 0-4 0,1 1-2 15,-2-3 5-15,3 4-5 0,2 2 4 0,-1-4-5 16,-3 1 6-16,1-1 2 0,0 0 2 0,-1 0 5 16,1-1 18-16,-1 0-4 0,1-1 6 0,0 1-15 15,-1 0-4-15,1-2 0 0,0 0-1 0,-1-2-9 0,1 0 3 16,0-1-3-16,4-13 3 0,1-3-8 0,-1-2 3 16,-1 1-3-16,0-1 5 0,0-1 1 0,2-3-6 15,0-1 3-15,-1-2-4 0,1-3 11 0,-2 1-6 16,0-3-1-16,1 0-2 0,1 1-4 0,-2 1 3 15,1 3 0-15,3 0 2 0,-3 1 3 0,3 3-2 16,-3 2-1-16,1 2 0 0,-2 5-5 0,0 1-2 0,0 2 5 16,-2 2-2-16,0 4 8 0,0-1-10 0,1 0 4 15,-3 4-6-15,3 0 6 0,-1-1-66 0,0 1-22 16,1 1-30-16,2-2-220 0</inkml:trace>
  <inkml:trace contextRef="#ctx0" brushRef="#br0" timeOffset="35">3832 10901 1196 0,'-2'0'50'0,"1"0"-10"16,-3 0 32-16,1 0 8 0,-12 0-18 0,2 2-40 16,3-1-10-16,-1 3-6 0,6-3 0 0,0 1-12 15,1-1 6-15,0 1 1 0,0 0 4 0,-1 1 7 0,0 0-15 16,2-1 3-16,0 0-5 0,-1-1 4 0,1 1-31 15,0 0-3-15,1-1-11 0,1 1-31 0,-1 0-23 16,0-2-9-16,2 0-6 0,0 0-39 0,2-2-103 16</inkml:trace>
  <inkml:trace contextRef="#ctx0" brushRef="#br0" timeOffset="36">5677 10186 154 0,'-1'0'56'0,"-1"0"61"0,-1 0-1 0,-2 0 1 15,-5 0 2-15,5 0 1 0,-2 0 24 0,2 0-1 16,4 0-9-16,-3 0-2 0,1 0-56 0,1 0-32 16,1 0 2-16,1 0-12 0,0-2-7 0,1 0-8 15,11-2 6-15,16-10-5 0,7-1 9 0,-2 2-15 16,-2 0-3-16,2-2-4 0,-3 0-7 0,-2 4 0 0,3-2-7 16,-3 3-1-16,2 1-55 0,-4 3-143 0,1-1-34 15</inkml:trace>
  <inkml:trace contextRef="#ctx0" brushRef="#br0" timeOffset="37">2949 6394 32 0,'0'-2'0'0,"0"1"5"0,-2-6 61 0,-2-14-5 0,-3-1 11 16,2 1-15-16,2-1-2 0,-1 1 3 0,1-4-4 16,0-1 4-16,1-1-12 0,0 4 12 0,2 3-4 15,0 2 6-15,0 3-10 0,0 0-10 0,0 4-8 0,0 1 1 16,0 2-10-16,0 1-4 0,0 2 8 0,0 0-8 15,0 2 7-15,0 1-15 0,0-1 1 0,0-1-8 16,0 3-15-16,-1-1 6 0,-1 1-1 0,1 1 5 16,-1 1 6-16,0 2-5 0,-1 11-3 0,-5 20 0 15,1 1 3-15,0 1-3 0,2 4 5 0,1 0-4 16,0-4 0-16,-2 2 5 0,-3 0-2 0,-1 2 5 16,-1-1 7-16,-2 2-11 0,1 1 9 0,-1 2-8 0,0 1 18 15,1 3-12-15,2 0 6 0,-1 0-7 0,3 0 8 16,-1-6 1-16,-1 1-1 0,4-10 1 0,-1-3-1 15,1-5-3-15,-1-2 6 0,0-3-4 0,2-4 9 0,2-2-4 16,0-6-8-16,1-2 4 0,0 1 0 0,2-4 2 16,0-1 2-16,0 0-1 0,-1 1-5 0,-1 0-55 15,1-1-34-15,-1 0-16 0,2-2-166 0</inkml:trace>
  <inkml:trace contextRef="#ctx0" brushRef="#br0" timeOffset="38">3005 6635 680 0,'0'0'39'0,"0"0"-1"0,0 0 88 0,-1-2-25 15,-1 1 27-15,0-1-54 0,1 0-50 0,-1 1 2 0,2 1-18 16,0 0 1-16,0 0 2 0,0 0-3 0,0 0 1 16,2 0-6-16,-1 0 2 0,1 0 8 0,0 0-6 15,-1 0 7-15,1 0-2 0,0 1-6 0,1 1 5 16,-2 0-7-16,1-1-91 0,0 1-8 0,-1-2-40 15,1 0-115-15</inkml:trace>
  <inkml:trace contextRef="#ctx0" brushRef="#br0" timeOffset="39">3079 6262 1244 0,'-1'-2'4'0,"-1"1"9"0,1-3 9 0,-1 1-19 16,-1-4 8-16,-1 1-12 0,-1-6-8 0,5 4 2 16,0-4 2-16,4 1 0 0,1 1 10 0,4-5-6 15,3-2 1-15,-5 3-2 0,11-1-3 0,2 2 4 16,-1 3 0-16,1 0 3 0,0 1 14 0,-2 3-1 16,2 1-1-16,0-8 1 0,-2 4-5 0,0 3-3 0,-1 3 1 15,-1 3-3-15,-1 1-8 0,-3 4 10 0,1 2 1 16,-7-2 7-16,-1 11 13 0,-3 11-12 0,14-1 6 15,-6 4-8-15,-5 6 2 0,-5-4 1 0,-3 4-10 16,-4 2 7-16,-3-5-4 0,-1 2-9 0,-1-4 8 0,1-3-9 16,-2 0 3-16,-1 0 1 0,1 0-4 0,0-1 4 15,1-1 7-15,3 0-11 0,-1-1 7 0,1 0-9 16,3-2 0-16,1-1 7 0,2-3-5 0,1-2 5 16,2-5-5-16,0-1 1 0,0-4 6 0,2-1-3 15,1 1 1-15,0 0 8 0,-3-6 3 0,18 12 3 16,-1-4 18-16,1-6-16 0,5-1 1 0,0-2-5 15,0-2 0-15,-3-3 3 0,-5 0-4 0,-5 0 1 16,0-2-8-16,-7 6 8 0,5-12-4 0,2-1 5 0,-2 0 0 16,-4 0-8-16,-4-2 2 0,-2 1-6 0,-3-2-4 15,-3 4 7-15,-2-2-2 0,-16 4 3 0,1-1-16 0,0 1 10 16,0 2-3-16,1 1 6 0,0 2-6 0,5 1-1 16,-3 0-3-16,4 1 3 0,-2 3 1 0,4-1-1 15,3 0 0-15,-1-8-2 0,3 4 3 0,4 3-1 16,-1-1-2-16,3 3-5 0,2-1-28 0,-1 0-59 15,3 2 1-15,-3 0-22 0,1-1-26 0,0-1-45 16,0 0-1-16,-1 2-28 0,1 0-140 0</inkml:trace>
  <inkml:trace contextRef="#ctx0" brushRef="#br0" timeOffset="40">3561 10453 316 0,'-1'-1'0'0,"-1"-1"100"0,0 0 24 0,1-1 26 16,1 1 15-16,-8-9-81 0,3 1-9 0,0-2-25 15,1 2 3-15,3 1-7 0,-1-1 12 0,0 0 4 16,1 2-2-16,-1-1 3 0,0 3 2 0,1-3-18 15,1 4 8-15,0 0-13 0,0 1-9 0,0 0-3 0,0 1-6 16,0 1 2-16,0 1-9 0,-2-3-15 0,1 1-1 16,-1 0-3-16,0 1-2 0,1 0 3 0,-1 1 9 15,0 1-5-15,2 0 6 0,-1 1 4 0,-1 3-4 16,-3 9 6-16,-3 10 0 0,-1 2 0 0,1 0 1 0,-2 3 1 16,0 0 5-16,2 1-11 0,3 0 0 0,0 0-5 15,2-4 0-15,0 0-3 0,1 0 1 0,2-6-2 16,0 3-1-16,0 1-1 0,2-8 2 0,1 3-2 15,0 0 0-15,2-1-1 0,2-2 1 0,-1-2-1 16,1-2 1-16,0 1 2 0,-4-4 0 0,10 0 3 16,-1-1 0-16,-7-5 3 0,-4 1 0 0,11 5 2 15,-6-4-1-15,8 2 1 0,-1-1 3 0,-7-3-1 0,9-2 1 16,-1-2-1-16,0-1 0 0,3-5 1 0,-2-1 1 16,-2-1-8-16,-3-3-1 0,0-12-2 0,0 1 1 15,-2-3 3-15,2 6 2 0,-4-4 0 0,-1-1 2 0,-3-1-5 16,1-4 3-16,17-2-4 0,-8 0-3 0,-7 3 0 15,-2 0-2-15,-3 2 4 0,0 0 4 0,-2 0 1 16,-1 2-5-16,-2 1 3 0,2 3-7 0,-2 2 1 16,0 4 4-16,0 3-2 0,0 1 3 0,0 4-3 15,-2 0-3-15,2 4 1 0,-5 1-6 0,-3-7-8 16,2 5 7-16,-4 0-6 0,0 4 6 0,-1 2-3 16,4 3-2-16,0 2 3 0,-2-3 8 0,0 22-6 15,0 2 4-15,5 1-5 0,6 1 10 0,1 1-4 0,1 0 1 16,-17 0-2-16,8-2 6 0,5 0-8 0,3-3 4 15,2 1-6-15,0-1 7 0,0-5-1 0,2-2 0 16,1 0 2-16,0-5 8 0,1 2-10 0,-1 0 3 16,0-2-6-16,0 0 3 0,1-3 6 0,-1-2-6 0,-1-4 3 15,-1 1-7-15,1-2-3 0,0 0-16 0,1 1-2 16,0-3-100-16,10 8-60 0,4-3-33 0,-1-3-19 16,4-3-206-16</inkml:trace>
  <inkml:trace contextRef="#ctx0" brushRef="#br0" timeOffset="41">3918 10447 1134 0,'0'0'20'0,"0"0"-1"0,0 0 26 15,0 0 4-15,0 0 0 0,0 0-1 0,-2 0 8 16,2 0-3-16,0 0 6 0,0 0 3 0,0 0-19 15,0 0-2-15,0 0-5 0,0 0-11 0,0 0-18 16,0 0 3-16,0 0-8 0,0 0 4 0,0 0-5 16,0 0 7-16,0 0-5 0,0 0 9 0,0 0-37 15,0 0-41-15,0 0-7 0,2 0-193 0</inkml:trace>
  <inkml:trace contextRef="#ctx0" brushRef="#br0" timeOffset="42">4055 10166 990 0,'-2'0'20'0,"1"0"36"0,-1-2-26 15,0 1 16-15,1-1-5 0,-1 0 7 16,0 1-17-16,1-1-5 0,-1 0-4 0,0 1 0 0,1-1-13 15,-1 0 9-15,2 1 21 0,0-2-6 0,2-1 61 0,-1 1-56 16,3 0-2-16,4 1-17 0,13-5-7 0,6-1-2 16,-2 3 5-16,6 2-5 0,-1-15 1 0,-6 9-8 15,-1 4 0-15,-6 5-3 0,-2 0 0 0,1 4-1 16,-4 1-2-16,-1 1 0 0,-1-4 3 0,-6 19 8 16,-3 1 3-16,13 1 0 0,-10 0 5 0,-4 2 2 15,-3 1-1-15,-7 2 2 0,-3 0 0 0,-3-1 5 16,12 1 5-16,-16-3 0 0,-4 1 20 0,-3-1-16 15,-1-2 3-15,7-5-10 0,-2-6-5 0,8-1-6 16,0-2-1-16,3-4-2 0,3 1-5 0,0-4-4 0,3 1 2 16,1-1-2-16,3-2 1 0,-1 3 1 0,-1 0-3 15,1-1 3-15,1 0-8 0,1-1 2 0,-1 1 1 16,2 0 1-16,0-2 7 0,0 0-8 0,2 0 0 16,1 0-3-16,2 0 0 0,10-2 2 0,5-1 0 15,0 1 0-15,-2 0-3 0,0 2 1 0,-7 0-1 0,3 0 0 16,0 4 2-16,0-1 3 0,1 2-1 0,-6 0 1 15,0 0-4-15,-1 1 2 0,-1-2 2 0,-4 6-1 16,-2 5 2-16,9-2 0 0,-1 2 0 0,-3 3 0 16,-6-3-2-16,0 4 7 0,-6 1-1 0,-3-3 4 15,8 3 0-15,-26-6 3 0,3 3-4 0,-3-5 3 0,6-3-1 16,-1 1-3-16,1-5 3 0,1 0-5 0,2-1-5 16,1-1 6-16,1-1-1 0,3 7 2 0,-1 0-1 15,3-4-8-15,1-2 1 0,3-1-6 0,-1-1-31 16,3-1-77-16,2 0-12 0,1 0-28 0,1 0-122 0</inkml:trace>
  <inkml:trace contextRef="#ctx0" brushRef="#br0" timeOffset="43">4477 10125 588 0,'-1'0'59'0,"-1"0"104"15,0-2-148-15,1 0-4 0,-1 1-6 0,0-1 7 16,2 0 17-16,0 1 42 0,0-1-5 0,0 0 16 16,2 1-13-16,0-1 2 0,-1 1-5 0,3-3 4 15,-1 3-13-15,10-1-13 0,2-1-5 0,-2-7-2 16,2 1-21-16,0 4-4 0,0 4-3 0,0 1 0 15,0 1-14-15,-1 4 7 0,1 2-3 0,-6-2 5 16,-1 7 3-16,-5 9-1 0,-1 4 1 0,14 3-2 0,-4 2-1 16,-7 3 6-16,-5 1 2 0,-4 4-1 0,-2 0-4 15,-6 0 9-15,-1-1-1 0,-2-1 5 0,-1 0 2 16,1-3 29-16,0-3-11 0,2-7 17 0,0-5-16 0,9-4-17 16,-9 0 5-16,0-4-11 0,0 0-2 0,3-3 7 15,0-4-3-15,3 0 5 0,1 2 0 0,1-1-8 16,-4 1 6-16,5-4-6 0,-1-1-6 0,3 0 7 15,-1 0-14-15,-1-1 12 0,3-1-13 0,-1 0-3 16,0-1 3-16,2 0-4 0,0-2-5 0,2-2 9 16,1-1-7-16,1 1 7 0,-3 4-9 0,6-2 3 15,8-5 3-15,0 2 0 0,-1 1 6 0,0 2-6 16,-1 0 0-16,2 2-1 0,-2 1-4 0,0 1 5 0,2 1-1 16,-2 0 2-16,0 0-1 0,-1 0 4 0,-1 0-3 15,-1 0 4-15,2-2-5 0,0 0-38 0,-1 1-21 16,4-1-12-16,-5 1-122 0,3-1-74 0,4-1-42 15</inkml:trace>
  <inkml:trace contextRef="#ctx0" brushRef="#br0" timeOffset="44">4918 10202 785 0,'0'0'93'0,"0"0"-97"0,-2-1 107 0,1-1-50 0,-1 0-1 15,0 2-31-15,1 0 0 0,-1 0-11 0,2 0-1 16,0 0 7-16,0 0 1 0,0 0 0 0,0 0 8 0,0 2 14 16,0 0 2-16,0 1 4 0,0 5 5 0,0 12-6 15,0 0 0-15,0 3-3 0,2 2-6 0,-2 0-2 16,-2-1 2-16,-1 4-3 0,0-1-2 0,-2 1-9 16,-2 3 0-16,-1-6-3 0,0 5 4 0,1-5-1 15,0-6-4-15,2 3 2 0,2-9-6 0,0 0 3 16,-1-1 2-16,1-1-2 0,1-6-4 0,1 0-5 15,-1 0 3-15,1-1-3 0,-1-1 2 0,0 0 7 16,1-1-1-16,-1-1 4 0,0 1 4 0,2 0-3 16,0-2-2-16,0-2-1 0,0 0-8 0,0-3 0 0,0-21-1 15,0-5 0-15,4-1-5 0,2 1 2 0,2 0-1 16,2-1 1-16,2 1-1 0,-1 1-4 0,-2 2 4 16,-1 3-4-16,0 0 0 0,-1 6 4 0,1 2-8 15,0 2 8-15,-1 4-8 0,0 1 1 0,-1 2-2 0,-3 3 0 16,6 1-10-16,1-4 10 0,-1 1-2 0,3 2 4 15,-5 4-2-15,1 1 0 0,-3 0 4 0,0 1-2 16,-2 1 2-16,-1 8 0 0,-1 11-2 0,14 3 1 16,-5-1 0-16,-3-2 2 0,-4-1 0 0,-1-2 2 15,-1 0 0-15,-1-1 6 0,0-4-6 0,0-1 5 16,0-2-4-16,0-7 0 0,0 0 3 0,0 0-3 16,0-1-2-16,0 1 15 0,0 1-8 0,0-1 11 0,0-1 2 15,0-1-1-15,0-1 4 0,0 0-6 0,0-1-12 16,2-3 0-16,1-7 0 0,2-12 0 0,0 0 3 15,0-4-7-15,0 2 0 0,0 1-2 0,0 0 4 0,2 1-3 16,-1 2 1-16,1-1-1 0,-1 3-1 0,1 2-3 16,0 2 1-16,-2 4 0 0,-2 2 3 0,-1 4-9 15,-2 4-1-15,3-3-4 0,0 1 3 0,-1 3 1 16,6-3 1-16,-1 3 1 0,-1 0 8 0,-1 2-3 16,0 1 2-16,-3 5-3 0,-1 14 3 0,14-1 2 15,-3 4-4-15,-6-2 2 0,-1 0-4 0,-1-2 5 16,-3 1 2-16,1-4-1 0,-2 2-4 0,0-5 7 0,0 0-2 15,0-4 4-15,0-3-12 0,2 2-87 0,-2-3 0 16,0-4-36-16,1 2-67 0,-1-3-115 0,2 1-67 16</inkml:trace>
  <inkml:trace contextRef="#ctx0" brushRef="#br0" timeOffset="45">5425 9996 642 0,'0'0'81'15,"0"-2"-1"-15,-2 1 16 0,0-3 3 0,2 3-21 16,0-4 15-16,0 1-34 0,0 1 6 0,0 0-11 16,0-2 24-16,0 3-20 0,0 0-9 0,0-1-5 0,0 0-34 15,0 0 2-15,0 1 2 0,0 0-2 0,0 1 0 16,0 1-4-16,0 0-2 0,2 1 0 0,-2 1 0 16,5 19 3-16,-3 1-1 0,-1 1 2 0,1 3-2 0,-2 1 6 15,-2 3 1-15,-1 1 1 0,-2 0 2 0,0 2-1 16,0 0-3-16,0 2 2 0,-1-2 1 0,1-2-10 15,0-1 8-15,1-3-8 0,3 1 6 0,-1-7-5 16,0-1 1-16,1-2-2 0,-1-3 8 0,2-5 1 16,0-3 1-16,0-4 0 0,0 0 0 0,0 0 29 15,0 1 3-15,0-3 10 0,0 1 10 0,0 0-41 16,0-1 5-16,0-1-16 0,0 0-2 0,0-1-3 16,0-1-4-16,3-24 1 0,2-4-9 0,-1 2 10 0,1-4-10 15,0 1 9-15,1 0-8 0,1-2-3 0,-1 1 8 16,1 1-8-16,-2 0 1 0,0 1 6 0,0-3-5 15,0 0 7-15,1-2-7 0,1-1 0 0,0-1 0 16,-2-1 0-16,0 2-1 0,0 5 1 0,-1-2-1 0,1 5 1 16,-1 0-6-16,-1 4 8 0,-1 5-2 0,-1 0 4 15,3 5-4-15,-3 2-2 0,3 2 4 0,-1 2-3 16,-1 3 1-16,-2 2-6 0,0 1 0 0,1-1-2 16,1-1 4-16,-1 1 0 0,1 1 1 0,0 1-1 15,-1-1-2-15,1 0 8 0,0 2-7 0,1 0 7 16,0 0-11-16,1 2 8 0,2 1 0 0,-4-3 1 15,4 5-1-15,-2-3 3 0,-1 8 1 0,2 0 1 0,0-4-6 16,0 1 5-16,-2-2-4 0,2 2 4 0,-3-4-8 16,-2-1 8-16,3 1-4 0,-1 0 4 0,-1 0-3 0,1 1 0 15,0-3 5-15,-1 1-5 0,1 0 0 0,0-1 3 16,-1 1-3-16,1 0 4 0,0-1-4 0,-1 1 2 16,1 0-4-16,0-1 3 0,-1 1 0 0,1 0-2 15,0-2 3-15,-1 0-3 0,1 0 1 0,-1 0-19 16,1 0-39-16,0 0 4 0,-1 0-137 0,1 1-112 15,0 1-80-15</inkml:trace>
  <inkml:trace contextRef="#ctx0" brushRef="#br0" timeOffset="46">3989 10856 767 0,'-3'0'132'0,"-24"-6"242"16,1-1-292-16,9 4-42 0,4-1 2 0,5 1-14 16,3 2-9-16,2-1 1 0,-1-1-9 0,3-1 6 15,-4-12-11-15,5-7 3 0,8-2 6 0,-5-8-4 0,35-5 12 16,10 0-6-16,10-7 6 0,11 1-4 0,-1-3 11 15,4 0-4-15,-4 2-3 0,-9 0 1 0,1 7-2 16,-11 5-13-16,-4 4 3 0,-9 7-8 0,-6 2 1 0,-10 9 4 16,-5 1 8-16,-12 5-2 0,-1 2 26 0,-2 1-28 15,0 0 4-15,0-1-15 0,-4 1-14 0,-45-4 4 16,-11 12 0-16,-22 19 3 0,-9-22 3 0,-13 42 4 16,-2 5 0-16,9 6 6 0,6 3 18 0,12 4 15 15,3-2 7-15,4-2 3 0,1-7 18 0,5-9-22 16,6-7-3-16,12-10-8 0,10-6-20 0,15-7-8 15,12-3-5-15,6-5 0 0,1 0-5 0,3-1 7 16,1-1 0-16,1 0 3 0,9 2-5 0,45 5 6 0,6-12 2 16,7-13 0-16,1-11-9 0,3 13 0 0,6-37 2 15,8-4 0-15,11-4-4 0,9-3 9 0,1 0-8 16,-5-4 8-16,-6 4-12 0,-12 3 3 0,-3 2 1 16,-3 7 3-16,-6 3 9 0,-4 6-8 0,-15 0 4 0,-10 6-5 15,-12 1 2-15,-14 0 3 0,-6 8-2 0,4 0 4 16,-8 7 7-16,-7 3-12 0,-4 2 1 0,1 9-7 15,-41-19-16-15,-13 18 7 0,-9 15 1 0,-3-8 4 16,-7 49 1-16,0 5 6 0,-3 9-7 0,-2 1 6 16,-8-2-7-16,5 2 7 0,5 0-1 0,13-3 2 15,13-2-5-15,13-10 7 0,10-8 0 0,12-6 2 0,7-9-7 16,7-5 0-16,-9-3 3 0,7-4-1 0,4-3 9 16,2-3 2-16,3-1-1 0,2-6 2 0,32 15-6 15,7-8 3-15,11-10-4 0,9-12 4 0,0-7-1 0,1 17-1 16,-6-36-3-16,-6 2-4 0,-5-6-42 0,-9 3-150 15,-1-3-17-15,-6-1-73 0,-3 2-318 0</inkml:trace>
  <inkml:trace contextRef="#ctx0" brushRef="#br0" timeOffset="47">312 10458 931 0,'0'0'41'16,"-2"-1"-20"-16,0-1 43 0,1 0-12 0,-1-1-13 0,0 0 2 15,-1-4-8-15,2 2 7 0,-3-1-1 0,4 4-2 16,-1-1-5-16,1 1-3 0,-2-1-31 0,0-1 7 16,1 3 2-16,1-1 3 0,0 2 8 0,0 0 6 15,0 2 2-15,0 14-1 0,0 22 0 0,0 7-6 16,0-2-4-16,0 1 1 0,1-4 7 0,3-4-16 15,-1-3 8-15,2-8-10 0,0-3 11 0,1-3-3 16,1-2-2-16,-2-4 0 0,0-5 2 0,0 1 10 16,-5-8 15-16,8 6 1 0,4-1 77 0,1-1-56 0,3-3 9 15,-1-4-30-15,3-4-20 0,-1-4-2 0,1-2 1 16,0-16-2-16,-1-6-4 0,-4-3-5 0,0 1-1 16,-1-4-1-16,-4 2 2 0,-3 0 4 0,0 2-2 15,15 1 2-15,-10 2-11 0,-7 4 11 0,-3-1 4 0,-3 3 3 16,-2 1 9-16,-2 5-7 0,-1 2-2 0,-1 4 0 15,3 4-4-15,-1 3-12 0,2 1-2 0,-8 5-1 16,2 1-1-16,-1-7-7 0,0 1 7 0,3 4-7 16,-1 3 3-16,1 0-3 0,-2 5 2 0,-1 3-1 15,2 8 8-15,-1 16-2 0,1 2 0 0,2 1 0 16,-2 0 2-16,2-2 0 0,3 0 0 0,1 0 0 16,-14-2 3-16,10-3-5 0,5 0 0 0,3-3-4 0,0-3-15 15,1-4-83-15,2 2 14 0,1-6-36 0,1-2 6 16,-2-4-48-16,-1-4-39 0,-1-1-14 0,4-1-238 15</inkml:trace>
  <inkml:trace contextRef="#ctx0" brushRef="#br0" timeOffset="48">736 10463 1067 0,'0'0'-2'0,"0"0"2"0,0 0 3 16,0 0-4-16,0 2 6 0,0 0 5 0,0-1 25 15,0 3 0-15,0 0 11 0,-2 10 11 0,1-4-33 0,-3 3 2 16,3-3-13-16,-1-2-7 0,0 0-1 0,2-3 0 16,0-2-1-16,0 1 2 0,0-3-6 0,0 3-26 15,2-1-11-15,0-1-248 0</inkml:trace>
  <inkml:trace contextRef="#ctx0" brushRef="#br0" timeOffset="49">1069 10186 664 0,'0'0'50'16,"0"0"-3"-16,-1 0 57 0,-1 0-14 0,0 0 7 0,1 0-40 15,-1 0-7-15,-1 0-1 0,-6 0-2 0,-4 1 7 16,3 3 8-16,-4 2 5 0,0 1 0 0,1 1 6 16,-3 0-18-16,2 12 0 0,3 3-7 0,-1 2-17 0,4 0-14 15,0 1-1-15,1-1-4 0,2 3-4 0,4 2-4 16,-16-2 0-16,6 2 1 0,4 3 6 0,5-3-8 15,2-2 0-15,2-2-3 0,1-5 2 0,1-1 0 16,2 3 0-16,1-4 0 0,-1-3 5 0,4 1-2 16,-2-4 0-16,-1-3-2 0,-5-2-2 0,8-3 9 15,1-2 1-15,2-1 4 0,-1 6 23 0,0-1 41 16,1-4-15-16,0-1 16 0,0-2-60 0,-1-4 3 16,1-4-10-16,-2 0 7 0,3-22-11 0,-3 4 1 0,-1-6 3 15,-2-2-4-15,-1-3-5 0,-4-1 5 0,1 4-4 16,-3-1 4-16,19 0-1 0,-10 2-6 0,-7 0 1 15,-3 2-3-15,-1 4 2 0,-3 4 0 0,-1 4 0 16,0 2 0-16,-1 2-2 0,1 4 1 0,0 2-1 0,0 3-1 16,2 1-14-16,-7 3-73 0,1 0-3 0,1-4-31 15,-2 1-70-15,4 3-180 0,-3 1-84 0</inkml:trace>
  <inkml:trace contextRef="#ctx0" brushRef="#br0" timeOffset="50">1241 10113 769 0,'0'0'43'0,"0"0"-7"0,0-2 31 16,0 1 15-16,0-1-15 0,0 1 5 0,0-1-8 15,0 0 5-15,0 1 0 0,0-3 25 0,2 1-43 16,-1 0 4-16,-1 1-19 0,2-1-16 0,0 1-12 15,7-6-3-15,3 1-1 0,1 2-4 0,-1 4 2 16,1 1 0-16,-3 1 0 0,-5 1-5 0,-2 6 8 16,12 19-5-16,-5 2 8 0,-5 1-5 0,-5 1 4 15,-2 1 7-15,-4-1-4 0,-1-1 8 0,-1-4-6 0,-1 1-7 16,3-6 4-16,1-3-5 0,2-3-4 0,-1 0 6 16,3-3-6-16,1-1 10 0,0-3-8 0,0 1 4 15,0-6-4-15,0 0 6 0,0-1-8 0,3 1 4 16,7 4-4-16,1 0-1 0,8 1 3 0,-5-2-4 0,3 1 4 15,1 0-2-15,-6-2-3 0,-2-1 3 0,-4 1-4 16,-3 4 12-16,7 6 2 0,0 4 3 0,-3-2 0 16,-6-2 17-16,-1 3 8 0,-3-3 0 0,-3 1 0 15,-4 1-18-15,5 1-4 0,-18 0-2 0,-2-5 0 16,2-1-2-16,1-5-6 0,2-3 2 0,4 1-3 16,1-1 9-16,2 6-16 0,1-4-2 0,2-1-13 15,2-1-74-15,3-3-132 0,4-1-67 0</inkml:trace>
  <inkml:trace contextRef="#ctx0" brushRef="#br0" timeOffset="51">1449 10189 1107 0,'0'0'16'0,"0"0"-3"0,0-2 5 0,0 1 12 16,0-1-12-16,0 0 14 0,0-1-4 0,2 0 2 16,4-10 2-16,-3 1 33 0,17-1 3 0,-3 1-6 15,9 4-1-15,-8-2-43 0,4 5-7 0,3 4 2 16,-9-11-4-16,4 4 0 0,-4 6-4 0,-1 2-2 0,-3 3 1 16,-1 4 0-16,-1 1-1 0,-5 17-3 0,-3 3 2 15,-1 3 0-15,18 3 8 0,-10 4-2 0,-7-2 2 16,-4 2-4-16,-2-2 33 0,-5-3 11 0,-1 0 6 15,0-5 30-15,1-3-40 0,-1-2 2 0,1-6-14 16,3-2-4-16,1-4-5 0,3-4-3 0,1-2 0 16,-1-2-11-16,2-1-8 0,-2 1 3 0,1 0-4 0,1 1 0 15,0-3 7-15,0 1-5 0,1 0 6 0,1-2-8 16,1 0 5-16,9 0-2 0,4-4 2 0,1-1-7 16,-1-1 4-16,2-3 1 0,-3 1 2 0,0 0 2 0,-2 0-70 15,2-2-7-15,-2 8-26 0,1-10-65 0,-1 1-31 16,-2-2-39-16,1 1-9 0,1-4-256 0</inkml:trace>
  <inkml:trace contextRef="#ctx0" brushRef="#br0" timeOffset="52">1941 10178 675 0,'0'0'24'0,"0"0"50"0,0 0-62 0,0 0 9 0,0 0-6 15,0 1 8-15,0 1 4 0,-2-1 62 0,2 1-9 16,0 0 23-16,-2 11-22 0,-1 4-11 0,0-1 4 15,-1 1-7-15,0 1 3 0,-1 2-21 0,0-2 8 16,0 2-11-16,-2-1 8 0,0 1-10 0,3-2-4 16,-1-1-1-16,0-2-13 0,1-7-6 0,-1 4-3 0,4-6 0 15,-1-1-14-15,2-3 4 0,-2 1 0 0,1 0 2 16,-1 1 10-16,0-3-8 0,1 1-2 0,-1 0-2 16,2-2-3-16,0 0 2 0,0 0 1 0,0-2-1 15,0 0 0-15,0-4-1 0,2-11 0 0,1-3-2 16,0-1-4-16,1-1 4 0,1-1 0 0,0 0 2 15,0 2-3-15,0-1-4 0,-1 1 4 0,3-1-3 0,-2 4 4 16,2 2-6-16,-1 2 0 0,-1 3-2 0,0 3 5 16,-2 3-3-16,-1 1-2 0,3 1 0 0,3-2-6 15,1 2 5-15,-4 3-1 0,3 0 2 0,-7 0 3 16,4 3-2-16,-3 17 3 0,15 6-1 0,-8 1 4 0,-2-1-2 16,-4 2 2-16,-3-3-1 0,0-2 5 0,-1-3 3 15,-3 0-2-15,1-5 1 0,0-2-3 0,1-5 5 16,0 0-4-16,2-4 4 0,0-1-4 0,-1 0 6 15,-1 1-1-15,1-1 2 0,-1-1 0 0,2-1-1 16,0-1 1-16,0 0-1 0,0-1-5 0,0-1-1 16,0-3-4-16,0-15 3 0,2-1-5 0,2-1 5 15,1-1-1-15,2 3 2 0,1 0-7 0,-1 6 0 0,-1 0 1 16,-1 4 0-16,-1 4 0 0,-4 4-4 0,1 2-4 16,4-3 0-16,5-2-6 0,0 2 10 0,3 1-2 15,-8 2 4-15,-1 2 3 0,-1-1 1 0,-1 3 1 16,6 17-1-16,-3 0-5 0,-4 1 0 0,-1-2 3 15,-1-2-2-15,-1 0-5 0,0-3-71 0,1-2-8 0,1-3-27 16,0-2-76-16,0-3-200 0</inkml:trace>
  <inkml:trace contextRef="#ctx0" brushRef="#br0" timeOffset="53">2421 10040 866 0,'0'0'69'15,"0"0"-91"-15,-2 0 81 0,1 2-44 0,-1 0-7 16,0 1 10-16,2 2 3 0,-6 16 11 0,-1 6 91 0,-1-1 1 16,0 2 12-16,-1 0-17 0,1 1-47 0,2-1-16 15,-1 0-8-15,2-2 0 0,0 1-17 0,2-3-21 16,1-1 5-16,0 1-11 0,1-5-2 0,-1 0 5 16,1-6-4-16,1-2 6 0,0-1 0 0,0-6-1 15,0 1-4-15,0-4 2 0,0 2 2 0,0 1 6 16,0-1 6-16,0-1-1 0,0-1 4 0,0-1-10 15,0 0-3-15,0-1-2 0,0-4-5 0,3-20 3 16,0 0 4-16,2-5-2 0,-2 1-3 0,2-1-1 0,0 0-4 16,0 1 3-16,0 1 5 0,0 1-6 0,0 2 0 15,0 1-2-15,0 0-4 0,-2 5 2 0,1 0 0 16,-1 6 0-16,0 2 2 0,0 2-3 0,-1 3-3 16,0 2 0-16,-2 3-8 0,3-2 3 0,0-1 5 0,1 3-2 15,2-1 10-15,3 2-2 0,0 2 1 0,-2-1-1 16,3 6 4-16,-3-1-6 0,1 16 1 0,0 3-4 15,0-4 11-15,1 4-1 0,-1-2 1 0,-2-3-2 16,1 3-4-16,0-3 0 0,-2 0 2 0,0-2 1 16,-1 2 3-16,1-4 0 0,-1-1-2 0,-3-2 1 15,1-1-1-15,0-2 4 0,-1 0 0 0,1-4 0 0,0-1-1 16,-1-5-1-16,1 3-3 0,1 1 1 0,1-1-11 16,-1-1-46-16,0-1-6 0,-1-1-20 0,-1 0-71 15,1-1-143-15,-2-3-72 0</inkml:trace>
  <inkml:trace contextRef="#ctx0" brushRef="#br0" timeOffset="54">2320 10303 838 0,'0'0'1'0,"0"0"23"0,0 0-22 0,0 0 123 16,2 2-30-16,0-1 53 0,1 1-77 0,10 0 4 16,9 1-9-16,-3-3 5 0,4 0-24 0,1-2-20 15,0-3-3-15,6-3-5 0,3-3-10 0,0-3 1 16,3 1-1-16,2 0-23 0,2 0-241 0</inkml:trace>
  <inkml:trace contextRef="#ctx0" brushRef="#br0" timeOffset="55">3169 11365 256 0,'0'0'29'0,"0"0"8"0,0 0 43 0,-2-2 4 0,2 1-18 16,0-1-19-16,0 0-32 0,0 1 1 0,0-1-1 16,0 0 0-16,0 1 4 0,0-1 5 0,0 0 2 15,0 1 27-15,0-3 20 0,0 1-6 0,0 0 8 16,0 0-20-16,0-1-9 0,0 1 0 0,0 0-3 16,0-1-5-16,0 1-3 0,-2 1 4 0,2 1-2 15,0-1 5-15,0 0-6 0,-1 1-2 0,-1-1-2 16,0 1-5-16,1-1-4 0,-1 0-2 0,0 2-2 15,1 0-16-15,-1 0 13 0,0 0-7 0,1 0 10 0,-1 2-7 16,1 0 13-16,-1-1 0 0,0 1 4 0,-1-1-1 16,0 3-5-16,1-4-4 0,-5 5 0 0,2 3-5 15,0 2 1-15,-1-2 1 0,-1 7-2 0,1-5-13 0,-3 0 7 16,4 5-6-16,0 0 6 0,2-1-9 0,2 1 4 16,-3-2-3-16,3-3 4 0,-8 2-3 0,3-2-2 15,2-2 2-15,1 2-2 0,1-3 2 0,2-2 5 16,0 0-1-16,0-2 2 0,0 0-3 0,0 0 3 15,0 2 1-15,2-1 0 0,0-1-5 0,-1 0 9 16,1 1-2-16,1-3 5 0,1 1 4 0,1 0-2 16,5-1-5-16,-4-1 2 0,2 0-3 0,1 0-3 15,-3-1 4-15,1-1-4 0,-2 0-7 0,0-1 9 0,-2-4-7 16,0-4 7-16,-1-6-7 0,0 6 3 0,8-4-1 16,-2 2 3-16,-3 3 2 0,-2 1-7 0,-1 1 0 15,-2 2-2-15,0-3 1 0,0 3 5 0,0-1-2 16,0 4 1-16,0 0-3 0,-2-1 2 0,0 1 1 0,1 0-1 15,-1-1-5-15,0 3 4 0,1-1-2 0,-2 0 2 16,-1 1-4-16,3 1-6 0,-6-2 5 0,0 0-4 16,-1 2 13-16,0 0-8 0,-4 0 3 0,4 0-4 15,3 2-3-15,-2 0 1 0,3 1 1 0,-1 0 0 16,1 4-4-16,-6 6 1 0,4-3-1 0,-1 3 3 16,2-1 6-16,2-1-9 0,1-1 4 0,2 0-6 15,0-2 16-15,0 1-8 0,2-1 3 0,0-3-5 16,-1 0 1-16,1 0 1 0,0-2 2 0,-1 0-1 0,9-1 1 15,-2 5 1-15,2-1-1 0,-2-1 3 0,1-1 3 0,-1-3-5 16,2 1 2-16,-2-2-2 0,2 0 6 0,-2 0-4 16,1-2 2-16,-1 1-2 0,-2-3 9 0,1 1-9 15,0-2 2-15,-2-2-5 0,0-6 4 0,-4-5-3 16,1 2 3-16,8 1-3 0,-2 0 8 0,-3 3-5 16,-2 1-2-16,-1 1 0 0,-2-2 0 0,0 2-3 15,-2 0 5-15,1 0-4 0,1 7-1 0,-2 0 0 16,-1-2-2-16,3 3 1 0,-7 1 2 0,-3-6-2 15,2 2 0-15,-4 0-2 0,2 3 2 0,1 1-6 0,-1 1 2 16,1 0-3-16,-1 1 7 0,2 3 0 0,-3 2-1 16,2-1 0-16,1-1-2 0,5 10-2 0,0 1 3 15,-2-1-2-15,3-1 0 0,-1-2 4 0,1-1-6 16,-5-2 6-16,1 2-7 0,1 0 10 0,2 0-4 16,3-2 4-16,0-3-10 0,0 0 7 0,0 0 0 15,1 0 3-15,1-1-7 0,-1-1 5 0,-1-1 1 0,7-1 2 16,3 7 0-16,2-1 0 0,-3-2-4 0,3-2 2 15,0-1-2-15,-3 0 6 0,3-2-1 0,0 0 2 16,-1-2 3-16,-1 0-5 0,0-1 6 0,-3 0-6 16,-1-1 6-16,-3 3-4 0,1-1-2 0,2-6 1 15,1-2 4-15,0-2-5 0,-3-1 5 0,0 0-6 0,-3 0-2 16,-1 4 5-16,0 5-7 0,-1-5 6 0,-1 4-8 16,-1 0 0-16,1 2 1 0,-6-4 0 0,-5-1 9 15,1 3-8-15,-3 0 3 0,0 2-6 0,-1 3-4 0,-1 2 8 16,1 1-6-16,-1 4 6 0,3-1-7 0,-1 4 5 15,3-2-1-15,-1 2 2 0,1-2 0 0,6-3-10 16,-1 9 9-16,-1-3-10 0,5 1 15 0,1-6-10 16,-1 1 4-16,-2 1-6 0,3-3 8 0,-1 3 0 15,3-1-3-15,0-2 2 0,0-2-7 0,0-1 10 16,0 0-2-16,0-1 4 0,13 9 0 0,4 0-1 16,-1-3 1-16,1-2-2 0,-3-4 4 0,3-1-3 15,-2 0 4-15,0-1-6 0,-1-3 2 0,-2 1 4 0,1-2-3 16,-3 0 3-16,0-1 1 0,-5 2 3 0,0 1 1 15,-3 1 0-15,-1-3 1 0,7-5-8 0,-3 1 6 16,0-3-6-16,-1-3 11 0,-3 4-11 0,-1-4 4 16,0 6-6-16,-1 3 0 0,1 2-1 0,-2 1 0 15,0 0 1-15,-3-4 5 0,-3 6-9 0,-2-1 2 0,-1 0-4 16,2-4 3-16,0 1 0 0,-1 1-2 0,1 3-2 16,0 1-19-16,-1 0-79 0,1 0-1 0,4 0-30 15,0 1-42-15,4-1-112 0,1 2-15 0</inkml:trace>
  <inkml:trace contextRef="#ctx0" brushRef="#br0" timeOffset="56">3550 11362 621 0,'0'0'69'0,"0"0"-6"0,-2 0 73 0,1-2-16 16,-1 0 5-16,0 1-60 0,-1-1 5 0,0 0-7 15,-1 1 3-15,3 1-36 0,-1 0-11 0,-5-9-4 0,6 6 1 16,-2-3 6-16,-1-1-8 0,3-1 7 0,-1-1-6 16,2 5 22-16,0 0-1 0,0 3 0 0,0-3-1 15,0 3 2-15,0-3 2 0,0 1 0 0,0 1-1 16,0 1-1-16,0-3 3 0,0 3-1 0,0-1 0 16,0-1-14-16,0-1 1 0,0 1-7 0,0 0 3 15,0 0-19-15,0-1 15 0,0 1-8 0,0 1 8 16,0 1-18-16,0-1-2 0,0 0 2 0,0 1-1 0,0-1 1 15,0 0 0-15,0 2 0 0,2 0-2 0,-1 0 2 16,1 2 0-16,0 0-2 0,-2 1 0 0,4 17-2 0,1 0 2 16,0-1 2-16,0 1 0 0,0 0 0 0,-1 0 4 15,-1 1-2-15,0-2 1 0,2-1-3 0,0 0 0 16,-2-3 0-16,1 0 1 0,1-2 2 0,-2-3 2 16,2 0-2-16,0-2 0 0,-2 0 0 0,0-1 4 15,1-1-1-15,-3-2 2 0,3 1-4 0,-3-2 2 16,-1-1 2-16,2 1 0 0,-2-1 5 0,2 1 2 15,-1 0-3-15,1 0 3 0,0 1 0 0,-1-3-13 16,1 1 10-16,-2 0-11 0,0-1 11 0,0 1-8 16,0-2-2-16,-2 0 0 0,1 0 0 0,-1-2-1 0,0 1 1 15,-1-1-1-15,0-1 3 0,-4-6 0 0,-3-5-3 16,-1-5 2-16,1 1-6 0,0-3 4 0,2-1-2 16,1-2 2-16,0 0-6 0,2 0 6 0,2 1-1 15,0-2 3-15,1 2-3 0,2 5-2 0,0-1 5 0,0 4-3 16,0 2 4-16,0 0-5 0,2 3-3 0,-2 4 1 15,1-3-1-15,1 4 4 0,0-1-4 0,-1 1 4 16,1 0-2-16,0 0-5 0,-1 2 6 0,1-1-6 16,-2 3 9-16,0-1-2 0,8 0-2 0,2-6 0 15,2 1 2-15,3 1-5 0,-2 1 6 0,5 2-6 16,-2 1 6-16,-1 2-1 0,0 0-2 0,0 2 0 0,0 1 4 16,0 2 0-16,1 1 0 0,1 3-1 0,-2-1-2 15,-1 2 1-15,3-7-2 0,-2 14 2 0,0-1 0 16,-1-3-2-16,1 4 2 0,0-7-1 0,-3 6 2 0,-1 3 0 15,-1-8-3-15,-2 4 1 0,1-2 3 0,-3 2 0 16,3 3 4-16,-4-5-5 0,-1-1-1 0,0 0 0 16,-3-1 0-16,1 2 1 0,6-1 0 0,-1-1 4 15,-2 1 0-15,-2-2 2 0,-1-2 3 0,-2 0-5 16,0 1 3-16,-2 1-2 0,-1-2 4 0,-2 0 4 16,-2 0-1-16,-6 1 2 0,-10-3-5 0,-2 1 0 15,-1-1 3-15,-4 1-1 0,0 0 11 0,1-2 7 16,-6-2-3-16,5 0 3 0,1 0-10 0,-3-1 6 0,6 1-7 15,-5 16 6-15,1-8-13 0,5-4-8 0,-1-2 6 16,6-2-6-16,3-1-3 0,2-2 4 0,4 0-8 16,6 0 5-16,0 0-2 0,2 0-9 0,-1 0-32 15,1 0-1-15,0 0-178 0,0 0-327 0</inkml:trace>
  <inkml:trace contextRef="#ctx0" brushRef="#br0" timeOffset="81">4142 11342 130 0,'0'0'49'0,"0"0"-2"0,0 0 63 0,-1 0-17 16,-1 0 13-16,0 0-26 0,1 0 5 0,-1-2 3 0,0 1 0 16,1-1-5-16,-1 0-21 0,1 1-6 0,-1-1-6 15,0 0-27-15,1 2-12 0,1 0 10 0,0 0-5 16,0 0 37-16,1 0 0 0,1 0-7 0,0 0 2 15,2 0-28-15,15-1-10 0,0-1-4 0,-4 0-1 16,3 1 1-16,2-1-2 0,2 2 3 0,1 0-4 16,-3 0 4-16,-1-2-2 0,-2 1 8 0,-6-1-6 15,1-1 4-15,1-1-10 0,-3 1 0 0,3 0-1 0,-4 1 7 16,-4 2-64-16,1-1-13 0,-4 1-25 0,1-2-109 16,0 2-8-16,1 0-15 0</inkml:trace>
  <inkml:trace contextRef="#ctx0" brushRef="#br0" timeOffset="82">4279 11467 372 0,'0'0'62'0,"0"0"-4"0,0 0 30 16,0 0-9-16,0 0-8 0,0 2-29 0,0 0 8 16,0-1 6-16,2 1 1 0,0 0 23 0,-1-1-16 15,3 1 1-15,7 0-11 0,11 1-28 0,1-3-12 16,3 0-4-16,5 0-1 0,2-3 3 0,7-1-447 16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5:47:34.04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23733 4897 50 0,'0'0'12'0,"-2"0"25"0,0 0 6 15,-1 0-12-15,-9 0 14 0,-2 0-15 0,-1 0-3 0,-2 0-8 16,0-2-4-16,2 2 0 0,2 0-10 0,-3 0 7 16,-3-1-6-16,-1 1 6 0,-3 0-1 0,-1 0 4 15,2 0 2-15,0 0-1 0,-2 0 8 0,1 0-6 16,1 0 5-16,3 0-4 0,-1 0 9 0,1 0 2 15,-1 0 1-15,1 0 0 0,-1 0-12 0,3 0 8 16,2 0-9-16,1 0 10 0,-1 0-8 0,4 0-2 16,-1 0-1-16,1 0-2 0,2 0-9 0,0 0 4 0,1 0 4 15,-1 0-1-15,2 0 0 0,3 0 7 0,-2 0-6 16,4 0 6-16,1 0-12 0,-1 0 13 0,0 0-5 16,-2 0 7-16,0 0-13 0,1 0 6 0,-1 0-3 15,2 0 4-15,0 0-2 0,0 0-4 0,1 0 1 0,-1 0-2 16,0 0 2-16,2 0-9 0,0 0 6 0,0 0-7 15,2 0 8-15,0 0-6 0,1 0 1 0,7-2-2 16,10 0 8-16,0 0-11 0,3 0 5 0,1 0-5 16,0 0 5-16,2 1 0 0,-2-1-4 0,6 0 4 15,1 2-3-15,7 0 1 0,1-2-1 0,1 0 0 16,5 0-3-16,-4 2 4 0,5 0-3 0,-1-2 3 16,-2 1-3-16,-1-1 2 0,-1 2-2 0,-2-2 0 0,0 0-5 15,-4 0 7-15,1 0 2 0,-3 2 1 0,2 0-4 16,2 0 0-16,4 0-2 0,-2 0 0 0,6 0-2 0,3 0 6 15,-1 0-4-15,3 0 4 0,0 0 2 0,-6-2-9 16,1 1 10-16,1-1-10 0,-5 2 11 0,2-2-7 16,-2 0-2-16,-2 0-2 0,0-2 4 0,-2 3 0 15,0-1 0-15,0 2 0 0,0 0 0 0,-1 0-1 16,-3 0 2-16,2 0-1 0,1 2 9 0,-3-1-13 16,-2 1 6-16,-3 0-6 0,-4-2 10 0,6 2-8 15,2 0 1-15,-6 0-4 0,3 0 13 0,-4-2-11 16,-5 0 6-16,0 0-7 0,-1 1 11 0,-2-1-6 0,-1 2-1 15,-3-2-1-15,0 2 1 0,-1 0 2 0,-1-2-3 16,0 2 1-16,-4-2-9 0,-1 0 13 0,1 0-1 16,-1 0 5-16,-2 0-11 0,1 0 2 0,-1 2 1 0,0-2 0 15,-1 2 4-15,1-2-4 0,0 0-2 0,-1 0 0 16,-1 0 3-16,0 0 0 0,0 0 2 0,0 0-2 16,0 0-6-16,0 1 8 0,-1-1 0 0,1 0 3 15,0 0-7-15,0 0 1 0,2 0-2 0,-1 0 3 16,1 0 8-16,0 0-19 0,0 0 4 0,-1 2-12 15,-1 0-20-15,0 0-180 0,0 0-23 0</inkml:trace>
  <inkml:trace contextRef="#ctx0" brushRef="#br0" timeOffset="1853.82">13807 7094 59 0,'-2'0'13'0,"-2"2"14"16,-5 0-7-16,-13 5 9 0,-1 0 1 0,1 1 4 16,4-3 9-16,1-1 15 0,4 0 4 0,2-2 4 0,-2 0 2 15,3-1 0-15,1-1-14 0,5 0 9 0,1 0-13 16,-1 0-8-16,0 0 2 0,1 0-7 0,1 0-3 0,-2 0-13 16,0 0 0-16,1 0-6 0,1 0-11 0,0 0 2 15,0 0 2-15,0 0-2 0,0 0-5 0,0 0 11 16,1 0-11-16,-1 0 11 0,2 0-18 0,0 0 15 15,0 2-9-15,0-2 11 0,2 2-12 0,-1-2 4 16,3 0 3-16,0 0 0 0,18 0-2 0,0 0-2 16,4 0 0-16,2-2 0 0,0-1 2 0,4-1-1 15,1-2-2-15,1-1 0 0,1-1-4 0,2 1 4 16,2 0 3-16,4-3 1 0,1-1 6 0,8 0-11 0,2-2 2 16,6 2-3-16,3 0 13 0,0-2-8 0,-2 2 2 15,-3-2-5-15,-5 0-2 0,-1 1 10 0,-1 1-6 16,-3 2 7-16,-2 0-12 0,3-1 3 0,1 1 4 0,0 4-1 15,-2 1-6-15,8-2 5 0,-4 3-3 0,2 1 4 16,-1-2 0-16,-2 2-3 0,-1 0-1 0,-6 0 0 16,1-1 4-16,-2-1-1 0,-3 0 2 0,1-1-4 15,0 1 3-15,4-3-5 0,-1-1 4 0,3-1-4 16,-1 1 5-16,6 1 4 0,-4 1-1 0,6 3 0 16,-2-1-5-16,-2-2-1 0,2 1-1 0,-7 1-1 0,3 0-5 15,-9 1 6-15,0-1 0 0,-2 0 1 0,-2 2 7 16,-1-1-10-16,1-1 5 0,2 0-6 0,-1 2 10 15,-1 1-6-15,4-1 0 0,-2 0-1 0,-4 0-2 0,8 0 3 16,2 0-1-16,-2 2 1 0,5-2-2 0,1 1 3 16,-5-1-5-16,-1 0 5 0,0 0-11 0,-4 0 10 15,0 0 1-15,2 0 3 0,-2-1-5 0,2 1 0 16,-1-2 3-16,4 0-1 0,1 3 4 0,3-3-2 16,-1 0-4-16,3 2 0 0,4-1-7 0,-2-1 5 15,12 0 1-15,-12 1 1 0,0-1 0 0,4-2 0 16,-8 3 1-16,4-1 0 0,-1 0 1 0,-1 0 1 0,2 1 0 15,4-1 1-15,0 0-4 0,7-1 3 0,0-1-3 16,-1 2 2-16,6 1-10 0,-4-1 13 0,-1 0-9 16,-3-1 10-16,-6 1-9 0,-2 0 5 0,2 1 3 15,0 1-1-15,2-2-4 0,1 0-4 0,3 2 2 0,5 1 0 16,2-1 2-16,2 0 0 0,-2 0 3 0,-8-2-3 16,3 2 7-16,-6 1-8 0,-1-1 1 0,1-2 0 15,-2 2 8-15,2-2-8 0,4 1 2 0,3-1-4 16,0 0 2-16,2 1 1 0,-1-3-1 0,-5 2 1 15,4-1-2-15,-1 1 4 0,-5-2-4 0,-6 3 3 16,1-1-5-16,-4 0 2 0,3 1 2 0,1-1 0 16,2 0 8-16,2 2-6 0,3-1 2 0,-3 1-4 0,0-2-1 15,2-2-3-15,-4 3 3 0,1-1 0 0,-4 2 8 16,-1-2-8-16,-4 1 0 0,1-3-1 0,0-1 2 16,-3 1 1-16,3 2 1 0,3 1-1 0,0-1-2 0,6 0-2 15,0 1 3-15,-4 1-1 0,0-2 6 0,0 0-7 16,-3 1 1-16,1-1-3 0,-3 2 5 0,-4-2 5 15,-4 1-2-15,0-1 3 0,2 2-2 0,-2 0-7 16,4 0 1-16,-2 2-2 0,-2 0 9 0,6 0-5 16,-2 0-1-16,1 0-1 0,6 0 2 0,-1 0-1 15,-1 0 4-15,1 0-5 0,-1 0 5 0,4-2-5 0,4-1 5 16,-4-1-5-16,0 0 0 0,-1 1 9 0,-1 1-7 16,0 0 7-16,-1-2-12 0,1 0 7 0,0 1-4 15,4-3 5-15,2 2-3 0,-2 1-3 0,-4-1 5 16,2 2-4-16,-3-2 6 0,3 1-1 0,-2-1-5 15,-5 2 2-15,0-2-8 0,-3 1 7 0,5-1 3 0,-2-2 1 16,1 5 2-16,3-1-7 0,-3 2 0 0,3 0-3 16,8-2 5-16,-4 2 1 0,1-2 0 0,0-2-1 15,-4 1-1-15,4 1-1 0,0-2 3 0,0 2-2 16,-4-2-5-16,0 1 10 0,2 1-7 0,-3 0 8 16,-1 0-13-16,6 0 8 0,-2 0-3 0,4 1 4 15,-2-1-3-15,-3 0-4 0,-3-2 4 0,-2-1-2 0,-1 1 5 16,0 0 1-16,-4 2-3 0,-8 0 3 0,3-1-4 15,-6-1-1-15,-2 2 1 0,0 0 0 0,-2 0 8 0,-2-1-7 16,0 1 1-16,-3 0-2 0,1 2-3 0,1 0 4 16,-1 0-1-16,-1 0 4 0,-1 0 1 0,3 0-6 15,-3 0 1-15,5 0-2 0,-3 0 2 0,-1 0 4 16,1 2-4-16,-1-2 6 0,-3 0-8 0,1 2 6 16,2 0-1-16,-8-2 3 0,5 1-7 0,-4-1 5 15,-11 0-2-15,5 0 6 0,-4 0 7 0,3 0-5 16,5 0 2-16,-1 2-4 0,0 0 3 0,-5-2-1 15,2 0 3-15,-5 0-2 0,3 0 6 0,-2 0-9 16,0 0 6-16,2 0-5 0,-1 0 18 0,1 0-1 0,-2 0-1 16,0 0-1-16,0 0-7 0,-1 0-2 0,1 0 0 15,0 0-1-15,0 0 0 0,0 0-5 0,0 0-2 16,0 0-1-16,-1 0-14 0,1 0 9 0,0 0-7 0,0 0 6 16,0 0-28-16,-2 0-83 0,0 0-23 0,-2 2-41 15,-2 0-260-15</inkml:trace>
  <inkml:trace contextRef="#ctx0" brushRef="#br0" timeOffset="17689.56">27506 8325 256 0,'0'0'5'0,"0"-2"19"16,-2 0 22-16,0 0 18 0,0 0 17 0,0 1-5 0,1-1-17 16,1-2 1-16,-2 2-7 0,0-2-10 0,2 3-5 15,0-1 5-15,0 0-3 0,0 0 9 0,0 0-15 16,0-2-4-16,0 3-2 0,0-1-1 0,0 0-6 16,0 0-1-16,0 0-4 0,0 0-14 0,0 0 4 15,0 1 1-15,0-1-2 0,0 0-6 0,0 0 8 16,0 2-8-16,2 0 8 0,0 0-8 0,-1 2 1 15,1 0 2-15,0 1-1 0,2 9 1 0,1 10-2 0,-1 0 0 16,2 6 0-16,-1 2 9 0,1-1-7 0,-2 3-2 16,-1 0 0-16,1 3 3 0,0 0-2 0,-1 0 4 15,1 1-5-15,0 1 0 0,-1-2-6 0,3 2 5 0,0-3-3 16,-1-3 5-16,1 3 1 0,-1 1-3 0,1-2 1 16,-2-1 9-16,-1-2-12 0,1 3 8 0,-2-3-9 15,0 3 4-15,0-1 4 0,1-1-5 0,1 5 3 16,0-5-3-16,-1 1 0 0,1-1 2 0,2 3-1 15,-1 3-2-15,1-4 4 0,-1 2-2 0,-3-9 4 16,2 2-4-16,0 0-1 0,-2-2 1 0,-1 8 0 0,1-7 1 16,0 5 5-16,-2-6-6 0,0-2 3 0,0 2-9 15,0-2 9-15,-2 0 1 0,0 2 4 0,-1 0-8 16,-1 0-1-16,0 4-4 0,1-2 3 0,-1 2 2 0,0-3 0 16,2 1 1-16,0 0-1 0,2 0-2 0,0 0 3 15,0 2-1-15,0-4 1 0,0 0 0 0,0 1 0 16,2 1-1-16,0 2 0 0,-2-2 6 0,0 0-11 15,0-4 9-15,0 0-10 0,0 6 10 0,0-4-2 16,0 2-2-16,0-6 0 0,0 0 4 0,-2 2-6 16,0-3 7-16,1-3-8 0,-3 1-1 0,2-2 6 15,-2 1-4-15,1 1 5 0,1-3-1 0,0 3 2 16,0-1-4-16,0-1 3 0,0 2 2 0,2-1-4 0,0 3 0 16,0-3-1-16,0 3-5 0,0-1 7 0,0-1 2 15,2 1 0-15,0 1-11 0,2 1 12 0,-2-2-9 16,1 1 10-16,1 1-6 0,-2-2-3 0,2 3 3 15,-3-5-4-15,1 3 8 0,0-1-7 0,0 1 8 0,0-3-8 16,0 3 5-16,-2-5 1 0,2-1-2 0,-1 0 1 16,1-2-6-16,0 4 10 0,0-4-7 0,0 2 7 15,0-2-13-15,0-2 3 0,-1 2 4 0,1-2 0 16,0 0 4-16,0 4 3 0,0 1-6 0,0 3 5 16,0-4-9-16,-1 3 5 0,-1-6-1 0,0 1 5 0,0 1 2 15,0-1-1-15,0 2 2 0,0 2-2 0,0-2 3 16,-1 0-5-16,1 0-1 0,0-2 0 0,0-2 12 15,0 0-2-15,0 0 6 0,0-2-6 0,0 2-1 16,0-1 0-16,0-1-6 0,0-2 5 0,0 3-5 0,0-1-8 16,0-2 9-16,0 1-9 0,0-1 3 0,0-3 7 15,0 2-7-15,0-1 8 0,0-3-3 0,0 0 23 16,0 2-3-16,0-1 9 0,0 1-6 0,0 0 0 16,0-2-1-16,0-1 1 0,0 1 3 0,0 0-21 15,0 0 2-15,0 0-9 0,0 0 1 0,0 0-6 16,0-2 0-16,0 0-1 0,1 0 3 0,1 0 0 15,0 0 4-15,0 0-4 0,0 0 2 0,0-2-3 0,0 0 2 16,1 0-3-16,1 0-4 0,2 0 2 0,3-1 1 16,2-1 0-16,-2 0 0 0,2 0 5 0,2 1-4 15,4-1 4-15,0 0-6 0,0 1-1 0,-1-1-4 16,5 0 3-16,1 0 6 0,6-1-10 0,2 1 8 0,5-1-12 16,2-1 13-16,2 2-2 0,-2 1-2 0,0-1 0 15,6 0 4-15,1 2 0 0,3 0 1 0,1 1-2 16,-3-3-5-16,1 2 2 0,2 0 1 0,1 0 1 15,1 2 2-15,0 0-3 0,6-2 2 0,1 2-3 16,6 0 7-16,0 2-3 0,2 0 2 0,2 0-2 0,2 0-2 16,-2 0 0-16,2 0-3 0,-3-1 4 0,3 1 1 15,4 0 1-15,4 0-1 0,5 0 0 0,-4 0-6 16,6 0 2-16,-4-1-1 0,-4 1 3 0,7 0 4 0,-7-2-2 16,1 0-1-16,6 2 0 0,2 0-2 0,3 0 1 15,3 0 1-15,-4-2 0 0,0 1 0 0,-7 1-3 16,-4 0-1-16,-3 0 0 0,-1 0 5 0,8 0-3 15,0 1 2-15,1-1-4 0,1 2 2 0,-8-2 2 16,2 2 0-16,-3-3 2 0,-8 1-6 0,-4 0 4 16,-1 0 0-16,-1 2 1 0,-3-2 1 0,-1 1-6 15,3 1-1-15,-12-2-3 0,3 0-3 0,-7 0-51 16,-5-1-4-16,2 1-25 0,-11 0-105 0,-5-2-224 0</inkml:trace>
  <inkml:trace contextRef="#ctx0" brushRef="#br0" timeOffset="19610.6">27857 11591 307 0,'0'0'61'0,"0"0"-62"0,-2-2 67 0,0 0-30 0,0 0-11 15,0 0-3-15,0 1-4 0,1-1 0 0,-1 0-18 16,0 0 2-16,0 0 0 0,0 0 0 0,0 0-9 0,0 1 12 16,1-1-10-16,-1 0 10 0,-2 0-10 0,0 0 8 15,1 0 4-15,-1 0 0 0,0 2-4 0,0-1-3 16,3 1 3-16,-3 0-3 0,-2 0-1 0,1 0 10 15,1 0-7-15,0 0 9 0,1 0-6 0,-1 0 7 16,2 0-1-16,-2 0 2 0,2 0-2 0,-1 0 11 16,-1 0-1-16,0 1 5 0,1 1 2 0,1 0 1 15,0 0-3-15,0 0 1 0,0 0-12 0,0 0 19 16,0-1-14-16,1 1 12 0,-1 0-25 0,0 0-1 0,0 0 5 16,0 0-4-16,0 0 7 0,0-1-13 0,1 1 5 15,-1 0-5-15,0 0 13 0,0 0-10 0,0 0 5 16,0 0-6-16,0 1 7 0,1 1 5 0,-1 0 7 15,0-1 0-15,0 1 17 0,0-2 2 0,0 0-7 0,0 0 5 16,1 0-13-16,-1-1 8 0,0 1-2 0,0 0 4 16,0 0-4-16,0 0-11 0,0 0 3 0,1 0-7 15,1-1-5-15,0 1 0 0,0 0-2 0,0 0 2 16,0 0-2-16,0 0-3 0,0 0 0 0,0-1-1 16,0 1 0-16,0 0 2 0,0-2-5 0,0 0 5 15,0 0-3-15,0 0 7 0,0 0-2 0,0 0 2 0,0 0-6 16,0 0 6-16,-2 0 0 0,2 0 2 0,0 0 0 15,0 0 0-15,0 0 5 0,0 0-3 0,0 0 8 16,0 0-9-16,0 0 1 0,0 0-3 0,0-2-3 0,0 0-5 16,0 1 1-16,0-1-2 0,0 0 7 0,0-2-9 15,0 0-1-15,0 1-2 0,0-3-1 0,2-5 4 16,-1 2 0-16,3-2 3 0,0-1 3 0,0 3-8 16,1-4 0-16,-1 4-1 0,1-4 9 0,-1 2-5 15,0 0-1-15,0-2-2 0,-1 0-5 0,1-2 3 16,2-2 6-16,-1-2-2 0,-1 3 9 0,0-5-9 0,-1 1 0 15,1 1-2-15,0-3 0 0,-1-2 0 16,-1 2 2-16,0-3-1 0,0 1 5 0,0 0-3 0,2-4-3 16,-3 1 1-16,1-3-1 0,0 2 2 0,0 0 1 15,2 0-1-15,-1 2-8 0,1-2 6 0,0-1 0 16,0 3 2-16,1-2 1 0,1 0-2 0,-1 6-1 0,1-2 1 16,-1 1 3-16,1 1-7 0,0-2 2 0,-1 2-4 15,-1 1 13-15,1-1-6 0,-1 1 5 0,0 1-6 16,0 0 1-16,-1 1-4 0,1-1 2 0,0-1-2 15,1 1-3-15,1-1 12 0,-1 5-9 0,1-3 10 16,0 1-13-16,-1-1 6 0,1 0-3 0,1-1 3 16,1 0-4-16,-1-3 3 0,0-1 1 0,-1 7 0 0,1-5-2 15,1 0 3-15,-3 3-2 0,1-1 3 0,0 3-4 16,-1-1-1-16,3-5 1 0,-1 1 0 0,-1-2 4 16,1 2-4-16,0-1 2 0,3 1-3 0,1 0 0 0,-2 1 2 15,2 1-2-15,-1 1 2 0,-3 3 3 0,0-3-2 16,-1 4 3-16,0 2-3 0,1-2-1 0,-1 4 0 15,-1-2-4-15,1 0 4 0,-1 2-1 0,1-2-2 16,-1 0 7-16,1 2-4 0,0-2 2 0,-1 2-3 16,1 0-3-16,-1-2 2 0,1 2 2 0,1-4 0 15,1 4 0-15,-1-2-1 0,0 0 0 0,1 1 4 16,1-1 0-16,-1 0 1 0,-1 4-3 0,0-2-3 0,1-2 0 16,-1 0-2-16,-3 6 4 0,3-5 0 0,-1 5 1 15,3-4-1-15,1-2 0 0,-1 0 0 0,2-2-2 16,-2 0 2-16,1 0-2 0,-1 2 5 0,-5 2-3 15,5-4 3-15,2-1-6 0,0-3 1 0,0 0 1 0,2 5-1 16,2-3 2-16,-2 0 1 0,-2 2 0 0,0 0 1 16,1 2-5-16,-1 2 3 0,0-2-2 0,0 2 3 15,0 2 2-15,0 0-5 0,0-1 2 0,-1 3-3 16,1-2 4-16,2 1-3 0,-2 1 3 0,2-1-4 16,0 1 3-16,-2 1 1 0,2 1-1 0,0-1 0 15,0-1 0-15,0 1 0 0,2-1 0 0,2 1-1 16,-2 1-3-16,1-1 0 0,3 1 4 0,-2-1-2 0,3 2 7 15,2-1-6-15,-3-1 0 0,1 1-3 0,-1-1 8 16,1 0-6-16,4 1 6 0,4-3-6 0,-2 1 0 0,2-2 7 16,2 1-8-16,-1 1 6 0,1-2-10 0,2 1 5 15,-3-1 4-15,1 0-1 0,-2-1-1 0,0 1 0 16,0 2-2-16,-2 1 2 0,-2 0 0 0,2 1 0 16,0 1 0-16,0 0 0 0,-2 3-6 0,6-1 4 15,-4-15 1-15,1 4 1 0,5 4 2 0,-4 3-2 16,2 1 0-16,-3 1 0 0,-2 2 0 0,1-2 5 15,-2 1-5-15,7-1 5 0,1 0-5 0,5-1-5 16,-2 1 4-16,-3 0-4 0,-1-1 5 0,-1-1 4 0,4 0-4 16,-3-1 3-16,3 0-2 0,-5 1-1 0,1 0 2 15,0 3-2-15,-3-1-3 0,1 2 1 0,0 0-1 16,0 2 2-16,0 0-1 0,0 0 3 0,3 0-2 16,-1 0 2-16,7 4-1 0,-7-2-2 0,1 0 2 0,3 0-1 15,-3-2 9-15,8 0-9 0,-1 0 3 0,1 0-5 16,-4 0 1-16,4-2 2 0,-4 0 1 0,-2-2 1 15,3-1-3-15,-1-1 2 0,2 2 1 0,-3 1 2 16,1-1-9-16,0 2 5 0,-5 0-4 0,7-2 7 16,-5 3-2-16,-1 1-1 0,-1 0-1 0,-2 0-1 0,0 0 6 15,1 0-5-15,1 0 3 0,2 0-4 0,-5 1 0 16,-1-1 3-16,4 0-1 0,-2 2 3 0,3-2-3 16,3 0 3-16,-3 0-4 0,1 0 3 0,3 0-5 0,1-2 0 15,3-1 4-15,1-1-1 0,7-2 8 0,-1 1-8 16,3 1 0-16,-1-1-3 0,-4 1 2 0,-3 2 2 15,-2 2 1-15,-4 0 0 0,-3 0-7 0,0 0 4 16,-3 0-3-16,-1 0 4 0,0 0 1 0,0-2 0 16,-2 2 2-16,-4 0-2 0,2 0 3 0,-3 0-4 15,3 0 2-15,0 0-1 0,-2 0 5 0,2-2-9 16,2 2 3-16,2-2-4 0,2-1 4 0,5 1 5 0,1-2-2 16,4 0 1-16,7-1-7 0,-3-1-1 0,-1 1 2 15,3-3-2-15,-3 3 0 0,0 1-29 0,5 0-64 16,-9 2-3-16,-2 2-340 0</inkml:trace>
  <inkml:trace contextRef="#ctx0" brushRef="#br0" timeOffset="21498.94">28440 6459 13 0,'0'0'0'0,"0"0"30"0,0 0 7 0,0 0 1 15,0 0 0-15,0 0-28 0,0 0-6 0,0 0-7 16,0 0 4-16,0 0-4 0,0 0 9 0,0 2-10 0,0 0 3 16,0-1-6-16,0 1 7 0,0 2 0 0,0 0 3 15,0 1-2-15,0 6 2 0,0 1-6 0,0 1 2 16,2 0-3-16,-1 1 12 0,3 3-10 0,0 2 6 15,-2-1-7-15,1 5 3 0,-1 1 6 0,0 0-6 0,0 4 5 16,0-2-8-16,0 3-2 0,0-1 5 0,-1 4-3 16,-1-4 3-16,2 5 5 0,0-1-5 0,2-3 6 15,0 3-8-15,-1-6 2 0,1-4-4 0,2 6 3 16,-1 0-1-16,1-2 3 0,-1 2 2 0,1-2 0 16,-1-2-7-16,-1 0 3 0,0 2-3 0,-2-2 5 15,0 2 3-15,-1-2-3 0,-1 2 4 0,0-3-4 0,2 1-1 16,-2 0 3-16,2-2-6 0,0-2 5 0,0 1-2 15,0-1-2-15,0-1 5 0,1 1-5 0,1-1-2 0,0 1 3 16,-2-3 3-16,1 3 0 0,1 3 1 0,0-3-5 16,-2 1 2-16,-1-1-1 0,1 2 1 0,0 4 1 15,-2-3-1-15,0 1 2 0,0 2 4 0,2 3-8 16,-2 3 1-16,0-4-4 0,0 2 3 0,2-6 6 16,0 2-5-16,0-4 4 0,1 0 2 0,1-3-6 15,0-1 2-15,-2-1-4 0,1 2 3 0,-1-5 0 16,0 1 5-16,0 0-4 0,0 0 1 0,-2-2-1 15,2 2-1-15,-2 0 1 0,0-2 11 0,0 0-4 0,0 0 6 16,0 0-5-16,0 0 1 0,0 0 0 0,1 0-5 16,1 0 4-16,2 2-8 0,0-1-1 0,-1 3 0 15,3 4 0-15,0-3-5 0,-3 3 0 0,3 5 1 16,-1-2 0-16,1 4 4 0,-2-1 9 0,-1 5-7 0,1-2 9 16,0 5-14-16,-2-5 2 0,0-3 0 0,-1 1 1 15,-1-2 1-15,0 6-1 0,0-6 0 0,0 0-1 16,0-4 1-16,0-3-3 0,0-3 4 0,0-1-3 15,0-2 2-15,0 2 8 0,0-4-8 0,0 0 9 16,0 1-4-16,0-1-5 0,0 0 9 0,0 2-9 16,0 0 8-16,0 4-6 0,0-1 2 0,2 7-3 0,0-1 1 15,0 6-3-15,0 3-3 0,-2 5 0 0,0-1 4 16,-2 8 5-16,-2-3-6 0,1 3 4 0,-1-2-2 16,2-6-3-16,0 0 7 0,2-3-7 0,0-2 1 0,0-1 2 15,2-3-2-15,2-5 2 0,1 3 10 0,-1-5-9 16,3 3 0-16,-1 0-2 0,0-5 3 0,-1 3-2 15,1-1 6-15,-1-1-6 0,1 5 0 0,-2-1 3 16,-1 4-4-16,1 2 1 0,0 3-5 0,-1 5 2 16,1 1 5-16,-4 5-3 0,0 3 8 0,0 3-8 15,-2 6-1-15,0-2-1 0,1 2 3 0,-1 0 3 16,0-6-3-16,2-3 1 0,0-3-1 0,-2-4 4 0,2-3 4 16,0-4 0-16,2 1 13 0,0-2 77 0,1-3-34 15,3 1 40-15,0 2-77 0,3 2-13 0,0 1 5 16,2 2-9-16,4 2-2 0,2 8 1 0,1-2-1 0,1 3 0 15,-2 6-9-15,-4-2 6 0,0 8-6 0,-4-2 7 16,-2-1-4-16,-1 1-1 0,-2-4 4 0,-1 0-5 16,-3-4-9-16,0 2 13 0,0 0-8 0,-2 1 9 15,1 1-7-15,-1 1 11 0,-2-1 6 0,2 4 2 16,2-6 14-16,-2-2-8 0,2 3-1 0,0-5-4 16,0 4-9-16,4-2-5 0,-2-5 3 0,0-4-5 0,0-2-3 15,1 0 0-15,1-1-2 0,0 1 1 0,-2-2 0 16,-1 0-5-16,-1 3 4 0,2-1-6 0,-2 3-12 15,0 5-93-15,-2 5-27 0</inkml:trace>
  <inkml:trace contextRef="#ctx0" brushRef="#br0" timeOffset="22515.07">29294 10687 355 0,'-2'-2'31'0,"0"0"36"0,0 0-26 0,-1 0-14 16,-1 0-3-16,0 0-2 0,2 2-2 0,-3-3-12 15,-1-1 5-15,1 0-7 0,-1 1 1 0,2 1-2 16,2 2 0-16,1 0 0 0,-3-2 3 0,0 0-1 16,0 0-1-16,1 0 3 0,-1 0 17 0,2 1 10 15,0-1 2-15,0 0-2 0,1 0-16 0,-1 0-9 16,0 0-3-16,0 0-1 0,0 1 2 0,2-1 1 0,0 0 0 15,0 0-2-15,2 0 1 0,0 0 10 0,0 2-8 16,18-3 6-16,4-3-17 0,4 0 12 0,4 3-3 16,3-3 5-16,8 1 3 0,7 1 0 0,7-2 0 15,5 1 0-15,-1-1 2 0,8-1-5 0,-3-1 1 0,3 3-5 16,4-5-1-16,-7 3-4 0,5 1 3 0,5 1-5 16,6 1 0-16,9 2-5 0,2-1 3 0,-1 1-3 15,1 0 0-15,-7 0 4 0,-3 0-2 0,1 0 4 16,5 2 5-16,9 0-5 0,8 2 3 0,-6 0-3 15,-1-2 2-15,-10 0 6 0,-9-2 3 0,-4-1 1 0,0-1 2 16,2 2 3-16,4 0-10 0,1 0 7 0,-5 2-20 16,-2-2 3-16,-11-1 8 0,-11 1-3 0,-4 0 0 15,-11 0-4-15,-3 0-2 0,-5 2 2 0,-5 0-1 16,-7 0 1-16,-3 0-3 0,-4 0 2 0,-3 0 1 0,-4 0 1 16,-3 0 5-16,2 0-3 0,0 0 5 0,-1 0-5 15,-1 0-13-15,0 0 1 0,0 0-63 0,-2 0-79 16,0 0-12-16,-2-2-30 0,0 1-99 0</inkml:trace>
  <inkml:trace contextRef="#ctx0" brushRef="#br0" timeOffset="22783.31">32281 10182 919 0,'0'0'18'0,"0"0"2"0,-2-2 4 0,1 0-12 0,-1 0 2 16,0 0-12-16,0 0 1 0,2 0 1 0,0 1-2 16,0 1-8-16,0 0 16 0,2 0-7 0,2 0 10 15,5 1-7-15,17 5 8 0,2 0-2 0,3 3 2 16,5 2-11-16,-1 0 6 0,0 4-3 0,4 2 5 0,-5-4-8 16,1 2 0-16,4 3 2 0,-10-1-2 0,1-13-1 15,-6 22 3-15,-7-2-5 0,-2-4 5 0,0 4-1 16,-6-5 8-16,-2-1 2 0,5-1 1 0,-5-6 11 0,-1 4-6 15,-6-2 3-15,-4 2-4 0,-7 2-9 0,-21-3-11 16,-18 1 1-16,-9 0-4 0,-3-2-6 0,3 2-45 16,-4-2-32-16,-2-2-11 0,-6 2-179 0</inkml:trace>
  <inkml:trace contextRef="#ctx0" brushRef="#br0" timeOffset="23320.47">29431 10421 457 0,'0'0'33'0,"0"-2"0"0,-2 0 10 16,1 1 3-16,-1-1-9 0,0 0 12 0,0 0-3 16,0 0-1-16,0 0-2 0,0 0-6 0,1 1-7 15,-1-1 0-15,0 0-2 0,0 0-5 0,0 0-9 16,0 0 3-16,0 2-4 0,1 0 6 0,-3 0 6 15,-4 0-5-15,-10 6 5 0,1 1-6 0,-3 3-1 16,-1-1 7-16,-1 2-5 0,0 0 11 0,-2-2-10 16,-1 1-2-16,1-3-2 0,-4 1-8 0,6-3 7 0,-2 1-9 15,5-1 7-15,5-1-11 0,-7 0-3 16,-1 1 2-16,1-1-2 0,3 0 1 0,3-1-1 0,4 1 0 16,-6 2-1-16,4-1 2 0,4-1 1 0,3-2 3 0,3 0-3 15,-1-1 2-15,0 1-6 0,2 2 2 0,0 0-3 16,1-1 0-16,-1 7 7 0,2-1-7 0,2 0 8 15,1 1 1-15,-1-3-1 0,19 0 12 0,6-1-9 16,3-2 5-16,9-1-5 0,-5-1-2 0,3 0 1 16,-2 0-6-16,-5 0-1 0,-2 0-9 0,1 0 4 15,-3-1-15-15,-2 1-21 0,1 0-34 0,-3 0-9 16,-2 0-225-16</inkml:trace>
  <inkml:trace contextRef="#ctx0" brushRef="#br0" timeOffset="25608.86">28677 9209 164 0,'0'0'23'0,"0"0"1"0,0-2 18 0,0 0-9 16,0 0 4-16,0 0-11 0,0 0-8 0,0 1 1 15,0-3-4-15,0 0-2 0,0 0 20 0,0 1 3 16,0-1 6-16,0 0 14 0,0 1-9 0,0-1-2 16,-1 0-1-16,-1 0 0 0,0 3-1 0,0-3 4 0,0 2-4 15,0 0-1-15,-1-2-13 0,-1 3 2 0,2 1-6 16,-9-6-3-16,3 2 4 0,1 2-6 0,0 1 5 15,-3-1-17-15,3 0 7 0,-4 0-8 0,3 2 5 16,1 0-11-16,1 0 3 0,1 0 5 0,-1 2-3 16,1 0 2-16,1 0-3 0,-2 1 1 0,3-1-1 15,-3 2 2-15,4 1 0 0,-3 3 0 0,-3 1 1 0,1 2 6 16,1 0-3-16,2 2-2 0,3-1 0 0,-1 1-3 16,0 0-2-16,2 1 2 0,0-3-2 0,2 4-6 15,0-2 1-15,-1-3 1 0,3 3 1 0,0-4 7 0,0 0-9 16,1 0 7-16,-3-5-7 0,4 5 9 0,-5-5 0 15,5 0-2-15,3 3 3 0,2 1 8 0,2-3 11 16,2 1-5-16,-2-4 5 0,2-2-9 0,-2 0-6 16,4-2 6-16,1-4-6 0,1-1 1 0,-2-2-7 15,-6 1 0-15,0 6-1 0,-2-14-1 0,4 3 4 16,0-4-4-16,-3 0 5 0,3 0 7 0,-10 1-6 16,5-3-1-16,-3 4-1 0,5-1 0 0,-9 1-4 0,9 2 4 15,-3-2-5-15,-1 2 2 0,-5 0-5 0,1 0 4 16,-2 2-4-16,0 2 3 0,0 1-5 0,-2 1 1 15,1 1-1-15,-3 1 10 0,2 1-10 0,-2 0 7 16,-7 0-9-16,0-5 6 0,0 2 3 0,-2 1-4 0,4 2 5 16,-2 1-6-16,-2 1-1 0,3 2-3 0,-1 0 1 15,0 0 1-15,2 0-3 0,-1 0 4 0,1 2-3 16,2 0 6-16,-3 1 4 0,1 1-7 0,2 0 6 16,-1-1-11-16,5-1 9 0,-1 0-4 0,2 0 5 15,0 5-5-15,0 5-2 0,0-3 5 0,-7 2-3 16,2 0-1-16,-1 4 0 0,3 0-2 0,1 0 3 15,0 1 3-15,2 1-8 0,1-2 7 0,1 0-7 0,0 0 10 16,0 0-4-16,0-1-1 0,0 1 0 0,0-6 2 16,0-1-2-16,0-1 0 0,0-1-1 0,1 3-2 15,1-3 3-15,-2-3 1 0,0-1 1 0,2 2-2 0,0 0 0 16,2-1 0-16,-1-1 1 0,-1-2 8 0,11 4-9 16,2-2 5-16,0-2-6 0,2-2-2 0,-4-2 8 15,3-3-7-15,-1-1 7 0,-4 3-6 0,1-3 4 16,-5 3 3-16,-1 1-1 0,-1-11-7 0,1-1 2 15,5 1 0-15,-2-2 1 0,-1 0-1 0,-3 1 5 16,-1 1-4-16,0-2 6 0,-4 2-3 0,0 2-4 16,-2-2-2-16,-2 4-1 0,0 2 2 0,-1 0 7 0,1 1 0 15,0 3 2-15,-3-1-13 0,-8 2 10 0,-2 1-6 16,-1 1 7-16,1-9-10 0,0 1 9 0,-3 3-5 16,-1 1 5-16,1 5-5 0,1 1 3 0,-1 0 1 15,1 1 1-15,1 3-6 0,1 0-1 0,2 1 3 0,4-1-1 16,-2 4 0-16,0-1 1 0,0 2-3 0,2 1 3 15,0-3-1-15,0 10 1 0,0 1 0 0,3-1-1 16,-1 2-2-16,3-3 1 0,-7 3-1 0,4-4 0 16,0 3-3-16,3-1 5 0,1 1 1 0,3-1 2 15,2 0-1-15,0-4-2 0,0 2-2 0,2-2 1 16,1 0 4-16,1-6-6 0,2 2 5 0,-1-1-5 0,3-3 3 16,5 3 0-16,3-4-2 0,-3 5 2 0,6 2-3 15,-4-4 6-15,1-1-4 0,1 0 5 0,-2-3-2 16,0-1-2-16,2 0 4 0,-4-2-5 0,1 0-3 0,-1-2 5 15,0-2 1-15,0-1 2 0,0-1-2 0,-1-1 2 16,1 1-4-16,1-10 4 0,-2-9-4 0,-1 7 0 16,-2-4-1-16,-7-1 0 0,2 1-2 0,-3 0 5 15,1 0-1-15,2 3 2 0,9 0-8 0,-6 3 11 16,-1 1-3-16,-4 0 5 0,-2 0-17 0,0 2 12 16,0 4-8-16,-2 0 9 0,0-1-9 0,0 5 5 0,0-1 4 15,1 2-1-15,1 3-3 0,0-1 0 16,-2 2-3-16,-9-10 3 0,-1 3-3 0,-1 1 4 0,0 3 1 15,-3 1 1-15,1 2-11 0,0 0 12 0,0 2-9 16,2 1 8-16,2 1-3 0,0 2 0 0,2-1 0 16,1 1 0-16,-3 1-2 0,4 6-3 0,-1 2 8 0,3 0-5 15,1 2 6-15,2-1-4 0,0 1-1 0,-9-2-1 16,2 2 2-16,3-1 1 0,4-1 0 0,2 0 0 16,0-2-2-16,2-2 3 0,2 6-2 0,1-2 3 15,1-2-3-15,0-2-2 0,-5-7 1 0,5 5-2 16,9 0 10-16,0-3-7 0,0 3 4 0,-1-5-6 15,1-2-3-15,0-1 4 0,0 11-4 0,0-5 5 16,2 0-1-16,-1-3 0 0,1-2 4 0,0-2-3 0,-2-2 0 16,-4-2 2-16,2-3-3 0,-4 0 4 0,2-6 1 15,-2-8-8-15,1 1 4 0,-3-3-4 0,1 5 13 0,-5-4-9 16,-1-1 4-16,4 3-5 0,-3-2 1 0,3 3 1 16,-4-1-1-16,9 3 0 0,-2 0-5 0,-3 1 6 15,-3 1-1-15,-1 2 3 0,-2 2-7 0,0-1 8 16,0 3-4-16,0 2 5 0,-2 1-10 0,1 1 5 15,-1 1-2-15,2 2 2 0,0 0 1 0,-11-7-5 16,-1 1 7-16,-4 1-5 0,-1 1 8 0,0 3-4 16,-1 1-3-16,1 2 1 0,0 0-4 0,1 2 0 15,3 0 3-15,-2 3-2 0,2 1 2 0,0 1 0 0,2 1-4 16,0-1 4-16,1 10 5 0,3 1-6 0,-1 1 3 16,3 1-4-16,1-1-1 0,0-1 3 0,3 3 2 15,-12-3 0-15,3-1-1 0,3 2 0 0,3-6-2 16,0 3 2-16,3-1 6 0,1-2-3 0,0-2-2 0,1-1 1 15,1 1 0-15,2 0-1 0,-2-6-1 0,2 3 0 16,-3-4-4-16,7-3 5 0,7 5-1 0,1 5 1 16,-1-3 0-16,4-3 0 0,-1-5 3 0,5 0-3 15,-3-4-1-15,4-3-1 0,4-4 2 0,-6 0-1 16,4-4 0-16,-5 2 1 0,-3 11-4 0,-8-15 4 16,1-1 3-16,-4 1-4 0,1-1 4 0,1-1-4 0,-4-1 3 15,-1 3-2-15,9-2 4 0,-4 1-4 0,-3 1 7 16,-4-2-4-16,-2 5-3 0,-2 1-1 0,-2 0-3 0,-1 1 6 15,-1 3-1-15,-3 2 2 0,-15-1-4 0,-2 3 1 16,0 1 0-16,5 0 0 0,-5 2-4 0,2-14 2 16,0 5 2-16,-2 5-1 0,2 2 3 0,4 4-1 15,-1 0-5-15,4 2 3 0,1 0-1 0,5 0 4 16,1 2-3-16,1-1 2 0,2 1-9 0,1 0 2 16,4-1 7-16,0 12-3 0,-9 0 0 0,4 0-1 15,1 0 1-15,2 0 0 0,3 0 2 0,1-2 0 16,1 1-3-16,1-2 2 0,2 1 0 0,0-2 0 0,-1-2 2 15,3 0-2-15,0 1-5 0,1-1 5 0,-3-4-1 16,9 1 2-16,0-4-6 0,2 0 4 0,1 0-3 16,3 11 4-16,3-2 0 0,0-4-4 0,1-3 1 15,-3-2-2-15,1-2-2 0,1-2 4 0,-4-2-2 0,7-1 3 16,-7-1 0-16,-5 0-5 0,2 1 7 0,-10 1-6 16,5-1 6-16,-5 1 6 0,1-7-8 0,-4-4 7 15,9 0-3-15,-4-2-4 0,-3 4 2 0,-2-2-2 16,-2 2 9-16,0 2-9 0,-2 2 8 0,-2 0-8 15,1 1 2-15,-3 5 2 0,-14-1-3 0,-1 0 2 0,-1-11 1 16,0 4-1-16,3 6 3 0,-1 1-3 0,1 4-1 16,1 2-4-16,1 1 2 0,2 1-2 0,2 2 9 15,2 1-5-15,0 1 2 0,3-3-3 0,3 4 1 0,-5 4-5 16,3 0-2-16,0 2-1 0,3 0-9 0,4 0-67 16,0 0-25-16,4 2-32 0,3 1-245 0</inkml:trace>
  <inkml:trace contextRef="#ctx0" brushRef="#br0" timeOffset="30997.59">27706 13104 256 0,'0'0'-46'16,"0"-2"40"-16,0 0 10 0,0 0 1 0,0 1 41 15,0-3-15-15,0 2 3 0,-2-11-1 0,1 2 8 16,-1 0 10-16,0 2-6 0,0-3 1 0,0 1-4 0,0 0-6 16,0 4 1-16,1-1-6 0,-1 1 2 0,0 1-12 15,0-1 4-15,0 1 3 0,2 4-2 0,0-1 8 0,0 1-10 16,0 0 7-16,-2-2-8 0,2 2 2 0,0 1 3 16,0-1-2-16,-2-2 2 0,1 0-4 0,-1 1-10 15,-2-1-1-15,2 0-3 0,0 2 2 0,0 0-2 16,1 1 0-16,-1-1-1 0,0 0-2 0,0 0-6 15,0 0 1-15,0 0-2 0,0 0 7 0,1 2 0 16,-1 0 1-16,0 0-1 0,0 0 4 0,2 2-7 16,0 0 4-16,0 2-6 0,0 0 0 0,0-1-2 0,0 5 0 15,0 1-1-15,0 0 1 0,0 1 6 0,2 1-2 16,0 0 2-16,1 0-11 0,1 4 7 0,0-2-2 16,1 4 5-16,1 1-4 0,1 4 1 0,1 2 0 0,-1 4 1 15,1 2 1-15,1 3-4 0,-2 1 0 0,1 3 0 16,-3-2 7-16,3 2-6 0,-1 1 3 0,-1 1-5 15,1 0-1-15,-1-4 5 0,-1 0-3 0,1-3 4 16,1-1-1-16,1-1-3 0,-1-2 1 0,-1-4-1 16,1-2 0-16,1 0 4 0,-3-1-1 0,1-3 2 15,-1-3-4-15,-1-4 3 0,0 1-3 0,0-5 3 16,-1 0-8-16,-1-1 8 0,0-2-4 0,2 1 6 0,-4-3 0 16,0 0 5-16,3 2 15 0,1-1-6 0,0 1 32 15,0-2-12-15,-1 0-5 0,1 0-2 0,0-2-16 16,-1 0 2-16,1-2-6 0,2-2 5 0,5-13-11 0,-2-7-2 15,4-7 4-15,-2-3-4 0,0-3 2 0,-1-7-4 16,-5-1 0-16,1 1 1 0,-1-5 2 0,5 7-5 16,1-3 3-16,0 0-3 0,0 5 11 0,2-1-10 15,-5 2-1-15,-1 5-1 0,-5 3 5 0,2 5-2 16,3 2 3-16,-5 3-4 0,7 4 3 0,-7 4-4 16,7 0-1-16,-3 4 0 0,-2 2-3 0,-3-1 2 15,-1 5-5-15,2-1 3 0,0 0-15 0,0 1-19 0,0 1-24 16,0 0-2-16,0 0-93 0,-1 2-10 0,1 0-12 15,0 2-6-15,-2 0-109 0</inkml:trace>
  <inkml:trace contextRef="#ctx0" brushRef="#br0" timeOffset="31624.07">28295 13572 491 0,'-2'0'141'0,"0"-2"287"0,-3 0-403 16,-8 0-18-16,0 2-1 0,1 0-1 0,5 0 6 16,-6 2-2-16,6 2-4 0,-3 2 1 0,1 12-13 15,2 16 12-15,-3-1-2 0,5 6 7 0,-5-8-6 0,9 5 4 16,-1-5-5-16,0-1 6 0,-4-2 4 0,5-2-2 16,-16-2 5-16,6 0-2 0,5-2 23 0,4-1-3 15,2-3 1-15,0-1-3 0,0 0-7 0,2-4-6 16,0-2-1-16,-2-4-1 0,2 1 5 0,-2-4-11 15,0-3 4-15,0 1-7 0,2 2 3 0,0 0 13 16,-1-1-3-16,1-1 5 0,0 0-4 0,0-2-16 16,0 0 4-16,0-2-8 0,0 0 9 0,-1-1-9 0,9-18 0 15,-3-3-3-15,-1 2-1 0,-3 0 2 0,1-3 3 16,0 1-1-16,-2-4-6 0,-2 2 7 0,-2-1-5 16,0 1 6-16,0 1-1 0,-2 3-3 0,2 5 1 15,-1-3-2-15,-1 1-5 0,2 6 7 0,0-1-4 16,2 8 4-16,0 2-6 0,0 3-3 0,0-1 0 0,0-2-2 15,0 0 7-15,0 2 0 0,0 1 1 0,2-1-2 16,0 0-1-16,2 0 5 0,12-2 1 0,7 2 1 16,-3 2-3-16,1 2-2 0,-5 2 2 0,3 2 0 15,1 3 1-15,-1 2 0 0,-2-7-2 0,-3 20 2 0,-1 0-3 16,-1-6 4-16,-1 3-1 0,-2-1 2 16,2-1-7-16,-2-1 8 0,-1 1-3 0,-4-2 5 0,-3 1 4 15,11-1 1-15,-3 0 1 0,-4-1-2 0,-3-1-6 16,-2-4 3-16,0 1 3 0,-2 1 0 0,-1-2 3 15,-3 0 0-15,1-2-2 0,-5 0 1 0,-8-1-3 0,-6-3-2 16,-1-1 3-16,-2-2-3 0,-1 0-2 0,-2 16 2 16,-2-5-5-16,5-5 3 0,-5-4-4 0,8-3 5 15,-2-1-5-15,4 0 4 0,3 0-5 0,2 0-3 16,1 0 7-16,5 0-4 0,1 0-1 0,3 0-1 16,3 0-9-16,-1 0 5 0,1 0-9 0,0 0-18 15,0 0-3-15,1 0-10 0,1 2-39 0,0 0-23 16,0 0-10-16,2 0-5 0,0 0-42 0,2 0-98 0</inkml:trace>
  <inkml:trace contextRef="#ctx0" brushRef="#br0" timeOffset="32014.76">28956 13654 621 0,'-2'-2'85'16,"0"0"-10"-16,-2 0 4 0,-7-5 11 0,-4-3-38 15,-3-1-3-15,-6 2-1 0,0 2-7 0,-1 3 3 0,1 4-22 16,0 0-3-16,0 2 1 0,0 1-4 0,2 5-5 16,1 1 1-16,1 2-2 0,1 2 2 0,4-5-6 15,4 7-7-15,4 1 1 0,1-5-3 0,3 4 7 0,-7-2-5 16,1 2 1-16,3 0-5 0,5-4-5 0,1 2 5 16,0 0-2-16,1 0 4 0,5 2-4 0,1-4-3 15,-5 2 7-15,21 0-3 0,-3 0 11 0,6 0-6 16,-4 2 1-16,2 0-2 0,2 0 11 0,-7 1-10 15,1 1 6-15,-5 0-8 0,-4-1 3 0,-1-1 8 16,-3 0 1-16,-3-2 6 0,5-2 35 0,-3-1-7 16,-3 1 2-16,-1-4-4 0,-2 1-6 0,0-3 2 0,-2 1-8 15,0-1 4-15,-3 3-15 0,-1-3-7 0,-18 1 3 16,0-1-5-16,-2-3 0 0,2 15-2 0,0-6 2 16,2-3-4-16,-1-3-8 0,3-3 1 0,3-2 0 0,0 0 1 15,4 0-4-15,4 0-44 0,2-2-7 0,3 2-17 16,2 0-70-16,-2-2 23 0,1-1-34 0,-1-9 24 15,2-8-84-15</inkml:trace>
  <inkml:trace contextRef="#ctx0" brushRef="#br0" timeOffset="32343.62">29164 13457 988 0,'-2'0'94'15,"0"-2"-100"-15,-2 0 100 0,-9-2-48 0,-5-1-43 0,7 3 9 16,3 0-12-16,5 2 11 0,1 0-11 0,0 0 0 16,-2 0 4-16,0 0-2 0,3 0-3 0,-1 0 14 0,0 0 0 15,0 0 7-15,2 0 7 0,2 0 22 0,0 0-4 16,0 0 10-16,25-7-15 0,5-1-14 0,0 1-4 15,-1-2-4-15,-1 1-20 0,-4 3 4 0,2 1-2 16,-4 2 3-16,0 2 1 0,-4 0 2 0,-1 0-5 16,-2 0 3-16,-2 2-7 0,-4-2 6 0,3 2-2 15,-1 0 2-15,-3-1-8 0,-3 1 2 0,-1-2 3 0,-3 0-1 16,-1 0-6-16,0 0 2 0,2 2-4 0,0 0 3 16,-1 0-6-16,1 0-33 0,-2 0-11 0,0-1-12 15,0 1-68-15,-2 0-61 0,0 0-10 0</inkml:trace>
  <inkml:trace contextRef="#ctx0" brushRef="#br0" timeOffset="32606.03">29151 13798 884 0,'-2'0'156'0,"0"0"26"0,0-1-66 15,-1-1-62-15,1 2-26 0,-8-4-15 0,7 2-20 16,-1 0 4-16,2 0-10 0,0 1 12 0,0-1 1 16,2 0 4-16,0 0-1 0,2 2 6 0,0-2 5 0,0 2-6 15,22-9 6-15,0 0-13 0,-1 1-11 0,-1 1-4 16,-2 1-4-16,-1 2-14 0,-1 1 1 0,-1-1-4 16,2 0-6-16,-1 1-84 0,1-1-85 0,-2 0-13 15</inkml:trace>
  <inkml:trace contextRef="#ctx0" brushRef="#br0" timeOffset="33127.28">29873 13024 1030 0,'0'0'19'0,"0"-2"6"0,-2 1-5 16,0-1-12-16,1-2 2 0,-1 0 1 0,0 1 1 16,0-1-1-16,0 0 0 0,0 0-3 0,0 1 2 15,1 1 3-15,-1 0 0 0,0 0 9 0,0 0-6 16,0 0 0-16,0 1-1 0,0-1 5 0,2 0 0 16,0 0 0-16,0 2-1 0,0 0-12 0,0 0 4 0,0 2-1 15,0 0 2-15,2 1-1 0,0 10-5 0,4 8-2 16,-1 1 0-16,1 2 4 0,1 4-6 0,1-2 1 15,-1 6-3-15,1-1-2 0,-1 3 5 0,0-1-1 16,-1 4 3-16,0 4-4 0,-3-2 8 0,1 6 0 16,-2-3 1-16,0-3-6 0,1 4-3 0,-1-8 3 0,0 2-1 15,0-1 8-15,0-7-11 0,0 1 1 0,0-6-4 16,1-3 8-16,1-3-2 0,-2-5-1 0,0 0 0 16,0-2-2-16,-1 0 9 0,1-1-8 0,0-5 8 15,0 1-8-15,-2-4 2 0,0 0-3 0,2 1 0 16,0 1 4-16,0 0 26 0,-1-2 2 0,1-1 4 15,0 1-13-15,0-2-3 0,0-2-4 0,2 1 2 16,3-9-10-16,-3-21-2 0,7-6-2 0,4-4 0 0,0-4-7 16,-1-5 8-16,3-2-5 0,2-4 6 0,-1-3-11 15,-1 7 6-15,3 0-1 0,-1 6 4 0,-2 1 0 0,-1 4-3 16,3 6 3-16,-2 5-2 0,-3 2-1 0,1 6 6 16,-5 0-8-16,-1 3 7 0,-2 4-6 0,1 6-3 15,-1 2 2-15,-5 3-4 0,4 0-3 0,-3 1-1 16,1-1-3-16,0 0 0 0,-2 2-24 0,-1 0-77 15,1 1 7-15,0 1-34 0,0 0-38 0,-2 1-117 16</inkml:trace>
  <inkml:trace contextRef="#ctx0" brushRef="#br0" timeOffset="34176.71">30517 13592 546 0,'-1'-1'402'0,"-1"-1"-560"0,0 0 476 0,0-2-271 15,-5-11-46-15,-1 2 9 0,1 0-5 0,-1-2 7 0,5 6-11 16,-1 0 2-16,0 0-2 0,2 1 4 0,0 3 11 16,2 3-2-16,-1-4 5 0,1 4-3 0,-2-1 19 0,2 1 3 15,-8 0 7-15,-1-6-3 0,0 3 3 16,-4-1-20-16,3 4 2 0,-3 1-7 0,2 1 0 0,2 0-14 15,-4 0 6-15,4 1-8 0,-2 5 1 0,-2 1 6 16,3-1-8-16,1 0 7 0,-2 10-4 0,3 1-2 16,-3 2 4-16,2-1-4 0,3 1-7 0,-1-1 8 15,1 5-6-15,1-5 7 0,-1 1-6 0,1-3 3 16,-1-1-1-16,2 8 3 0,1-3-2 0,1 0-3 16,-9-3-1-16,1-2-1 0,3 2 0 0,1-3 7 15,1 5-3-15,1-2 4 0,2-1-8 0,2 5 2 0,0-4-2 16,0 1 2-16,0-1-3 0,2 1 6 0,0 1-2 15,0 0 4-15,2-3-5 0,-1 1 0 0,1-2-1 16,-2-4 1-16,2 0-4 0,-3-2 3 0,1-1-1 0,0-3 2 16,0 1-1-16,2 0 7 0,-2-1-2 0,9-3 5 15,2 7-6-15,-2-1 6 0,0-3 0 0,8 1 2 16,-5-4-7-16,7-2 4 0,-1 0-5 0,-1-4 5 16,-2-2-7-16,-4 1 8 0,1-3-2 0,-2 1 3 15,2-4-11-15,1 9 3 0,-4-13 0 0,2 0 3 16,0 2-1-16,-7 0 1 0,3 0-1 0,-7-2 1 15,6 2-5-15,-5-1 5 0,-1 1-2 0,0-2 2 0,9 0-1 16,-3 0-3-16,-1-4 1 0,-1 5-1 0,-3 1-1 0,-1 1 3 16,0-1-3-16,0 2 1 0,-2-2 4 0,0 2 3 15,0 4-3-15,0 1 1 0,0 2-9 0,-2 1 0 16,2 1 2-16,-2-2-1 0,0 4 8 0,-13-11-10 16,-3 0 9-16,7 7-9 0,-6-1 15 0,-2 1-11 15,6 2 3-15,-5 0-5 0,-1 2 7 0,4 0-3 16,6 0-3-16,2 0 1 0,-1 2-3 0,5 0 4 15,1-2 0-15,-2 2 2 0,0 0-6 0,1-1 3 16,1 1-3-16,0 0 3 0,0 2-4 0,2 0 2 16,0-1 0-16,0 1 0 0,2 0 2 0,0-1-8 0,1 1 4 15,5 2-5-15,10 5 5 0,1-2-1 0,3-1 1 16,1-5-1-16,4-1 0 0,-1-2 1 0,4-2-2 16,0-3 3-16,0-3 4 0,3-3-6 0,0-2 7 15,1-4-7-15,-5 3 0 0,-1-3 1 0,0 0-7 0,-6 4 6 16,-3 0-8-16,-4 2 10 0,-2 2 0 0,-6 7 3 15,-1-4-5-15,-2-3 15 0,-1 4-9 0,-1 1 12 16,2-4-12-16,0 1 5 0,-4 3 2 0,0 1 0 16,0-1 8-16,-2 0 3 0,0 0-1 0,-2 3 1 0,-3-3-7 15,-14 0-3-15,3 2 1 0,-3 2-2 0,5 4-6 16,1 0 1-16,4 1-3 0,-1 1 3 0,5-1 4 16,0-1-7-16,1 9-1 0,-3-2-2 0,1 0 1 0,-1 8-5 15,5-6 9-15,1 5-6 0,3-1 9 0,2-4-5 16,3 8 1-16,2-7-1 0,3 3-2 0,1 0 2 15,-9 0-5-15,13-1 4 0,1 3-4 0,-3-2 5 16,0 1 3-16,-2 1 0 0,1-1 3 0,-5 1-3 16,-1-1-3-16,-1-1 0 0,-3-2-7 0,0 0 10 15,7-2-1-15,-1 0 6 0,-5-4 0 0,1 0 0 16,-2-1 0-16,-2-3 0 0,0 1 5 0,0 0-8 16,0-1 3-16,-2 1-6 0,0-3 4 0,-5-1 0 15,-14 2 0-15,1-2-1 0,-2 0-7 0,1 0 3 0,-3 14-1 16,2-6 3-16,3-5-3 0,1-1-4 0,5-2-5 15,3-2 1-15,1 0-26 0,4 0-33 0,1 0-8 16,2 0-9-16,-2-2-44 0,1 0-4 0,1-2-13 0,0-3 2 16,2-14-66-16</inkml:trace>
  <inkml:trace contextRef="#ctx0" brushRef="#br0" timeOffset="34422.81">31056 13565 1361 0,'-2'0'42'0,"0"0"1"0,0-2-14 16,-1 0 0-16,1 2-18 0,-4-2-1 0,4 2-1 16,-1-2-5-16,-1 0 2 0,0 0-12 0,2 2 13 15,0 0 2-15,1 0 7 0,1 0 23 0,0 0 13 16,0 0-7-16,1 0 6 0,3-1-20 0,11-3-12 15,15-4-2-15,-1 3-4 0,-1-3-11 0,-4 3-2 16,-3 1 0-16,-4 0-3 0,3 1 1 0,-3 1-17 0,-4 2-1 16,0 0-11-16,-4 0-37 0,2 0-125 0,-3 0-23 15,-1 0-48-15,4 0-195 0</inkml:trace>
  <inkml:trace contextRef="#ctx0" brushRef="#br0" timeOffset="34970.21">31659 13065 1197 0,'-2'-2'47'0,"1"0"-6"16,-1-1-16-16,-6-8 14 0,-3-4-34 0,2 2-5 15,3 3 13-15,1 3-6 0,1 0 8 0,2 3-9 0,0 0 2 16,-1-1 0-16,1 1 1 0,0 0-1 0,0 0 6 15,0 1-6-15,0 1 6 0,0 0 7 0,1 0 0 16,-1 0 6-16,0 2-4 0,0 0 8 0,2 0-10 16,0 2 2-16,0 0-5 0,0 0 3 0,0 18-9 15,0 4-1-15,0 1-3 0,2 1-1 0,2 1-7 16,1 1 5-16,1 2-6 0,-1 1 8 0,3 3-7 16,-1 3 1-16,2 2-2 0,1 0 8 0,1 2-7 0,0 2 0 15,0-1-3-15,0-3 4 0,0 2 4 0,1 0-2 16,-3-6-1-16,0 1-5 0,-3-7 2 0,-1-3 6 15,1-4-3-15,-1 3 1 0,1-7 5 0,-2 1-6 16,-1-4 6-16,-1-6-9 0,0 2 3 0,-2-7 0 16,0-2 3-16,2 1 13 0,0 1 19 0,0 0 4 0,0-1 3 15,-1-1 7-15,-1 0-20 0,2 0-2 0,0 0-6 16,0-2-11-16,0 0-9 0,0-2 4 0,0-2-5 16,9-12 4-16,5-16-3 0,-1-5-3 0,-2-2 0 15,2-7 3-15,-2-3-6 0,4-6 3 0,0 1-4 16,-1 0-1-16,1 0-1 0,-4 2 2 0,0 4-2 0,0 1 2 15,0 8 6-15,-2 6-4 0,-2 5 6 0,1 0-3 16,-3 8 0-16,0-1-2 0,-1 5 1 0,-2 3-3 16,-1 3 3-16,-1 3 2 0,0 1 0 0,0 1-3 0,-2 1-8 15,0 0 2-15,2 1-4 0,0-1-3 0,0 0-54 16,-2 2-7-16,0 1-21 0,0-1-53 0,0 2-59 16,0 2-18-16,-2-1-21 0,-2 9-123 0</inkml:trace>
  <inkml:trace contextRef="#ctx0" brushRef="#br0" timeOffset="35377.54">32298 13331 1413 0,'0'0'14'0,"-2"-2"0"0,0 0-10 0,0 0 11 0,1 0-13 16,-1 0 30-16,0 0-13 0,0 1 0 0,0-1-7 15,0 0-12-15,0 0 4 0,1 0-4 0,1 0 6 16,0 0-1-16,0 2 8 0,0 0 2 0,0 2 2 16,0 0 4-16,0 0 12 0,0 4-11 0,0 16 12 15,0 6-11-15,0 1-4 0,0-1 3 0,-2 2-5 0,0 3 2 16,-2 3-5-16,0-3 5 0,-1 1-6 0,-3-1 1 16,1 0-6-16,0-1-1 0,1-1-1 0,0-1-4 15,3-4-1-15,-1-2-1 0,0-1 2 0,2-1 2 0,1 0 0 16,1-1 2-16,0-5-1 0,1 3-1 0,1-2 4 15,2-1-1-15,2-1 2 0,-1-2-3 0,3-2 5 16,-3-1-3-16,-1-1 4 0,13-4-6 0,-1 3 1 16,1-6-2-16,0 0 2 0,-2-1-3 0,-2 9-13 15,1-1 6-15,-2-3-9 0,-1-3 14 0,0-1-19 16,4 0 1-16,-4-2-9 0,-2-2-10 0,0-2-7 16,-1 1 2-16,3-5-3 0,-2-1-1 0,1-10-40 15,-5-1-7-15,-3 1-15 0,11 1-48 0,-4-1-84 0,-1-1-23 16</inkml:trace>
  <inkml:trace contextRef="#ctx0" brushRef="#br0" timeOffset="35579.94">32110 13670 1227 0,'0'0'82'0,"-1"0"-80"0,-1-1 82 0,-2-1-37 16,-3 0-39-16,-3 0 6 0,7 0-4 0,-1 0 1 15,2 0-12-15,0 1 11 0,0 1 1 0,2 0 4 0,0 0 12 16,2 0 7-16,2 0-1 0,13 0 1 0,10 0-16 16,7 0-9-16,-1 0-3 0,3 0-2 0,-5-2-7 0,3-2 2 15,-1 2-6-15,-5 0 2 0,-2 2-26 0,-6 0-27 16,-1 0-6-16,-6 0-21 0,2 0-158 0</inkml:trace>
  <inkml:trace contextRef="#ctx0" brushRef="#br0" timeOffset="37203.47">27608 14861 1134 0,'-2'0'49'0,"-7"-2"97"0,-12-4-127 0,3 2-15 0,3 3 5 15,-2-1-8-15,8 2 2 0,5 0 4 0,1 0-5 16,1 0 7-16,-2 0 0 0,0 0-10 0,1 0 7 0,-1 0-6 16,0 0 14-16,2 0 2 0,0 0-5 0,2 0 5 15,0 0 1-15,2 0-2 0,0 0 11 0,0 0-10 16,26-4 6-16,3 0-9 0,3 1-4 0,7-3 2 16,3 0-1-16,6-1-5 0,8 0-1 0,5-1-2 15,8-1 1-15,7 1-3 0,9 1 3 0,0 0-3 16,2-1 0-16,-2-1 9 0,1 0-6 0,1-1 7 0,11 1 1 15,6 2-10-15,0 1 8 0,5 0-9 0,-3 1 7 16,-4-1-3-16,2 1-1 0,0-1 0 0,5 2 4 16,6 1-4-16,-2 1 5 0,-7 0-5 0,-2-4 5 15,-1 3 2-15,1-1 0 0,6 0 1 0,1 2 1 0,0 1-3 16,-5-1-3-16,-10-2 2 0,-3 2 5 0,1 0-8 16,-1 0 7-16,0-1-7 0,5-1 4 0,-5-2-9 15,-2 1 0-15,-6-3 0 0,-4 1-1 0,-3-2 7 16,0 1-1-16,4 1 4 0,-1-1-7 0,-1-1 1 15,-4 2-5-15,-13-1 3 0,-2 1-1 0,-4-1 0 16,-8 3 0-16,-1-1 1 0,-4 1 2 0,-1-1 1 0,-3-1-2 16,1 1 0-16,0 1-8 0,-2-1 9 0,1 2 0 15,-8 2 4-15,1-1-3 0,-7-1-6 0,-4 0 2 16,-4 1-2-16,1-1 5 0,-1 0 2 0,-3-1 0 16,-4 1 1-16,-7 2-6 0,3-2 6 0,-4 1-4 0,1-1 7 15,1-2 10-15,-3 1 8 0,2-10 0 0,-4-2 0 16,-1-3-16-16,3 3-1 0,13-7 0 0,-6 0-1 15,-4 2 3-15,-1-6-9 0,-2 2 3 0,-1-2-5 16,1-2 2-16,0-1-2 0,0-1 0 0,1 0 1 16,1 1-1-16,-1-1 1 0,1 1-2 0,1-1 2 15,1-1-2-15,-1-1 5 0,-1 1-4 0,-3-6 3 0,-1-4-9 16,-2-7 7-16,0-4-3 0,-3-5 4 0,-5-4-3 16,1 0-2-16,-3 1 4 0,-1 3-3 0,2 3 2 15,2 4 0-15,-3 4-1 0,1 3 0 0,-2 1 3 0,0 3-5 16,0 0 2-16,-1 2-4 0,1-4 6 0,2-1-4 15,0 1 5-15,-1 2-4 0,1 6 6 0,0 0 0 16,0 3-1-16,1 6 0 0,1-4 0 0,1 8 1 16,1-4-5-16,-1 4 4 0,2 5-14 0,2 4 15 15,-1 2-5-15,-1 0 7 0,2 2-6 0,2 1-1 16,-2-1-1-16,2 3-1 0,0 1 3 0,0-1-1 16,0 1 1-16,0 1-3 0,0-2 2 0,0 3 6 15,0 1 1-15,0-2 1 0,0 2 5 0,0 0-1 0,0-1-1 16,-2-1 2-16,1 0 5 0,1 0-12 0,0 1 3 15,-2-1-7-15,0 0 7 0,0 2-7 0,0 1 5 16,0-1-6-16,0 0 0 0,-1 0-1 0,-1 0-2 0,-7-3 2 16,-4-3 2-16,-2 1-1 0,-3-1 1 0,-1 3-1 15,-3-1 3-15,0 3-5 0,0-1 3 0,-2 2-3 16,-2-2 6-16,-1 2-5 0,-5 1 0 0,-1-1-2 16,-2 0 1-16,-2 2 1 0,-4 0 0 0,-3 0 0 15,-6 0 0-15,-4-2 0 0,-4 0-1 0,-5 0 1 16,-1 0 0-16,-3-1 0 0,0 1 2 0,-1 0-2 15,5-2-1-15,-6 2 1 0,-1 2 0 0,-3-1 2 0,-4 1 0 16,-10 0-4-16,-6-2 2 0,0 2-2 0,0 0 2 16,8 0 1-16,-4 0-2 0,-4 0 2 0,-3 0-1 0,-8 0-1 15,2 0 1-15,2 0-1 0,2-2-3 0,5 0 5 16,2 0-3-16,-3 0 3 0,-1-1 2 0,-7-3-3 16,2 0 5-16,7 1-4 0,3-3 2 0,8 3-5 15,-1-3 0-15,-1 3-1 0,-3-3 7 0,2 3-2 16,1-3 0-16,3 3-1 0,1-3-4 0,6 5 2 15,4-1-3-15,3 0 4 0,-3 1-2 0,1 1 2 16,0 0-1-16,3 0 1 0,-3 0 0 0,1 0 0 0,1 0 1 16,0-1 1-16,10-1-2 0,5 2 0 0,0 0 0 15,6 2 0-15,3 0 1 0,3-2 1 0,4 1 0 16,7-1 0-16,-3 0-2 0,7 0 3 0,1 0 2 16,3-2-1-16,5 3-4 0,1-1 3 0,6 0-2 0,0 0 4 15,7 2-2-15,0 0-5 0,1 0-1 0,-1 0-1 16,0 0 5-16,1 0-5 0,-1 0-1 0,2 0-1 15,0 0 0-15,0-2 6 0,0 2 0 0,1 0 0 16,-1 0 0-16,0 0-1 0,0 0 0 0,0 0 0 16,0 0-2-16,0 0 1 0,1 0 2 0,-1 0 0 15,0 0 1-15,0 0-1 0,0 0 0 0,0 0-2 0,0 0-5 16,1 2 5-16,1 0 0 0,-2 0 2 0,0 0-3 16,0 1 5-16,0 10-7 0,-3 11 5 0,-3 2-6 15,-1 10 2-15,0 3 1 0,-1 7-1 0,3 6 1 0,-4 9 2 16,0 8 1-16,-1 5 0 0,-1 6-7 0,4-4 4 15,2-1 0-15,1-5 2 0,2-5 1 0,3-2 2 16,1-3-4-16,3 3 2 0,5 2-1 0,-1 0-1 16,2 3 3-16,3-3-1 0,1 0 0 0,0-3 0 15,1-7-3-15,-2-5 3 0,-1-1 4 0,0-7-5 16,-2-3 2-16,2 0-3 0,0-1 5 0,2 1-27 16,-1 0-45-16,-3 0-9 0,2 3-275 0</inkml:trace>
  <inkml:trace contextRef="#ctx0" brushRef="#br0" timeOffset="52002.77">30155 12044 256 0,'0'0'59'0,"0"0"-20"0,0 0 31 15,0-2 9-15,0 0-31 0,0 0 0 0,0 0-20 16,2 1-2-16,0-3-7 0,0 0-8 0,-2 2 4 15,2-5 6-15,-2 5-3 0,0 0 9 0,0 0 4 16,2-1 4-16,-1-1 1 0,-1 2 13 0,0 0-4 16,4-2-9-16,-2 1 4 0,0 1-17 0,0 0-1 0,0 0 3 15,-1 0-4-15,1 2-10 0,0 0 1 0,0 2-1 16,0 0 2-16,3 9-1 0,3 11-12 0,-4 1 2 16,-3-1-2-16,-1-5 11 0,0 1-1 0,0-1 0 0,0-8-1 15,0 2 5-15,0-3 14 0,0-1-8 0,2 1 9 16,0-3-1-16,-2-3-8 0,0 2 5 0,0-2-8 15,0 0 2-15,0-1-2 0,6 3-4 0,3 2 1 16,4 1-4-16,2-1-3 0,5-3 4 0,4-3-7 16,6-1-3-16,0-5 2 0,0-3-5 0,3-6 2 15,4-4-3-15,6 16 7 0,1-29 3 0,3-3-1 16,-1-6-6-16,-1-4 3 0,1-3 0 0,2 0 2 0,3 1 3 16,6 3-7-16,1-1 0 0,7 4 0 0,2 2 14 15,-1-3-11-15,1 6 2 0,-9 5-6 0,-2 1 4 0,-6 4-1 16,-8 4-2-16,-3 1-1 0,-5 3-23 0,-5 3-111 15,-4 2-35-15,-5 6-42 0,-1 3-249 0</inkml:trace>
  <inkml:trace contextRef="#ctx0" brushRef="#br0" timeOffset="69281.67">12886 12614 153 0,'0'-2'0'0,"0"0"37"0,-2 0 10 0,0 0 13 16,0-1-7-16,2-1-33 0,-3-9-12 0,1 0 34 16,-2-2-7-16,0 2 15 0,1 2-30 0,1 2-15 15,0-1 0-15,0 3-4 0,2 1 11 0,0 1-14 16,0 1 8-16,0 0-9 0,0 1 7 0,0-1 1 15,0 2-5-15,0 0 3 0,0 0-12 0,-2-1 7 0,0-1-3 16,1 0 5-16,-1 1-7 0,0 1-27 0,2 0-13 16,0 0-12-16,0 0-118 0</inkml:trace>
  <inkml:trace contextRef="#ctx0" brushRef="#br0" timeOffset="72497.88">3877 6884 269 0,'0'0'0'0,"0"-2"51"16,0 0 21-16,-2 0 23 0,0 1 14 0,1-1-36 15,-1 0-6-15,0 0-4 0,0 0-1 0,0-2 1 16,0 1-5-16,0-1-17 0,1 0 1 0,1 2-7 15,-4-3-10-15,0-1 6 0,2 1-4 0,0-1 4 16,1 2-1-16,1 3 5 0,0-1-1 0,0 0 2 0,0 0-4 16,-2-2-10-16,0 1-3 0,0-1-2 0,0 2-1 15,0 0 0-15,0 0 5 0,1 0-3 0,-1 2 3 0,0 0-8 16,0 0 3-16,0 2-4 0,2 0 0 0,0 2-8 16,0-2-2-16,-2 18-1 0,0 1 4 0,1-1 6 15,1 0-6-15,0 3 5 0,0 3-11 0,0 2 7 16,0 3 3-16,1 1 0 0,3-1-9 0,0 5 8 15,0-1-7-15,-1 0 9 0,-1 0-8 0,2-3-1 16,-2 0 3-16,0-3-2 0,-1-1 1 0,3 0 3 16,0 0-1-16,-2-2 0 0,1 2-7 0,1-1 7 0,-2-1-4 15,0 0 6-15,0 0 0 0,0-1-3 0,-1-3 2 16,1-2-3-16,0-3 5 0,-2-2-7 0,2 3 2 16,-2-5-4-16,0 0 5 0,0 0 1 0,0-3-3 15,0-3 0-15,0 1-13 0,0-1-6 0,0-1-9 16,0-1-2-16,0-3-47 0,2 2-69 0,0-1-25 15,0-1-30-15,-1 0-234 0</inkml:trace>
  <inkml:trace contextRef="#ctx0" brushRef="#br0" timeOffset="73075.78">3771 7506 374 0,'-2'0'41'0,"1"0"68"0,-1 0-66 0,0 0 12 16,0 0 7-16,0 0 2 0,-2-2 19 0,1 0-6 16,-1 0-6-16,2 1-1 0,-2-1-26 0,1 0-12 15,1 0 0-15,0 0-2 0,0 0 7 0,0 0 4 16,0 1-4-16,1-1 2 0,-1 0-16 0,0 0 2 16,0 0 2-16,0 0-1 0,2 0-2 0,0 2 0 15,0 0-3-15,0 0 2 0,0 0-7 0,0 0 2 0,2 0 0 16,0 0 1-16,0 2-6 0,0 0 4 0,-1 0-7 15,1 0 7-15,0 0-4 0,0 1-6 0,-2-1 1 16,9 13-4-16,2 2 3 0,1 1 1 0,-3 1 2 16,-2 0-2-16,1 1-6 0,-1 0 5 0,1-1-7 15,-1 1 8-15,0-1-2 0,1 0-4 0,-3-1 9 0,1-3-8 16,0 0 10-16,-3-4-6 0,3 0-2 0,-1 0-1 16,1 0 2-16,-2-1-1 0,-1-1 4 0,-1-3-3 15,2 1-1-15,0 0-2 0,-2-1 1 0,1 1 0 16,-1-1 3-16,0 0-4 0,2 1 2 0,-2-1-2 15,-1-1 4-15,1-1-1 0,-2-2-6 0,2 1 4 0,0 1-4 16,0 0 3-16,0 0 2 0,0-1 1 16,-1-1 6-16,1 0-1 0,0 0-1 0,0 0 0 0,0-2 5 15,0 0-13-15,1 0 10 0,1-2-11 0,0 0 10 0,0-2-5 16,9-14-3-16,-2 1 0 0,0-5 3 0,0-1-1 16,2-3 5-16,0-5-6 0,-4 1-4 0,2-1 4 15,-1 3-1-15,-3-2 2 0,2 2-7 0,-1 2 5 16,1 2 1-16,-2 4 3 0,1-1 3 0,-1 4-8 15,-1 3 2-15,-1 2-3 0,-1 3 7 0,-2 4-6 16,0-1 2-16,0 0-3 0,0 3 9 0,-1-1-9 16,1 0 3-16,0 1-5 0,0-1-3 0,0 0 5 15,0 2 2-15,0 0 1 0,-1 1 0 0,1-1-4 16,0 0-8-16,0 0 0 0,0 2-29 0,-2 0-49 0,0 0-38 16,0 0-25-16,0 0-326 0</inkml:trace>
  <inkml:trace contextRef="#ctx0" brushRef="#br0" timeOffset="74356.98">2835 6351 186 0,'0'0'21'0,"0"-2"1"0,0 0 23 16,0-1-6-16,-1-5 6 0,-1-3 8 0,-2-2 5 16,0-2-8-16,2 8 4 0,1-2-30 0,1 3 11 15,-2-3 1-15,0-2 3 0,0-1 2 0,0 1 1 0,2 4 5 16,0-2-1-16,-2-1-1 0,0 1 3 0,1 0-6 16,-1 1 5-16,0 1-4 0,2 3-6 0,0 0-2 0,-2-1 0 15,0 1-4-15,-2-3 0 0,4 5 0 0,-1-2-1 16,-1 0-8-16,2 3-8 0,-2-3 3 0,2 2-4 15,-4-2-2-15,0 1-1 0,1-1 0 0,1 2 0 16,0 0-8-16,0 0-1 0,0 0-1 0,0 1 1 16,1 1 3-16,-1 0-2 0,0 0 3 0,0 1-1 15,2 1 5-15,0 2-11 0,0 9 4 0,0 4-6 16,0-2 6-16,2-1 5 0,0 5-8 0,1 5 6 0,-1 2-2 16,0 2-3-16,-2 2 4 0,0 1-4 0,0-3 4 15,0 0-2-15,0 0 1 0,0-2-1 0,-2 0 2 16,0-2-5-16,1-2 4 0,-1 2-4 0,0-1 3 0,0-3 3 15,0 1-5-15,-1-3 3 0,1 3-11 0,-2 1 12 16,2 0-2-16,0-1 5 0,0-1-10 0,1-2 10 16,-1 1-9-16,0 0 8 0,2-1-10 0,0-1 6 15,0-2 0-15,0 0 3 0,0-4 2 0,2-2-7 16,0 0 5-16,-2-3-5 0,1 1-5 0,-1-3 9 16,0 0-1-16,0-2 5 0,2 3-2 0,-2-3-1 15,2 2 0-15,0-1 1 0,0 1-2 0,0 0 4 0,0 0-4 16,-1-3 4-16,-1 1-4 0,0 0 6 0,2 0-4 15,0 0 3-15,-2 0-8 0,0 0 4 0,0-1-1 16,0 1 0-16,0 0-9 0,0 0 6 0,0 0-2 0,0 0 3 16,0-2-2-16,0 2 2 0,0-2 1 0,0 0 1 15,0 0 0-15,0 0-3 0,0 0-1 0,0 1 0 16,0-1-4-16,-2 0 3 0,0 2 2 0,1 0-1 16,-1 0 7-16,0 0-4 0,0 0-3 0,-2 0 1 15,1-1 1-15,-7 3-3 0,1 0 4 0,-2 1-5 16,-2 1-1-16,-2 0 7 0,2-3-3 0,0 1 4 0,2 0-7 15,0-1 2-15,0-1 0 0,-1 0 2 0,3 0 0 16,2 0-1-16,-3 0 3 0,3-2-2 0,0 2 4 16,1-2-1-16,2 0-2 0,1 1 3 0,-1 1 2 15,0 0-3-15,0 0-2 0,1-2-1 0,1 0 0 0,0 0 7 16,0 0 0-16,0 0 0 0,2 0-9 0,0 0 11 16,2 0-1-16,0 0 5 0,2-2-9 0,9-2 3 15,15-5 0-15,1 0 3 0,5-2 4 0,-5 0-2 16,5-1-2-16,1 1 0 0,-7 4-8 0,2-1-1 15,-1 3 2-15,-6 1-2 0,1-1 0 0,-8 3-1 16,-3 0-2-16,-5 2 0 0,5-2 5 0,-4 0-1 16,6 0 0-16,-2 2-2 0,-4 0-3 0,-3 0 2 0,-1 0 5 15,-1 0-3-15,-2 0 1 0,0 0-1 0,0 0-3 16,1 0 2-16,1-2-6 0,0 1-7 0,0-1-8 16,-3 0 0-16,1 0-29 0,0 0-6 0,0 0-12 15,0 0 0-15,-2 1-51 0,0-1-129 0,0-2 7 16,0 0-53-16,-2 1-45 0</inkml:trace>
  <inkml:trace contextRef="#ctx0" brushRef="#br0" timeOffset="74565.56">2598 6373 488 0,'-2'-1'55'0,"-4"-11"63"0,-5-12-50 16,4 6 2-16,1-1-12 0,3 4 10 0,-1 0-4 15,2 1 10-15,0-5-13 0,2 2 7 0,2 1-39 0,4-1 9 16,1 2-4-16,2 0 4 0,4 2-6 0,11-2 7 15,6-1-4-15,2 3 3 0,-4-4-10 0,1 6-20 16,-1 3 11-16,-4 1-15 0,4 3 6 0,-4 2-7 16,0-14-3-16,-1 5 0 0,-10 7-7 0,-2 2-20 15,-2 2 1-15,6 0-12 0,0 2-29 0,-2 3-52 16,0 3-24-16,-6 7-38 0,-1 18-367 0</inkml:trace>
  <inkml:trace contextRef="#ctx0" brushRef="#br0" timeOffset="75176.13">3071 6760 330 0,'0'0'55'16,"0"0"-3"-16,-2 0 11 0,1 0 1 0,-1 0-16 16,0 0 6-16,0-2 15 0,0 0-4 0,0 0 5 15,0 0-7-15,1 0-28 0,1 2 7 0,0 0-15 16,0 0-8-16,0 0 5 0,0 0-5 0,0 2 5 0,0 2 0 15,-2 11-1-15,0 14-3 0,0 3 0 0,0 0-1 16,0-1 6-16,0-1 7 0,1 1-3 0,-1-1-3 16,0-2 0-16,2 2-5 0,0-4 4 0,0-2-5 0,0-4 1 15,0-3 4-15,0-4-2 0,0-2 0 0,0-2 3 16,0-3-6-16,0 0 6 0,0-3-12 0,0 1 5 16,0 0 2-16,0-2 2 0,0-1 1 0,0 1-6 15,0-2-5-15,0 0 1 0,0-2 2 0,0 1-9 16,0-5 1-16,0-11-4 0,0-1 0 0,0 1 1 15,0-3 1-15,-2-6-2 0,0 1-4 0,-3-4 5 16,1 3-5-16,0 0 4 0,-1-6-7 0,1 6 5 16,-2-5 2-16,3 1 0 0,-3 0-3 0,2-1 0 0,2 3-5 15,2 2 2-15,0 2 1 0,0 3 1 0,2 5 0 16,0 3-1-16,0 5-3 0,0 3 1 0,0-1 7 16,-2 4-4-16,3-2 4 0,1 1-5 0,-2 3 1 15,9-6-2-15,0 2 1 0,0 4 4 0,1 2-5 0,-1 2 4 16,2 3-2-16,-2-1-3 0,0 16 3 0,-2 2-3 15,-1 2 6-15,-3-2 0 0,1 1-1 0,-1-1-1 16,-1 0-4-16,-2 0 2 0,0 0 1 0,15 0 0 16,-8-3 0-16,-2 1 5 0,-3 0 1 0,-4-1 2 15,0-3-7-15,0 3 1 0,-2-6-2 0,-2-1 2 0,-1 5 4 16,1-6-6-16,-3 4 4 0,-1-4-4 0,3-2 5 16,1-4-1-16,-2 1 0 0,3-3 0 0,1-1-4 15,-2-2-1-15,-5 5 1 0,1-3 1 0,3-2 7 16,-3 2-6-16,5-3-4 0,-5 1 0 0,6-2-2 0,-1 0 2 15,-1 2-1-15,0-2-3 0,1 0-28 0,1 0-32 16,0 0-9-16,0-2-10 0,0 0-59 0,0 1-355 16</inkml:trace>
  <inkml:trace contextRef="#ctx0" brushRef="#br0" timeOffset="75613.73">3244 6719 892 0,'-2'0'23'0,"0"0"34"15,0 0-34-15,1-2 23 0,-1 0-3 0,0 0 13 16,0 0 12-16,0 1-18 0,2-1 2 0,0-2-9 16,0 0-5-16,2-5-5 0,4-4-3 0,1 0-1 15,2 2-15-15,2 3 5 0,10 1-6 0,-4 3 4 16,-3-7-13-16,-1 4 11 0,0 3-6 0,2 2 7 15,-2 2-7-15,-3 0-2 0,-5 2 5 0,-3-2-6 0,0 7 3 16,14 19 2-16,-6-1-7 0,-5 2 7 0,-5 1-3 16,-2-2-2-16,-3 6-1 0,-4 1-2 0,-2 1 1 0,-1-1-4 15,1-1 3-15,-2-1-3 0,0-3 10 0,2-4-5 16,2-3 7-16,0-3-9 0,-1-1-3 0,3 0 11 16,1-6-9-16,4-6 10 0,1 1-9 0,-1-2 8 15,0-1-3-15,0 1 2 0,0 0-3 0,0-1-3 16,2 1 3-16,0-2-2 0,0 0 10 0,0 0-2 15,2-2 2-15,0 0-3 0,2 0 3 0,3 0 2 16,12-2 1-16,5-2 0 0,0-1 11 0,4-5-6 0,0 3-1 16,-2 1-3-16,0 1-13 0,-6 3 1 0,0 0-3 15,1 0 2-15,-4 0 1 0,-3 0-2 0,-1 2-1 16,-3 0 1-16,-1 0-2 0,4 0-4 0,-6 0 2 16,6 0-2-16,-7 0 0 0,0 0-22 0,5 0-15 0,-4 0-11 15,10 4-132-15</inkml:trace>
  <inkml:trace contextRef="#ctx0" brushRef="#br0" timeOffset="76876.06">13603 12410 256 0,'-2'-2'258'0,"0"0"-128"0,0 0 72 16,0-2-2-16,0 1-197 0,0-1-3 0,1 0-6 16,-1 1 0-16,2 1 1 0,0 0-3 0,0 0-12 15,0 0 1-15,0 0-2 0,0 2 25 0,0 0 14 16,0 2 7-16,0 0-3 0,0 0 1 0,0 20-11 16,-2 4 0-16,-2 4-3 0,2 1 5 0,-1 5-10 15,-3 3 5-15,2 0-6 0,1 1-5 0,1-1 7 16,-2 2-8-16,0-4 8 0,3-1-10 0,-5-1 10 0,2-5-2 15,1-2 5-15,-1-6-8 0,0-4 1 0,-1 1 5 16,-1-2-2-16,0-4 10 0,-1 2 6 0,1-6 4 16,-1 2 1-16,0-2 14 0,1 1-10 0,-11-3-1 15,1 0-2-15,-5-1-3 0,4 0 0 0,3-1 3 0,-3-3 1 16,2 2 6-16,0-3-7 0,0 1-2 0,2 0 1 16,0 0 2-16,4 5-14 0,2-1 8 0,3-4-10 15,0 0 4-15,2-2-1 0,0 0-4 0,-1 2 3 16,-1-1-12-16,0 1 4 0,2 0-5 0,1 0 6 15,-1 0 12-15,2 0-10 0,0-2 6 0,2 0-8 0,-1 0 1 16,9-2 4-16,19-4-5 0,5-1 4 0,-1-1-6 16,3-1-2-16,1 2 5 0,-4 1-6 0,-5 1 0 15,-4 1 1-15,-3 2-2 0,-1 0 2 0,0-1-2 0,1 1 4 16,-3 0-4-16,-5 2 3 0,0-2-3 0,-7 2-4 16,1 0 5-16,-5 0-5 0,2 0-1 0,0 0-5 15,-1-2-21-15,1 0 4 0,-2 0-78 0,0 1 4 16,0-1-5-16,-2 0 3 0,-2 0-16 0,0-2-37 15,-4-1 7-15,-14-8-15 0,-1-2 4 0</inkml:trace>
  <inkml:trace contextRef="#ctx0" brushRef="#br0" timeOffset="77113.38">13174 12475 846 0,'0'0'117'0,"-2"-2"-102"0,0 0 129 0,0 0-54 16,0 0-41-16,0-2-3 0,1 1-11 0,-1-1 6 15,2 0-20-15,0 1-6 0,0-1 9 0,2-2-7 16,3-3 12-16,-1-2 5 0,26 0-7 0,3-2 4 16,2 0-12-16,1 0-12 0,1 2 2 0,0 3-5 15,0 1-3-15,0 5-1 0,-3 0-5 0,-5-16 1 16,-1 6-8-16,-2 5-4 0,0 1 1 0,4 5-9 0,-2 1-69 16,-4 0-41-16,-4 1-19 0,-1 3 1 0,-1 2-29 15,1 1-84-15</inkml:trace>
  <inkml:trace contextRef="#ctx0" brushRef="#br0" timeOffset="77639.42">13909 12731 279 0,'0'0'54'0,"0"0"0"0,0 2 3 16,0 0 5-16,0-1-17 0,0 1 23 0,0 0-14 16,0 2 3-16,0 7-7 0,0 9-2 0,0-3-1 15,0 0-3-15,-2 5 2 0,0-3-9 0,0 5 9 0,1-2-6 16,-3 0 6-16,0 3-11 0,0-3 0 0,1 2-2 15,-1-2-1-15,0 2-8 0,1-3 8 0,-1-1-1 16,0 1 4-16,2-5 1 0,0 1-13 0,-1 2 2 16,1-5-6-16,0 1-2 0,0 0-1 0,2-6 3 0,0-1-2 15,0-1-9-15,0-3 4 0,0-2-4 0,0 2 4 16,0-1-1-16,0 1 34 0,0 0-12 0,0-2 18 16,0-1-31-16,-2 1-16 0,0-2 1 0,1 0-5 15,-1-2-1-15,0 1 6 0,0-3-4 0,-5-7 5 16,-5-12-8-16,3 3-1 0,2-4 2 0,1 2-1 15,1-4-4-15,1 1 6 0,0 0-8 0,2-3 8 0,2 0-9 16,0 0 8-16,0-2 1 0,2 2 0 0,2 1-6 16,3-1-1-16,1 4 0 0,-1-2 1 0,-1 9 1 15,3-2 5-15,0 4-1 0,-3 8 2 0,-1-4-3 16,10 7-3-16,-2 2 0 0,2-9 0 0,2 6 3 0,-4 5 2 16,2 1-2-16,0 7 2 0,-2-1 6 0,0 4-6 15,0 15 1-15,1 2-2 0,-2 0 5 0,-3 0-6 16,0 0 8-16,-1-4-7 0,-3 2 2 0,1-2 3 15,-3-2-4-15,-1 3 3 0,0-3 6 0,13-2-7 16,-4 2 6-16,-5 1-5 0,-4-1 6 0,-2 0-3 16,0-1 1-16,-2-3-2 0,-2 3 7 0,-2-5-7 15,-1-1 1-15,0-2-2 0,-3-2-1 0,5 1 2 0,-14-1 3 16,2-6-1-16,-3 3-3 0,1-3-1 0,1-1-2 16,-3-2 3-16,3 11 7 0,3-6-11 0,0-1 0 15,4-2-4-15,-2-3 0 0,4-1-1 0,-1 0 1 16,5 0-2-16,1 0-8 0,2 0-27 0,0 0-20 0,-1-1-4 15,-1-1-82-15,0 0-52 0,2 0-19 0,1-2-20 16,1 1-149-16</inkml:trace>
  <inkml:trace contextRef="#ctx0" brushRef="#br0" timeOffset="78127.35">14416 12980 951 0,'-2'-2'113'0,"-2"0"255"0,-16-9-364 0,3 2 6 16,4 1-7-16,6 4 5 0,3 3-6 0,2 1-6 16,-2-2 5-16,1 0-7 0,-1 0-3 0,2 0 6 15,0 0 3-15,2 0 1 0,0-1 15 0,2-1 4 16,0 0-5-16,2 1 5 0,14-9-13 0,5 1-5 0,-9 8 1 15,5 1-1-15,-2 2 5 0,-1 3-6 0,-1 1 1 16,-2 4-2-16,-2-1 4 0,2 6 9 0,-3 9-3 16,-5 2 4-16,-1 1-11 0,13-1 9 0,-6 0-9 0,-4 0 9 15,-3 2-4-15,-2 2-2 0,-2 0 2 0,-6 1-3 16,-3 1-1-16,0-4 3 0,-2-2-3 0,-4 0 2 16,11-3 0-16,-24-6 1 0,6 3 5 0,0-3-5 15,3 0 0-15,2-4 6 0,1-5-1 0,3-3 4 16,1 1 2-16,5-2-1 0,1 2-2 0,1-1 2 15,3-3 5-15,0 0-10 0,-2 2 7 0,1 2-9 0,-1 0-2 16,2-3-10-16,0 1 1 0,2 0-3 0,0 0 5 16,2-2 5-16,0 0-4 0,4 0 4 0,20-2-6 15,3-2 0-15,-1-1 2 0,4-1-1 0,-1 1 2 0,-1-1 3 16,0 1-6-16,-8 1 2 0,0 0-9 0,-3 0 11 16,-2 3-5-16,-3-1 7 0,-1 2-9 0,-3 0-2 15,1 0-1-15,-6 0-3 0,3 0-13 0,-4 0-62 16,-1 0-19-16,1 0-23 0,0 0-136 0</inkml:trace>
  <inkml:trace contextRef="#ctx0" brushRef="#br0" timeOffset="78590.23">15071 12519 236 0,'0'0'65'0,"-2"0"75"0,1 0-19 15,-1 0-18-15,-2 0-2 0,0 0-6 0,-1 0-18 0,-6 0-8 16,5 0-2-16,0 0-1 0,-1 0 1 0,5 0-18 16,-3 0 6-16,1 0-11 0,2 0-5 0,0 0-15 15,-2 0-4-15,1 0-3 0,1 0 3 0,0 0 5 16,0 0 0-16,2 0 0 0,0 0-8 0,2 0 6 16,0 0-6-16,0 0 5 0,20 0 1 0,4 0 2 15,2-2 0-15,0 0-2 0,3 1-7 0,-3-1-4 0,-2 0 0 16,-2-2-2-16,-3 2-6 0,1-1-1 0,0-1 1 15,1 2-2-15,-7 0-2 0,-1 2 4 0,-2 0-6 16,-2 0 4-16,-1 0-5 0,-5 0 0 0,-1 0 1 16,-2 0-2-16,0 0-9 0,1 0 4 0,1 0-6 0,0 0 1 15,-2 0-35-15,-1 0-24 0,1 0-12 0,0 0-6 16,-2 0-54-16,0 0-37 0,0 2-7 0,-2 0-13 16,0 0-53-16</inkml:trace>
  <inkml:trace contextRef="#ctx0" brushRef="#br0" timeOffset="78857.4">14967 12731 628 0,'-2'0'90'0,"1"0"7"0,-1 0-33 16,-2 0-9-16,2 0-33 0,-9-2 5 0,4 0-4 15,-5 0-1-15,7 2 0 0,1 0 5 0,2 0 1 16,-1 0-4-16,-1 0 0 0,0 0-11 0,2 0 32 15,0 0-3-15,1 2 13 0,-1 0-8 0,2 0-10 16,0 0-6-16,2 0 0 0,-1-1-2 0,9 3 2 16,19 4 6-16,5-1-4 0,-8-3-3 0,5-2-5 0,-3-2-3 15,-4 0 0-15,6-2-8 0,0-2-8 0,0 2-3 16,-4 2-1-16,-4 0-2 0,-4 0-9 0,-1 0 4 16,-2 0-6-16,0 2-7 0,-2 0-120 0,0 0-29 15,-2 0-58-15,0 1-352 0</inkml:trace>
  <inkml:trace contextRef="#ctx0" brushRef="#br0" timeOffset="80652.58">16427 12053 278 0,'0'0'36'0,"0"0"73"16,0 0-69-16,0 0 12 0,0 0 3 0,0 0 2 16,0-2 9-16,0 0-12 0,0 1 7 0,2-3-9 15,-1-4 4-15,7-14-16 0,3-4 4 0,0 0-9 16,0-2-9-16,0 0-15 0,1-1-4 0,-1 1-1 0,-2 2 2 15,-2 2 3-15,1 3-1 0,-1 1 0 0,-1 3-12 16,-1 2 4-16,1 2 3 0,-4 4 2 0,2-2 11 16,-3 5 3-16,1 1 1 0,-2 1 1 0,0 2 1 0,0 0-7 15,0-1-8-15,0-1 2 0,0 2-12 0,0 0 2 16,0 0 0-16,-2 2 2 0,1 0 4 0,-1 2-10 16,0 0 6-16,2 0-8 0,-13 22 5 0,2 4 7 15,1-2-4-15,1 7 4 0,2-1-7 0,-1 3-4 16,3-1 1-16,3-5-1 0,0 5 4 0,0-5 6 15,-2 5-6-15,1-4 3 0,-1-4-2 0,0-2-4 16,1-6 9-16,-1 1-7 0,2-4 7 0,0-2-2 0,-2 2-3 16,1-2 3-16,-1-2 3 0,0-2-3 0,1 0 5 15,-1-3-4-15,-2 1 3 0,1-1 3 0,-12-2 0 16,2-1 2-16,0 1-1 0,0-2 4 0,1 9-3 16,-1-2 4-16,-2-1 4 0,4-5 9 0,2 1 1 0,0-2 2 15,1 0-4-15,3-2-2 0,0 0-4 0,1 0 0 16,2 0-17-16,1 0 0 0,-1 0-4 0,0 0 1 15,0 0-4-15,3 0-3 0,-1 0 1 0,0 0-1 16,2 0 12-16,0 0-3 0,0 0-2 0,2 0-1 16,1 0-7-16,18-2 7 0,9 0 5 0,3 0 1 15,2-1 6-15,2-1-5 0,-3 2-1 0,3 0 0 0,-5 2-6 16,-5 0-2-16,-2 0 0 0,-11 2-1 0,5 2 3 16,-8-2 3-16,2-1-2 0,-4 1 2 0,-3 0-5 0,-4-2-16 15,2 2 0-15,-1 0-8 0,1 0-19 0,0 0-38 16,-2-1-4-16,-1 3-14 0,1 0-42 0,-2 0-40 15,-2-1-24-15,2-1-12 0,-7 7-144 0</inkml:trace>
  <inkml:trace contextRef="#ctx0" brushRef="#br0" timeOffset="80971.48">16020 12748 550 0,'-2'0'104'0,"0"0"9"0,-1 0-31 0,-12-2-24 0,0 0-29 16,2 0-20-16,4 2 9 0,-1 0 4 16,5 0 1-16,-1 0 8 0,1 0 15 0,1 0-7 0,0 0 9 15,1 0-22-15,1 0 9 0,0 0-4 0,0 0 5 16,0 0-17-16,2 0 6 0,2 0-6 0,0 0 7 16,5 0 5-16,27 4 8 0,-1-2-3 0,6-2 2 15,2 0-18-15,2-2 6 0,1-4-2 0,3 1 2 16,3-3-18-16,0 1 2 0,4 1-6 0,-6 2 5 15,-2 3-9-15,3-1 2 0,-12 2 0 0,2 0 1 0,-6 0 1 16,-5 0-1-16,4 0-2 0,-8 0 1 0,-2 0 3 0,-5 2-4 16,-4-2 6-16,0 1-6 0,-6-1 5 0,-3 0 2 15,-2 0-5-15,1 2 5 0,1 0 3 0,0-2-9 16,-2 0 5-16,0 0-7 0,-2 0-6 0,0 0-29 16,0 0-5-16,-2 0-11 0,-2 0-40 0,0 0-66 15,-12 2-15-15,-1 0-18 0,-2 2-44 0</inkml:trace>
  <inkml:trace contextRef="#ctx0" brushRef="#br0" timeOffset="81641.48">16128 13169 1015 0,'-2'0'25'15,"0"0"1"-15,0-2-2 0,-5 0-7 0,-10-1-3 16,4 1 2-16,-2 0 3 0,8 2 4 0,-2-2-3 16,-3 0 4-16,5 2 19 0,0 0-6 0,5 0 9 0,0 0 2 15,0 0-11-15,-2-2 4 0,1 0-10 0,1 1-19 16,0-1 10-16,2 0-1 0,0 0 6 0,2 0 6 16,0 0-12-16,1 0 2 0,16-9-4 0,9-2 1 0,-4 2-15 15,4 0 3-15,-2 4-8 0,0 1 0 0,0 2 4 16,-2 2-4-16,-2 2 5 0,0 0-6 0,-3 4 1 15,-1 0-2-15,-3 1 1 0,2 3-1 0,-4 1 0 16,-2-3-1-16,0 18 1 0,-5 0-2 0,-4 4 5 16,16 3 1-16,-5 3 2 0,-7-1-7 0,-6 1 3 15,-4 3 1-15,-3 0 2 0,-4-2 7 0,-4 1-6 16,-2-3-3-16,-2-1 0 0,18-1 2 0,-24-1 3 0,-1-2 2 16,0-6 0-16,2-2-2 0,-2-5 12 0,2-2-6 15,2 0 8-15,-2-2-10 0,3-3 8 0,1-1 1 16,5-3 3-16,-2 7 4 0,4-4-4 0,-1-1-2 15,2-2-1-15,1-2-6 0,6-2-3 0,1 0 4 16,0 0-4-16,1-2-1 0,-1 0-3 0,2-2-6 0,-2-7 3 16,-1-11-8-16,5 3 6 0,2 1-1 0,-1 5 2 15,5-2-2-15,1 2-1 0,1 2 1 0,-1 0-4 16,-5-1-5-16,11 3 9 0,-2-2-3 0,2 4 5 16,0 1-2-16,-2 0-6 0,2 3 7 0,0-7-7 15,0 3 11-15,4-2-7 0,-2 3-2 0,3 1-1 16,-1 1 0-16,0 2 6 0,1 0-1 0,-1 2 2 0,0 0-3 15,-2 2-3-15,1 2 1 0,1-1-1 0,-2 1 2 0,0 0 0 16,0 1 2-16,0 1 0 0,-1 0 3 0,-1-1-3 16,-1-1 2-16,1 1-2 0,-2-1 3 0,-4-2-2 15,2 2-1-15,1-1 0 0,-5-1 3 0,1 0-4 16,1 2 1-16,-3-2 0 0,-2-2 3 0,2 2-3 16,-1-1 1-16,-1-1-1 0,0 0 0 0,0 0 3 15,3 2 0-15,-1 0 1 0,0 0-7 0,0 0 3 16,-1 0 0-16,-1 0 2 0,0-1-6 0,0 1 4 15,0 0-5-15,0 0 4 0,-1 0-21 0,1 0-133 16,0 0-50-16,0-1-49 0,2 1-363 0</inkml:trace>
  <inkml:trace contextRef="#ctx0" brushRef="#br0" timeOffset="84007.56">16826 13013 339 0,'0'0'118'15,"-2"0"-3"-15,0 0-18 0,0-2-3 0,0 0-47 16,1 1-30-16,-1-1 2 0,0 0 3 0,0 0-1 15,2 0 1-15,0 0-6 0,0 0-1 0,2-1-1 16,0-1 4-16,1-5 1 0,3-2-2 0,3-6 3 0,-1 4 8 16,3-6 8-16,2-3 12 0,0-4-6 0,0-4 11 15,0-3-16-15,0-6-2 0,0-4-4 0,0-1-2 16,-2 1-16-16,0 4 2 0,-3 5-8 0,1 3-1 0,-2-3-1 16,1 5 3-16,-1-1-2 0,-1 2 6 0,-1 0-8 15,1 4-2-15,-1 0 0 0,-1 2-3 0,0 3 1 16,-2 4 1-16,0 1 1 0,-1 1 6 0,-1 1-3 15,0 3 2-15,0 5-3 0,0 1 2 0,0-1 1 16,0 0-1-16,0 1 2 0,0 1-1 0,0 0 4 16,0 0-2-16,0 2 2 0,0 0-10 0,-1 2-3 15,-1 2 2-15,-4 16-2 0,-1 8 6 0,-1 2-2 16,3 1-2-16,-1-1 0 0,2 3-4 0,1-1 6 16,-1-1 0-16,2 1 1 0,-2 1-5 0,3-3 4 0,-1 2 1 15,0-5 2-15,2-1 3 0,0-1-13 0,0-7 6 16,0-1-7-16,0-6 11 0,0-4 1 0,0 1-7 15,0-6 5-15,0 3-5 0,0-3 4 0,2 2 4 0,0 0 0 16,1-1 5-16,1-1-1 0,-2-2 3 0,13 2-3 16,-2-2-2-16,0-4 1 0,2-5-6 0,-1 0 4 15,1-17 0-15,4-2-2 0,-2-6-1 0,-1-1 0 16,5 2-3-16,-3-3 2 0,3 1 3 0,-3 0-3 16,-3 2-1-16,2 3 1 0,-4 0-4 0,0 6 1 15,-2 0-1-15,-5 2 0 0,-3 5 2 0,1 2-1 0,-2 4 4 16,3 3-5-16,1 1 4 0,-4 3-4 0,-2 2-2 15,0 1 3-15,2-3-6 0,0 0 5 0,-1 2-5 16,1 2 6-16,0 0 2 0,-2 2 0 0,0 2-4 0,-4 26 6 16,-1 3-6-16,-3 4 5 0,3 0-11 0,-1 2 5 15,1 2 4-15,-1-2 0 0,-1 2 1 0,1 0-3 16,2 0 0-16,1-6 0 0,-1 4 5 0,2-4-2 16,-3-3 0-16,-1 1 0 0,2-5-2 0,1-4-19 15,1 0-1-15,0-3-10 0,0-3-24 0,2-7-33 16,0 1-21-16,0-5-5 0,0-5-75 0,2 2-80 15,2-1-27-15</inkml:trace>
  <inkml:trace contextRef="#ctx0" brushRef="#br0" timeOffset="84365.54">17652 12679 462 0,'0'0'74'15,"0"0"7"-15,0 0-4 0,-2-2-25 0,0 2-7 16,1 0-8-16,-1-2 2 0,0 2-3 0,-2-2 0 15,0 2-9-15,-1 0-4 0,-3 0 10 0,-3 2-7 16,-2 0 21-16,4 2-19 0,-2 1 4 0,5-1-10 16,-3 3-9-16,-2-3 6 0,0 11-4 0,3 0 6 0,3-2 4 15,-10 7-6-15,7-5-3 0,3-6 0 0,-1 4-4 16,4-7 5-16,1 1 2 0,-1 3-1 0,0-3-1 0,2 1 13 16,0-3-3-16,0-1 6 0,2 1-4 0,0-1-9 15,1 0-1-15,1-2-2 0,7 3 2 0,4-1-4 16,0-2 1-16,2-2-3 0,-1 0 0 0,-1-2-3 15,-2-2-3-15,-2 1 1 0,-3-1-5 0,-3 0 10 16,-3 4-2-16,11-18 4 0,-5 3-9 0,-1-4 3 16,-3 2-3-16,-2 1 3 0,-2-5-3 0,-2 3-1 15,-6-3-2-15,1 3-1 0,-2 1-5 0,-3 2 0 16,9 4-4-16,-23 2-1 0,7 1-31 0,-3 5-25 0,-4-1-2 16,11-7-6-16,-2 1-8 0,4 5-3 0,11 5-2 15,1 0-7-15,-3-2-66 0,0 2-92 0,2 0-12 16</inkml:trace>
  <inkml:trace contextRef="#ctx0" brushRef="#br0" timeOffset="84670.54">18276 12274 534 0,'0'-2'283'0,"0"0"-372"0,-2-1 325 0,-3-7-178 0,-5-6-45 16,3 3 22-16,-1 2-9 0,1-1 12 0,5 3-12 15,-9 4-5-15,0-3 1 0,-8 4-6 0,4 1-10 0,-1-8 3 16,-5-1-2-16,5 7 2 0,-5 3-5 0,-3 2 10 16,2 2 0-16,-4 5 3 0,2 3 4 0,1 3 5 15,-1-8-5-15,2 21 4 0,2 2-6 0,1 4-10 16,0-1 3-16,6 3-7 0,0 1-1 0,4-4 7 16,0 1 0-16,1-2 3 0,3-1-6 0,3 1 3 15,-15-4-4-15,6-2 5 0,6 0 5 0,1-1-1 16,4-5 0-16,0 3-3 0,2-5-4 0,1-5 3 0,1 1 0 15,-2-9 0-15,0 1-8 0,9 2-3 0,6-5 1 16,1 1-2-16,1 11-15 0,-2-5-18 0,-1-3-7 16,1-3-3-16,-2-2-18 0,2 0-49 0,1-5-4 15,-1-3-22-15,-2-1-66 0,1-2-47 0</inkml:trace>
  <inkml:trace contextRef="#ctx0" brushRef="#br0" timeOffset="85236.16">18315 12419 199 0,'0'0'136'0,"0"0"-107"0,-2 0 137 0,0 0-51 0,0 0-62 16,-1 0 4-16,-1 2-6 0,-2 0 5 0,-5 1-8 15,-2 3-1-15,-2 1 3 0,-1 3-5 0,-1 1-4 16,4-9-5-16,0 18 0 0,2-1-1 0,5 3 0 0,-5-2-2 16,6 1-2-16,3 1-1 0,-13-2-12 0,6 1 3 15,3-4-3-15,4-4 4 0,2 1 2 0,0-4 2 16,4 3 1-16,0-6-1 0,-3-3 1 0,9 0 2 15,6 7-7-15,9 2 4 0,-3-6-10 0,2-3 0 16,0-4 3-16,-2 0-4 0,1-2 2 0,-5-2-4 16,1-3-4-16,-6 1 2 0,-4 1-5 0,-3 1 5 15,-1 0 2-15,-1-5 0 0,-2-4 0 0,7 0-2 0,-1-2-1 16,-3 0 0-16,-3 0 1 0,-2-1-12 0,-2 1-4 16,-2 0-5-16,-1 2-26 0,-3 2-15 0,-5 2 4 15,-5-3-8-15,-6 5 7 0,7 0 3 0,4 1 2 16,4 0 1-16,-1 3 3 0,9-3 6 0,-5 1-7 15,2-1 6-15,1 0-19 0,-1-1 18 0,0 0 6 0,2-3 4 16,2 3 20-16,2-2-6 0,0 3 5 0,4-1-4 16,8 3 10-16,1 0 1 0,4 1-3 0,-4-9 2 15,1 3 3-15,-3 4-2 0,-5 1 3 0,3 0-3 16,-4 2 10-16,1 2 1 0,-1 0 2 0,-5 0 2 16,4 2 11-16,-4-2-5 0,1 2 6 0,-1 0-6 0,0 15 6 15,0 5 3-15,13 0-3 0,-2 4 3 0,-2 2-11 16,-4-2 5-16,-1-2 1 0,1-4 2 0,1-1-4 0,1 1 6 15,0-1-5-15,2 1 6 0,-1-5-7 0,-1-4-9 16,-2 6 0-16,10-8-3 0,0 4-1 0,-2 0-8 16,0-7 4-16,-2 3-5 0,-2-1 4 0,-4-3-1 15,0 6 1-15,-1-5-1 0,-2-4 0 0,-2-2-34 16,1 4 2-16,1-1-13 0,0-1-1 0,-1 0-10 16,-1 0 4-16,0 0-6 0,0-2 7 0,0 0-25 15,0-2-15-15,0 0-7 0,-2-2-75 0,3-12 13 16,1-9-3-16,-2 7 7 0,-2 1-3 0,0-1 20 15</inkml:trace>
  <inkml:trace contextRef="#ctx0" brushRef="#br0" timeOffset="85406.85">18688 12432 168 0,'0'-2'69'0,"0"0"8"0,0 0 54 0,0 1 3 15,0-11-59-15,0 5-5 0,0 3-5 0,0 2 1 16,0-1-5-16,0-1-16 0,0 2 1 0,0 0-8 16,0 0-6-16,-2 2 4 0,0 2 1 0,1 0 0 15,-1 2 1-15,-9 26-2 0,-4-1-1 0,-2 6-2 16,0 3-9-16,-3-3-7 0,-2 4-2 0,1 0-2 15,1-4-6-15,3 2-4 0,-1-5 4 0,1-6-5 16,4 0 4-16,4-4-19 0,1-3-13 0,-1-8-8 0,1 0-87 16,5-5-151-16,-3 1 9 0</inkml:trace>
  <inkml:trace contextRef="#ctx0" brushRef="#br0" timeOffset="86681.51">19169 11704 253 0,'0'0'42'0,"0"-2"-3"0,0 0 19 16,0 1 5-16,0-1-12 0,-2-11 7 0,0-2-5 0,1 0-3 15,-1 0 0-15,0 2-2 0,0 0-5 0,0 0 5 16,0 2-6-16,0 0-1 0,1 3 2 0,-1-1-5 16,2 4 4-16,0-1-11 0,0 0 2 0,0 1 0 0,0 1 0 15,0 0-5-15,0 1 2 0,0 1-5 0,0 0 2 16,0 0-13-16,0-2-2 0,0 1 0 0,0-1-1 16,0 2-5-16,0 0-1 0,0 0 3 0,-2 1-2 15,0-1 3-15,0 2-2 0,0 0-3 0,0 2 1 16,1-1 4-16,-1 3-9 0,-4 7 7 0,-5 12-7 15,2 1 3-15,-1 0 1 0,1 4 0 0,-2 0 0 0,0 1 0 16,0 3 1-16,0-2 2 0,-1-1 0 0,3 5-1 16,0-7-2-16,1 7 0 0,3-3 1 0,-1-5 3 15,3 0-3-15,1-1-5 0,0-3 3 0,0-2 0 16,2-3-1-16,0 2 5 0,0-8-5 0,0 2 0 0,0-4 7 16,0-2-3-16,2 1 5 0,-2-4-11 0,2-1 9 15,-2-1-3-15,2 2 6 0,1 0 5 0,1-1-4 16,0 1 4-16,-1-2-5 0,3 0 0 0,1 1-2 15,-1-1 0-15,0-2 1 0,1 0 3 0,2 0-4 16,-1-2-2-16,5-3 0 0,-2-1-4 0,0-3 1 16,2-4-2-16,-2-11 1 0,-2-2-1 0,1-2-1 0,-1 2 1 15,0-6-1-15,2 5 0 0,1-3 4 0,-1-2-1 16,0 4 2-16,2 1-7 0,-2-1 0 0,2 4-3 16,-2 0 0-16,0 1-1 0,-3 7 5 0,-1-3 4 15,-1 4-1-15,-1 2 0 0,-3 4-3 0,2 1-4 0,-2 3 2 16,-1-1-2-16,-1 4 6 0,4-1 2 0,0-1 1 15,0 0-7-15,-1 1-1 0,-1 1 2 0,0 0-1 16,0 0 2-16,0 0-1 0,0 0 0 0,-1 2 0 16,1 0 1-16,0 2 1 0,-2 0-2 0,0 0 1 15,0 2 8-15,0 3-9 0,0 8 2 0,0 0-4 16,0 1-2-16,0 1 8 0,0 0-4 0,0 5 3 16,0-3-9-16,0 3 6 0,0-2 3 0,0-3 0 0,0 3-9 15,0 3 8-15,0-5-5 0,2 5 6 0,0-1-3 16,0-4 3-16,1 3-3 0,1-1 2 0,0-3 1 0,-2-4-3 15,1 4 0-15,-1-8-3 0,2 0 0 0,0 1 1 16,-2-5 6-16,1 3-3 0,1-1 7 0,0 0-8 16,-1 1 2-16,-1-4-2 0,0-1 1 0,-2-1 4 15,4 2-5-15,0 0 5 0,-1-1-3 0,1 1 8 16,0-2-4-16,-1 0 4 0,1 0-5 0,0-1 5 16,0 1-2-16,-1-2 2 0,1 0-3 0,-2 0-3 15,5-2 4-15,1-1-2 0,1 1 6 0,2-15-5 0,-2-7 4 16,4 2-5-16,-3-4-6 0,3-6 7 0,2 2-8 15,-4-3 8-15,-2 3-2 0,-2-1-1 0,-1-1-1 16,5 1 0-16,2 1-3 0,-5 2 0 0,-1 0 3 16,-3 6-3-16,-1-2 4 0,1 3-1 0,-2 3-3 15,0 1 1-15,9 2 1 0,-4 2-3 0,-3 2 6 0,-2 2-6 16,0 1 1-16,0 1 3 0,-2 3-5 0,0 1 5 16,0-1 1-16,2 0-5 0,-1 0 1 0,-1 1-4 15,0 1-1-15,0 0 5 0,0 0 0 0,0 0 1 16,0 0-9-16,0 1 9 0,0-1-7 0,0 0 7 15,0 0-8-15,0 2 6 0,0 0 2 0,0 0 2 16,0 0 1-16,0 0-40 0,0 0 1 0,-1 0-17 0,-1 2-12 16,0 0-115-16,0 0-8 0,0-1-52 0,0 1-179 15</inkml:trace>
  <inkml:trace contextRef="#ctx0" brushRef="#br0" timeOffset="89140.46">19598 12074 105 0,'0'0'40'0,"0"0"37"15,0 0-10-15,0 0-37 0,0-2 2 0,0 0-12 16,0 0 3-16,0 0 8 0,0 0 2 0,0 0 2 0,0 1 5 15,0-1 9-15,0 0-9 0,0 0 9 0,0-2-5 16,2 1-18-16,0-1 9 0,0 0-14 0,-1 0-2 0,3 1 17 16,0-1-7-16,1 0 11 0,10-7-3 0,-2 4-18 15,0 1 5-15,-5 4-10 0,3-1 3 0,0-1-7 16,-2 2-3-16,2 0-1 0,-3 2-1 0,-1 0 0 16,-5 0 4-16,2 2-4 0,0 0 0 0,-1 0 7 15,-1 1-4-15,0 1 6 0,4 11 2 0,-5 0-3 16,-1-4 6-16,0 6-6 0,-1-2 4 0,-7 1-1 15,-1 1 1-15,1-6 1 0,-3 2 4 0,-9 0-10 16,-2 0 5-16,-1 0-6 0,1 0 14 0,0-2-8 0,-1 0 1 16,1 2-3-16,2-1-1 0,1-3-1 0,2-2 5 15,1 1-3-15,3-3 2 0,2 1 2 0,-2-2-7 16,5-1 5-16,1-1-9 0,3 0 3 0,2-2-1 0,0 2 1 16,-1 2-3-16,-1-1-5 0,0 1 4 0,2 0-4 15,0-2 8-15,1-1-6 0,-1 1 2 0,2 0-4 16,0 0 2-16,2-2 2 0,-1 0-5 0,3 0 5 15,0 0-7-15,14 0 0 0,-1-2 2 0,5 0 0 16,-3 0 8-16,0 1-13 0,-1-1 3 0,-1 2-6 0,1-2 10 16,1 2-1-16,0 0 0 0,-3 0-2 0,3 0-5 15,-4 0 6-15,-4 0-2 0,-2 0 4 0,-1 0-6 16,-3 0 8-16,3 0-6 0,-7 0 9 0,3 0-9 0,0 0 0 16,-2 0 5-16,1 0-4 0,1 0 8 0,0 2-4 15,0-2 1-15,-3 2-2 0,1-2-3 0,0 0 5 16,0 1-7-16,0 1 3 0,0 0-27 0,-2 0-43 15,0 0 1-15,0 0-16 0,0 0-10 0,-2-1-64 16,0 1-24-16,0 0-21 0,0 0-129 0</inkml:trace>
  <inkml:trace contextRef="#ctx0" brushRef="#br0" timeOffset="89576.71">18969 12592 482 0,'0'0'162'0,"0"0"-215"0,-2 0 181 0,0 0-100 16,0-2-29-16,-2 0 1 0,1 0 9 0,-1 2-6 0,0 0 0 15,0 0 3-15,1 0 3 0,1-2 1 0,-2 2 23 16,2 0 0-16,0-2 3 0,1 0-1 0,-1 2 4 15,0-1-14-15,0 1 8 0,0 0-7 0,0-2 18 0,2 0-5 16,0 0-3-16,0 0 1 0,0 2-2 0,0 0-11 16,0 0 4-16,2 0-7 0,0 0 5 0,0 0-7 15,0 0 10-15,1 0-9 0,7 0 1 0,14 4-3 16,2 1-8-16,0 1 5 0,0-2-3 0,2-1 4 16,1 1-1-16,5-2 0 0,-1 0-8 0,-1 0 10 15,1-2 1-15,4 0 2 0,2-4-2 0,-2 0-2 16,1 1-6-16,-1 1 4 0,-2 0-5 0,-5 2-7 15,-2 0 5-15,-4 0-6 0,-2 0 1 0,-2 0 1 0,1 0-2 16,-8 0 3-16,0 0 2 0,-4 0 2 0,-3 0-5 16,-4 0 3-16,1 0-3 0,1 0 5 0,-2 0 4 15,0 0-2-15,0 0 4 0,-1 0-10 0,1-2-7 0,0 2-2 16,-2 0-41-16,0 0-34 0,-2 0-4 0,0 0-16 16,1 0-74-16,-3 0-150 0</inkml:trace>
  <inkml:trace contextRef="#ctx0" brushRef="#br0" timeOffset="90558.18">19165 12954 99 0,'0'-2'39'16,"0"0"48"-16,0 0-13 0,0-2-6 0,0 1 5 0,0-1-6 16,0 0-2-16,0-3-13 0,0 1-4 0,0 1-1 15,0 1-6-15,0 0-8 0,0 1 7 0,0-1-6 0,0 0 8 16,0 0 2-16,0 1-4 0,-1-1 3 0,-1 2-7 16,0 0-13-16,0 0 5 0,0 1-9 0,0-1-7 15,0 0 2-15,1 2-2 0,-1 0 4 0,0 0 0 16,0 2-3-16,-2 0-1 0,1 1 0 0,-9 12 0 15,11 6 0-15,-12 3-2 0,1-4 1 0,3 1 5 0,0-3-7 16,-2 1 6-16,0-1-6 0,-2 1 2 0,3-3 3 16,3 3-5-16,3 0 3 0,-7-3-8 0,7 3 4 15,-1-1-1-15,-3-1 2 0,-5 4-2 0,4-5-1 16,2 3 3-16,1-2-3 0,0-4 2 0,3 1 2 16,-1 1-1-16,2-2 2 0,0 0 0 0,2-5 0 15,0-1-3-15,0 1 2 0,0-3-1 0,0 1 6 16,0-1-2-16,0-3 1 0,0 2-2 0,0-2 1 0,0 0 5 15,0-1-5-15,2 3 0 0,0 0 3 0,0-2-5 16,2 0 4-16,-1-1-7 0,1-1 1 0,3 0-5 16,3-1 2-16,8-5-4 0,-1-1 3 0,0-3 4 15,-2-1-4-15,-4 4-3 0,4-14 0 0,1 1-2 0,-1-2 2 16,4-1 6-16,-4 3-12 0,-2-1 8 0,-2 3-9 16,-2 1 7-16,-2 2 3 0,3 0-3 0,-5 4 3 15,1 0-9-15,-2 4 2 0,-1 1 0 0,-1 1 2 16,0 1 0-16,0 4 4 0,2-4-4 0,-1 0 3 15,1 3-14-15,0-1 8 0,-2 0-1 0,-1 0 4 16,1 0-5-16,0 2 8 0,0 0-4 0,0 2 5 0,-2 0-7 16,0 2 2-16,0-1-1 0,0 14 2 0,0 0 0 15,-2 1 0-15,2-1-2 0,-2-2 2 0,0 2 6 16,2-3-6-16,0-1 3 0,0 0-4 0,0 0 2 0,0-1-2 16,0 1 1-16,2-4-3 0,0 0 3 0,0 2 0 15,2-1 1-15,-1-1 0 0,1-2-1 0,-2-1 1 16,-2-4-6-16,4 3 5 0,-4-3 0 0,7 4 2 15,0-1 4-15,4 1-3 0,1-1 1 0,-3-3 1 16,2 0 0-16,0-2-2 0,2 0-10 0,0-2 10 16,0-1-2-16,0-3 7 0,-2-1 0 0,2 3-3 15,0-17 0-15,0-1 0 0,-2 2 8 0,1-3-4 0,-5-1 2 16,-1 2-4-16,3 0-1 0,-5-1 6 0,1 1-3 16,3 2 3-16,-5-3-12 0,-1-1 9 0,13 2-6 15,-6 2 7-15,-3-1-10 0,-2 3 3 0,-3-1 2 16,-1 2-1-16,0 1 0 0,0-1-3 0,0 6 0 0,0 0-1 15,0 7-2-15,0-2 1 0,0 1 0 0,-1-1-1 16,1 3-10-16,-2-1-21 0,0 2-10 0,0 0-3 16,0 0-31-16,-2 0-17 0,1 2-23 0,1 0-3 15,-7 2-119-15,3 2-174 0</inkml:trace>
  <inkml:trace contextRef="#ctx0" brushRef="#br0" timeOffset="91509.14">19303 13100 445 0,'0'-2'141'0,"0"1"-8"15,0-9-48-15,0-16 7 0,0 0-71 0,2-1-3 16,-1 1 16-16,3 0 4 0,0-2 2 0,0 2 6 0,-1 3-14 16,1 3-4-16,0 7-3 0,-2 4-13 0,-1 3 5 15,-1 2 7-15,2 1-3 0,0-1 9 0,0 2-17 16,0 0 2-16,-2 0-6 0,0 2 2 0,0 0 16 15,0 2-8-15,-2 2 11 0,-5 20-3 0,-6 11-13 16,0-1 5-16,-2 1-8 0,-2 0 10 0,0-1-10 16,1 1 5-16,-3 0-8 0,-1 4 3 0,-3 2 2 0,-1 2 1 15,2 0 0-15,0-1-2 0,1-1-7 0,1-2 2 16,3-4-3-16,2 1 9 0,6-10 2 0,0 3-3 16,1-10 1-16,3-4-4 0,1-2-5 0,2-4 5 15,0 0-6-15,0 1 5 0,2-5 3 0,0-3-4 16,0 2 3-16,0 0-6 0,0-3 5 0,0 1 3 0,2 0-1 15,0-2-1-15,0 0-6 0,2-2-3 0,-2-1 2 16,9-31 6-16,5-1-3 0,3-6 4 0,0 0-3 16,-1 0 4-16,1-3-6 0,3-1-5 0,-2-1 3 15,3 3 4-15,-1-2-11 0,-2 1 10 0,1 3-10 16,-3-3 6-16,-3 5 0 0,0 1 0 0,-4 1 1 16,0 6-3-16,-3 3 4 0,-3 6-2 0,-1 7 5 0,0 5-1 15,-1 5-3-15,-3 3-1 0,4-2-1 0,0 1-7 16,-2 1 6-16,0 0 1 0,-1 2 2 0,-1 2-2 0,-1 9 1 15,-12 32 1-15,-2-4 2 0,-4 1 4 0,-1 1-10 16,16 0-2-16,-24 0-1 0,-1 3 9 0,-1 5-5 16,-4-3 5-16,3 1-6 0,3-5 0 0,-2-1 2 15,8-4-3-15,0-5 3 0,5-2-1 0,4-4 5 16,2-4-5-16,5-5 5 0,1-1-11 0,3-6 7 16,0-1 0-16,-5 0 2 0,5-5-4 0,0 0 0 15,0-1 1-15,0 1 0 0,2 0 4 0,0-2 3 16,2-1-4-16,0 1 2 0,0-2-7 0,24-2 2 0,3-3 0 15,-1-4 2-15,4-3 2 0,-2 1-6 0,-3 0 5 16,-1 0-6-16,2 0 6 0,-5 3 5 0,1 1 0 16,-2 0 2-16,0-1-3 0,-1 4-7 0,1-1 1 15,0 1-1-15,0 2 5 0,-1 2 0 0,-3 0-2 0,-5 0 1 16,4 0 1-16,-6 0-4 0,-1 2 7 0,-5-2-6 16,-3 0 1-16,2 0 1 0,-1 0-5 0,-1 0 2 15,2 0-8-15,0 0-19 0,-1 0-8 0,1 0-5 16,-2 0-34-16,0 0-34 0,0 0-34 0,0 0-6 15,-1 0-161-15</inkml:trace>
  <inkml:trace contextRef="#ctx0" brushRef="#br0" timeOffset="91982.33">19611 13375 735 0,'0'0'228'0,"-2"-2"37"0,0 0-99 16,0-1-85-16,1-1-45 0,-1-2-39 0,0-1 12 16,0 0-9-16,2-1 11 0,0 1-2 0,2-3-6 0,2 1 12 15,3 0-11-15,-3 0 8 0,16 1 10 0,-3 3-6 16,0 1 9-16,3 2 2 0,-3 0-7 0,-1-9-4 16,-1 4-1-16,-2 3-12 0,2 2 0 0,-4 2 3 15,-3 0-3-15,-5 0 1 0,1 2 14 0,-2 2-4 0,15 20 5 16,-6 2-8-16,-4 3 8 0,-5 3-4 0,-4 3 5 15,-5 2-12-15,-2 2-2 0,-6 2 5 0,0-7-3 16,-4 5 2-16,-1-6-5 0,18-1 2 0,-18-3-2 16,-1-3 1-16,1-5 4 0,-3-3-7 0,7-3 8 15,1-4-2-15,0-1-1 0,9-3 2 0,-3-1-1 16,0-3-1-16,3 1 3 0,-1 2-2 0,5-6 3 0,-2 3-3 16,1-1-7-16,-1 0 8 0,2 0-7 0,0 0 4 15,0 0-14-15,2-2 4 0,0 0-5 0,2 0 10 16,0-2-2-16,2 0-2 0,14-9 1 0,6-4-4 0,-3 4 5 15,-6 3-3-15,-6 3 3 0,4-1-5 0,2 1 6 16,-2 1-1-16,5-2 3 0,-3 4-6 0,4-1 4 16,1 1-1-16,-7 0 4 0,2 0 2 0,0 0 4 15,-2 2-3-15,4 0 4 0,1 0 7 0,-1 0-2 16,0-2 8-16,-1-1-7 0,-3 1-1 0,0-2-7 16,-2 0-1-16,2 1-1 0,-1-1-7 0,-3 2 4 15,-4 0-5-15,1 0 2 0,-2 1-23 0,-1-1-79 0,1 0-26 16,0 0-30-16,-2 0-208 0</inkml:trace>
  <inkml:trace contextRef="#ctx0" brushRef="#br0" timeOffset="94774.42">20705 11686 77 0,'0'-2'54'0,"0"0"-22"0,3-11 58 0,5-13-13 16,-1 0-3-16,-1 0-9 0,-1 4-7 0,-1 1-1 15,2 3-29-15,-3-1 12 0,1 2-7 0,-2 4 8 16,0 0-13-16,0 2 4 0,-1 2-7 0,1 0 5 16,-2 1-6-16,0 1 2 0,0-1 7 0,0 5-7 0,0-1 3 15,0 0-4-15,0 0 0 0,0 1 1 16,0-1 2-16,-2 2 5 0,1 0 3 0,-1 0 0 0,0 2-7 16,-13 0-14-16,0 6-4 0,-3 5 0 0,3-5 0 15,-8 22-9-15,1 1 3 0,2 7-4 0,-1 3 12 16,5 5-11-16,-1 3 5 0,-2 5-7 0,-3 1 7 0,4 7-5 15,-5 3 0-15,7 0-2 0,3 4 7 0,-4-8-9 16,4-3 5-16,2-8-5 0,1-3 11 0,5-6 6 16,3 2-3-16,-20-2 4 0,11-2-6 0,7-2 5 15,4-1-2-15,2-1 3 0,1-2 0 0,3-1-1 16,5 4 1-16,-2-8-1 0,4 3-2 0,-1-1-6 16,-1-6 0-16,0 1-1 0,-2-5 2 0,-1-5 0 15,1 2-2-15,-2-4 1 0,-3 0-5 0,9 1 1 0,-2-7-2 16,2 3 1-16,-4-3-7 0,4 4-37 0,-2-1 0 15,-5-4-20-15,5 1-66 0,-2-3-117 0,8 0-24 0</inkml:trace>
  <inkml:trace contextRef="#ctx0" brushRef="#br0" timeOffset="95275.69">20966 11732 646 0,'0'-2'186'0,"-1"0"31"16,-3-5-80-16,-5-12-75 0,1 4-31 0,3 6-21 0,1 2-7 15,0 1-2-15,2 2-1 0,2 3-1 0,-2-3 1 16,1 0 1-16,-1 0 0 0,0 3-6 0,0-1 6 16,0 0-1-16,0 0 3 0,0 0 2 0,2 2 7 15,0 0 0-15,0 2 1 0,0 0 7 0,0 2-11 16,0 27 8-16,0 1-10 0,0 5 4 0,-3 4-2 15,-1 1-4-15,-2 12 2 0,-1-4 2 0,0 0-3 16,-1-1 0-16,1-5-4 0,-3 3-7 0,3-5 5 16,0-1 0-16,-1-4 3 0,3 1 3 0,-1-3-2 0,0-2 0 15,3-3-1-15,1-2 1 0,2-6-2 0,0 0 8 16,0-3-5-16,0-1 10 0,0-5-2 0,0 2-1 16,0-7 2-16,0-1 4 0,0-1-2 0,0-4 2 0,0 1-1 15,0-1 8-15,2 2 4 0,0 0-7 0,-1-3 5 16,1 1-12-16,0-2 0 0,2 0 1 0,0-2-2 15,1-3-8-15,8-25 10 0,2-5-11 0,2-2 9 16,-1-2-15-16,3-4 13 0,1 2-4 0,1-5 6 16,5-2-14-16,-4-1 3 0,2-1 1 0,2-2 1 15,0 2-5-15,0-2 10 0,-2 6-1 0,-1 7 3 0,-8-2-6 16,-3 11 3-16,1-1-2 0,-5 6 3 0,3 5-7 16,-4 5 1-16,-1 2-5 0,1 2 3 0,-5 4-2 0,4-1-6 15,-4 4-1-15,0 1-4 0,-1-1-14 0,1 0-40 16,0 1-2-16,0-1-13 0,0 2-5 0,0 0 31 15,0 0-5-15,-2 2 10 0,0 2-31 0,0 0-171 16,0 7-69-16</inkml:trace>
  <inkml:trace contextRef="#ctx0" brushRef="#br0" timeOffset="96131.37">21570 12194 653 0,'0'-2'128'0,"0"1"17"0,0-1-48 0,-2 0-35 16,2-2-32-16,-4-7-12 0,1-2 15 0,1 6-5 0,0-1 9 16,-2-1-3-16,2 5-7 0,-1-5 3 0,-3 0-5 15,4 5-3-15,-3-5 12 0,3 5-9 0,-4 0 9 16,-7 2-12-16,2-1 7 0,0 1 1 0,2-6 1 16,-3 1-5-16,1 3-4 0,-4 0-3 0,-1 4 0 15,-3 0-8-15,4 4-3 0,-1 2-3 0,1 1 1 16,2 2-1-16,-4-3-7 0,4 16 6 0,6 1-5 0,-8-1 4 15,7 4-4-15,3 0 0 0,-1 0-1 0,2 0 10 16,-1-2-12-16,-3 0 4 0,3 2-6 0,3-2 9 16,-13-1 1-16,6-3-3 0,3-1 2 0,3-1-1 0,3 1 3 15,0-3 1-15,1-1-1 0,3 0 2 0,0 0-4 16,1-2 6-16,1 0-5 0,0-2 6 0,-1-4-5 16,-1-1-3-16,-2-2 1 0,5-1 2 0,4 7-2 15,-3-7 5-15,-1 1-5 0,1 0 4 0,-3-2-1 16,4 0-3-16,1-1 2 0,-3-1 1 0,-1 0-2 15,1-1 5-15,-1-3-4 0,1 2 5 0,1-15-5 16,-1 1-1-16,0-3 0 0,-3 0 0 0,-2 1-5 0,2-4 2 16,1-1-2-16,1 3 6 0,-1 0 0 0,1-1-2 15,-4 4 0-15,2-1-9 0,7 1 7 0,-2 2-1 16,-3 4 2-16,-3 2 2 0,1 0-7 0,-2 1 6 16,0 3-4-16,-2 1 8 0,0 2-7 0,0-2 0 0,0 1-3 15,0-1 5-15,0 0-2 0,-2 2 0 0,0 0 0 16,0 1 1-16,0-1-2 0,0 2 0 0,1 0-1 15,-1 0-4-15,0 0 1 0,0 0 2 0,0 0-2 16,0 2 0-16,2-1 2 0,0 1-1 0,0 0 3 16,2 0 1-16,0 0-4 0,2 0 0 0,-2-2 0 15,14 3 1-15,3 1-6 0,1-2 5 0,3-2-5 0,-1 0-1 16,2 0 7-16,0-4-6 0,0-1 6 0,2-1-5 16,0-1 5-16,0-3-1 0,-2-1 2 0,1 0 0 0,-5 2 3 15,-1 0 4-15,-5 1-1 0,-4 3-4 0,-5 1 7 16,-1 2-5-16,0-2 6 0,-1 1-4 0,-3 1 8 15,4-6-7-15,-4 5 6 0,0-3-6 0,0 2 0 16,0 1 3-16,-2-1-3 0,0 0-4 0,-1 2 2 16,-7-1-2-16,-6-3 2 0,-1 4-2 0,2 2-5 15,4 0 4-15,2 2-3 0,1 0 8 0,5-2-9 16,-1 2 0-16,0 1-4 0,0 1 0 0,3 0 4 16,-7 11-2-16,4 0 4 0,3-1 4 0,1 3-5 0,1 0 2 15,5 0-5-15,1-1 6 0,3 3-3 0,-1-2 4 16,2 1-3-16,2 3 2 0,-2-3 3 0,0 1-3 15,2-1 2-15,-3-3-1 0,-3-2-1 0,2 2 2 16,-1 0-2-16,-3-2 10 0,-1-2-5 0,-2-2 3 0,-2-1-4 16,0-3 9-16,-2 1-2 0,0-3 3 0,0 1-1 15,-7 2 1-15,-9-3-8 0,-3 1 0 0,1 11-1 16,-1-4-1-16,5-3-2 0,1-1 0 0,4-3 0 16,-1-1 0-16,5-1-2 0,0-2 0 0,1 0-3 15,2 0-12-15,1 0-34 0,-1 0-13 0,0 0-7 16,2-2-48-16,0 1-61 0,2-1 1 0,0-2-29 15,4-5-67-15</inkml:trace>
  <inkml:trace contextRef="#ctx0" brushRef="#br0" timeOffset="96357.85">22140 12259 1042 0,'-2'-2'116'0,"0"2"249"0,-20-9-345 0,13 5-18 16,1 1 4-16,6 3-7 0,-1-2 4 0,-1 0 7 0,0 0-6 16,0 0 6-16,3 0-1 0,-1 1 2 0,2-1 3 15,0 2-1-15,2-2 10 0,-1 2-1 0,12-2 1 16,13-2-2-16,6 1-13 0,-4-1 3 0,0 0-5 0,0 0 4 16,-1 1-10-16,-1 1-7 0,-1-2-6 0,-5 2-2 15,-1 0-38-15,-6 1-42 0,-2 1-30 0,0 0-8 16,0-2-144-16,-2 2-107 0</inkml:trace>
  <inkml:trace contextRef="#ctx0" brushRef="#br0" timeOffset="96877.03">23003 11713 671 0,'-2'-1'215'0,"1"-1"23"0,-9-17-89 16,-1-5-60-16,4 5-57 0,1 3-34 0,2 3 2 16,3 5 0-16,-1 1 1 0,0 1-1 0,2 3 0 15,0-1 0-15,0 2 2 0,0 0 7 0,0 0 8 16,-2-1 0-16,0-1 2 0,2 0 3 0,0 2 7 0,0 0-7 16,-2 1 6-16,0 1-6 0,1 1-6 0,-1 1 3 15,0 8-4-15,-7 21-5 0,-1 4-2 0,3 4 3 16,-1 4-3-16,-1 2-1 0,0 1-5 0,-2 0 2 15,0 3-2-15,1-1 0 0,3 0-1 0,1-1-3 16,1-8 3-16,-1-2 3 0,1-6 2 0,-1 1-3 0,2-6 2 16,-1 2-10-16,1-6 9 0,0 2-3 0,2-3 5 15,1-1-3-15,1-5-1 0,0 0 6 0,0-4-6 16,0-4-1-16,0-1 12 0,0-2-7 0,0-2 10 16,0-1 5-16,1 3-7 0,3 0 7 0,0-2-7 15,0 0 5-15,1-2-5 0,8-2-2 0,6-6 0 0,1-3 0 16,4 0 3-16,-3-19 3 0,3-3-3 0,-2-2-8 15,0-4 3-15,1-4-2 0,1-4 3 0,2-1-10 0,0-2 6 16,2-2-1-16,-1-2 4 0,-1 6 2 0,0-2-2 16,-1 5-3-16,-3 8 2 0,-2 4 0 0,-3 9 12 15,-2 3-1-15,-4 4 3 0,2 3-11 0,-4 2-7 16,-1 5 1-16,-5 1-4 0,-1 1-1 0,-2 3-5 16,0 0 0-16,4-2-2 0,0 1-3 0,-1-1-9 15,-1 2-4-15,0 0 0 0,0 0-14 0,0 1-6 16,-2 1 0-16,0 0-3 0,0 1-15 0,-2 1-68 15,0 4-3-15,-9 16-27 0,-2 6-52 0,0 5-237 16</inkml:trace>
  <inkml:trace contextRef="#ctx0" brushRef="#br0" timeOffset="97252.61">23672 12048 715 0,'0'0'110'16,"0"-2"12"-16,-2 0-31 0,0-2-31 0,2 2-22 15,-4-7-1-15,2 2 24 0,1 1-5 0,1 2 7 16,-2-3-26-16,2 3-2 0,-4-3-6 0,2 3 4 16,0 0-7-16,-1 1-8 0,-1 1 3 0,0 2-6 0,-9 0 0 15,2 2 5-15,-8 5-2 0,-1 6 2 0,3 0-7 16,-7 19 4-16,-2-1-2 0,-2 4 3 0,-5-3-8 16,7 0-3-16,4-1 2 0,3-1-2 0,2 0 8 0,6-4 0 15,4 1-3-15,5-1 1 0,0-1-2 0,-13-1-1 16,6-2 2-16,5-4-2 0,2-1 4 0,2 2-1 15,2-3 3-15,2-1-3 0,3 0 1 0,1-4-2 16,1-1-6-16,19-1 3 0,0 0-1 0,3-7-7 16,-1 0 7-16,-4 15-8 0,2-8 0 0,0-5 2 15,1-4 0-15,-1-2 2 0,-2-2 0 0,-3-3-18 16,-3-1 4-16,0-1-11 0,-3 0-2 0,-2-1-23 16,-4 1-14-16,-2 5-4 0,-1-11-53 0,-6 1-12 0,-1-1 2 15,11 0-7-15,-5 0-11 0,-3 0-39 0,-2 2-14 16,-2 4-11-16,0 2-86 0</inkml:trace>
  <inkml:trace contextRef="#ctx0" brushRef="#br0" timeOffset="97470.04">23180 12343 943 0,'-2'0'125'16,"0"0"10"-16,0-2-45 0,-2 0-29 0,1 0-36 0,1 2-19 15,-2 0 7-15,0-2 6 0,1 1 0 0,1 1 7 16,0 0-2-16,0 0-4 0,2 0 4 0,0 0-4 0,2 0 13 16,2 0-5-16,18 0 7 0,8-2-16 0,5-2-12 15,2-2 4-15,9-1-7 0,-1 0 0 0,1-1-5 16,5 1-8-16,-12-1-1 0,3 1-40 0,-3-1-130 16,-9 3-13-16,0-1-45 0,-4 1-87 0</inkml:trace>
  <inkml:trace contextRef="#ctx0" brushRef="#br0" timeOffset="97952.34">23933 11405 580 0,'-1'-2'101'0,"-5"-13"218"15,-5-11-290-15,2 6-17 0,1 1 3 0,1 5-8 16,1 1 1-16,1 1-9 0,-1-1 1 0,2 4-2 16,2 4 13-16,1-1 7 0,1 4-1 0,-2-2 3 0,0 1 14 15,2 1 10-15,0 0 4 0,-2-2 0 0,0 1-6 16,0-1-11-16,0 2 0 0,1 0-3 0,-1 0-6 16,0 0 6-16,0 2-8 0,0 0 7 0,0 0-9 0,2 2-3 15,0 0 3-15,0 2-5 0,0 0 2 0,10 14-7 16,1 1 2-16,2-1-4 0,2 3 2 0,-12-1-2 15,18 4 3-15,3 2-2 0,0 0 6 0,0 2 2 16,2 0-5-16,0 0 2 0,2 3-7 0,2 1 4 16,-1 1 1-16,1 3-2 0,-2-1-4 0,-2 6-4 15,-2 3 2-15,-9 3-2 0,2-1 0 0,-2 8 0 16,-4-4 1-16,2 8 0 0,-11-1 7 0,24-5-2 0,-19 0-2 16,-7-2 1-16,-6 2-5 0,-7 2-1 0,-3-2 1 15,-3 0-1-15,1-2 4 0,-1 0 10 0,0-1-2 16,3-8 4-16,-3-1 5 0,2-6-2 0,1-4-1 15,1-4-2-15,0-2-10 0,0 0 3 0,2-4 2 0,2-3-1 16,9-8 2-16,-16-1-8 0,-1-5-10 0,2-1 1 16,1 2-27-16,1-2-18 0,2 7-18 0,2-3-6 15,-1-4-107-15,7-2-45 0,1 0-29 0,0-2-10 16,3-2-150-16</inkml:trace>
  <inkml:trace contextRef="#ctx0" brushRef="#br0" timeOffset="98421.45">24301 10620 437 0,'-2'0'116'16,"0"-2"-121"-16,1 0 126 0,-1 0-59 0,0 0-44 0,2 0 14 0,0 1-6 16,0-3 11-16,0 0 17 0,2 0 5 0,0 1 0 15,-1-1-1-15,3-3 1 0,2-1-4 0,9 1 2 0,11-3-6 16,-2 3-9-16,3 0-2 0,1-1-7 0,0 4 3 16,0-1-20-16,0 1 0 0,-2 1-1 0,2-14 0 15,-6 8 2-15,-2 5-11 0,1 4 1 0,-3 4-6 16,-3-1 2-16,-4 3 1 0,-3-1 1 0,-6 8 0 15,14 11 3-15,-6 1 3 0,-5 1-2 0,-5 0 2 16,-3-2 2-16,-3 0-1 0,-3-2 4 0,-2-1-2 16,-2-3 3-16,1-1-3 0,5 0-7 0,-6-4 4 0,0 0-4 15,4-2-4-15,1-4 7 0,3 1-7 0,1-5 3 16,2 3-8-16,0-2 0 0,0-1-1 0,2-1 17 0,0 0-2 16,0 0 4-16,-1 2-4 0,1-1 2 0,0-1-1 15,1 0-2-15,3 0 0 0,15 0-3 0,9-2 0 16,3-4 1-16,1-2-1 0,1-1-1 0,-1 0 5 15,-1-1 1-15,-1 1 1 0,0-1 4 0,-2 3 0 16,1-1-4-16,-3 2 1 0,-3 1-9 0,-3 1 1 16,-5 0-5-16,-2 0 3 0,-8 2-8 0,3 0-59 15,-5 0-21-15,-1 0-48 0,2 0-390 0</inkml:trace>
  <inkml:trace contextRef="#ctx0" brushRef="#br0" timeOffset="102405.6">28211 14965 91 0,'-2'0'0'0,"1"0"16"0,-1 0 140 0,0-2-55 16,0 0 5-16,0 0-77 0,0 0 1 0,0 2-24 15,1 0 7-15,-1 0-11 0,0 0 6 0,0 0-8 16,0 0 3-16,0 0-2 0,0 0 9 0,1 0-2 15,-1 0-1-15,0 0 1 0,2 0 0 0,0 0 21 16,0 0-13-16,0 2 16 0,0 0-15 0,0 0 1 0,0 1 5 16,0 8-6-16,-2 17-9 0,0 2 9 0,0 2-12 15,0-1 11-15,-1 1-9 0,-1 1 6 0,-1-1 4 16,1-8-1-16,0 2 22 0,0-2-11 0,3-5 7 0,-1-3-10 16,2-1 9-16,0-7 7 0,0-3 3 0,0-1 1 15,0-2 14-15,0 0 25 0,2 1-11 0,1 1 11 16,16 3-41-16,5-5-14 0,7-4-1 0,5-9-4 15,1-9-6-15,4 3-4 0,5-29-10 0,2-1 5 16,3-3-11-16,2 0-8 0,7 0 3 0,5-4-15 16,9 2-91-16,4-2-359 0</inkml:trace>
  <inkml:trace contextRef="#ctx0" brushRef="#br0" timeOffset="103030.51">30412 14977 48 0,'0'0'18'0,"0"-1"20"0,0-1 1 0,0 0 15 15,0 0-4-15,1-2 6 0,-1 1-20 0,0-1 16 16,0 0 1-16,0 1 6 0,0-1-2 0,0 0-8 0,0 0-8 15,0 1 4-15,0 1 2 0,0 0-13 0,0 0 3 16,0 0-8-16,0 0-11 0,0 1-2 0,0-1 0 16,0 2-1-16,-1 0-7 0,-1 2 11 0,0 1-9 15,-7 16 10-15,-4 9-9 0,1-2 2 0,3 1 1 0,0-1 0 16,1-3-2-16,3 1 11 0,1-4 0 0,2-3 6 16,2-2 11-16,0-6 21 0,0-1-9 0,0-1 11 15,0-3-25-15,0-2-2 0,2 1 7 0,2 1-4 16,9 3 6-16,5 1-18 0,5-6-1 0,12-4-5 15,-2-7-3-15,8-10-5 0,6-3-2 0,-6 12 1 0,9-27 1 16,0-5-14-16,4-5 5 0,5-1-9 0,4-2-5 16,6 0-158-16,11 0-75 0</inkml:trace>
  <inkml:trace contextRef="#ctx0" brushRef="#br0" timeOffset="109506.43">16224 8093 107 0,'0'0'17'0,"-2"0"9"0,1 0 34 15,-1 0 9-15,-2 0-9 0,-5-2-10 0,-1 0 2 16,1 0-4-16,0 0 13 0,1 2 11 0,1-2-16 16,-2 1 11-16,-1-1-13 0,1 0 6 0,-2-2-6 15,5 2-1-15,-1 0 0 0,1 1-11 0,5 1-9 0,-9-2-1 16,5 2 1-16,-1 0 4 0,-1-2-8 0,1 2 0 16,-1 0-2-16,-1 0-5 0,3 0 5 0,-3 0-1 15,3 0 2-15,1 0-6 0,0 0-5 0,1 0-5 16,-1 0 2-16,0 0-5 0,2 0-7 0,1 0 6 0,-1 0-6 15,0 0 14-15,2 0-13 0,0 0 5 0,2 0-8 16,0 0 6-16,9 0 2 0,18-2-1 0,3 0 0 16,7-2-8-16,-2-3 2 0,4-2 1 0,2-2 1 15,1-1-3-15,3 3 1 0,1 0 0 0,8-2 1 16,-6 0 2-16,4 1-3 0,1 1 1 0,-5 0-2 16,2 0 0-16,-3-1 3 0,-9 1-1 0,-2 2 2 0,-1-1-4 15,-9 3 3-15,-1-1-3 0,-2 2 3 0,-5 1-3 16,-1-1-1-16,-5 0 5 0,-2 0-2 0,-5 3 7 15,-1-1-5-15,-5 2 4 0,1 0-3 0,2-2 9 0,0 0-1 16,-1 0-3-16,-1 0 2 0,0 0-4 0,0 1-3 16,-2-1 6-16,0 0-4 0,-2 0 3 0,0 0-6 15,-3 0-5-15,-19-1 1 0,-6 1 0 0,0 2 2 16,-3 0 2-16,-6 2-1 0,0 1-1 0,-2 1-1 16,-2 2-1-16,1-1 0 0,1 1-1 0,-4-3 1 15,1 3 3-15,1-2-2 0,4-1 5 0,0 3-5 16,2-2 1-16,1 1-1 0,1-1 3 0,4 0 6 0,-1 1-3 15,2 1 4-15,1-1-10 0,3 1 5 0,0 0-2 16,0-3 1-16,3 3-9 0,3-2 8 0,3-1-5 16,8-1 7-16,-4 2-2 0,4-2-2 0,1 0 1 15,1-1-2-15,3-1-2 0,2 0-4 0,0 0 1 0,-1 2-2 16,-1 0-2-16,2 0 5 0,0 2 2 0,0-1 1 16,2 1-3-16,0 0 6 0,2-1-3 0,2 1 5 15,16 7-4-15,10 0-7 0,3-5 6 0,5-4-6 16,2-4 13-16,7-2-4 0,3-3-3 0,4 1 0 15,3-3-5-15,7 0 4 0,1 0-2 0,-2-3 3 16,2 3-2-16,-2-2 7 0,-6-4-3 0,-3 0 5 0,-6 2-7 16,-5 2 0-16,-4 2-1 0,-4 0-1 0,1 3 0 15,-8 0 2-15,-2 3 0 0,-8 1 2 0,-1 2-5 16,-8 0 0-16,-1 0 3 0,-5 0 1 0,1 0 6 0,0 0 6 16,-2 0-10-16,-1 0 9 0,-1 0-12 0,-1 0-4 15,-1 0 2-15,-19 4-2 0,-18 7 5 0,-3 2 5 16,-7 0 1-16,-3 2 0 0,-9-1-3 0,-6 1-1 15,-2 0 2-15,1-4-1 0,-1 0 1 0,0-3 0 16,4-1-4-16,2 2 3 0,4 1-2 0,5 1 0 16,0 0 2-16,8-2-1 0,-3 1 5 0,7-5 0 0,7 1-1 15,-1-1-1-15,7 1-8 0,4-2 2 16,3-1-1-16,5-1 1 0,12-2 0 0,1 0-3 0,2 0 0 16,-1 2-1-16,-1 0-2 0,2 0 0 0,0 0 1 15,0-1 0-15,2 1 5 0,0-2-2 0,2 0 2 0,9 2-2 16,32 0-7-16,-2-2 8 0,0-4-6 15,1-1 7-15,7-5 5 0,1 1-9 0,4-2 10 0,1 0-10 16,5 2 3-16,1-3 4 0,10 3-8 0,-5 0 8 16,3-2-8-16,0 3 8 0,-10-1 0 0,2 2 3 15,-9-3-13-15,-7 1 8 0,-2 0-4 0,-8 0 6 16,0-1-3-16,-9 5-2 0,-3-1 5 0,-9 2-4 16,-2 3 2-16,-7 1 9 0,-1-2-8 0,0 0 8 0,-1 2-6 15,-1 0-2-15,0 0 1 0,-2 0-2 0,-2 0 6 16,-2 0-7-16,-33 0 6 0,-5 5-7 0,-3 3 12 15,-5 3-11-15,-6 2 4 0,-3-2-6 0,-8 0 8 0,-4-1-3 16,5-1-1-16,-1-2-1 0,4-1-3 0,7-1 5 16,0 1-2-16,6-2 5 0,5-1 7 0,10 1-12 15,0 2 5-15,7-3-7 0,4-1 5 0,0 0-3 16,7-2 1-16,4 0-2 0,0 0 2 0,11 0-5 16,-2 0-3-16,1 0-1 0,-1 0-3 0,2 0 6 15,0 0 3-15,2 0 0 0,2 0 1 0,2 0-5 16,16-2 5-16,19-5-6 0,4-1 3 0,3-1 0 0,5-2-2 15,6 2 4-15,4-1 10 0,4-1-10 0,4 0 4 16,0-4-7-16,-2 2-1 0,-1-2 4 0,-6 1-3 16,-6 1 4-16,-4 0 6 0,-4 1-6 0,-3 1 4 15,-6 2-4-15,-3 3-4 0,-8 3 1 0,-6 1 3 0,-7 2 0 16,-4 0 7-16,-7 0-5 0,2 0 0 0,0 0-1 16,-3 0 6-16,1 0-13 0,-2 0 5 0,-2 2-6 15,-18 7 12-15,-25 10-4 0,-3 1 0 0,-6 0-1 16,-3 1 1-16,-8 1-5 0,-8-5 6 0,1-4-5 15,0-2 2-15,1-2 9 0,8 0-8 0,3 1 9 16,10-3-6-16,8-1-1 0,6-3 3 0,8 1 0 16,4-2 6-16,9-2-9 0,2 0 2 0,6 0-4 0,1 0 0 15,3 0-11-15,-1 0 4 0,2 0-5 0,0 0 14 16,0 0-4-16,2 0 2 0,2 0-3 0,2 0 4 0,18-2-6 16,21-3 5-16,5-1-5 0,6 0 12 0,4-3-12 15,5 0-1-15,6-2-3 0,3 0 3 0,-1 1-31 16,-1 5-6-16,-12-3-26 0,-1 3-190 0</inkml:trace>
  <inkml:trace contextRef="#ctx0" brushRef="#br0" timeOffset="113063.43">28375 4079 537 0,'0'-2'0'0,"0"0"7"0,0 0 13 0,-4-18 26 16,0 1 3-16,2 0 10 0,1 1-5 0,1 5-17 15,0-2-2-15,1 4-4 0,-1 3-15 0,2 1-4 16,0-2 4-16,0 1-4 0,0 5-2 0,0-1 6 0,-2 2-4 16,3-2 4-16,1 1-15 0,0-1 6 0,0 2-5 15,-1 0 5-15,1 0-8 0,0 2 2 0,-2 0 2 16,-1 2 1-16,1 2-2 0,6 13 0 0,-1 10-5 0,-3 3 3 16,-4 2-5-16,-2 5 8 0,-2 2 0 15,-3 5 2-15,-1 3-5 0,1-1-2 0,0 2-1 0,1-1 1 16,2 1 3-16,2-1 1 0,2-3 1 0,0-1-2 15,0-6 1-15,0-7 16 0,2-1 4 0,0-8 0 16,0-1-5-16,0-3 4 0,0-6-6 0,0 0 7 16,-2-5 0-16,1 1 6 0,-1-3 0 0,2 0 0 0,-2-2-10 15,2 1 6-15,0 1-7 0,0-2 6 0,2 0-8 16,-1-2 0-16,1 0 3 0,0-2-3 0,9-13-10 16,2-26 8-16,-2-7-7 0,1-6 7 0,5-2-7 0,0-1-2 15,1-1 2-15,4 6-2 0,-2 0 2 0,1 6-6 16,3 3 3-16,-4 6-3 0,0 2 10 0,-1 1-8 15,-3 3 4-15,-1 3-6 0,0-2 6 0,-1 6-5 16,1 0 3-16,-4 2-3 0,2 3 1 0,-6 2-2 16,-3 6-3-16,-1 4 1 0,-3 3-15 0,2 0-32 15,0 1-8-15,-1 1-8 0,1 0-27 0,-2 2-27 16,0 2 0-16,0 1-13 0,-1 16-33 0,-1 7-92 0</inkml:trace>
  <inkml:trace contextRef="#ctx0" brushRef="#br0" timeOffset="113624.49">28945 4491 499 0,'0'-2'32'0,"0"0"-17"0,-2 0 34 0,0 0-10 16,0 0-11-16,0 1-14 0,0 1 0 0,-1 0-5 0,-3 1-9 15,-12 11 1-15,-3-5-1 0,8 25 2 0,-7 5 1 16,3 2 0-16,-2 0 6 0,3-2-5 0,1-4 4 15,2-5 6-15,-2-2 1 0,4-5 4 0,2-1 16 0,-1-2 12 16,5-3-5-16,-1-2 9 0,3-2 0 0,1-3-4 16,0-1 1-16,0-3-3 0,0 0-2 0,-2-1-1 15,1 1 0-15,-1 0-1 0,2 0-4 0,0-3-6 16,0 1-2-16,1 0-2 0,-1 0-11 0,2-2-9 16,0 0 5-16,0 0-6 0,0-2 3 0,2 0-6 15,-1-1 0-15,7-14-1 0,-1-2 10 0,3-1-9 16,1-2 1-16,-2 1-4 0,4-5 0 0,0 0-2 15,0-5 1-15,0-3-3 0,0 1 6 0,0-1 0 16,-2 7-2-16,-2 6 1 0,4-1-1 0,-3 5-6 0,1 0 6 16,-4 4-8-16,-1 4 6 0,-3 4-5 0,-3 3 0 15,0 0-1-15,12-7 8 0,4 1-4 0,-3 4-2 16,4 4-1-16,2 6 2 0,-5 3-4 0,3 6 4 0,-4 13-4 16,0 7 9-16,-2 1-7 0,0 1 4 0,-1 0-5 15,-5-6 8-15,3-3 0 0,-5-2 0 0,1 0 0 16,13-2-2-16,-8 0 3 0,-3 1 0 0,-6-3 3 15,-2 0-4-15,-4 0 0 0,-1-3 2 0,-4 0 0 16,0-3 14-16,-2-3-9 0,-13-2 3 0,-4-1-6 16,-5-1 1-16,-3-2-1 0,1-3 2 0,4 0-1 0,-1-2 3 15,3 0-10-15,1 16 0 0,1-7-3 0,4-5 11 16,5-4-7-16,1-2-2 0,5 0-6 0,2-2-23 0,5 0-10 16,1 0-9-16,5 2-2 0,-3-2-46 0,0-1-11 15,0-5-10-15,3-5-15 0,1-2-172 0</inkml:trace>
  <inkml:trace contextRef="#ctx0" brushRef="#br0" timeOffset="114419.35">29398 4584 1103 0,'0'-4'12'15,"0"-5"13"-15,0-8-5 0,0 11-3 0,0-3-1 0,0 5-1 16,2 1-12-16,0-1-2 0,-1 2-4 0,1 0 1 16,2 0-15-16,0 2-17 0,-1 0 7 0,1 0-10 15,0 2 7-15,0 0 14 0,-1 0-10 0,1 0 9 16,0 0-32-16,-1-1-8 0,-1 1-3 0,0 0-2 16,0 0-25-16,0 2-10 0,0-1-3 0,-1 1-1 15,-1-2 1-15,0 5 34 0,0 8-6 0,-1-4 19 0,-7 8 28 16,-1 0 17-16,0-5 7 0,-2 1 1 0,7-2 13 15,-13 0 41-15,2 0-8 0,2 2 19 0,0-4-3 16,2 0 7-16,2-1-5 0,1-3 5 0,3 2 2 0,3-1-3 16,-4-1-1-16,5-3-3 0,-3 3-23 0,2-3-5 15,0 2 1-15,2-3-3 0,0-1-3 0,2 2-17 16,0 0 1-16,3-1-6 0,20 7-9 0,2-5-16 16,1-3-4-16,-2-2-6 0,4-4-28 0,-2-1 13 15,3-3-6-15,5-1 9 0,-1 0 1 0,2-4 10 16,2-2-2-16,-6 0 2 0,3-2-14 0,3-5 0 15,0 0-6-15,-4 16 4 0,4-22-6 0,-6 4-9 16,-1-5 2-16,0 3-5 0,-6-2 7 0,0 2 37 0,-4 7-3 16,-4-1 14-16,1 3 12 0,-6 0 32 0,0 1 6 15,-6 4 8-15,-1 1 22 0,-2 4 0 0,-3-2 6 16,3 3-3-16,2-1-3 0,-3 1-12 0,-1 2-2 0,-2 2-3 16,0 1-3-16,0-1-20 0,0-2 8 0,0 0-11 15,0 2 1-15,-2 1-9 0,1-1-7 0,-1 0 3 16,-2 2-7-16,-2 0 1 0,-7 5-5 0,0 5 4 15,0-1-1-15,1 19-7 0,-1 2 5 0,0-1-7 16,1 1-3-16,1 0 1 0,0 1 0 0,0 3 2 16,2-1 5-16,1-3-2 0,5 0-3 0,-3-8 0 0,0-2-7 15,5-3 12-15,-3-4-3 0,-7 4 6 0,3-4 1 16,3 0-1-16,1 0 8 0,4-4-6 0,0 0 4 16,0-3 2-16,2-1 1 0,0-1 2 0,1-2-1 0,14 0-1 15,2 11-10-15,1-4 6 0,1-2-6 0,-1-3 2 16,0-4 2-16,-1 0-1 0,1-4-4 0,-3-1-3 15,0-1 3-15,-4-1-2 0,2-2 3 0,-6 7-3 16,2-19-3-16,-2-6 2 0,-3 1 2 0,-2-8-2 16,18-3 3-16,-11 4-4 0,-4-8 2 0,-5 4-6 15,-2 3 8-15,-3-3-7 0,-3 7 13 0,-1 2-12 16,-3 4-1-16,3 8-1 0,-2-1 1 0,3 9 2 0,-9 3 1 16,-5 3-1-16,-3-13 0 0,1 6-5 0,-4 5-2 15,2 4-1-15,2 4 4 0,0 3-2 0,3 4 1 16,0-5-3-16,1 24-9 0,3-4-6 0,2 2-5 15,6-1 0-15,1-2-21 0,2 2-10 0,-12-2-1 0,4-1-4 16,7 0-22-16,5-4-18 0,2-3-10 0,3 0-3 16,3-2-44-16</inkml:trace>
  <inkml:trace contextRef="#ctx0" brushRef="#br0" timeOffset="114611.36">30584 4766 1186 0,'0'-2'28'0,"0"0"-2"0,-2 0 12 16,1-2-2-16,-1 1-7 0,0 1-18 0,0 0-7 15,-2 0-3-15,1 0 0 0,-1 2 2 0,0 0-2 16,0 0 4-16,1 0-4 0,-1 2 5 0,0 0 0 16,1 0-1-16,-1-2 0 0,0 0-7 0,0 0-4 15,1 0-3-15,-1 0-5 0,2 0-49 0,0 0-78 16,0 0-10-16,2 0-23 0,2-2-50 0</inkml:trace>
  <inkml:trace contextRef="#ctx0" brushRef="#br0" timeOffset="114965.93">30863 4368 832 0,'0'-2'109'0,"0"0"-148"0,0-7 129 0,0-8-73 16,0 8-10-16,0 2-1 0,0 1-6 0,0 2 3 0,2 1-13 16,-2 1 12-16,1 0 1 0,18 0 4 0,3 0-8 15,4 0 18-15,2-16-6 0,2 5 12 0,0 4 5 16,-1 3-2-16,5 2 7 0,-6 4-6 0,1 0-1 16,-5 4-1-16,-7 2-8 0,0 1 4 0,-6 0-15 0,-2 10 9 15,-1 17-8-15,-5 1 6 0,1 6-13 0,0 5 3 16,18 1 0-16,-9 1 3 0,-7-4 2 0,-6-3-7 15,-2-2 6-15,-4-9-7 0,1-2 6 0,-3-6-5 16,1 0 6-16,-1 1-5 0,1-3 9 0,1-1-9 16,3-5 1-16,-1 3-1 0,2-4 7 0,0-2-18 15,0 0-2-15,-1-1-8 0,-1-1-19 0,0-2-34 16,1 1-12-16,1-4-10 0,0-1-70 0,-6 3-42 0,-3 1-9 16</inkml:trace>
  <inkml:trace contextRef="#ctx0" brushRef="#br0" timeOffset="115124.38">30829 4790 547 0,'0'0'49'15,"0"-2"-6"-15,2 0 40 0,0 0 3 0,0-2-8 16,2 1-15-16,12-8-18 0,8-2 4 0,6 0-9 16,4 1 1-16,3 1-3 0,4 2-6 0,9 0 2 0,0-1-13 15,6 1-1-15,1-2-3 0,-10 2 0 0,6 1-15 16,-6 1-3-16,-8 5-7 0,-8 2-2 0,-8 2-37 15,-7 0-92-15,-3 1-15 0</inkml:trace>
  <inkml:trace contextRef="#ctx0" brushRef="#br0" timeOffset="115826.53">28170 5625 382 0,'0'-2'241'0,"0"-1"-336"15,-3-25 294-15,-1-4-164 0,0 2 5 0,3 6 5 16,1 6-3-16,0 5 1 0,0 5-21 0,0 6-10 15,-2-1 2-15,2-1-4 0,0 0-10 0,0 2 13 16,0 1-11-16,0-1 14 0,-2 2 3 0,0 0-3 16,0 2 5-16,0 1-3 0,0 8 6 0,-1 8-10 0,-1 5 3 15,0-2-6-15,1 3 3 0,-1-3-9 16,2 2-2-16,0 2-2 0,2 0 2 0,0 6 2 0,0-1 3 16,-2 4-2-16,2-1-10 0,0 1 4 0,0 2 2 15,0 0 3-15,0 2 9 0,0 4 0 0,0-6-3 16,0 4 2-16,0-4-2 0,2-5 0 0,0-4-1 0,2-2 1 15,-1-2 4-15,1-2-2 0,0-2-2 0,-2-5 1 16,1-4-2-16,-1-1 6 0,-2-7 1 0,0 1 0 16,0-2 5-16,2 2 8 0,0-1-6 0,2-1 5 15,-1 0-13-15,5 0 0 0,7-2 6 0,5-6-5 16,-3-3-2-16,3-8-2 0,-1-22 3 0,-1-3-1 16,3-8 12-16,-1-4-15 0,6 2 2 0,-2 0-5 0,4 4 1 15,2-1 0-15,-2 3-3 0,0-1 2 0,-1 3-7 16,-2 1 1-16,1 0 2 0,-2 4 0 0,-6 0 4 15,1 2-7-15,-4 6 2 0,-4 3-4 0,0 6-3 16,-5 9 3-16,-1-2-3 0,-3 4 0 0,4 3-30 0,-5 5-25 16,3-1-3-16,-2 2-7 0,0 2-18 0,-2 2-34 15,0 2 2-15,-4 18-14 0,-5 17-20 0,-2-4-132 16</inkml:trace>
  <inkml:trace contextRef="#ctx0" brushRef="#br0" timeOffset="116349.13">28965 6073 528 0,'0'-2'39'15,"0"0"46"-15,-2 0-15 0,0-2-15 0,1-3 3 0,-5-4-7 16,0 0-6-16,1 0-7 0,-3-1-4 0,1 3 1 16,1 2 1-16,-5-1-3 0,-4 3-2 0,2 3-1 15,0-7-11-15,-1-1-3 0,-3 3-1 0,-2 1-1 16,-1 4-9-16,0 2 6 0,-1 2 1 0,3 4 1 15,-5 5 0-15,3 2-11 0,-1-6 5 0,-1 23-6 0,2 5 1 16,1 1 3-16,1 4-6 0,-1-1 5 0,0 2-4 16,5-4-4-16,-3 1 4 0,6-7-3 0,1-5 18 15,5-2-6-15,3-1 1 0,0-3-4 0,-13 0-11 0,6 1 16 16,3-4-7-16,5-3 12 0,1 3 1 0,0-4-2 16,1-2 4-16,5 0-6 0,0-3-5 0,3 1-3 15,13-5 2-15,4-2 0 0,0 14 11 0,0-4-12 16,0-5 6-16,-2-3-9 0,4-4-1 0,2 0 9 15,-8-2-8-15,6-4 10 0,-11 1-4 0,-1-1-6 16,-3 1 2-16,-7 1-2 0,3-2 3 0,-3 3 0 16,-1-10 2-16,-3-2-2 0,9 0-6 0,-3-2 5 15,-6 2-5-15,-2-5 6 0,-2 5-1 0,-4-2-8 0,-1 2 5 16,-4-1-4-16,7 3 7 0,-18-2-6 0,3 4 1 16,2 3-2-16,1 1 1 0,1-1 1 0,0 5 0 15,2 1 1-15,4 0 7 0,1-4-5 0,5 5-3 16,1 1-2-16,-2-4 0 0,0 0 3 0,2 2 3 0,1 0-1 15,-1 1-5-15,2-1 6 0,0 0-4 0,2 0 4 16,-1 0-9-16,9-2 4 0,21-5 3 0,5 4 0 16,4-1 4-16,-3 2-4 0,-3 2-3 0,1-1 1 15,-1 1-3-15,3-2-13 0,-2 0-4 0,-5 1-7 16,-1-1-48-16,-1 0-20 0,0 1-15 0,-2-1-4 0,-4 0-83 16</inkml:trace>
  <inkml:trace contextRef="#ctx0" brushRef="#br0" timeOffset="116614.37">29494 5989 964 0,'0'-2'20'0,"0"0"-1"0,0 1 21 0,0-3-5 16,0 0 1-16,0 0-29 0,0 1 1 0,2 1-4 16,0 0 4-16,0 2-10 0,22-7 2 0,-5 3-1 15,-1 4 1-15,1 0 8 0,-10 0-3 0,6 2-2 0,-13-2-2 16,3 0-8-16,1 0-4 0,-2 0-13 0,-1 2 2 16,1-1-61-16,-2 1-47 0,0 0-13 0,0 0-20 15,-2 2-122-15</inkml:trace>
  <inkml:trace contextRef="#ctx0" brushRef="#br0" timeOffset="116773.29">29298 6394 655 0,'0'0'75'0,"0"0"-6"16,0-2 21-16,-2 0 2 0,0 0-21 0,2 0-16 0,0 1-27 16,0-1 9-16,0-2-17 0,2 0-1 0,0 1-10 15,-1-1-1-15,22-7-1 0,6 1 0 0,3-1-17 16,5 8-3-16,0-7-10 0,2-3-47 0,0 4-54 15,-5 0-3-15,1 1-13 0,-2 3-2 0</inkml:trace>
  <inkml:trace contextRef="#ctx0" brushRef="#br0" timeOffset="118607.71">29886 5874 221 0,'0'0'22'0,"0"0"23"0,0-2-4 15,-2 0-23-15,0 2 0 0,1 0-7 0,-1 0 2 16,0 0 5-16,-2 0 9 0,0 0-3 0,1 0 13 16,1 0 9-16,-6 0-4 0,-1-2 8 0,4 2 3 0,-5-1-2 15,3-1-1-15,1 0-1 0,-1 0-1 0,3 2-13 16,-1-2 3-16,-5-2-8 0,7 3-13 0,-1-1 2 16,0 0-7-16,0 0 7 0,1 0-7 0,-3 2 0 15,-3-2 0-15,-2 2-2 0,0 0-7 0,-4 0 0 16,4 2 3-16,-2 2 0 0,0 1 6 0,0 1-9 15,-4 1-1-15,8-1-1 0,-6 3 10 0,5-1-11 0,3-6 6 16,-4 9-6-16,2 4 15 0,3-1-15 0,-3-1 7 16,3 4-8-16,-1 0 8 0,3 0-7 0,0 3 5 15,-1-1-5-15,1-1 7 0,-3 3 5 0,3-1-7 16,0 0 5-16,2 1-6 0,-1-1-4 0,-1 2 4 0,0-1-4 16,2 1 0-16,0 0 8 0,-14 3-5 0,6-5 7 15,3-1-12-15,1-1 10 0,5-7-8 0,-1 0 9 16,2 2-4-16,0-3 5 0,0-1 5 0,0 0-2 15,0-3 3-15,0-1-9 0,2 1 1 0,-2-4-3 16,1 3 8-16,1-1-1 0,0 0-1 0,7 0-1 16,4-1-1-16,-1-1-1 0,2 0 3 0,-2 0-4 15,4 9-4-15,-5-4 0 0,4 1 0 0,-5-4 2 0,4-1 6 16,-1-1-9-16,0 0 5 0,6 0-6 0,-12-2 11 16,5 0-9-16,6 0 0 0,-12 0-3 0,12 0-3 0,-7-2 4 15,2 0-1-15,2 0 3 0,-5 0-3 0,4-1 9 16,-2-1-7-16,-3 0 8 0,4-1-6 0,-2-1-5 15,2-1 2-15,0-1-3 0,0 1 8 0,-4-1-1 16,2 7 2-16,-1-12-5 0,-1 0-10 0,2 0 8 16,-2-2 0-16,-3 2 5 0,1 0 7 0,-1-2-7 15,0-4-1-15,-1 4-3 0,-1 1-1 0,-2-1-2 16,0 0 5-16,9-2-4 0,-2 0 4 0,-2 1 0 0,-1-1 1 16,-2-5 0-16,-2 1 2 0,-1-1-4 0,-1 0 0 15,0 1-1-15,-1-1-3 0,-3 2 5 0,0 3-4 16,-1-2 4-16,-1 5-6 0,0 1-1 0,-1-2 3 15,1 4-1-15,1 1 0 0,-3 1 3 0,1 3-2 0,-8 3 1 16,-3-1-8-16,-1-9 8 0,-3 2-5 0,1 3 5 16,-5 3-1-16,0 5 1 0,0 0-2 0,0 2 2 15,2 3 1-15,0 3-1 0,2-1-2 0,-2 4-2 16,9-3-1-16,0 1-1 0,0-5 6 0,2 16-3 16,2 2 3-16,2 3 1 0,5-5 0 0,0-1 0 15,0 1 0-15,-10 0 2 0,2 4-3 0,5-3 1 16,3-3-1-16,4-5 3 0,0 6 2 0,0-2 0 0,0-4-5 15,2 2 0-15,2-4 0 0,-2-6 0 0,0 3 9 0,1 1-9 16,-1-5 7-16,4 5-7 0,-3-2 6 0,-3-5-2 16,0 0-2-16,4 2 0 0,0 0 0 0,0-1-2 15,-1 1-2-15,1 0-1 0,3-1-7 0,-1-1-4 16,1 0 0-16,1 0-6 0,-4 0-26 0,-3-2-39 16,5 0-12-16,1 0-14 0,8 0-93 0</inkml:trace>
  <inkml:trace contextRef="#ctx0" brushRef="#br0" timeOffset="118841.63">30222 6139 1313 0,'0'-1'17'16,"0"-1"-2"-16,0 0 0 0,-2-6 0 0,0 5-7 15,1-1-5-15,1 2-8 0,0 0 2 0,0 0-4 16,0 2 15-16,-2 0-8 0,0 0 6 0,0 2-7 16,0 0 10-16,0 0-8 0,0 0 1 0,1 0-3 0,-1-2 5 15,0 0-12-15,0 0 1 0,0 0-10 0,0 0-30 16,0 0-62-16,1 0-3 0,1 0-21 0,0 0-19 0</inkml:trace>
  <inkml:trace contextRef="#ctx0" brushRef="#br0" timeOffset="119266.49">30404 5772 978 0,'0'-2'24'0,"0"0"-2"0,-2 0 6 0,0-1-3 15,1-1-5-15,-1 0-12 0,0 0-7 0,0 1 1 16,0 1-3-16,0 0-10 0,2 0 8 0,0 0-1 15,2 0 4-15,0 1 10 0,2-1 3 0,5-2 3 0,15-3-1 16,10-1 6-16,-1 3-9 0,6 1 4 0,-4 2-6 16,-3 2 3-16,1 0 2 0,-1 0-9 0,-1 2 6 15,1 2-8-15,-4 1 4 0,-4 1 2 0,-2 1-1 16,-1 1-8-16,-5-1-1 0,-1 2 1 0,-2 1-1 16,-2 1 8-16,-3 9 2 0,-3 2-3 0,10 1 4 0,-2 3-1 15,-5 0 2-15,-5 7-2 0,-3 2 1 16,-2 3-2-16,-3 1 10 0,-3-2-3 0,-1 0 2 0,-2-2-18 15,-2 0 6-15,0 1 2 0,0-5 2 0,-2 1 4 16,-2-1-8-16,4-7-2 0,0-3 0 0,0-1 12 16,2-3-13-16,-2 2 9 0,2-3-11 0,2-1 12 0,1-4-4 15,-1 2-1-15,4-3-1 0,-1-3-7 0,0 2 5 16,3-3-1-16,-1 1 3 0,2-3-4 0,0 0 2 16,2-2 0-16,0-1 2 0,0 1 1 0,0 0-1 15,-1 2-7-15,-1 0 5 0,0-1-3 0,0 1-9 16,0-2-4-16,2 0-6 0,0 0-23 0,0-1-28 15,0 1 1-15,0 0-12 0,0-2-25 0,0 0-81 0,0 0-9 16,0-2-29-16,0 0-81 0</inkml:trace>
  <inkml:trace contextRef="#ctx0" brushRef="#br0" timeOffset="119530.01">30610 6223 590 0,'-2'-2'92'0,"-1"-2"158"16,-1-1-186-16,-2-3-28 0,1 3-4 0,-1 1-7 16,3 2-23-16,1 2 3 0,-2-3-5 0,2 1 3 0,0 0 4 15,2 0 7-15,0 0 3 0,2 0 0 0,2 0-2 16,18-5 7-16,8 0-3 0,0-1 6 0,1 3 6 16,1-1-13-16,-3-1 4 0,5-1-8 0,-5 1-7 0,1-1-1 15,0 3-5-15,0 1 5 0,-3 0 1 0,-1 1-7 16,-3 1 4-16,-8 0-6 0,-2 2-10 0,-4 0-43 15,-5 0-11-15,-1 0-13 0,-1 0-69 0,2 0-149 16</inkml:trace>
  <inkml:trace contextRef="#ctx0" brushRef="#br0" timeOffset="125724.53">5988 13520 29 0,'2'0'0'0,"0"-2"28"0,0 0 17 16,0 0 32-16,-1-1 13 0,-1-3-19 0,2-7-5 0,-2 4-8 15,0-2-7-15,0 0 9 0,0 3-3 0,0 1-9 16,0-1 4-16,0 3-7 0,0-3-4 0,0 1 0 16,-2 1-6-16,2 3 3 0,-1-3-9 0,-1 2-3 15,0 1 4-15,0-1-5 0,0 0-2 0,0 2 2 16,0 0-9-16,1 1 4 0,-1-1-29 0,0 0-6 16,0 0 1-16,0 2 1 0,0 2 19 0,0 0 7 15,-5 11-1-15,-10 22 2 0,4-2-4 0,2 3 1 16,0 1-2-16,0 0 0 0,2-2-3 0,1-1-5 15,3 3 7-15,-1-9-6 0,2 3 11 0,3-5-15 0,-1-4 3 16,2-1-4-16,0-1 14 0,0-3-5 0,0 0-3 16,0-2 1-16,2-2 3 0,-1-2-7 0,3 0 10 15,0-2-10-15,0 0 17 0,-1-1-1 0,-1-4-2 16,0-1 0-16,-2-1-7 0,11 7 5 0,2-1-2 0,0-3 5 16,-2-1 3-16,0-2-8 0,0-2 2 0,1 0-3 15,-1-2 6-15,-2-2-3 0,-3 1 1 0,3-16-2 16,0-9 0-16,0-3-7 0,4-1 1 0,-3-3-3 15,-1-4 12-15,0-2-7 0,-3-2 1 0,1 1-3 16,-1-1-3-16,-1 4 3 0,1 0 2 0,-2 4-2 16,-1 5-2-16,1 4 2 0,0 6-5 0,0 3 3 0,-3 2-8 15,1 6 6-15,0-2 0 0,4 3 2 0,-3 3-11 16,-3 3-12-16,0 0-11 0,4-2-7 0,0 0-105 0,0 3-96 16,-3-1-25-16</inkml:trace>
  <inkml:trace contextRef="#ctx0" brushRef="#br0" timeOffset="126016.55">6308 13772 857 0,'0'0'35'0,"-2"0"-2"0,0 0-6 0,0 0 2 15,-18 8-15-15,3-1 2 0,0 3-2 0,2-1-4 16,2-2 1-16,-3 14-6 0,4-1 3 0,-1 1 0 0,0-1-2 15,8 0-5-15,1-1-1 0,2 1 2 0,-9-3-1 16,2 2 1-16,3-3 6 0,3-1-4 0,1 0 5 16,2 0 2-16,0 0 3 0,2-2 7 0,1-2-1 15,3 2 27-15,-2-4 8 0,1 1-3 0,1-1 2 16,1 0-11-16,-1-1-3 0,1 1 0 0,-3-4-3 16,1 3-11-16,-3-4 6 0,0-1-2 0,2 3 3 0,-2-2-7 15,0-1-11-15,-1 5-1 0,-1-1-4 0,-1 2-6 16,-5 3-65-16,-3 1-64 0,-28 7-41 0,-6 12-572 15</inkml:trace>
  <inkml:trace contextRef="#ctx0" brushRef="#br0" timeOffset="136827.31">14576 14851 256 0,'0'0'160'0,"-2"0"-66"0,0 0 45 0,-2-2 7 15,0 2-117-15,-10-1-9 0,4-1-8 0,-1 0 2 0,2 2-3 16,0 0 6-16,1 0 0 0,4 0-1 0,-3 0 3 16,3 0 3-16,1 0 0 0,-1 0 1 0,0 0-1 15,0 0-3-15,3 0-1 0,-1 0-2 0,0 0 2 16,2 0 7-16,0 0-10 0,2 0 6 0,1 0-8 15,3 0 5-15,20-2-5 0,-2 0-2 0,4 0-1 16,-2 0-6-16,0 1 1 0,4-3-1 0,1 0 0 16,3 2 4-16,-6 0-9 0,-1 1 5 0,-1-1-6 0,0 2 3 15,-5 0-1-15,1 0-4 0,-3 0 1 0,-6 0-9 16,1 2-21-16,-4-1-7 0,-8-1-7 0,1 2-41 16,1 0-142-16,-2 2-6 0</inkml:trace>
  <inkml:trace contextRef="#ctx0" brushRef="#br0" timeOffset="137005.54">14587 15089 257 0,'-2'0'46'0,"0"2"-4"0,-13 3 47 16,-16 6 0-16,3 1-2 0,0-3-14 0,6-2-12 16,5-1-7-16,8-2 0 0,5-3-21 0,-2 1-1 15,4-2 4-15,-1 2-1 0,-1 0 10 0,2 0-10 16,0 0 1-16,2 0-4 0,2-1-1 0,2-1-8 0,31 8-1 16,0-6-3-16,4-2-15 0,2-4-7 0,2-3-8 15,2-6 2-15,5-2-6 0,-2 2-26 0,8 0-6 16,-4 2-43-16,3-1-364 0</inkml:trace>
  <inkml:trace contextRef="#ctx0" brushRef="#br0" timeOffset="137702.49">16176 14831 606 0,'0'-2'28'16,"0"0"53"-16,-2-2-65 0,2-1-4 0,-4-10 8 15,3 2-5-15,-1-2 15 0,0 0-4 0,0-1 3 16,2-5-2-16,0 1 6 0,0 3 5 0,0-3-6 0,0-3 7 16,0 1-3-16,2-2-5 0,0 3 5 0,0-1-4 15,-1 4 11-15,1 1-19 0,0 2-2 0,0 4-4 16,-2 5-8-16,0 3-9 0,2-1 8 0,0 0-9 15,0 2 10-15,-1 0-10 0,1 1-1 0,-2 1-2 16,0 1 8-16,0 1 1 0,0 4 2 0,4 24-3 0,-4-1-1 16,0-3 6-16,0 2-2 0,0-4 3 0,-2 2-4 15,0 0 1-15,0-2 2 0,-1-1-2 0,-1-1-3 16,0 0 6-16,2-1 1 0,-1-1 3 0,1-3 5 16,-2-2-12-16,0 0 1 0,1-4-2 0,-1 2 10 0,0-2-9 15,1-4 2-15,-1 3-4 0,0-3 2 0,0 0-4 16,1-1-2-16,-7 0-1 0,-8-1 3 0,1-1-1 15,-7 0 2-15,6-3-2 0,-3 1 2 0,-3 2 2 16,7-2-3-16,-5 0 2 0,3 0-4 0,3 1 7 16,-3 10-1-16,4-5 1 0,0-1-1 0,4-3 6 15,2-2-3-15,2-1 4 0,1 1 0 0,4-2-10 16,-5 2 6-16,3-2-9 0,0 0-6 0,2 0 9 0,1 0-10 16,1 0 10-16,0 0-7 0,1 0 5 0,1 0 4 15,4 0 0-15,18-5 5 0,6-3-5 0,7-1 2 16,0 0-3-16,-4 1 12 0,3-1-8 0,-5 0 3 15,3 1-5-15,-5 3-5 0,1-1 1 0,-2 2-4 0,-2 3 3 16,-2-1-3-16,-5 2 0 0,-3 0 0 0,-3 0-1 16,-2 0 9-16,-1 2-8 0,-7-2 1 0,-1 0-5 15,2 1 0-15,0 1-9 0,-1 0 1 0,-1 0-4 16,0 0-1-16,-2 2-27 0,0-1-4 0,0-1-17 16,-4 11-87-16,-1-2-135 0,-3 2-68 0</inkml:trace>
  <inkml:trace contextRef="#ctx0" brushRef="#br0" timeOffset="138062.6">15675 15510 633 0,'-2'0'58'0,"0"0"2"0,0 0-6 16,-16-3-9-16,-1 1-17 0,4 0-11 0,2 2-2 15,4 0 2-15,1 0-2 0,3 0-4 0,3 0-2 0,-2 0 5 16,1 0-3-16,-1 0-4 0,2 0 12 0,0 0-1 16,0 0 9-16,0 2 18 0,2 0-6 0,0 0 8 15,2-1-5-15,2 1 28 0,11 0-28 0,18 4 3 16,3-4-11-16,3-1-2 0,9-1-1 0,0 0-5 0,4-1 2 16,4-3-5-16,-4 0-12 0,0 0 7 0,-4 3-9 15,-3-3 1-15,-3 2-4 0,1-2-5 0,-6 2 1 16,0 1-3-16,-3-1 1 0,-3 2 6 0,-1 0-3 15,-8 0 5-15,-1 0-9 0,-5 0 0 0,-3 0-2 16,-3 0 4-16,-5 0-9 0,-3 0-2 0,0 0-4 16,2 0-23-16,-1 0-25 0,-1 0-17 0,0 2-3 0,-2-1-77 15,0 1-131-15</inkml:trace>
  <inkml:trace contextRef="#ctx0" brushRef="#br0" timeOffset="138486.84">15795 15989 791 0,'-1'0'61'0,"-1"0"-4"0,-2 0 8 15,-5-1 5-15,-6-3-22 0,4 2-12 0,5 2-3 16,1 0-1-16,1-2-1 0,0 0-11 0,2 0 7 0,0 1-3 16,1-1 5-16,1 0-5 0,0 0-12 0,1 0 6 15,3 0-7-15,11 0 12 0,15-1 8 0,-8 1-3 16,6 0 6-16,-6 2-4 0,-1 0-14 0,6 2 0 0,-4 3-6 15,-1 5-6-15,-3 1-2 0,-8-6-1 0,-6 23 1 16,3-4 2-16,10 6-5 0,-7-2 5 0,-7-2-5 16,-4 6 0-16,-2 1 5 0,-7-1-3 0,-6-1 5 15,-2-5 0-15,4-2 5 0,-14-3 0 0,1-3 2 16,0-3 2-16,-6-2-5 0,2-2 1 0,4-2-2 16,-2-1 10-16,8-3-2 0,1-1 0 0,1-2-1 15,5 0 2-15,2 7 3 0,3-5 2 0,5-2-2 0,1-2-11 16,0 0-7-16,-2 2-1 0,0-1-1 0,3 1-1 15,-1-2 0-15,2 0 0 0,2 0 0 0,-1 0-2 16,3 0 8-16,20-7-6 0,8-2 8 0,3-1-6 0,-1 3 4 16,6-1 2-16,-1 3-1 0,-1-3-1 0,1 3-6 15,-2-1 3-15,-4 1-3 0,-1-1 3 0,-4 1-4 16,-1 1-1-16,-3 0-1 0,-3 2 4 0,-1 0-1 16,1 1-1-16,-5-1-2 0,-1 2-7 0,-4 0-11 15,1 0-20-15,-3 0 2 0,-2 0-80 0,1 0-28 16,-3 0-2-16,1 0-11 0,-1 0-23 0,3-2-79 15</inkml:trace>
  <inkml:trace contextRef="#ctx0" brushRef="#br0" timeOffset="138893.7">16822 15295 853 0,'-2'0'62'16,"0"0"-56"-16,1-2 64 0,-1 0-27 0,0 0-31 0,0 1-17 16,0-1 5-16,0 0-9 0,0 0 7 0,1 0 3 15,-1 0 4-15,0 2 2 0,0 0 17 0,2 0 11 16,0 0 8-16,2 2 3 0,0 0 39 0,0 0-32 15,-1-2-1-15,14 2-13 0,2 7-19 0,0 2 10 16,1-3-5-16,5 3 6 0,-3 0-2 0,0-2-9 16,-1 0 6-16,1 3-8 0,1-1-4 0,-3 0-8 15,1 0 0-15,-4 0 0 0,0-2 6 0,-2 1-11 16,0-1 4-16,0-2-5 0,0 1 3 0,-4-1 0 0,0 1-1 16,-1-3 0-16,1 1 7 0,-5-2-5 0,-1-1 0 15,-1-1-3-15,2 2-6 0,0 0-1 0,-1-1-5 16,1 1 0-16,-2 0-28 0,0-2-66 0,0-1-3 0,-2 1-27 15,0 0-74-15</inkml:trace>
  <inkml:trace contextRef="#ctx0" brushRef="#br0" timeOffset="139155.81">17190 15241 712 0,'-2'-2'49'15,"0"0"-43"-15,0 1 56 0,0-1-24 0,-1-2-14 0,-1 0-5 16,0 1 0-16,1-1 1 0,-1 0 6 0,0 2-12 16,2 0 0-16,-1 1-6 0,-1-1-8 0,0 0 6 15,0 2 2-15,3 0 2 0,-9 2 1 0,-1 3 1 16,-4-1-6-16,-1 29 7 0,-1 1 15 0,-2 3-2 16,1-2 15-16,-3 2-11 0,-1-1 17 0,-2-5-5 15,2 1 0-15,-6-4-1 0,2-2 3 0,3 0-27 16,3-4 4-16,5-2-11 0,0 1 0 0,2-5-12 0,2 1 0 15,4-4-6-15,3 0-9 0,2-2-94 0,-3-3-94 16</inkml:trace>
  <inkml:trace contextRef="#ctx0" brushRef="#br0" timeOffset="140466.47">17808 14740 295 0,'0'0'43'0,"0"-2"52"0,0 0-5 0,-2 0 10 16,0-1-13-16,2 1 7 0,-3-13-36 0,-1-2-14 15,0 4-2-15,1-2-6 0,1 0-20 0,0 6-3 16,0-2 3-16,2 4-2 0,-2-1 10 0,2 3-6 16,0 1 7-16,0 0-5 0,-2 0-1 0,0 1 2 0,1 1-11 15,-1 0 8-15,-2 2-8 0,0 0 4 0,-11 7-1 16,2-3 0-16,-3 26-10 0,1-2 9 0,0 1-4 16,-2-1 6-16,4 0-14 0,0-2 9 0,6 0-2 0,1-4 4 15,4-1-5-15,-11-3 1 0,6-3 0 0,1-2 1 16,5-2 7-16,1-1 6 0,0-3 2 0,0 1 1 15,0-7-6-15,1 3 5 0,-1-2 1 0,2-2 2 16,15 11-7-16,-2-3 0 0,0-5-8 0,1-1 6 16,3-2-13-16,-2-2 2 0,-1-1 4 0,1-5-1 15,-4 1 2-15,0-3-11 0,0 3 4 0,-4-13-4 16,-1-1 9-16,-4-1-3 0,-3-2-4 0,14 1 2 0,-4-1-1 16,-5 2-5-16,-2-2 3 0,-4 0-3 0,-2 1 5 15,-2 1 1-15,-1 4 2 0,-1 3 0 0,0 2 2 0,3 7-6 16,1 2-2-16,-9-5 0 0,-4 0 0 0,0 3-3 15,-2 3 3-15,1 3-3 0,1 1-4 0,0 3 8 16,0 4-9-16,2 1 9 0,-4-4-10 0,6 18 9 16,0-3 3-16,0 2 0 0,7-1-9 0,2-1 9 15,-1-1-8-15,-10 1 8 0,3-1-15 0,5-1 12 16,3-3-1-16,2 0 3 0,0 0-8 0,0-2-12 16,2-2 2-16,1 0-8 0,1-1-31 0,-2-5-76 0,2 3-4 15,-4-7-27-15,9 3-51 0</inkml:trace>
  <inkml:trace contextRef="#ctx0" brushRef="#br0" timeOffset="140677.79">18200 14718 1257 0,'0'0'17'16,"0"0"5"-16,-2 0-23 0,0 0-4 0,0 0-9 15,0 1 10-15,1 1 7 0,-3 0-2 0,2 2 4 0,-2 1-7 16,-3 7 1-16,-1-1 0 0,3 0 1 0,1-4 5 16,0 1-1-16,3-3-4 0,1-3 1 0,0 0-17 0,-2 2-8 15,0-1-5-15,2 1-9 0,0 0-95 0</inkml:trace>
  <inkml:trace contextRef="#ctx0" brushRef="#br0" timeOffset="141045.69">18391 14493 1017 0,'-2'-2'27'0,"0"0"-1"0,1 0-6 0,-3 0 0 0,0 1-13 15,2-1-17-15,0 0-28 0,1 0 4 0,-1 0-6 16,2 0 28-16,0 0 6 0,2 1 3 0,-1-1-1 15,3 0-4-15,2 0 14 0,14-5 0 0,1 1 7 16,-1 0 17-16,0 3-2 0,-1 1-4 0,0 2 1 16,-1 0-4-16,-3 2-3 0,-2 1 3 0,2 3-4 0,-4 0-1 15,0 3 8-15,0-2-6 0,-1 8 5 16,-3 4-15-16,-1 3 10 0,-1 0-1 0,-1 2 4 0,0-3-14 16,10 1 7-16,-3 2-3 0,-3 0 6 0,-4 2-1 0,-3-1-3 15,-1-1 0-15,0 0 0 0,-3 2 6 0,-3-2-2 16,1 0 1-16,-3 2-2 0,1-4-5 0,-2 3 1 15,1-5-5-15,1-1 4 0,-1-1-3 0,1-1-12 16,-1-1 4-16,3-3-7 0,-1-1 8 0,3-7-35 16,-1 3 4-16,0-3-23 0,2-1-71 0,2-2-137 15,-3 1-57-15</inkml:trace>
  <inkml:trace contextRef="#ctx0" brushRef="#br0" timeOffset="141287.81">18458 14766 746 0,'0'0'57'0,"0"-2"-51"0,0 0 63 0,0 0-28 15,-2 0-35-15,2 1-2 0,0-1-3 0,0-2 5 16,0 0 15-16,2 1 11 0,0-1-2 0,2 0 6 16,1 0 6-16,16-9-4 0,-3 4 0 0,3 2-4 15,-3 3-17-15,4 0-7 0,1 2-3 0,1 2-2 16,0 0-4-16,-2 0-2 0,2 2 1 0,-3 0-2 0,-1 0-9 15,-5 0-2-15,-2 0-8 0,-6-2 0 0,-1 0-50 16,0 0-190-16</inkml:trace>
  <inkml:trace contextRef="#ctx0" brushRef="#br0" timeOffset="141597.57">18839 14610 892 0,'0'0'20'0,"0"0"3"0,0-2-8 0,0 0-10 16,0 0-3-16,0 0-9 0,0 1 24 0,0-3 1 15,1 0 9-15,1 0 1 0,8-7 21 0,17-2-8 16,-1-2 14-16,4 4-6 0,-2-2-3 0,0-2 1 0,0 10-4 16,-2-4-15-16,0 7-11 0,-4-13-3 0,0 6-2 15,-3 5-11-15,-4 4 7 0,-2 2-3 0,-4 1 5 16,0 3-5-16,-1 7 8 0,-3 15-5 0,-1-2 6 15,13-2-3-15,-6 2-7 0,-6 0 5 0,-3 2-6 16,-2 2 3-16,-2-1 1 0,-3 1 1 0,-3-2 0 16,-1 2-3-16,0-4 1 0,-4 1-6 0,2-2 2 15,0-3-8-15,-1-4-5 0,1 1-3 0,0-2-3 0,2-4-25 16,0 0-87-16,7-6 1 0,-11-1-42 0,7-3-104 16</inkml:trace>
  <inkml:trace contextRef="#ctx0" brushRef="#br0" timeOffset="141763.68">18941 14868 597 0,'0'0'42'0,"0"0"77"0,0-2-82 0,0 0-7 15,0 0 2-15,0 1-2 0,0-1 24 0,0 0 11 16,2 0 7-16,1 0-3 0,3 0 2 0,24-13-18 16,-3 4 0-16,3 0-6 0,0 2-23 0,-8 1-10 0,-1 3-10 15,-1-1 3-15,-3 3-10 0,-4 1 1 0,-2 0 0 16,-4 2-2-16,1 0-12 0,-5 0-20 0,-1 0 1 15,2 0-7-15,0 0-11 0,-2 0-62 0,-1 2-12 16,1 0-26-16,-2-1-127 0</inkml:trace>
  <inkml:trace contextRef="#ctx0" brushRef="#br0" timeOffset="142141.99">17914 15373 606 0,'-2'0'32'0,"0"0"0"0,-1 0 5 16,-5 0 0-16,-7 0-8 0,0 0 15 0,6 0-7 16,0 0 8-16,3 0-9 0,3 0-6 0,1 0-8 15,-2 0-3-15,0 0 1 0,2 2 5 0,1-2 34 16,-1 2-9-16,2 0 15 0,0-1-17 0,2 1-3 15,1 0-2-15,16 2 1 0,18-2-7 0,8-2 1 0,5 0 2 16,5 0-3-16,3-4-7 0,7 0 0 0,2 1-7 16,0-3 4-16,-1 0-10 0,-2 1-5 0,1-1 0 15,1 1-3-15,1 1-7 0,2 0 4 0,1 1 4 16,-3-1-2-16,-2 0-1 0,-7 2-3 0,-4 2-3 0,-10 0 2 16,-3-2-7-16,-11 2 12 0,-2 0-7 0,-8 0 8 15,1 0-12-15,-8 0 8 0,0 0-2 0,-6 0 4 16,0 0-7-16,-5 0-3 0,2 2-4 0,0 0 0 15,-2 0-16-15,-1 0-20 0,1 0-12 0,-2 1-8 16,-3 9-82-16,-5 1-84 0,3 0-62 0</inkml:trace>
  <inkml:trace contextRef="#ctx0" brushRef="#br0" timeOffset="142595.51">18020 15850 875 0,'-2'0'31'0,"0"-2"-29"16,0 2 32-16,-13-5-14 0,2-1-20 0,2 2 0 16,2 3 0-16,0-1 0 0,1 2 7 0,1 0-7 0,-4 0 0 15,0 2-3-15,-2 3-4 0,0 4 7 0,0-1 2 16,0 20 3-16,1 1 12 0,1 3 5 0,0 1-6 15,2 3 4-15,1-5-14 0,3 3 12 0,1-1 0 0,2-3 5 16,0-4-3-16,-14 0 0 0,6-6-2 0,5-1 4 16,3-1 26-16,2-3 6 0,0-2-3 0,2-2-2 15,2-1-15-15,-1-3-9 0,1-1 6 0,0-5-7 16,16 1 3-16,2 0-11 0,8 15-1 0,0-8-3 16,1-7-3-16,3-4-4 0,-3-3 6 0,-3-5-4 15,-4-1 8-15,-1-2-14 0,-5 0 6 0,-3 9-6 0,-4-16 7 16,-9 1 0-16,0 1-5 0,11-2 4 0,-4-5-2 15,-3-4 3-15,-6 1-2 0,-4 2 3 0,-5 0-5 16,-1 4-4-16,-1 1 3 0,6 1-3 0,-12 10 4 0,-3 3-4 16,3-2 0-16,0-2-2 0,-1-1-2 0,1 5-6 15,0 3 1-15,4 2-2 0,-2 2-1 0,2 2-1 16,0 4 0-16,2-1 0 0,0 3 5 0,4 5-11 16,-1 0 6-16,5 4-11 0,1 1-20 0,-9-1-73 15,1 0-8-15,5-3-26 0,3 1-76 0</inkml:trace>
  <inkml:trace contextRef="#ctx0" brushRef="#br0" timeOffset="142830.31">18415 16114 1258 0,'0'0'39'15,"0"0"1"-15,-2 0-15 0,1 0-4 0,-1 0-15 16,0 2-2-16,0 0 6 0,0-1-2 0,0 1 2 15,0 2-1-15,1 0-2 0,1-1-1 0,-2 7-3 16,0-3-3-16,0 4 2 0,2-7 0 0,0 2 1 16,0-3-5-16,0-1-8 0,0 2-9 0,0 0 2 0,0-1-18 15,0 1-17-15,0 0-12 0,0-2-10 0,0-1-96 16</inkml:trace>
  <inkml:trace contextRef="#ctx0" brushRef="#br0" timeOffset="143080.34">18712 15729 928 0,'-2'0'46'0,"1"-1"77"0,-1-1-94 0,0 2-16 0,-2 0-6 16,0 0 0-16,3 0 5 0,-1 0 4 0,0 2 1 15,0-1 0-15,0 3 4 0,-2 5 3 0,-1 12 1 16,1 3-2-16,2 2 2 0,2 2-1 0,0 3 0 15,0 1-2-15,0 0-8 0,0 3-4 0,0-2-3 0,-2-1 0 16,-1 1-1-16,-1-1-6 0,-2-6 0 0,1 2-3 16,-1-4-3-16,1-2 3 0,-1-1-5 0,3-7 2 15,-1 1-18-15,2-4-46 0,0-1-67 0,2-7-4 16,0 3-317-16</inkml:trace>
  <inkml:trace contextRef="#ctx0" brushRef="#br0" timeOffset="143466.64">18982 15819 997 0,'-2'-2'78'0,"0"0"11"0,0 0-22 16,0-2-27-16,2 2-12 0,-5-7-3 0,1 2 1 16,2-1-1-16,2 3-2 0,0-3-17 0,0 5-5 15,0-1-3-15,2 0 0 0,-2 2 1 0,4-1 2 16,-1 1 2-16,3-2-1 0,1 0-7 0,-1 2 6 15,-4 2 0-15,0 0 5 0,-1 0 8 0,3 2-6 0,0 2 7 16,1 5-6-16,3 19 7 0,-6 2-3 0,-2 1-7 16,-6 8 3-16,-1-5-8 0,-3 1 11 0,-1-1-6 15,0-3 8-15,0 4-8 0,2-1-6 0,-1-4 8 16,1-4-8-16,2-4 3 0,3-2 0 0,2-1 1 0,2-1 0 16,0-3 6-16,0-4-3 0,0 0 1 0,0-3-1 15,2-3 1-15,0-1 7 0,0 0-6 0,9 5 8 16,7 2-3-16,1-3-2 0,3-3 6 0,-5-3-6 15,0-2-1-15,1 0 10 0,-3-4-4 0,0 1 7 16,-2-3-9-16,-4 1 2 0,-3 1-8 0,-1-2 6 0,-3-12 4 16,9 3-8-16,1-7 8 0,-7-4-9 0,-5-6 3 15,-4 1-7-15,-7-1-1 0,-5 0-2 0,14 1 0 16,-32 1-3-16,-1 4 0 0,3 4 0 0,-1 1-5 16,1 3-20-16,1 3-4 0,-1 0-10 0,6 8-68 0,4-6-147 15,5 2-127-15</inkml:trace>
  <inkml:trace contextRef="#ctx0" brushRef="#br0" timeOffset="144297.69">20172 9140 458 0,'0'0'7'0,"0"-2"23"16,0 0-17-16,0 0-14 0,0 1 7 0,0 1-9 15,0 0 7-15,0 0-3 0,0 0-3 0,0 0 1 16,2 0-2-16,-1 0 4 0,1 0 9 0,0 0-2 16,0 1 18-16,0 1 3 0,2 0-4 0,-1 2 4 0,3 7-5 15,3 8 0-15,2 1 3 0,-1 0-2 0,1 5 1 16,0-5 9-16,-2 0-4 0,6 1 6 0,0-5-15 16,-2-3 15-16,9 2-8 0,-1-11 12 0,3 2 3 0,9 14-1 15,-1-11-2-15,9-9 0 0,1-5-7 0,5-12-12 16,-5-2 1-16,-5-3-7 0,2 17-13 0,-3-20 3 15,-5-1-5-15,-5 6 4 0,-3 2-2 0,-5 1-5 16,-1 2 4-16,-2 4-6 0,-2 2-7 0,-10 3-25 16,1 4-19-16,0-2-23 0,0 1-265 0</inkml:trace>
  <inkml:trace contextRef="#ctx0" brushRef="#br0" timeOffset="144566.9">20272 9833 400 0,'0'0'15'0,"-2"-2"33"16,0 0-42-16,0 0-7 0,1 0 5 0,-1 2-5 16,0 0 0-16,0 0 2 0,0 0-1 0,0 0 4 15,0 2 7-15,1 0 3 0,-1 2 2 0,0-1 1 0,-11 18 14 16,2 1 0-16,3-2 8 0,3 1-3 0,1-1 36 15,2-5-4-15,2 0 3 0,0-2-4 0,2-6 5 0,0 1 2 16,0-5-2-16,7 5 2 0,19 7-8 0,5-8-19 16,6-5-4-16,8-4-7 0,3-9-21 0,11-6-13 15,4-5 3-15,-4-2-5 0,4-4-3 0,-7 4-5 16,-1-2-3-16,1 0-2 0,0 4-27 0,-8 3-200 16</inkml:trace>
  <inkml:trace contextRef="#ctx0" brushRef="#br0" timeOffset="146561.47">19715 15041 306 0,'0'0'0'0,"0"-2"47"15,-2 0 2-15,0 0 5 0,0 0-2 0,1 0-40 16,-1 0 0-16,-2 1 2 0,0-1 14 0,1 0-7 16,-1 0 30-16,2 0 4 0,-2 0-4 0,2 0 5 15,-1 1 0-15,1-1-12 0,0 0 2 0,0 0-6 16,0 0-18-16,0 0-3 0,1 0-1 0,-1 1 0 15,0 1 3-15,0 0-9 0,0 0 3 0,0 0-4 0,2 1 4 16,0 1-2-16,0 2-3 0,0 0 1 0,8 14-12 16,1 1 7-16,0-1-1 0,2 5 4 0,2-1-5 0,0 0 6 15,2 2-3-15,-2-3 5 0,0-3 5 0,0 1 9 16,-9-2 2-16,9-1 1 0,0 5-12 0,-2-3 3 16,-3 1 0-16,-1-4 1 0,4 3-2 0,-3-6-13 15,1 2 0-15,-2-2-2 0,-3-7 7 0,-2 4-1 16,0-3-2-16,1 0 0 0,1-1-4 0,2 3-1 15,-4-5 0-15,-1 1-1 0,1 0-2 0,0-1 0 16,0 1 1-16,0 0-1 0,0 0-4 0,0-1-11 0,-1 1-7 16,1 0 1-16,0-2-21 0,0-1-81 0,-2 1-8 15,0 0-34-15,0 0-104 0</inkml:trace>
  <inkml:trace contextRef="#ctx0" brushRef="#br0" timeOffset="146815.74">19917 15044 709 0,'0'0'22'15,"0"0"1"-15,0-2 5 0,0 1-4 0,0-1-4 16,0 0 2-16,0 0-13 0,0 0 2 0,0 2-6 0,-2 0 7 16,1 0-1-16,-1 0 4 0,0 2-1 0,0 0 20 0,0 2-15 15,-7 9 4-15,5 18-9 0,-14-1-2 0,-3 5-5 16,5 2 7-16,-7-1-5 0,3 1 7 0,-6 0-2 15,-2 0-1-15,2-4 2 0,-2-3 7 0,6-4 14 16,5-4 1-16,2-3 2 0,4 0-16 0,4-6-12 16,-1 0-4-16,5-4 1 0,-5 0 2 0,4-3-12 15,1-1-1-15,1-1-6 0,0 0-12 0,2-2-9 16,-2 1-10-16,2 1-10 0,0 0-129 0</inkml:trace>
  <inkml:trace contextRef="#ctx0" brushRef="#br0" timeOffset="147547.4">20296 14979 700 0,'-2'0'50'16,"0"0"98"-16,1-2-145 0,-3 1 16 0,0-1-14 0,0 2 17 15,-3 0-9-15,-2 0-2 0,1 0 0 0,-3 3-2 16,2 1 6-16,0 4-10 0,-3 1 6 0,3 15-6 15,-4 0 13-15,4 0 1 0,0 6 5 0,-1-2-2 16,3 0 13-16,3 1-14 0,0-1 3 0,3 4-7 16,-16-6-5-16,6-2-2 0,5 0 0 0,4-3-1 15,2 1-2-15,2-4-1 0,2-1-4 0,0-4 4 16,1 2 9-16,3 0 4 0,-1-4 4 0,0-2-2 0,-1-1 4 0,9-5-6 16,2 1 2-16,-3 0-3 0,-1 5 0 15,0-1 7-15,2-1-2 0,-2-3 4 0,6-2-3 0,-4-2 3 16,-4-2-6-16,-2 0 4 0,0-4-10 0,-1 3 1 15,3-23-5-15,4-2 1 0,-6-2-17 0,2-3 7 16,0-3 2-16,12-5 1 0,-8 4-6 0,-8-2 2 16,-3 2 0-16,-1 2 2 0,-1-2 1 0,-2 5-6 15,0 4 1-15,-3 0-3 0,-1 6 11 0,-2 2-3 16,-1 1 0-16,-1 4-3 0,1 1 0 0,3 6-1 16,-1 1-4-16,-5 3 1 0,-3-5-1 0,0 1 4 0,0 3 2 15,2 1-1-15,-5 4-8 0,-1 0 3 0,2 4 0 16,0 5 2-16,0 0 3 0,4 21-4 0,2 0 2 15,1 3-3-15,3 0-1 0,1 1 6 0,2-1-4 16,-16-5 5-16,5 4-3 0,7-8 1 0,4 2-4 0,2-2 3 16,2-5-7-16,2 1-14 0,0-5-1 0,-1-2-14 15,3 0-92-15,-2-4-131 0,1 0-78 0</inkml:trace>
  <inkml:trace contextRef="#ctx0" brushRef="#br0" timeOffset="147782.34">20833 15109 1608 0,'-2'0'12'0,"0"0"6"0,0 0-25 15,0 0-10-15,-1 0-4 0,-1 0 11 0,0 2 1 16,0 2 11-16,1 0-5 0,-8 10 13 0,3-2-11 15,3-3 0-15,1-2-4 0,2-3 6 0,2-2-6 16,-2 2 0-16,2-3-3 0,-2 3 2 0,0 0-41 16,1 0-27-16,-1-3-17 0,2 1-192 0</inkml:trace>
  <inkml:trace contextRef="#ctx0" brushRef="#br0" timeOffset="148156.49">21130 14725 922 0,'0'0'236'0,"-2"-2"-320"0,0 0 277 0,0 0-154 0,0 1-34 16,-1-3 4-16,1 0-5 0,0 2 5 0,0 0-11 16,0 1 7-16,0-1-5 0,1 0 5 0,-1 0-7 0,0 0 10 15,0 0-2-15,0 2 7 0,0 0 2 0,0 0 7 16,1 2 3-16,-1 0 1 0,-2 0 8 0,4 0-12 15,-11 14 7-15,-2 5-10 0,2-1 1 0,1 1 1 16,1-1-4-16,2 1 3 0,1-1-7 0,2-1 0 16,3-3-5-16,-1 1 4 0,2-4 4 0,0 0-1 15,3 2 10-15,3-2-8 0,1-2 3 0,-5-4 0 16,17 1-5-16,11 3 3 0,-4-6-8 0,3 1 6 16,3-2-3-16,-6 12 3 0,7-3-12 0,2-3 8 0,-1-7-9 15,3-3 9-15,-2 0-10 0,-1-1-1 0,-3-3-1 16,1-2 0-16,-4 1-2 0,-2-1 1 0,0 1-4 15,-2-1 1-15,-4 0-17 0,-3 1-29 0,-4-1 0 16,-2 1-14-16,-3 1-41 0,-3 0-53 0,-3 4-23 0,2-5-26 16,1-4-233-16</inkml:trace>
  <inkml:trace contextRef="#ctx0" brushRef="#br0" timeOffset="148493.54">21449 14667 1297 0,'0'0'6'0,"0"-1"5"0,-2-1-8 16,0 0-1-16,1 0-2 0,-1 0-6 0,0 0 6 16,0 0-8-16,0 1 8 0,0-1-1 0,2 2-7 15,0 0 6-15,-2 0-5 0,1 0 19 0,-1 2 1 16,0-1-4-16,0 3 3 0,2 0 4 0,-6 14 0 15,-1 3 9-15,0 3-7 0,-1 4 6 0,1 2 3 0,-1 1-5 16,1 1 3-16,-1-1-23 0,1 3 13 0,1 1-6 16,3 0 9-16,1 2-8 0,0 2 1 0,2 0 7 15,0-3-4-15,0-1 1 0,0-5-1 0,0 1-10 16,0 1 7-16,0-3-14 0,0-4 4 0,0-1-1 16,0-6 3-16,-2 3-8 0,-2-1-16 0,1-5-9 0,-1 2-9 15,0-2-102-15,2-2-359 0</inkml:trace>
  <inkml:trace contextRef="#ctx0" brushRef="#br0" timeOffset="149271.99">22324 14071 229 0,'0'-1'37'0,"0"-1"46"0,2 0-5 0,-1 0-9 16,1-2 6-16,0 1-8 0,0-5 4 0,2-1-20 15,-1 1 2-15,1-1-8 0,-2 4-1 0,0-1-7 16,0 2 0-16,-2 2-2 0,2-1 3 0,-2 1-4 0,0 0-3 15,0 0-1-15,1-2-9 0,1 1 12 0,0-1-1 16,0 2 3-16,-2 0-5 0,0 0-5 0,0 1 1 16,0-1-1-16,0 0 5 0,-2 2-16 0,0 0 6 15,0 2-9-15,1 0 14 0,-1 9-12 0,-9 17 3 16,-2 3-5-16,0 3 8 0,1 1-7 0,-2 0 3 0,2 2-6 16,1 0-3-16,0 1 1 0,0 2-2 0,4 1 2 15,-1 6-3-15,1-1-1 0,-1-1-3 0,1 1 0 16,-1-5 3-16,-1 3-3 0,5-1 4 0,-5 0-4 15,0 3 1-15,7 3-1 0,-24 1-3 0,15 0 2 16,5 2-3-16,4-4 5 0,2 6 5 0,0-6-2 16,2-1-4-16,4-3 1 0,-1-7 0 0,1 0 2 0,1-3-6 15,-1-6 6-15,1-2-7 0,1-4 7 0,-3-5-5 16,3-1-1-16,1-1 3 0,-1-4-1 0,-3-3 2 0,1-1 6 16,9 1-5-16,1-5 4 0,3 3-6 0,-4-4-6 15,0 9-2-15,-1-2 0 0,-1-3 1 0,-1-2-10 16,-1-1 10-16,-2-1-12 0,0 0-9 0,-3-2-136 15,1 0-51-15</inkml:trace>
  <inkml:trace contextRef="#ctx0" brushRef="#br0" timeOffset="150514.63">22550 14417 78 0,'0'0'21'16,"0"0"-6"-16,0 0 28 0,0 0-5 0,0-2 24 15,0 0 3-15,0 0-4 0,0 0 3 0,0 0-3 16,0 1-6-16,0-1 9 0,0 0-9 0,0 0-2 0,0 0-15 15,0 0 1-15,0 0-3 0,0 1 7 0,0-1-16 16,0 0 0-16,0 0-5 0,0 0-1 0,0 0-4 16,0 0-2-16,0 1-2 0,0-1-6 0,0 0 17 15,0 0-1-15,0 2 6 0,0 0-9 0,0 0-3 16,0 2-9-16,0 0 4 0,0 1-6 0,0 3-4 16,-2 14 7-16,0 1-7 0,1 3 7 0,-1 0-8 15,0 2 5-15,0 2-5 0,2-2 2 0,0 0 1 0,0-2-5 16,0-3 2-16,0 1 0 0,0 0 1 0,2-1 5 15,0 1-3-15,1 0-1 0,1 0 7 0,0 3-3 16,0-1 4-16,-1 0-10 0,1 0 16 0,2 2-13 16,-3-2 14-16,1 0-4 0,0-1-6 0,1 1 7 0,1 2-7 15,-2-6 3-15,-1-1 8 0,-1-6-4 0,2 0 4 16,-2 0 0-16,0-2-3 0,-1 0 1 0,-1-6-3 16,2-1 0-16,0 0 14 0,0 0-2 0,0-1 5 15,0-1-4-15,0 0-7 0,-1 0 2 0,1 0-5 16,0-2-12-16,0-2 4 0,-2 0-4 0,0-5 4 15,4-18-1-15,-1-1-7 0,1-1 3 0,0-3-4 0,0-2 2 16,-1 1 2-16,1-3-4 0,2 3 3 0,3-1-2 16,0 3-3-16,4-1 3 0,0 2-3 0,-2-4 2 0,0 3 1 15,1-3 2-15,-3 2-1 0,2 1 2 0,0 3-3 16,0 2-1-16,-1 5 1 0,-1 2 0 0,-2 2 0 16,1 1-2-16,-1 2 0 0,1 1-6 0,-5 6 7 15,-1 1-3-15,2-2 3 0,0 1-5 0,-3 1-1 16,-1 2-2-16,2-1-2 0,0-1-17 0,0 0 0 15,0 2 3-15,0 0-3 0,0 1-9 0,-1-1-65 16,1 0-16-16,0 0-22 0,0 0-110 0</inkml:trace>
  <inkml:trace contextRef="#ctx0" brushRef="#br0" timeOffset="151744.51">22766 14608 215 0,'0'-2'41'16,"0"0"59"-16,0-1-25 0,0-1 4 0,0-13-1 16,-2 0 0-16,0 3-13 0,2 2-21 0,0 5 2 0,0-2-10 15,0-2-5-15,0-2-9 0,-2 1 5 0,2 3-5 16,0 4 4-16,0-1-9 0,0 2-2 0,0 1-3 15,0 1-4-15,0-2 14 0,0 2-4 0,0 0 8 16,-2-3 2-16,0 1-9 0,0 0 8 0,1 1-7 16,-1-1 14-16,0 2-2 0,-2 0-5 0,0 0 2 15,3 2-15-15,-12 0-1 0,3 4-2 0,-3 3 1 16,0 1 0-16,0 16-4 0,-2-2 0 0,4 4-3 0,-2 0-1 16,0 0 3-16,2 0 3 0,-2 0-1 0,4-2-2 15,0 2 4-15,1 0-3 0,3-1 5 0,1 2 5 0,0-1-11 16,0 0 4-16,-12 0-7 0,5 0 0 0,5-1 6 15,2-3-5-15,4 2 5 0,2-4-2 0,2 5-2 16,3-1 5-16,3-2-5 0,1-2 2 0,0-3-1 16,-9 2 1-16,14-6 0 0,3 1 6 0,1-1 1 15,-5-5-2-15,6-3 1 0,1 1-4 0,-3-4 6 16,1 13 0-16,-1-6 2 0,-6-3-4 0,1-3-4 16,3-1-2-16,-4-2 1 0,4-2 0 0,-6-1-1 0,2-3 8 15,-7 2-6-15,-1-9 4 0,1-9-5 0,-4-8-2 16,-1 2 0-16,3-1 6 0,15-3-7 0,-8 3 0 15,-4-5-2-15,-3 1-4 0,-4-1 4 0,0 3 0 16,-4 1 2-16,-1-2 0 0,-3 3-2 0,1-3-3 16,-1-1 1-16,-1 1 0 0,2 6 1 0,-3-4-2 0,-1 3-1 15,2 1-1-15,-2 0-5 0,2 1 6 0,1 9-5 16,1 1 4-16,-1 2 3 0,3 5-6 0,1 5 4 16,0 1-5-16,-5-6 1 0,2 5-2 0,-6-3-1 15,-2 4-5-15,0 2 16 0,6 2-4 0,-3 4 7 16,-2 3-12-16,-1 4 6 0,-4 20 1 0,4 3 2 0,2-1-2 15,2 0-5-15,-2-1-1 0,4 1-1 0,1 0 7 16,1 1 0-16,1-3 2 0,3 0-3 0,1-1-6 16,-17-2 7-16,8-2-6 0,4-1 7 0,5-2 0 0,2-3-5 15,0 0 2-15,2-2-5 0,1 1 0 0,1-3 5 16,0-3-1-16,0-2 1 0,-1-3-6 0,3 1-5 16,-2-4-1-16,-1 1-1 0,-1-3-5 0,-2-3-74 15,4 4 9-15,-2-3-33 0,1 1-16 0,3-2-83 16,1 0-34-16</inkml:trace>
  <inkml:trace contextRef="#ctx0" brushRef="#br0" timeOffset="152693.51">23155 14877 132 0,'0'0'47'0,"0"0"6"0,0 0 1 0,-1 0-11 15,-1 0-3-15,0 0 20 0,0 0 2 0,0 0-1 0,0 0 2 16,0 0-1-16,1 0-21 0,-1 0 2 0,0 0-9 16,0-2-6-16,2 1-2 0,0-1 4 0,0 0-3 15,0 0-5-15,0 0 3 0,0 0-4 0,0 0 5 16,0 1-1-16,0-1-1 0,2 0 3 0,0 0-2 16,0 0 1-16,-2 0 4 0,0 2-5 0,0 0 6 15,0 0-10-15,0 0 6 0,0 0-11 0,0 2 9 0,0 0-9 16,0 0-8-16,0 2 10 0,0-1-9 0,0 1 9 15,-4 7-3-15,0 0 1 0,2-3-1 0,0-3 2 16,1 1-3-16,1-4 4 0,-2 1-3 0,0 1 4 16,0 0 13-16,2 0-12 0,0-3 12 0,0 1-14 15,0 0-13-15,0 0 9 0,0 0-10 0,0 0 5 0,0-2 1 16,0 0-2-16,2 0 1 0,0 0-8 0,0-2 5 16,-1 0-2-16,-1 0 4 0,0 0 4 0,0 0-4 15,0 1 1-15,0-1-1 0,0 0 4 0,0 0-12 16,0 2 3-16,0 0-4 0,0 0 6 0,0 0-4 15,0 0 4-15,0 0-4 0,-1 0 1 0,-1 2 2 16,0 0-4-16,0 0 4 0,2-1 3 0,0 1 2 16,0 0 0-16,0 0 0 0,0 0 0 0,0 0 3 0,0-2 7 15,0 0-4-15,0 0 2 0,0 0-9 0,0 0-4 16,0 0 1-16,0 0-3 0,0 0 3 0,2 0-2 16,0 0 1-16,0 0 3 0,-2 0-7 0,0 0 3 0,0 0-3 15,0 0 7-15,0 0-7 0,0 0 4 0,0 0-6 16,0 0 2-16,0 0 2 0,0 0 1 0,0 0 2 15,0 0-4-15,0 0-3 0,0 0 0 0,0 0-2 16,0 0 6-16,0 0-2 0,0 0 0 0,0 0 0 16,0 0 6-16,0 0-8 0,0 0 2 0,0 0-3 15,0 0 3-15,0 0 3 0,0 0-2 0,0 0 2 16,0 0-8-16,0 0 6 0,0 0-4 0,0 0 4 0,0 0 2 16,0 0-5-16,0 0 4 0,0 0-4 0,0 0-3 15,0 0 7-15,0 0 0 0,0 0 4 0,0 0-5 16,0 0-1-16,0 0-2 0,0 0 1 0,0 0 1 0,0 0-3 15,0 0 2-15,0 0-3 0,0 0 3 0,0 0-1 16,0 0 0-16,0 0-2 0,-2 0-10 0,2 0-10 16,0 0-14-16,-2 0 0 0,0 0-67 0,2 0-86 15,-2 0-14-15,2 0-39 0,0 0-185 0</inkml:trace>
  <inkml:trace contextRef="#ctx0" brushRef="#br0" timeOffset="153317.54">23265 14543 718 0,'0'0'91'0,"-2"-2"7"0,0 0-32 15,0 0-19-15,-1-1-27 0,-5-1-12 0,1 0 9 16,-1 1-5-16,3 1 7 0,1 0-2 0,0 0-7 16,1 0 5-16,-1 0-6 0,2 0-8 0,0 1 32 0,0-1-6 15,2 0 20-15,0 0 22 0,0 0-23 0,2 0 5 16,0 0-11-16,2 1 0 0,13-5-11 0,3-1 5 16,4 1-7-16,4 0-1 0,2 3-11 0,1-1-1 0,3 4-3 15,-8 0-2-15,0 2-2 0,-4 2-4 0,-5-1 1 16,1 1-2-16,1 2 3 0,-8-3 7 0,2 1-4 15,-2 2 1-15,-2-1 0 0,3 1-5 0,-9-4 4 16,3-1 1-16,1 9-2 0,1 3 6 0,-1 0-4 16,-1 0 1-16,-1 2-6 0,-1-1 3 0,0 1-2 15,-1 0 5-15,1 2-7 0,-2 1 1 0,-2 1-1 16,0 0 3-16,0 1-5 0,0 2 0 0,0 1-1 0,-2 1-7 16,-2 0 9-16,-1 0-3 0,1-2 6 0,-1 4-3 15,1-2-1-15,2 2 2 0,-2-3-2 0,1 4 1 16,1-1 1-16,-2 0-3 0,-2 0 3 0,1-1-3 0,-1-3-3 15,1 2 5-15,1-2-2 0,0-3 7 0,1 1-6 16,-3 1-2-16,2-1-1 0,1-1 1 0,-1-4 5 16,2-2-1-16,0-6 0 0,0 2-15 0,2-5 6 15,-2 0-9-15,2-1 6 0,-1 1-27 0,1 0-90 16,-2-2 0-16,2 0-39 0,0-1-78 0</inkml:trace>
  <inkml:trace contextRef="#ctx0" brushRef="#br0" timeOffset="153633.41">23454 14838 913 0,'-1'0'34'0,"-1"0"69"0,0-2-101 16,0 1-2-16,0-1-7 0,0 2 3 0,0 0-2 0,1 0 9 15,1 0 9-15,0 0 1 0,1 0 31 0,1 0 5 16,2 0-1-16,11-2 2 0,0 0-7 0,7-2-4 16,6 1-6-16,0-1-1 0,5 0-27 0,-3 2 0 15,-2-1-6-15,-2 1 1 0,0 0-22 0,-2 0-5 16,-6 0-19-16,3 0-3 0,-5 0-134 0,-1 1-69 15</inkml:trace>
  <inkml:trace contextRef="#ctx0" brushRef="#br0" timeOffset="154056.7">24054 14725 734 0,'0'0'10'0,"0"0"3"16,-2 0 10-16,0 0-4 0,1 0 5 0,-1 0 21 15,0 0 20-15,0 0-2 0,0 0 6 0,0 0-20 0,0 0-24 16,1 0-2-16,-1 0-7 0,0 0-3 0,0 0 37 15,0 0-11-15,2 0 18 0,0 0-10 0,2 0-6 16,0 0-2-16,2 0-3 0,12 0-15 0,8-2-1 16,-1 0-2-16,3 2-1 0,-4 0-17 0,4 0 4 15,-2 0-3-15,-7 0 4 0,3 0-6 0,-1 0 2 16,-1 0 2-16,-3 0 1 0,-5 0-4 0,-5 0 6 16,-3 0-9-16,0 0 7 0,2 0-1 0,-3 0 2 0,3 0 1 15,0 0-1-15,0 0 2 0,-3 0-1 0,1 0 6 16,0 0-6-16,0 0 0 0,0 0-1 0,0 0-4 15,-2 0 3-15,0 0 3 0,0 0-9 0,0 0 2 0,0 0-5 16,0 0 3-16,0 0 1 0,2 0-2 16,-2 0 2-16,0 0-14 0,0 0-20 0,0 0-23 0,0 0-11 15,0 0-186-15</inkml:trace>
  <inkml:trace contextRef="#ctx0" brushRef="#br0" timeOffset="158357.06">24752 14619 447 0,'0'-2'16'0,"0"0"2"16,0 1 11-16,0-3-4 0,-2-5 4 0,1-6 13 16,-1 2-2-16,-2-2 1 0,0-2-1 0,1 0 0 15,-1 3-2-15,2 2-6 0,0 3 2 0,0 0-10 0,0 3-2 16,1 1-3-16,1 3 0 0,0 0-2 0,0 0 1 15,-2-2 5-15,0 1-3 0,2 1-1 0,-2-2 5 16,0 0 0-16,0 3 2 0,-1-1-1 0,-1 0-9 16,0 2-2-16,0 0-2 0,-1 0 4 0,-4 4 2 15,-3 5-1-15,3 6 1 0,-2 9-1 0,2 4 3 16,-4-4 0-16,5 2-1 0,1-4 0 0,-1 2-9 16,3-1 2-16,-1-3-4 0,3 0 8 0,-1-1-10 15,2 0 1-15,-11-1-5 0,4 1 1 0,3-3 2 16,2 1 5-16,3-2-3 0,1 0-2 0,0-2 15 0,0 0-8 15,1-2 11-15,3 0-9 0,-2-3 5 0,2-1 1 16,1 0 1-16,-3 1-1 0,13-4-5 0,0-1-8 0,-2-1 4 16,0 7-4-16,2 1-3 0,-2-5 9 0,2 1-9 15,-1-2 2-15,1-3 6 0,0-1-3 0,2 0 3 16,0-3-9-16,-3-3 4 0,1-1-1 16,-2-3 3-16,0 3 4 0,-2-15-9 15,1-1 4-15,-5 1-6 0,2-4 0 0,-3 4 2 0,-4-2-1 0,0 0 3 16,-1 1-1-16,14 1-5 0,-4-2 1 0,-5 2-2 15,-4-4-1-15,-2-2 7 0,0 5-5 0,-4-3 7 0,-1 2-7 16,-1 2-5-16,0 3 4 0,3 6-4 0,-1 2 10 16,0 2-3-16,-1-4-1 0,1 6-1 0,-2-1-4 0,5 4-1 15,-3 3-2-15,-5-7 0 0,1 4-1 0,-1-1 6 16,0 1 0-16,-3 0 1 0,1 3 0 0,0 1 2 16,0 0 0-16,0 1 1 0,0 5-11 0,-2 1 6 15,3 1-3-15,-1 16 5 0,0 2 1 0,4 0 1 16,-3-4 4-16,5 2-3 0,-1 1-6 0,1-5 4 15,-1-1-2-15,1-1 2 0,-1 1-5 0,4-3 10 16,0 1-5-16,-9-2 7 0,2 2-15 0,3-4 8 0,3 2-1 16,-1-1 2-16,2-1 1 0,2-1 0 0,0-1 1 15,0-4-1-15,0 2-2 0,0-1 1 0,0-3-4 16,0-1 3-16,0 0 3 0,0-2-9 0,0 0 3 16,0-1-8-16,2 3 0 0,0 0-34 0,0 0 1 15,1-3-16-15,1 1-41 0,0 0-53 0,-1 0-10 0,1-2-21 16,5 0-113-16</inkml:trace>
  <inkml:trace contextRef="#ctx0" brushRef="#br0" timeOffset="158639.26">25226 14567 717 0,'0'0'59'0,"0"0"-6"0,-2 0-27 15,2 0 9-15,-2 0-34 0,0 0 10 0,0 0 22 16,0 0 2-16,1 2 5 0,-3 0 8 0,0 0 8 16,0 0 1-16,-7 5 2 0,4-3-2 0,1-1-11 15,4-3-1-15,-1 2-3 0,-1 2 2 0,0 0-10 16,4-2-1-16,0-1-5 0,0 1-5 0,-3 2-15 16,-1 0 6-16,2-1-11 0,0 1-2 0,0 0 0 0,0 0-1 15,1-3 2-15,-1 1 2 0,0 0-5 0,0 0-1 16,0 0-3-16,0 0-5 0,2 0-10 0,0-1-7 15,0 1-8-15,0-2-83 0,0 0-58 0,0 0-24 16,0 0-20-16,0 0-195 0</inkml:trace>
  <inkml:trace contextRef="#ctx0" brushRef="#br0" timeOffset="159130.26">25534 14315 675 0,'0'-2'143'0,"0"0"-167"0,-2 0 154 0,0 0-78 0,0 0-45 16,1 1-3-16,-1-1 6 0,0 0-2 0,0 0 18 0,0 0 10 15,0 0-4-15,-1 0 7 0,1 2 11 0,-9-1 0 16,1 1-1-16,-1 0-3 0,2 0-25 0,1 0-2 16,-1 1-7-16,4 1 4 0,-1 2-9 0,0 0-2 15,5 3-2-15,-3 6 1 0,2 4 0 0,-9-1 2 16,2 1 3-16,1 0-2 0,4-2-3 0,3 0 9 15,-1 3-6-15,2-1 6 0,2 0-12 0,-1-3 5 16,5 3 2-16,0 0 2 0,-1 0 2 0,1-4-9 16,1 0-1-16,2 3-1 0,-1-3 1 0,1 2 3 0,0-2 1 15,-1-2 1-15,1 2 0 0,-1 0 2 0,-1-2-3 16,0 1 3-16,-1-1 11 0,0-2 2 0,-3-2 1 16,1 3-2-16,0-1-3 0,-1 0 9 0,-1 1-2 0,0-1 4 15,-2-2-2-15,0 1-1 0,0-1 3 16,0-3-3-16,0 1-6 0,-2 1 6 0,0-2-3 0,1-1 4 15,-1 1-8-15,-6 0 6 0,-5-2-6 0,-2 1 6 16,2-1-13-16,0 0-5 0,2 7 2 0,4-3-3 16,-1-2 3-16,3-2-9 0,-1-1 1 0,1 1-2 15,3-2 1-15,0 0 0 0,0 0-2 0,-2 2 0 16,1 0 2-16,-1 0-1 0,0 0-3 0,2 0 0 0,1-1-13 16,-1 1-12-16,0-2-17 0,0 0-1 0,-2 0-73 15,2 0-20-15,1 0 0 0,-1 0-8 0,0 0-21 16,0-2-127-16</inkml:trace>
  <inkml:trace contextRef="#ctx0" brushRef="#br0" timeOffset="159380.31">25352 14439 1164 0,'0'-2'23'0,"0"0"3"0,0 0-26 0,0 1-2 16,0-1-16-16,0 0-12 0,0 0 30 0,0 0-6 16,2 0 15-16,0-1 11 0,0-1 1 0,1 0 7 0,12-7-3 15,6-2 15-15,-1 0 18 0,2 2-4 0,-1 2 6 16,-1-1-14-16,1 1-22 0,-3 2-3 0,-1 1-6 16,-2 1-15-16,-2 1-4 0,0 0-2 0,-6 2-2 15,1 0-4-15,-5 2-45 0,1 0-17 0,-2 0-15 16,2-1-96-16,-1-1-186 0</inkml:trace>
  <inkml:trace contextRef="#ctx0" brushRef="#br0" timeOffset="159846.67">25708 13954 653 0,'-1'-1'104'0,"-1"-1"195"0,0 0-280 0,-2 0-11 0,2 2-10 16,-5-4 4-16,5 4 9 0,-2-2 5 0,2 2 3 15,1 0-1-15,-1 0 7 0,-2-1 16 0,0-1-7 16,1 0 9-16,-1 0-17 0,2 0 19 0,0 0-3 16,0 0 8-16,0 1 3 0,1-1-14 0,1 0 2 0,0 0-8 15,0 0-11-15,0 2-1 0,1 0-1 0,1 0 0 16,0 0-1-16,0 0-8 0,2 2 0 0,-1 0-2 15,-1-2-5-15,11 9 5 0,0-7-5 0,0 13 4 16,0 0-7-16,-3 0 0 0,-3-1-1 0,-1 3 0 16,5 2-1-16,0-3 5 0,-2 3 5 0,6 0-1 15,-2-3-4-15,-2 3 6 0,0-2-6 0,0 3 7 16,-1 0-10-16,-1 3 0 0,0 3 4 0,-5-2-3 0,0 4 5 16,-2 1-3-16,14-1-4 0,-3 9 1 0,-5 2-1 15,-5 0-2-15,-3 4 2 0,0-4-1 0,0 0 3 16,-7 0-5-16,-2-2 2 0,-2-2-2 0,-2 1 6 0,-2 1-3 15,0-2 4-15,0-1-3 0,0-3 3 0,-2-3 1 16,1 2-4-16,3-6 4 0,0 0-3 0,0 2 0 16,2-6 0-16,-1-1 0 0,1-2-2 0,2-4-1 15,0-2 0-15,-1 0-2 0,7 2-13 0,-8-4-31 16,-2-7-9-16,3 0-11 0,1 5-64 0,2-3-86 16,1-2-35-16</inkml:trace>
  <inkml:trace contextRef="#ctx0" brushRef="#br0" timeOffset="160296.64">25690 13225 796 0,'0'0'52'0,"0"-2"-4"0,0 0-9 15,0 0 2-15,0 0-25 0,0-1-20 0,0-1 4 16,2 0 3-16,0 0 1 0,-1 1 4 0,5-1 7 15,14-7 6-15,6 0 2 0,2 1 28 0,-2 5 0 16,4-1-3-16,-6 4 2 0,2 2-8 0,-2 0-7 0,-3 4 2 16,1 4-4-16,-5 1-6 0,1 4-23 0,-3-8 2 15,-11 20-7-15,3-1 5 0,-3-2 2 0,-2 2 2 16,2-2 1-16,9-1 9 0,-4-1-11 0,-4-1 7 16,-3-2-7-16,-2 1 17 0,0-3-7 0,0-2 0 0,0-2-2 15,-2 2 3-15,2-5 8 0,0 3-2 0,0 0 4 16,0-4-4-16,0-1-3 0,0-2 4 0,0-3-3 15,2 3 8-15,2 0-15 0,2 0 1 0,14 5-4 16,2-2 5-16,-1-3-10 0,1 0 3 0,0-4-6 16,1-2-7-16,-1-2-3 0,2 0 0 0,-2 1-1 15,0-3-1-15,-3-1-112 0,0-1-46 0</inkml:trace>
  <inkml:trace contextRef="#ctx0" brushRef="#br0" timeOffset="199465.71">6321 14729 934 0,'-2'-2'11'15,"0"0"-4"-15,-2 0 23 0,-3-2-7 0,-10-5 6 0,-3 2-25 16,5 3 2-16,-2 2 4 0,-2 2-4 0,3 2-10 16,1 4 3-16,-2 3-6 0,-3 0 6 0,-1 21 0 0,-1 7 7 15,-4 4-3-15,4 3 3 0,1 7-13 0,3 0 13 16,5 9-4-16,3-4 9 0,3-4-1 0,-19 0 5 16,13-8 3-16,9-5-2 0,4-2 4 0,6-7-5 15,1-6 4-15,4 0-5 0,-1-7-3 0,-1-4 8 16,2-2-5-16,10-9 7 0,3 2-4 0,2 12 8 15,-4-6-3-15,8-5 3 0,-2-5-13 0,1-7 3 0,3-6-3 16,-1-6 2-16,1 10-4 0,0-23 1 0,-5-1-5 16,5-2 3-16,-2-1-4 0,-4-4-1 0,-4-3 6 15,-7-2-6-15,0 1-3 0,-6 7 4 0,-2-1-3 16,-5 5 6-16,17 1 6 0,-8 1-10 0,-7 3 5 16,-4 4-6-16,-2 0 7 0,-4 5 1 0,-3 3-1 15,0 4 1-15,-4 3 4 0,-11 5-6 0,-1 3-2 0,-4-18-1 16,1 10-4-16,-2 5-1 0,0 6 2 0,1 5-3 15,1 4 3-15,0 6-2 0,4-11-1 0,2 23-1 16,-1 3-1-16,5 0-3 0,3-1 6 0,-2 1-4 16,6-1 1-16,4-1 4 0,-1 1-6 0,6-1 5 15,-14-6-19-15,6 0-20 0,7-3-5 0,3-1-5 16,0 1-26-16,3-1-37 0,5-1-16 0,-3-8-8 0,-1 0-59 16</inkml:trace>
  <inkml:trace contextRef="#ctx0" brushRef="#br0" timeOffset="199933.71">7301 14612 773 0,'-2'0'129'0,"0"-2"-123"0,0 0 133 0,0 0-57 0,1 0-56 16,-1 0 6-16,0 1-9 0,-2-1 7 0,2 0-19 0,0 0-8 15,1 0 11-15,-1 2-10 0,0 0 8 0,0 2 3 16,0 0-2-16,0 2 2 0,-5 16-5 0,1 4-1 16,4 0-2-16,2 2 2 0,0 4 3 0,0 0-8 15,0 1 2-15,0 5-4 0,2-1 5 0,2 2 2 16,-2 2-2-16,0 0 1 0,-2 2-13 0,0 0 6 15,0-1 1-15,0-4 4 0,0-1-4 0,0-7-4 16,2 5-3-16,-1-9 0 0,1 1-9 0,2-5-40 16,-2-9-15-16,0 4-12 0,1 0-83 0,1-4-34 0,-2-5-7 15</inkml:trace>
  <inkml:trace contextRef="#ctx0" brushRef="#br0" timeOffset="200246.07">7661 14654 724 0,'0'0'301'0,"0"-1"-400"0,-2-1 349 0,0 0-192 15,1-2-50-15,-3 0 8 0,0 1-1 0,0-1 3 16,1 0-10-16,-1 1 5 0,2 1-6 0,0 0 6 0,0 0-2 16,2 0-3-16,0 0 6 0,2 0-4 0,0-1-1 15,2-1 4-15,7-3-9 0,9-3 9 0,5 1-3 0,-3 5-1 16,0 2 3-16,-1 2-4 0,-3 2-10 0,-1 2 10 15,1 3-10-15,-1 3 10 0,-4-1-1 0,0 2-1 16,-4 11 8-16,-1 6-8 0,-5-2 5 0,-1 4 0 16,0 3-1-16,19 3 1 0,-8 3-4 0,-6-4 4 15,-5 6-2-15,-2-2 2 0,-4 2-10 0,-3 1 7 16,-1-3-7-16,-1 0 7 0,0-3-12 0,-1-3 8 16,3-3-6-16,1-4 4 0,-1 2-21 0,1-8-35 0,3 0-2 15,-1-3-14-15,0-6-38 0,3 0-48 0,-1-3-5 16,2-4-31-16,0-3-183 0</inkml:trace>
  <inkml:trace contextRef="#ctx0" brushRef="#br0" timeOffset="200701.22">8495 14562 848 0,'-2'0'43'0,"0"-2"68"0,-2 0-64 0,2 2-9 0,-11-6-2 16,4 3-2-16,2 1-3 0,-1 0-12 0,5 2-5 16,-1 0-3-16,0 0-12 0,1 0 6 0,1 0 1 0,0 2 0 15,0 0-6-15,0 1 7 0,2-1-6 0,-4 15 7 16,4 5-1-16,0-1 0 0,2 5 13 0,2 0-8 15,2 1 9-15,-1 5-6 0,1 1 0 0,-1 3-2 16,1-1-7-16,-1 4 3 0,-1-2-5 0,0 2 6 16,1 2-8-16,-1-2 4 0,0 5-3 0,-1-1 3 15,-1 0-11-15,0 3 5 0,-2-5-10 0,0-2 6 16,0 2-26-16,-2-4-16 0,-1-5-13 0,-1-4-5 0,2-4-87 16,0-4-83-16,0-3-6 0</inkml:trace>
  <inkml:trace contextRef="#ctx0" brushRef="#br0" timeOffset="203159.67">29429 1485 716 0,'-1'-2'0'0,"-3"0"6"16,-4-4 66-16,-6-3-15 0,1 2 4 0,0 1-24 16,0 2-7-16,1 3 4 0,1 1-6 0,0 1 3 15,-2 5-16-15,4 0-1 0,-2 3 1 0,3 17-2 16,1 0-7-16,3 0 1 0,-13 0-1 0,6 0 0 16,6-2-3-16,3 2 3 0,2-4-2 0,4-1 4 0,1-1 2 15,3-3-1-15,1-2 7 0,0-2-4 0,0-4 32 16,12-2-1-16,3-1-2 0,0 11-3 0,2-6-22 15,2-4 0-15,-2-5-2 0,4-2 1 0,-4-2-11 16,-6-3 9-16,4-5-11 0,-3-1 10 0,1-4-14 0,4 8 10 16,-8-19-2-16,-3-2 5 0,-7 2-2 0,-5 0-5 15,14 0 4-15,-6 0-4 0,-3-2 4 0,-5 0 11 16,-3 2 2-16,-3-1 3 0,-3 2 7 0,-7-2-6 16,-4-1 2-16,12 9-4 0,-21 1-8 0,4 10-3 15,-3 6-4-15,-1-5 2 0,2-10-3 0,-2 6-10 16,2 5-4-16,-4 6-2 0,4 6-9 0,0 7 14 15,2-2-4-15,1 24 6 0,3-1-11 0,1 3-4 0,4-4 2 16,6 1-5-16,-1-4-18 0,-10-3-46 0,7 1-6 16,5-2-19-16,6 2-90 0,2-4-130 0,3-2 34 15</inkml:trace>
  <inkml:trace contextRef="#ctx0" brushRef="#br0" timeOffset="203356.34">30024 1618 622 0,'0'0'85'0,"0"0"155"16,0-1-201-16,1 1 7 0,1 0-8 0,0 0 12 16,0 0 28-16,0 0 40 0,0 0-21 0,0 0 17 0,-2 0-92 15,0 0-8-15,0 0-6 0,0 0 2 0,0 0-12 0,-2 0-5 16,0 0 1-16,0 0-5 0,0 0-23 0,0 1-81 16,0 1-20-16,1 0-30 0,-1 0-161 0</inkml:trace>
  <inkml:trace contextRef="#ctx0" brushRef="#br0" timeOffset="203593.45">30332 1284 889 0,'-2'-2'30'0,"-2"0"53"0,0 2-77 0,-10-1 13 0,2 1-8 15,3 0 12-15,2 1 13 0,5-1-1 0,0 0-3 0,-2 4-1 16,-5 9-13-16,-2 9-7 0,5 4 0 0,4 0-4 16,2 0-3-16,2-1 5 0,2-1-1 0,0-2 1 15,1-2-11-15,-1 1 4 0,2 1 3 0,-1-1 1 16,-1-3-5-16,0 3 1 0,-3-5-4 0,1 1 3 16,0 0-1-16,-2-4-14 0,0-2 3 0,0-2-8 0,2 0-16 15,0-1-170-15,-2-3-23 0</inkml:trace>
  <inkml:trace contextRef="#ctx0" brushRef="#br0" timeOffset="203885.37">30575 1171 1010 0,'0'0'24'0,"0"-2"-1"0,0 0-5 0,0 0 3 15,0 0-10-15,0 1 29 0,0-1 18 0,2 0-8 16,2 0 7-16,9-7-29 0,16-6-4 0,-1 4-3 16,0 3-2-16,0 6-15 0,-4 4-3 0,2 6 4 0,-4 3-2 15,-1 4 18-15,-5 1-2 0,-3 18 1 0,-2 3-2 16,-3 2-5-16,-3 0 0 0,-1 2-1 0,17-6 0 16,-8 2-9-16,-8-3 6 0,-5-1-3 0,0-3 3 15,-4-2-7-15,1-2-6 0,-3 0 3 0,1-2-7 16,-3-2-13-16,3-2-35 0,-1-1-47 0,0-2 1 15,3-2-187-15</inkml:trace>
  <inkml:trace contextRef="#ctx0" brushRef="#br0" timeOffset="204227.33">30826 1544 1052 0,'0'-2'57'0,"-2"0"113"0,0 1-152 0,0-1 5 16,0 0 0-16,2-2 2 0,0 0-8 0,0-1-7 15,6-8-9-15,-1 5 5 0,8-1-6 0,19 0-13 16,1-2 1-16,8 0-10 0,4 1-32 0,3 1-10 16,6 2-14-16,-4-6 2 0,-2 3-52 0,-1 1-43 0,-10 0-4 15,-4-1-7-15,3 3 32 0,-12-2 96 0,0 3 12 16,-8-3 24-16,-1-2 31 0,-4 5 19 0,-5-7-1 16,1 8 13-16,-5-3 53 0,4 1 44 0,-1-3-1 15,-3 7 10-15,2-3-29 0,-2 2-10 0,0 1-5 16,0-1-2-16,-2 2-26 0,0 0-28 0,1-1-5 0,1-1-7 15,0 2-21-15,0 0 4 0,0 2 6 0,0 0 0 16,0 2 19-16,-1 2-3 0,3 14-3 0,0 18-1 16,-2-1-7-16,-2 0-14 0,0 0 8 0,-2-3-12 15,0 3-8-15,-2-1-1 0,1-1-2 0,-1 1 2 16,0-1-1-16,-1 2 0 0,1-1-5 0,0 1 1 16,2 0-14-16,0 0-50 0,2 1-20 0,0-1-15 0,0-2-115 15,0 5-236-15</inkml:trace>
  <inkml:trace contextRef="#ctx0" brushRef="#br0" timeOffset="-193589.84">27758 2537 91 0,'0'-1'-16'0,"-2"-1"114"0,1 0 30 0,-1-2 20 0,-2-1 22 16,-5-12-93-16,3 6-5 0,-1-4-11 0,1 2 14 15,1 2-8-15,-1 0-13 0,4 3-6 0,0 4-1 16,0 1-12-16,2 1-14 0,-1-2 5 0,-1 0-8 0,0 3-6 16,0-1 24-16,2 0-10 0,0 2 15 0,0 0-14 15,0 2-9-15,0 5-4 0,2 27-1 0,0 5-4 16,1 3 1-16,-1 7-2 0,0 1 0 0,-2 4 1 15,0-2-4-15,0 1 3 0,0 1-4 0,-4-4 1 0,1 0 2 16,-3-7-1-16,2-4 1 0,1-4 0 0,-1-5-7 16,2-4 6-16,-2-5-6 0,1-3 11 0,1-3-5 15,0-6 0-15,0-3-1 0,0 1-1 0,2-3 5 16,-2 0-3-16,1-1 3 0,-3 1-2 0,0 0-1 16,-1-2-4-16,-8 1 2 0,-4-1-4 0,0-2 6 15,0 0 1-15,4-2-1 0,-1-1-2 0,-5-3-2 16,-1-1 1-16,-1-1 0 0,5 3 23 0,1-1 15 0,2 2 3 15,5 3-1-15,-3-3-13 0,9 4-3 0,-1-2-7 16,-1 0 3-16,2 0-18 0,0 0-5 0,0 2 3 16,2 0-3-16,0 0 9 0,2 0-7 0,2 0 4 15,11 0-4-15,16 0 6 0,1 0 3 0,3 0-1 0,2 0 1 16,-2 0 1-16,-1-3-1 0,-1-3-1 0,-1 2-1 16,-1 1-4-16,-5-1-3 0,0-2 1 0,-1 3 0 15,-5-1 0-15,-3 0-3 0,-1 1-4 0,-1 1 1 16,-2 0-2-16,-2 0-11 0,1-2-9 0,-5 2-4 15,-3 2-52-15,-1-1-41 0,1-1-12 0,-2 2-15 16,2-4-95-16</inkml:trace>
  <inkml:trace contextRef="#ctx0" brushRef="#br0" timeOffset="-193420.39">27194 2545 1103 0,'-2'0'52'0,"0"-2"-11"0,-2 0 24 15,-5-2 9-15,4 3-19 0,1-1-5 0,2 2 0 16,-2-2-1-16,2 0-3 0,1 0-13 0,1 0-5 16,1 0-5-16,3 1-2 0,28-9-26 0,20 1-1 0,0 3 0 15,5 3 0-15,-3 1 1 0,0 2-18 0,-4 0-16 16,-9 0-4-16,2 0-88 0,-6 2-68 0,-2 1-19 16,-2 3-30-16,3 1-216 0</inkml:trace>
  <inkml:trace contextRef="#ctx0" brushRef="#br0" timeOffset="-192951.22">28054 2829 754 0,'0'0'36'0,"-2"0"52"15,0 0-30-15,0 2 33 0,0 0-14 0,0 0 16 16,0 1-41-16,2-1-9 0,-5 15-4 0,-1-2-2 16,-1 7-14-16,1 4-4 0,3 2 7 0,-1 7-6 0,2-7 6 15,2-2-7-15,0 2-4 0,0-8 1 0,2 1-2 16,0-3 0-16,0 1-5 0,-1-4 2 0,1-1 0 0,0-4-6 15,0-1 5-15,0-3-6 0,-2-3 5 0,0 1-1 16,0-2 4-16,2 2-2 0,0-1 12 0,-1 1-8 16,-1-2 1-16,0 0-3 0,0 0 6 0,0-2-17 15,0 0 12-15,0-2-13 0,0 0 5 0,0-2-2 16,-1-13-7-16,-3-5 4 0,0-2-1 0,2 0-4 16,0-4 3-16,1 4-4 0,1 0 0 0,1 0-2 15,1 5 1-15,2-1 0 0,0 5 6 0,-1 5-3 16,3 1 1-16,-2 4-2 0,7 3 6 0,6-9-6 0,3 1 3 15,2 7-5-15,2 3 6 0,2 3-3 0,2 7 4 16,-7 1-1-16,6 0 2 0,-1 17 2 0,0 0-4 16,2 1 2-16,-7-5-9 0,-6 1 12 0,-1 1-6 0,-2-4 7 15,-3 0-8-15,0 2 4 0,-1-1-1 0,-5-1 2 16,12 0 4-16,-6-3 9 0,-3-1 1 0,-4 3 1 16,-4-3 9-16,-4 1-5 0,-1-4 5 0,-2-2-7 15,-6-2-7-15,-13-4 0 0,0 1-2 0,-2-5 2 16,1-1 3-16,3 15-12 0,-4-6 4 0,6-5-7 15,3-4-4-15,-3-2 0 0,4-2-10 0,1-2 5 0,3-2-24 16,3 1-94-16,7 3 5 0,2 0-44 0,1-2-72 16</inkml:trace>
  <inkml:trace contextRef="#ctx0" brushRef="#br0" timeOffset="-192778.63">28703 2862 1171 0,'0'0'22'0,"0"0"-14"16,0 0 28-16,0 0-3 0,0 0 75 0,0 0 37 16,0 0-6-16,2 0 3 0,0 0-82 0,-2 0-26 0,2 0-8 15,0 0-4-15,0 0-17 0,0 0-5 0,-1 0-1 16,1 0-3-16,0 0-8 0,0 0 3 0,0 0-6 16,2 0-3-16,-3 0-70 0,11 2-140 0,-1 0-15 15,-2 0-62-15,4 0-265 0</inkml:trace>
  <inkml:trace contextRef="#ctx0" brushRef="#br0" timeOffset="-192638.61">28793 3150 734 0,'0'0'251'0,"0"0"-331"0,0 0 290 0,0 0-156 16,0 0-9-16,0 0 71 0,0 0-17 0,1 0 27 16,1 0-68-16,0 0-40 0,0 0-2 0,0 0-15 0,0 0-25 15,1 0 3-15,8-2-9 0,10-1 5 0,-3-1-31 16,5-4-138-16,6-1 2 0</inkml:trace>
  <inkml:trace contextRef="#ctx0" brushRef="#br0" timeOffset="-192169.93">29377 2686 958 0,'0'0'54'0,"-1"0"-1"0,-1 0 42 15,0-2-3-15,-2 0 0 0,0 2 21 0,-9-2-29 16,0 1 3-16,2-1-15 0,0 2-22 0,-2 0-30 0,2 2 5 15,2-1-12-15,-1 3 8 0,3 2-11 0,-2 5 1 16,1 13-4-16,3 4 2 0,1 2-1 0,-2 1-2 0,5 6 1 16,-5-7-2-16,4 0-5 0,0-3 0 0,-1-4-1 15,-14 5 5-15,8-4-4 0,3 0 9 0,2 0-8 16,4-2 9-16,0-3-8 0,2-4-4 0,2-2 1 16,0-2 1-16,1-2 1 0,1-1 7 0,1-3-4 15,12-1 11-15,-1 9-5 0,3-2-1 0,1-4 0 16,2-1-3-16,0-6 5 0,0 0-7 0,2-4 6 15,-1-1-10-15,-3-3 4 0,0-1 4 0,-2-2-1 0,-3 0 1 16,4 9 0-16,-1-19-1 0,-5 1 0 0,-4-2 4 16,-9-8-10-16,16 0 6 0,-8-1-7 0,-7-3 10 15,-3 3-4-15,-3 3-1 0,-5-2-1 0,-3 4 2 0,-2 0 11 16,-4 0-2-16,3 4 4 0,6 5-9 0,-16 4-5 16,-2 4-2-16,0 3 0 0,0 3 1 0,4-12-4 15,0 6 4-15,-1 3-4 0,1 6-3 0,2 2 3 16,-3 5-9-16,5 3 7 0,-3-9-8 0,6 31 8 15,-1 0 1-15,5 5 1 0,1-8-5 0,7 3 1 16,1 1 1-16,-17-3-2 0,6 5-6 0,6-5-2 16,5-2-2-16,2 0 0 0,2-8-11 0,1 1-84 0,1-7 10 15,4 3-37-15,-1-4-25 0,-5-4-45 0,16 1-29 16</inkml:trace>
  <inkml:trace contextRef="#ctx0" brushRef="#br0" timeOffset="-191968.25">29778 2938 746 0,'0'0'35'16,"0"0"2"-16,0 0 70 0,0 0 1 0,0 0 16 15,0 0 32-15,2 0-33 0,-2 0-2 0,0 0-10 16,0 0-22-16,0 0-28 0,0 2 3 0,0 0-10 0,0 0-5 16,0 0-12-16,0 0-11 0,-2 0 3 0,1 1-23 15,-1 1 1-15,0 0-4 0,0-1 1 0,0 1-7 16,0 0-6-16,2-2 2 0,0 5-4 0,0-3-11 0,0 5-79 15,0-7 6-15,2 2-38 0,2-1-80 0,11 5-337 16</inkml:trace>
  <inkml:trace contextRef="#ctx0" brushRef="#br0" timeOffset="-191604.59">30204 2662 632 0,'0'0'142'0,"0"0"33"0,-2-2-36 0,0 0-54 15,-2 0-7-15,0 0 53 0,-3 1-33 0,-4-1-5 16,0 2-13-16,-2 0-43 0,0 2-5 0,2-1-7 16,-4 5 1-16,4 1-12 0,-2-5-4 0,3 26 5 0,1-2-6 15,0 4-1-15,1-2 0 0,1 0-4 0,3 1 2 16,1-1-7-16,-1-4 3 0,-13 0-2 0,6-3 4 16,2 7-2-16,3-4-2 0,2 0 2 0,3-4-2 15,1-3 9-15,0 0-12 0,0-2 8 0,1-1-8 16,1-2 7-16,0-3-7 0,2-2 0 0,-2-1-2 15,0-2 5-15,1-1 9 0,10 7-5 0,2-1 6 16,2-2-8-16,0-3 6 0,-1-2 1 0,3-2 1 0,1-4-3 16,-3 0 5-16,3-3-7 0,-5 0 6 0,-2-1-7 15,0-1-1-15,-4 5 5 0,1-18-4 0,-5-2 3 0,1 0 7 16,-1-2-1-16,14-2 1 0,-8 0-8 0,-5-6 5 16,-6 5-2-16,-2 1 5 0,-4-4 0 0,-1 6 2 15,-4 0-6-15,-2 0 4 0,3 10-14 0,1 3-9 16,4 2 2-16,-10 5-5 0,0 4-3 0,2-7-12 15,2 1-4-15,0 3-4 0,-1 1-36 0,3 4-110 16,2 0-25-16,1 2-60 0,2 0-393 0</inkml:trace>
  <inkml:trace contextRef="#ctx0" brushRef="#br0" timeOffset="-191137.22">30473 2617 504 0,'-2'0'279'0,"0"0"-357"0,0 0 326 0,0-2-172 16,1 1-11-16,-3-1 14 0,0 0 0 0,0 0 1 15,1 0-22-15,1 0-29 0,0 0-6 0,0 1-7 0,0-1-9 16,2 0 16-16,0 0 5 0,2 0 0 0,0 0 3 16,5-1-1-16,19-7 7 0,2 3-1 0,2 3 24 15,-6 2-30-15,-2 2 2 0,-3 0-11 0,-6 2-3 0,-4 0 2 16,1 2-1-16,-3 1 0 0,-3 6 2 0,11 12 4 15,-4 1-2-15,-6 0 2 0,-5 0-4 0,-2 0 4 16,-3-1 2-16,-6 1-2 0,-2-2-7 0,0-2-4 16,9 6-4-16,-18-7 1 0,3-4 0 0,2 0-5 15,-1-8 2-15,7 1-4 0,0-3-7 0,7 1 0 16,0-1-3-16,2-1 4 0,0 0 2 0,-1 1-7 16,1-1 5-16,0 0-6 0,2-1 9 0,2-1-1 15,0 0-2-15,1 0-1 0,10 2-6 0,12 1 9 0,-1-1-2 16,0 1 5-16,-2-1 2 0,-7 0-6 0,0 0 0 15,-4-1-3-15,2 3 4 0,-4-1 3 0,2 3-1 16,-1-4 0-16,-1 12-5 0,-4 3 8 0,-1-6-2 0,5 0 6 16,-1 0-6-16,-3 4 5 0,-3-1 0 0,-2-1 1 15,-2-2-1-15,-1 0 3 0,-3-2-2 0,1 2 1 16,-23-2-8-16,-4 2 3 0,3-1 1 0,1-1-1 16,-2-4-3-16,0 1-2 0,2-1-4 0,2-3 0 15,6 1-8-15,3-3-36 0,8 6-33 0,0-3-5 16,1-1-138-16,6-4-70 0,-1 2-57 0</inkml:trace>
  <inkml:trace contextRef="#ctx0" brushRef="#br0" timeOffset="-186717.29">31063 2651 139 0,'0'-2'0'0,"0"0"19"15,0 0 187-15,0 0-39 0,0-13 20 0,2-1-82 16,0 1-2-16,0-2-33 0,0 2-7 0,1 2-1 0,1 0-27 16,0 4 6-16,1-2-1 0,1 2 2 15,0-1-8-15,-1 1 2 0,-1 3-10 0,0 1 9 0,-3 1-4 16,3 2 6-16,-2 2 6 0,4-3-1 0,-3 1 29 15,3 0 2-15,1 0-6 0,-3 2 1 0,0 0-20 0,-1 2-21 16,3 11 7-16,3 22-13 0,-9 6-8 0,-2 2-5 16,-3 1-1-16,-3 5 1 0,3 3 4 0,-1-4-6 15,1 2 1-15,3-4-3 0,-2-5 0 0,2-6 0 16,0-5 2-16,1-4-2 0,1-2-3 0,0-5 5 16,0-1-8-16,0-5 6 0,0-1-3 0,1-1 0 15,-1-6 3-15,0-1-4 0,0 0-1 0,0-1-15 0,0 1-2 16,2 0-7-16,0 0-21 0,0-3-40 0,0 1-12 15,0 0-14-15,0 0-87 0,-1-2-95 0,3 0-45 16</inkml:trace>
  <inkml:trace contextRef="#ctx0" brushRef="#br0" timeOffset="-185985.02">31722 2552 863 0,'0'0'47'0,"0"0"0"0,-1-2-11 16,-1 1 2-16,0-1-18 0,0 0 30 0,0 0-2 16,0 0 2-16,-1 2-5 0,-1 0-21 0,0 0-11 15,2 0-3-15,-3 4 1 0,1 5 3 0,0 23 0 16,1-3 2-16,-1 1-1 0,-2 2 1 0,3-3 6 15,-1-1 0-15,0-2 3 0,2 4 3 0,-14-6-11 16,4-2 6-16,5-1-6 0,1-3 6 0,5-6 2 16,-1 1-7-16,2-1 5 0,0-2-7 0,0-1 4 0,0-5 0 15,0-1 1-15,0 1-2 0,0 0 23 0,0-2 0 16,0 0 6-16,0-1-17 0,0-1-22 0,2 0-1 16,-1-1-5-16,1-3 4 0,4-13-4 0,1-9-3 15,1 4 2-15,-3 0-2 0,1-2 0 0,-1 1 6 16,1-1-4-16,1-4 0 0,1 0-1 0,-3 4-3 0,3 2 1 15,-3 3-3-15,3 1 4 0,-3 1-1 0,1 2 1 16,0 2 3-16,-3 6 1 0,-1 1-1 0,0 3 0 16,-2 1-3-16,4-2-7 0,-1 0 6 0,1 2-5 15,0 1 1-15,0-1 12 0,-1 2-7 0,1 0 10 16,0 0-6-16,-2 0 4 0,-1 7-7 0,14 15 5 16,-2 4-7-16,-5-3 2 0,-3-1 7 0,1 4-2 0,-4-4 7 15,-2-1-7-15,0-1 3 0,0-5-3 0,0-2 17 16,0 0 2-16,0-6-5 0,0-3 2 0,0-2-16 15,0 2 2-15,0-1 0 0,0 1 1 0,0-2 4 0,0 0 1 16,0 0-5-16,2-2 3 0,-1 0-10 0,1 0 6 16,0-2-2-16,0 0 1 0,0-2-10 0,0 1 5 15,7-12-2-15,0-2 3 0,2-2-3 0,-3 1 4 16,-1-3 1-16,-1 1-1 0,-1 0-4 0,1-1-3 16,1-1 4-16,-3 1-1 0,0 1 0 0,1 1 5 15,1 5-10-15,1-1 7 0,-1 5-7 0,0 1-2 16,-3 4 3-16,-1 1-4 0,0 4-5 0,9-9 4 0,-5 5 0 15,1 0 3-15,1 2 4 0,-1 2-2 0,2 2 1 16,-5 0 0-16,-4 0-1 0,17 24 11 0,-6 0-3 16,-6 0 6-16,-1 2-10 0,-4-2 6 0,0 2-7 15,-2 1 5-15,0-1-3 0,-1-4 0 0,-3-1 7 16,2-3-6-16,-1-1 0 0,-1-1 4 0,2-3-5 0,1-2 4 16,3-6-7-16,0-3-3 0,0 4-4 0,0-7-1 15,0 5-24-15,0-2-27 0,-2-1 5 0,0 1-17 16,2 0-51-16,0-1-68 0,0-1-23 0,0 0-15 15,0 0-111-15</inkml:trace>
  <inkml:trace contextRef="#ctx0" brushRef="#br0" timeOffset="-185424.42">32357 2443 880 0,'0'0'30'0,"0"0"-1"0,0 0 54 16,0 0-1-16,0 0 8 0,0 0-3 0,0 0-33 15,-1 0-2-15,-1 0-9 0,0 2-11 0,-2-1 10 0,2 11-7 16,-14 19 9-16,-1 1 2 0,0 5-6 0,-1 2 7 16,-1 0-6-16,4 2 7 0,-2-4-9 0,6 0-1 15,2-7-3-15,-2-6-10 0,2-4-7 0,-3-3 1 16,3-2-3-16,4-6-2 0,3-3 5 0,2-4-3 0,-4 1 5 15,0 1 8-15,1-2-8 0,1-2 4 0,0 0-6 16,0-2-2-16,0-15-12 0,2-18 5 0,6-4-7 16,5 0 11-16,0 4-10 0,4-4-2 0,2 0-1 15,-1 0-1-15,1 2 3 0,0-1 0 0,-2 9 1 16,-2 3-4-16,-2 5 5 0,-4 10 6 0,-3 4-2 16,0 1 2-16,-1 2-11 0,1 1-3 0,2-1 0 0,3 0 8 15,2 4 3-15,0 2 0 0,-2 2-1 0,3-2-6 16,-5 27 5-16,0 1-3 0,3 4 3 0,-1-1 3 15,0 2-2-15,1-1 0 0,-1-3-2 0,-2 1-5 0,1-2 4 16,-3-1 2-16,-1 3 1 0,2-4 10 0,-3-2-16 16,3-2-1-16,-2-7-5 0,-1 1-20 0,1-5-52 15,2-5-7-15,-3-3-16 0,-1-1-32 0,0-1 9 16,0 1-7-16,0-2 4 0,0 0-31 0,-2-2 30 16,0 0 8-16,-2 0 11 0,0-2 65 0,-2-2 27 15,-3-12 9-15,-8-14 5 0,4 6 27 0,1 2 39 16,1 1 0-16,5 6 13 0,3 0 9 0,-9 4-22 15,5 0-2-15,3 4-6 0,0-1-7 0,2 1-4 0,0 1 0 16,4-3-4-16,1 2-11 0,14-1-10 0,12-1-5 16,5 3-2-16,-5-1-14 0,6 1-7 0,-5 1 2 15,1-1-6-15,-3 4-24 0,-13-1-26 0,-1-9-8 0,-8 9-23 16,-6 3-218-16</inkml:trace>
  <inkml:trace contextRef="#ctx0" brushRef="#br0" timeOffset="-184918.56">31294 2589 758 0,'0'0'37'0,"0"-1"60"0,0-1-55 0,0 0 20 0,0 0 6 16,0 0 4-16,0 0 10 0,0-1-18 0,0-1-7 16,0 0-3-16,0 0-21 0,-2 1-2 0,2 1 2 15,-2 0-2-15,2 0-3 0,-2 0-2 0,0 0-2 0,0 1 2 16,0-1 3-16,-1 0-7 0,-10 2 3 0,-10 0-4 15,-4 5 7-15,-3 5 10 0,2 1 1 0,-2 4 2 16,1 1 2-16,1 1-3 0,2 0-7 0,5-2 3 16,-1-13-15-16,5 12-6 0,4 1 4 0,2 2-5 15,0 0-5-15,4-4 7 0,1 0-10 0,-1-2 8 16,5 2-11-16,0-4 4 0,-2 0 4 0,-5 3 0 16,5-5 8-16,-3 6-6 0,3-4-2 0,2-1 0 0,0 1-3 15,2-3 6-15,0 3-1 0,4 0 2 0,-4-7 2 16,9 2-9-16,15 11 9 0,2-4-9 0,8-2 8 15,-3-5-9-15,3-3-2 0,3-1-2 0,-5 0 2 0,5 0 2 16,-2-1-6-16,-5-3 4 0,3-2-6 0,-1 1 8 16,-3-1 1-16,-3 1 1 0,0-1-12 0,-3 1-8 15,-1-1-6-15,-5 2-1 0,-1-1-31 0,-5 1-60 16,-1 2-2-16,-1 0-24 0,-2 0-44 0,-1 2-41 16,-2 0-28-16,-1 0-11 0,1 0-165 0</inkml:trace>
  <inkml:trace contextRef="#ctx0" brushRef="#br0" timeOffset="-107729.74">10669 6351 228 0,'0'-2'0'0,"0"-1"20"15,-2-5 221-15,-3-9-25 0,-3-5 27 0,4 7-83 16,-1-1-22-16,-1-3-49 0,1 6-1 0,-1-4-5 15,2 4-12-15,1 2-21 0,-3-4 0 0,4 8-7 16,0-1-12-16,1 3-3 0,-1-1-11 0,2 4 6 16,0 1-14-16,-2-3-11 0,2 0 6 0,0 2-7 0,0 2 8 15,2 0-1-15,0 2-1 0,3 17-1 0,4 20-2 16,-1 9 3-16,-3 2-4 0,1 4 4 0,-2-6 3 16,-2 2-8-16,-1-3 6 0,-1-1-8 0,-1-1 4 0,-3-2 5 15,2-1-3-15,-2-1 3 0,2-2-11 0,1-4 6 16,-3 1 2-16,0-3 2 0,0-5-3 0,1-2-3 15,-1-2-11-15,2-4 4 0,0-3-33 0,2-4-56 16,0 0-17-16,0-5-23 0,0-3-148 0</inkml:trace>
  <inkml:trace contextRef="#ctx0" brushRef="#br0" timeOffset="-107417.45">10411 6650 885 0,'-2'0'37'0,"0"0"2"0,-5 0 28 0,-10-2 2 16,0 0-30-16,6 1 36 0,2-1-9 0,5 2 16 15,2 0-15-15,1 0-45 0,-3-2 6 0,0 2-21 16,2 0-10-16,0 0 8 0,1 0-8 0,1 2 9 16,1 1 1-16,7 18-7 0,5 9 5 0,4 5-8 15,-1 0 1-15,1 2 10 0,1 4-4 0,-5-4 4 0,-1 0-16 16,-5-3 8-16,2-1 2 0,-1-7 2 0,-3-5 1 15,3-3 11-15,-3-3-4 0,-1-6 9 0,2 4 14 0,-3-5 2 16,1-3 0-16,5 3 0 0,6 1-4 0,6-2-12 16,3-3 0-16,2-4-6 0,3-7-9 0,-3-4-2 15,0-6 5-15,4-2-4 0,2-20 2 0,-1-2-8 16,5-5-5-16,3 1 0 0,0-5-10 0,0 2-50 16,9-2-21-16,-2 4-21 0,1 1-179 0</inkml:trace>
  <inkml:trace contextRef="#ctx0" brushRef="#br0" timeOffset="-106482.83">5435 6255 68 0,'0'0'21'16,"0"0"0"-16,0 0 19 0,0-2 4 0,0 0 0 15,0 0 19-15,0 0-7 0,0 0-8 0,0 0 1 16,0 1-13-16,0-1-5 0,0 0 4 0,0 0-5 15,0 0 8-15,0 0 4 0,0 2-2 0,0 0 1 16,0 0-8-16,0 0 5 0,0 2-5 0,0 0 2 0,0 2-23 16,2 12 4-16,0 12-2 0,-1 4 3 0,-1 5-2 15,0 4-4-15,0 3 7 0,-1 3-7 0,-3 1-2 16,-2 2 4-16,1 2-5 0,-1 0 5 0,-1 4-7 0,-1 0 0 16,1 3 0-16,-1-3 0 0,3-4-9 0,1-10 5 15,0-1-2-15,3-9 2 0,-1-2-3 0,2-6-20 16,0-9-12-16,0-4-7 0,0-2-87 0,0-2-186 15</inkml:trace>
  <inkml:trace contextRef="#ctx0" brushRef="#br0" timeOffset="-106248.97">5346 6767 467 0,'0'0'36'0,"0"0"-3"0,0 0 28 16,0 0-1-16,0 0-32 0,-2 0-1 0,0 0-1 0,0 2-1 15,0 0-8-15,0 0 0 0,2-1 0 0,-5 27 0 16,1 2-1-16,0 7-13 0,4 4 4 0,0 0-5 16,0 2 22-16,2-3-2 0,0-4 5 0,0-3-4 15,0-1 8-15,0-6 12 0,0-4-3 0,-1-3 7 16,1-6 7-16,-2-8-6 0,2 1 11 0,-2-4-9 16,2 1 5-16,2 1-12 0,3 0-8 0,14-2 1 15,-3-6-20-15,6-7-11 0,2 7 6 0,2-33-7 0,2-8 8 16,1 1-14-16,1-1-14 0,3-5-2 0,1 4-57 15,3-1-186-15</inkml:trace>
  <inkml:trace contextRef="#ctx0" brushRef="#br0" timeOffset="28504.45">27794 15516 256 0,'0'0'-73'0,"0"0"35"0,0 0-23 15,0 0-1-15</inkml:trace>
  <inkml:trace contextRef="#ctx0" brushRef="#br0" timeOffset="29261.08">27738 15520 68 0,'0'0'27'0,"0"0"36"16,0 0-7-16,0 0-14 0,0 0-2 0,0-2-4 15,0 0-4-15,0 0-6 0,0 0 2 0,0 0-4 16,0 1 2-16,0-1-6 0,0 0 10 0,0 0-10 16,0 0 11-16,0 0-11 0,0-1 2 0,0 1-2 15,0-2 8-15,0 0-3 0,0 1-1 0,0-1-1 16,0 0 0-16,0 2 19 0,0-1-2 0,0-3 7 15,-2-3-11-15,0 3-4 0,-3-5 0 0,3 7-1 0,-2-1-2 16,4 3 1-16,-4 0-7 0,-1-2 6 0,-5-3-5 16,1 1 6-16,-2 1 3 0,-2-1-2 0,2 2-1 0,-2 1 3 15,0 1-2-15,-2 0 2 0,4 2 3 0,-4 0-5 16,4 0-3-16,0 2-3 0,-6 2-18 0,0 1-1 16,3 3 0-16,-5-1 0 0,2 0 3 0,8-1 0 15,-4 1-1-15,4 1 1 0,3-3-8 0,-3 10 8 16,1 2-6-16,5 2 5 0,-7-1-2 0,9 3-4 15,-3 1 6-15,2 2-7 0,-15 0 1 0,4 2 6 16,4 4-4-16,3-2 4 0,6 1-8 0,0-1 3 0,2 0-1 16,4 0 2-16,-1 0-2 0,5 0 7 0,1-1-4 15,-2-4 5-15,0-3-1 0,3-1 0 0,1-1 1 16,-10-3-2-16,14-2-9 0,0-4 4 0,1 1 0 16,-1-7 2-16,3 7-4 0,1 5-2 0,-3-6-1 0,3-2 1 15,-3-3 1-15,1-2 14 0,-1-2 1 0,1-4 2 16,0-1-5-16,-3-5 5 0,3 8-10 0,-2-24 9 15,1 2-10-15,-1-5 2 0,-2-3 0 0,0-3-1 16,-2 1 0-16,-2 1-2 0,-2-1-2 0,-2 5 0 16,-3-3-3-16,0 6 5 0,-2 0 0 0,14 0 0 15,-3 0-1-15,-5 2-2 0,-3 0 1 0,-3 2-2 0,-2 3-2 16,-2-1 1-16,1-1 0 0,-5 3 2 0,-1-5 3 16,-1 7 5-16,1 3-3 0,-1 3 3 0,5 7-1 15,-14-1-10-15,0 0 8 0,-3-11-9 0,1 8 2 0,-3 3 0 16,1 4-5-16,-1 4 5 0,0 5 1 0,-2 4-6 15,0-11 3-15,1 24-5 0,5 0 3 0,1 4 3 16,4-2-1-16,-2-2 2 0,2 2-2 0,4-1 2 16,2 1 0-16,1 0 0 0,2 0-1 0,-12-2 1 15,4 2 2-15,7-4-2 0,5 2-5 0,0-2 5 16,2 0-5-16,1-3 5 0,3-5-5 0,-2-3 1 16,1 4-4-16,3 0 1 0,-1-1-7 0,1-1-10 15,1 0 0-15,-2-4-6 0,2 0-16 0,-7-1-23 0,11-8-7 16,-3 5-9-16,3 0-63 0,-2-1-99 0,2 0-37 15</inkml:trace>
  <inkml:trace contextRef="#ctx0" brushRef="#br0" timeOffset="29497.43">28081 15711 1423 0,'0'0'38'15,"0"0"-3"-15,0 0-21 0,0 0 4 0,0 0-23 0,0 0 8 16,0 2-2-16,0 0 8 0,0-1-6 0,0 1 4 16,0 2-4-16,0-2-3 0,0 7 0 0,2-1-3 0,0-1 3 15,0 0 1-15,0 1 1 0,0-3 1 0,-2-1-4 16,2 0-1-16,-1 0-1 0,-1-3-1 0,0 1-36 16,2 2-18-16,0 0-7 0,0-1-68 0,0-1-54 15,0 0-15-15,0 0-23 0,-1 0-120 0</inkml:trace>
  <inkml:trace contextRef="#ctx0" brushRef="#br0" timeOffset="29878.54">28339 15471 1017 0,'-1'0'45'0,"-1"-1"-3"0,0-1 0 0,0 0 6 0,-2 0-19 16,1 0 12-16,-1 0-16 0,0 0 3 0,0 1-8 15,1-1 6-15,1 0-14 0,0 0 3 0,0 0-8 16,2 0-3-16,0 0 1 0,2 1-1 0,0-1 3 16,5 0 3-16,19-4 10 0,-2 1-4 0,4-3 6 15,0 3-5-15,-2 1-7 0,0 0 2 0,-2 1-4 0,0 1-7 16,1 2 3-16,-3 0-2 0,-2 2 2 0,1-1 4 16,-3 3-5-16,-3 0 2 0,0 1-1 0,-2 3 23 15,-4-3-3-15,-1 1 5 0,-1 16-6 0,-1 1 2 0,-3 1-4 16,14 0 1-16,-6 2-4 0,-7 2-10 0,-4 1 3 15,-2 5-8-15,-3-1 7 0,-3 1-6 0,-1-1 3 16,0 2 3-16,-3 1-3 0,3-5-7 0,0-1 1 16,0 1 0-16,-1-3 3 0,3 0 7 0,1-4-7 15,3-9-2-15,-3 4-1 0,2-3-1 0,1 1 2 16,-1 4 0-16,2-8 0 0,0 0 2 0,2-4-2 16,0 0 4-16,0-5-5 0,0 0-1 0,0 3-8 0,0-3 1 15,0 1-3-15,0-3-4 0,0 2-13 0,0 0-7 16,0-1-1-16,0 1-40 0,0-2-94 0,0 0-4 15,0 0-37-15,0-1-80 0</inkml:trace>
  <inkml:trace contextRef="#ctx0" brushRef="#br0" timeOffset="30116.16">28295 15874 1632 0,'0'-2'21'0,"-2"1"2"16,0-1-7-16,0 0-5 0,0 0-6 0,1-2-8 16,-1 1-1-16,2-1-5 0,0 0 5 0,2 0 6 0,-1 1-3 15,9-5 3-15,18-8-3 0,3 1 0 0,3 2-1 16,1 2 2-16,2 1 1 0,-4 3 6 0,1-1-7 16,-1 3-1-16,-1 1-2 0,-2 0-3 0,-3 3-10 15,-1-1-3-15,-3 0-6 0,-3 2-32 0,-3 0-24 16,1 0-27-16,-5 0-1 0,6 0-123 0,-6 0-135 15</inkml:trace>
  <inkml:trace contextRef="#ctx0" brushRef="#br0" timeOffset="30412.47">29101 15692 1186 0,'-2'0'29'0,"0"-2"53"15,-2 1-53-15,1-1-5 0,1 2-1 0,-4-2-3 16,2 2-11-16,1-2 3 0,-1 0-3 0,2 0 3 0,0 2-2 16,2 0-3-16,0 0 2 0,2 0-1 0,0 0 8 0,2-2 10 15,16-1-4-15,6-3 4 0,0 1-5 0,2-3-10 16,-2 1 1-16,0 1-5 0,2-1-3 0,-2 1-6 15,0 1 1-15,0 1-5 0,-2 0-6 0,-2 0-28 16,-1 3-2-16,-6-1-8 0,-2 2-20 0,-4 0-67 16,-2 0-15-16,-1 0-27 0,-3 0-137 0</inkml:trace>
  <inkml:trace contextRef="#ctx0" brushRef="#br0" timeOffset="30612.76">29112 15895 695 0,'0'0'94'15,"-2"0"152"-15,0 0-186 0,0 0-43 0,0 0-1 16,2 0-8-16,0 0 28 0,0 0-5 0,2 0 1 0,0 0-4 16,4 0-9-16,18-4 5 0,4-2 0 0,0 1 1 15,-1-3-7-15,3 1 1 0,-2 0-5 0,5-1 4 16,-1-1-10-16,1 0-6 0,3-1-3 0,-5 3-4 16,1 1-32-16,-4 1-83 0,-4-1-40 0,2 2-33 15,0 1-312-15</inkml:trace>
  <inkml:trace contextRef="#ctx0" brushRef="#br0" timeOffset="32486.62">32110 15464 84 0,'0'0'29'15,"0"0"17"-15,-1-2 49 0,-1 0 13 0,0 0-4 16,0-1-17-16,0-1-19 0,-5-11-2 0,-1-3 1 16,3 1-3-16,-3-5-20 0,1 1 5 0,-1-3-10 0,3 4 2 15,-1-1-11-15,3 4 5 0,1 3-6 0,0 2 7 0,0 3-6 16,2 2 2-16,-2-1-2 0,2 3 6 0,-2-1-17 16,0 1 7-16,1 1-9 0,1 2 18 0,-2-2-14 15,0 1 1-15,0-1-8 0,0 4-10 0,-16-9 1 16,-5 1-1-16,1 8 2 0,4 2-4 0,-3 4-1 15,3 3 1-15,-3 2-1 0,1 4 1 0,1-8-2 16,2 16 2-16,3 1 0 0,2 2 12 0,3 0-9 16,0 0-2-16,3-2-2 0,1 2 2 0,3-4 1 0,0 2-1 15,-15 0 0-15,6 1-6 0,6-3 4 0,3 0 2 16,2-1 0-16,0-1-3 0,3-1 7 0,1-3-4 16,2-1 5-16,1 0-9 0,1-2 7 0,-1-2 2 15,-3-2 3-15,9-3-1 0,3-2 0 0,7 10-2 0,-1-2 3 16,4-5 9-16,-2-3-4 0,-2-4 1 0,-1-2-4 15,3-6-7-15,0-1 1 0,0-2-3 0,0-2 3 16,-3-2-3-16,-3 8-5 0,-3-16 6 0,-2-1-5 16,-4-2 8-16,3 0-8 0,-9-1 0 0,-1-5-1 15,0 2 4-15,17-3 1 0,-6-1 1 0,-8 3-1 16,-3-3 0-16,-4 3 2 0,-2 1 1 0,-1 2 3 0,-4 2 7 16,1 6 10-16,-3-1-7 0,0 5 7 0,0 1-22 15,0 6 5-15,-8 3-5 0,2 0 3 0,-5-8-7 16,2 4-1-16,-5 3-1 0,5 3-1 0,-2 4-7 0,5 2 9 15,-1 4-6-15,1 3 6 0,0-4-5 0,0 25 5 16,4 0 0-16,2 0-1 0,6-1-7 0,-1 1 4 16,1-6 2-16,-12 2 0 0,6 0 6 0,5-5-4 15,4-1-3-15,2-3 0 0,0 1 3 0,0-3-8 16,2 0 1-16,0 0-3 0,2-2 2 0,-1 0-5 16,1-2 4-16,0-2-5 0,0 1 0 0,-1-3-22 15,3 2-2-15,-2-1-12 0,1-1-62 0,1 1-87 16,-3-3-19-16,3 3-28 0,0-1-147 0</inkml:trace>
  <inkml:trace contextRef="#ctx0" brushRef="#br0" timeOffset="32747.86">32499 15440 1108 0,'0'0'149'0,"0"0"-170"0,-2-2 163 0,0 0-82 0,0 0-53 16,0 2-5-16,0 0-1 0,0 0 1 0,1 0 2 16,-1 0 1-16,0 0-2 0,0 2 1 0,0 0-4 15,0 0 0-15,-1 0 1 0,1 1 1 0,0 1 0 0,0 0 1 16,0 0-3-16,0-1 1 0,0 1-12 0,1 0-29 16,-1-2-5-16,0 1-13 0,0-1-51 0,0 0-31 15,0 0-15-15,0 0-5 0,2 0-30 0,0-1-14 16</inkml:trace>
  <inkml:trace contextRef="#ctx0" brushRef="#br0" timeOffset="33051.58">32718 15232 257 0,'0'-2'88'0,"0"0"-19"16,0 0 79-16,0-1-8 0,0-3-36 0,0 0-12 0,0 1 3 16,0 1-10-16,-2-1-19 0,2 3-8 0,0 0-10 15,-2-2 2-15,0 0-25 0,0 3-5 0,0-1-4 16,0 0-1-16,1 0-16 0,-1 2 6 0,-2 0-4 0,2 2 5 15,0 0-6-15,0 1 0 0,-3 14 6 0,-3 7-4 16,7 0 8-16,1-3-8 0,1-1 1 0,7 1-3 16,3 3 2-16,0 0 0 0,4 2 1 0,-2-6-1 15,-11-1-5-15,24 3 3 0,-2-5 1 0,2 3 3 16,-6-1 4-16,-1-2 0 0,1 1-3 0,1-1 2 16,-4 2-1-16,-8-3 20 0,0 1 3 0,-1 0 5 0,-5-3 7 15,1 1-13-15,5-2 2 0,-1 0-4 0,-3 0 3 16,-1-3-1-16,-2-3-2 0,-2 0 2 0,0 1-6 15,0-3-17-15,-4 3 6 0,0-3-10 0,-9-1 6 0,-9-2-6 16,-2 0-1-16,-4 15 0 0,0-8-1 0,0-4-15 16,4-5-7-16,2-1-7 0,2-3-66 0,-6-5-82 15,1-3-17-15,3 1-20 0,5 0-49 0</inkml:trace>
  <inkml:trace contextRef="#ctx0" brushRef="#br0" timeOffset="33262.18">32866 15174 1458 0,'0'0'61'0,"0"0"-8"0,0-2-17 0,0 1 10 0,0-1-37 16,0-2-14-16,0 0 5 0,2 1 1 0,-2 1 3 16,6-2 1-16,20-3-1 0,1-3 1 0,3 1-2 15,2-4-4-15,-1 2 0 0,-1 2-9 0,2-1 2 16,-5 1-47-16,3 0-45 0,-4-2-11 0,0-4-23 15,-2 5-168-15</inkml:trace>
  <inkml:trace contextRef="#ctx0" brushRef="#br0" timeOffset="35066.68">30904 15549 248 0,'0'0'45'0,"0"-1"71"0,-2-1-50 0,0 0 9 0,0 0-2 16,0 0 3-16,0 0 0 0,0 0-3 0,1 1-4 15,-1-1-1-15,0 0-16 0,0 0-18 0,0 0 5 0,0 0-11 16,0 0-16-16,1 1 3 0,1-1-10 0,0 0 9 15,0 0 3-15,0 0 15 0,0 0-5 0,1 0 5 16,1 1-13-16,2-1-10 0,3 0 4 0,18-2-7 16,1 0 0-16,3 1-3 0,3-1 1 0,-1 0-2 15,8 1-3-15,-1-1-21 0,-3 2-4 0,2 2-8 16,-4 0-48-16,5 0-61 0,-1 0-46 0</inkml:trace>
  <inkml:trace contextRef="#ctx0" brushRef="#br0" timeOffset="41457.75">29253 7361 256 0,'0'0'181'0,"-2"-2"-61"16,0 0 65-16,0 1 6 0,1-1-117 0,-1-2-20 0,-2 0 13 16,4 3 0-16,-4-5 2 0,1 0-15 0,1 3-15 15,-2-3-2-15,2 2-4 0,0 1-4 0,-1-1-14 16,-1 0 5-16,2 1-8 0,0-1-4 0,0 2-8 15,0 0 0-15,1 0 0 0,-1 0 12 0,0 1-1 16,2-1 0-16,0 0-2 0,0 2-5 0,0 0 1 16,2 0 0-16,0 2 0 0,-1 0 2 0,1 3 7 15,8 14-4-15,-3 3 3 0,-1 0-10 0,1 6 3 0,-3 0 0 16,-1 2 2-16,1 3-5 0,-2 4 8 0,-2-2-6 16,0 3 4-16,0 1-11 0,0-2 5 0,0 2 0 15,0-2 2-15,-2-4 2 0,0-1-7 0,2-1 2 16,0-5-3-16,0 4 9 0,0-4-3 0,0-4 0 15,0 1-1-15,0-5 2 0,0-1-3 0,2 0 4 0,0-3-4 16,0-2 5-16,0-1 1 0,-2-8 6 0,0-1-1 16,0 0 21-16,2 2-12 0,-1 0-2 0,1-3-4 15,2 1-5-15,0 0 0 0,1-2 2 0,6-4-2 16,2-3 0-16,0-2-1 0,0-19-3 0,2-6 2 16,2 1-1-16,-2-4-4 0,0-6 0 0,1 2-1 15,-1-3 2-15,4-1-1 0,-1 4 0 0,-3-1-1 0,2-1-4 16,-2 2 4-16,1 2-3 0,-1 6 4 0,2 1 1 15,-4 8-1-15,-6 0 1 0,1 3-2 0,-3 5-4 0,3 3 0 16,-4 2 1-16,3 5-1 0,-1-1 2 0,-5 3-2 16,3 0 0-16,0 1-2 0,0-1-10 0,-3 2 0 15,1 0-3-15,0 0 0 0,0 0-34 0,0 1-18 16,0 1-17-16,0 0 2 0,-1 1-50 0,1 1-58 16,-2 0 0-16,4 22-24 0,0-2-47 0</inkml:trace>
  <inkml:trace contextRef="#ctx0" brushRef="#br0" timeOffset="42338.85">29951 7733 745 0,'0'0'47'0,"0"-2"96"16,0 0-114-16,0 0 7 0,0 0 11 0,0-2 0 15,0 1 54-15,0-1-25 0,-2-7 3 0,0 3-14 16,-1-1-27-16,1 4-6 0,0 1 0 0,0 0 0 15,2 2 6-15,-2-1 2 0,0-1-5 0,-1 0 2 16,-5 0-26-16,-5 1-7 0,0 1 3 0,-2 2-3 16,4 2 3-16,-4 3 0 0,-5 5-6 0,3 1 4 0,-3-6-5 15,1 18 11-15,-1-3-1 0,5 6 3 0,-4-6-12 16,5 3 7-16,6 3-2 0,-5-2 3 0,4-2-3 16,0 4-1-16,-8-4-6 0,6 3 2 0,0 4-4 0,3-3 4 15,4 0 2-15,3 0 0 0,-1-4-2 0,0-1-1 16,-11-1 3-16,5-1-2 0,7-1-1 0,1 1 2 15,3-2-1-15,1-2 3 0,3-1-4 0,-1-2 0 16,1-3 1-16,-1-4 1 0,13 1 6 0,5-4-9 16,-4 13 2-16,6-2-2 0,-5-8 4 0,-1-3-3 15,-1-2 0-15,1 0 0 0,2-2 5 0,-5-1-4 16,-2-1 3-16,-2-2-2 0,-2 1 6 0,-2-1-2 0,-1 1-1 16,-1 1 0-16,-3-7-7 0,0-2 6 0,-3-2-3 15,11 0 5-15,-3-2 0 0,-4 2-2 0,-1 1-1 16,-4 2 0-16,0-1 5 0,-2 2 3 0,-1-2 6 15,-1 2-2-15,2 6 10 0,-4-3-5 0,5 6 1 0,-12-1-4 16,0 1-1-16,3-6-8 0,-1 1 5 0,4 3-6 16,-1 0-1-16,5 3-3 0,1 1-4 0,-2-2 2 15,2 2-1-15,-2-2-1 0,1 0-1 0,1 0-1 16,0 2 2-16,0 0 0 0,0 0 0 0,2 0-1 16,0 0 1-16,0 0-1 0,2 0-1 0,0-2-1 15,2 0 0-15,1 1-6 0,16-5 2 0,-1 0-4 0,-1-1 0 16,-3-2 8-16,3-2-6 0,-2 0 6 0,3-2 0 15,-1 0-5-15,-1 0 8 0,3 9-8 0,-5-11 6 16,-1-2 3-16,-2 4-2 0,2-2 2 0,-2 2-1 0,-2 0 3 16,2-5-2-16,-5 7 2 0,-1 0 2 0,-3 1-6 15,-2 7 5-15,1-3-5 0,-1 2 14 0,2 1-1 16,0-1 0-16,-3 0 0 0,1 0-2 0,0 3-3 16,0-1 3-16,-2 0-3 0,0 0-2 0,0 0-2 15,0 2-2-15,-2 0 2 0,0 2-2 0,0 0 0 16,1 2 3-16,1-3-2 0,-8 12 4 0,-1 4-5 15,0 2 0-15,3-1-1 0,2 1-4 0,2 1 5 0,2 1-3 16,0-5 3-16,2-1 0 0,2 0-1 0,2 0 2 16,3 4-1-16,0-3 3 0,0-1-3 0,3 0 0 15,-11 0-2-15,14 0 0 0,-2-1 2 0,2 1 0 16,-4-4 1-16,2 2-2 0,-3-3 1 0,-3 1-1 0,-1-2 1 16,3-1 6-16,-2 1 6 0,-3-4 4 0,0 3 0 15,-2-3 15-15,-1 3-12 0,-1-3 6 0,0 3-7 16,0-1 11-16,-1 1-7 0,-1-3 1 0,-2 1-4 15,-9-1-5-15,-4-1-10 0,4 0 3 0,-2-2-5 16,4 1 3-16,0 1-4 0,2-2-2 0,0 5 0 16,1-1-3-16,3-2-9 0,-1-1-3 0,4-3-4 15,-2 2-25-15,3-2-44 0,-3 2 0 0,0 0-20 0,0 0-43 16,3 0-35-16,-1-2-15 0,2 0-15 0,0 0-134 16</inkml:trace>
  <inkml:trace contextRef="#ctx0" brushRef="#br0" timeOffset="42629.94">30581 7809 894 0,'-2'0'69'16,"0"-2"122"-16,-2 0-133 0,0 0-7 0,1 2 13 15,-5-4-8-15,3 3 27 0,3 1-19 0,-2-2-9 0,0 0-3 16,3 0-34-16,-1 0-6 0,0 0-3 0,2 0 1 16,0 1 3-16,2-1-2 0,1-2 0 0,7-2 0 15,16-8 2-15,-2 2-3 0,2 1 4 0,-4 4-4 16,2-2-4-16,-3 1-3 0,-1 3-3 0,-3 1 0 16,-2 2 0-16,-2 0-2 0,-2 0-3 0,0 0-2 15,-2 1-14-15,-1 1-12 0,-3 0-22 0,-1 0-3 0,-2 0-109 16,0 0-63-16,1 0-16 0,1 0-16 0,-2 1-62 15</inkml:trace>
  <inkml:trace contextRef="#ctx0" brushRef="#br0" timeOffset="42798.05">30723 7883 234 0,'-1'0'107'0,"-1"0"-9"0,0 0 40 16,0 0 4-16,-2 0-29 0,1 0-17 0,-1 0-12 16,0 0-4-16,1 2 0 0,-1 0-8 0,0 0-9 15,0-1-3-15,1 1-1 0,1 0-2 0,0 0-12 16,0 0-5-16,0 0-3 0,2 0-18 0,0 1-3 15,0-1 1-15,2 0-2 0,0 0 2 0,0 0-10 16,2 0 7-16,-1-1-9 0,8 3-3 0,2-2-1 0,-2-2-2 16,1 0 1-16,-3 0-13 0,-2 0-64 0,-1 0-56 15,-1 0-24-15,3-2-378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3T05:51:46.9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3831 2742 256 0,'0'0'51'0,"0"-2"1"0,0 0 39 0,0-2 15 15,-2-11-23-15,0-3-13 0,2-3 3 0,0 1-7 16,0 0 6-16,0-1-23 0,0 3-9 0,0 1 0 16,0 4-1-16,0 2 10 0,0 1 3 0,0 1-6 0,0 4 3 15,0-1-19-15,0 0 6 0,0 3 5 0,0 1-1 16,0-2 8-16,0 0 0 0,0 1-4 0,0-1 2 16,0 0-18-16,0 2-10 0,0 1-1 0,0-1-3 15,0 0-2-15,0 2 13 0,0 2-7 0,0 1 9 16,0 23-15-16,-2 12 2 0,2 6 3 0,0 6-1 15,0 2-3-15,0-2 0 0,2-1-4 0,2-7 5 0,-1 5 3 16,1-3-2-16,2 1-2 0,-3-1 0 0,1-6-7 16,-2-5 3-16,0-3-2 0,0-2 2 0,0-2-7 15,-1 0 7-15,1 1-1 0,-2-4 3 0,0 1-5 0,0-4-5 16,0-1 4-16,0-1-3 0,0-3 6 0,0 0 2 16,0-4-6-16,0-3 3 0,-2 1-3 0,2-5 3 15,0 1 3-15,0-3-2 0,0 0-1 0,0 0 3 16,-1 2 1-16,-1-1 0 0,0 1-6 0,0 0 0 15,0-2-1-15,-2-1 1 0,-7 5-2 0,-5 0-1 16,6-5-3-16,-3 1 1 0,0 0 1 0,0-2 5 0,-5 0 0 16,5 0-1-16,2 0-11 0,-2-2 6 0,5 0 2 15,1 1 1-15,-4-3-2 0,7 4 0 0,2 0-1 16,-4-2 2-16,3 0 1 0,-1 0 9 0,0 0-6 16,2 2 7-16,-1-1-12 0,-1-1 8 0,0 0-8 0,1 0 8 15,-3-2-3-15,2 2-9 0,1 1 5 0,1-1-7 16,0 0 6-16,0 0-15 0,0 0 11 0,0 0-12 15,0 0 19-15,1 2-4 0,1 0-1 0,0 0-1 16,1 0-2-16,3 0 4 0,28 0 0 0,-3 0 3 16,5 0 4-16,-1-1-6 0,-1-3 1 0,1-2-3 15,3-1-8-15,1-1 13 0,2-1-7 0,0 0 8 16,-2-2-9-16,-2 1 9 0,-2 3-2 0,1 0 4 16,-6 1-7-16,-8 2 9 0,-3 2-7 0,-4 1 6 0,5-3-8 15,-6 2-7-15,-5 2-1 0,-5 0-4 0,2 0-30 0,-1 0-39 16,-1-2-8-16,0 0-13 0,-2 2-52 0,0-2-46 15,-2 1-16-15,-2-1-17 0,-3 0-117 0</inkml:trace>
  <inkml:trace contextRef="#ctx0" brushRef="#br0" timeOffset="201.59">3578 2513 995 0,'-2'-2'41'15,"-9"-3"40"-15,-2-1-15 0,4 1 3 0,3 1-5 16,3 0 7-16,-1 1 14 0,0-1-49 0,2 0 9 16,0 0-23-16,2 1 2 0,0 1 9 0,4-4 0 0,20 1 4 15,12-3 9-15,6 5-12 0,5-3 4 0,-3 2-9 16,1-1-21-16,-4 1 2 0,-4 0-4 0,2 1 6 16,-2-20-5-16,-4 12-24 0,1 6-9 0,-3 5-8 15,-1 1-43-15,0 5-143 0,-1 1-45 0</inkml:trace>
  <inkml:trace contextRef="#ctx0" brushRef="#br0" timeOffset="854.2">4512 3317 915 0,'-2'0'38'0,"0"0"-27"16,-1 0 44-16,-3-2-13 0,-5-1 19 0,2-1 22 0,-2-2-3 16,3 3 7-16,1-1-22 0,3 2-36 0,0-2 4 15,1 1-15-15,-1-1 2 0,0 0-13 0,2 1 2 16,0-1-6-16,1 2-2 0,-1 0 6 0,0 0 4 16,0 0 0-16,2 2 11 0,0 0-6 0,0 2-3 0,0 2 0 15,4 20 6-15,-2 8 9 0,-1-1-5 0,1 3 4 16,2 3-10-16,0-4-3 0,-1 4 1 0,-1-1-2 15,0-3 2-15,0 0 6 0,2-1-4 0,-1-4 2 16,3 0-10-16,-2-6 3 0,1-3-6 0,-1-1 4 16,2-1-6-16,-3-4-4 0,3 2 6 0,-4-8-6 15,0-3 5-15,-1 1 8 0,1-1-1 0,0 0 4 0,0 0-6 16,0-3 3-16,0-1-7 0,0 0 5 0,-1-1-13 16,1-3 9-16,6-20 0 0,-3-10 3 0,-3-1-7 15,-2-6 2-15,-4 0-3 0,-1-3 2 0,-3 1-3 0,-1 0-1 16,0 3 0-16,1 1 0 0,1 3 1 0,1 3 2 15,3 1-3-15,-1 4 1 0,2 2-5 0,0 6 4 16,0 5-4-16,1 2 4 0,-1 0-3 0,2 8-10 16,0-1 5-16,0 0-7 0,2 3 10 0,-1-1 3 15,1 2 2-15,2 2 0 0,13-4 1 0,1 4-1 16,6 4 0-16,-1 4 0 0,1 3 0 0,-2 2-3 16,0 2 4-16,4-8-2 0,-3 13-1 0,-1 3 1 15,0 3-4-15,-1-2 5 0,-1 0 3 0,-1 0-2 0,-1 2 6 16,-3-2-5-16,-4 4 2 0,-2-2-2 0,1 4 0 15,-7-1 1-15,5-1 2 0,10 4-4 0,-8-8 8 16,-5 4-5-16,-5-4 14 0,-2 2-3 0,-5 0-5 16,-4-2 3-16,-2-2 4 0,11-5 8 0,-24 0 4 0,-2-6-1 15,0 0 0-15,2-2-8 0,-2-3-1 0,2-2-2 16,1-2-7-16,-3 16-1 0,4-7-4 0,1-5 1 16,1-2 1-16,5-4-9 0,-3 0 1 0,3-2-9 15,4 0-37-15,4 0-43 0,7 2-32 0,-2-2-6 16,1 0-161-16,1 0-173 0</inkml:trace>
  <inkml:trace contextRef="#ctx0" brushRef="#br0" timeOffset="1600.41">5158 3345 897 0,'0'0'28'0,"0"-2"-6"0,0 0 61 0,0 1-7 0,2-3 13 16,2-5-9-16,1-3 0 0,1 1-1 0,0 0-3 16,-1 2-30-16,1 0-20 0,9 1 5 0,3 4-8 15,-1 1 18-15,1-10-13 0,1 3 4 0,0 5-9 16,-7 3-7-16,-2 2 2 0,-3 2-4 0,-3 0 3 16,-2-2 0-16,14 24 0 0,-4 2 7 0,-7 2-4 0,-3 1 13 15,-4-1-4-15,-2 0-3 0,-1-2 2 0,-1-2-1 16,-1-1 4-16,-2-1-5 0,-1-4 5 0,1-1-4 15,2-2-10-15,-1 0 0 0,5-4-6 0,-1-2-4 0,2-1-1 16,0-1 3-16,2-3-2 0,0 3 0 0,0 1-5 16,0 1 3-16,2-4-3 0,0 1 10 0,0-2-3 15,16 9-4-15,3-2 1 0,1-4-1 0,2-1-4 16,4-2 9-16,0-4-8 0,0-2 1 0,1-2 6 16,1-2-4-16,-2 1 5 0,0-1-7 0,-2 1-19 15,-2-1-12-15,2-1-6 0,-2 1-64 0,2-3-211 16,4-2-43-16</inkml:trace>
  <inkml:trace contextRef="#ctx0" brushRef="#br0" timeOffset="1880.51">6263 2944 1632 0,'-2'-2'21'0,"-2"0"17"0,-12-5 1 16,5 3 23-16,1 0-5 0,5 3 11 0,3 1-8 15,0 0-49-15,-2-2 2 0,2 0-16 0,1 0 4 0,1 0 3 16,0 0 0-16,1 0 1 0,5 2-2 0,27-5 3 16,5 1 0-16,-1 2-1 0,2 1-8 0,0-1 5 15,3 0 1-15,5 2 3 0,-4 0-4 0,-3 0-16 16,-4 0-3-16,-12 0-7 0,-2 2-23 0,0 0-4 15,1 1-34-15,-5 1 8 0,-1 0-135 0,-8-1-71 16,-5-1-6-16</inkml:trace>
  <inkml:trace contextRef="#ctx0" brushRef="#br0" timeOffset="2036.78">6464 3106 533 0,'-2'0'81'0,"0"0"-8"0,-4 0 86 0,-23 9-5 16,6-2 0-16,3-1-28 0,5-1-20 0,4-1-10 15,2 0-2-15,3-2-34 0,4-2-15 0,-2 2 1 16,1-1-7-16,1 1 0 0,0 0-7 0,0 0 5 0,2 0-4 15,0 0 16-15,2 1-19 0,5 1 1 0,31 11-8 16,-3-9-5-16,9-3-13 0,7-3 5 0,-3-2-9 16,11-3 5-16,1-3-49 0,-5 1-11 0,3-4-28 15,-4 0-191-15</inkml:trace>
  <inkml:trace contextRef="#ctx0" brushRef="#br0" timeOffset="2730.65">7845 2426 844 0,'-2'-2'86'0,"0"0"-82"16,0 0 93-16,-1-1-40 0,-7-3-22 0,-4-3 26 0,-3 0-6 16,2 1 13-16,0 3 0 0,0 1-28 0,-1 2 5 15,-1 2-16-15,0 6-17 0,-1 5 19 0,1 2-8 16,-2 28 13-16,3 7 5 0,1 8-7 0,2 5 0 0,3 4-4 15,-1 2-2-15,6 0 4 0,-1-2-2 0,-22-4 1 16,17-6-7-16,11-6-4 0,6-3 0 0,1-11-2 16,6-1-2-16,2-4 0 0,0-6-1 0,-6-2 0 15,23-3 2-15,-1-6-11 0,6-2 8 0,-1-8-8 16,5 20 14-16,-1-10-9 0,5-10-2 0,7-4 0 16,-4-11 7-16,8-4-3 0,-2-5 4 0,-12-1-5 15,7 13-2-15,-16-27-1 0,-5-3 4 0,-2-3-2 0,-7-3 13 16,-12-3-6-16,-3-2-2 0,22-6-1 0,-19 0-9 15,-12 1 7-15,-8 3 0 0,-8 2 2 0,-3 1-4 0,15 8-4 16,-32 4 2-16,-2 8-2 0,-7 1 1 0,2 7-1 16,-1 6-2-16,1 4 4 0,5 4 5 0,3-15-13 15,1 9 7-15,2 9-9 0,1 6 0 0,7 5-2 16,-1 4-7-16,6 4 6 0,-2-4-3 0,2 23 6 16,9 1-1-16,2 8 1 0,7 1-7 0,-16 1 7 15,13 1-3-15,9-1 3 0,7-1-15 0,6-1-31 16,6 0-2-16,3-4-12 0,-11-8-26 0,22-3-82 0,5-4-1 15,1-7-33-15,3 0-72 0,7-6-167 0</inkml:trace>
  <inkml:trace contextRef="#ctx0" brushRef="#br0" timeOffset="2901.05">8705 2907 1294 0,'0'0'38'0,"0"0"56"16,0 0-36-16,0 0 36 0,0 0-5 0,-2 0 16 15,0 0-2-15,0 0-58 0,0 0 2 0,0 2-24 16,-1 0-25-16,-1-1-1 0,0 1-3 0,0 0-1 0,1 2-27 16,-1 0-38-16,2-1-6 0,-2 5-12 0,3 3-52 15,1-6-217-15,0-1-24 0</inkml:trace>
  <inkml:trace contextRef="#ctx0" brushRef="#br0" timeOffset="3267.68">9252 2485 812 0,'-2'0'177'0,"1"0"50"0,-1 0-77 16,0 0-96-16,-15 0-3 0,-3 2 5 0,-1 2 1 15,3 3-7-15,-8 6 3 0,3-11-29 0,-1 24-9 0,6 6 0 16,9 5-1-16,-4 2 7 0,7 7 6 0,-3-3-1 16,5 4 0-16,2-1-12 0,-18-11 9 0,7 6-7 15,13-6 7-15,2-1-8 0,5-3-4 0,4-5 1 16,0-5-3-16,-7-1-9 0,24-3 11 0,0-4-3 15,1-2 8-15,1-5-4 0,-4-3 8 0,4-1 1 0,-2 15 3 16,1-6 6-16,1-5-5 0,2-6 5 0,1-4-5 16,0-4-5-16,-3-3 5 0,0-2-10 0,-6-2 10 15,-2 12-14-15,-3-27 8 0,-2 0-4 0,-6-3 6 16,-4-6-6-16,-5-2 6 0,22-7-3 0,-15 0 3 16,-9 1-10-16,-5 4-1 0,-6 3-1 0,-6 2 1 0,-2 5 3 15,12 5-6-15,-23 6 0 0,1 7-2 0,-1 4-5 16,-4 5-1-16,1 4-1 0,0-18 0 0,-5 9 1 15,3 7-50-15,-2 6-8 0,-6 5-26 0,4 5-134 0,6 1-325 16</inkml:trace>
  <inkml:trace contextRef="#ctx0" brushRef="#br0" timeOffset="3968.66">10210 2454 455 0,'-1'0'279'0,"-1"0"-409"15,0-2 337-15,-2 0-195 0,-3 0 11 0,-4-1 49 16,-1-1 5-16,1 0 12 0,2 0 11 0,0 1-20 16,3 1-8-16,1-2-3 0,3 4-33 0,0 0-1 15,-2-4-7-15,0 1 4 0,3-1-16 0,-1 0 10 16,2 2 2-16,0-3 3 0,2-3 7 0,-1 5 6 16,20-1-3-16,12-16 4 0,6 7-13 0,2 7-9 15,0 6-4-15,-2 4-2 0,4 7-17 0,-10 0 3 0,-1 4 0 16,-8 0 1-16,-8-10-2 0,-4 19 6 0,-1 2-1 15,-8 0 4-15,14 0 10 0,-6 2 0 0,-9-2 3 16,-2-2-3-16,-7 1-4 0,-6-1-2 0,0-4-4 0,-2 1 2 16,-13-1-8-16,-4-7-1 0,-1 2 2 0,7-6-2 15,6 0-3-15,7 1 6 0,0-5-7 0,7-1 5 16,2 0-10-16,3-4-7 0,-1 3 1 0,0 1-3 16,0 0 5-16,-2 5-2 0,2 0 7 0,2 4-5 15,6 0 7-15,1 0-3 0,5 0-2 0,14 0 0 16,5 2 7-16,1 8 0 0,-6-5 1 0,-4 4 1 0,-5 1 2 15,-6-5-4-15,0 1 4 0,-7-1-3 0,7-1 13 16,-4-2 7-16,-5 2-1 0,-4-4 2 0,-5 0-6 16,-12 1-3-16,-22-1-4 0,-3 0 2 0,-1 0 0 0,1-1-8 15,-1-3 6-15,6-4-6 0,2 1-1 0,7 0-2 16,2-3-5-16,6-1 1 0,5 9-17 0,6-3-47 16,4-5-1-16,5-3-25 0,-2 2-107 0,2-2-123 15,1 0-48-15</inkml:trace>
  <inkml:trace contextRef="#ctx0" brushRef="#br0" timeOffset="4218.72">11042 2437 1162 0,'-2'0'113'0,"-1"0"-143"0,-25 4 133 0,-4 3-66 15,3 3 25-15,-1 3 45 0,2 1-5 0,4 3 14 16,0-9-28-16,5 16-27 0,4 2-5 0,4 0-7 15,6-2-15-15,-12 0 8 0,6 2 1 0,7-2 0 16,4 0-11-16,4-3-12 0,3-3 0 0,4-1-5 16,4-4-3-16,22-2 4 0,4-7-4 0,4-2 3 15,10 26-12-15,3-19 3 0,5-7 2 0,9-6 0 0,1-7 1 16,5-6-15-16,-8 0-9 0,-8-1-4 0,-7-1-42 16,-6 4-63-16,-3-1-9 0,-7 1-21 0,-2 0-63 0,-9 2-135 15,-4 2-31-15</inkml:trace>
  <inkml:trace contextRef="#ctx0" brushRef="#br0" timeOffset="4389.91">11393 2341 982 0,'-2'0'39'0,"0"0"-6"0,-1 0 20 16,-18 0 16-16,6 0-14 0,2 1 44 0,0 3-13 16,12-4-3-16,-3 2-6 0,-2 7-18 0,4 15 6 0,-7 2-2 15,5 8 3-15,3 1-10 0,-24 8-21 0,12 5 8 16,8 4-14-16,1 6-15 0,2 1-5 0,-1 1-1 15,1-5 2-15,2-1 1 0,0-4-5 0,2 0-4 0,1-5-1 16,3-2-26-16,1-10-28 0,3-3-3 0,3-4-12 16,3-2-66-16,-5-4-140 0,15-3-39 0</inkml:trace>
  <inkml:trace contextRef="#ctx0" brushRef="#br0" timeOffset="5306.63">11939 2628 773 0,'0'-1'106'0,"0"-1"21"16,0-2 14-16,0 0-40 0,-2 1 6 0,0-1 16 0,0 0-55 16,1 0-5-16,-1 3-17 0,0-1-25 0,0 2 9 15,0 2 1-15,0 1 4 0,-3 14 16 0,-5 15-16 16,3 7 4-16,0-2-8 0,1 0-2 0,2 2 2 16,-1-6 3-16,1-1-1 0,0-4-4 0,2-4 1 15,2 0-5-15,0-9 4 0,0 1-12 0,0-6-1 16,0-5-6-16,0 1 3 0,0-2-5 0,0-3 15 15,0 3-2-15,0-2 6 0,0 0-13 0,0-2-7 16,0 0 1-16,2-2-1 0,0-2 6 0,2-18-12 0,1-4 3 16,3-11-4-16,-1-4 8 0,1 4-6 0,3-8 2 15,-2 10-4-15,0 2-6 0,1 7-2 0,-3 7 2 16,-1 8-1-16,-1 2 3 0,-3 5-12 0,6 2 2 16,3-5-5-16,-2 1 7 0,2 2 13 0,4 4-1 0,-6 2 5 15,1 2-4-15,1 3 7 0,-4 8 0 0,4 9 2 16,-1 1 0-16,-3-5 4 0,2 2-6 0,1-5 5 15,-1-6-8-15,-4 0 9 0,3-3-1 0,-1-3 3 16,4 3-3-16,4-1 1 0,0-5 2 0,2-2-3 16,1-6-6-16,3-3-4 0,3 7 4 0,-2-26-3 0,0 2 6 15,1-1-10-15,-1 1 0 0,-2 3-2 0,1 3 3 16,-1 3-1-16,-1 8-4 0,-2 1 0 0,1 7-6 16,-1-11 3-16,-2 5 2 0,5 3-1 0,-5 4 1 15,0 2 7-15,-6 2-2 0,0 1 4 0,-1 8-2 0,-1 15-2 16,-1 6 1-16,12-5-1 0,-5 5 15 0,-5-3-15 15,-4 5-1-15,-3-5-9 0,-1-3-24 0,0-4-26 16,2-9-6-16,2-2-9 0,-2-6-49 0,-2-5-38 16,11 8 5-16,15 1-11 0,2-9 38 0,3-8 8 15,3-11-4-15,-3 14 3 0,3-29-9 0,-4-3 48 16,-1 0-2-16,-1-4 20 0,-2-4 27 0,-2 4 37 16,-2-6-6-16,-1 3 15 0,-3-1 2 0,1 4 36 0,0 4-2 15,-1 7 13-15,-3 5 9 0,0 3 19 0,-2 3 6 16,-2 4 5-16,-2 0 22 0,-1 8-55 0,-3 1 15 15,-1 2-26-15,0 0 20 0,-2 2-1 0,1-2-8 16,1 2 3-16,0 2-21 0,-1 2 8 0,7 16 0 0,1 14 4 16,-6-1-3-16,-3 3-9 0,-2 3-1 0,0 1-2 15,-2 1-7-15,-1 2-5 0,-1-2-6 0,2-4 2 16,0-2-10-16,0-3-11 0,1-6 4 0,-1 0-6 16,0-6 10-16,2-5 2 0,-2 2-2 0,2-12 2 15,0-3 5-15,0 2 0 0,0 0 8 0,0-3-5 16,0 1 2-16,0-2-18 0,0-2 4 0,0-1-7 15,0-23 6-15,0-21-7 0,0-1-1 0,2-2-1 0,2-4 2 16,1 0 1-16,3 0 0 0,-1 2 0 0,0 0-6 16,3 4 1-16,1 0-1 0,0 7 2 0,0 0-3 0,0 6 5 15,-1 9 2-15,-3 6 1 0,0 5 3 0,-5 9-9 16,2 2 2-16,0 1-5 0,7-3 8 0,9 4 3 16,1 6-2-16,3 7 1 0,2-5-3 0,-4 27 0 15,4 0 2-15,-5 3-2 0,-3-3 4 0,4 4 2 16,-5 2-2-16,5-2 1 0,-1 4-5 0,3-4 1 15,-2 2 0-15,-1 0 1 0,-1-1 0 0,0-1 2 16,-3-4 2-16,-2 2-1 0,0-3 7 0,-4-2-7 0,-2-2-3 16,-1-8-4-16,1 0-48 0,-3-3-61 0,-1-6-10 15,-1-2-19-15,0 1-72 0,-1-5-90 0,-1-1-53 16</inkml:trace>
  <inkml:trace contextRef="#ctx0" brushRef="#br0" timeOffset="5432.49">13142 2835 693 0,'-2'0'218'15,"0"0"57"-15,-1-2-70 0,-10-2-116 0,9 2 3 16,0 0 3-16,1 0-16 0,1 1-2 0,0-3-5 16,2 0-18-16,2 0-12 0,13-3-7 0,35-4 0 15,2 0-15-15,7-2-7 0,10 2 5 0,5-2-5 0,0 1-3 16,4 3-10-16,-5 0-14 0,-5 1 0 0,-1 3-61 16,-13 1-168-16,-2 2-81 0</inkml:trace>
  <inkml:trace contextRef="#ctx0" brushRef="#br0" timeOffset="6279.29">4854 5503 24 0,'0'0'9'0,"0"0"-21"16,0 0 12-16,0 0-8 0,0 0 13 0,0 0-5 0</inkml:trace>
  <inkml:trace contextRef="#ctx0" brushRef="#br0" timeOffset="6286.58">4850 5490 5 0</inkml:trace>
  <inkml:trace contextRef="#ctx0" brushRef="#br0" timeOffset="6293.9">4852 5478 2 0</inkml:trace>
  <inkml:trace contextRef="#ctx0" brushRef="#br0" timeOffset="7093.53">4859 5467 77 0,'0'0'46'0,"0"0"-2"0,0 0 37 0,0 0-5 0,0-2-2 16,0 1-20-16,0-1-21 0,0 0 2 0,0 0-6 15,0 0 11-15,0 0 3 0,0 0 0 0,0-1 2 16,0-1 6-16,0 0-3 0,0 3 0 0,0-12-1 16,0 1-3-16,0 3-3 0,0 2 9 0,0 3-8 15,0-2 5-15,0 1-11 0,0-4 3 0,0-1-3 16,0 1 4-16,0 0-4 0,0-1-6 0,0 9 2 0,-2-11-1 16,2 7-5-16,-1-4 1 0,-1-3-2 0,0 3 5 15,0-2-4-15,0 0 3 0,0-2-6 0,0 2-6 0,1 0 2 16,-1 1 0-16,0 1 0 0,2 2-5 0,0 1 2 15,-2-1-4-15,2 1 3 0,-2-1 0 0,2 3-1 16,-2-2-2-16,2 3-1 0,0 1-7 0,0 0 4 16,0 0-2-16,0 0 2 0,0 0-2 0,0 0-4 15,-2-1 5-15,1-1-5 0,-1 0 1 0,0 1-3 16,0 1 0-16,0 0 0 0,0 0 5 0,0 0-4 16,1 0 0-16,-1 2-1 0,0 2 2 0,0 2 5 15,-2 16-4-15,-1 23 4 0,3 5-4 0,2 6-1 16,0 0 9-16,0 2-7 0,0 1 0 0,2 1 8 0,0-1-5 15,-1-1 6-15,1 2-14 0,-2-1 13 0,0 1-9 16,0 3 13-16,0-2-10 0,0-1 11 0,0 0-1 0,0-8 3 16,0-4 2-16,0-5 8 0,0-2-4 0,-2-9 5 15,2-8-12-15,0 0-8 0,0-9 3 0,0-5-5 16,0 3 3-16,0-6-1 0,0 1 3 0,0-1-2 16,0-1 11-16,0 0-6 0,-1-2-1 0,-1 0-4 15,0-1-13-15,0-1-10 0,-2-1-2 0,1-1-1 16,-10-30-5-16,1-11 6 0,1-3 0 0,4-15 1 15,-1-1 1-15,1-4 11 0,1-1-8 0,5 2 9 0,-1 2 0 16,-26 1 0-16,15-1 4 0,7 2-4 0,6-4 1 16,2 0 0-16,2 4 0 0,0 0-1 0,3 9 3 15,2 5 1-15,1 8 1 0,1 8 0 0,2 1-8 0,0 6-2 16,2 1 1-16,-4 3 1 0,17 3-6 0,-1 6 9 16,5 4-6-16,-6-10 7 0,2 6 0 0,2 5-5 15,-8 6 6-15,2 6-5 0,0 5 12 0,-5-9-9 16,-1 31 1-16,-1 3-2 0,-2 4 4 0,-6 3 7 15,0 0-7-15,-1 1 5 0,-4-1-9 0,-1-4 1 16,-1-4 6-16,17-1-2 0,-10-3 6 0,-7 1 2 16,-4-2-5-16,-4-1 4 0,-3 1-5 0,-4-2 6 0,-4 0-1 15,1-2 1-15,1 2-3 0,-19-2-1 0,-3 1 1 16,-4-2-1-16,6-3 1 0,5 0-3 0,1-3 1 16,5-3-3-16,1 3-5 0,5-4-1 0,-1-2 1 15,6-4-1-15,0 0 0 0,8 3 9 0,-3-1-5 0,6 0 8 16,-7 2-11-16,2-2 4 0,1 4-3 0,2 3 5 15,4 1 0-15,4-2 0 0,5 1 3 0,-7-1-3 16,32-2 2-16,3-2-7 0,11 2 2 0,6-2-2 16,0-4 3-16,5 2-1 0,-5-5 3 0,-2-1-3 15,0 4 3-15,-7-1-3 0,-5-3 4 0,-6-1-4 0,-3 4 6 16,-3-7-8-16,0 5-5 0,-4-2-4 16,2-2-36-16,-4-1-76 0,3 1-3 0,-3 0-26 0,0 2-32 15,-3 9-74-15,-1-4-25 0,-1-3-21 0,2-1-117 16</inkml:trace>
  <inkml:trace contextRef="#ctx0" brushRef="#br0" timeOffset="7467.65">5730 6199 912 0,'-2'0'71'0,"0"0"-47"16,1-2 75-16,-1 0-22 0,-2 0-7 0,0 0 15 0,1 1-2 15,1-1 3-15,0 0-21 0,0 0-31 0,0-2 3 16,2 1-11-16,0-7 6 0,2 3-7 0,2-1 5 15,-2 7-3-15,29-1 23 0,-3-17-30 0,-6 10 6 16,6 3-15-16,-11 6 7 0,3 4-11 0,-1 3 5 0,-8 1-7 16,6-1 3-16,-8 21 2 0,0 2 3 0,-5 0-1 15,14 1 5-15,-8 4-4 0,-8 1 1 0,-4-1-1 16,-6-2-5-16,-3-5 10 0,-5 2-7 0,10-4 8 16,-29-2-11-16,1-2 17 0,-3-1-5 0,0-3 9 15,7-1-4-15,-1-2 3 0,8-4 0 0,3-2 0 16,3-3-7-16,6 0-3 0,4-3-5 0,3-1 0 15,0 0-13-15,1 2-9 0,-1-1 1 0,2 1-3 0,0 0 11 16,2 0-5-16,2-3 5 0,0 1-6 0,13 4 5 16,22 1 0-16,2-3 1 0,4-4-1 0,-1-2 4 0,3-3 5 15,-2-3 0-15,1 1 1 0,2-3-5 0,-5 1 3 16,0 0-1-16,-7 1 2 0,-7 1-1 0,-1 1-30 16,2-1-9-16,-2 1-15 0,0-1-104 0,-2 0-124 15,2-1-65-15</inkml:trace>
  <inkml:trace contextRef="#ctx0" brushRef="#br0" timeOffset="7796.48">6755 5805 813 0,'-2'0'123'16,"0"0"36"-16,-1 0-42 0,-14-3-75 0,9 1 11 15,-1 0 41-15,4 0 5 0,1 0-4 0,0 0-3 0,0 0-55 16,3 1-17-16,-1-1 0 0,2 0-2 0,2 0 11 16,7-2 12-16,28-11-2 0,4 2 5 0,0 2-12 15,3 0 3-15,3 0-7 0,-1 2 5 0,2-2-11 0,-1 3-4 16,-3 1 1-16,3 1-4 0,-6 2-7 0,-6 3-4 15,0 1 1-15,-13 0-1 0,-1 0 5 0,-1 1-1 16,-7 1 5-16,0 0-6 0,-3 0-6 0,-7 0-46 16,1 0-5-16,0 0-16 0,-1-1-39 0,-1 1-83 15,0 0-22-15,0 0-31 0,0 0-171 0</inkml:trace>
  <inkml:trace contextRef="#ctx0" brushRef="#br0" timeOffset="8044.96">6599 6060 1112 0,'0'0'40'15,"-2"0"5"-15,0 0-18 0,0 0-5 0,1 0-12 16,-1 0 28-16,2 0 46 0,0 2-8 0,2-2 18 16,1 0-26-16,27 1-21 0,7-1 1 0,8-5-7 15,3-4 8-15,0-1-5 0,2-1 2 0,1-4-4 16,-1 0-4-16,-2 1-9 0,2-1-6 0,-3 2-1 0,-3 2-19 15,-7 3 4-15,-3 3 0 0,-8 1 2 0,-6 2 9 16,2 0-16-16,-1 2 5 0,-6 0-9 0,-6 0-9 16,-5 0-54-16,-1 0-6 0,-1 0-27 0,2 0-122 0</inkml:trace>
  <inkml:trace contextRef="#ctx0" brushRef="#br0" timeOffset="12970.81">9379 4223 256 0,'0'-2'202'0,"0"-1"-81"15,-8-27 85-15,1-3 16 0,-1 5-123 0,3 4-1 16,-1 5-20-16,2 6 1 0,3 6-8 0,-1 1-18 0,0 2-25 16,2 3-2-16,-2-3-11 0,0 2-22 0,0 0 7 15,0 2-2-15,1 0 4 0,-1 2 3 0,0 13-2 16,0 22 8-16,2 6-7 0,2 5 6 0,2 6 11 15,1 5-9-15,1 6 10 0,-3 2-13 0,3 5 12 16,-2 3 1-16,-1-5 4 0,1-1 6 0,-2-10 11 16,-2-5-1-16,0-2 3 0,0-2-6 0,0 0-14 15,0-1 1-15,0-3-4 0,2-1-6 0,0-6-5 16,-2-4-4-16,2-5 3 0,-1-4-2 0,1-2 2 0,0-4 0 16,0-3-1-16,-2-11-2 0,2 1-49 0,0-3-5 15,0-1-21-15,-1-1-65 0,1 0-153 0,2-2-49 16</inkml:trace>
  <inkml:trace contextRef="#ctx0" brushRef="#br0" timeOffset="13143.66">9856 4842 1334 0,'0'0'24'16,"0"0"-1"-16,0 0 8 0,-2 0 5 0,0 0-2 0,2 0 59 15,0 0 49-15,-2 0-11 0,0 0 13 0,0 0-76 16,1 0-35-16,-1 0-5 0,0 0-9 0,0 0-16 15,0 0-1-15,-2 0-2 0,3 0 0 0,-1 0-13 0,0 0-44 16,-2 1-15-16,2 1-17 0,0 0-118 0,1 0-368 16</inkml:trace>
  <inkml:trace contextRef="#ctx0" brushRef="#br0" timeOffset="13826.51">11475 4489 1134 0,'-2'0'53'0,"0"0"4"0,-2 0 11 15,-18 2-18-15,0 0 0 0,-4-1-10 0,-2 1 14 16,8 0-9-16,-5 2 6 0,-1-2-38 0,12 0-12 16,1-1 0-16,5-1-4 0,4 2-10 0,1 0-65 15,-1 0-2-15,2 0-26 0,0 0-46 0</inkml:trace>
  <inkml:trace contextRef="#ctx0" brushRef="#br0" timeOffset="14622.27">10571 4106 187 0,'0'0'58'15,"0"0"49"-15,0 0 11 0,0 0-30 0,0-1 4 0,0-1-10 16,0 0 1-16,0 0-11 0,0 0-4 0,0 0 1 15,0 0-2-15,0 1 5 0,0-3 0 0,-2 0-1 16,0 0-14-16,0 1-17 0,0-1 3 0,-2 0-5 16,3 1 18-16,-3-7-3 0,0 1-3 0,-3 0-3 15,-1-2-27-15,3-1 7 0,1 1-9 0,4-4 9 0,0 4-11 16,2 2-1-16,2-2-3 0,-3 7-1 16,7-1-11-16,12-7 0 0,3 5 3 0,4 3-1 0,-2 4-1 15,-1 6-3-15,0 5-1 0,-9-9 1 0,0 31 9 16,-4 4-7-16,-4 4 6 0,-5 4-5 0,22 3 7 0,-13 4 5 15,-11 6-1-15,-5 3 3 0,-10 2-2 0,-9 4-9 16,-4 0-2-16,24-4 0 0,-37-2 2 0,6-9 0 16,0-4 3-16,7-7-3 0,-2-4-2 0,4-5 2 15,6-4-4-15,1-4 2 0,8-2-3 0,7-1-1 16,-9-3 3-16,6-1-1 0,3-4 0 0,4 0 1 16,0-2-1-16,2-5 0 0,2 1-4 0,-1-1 9 15,20-5-3-15,5 18 6 0,3-8-16 0,1-7 9 0,-1-4 5 16,1-6 4-16,-2-5 13 0,-1-4-4 0,-3-1 0 15,-3 10 0-15,-5-18 3 0,-7 2 1 0,-3-4 2 16,8 1 1-16,-4-1 6 0,-9-3-14 0,-5 1 2 16,-5-2-6-16,-4 2 9 0,-6-1-6 0,4-3 1 0,-24 1-3 15,-8-1 7-15,3-1-8 0,-3 1 1 0,-3 0-4 16,-2 1-5-16,3 9-3 0,5 1 1 0,8 3-3 16,6 5-4-16,4 1-1 0,2 9-1 0,5-8 0 15,6 3-5-15,4 4-15 0,3 3-4 0,2 1-5 16,-2-2-22-16,1 2-10 0,1 0-31 0,0 2 0 15,2-1-163-15,2 3-128 0</inkml:trace>
  <inkml:trace contextRef="#ctx0" brushRef="#br0" timeOffset="14887.57">11410 4582 1519 0,'-4'-2'51'0,"2"2"-63"0,-27-17 57 16,14 10-30-16,5 1-8 0,7 4 30 0,-1-1 3 16,0-1 11-16,2 0 13 0,2 0-25 0,0-5-1 15,4 0-9-15,9-2-9 0,32 0 5 0,9-2-4 16,-2 0 3-16,5 0-12 0,3 0 19 0,1 0-6 0,6 3 8 15,3 1-15-15,-1 2-11 0,-4 3 3 0,-6 2-8 16,-9-24-11-16,-9 15-20 0,0 5-8 0,-11 6-4 16,0 0-44-16,-8 2-221 0,0 2-51 0</inkml:trace>
  <inkml:trace contextRef="#ctx0" brushRef="#br0" timeOffset="16725">10103 5657 753 0,'-2'0'36'16,"0"0"-2"-16,-5 0 0 0,-21 2-2 0,2-1-10 16,-2 3 17-16,0 0 40 0,-2 0-2 0,1-1 14 0,-3-1 6 15,0 0-23-15,1 0 3 0,7-2-11 0,7 0-11 16,6 0-4-16,3 0-4 0,3 0-2 0,3 0-27 15,-2 0-13-15,1 0 1 0,1 0-3 0,0 0 3 0,2 0 8 16,2 0-2-16,13 0 5 0,31 2 11 0,12-2-19 16,3-2 9-16,9-4-14 0,10-1-3 0,15-2 4 15,11-1 0-15,9-1 3 0,2-4 0 0,5 0-2 16,1-3-6-16,5-3 2 0,9-1-4 0,8 0 9 16,-2 0 4-16,4-3 4 0,-8 3 15 0,10 4 15 15,7-3-4-15,2 6 5 0,-1-1-21 0,-3-5-12 16,2 6 1-16,2 1-4 0,-2-1-3 0,-9 2 6 15,-10 3-6-15,-3-1 4 0,2 4-8 0,-8-1-1 0,-4-1 1 16,-14 2 0-16,-8-1 6 0,-6 1 0 0,1 3 3 16,-10 0-1-16,0 3 5 0,-5-1-9 0,-13-2 5 15,-10 2-5-15,-7 2 5 0,-11 0-7 0,-6 0 0 16,-9 0 0-16,-3 0 4 0,-7 0-5 0,-5 0 1 0,-5 0-1 16,-2 0-3-16,-1 0-12 0,1 0-8 0,-2 0-8 15,0 0-61-15,-2 0-75 0,-2 0-28 0,-9 0-30 16,-28 8-253-16</inkml:trace>
  <inkml:trace contextRef="#ctx0" brushRef="#br0" timeOffset="17333.56">10552 6353 1235 0,'-2'0'52'16,"0"-2"2"-16,0 2-8 0,-18-11-9 0,3 2-14 15,-3 1-4-15,1 5 5 0,-7 3 7 0,2 1-4 16,-6 5 4-16,3 3-8 0,-1 2-3 0,0 6 0 16,4-15-8-16,2 26 8 0,-3-2-3 0,7 2 5 0,-1 0 1 15,1-1 8-15,5 1 2 0,2 0 1 0,1 0-9 16,7-2-12-16,1 2 4 0,-15-4-7 0,6 2 5 15,7-4 1-15,4-1-3 0,4-5 3 0,1-1 1 16,5-2 0-16,5-2-3 0,20-3 2 0,8-6-7 0,3 22 2 16,8-15 0-16,2-11 1 0,1-7-3 0,2-10 1 15,-1-5-1-15,-4 22 0 0,0-31-7 0,-8 1-4 16,-5 1 1-16,-9 1-2 0,-6 2 14 0,-10 0 1 16,-3 2 4-16,-7 0-3 0,-2-1 8 0,14-3-16 15,-7-2 10-15,-5-1-10 0,-6-1 6 0,-4 5 13 16,-5 1-3-16,-2 6 9 0,0 3-4 0,3 4-6 15,-18 2-7-15,-4 8 3 0,1-14-5 0,-3 8-3 0,-7 5-2 16,4 6-2-16,-2 6-12 0,1 5 7 0,9 4-6 16,-7-10 7-16,4 27-3 0,3 5-6 0,1 2 2 15,11 0-8-15,0-2-22 0,6 0-14 0,5 1-6 16,-18-1-6-16,14-4-60 0,8-1-53 0,4-4-5 0,3-6-19 16,-5-2-69-16</inkml:trace>
  <inkml:trace contextRef="#ctx0" brushRef="#br0" timeOffset="17502.09">11534 6481 1313 0,'0'0'127'16,"0"0"-169"-16,0 0 153 0,-2 0-82 0,1 0 17 0,-1 0 31 16,-2 0-7-16,-9 2 12 0,-6 0-29 0,-1 2-31 15,3-1 1-15,-1 1-12 0,-1 2-11 0,2-3-4 16,8 1-11-16,7-4 1 0,-1 2-41 0,-1 0-26 15,2 1-10-15,0 1-6 0,2 0-53 0,2 0-175 16</inkml:trace>
  <inkml:trace contextRef="#ctx0" brushRef="#br0" timeOffset="17824.66">12141 6089 1209 0,'-1'0'49'0,"-3"0"-28"0,-13 0 49 0,-13 2-13 15,3 4-4-15,-5 3 18 0,-1 8 3 0,1-1 4 16,2-10 0-16,8 18-30 0,0-2 1 0,3 8-13 16,2-6-13-16,3 8-10 0,2-2-1 0,5-1-3 15,3 3-8-15,-12-6 4 0,4 0 6 0,7-8-1 16,3 3 14-16,4-3-4 0,3-1 2 0,5 0-2 0,-8-4 1 16,29-4 7-16,-1-1-4 0,5-3 7 0,4-1 1 15,-2 18-5-15,4-11 3 0,4-9-4 0,-1-4 3 16,-1-5-10-16,-2-4-4 0,-8-2-1 0,1-4-12 0,-6 2 6 15,-3-2 0-15,-4 14 2 0,-1-23 4 0,-9 0-3 16,-1 3 4-16,-8-3-3 0,14 0 7 16,-6-3-8-16,-10-3 3 0,-6-1-5 0,-5 3-6 0,-6 2-7 15,8 0 0-15,-30 8-4 0,0 3-7 0,-4 8-8 16,-5 5-3-16,2-18-1 0,-1 13-15 0,1 9-37 16,3 3-13-16,6 5-11 0,2 3-67 0,12 0-57 15,5 0-23-15,16-5-17 0,-11 12-130 0</inkml:trace>
  <inkml:trace contextRef="#ctx0" brushRef="#br0" timeOffset="18284.49">12856 5956 1248 0,'-2'0'34'16,"1"0"0"-16,-3 0 60 0,-5 0-14 0,-10 0 18 15,0-2-5-15,-1 0-23 0,5 2 2 0,4 0-12 16,-2-2-24-16,9 2-17 0,1 0-8 0,-1 0-1 15,2 0-7-15,0 0 6 0,2 0 2 0,0 0-1 16,2 0-8-16,7 0 4 0,19 0-3 0,4 2 2 0,9 2-8 16,-6 1 18-16,-2 3-12 0,-1 3 14 0,-4 2-16 15,-6 0 3-15,-5-11 3 0,-6 29-2 0,-4-1 3 0,12 1 0 16,-6 3 5-16,-10-1-3 0,-3 4 7 16,-9-1-3-16,-6 1-1 0,-3-4 0 0,10-1 4 0,-27-8-3 15,3-2-3-15,-5-5-1 0,6-2-8 0,3-2 3 16,4-4 3-16,11 0-2 0,-2-3-5 0,6 1-4 15,3-3-9-15,2-2 3 0,3 2-9 0,-1-1 11 16,0 3 1-16,2-4 2 0,2 3 0 0,0-1-6 16,11 0 4-16,20 1-3 0,-1 1 10 0,1 3-1 15,2 1-3-15,-5 1 0 0,1 2-1 0,-5 0 6 0,-1 2 5 16,-1-1-1-16,-2 1 5 0,-3 0-2 0,-1 2 5 16,-9 0-3-16,-1-1-1 0,-6-1 5 0,9 2-3 15,-4-2 4-15,-3 1-3 0,-4 3 4 0,-4-2-4 16,-5 1 4-16,3 3-12 0,-29-7-5 0,-2 9 0 0,-6-3-2 15,-5-5-10-15,2 0-9 0,-1 0-8 0,12-8-2 16,2 1-36-16,1-5-108 0,6-1 0 0,2 13-44 16,7-9-80-16</inkml:trace>
  <inkml:trace contextRef="#ctx0" brushRef="#br0" timeOffset="18553.41">13926 5868 1125 0,'0'0'17'0,"0"0"-2"0,2 0 32 16,-1 0 19-16,1 0 2 0,0 0 79 0,0 0-46 16,0 0-5-16,0 0-17 0,-2 2-49 0,0 0 0 15,0 0-5-15,-10 26 3 0,-3 3-3 0,-3 5 3 16,-5 3 1-16,1 3 0 0,-1 3 3 0,5-8 4 16,1 4 0-16,2-8 2 0,4-1-4 0,1 1 8 15,4-10-5-15,4-3 5 0,2 0-10 0,2-3 2 0,3 0-3 16,3-2 0-16,6-6-7 0,16-3-4 0,3-1 3 15,6 17-2-15,2-9 4 0,5-7-14 0,4-6-1 16,6-2-5-16,5-5-8 0,2-6-10 0,5-2 0 16,-8-2-5-16,1-3-20 0,-9 1-17 0,-4-1-6 15,-4-1-3-15,-9 3-29 0,-1 1-85 0,-7 2-9 0,-5 4-33 16,-5 2-93-16</inkml:trace>
  <inkml:trace contextRef="#ctx0" brushRef="#br0" timeOffset="18777.68">14080 5913 1190 0,'0'0'67'0,"0"0"4"15,-2 0-2-15,0 0-12 0,0 0-11 0,0 0 11 16,1 0 26-16,1 0-9 0,0 0 14 0,0 0-17 0,0 2-12 16,0 0 2-16,0 1-8 0,7 22-10 0,4 2 0 15,2 5-4-15,4 1 2 0,0 1-6 0,1 7 0 16,-3-1-3-16,0 1 2 0,0 2-7 0,-2 0-9 15,-2-1 6-15,-4 1-8 0,-1-2-6 0,-3-2 3 16,-1-2-7-16,0-2 7 0,-2 1-2 0,0-3-12 16,-2-1-10-16,-1-6-3 0,-1 3-51 0,2-6-178 15,2-5-15-15,0 1-80 0,2-6-285 0</inkml:trace>
  <inkml:trace contextRef="#ctx0" brushRef="#br0" timeOffset="37605.44">16167 4901 256 0,'-2'0'192'0,"0"0"-79"0,0 0 71 0,-2 0 11 16,1 0-115-16,-5 0-2 0,-1-2 8 0,-2 0-1 0,0 0-5 15,5 1-39-15,-1-1-15 0,3 2-5 0,0-2-1 16,1 0-5-16,1 0-16 0,0 0 3 0,0 0-6 15,0 1 12-15,2-1-2 0,0 0 9 0,2 0-7 16,2 0 13-16,11-2-7 0,12-1 2 0,9-3-3 16,-3 1 12-16,2 0-13 0,4-1 7 0,0 3-8 15,2-3 6-15,-2 3-14 0,0-3 7 0,0 3-8 0,-2-1 3 16,-3 4 4-16,-4-1-13 0,-6 1 10 0,0 0-6 16,0 0 0-16,0 0 4 0,-9 0-3 0,0 2-8 0,-2 0-15 15,-8 0-2-15,3 0-8 0,-3 0-56 0,-3 0-94 16,0 0-6-16,0 0-29 0,2 2-51 0</inkml:trace>
  <inkml:trace contextRef="#ctx0" brushRef="#br0" timeOffset="37810.78">16163 5180 1071 0,'-2'0'42'0,"0"0"1"0,-1 1 10 0,-10 1-4 16,-2 2-5-16,-4 2 25 0,8-3 56 0,6-1-19 15,-1 0 21-15,2 0-80 0,1 0-33 0,-1 0-2 0,2-1-8 16,0 1 7-16,2 0 9 0,0 0 1 0,2 0 0 16,2 0-7-16,20 3-3 0,11 1-2 0,2-4 0 15,0-2-8-15,0-2-1 0,-1 0-1 0,1-2-3 16,4 1-16-16,-2-1-41 0,-2 0-26 0,4 0-9 16,-2 1-127-16,5-1-117 0,5 0-44 0</inkml:trace>
  <inkml:trace contextRef="#ctx0" brushRef="#br0" timeOffset="38759.83">17817 4372 121 0,'0'0'66'0,"0"0"-8"16,0 0 66-16,0-2 1 0,-1 0-1 0,-1 0 16 0,0 0-50 15,0 1 13-15,0-1-25 0,-2 0 7 0,1-2-15 16,-1 2 1-16,-5-3-6 0,-1-1-6 0,3 2-13 15,-2-1 4-15,1 1-6 0,1 0-2 0,-1 1-4 16,3-1-1-16,-1 0 0 0,3 2-2 0,-1 1-6 16,0-1-5-16,2 2 1 0,-1-2-10 0,-1 0-7 15,0 0 4-15,2 0-6 0,0 0-2 0,1 1 13 0,1-1-3 16,0 0 7-16,0-2-7 0,1 0 1 0,3 1-1 16,11-8 0-16,11-4-1 0,2 2-7 0,2 2 4 15,1 1-5-15,3 3-2 0,-1 1-1 0,0 3-2 16,5 1 2-16,-7 2 2 0,-3 0-4 0,0 0 0 15,-6 2-1-15,0 1 8 0,1 5-7 0,-9-3 4 0,-1 1-4 16,-1 1 10-16,-1-1-2 0,-4 14-1 0,8 1-1 16,-4 1-4-16,-2 0 13 0,-5 2-6 0,-4 2 8 15,-4 2-3-15,-5 6-4 0,-4-1 6 0,-2-3-5 16,12 0 12-16,-29-4-6 0,-1 1 8 0,-6-6-7 16,5 3 7-16,1-7-6 0,-1-1-2 0,5 3 1 0,-1-6-4 15,4-2-1-15,4-2 0 0,1 1 0 16,5-3-6-16,1 1 0 0,0-3-2 0,6-1 3 0,-1 0 1 15,3-3-9-15,3 1 5 0,0 0-5 0,3-2-3 16,-3 4 3-16,0 0-5 0,2-1 5 0,0 1-10 0,1-2 9 16,1 0-3-16,0 0 4 0,1-1 3 0,1 1-4 15,2 0 3-15,7 2-2 0,11 1 1 0,4-1-4 16,2 0-1-16,2-2-1 0,2 0 8 0,1 1 0 16,-1 1-3-16,-3 1 0 0,8 3-11 0,-7-1 9 15,-2 3 3-15,-4-1 1 0,-11-2 0 0,2 3-2 16,-4-5-1-16,-5 14 0 0,1-1 6 0,0 3 0 15,-5-1-5-15,2 2 1 0,11 1 4 0,-8-1-4 0,-3 0 5 16,-4 2-6-16,-4-1 0 0,-1-5 6 0,-5 6 1 16,-1-5 1-16,8 1 0 0,-25-1 12 0,-4-6-2 15,4 0 6-15,-1 0-1 0,-3 0-6 0,2 0 1 16,3 2-4-16,-3-6-5 0,4 0 5 0,2-1-7 0,0-6 7 16,3 1-14-16,1-1 2 0,3 9-2 0,0 1 2 15,2-5-6-15,4-1 6 0,-2-1 2 0,6-3 0 16,-1 0-10-16,3 0-4 0,-1 0-12 0,3-2 6 15,-3 1-21-15,2 1-33 0,1 0-11 0,1-2-13 16,0 0-66-16,0 0 6 0,2 0-7 0,0 0 3 16,2-2-38-16,2-1-56 0,12-7-19 0</inkml:trace>
  <inkml:trace contextRef="#ctx0" brushRef="#br0" timeOffset="39414.64">18454 4738 349 0,'0'-2'123'0,"0"0"2"0,0-2 19 16,-3-12-13-16,-3-7-26 0,-1 1-8 0,1 5 8 16,2 2-12-16,1 4 9 0,-1-2-21 0,0 0-17 15,-1-2 1-15,-1 4-9 0,0 0-10 0,3 2-1 0,1 3 2 16,0-1-5-16,2 5-18 0,0-2-12 0,0 2 1 16,0-1-4-16,0-1-8 0,2 0 7 0,-2 1-8 15,2-1 9-15,0 0-5 0,14 0 2 0,8-12 4 16,2 5-3-16,2 1 3 0,-4 5-8 0,2 1 2 0,0 4-3 15,0 0 10-15,0 2-4 0,0 3-3 0,4 3-1 16,-4-1-10-16,-2 4 12 0,0 2-3 0,-7-1 7 16,3-3-4-16,-3 11-5 0,-6-1 7 0,2 5-5 15,-3 4 9-15,-7-2 5 0,16 5-5 0,-10-3 6 16,-5 0-6-16,-4 0-1 0,-4 0 1 0,-5 1 0 16,-6 1 13-16,13-2-7 0,-33 0 3 0,3-2-4 0,3 0 5 15,-3 0-7-15,2-2 9 0,2 0-8 0,3-2 9 16,-1-3-4-16,0 0-3 0,-2-5 2 0,4 1-4 15,1-5-4-15,3-1-1 0,5-4 1 0,0 3 10 16,2-4-8-16,0-3 4 0,4 1-6 0,1 4 4 0,5-4-7 16,-1 1 1-16,0-1-4 0,1 0-4 0,-1 0 7 15,2 0-3-15,0 0 3 0,0 0-9 0,0-2 1 16,1 0-1-16,1 0 1 0,0 0 4 0,1-2-4 16,3 0 6-16,7-4-6 0,15-5 5 0,0 0-5 15,2 2-5-15,2-1 2 0,0 3-1 0,-3 1 4 16,5 3 0-16,0-1 0 0,-3 2-1 0,5 2 2 15,-5 0 0-15,3 0 2 0,1 2 0 0,-9-2-7 0,6 4 5 16,-11-2-4-16,-3 1 6 0,-1 1-3 0,4 0-1 16,-4-1 0-16,-4-1 10 0,6 2-10 0,-10-2 2 15,6 2-5-15,-4-3 10 0,-1 1-4 0,1 0 4 16,-5-2-5-16,3 2 1 0,1 0-2 0,-5-2 3 0,3 0-2 16,-2 0-1-16,-3 0 0 0,3 0-4 0,0 2 4 15,0 0 3-15,-1-2 0 0,1 0 1 0,0 0-2 16,-1 0-2-16,1 0-5 0,-2 0 3 0,0 0-4 15,2 0 4-15,-3 0-6 0,3 0 0 0,-2 0-1 16,0 0-9-16,0 0-17 0,1 0-9 0,1 0-5 16,0 0-67-16,0 0-78 0,-3-2-17 0,3 0-22 0,0 0-91 15</inkml:trace>
  <inkml:trace contextRef="#ctx0" brushRef="#br0" timeOffset="40201.97">19763 4253 407 0,'0'-2'104'0,"0"0"-11"0,-2 0 43 0,2-1 18 0,-7-16-35 16,0 2 3-16,-3-1-10 0,3 3-7 0,-1-2 2 16,-1-1-26-16,2 1-15 0,-1 0-6 0,3 3 0 15,-1 1-11-15,2 1-14 0,-1 1 6 0,1 4-7 16,-1-2 4-16,1 3-8 0,2 0-2 0,0 3-2 15,0-1-4-15,0 0-7 0,1 1 3 0,-1-1-4 0,0 0 1 16,0 0-12-16,0 1 3 0,2 1-7 0,0 0-2 16,0 0 7-16,0 0-8 0,0 0 8 0,0 2-7 15,0 0 1-15,0 2 6 0,0 2-4 0,2 11 8 16,2 16-3-16,-2 5-2 0,-1 5 1 0,-1 1 0 0,-1 6 1 16,-3 3-1-16,-4 1 1 0,1 0-5 0,1 1 7 15,1 1-2-15,-1 0 3 0,1 0-11 0,-1-2 7 16,2 0-4-16,1-2 4 0,-1-5-3 0,2-5 0 15,0-2 3-15,2-5-3 0,0 0 3 0,0-5-4 16,0 2 2-16,0-4-2 0,2 0-1 0,0-4 2 16,-2-1 3-16,0-5-1 0,0-1 3 0,0-4-10 0,0 1-1 15,0-7-3-15,0-1-5 0,0-2-74 0,0 1-1 16,0 1-32-16,0-2-55 0,2 0-37 0,0-2-32 16,9-2-10-16,17-11-199 0</inkml:trace>
  <inkml:trace contextRef="#ctx0" brushRef="#br0" timeOffset="40467.87">20166 4324 465 0,'0'-2'145'16,"0"0"-1"-16,0-2 53 0,0-1-15 0,0-5-22 15,0 3-38-15,0 3-19 0,-2-1-10 0,0 1 1 16,2 2-24-16,-3-2-15 0,-7-3 1 0,-3-1-6 0,-3 3 1 16,-1 3-13-16,0 2 0 0,-3 6-4 0,-1 5-2 15,1-9 6-15,-2 27-3 0,-1 3 1 0,5 1-18 16,1-5 2-16,-3 4 1 0,9-1-1 0,-2 3-6 0,2-1-5 15,3-1-3-15,-1 1 2 0,-2-7-3 0,7 2 2 16,0 0-4-16,-11-6 4 0,8 0 1 0,5 3-8 16,2-9 2-16,2-1-5 0,0-2-4 0,2-2-14 15,3 0-7-15,-1-5-3 0,25-1-28 0,2 16-31 16,3-10-5-16,5-5-10 0,-2-6-22 0,3-2-1 16,1-6 1-16,7-3-5 0,-3 0-25 0,6-4-72 15,-1 0-8-15</inkml:trace>
  <inkml:trace contextRef="#ctx0" brushRef="#br0" timeOffset="40748.43">20807 4428 207 0,'2'-2'106'0,"-1"-2"5"0,18-33 108 16,-4 5-8-16,-4 3-27 0,-4 6-37 0,-1 5 4 16,-2 3-12-16,-4 2 15 0,0 2-48 0,0 0 4 15,-2 3-20-15,0 1-14 0,0 1-19 0,2 4 0 0,-9 0-7 16,-6-9-18-16,0 4-6 0,0 3-6 0,-1 4 2 16,-3 4-11-16,2 3 2 0,1 4-8 0,1 10 5 15,0 14-7-15,2-1 2 0,5 3 3 0,-1 0-2 16,-11-4-5-16,7 3 9 0,7-3 0 0,6-1 4 15,4-3 4-15,5 1-6 0,-1-10 3 0,5 6-4 0,1 0 1 16,-1-5 2-16,4 5-3 0,-2-6 3 0,-2-1-7 16,-11 1 4-16,11-3-4 0,-4 2 5 0,-1-3-7 15,-5-1 1-15,7-2-2 0,-3 2 3 0,-3-2 3 0,-4 0 0 16,0 0 3-16,-6-2-4 0,2 0-5 0,-29-2-6 16,-6 1 2-16,-2-7-2 0,-7 1 0 0,0-2-11 15,1 22-6-15,5-11-2 0,-1-7-37 0,-5-6-78 16,1-2-6-16,3-4-30 0,5-1-81 0,7-2-48 15,6-1-17-15</inkml:trace>
  <inkml:trace contextRef="#ctx0" brushRef="#br0" timeOffset="41046.67">20521 4307 854 0,'2'-2'130'0,"1"0"-110"0,12-9 145 16,17-9-55-16,-4-3 6 0,-2 3 18 0,3-1-6 15,-6 3 6-15,1-1-38 0,2 3-20 0,0 1-2 16,0 0-6-16,3 2-15 0,-3 4-6 0,2 1-7 0,0 5 2 15,-2 1-8-15,0-15-21 0,2 8 7 0,-2 7-13 16,2 4-3-16,-4 3 6 0,-4 6-4 0,-5-5 4 16,2 27-12-16,-4 8 5 0,-6 4 5 0,-3 5 0 15,20 4 11-15,-16-2-16 0,-8 5 3 0,-8 1-6 16,1-6 8-16,-2 0 0 0,-3-6-5 0,-1-5 3 16,0-2-6-16,4-7 5 0,2-1 0 0,3-5 1 0,0-4-5 15,2-1 7-15,2-1-3 0,2-5 3 0,2 0-5 16,2-4 5-16,-1-2 1 0,-3-1 1 0,20-3-4 0,4-3 12 15,-2 15-3-15,8-6 7 0,-1-5 0 0,8-6-11 16,4-4 2-16,-2-5-5 0,-4-4 0 0,0-2-8 16,0-4 0-16,1-1-3 0,1-1-2 0,-4 1 2 15,0 13-8-15,-1-16 3 0,-3-3-31 0,1-1-39 16,-3 1-3-16,5-12-21 0,-1-1-105 0,4 2-271 16</inkml:trace>
  <inkml:trace contextRef="#ctx0" brushRef="#br0" timeOffset="53625.38">5541 10341 373 0,'0'-2'0'0,"-2"1"10"0,-2-11 98 15,-3-6-28-15,1-3 13 0,2 8-37 0,1-1 9 0,-1 2 23 16,0 1 0-16,1-2 6 0,-1 4-10 0,0-2-17 16,0 2 3-16,3 3-5 0,-1 2 13 0,2 2-23 15,-2-1-2-15,0 1-9 0,0 0-15 0,0 0 2 16,0 2 0-16,1 2 1 0,-1 2-8 0,-4 25 1 15,1 10 0-15,1 6 0 0,0 7-11 0,2 0-3 16,0 6-2-16,1-3 2 0,1-3-2 0,-2 4 4 0,2-2-3 16,0 0 2-16,0-1-10 0,0 1 13 0,2-4-5 15,1-5 8-15,1 3 2 0,2-3-3 0,1-2 1 16,0-1-2-16,3-6 3 0,-1-1-3 0,-2-6-2 16,1 1 0-16,-1-2-5 0,1-6-4 0,-1 6 2 15,-1-6-4-15,-1 1-2 0,-1-5 5 0,0-3-7 0,-2-4 4 16,-1 0-14-16,1-5-10 0,0 0-1 0,0-3-12 15,0 1-78-15,0-2-56 0,0 0-17 0,-1-2-14 16,1-2-95-16</inkml:trace>
  <inkml:trace contextRef="#ctx0" brushRef="#br0" timeOffset="54123.1">5598 10438 1071 0,'-2'-2'39'0,"-5"-9"29"0,1-4-1 0,-7-5-8 15,0 7-6-15,4 1 7 0,2-2 28 0,1 4-6 16,2 1 4-16,3-4-10 0,-5 6-25 0,2 1-15 16,-1-5-4-16,3 3-3 0,2-3-11 0,2 2-6 15,0 3 4-15,7 5-6 0,24-3-8 0,8 2 4 16,0 0-3-16,7 0 3 0,1-22-1 0,-3 9-4 16,2 10 1-16,-5 3-1 0,-2 2 0 0,-4 4 0 15,0 1 0-15,-7 4-1 0,1 4-3 0,-5 2 3 0,-5-11-1 16,-5 22 3-16,-3 7 5 0,-3 6 6 0,-5 4-4 15,19 2 5-15,-12-1-1 0,-11-1 6 0,-4 1-3 16,-10 3 2-16,-6-3-2 0,15 1-2 0,-38 0 2 16,-1-5-4-16,-5 1-8 0,3 2 13 0,-5-2-9 0,0-6 9 15,-2 2-11-15,0-13 5 0,7-3 4 0,3-4-1 16,5-3 12-16,5 1-9 0,2 0 4 0,4-6-4 16,6-1 8-16,5-6-14 0,2 1-1 0,6-1-5 15,1 2-4-15,2 0-4 0,1-1 3 0,1-1-4 16,0 0 4-16,0 0 7 0,2 2-2 0,2-1 3 0,5 1-2 15,30 15-7-15,10-6 6 0,5-4-6 0,4 0 6 16,7 0 0-16,0 1-5 0,0 1 2 0,-4 0-2 16,-3 0 0-16,-4 0 0 0,-6-1 0 0,1-3 1 0,-6 0-1 15,1 1 0-15,-1-1 0 0,0 3 0 0,-6-1 2 16,-1 0 1-16,1 0 1 0,-3 1-2 0,-4-3 5 16,-1 1-6-16,-4-3 5 0,-3 1-4 0,1-1-2 15,-3 1 1-15,-1-1-4 0,1 1-23 0,-1-2-53 16,-4-1-2-16,2-1-23 0,-2 0-82 0,4-2-104 15,3 0-53-15</inkml:trace>
  <inkml:trace contextRef="#ctx0" brushRef="#br0" timeOffset="54390.12">7178 10696 1180 0,'-1'0'154'16,"-1"0"46"-16,-8 0-59 0,-17-4-104 0,8 2 11 16,2 2-19-16,4 0 18 0,4 0 3 0,3 0 4 15,3 0 11-15,-1 0-24 0,0 0-6 0,2 0-6 0,1 0-17 16,1 0-10-16,0 0 5 0,1-2-5 0,14 1 5 16,28-7 0-16,3 3-5 0,6 1 2 0,4-2-5 15,0 1 1-15,1 1 2 0,-5 0 0 0,0-1 1 16,-3 1 0-16,-9 0-3 0,-2 1 0 0,-7 1 0 0,1 0-25 15,-8 0 4-15,-4 2-16 0,1 0-18 0,-10 0-28 16,0 0-20-16,-5 0-7 0,-3 0-107 0,1 0-130 16</inkml:trace>
  <inkml:trace contextRef="#ctx0" brushRef="#br0" timeOffset="54545.18">7219 10976 1249 0,'-2'0'77'0,"0"0"-6"0,-1 0 19 0,-5 0-5 16,1 0-20-16,3 0-30 0,1 0-3 0,-1 0 11 15,2 2-7-15,0 0 19 0,2 0-13 0,0 0 2 0,2-2-5 16,13 2-5-16,27-1-10 0,7-1-4 0,1-1-1 16,2-5-15-16,4-3 2 0,-3-1-1 0,1 1 2 15,4-2-4-15,-4 2-21 0,1-4-5 0,5 0-11 16,-1 0-62-16,10-2-80 0,9-2-93 0</inkml:trace>
  <inkml:trace contextRef="#ctx0" brushRef="#br0" timeOffset="74496.66">9276 9795 401 0,'0'0'0'0,"-1"-1"97"15,-1-1 29-15,-2 0 23 0,0 0 8 0,1 0-83 16,-1 0-21-16,0 0-19 0,0 1 6 0,1-1-8 16,-1 0-11-16,0 0-4 0,1 2-9 0,-1 0 6 0,0 2 2 15,2 0-7-15,0 1 10 0,-5 16-9 0,1 11 13 16,3 1-8-16,3 5-2 0,0 6 0 0,2 5 10 0,1 3-10 16,3 2 4-16,-1 3-7 0,-1-1 4 0,2 2-6 15,-3 2 7-15,1-6-6 0,-2 1 9 0,0-8-11 16,-2-4 1-16,0-4-3 0,0-6 9 0,0-1-13 15,0-2 11-15,0-6-12 0,-2-3 8 0,2-4 3 16,0-2-9-16,0-6 8 0,0 1-8 0,0-7 9 16,0 3-5-16,-2 0 5 0,0-2-9 0,0 0 5 15,1-2 0-15,-1-2 0 0,0 0-3 0,-6-11-8 0,-12-26 2 16,5-2-4-16,4-7 3 0,-2-8 8 0,2-3-3 16,-4-12 5-16,2 1-5 0,4 3-3 0,1 0 1 15,1 6-1-15,-2 3 4 0,3 6 1 0,2 2-4 16,4 5 0-16,0 5-9 0,4 4 8 0,4 1 3 0,1 5 0 15,4-1-2-15,2 3 3 0,1 2-2 0,-14 4 4 16,26 5 4-16,0 8-10 0,3 1 1 0,7-14-5 16,-1 11 0-16,2 9 9 0,2 6-5 0,-4 5 6 15,2 8-3-15,-4 1 4 0,0-10 1 0,-1 25-2 16,-10 0-4-16,0 1 5 0,-4 1-6 0,-7 4 6 16,0 0 3-16,-5 4-1 0,16 1 2 0,-13 3-4 0,-7 5-6 15,-8-4 7-15,-11 8 0 0,-5-4 2 0,-4-6-3 16,16-1 4-16,-23-6-4 0,-1-6 3 0,-1 1-9 15,3-7 11-15,-2-2-2 0,1-3 3 0,-1-4-11 0,4-1 2 16,2-2-5-16,2 0 3 0,0 0 3 0,2-1-8 16,0-1 9-16,5-3-9 0,2 1 5 0,6-4 8 15,3 1-11-15,2-1 7 0,-3 2-10 0,0 3 1 16,3-1 5-16,2 4-2 0,2 1 4 0,6-1-1 16,5 2 4-16,-2-6-2 0,23 4 5 0,5-4 2 15,4-2-6-15,3 2 7 0,4-3-1 0,1 3-5 16,1-2 1-16,2-3-3 0,-8 3 4 0,5 0-9 15,-5-1 4-15,-5-1-8 0,2-1-21 0,-9-2-37 0,-1 1-9 16,-1 14-11-16,0-8-52 0,-1-6-269 0</inkml:trace>
  <inkml:trace contextRef="#ctx0" brushRef="#br0" timeOffset="74869.75">10385 10562 1186 0,'-2'-2'56'0,"0"0"112"0,0 1-167 15,-1-1-12-15,1 0 1 0,0 0-1 0,2 0 23 16,0 0-1-16,2 0 6 0,3 1-5 0,19-5 1 0,2 6-6 16,0 2-3-16,-3 5 2 0,5 6 7 0,-2 2-8 15,-6-13 5-15,-1 24-5 0,-5-2 5 0,-1 4-4 16,-9 0 2-16,0 0-2 0,0-2 5 0,14 2 3 15,-7-2 0-15,-3 0 2 0,-6 0 5 0,-2 0 11 16,0-2-6-16,-2-2 7 0,0-2-9 0,0-7-2 16,-2 2 8-16,2-5-5 0,1-3 8 0,-1-1-16 15,0 1-5-15,2-5-1 0,0 2-5 0,-2 5 6 0,2-5-1 16,0 1 2-16,0-1-2 0,0 0 5 0,2-1 0 16,2 1 1-16,3 0-5 0,13 3-4 0,3-3 1 15,3-4-1-15,0-4 3 0,0-1-12 0,0-3 2 0,0-1-3 16,2-4 8-16,-1 0-24 0,3-4 3 0,2 0-14 15,-3 3-17-15,1-3-22 0,3 0-10 0,1-1-7 16,3-1-67-16,11-5-208 0</inkml:trace>
  <inkml:trace contextRef="#ctx0" brushRef="#br0" timeOffset="75090.92">11601 10068 1513 0,'-2'0'17'0,"0"0"37"0,-1 0-48 0,1 0 3 15,-2 0-2-15,2 0 3 0,-1 0 3 0,-1 0 8 16,2 0-2-16,0 0 3 0,0 0-14 0,2 0-8 16,2-2 3-16,2 1-3 0,26-11 6 0,5-2-14 15,6-1-4-15,-2 2-8 0,0 0-41 0,0 3-21 16,-4 5-15-16,2 1-10 0,-7 2-139 0</inkml:trace>
  <inkml:trace contextRef="#ctx0" brushRef="#br0" timeOffset="75230.95">11794 10364 1136 0,'-2'0'21'0,"0"1"22"0,-1 1 0 16,-1-2 15-16,-5 4-44 0,5-2 10 0,2-2 11 0,-2 4-3 16,1-1 16-16,3-1-12 0,-4 6 3 0,2-1-6 15,2-3-1-15,0-1-12 0,2 1-5 0,2-2 0 16,22 4-10-16,20-8-18 0,8-11-1 0,4-8-10 15,7 19-32-15,-2-37-116 0,0-7-75 0</inkml:trace>
  <inkml:trace contextRef="#ctx0" brushRef="#br0" timeOffset="75685.03">12971 9318 1197 0,'-2'0'37'0,"1"-2"1"0,-1 0-11 16,-2 1-6-16,0-1-11 0,1 0 10 0,1 0 7 0,0 0 1 16,0 0 0-16,0-1-5 0,2-1-3 0,0 0 2 15,2 0-3-15,2 1-7 0,11-7 2 0,11 1-8 16,-2 5 5-16,0 4-6 0,0 2 4 0,-4 4 2 16,-5 1-1-16,-2-5-7 0,-5 28 13 0,-5 9-7 15,22 4 10-15,-16-3-6 0,-7 7-8 0,-6-8 7 16,-7 2-7-16,-6 1 6 0,-1-4-3 0,16-7-4 0,-24-3 2 15,-4-6-6-15,2-3 4 0,-2-1 1 0,-1-3 0 16,9 0-9-16,1-2 11 0,5-5-5 0,8-1 9 16,3-3-11-16,-1-1-10 0,4 1 2 0,-2 0-4 15,3 0 9-15,-1-1-2 0,2 1 3 0,0 0-2 16,2-2 2-16,1-1-4 0,12 7 4 0,22 7-3 0,-9-4 6 16,0-2-6-16,0 0 2 0,0 2-3 0,1 2 10 15,1 2-3-15,3 2 5 0,-1-2-4 0,1 3 9 16,-1-1-1-16,0 2 1 0,-6-3-1 0,-2 1 0 0,-4-11 10 15,-9 16-3-15,2 4 5 0,-11-2 6 0,13 2 12 16,-6 2-2-16,-9-4 4 0,-3 6-6 0,-7-4-8 16,-5 0 1-16,10 2-5 0,-25-4-14 0,-1 4-3 15,3-4-2-15,0-7 2 0,2 1 1 0,5-5-16 16,-1-4-5-16,5 1-8 0,4-5-41 0,4-3-69 16,4 2-22-16,1-2-34 0,0 0-263 0</inkml:trace>
  <inkml:trace contextRef="#ctx0" brushRef="#br0" timeOffset="76055">13740 9359 1163 0,'0'0'23'16,"0"0"2"-16,-2-2 16 0,0 0-4 0,0 0 4 16,1 1 23-16,-1-1 10 0,0 0-5 0,0 0 0 15,0 0-42-15,2 0-1 0,0 0-11 0,0 1 7 16,2-1-5-16,0 0-9 0,9-4 9 0,11-1-10 15,4 1 9-15,-2 6-10 0,1 2 1 0,1 6-3 0,-2 3 3 16,-2-8 4-16,0 29-2 0,-1 7 3 0,-5 0-1 16,-1 7 0-16,-4-1-1 0,-5 1 0 0,-4 5 0 15,20-7 2-15,-14 4 0 0,-10-1 0 0,-9-1 1 0,-6-1 8 16,-2-3 3-16,-3-1 3 0,20 0 25 0,-22-7-9 16,-2-1-1-16,6-3-5 0,-3-6-11 0,7 0-9 15,-1-4 2-15,4-8-5 0,5 1-5 0,3-6-7 16,-1-3-1-16,-1 5-2 0,3-3-12 0,2-1 9 15,0 4-1-15,2-3 3 0,0-2 6 0,2-1 8 16,4 1-6-16,22 9 5 0,3-7-11 0,3-4 8 16,3-4-6-16,4-6 5 0,7-3-14 0,8-6 6 0,5-5-7 15,4-4 3-15,-2-2-32 0,0 26-56 0,-2-33-6 16,1 2-28-16,-3-1-126 0</inkml:trace>
  <inkml:trace contextRef="#ctx0" brushRef="#br0" timeOffset="76323.17">14978 8791 1374 0,'0'0'25'16,"-1"0"1"-16,-1-2 7 0,-2 0 0 0,2 2-3 0,-3-2 22 16,-3 0-8-16,3 2 3 0,1 0-6 0,0 0-9 15,0 2 2-15,-5 11-6 0,-6 26 3 0,8 2-11 16,5 6-2-16,2 3 1 0,7 5-2 0,1 7-3 0,3-1 3 15,0 6 3-15,-2 5-1 0,-1-3 8 0,-1-2-12 16,-1-2-1-16,1-4-5 0,-1-2-9 0,-1-1 5 16,-1-4 4-16,0-11-2 0,1 1-3 0,1-5-18 15,3 0-7-15,1-6-5 0,-1-1-50 0,0-6-37 16,0-4-19-16,1-5-10 0,-7-6-103 0</inkml:trace>
  <inkml:trace contextRef="#ctx0" brushRef="#br0" timeOffset="76531.64">15788 9131 1033 0,'-2'0'51'0,"0"0"-7"0,-16-2 36 0,-14-2 16 0,-1 4-12 15,-3 2 52-15,-1 5-18 0,2 5 0 0,-6 8-11 16,0-16-41-16,2 33-14 0,-3 6-1 0,-1 5-3 16,2 7-5-16,-2-1-20 0,3 6 3 0,6-1-9 15,-3-3-3-15,9-2 1 0,6-10-6 0,7-5 4 16,6 0-11-16,3-3-3 0,4-1 3 0,-16-4-3 0,8-3 6 15,10 0-7-15,4-6-8 0,5-1-1 0,-1-6-21 16,31-6-23-16,4-5 5 0,1 18-13 0,1-15-4 16,3-10-19-16,4-12-7 0,4-11-5 0,1 18-28 0,4-33-39 15,3-1-20-15,6-5-15 0,-1-3-143 0</inkml:trace>
  <inkml:trace contextRef="#ctx0" brushRef="#br0" timeOffset="76792.61">16178 9051 519 0,'-2'0'134'0,"0"0"204"0,0-2-228 0,-1 2-33 15,-5 0 0-15,-7 0-5 0,-1 2 19 0,-1 2-13 16,2 3-9-16,-2 4-2 0,6-5-37 0,4 23-2 16,3 1-5-16,-16 5 2 0,9 1-1 0,5 1-9 0,6 7 5 15,7 1-5-15,5 1 13 0,4 1-3 0,3 1 5 16,-1-2-6-16,1 5 3 0,-1-5 0 0,-1-5 4 16,2-4-1-16,-3-2 8 0,3 2-1 0,-4-3-2 15,-2-3 2-15,0 3-9 0,-4-4-10 0,-1-3-1 0,-3 1-2 16,-5-4 2-16,0 0-2 0,-5-1 0 0,-3-3-2 15,-3-3-3-15,4-2-10 0,-19 0 0 0,0-8-7 16,-2-1-23-16,2 10-44 0,0-6-7 0,2-9-17 16,-2-2-74-16,0-9-90 0,-6-6-28 0,2 1-28 15,4-26-167-15</inkml:trace>
  <inkml:trace contextRef="#ctx0" brushRef="#br0" timeOffset="76995.61">15979 9090 587 0,'4'-8'73'0,"0"-31"51"0,24 4 17 16,3 4-33-16,3-1-3 0,-1 2-3 0,-2 6 38 0,1 4 8 15,1 9-11-15,3 7 3 0,1 2-52 0,2-17-26 16,0 12-2-16,-4 9-10 0,10 13-16 0,-4 5 14 16,-2-11-7-16,-4 29 7 0,-7 6-19 0,-4 1-1 15,-4 5 0-15,-1 4-2 0,-2-2-3 0,-6 3 4 16,-2-1 0-16,-3-2 1 0,1 0 0 0,-1-7-8 16,-1 1-2-16,17-7-1 0,-7-2-2 0,-6-9-4 15,-1-2-3-15,-3-5 0 0,3-5-8 0,-3-3-3 0,-1-7 5 16,13 5-5-16,13 0 3 0,7-9-3 0,5-11-2 15,12-17-3-15,4-2-37 0,16-43-87 0,15-12-28 16,17-14-37-16,9-7-267 0</inkml:trace>
  <inkml:trace contextRef="#ctx0" brushRef="#br0" timeOffset="-161829.47">13055 4240 256 0,'0'0'-36'0,"0"-2"43"0,0 0 14 16,0 0 7-16,0 1 41 0,0-3-17 0,-2 0-31 0,0 0 5 16,0 1-11-16,0-1-2 0,1 2-3 0,-1 0 5 15,0 0-3-15,-2 1 10 0,0-1-10 0,-7-4-4 16,-2 2 1-16,-2 1 11 0,-5-1 15 0,1 2 2 0,3 2 3 15,-1 0 7-15,2 2-11 0,-1 2 4 0,-5 1-7 16,-1 3 1-16,-4 5-3 0,-2 2-4 0,4-12 0 16,0 25-10-16,0 6-2 0,-2 3-3 0,1 5 0 15,3 3-4-15,2 0-3 0,1-3 3 0,2-1-3 16,1-2 1-16,3-2 0 0,2-1 1 0,5-10 0 0,-1 0 2 16,3-2-3-16,2-8-3 0,-9 1 2 0,3-4 4 15,3 2-1-15,1-2 2 0,4 0-2 0,0-2 2 16,0-4-3-16,4 1 6 0,0-3-5 0,7-1 2 15,15 0-5-15,3 14-2 0,5-5 3 0,3-5 9 0,0-8-12 16,2 0 7-16,2-6-8 0,-2-1 8 0,6-4-6 16,-5-2-1-16,-1-2-1 0,0-2 6 0,-5-1 0 15,1 14-1-15,-5-28-1 0,-2-1-1 0,-2-2-1 16,-4-4 6-16,0 0-5 0,-1-2 0 0,-7 0 4 16,1 0-6-16,-4 2 6 0,-5-4-4 0,-2 6 0 15,-2 4 3-15,16 3-2 0,-9 2-2 0,-7 4 3 16,-2 2-2-16,-3 0 2 0,-5 1-9 0,-1 3 2 15,0 3-1-15,1 2 1 0,-14 4 4 0,-2 1-7 0,0 3 1 16,-1-12-2-16,1 6 7 0,-4 3 1 0,-3 5-2 16,-4 3 0-16,-4 5-1 0,0 4-5 0,5 4 5 15,1 4-3-15,-1 2 8 0,3-17-4 0,5 25 3 0,2 1-5 16,5-2-5-16,8 4 8 0,2 0-6 0,-2-1 8 16,7 3-1-16,0-2-7 0,2-1 3 0,-16 5-4 15,8-8 5-15,7-2-1 0,3 2 0 0,2-6-1 16,3 1 1-16,4-1 2 0,-1-5-2 0,1-2 2 15,0 0-5-15,14-2 3 0,1-2-1 0,0-5 1 0,-2 4-11 16,4-7-25-16,4 1 2 0,2 0-12 16,-3 17-15-16,1-8-33 0,0-4-2 0,-6-3-17 0,2-2-90 15</inkml:trace>
  <inkml:trace contextRef="#ctx0" brushRef="#br0" timeOffset="-161609.12">13532 4363 1069 0,'0'0'22'0,"0"0"-1"0,0-2 4 16,0 2-3-16,0 0-5 0,0 0-9 0,0 0 0 0,0 0-2 16,0 2 1-16,0-1-7 0,0 1-2 0,0 2 2 15,0 0 0-15,0-1 5 0,0 3-2 0,0-2 6 16,0-1-4-16,0 1 4 0,0 0-6 0,2-2-11 0,0 0 3 15,0-1-39-15,0 1-59 0,-1 0-9 0,3 0-31 16,0 0-150-16</inkml:trace>
  <inkml:trace contextRef="#ctx0" brushRef="#br0" timeOffset="-161140.78">13807 4255 962 0,'-2'-4'18'0,"-2"-7"11"0,-1-8 8 0,1 6-19 16,0 0-2-16,2 6-5 0,1-2-4 0,1 1-2 15,0 3-1-15,1-3-1 0,1 3 0 0,4-3 3 16,-1 1 0-16,16-2 3 0,1-1 3 0,0 1 10 16,3 0 3-16,-1 0 2 0,0-1 9 0,2 3-4 15,2-1-3-15,1 5-1 0,3-1-18 0,-2-15-10 16,3 6 4-16,-3 8-5 0,0 3 1 0,-1 2 0 0,-3 2-4 15,0 3 2-15,-2 3-4 0,-3-1 6 0,-6 1 5 16,-2-1-1-16,-6-1-3 0,-5-1 10 0,13 18-3 16,-4 1 6-16,-4 4 2 0,-7 5-9 0,-5 6 3 15,-10 7-3-15,-9 4 7 0,18 6-3 0,-38 4-6 0,-3 1 4 16,1 0 1-16,-1-9-5 0,3 0 4 0,-1-7-5 16,6-8 5-16,2-2-9 0,2-5 5 0,3-4-6 15,1-2 0-15,5-2 2 0,2-3 0 0,5-3 3 16,-1-1-1-16,7-2 2 0,3-3-5 0,5-3 5 15,1-1 0-15,2-3-7 0,0 1 7 0,2-2-6 0,-2 2 13 16,2-1-9-16,2-1 2 0,0-2-5 16,35 6-1-16,10-6 3 0,3-8-3 0,4-1 4 0,3-4 3 15,5 0-4-15,1 0 1 0,5 0-3 0,-3 0 1 16,4 2-1-16,0 0 2 0,-10 1-1 0,2 1 7 0,-10 2 2 16,-3-3-3-16,-4 3 3 0,-1 1 1 0,-6 3-7 15,-1 1 8-15,-3 0-9 0,-3 2 1 0,-4 0 2 16,0 0 5-16,-6 2-1 0,-1 2 9 0,-8-1-69 15,0 1-64-15,-7-2-42 0,-1 5-567 0</inkml:trace>
  <inkml:trace contextRef="#ctx0" brushRef="#br0" timeOffset="-157766.04">17840 5033 385 0,'0'0'-3'0,"0"0"10"0,0-2 1 16,0 0 3-16,2 0 4 0,-1 0-9 0,3 1 8 16,33-12-4-16,13 0 6 0,12 3-9 0,12 1-2 15,8 0 3-15,3-2-3 0,0-1 2 0,3 1 20 16,-3-5-3-16,8-3 11 0,11-1 13 0,18-5 10 0,5 1-3 15,-3-3 4-15,-5-5-16 0,-10 4-18 0,5-5-2 16,10-4-5-16,4 1-12 0,-1 34-3 0,-9-37 1 16,-14 0-1-16,-7 8 1 0,-4-1-3 0,1 6 6 0,-1 2-5 15,-2 0 5-15,-7 5-1 0,-16-1-6 0,-10 3 5 16,-12 2 0-16,-7 4 4 0,-11 2-2 0,-7 3 2 16,-6 1-5-16,-10 3 18 0,-3 0 1 0,2-2 5 15,-2 1-2-15,-2-1-18 0,-2 2 4 0,-15-3-9 16,-42 1-2-16,-18 8-1 0,-12 9-3 0,-13 3 1 15,-2 3 2-15,-3 1 0 0,-1 4 2 0,-9 6-1 0,-8 5 1 16,-12 1 3-16,-2 1-6 0,7 0 5 0,9 0-1 16,6-35 6-16,2 33-4 0,2-1 4 0,-2-8-9 0,18-2 8 15,10-4-1-15,17 1 4 0,10 1-8 0,10-3 3 16,7-1-5-16,12 1 4 0,1-3-5 0,10-3-5 16,3-2 6-16,8-1-5 0,1 1 5 0,1-2-3 15,3-1-1-15,0 1-1 0,4-4 1 0,0-1 2 16,0-2 1-16,49 22 0 0,8-13 0 0,18-9-2 15,15-7-3-15,24-7 4 0,12-2 4 0,10-3 0 16,-5-4 0-16,5 1-1 0,3-2-3 0,12 1 3 16,-3-1 2-16,-3-4 1 0,-11-2-5 0,-6-1 6 0,5-7-2 15,-3 5 4-15,-3-3 3 0,-14 1-3 0,-15-1-2 16,-12 1 0-16,-5 3-6 0,-8 6 6 0,-6 2 0 16,-12 3 1-16,-12 6 0 0,-10 2 8 0,-16 6-2 15,-9 3 6-15,-5 0 10 0,-1 0 2 0,0 0 0 0,-4 0-2 16,-7 0-17-16,-58 1-3 0,-11 8-3 0,-11 10 1 15,-8 9-8-15,-20 7 1 0,-16-31 2 0,-16 35 0 16,-9 0 0-16,-7 6-2 0,-8 3 0 0,-16-3-2 16,-2-2 4-16,-2-4-2 0,0-3 1 0,7-1 0 15,11 0 5-15,18-1 9 0,19-2 2 0,25-1 1 0,13-3-9 16,14 0 5-16,16-3-4 0,18-3 4 0,13 2-14 16,15-7 4-16,11 4-6 0,11-6 3 0,-6-2-11 15,5 0 8-15,3-2-2 0,3-3 4 0,36 16-7 16,36-9-2-16,8-15 1 0,14-13-1 0,7-5 3 0,11-6 3 15,26-6 0-15,13-7 1 0,9 0-1 0,6-1 5 16,4 1-2-16,9 0 3 0,4 0-1 0,-3 35-1 16,-4-43 2-16,-5-4-3 0,-1-5-2 0,-6-9 5 15,-15-6 0-15,-12 3 3 0,-9-1-3 0,-8 11 5 16,-8 8-2-16,-28 7 3 0,-12 6 0 0,-23 8-3 16,-17 4 6-16,-13 7-5 0,-11 1 10 0,-3 6-9 15,-5 2-4-15,-3 1 0 0,-1 5-11 0,-77-29-4 0,-28 19 5 16,-26 13-4-16,-13 9 13 0,-15 8-7 0,-14 5 4 15,-19 6-5-15,-8 4 6 0,-14 3-1 0,-4 2 2 16,-2-35-1-16,0 44 5 0,5 3 9 0,9-5 1 16,17-5 3-16,16-2 10 0,29-5-17 0,20-2 0 0,20-4-6 15,6-4 0-15,19-2-8 0,15 3 2 0,17-5-5 16,15 3-1-16,14-5-5 0,10-1 1 0,0-2-1 16,5-2 9-16,6 2 2 0,22-5 3 0,69-6 1 15,22 31 4-15,24-31-4 0,26-17 0 0,36-18-1 16,18-8 1-16,19-4-41 0,18 43 1 0,-11-46-19 15,-2-2-41-15,11-2-177 0,-10 0-80 0</inkml:trace>
  <inkml:trace contextRef="#ctx0" brushRef="#br0" timeOffset="-146946.02">22623 3950 82 0,'0'0'0'15,"0"0"71"-15,0-1 15 0,0-1 25 0,1 0 16 16,1 0-51-16,0 0 1 0,0 0-1 0,0-1-2 15,0-1 1-15,-2-2-9 0,2-5-4 0,-1 2-1 16,-1 0-1-16,2-4 5 0,-2 3-13 0,2-5-2 0,0 4-4 16,-2 6-4-16,0-3 2 0,0 5 7 0,0-3-5 15,0-1 6-15,0 5-7 0,0 0-5 0,-2-2-1 16,0 0-20-16,0 1-7 0,-1 1 1 0,-3 0-3 16,-7 2 1-16,-4 2-8 0,3 5 2 0,-3 4-5 15,0 4-1-15,2 17 2 0,-1-4-1 0,3 1 3 0,0-1-3 16,5-2-1-16,1 4-1 0,3-4 1 0,2 4 6 15,-16 1-3-15,8-1 1 0,5 5-3 0,5-1-11 16,4-3 9-16,3 3-5 0,6-1 6 0,2 2-5 0,3-1 3 16,1-1-1-16,-15 2 1 0,23-1-1 0,1-4 4 15,4-1 1-15,-1-1 2 0,-1-6 7 0,-4 6 3 16,-5-2 2-16,-5-3-1 0,-3 3-2 0,0-8 6 16,-7 1 4-16,-1-3 3 0,5-3 22 0,-3 0-13 15,-3 0 6-15,-4-3-8 0,0 1 6 0,-2-2-12 16,-4 2-1-16,1-2-3 0,-29 1 1 0,-5-3-12 15,-3 1 1-15,3-1-4 0,2-1-2 0,-1-1 2 16,1-1 0-16,6-2 0 0,-3 0-7 0,10 14-5 0,-2-5-1 16,8-5-1-16,1-2-9 0,6-4-31 0,2 0-6 15,3 0-9-15,4 0-28 0,-2 0-63 0,1 0-26 16,1-2-20-16,0 0-150 0</inkml:trace>
  <inkml:trace contextRef="#ctx0" brushRef="#br0" timeOffset="-145933.39">22413 4194 556 0,'-2'0'119'0,"0"-2"15"0,-2 0-21 16,-5-2-36-16,-6-3-18 0,2 1-7 0,2 1 22 15,4 1-2-15,1 2 8 0,1 0-23 0,3 2-22 16,-2-2-10-16,0-1 0 0,2-1-6 0,2 0-5 16,0 1 9-16,4-1-8 0,17-9 11 0,23-8 2 15,6 5 2-15,13 3 0 0,6 0-3 0,7 2-6 16,2-2-3-16,-5 1 0 0,-1 1 6 0,-11 4-14 0,-7-1 2 16,-7 1-7-16,-5 1 2 0,-1 3-3 15,-8 1 2-15,-3 0-2 0,-4 2 6 0,-7 0-6 0,-4 0 3 16,-6 0-4-16,-2 0 8 0,-3 0 28 0,-2 0-4 15,2 0 12-15,-1 0 0 0,1 0-7 0,-2-2-3 0,0 0-1 16,0 0-9-16,-1 1-2 0,-1-1 0 0,0 0-1 16,0 0-13-16,-1 0 1 0,-1 0-4 0,0 0 3 15,0 1-9-15,-2-1 2 0,1 0 2 0,-1 0-1 16,0 0-2-16,0 0-6 0,1 0 2 0,-1 1-3 16,2-1 12-16,0 0-11 0,0 0 3 0,1 0-4 15,-1 2 6-15,0 0-5 0,0 0 3 0,0 0-4 16,0 0 7-16,0 0-1 0,1 0-2 0,-1 0 1 0,0 0-4 15,2 0 2-15,0 2-1 0,0-2 2 0,0 0 6 16,0 2-5-16,0-2-1 0,0 0-1 0,0 2-1 16,0 0 2-16,0-2 2 0,0 1-1 0,0 1-4 0,0 0 4 15,0 0-1-15,0 0 3 0,0 0-3 0,0-2 2 16,0 0-2-16,0 0 1 0,0 0 0 0,0 0-2 16,0 0 1-16,0 0-2 0,0 0-1 0,0 0 3 15,0 2-1-15,0-1 1 0,0-1-2 0,0 2 2 16,0-2-3-16,0 2 2 0,0-2-3 0,0 2 3 15,0-2 2-15,0 0 1 0,0 2 6 0,0-2-7 0,0 2-1 16,0-2-1-16,0 0 3 0,0 2-2 0,0-2-2 16,0 0-1-16,0 0-2 0,0 0 5 0,0 0 0 15,0 0 1-15,0 1 1 0,0 1-2 0,0-2 1 16,0 0-3-16,0 0-5 0,0 2 9 0,0-2-3 0,0 0 4 16,0 2-7-16,0-2 1 0,0 0-1 0,0 2 2 15,0 0 2-15,0-2-1 0,0 2 0 0,0-2-1 16,0 0 0-16,0 0 2 0,0 0 3 0,0 0-1 15,0 0-2-15,0 0 1 0,0 0 0 0,0 0 1 16,0 0-2-16,0 0 0 0,0 0-3 0,0 1 2 16,0 1-1-16,0-2 3 0,0 0-3 0,0 0 3 15,0 0-3-15,0 0 1 0,0 0 1 0,2 0 1 0,-2 0-1 16,0 0 2-16,0 0-4 0,0 0 3 0,0 0-2 16,0 0 2-16,0 0 0 0,0 0 0 0,2 0-4 15,-2 2 2-15,0-2 1 0,0 0 0 0,1 0 2 0,-1 0-2 16,2 0 0-16,-2 0 0 0,0 0 1 0,2 0-5 15,-2 0 2-15,2 0-2 0,0 0 8 0,-2 0-3 16,0 0-1-16,0 0 0 0,0 0 0 0,0 0 1 16,0 0 0-16,0 0 1 0,0 0-8 0,0 0 8 15,2 0-3-15,-2 0 5 0,0 0-5 0,0 0 3 16,0 0-1-16,0 0 2 0,0 0-4 0,0 0 1 16,0 0 0-16,0 0 0 0,0 0 0 0,0 0 0 15,0 0 0-15,0 0 0 0,0 0 1 0,0 0-1 0,0 0-1 16,0 0 0-16,0 0-3 0,0 0 4 0,0 0 3 15,0 0-1-15,0 0 2 0,0 0-10 0,0 0 6 16,0 0-6-16,0 0 9 0,0 0 1 0,0 0-8 0,0 0 4 16,0 0-12-16,0 0-4 0,0 0-1 0,0 0-3 15,0 0-13-15,0 0-40 0,0 0-13 0,0 2-10 16,0 0-50-16,0 0-52 0,0 0 6 0,0-1-32 16,0 3-89-16</inkml:trace>
  <inkml:trace contextRef="#ctx0" brushRef="#br0" timeOffset="-145496.97">23807 4090 382 0,'-2'-2'108'0,"0"0"198"0,1 0-248 0,-1 0 6 15,-2 0 3-15,-5-1 5 0,-6-3 21 0,0 2-1 16,-4 1-6-16,3 1 3 0,-3 0-33 0,-3 2-12 15,0 2-5-15,-1 2 0 0,-3 3-3 0,6 2 6 16,-2 4-5-16,-2-9 2 0,-2 20-22 0,0 6 4 0,-2 1-2 16,5 3 3-16,3 1-4 0,1 0-3 0,3 1-1 15,5 1 0-15,-1 4 0 0,7-2-3 0,-1 0 0 16,4-8-1-16,-14-5 0 0,5 2 8 0,5 0-7 0,6-4 7 16,2-2 0-16,2-5-1 0,1-4 4 0,-1 4-4 15,26-6-1-15,5-4-2 0,4-1 4 0,4-4-5 16,-1 22-6-16,3-13 3 0,1-9-2 0,-1-4 5 15,-1-5 4-15,3-1-11 0,-5-3 4 0,-1-2-6 16,-4-2 6-16,-9 2-4 0,-2-2 0 0,-3 13-1 16,-5-18 5-16,-7-2 0 0,-1-6 4 0,-7 2-3 15,16-2 3-15,-10-4-4 0,-5-1 1 0,-6 0-2 0,-7-3 8 16,-6 1-9-16,-4 2 2 0,10 3-4 0,-24 2 0 16,-5 4 4-16,-2 3-4 0,1 7 4 0,1 1-10 0,-2 5-8 15,-3 4 4-15,2-18-7 0,2 9-13 0,8 10-53 16,5 3-11-16,11 1-18 0,0 5-95 0,9-4-69 15,4 2-14-15</inkml:trace>
  <inkml:trace contextRef="#ctx0" brushRef="#br0" timeOffset="-145232.22">24903 3806 862 0,'0'-2'135'0,"0"-2"15"0,-4-37-21 0,-2 10-33 15,1-3-22-15,-1 8 16 0,1 4 27 0,-3-4-4 16,3 7 8-16,-3 1-25 0,3 3-38 0,1 6 2 0,2 5-14 16,2 2-12-16,-2-2-17 0,0 2 0 0,1 1-4 15,-1 1 3-15,0 1 5 0,0 3 0 0,-11 31 2 16,2 19-6-16,5 0-5 0,1 2-5 0,1-4 1 16,0 2-5-16,1-2 5 0,-1-2-3 0,0-2 2 15,-1 0-6-15,-1 1-1 0,0-1 0 0,-1 2 0 0,0-2 0 16,-3 1-7-16,1-1 0 0,0 0-6 0,-1 0-17 15,3-3-66-15,1-6-13 0,3-4-21 0,1-3-80 16,2-6-25-16,4-2-2 0,1-9-26 0,1-4-194 16</inkml:trace>
  <inkml:trace contextRef="#ctx0" brushRef="#br0" timeOffset="-144795.24">25491 3988 997 0,'-2'0'79'0,"1"0"5"0,-5-2 36 15,-24-8-19-15,-3 5 3 0,-6 3 28 0,-6 4-9 0,-1 3-2 16,-10 7-9-16,2 1-42 0,-1 5-28 0,-3 4-2 16,6 3-9-16,0 1-15 0,8-2-3 0,3-17-7 15,7 25 2-15,6-1-15 0,8-1 7 0,3-2-2 16,8 1 2-16,3-1-22 0,-10 0-22 0,8 0-6 0,8-4-5 16,6 2-20-16,5-5 9 0,15-3 1 0,22-7 0 15,10-3-7-15,12 21-30 0,3-23-5 0,5-10-8 16,2-11 6-16,-4-9 47 0,0-4 8 0,0-1 12 15,-5 23 35-15,-3-31-2 0,-1 0 10 0,4 2-4 16,-6-3 19-16,-6 3 9 0,-5 2-6 0,-11 1 9 16,-8 3 8-16,-7 1 0 0,-8 2 12 0,-7 7-6 0,-4 2 31 15,3 1 19-15,-7 6-8 0,-1 1 9 0,-4 5-27 16,0 1-14-16,-2-1 0 0,0 2-5 0,-2 0-8 16,-12-1-4-16,-7 3 3 0,1 5-4 0,-2 4-2 0,4 3 3 15,-1 2-4-15,8-4 4 0,4 12-2 0,0 2-9 16,1 0 5-16,4 0-5 0,-10 1 4 0,-3 1 1 15,4-2-3-15,2 2 3 0,3 0-10 0,1-2-2 16,-1 0-2-16,1 0 1 0,0 0-3 0,-1-2-6 16,-3 3 0-16,2-7-1 0,-4 1-3 0,3-3-2 15,-16-3 2-15,0 0-3 0,2-3-5 0,0-3-26 16,2 2-5-16,-2 8-11 0,3-8-63 0,1-5-52 16,3-4 2-16,6-2-13 0,4-1 19 0,5 3-128 0,-17-32-56 15</inkml:trace>
  <inkml:trace contextRef="#ctx0" brushRef="#br0" timeOffset="-144531.5">25991 3716 718 0,'2'-1'74'16,"1"-3"-8"-16,25-18 34 0,9-6 13 0,-1 4-20 15,-1 1 39-15,-4 3-1 0,3 1-5 0,-3 6-3 16,1 2-39-16,-4 9-27 0,-2-14 6 0,-2 8-12 16,-2 6 6-16,2 4 1 0,-1 6-2 0,-5 3 0 15,3 0-7-15,-10 30-15 0,0 1-4 0,-6 9-2 0,3 2-9 16,1 1-8-16,-3-2 4 0,18-5-7 0,-11-3 0 15,-8-5-3-15,-3 0-1 0,0-2 1 0,0-3-1 16,4-3-2-16,1-1 1 0,6-2-2 0,4-2 8 16,5-4-3-16,19-3 4 0,15-4-4 0,1-4 5 0,6-9-11 15,6 27-4-15,-2-16-2 0,-4-11-15 0,-4-4-4 16,-7-1-4-16,-3-7-2 0,-10 1-23 0,-2-2-31 16,-4 0-23-16,-9 1-5 0,-3 1-104 0,-14 5-104 15,-3 3-73-15</inkml:trace>
  <inkml:trace contextRef="#ctx0" brushRef="#br0" timeOffset="-144190.45">22728 5222 844 0,'-31'-3'131'0,"-10"1"-132"0,-35-2 146 0,9 4-65 15,11 2-13-15,8 5 39 0,2 3-4 0,1-1 14 0,4-2-20 16,10-1-46-16,7-1 1 0,12-3-17 0,11-2-25 16,-3 2 7-16,2 2-8 0,2 0 11 0,4 3 6 0,27 2 14 15,42-3 3-15,23 25 2 0,21-21 3 0,28-16-6 16,11-12 2-16,13-3-4 0,7-5-12 0,14 0-10 15,3 0 0-15,2 0-3 0,3 4-1 0,-8 1-8 16,-6 3 4-16,-6 5-5 0,-15 4 0 0,-14 3-2 16,-4 4-3-16,-12 2 2 0,-10 0 1 0,-17 2-8 15,-15 4-4-15,-21 1-5 0,-10 0-24 0,-16 1-26 16,-14-1-3-16,-13-1-15 0,-10-2-78 0,-3-1-77 0,-2 8-26 16,-14 23-34-16,-12 12-260 0</inkml:trace>
  <inkml:trace contextRef="#ctx0" brushRef="#br0" timeOffset="-143986.65">23228 5950 1400 0,'-76'0'65'16,"14"0"-12"-16,-80 4 60 0,6-4 6 0,15 0-10 16,10 0-24-16,33 0-2 0,19 2-9 0,21-2 0 15,14 0-47-15,19 0-32 0,1 0 2 0,4 0-11 16,2 0 13-16,50-4 5 0,54-5 5 0,29-6 0 16,17-7 6-16,21-6 1 0,13-6-7 0,18-3 6 0,6-2-1 15,5 2-9-15,1 2 3 0,-7 1-7 16,-3 5-3-16,-1 3-10 0,-7 1-4 0,-5 1-3 0,-3-4-38 15,-12 2-32-15,-1 2-12 0,-1-2-15 0,-7 4-130 16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66A34-496B-42E3-AD90-504AB2C072BD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CAED-4298-4B71-ADC5-3446C00CC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60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000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94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73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02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42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91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72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9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64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8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47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18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E306-1497-4200-B70B-62CF4F7328F2}" type="datetimeFigureOut">
              <a:rPr lang="en-AU" smtClean="0"/>
              <a:t>27/06/2023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21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9" Type="http://schemas.openxmlformats.org/officeDocument/2006/relationships/customXml" Target="../ink/ink19.xml"/><Relationship Id="rId21" Type="http://schemas.openxmlformats.org/officeDocument/2006/relationships/customXml" Target="../ink/ink9.xml"/><Relationship Id="rId34" Type="http://schemas.openxmlformats.org/officeDocument/2006/relationships/customXml" Target="../ink/ink16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50" Type="http://schemas.openxmlformats.org/officeDocument/2006/relationships/image" Target="../media/image26.png"/><Relationship Id="rId55" Type="http://schemas.openxmlformats.org/officeDocument/2006/relationships/image" Target="../media/image29.png"/><Relationship Id="rId7" Type="http://schemas.openxmlformats.org/officeDocument/2006/relationships/customXml" Target="../ink/ink2.xml"/><Relationship Id="rId2" Type="http://schemas.openxmlformats.org/officeDocument/2006/relationships/image" Target="../media/image2.png"/><Relationship Id="rId16" Type="http://schemas.openxmlformats.org/officeDocument/2006/relationships/image" Target="../media/image10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4.png"/><Relationship Id="rId32" Type="http://schemas.openxmlformats.org/officeDocument/2006/relationships/customXml" Target="../ink/ink15.xml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image" Target="../media/image28.png"/><Relationship Id="rId5" Type="http://schemas.openxmlformats.org/officeDocument/2006/relationships/customXml" Target="../ink/ink1.xml"/><Relationship Id="rId10" Type="http://schemas.openxmlformats.org/officeDocument/2006/relationships/image" Target="../media/image7.png"/><Relationship Id="rId19" Type="http://schemas.openxmlformats.org/officeDocument/2006/relationships/customXml" Target="../ink/ink8.xml"/><Relationship Id="rId31" Type="http://schemas.openxmlformats.org/officeDocument/2006/relationships/image" Target="../media/image17.png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customXml" Target="../ink/ink3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2.xml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3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image" Target="../media/image18.png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54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6.png"/><Relationship Id="rId36" Type="http://schemas.openxmlformats.org/officeDocument/2006/relationships/customXml" Target="../ink/ink17.xml"/><Relationship Id="rId49" Type="http://schemas.openxmlformats.org/officeDocument/2006/relationships/customXml" Target="../ink/ink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18" Type="http://schemas.openxmlformats.org/officeDocument/2006/relationships/image" Target="../media/image34.png"/><Relationship Id="rId3" Type="http://schemas.openxmlformats.org/officeDocument/2006/relationships/customXml" Target="../ink/ink27.xml"/><Relationship Id="rId12" Type="http://schemas.openxmlformats.org/officeDocument/2006/relationships/image" Target="../media/image2910.png"/><Relationship Id="rId17" Type="http://schemas.openxmlformats.org/officeDocument/2006/relationships/customXml" Target="../ink/ink29.xml"/><Relationship Id="rId2" Type="http://schemas.openxmlformats.org/officeDocument/2006/relationships/image" Target="../media/image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8.xml"/><Relationship Id="rId15" Type="http://schemas.openxmlformats.org/officeDocument/2006/relationships/image" Target="../media/image32.png"/><Relationship Id="rId10" Type="http://schemas.openxmlformats.org/officeDocument/2006/relationships/image" Target="../media/image59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customXml" Target="../ink/ink31.xml"/><Relationship Id="rId4" Type="http://schemas.openxmlformats.org/officeDocument/2006/relationships/image" Target="../media/image8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1" Type="http://schemas.openxmlformats.org/officeDocument/2006/relationships/image" Target="../media/image351.png"/><Relationship Id="rId2" Type="http://schemas.openxmlformats.org/officeDocument/2006/relationships/image" Target="../media/image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24" Type="http://schemas.openxmlformats.org/officeDocument/2006/relationships/image" Target="../media/image38.png"/><Relationship Id="rId5" Type="http://schemas.openxmlformats.org/officeDocument/2006/relationships/image" Target="../media/image59.png"/><Relationship Id="rId23" Type="http://schemas.openxmlformats.org/officeDocument/2006/relationships/customXml" Target="../ink/ink35.xml"/><Relationship Id="rId19" Type="http://schemas.openxmlformats.org/officeDocument/2006/relationships/image" Target="../media/image73.png"/><Relationship Id="rId22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0.png"/><Relationship Id="rId13" Type="http://schemas.openxmlformats.org/officeDocument/2006/relationships/image" Target="../media/image381.png"/><Relationship Id="rId18" Type="http://schemas.openxmlformats.org/officeDocument/2006/relationships/image" Target="../media/image43.png"/><Relationship Id="rId3" Type="http://schemas.openxmlformats.org/officeDocument/2006/relationships/customXml" Target="../ink/ink36.xml"/><Relationship Id="rId21" Type="http://schemas.openxmlformats.org/officeDocument/2006/relationships/image" Target="../media/image45.png"/><Relationship Id="rId7" Type="http://schemas.openxmlformats.org/officeDocument/2006/relationships/customXml" Target="../ink/ink38.xml"/><Relationship Id="rId12" Type="http://schemas.openxmlformats.org/officeDocument/2006/relationships/image" Target="../media/image371.png"/><Relationship Id="rId17" Type="http://schemas.openxmlformats.org/officeDocument/2006/relationships/image" Target="../media/image42.png"/><Relationship Id="rId2" Type="http://schemas.openxmlformats.org/officeDocument/2006/relationships/image" Target="../media/image2.png"/><Relationship Id="rId16" Type="http://schemas.openxmlformats.org/officeDocument/2006/relationships/image" Target="../media/image41.png"/><Relationship Id="rId20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0.png"/><Relationship Id="rId11" Type="http://schemas.openxmlformats.org/officeDocument/2006/relationships/image" Target="../media/image37.png"/><Relationship Id="rId5" Type="http://schemas.openxmlformats.org/officeDocument/2006/relationships/customXml" Target="../ink/ink37.xml"/><Relationship Id="rId15" Type="http://schemas.openxmlformats.org/officeDocument/2006/relationships/image" Target="../media/image40.png"/><Relationship Id="rId10" Type="http://schemas.openxmlformats.org/officeDocument/2006/relationships/image" Target="../media/image890.png"/><Relationship Id="rId19" Type="http://schemas.openxmlformats.org/officeDocument/2006/relationships/image" Target="../media/image44.png"/><Relationship Id="rId4" Type="http://schemas.openxmlformats.org/officeDocument/2006/relationships/image" Target="../media/image59.png"/><Relationship Id="rId9" Type="http://schemas.openxmlformats.org/officeDocument/2006/relationships/customXml" Target="../ink/ink39.xml"/><Relationship Id="rId1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2.xml"/><Relationship Id="rId18" Type="http://schemas.openxmlformats.org/officeDocument/2006/relationships/image" Target="../media/image55.png"/><Relationship Id="rId26" Type="http://schemas.openxmlformats.org/officeDocument/2006/relationships/image" Target="../media/image60.png"/><Relationship Id="rId39" Type="http://schemas.openxmlformats.org/officeDocument/2006/relationships/customXml" Target="../ink/ink55.xml"/><Relationship Id="rId21" Type="http://schemas.openxmlformats.org/officeDocument/2006/relationships/customXml" Target="../ink/ink46.xml"/><Relationship Id="rId34" Type="http://schemas.openxmlformats.org/officeDocument/2006/relationships/image" Target="../media/image64.png"/><Relationship Id="rId42" Type="http://schemas.openxmlformats.org/officeDocument/2006/relationships/image" Target="../media/image68.png"/><Relationship Id="rId7" Type="http://schemas.openxmlformats.org/officeDocument/2006/relationships/image" Target="../media/image47.png"/><Relationship Id="rId2" Type="http://schemas.openxmlformats.org/officeDocument/2006/relationships/image" Target="../media/image2.png"/><Relationship Id="rId16" Type="http://schemas.openxmlformats.org/officeDocument/2006/relationships/image" Target="../media/image54.png"/><Relationship Id="rId20" Type="http://schemas.openxmlformats.org/officeDocument/2006/relationships/image" Target="../media/image56.png"/><Relationship Id="rId29" Type="http://schemas.openxmlformats.org/officeDocument/2006/relationships/customXml" Target="../ink/ink50.xml"/><Relationship Id="rId41" Type="http://schemas.openxmlformats.org/officeDocument/2006/relationships/customXml" Target="../ink/ink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24" Type="http://schemas.openxmlformats.org/officeDocument/2006/relationships/image" Target="../media/image58.png"/><Relationship Id="rId32" Type="http://schemas.openxmlformats.org/officeDocument/2006/relationships/image" Target="../media/image63.png"/><Relationship Id="rId37" Type="http://schemas.openxmlformats.org/officeDocument/2006/relationships/customXml" Target="../ink/ink54.xml"/><Relationship Id="rId40" Type="http://schemas.openxmlformats.org/officeDocument/2006/relationships/image" Target="../media/image67.png"/><Relationship Id="rId5" Type="http://schemas.openxmlformats.org/officeDocument/2006/relationships/image" Target="../media/image451.png"/><Relationship Id="rId15" Type="http://schemas.openxmlformats.org/officeDocument/2006/relationships/customXml" Target="../ink/ink43.xml"/><Relationship Id="rId23" Type="http://schemas.openxmlformats.org/officeDocument/2006/relationships/customXml" Target="../ink/ink47.xml"/><Relationship Id="rId28" Type="http://schemas.openxmlformats.org/officeDocument/2006/relationships/image" Target="../media/image61.png"/><Relationship Id="rId36" Type="http://schemas.openxmlformats.org/officeDocument/2006/relationships/image" Target="../media/image65.png"/><Relationship Id="rId10" Type="http://schemas.openxmlformats.org/officeDocument/2006/relationships/image" Target="../media/image50.png"/><Relationship Id="rId19" Type="http://schemas.openxmlformats.org/officeDocument/2006/relationships/customXml" Target="../ink/ink45.xml"/><Relationship Id="rId31" Type="http://schemas.openxmlformats.org/officeDocument/2006/relationships/customXml" Target="../ink/ink51.xml"/><Relationship Id="rId44" Type="http://schemas.openxmlformats.org/officeDocument/2006/relationships/image" Target="../media/image69.png"/><Relationship Id="rId4" Type="http://schemas.openxmlformats.org/officeDocument/2006/relationships/image" Target="../media/image59.png"/><Relationship Id="rId9" Type="http://schemas.openxmlformats.org/officeDocument/2006/relationships/image" Target="../media/image49.png"/><Relationship Id="rId14" Type="http://schemas.openxmlformats.org/officeDocument/2006/relationships/image" Target="../media/image53.png"/><Relationship Id="rId22" Type="http://schemas.openxmlformats.org/officeDocument/2006/relationships/image" Target="../media/image57.png"/><Relationship Id="rId27" Type="http://schemas.openxmlformats.org/officeDocument/2006/relationships/customXml" Target="../ink/ink49.xml"/><Relationship Id="rId30" Type="http://schemas.openxmlformats.org/officeDocument/2006/relationships/image" Target="../media/image62.png"/><Relationship Id="rId35" Type="http://schemas.openxmlformats.org/officeDocument/2006/relationships/customXml" Target="../ink/ink53.xml"/><Relationship Id="rId43" Type="http://schemas.openxmlformats.org/officeDocument/2006/relationships/customXml" Target="../ink/ink57.xml"/><Relationship Id="rId8" Type="http://schemas.openxmlformats.org/officeDocument/2006/relationships/image" Target="../media/image48.png"/><Relationship Id="rId3" Type="http://schemas.openxmlformats.org/officeDocument/2006/relationships/customXml" Target="../ink/ink41.xml"/><Relationship Id="rId12" Type="http://schemas.openxmlformats.org/officeDocument/2006/relationships/image" Target="../media/image52.png"/><Relationship Id="rId17" Type="http://schemas.openxmlformats.org/officeDocument/2006/relationships/customXml" Target="../ink/ink44.xml"/><Relationship Id="rId25" Type="http://schemas.openxmlformats.org/officeDocument/2006/relationships/customXml" Target="../ink/ink48.xml"/><Relationship Id="rId33" Type="http://schemas.openxmlformats.org/officeDocument/2006/relationships/customXml" Target="../ink/ink52.xml"/><Relationship Id="rId38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3" Type="http://schemas.openxmlformats.org/officeDocument/2006/relationships/customXml" Target="../ink/ink58.xml"/><Relationship Id="rId7" Type="http://schemas.openxmlformats.org/officeDocument/2006/relationships/image" Target="../media/image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1.png"/><Relationship Id="rId5" Type="http://schemas.openxmlformats.org/officeDocument/2006/relationships/image" Target="../media/image70.png"/><Relationship Id="rId4" Type="http://schemas.openxmlformats.org/officeDocument/2006/relationships/image" Target="../media/image59.png"/><Relationship Id="rId9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0.xml"/><Relationship Id="rId7" Type="http://schemas.openxmlformats.org/officeDocument/2006/relationships/image" Target="../media/image7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5" Type="http://schemas.openxmlformats.org/officeDocument/2006/relationships/image" Target="../media/image3.png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2.xml"/><Relationship Id="rId7" Type="http://schemas.openxmlformats.org/officeDocument/2006/relationships/image" Target="../media/image7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3.xml"/><Relationship Id="rId5" Type="http://schemas.openxmlformats.org/officeDocument/2006/relationships/image" Target="../media/image75.png"/><Relationship Id="rId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customXml" Target="../ink/ink64.xml"/><Relationship Id="rId7" Type="http://schemas.openxmlformats.org/officeDocument/2006/relationships/customXml" Target="../ink/ink6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customXml" Target="../ink/ink65.xml"/><Relationship Id="rId4" Type="http://schemas.openxmlformats.org/officeDocument/2006/relationships/image" Target="../media/image8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customXml" Target="../ink/ink67.xml"/><Relationship Id="rId7" Type="http://schemas.openxmlformats.org/officeDocument/2006/relationships/customXml" Target="../ink/ink6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customXml" Target="../ink/ink68.xml"/><Relationship Id="rId4" Type="http://schemas.openxmlformats.org/officeDocument/2006/relationships/image" Target="../media/image8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customXml" Target="../ink/ink70.xml"/><Relationship Id="rId7" Type="http://schemas.openxmlformats.org/officeDocument/2006/relationships/customXml" Target="../ink/ink7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customXml" Target="../ink/ink71.xml"/><Relationship Id="rId4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.xml"/><Relationship Id="rId3" Type="http://schemas.openxmlformats.org/officeDocument/2006/relationships/customXml" Target="../ink/ink73.xml"/><Relationship Id="rId7" Type="http://schemas.openxmlformats.org/officeDocument/2006/relationships/image" Target="../media/image6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1.png"/><Relationship Id="rId11" Type="http://schemas.openxmlformats.org/officeDocument/2006/relationships/image" Target="../media/image80.png"/><Relationship Id="rId5" Type="http://schemas.openxmlformats.org/officeDocument/2006/relationships/image" Target="../media/image571.png"/><Relationship Id="rId10" Type="http://schemas.openxmlformats.org/officeDocument/2006/relationships/customXml" Target="../ink/ink75.xml"/><Relationship Id="rId4" Type="http://schemas.openxmlformats.org/officeDocument/2006/relationships/image" Target="../media/image59.png"/><Relationship Id="rId9" Type="http://schemas.openxmlformats.org/officeDocument/2006/relationships/image" Target="../media/image6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7.xml"/><Relationship Id="rId3" Type="http://schemas.openxmlformats.org/officeDocument/2006/relationships/customXml" Target="../ink/ink76.xml"/><Relationship Id="rId7" Type="http://schemas.openxmlformats.org/officeDocument/2006/relationships/image" Target="../media/image6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1.png"/><Relationship Id="rId11" Type="http://schemas.openxmlformats.org/officeDocument/2006/relationships/image" Target="../media/image81.png"/><Relationship Id="rId5" Type="http://schemas.openxmlformats.org/officeDocument/2006/relationships/image" Target="../media/image620.png"/><Relationship Id="rId10" Type="http://schemas.openxmlformats.org/officeDocument/2006/relationships/customXml" Target="../ink/ink78.xml"/><Relationship Id="rId4" Type="http://schemas.openxmlformats.org/officeDocument/2006/relationships/image" Target="../media/image59.png"/><Relationship Id="rId9" Type="http://schemas.openxmlformats.org/officeDocument/2006/relationships/image" Target="../media/image6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81.xml"/><Relationship Id="rId3" Type="http://schemas.openxmlformats.org/officeDocument/2006/relationships/customXml" Target="../ink/ink80.xml"/><Relationship Id="rId7" Type="http://schemas.openxmlformats.org/officeDocument/2006/relationships/image" Target="../media/image6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1.png"/><Relationship Id="rId5" Type="http://schemas.openxmlformats.org/officeDocument/2006/relationships/image" Target="../media/image4.png"/><Relationship Id="rId4" Type="http://schemas.openxmlformats.org/officeDocument/2006/relationships/image" Target="../media/image59.png"/><Relationship Id="rId9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customXml" Target="../ink/ink83.xml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.png"/><Relationship Id="rId21" Type="http://schemas.openxmlformats.org/officeDocument/2006/relationships/customXml" Target="../ink/ink93.xml"/><Relationship Id="rId63" Type="http://schemas.openxmlformats.org/officeDocument/2006/relationships/customXml" Target="../ink/ink114.xml"/><Relationship Id="rId159" Type="http://schemas.openxmlformats.org/officeDocument/2006/relationships/image" Target="../media/image108.png"/><Relationship Id="rId170" Type="http://schemas.openxmlformats.org/officeDocument/2006/relationships/customXml" Target="../ink/ink168.xml"/><Relationship Id="rId226" Type="http://schemas.openxmlformats.org/officeDocument/2006/relationships/customXml" Target="../ink/ink196.xml"/><Relationship Id="rId107" Type="http://schemas.openxmlformats.org/officeDocument/2006/relationships/image" Target="../media/image800.png"/><Relationship Id="rId11" Type="http://schemas.openxmlformats.org/officeDocument/2006/relationships/customXml" Target="../ink/ink88.xml"/><Relationship Id="rId32" Type="http://schemas.openxmlformats.org/officeDocument/2006/relationships/image" Target="../media/image400.png"/><Relationship Id="rId53" Type="http://schemas.openxmlformats.org/officeDocument/2006/relationships/customXml" Target="../ink/ink109.xml"/><Relationship Id="rId74" Type="http://schemas.openxmlformats.org/officeDocument/2006/relationships/image" Target="../media/image640.png"/><Relationship Id="rId128" Type="http://schemas.openxmlformats.org/officeDocument/2006/relationships/customXml" Target="../ink/ink147.xml"/><Relationship Id="rId149" Type="http://schemas.openxmlformats.org/officeDocument/2006/relationships/image" Target="../media/image103.png"/><Relationship Id="rId5" Type="http://schemas.openxmlformats.org/officeDocument/2006/relationships/customXml" Target="../ink/ink85.xml"/><Relationship Id="rId95" Type="http://schemas.openxmlformats.org/officeDocument/2006/relationships/customXml" Target="../ink/ink130.xml"/><Relationship Id="rId160" Type="http://schemas.openxmlformats.org/officeDocument/2006/relationships/customXml" Target="../ink/ink163.xml"/><Relationship Id="rId181" Type="http://schemas.openxmlformats.org/officeDocument/2006/relationships/image" Target="../media/image119.png"/><Relationship Id="rId216" Type="http://schemas.openxmlformats.org/officeDocument/2006/relationships/customXml" Target="../ink/ink191.xml"/><Relationship Id="rId237" Type="http://schemas.openxmlformats.org/officeDocument/2006/relationships/image" Target="../media/image148.png"/><Relationship Id="rId258" Type="http://schemas.openxmlformats.org/officeDocument/2006/relationships/customXml" Target="../ink/ink212.xml"/><Relationship Id="rId22" Type="http://schemas.openxmlformats.org/officeDocument/2006/relationships/image" Target="../media/image350.png"/><Relationship Id="rId43" Type="http://schemas.openxmlformats.org/officeDocument/2006/relationships/customXml" Target="../ink/ink104.xml"/><Relationship Id="rId64" Type="http://schemas.openxmlformats.org/officeDocument/2006/relationships/image" Target="../media/image560.png"/><Relationship Id="rId118" Type="http://schemas.openxmlformats.org/officeDocument/2006/relationships/customXml" Target="../ink/ink142.xml"/><Relationship Id="rId139" Type="http://schemas.openxmlformats.org/officeDocument/2006/relationships/image" Target="../media/image98.png"/><Relationship Id="rId85" Type="http://schemas.openxmlformats.org/officeDocument/2006/relationships/customXml" Target="../ink/ink125.xml"/><Relationship Id="rId150" Type="http://schemas.openxmlformats.org/officeDocument/2006/relationships/customXml" Target="../ink/ink158.xml"/><Relationship Id="rId171" Type="http://schemas.openxmlformats.org/officeDocument/2006/relationships/image" Target="../media/image114.png"/><Relationship Id="rId192" Type="http://schemas.openxmlformats.org/officeDocument/2006/relationships/customXml" Target="../ink/ink179.xml"/><Relationship Id="rId206" Type="http://schemas.openxmlformats.org/officeDocument/2006/relationships/customXml" Target="../ink/ink186.xml"/><Relationship Id="rId227" Type="http://schemas.openxmlformats.org/officeDocument/2006/relationships/image" Target="../media/image143.png"/><Relationship Id="rId248" Type="http://schemas.openxmlformats.org/officeDocument/2006/relationships/customXml" Target="../ink/ink207.xml"/><Relationship Id="rId12" Type="http://schemas.openxmlformats.org/officeDocument/2006/relationships/image" Target="../media/image3010.png"/><Relationship Id="rId33" Type="http://schemas.openxmlformats.org/officeDocument/2006/relationships/customXml" Target="../ink/ink99.xml"/><Relationship Id="rId108" Type="http://schemas.openxmlformats.org/officeDocument/2006/relationships/customXml" Target="../ink/ink137.xml"/><Relationship Id="rId129" Type="http://schemas.openxmlformats.org/officeDocument/2006/relationships/image" Target="../media/image91.png"/><Relationship Id="rId54" Type="http://schemas.openxmlformats.org/officeDocument/2006/relationships/image" Target="../media/image510.png"/><Relationship Id="rId75" Type="http://schemas.openxmlformats.org/officeDocument/2006/relationships/customXml" Target="../ink/ink120.xml"/><Relationship Id="rId96" Type="http://schemas.openxmlformats.org/officeDocument/2006/relationships/image" Target="../media/image750.png"/><Relationship Id="rId140" Type="http://schemas.openxmlformats.org/officeDocument/2006/relationships/customXml" Target="../ink/ink153.xml"/><Relationship Id="rId161" Type="http://schemas.openxmlformats.org/officeDocument/2006/relationships/image" Target="../media/image109.png"/><Relationship Id="rId182" Type="http://schemas.openxmlformats.org/officeDocument/2006/relationships/customXml" Target="../ink/ink174.xml"/><Relationship Id="rId217" Type="http://schemas.openxmlformats.org/officeDocument/2006/relationships/image" Target="../media/image138.png"/><Relationship Id="rId6" Type="http://schemas.openxmlformats.org/officeDocument/2006/relationships/image" Target="../media/image2711.png"/><Relationship Id="rId238" Type="http://schemas.openxmlformats.org/officeDocument/2006/relationships/customXml" Target="../ink/ink202.xml"/><Relationship Id="rId259" Type="http://schemas.openxmlformats.org/officeDocument/2006/relationships/image" Target="../media/image159.png"/><Relationship Id="rId23" Type="http://schemas.openxmlformats.org/officeDocument/2006/relationships/customXml" Target="../ink/ink94.xml"/><Relationship Id="rId119" Type="http://schemas.openxmlformats.org/officeDocument/2006/relationships/image" Target="../media/image86.png"/><Relationship Id="rId44" Type="http://schemas.openxmlformats.org/officeDocument/2006/relationships/image" Target="../media/image460.png"/><Relationship Id="rId65" Type="http://schemas.openxmlformats.org/officeDocument/2006/relationships/customXml" Target="../ink/ink115.xml"/><Relationship Id="rId86" Type="http://schemas.openxmlformats.org/officeDocument/2006/relationships/image" Target="../media/image700.png"/><Relationship Id="rId130" Type="http://schemas.openxmlformats.org/officeDocument/2006/relationships/customXml" Target="../ink/ink148.xml"/><Relationship Id="rId151" Type="http://schemas.openxmlformats.org/officeDocument/2006/relationships/image" Target="../media/image104.png"/><Relationship Id="rId172" Type="http://schemas.openxmlformats.org/officeDocument/2006/relationships/customXml" Target="../ink/ink169.xml"/><Relationship Id="rId193" Type="http://schemas.openxmlformats.org/officeDocument/2006/relationships/image" Target="../media/image125.png"/><Relationship Id="rId207" Type="http://schemas.openxmlformats.org/officeDocument/2006/relationships/image" Target="../media/image133.png"/><Relationship Id="rId228" Type="http://schemas.openxmlformats.org/officeDocument/2006/relationships/customXml" Target="../ink/ink197.xml"/><Relationship Id="rId249" Type="http://schemas.openxmlformats.org/officeDocument/2006/relationships/image" Target="../media/image154.png"/><Relationship Id="rId13" Type="http://schemas.openxmlformats.org/officeDocument/2006/relationships/customXml" Target="../ink/ink89.xml"/><Relationship Id="rId109" Type="http://schemas.openxmlformats.org/officeDocument/2006/relationships/image" Target="../media/image810.png"/><Relationship Id="rId260" Type="http://schemas.openxmlformats.org/officeDocument/2006/relationships/customXml" Target="../ink/ink213.xml"/><Relationship Id="rId34" Type="http://schemas.openxmlformats.org/officeDocument/2006/relationships/image" Target="../media/image410.png"/><Relationship Id="rId55" Type="http://schemas.openxmlformats.org/officeDocument/2006/relationships/customXml" Target="../ink/ink110.xml"/><Relationship Id="rId76" Type="http://schemas.openxmlformats.org/officeDocument/2006/relationships/image" Target="../media/image650.png"/><Relationship Id="rId97" Type="http://schemas.openxmlformats.org/officeDocument/2006/relationships/customXml" Target="../ink/ink131.xml"/><Relationship Id="rId120" Type="http://schemas.openxmlformats.org/officeDocument/2006/relationships/customXml" Target="../ink/ink143.xml"/><Relationship Id="rId141" Type="http://schemas.openxmlformats.org/officeDocument/2006/relationships/image" Target="../media/image99.png"/><Relationship Id="rId7" Type="http://schemas.openxmlformats.org/officeDocument/2006/relationships/customXml" Target="../ink/ink86.xml"/><Relationship Id="rId162" Type="http://schemas.openxmlformats.org/officeDocument/2006/relationships/customXml" Target="../ink/ink164.xml"/><Relationship Id="rId183" Type="http://schemas.openxmlformats.org/officeDocument/2006/relationships/image" Target="../media/image120.png"/><Relationship Id="rId218" Type="http://schemas.openxmlformats.org/officeDocument/2006/relationships/customXml" Target="../ink/ink192.xml"/><Relationship Id="rId239" Type="http://schemas.openxmlformats.org/officeDocument/2006/relationships/image" Target="../media/image149.png"/><Relationship Id="rId250" Type="http://schemas.openxmlformats.org/officeDocument/2006/relationships/customXml" Target="../ink/ink208.xml"/><Relationship Id="rId24" Type="http://schemas.openxmlformats.org/officeDocument/2006/relationships/image" Target="../media/image360.png"/><Relationship Id="rId45" Type="http://schemas.openxmlformats.org/officeDocument/2006/relationships/customXml" Target="../ink/ink105.xml"/><Relationship Id="rId66" Type="http://schemas.openxmlformats.org/officeDocument/2006/relationships/image" Target="../media/image570.png"/><Relationship Id="rId87" Type="http://schemas.openxmlformats.org/officeDocument/2006/relationships/customXml" Target="../ink/ink126.xml"/><Relationship Id="rId110" Type="http://schemas.openxmlformats.org/officeDocument/2006/relationships/customXml" Target="../ink/ink138.xml"/><Relationship Id="rId131" Type="http://schemas.openxmlformats.org/officeDocument/2006/relationships/image" Target="../media/image93.png"/><Relationship Id="rId152" Type="http://schemas.openxmlformats.org/officeDocument/2006/relationships/customXml" Target="../ink/ink159.xml"/><Relationship Id="rId173" Type="http://schemas.openxmlformats.org/officeDocument/2006/relationships/image" Target="../media/image115.png"/><Relationship Id="rId194" Type="http://schemas.openxmlformats.org/officeDocument/2006/relationships/customXml" Target="../ink/ink180.xml"/><Relationship Id="rId208" Type="http://schemas.openxmlformats.org/officeDocument/2006/relationships/customXml" Target="../ink/ink187.xml"/><Relationship Id="rId229" Type="http://schemas.openxmlformats.org/officeDocument/2006/relationships/image" Target="../media/image144.png"/><Relationship Id="rId240" Type="http://schemas.openxmlformats.org/officeDocument/2006/relationships/customXml" Target="../ink/ink203.xml"/><Relationship Id="rId261" Type="http://schemas.openxmlformats.org/officeDocument/2006/relationships/image" Target="../media/image160.png"/><Relationship Id="rId14" Type="http://schemas.openxmlformats.org/officeDocument/2006/relationships/image" Target="../media/image3110.png"/><Relationship Id="rId35" Type="http://schemas.openxmlformats.org/officeDocument/2006/relationships/customXml" Target="../ink/ink100.xml"/><Relationship Id="rId56" Type="http://schemas.openxmlformats.org/officeDocument/2006/relationships/image" Target="../media/image520.png"/><Relationship Id="rId77" Type="http://schemas.openxmlformats.org/officeDocument/2006/relationships/customXml" Target="../ink/ink121.xml"/><Relationship Id="rId100" Type="http://schemas.openxmlformats.org/officeDocument/2006/relationships/customXml" Target="../ink/ink133.xml"/><Relationship Id="rId8" Type="http://schemas.openxmlformats.org/officeDocument/2006/relationships/image" Target="../media/image2811.png"/><Relationship Id="rId98" Type="http://schemas.openxmlformats.org/officeDocument/2006/relationships/image" Target="../media/image760.png"/><Relationship Id="rId121" Type="http://schemas.openxmlformats.org/officeDocument/2006/relationships/image" Target="../media/image87.png"/><Relationship Id="rId142" Type="http://schemas.openxmlformats.org/officeDocument/2006/relationships/customXml" Target="../ink/ink154.xml"/><Relationship Id="rId163" Type="http://schemas.openxmlformats.org/officeDocument/2006/relationships/image" Target="../media/image110.png"/><Relationship Id="rId184" Type="http://schemas.openxmlformats.org/officeDocument/2006/relationships/customXml" Target="../ink/ink175.xml"/><Relationship Id="rId219" Type="http://schemas.openxmlformats.org/officeDocument/2006/relationships/image" Target="../media/image139.png"/><Relationship Id="rId230" Type="http://schemas.openxmlformats.org/officeDocument/2006/relationships/customXml" Target="../ink/ink198.xml"/><Relationship Id="rId251" Type="http://schemas.openxmlformats.org/officeDocument/2006/relationships/image" Target="../media/image155.png"/><Relationship Id="rId25" Type="http://schemas.openxmlformats.org/officeDocument/2006/relationships/customXml" Target="../ink/ink95.xml"/><Relationship Id="rId46" Type="http://schemas.openxmlformats.org/officeDocument/2006/relationships/image" Target="../media/image470.png"/><Relationship Id="rId67" Type="http://schemas.openxmlformats.org/officeDocument/2006/relationships/customXml" Target="../ink/ink116.xml"/><Relationship Id="rId88" Type="http://schemas.openxmlformats.org/officeDocument/2006/relationships/image" Target="../media/image710.png"/><Relationship Id="rId111" Type="http://schemas.openxmlformats.org/officeDocument/2006/relationships/image" Target="../media/image820.png"/><Relationship Id="rId132" Type="http://schemas.openxmlformats.org/officeDocument/2006/relationships/customXml" Target="../ink/ink149.xml"/><Relationship Id="rId153" Type="http://schemas.openxmlformats.org/officeDocument/2006/relationships/image" Target="../media/image105.png"/><Relationship Id="rId174" Type="http://schemas.openxmlformats.org/officeDocument/2006/relationships/customXml" Target="../ink/ink170.xml"/><Relationship Id="rId195" Type="http://schemas.openxmlformats.org/officeDocument/2006/relationships/image" Target="../media/image126.png"/><Relationship Id="rId209" Type="http://schemas.openxmlformats.org/officeDocument/2006/relationships/image" Target="../media/image134.png"/><Relationship Id="rId220" Type="http://schemas.openxmlformats.org/officeDocument/2006/relationships/customXml" Target="../ink/ink193.xml"/><Relationship Id="rId241" Type="http://schemas.openxmlformats.org/officeDocument/2006/relationships/image" Target="../media/image150.png"/><Relationship Id="rId15" Type="http://schemas.openxmlformats.org/officeDocument/2006/relationships/customXml" Target="../ink/ink90.xml"/><Relationship Id="rId36" Type="http://schemas.openxmlformats.org/officeDocument/2006/relationships/image" Target="../media/image420.png"/><Relationship Id="rId57" Type="http://schemas.openxmlformats.org/officeDocument/2006/relationships/customXml" Target="../ink/ink111.xml"/><Relationship Id="rId262" Type="http://schemas.openxmlformats.org/officeDocument/2006/relationships/customXml" Target="../ink/ink214.xml"/><Relationship Id="rId78" Type="http://schemas.openxmlformats.org/officeDocument/2006/relationships/image" Target="../media/image660.png"/><Relationship Id="rId99" Type="http://schemas.openxmlformats.org/officeDocument/2006/relationships/customXml" Target="../ink/ink132.xml"/><Relationship Id="rId101" Type="http://schemas.openxmlformats.org/officeDocument/2006/relationships/image" Target="../media/image770.png"/><Relationship Id="rId122" Type="http://schemas.openxmlformats.org/officeDocument/2006/relationships/customXml" Target="../ink/ink144.xml"/><Relationship Id="rId143" Type="http://schemas.openxmlformats.org/officeDocument/2006/relationships/image" Target="../media/image100.png"/><Relationship Id="rId164" Type="http://schemas.openxmlformats.org/officeDocument/2006/relationships/customXml" Target="../ink/ink165.xml"/><Relationship Id="rId185" Type="http://schemas.openxmlformats.org/officeDocument/2006/relationships/image" Target="../media/image121.png"/><Relationship Id="rId9" Type="http://schemas.openxmlformats.org/officeDocument/2006/relationships/customXml" Target="../ink/ink87.xml"/><Relationship Id="rId210" Type="http://schemas.openxmlformats.org/officeDocument/2006/relationships/customXml" Target="../ink/ink188.xml"/><Relationship Id="rId26" Type="http://schemas.openxmlformats.org/officeDocument/2006/relationships/image" Target="../media/image370.png"/><Relationship Id="rId231" Type="http://schemas.openxmlformats.org/officeDocument/2006/relationships/image" Target="../media/image145.png"/><Relationship Id="rId252" Type="http://schemas.openxmlformats.org/officeDocument/2006/relationships/customXml" Target="../ink/ink209.xml"/><Relationship Id="rId47" Type="http://schemas.openxmlformats.org/officeDocument/2006/relationships/customXml" Target="../ink/ink106.xml"/><Relationship Id="rId68" Type="http://schemas.openxmlformats.org/officeDocument/2006/relationships/image" Target="../media/image580.png"/><Relationship Id="rId89" Type="http://schemas.openxmlformats.org/officeDocument/2006/relationships/customXml" Target="../ink/ink127.xml"/><Relationship Id="rId112" Type="http://schemas.openxmlformats.org/officeDocument/2006/relationships/customXml" Target="../ink/ink139.xml"/><Relationship Id="rId133" Type="http://schemas.openxmlformats.org/officeDocument/2006/relationships/image" Target="../media/image94.png"/><Relationship Id="rId154" Type="http://schemas.openxmlformats.org/officeDocument/2006/relationships/customXml" Target="../ink/ink160.xml"/><Relationship Id="rId175" Type="http://schemas.openxmlformats.org/officeDocument/2006/relationships/image" Target="../media/image116.png"/><Relationship Id="rId196" Type="http://schemas.openxmlformats.org/officeDocument/2006/relationships/customXml" Target="../ink/ink181.xml"/><Relationship Id="rId200" Type="http://schemas.openxmlformats.org/officeDocument/2006/relationships/customXml" Target="../ink/ink183.xml"/><Relationship Id="rId16" Type="http://schemas.openxmlformats.org/officeDocument/2006/relationships/image" Target="../media/image324.png"/><Relationship Id="rId221" Type="http://schemas.openxmlformats.org/officeDocument/2006/relationships/image" Target="../media/image140.png"/><Relationship Id="rId242" Type="http://schemas.openxmlformats.org/officeDocument/2006/relationships/customXml" Target="../ink/ink204.xml"/><Relationship Id="rId263" Type="http://schemas.openxmlformats.org/officeDocument/2006/relationships/image" Target="../media/image161.png"/><Relationship Id="rId37" Type="http://schemas.openxmlformats.org/officeDocument/2006/relationships/customXml" Target="../ink/ink101.xml"/><Relationship Id="rId58" Type="http://schemas.openxmlformats.org/officeDocument/2006/relationships/image" Target="../media/image530.png"/><Relationship Id="rId79" Type="http://schemas.openxmlformats.org/officeDocument/2006/relationships/customXml" Target="../ink/ink122.xml"/><Relationship Id="rId102" Type="http://schemas.openxmlformats.org/officeDocument/2006/relationships/customXml" Target="../ink/ink134.xml"/><Relationship Id="rId123" Type="http://schemas.openxmlformats.org/officeDocument/2006/relationships/image" Target="../media/image881.png"/><Relationship Id="rId144" Type="http://schemas.openxmlformats.org/officeDocument/2006/relationships/customXml" Target="../ink/ink155.xml"/><Relationship Id="rId90" Type="http://schemas.openxmlformats.org/officeDocument/2006/relationships/image" Target="../media/image720.png"/><Relationship Id="rId165" Type="http://schemas.openxmlformats.org/officeDocument/2006/relationships/image" Target="../media/image111.png"/><Relationship Id="rId186" Type="http://schemas.openxmlformats.org/officeDocument/2006/relationships/customXml" Target="../ink/ink176.xml"/><Relationship Id="rId211" Type="http://schemas.openxmlformats.org/officeDocument/2006/relationships/image" Target="../media/image135.png"/><Relationship Id="rId232" Type="http://schemas.openxmlformats.org/officeDocument/2006/relationships/customXml" Target="../ink/ink199.xml"/><Relationship Id="rId253" Type="http://schemas.openxmlformats.org/officeDocument/2006/relationships/image" Target="../media/image156.png"/><Relationship Id="rId27" Type="http://schemas.openxmlformats.org/officeDocument/2006/relationships/customXml" Target="../ink/ink96.xml"/><Relationship Id="rId48" Type="http://schemas.openxmlformats.org/officeDocument/2006/relationships/image" Target="../media/image480.png"/><Relationship Id="rId69" Type="http://schemas.openxmlformats.org/officeDocument/2006/relationships/customXml" Target="../ink/ink117.xml"/><Relationship Id="rId113" Type="http://schemas.openxmlformats.org/officeDocument/2006/relationships/image" Target="../media/image830.png"/><Relationship Id="rId134" Type="http://schemas.openxmlformats.org/officeDocument/2006/relationships/customXml" Target="../ink/ink150.xml"/><Relationship Id="rId80" Type="http://schemas.openxmlformats.org/officeDocument/2006/relationships/image" Target="../media/image670.png"/><Relationship Id="rId155" Type="http://schemas.openxmlformats.org/officeDocument/2006/relationships/image" Target="../media/image106.png"/><Relationship Id="rId176" Type="http://schemas.openxmlformats.org/officeDocument/2006/relationships/customXml" Target="../ink/ink171.xml"/><Relationship Id="rId197" Type="http://schemas.openxmlformats.org/officeDocument/2006/relationships/image" Target="../media/image127.png"/><Relationship Id="rId201" Type="http://schemas.openxmlformats.org/officeDocument/2006/relationships/image" Target="../media/image129.png"/><Relationship Id="rId222" Type="http://schemas.openxmlformats.org/officeDocument/2006/relationships/customXml" Target="../ink/ink194.xml"/><Relationship Id="rId243" Type="http://schemas.openxmlformats.org/officeDocument/2006/relationships/image" Target="../media/image151.png"/><Relationship Id="rId264" Type="http://schemas.openxmlformats.org/officeDocument/2006/relationships/customXml" Target="../ink/ink215.xml"/><Relationship Id="rId17" Type="http://schemas.openxmlformats.org/officeDocument/2006/relationships/customXml" Target="../ink/ink91.xml"/><Relationship Id="rId38" Type="http://schemas.openxmlformats.org/officeDocument/2006/relationships/image" Target="../media/image430.png"/><Relationship Id="rId59" Type="http://schemas.openxmlformats.org/officeDocument/2006/relationships/customXml" Target="../ink/ink112.xml"/><Relationship Id="rId103" Type="http://schemas.openxmlformats.org/officeDocument/2006/relationships/image" Target="../media/image780.png"/><Relationship Id="rId124" Type="http://schemas.openxmlformats.org/officeDocument/2006/relationships/customXml" Target="../ink/ink145.xml"/><Relationship Id="rId70" Type="http://schemas.openxmlformats.org/officeDocument/2006/relationships/image" Target="../media/image590.png"/><Relationship Id="rId91" Type="http://schemas.openxmlformats.org/officeDocument/2006/relationships/customXml" Target="../ink/ink128.xml"/><Relationship Id="rId145" Type="http://schemas.openxmlformats.org/officeDocument/2006/relationships/image" Target="../media/image101.png"/><Relationship Id="rId166" Type="http://schemas.openxmlformats.org/officeDocument/2006/relationships/customXml" Target="../ink/ink166.xml"/><Relationship Id="rId187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89.xml"/><Relationship Id="rId233" Type="http://schemas.openxmlformats.org/officeDocument/2006/relationships/image" Target="../media/image146.png"/><Relationship Id="rId254" Type="http://schemas.openxmlformats.org/officeDocument/2006/relationships/customXml" Target="../ink/ink210.xml"/><Relationship Id="rId28" Type="http://schemas.openxmlformats.org/officeDocument/2006/relationships/image" Target="../media/image380.png"/><Relationship Id="rId49" Type="http://schemas.openxmlformats.org/officeDocument/2006/relationships/customXml" Target="../ink/ink107.xml"/><Relationship Id="rId114" Type="http://schemas.openxmlformats.org/officeDocument/2006/relationships/customXml" Target="../ink/ink140.xml"/><Relationship Id="rId60" Type="http://schemas.openxmlformats.org/officeDocument/2006/relationships/image" Target="../media/image540.png"/><Relationship Id="rId81" Type="http://schemas.openxmlformats.org/officeDocument/2006/relationships/customXml" Target="../ink/ink123.xml"/><Relationship Id="rId135" Type="http://schemas.openxmlformats.org/officeDocument/2006/relationships/image" Target="../media/image96.png"/><Relationship Id="rId156" Type="http://schemas.openxmlformats.org/officeDocument/2006/relationships/customXml" Target="../ink/ink161.xml"/><Relationship Id="rId177" Type="http://schemas.openxmlformats.org/officeDocument/2006/relationships/image" Target="../media/image117.png"/><Relationship Id="rId198" Type="http://schemas.openxmlformats.org/officeDocument/2006/relationships/customXml" Target="../ink/ink182.xml"/><Relationship Id="rId202" Type="http://schemas.openxmlformats.org/officeDocument/2006/relationships/customXml" Target="../ink/ink184.xml"/><Relationship Id="rId223" Type="http://schemas.openxmlformats.org/officeDocument/2006/relationships/image" Target="../media/image141.png"/><Relationship Id="rId244" Type="http://schemas.openxmlformats.org/officeDocument/2006/relationships/customXml" Target="../ink/ink205.xml"/><Relationship Id="rId18" Type="http://schemas.openxmlformats.org/officeDocument/2006/relationships/image" Target="../media/image330.png"/><Relationship Id="rId39" Type="http://schemas.openxmlformats.org/officeDocument/2006/relationships/customXml" Target="../ink/ink102.xml"/><Relationship Id="rId265" Type="http://schemas.openxmlformats.org/officeDocument/2006/relationships/image" Target="../media/image92.png"/><Relationship Id="rId50" Type="http://schemas.openxmlformats.org/officeDocument/2006/relationships/image" Target="../media/image490.png"/><Relationship Id="rId104" Type="http://schemas.openxmlformats.org/officeDocument/2006/relationships/customXml" Target="../ink/ink135.xml"/><Relationship Id="rId125" Type="http://schemas.openxmlformats.org/officeDocument/2006/relationships/image" Target="../media/image891.png"/><Relationship Id="rId146" Type="http://schemas.openxmlformats.org/officeDocument/2006/relationships/customXml" Target="../ink/ink156.xml"/><Relationship Id="rId167" Type="http://schemas.openxmlformats.org/officeDocument/2006/relationships/image" Target="../media/image112.png"/><Relationship Id="rId188" Type="http://schemas.openxmlformats.org/officeDocument/2006/relationships/customXml" Target="../ink/ink177.xml"/><Relationship Id="rId71" Type="http://schemas.openxmlformats.org/officeDocument/2006/relationships/customXml" Target="../ink/ink118.xml"/><Relationship Id="rId92" Type="http://schemas.openxmlformats.org/officeDocument/2006/relationships/image" Target="../media/image730.png"/><Relationship Id="rId213" Type="http://schemas.openxmlformats.org/officeDocument/2006/relationships/image" Target="../media/image136.png"/><Relationship Id="rId234" Type="http://schemas.openxmlformats.org/officeDocument/2006/relationships/customXml" Target="../ink/ink200.xml"/><Relationship Id="rId2" Type="http://schemas.openxmlformats.org/officeDocument/2006/relationships/image" Target="../media/image2.png"/><Relationship Id="rId29" Type="http://schemas.openxmlformats.org/officeDocument/2006/relationships/customXml" Target="../ink/ink97.xml"/><Relationship Id="rId255" Type="http://schemas.openxmlformats.org/officeDocument/2006/relationships/image" Target="../media/image157.png"/><Relationship Id="rId40" Type="http://schemas.openxmlformats.org/officeDocument/2006/relationships/image" Target="../media/image440.png"/><Relationship Id="rId115" Type="http://schemas.openxmlformats.org/officeDocument/2006/relationships/image" Target="../media/image84.png"/><Relationship Id="rId136" Type="http://schemas.openxmlformats.org/officeDocument/2006/relationships/customXml" Target="../ink/ink151.xml"/><Relationship Id="rId157" Type="http://schemas.openxmlformats.org/officeDocument/2006/relationships/image" Target="../media/image107.png"/><Relationship Id="rId178" Type="http://schemas.openxmlformats.org/officeDocument/2006/relationships/customXml" Target="../ink/ink172.xml"/><Relationship Id="rId61" Type="http://schemas.openxmlformats.org/officeDocument/2006/relationships/customXml" Target="../ink/ink113.xml"/><Relationship Id="rId82" Type="http://schemas.openxmlformats.org/officeDocument/2006/relationships/image" Target="../media/image680.png"/><Relationship Id="rId199" Type="http://schemas.openxmlformats.org/officeDocument/2006/relationships/image" Target="../media/image128.png"/><Relationship Id="rId203" Type="http://schemas.openxmlformats.org/officeDocument/2006/relationships/image" Target="../media/image131.png"/><Relationship Id="rId19" Type="http://schemas.openxmlformats.org/officeDocument/2006/relationships/customXml" Target="../ink/ink92.xml"/><Relationship Id="rId224" Type="http://schemas.openxmlformats.org/officeDocument/2006/relationships/customXml" Target="../ink/ink195.xml"/><Relationship Id="rId245" Type="http://schemas.openxmlformats.org/officeDocument/2006/relationships/image" Target="../media/image152.png"/><Relationship Id="rId30" Type="http://schemas.openxmlformats.org/officeDocument/2006/relationships/image" Target="../media/image390.png"/><Relationship Id="rId105" Type="http://schemas.openxmlformats.org/officeDocument/2006/relationships/image" Target="../media/image790.png"/><Relationship Id="rId126" Type="http://schemas.openxmlformats.org/officeDocument/2006/relationships/customXml" Target="../ink/ink146.xml"/><Relationship Id="rId147" Type="http://schemas.openxmlformats.org/officeDocument/2006/relationships/image" Target="../media/image102.png"/><Relationship Id="rId168" Type="http://schemas.openxmlformats.org/officeDocument/2006/relationships/customXml" Target="../ink/ink167.xml"/><Relationship Id="rId51" Type="http://schemas.openxmlformats.org/officeDocument/2006/relationships/customXml" Target="../ink/ink108.xml"/><Relationship Id="rId72" Type="http://schemas.openxmlformats.org/officeDocument/2006/relationships/image" Target="../media/image630.png"/><Relationship Id="rId93" Type="http://schemas.openxmlformats.org/officeDocument/2006/relationships/customXml" Target="../ink/ink129.xml"/><Relationship Id="rId189" Type="http://schemas.openxmlformats.org/officeDocument/2006/relationships/image" Target="../media/image123.png"/><Relationship Id="rId3" Type="http://schemas.openxmlformats.org/officeDocument/2006/relationships/customXml" Target="../ink/ink84.xml"/><Relationship Id="rId214" Type="http://schemas.openxmlformats.org/officeDocument/2006/relationships/customXml" Target="../ink/ink190.xml"/><Relationship Id="rId235" Type="http://schemas.openxmlformats.org/officeDocument/2006/relationships/image" Target="../media/image147.png"/><Relationship Id="rId256" Type="http://schemas.openxmlformats.org/officeDocument/2006/relationships/customXml" Target="../ink/ink211.xml"/><Relationship Id="rId116" Type="http://schemas.openxmlformats.org/officeDocument/2006/relationships/customXml" Target="../ink/ink141.xml"/><Relationship Id="rId137" Type="http://schemas.openxmlformats.org/officeDocument/2006/relationships/image" Target="../media/image97.png"/><Relationship Id="rId158" Type="http://schemas.openxmlformats.org/officeDocument/2006/relationships/customXml" Target="../ink/ink162.xml"/><Relationship Id="rId20" Type="http://schemas.openxmlformats.org/officeDocument/2006/relationships/image" Target="../media/image340.png"/><Relationship Id="rId41" Type="http://schemas.openxmlformats.org/officeDocument/2006/relationships/customXml" Target="../ink/ink103.xml"/><Relationship Id="rId62" Type="http://schemas.openxmlformats.org/officeDocument/2006/relationships/image" Target="../media/image550.png"/><Relationship Id="rId83" Type="http://schemas.openxmlformats.org/officeDocument/2006/relationships/customXml" Target="../ink/ink124.xml"/><Relationship Id="rId179" Type="http://schemas.openxmlformats.org/officeDocument/2006/relationships/image" Target="../media/image118.png"/><Relationship Id="rId190" Type="http://schemas.openxmlformats.org/officeDocument/2006/relationships/customXml" Target="../ink/ink178.xml"/><Relationship Id="rId204" Type="http://schemas.openxmlformats.org/officeDocument/2006/relationships/customXml" Target="../ink/ink185.xml"/><Relationship Id="rId225" Type="http://schemas.openxmlformats.org/officeDocument/2006/relationships/image" Target="../media/image142.png"/><Relationship Id="rId246" Type="http://schemas.openxmlformats.org/officeDocument/2006/relationships/customXml" Target="../ink/ink206.xml"/><Relationship Id="rId106" Type="http://schemas.openxmlformats.org/officeDocument/2006/relationships/customXml" Target="../ink/ink136.xml"/><Relationship Id="rId127" Type="http://schemas.openxmlformats.org/officeDocument/2006/relationships/image" Target="../media/image90.png"/><Relationship Id="rId10" Type="http://schemas.openxmlformats.org/officeDocument/2006/relationships/image" Target="../media/image2911.png"/><Relationship Id="rId31" Type="http://schemas.openxmlformats.org/officeDocument/2006/relationships/customXml" Target="../ink/ink98.xml"/><Relationship Id="rId52" Type="http://schemas.openxmlformats.org/officeDocument/2006/relationships/image" Target="../media/image500.png"/><Relationship Id="rId73" Type="http://schemas.openxmlformats.org/officeDocument/2006/relationships/customXml" Target="../ink/ink119.xml"/><Relationship Id="rId94" Type="http://schemas.openxmlformats.org/officeDocument/2006/relationships/image" Target="../media/image740.png"/><Relationship Id="rId148" Type="http://schemas.openxmlformats.org/officeDocument/2006/relationships/customXml" Target="../ink/ink157.xml"/><Relationship Id="rId169" Type="http://schemas.openxmlformats.org/officeDocument/2006/relationships/image" Target="../media/image113.png"/><Relationship Id="rId4" Type="http://schemas.openxmlformats.org/officeDocument/2006/relationships/image" Target="../media/image59.png"/><Relationship Id="rId180" Type="http://schemas.openxmlformats.org/officeDocument/2006/relationships/customXml" Target="../ink/ink173.xml"/><Relationship Id="rId215" Type="http://schemas.openxmlformats.org/officeDocument/2006/relationships/image" Target="../media/image137.png"/><Relationship Id="rId236" Type="http://schemas.openxmlformats.org/officeDocument/2006/relationships/customXml" Target="../ink/ink201.xml"/><Relationship Id="rId257" Type="http://schemas.openxmlformats.org/officeDocument/2006/relationships/image" Target="../media/image158.png"/><Relationship Id="rId42" Type="http://schemas.openxmlformats.org/officeDocument/2006/relationships/image" Target="../media/image450.png"/><Relationship Id="rId84" Type="http://schemas.openxmlformats.org/officeDocument/2006/relationships/image" Target="../media/image690.png"/><Relationship Id="rId138" Type="http://schemas.openxmlformats.org/officeDocument/2006/relationships/customXml" Target="../ink/ink152.xml"/><Relationship Id="rId191" Type="http://schemas.openxmlformats.org/officeDocument/2006/relationships/image" Target="../media/image124.png"/><Relationship Id="rId205" Type="http://schemas.openxmlformats.org/officeDocument/2006/relationships/image" Target="../media/image132.png"/><Relationship Id="rId247" Type="http://schemas.openxmlformats.org/officeDocument/2006/relationships/image" Target="../media/image1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customXml" Target="../ink/ink217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218.xml"/><Relationship Id="rId7" Type="http://schemas.openxmlformats.org/officeDocument/2006/relationships/image" Target="../media/image1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0.png"/><Relationship Id="rId5" Type="http://schemas.openxmlformats.org/officeDocument/2006/relationships/image" Target="../media/image920.png"/><Relationship Id="rId10" Type="http://schemas.openxmlformats.org/officeDocument/2006/relationships/image" Target="../media/image162.png"/><Relationship Id="rId4" Type="http://schemas.openxmlformats.org/officeDocument/2006/relationships/image" Target="../media/image59.png"/><Relationship Id="rId9" Type="http://schemas.openxmlformats.org/officeDocument/2006/relationships/customXml" Target="../ink/ink21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8.png"/><Relationship Id="rId3" Type="http://schemas.openxmlformats.org/officeDocument/2006/relationships/image" Target="../media/image1620.png"/><Relationship Id="rId7" Type="http://schemas.openxmlformats.org/officeDocument/2006/relationships/image" Target="../media/image163.png"/><Relationship Id="rId12" Type="http://schemas.openxmlformats.org/officeDocument/2006/relationships/customXml" Target="../ink/ink221.xml"/><Relationship Id="rId2" Type="http://schemas.openxmlformats.org/officeDocument/2006/relationships/image" Target="../media/image2.png"/><Relationship Id="rId16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167.png"/><Relationship Id="rId5" Type="http://schemas.openxmlformats.org/officeDocument/2006/relationships/image" Target="../media/image59.png"/><Relationship Id="rId15" Type="http://schemas.openxmlformats.org/officeDocument/2006/relationships/customXml" Target="../ink/ink223.xml"/><Relationship Id="rId10" Type="http://schemas.openxmlformats.org/officeDocument/2006/relationships/image" Target="../media/image166.png"/><Relationship Id="rId4" Type="http://schemas.openxmlformats.org/officeDocument/2006/relationships/customXml" Target="../ink/ink220.xml"/><Relationship Id="rId9" Type="http://schemas.openxmlformats.org/officeDocument/2006/relationships/image" Target="../media/image165.png"/><Relationship Id="rId14" Type="http://schemas.openxmlformats.org/officeDocument/2006/relationships/customXml" Target="../ink/ink222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1.xml"/><Relationship Id="rId299" Type="http://schemas.openxmlformats.org/officeDocument/2006/relationships/customXml" Target="../ink/ink372.xml"/><Relationship Id="rId21" Type="http://schemas.openxmlformats.org/officeDocument/2006/relationships/customXml" Target="../ink/ink233.xml"/><Relationship Id="rId63" Type="http://schemas.openxmlformats.org/officeDocument/2006/relationships/customXml" Target="../ink/ink254.xml"/><Relationship Id="rId159" Type="http://schemas.openxmlformats.org/officeDocument/2006/relationships/customXml" Target="../ink/ink302.xml"/><Relationship Id="rId170" Type="http://schemas.openxmlformats.org/officeDocument/2006/relationships/image" Target="../media/image251.png"/><Relationship Id="rId226" Type="http://schemas.openxmlformats.org/officeDocument/2006/relationships/image" Target="../media/image280.png"/><Relationship Id="rId268" Type="http://schemas.openxmlformats.org/officeDocument/2006/relationships/image" Target="../media/image301.png"/><Relationship Id="rId32" Type="http://schemas.openxmlformats.org/officeDocument/2006/relationships/image" Target="../media/image176.png"/><Relationship Id="rId74" Type="http://schemas.openxmlformats.org/officeDocument/2006/relationships/image" Target="../media/image198.png"/><Relationship Id="rId128" Type="http://schemas.openxmlformats.org/officeDocument/2006/relationships/image" Target="../media/image670.png"/><Relationship Id="rId5" Type="http://schemas.openxmlformats.org/officeDocument/2006/relationships/customXml" Target="../ink/ink225.xml"/><Relationship Id="rId181" Type="http://schemas.openxmlformats.org/officeDocument/2006/relationships/customXml" Target="../ink/ink313.xml"/><Relationship Id="rId237" Type="http://schemas.openxmlformats.org/officeDocument/2006/relationships/customXml" Target="../ink/ink341.xml"/><Relationship Id="rId279" Type="http://schemas.openxmlformats.org/officeDocument/2006/relationships/customXml" Target="../ink/ink362.xml"/><Relationship Id="rId43" Type="http://schemas.openxmlformats.org/officeDocument/2006/relationships/customXml" Target="../ink/ink244.xml"/><Relationship Id="rId139" Type="http://schemas.openxmlformats.org/officeDocument/2006/relationships/customXml" Target="../ink/ink292.xml"/><Relationship Id="rId290" Type="http://schemas.openxmlformats.org/officeDocument/2006/relationships/image" Target="../media/image312.png"/><Relationship Id="rId304" Type="http://schemas.openxmlformats.org/officeDocument/2006/relationships/image" Target="../media/image319.png"/><Relationship Id="rId85" Type="http://schemas.openxmlformats.org/officeDocument/2006/relationships/customXml" Target="../ink/ink265.xml"/><Relationship Id="rId150" Type="http://schemas.openxmlformats.org/officeDocument/2006/relationships/image" Target="../media/image239.png"/><Relationship Id="rId192" Type="http://schemas.openxmlformats.org/officeDocument/2006/relationships/image" Target="../media/image263.png"/><Relationship Id="rId206" Type="http://schemas.openxmlformats.org/officeDocument/2006/relationships/image" Target="../media/image269.png"/><Relationship Id="rId248" Type="http://schemas.openxmlformats.org/officeDocument/2006/relationships/image" Target="../media/image291.png"/><Relationship Id="rId12" Type="http://schemas.openxmlformats.org/officeDocument/2006/relationships/image" Target="../media/image1660.png"/><Relationship Id="rId108" Type="http://schemas.openxmlformats.org/officeDocument/2006/relationships/image" Target="../media/image217.png"/><Relationship Id="rId54" Type="http://schemas.openxmlformats.org/officeDocument/2006/relationships/image" Target="../media/image188.png"/><Relationship Id="rId96" Type="http://schemas.openxmlformats.org/officeDocument/2006/relationships/image" Target="../media/image211.png"/><Relationship Id="rId161" Type="http://schemas.openxmlformats.org/officeDocument/2006/relationships/customXml" Target="../ink/ink303.xml"/><Relationship Id="rId217" Type="http://schemas.openxmlformats.org/officeDocument/2006/relationships/customXml" Target="../ink/ink331.xml"/><Relationship Id="rId259" Type="http://schemas.openxmlformats.org/officeDocument/2006/relationships/customXml" Target="../ink/ink352.xml"/><Relationship Id="rId23" Type="http://schemas.openxmlformats.org/officeDocument/2006/relationships/customXml" Target="../ink/ink234.xml"/><Relationship Id="rId119" Type="http://schemas.openxmlformats.org/officeDocument/2006/relationships/customXml" Target="../ink/ink282.xml"/><Relationship Id="rId270" Type="http://schemas.openxmlformats.org/officeDocument/2006/relationships/image" Target="../media/image302.png"/><Relationship Id="rId44" Type="http://schemas.openxmlformats.org/officeDocument/2006/relationships/image" Target="../media/image183.png"/><Relationship Id="rId65" Type="http://schemas.openxmlformats.org/officeDocument/2006/relationships/customXml" Target="../ink/ink255.xml"/><Relationship Id="rId86" Type="http://schemas.openxmlformats.org/officeDocument/2006/relationships/image" Target="../media/image205.png"/><Relationship Id="rId130" Type="http://schemas.openxmlformats.org/officeDocument/2006/relationships/image" Target="../media/image229.png"/><Relationship Id="rId151" Type="http://schemas.openxmlformats.org/officeDocument/2006/relationships/customXml" Target="../ink/ink298.xml"/><Relationship Id="rId172" Type="http://schemas.openxmlformats.org/officeDocument/2006/relationships/image" Target="../media/image252.png"/><Relationship Id="rId193" Type="http://schemas.openxmlformats.org/officeDocument/2006/relationships/customXml" Target="../ink/ink319.xml"/><Relationship Id="rId207" Type="http://schemas.openxmlformats.org/officeDocument/2006/relationships/customXml" Target="../ink/ink326.xml"/><Relationship Id="rId228" Type="http://schemas.openxmlformats.org/officeDocument/2006/relationships/image" Target="../media/image281.png"/><Relationship Id="rId249" Type="http://schemas.openxmlformats.org/officeDocument/2006/relationships/customXml" Target="../ink/ink347.xml"/><Relationship Id="rId13" Type="http://schemas.openxmlformats.org/officeDocument/2006/relationships/customXml" Target="../ink/ink229.xml"/><Relationship Id="rId109" Type="http://schemas.openxmlformats.org/officeDocument/2006/relationships/customXml" Target="../ink/ink277.xml"/><Relationship Id="rId260" Type="http://schemas.openxmlformats.org/officeDocument/2006/relationships/image" Target="../media/image297.png"/><Relationship Id="rId281" Type="http://schemas.openxmlformats.org/officeDocument/2006/relationships/customXml" Target="../ink/ink363.xml"/><Relationship Id="rId34" Type="http://schemas.openxmlformats.org/officeDocument/2006/relationships/image" Target="../media/image177.png"/><Relationship Id="rId55" Type="http://schemas.openxmlformats.org/officeDocument/2006/relationships/customXml" Target="../ink/ink250.xml"/><Relationship Id="rId76" Type="http://schemas.openxmlformats.org/officeDocument/2006/relationships/image" Target="../media/image199.png"/><Relationship Id="rId97" Type="http://schemas.openxmlformats.org/officeDocument/2006/relationships/customXml" Target="../ink/ink271.xml"/><Relationship Id="rId120" Type="http://schemas.openxmlformats.org/officeDocument/2006/relationships/image" Target="../media/image225.png"/><Relationship Id="rId141" Type="http://schemas.openxmlformats.org/officeDocument/2006/relationships/customXml" Target="../ink/ink293.xml"/><Relationship Id="rId7" Type="http://schemas.openxmlformats.org/officeDocument/2006/relationships/customXml" Target="../ink/ink226.xml"/><Relationship Id="rId162" Type="http://schemas.openxmlformats.org/officeDocument/2006/relationships/image" Target="../media/image246.png"/><Relationship Id="rId183" Type="http://schemas.openxmlformats.org/officeDocument/2006/relationships/customXml" Target="../ink/ink314.xml"/><Relationship Id="rId218" Type="http://schemas.openxmlformats.org/officeDocument/2006/relationships/image" Target="../media/image276.png"/><Relationship Id="rId239" Type="http://schemas.openxmlformats.org/officeDocument/2006/relationships/customXml" Target="../ink/ink342.xml"/><Relationship Id="rId250" Type="http://schemas.openxmlformats.org/officeDocument/2006/relationships/image" Target="../media/image292.png"/><Relationship Id="rId271" Type="http://schemas.openxmlformats.org/officeDocument/2006/relationships/customXml" Target="../ink/ink358.xml"/><Relationship Id="rId292" Type="http://schemas.openxmlformats.org/officeDocument/2006/relationships/image" Target="../media/image313.png"/><Relationship Id="rId306" Type="http://schemas.openxmlformats.org/officeDocument/2006/relationships/image" Target="../media/image320.png"/><Relationship Id="rId24" Type="http://schemas.openxmlformats.org/officeDocument/2006/relationships/image" Target="../media/image172.png"/><Relationship Id="rId45" Type="http://schemas.openxmlformats.org/officeDocument/2006/relationships/customXml" Target="../ink/ink245.xml"/><Relationship Id="rId66" Type="http://schemas.openxmlformats.org/officeDocument/2006/relationships/image" Target="../media/image194.png"/><Relationship Id="rId87" Type="http://schemas.openxmlformats.org/officeDocument/2006/relationships/customXml" Target="../ink/ink266.xml"/><Relationship Id="rId110" Type="http://schemas.openxmlformats.org/officeDocument/2006/relationships/image" Target="../media/image218.png"/><Relationship Id="rId131" Type="http://schemas.openxmlformats.org/officeDocument/2006/relationships/customXml" Target="../ink/ink288.xml"/><Relationship Id="rId152" Type="http://schemas.openxmlformats.org/officeDocument/2006/relationships/image" Target="../media/image241.png"/><Relationship Id="rId173" Type="http://schemas.openxmlformats.org/officeDocument/2006/relationships/customXml" Target="../ink/ink309.xml"/><Relationship Id="rId194" Type="http://schemas.openxmlformats.org/officeDocument/2006/relationships/image" Target="../media/image264.png"/><Relationship Id="rId208" Type="http://schemas.openxmlformats.org/officeDocument/2006/relationships/image" Target="../media/image271.png"/><Relationship Id="rId229" Type="http://schemas.openxmlformats.org/officeDocument/2006/relationships/customXml" Target="../ink/ink337.xml"/><Relationship Id="rId240" Type="http://schemas.openxmlformats.org/officeDocument/2006/relationships/image" Target="../media/image287.png"/><Relationship Id="rId261" Type="http://schemas.openxmlformats.org/officeDocument/2006/relationships/customXml" Target="../ink/ink353.xml"/><Relationship Id="rId14" Type="http://schemas.openxmlformats.org/officeDocument/2006/relationships/image" Target="../media/image1670.png"/><Relationship Id="rId35" Type="http://schemas.openxmlformats.org/officeDocument/2006/relationships/customXml" Target="../ink/ink240.xml"/><Relationship Id="rId56" Type="http://schemas.openxmlformats.org/officeDocument/2006/relationships/image" Target="../media/image189.png"/><Relationship Id="rId77" Type="http://schemas.openxmlformats.org/officeDocument/2006/relationships/customXml" Target="../ink/ink261.xml"/><Relationship Id="rId100" Type="http://schemas.openxmlformats.org/officeDocument/2006/relationships/image" Target="../media/image213.png"/><Relationship Id="rId282" Type="http://schemas.openxmlformats.org/officeDocument/2006/relationships/image" Target="../media/image308.png"/><Relationship Id="rId8" Type="http://schemas.openxmlformats.org/officeDocument/2006/relationships/image" Target="../media/image1640.png"/><Relationship Id="rId98" Type="http://schemas.openxmlformats.org/officeDocument/2006/relationships/image" Target="../media/image212.png"/><Relationship Id="rId121" Type="http://schemas.openxmlformats.org/officeDocument/2006/relationships/customXml" Target="../ink/ink283.xml"/><Relationship Id="rId142" Type="http://schemas.openxmlformats.org/officeDocument/2006/relationships/image" Target="../media/image235.png"/><Relationship Id="rId163" Type="http://schemas.openxmlformats.org/officeDocument/2006/relationships/customXml" Target="../ink/ink304.xml"/><Relationship Id="rId184" Type="http://schemas.openxmlformats.org/officeDocument/2006/relationships/image" Target="../media/image258.png"/><Relationship Id="rId219" Type="http://schemas.openxmlformats.org/officeDocument/2006/relationships/customXml" Target="../ink/ink332.xml"/><Relationship Id="rId230" Type="http://schemas.openxmlformats.org/officeDocument/2006/relationships/image" Target="../media/image282.png"/><Relationship Id="rId251" Type="http://schemas.openxmlformats.org/officeDocument/2006/relationships/customXml" Target="../ink/ink348.xml"/><Relationship Id="rId25" Type="http://schemas.openxmlformats.org/officeDocument/2006/relationships/customXml" Target="../ink/ink235.xml"/><Relationship Id="rId46" Type="http://schemas.openxmlformats.org/officeDocument/2006/relationships/image" Target="../media/image184.png"/><Relationship Id="rId67" Type="http://schemas.openxmlformats.org/officeDocument/2006/relationships/customXml" Target="../ink/ink256.xml"/><Relationship Id="rId272" Type="http://schemas.openxmlformats.org/officeDocument/2006/relationships/image" Target="../media/image303.png"/><Relationship Id="rId293" Type="http://schemas.openxmlformats.org/officeDocument/2006/relationships/customXml" Target="../ink/ink369.xml"/><Relationship Id="rId307" Type="http://schemas.openxmlformats.org/officeDocument/2006/relationships/customXml" Target="../ink/ink376.xml"/><Relationship Id="rId88" Type="http://schemas.openxmlformats.org/officeDocument/2006/relationships/image" Target="../media/image206.png"/><Relationship Id="rId111" Type="http://schemas.openxmlformats.org/officeDocument/2006/relationships/customXml" Target="../ink/ink278.xml"/><Relationship Id="rId132" Type="http://schemas.openxmlformats.org/officeDocument/2006/relationships/image" Target="../media/image230.png"/><Relationship Id="rId153" Type="http://schemas.openxmlformats.org/officeDocument/2006/relationships/customXml" Target="../ink/ink299.xml"/><Relationship Id="rId174" Type="http://schemas.openxmlformats.org/officeDocument/2006/relationships/image" Target="../media/image253.png"/><Relationship Id="rId195" Type="http://schemas.openxmlformats.org/officeDocument/2006/relationships/customXml" Target="../ink/ink320.xml"/><Relationship Id="rId209" Type="http://schemas.openxmlformats.org/officeDocument/2006/relationships/customXml" Target="../ink/ink327.xml"/><Relationship Id="rId220" Type="http://schemas.openxmlformats.org/officeDocument/2006/relationships/image" Target="../media/image277.png"/><Relationship Id="rId241" Type="http://schemas.openxmlformats.org/officeDocument/2006/relationships/customXml" Target="../ink/ink343.xml"/><Relationship Id="rId15" Type="http://schemas.openxmlformats.org/officeDocument/2006/relationships/customXml" Target="../ink/ink230.xml"/><Relationship Id="rId36" Type="http://schemas.openxmlformats.org/officeDocument/2006/relationships/image" Target="../media/image178.png"/><Relationship Id="rId57" Type="http://schemas.openxmlformats.org/officeDocument/2006/relationships/customXml" Target="../ink/ink251.xml"/><Relationship Id="rId262" Type="http://schemas.openxmlformats.org/officeDocument/2006/relationships/image" Target="../media/image298.png"/><Relationship Id="rId283" Type="http://schemas.openxmlformats.org/officeDocument/2006/relationships/customXml" Target="../ink/ink364.xml"/><Relationship Id="rId78" Type="http://schemas.openxmlformats.org/officeDocument/2006/relationships/image" Target="../media/image201.png"/><Relationship Id="rId99" Type="http://schemas.openxmlformats.org/officeDocument/2006/relationships/customXml" Target="../ink/ink272.xml"/><Relationship Id="rId101" Type="http://schemas.openxmlformats.org/officeDocument/2006/relationships/customXml" Target="../ink/ink273.xml"/><Relationship Id="rId122" Type="http://schemas.openxmlformats.org/officeDocument/2006/relationships/image" Target="../media/image226.png"/><Relationship Id="rId143" Type="http://schemas.openxmlformats.org/officeDocument/2006/relationships/customXml" Target="../ink/ink294.xml"/><Relationship Id="rId164" Type="http://schemas.openxmlformats.org/officeDocument/2006/relationships/image" Target="../media/image247.png"/><Relationship Id="rId185" Type="http://schemas.openxmlformats.org/officeDocument/2006/relationships/customXml" Target="../ink/ink315.xml"/><Relationship Id="rId9" Type="http://schemas.openxmlformats.org/officeDocument/2006/relationships/customXml" Target="../ink/ink227.xml"/><Relationship Id="rId210" Type="http://schemas.openxmlformats.org/officeDocument/2006/relationships/image" Target="../media/image272.png"/><Relationship Id="rId26" Type="http://schemas.openxmlformats.org/officeDocument/2006/relationships/image" Target="../media/image173.png"/><Relationship Id="rId231" Type="http://schemas.openxmlformats.org/officeDocument/2006/relationships/customXml" Target="../ink/ink338.xml"/><Relationship Id="rId252" Type="http://schemas.openxmlformats.org/officeDocument/2006/relationships/image" Target="../media/image293.png"/><Relationship Id="rId273" Type="http://schemas.openxmlformats.org/officeDocument/2006/relationships/customXml" Target="../ink/ink359.xml"/><Relationship Id="rId294" Type="http://schemas.openxmlformats.org/officeDocument/2006/relationships/image" Target="../media/image314.png"/><Relationship Id="rId308" Type="http://schemas.openxmlformats.org/officeDocument/2006/relationships/image" Target="../media/image200.png"/><Relationship Id="rId47" Type="http://schemas.openxmlformats.org/officeDocument/2006/relationships/customXml" Target="../ink/ink246.xml"/><Relationship Id="rId68" Type="http://schemas.openxmlformats.org/officeDocument/2006/relationships/image" Target="../media/image195.png"/><Relationship Id="rId89" Type="http://schemas.openxmlformats.org/officeDocument/2006/relationships/customXml" Target="../ink/ink267.xml"/><Relationship Id="rId112" Type="http://schemas.openxmlformats.org/officeDocument/2006/relationships/image" Target="../media/image219.png"/><Relationship Id="rId133" Type="http://schemas.openxmlformats.org/officeDocument/2006/relationships/customXml" Target="../ink/ink289.xml"/><Relationship Id="rId154" Type="http://schemas.openxmlformats.org/officeDocument/2006/relationships/image" Target="../media/image242.png"/><Relationship Id="rId175" Type="http://schemas.openxmlformats.org/officeDocument/2006/relationships/customXml" Target="../ink/ink310.xml"/><Relationship Id="rId196" Type="http://schemas.openxmlformats.org/officeDocument/2006/relationships/image" Target="../media/image265.png"/><Relationship Id="rId200" Type="http://schemas.openxmlformats.org/officeDocument/2006/relationships/image" Target="../media/image267.png"/><Relationship Id="rId16" Type="http://schemas.openxmlformats.org/officeDocument/2006/relationships/image" Target="../media/image1680.png"/><Relationship Id="rId221" Type="http://schemas.openxmlformats.org/officeDocument/2006/relationships/customXml" Target="../ink/ink333.xml"/><Relationship Id="rId242" Type="http://schemas.openxmlformats.org/officeDocument/2006/relationships/image" Target="../media/image288.png"/><Relationship Id="rId263" Type="http://schemas.openxmlformats.org/officeDocument/2006/relationships/customXml" Target="../ink/ink354.xml"/><Relationship Id="rId284" Type="http://schemas.openxmlformats.org/officeDocument/2006/relationships/image" Target="../media/image309.png"/><Relationship Id="rId37" Type="http://schemas.openxmlformats.org/officeDocument/2006/relationships/customXml" Target="../ink/ink241.xml"/><Relationship Id="rId58" Type="http://schemas.openxmlformats.org/officeDocument/2006/relationships/image" Target="../media/image190.png"/><Relationship Id="rId79" Type="http://schemas.openxmlformats.org/officeDocument/2006/relationships/customXml" Target="../ink/ink262.xml"/><Relationship Id="rId102" Type="http://schemas.openxmlformats.org/officeDocument/2006/relationships/image" Target="../media/image214.png"/><Relationship Id="rId123" Type="http://schemas.openxmlformats.org/officeDocument/2006/relationships/customXml" Target="../ink/ink284.xml"/><Relationship Id="rId144" Type="http://schemas.openxmlformats.org/officeDocument/2006/relationships/image" Target="../media/image236.png"/><Relationship Id="rId90" Type="http://schemas.openxmlformats.org/officeDocument/2006/relationships/image" Target="../media/image207.png"/><Relationship Id="rId165" Type="http://schemas.openxmlformats.org/officeDocument/2006/relationships/customXml" Target="../ink/ink305.xml"/><Relationship Id="rId186" Type="http://schemas.openxmlformats.org/officeDocument/2006/relationships/image" Target="../media/image259.png"/><Relationship Id="rId211" Type="http://schemas.openxmlformats.org/officeDocument/2006/relationships/customXml" Target="../ink/ink328.xml"/><Relationship Id="rId232" Type="http://schemas.openxmlformats.org/officeDocument/2006/relationships/image" Target="../media/image283.png"/><Relationship Id="rId253" Type="http://schemas.openxmlformats.org/officeDocument/2006/relationships/customXml" Target="../ink/ink349.xml"/><Relationship Id="rId274" Type="http://schemas.openxmlformats.org/officeDocument/2006/relationships/image" Target="../media/image304.png"/><Relationship Id="rId295" Type="http://schemas.openxmlformats.org/officeDocument/2006/relationships/customXml" Target="../ink/ink370.xml"/><Relationship Id="rId309" Type="http://schemas.openxmlformats.org/officeDocument/2006/relationships/customXml" Target="../ink/ink377.xml"/><Relationship Id="rId27" Type="http://schemas.openxmlformats.org/officeDocument/2006/relationships/customXml" Target="../ink/ink236.xml"/><Relationship Id="rId48" Type="http://schemas.openxmlformats.org/officeDocument/2006/relationships/image" Target="../media/image185.png"/><Relationship Id="rId69" Type="http://schemas.openxmlformats.org/officeDocument/2006/relationships/customXml" Target="../ink/ink257.xml"/><Relationship Id="rId113" Type="http://schemas.openxmlformats.org/officeDocument/2006/relationships/customXml" Target="../ink/ink279.xml"/><Relationship Id="rId134" Type="http://schemas.openxmlformats.org/officeDocument/2006/relationships/image" Target="../media/image231.png"/><Relationship Id="rId80" Type="http://schemas.openxmlformats.org/officeDocument/2006/relationships/image" Target="../media/image202.png"/><Relationship Id="rId155" Type="http://schemas.openxmlformats.org/officeDocument/2006/relationships/customXml" Target="../ink/ink300.xml"/><Relationship Id="rId176" Type="http://schemas.openxmlformats.org/officeDocument/2006/relationships/image" Target="../media/image254.png"/><Relationship Id="rId197" Type="http://schemas.openxmlformats.org/officeDocument/2006/relationships/customXml" Target="../ink/ink321.xml"/><Relationship Id="rId201" Type="http://schemas.openxmlformats.org/officeDocument/2006/relationships/customXml" Target="../ink/ink323.xml"/><Relationship Id="rId222" Type="http://schemas.openxmlformats.org/officeDocument/2006/relationships/image" Target="../media/image278.png"/><Relationship Id="rId243" Type="http://schemas.openxmlformats.org/officeDocument/2006/relationships/customXml" Target="../ink/ink344.xml"/><Relationship Id="rId264" Type="http://schemas.openxmlformats.org/officeDocument/2006/relationships/image" Target="../media/image299.png"/><Relationship Id="rId285" Type="http://schemas.openxmlformats.org/officeDocument/2006/relationships/customXml" Target="../ink/ink365.xml"/><Relationship Id="rId17" Type="http://schemas.openxmlformats.org/officeDocument/2006/relationships/customXml" Target="../ink/ink231.xml"/><Relationship Id="rId38" Type="http://schemas.openxmlformats.org/officeDocument/2006/relationships/image" Target="../media/image179.png"/><Relationship Id="rId59" Type="http://schemas.openxmlformats.org/officeDocument/2006/relationships/customXml" Target="../ink/ink252.xml"/><Relationship Id="rId103" Type="http://schemas.openxmlformats.org/officeDocument/2006/relationships/customXml" Target="../ink/ink274.xml"/><Relationship Id="rId124" Type="http://schemas.openxmlformats.org/officeDocument/2006/relationships/image" Target="../media/image227.png"/><Relationship Id="rId310" Type="http://schemas.openxmlformats.org/officeDocument/2006/relationships/image" Target="../media/image209.png"/><Relationship Id="rId70" Type="http://schemas.openxmlformats.org/officeDocument/2006/relationships/image" Target="../media/image196.png"/><Relationship Id="rId91" Type="http://schemas.openxmlformats.org/officeDocument/2006/relationships/customXml" Target="../ink/ink268.xml"/><Relationship Id="rId145" Type="http://schemas.openxmlformats.org/officeDocument/2006/relationships/customXml" Target="../ink/ink295.xml"/><Relationship Id="rId166" Type="http://schemas.openxmlformats.org/officeDocument/2006/relationships/image" Target="../media/image248.png"/><Relationship Id="rId187" Type="http://schemas.openxmlformats.org/officeDocument/2006/relationships/customXml" Target="../ink/ink31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73.png"/><Relationship Id="rId233" Type="http://schemas.openxmlformats.org/officeDocument/2006/relationships/customXml" Target="../ink/ink339.xml"/><Relationship Id="rId254" Type="http://schemas.openxmlformats.org/officeDocument/2006/relationships/image" Target="../media/image294.png"/><Relationship Id="rId28" Type="http://schemas.openxmlformats.org/officeDocument/2006/relationships/image" Target="../media/image174.png"/><Relationship Id="rId49" Type="http://schemas.openxmlformats.org/officeDocument/2006/relationships/customXml" Target="../ink/ink247.xml"/><Relationship Id="rId114" Type="http://schemas.openxmlformats.org/officeDocument/2006/relationships/image" Target="../media/image222.png"/><Relationship Id="rId275" Type="http://schemas.openxmlformats.org/officeDocument/2006/relationships/customXml" Target="../ink/ink360.xml"/><Relationship Id="rId296" Type="http://schemas.openxmlformats.org/officeDocument/2006/relationships/image" Target="../media/image315.png"/><Relationship Id="rId300" Type="http://schemas.openxmlformats.org/officeDocument/2006/relationships/image" Target="../media/image317.png"/><Relationship Id="rId60" Type="http://schemas.openxmlformats.org/officeDocument/2006/relationships/image" Target="../media/image191.png"/><Relationship Id="rId81" Type="http://schemas.openxmlformats.org/officeDocument/2006/relationships/customXml" Target="../ink/ink263.xml"/><Relationship Id="rId135" Type="http://schemas.openxmlformats.org/officeDocument/2006/relationships/customXml" Target="../ink/ink290.xml"/><Relationship Id="rId156" Type="http://schemas.openxmlformats.org/officeDocument/2006/relationships/image" Target="../media/image243.png"/><Relationship Id="rId177" Type="http://schemas.openxmlformats.org/officeDocument/2006/relationships/customXml" Target="../ink/ink311.xml"/><Relationship Id="rId198" Type="http://schemas.openxmlformats.org/officeDocument/2006/relationships/image" Target="../media/image266.png"/><Relationship Id="rId202" Type="http://schemas.openxmlformats.org/officeDocument/2006/relationships/image" Target="../media/image891.png"/><Relationship Id="rId223" Type="http://schemas.openxmlformats.org/officeDocument/2006/relationships/customXml" Target="../ink/ink334.xml"/><Relationship Id="rId244" Type="http://schemas.openxmlformats.org/officeDocument/2006/relationships/image" Target="../media/image289.png"/><Relationship Id="rId18" Type="http://schemas.openxmlformats.org/officeDocument/2006/relationships/image" Target="../media/image1690.png"/><Relationship Id="rId39" Type="http://schemas.openxmlformats.org/officeDocument/2006/relationships/customXml" Target="../ink/ink242.xml"/><Relationship Id="rId265" Type="http://schemas.openxmlformats.org/officeDocument/2006/relationships/customXml" Target="../ink/ink355.xml"/><Relationship Id="rId286" Type="http://schemas.openxmlformats.org/officeDocument/2006/relationships/image" Target="../media/image310.png"/><Relationship Id="rId50" Type="http://schemas.openxmlformats.org/officeDocument/2006/relationships/image" Target="../media/image186.png"/><Relationship Id="rId104" Type="http://schemas.openxmlformats.org/officeDocument/2006/relationships/image" Target="../media/image215.png"/><Relationship Id="rId125" Type="http://schemas.openxmlformats.org/officeDocument/2006/relationships/customXml" Target="../ink/ink285.xml"/><Relationship Id="rId146" Type="http://schemas.openxmlformats.org/officeDocument/2006/relationships/image" Target="../media/image237.png"/><Relationship Id="rId167" Type="http://schemas.openxmlformats.org/officeDocument/2006/relationships/customXml" Target="../ink/ink306.xml"/><Relationship Id="rId188" Type="http://schemas.openxmlformats.org/officeDocument/2006/relationships/image" Target="../media/image261.png"/><Relationship Id="rId71" Type="http://schemas.openxmlformats.org/officeDocument/2006/relationships/customXml" Target="../ink/ink258.xml"/><Relationship Id="rId92" Type="http://schemas.openxmlformats.org/officeDocument/2006/relationships/image" Target="../media/image208.png"/><Relationship Id="rId213" Type="http://schemas.openxmlformats.org/officeDocument/2006/relationships/customXml" Target="../ink/ink329.xml"/><Relationship Id="rId234" Type="http://schemas.openxmlformats.org/officeDocument/2006/relationships/image" Target="../media/image284.png"/><Relationship Id="rId2" Type="http://schemas.openxmlformats.org/officeDocument/2006/relationships/image" Target="../media/image2.png"/><Relationship Id="rId29" Type="http://schemas.openxmlformats.org/officeDocument/2006/relationships/customXml" Target="../ink/ink237.xml"/><Relationship Id="rId255" Type="http://schemas.openxmlformats.org/officeDocument/2006/relationships/customXml" Target="../ink/ink350.xml"/><Relationship Id="rId276" Type="http://schemas.openxmlformats.org/officeDocument/2006/relationships/image" Target="../media/image305.png"/><Relationship Id="rId297" Type="http://schemas.openxmlformats.org/officeDocument/2006/relationships/customXml" Target="../ink/ink371.xml"/><Relationship Id="rId40" Type="http://schemas.openxmlformats.org/officeDocument/2006/relationships/image" Target="../media/image181.png"/><Relationship Id="rId115" Type="http://schemas.openxmlformats.org/officeDocument/2006/relationships/customXml" Target="../ink/ink280.xml"/><Relationship Id="rId136" Type="http://schemas.openxmlformats.org/officeDocument/2006/relationships/image" Target="../media/image232.png"/><Relationship Id="rId157" Type="http://schemas.openxmlformats.org/officeDocument/2006/relationships/customXml" Target="../ink/ink301.xml"/><Relationship Id="rId178" Type="http://schemas.openxmlformats.org/officeDocument/2006/relationships/image" Target="../media/image255.png"/><Relationship Id="rId301" Type="http://schemas.openxmlformats.org/officeDocument/2006/relationships/customXml" Target="../ink/ink373.xml"/><Relationship Id="rId61" Type="http://schemas.openxmlformats.org/officeDocument/2006/relationships/customXml" Target="../ink/ink253.xml"/><Relationship Id="rId82" Type="http://schemas.openxmlformats.org/officeDocument/2006/relationships/image" Target="../media/image203.png"/><Relationship Id="rId199" Type="http://schemas.openxmlformats.org/officeDocument/2006/relationships/customXml" Target="../ink/ink322.xml"/><Relationship Id="rId203" Type="http://schemas.openxmlformats.org/officeDocument/2006/relationships/customXml" Target="../ink/ink324.xml"/><Relationship Id="rId19" Type="http://schemas.openxmlformats.org/officeDocument/2006/relationships/customXml" Target="../ink/ink232.xml"/><Relationship Id="rId224" Type="http://schemas.openxmlformats.org/officeDocument/2006/relationships/image" Target="../media/image279.png"/><Relationship Id="rId245" Type="http://schemas.openxmlformats.org/officeDocument/2006/relationships/customXml" Target="../ink/ink345.xml"/><Relationship Id="rId266" Type="http://schemas.openxmlformats.org/officeDocument/2006/relationships/image" Target="../media/image300.png"/><Relationship Id="rId287" Type="http://schemas.openxmlformats.org/officeDocument/2006/relationships/customXml" Target="../ink/ink366.xml"/><Relationship Id="rId30" Type="http://schemas.openxmlformats.org/officeDocument/2006/relationships/image" Target="../media/image175.png"/><Relationship Id="rId105" Type="http://schemas.openxmlformats.org/officeDocument/2006/relationships/customXml" Target="../ink/ink275.xml"/><Relationship Id="rId126" Type="http://schemas.openxmlformats.org/officeDocument/2006/relationships/image" Target="../media/image228.png"/><Relationship Id="rId147" Type="http://schemas.openxmlformats.org/officeDocument/2006/relationships/customXml" Target="../ink/ink296.xml"/><Relationship Id="rId168" Type="http://schemas.openxmlformats.org/officeDocument/2006/relationships/image" Target="../media/image249.png"/><Relationship Id="rId51" Type="http://schemas.openxmlformats.org/officeDocument/2006/relationships/customXml" Target="../ink/ink248.xml"/><Relationship Id="rId72" Type="http://schemas.openxmlformats.org/officeDocument/2006/relationships/image" Target="../media/image197.png"/><Relationship Id="rId93" Type="http://schemas.openxmlformats.org/officeDocument/2006/relationships/customXml" Target="../ink/ink269.xml"/><Relationship Id="rId189" Type="http://schemas.openxmlformats.org/officeDocument/2006/relationships/customXml" Target="../ink/ink317.xml"/><Relationship Id="rId3" Type="http://schemas.openxmlformats.org/officeDocument/2006/relationships/customXml" Target="../ink/ink224.xml"/><Relationship Id="rId214" Type="http://schemas.openxmlformats.org/officeDocument/2006/relationships/image" Target="../media/image274.png"/><Relationship Id="rId235" Type="http://schemas.openxmlformats.org/officeDocument/2006/relationships/customXml" Target="../ink/ink340.xml"/><Relationship Id="rId256" Type="http://schemas.openxmlformats.org/officeDocument/2006/relationships/image" Target="../media/image295.png"/><Relationship Id="rId277" Type="http://schemas.openxmlformats.org/officeDocument/2006/relationships/customXml" Target="../ink/ink361.xml"/><Relationship Id="rId298" Type="http://schemas.openxmlformats.org/officeDocument/2006/relationships/image" Target="../media/image316.png"/><Relationship Id="rId116" Type="http://schemas.openxmlformats.org/officeDocument/2006/relationships/image" Target="../media/image223.png"/><Relationship Id="rId137" Type="http://schemas.openxmlformats.org/officeDocument/2006/relationships/customXml" Target="../ink/ink291.xml"/><Relationship Id="rId158" Type="http://schemas.openxmlformats.org/officeDocument/2006/relationships/image" Target="../media/image244.png"/><Relationship Id="rId302" Type="http://schemas.openxmlformats.org/officeDocument/2006/relationships/image" Target="../media/image318.png"/><Relationship Id="rId20" Type="http://schemas.openxmlformats.org/officeDocument/2006/relationships/image" Target="../media/image170.png"/><Relationship Id="rId41" Type="http://schemas.openxmlformats.org/officeDocument/2006/relationships/customXml" Target="../ink/ink243.xml"/><Relationship Id="rId62" Type="http://schemas.openxmlformats.org/officeDocument/2006/relationships/image" Target="../media/image192.png"/><Relationship Id="rId83" Type="http://schemas.openxmlformats.org/officeDocument/2006/relationships/customXml" Target="../ink/ink264.xml"/><Relationship Id="rId179" Type="http://schemas.openxmlformats.org/officeDocument/2006/relationships/customXml" Target="../ink/ink312.xml"/><Relationship Id="rId190" Type="http://schemas.openxmlformats.org/officeDocument/2006/relationships/image" Target="../media/image262.png"/><Relationship Id="rId204" Type="http://schemas.openxmlformats.org/officeDocument/2006/relationships/image" Target="../media/image268.png"/><Relationship Id="rId225" Type="http://schemas.openxmlformats.org/officeDocument/2006/relationships/customXml" Target="../ink/ink335.xml"/><Relationship Id="rId246" Type="http://schemas.openxmlformats.org/officeDocument/2006/relationships/image" Target="../media/image290.png"/><Relationship Id="rId267" Type="http://schemas.openxmlformats.org/officeDocument/2006/relationships/customXml" Target="../ink/ink356.xml"/><Relationship Id="rId288" Type="http://schemas.openxmlformats.org/officeDocument/2006/relationships/image" Target="../media/image311.png"/><Relationship Id="rId106" Type="http://schemas.openxmlformats.org/officeDocument/2006/relationships/image" Target="../media/image216.png"/><Relationship Id="rId127" Type="http://schemas.openxmlformats.org/officeDocument/2006/relationships/customXml" Target="../ink/ink286.xml"/><Relationship Id="rId10" Type="http://schemas.openxmlformats.org/officeDocument/2006/relationships/image" Target="../media/image1650.png"/><Relationship Id="rId31" Type="http://schemas.openxmlformats.org/officeDocument/2006/relationships/customXml" Target="../ink/ink238.xml"/><Relationship Id="rId52" Type="http://schemas.openxmlformats.org/officeDocument/2006/relationships/image" Target="../media/image187.png"/><Relationship Id="rId73" Type="http://schemas.openxmlformats.org/officeDocument/2006/relationships/customXml" Target="../ink/ink259.xml"/><Relationship Id="rId94" Type="http://schemas.openxmlformats.org/officeDocument/2006/relationships/image" Target="../media/image180.png"/><Relationship Id="rId148" Type="http://schemas.openxmlformats.org/officeDocument/2006/relationships/image" Target="../media/image238.png"/><Relationship Id="rId169" Type="http://schemas.openxmlformats.org/officeDocument/2006/relationships/customXml" Target="../ink/ink307.xml"/><Relationship Id="rId4" Type="http://schemas.openxmlformats.org/officeDocument/2006/relationships/image" Target="../media/image59.png"/><Relationship Id="rId180" Type="http://schemas.openxmlformats.org/officeDocument/2006/relationships/image" Target="../media/image256.png"/><Relationship Id="rId215" Type="http://schemas.openxmlformats.org/officeDocument/2006/relationships/customXml" Target="../ink/ink330.xml"/><Relationship Id="rId236" Type="http://schemas.openxmlformats.org/officeDocument/2006/relationships/image" Target="../media/image285.png"/><Relationship Id="rId257" Type="http://schemas.openxmlformats.org/officeDocument/2006/relationships/customXml" Target="../ink/ink351.xml"/><Relationship Id="rId278" Type="http://schemas.openxmlformats.org/officeDocument/2006/relationships/image" Target="../media/image306.png"/><Relationship Id="rId303" Type="http://schemas.openxmlformats.org/officeDocument/2006/relationships/customXml" Target="../ink/ink374.xml"/><Relationship Id="rId42" Type="http://schemas.openxmlformats.org/officeDocument/2006/relationships/image" Target="../media/image182.png"/><Relationship Id="rId84" Type="http://schemas.openxmlformats.org/officeDocument/2006/relationships/image" Target="../media/image204.png"/><Relationship Id="rId138" Type="http://schemas.openxmlformats.org/officeDocument/2006/relationships/image" Target="../media/image233.png"/><Relationship Id="rId191" Type="http://schemas.openxmlformats.org/officeDocument/2006/relationships/customXml" Target="../ink/ink318.xml"/><Relationship Id="rId205" Type="http://schemas.openxmlformats.org/officeDocument/2006/relationships/customXml" Target="../ink/ink325.xml"/><Relationship Id="rId247" Type="http://schemas.openxmlformats.org/officeDocument/2006/relationships/customXml" Target="../ink/ink346.xml"/><Relationship Id="rId107" Type="http://schemas.openxmlformats.org/officeDocument/2006/relationships/customXml" Target="../ink/ink276.xml"/><Relationship Id="rId289" Type="http://schemas.openxmlformats.org/officeDocument/2006/relationships/customXml" Target="../ink/ink367.xml"/><Relationship Id="rId11" Type="http://schemas.openxmlformats.org/officeDocument/2006/relationships/customXml" Target="../ink/ink228.xml"/><Relationship Id="rId53" Type="http://schemas.openxmlformats.org/officeDocument/2006/relationships/customXml" Target="../ink/ink249.xml"/><Relationship Id="rId149" Type="http://schemas.openxmlformats.org/officeDocument/2006/relationships/customXml" Target="../ink/ink297.xml"/><Relationship Id="rId95" Type="http://schemas.openxmlformats.org/officeDocument/2006/relationships/customXml" Target="../ink/ink270.xml"/><Relationship Id="rId160" Type="http://schemas.openxmlformats.org/officeDocument/2006/relationships/image" Target="../media/image245.png"/><Relationship Id="rId216" Type="http://schemas.openxmlformats.org/officeDocument/2006/relationships/image" Target="../media/image275.png"/><Relationship Id="rId258" Type="http://schemas.openxmlformats.org/officeDocument/2006/relationships/image" Target="../media/image296.png"/><Relationship Id="rId22" Type="http://schemas.openxmlformats.org/officeDocument/2006/relationships/image" Target="../media/image171.png"/><Relationship Id="rId64" Type="http://schemas.openxmlformats.org/officeDocument/2006/relationships/image" Target="../media/image193.png"/><Relationship Id="rId118" Type="http://schemas.openxmlformats.org/officeDocument/2006/relationships/image" Target="../media/image224.png"/><Relationship Id="rId171" Type="http://schemas.openxmlformats.org/officeDocument/2006/relationships/customXml" Target="../ink/ink308.xml"/><Relationship Id="rId227" Type="http://schemas.openxmlformats.org/officeDocument/2006/relationships/customXml" Target="../ink/ink336.xml"/><Relationship Id="rId269" Type="http://schemas.openxmlformats.org/officeDocument/2006/relationships/customXml" Target="../ink/ink357.xml"/><Relationship Id="rId33" Type="http://schemas.openxmlformats.org/officeDocument/2006/relationships/customXml" Target="../ink/ink239.xml"/><Relationship Id="rId129" Type="http://schemas.openxmlformats.org/officeDocument/2006/relationships/customXml" Target="../ink/ink287.xml"/><Relationship Id="rId280" Type="http://schemas.openxmlformats.org/officeDocument/2006/relationships/image" Target="../media/image307.png"/><Relationship Id="rId75" Type="http://schemas.openxmlformats.org/officeDocument/2006/relationships/customXml" Target="../ink/ink260.xml"/><Relationship Id="rId140" Type="http://schemas.openxmlformats.org/officeDocument/2006/relationships/image" Target="../media/image234.png"/><Relationship Id="rId182" Type="http://schemas.openxmlformats.org/officeDocument/2006/relationships/image" Target="../media/image257.png"/><Relationship Id="rId6" Type="http://schemas.openxmlformats.org/officeDocument/2006/relationships/image" Target="../media/image1630.png"/><Relationship Id="rId238" Type="http://schemas.openxmlformats.org/officeDocument/2006/relationships/image" Target="../media/image286.png"/><Relationship Id="rId291" Type="http://schemas.openxmlformats.org/officeDocument/2006/relationships/customXml" Target="../ink/ink368.xml"/><Relationship Id="rId305" Type="http://schemas.openxmlformats.org/officeDocument/2006/relationships/customXml" Target="../ink/ink37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customXml" Target="../ink/ink379.xml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8161" y="3519186"/>
            <a:ext cx="9144000" cy="137584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WEEK 4 </a:t>
            </a:r>
            <a:br>
              <a:rPr lang="en-US" sz="2800" b="1" dirty="0">
                <a:latin typeface="Arial Black" panose="020B0A04020102020204" pitchFamily="34" charset="0"/>
              </a:rPr>
            </a:br>
            <a:r>
              <a:rPr lang="en-US" sz="2800" b="1" dirty="0">
                <a:latin typeface="Arial Black" panose="020B0A04020102020204" pitchFamily="34" charset="0"/>
              </a:rPr>
              <a:t>Transistor Model - MOSFET</a:t>
            </a:r>
            <a:endParaRPr lang="en-AU" sz="2800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6389999"/>
            <a:ext cx="4089862" cy="468001"/>
          </a:xfrm>
        </p:spPr>
        <p:txBody>
          <a:bodyPr>
            <a:normAutofit/>
          </a:bodyPr>
          <a:lstStyle/>
          <a:p>
            <a:pPr algn="l"/>
            <a:r>
              <a:rPr lang="en-AU" b="1">
                <a:latin typeface="Arial Black" panose="020B0A04020102020204" pitchFamily="34" charset="0"/>
              </a:rPr>
              <a:t>Dr. </a:t>
            </a:r>
            <a:r>
              <a:rPr lang="en-AU" b="1">
                <a:latin typeface="Arial Black" panose="020B0A04020102020204" pitchFamily="34" charset="0"/>
                <a:cs typeface="Times New Roman" panose="02020603050405020304" pitchFamily="18" charset="0"/>
              </a:rPr>
              <a:t>Aron Michael 2023</a:t>
            </a:r>
          </a:p>
          <a:p>
            <a:endParaRPr lang="en-AU"/>
          </a:p>
          <a:p>
            <a:endParaRPr lang="en-AU" sz="1600"/>
          </a:p>
          <a:p>
            <a:endParaRPr lang="en-AU"/>
          </a:p>
        </p:txBody>
      </p:sp>
      <p:grpSp>
        <p:nvGrpSpPr>
          <p:cNvPr id="13" name="Group 12"/>
          <p:cNvGrpSpPr/>
          <p:nvPr/>
        </p:nvGrpSpPr>
        <p:grpSpPr>
          <a:xfrm>
            <a:off x="0" y="-57150"/>
            <a:ext cx="12192000" cy="2456913"/>
            <a:chOff x="0" y="0"/>
            <a:chExt cx="12192000" cy="2456913"/>
          </a:xfrm>
        </p:grpSpPr>
        <p:grpSp>
          <p:nvGrpSpPr>
            <p:cNvPr id="12" name="Group 11"/>
            <p:cNvGrpSpPr/>
            <p:nvPr/>
          </p:nvGrpSpPr>
          <p:grpSpPr>
            <a:xfrm>
              <a:off x="0" y="0"/>
              <a:ext cx="12192000" cy="2456913"/>
              <a:chOff x="0" y="0"/>
              <a:chExt cx="12192000" cy="2456913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0" y="0"/>
                <a:ext cx="12192000" cy="2456912"/>
                <a:chOff x="0" y="6120087"/>
                <a:chExt cx="12192000" cy="2456912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0" y="6120087"/>
                  <a:ext cx="12192000" cy="1980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0" y="8108999"/>
                  <a:ext cx="12192000" cy="468000"/>
                </a:xfrm>
                <a:prstGeom prst="rect">
                  <a:avLst/>
                </a:prstGeom>
                <a:solidFill>
                  <a:srgbClr val="960000"/>
                </a:solidFill>
                <a:ln>
                  <a:solidFill>
                    <a:srgbClr val="96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</p:grpSp>
          <p:sp>
            <p:nvSpPr>
              <p:cNvPr id="9" name="Pentagon 8"/>
              <p:cNvSpPr/>
              <p:nvPr/>
            </p:nvSpPr>
            <p:spPr>
              <a:xfrm>
                <a:off x="0" y="1988913"/>
                <a:ext cx="5000368" cy="468000"/>
              </a:xfrm>
              <a:prstGeom prst="homePlat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1858" y="2022857"/>
                <a:ext cx="49015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Electrical Engineering &amp; Telecommunications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668161" y="2019702"/>
                <a:ext cx="15116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Engineering</a:t>
                </a:r>
              </a:p>
            </p:txBody>
          </p:sp>
        </p:grp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90" y="156972"/>
              <a:ext cx="1714500" cy="1714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18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EE1F6BA-1F23-031A-C257-40F71568A262}"/>
              </a:ext>
            </a:extLst>
          </p:cNvPr>
          <p:cNvGrpSpPr/>
          <p:nvPr/>
        </p:nvGrpSpPr>
        <p:grpSpPr>
          <a:xfrm>
            <a:off x="0" y="6181363"/>
            <a:ext cx="12192000" cy="731495"/>
            <a:chOff x="0" y="6120089"/>
            <a:chExt cx="12192000" cy="7314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10799BB-A9C3-80C4-388C-36253DE0F675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5AA7C1-847D-5E58-A6D3-5570EF084189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6110662"/>
            <a:ext cx="12192000" cy="731495"/>
            <a:chOff x="0" y="6120089"/>
            <a:chExt cx="12192000" cy="731495"/>
          </a:xfrm>
        </p:grpSpPr>
        <p:sp>
          <p:nvSpPr>
            <p:cNvPr id="6" name="Rectangle 5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44831"/>
            <a:ext cx="1194487" cy="506753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38491F5-765B-92E4-B330-297CF7103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40" y="3624438"/>
            <a:ext cx="3967668" cy="2081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5952E-76FA-60FD-DE4A-5A745A95C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017" y="396112"/>
            <a:ext cx="4483965" cy="283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164D62B-8782-1DBB-ADE8-2A5C68BB5F33}"/>
                  </a:ext>
                </a:extLst>
              </p14:cNvPr>
              <p14:cNvContentPartPr/>
              <p14:nvPr/>
            </p14:nvContentPartPr>
            <p14:xfrm>
              <a:off x="2062728" y="946152"/>
              <a:ext cx="12600" cy="17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164D62B-8782-1DBB-ADE8-2A5C68BB5F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54088" y="937512"/>
                <a:ext cx="302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11BAA21-5EDD-2ADD-4F17-D25DCF72F0CB}"/>
                  </a:ext>
                </a:extLst>
              </p14:cNvPr>
              <p14:cNvContentPartPr/>
              <p14:nvPr/>
            </p14:nvContentPartPr>
            <p14:xfrm>
              <a:off x="1918368" y="202392"/>
              <a:ext cx="54720" cy="584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11BAA21-5EDD-2ADD-4F17-D25DCF72F0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09368" y="193752"/>
                <a:ext cx="7236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00AD56D-02B8-043F-3B77-B4D01BA1E9D7}"/>
                  </a:ext>
                </a:extLst>
              </p14:cNvPr>
              <p14:cNvContentPartPr/>
              <p14:nvPr/>
            </p14:nvContentPartPr>
            <p14:xfrm>
              <a:off x="786168" y="1369152"/>
              <a:ext cx="627480" cy="30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00AD56D-02B8-043F-3B77-B4D01BA1E9D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7528" y="1360152"/>
                <a:ext cx="6451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7C0BDC6-B30D-CAD8-FD51-032FE96D266A}"/>
                  </a:ext>
                </a:extLst>
              </p14:cNvPr>
              <p14:cNvContentPartPr/>
              <p14:nvPr/>
            </p14:nvContentPartPr>
            <p14:xfrm>
              <a:off x="668448" y="1289952"/>
              <a:ext cx="186120" cy="2034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7C0BDC6-B30D-CAD8-FD51-032FE96D266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9448" y="1280952"/>
                <a:ext cx="203760" cy="22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3FE78BE7-8767-3DC2-774F-A13B8CAE1786}"/>
              </a:ext>
            </a:extLst>
          </p:cNvPr>
          <p:cNvGrpSpPr/>
          <p:nvPr/>
        </p:nvGrpSpPr>
        <p:grpSpPr>
          <a:xfrm>
            <a:off x="340488" y="1601352"/>
            <a:ext cx="296280" cy="358560"/>
            <a:chOff x="340488" y="1601352"/>
            <a:chExt cx="29628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EAA5252-086D-302E-7247-BAC1CE71C791}"/>
                    </a:ext>
                  </a:extLst>
                </p14:cNvPr>
                <p14:cNvContentPartPr/>
                <p14:nvPr/>
              </p14:nvContentPartPr>
              <p14:xfrm>
                <a:off x="340488" y="1601352"/>
                <a:ext cx="248400" cy="358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EAA5252-086D-302E-7247-BAC1CE71C7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1488" y="1592352"/>
                  <a:ext cx="2660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192E9CE-2030-D739-35D1-775D0C480775}"/>
                    </a:ext>
                  </a:extLst>
                </p14:cNvPr>
                <p14:cNvContentPartPr/>
                <p14:nvPr/>
              </p14:nvContentPartPr>
              <p14:xfrm>
                <a:off x="510408" y="1824912"/>
                <a:ext cx="540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192E9CE-2030-D739-35D1-775D0C4807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1768" y="1815912"/>
                  <a:ext cx="23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02EFA6D-A178-9F94-D15E-2555F904C1BF}"/>
                    </a:ext>
                  </a:extLst>
                </p14:cNvPr>
                <p14:cNvContentPartPr/>
                <p14:nvPr/>
              </p14:nvContentPartPr>
              <p14:xfrm>
                <a:off x="451008" y="1832832"/>
                <a:ext cx="185760" cy="26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02EFA6D-A178-9F94-D15E-2555F904C1B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2008" y="1823832"/>
                  <a:ext cx="2034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AAE09A3-D025-9E69-9E3D-FF6E51B91D81}"/>
              </a:ext>
            </a:extLst>
          </p:cNvPr>
          <p:cNvGrpSpPr/>
          <p:nvPr/>
        </p:nvGrpSpPr>
        <p:grpSpPr>
          <a:xfrm>
            <a:off x="1375848" y="128952"/>
            <a:ext cx="1097640" cy="2871000"/>
            <a:chOff x="1375848" y="128952"/>
            <a:chExt cx="1097640" cy="28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86F259-9869-46DF-0BBA-28C24585AD72}"/>
                    </a:ext>
                  </a:extLst>
                </p14:cNvPr>
                <p14:cNvContentPartPr/>
                <p14:nvPr/>
              </p14:nvContentPartPr>
              <p14:xfrm>
                <a:off x="1882368" y="148032"/>
                <a:ext cx="191520" cy="186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86F259-9869-46DF-0BBA-28C24585AD7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73728" y="139032"/>
                  <a:ext cx="209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4D449D0-0EB4-0B69-AAE0-11F9BDE3824D}"/>
                    </a:ext>
                  </a:extLst>
                </p14:cNvPr>
                <p14:cNvContentPartPr/>
                <p14:nvPr/>
              </p14:nvContentPartPr>
              <p14:xfrm>
                <a:off x="1971648" y="2018592"/>
                <a:ext cx="78120" cy="700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4D449D0-0EB4-0B69-AAE0-11F9BDE3824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62648" y="2009952"/>
                  <a:ext cx="9576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F50FC04-B515-8C02-8F4A-B83776DF3D8A}"/>
                    </a:ext>
                  </a:extLst>
                </p14:cNvPr>
                <p14:cNvContentPartPr/>
                <p14:nvPr/>
              </p14:nvContentPartPr>
              <p14:xfrm>
                <a:off x="1944288" y="2004912"/>
                <a:ext cx="46800" cy="739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F50FC04-B515-8C02-8F4A-B83776DF3D8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35288" y="1995912"/>
                  <a:ext cx="6444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55A827-1B31-3789-2BFC-B363780E5773}"/>
                    </a:ext>
                  </a:extLst>
                </p14:cNvPr>
                <p14:cNvContentPartPr/>
                <p14:nvPr/>
              </p14:nvContentPartPr>
              <p14:xfrm>
                <a:off x="1924488" y="1979712"/>
                <a:ext cx="174240" cy="961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55A827-1B31-3789-2BFC-B363780E577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15848" y="1970712"/>
                  <a:ext cx="191880" cy="9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99C74E-6B4A-CB2F-7DC7-A4E2A7FBC7CC}"/>
                    </a:ext>
                  </a:extLst>
                </p14:cNvPr>
                <p14:cNvContentPartPr/>
                <p14:nvPr/>
              </p14:nvContentPartPr>
              <p14:xfrm>
                <a:off x="1536768" y="1158552"/>
                <a:ext cx="108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99C74E-6B4A-CB2F-7DC7-A4E2A7FBC7C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28128" y="1149912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EC76504-F7CF-D457-E891-2AA9303DE51E}"/>
                    </a:ext>
                  </a:extLst>
                </p14:cNvPr>
                <p14:cNvContentPartPr/>
                <p14:nvPr/>
              </p14:nvContentPartPr>
              <p14:xfrm>
                <a:off x="1527048" y="1177992"/>
                <a:ext cx="468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EC76504-F7CF-D457-E891-2AA9303DE51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18048" y="1168992"/>
                  <a:ext cx="22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6C5B85-1848-5B1F-1499-B5A9F58A4429}"/>
                    </a:ext>
                  </a:extLst>
                </p14:cNvPr>
                <p14:cNvContentPartPr/>
                <p14:nvPr/>
              </p14:nvContentPartPr>
              <p14:xfrm>
                <a:off x="1654848" y="819432"/>
                <a:ext cx="42840" cy="10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6C5B85-1848-5B1F-1499-B5A9F58A44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45848" y="810792"/>
                  <a:ext cx="60480" cy="10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FFE711-0074-6BD8-6B15-1838E954A764}"/>
                    </a:ext>
                  </a:extLst>
                </p14:cNvPr>
                <p14:cNvContentPartPr/>
                <p14:nvPr/>
              </p14:nvContentPartPr>
              <p14:xfrm>
                <a:off x="1375848" y="1116792"/>
                <a:ext cx="33840" cy="63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FFE711-0074-6BD8-6B15-1838E954A7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66848" y="1107792"/>
                  <a:ext cx="5148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6B9A13-228E-0E78-DD06-E32050E6BE4B}"/>
                    </a:ext>
                  </a:extLst>
                </p14:cNvPr>
                <p14:cNvContentPartPr/>
                <p14:nvPr/>
              </p14:nvContentPartPr>
              <p14:xfrm>
                <a:off x="1650888" y="857232"/>
                <a:ext cx="36360" cy="1151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6B9A13-228E-0E78-DD06-E32050E6BE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41888" y="848232"/>
                  <a:ext cx="54000" cy="11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83AAACC-E8C5-52D7-D855-7EFDA3909E5E}"/>
                    </a:ext>
                  </a:extLst>
                </p14:cNvPr>
                <p14:cNvContentPartPr/>
                <p14:nvPr/>
              </p14:nvContentPartPr>
              <p14:xfrm>
                <a:off x="1741608" y="1651392"/>
                <a:ext cx="288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83AAACC-E8C5-52D7-D855-7EFDA3909E5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32608" y="1642752"/>
                  <a:ext cx="2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4AB7F4D-D1A9-0A46-A60D-B08881920C99}"/>
                    </a:ext>
                  </a:extLst>
                </p14:cNvPr>
                <p14:cNvContentPartPr/>
                <p14:nvPr/>
              </p14:nvContentPartPr>
              <p14:xfrm>
                <a:off x="1687248" y="1635552"/>
                <a:ext cx="386640" cy="702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4AB7F4D-D1A9-0A46-A60D-B08881920C9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678248" y="1626552"/>
                  <a:ext cx="40428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43FE59-1836-A458-4D5D-A2B12BFB0074}"/>
                    </a:ext>
                  </a:extLst>
                </p14:cNvPr>
                <p14:cNvContentPartPr/>
                <p14:nvPr/>
              </p14:nvContentPartPr>
              <p14:xfrm>
                <a:off x="1807128" y="1603152"/>
                <a:ext cx="118800" cy="262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43FE59-1836-A458-4D5D-A2B12BFB007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98128" y="1594152"/>
                  <a:ext cx="1364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B73D75E-815D-A6B7-20F5-929D40966434}"/>
                    </a:ext>
                  </a:extLst>
                </p14:cNvPr>
                <p14:cNvContentPartPr/>
                <p14:nvPr/>
              </p14:nvContentPartPr>
              <p14:xfrm>
                <a:off x="1662408" y="947952"/>
                <a:ext cx="314280" cy="59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B73D75E-815D-A6B7-20F5-929D409664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53768" y="938952"/>
                  <a:ext cx="331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75A11C-7E3D-0112-5293-C5B81D831321}"/>
                    </a:ext>
                  </a:extLst>
                </p14:cNvPr>
                <p14:cNvContentPartPr/>
                <p14:nvPr/>
              </p14:nvContentPartPr>
              <p14:xfrm>
                <a:off x="1948248" y="289872"/>
                <a:ext cx="24120" cy="75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75A11C-7E3D-0112-5293-C5B81D83132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939248" y="280872"/>
                  <a:ext cx="41760" cy="77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2A4F2C4-94E9-89F5-6A87-5E99A85A76F4}"/>
                    </a:ext>
                  </a:extLst>
                </p14:cNvPr>
                <p14:cNvContentPartPr/>
                <p14:nvPr/>
              </p14:nvContentPartPr>
              <p14:xfrm>
                <a:off x="1877688" y="128952"/>
                <a:ext cx="220320" cy="170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2A4F2C4-94E9-89F5-6A87-5E99A85A76F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868688" y="120312"/>
                  <a:ext cx="237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ADE0AC2-1065-2C6E-C7FC-2060A57FDC6F}"/>
                    </a:ext>
                  </a:extLst>
                </p14:cNvPr>
                <p14:cNvContentPartPr/>
                <p14:nvPr/>
              </p14:nvContentPartPr>
              <p14:xfrm>
                <a:off x="1927368" y="2791152"/>
                <a:ext cx="163080" cy="145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ADE0AC2-1065-2C6E-C7FC-2060A57FDC6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18368" y="2782512"/>
                  <a:ext cx="180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5F0EAD3-B7FF-D90D-C97A-182204A06110}"/>
                    </a:ext>
                  </a:extLst>
                </p14:cNvPr>
                <p14:cNvContentPartPr/>
                <p14:nvPr/>
              </p14:nvContentPartPr>
              <p14:xfrm>
                <a:off x="2211408" y="2671992"/>
                <a:ext cx="262080" cy="327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5F0EAD3-B7FF-D90D-C97A-182204A0611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02768" y="2663352"/>
                  <a:ext cx="27972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A6C986E-04DB-6FB7-C9E7-45E0396554D9}"/>
                  </a:ext>
                </a:extLst>
              </p14:cNvPr>
              <p14:cNvContentPartPr/>
              <p14:nvPr/>
            </p14:nvContentPartPr>
            <p14:xfrm>
              <a:off x="2218968" y="135072"/>
              <a:ext cx="228600" cy="2829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A6C986E-04DB-6FB7-C9E7-45E0396554D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209968" y="126072"/>
                <a:ext cx="246240" cy="300600"/>
              </a:xfrm>
              <a:prstGeom prst="rect">
                <a:avLst/>
              </a:prstGeom>
            </p:spPr>
          </p:pic>
        </mc:Fallback>
      </mc:AlternateContent>
      <p:pic>
        <p:nvPicPr>
          <p:cNvPr id="80" name="Picture 2">
            <a:extLst>
              <a:ext uri="{FF2B5EF4-FFF2-40B4-BE49-F238E27FC236}">
                <a16:creationId xmlns:a16="http://schemas.microsoft.com/office/drawing/2014/main" id="{6308C40C-202C-8BF9-A41F-44D99FBD8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805" y="1391652"/>
            <a:ext cx="3580787" cy="344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8E9A4B-E256-2C93-2E6D-D8FA5ACE9B47}"/>
                  </a:ext>
                </a:extLst>
              </p14:cNvPr>
              <p14:cNvContentPartPr/>
              <p14:nvPr/>
            </p14:nvContentPartPr>
            <p14:xfrm>
              <a:off x="4294800" y="1696320"/>
              <a:ext cx="6914520" cy="3577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8E9A4B-E256-2C93-2E6D-D8FA5ACE9B4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285440" y="1686960"/>
                <a:ext cx="6933240" cy="359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941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C9CB79-87C8-099A-196B-0C6CFD95DE1E}"/>
              </a:ext>
            </a:extLst>
          </p:cNvPr>
          <p:cNvGrpSpPr/>
          <p:nvPr/>
        </p:nvGrpSpPr>
        <p:grpSpPr>
          <a:xfrm>
            <a:off x="0" y="6230200"/>
            <a:ext cx="12192000" cy="731495"/>
            <a:chOff x="0" y="6120089"/>
            <a:chExt cx="12192000" cy="7314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B12B80-4B01-D492-2FC4-3B6D45E91336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1821EE-0966-C311-38EA-A80EFB62D97E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L</a:t>
            </a:r>
            <a:r>
              <a:rPr lang="en-AU" sz="3600" b="1">
                <a:latin typeface="Arial Black" panose="020B0A04020102020204" pitchFamily="34" charset="0"/>
              </a:rPr>
              <a:t>earning Outcomes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98112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531" y="666304"/>
            <a:ext cx="11960469" cy="5460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At the end of this week, you will be able to</a:t>
            </a:r>
          </a:p>
          <a:p>
            <a:pPr marL="0" indent="0"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Draw the small signal circuit model of MOSFET.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Calculate the small signal circuit model parameters of MOSFET.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Draw the small signal equivalent circuit of MOSFET based amplifiers.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Analyze the performance of the amplifiers such as gain, bandwidth, input impedance and output impedance.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Draw the DC equivalent circuit of MOSFET based amplifiers and calculate the quiescent values (I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DQ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I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V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DSQ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Explain DC biasing configurations such as current mirrors.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sz="3000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sz="3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62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97" y="551495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Linearization and graphical analysis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Concerned with small signal variations about the operating points.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Interested in a relationship between i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endParaRPr lang="en-US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marR="673100" lvl="2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14:cNvPr>
              <p14:cNvContentPartPr/>
              <p14:nvPr/>
            </p14:nvContentPartPr>
            <p14:xfrm>
              <a:off x="4637808" y="2045448"/>
              <a:ext cx="5400" cy="1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28165" y="2036615"/>
                <a:ext cx="24300" cy="36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58D476-0C60-119B-795F-2C1DD8906B06}"/>
                  </a:ext>
                </a:extLst>
              </p:cNvPr>
              <p:cNvSpPr/>
              <p:nvPr/>
            </p:nvSpPr>
            <p:spPr>
              <a:xfrm>
                <a:off x="2791102" y="1387511"/>
                <a:ext cx="22907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dirty="0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58D476-0C60-119B-795F-2C1DD8906B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102" y="1387511"/>
                <a:ext cx="229070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5B3F8A0-FD0A-6677-B727-C8751D29F878}"/>
                  </a:ext>
                </a:extLst>
              </p:cNvPr>
              <p:cNvSpPr/>
              <p:nvPr/>
            </p:nvSpPr>
            <p:spPr>
              <a:xfrm>
                <a:off x="2662394" y="1782061"/>
                <a:ext cx="31806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DS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DS</m:t>
                        </m:r>
                      </m:sub>
                    </m:sSub>
                    <m:r>
                      <a:rPr lang="en-AU" sz="2800" b="0" i="0" dirty="0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ds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5B3F8A0-FD0A-6677-B727-C8751D29F8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394" y="1782061"/>
                <a:ext cx="318062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4EDA499-DFC8-8EA3-9214-C92F86787B18}"/>
                  </a:ext>
                </a:extLst>
              </p:cNvPr>
              <p:cNvSpPr/>
              <p:nvPr/>
            </p:nvSpPr>
            <p:spPr>
              <a:xfrm>
                <a:off x="2788423" y="2269097"/>
                <a:ext cx="2714608" cy="5638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GS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GS</m:t>
                        </m:r>
                      </m:sub>
                    </m:sSub>
                    <m:r>
                      <a:rPr lang="en-AU" sz="2800" b="0" i="0" dirty="0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gs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4EDA499-DFC8-8EA3-9214-C92F86787B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423" y="2269097"/>
                <a:ext cx="2714608" cy="5638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">
            <a:extLst>
              <a:ext uri="{FF2B5EF4-FFF2-40B4-BE49-F238E27FC236}">
                <a16:creationId xmlns:a16="http://schemas.microsoft.com/office/drawing/2014/main" id="{F839FF12-A9BF-E049-940F-3C471DDBC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423" y="3429000"/>
            <a:ext cx="4900348" cy="2517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3A3CE5-E3FF-36C2-8FE1-F6D4D9CB5F52}"/>
                  </a:ext>
                </a:extLst>
              </p14:cNvPr>
              <p14:cNvContentPartPr/>
              <p14:nvPr/>
            </p14:nvContentPartPr>
            <p14:xfrm>
              <a:off x="2322360" y="1412640"/>
              <a:ext cx="9312120" cy="4583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3A3CE5-E3FF-36C2-8FE1-F6D4D9CB5F5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313000" y="1403280"/>
                <a:ext cx="9330840" cy="46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33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14:cNvPr>
              <p14:cNvContentPartPr/>
              <p14:nvPr/>
            </p14:nvContentPartPr>
            <p14:xfrm>
              <a:off x="4637808" y="2045448"/>
              <a:ext cx="5400" cy="1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8165" y="2036615"/>
                <a:ext cx="24300" cy="36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37CCA0-A1BE-4D3F-0D0E-08AE77AD5B1F}"/>
                  </a:ext>
                </a:extLst>
              </p14:cNvPr>
              <p14:cNvContentPartPr/>
              <p14:nvPr/>
            </p14:nvContentPartPr>
            <p14:xfrm>
              <a:off x="886320" y="685440"/>
              <a:ext cx="10838880" cy="5475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37CCA0-A1BE-4D3F-0D0E-08AE77AD5B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6960" y="676080"/>
                <a:ext cx="10857600" cy="54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95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90264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Linearization and graphical analysis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The voltage‐controlled current source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relates i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for the MOSFET operating in the saturation region.  g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is given by the slope of the transfer characteristic at the operating point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EBF1460-3E70-323B-2774-9095D067041A}"/>
                  </a:ext>
                </a:extLst>
              </p14:cNvPr>
              <p14:cNvContentPartPr/>
              <p14:nvPr/>
            </p14:nvContentPartPr>
            <p14:xfrm>
              <a:off x="8472888" y="3061368"/>
              <a:ext cx="8280" cy="198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EBF1460-3E70-323B-2774-9095D067041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63888" y="3052368"/>
                <a:ext cx="2592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59FA0A3C-DCF6-890A-68E8-E1D9461CB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25" y="2503873"/>
            <a:ext cx="4122787" cy="359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044808-F9CC-F5CF-E496-66D0EDF29D5C}"/>
                  </a:ext>
                </a:extLst>
              </p:cNvPr>
              <p:cNvSpPr/>
              <p:nvPr/>
            </p:nvSpPr>
            <p:spPr>
              <a:xfrm>
                <a:off x="5969566" y="2627125"/>
                <a:ext cx="4270662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044808-F9CC-F5CF-E496-66D0EDF29D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566" y="2627125"/>
                <a:ext cx="4270662" cy="71057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31623D1-7F86-F517-6189-1F729A898A6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6172" y="3550885"/>
            <a:ext cx="3804056" cy="21758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74B3C4-54E4-CDAB-FD84-C164B54568A9}"/>
                  </a:ext>
                </a:extLst>
              </p14:cNvPr>
              <p14:cNvContentPartPr/>
              <p14:nvPr/>
            </p14:nvContentPartPr>
            <p14:xfrm>
              <a:off x="5741280" y="2432880"/>
              <a:ext cx="4783320" cy="2414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74B3C4-54E4-CDAB-FD84-C164B54568A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31920" y="2423520"/>
                <a:ext cx="4802040" cy="24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356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Calculation of g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700" marR="67310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7310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CF44ABD-D083-3992-F734-A1AD5023CDB9}"/>
              </a:ext>
            </a:extLst>
          </p:cNvPr>
          <p:cNvGrpSpPr/>
          <p:nvPr/>
        </p:nvGrpSpPr>
        <p:grpSpPr>
          <a:xfrm>
            <a:off x="8245368" y="1290744"/>
            <a:ext cx="230040" cy="70200"/>
            <a:chOff x="8245368" y="2580048"/>
            <a:chExt cx="230040" cy="7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3CC4649-6E7A-C0A8-6F6B-094848D002E9}"/>
                    </a:ext>
                  </a:extLst>
                </p14:cNvPr>
                <p14:cNvContentPartPr/>
                <p14:nvPr/>
              </p14:nvContentPartPr>
              <p14:xfrm>
                <a:off x="8245368" y="2644128"/>
                <a:ext cx="124560" cy="6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3CC4649-6E7A-C0A8-6F6B-094848D002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36368" y="2635128"/>
                  <a:ext cx="142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0658119-E540-630A-84B0-5CA22366AC23}"/>
                    </a:ext>
                  </a:extLst>
                </p14:cNvPr>
                <p14:cNvContentPartPr/>
                <p14:nvPr/>
              </p14:nvContentPartPr>
              <p14:xfrm>
                <a:off x="8374608" y="2611728"/>
                <a:ext cx="100800" cy="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0658119-E540-630A-84B0-5CA22366AC2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65608" y="2602728"/>
                  <a:ext cx="118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9CEE95-41D6-2360-E6C8-4318CCEE4AB8}"/>
                    </a:ext>
                  </a:extLst>
                </p14:cNvPr>
                <p14:cNvContentPartPr/>
                <p14:nvPr/>
              </p14:nvContentPartPr>
              <p14:xfrm>
                <a:off x="8461728" y="2580048"/>
                <a:ext cx="13320" cy="33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9CEE95-41D6-2360-E6C8-4318CCEE4AB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52478" y="2571145"/>
                  <a:ext cx="31450" cy="5057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00E85124-CD67-B34C-9198-C45CDB2249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679" y="1341788"/>
            <a:ext cx="4089992" cy="23393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511BAA-EBFF-E5F3-D226-C53C6483AB28}"/>
                  </a:ext>
                </a:extLst>
              </p:cNvPr>
              <p:cNvSpPr/>
              <p:nvPr/>
            </p:nvSpPr>
            <p:spPr>
              <a:xfrm>
                <a:off x="6234597" y="810534"/>
                <a:ext cx="4270662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511BAA-EBFF-E5F3-D226-C53C6483AB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597" y="810534"/>
                <a:ext cx="4270662" cy="71057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E625A5C-79C9-25E9-7166-FAA691E9711D}"/>
                  </a:ext>
                </a:extLst>
              </p:cNvPr>
              <p:cNvSpPr/>
              <p:nvPr/>
            </p:nvSpPr>
            <p:spPr>
              <a:xfrm>
                <a:off x="6947012" y="2639873"/>
                <a:ext cx="2721271" cy="984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m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800" b="0" i="0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DS</m:t>
                              </m:r>
                            </m:sub>
                          </m:sSub>
                        </m:num>
                        <m:den>
                          <m:r>
                            <a:rPr lang="en-AU" sz="2800" b="0" i="0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GS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E625A5C-79C9-25E9-7166-FAA691E971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012" y="2639873"/>
                <a:ext cx="2721271" cy="98411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E6A2DA-C397-2F3E-F3FD-A2FEBF9C4DC4}"/>
                  </a:ext>
                </a:extLst>
              </p:cNvPr>
              <p:cNvSpPr/>
              <p:nvPr/>
            </p:nvSpPr>
            <p:spPr>
              <a:xfrm>
                <a:off x="4425671" y="3698460"/>
                <a:ext cx="7511046" cy="969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m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W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L</m:t>
                        </m:r>
                      </m:den>
                    </m:f>
                    <m:d>
                      <m:d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AU" sz="2800" b="0" i="0" dirty="0" smtClean="0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n</m:t>
                            </m:r>
                          </m:sub>
                        </m:sSub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ox</m:t>
                            </m:r>
                          </m:sub>
                        </m:sSub>
                        <m:f>
                          <m:f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</m:e>
                    </m:rad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</m:t>
                            </m:r>
                          </m:sub>
                        </m:sSub>
                      </m:e>
                    </m:ra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E6A2DA-C397-2F3E-F3FD-A2FEBF9C4D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671" y="3698460"/>
                <a:ext cx="7511046" cy="9691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5496128-127D-502E-F10B-C9306F181565}"/>
                  </a:ext>
                </a:extLst>
              </p:cNvPr>
              <p:cNvSpPr/>
              <p:nvPr/>
            </p:nvSpPr>
            <p:spPr>
              <a:xfrm>
                <a:off x="6696820" y="2047822"/>
                <a:ext cx="4270662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 panose="02040503050406030204" pitchFamily="18" charset="0"/>
                            <a:ea typeface="Cambria Math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5496128-127D-502E-F10B-C9306F1815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820" y="2047822"/>
                <a:ext cx="4270662" cy="71057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ED9A129-875D-5A75-3DE7-7C89FC86E217}"/>
                  </a:ext>
                </a:extLst>
              </p:cNvPr>
              <p:cNvSpPr/>
              <p:nvPr/>
            </p:nvSpPr>
            <p:spPr>
              <a:xfrm>
                <a:off x="7416778" y="1516016"/>
                <a:ext cx="208989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n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ED9A129-875D-5A75-3DE7-7C89FC86E2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778" y="1516016"/>
                <a:ext cx="2089899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6EEC042-C2F3-5F74-825A-94438711D71B}"/>
                  </a:ext>
                </a:extLst>
              </p:cNvPr>
              <p:cNvSpPr/>
              <p:nvPr/>
            </p:nvSpPr>
            <p:spPr>
              <a:xfrm>
                <a:off x="229989" y="4681323"/>
                <a:ext cx="239714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n</m:t>
                        </m:r>
                        <m: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(A/V</a:t>
                </a:r>
                <a:r>
                  <a:rPr lang="en-AU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6EEC042-C2F3-5F74-825A-94438711D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89" y="4681323"/>
                <a:ext cx="2397142" cy="523220"/>
              </a:xfrm>
              <a:prstGeom prst="rect">
                <a:avLst/>
              </a:prstGeom>
              <a:blipFill>
                <a:blip r:embed="rId17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2331BD8-AF14-4AAA-B87C-4DFF86DBAEE4}"/>
              </a:ext>
            </a:extLst>
          </p:cNvPr>
          <p:cNvSpPr txBox="1"/>
          <p:nvPr/>
        </p:nvSpPr>
        <p:spPr>
          <a:xfrm>
            <a:off x="2289679" y="4724801"/>
            <a:ext cx="10131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transconductance parameter for n-channel MOSFET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6361AFE-6F16-9094-EA40-9AEE0F0AC135}"/>
                  </a:ext>
                </a:extLst>
              </p:cNvPr>
              <p:cNvSpPr/>
              <p:nvPr/>
            </p:nvSpPr>
            <p:spPr>
              <a:xfrm>
                <a:off x="224296" y="5111738"/>
                <a:ext cx="183409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(m</a:t>
                </a:r>
                <a:r>
                  <a:rPr lang="en-AU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/Vs)  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6361AFE-6F16-9094-EA40-9AEE0F0AC1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96" y="5111738"/>
                <a:ext cx="1834099" cy="523220"/>
              </a:xfrm>
              <a:prstGeom prst="rect">
                <a:avLst/>
              </a:prstGeom>
              <a:blipFill>
                <a:blip r:embed="rId18"/>
                <a:stretch>
                  <a:fillRect t="-12941" r="-17276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DDB2FD8-AF44-ABF3-D2BE-8A19EDB3A2AB}"/>
              </a:ext>
            </a:extLst>
          </p:cNvPr>
          <p:cNvSpPr txBox="1"/>
          <p:nvPr/>
        </p:nvSpPr>
        <p:spPr>
          <a:xfrm>
            <a:off x="2289679" y="5228563"/>
            <a:ext cx="3233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Electron mobility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1C61C94-767D-EB39-2354-21447AF33FF3}"/>
                  </a:ext>
                </a:extLst>
              </p:cNvPr>
              <p:cNvSpPr/>
              <p:nvPr/>
            </p:nvSpPr>
            <p:spPr>
              <a:xfrm>
                <a:off x="195851" y="5656314"/>
                <a:ext cx="2241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r>
                      <m:rPr>
                        <m:nor/>
                      </m:rPr>
                      <a:rPr lang="en-AU" sz="28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AU" sz="2800" b="0" i="0" dirty="0" smtClean="0">
                        <a:latin typeface="Cambria Math" panose="02040503050406030204" pitchFamily="18" charset="0"/>
                        <a:ea typeface="Cambria Math"/>
                      </a:rPr>
                      <m:t>C</m:t>
                    </m:r>
                    <m:r>
                      <a:rPr lang="en-AU" sz="2800" b="0" i="0" dirty="0" smtClean="0">
                        <a:latin typeface="Cambria Math" panose="02040503050406030204" pitchFamily="18" charset="0"/>
                        <a:ea typeface="Cambria Math"/>
                      </a:rPr>
                      <m:t>/</m:t>
                    </m:r>
                    <m:r>
                      <m:rPr>
                        <m:sty m:val="p"/>
                      </m:rPr>
                      <a:rPr lang="en-AU" sz="2800" b="0" i="0" dirty="0" smtClean="0">
                        <a:latin typeface="Cambria Math" panose="02040503050406030204" pitchFamily="18" charset="0"/>
                        <a:ea typeface="Cambria Math"/>
                      </a:rPr>
                      <m:t>Vm</m:t>
                    </m:r>
                    <m:r>
                      <a:rPr lang="en-AU" sz="2800" b="0" i="0" baseline="30000" dirty="0" smtClean="0">
                        <a:latin typeface="Cambria Math" panose="02040503050406030204" pitchFamily="18" charset="0"/>
                        <a:ea typeface="Cambria Math"/>
                      </a:rPr>
                      <m:t>2</m:t>
                    </m:r>
                  </m:oMath>
                </a14:m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)   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1C61C94-767D-EB39-2354-21447AF33F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51" y="5656314"/>
                <a:ext cx="2241866" cy="523220"/>
              </a:xfrm>
              <a:prstGeom prst="rect">
                <a:avLst/>
              </a:prstGeom>
              <a:blipFill>
                <a:blip r:embed="rId19"/>
                <a:stretch>
                  <a:fillRect t="-12791" r="-5707" b="-313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F81180A-0AC2-648E-0997-E97F638FCAB6}"/>
              </a:ext>
            </a:extLst>
          </p:cNvPr>
          <p:cNvSpPr txBox="1"/>
          <p:nvPr/>
        </p:nvSpPr>
        <p:spPr>
          <a:xfrm>
            <a:off x="2196164" y="5680334"/>
            <a:ext cx="8491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 oxide capacitance per unit area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8BBFE1-4D46-9C02-3685-F0ECE9A4B5E6}"/>
                  </a:ext>
                </a:extLst>
              </p14:cNvPr>
              <p14:cNvContentPartPr/>
              <p14:nvPr/>
            </p14:nvContentPartPr>
            <p14:xfrm>
              <a:off x="489240" y="1080000"/>
              <a:ext cx="11494800" cy="3691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8BBFE1-4D46-9C02-3685-F0ECE9A4B5E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9880" y="1070640"/>
                <a:ext cx="11513520" cy="371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669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 fontScale="92500" lnSpcReduction="20000"/>
          </a:bodyPr>
          <a:lstStyle/>
          <a:p>
            <a:pPr marL="12700" marR="67310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7310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7310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depends on aspect ratio    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g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depends on  bias pt.    </a:t>
            </a:r>
          </a:p>
          <a:p>
            <a:pPr marL="457200" lvl="1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</a:p>
          <a:p>
            <a:pPr marL="457200" lvl="1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Typically,        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For I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= 1mA,     = 1       g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= 0.2mA/V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= 10     g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= 0.632mA/V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Compare to BJT at 1mA,     g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m 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3000" dirty="0"/>
              <a:t>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38.4mA/V</a:t>
            </a:r>
          </a:p>
          <a:p>
            <a:pPr marL="12700" marR="67310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7310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E6A2DA-C397-2F3E-F3FD-A2FEBF9C4DC4}"/>
                  </a:ext>
                </a:extLst>
              </p:cNvPr>
              <p:cNvSpPr/>
              <p:nvPr/>
            </p:nvSpPr>
            <p:spPr>
              <a:xfrm>
                <a:off x="1536860" y="551495"/>
                <a:ext cx="7511046" cy="969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m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W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L</m:t>
                        </m:r>
                      </m:den>
                    </m:f>
                    <m:d>
                      <m:d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AU" sz="2800" b="0" i="0" dirty="0" smtClean="0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n</m:t>
                            </m:r>
                          </m:sub>
                        </m:sSub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ox</m:t>
                            </m:r>
                          </m:sub>
                        </m:sSub>
                        <m:f>
                          <m:f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</m:e>
                    </m:rad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</m:t>
                            </m:r>
                          </m:sub>
                        </m:sSub>
                      </m:e>
                    </m:ra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E6A2DA-C397-2F3E-F3FD-A2FEBF9C4D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860" y="551495"/>
                <a:ext cx="7511046" cy="969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3D1EF3-78F5-0209-6095-7BC62F45C697}"/>
                  </a:ext>
                </a:extLst>
              </p:cNvPr>
              <p:cNvSpPr/>
              <p:nvPr/>
            </p:nvSpPr>
            <p:spPr>
              <a:xfrm>
                <a:off x="5520261" y="1577927"/>
                <a:ext cx="393495" cy="896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3D1EF3-78F5-0209-6095-7BC62F45C6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261" y="1577927"/>
                <a:ext cx="393495" cy="896143"/>
              </a:xfrm>
              <a:prstGeom prst="rect">
                <a:avLst/>
              </a:prstGeom>
              <a:blipFill>
                <a:blip r:embed="rId6"/>
                <a:stretch>
                  <a:fillRect r="-7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2CC3DF-0139-B31C-1089-8BCC6D183CE1}"/>
                  </a:ext>
                </a:extLst>
              </p:cNvPr>
              <p:cNvSpPr/>
              <p:nvPr/>
            </p:nvSpPr>
            <p:spPr>
              <a:xfrm>
                <a:off x="4824773" y="2151587"/>
                <a:ext cx="864096" cy="6141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8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AU" sz="280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dirty="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dirty="0" smtClean="0">
                                  <a:latin typeface="Cambria Math"/>
                                  <a:ea typeface="Cambria Math"/>
                                </a:rPr>
                                <m:t>D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2CC3DF-0139-B31C-1089-8BCC6D183C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773" y="2151587"/>
                <a:ext cx="864096" cy="6141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E39F44-744B-EF04-649B-FE3974C12678}"/>
                  </a:ext>
                </a:extLst>
              </p:cNvPr>
              <p:cNvSpPr/>
              <p:nvPr/>
            </p:nvSpPr>
            <p:spPr>
              <a:xfrm>
                <a:off x="1456601" y="3030446"/>
                <a:ext cx="406366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n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=20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/>
                          <a:ea typeface="Cambria Math"/>
                        </a:rPr>
                        <m:t>μA</m:t>
                      </m:r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/>
                          <a:ea typeface="Cambria Math"/>
                        </a:rPr>
                        <m:t>V</m:t>
                      </m:r>
                      <m:r>
                        <a:rPr lang="en-AU" sz="2800" b="0" i="0" baseline="30000" smtClean="0">
                          <a:latin typeface="Cambria Math"/>
                          <a:ea typeface="Cambria Math"/>
                        </a:rPr>
                        <m:t>2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E39F44-744B-EF04-649B-FE3974C126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601" y="3030446"/>
                <a:ext cx="406366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AF43B49-4F3B-EDF9-B506-328577DEBD0B}"/>
                  </a:ext>
                </a:extLst>
              </p:cNvPr>
              <p:cNvSpPr/>
              <p:nvPr/>
            </p:nvSpPr>
            <p:spPr>
              <a:xfrm>
                <a:off x="2567389" y="3739447"/>
                <a:ext cx="378512" cy="896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AF43B49-4F3B-EDF9-B506-328577DEBD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389" y="3739447"/>
                <a:ext cx="378512" cy="896143"/>
              </a:xfrm>
              <a:prstGeom prst="rect">
                <a:avLst/>
              </a:prstGeom>
              <a:blipFill>
                <a:blip r:embed="rId9"/>
                <a:stretch>
                  <a:fillRect r="-12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C496355-9EBD-10D6-60EB-58E567E02B18}"/>
                  </a:ext>
                </a:extLst>
              </p:cNvPr>
              <p:cNvSpPr/>
              <p:nvPr/>
            </p:nvSpPr>
            <p:spPr>
              <a:xfrm>
                <a:off x="2567389" y="4615369"/>
                <a:ext cx="378512" cy="896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C496355-9EBD-10D6-60EB-58E567E02B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389" y="4615369"/>
                <a:ext cx="378512" cy="896143"/>
              </a:xfrm>
              <a:prstGeom prst="rect">
                <a:avLst/>
              </a:prstGeom>
              <a:blipFill>
                <a:blip r:embed="rId10"/>
                <a:stretch>
                  <a:fillRect r="-12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6B24651-8245-5882-7260-2D84859D845D}"/>
                  </a:ext>
                </a:extLst>
              </p:cNvPr>
              <p:cNvSpPr/>
              <p:nvPr/>
            </p:nvSpPr>
            <p:spPr>
              <a:xfrm>
                <a:off x="4939890" y="2742121"/>
                <a:ext cx="3749039" cy="969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m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n</m:t>
                            </m:r>
                          </m:sub>
                        </m:sSub>
                        <m:f>
                          <m:f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</m:e>
                    </m:rad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</m:t>
                            </m:r>
                          </m:sub>
                        </m:sSub>
                      </m:e>
                    </m:ra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6B24651-8245-5882-7260-2D84859D8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890" y="2742121"/>
                <a:ext cx="3749039" cy="9691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221320C-E5D6-4BB2-10ED-F4F8C7271C70}"/>
                  </a:ext>
                </a:extLst>
              </p:cNvPr>
              <p:cNvSpPr/>
              <p:nvPr/>
            </p:nvSpPr>
            <p:spPr>
              <a:xfrm>
                <a:off x="8804046" y="2946138"/>
                <a:ext cx="25093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n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221320C-E5D6-4BB2-10ED-F4F8C7271C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046" y="2946138"/>
                <a:ext cx="250936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5E2993A-F333-6CAA-792E-451E3B0297A8}"/>
                  </a:ext>
                </a:extLst>
              </p14:cNvPr>
              <p14:cNvContentPartPr/>
              <p14:nvPr/>
            </p14:nvContentPartPr>
            <p14:xfrm>
              <a:off x="5436288" y="1487808"/>
              <a:ext cx="459360" cy="809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5E2993A-F333-6CAA-792E-451E3B0297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27288" y="1478808"/>
                <a:ext cx="477000" cy="82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B3D8384-9CF2-4BDA-8252-99C63081722B}"/>
              </a:ext>
            </a:extLst>
          </p:cNvPr>
          <p:cNvGrpSpPr/>
          <p:nvPr/>
        </p:nvGrpSpPr>
        <p:grpSpPr>
          <a:xfrm>
            <a:off x="8488728" y="578808"/>
            <a:ext cx="2710440" cy="1203480"/>
            <a:chOff x="8488728" y="578808"/>
            <a:chExt cx="2710440" cy="12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DB7600-07FE-E36D-1553-552E58B63390}"/>
                    </a:ext>
                  </a:extLst>
                </p14:cNvPr>
                <p14:cNvContentPartPr/>
                <p14:nvPr/>
              </p14:nvContentPartPr>
              <p14:xfrm>
                <a:off x="8488728" y="1053648"/>
                <a:ext cx="255600" cy="6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DB7600-07FE-E36D-1553-552E58B633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79728" y="1044648"/>
                  <a:ext cx="273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31500BA-F0EF-86FB-2A7C-CC779DCF6D97}"/>
                    </a:ext>
                  </a:extLst>
                </p14:cNvPr>
                <p14:cNvContentPartPr/>
                <p14:nvPr/>
              </p14:nvContentPartPr>
              <p14:xfrm>
                <a:off x="8497728" y="1158408"/>
                <a:ext cx="289440" cy="1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31500BA-F0EF-86FB-2A7C-CC779DCF6D9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89088" y="1149768"/>
                  <a:ext cx="307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C252EB-B81D-A197-7EF8-D4A7F0127D58}"/>
                    </a:ext>
                  </a:extLst>
                </p14:cNvPr>
                <p14:cNvContentPartPr/>
                <p14:nvPr/>
              </p14:nvContentPartPr>
              <p14:xfrm>
                <a:off x="8931168" y="588528"/>
                <a:ext cx="1209240" cy="1193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C252EB-B81D-A197-7EF8-D4A7F0127D5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22528" y="579528"/>
                  <a:ext cx="1226880" cy="12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0C71E4-995B-34A6-D11B-6D6DDE2C2366}"/>
                    </a:ext>
                  </a:extLst>
                </p14:cNvPr>
                <p14:cNvContentPartPr/>
                <p14:nvPr/>
              </p14:nvContentPartPr>
              <p14:xfrm>
                <a:off x="9131328" y="871848"/>
                <a:ext cx="163080" cy="279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0C71E4-995B-34A6-D11B-6D6DDE2C236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122328" y="863208"/>
                  <a:ext cx="1807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E9BD5C-BB0A-7672-9E2E-266F6E61BB5F}"/>
                    </a:ext>
                  </a:extLst>
                </p14:cNvPr>
                <p14:cNvContentPartPr/>
                <p14:nvPr/>
              </p14:nvContentPartPr>
              <p14:xfrm>
                <a:off x="9514728" y="763848"/>
                <a:ext cx="39600" cy="313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E9BD5C-BB0A-7672-9E2E-266F6E61BB5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05728" y="754848"/>
                  <a:ext cx="572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4C0C401-A499-0F44-F6C7-8E1D63F9BC3A}"/>
                    </a:ext>
                  </a:extLst>
                </p14:cNvPr>
                <p14:cNvContentPartPr/>
                <p14:nvPr/>
              </p14:nvContentPartPr>
              <p14:xfrm>
                <a:off x="9508608" y="875088"/>
                <a:ext cx="184320" cy="184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4C0C401-A499-0F44-F6C7-8E1D63F9BC3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499968" y="866088"/>
                  <a:ext cx="201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327E69-86E8-153A-A607-A1E5854894FE}"/>
                    </a:ext>
                  </a:extLst>
                </p14:cNvPr>
                <p14:cNvContentPartPr/>
                <p14:nvPr/>
              </p14:nvContentPartPr>
              <p14:xfrm>
                <a:off x="9694368" y="1048248"/>
                <a:ext cx="134640" cy="137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327E69-86E8-153A-A607-A1E5854894F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85728" y="1039608"/>
                  <a:ext cx="152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E0DB9D-1E95-A61D-6B39-D8C383346992}"/>
                    </a:ext>
                  </a:extLst>
                </p14:cNvPr>
                <p14:cNvContentPartPr/>
                <p14:nvPr/>
              </p14:nvContentPartPr>
              <p14:xfrm>
                <a:off x="9967968" y="722448"/>
                <a:ext cx="230400" cy="230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E0DB9D-1E95-A61D-6B39-D8C38334699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959328" y="713808"/>
                  <a:ext cx="248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6E25DD-D426-0219-F326-819742C8610E}"/>
                    </a:ext>
                  </a:extLst>
                </p14:cNvPr>
                <p14:cNvContentPartPr/>
                <p14:nvPr/>
              </p14:nvContentPartPr>
              <p14:xfrm>
                <a:off x="9996048" y="1061568"/>
                <a:ext cx="264960" cy="47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6E25DD-D426-0219-F326-819742C8610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87408" y="1052568"/>
                  <a:ext cx="2826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52831D-BA71-F18C-EB72-3A662DB1A8BA}"/>
                    </a:ext>
                  </a:extLst>
                </p14:cNvPr>
                <p14:cNvContentPartPr/>
                <p14:nvPr/>
              </p14:nvContentPartPr>
              <p14:xfrm>
                <a:off x="10146888" y="1240128"/>
                <a:ext cx="219960" cy="229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52831D-BA71-F18C-EB72-3A662DB1A8B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37888" y="1231128"/>
                  <a:ext cx="237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0C8693C-DBCE-D3EC-2BAA-0BD2D5709338}"/>
                    </a:ext>
                  </a:extLst>
                </p14:cNvPr>
                <p14:cNvContentPartPr/>
                <p14:nvPr/>
              </p14:nvContentPartPr>
              <p14:xfrm>
                <a:off x="10474848" y="578808"/>
                <a:ext cx="562320" cy="652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0C8693C-DBCE-D3EC-2BAA-0BD2D57093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465848" y="569808"/>
                  <a:ext cx="57996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5E4F5D6-0A11-14F0-FF2B-8ABFAD311735}"/>
                    </a:ext>
                  </a:extLst>
                </p14:cNvPr>
                <p14:cNvContentPartPr/>
                <p14:nvPr/>
              </p14:nvContentPartPr>
              <p14:xfrm>
                <a:off x="10784448" y="734688"/>
                <a:ext cx="191520" cy="301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5E4F5D6-0A11-14F0-FF2B-8ABFAD31173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75808" y="726048"/>
                  <a:ext cx="2091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50B9A5-D4BD-4B10-1DFD-948485325583}"/>
                    </a:ext>
                  </a:extLst>
                </p14:cNvPr>
                <p14:cNvContentPartPr/>
                <p14:nvPr/>
              </p14:nvContentPartPr>
              <p14:xfrm>
                <a:off x="10747728" y="718848"/>
                <a:ext cx="234360" cy="39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50B9A5-D4BD-4B10-1DFD-94848532558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739088" y="710208"/>
                  <a:ext cx="252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1ED8697-DA78-47B5-F49B-0B9B116BAF0A}"/>
                    </a:ext>
                  </a:extLst>
                </p14:cNvPr>
                <p14:cNvContentPartPr/>
                <p14:nvPr/>
              </p14:nvContentPartPr>
              <p14:xfrm>
                <a:off x="11010528" y="865368"/>
                <a:ext cx="188640" cy="239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1ED8697-DA78-47B5-F49B-0B9B116BAF0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001888" y="856728"/>
                  <a:ext cx="20628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1781CD7-D2A0-FD34-4FC9-5665C79C12D7}"/>
                  </a:ext>
                </a:extLst>
              </p14:cNvPr>
              <p14:cNvContentPartPr/>
              <p14:nvPr/>
            </p14:nvContentPartPr>
            <p14:xfrm>
              <a:off x="1571400" y="3606480"/>
              <a:ext cx="10155240" cy="24541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1781CD7-D2A0-FD34-4FC9-5665C79C12D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562040" y="3597120"/>
                <a:ext cx="10173960" cy="247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753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04" y="648393"/>
            <a:ext cx="11504737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In spite of its low g</a:t>
            </a:r>
            <a:r>
              <a:rPr lang="en-AU" baseline="-25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MOSFET have other advantages: </a:t>
            </a: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Z</a:t>
            </a:r>
            <a:r>
              <a:rPr lang="en-AU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size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power dissipation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ease of fabrication.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Note:‐ g</a:t>
            </a:r>
            <a:r>
              <a:rPr lang="en-AU" baseline="-25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of BJT is geometry independent.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AU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≡ output resistance ⎯ slope of the output characteristic evaluated at the operating point ⎯ due to channel length modulation: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Evaluated at the operating point</a:t>
            </a: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typically </a:t>
            </a:r>
            <a:r>
              <a:rPr lang="en-AU" i="1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AU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ranges from 10k→100k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Ω.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7310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3C5327F3-725A-4890-2AE3-CA4909F0C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651" y="3129606"/>
            <a:ext cx="5497349" cy="274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69E3066-A62E-CF5D-990E-A8DAD6DC9CAE}"/>
                  </a:ext>
                </a:extLst>
              </p:cNvPr>
              <p:cNvSpPr/>
              <p:nvPr/>
            </p:nvSpPr>
            <p:spPr>
              <a:xfrm>
                <a:off x="2922205" y="2951704"/>
                <a:ext cx="3173794" cy="10184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o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VDSQ</m:t>
                          </m:r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Q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69E3066-A62E-CF5D-990E-A8DAD6DC9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205" y="2951704"/>
                <a:ext cx="3173794" cy="10184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FEB5C8F-C7F6-DC01-3BA1-72F4A385E0BF}"/>
                  </a:ext>
                </a:extLst>
              </p:cNvPr>
              <p:cNvSpPr/>
              <p:nvPr/>
            </p:nvSpPr>
            <p:spPr>
              <a:xfrm>
                <a:off x="5477255" y="2951704"/>
                <a:ext cx="1493519" cy="10179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>
                          <a:latin typeface="Cambria Math"/>
                          <a:ea typeface="Cambria Math"/>
                        </a:rPr>
                        <m:t>≃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Q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FEB5C8F-C7F6-DC01-3BA1-72F4A385E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255" y="2951704"/>
                <a:ext cx="1493519" cy="10179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4538059-FA71-28B9-3A57-3F617C621637}"/>
                  </a:ext>
                </a:extLst>
              </p14:cNvPr>
              <p14:cNvContentPartPr/>
              <p14:nvPr/>
            </p14:nvContentPartPr>
            <p14:xfrm>
              <a:off x="312840" y="1119240"/>
              <a:ext cx="11638440" cy="5048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4538059-FA71-28B9-3A57-3F617C6216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3480" y="1109880"/>
                <a:ext cx="11657160" cy="506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949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The low frequency model can be modified to include intrinsic capacitors and resistors to obtain high frequency model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/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sz="2800" dirty="0">
              <a:latin typeface="+mn-lt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/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sz="2800" dirty="0">
              <a:latin typeface="+mn-lt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/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US" sz="28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Range: fraction of pF to 1 or 2 pF, depending on device size.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gd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contributes significantly to the Miller effect, resulting in reduction of gain at high frequencies ⎯ (covered later in the course).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AE092EE3-5253-1415-EAF4-3200846D3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384" y="1369336"/>
            <a:ext cx="4786808" cy="2511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2C01FB-F6B2-F6D0-6B8B-D65AE424079F}"/>
              </a:ext>
            </a:extLst>
          </p:cNvPr>
          <p:cNvSpPr/>
          <p:nvPr/>
        </p:nvSpPr>
        <p:spPr>
          <a:xfrm>
            <a:off x="719325" y="3647453"/>
            <a:ext cx="107533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≡ gate‐source capacitance         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gd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≡ gate‐drain capacitance</a:t>
            </a:r>
          </a:p>
          <a:p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≡ drain – substrate capacitance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B4100D-2301-15F7-E5BF-D59B2925CDA6}"/>
                  </a:ext>
                </a:extLst>
              </p14:cNvPr>
              <p14:cNvContentPartPr/>
              <p14:nvPr/>
            </p14:nvContentPartPr>
            <p14:xfrm>
              <a:off x="78480" y="1147320"/>
              <a:ext cx="11757600" cy="3994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B4100D-2301-15F7-E5BF-D59B2925CD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120" y="1137960"/>
                <a:ext cx="11776320" cy="401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2151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dirty="0">
                <a:latin typeface="Arial" panose="020B0604020202020204" pitchFamily="34" charset="0"/>
                <a:cs typeface="Arial" panose="020B0604020202020204" pitchFamily="34" charset="0"/>
              </a:rPr>
              <a:t>Example 1: Common Source Amplifier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C0F1130A-7B0D-9A6A-5B9A-8DA4DB98C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456" y="1284552"/>
            <a:ext cx="2880320" cy="270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8639C1-17BF-617E-CFBA-82BBE9FCF70A}"/>
                  </a:ext>
                </a:extLst>
              </p14:cNvPr>
              <p14:cNvContentPartPr/>
              <p14:nvPr/>
            </p14:nvContentPartPr>
            <p14:xfrm>
              <a:off x="657720" y="1079280"/>
              <a:ext cx="11570760" cy="4408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8639C1-17BF-617E-CFBA-82BBE9FCF7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360" y="1069920"/>
                <a:ext cx="11589480" cy="442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5574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14:cNvPr>
              <p14:cNvContentPartPr/>
              <p14:nvPr/>
            </p14:nvContentPartPr>
            <p14:xfrm>
              <a:off x="4637808" y="2045448"/>
              <a:ext cx="5400" cy="1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8165" y="2036615"/>
                <a:ext cx="24300" cy="3639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A92165B-93BB-1749-957B-F9F7C911E3E1}"/>
              </a:ext>
            </a:extLst>
          </p:cNvPr>
          <p:cNvSpPr txBox="1"/>
          <p:nvPr/>
        </p:nvSpPr>
        <p:spPr>
          <a:xfrm>
            <a:off x="711766" y="824407"/>
            <a:ext cx="69234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Calculate voltage gain ( A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= Vo/Vs)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AU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CE2DEE6-6C9C-1968-A020-0691C5B45092}"/>
                  </a:ext>
                </a:extLst>
              </p14:cNvPr>
              <p14:cNvContentPartPr/>
              <p14:nvPr/>
            </p14:nvContentPartPr>
            <p14:xfrm>
              <a:off x="973440" y="1187640"/>
              <a:ext cx="10828800" cy="4512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CE2DEE6-6C9C-1968-A020-0691C5B450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4080" y="1178280"/>
                <a:ext cx="10847520" cy="45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258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14:cNvPr>
              <p14:cNvContentPartPr/>
              <p14:nvPr/>
            </p14:nvContentPartPr>
            <p14:xfrm>
              <a:off x="4637808" y="2045448"/>
              <a:ext cx="5400" cy="1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8165" y="2036615"/>
                <a:ext cx="24300" cy="3639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1128366-5631-8741-1E2C-8FF9FCC5F94B}"/>
              </a:ext>
            </a:extLst>
          </p:cNvPr>
          <p:cNvSpPr txBox="1"/>
          <p:nvPr/>
        </p:nvSpPr>
        <p:spPr>
          <a:xfrm>
            <a:off x="711766" y="824407"/>
            <a:ext cx="6923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Calculate input impedance (R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AU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ABD314E-D962-1729-45D0-C70C8C7729EA}"/>
                  </a:ext>
                </a:extLst>
              </p14:cNvPr>
              <p14:cNvContentPartPr/>
              <p14:nvPr/>
            </p14:nvContentPartPr>
            <p14:xfrm>
              <a:off x="1705320" y="1368720"/>
              <a:ext cx="7895160" cy="2807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ABD314E-D962-1729-45D0-C70C8C7729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5960" y="1359360"/>
                <a:ext cx="7913880" cy="282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14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14:cNvPr>
              <p14:cNvContentPartPr/>
              <p14:nvPr/>
            </p14:nvContentPartPr>
            <p14:xfrm>
              <a:off x="4637808" y="2045448"/>
              <a:ext cx="5400" cy="1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8165" y="2036615"/>
                <a:ext cx="24300" cy="3639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6F233A0-8268-DB84-DB6E-AE5D3993E622}"/>
              </a:ext>
            </a:extLst>
          </p:cNvPr>
          <p:cNvSpPr txBox="1"/>
          <p:nvPr/>
        </p:nvSpPr>
        <p:spPr>
          <a:xfrm>
            <a:off x="711766" y="824407"/>
            <a:ext cx="69234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Output impedance (R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AU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7EEA019-55BB-ADD3-E74D-8FABB4B8587B}"/>
                  </a:ext>
                </a:extLst>
              </p14:cNvPr>
              <p14:cNvContentPartPr/>
              <p14:nvPr/>
            </p14:nvContentPartPr>
            <p14:xfrm>
              <a:off x="1752120" y="860040"/>
              <a:ext cx="8558640" cy="3329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7EEA019-55BB-ADD3-E74D-8FABB4B858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42760" y="850680"/>
                <a:ext cx="8577360" cy="33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9308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AU" sz="3000" dirty="0">
                <a:latin typeface="Arial" panose="020B0604020202020204" pitchFamily="34" charset="0"/>
                <a:cs typeface="Arial" panose="020B0604020202020204" pitchFamily="34" charset="0"/>
              </a:rPr>
              <a:t>DC analysis of MOSFET circuits requires the following relations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For n-MOS </a:t>
            </a:r>
          </a:p>
          <a:p>
            <a:pPr lvl="2"/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3" indent="0">
              <a:buNone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saturation region 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A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3" indent="0">
              <a:buNone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triode (ohmic) region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     </a:t>
            </a:r>
          </a:p>
          <a:p>
            <a:pPr marL="1371600" lvl="3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0&lt;V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marL="914400" lvl="2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cut off region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T,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≤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AU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A881188-74EC-9657-201B-C3F9EEF4C916}"/>
                  </a:ext>
                </a:extLst>
              </p:cNvPr>
              <p:cNvSpPr/>
              <p:nvPr/>
            </p:nvSpPr>
            <p:spPr>
              <a:xfrm>
                <a:off x="896656" y="1656184"/>
                <a:ext cx="4333712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A881188-74EC-9657-201B-C3F9EEF4C9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56" y="1656184"/>
                <a:ext cx="4333712" cy="7105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0209CCE-EB7C-A1CC-268B-292218F54398}"/>
                  </a:ext>
                </a:extLst>
              </p:cNvPr>
              <p:cNvSpPr/>
              <p:nvPr/>
            </p:nvSpPr>
            <p:spPr>
              <a:xfrm>
                <a:off x="896656" y="2552714"/>
                <a:ext cx="6378998" cy="8338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AU" sz="2800" i="1" dirty="0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800" b="0" i="0" dirty="0" smtClean="0">
                                    <a:latin typeface="Cambria Math"/>
                                    <a:ea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800" b="0" i="0" dirty="0" smtClean="0">
                                    <a:latin typeface="Cambria Math"/>
                                    <a:ea typeface="Cambria Math"/>
                                  </a:rPr>
                                  <m:t>DS</m:t>
                                </m:r>
                              </m:sub>
                            </m:sSub>
                          </m:num>
                          <m:den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DS</m:t>
                            </m:r>
                          </m:sub>
                        </m:sSub>
                      </m:e>
                      <m:sup/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0209CCE-EB7C-A1CC-268B-292218F543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56" y="2552714"/>
                <a:ext cx="6378998" cy="8338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F88675-150F-D215-CECB-B6E723D3E0A3}"/>
                  </a:ext>
                </a:extLst>
              </p:cNvPr>
              <p:cNvSpPr/>
              <p:nvPr/>
            </p:nvSpPr>
            <p:spPr>
              <a:xfrm>
                <a:off x="292468" y="3766988"/>
                <a:ext cx="24492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F88675-150F-D215-CECB-B6E723D3E0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68" y="3766988"/>
                <a:ext cx="24492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88B078A-AFD6-0530-781B-1695E08A9652}"/>
                  </a:ext>
                </a:extLst>
              </p14:cNvPr>
              <p14:cNvContentPartPr/>
              <p14:nvPr/>
            </p14:nvContentPartPr>
            <p14:xfrm>
              <a:off x="8269776" y="3907806"/>
              <a:ext cx="2839680" cy="1968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88B078A-AFD6-0530-781B-1695E08A96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60416" y="3898446"/>
                <a:ext cx="2858400" cy="19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C6CDA54-C6D3-CF2B-56CC-473D3ABF2CA7}"/>
                  </a:ext>
                </a:extLst>
              </p14:cNvPr>
              <p14:cNvContentPartPr/>
              <p14:nvPr/>
            </p14:nvContentPartPr>
            <p14:xfrm>
              <a:off x="408600" y="1810440"/>
              <a:ext cx="11786040" cy="4249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C6CDA54-C6D3-CF2B-56CC-473D3ABF2C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9240" y="1801080"/>
                <a:ext cx="11804760" cy="426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4835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AU" sz="3000" dirty="0">
                <a:latin typeface="Arial" panose="020B0604020202020204" pitchFamily="34" charset="0"/>
                <a:cs typeface="Arial" panose="020B0604020202020204" pitchFamily="34" charset="0"/>
              </a:rPr>
              <a:t>DC analysis of MOSFET circuits requires the following relations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For p-MOS </a:t>
            </a:r>
          </a:p>
          <a:p>
            <a:pPr marL="457200" lvl="1" indent="0">
              <a:buNone/>
            </a:pPr>
            <a:r>
              <a:rPr lang="en-AU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saturation region 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 </a:t>
            </a:r>
          </a:p>
          <a:p>
            <a:pPr marL="457200" lvl="1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457200" lvl="1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triode (ohmic) region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457200" lvl="1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and 0&gt;V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lvl="2"/>
            <a:endParaRPr lang="en-AU" sz="2000" dirty="0">
              <a:latin typeface="+mn-lt"/>
            </a:endParaRPr>
          </a:p>
          <a:p>
            <a:pPr marL="914400" lvl="2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cut off region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≤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AU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8A2480A-3579-D9BD-6980-498879D4A7DD}"/>
                  </a:ext>
                </a:extLst>
              </p:cNvPr>
              <p:cNvSpPr/>
              <p:nvPr/>
            </p:nvSpPr>
            <p:spPr>
              <a:xfrm>
                <a:off x="1214127" y="1635028"/>
                <a:ext cx="5349294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 panose="02040503050406030204" pitchFamily="18" charset="0"/>
                            <a:ea typeface="Cambria Math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8A2480A-3579-D9BD-6980-498879D4A7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27" y="1635028"/>
                <a:ext cx="5349294" cy="71057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80F70B1-D454-7A14-04DC-71FCA0D6C3AC}"/>
                  </a:ext>
                </a:extLst>
              </p:cNvPr>
              <p:cNvSpPr/>
              <p:nvPr/>
            </p:nvSpPr>
            <p:spPr>
              <a:xfrm>
                <a:off x="1164752" y="2362512"/>
                <a:ext cx="6815268" cy="8338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 panose="02040503050406030204" pitchFamily="18" charset="0"/>
                            <a:ea typeface="Cambria Math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AU" sz="2800" i="1" dirty="0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800" b="0" i="0" dirty="0" smtClean="0">
                                    <a:latin typeface="Cambria Math"/>
                                    <a:ea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800" b="0" i="0" dirty="0" smtClean="0">
                                    <a:latin typeface="Cambria Math"/>
                                    <a:ea typeface="Cambria Math"/>
                                  </a:rPr>
                                  <m:t>DS</m:t>
                                </m:r>
                              </m:sub>
                            </m:sSub>
                          </m:num>
                          <m:den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DS</m:t>
                            </m:r>
                          </m:sub>
                        </m:sSub>
                      </m:e>
                      <m:sup/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80F70B1-D454-7A14-04DC-71FCA0D6C3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752" y="2362512"/>
                <a:ext cx="6815268" cy="833818"/>
              </a:xfrm>
              <a:prstGeom prst="rect">
                <a:avLst/>
              </a:prstGeom>
              <a:blipFill>
                <a:blip r:embed="rId6"/>
                <a:stretch>
                  <a:fillRect b="-102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AF9738-0796-F3F2-2116-E48DD108AB6E}"/>
                  </a:ext>
                </a:extLst>
              </p:cNvPr>
              <p:cNvSpPr/>
              <p:nvPr/>
            </p:nvSpPr>
            <p:spPr>
              <a:xfrm>
                <a:off x="2093836" y="3644151"/>
                <a:ext cx="21149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AF9738-0796-F3F2-2116-E48DD108AB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836" y="3644151"/>
                <a:ext cx="211497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B8C2AF4-92D1-7520-3B1C-E8950698C162}"/>
                  </a:ext>
                </a:extLst>
              </p14:cNvPr>
              <p14:cNvContentPartPr/>
              <p14:nvPr/>
            </p14:nvContentPartPr>
            <p14:xfrm>
              <a:off x="4435416" y="3905761"/>
              <a:ext cx="2878920" cy="2155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B8C2AF4-92D1-7520-3B1C-E8950698C1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26056" y="3896401"/>
                <a:ext cx="2897640" cy="21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5BBF2A-D679-2478-5E58-21618B83EAAC}"/>
                  </a:ext>
                </a:extLst>
              </p14:cNvPr>
              <p14:cNvContentPartPr/>
              <p14:nvPr/>
            </p14:nvContentPartPr>
            <p14:xfrm>
              <a:off x="443160" y="1897560"/>
              <a:ext cx="11574720" cy="4458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5BBF2A-D679-2478-5E58-21618B83EA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3800" y="1888200"/>
                <a:ext cx="11593440" cy="447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2075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3000" b="1" dirty="0">
                <a:latin typeface="Arial" panose="020B0604020202020204" pitchFamily="34" charset="0"/>
                <a:cs typeface="Arial" panose="020B0604020202020204" pitchFamily="34" charset="0"/>
              </a:rPr>
              <a:t>Steps in DC analysis</a:t>
            </a:r>
          </a:p>
          <a:p>
            <a:pPr marL="0" indent="0">
              <a:buNone/>
            </a:pPr>
            <a:endParaRPr lang="en-AU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Open circuit all capacitors (coupling capacitors) and short circuit all inductors if any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Calculate gate voltage (V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) or gate-source voltage (V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Based on V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or V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, guess possible operating region that the transistor can be. (Saturation,  triode  or  cut off)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Calculate DC biasing voltages and currents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Check if your assumption  in (d) is valid. If valid, then the calculated DC biasing voltages and currents  are correct. Otherwise,  repeat steps (d-f).   </a:t>
            </a:r>
            <a:endParaRPr lang="en-AU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7481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Example:</a:t>
            </a:r>
          </a:p>
          <a:p>
            <a:pPr marL="457200" lvl="1" indent="0">
              <a:buNone/>
            </a:pPr>
            <a:endParaRPr lang="en-AU" sz="2000" dirty="0">
              <a:latin typeface="+mn-lt"/>
            </a:endParaRPr>
          </a:p>
          <a:p>
            <a:pPr marL="914400" lvl="2" indent="0">
              <a:buNone/>
            </a:pPr>
            <a:endParaRPr lang="en-AU" sz="2000" baseline="-25000" dirty="0">
              <a:latin typeface="+mn-lt"/>
            </a:endParaRPr>
          </a:p>
          <a:p>
            <a:pPr lvl="2"/>
            <a:endParaRPr lang="en-AU" sz="2000" dirty="0">
              <a:latin typeface="+mn-lt"/>
            </a:endParaRPr>
          </a:p>
          <a:p>
            <a:pPr lvl="2"/>
            <a:endParaRPr lang="en-AU" sz="2000" dirty="0">
              <a:latin typeface="+mn-lt"/>
            </a:endParaRPr>
          </a:p>
          <a:p>
            <a:pPr marL="914400" lvl="2" indent="0">
              <a:buNone/>
            </a:pPr>
            <a:endParaRPr lang="en-AU" sz="2000" dirty="0">
              <a:latin typeface="+mn-lt"/>
            </a:endParaRPr>
          </a:p>
          <a:p>
            <a:pPr lvl="2"/>
            <a:endParaRPr lang="en-AU" sz="2000" dirty="0">
              <a:latin typeface="+mn-lt"/>
            </a:endParaRPr>
          </a:p>
          <a:p>
            <a:pPr marL="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717FB1B-3343-5D13-3700-F5CE855AD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064" y="980489"/>
            <a:ext cx="695325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B57BFA-2B9B-4109-96BD-2D1B26573C5B}"/>
              </a:ext>
            </a:extLst>
          </p:cNvPr>
          <p:cNvSpPr/>
          <p:nvPr/>
        </p:nvSpPr>
        <p:spPr>
          <a:xfrm>
            <a:off x="1481328" y="4850872"/>
            <a:ext cx="13407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AU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CC84F48-816E-019C-74E1-375DD17E3199}"/>
                  </a:ext>
                </a:extLst>
              </p:cNvPr>
              <p:cNvSpPr/>
              <p:nvPr/>
            </p:nvSpPr>
            <p:spPr>
              <a:xfrm>
                <a:off x="5126360" y="4678331"/>
                <a:ext cx="4438264" cy="896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n</m:t>
                          </m:r>
                        </m:sub>
                      </m:sSub>
                      <m:sSub>
                        <m:sSubPr>
                          <m:ctrlPr>
                            <a:rPr lang="en-AU" sz="2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ox</m:t>
                          </m:r>
                        </m:sub>
                      </m:sSub>
                      <m:f>
                        <m:fPr>
                          <m:ctrlPr>
                            <a:rPr lang="en-AU" sz="2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L</m:t>
                          </m:r>
                        </m:den>
                      </m:f>
                      <m:r>
                        <a:rPr lang="en-AU" sz="2800" b="0" i="0" dirty="0">
                          <a:latin typeface="Cambria Math"/>
                        </a:rPr>
                        <m:t>=</m:t>
                      </m:r>
                      <m:r>
                        <a:rPr lang="en-AU" sz="2800" b="0" i="0" dirty="0" smtClean="0"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AU" sz="2800" b="0" i="0" dirty="0" smtClean="0">
                          <a:latin typeface="Cambria Math"/>
                        </a:rPr>
                        <m:t>mA</m:t>
                      </m:r>
                      <m:sSup>
                        <m:sSupPr>
                          <m:ctrlPr>
                            <a:rPr lang="en-AU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0" dirty="0" smtClean="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AU" sz="2800" b="0" i="0" dirty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800" baseline="30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CC84F48-816E-019C-74E1-375DD17E31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360" y="4678331"/>
                <a:ext cx="4438264" cy="8961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29349F1-7B90-91FB-21E1-C08B3F79BA3B}"/>
                  </a:ext>
                </a:extLst>
              </p:cNvPr>
              <p:cNvSpPr/>
              <p:nvPr/>
            </p:nvSpPr>
            <p:spPr>
              <a:xfrm>
                <a:off x="3398168" y="4820094"/>
                <a:ext cx="172819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800" dirty="0">
                    <a:ea typeface="Cambria Math"/>
                  </a:rPr>
                  <a:t>V</a:t>
                </a:r>
                <a:r>
                  <a:rPr lang="en-AU" sz="2800" baseline="-25000" dirty="0">
                    <a:ea typeface="Cambria Math"/>
                  </a:rPr>
                  <a:t>t</a:t>
                </a:r>
                <a14:m>
                  <m:oMath xmlns:m="http://schemas.openxmlformats.org/officeDocument/2006/math">
                    <m:r>
                      <a:rPr lang="en-AU" sz="2800" b="0" dirty="0">
                        <a:latin typeface="Cambria Math"/>
                      </a:rPr>
                      <m:t>=</m:t>
                    </m:r>
                    <m:r>
                      <a:rPr lang="en-AU" sz="2800" b="0" i="0" dirty="0" smtClean="0"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AU" sz="2800" b="0" i="0" dirty="0" smtClean="0">
                        <a:latin typeface="Cambria Math"/>
                      </a:rPr>
                      <m:t>V</m:t>
                    </m:r>
                  </m:oMath>
                </a14:m>
                <a:endParaRPr lang="en-AU" sz="2800" baseline="30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29349F1-7B90-91FB-21E1-C08B3F79BA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168" y="4820094"/>
                <a:ext cx="1728192" cy="523220"/>
              </a:xfrm>
              <a:prstGeom prst="rect">
                <a:avLst/>
              </a:prstGeom>
              <a:blipFill>
                <a:blip r:embed="rId7"/>
                <a:stretch>
                  <a:fillRect l="-7042" t="-11628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C2EF0E2-DAE9-6863-ECA3-C1191A03BF73}"/>
                  </a:ext>
                </a:extLst>
              </p14:cNvPr>
              <p14:cNvContentPartPr/>
              <p14:nvPr/>
            </p14:nvContentPartPr>
            <p14:xfrm>
              <a:off x="506880" y="626040"/>
              <a:ext cx="11529720" cy="5248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C2EF0E2-DAE9-6863-ECA3-C1191A03BF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520" y="616680"/>
                <a:ext cx="11548440" cy="526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1866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2A09180-9E77-287D-7316-82394220147A}"/>
                  </a:ext>
                </a:extLst>
              </p14:cNvPr>
              <p14:cNvContentPartPr/>
              <p14:nvPr/>
            </p14:nvContentPartPr>
            <p14:xfrm>
              <a:off x="576360" y="348840"/>
              <a:ext cx="11291400" cy="5588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2A09180-9E77-287D-7316-8239422014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7000" y="339480"/>
                <a:ext cx="11310120" cy="560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4465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F8D6E6AD-2CF8-6F03-528C-B7162EF88917}"/>
              </a:ext>
            </a:extLst>
          </p:cNvPr>
          <p:cNvGrpSpPr/>
          <p:nvPr/>
        </p:nvGrpSpPr>
        <p:grpSpPr>
          <a:xfrm>
            <a:off x="785520" y="1755295"/>
            <a:ext cx="1517040" cy="3610800"/>
            <a:chOff x="785520" y="1755295"/>
            <a:chExt cx="1517040" cy="361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BB9BE1-4392-3739-F6E9-D7042FBC41CA}"/>
                    </a:ext>
                  </a:extLst>
                </p14:cNvPr>
                <p14:cNvContentPartPr/>
                <p14:nvPr/>
              </p14:nvContentPartPr>
              <p14:xfrm>
                <a:off x="1630440" y="2146615"/>
                <a:ext cx="154800" cy="231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59D488C-0652-55FC-D83D-717848FAA84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21440" y="2137615"/>
                  <a:ext cx="172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9FD4FDE-1FF3-6563-F5A1-F2777728A5BB}"/>
                    </a:ext>
                  </a:extLst>
                </p14:cNvPr>
                <p14:cNvContentPartPr/>
                <p14:nvPr/>
              </p14:nvContentPartPr>
              <p14:xfrm>
                <a:off x="1612080" y="2156695"/>
                <a:ext cx="221760" cy="1384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2A10A5-92F5-84E7-3656-C09BF2A9FD1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03440" y="2147695"/>
                  <a:ext cx="239400" cy="14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07485B1-3F02-CB34-8DB1-01B4C6FB6C33}"/>
                    </a:ext>
                  </a:extLst>
                </p14:cNvPr>
                <p14:cNvContentPartPr/>
                <p14:nvPr/>
              </p14:nvContentPartPr>
              <p14:xfrm>
                <a:off x="1482840" y="3469975"/>
                <a:ext cx="270000" cy="473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12141B-539E-F53F-4CB6-412446CE9AD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74200" y="3460975"/>
                  <a:ext cx="28764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6C4D62-BDD4-8EFE-99AC-AE5569A7C9FD}"/>
                    </a:ext>
                  </a:extLst>
                </p14:cNvPr>
                <p14:cNvContentPartPr/>
                <p14:nvPr/>
              </p14:nvContentPartPr>
              <p14:xfrm>
                <a:off x="1373040" y="3616495"/>
                <a:ext cx="9360" cy="340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C4DC5D-C9F2-0E06-F1BB-27FF9756325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64040" y="3607855"/>
                  <a:ext cx="270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203476-2926-12F1-171C-061B3E0738F4}"/>
                    </a:ext>
                  </a:extLst>
                </p14:cNvPr>
                <p14:cNvContentPartPr/>
                <p14:nvPr/>
              </p14:nvContentPartPr>
              <p14:xfrm>
                <a:off x="1510920" y="3891895"/>
                <a:ext cx="248760" cy="564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5B1DB5-F673-5B48-DC0B-FF306386D82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01920" y="3883255"/>
                  <a:ext cx="26640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E6D050-1003-1362-15DB-988B2157566C}"/>
                    </a:ext>
                  </a:extLst>
                </p14:cNvPr>
                <p14:cNvContentPartPr/>
                <p14:nvPr/>
              </p14:nvContentPartPr>
              <p14:xfrm>
                <a:off x="1625040" y="3806575"/>
                <a:ext cx="109800" cy="185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09BA7AA-2279-7E49-1962-5ADFBFBD0D8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16040" y="3797935"/>
                  <a:ext cx="127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B28973-0496-66CF-E97B-8FF49109FEA3}"/>
                    </a:ext>
                  </a:extLst>
                </p14:cNvPr>
                <p14:cNvContentPartPr/>
                <p14:nvPr/>
              </p14:nvContentPartPr>
              <p14:xfrm>
                <a:off x="1711440" y="4418935"/>
                <a:ext cx="146520" cy="523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E7BE115-C446-7A30-D043-803707FB8BE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02800" y="4410295"/>
                  <a:ext cx="16416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FEB1AF-070B-5170-7C2B-A14A67B679CE}"/>
                    </a:ext>
                  </a:extLst>
                </p14:cNvPr>
                <p14:cNvContentPartPr/>
                <p14:nvPr/>
              </p14:nvContentPartPr>
              <p14:xfrm>
                <a:off x="1959120" y="4402735"/>
                <a:ext cx="95760" cy="286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10606F-E365-6E75-B8CD-994F395A2F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50480" y="4394095"/>
                  <a:ext cx="1134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286E9D-59E4-899B-4C17-5D83CAAFD15D}"/>
                    </a:ext>
                  </a:extLst>
                </p14:cNvPr>
                <p14:cNvContentPartPr/>
                <p14:nvPr/>
              </p14:nvContentPartPr>
              <p14:xfrm>
                <a:off x="2118600" y="4495255"/>
                <a:ext cx="94320" cy="153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12A2032-3729-DA46-6CFF-9ED68A51F7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09600" y="4486255"/>
                  <a:ext cx="111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8EA9668-19EC-AC57-2E05-EF4B2BEB7602}"/>
                    </a:ext>
                  </a:extLst>
                </p14:cNvPr>
                <p14:cNvContentPartPr/>
                <p14:nvPr/>
              </p14:nvContentPartPr>
              <p14:xfrm>
                <a:off x="1071360" y="3742495"/>
                <a:ext cx="276120" cy="74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E5920BC-6E20-4D7A-1561-E4CC47D40A0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2720" y="3733855"/>
                  <a:ext cx="293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B2CEEC-B20C-B09E-718F-59FBBC46D5C2}"/>
                    </a:ext>
                  </a:extLst>
                </p14:cNvPr>
                <p14:cNvContentPartPr/>
                <p14:nvPr/>
              </p14:nvContentPartPr>
              <p14:xfrm>
                <a:off x="1054800" y="3828175"/>
                <a:ext cx="41760" cy="358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A51C65-0581-2ECC-4BC0-7EBBD3CA71E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45800" y="3819535"/>
                  <a:ext cx="594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60325D2-7FAE-390E-2916-B66A458FE66C}"/>
                    </a:ext>
                  </a:extLst>
                </p14:cNvPr>
                <p14:cNvContentPartPr/>
                <p14:nvPr/>
              </p14:nvContentPartPr>
              <p14:xfrm>
                <a:off x="785520" y="4214095"/>
                <a:ext cx="280080" cy="40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21EEE0-8DCB-6CB3-9517-B36CDECE35B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6880" y="4205455"/>
                  <a:ext cx="297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EA53556-46EE-73AB-F45F-2CD02DB7C766}"/>
                    </a:ext>
                  </a:extLst>
                </p14:cNvPr>
                <p14:cNvContentPartPr/>
                <p14:nvPr/>
              </p14:nvContentPartPr>
              <p14:xfrm>
                <a:off x="880200" y="4313095"/>
                <a:ext cx="167760" cy="21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09A1FA3-4DB5-D6D7-B351-E387469C41E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1560" y="4304455"/>
                  <a:ext cx="185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197F0CF-FE17-45D0-0D5A-39D12B9F900E}"/>
                    </a:ext>
                  </a:extLst>
                </p14:cNvPr>
                <p14:cNvContentPartPr/>
                <p14:nvPr/>
              </p14:nvContentPartPr>
              <p14:xfrm>
                <a:off x="876960" y="4429735"/>
                <a:ext cx="152280" cy="9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DDA8487-ABE6-9565-951C-3270664A4B9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7960" y="4420735"/>
                  <a:ext cx="169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5D50243-036A-413D-DF4F-56CDB4D55D7F}"/>
                    </a:ext>
                  </a:extLst>
                </p14:cNvPr>
                <p14:cNvContentPartPr/>
                <p14:nvPr/>
              </p14:nvContentPartPr>
              <p14:xfrm>
                <a:off x="1762560" y="4908535"/>
                <a:ext cx="79560" cy="196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9665D02-C581-D645-D718-6BE82BDE9A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753560" y="4899535"/>
                  <a:ext cx="97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0519EB-0295-3747-44C9-E0A3D75D4EE0}"/>
                    </a:ext>
                  </a:extLst>
                </p14:cNvPr>
                <p14:cNvContentPartPr/>
                <p14:nvPr/>
              </p14:nvContentPartPr>
              <p14:xfrm>
                <a:off x="1458000" y="5282935"/>
                <a:ext cx="128160" cy="20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E2A3A7C-BB81-64A1-539B-06CFB34A226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49000" y="5273935"/>
                  <a:ext cx="145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640FB1-1553-7D44-EA39-5220D4760393}"/>
                    </a:ext>
                  </a:extLst>
                </p14:cNvPr>
                <p14:cNvContentPartPr/>
                <p14:nvPr/>
              </p14:nvContentPartPr>
              <p14:xfrm>
                <a:off x="1617120" y="5201575"/>
                <a:ext cx="116640" cy="164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893792-CCD0-ADCE-4429-A962EE0E9BA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608120" y="5192935"/>
                  <a:ext cx="134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76F15B-CD96-6053-BBDF-C5044F324A3B}"/>
                    </a:ext>
                  </a:extLst>
                </p14:cNvPr>
                <p14:cNvContentPartPr/>
                <p14:nvPr/>
              </p14:nvContentPartPr>
              <p14:xfrm>
                <a:off x="1803600" y="5270695"/>
                <a:ext cx="8280" cy="8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93D078E-FC43-7513-B3CB-8178FD94F8A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94600" y="5262055"/>
                  <a:ext cx="25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3243E4D-CB9E-2919-0E3F-28A514FDA36B}"/>
                    </a:ext>
                  </a:extLst>
                </p14:cNvPr>
                <p14:cNvContentPartPr/>
                <p14:nvPr/>
              </p14:nvContentPartPr>
              <p14:xfrm>
                <a:off x="1849320" y="5193655"/>
                <a:ext cx="77400" cy="145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8DC6DA-25CF-C857-092E-BDB8F6B71B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40680" y="5185015"/>
                  <a:ext cx="95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A6EB7DE-0B98-B51D-3674-127175508693}"/>
                    </a:ext>
                  </a:extLst>
                </p14:cNvPr>
                <p14:cNvContentPartPr/>
                <p14:nvPr/>
              </p14:nvContentPartPr>
              <p14:xfrm>
                <a:off x="1844280" y="5092855"/>
                <a:ext cx="291240" cy="215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4CD8E5-D521-C262-0D50-F67620FC31D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35640" y="5084215"/>
                  <a:ext cx="308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73E6083-1A67-D04D-5969-56205B757B1A}"/>
                    </a:ext>
                  </a:extLst>
                </p14:cNvPr>
                <p14:cNvContentPartPr/>
                <p14:nvPr/>
              </p14:nvContentPartPr>
              <p14:xfrm>
                <a:off x="1761840" y="1897855"/>
                <a:ext cx="74880" cy="138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230CE94-0093-E244-2BBA-A73B0C4D9A9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52840" y="1889215"/>
                  <a:ext cx="92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010600-23A1-856C-7BD3-ADDA7D8A6E28}"/>
                    </a:ext>
                  </a:extLst>
                </p14:cNvPr>
                <p14:cNvContentPartPr/>
                <p14:nvPr/>
              </p14:nvContentPartPr>
              <p14:xfrm>
                <a:off x="1893240" y="1992535"/>
                <a:ext cx="4320" cy="4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577B1B-0ECF-D069-24B5-A3AB3E1B2AD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84240" y="1983535"/>
                  <a:ext cx="21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007B3B7-BB69-10BC-A612-14E84DAFEDB8}"/>
                    </a:ext>
                  </a:extLst>
                </p14:cNvPr>
                <p14:cNvContentPartPr/>
                <p14:nvPr/>
              </p14:nvContentPartPr>
              <p14:xfrm>
                <a:off x="2009880" y="1877695"/>
                <a:ext cx="63720" cy="133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14AE2D2-E725-7820-874E-74F2672F265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01240" y="1868695"/>
                  <a:ext cx="81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C0FA786-874F-F95B-5C94-0FE69CE9EEE8}"/>
                    </a:ext>
                  </a:extLst>
                </p14:cNvPr>
                <p14:cNvContentPartPr/>
                <p14:nvPr/>
              </p14:nvContentPartPr>
              <p14:xfrm>
                <a:off x="2012760" y="1755295"/>
                <a:ext cx="289800" cy="219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563BF60-2C64-6E30-D598-D09672388D4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004120" y="1746295"/>
                  <a:ext cx="3074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45A12BA-80B8-AE71-6071-695180169A52}"/>
                    </a:ext>
                  </a:extLst>
                </p14:cNvPr>
                <p14:cNvContentPartPr/>
                <p14:nvPr/>
              </p14:nvContentPartPr>
              <p14:xfrm>
                <a:off x="1501920" y="2674015"/>
                <a:ext cx="19800" cy="380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CDEAF0-72B7-1F40-D11E-F7AFE17E1AF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493280" y="2665375"/>
                  <a:ext cx="374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360B25-B5BC-5BF0-BD0E-629C372F2049}"/>
                    </a:ext>
                  </a:extLst>
                </p14:cNvPr>
                <p14:cNvContentPartPr/>
                <p14:nvPr/>
              </p14:nvContentPartPr>
              <p14:xfrm>
                <a:off x="1459800" y="2988655"/>
                <a:ext cx="117720" cy="102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C3746AC-07EC-2C20-E8DE-63213B18CAC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51160" y="2979655"/>
                  <a:ext cx="1353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DB3B793-54EB-B294-B0F1-94496A01C7E6}"/>
                    </a:ext>
                  </a:extLst>
                </p14:cNvPr>
                <p14:cNvContentPartPr/>
                <p14:nvPr/>
              </p14:nvContentPartPr>
              <p14:xfrm>
                <a:off x="1075680" y="2790655"/>
                <a:ext cx="95040" cy="245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F589832-F735-F846-F2FB-137495CED0D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67040" y="2781655"/>
                  <a:ext cx="112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3921AF9-9DFB-E00E-8781-F166BE4BD943}"/>
                    </a:ext>
                  </a:extLst>
                </p14:cNvPr>
                <p14:cNvContentPartPr/>
                <p14:nvPr/>
              </p14:nvContentPartPr>
              <p14:xfrm>
                <a:off x="1046160" y="2743135"/>
                <a:ext cx="57600" cy="57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8EF3BBD-0EB6-241E-D3C7-366E5A2248D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37520" y="2734495"/>
                  <a:ext cx="75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613A6A6-87D4-E060-302D-DD525035F52F}"/>
                    </a:ext>
                  </a:extLst>
                </p14:cNvPr>
                <p14:cNvContentPartPr/>
                <p14:nvPr/>
              </p14:nvContentPartPr>
              <p14:xfrm>
                <a:off x="1194840" y="2891455"/>
                <a:ext cx="125640" cy="169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9C603ED-59D7-31E3-9257-69FBE17540C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86200" y="2882815"/>
                  <a:ext cx="143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B3C3A70-BFF0-6776-BA03-A9D693472B76}"/>
                    </a:ext>
                  </a:extLst>
                </p14:cNvPr>
                <p14:cNvContentPartPr/>
                <p14:nvPr/>
              </p14:nvContentPartPr>
              <p14:xfrm>
                <a:off x="1895040" y="2611735"/>
                <a:ext cx="129600" cy="243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B082784-3A19-A235-FB44-DD8845E024D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86040" y="2603095"/>
                  <a:ext cx="147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2CB4103-0DED-E318-EA39-9CA03A8120A2}"/>
                    </a:ext>
                  </a:extLst>
                </p14:cNvPr>
                <p14:cNvContentPartPr/>
                <p14:nvPr/>
              </p14:nvContentPartPr>
              <p14:xfrm>
                <a:off x="2072880" y="2733415"/>
                <a:ext cx="135360" cy="173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F3CA825-143D-1BFE-044A-3C3B0B7E19B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063880" y="2724775"/>
                  <a:ext cx="1530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B08DF2-4443-10E0-32FD-7499842AE773}"/>
                    </a:ext>
                  </a:extLst>
                </p14:cNvPr>
                <p14:cNvContentPartPr/>
                <p14:nvPr/>
              </p14:nvContentPartPr>
              <p14:xfrm>
                <a:off x="1703520" y="3339655"/>
                <a:ext cx="59400" cy="2844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BE3D351D-0698-A41D-1F80-B500EAA115E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694520" y="3331015"/>
                  <a:ext cx="77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A46CFFC-99A1-67DA-32CC-CA7F91ECD0A7}"/>
                    </a:ext>
                  </a:extLst>
                </p14:cNvPr>
                <p14:cNvContentPartPr/>
                <p14:nvPr/>
              </p14:nvContentPartPr>
              <p14:xfrm>
                <a:off x="1853280" y="3196015"/>
                <a:ext cx="177480" cy="15948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2145D44D-562F-0BB9-5716-7350BA5DF6D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844640" y="3187375"/>
                  <a:ext cx="19512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4C338F5-1471-B2CC-BBC6-67383EB05037}"/>
              </a:ext>
            </a:extLst>
          </p:cNvPr>
          <p:cNvGrpSpPr/>
          <p:nvPr/>
        </p:nvGrpSpPr>
        <p:grpSpPr>
          <a:xfrm>
            <a:off x="4096151" y="748118"/>
            <a:ext cx="5910840" cy="2122200"/>
            <a:chOff x="2896920" y="711295"/>
            <a:chExt cx="5910840" cy="21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CE7B980-494A-DBF5-4170-68891CA22986}"/>
                    </a:ext>
                  </a:extLst>
                </p14:cNvPr>
                <p14:cNvContentPartPr/>
                <p14:nvPr/>
              </p14:nvContentPartPr>
              <p14:xfrm>
                <a:off x="2896920" y="892375"/>
                <a:ext cx="135000" cy="196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972645D-A2B4-78A8-B389-082BF36A76D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887920" y="883375"/>
                  <a:ext cx="152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E8EE77F-7B85-50FD-5F2F-4C0C3D4E4863}"/>
                    </a:ext>
                  </a:extLst>
                </p14:cNvPr>
                <p14:cNvContentPartPr/>
                <p14:nvPr/>
              </p14:nvContentPartPr>
              <p14:xfrm>
                <a:off x="3103920" y="926575"/>
                <a:ext cx="121680" cy="139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5D9BA98-16C9-B5AA-56AD-3BBBB88B8A2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095280" y="917935"/>
                  <a:ext cx="139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736E65C-8E7B-7BDF-BDF4-FF6659F66B43}"/>
                    </a:ext>
                  </a:extLst>
                </p14:cNvPr>
                <p14:cNvContentPartPr/>
                <p14:nvPr/>
              </p14:nvContentPartPr>
              <p14:xfrm>
                <a:off x="3320640" y="832615"/>
                <a:ext cx="68040" cy="209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2A31A82-0E6E-7196-9D4D-25D786A9D27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311640" y="823615"/>
                  <a:ext cx="85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D1ED0FA-8B21-6415-0719-3C463D1C3AC9}"/>
                    </a:ext>
                  </a:extLst>
                </p14:cNvPr>
                <p14:cNvContentPartPr/>
                <p14:nvPr/>
              </p14:nvContentPartPr>
              <p14:xfrm>
                <a:off x="3267720" y="888415"/>
                <a:ext cx="1172160" cy="186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124375-3962-1FCB-D5FF-A73C9F36121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258720" y="879775"/>
                  <a:ext cx="1189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FC990B5-D2EB-F42D-7A5C-EC5268157BB8}"/>
                    </a:ext>
                  </a:extLst>
                </p14:cNvPr>
                <p14:cNvContentPartPr/>
                <p14:nvPr/>
              </p14:nvContentPartPr>
              <p14:xfrm>
                <a:off x="4102200" y="856015"/>
                <a:ext cx="5760" cy="15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5A2CBE-8181-16AD-63D3-F30016648B5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093200" y="847015"/>
                  <a:ext cx="23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4F43F05-EEA3-C7D7-7978-EB6FA19798AF}"/>
                    </a:ext>
                  </a:extLst>
                </p14:cNvPr>
                <p14:cNvContentPartPr/>
                <p14:nvPr/>
              </p14:nvContentPartPr>
              <p14:xfrm>
                <a:off x="4669920" y="835495"/>
                <a:ext cx="151200" cy="185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52E7BB5-795E-CB24-D58A-7B13EADCB76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661280" y="826855"/>
                  <a:ext cx="168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B57973C-8FA1-13BB-5475-063F8D6A0BB4}"/>
                    </a:ext>
                  </a:extLst>
                </p14:cNvPr>
                <p14:cNvContentPartPr/>
                <p14:nvPr/>
              </p14:nvContentPartPr>
              <p14:xfrm>
                <a:off x="4879080" y="929455"/>
                <a:ext cx="133920" cy="190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EF3DBCF-CD01-7979-6A0D-BC693BE0581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870080" y="920815"/>
                  <a:ext cx="1515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838F79-F26E-C3D5-422F-870DF19AE3F8}"/>
                    </a:ext>
                  </a:extLst>
                </p14:cNvPr>
                <p14:cNvContentPartPr/>
                <p14:nvPr/>
              </p14:nvContentPartPr>
              <p14:xfrm>
                <a:off x="5218200" y="869335"/>
                <a:ext cx="550800" cy="171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F2CADAF-5348-A9F0-60EA-09CF57531C1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209200" y="860335"/>
                  <a:ext cx="568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EE34E0-AB0F-3ACD-372E-0D4EBB523B90}"/>
                    </a:ext>
                  </a:extLst>
                </p14:cNvPr>
                <p14:cNvContentPartPr/>
                <p14:nvPr/>
              </p14:nvContentPartPr>
              <p14:xfrm>
                <a:off x="6006240" y="831895"/>
                <a:ext cx="177480" cy="203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4F61FC8-6D3C-A606-E55D-19C0C1A40F4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997600" y="823255"/>
                  <a:ext cx="195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A7F7DD0-DAE7-58B3-462F-227918DE9A0F}"/>
                    </a:ext>
                  </a:extLst>
                </p14:cNvPr>
                <p14:cNvContentPartPr/>
                <p14:nvPr/>
              </p14:nvContentPartPr>
              <p14:xfrm>
                <a:off x="6251040" y="932335"/>
                <a:ext cx="97920" cy="180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06EB563-83CE-6C85-D368-D7D95AAD3AE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242400" y="923695"/>
                  <a:ext cx="115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03F261-2D85-D95D-D3FB-8AF3DEB957D0}"/>
                    </a:ext>
                  </a:extLst>
                </p14:cNvPr>
                <p14:cNvContentPartPr/>
                <p14:nvPr/>
              </p14:nvContentPartPr>
              <p14:xfrm>
                <a:off x="3057120" y="1239415"/>
                <a:ext cx="62280" cy="23904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9FB81EED-4E78-68D6-1D8F-A64C23FE47C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048120" y="1230775"/>
                  <a:ext cx="799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B566C3-D8BE-7A76-8FED-BD5AC8CF6671}"/>
                    </a:ext>
                  </a:extLst>
                </p14:cNvPr>
                <p14:cNvContentPartPr/>
                <p14:nvPr/>
              </p14:nvContentPartPr>
              <p14:xfrm>
                <a:off x="2956320" y="1354975"/>
                <a:ext cx="288360" cy="11808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0CA1EDC3-C1FA-90BF-485C-E672F9A4A03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47680" y="1345975"/>
                  <a:ext cx="306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D43C59-910A-BF21-B351-4B8356132E33}"/>
                    </a:ext>
                  </a:extLst>
                </p14:cNvPr>
                <p14:cNvContentPartPr/>
                <p14:nvPr/>
              </p14:nvContentPartPr>
              <p14:xfrm>
                <a:off x="3258720" y="1229335"/>
                <a:ext cx="888120" cy="25812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9BDAFE76-AE44-C7AB-2AF8-6AF48960BD8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49720" y="1220335"/>
                  <a:ext cx="905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ED185B5-6D2E-3D7A-D737-19C6B5DCE613}"/>
                    </a:ext>
                  </a:extLst>
                </p14:cNvPr>
                <p14:cNvContentPartPr/>
                <p14:nvPr/>
              </p14:nvContentPartPr>
              <p14:xfrm>
                <a:off x="4095000" y="1277575"/>
                <a:ext cx="352440" cy="15228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6FF69C40-5CD4-6F0C-A797-A83A91CC984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086000" y="1268935"/>
                  <a:ext cx="3700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F9BC032-276E-7DD5-029E-5AB6BDF349A6}"/>
                    </a:ext>
                  </a:extLst>
                </p14:cNvPr>
                <p14:cNvContentPartPr/>
                <p14:nvPr/>
              </p14:nvContentPartPr>
              <p14:xfrm>
                <a:off x="3904920" y="1267495"/>
                <a:ext cx="1440" cy="15840"/>
              </p14:xfrm>
            </p:contentPart>
          </mc:Choice>
          <mc:Fallback xmlns=""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DAC0EA25-0019-A401-8EAE-503CECF95B7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895920" y="1258855"/>
                  <a:ext cx="19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3B9A1A0-7347-4A4A-B053-0F22289181C3}"/>
                    </a:ext>
                  </a:extLst>
                </p14:cNvPr>
                <p14:cNvContentPartPr/>
                <p14:nvPr/>
              </p14:nvContentPartPr>
              <p14:xfrm>
                <a:off x="4370760" y="1311415"/>
                <a:ext cx="87480" cy="7848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BDFC3DF7-0A4F-63B3-3C82-0483119A112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62120" y="1302775"/>
                  <a:ext cx="1051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2A77A1-B98C-B5A4-99EB-F443C0B8D744}"/>
                    </a:ext>
                  </a:extLst>
                </p14:cNvPr>
                <p14:cNvContentPartPr/>
                <p14:nvPr/>
              </p14:nvContentPartPr>
              <p14:xfrm>
                <a:off x="4333320" y="1286935"/>
                <a:ext cx="110520" cy="14364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D5979242-3F3F-ED88-FAA3-BC625A8A77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24320" y="1278295"/>
                  <a:ext cx="128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3D16CF1-0CFD-0725-F5BB-5EAD117E9AFF}"/>
                    </a:ext>
                  </a:extLst>
                </p14:cNvPr>
                <p14:cNvContentPartPr/>
                <p14:nvPr/>
              </p14:nvContentPartPr>
              <p14:xfrm>
                <a:off x="4622040" y="1303855"/>
                <a:ext cx="270360" cy="25236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05D442F2-2192-590B-4ABD-498727B552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13040" y="1294855"/>
                  <a:ext cx="2880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BE0C22-4818-6CF6-169F-48B23518F3AC}"/>
                    </a:ext>
                  </a:extLst>
                </p14:cNvPr>
                <p14:cNvContentPartPr/>
                <p14:nvPr/>
              </p14:nvContentPartPr>
              <p14:xfrm>
                <a:off x="4919040" y="1237255"/>
                <a:ext cx="477000" cy="20916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F9398A43-32A0-ABBF-2D66-16D3A3389D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10040" y="1228255"/>
                  <a:ext cx="494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0A9E96-8C39-7823-2427-FCE96EB3E2D0}"/>
                    </a:ext>
                  </a:extLst>
                </p14:cNvPr>
                <p14:cNvContentPartPr/>
                <p14:nvPr/>
              </p14:nvContentPartPr>
              <p14:xfrm>
                <a:off x="5353560" y="1309975"/>
                <a:ext cx="322560" cy="12096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005E1DCB-87D5-B2DE-B88F-57BD2960AD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44560" y="1301335"/>
                  <a:ext cx="340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80195BD-64AD-3417-7995-5AE12DFEA179}"/>
                    </a:ext>
                  </a:extLst>
                </p14:cNvPr>
                <p14:cNvContentPartPr/>
                <p14:nvPr/>
              </p14:nvContentPartPr>
              <p14:xfrm>
                <a:off x="5887080" y="1221055"/>
                <a:ext cx="297720" cy="25344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7039F3CD-DFE5-0A64-C14F-D78DE7F925A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78080" y="1212415"/>
                  <a:ext cx="3153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0AF04B1-0F40-44F0-8439-166E0F5819E5}"/>
                    </a:ext>
                  </a:extLst>
                </p14:cNvPr>
                <p14:cNvContentPartPr/>
                <p14:nvPr/>
              </p14:nvContentPartPr>
              <p14:xfrm>
                <a:off x="6098040" y="1323655"/>
                <a:ext cx="145800" cy="1872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0820E74C-7D45-3BDD-8174-D82B23C0D31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89040" y="1314655"/>
                  <a:ext cx="163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E22F9DF-EF31-44CA-D701-3400F3B2A081}"/>
                    </a:ext>
                  </a:extLst>
                </p14:cNvPr>
                <p14:cNvContentPartPr/>
                <p14:nvPr/>
              </p14:nvContentPartPr>
              <p14:xfrm>
                <a:off x="3157920" y="1605175"/>
                <a:ext cx="102960" cy="22644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C175374C-0429-4915-FC51-52E6EBC1F01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48920" y="1596175"/>
                  <a:ext cx="120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45F5A0F-43D8-AEB5-C4D6-C8A8C5C555EF}"/>
                    </a:ext>
                  </a:extLst>
                </p14:cNvPr>
                <p14:cNvContentPartPr/>
                <p14:nvPr/>
              </p14:nvContentPartPr>
              <p14:xfrm>
                <a:off x="3241440" y="1794175"/>
                <a:ext cx="138600" cy="15444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FEB8A2B5-A98A-6118-F4EF-87169DFDA85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232800" y="1785175"/>
                  <a:ext cx="156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774CA82-2A0B-2C9A-E8C5-5368074B999E}"/>
                    </a:ext>
                  </a:extLst>
                </p14:cNvPr>
                <p14:cNvContentPartPr/>
                <p14:nvPr/>
              </p14:nvContentPartPr>
              <p14:xfrm>
                <a:off x="3466440" y="1815775"/>
                <a:ext cx="109800" cy="432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86C72386-6472-4A5A-B2AF-48AD9E62F3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457800" y="1806775"/>
                  <a:ext cx="1274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2961CFC-6D7A-0BB5-275D-8781FEB7CA93}"/>
                    </a:ext>
                  </a:extLst>
                </p14:cNvPr>
                <p14:cNvContentPartPr/>
                <p14:nvPr/>
              </p14:nvContentPartPr>
              <p14:xfrm>
                <a:off x="3486600" y="1872295"/>
                <a:ext cx="110520" cy="612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EB7E8BE5-75B4-4007-E829-12D6F000FB9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77600" y="1863295"/>
                  <a:ext cx="128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7CAD29E-8629-429D-51B9-1D304E4C7520}"/>
                    </a:ext>
                  </a:extLst>
                </p14:cNvPr>
                <p14:cNvContentPartPr/>
                <p14:nvPr/>
              </p14:nvContentPartPr>
              <p14:xfrm>
                <a:off x="3791160" y="1739095"/>
                <a:ext cx="121320" cy="199800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D9ACB0BC-8B1E-7FFB-7471-6E3B136B7FF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782520" y="1730455"/>
                  <a:ext cx="1389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09A0770-62D3-3C14-D936-D943760FD097}"/>
                    </a:ext>
                  </a:extLst>
                </p14:cNvPr>
                <p14:cNvContentPartPr/>
                <p14:nvPr/>
              </p14:nvContentPartPr>
              <p14:xfrm>
                <a:off x="3978000" y="1862935"/>
                <a:ext cx="3240" cy="720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20F99FE9-C2F3-6717-A14C-74EDFDB3A9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69000" y="1853935"/>
                  <a:ext cx="20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7928D5B-CBE6-280F-64D3-90DAE81C536D}"/>
                    </a:ext>
                  </a:extLst>
                </p14:cNvPr>
                <p14:cNvContentPartPr/>
                <p14:nvPr/>
              </p14:nvContentPartPr>
              <p14:xfrm>
                <a:off x="4113000" y="1758175"/>
                <a:ext cx="59040" cy="15228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5EDB9437-131F-03C7-BF9A-8E5D3959D19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04360" y="1749175"/>
                  <a:ext cx="76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3108F40-486D-C5D8-8F65-44FF87BC5AB9}"/>
                    </a:ext>
                  </a:extLst>
                </p14:cNvPr>
                <p14:cNvContentPartPr/>
                <p14:nvPr/>
              </p14:nvContentPartPr>
              <p14:xfrm>
                <a:off x="4152600" y="1737655"/>
                <a:ext cx="84600" cy="3816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FFC9CA32-917F-30D6-3584-555CE90950E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3600" y="1728655"/>
                  <a:ext cx="102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3F8C7D5-4A55-5259-F4B1-DA49593D86DE}"/>
                    </a:ext>
                  </a:extLst>
                </p14:cNvPr>
                <p14:cNvContentPartPr/>
                <p14:nvPr/>
              </p14:nvContentPartPr>
              <p14:xfrm>
                <a:off x="4336560" y="1691215"/>
                <a:ext cx="167040" cy="21708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A84AC9C9-D927-E14D-D70D-202F41A7609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327560" y="1682215"/>
                  <a:ext cx="1846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490873-B114-25D8-DE1C-70F5DFF7924B}"/>
                    </a:ext>
                  </a:extLst>
                </p14:cNvPr>
                <p14:cNvContentPartPr/>
                <p14:nvPr/>
              </p14:nvContentPartPr>
              <p14:xfrm>
                <a:off x="4602240" y="1840615"/>
                <a:ext cx="6120" cy="22320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C03F3C6E-BB7D-754C-DA35-4D3FA8395C7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93240" y="1831975"/>
                  <a:ext cx="23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491A611-BA2C-6A13-93B1-35FE77DD69A7}"/>
                    </a:ext>
                  </a:extLst>
                </p14:cNvPr>
                <p14:cNvContentPartPr/>
                <p14:nvPr/>
              </p14:nvContentPartPr>
              <p14:xfrm>
                <a:off x="4978080" y="1672855"/>
                <a:ext cx="115560" cy="253800"/>
              </p14:xfrm>
            </p:contentPart>
          </mc:Choice>
          <mc:Fallback xmlns=""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A6EFF18C-CDBC-C343-CD68-1E8A0D61666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69440" y="1663855"/>
                  <a:ext cx="133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BBB6359-AA1E-C17A-7C42-1BE01E3D7B72}"/>
                    </a:ext>
                  </a:extLst>
                </p14:cNvPr>
                <p14:cNvContentPartPr/>
                <p14:nvPr/>
              </p14:nvContentPartPr>
              <p14:xfrm>
                <a:off x="5088600" y="1828015"/>
                <a:ext cx="61920" cy="169920"/>
              </p14:xfrm>
            </p:contentPart>
          </mc:Choice>
          <mc:Fallback xmlns=""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F8308AFF-A097-9A16-8CEA-86D87778C60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79600" y="1819015"/>
                  <a:ext cx="795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7ADDDEC-EBAE-B077-1579-D3E9D5A4A474}"/>
                    </a:ext>
                  </a:extLst>
                </p14:cNvPr>
                <p14:cNvContentPartPr/>
                <p14:nvPr/>
              </p14:nvContentPartPr>
              <p14:xfrm>
                <a:off x="5033880" y="1817935"/>
                <a:ext cx="275040" cy="17676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C61EDF93-AEC2-D90F-46E5-3D67955598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25240" y="1808935"/>
                  <a:ext cx="292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A20D62A-1F6A-BCAB-3364-2201A2E5FA13}"/>
                    </a:ext>
                  </a:extLst>
                </p14:cNvPr>
                <p14:cNvContentPartPr/>
                <p14:nvPr/>
              </p14:nvContentPartPr>
              <p14:xfrm>
                <a:off x="5356800" y="1785895"/>
                <a:ext cx="98280" cy="2412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85B2FCA8-97EF-EBF1-9F50-03EF381545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48160" y="1776895"/>
                  <a:ext cx="115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3ED5BC0-0CF6-E89F-26C0-B9E8CD208E3F}"/>
                    </a:ext>
                  </a:extLst>
                </p14:cNvPr>
                <p14:cNvContentPartPr/>
                <p14:nvPr/>
              </p14:nvContentPartPr>
              <p14:xfrm>
                <a:off x="5353920" y="1845655"/>
                <a:ext cx="78480" cy="648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5FB301DE-6857-C069-AC6B-1962E5AF6C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45280" y="1836655"/>
                  <a:ext cx="96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041B13-0BDA-4AD0-F377-D7F198DCBD3E}"/>
                    </a:ext>
                  </a:extLst>
                </p14:cNvPr>
                <p14:cNvContentPartPr/>
                <p14:nvPr/>
              </p14:nvContentPartPr>
              <p14:xfrm>
                <a:off x="5555520" y="1712815"/>
                <a:ext cx="118080" cy="189360"/>
              </p14:xfrm>
            </p:contentPart>
          </mc:Choice>
          <mc:Fallback xmlns=""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D536AFC4-9C88-786E-3F20-41DD932DE90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46880" y="1703815"/>
                  <a:ext cx="135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B0ACF3-2508-CCAE-5650-B1928DE5C839}"/>
                    </a:ext>
                  </a:extLst>
                </p14:cNvPr>
                <p14:cNvContentPartPr/>
                <p14:nvPr/>
              </p14:nvContentPartPr>
              <p14:xfrm>
                <a:off x="5715360" y="1819375"/>
                <a:ext cx="25920" cy="27000"/>
              </p14:xfrm>
            </p:contentPart>
          </mc:Choice>
          <mc:Fallback xmlns=""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B89902A5-FB20-41E8-4B0E-BBE65D90120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06720" y="1810735"/>
                  <a:ext cx="43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170AFC-21AA-A405-4CCB-4F74ADEAE3E5}"/>
                    </a:ext>
                  </a:extLst>
                </p14:cNvPr>
                <p14:cNvContentPartPr/>
                <p14:nvPr/>
              </p14:nvContentPartPr>
              <p14:xfrm>
                <a:off x="5796360" y="1681495"/>
                <a:ext cx="132120" cy="180360"/>
              </p14:xfrm>
            </p:contentPart>
          </mc:Choice>
          <mc:Fallback xmlns=""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81C8D004-AA8D-70CA-66B9-E20385E08BE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787360" y="1672855"/>
                  <a:ext cx="149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58882C4-C3E6-E826-1E1B-440C2E8D871D}"/>
                    </a:ext>
                  </a:extLst>
                </p14:cNvPr>
                <p14:cNvContentPartPr/>
                <p14:nvPr/>
              </p14:nvContentPartPr>
              <p14:xfrm>
                <a:off x="6036840" y="1675015"/>
                <a:ext cx="121320" cy="168840"/>
              </p14:xfrm>
            </p:contentPart>
          </mc:Choice>
          <mc:Fallback xmlns=""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ECE46637-98B6-F974-6B7D-C71D224F7B9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27840" y="1666015"/>
                  <a:ext cx="138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8137A5B-1D48-D1B1-2165-6DDE089FECB1}"/>
                    </a:ext>
                  </a:extLst>
                </p14:cNvPr>
                <p14:cNvContentPartPr/>
                <p14:nvPr/>
              </p14:nvContentPartPr>
              <p14:xfrm>
                <a:off x="6686640" y="891655"/>
                <a:ext cx="115200" cy="181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D61A10-A23C-CE4A-D572-0FE3B918B9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78000" y="883015"/>
                  <a:ext cx="132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4359A78-4905-2383-B0FA-490FF633D7A8}"/>
                    </a:ext>
                  </a:extLst>
                </p14:cNvPr>
                <p14:cNvContentPartPr/>
                <p14:nvPr/>
              </p14:nvContentPartPr>
              <p14:xfrm>
                <a:off x="6856200" y="935215"/>
                <a:ext cx="129960" cy="82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FF53DB4-8B95-0B21-1B10-FD60D542FCF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47560" y="926215"/>
                  <a:ext cx="147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189AD23-21A1-B3AC-7F9D-34BF9DEBECDF}"/>
                    </a:ext>
                  </a:extLst>
                </p14:cNvPr>
                <p14:cNvContentPartPr/>
                <p14:nvPr/>
              </p14:nvContentPartPr>
              <p14:xfrm>
                <a:off x="7144920" y="850615"/>
                <a:ext cx="66960" cy="194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283ADC2-C820-9B51-4459-43E79BB7B45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36280" y="841975"/>
                  <a:ext cx="84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BECDDCA-10F9-07DD-2756-D66CDC62602D}"/>
                    </a:ext>
                  </a:extLst>
                </p14:cNvPr>
                <p14:cNvContentPartPr/>
                <p14:nvPr/>
              </p14:nvContentPartPr>
              <p14:xfrm>
                <a:off x="7111800" y="711295"/>
                <a:ext cx="699840" cy="27036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8DC7CCE7-06DC-3C55-6991-6C7408BD3E7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02800" y="702295"/>
                  <a:ext cx="717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DAC0EE3-DF9E-A9A6-B276-256F5FD687DB}"/>
                    </a:ext>
                  </a:extLst>
                </p14:cNvPr>
                <p14:cNvContentPartPr/>
                <p14:nvPr/>
              </p14:nvContentPartPr>
              <p14:xfrm>
                <a:off x="7682760" y="813175"/>
                <a:ext cx="215280" cy="40320"/>
              </p14:xfrm>
            </p:contentPart>
          </mc:Choice>
          <mc:Fallback xmlns=""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ED91BAC0-4BBB-7534-1E6F-9B7DBCBDA02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73760" y="804535"/>
                  <a:ext cx="232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5680A6F-0CB0-6083-46B8-73DD55F15443}"/>
                    </a:ext>
                  </a:extLst>
                </p14:cNvPr>
                <p14:cNvContentPartPr/>
                <p14:nvPr/>
              </p14:nvContentPartPr>
              <p14:xfrm>
                <a:off x="6446520" y="1245175"/>
                <a:ext cx="165960" cy="17964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11B5A55C-C9DA-979C-80D9-3CE93B3ADBC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37520" y="1236175"/>
                  <a:ext cx="183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48BC5BA-8CCC-AAB6-DE04-26D0D6FE724C}"/>
                    </a:ext>
                  </a:extLst>
                </p14:cNvPr>
                <p14:cNvContentPartPr/>
                <p14:nvPr/>
              </p14:nvContentPartPr>
              <p14:xfrm>
                <a:off x="6470280" y="1226455"/>
                <a:ext cx="139320" cy="4464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70DD40F1-5707-893B-E332-B0839DAE14B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61280" y="1217815"/>
                  <a:ext cx="1569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2AF5FC0-2D75-0E3E-3CD2-B71078C60B16}"/>
                    </a:ext>
                  </a:extLst>
                </p14:cNvPr>
                <p14:cNvContentPartPr/>
                <p14:nvPr/>
              </p14:nvContentPartPr>
              <p14:xfrm>
                <a:off x="6657840" y="1345975"/>
                <a:ext cx="149760" cy="14292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3433A19B-A4C3-93BD-6428-28818EE0919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49200" y="1337335"/>
                  <a:ext cx="167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558D26D-8BE2-C16E-C325-B71D441E3C17}"/>
                    </a:ext>
                  </a:extLst>
                </p14:cNvPr>
                <p14:cNvContentPartPr/>
                <p14:nvPr/>
              </p14:nvContentPartPr>
              <p14:xfrm>
                <a:off x="6884640" y="1309615"/>
                <a:ext cx="119520" cy="1872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2E50C235-19E1-CCFB-BF93-21F53706E10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875640" y="1300975"/>
                  <a:ext cx="137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C19CCC2-9011-77BC-7068-B2A39E36130D}"/>
                    </a:ext>
                  </a:extLst>
                </p14:cNvPr>
                <p14:cNvContentPartPr/>
                <p14:nvPr/>
              </p14:nvContentPartPr>
              <p14:xfrm>
                <a:off x="6884640" y="1371895"/>
                <a:ext cx="86760" cy="864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DE294CDD-7F12-A9A9-0D23-4D9CFAF64DF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76000" y="1362895"/>
                  <a:ext cx="104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36B5A9C-49C3-F155-E016-E455E288A379}"/>
                    </a:ext>
                  </a:extLst>
                </p14:cNvPr>
                <p14:cNvContentPartPr/>
                <p14:nvPr/>
              </p14:nvContentPartPr>
              <p14:xfrm>
                <a:off x="7124040" y="1214935"/>
                <a:ext cx="128160" cy="16416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02DD9214-30C0-DE1E-6C19-ADA73AA9491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15040" y="1205935"/>
                  <a:ext cx="145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1913385-5D26-9C42-F059-E50C0F7EC64B}"/>
                    </a:ext>
                  </a:extLst>
                </p14:cNvPr>
                <p14:cNvContentPartPr/>
                <p14:nvPr/>
              </p14:nvContentPartPr>
              <p14:xfrm>
                <a:off x="7316280" y="1313575"/>
                <a:ext cx="6840" cy="252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5BC50412-F575-9989-3395-A2C5A155581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07280" y="1304935"/>
                  <a:ext cx="244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A3B4FFC-8357-8678-8603-41136A7E5BBA}"/>
                    </a:ext>
                  </a:extLst>
                </p14:cNvPr>
                <p14:cNvContentPartPr/>
                <p14:nvPr/>
              </p14:nvContentPartPr>
              <p14:xfrm>
                <a:off x="7387200" y="1195135"/>
                <a:ext cx="163440" cy="14328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149C93B6-CDD9-8FFD-6883-BBA7D00EB59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78200" y="1186135"/>
                  <a:ext cx="1810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BC68480-39F7-F97D-2CAC-68AE13722C25}"/>
                    </a:ext>
                  </a:extLst>
                </p14:cNvPr>
                <p14:cNvContentPartPr/>
                <p14:nvPr/>
              </p14:nvContentPartPr>
              <p14:xfrm>
                <a:off x="7452720" y="1186855"/>
                <a:ext cx="61920" cy="22032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F896E3A5-A4D0-AF87-23AA-B32879F474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43720" y="1177855"/>
                  <a:ext cx="79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A0ABF5F-6831-A9A0-0403-2D1F2D58E52C}"/>
                    </a:ext>
                  </a:extLst>
                </p14:cNvPr>
                <p14:cNvContentPartPr/>
                <p14:nvPr/>
              </p14:nvContentPartPr>
              <p14:xfrm>
                <a:off x="7594920" y="1215295"/>
                <a:ext cx="217800" cy="14112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9E02BEAD-EB41-5114-033B-6D5B2231953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85920" y="1206655"/>
                  <a:ext cx="2354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51F6BA2-C484-2A5B-8E39-D3C1AD14CAE3}"/>
                    </a:ext>
                  </a:extLst>
                </p14:cNvPr>
                <p14:cNvContentPartPr/>
                <p14:nvPr/>
              </p14:nvContentPartPr>
              <p14:xfrm>
                <a:off x="7920720" y="1118815"/>
                <a:ext cx="136440" cy="22140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4BEE6F62-47FA-34AB-1FAA-AB4F310E43C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11720" y="1109815"/>
                  <a:ext cx="154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7CC69E4-7580-1CD9-A757-B17D850E22F8}"/>
                    </a:ext>
                  </a:extLst>
                </p14:cNvPr>
                <p14:cNvContentPartPr/>
                <p14:nvPr/>
              </p14:nvContentPartPr>
              <p14:xfrm>
                <a:off x="7935480" y="1253815"/>
                <a:ext cx="55080" cy="648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BD08D816-91E3-24EB-1C96-755973D5D47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26480" y="1244815"/>
                  <a:ext cx="72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EB44A0-27E2-7B1A-9124-A6F44988AB28}"/>
                    </a:ext>
                  </a:extLst>
                </p14:cNvPr>
                <p14:cNvContentPartPr/>
                <p14:nvPr/>
              </p14:nvContentPartPr>
              <p14:xfrm>
                <a:off x="6454080" y="1617775"/>
                <a:ext cx="239040" cy="248040"/>
              </p14:xfrm>
            </p:contentPart>
          </mc:Choice>
          <mc:Fallback xmlns=""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8487CD15-F863-69F9-3B8B-6628AA3F2CB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45080" y="1609135"/>
                  <a:ext cx="2566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D127665-205D-DFC1-67A4-59A19E999E2A}"/>
                    </a:ext>
                  </a:extLst>
                </p14:cNvPr>
                <p14:cNvContentPartPr/>
                <p14:nvPr/>
              </p14:nvContentPartPr>
              <p14:xfrm>
                <a:off x="6686280" y="1784815"/>
                <a:ext cx="161640" cy="98640"/>
              </p14:xfrm>
            </p:contentPart>
          </mc:Choice>
          <mc:Fallback xmlns="">
            <p:pic>
              <p:nvPicPr>
                <p:cNvPr id="1082" name="Ink 1081">
                  <a:extLst>
                    <a:ext uri="{FF2B5EF4-FFF2-40B4-BE49-F238E27FC236}">
                      <a16:creationId xmlns:a16="http://schemas.microsoft.com/office/drawing/2014/main" id="{59F6D0A3-A5F0-2799-BE96-634EC66CCCB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77280" y="1775815"/>
                  <a:ext cx="179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A3E92CD-75C6-0B44-33FA-14574EAF164A}"/>
                    </a:ext>
                  </a:extLst>
                </p14:cNvPr>
                <p14:cNvContentPartPr/>
                <p14:nvPr/>
              </p14:nvContentPartPr>
              <p14:xfrm>
                <a:off x="6956280" y="1635415"/>
                <a:ext cx="180360" cy="201960"/>
              </p14:xfrm>
            </p:contentPart>
          </mc:Choice>
          <mc:Fallback xmlns="">
            <p:pic>
              <p:nvPicPr>
                <p:cNvPr id="1083" name="Ink 1082">
                  <a:extLst>
                    <a:ext uri="{FF2B5EF4-FFF2-40B4-BE49-F238E27FC236}">
                      <a16:creationId xmlns:a16="http://schemas.microsoft.com/office/drawing/2014/main" id="{79232D3D-510B-8C14-B690-FC56B533654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47280" y="1626775"/>
                  <a:ext cx="1980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A15802-CAE8-557E-D41E-351422B03AE6}"/>
                    </a:ext>
                  </a:extLst>
                </p14:cNvPr>
                <p14:cNvContentPartPr/>
                <p14:nvPr/>
              </p14:nvContentPartPr>
              <p14:xfrm>
                <a:off x="7213680" y="1733695"/>
                <a:ext cx="63360" cy="105120"/>
              </p14:xfrm>
            </p:contentPart>
          </mc:Choice>
          <mc:Fallback xmlns=""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93FBB5D1-E0BA-D22B-AC53-300CE0D1748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205040" y="1724695"/>
                  <a:ext cx="81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3891301-C1AC-5088-2429-E9D151E6ED94}"/>
                    </a:ext>
                  </a:extLst>
                </p14:cNvPr>
                <p14:cNvContentPartPr/>
                <p14:nvPr/>
              </p14:nvContentPartPr>
              <p14:xfrm>
                <a:off x="7178760" y="1722895"/>
                <a:ext cx="121320" cy="116280"/>
              </p14:xfrm>
            </p:contentPart>
          </mc:Choice>
          <mc:Fallback xmlns=""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C51BC7DC-4672-E1B8-8158-59DFFC25FB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170120" y="1714255"/>
                  <a:ext cx="1389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8BD7ADB-C0E9-7ECE-A0CE-013C533C4474}"/>
                    </a:ext>
                  </a:extLst>
                </p14:cNvPr>
                <p14:cNvContentPartPr/>
                <p14:nvPr/>
              </p14:nvContentPartPr>
              <p14:xfrm>
                <a:off x="7485120" y="1655575"/>
                <a:ext cx="67680" cy="972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E324F55C-F4C4-2844-EA4A-1DF9040FBAC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476120" y="1646575"/>
                  <a:ext cx="85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9C942AB-18AA-5B12-9DC1-4E3F7B95A7CF}"/>
                    </a:ext>
                  </a:extLst>
                </p14:cNvPr>
                <p14:cNvContentPartPr/>
                <p14:nvPr/>
              </p14:nvContentPartPr>
              <p14:xfrm>
                <a:off x="7439760" y="1730455"/>
                <a:ext cx="57600" cy="1692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4B6CDA34-F3C2-2950-F528-FBE2EB16750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431120" y="1721455"/>
                  <a:ext cx="75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4F47FCD-6FD4-5670-EDAA-8B1641E4584D}"/>
                    </a:ext>
                  </a:extLst>
                </p14:cNvPr>
                <p14:cNvContentPartPr/>
                <p14:nvPr/>
              </p14:nvContentPartPr>
              <p14:xfrm>
                <a:off x="7660440" y="1594735"/>
                <a:ext cx="60840" cy="190080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3CBB2E8C-6D78-746B-ECF2-F3A94A2C941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651800" y="1585735"/>
                  <a:ext cx="78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A2A806A-4097-B3EB-9465-B7F6E2039CB0}"/>
                    </a:ext>
                  </a:extLst>
                </p14:cNvPr>
                <p14:cNvContentPartPr/>
                <p14:nvPr/>
              </p14:nvContentPartPr>
              <p14:xfrm>
                <a:off x="7749720" y="1594375"/>
                <a:ext cx="245520" cy="16524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813CB3FE-5219-A48D-45A3-97B15624107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740720" y="1585735"/>
                  <a:ext cx="263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24F906-CB09-03CF-6548-235777D3CD59}"/>
                    </a:ext>
                  </a:extLst>
                </p14:cNvPr>
                <p14:cNvContentPartPr/>
                <p14:nvPr/>
              </p14:nvContentPartPr>
              <p14:xfrm>
                <a:off x="8008560" y="1575655"/>
                <a:ext cx="186480" cy="19260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824A626F-5EC0-C5E9-0C7D-3E3A4032EB0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999560" y="1567015"/>
                  <a:ext cx="204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5FF08F4-7833-B2CD-9806-04A5E690D71F}"/>
                    </a:ext>
                  </a:extLst>
                </p14:cNvPr>
                <p14:cNvContentPartPr/>
                <p14:nvPr/>
              </p14:nvContentPartPr>
              <p14:xfrm>
                <a:off x="8238240" y="1529215"/>
                <a:ext cx="111240" cy="16308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F4C3F94B-6E69-2DB9-AE7E-7D2799E6AAE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29240" y="1520215"/>
                  <a:ext cx="1288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2873838-EFF1-4E9C-D674-B8B13F4FDAC5}"/>
                    </a:ext>
                  </a:extLst>
                </p14:cNvPr>
                <p14:cNvContentPartPr/>
                <p14:nvPr/>
              </p14:nvContentPartPr>
              <p14:xfrm>
                <a:off x="8277120" y="1612375"/>
                <a:ext cx="122760" cy="24120"/>
              </p14:xfrm>
            </p:contentPart>
          </mc:Choice>
          <mc:Fallback xmlns="">
            <p:pic>
              <p:nvPicPr>
                <p:cNvPr id="1093" name="Ink 1092">
                  <a:extLst>
                    <a:ext uri="{FF2B5EF4-FFF2-40B4-BE49-F238E27FC236}">
                      <a16:creationId xmlns:a16="http://schemas.microsoft.com/office/drawing/2014/main" id="{7D440612-5238-4FB3-BCE4-BBF9F5D0DE0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268480" y="1603375"/>
                  <a:ext cx="140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2254DFB-6D64-CAAE-5E6F-5A76ECC1E5C6}"/>
                    </a:ext>
                  </a:extLst>
                </p14:cNvPr>
                <p14:cNvContentPartPr/>
                <p14:nvPr/>
              </p14:nvContentPartPr>
              <p14:xfrm>
                <a:off x="8426160" y="1462615"/>
                <a:ext cx="115200" cy="316800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E3033FC4-186A-A4C2-714C-B5FA5DF67DD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17520" y="1453975"/>
                  <a:ext cx="1328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6F2339C-2CF3-9B0B-C2E5-78E23EEFF5B4}"/>
                    </a:ext>
                  </a:extLst>
                </p14:cNvPr>
                <p14:cNvContentPartPr/>
                <p14:nvPr/>
              </p14:nvContentPartPr>
              <p14:xfrm>
                <a:off x="8545320" y="1544335"/>
                <a:ext cx="253440" cy="28764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837AD7A4-5EBE-57D6-6101-7C0944D6107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536680" y="1535335"/>
                  <a:ext cx="2710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AFE7B4C-E03B-AC4C-2F3D-5B106B723EF4}"/>
                    </a:ext>
                  </a:extLst>
                </p14:cNvPr>
                <p14:cNvContentPartPr/>
                <p14:nvPr/>
              </p14:nvContentPartPr>
              <p14:xfrm>
                <a:off x="5059080" y="2105215"/>
                <a:ext cx="158400" cy="198360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74B9324A-52B4-2F05-845B-8A6046796E5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50080" y="2096575"/>
                  <a:ext cx="1760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3FAC742-D598-EF3D-3EFA-9D3CEB82BAF8}"/>
                    </a:ext>
                  </a:extLst>
                </p14:cNvPr>
                <p14:cNvContentPartPr/>
                <p14:nvPr/>
              </p14:nvContentPartPr>
              <p14:xfrm>
                <a:off x="5277960" y="2159215"/>
                <a:ext cx="87840" cy="4320"/>
              </p14:xfrm>
            </p:contentPart>
          </mc:Choice>
          <mc:Fallback xmlns=""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95A3CE0B-1397-53B5-7E16-FC1CAA9BB0A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69320" y="2150215"/>
                  <a:ext cx="105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707DB8E-D52E-6740-81AC-47BA1DEF54F0}"/>
                    </a:ext>
                  </a:extLst>
                </p14:cNvPr>
                <p14:cNvContentPartPr/>
                <p14:nvPr/>
              </p14:nvContentPartPr>
              <p14:xfrm>
                <a:off x="5267520" y="2217535"/>
                <a:ext cx="78480" cy="10440"/>
              </p14:xfrm>
            </p:contentPart>
          </mc:Choice>
          <mc:Fallback xmlns=""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C3DB544F-A3A6-2C28-AE00-075056DCEEC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258880" y="2208535"/>
                  <a:ext cx="96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0665FD4-21F2-7975-160E-9C743BDAD7AE}"/>
                    </a:ext>
                  </a:extLst>
                </p14:cNvPr>
                <p14:cNvContentPartPr/>
                <p14:nvPr/>
              </p14:nvContentPartPr>
              <p14:xfrm>
                <a:off x="5580720" y="2032135"/>
                <a:ext cx="64440" cy="267480"/>
              </p14:xfrm>
            </p:contentPart>
          </mc:Choice>
          <mc:Fallback xmlns="">
            <p:pic>
              <p:nvPicPr>
                <p:cNvPr id="1100" name="Ink 1099">
                  <a:extLst>
                    <a:ext uri="{FF2B5EF4-FFF2-40B4-BE49-F238E27FC236}">
                      <a16:creationId xmlns:a16="http://schemas.microsoft.com/office/drawing/2014/main" id="{7BEF4EE7-76DD-71E9-6B06-4A95E0A94D2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71720" y="2023495"/>
                  <a:ext cx="820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CC94567-45DB-5F66-37AD-11A5E14D520C}"/>
                    </a:ext>
                  </a:extLst>
                </p14:cNvPr>
                <p14:cNvContentPartPr/>
                <p14:nvPr/>
              </p14:nvContentPartPr>
              <p14:xfrm>
                <a:off x="5672160" y="2101975"/>
                <a:ext cx="165960" cy="196200"/>
              </p14:xfrm>
            </p:contentPart>
          </mc:Choice>
          <mc:Fallback xmlns=""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3EDB3A17-AE0F-A6CE-ABC4-34459152C35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63160" y="2092975"/>
                  <a:ext cx="1836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443B9D2-6CD8-A769-F648-947FC831AC6E}"/>
                    </a:ext>
                  </a:extLst>
                </p14:cNvPr>
                <p14:cNvContentPartPr/>
                <p14:nvPr/>
              </p14:nvContentPartPr>
              <p14:xfrm>
                <a:off x="5912640" y="2110255"/>
                <a:ext cx="196200" cy="13104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F8734ADC-236C-EAE8-C518-3C521BABEAE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04000" y="2101255"/>
                  <a:ext cx="213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FAC7DC6-1A24-AAEC-D223-96BFCFDFB5C5}"/>
                    </a:ext>
                  </a:extLst>
                </p14:cNvPr>
                <p14:cNvContentPartPr/>
                <p14:nvPr/>
              </p14:nvContentPartPr>
              <p14:xfrm>
                <a:off x="6562800" y="2004055"/>
                <a:ext cx="200880" cy="22572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CAA35882-7917-6E09-91A0-973A6FA526F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554160" y="1995415"/>
                  <a:ext cx="218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3BDB7E6-4220-8F49-EB80-92F85C330CF7}"/>
                    </a:ext>
                  </a:extLst>
                </p14:cNvPr>
                <p14:cNvContentPartPr/>
                <p14:nvPr/>
              </p14:nvContentPartPr>
              <p14:xfrm>
                <a:off x="6825960" y="2081455"/>
                <a:ext cx="53640" cy="64080"/>
              </p14:xfrm>
            </p:contentPart>
          </mc:Choice>
          <mc:Fallback xmlns=""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EADC2B13-84E6-8393-0C3C-6D804DD7228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16960" y="2072455"/>
                  <a:ext cx="71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09E0821-7420-895B-7BD4-6AB196A10DE4}"/>
                    </a:ext>
                  </a:extLst>
                </p14:cNvPr>
                <p14:cNvContentPartPr/>
                <p14:nvPr/>
              </p14:nvContentPartPr>
              <p14:xfrm>
                <a:off x="7014960" y="2038975"/>
                <a:ext cx="89640" cy="165600"/>
              </p14:xfrm>
            </p:contentPart>
          </mc:Choice>
          <mc:Fallback xmlns="">
            <p:pic>
              <p:nvPicPr>
                <p:cNvPr id="1105" name="Ink 1104">
                  <a:extLst>
                    <a:ext uri="{FF2B5EF4-FFF2-40B4-BE49-F238E27FC236}">
                      <a16:creationId xmlns:a16="http://schemas.microsoft.com/office/drawing/2014/main" id="{398C6D3B-5030-767A-93C7-D07450009CB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005960" y="2029975"/>
                  <a:ext cx="107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C025CF0-434A-7415-0580-397A86BFF980}"/>
                    </a:ext>
                  </a:extLst>
                </p14:cNvPr>
                <p14:cNvContentPartPr/>
                <p14:nvPr/>
              </p14:nvContentPartPr>
              <p14:xfrm>
                <a:off x="7195680" y="2011255"/>
                <a:ext cx="120960" cy="147600"/>
              </p14:xfrm>
            </p:contentPart>
          </mc:Choice>
          <mc:Fallback xmlns="">
            <p:pic>
              <p:nvPicPr>
                <p:cNvPr id="1106" name="Ink 1105">
                  <a:extLst>
                    <a:ext uri="{FF2B5EF4-FFF2-40B4-BE49-F238E27FC236}">
                      <a16:creationId xmlns:a16="http://schemas.microsoft.com/office/drawing/2014/main" id="{63A9B70D-9327-EC92-0948-E0D440915A8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186680" y="2002255"/>
                  <a:ext cx="138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CF45BE6-219E-C1B6-65F3-5530522C2518}"/>
                    </a:ext>
                  </a:extLst>
                </p14:cNvPr>
                <p14:cNvContentPartPr/>
                <p14:nvPr/>
              </p14:nvContentPartPr>
              <p14:xfrm>
                <a:off x="7393320" y="2015935"/>
                <a:ext cx="137880" cy="210240"/>
              </p14:xfrm>
            </p:contentPart>
          </mc:Choice>
          <mc:Fallback xmlns="">
            <p:pic>
              <p:nvPicPr>
                <p:cNvPr id="1107" name="Ink 1106">
                  <a:extLst>
                    <a:ext uri="{FF2B5EF4-FFF2-40B4-BE49-F238E27FC236}">
                      <a16:creationId xmlns:a16="http://schemas.microsoft.com/office/drawing/2014/main" id="{A40C1E8C-C45C-4CA6-B7C6-844DFB73F46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384320" y="2006935"/>
                  <a:ext cx="155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9AEDDA9-2013-3F39-3A81-2B42C9F74099}"/>
                    </a:ext>
                  </a:extLst>
                </p14:cNvPr>
                <p14:cNvContentPartPr/>
                <p14:nvPr/>
              </p14:nvContentPartPr>
              <p14:xfrm>
                <a:off x="7569360" y="2017375"/>
                <a:ext cx="202680" cy="122040"/>
              </p14:xfrm>
            </p:contentPart>
          </mc:Choice>
          <mc:Fallback xmlns="">
            <p:pic>
              <p:nvPicPr>
                <p:cNvPr id="1108" name="Ink 1107">
                  <a:extLst>
                    <a:ext uri="{FF2B5EF4-FFF2-40B4-BE49-F238E27FC236}">
                      <a16:creationId xmlns:a16="http://schemas.microsoft.com/office/drawing/2014/main" id="{8D13F556-F00E-0B8C-0E50-8AA439C2F5D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60720" y="2008375"/>
                  <a:ext cx="220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5E5E034-7C26-3DEE-4641-6B794161497B}"/>
                    </a:ext>
                  </a:extLst>
                </p14:cNvPr>
                <p14:cNvContentPartPr/>
                <p14:nvPr/>
              </p14:nvContentPartPr>
              <p14:xfrm>
                <a:off x="5166720" y="2539375"/>
                <a:ext cx="162000" cy="208800"/>
              </p14:xfrm>
            </p:contentPart>
          </mc:Choice>
          <mc:Fallback xmlns=""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85332DB4-924D-0DD3-2552-621E3D45BD1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58080" y="2530735"/>
                  <a:ext cx="1796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45D03FF-AC4A-0DBA-49FA-89C2CA8E1525}"/>
                    </a:ext>
                  </a:extLst>
                </p14:cNvPr>
                <p14:cNvContentPartPr/>
                <p14:nvPr/>
              </p14:nvContentPartPr>
              <p14:xfrm>
                <a:off x="5403240" y="2568895"/>
                <a:ext cx="230760" cy="264600"/>
              </p14:xfrm>
            </p:contentPart>
          </mc:Choice>
          <mc:Fallback xmlns="">
            <p:pic>
              <p:nvPicPr>
                <p:cNvPr id="1113" name="Ink 1112">
                  <a:extLst>
                    <a:ext uri="{FF2B5EF4-FFF2-40B4-BE49-F238E27FC236}">
                      <a16:creationId xmlns:a16="http://schemas.microsoft.com/office/drawing/2014/main" id="{CAB15D79-33BA-8349-7FE8-1161EEC2266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394600" y="2559895"/>
                  <a:ext cx="2484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CDFEE56-B46D-728C-190F-DC502C1CE9B5}"/>
                    </a:ext>
                  </a:extLst>
                </p14:cNvPr>
                <p14:cNvContentPartPr/>
                <p14:nvPr/>
              </p14:nvContentPartPr>
              <p14:xfrm>
                <a:off x="5671800" y="2415535"/>
                <a:ext cx="384120" cy="338040"/>
              </p14:xfrm>
            </p:contentPart>
          </mc:Choice>
          <mc:Fallback xmlns=""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9013CFA7-2BC3-BA63-3405-A1C1A534EF4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663160" y="2406895"/>
                  <a:ext cx="4017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2FE5BBC-1483-DA94-0E6F-4D14E345C4D6}"/>
                    </a:ext>
                  </a:extLst>
                </p14:cNvPr>
                <p14:cNvContentPartPr/>
                <p14:nvPr/>
              </p14:nvContentPartPr>
              <p14:xfrm>
                <a:off x="5944680" y="2555935"/>
                <a:ext cx="126360" cy="48600"/>
              </p14:xfrm>
            </p:contentPart>
          </mc:Choice>
          <mc:Fallback xmlns=""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85885BB7-8F29-CB18-CA2F-8DBED51A3AB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935680" y="2547295"/>
                  <a:ext cx="144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0E824B8-A079-E9B3-43C2-85F0C0CF81B0}"/>
                    </a:ext>
                  </a:extLst>
                </p14:cNvPr>
                <p14:cNvContentPartPr/>
                <p14:nvPr/>
              </p14:nvContentPartPr>
              <p14:xfrm>
                <a:off x="6290640" y="2413735"/>
                <a:ext cx="398880" cy="258480"/>
              </p14:xfrm>
            </p:contentPart>
          </mc:Choice>
          <mc:Fallback xmlns=""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A61C6CEA-C28E-30A4-12AA-8BED4D4236E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81640" y="2404735"/>
                  <a:ext cx="4165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513865F-824D-A0F7-FD2E-3DA3996E9DD7}"/>
                    </a:ext>
                  </a:extLst>
                </p14:cNvPr>
                <p14:cNvContentPartPr/>
                <p14:nvPr/>
              </p14:nvContentPartPr>
              <p14:xfrm>
                <a:off x="6728040" y="2536135"/>
                <a:ext cx="111600" cy="97200"/>
              </p14:xfrm>
            </p:contentPart>
          </mc:Choice>
          <mc:Fallback xmlns="">
            <p:pic>
              <p:nvPicPr>
                <p:cNvPr id="1118" name="Ink 1117">
                  <a:extLst>
                    <a:ext uri="{FF2B5EF4-FFF2-40B4-BE49-F238E27FC236}">
                      <a16:creationId xmlns:a16="http://schemas.microsoft.com/office/drawing/2014/main" id="{658CD3CC-3F8A-7FF6-4416-0B1DB166781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719040" y="2527495"/>
                  <a:ext cx="129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B0C9128-E2A8-07CC-1809-C02DA2353A44}"/>
                    </a:ext>
                  </a:extLst>
                </p14:cNvPr>
                <p14:cNvContentPartPr/>
                <p14:nvPr/>
              </p14:nvContentPartPr>
              <p14:xfrm>
                <a:off x="6871680" y="2367295"/>
                <a:ext cx="358920" cy="258480"/>
              </p14:xfrm>
            </p:contentPart>
          </mc:Choice>
          <mc:Fallback xmlns=""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2CC71496-CC75-6D3F-687A-CEE74518A78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63040" y="2358295"/>
                  <a:ext cx="3765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56FCAB9-C8D9-BEDA-0CA9-82DAEC0E3553}"/>
                    </a:ext>
                  </a:extLst>
                </p14:cNvPr>
                <p14:cNvContentPartPr/>
                <p14:nvPr/>
              </p14:nvContentPartPr>
              <p14:xfrm>
                <a:off x="7383960" y="2401855"/>
                <a:ext cx="189000" cy="153360"/>
              </p14:xfrm>
            </p:contentPart>
          </mc:Choice>
          <mc:Fallback xmlns="">
            <p:pic>
              <p:nvPicPr>
                <p:cNvPr id="1120" name="Ink 1119">
                  <a:extLst>
                    <a:ext uri="{FF2B5EF4-FFF2-40B4-BE49-F238E27FC236}">
                      <a16:creationId xmlns:a16="http://schemas.microsoft.com/office/drawing/2014/main" id="{1E5BDDA6-3411-171D-52BC-BACD3D4C357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374960" y="2393215"/>
                  <a:ext cx="206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7B6B546-91C8-06DB-9717-2EC629D9F664}"/>
                    </a:ext>
                  </a:extLst>
                </p14:cNvPr>
                <p14:cNvContentPartPr/>
                <p14:nvPr/>
              </p14:nvContentPartPr>
              <p14:xfrm>
                <a:off x="7660440" y="2306815"/>
                <a:ext cx="406800" cy="240120"/>
              </p14:xfrm>
            </p:contentPart>
          </mc:Choice>
          <mc:Fallback xmlns="">
            <p:pic>
              <p:nvPicPr>
                <p:cNvPr id="1121" name="Ink 1120">
                  <a:extLst>
                    <a:ext uri="{FF2B5EF4-FFF2-40B4-BE49-F238E27FC236}">
                      <a16:creationId xmlns:a16="http://schemas.microsoft.com/office/drawing/2014/main" id="{6DEC9A4F-194B-A97B-8FD9-A42E26F7D2D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651440" y="2297815"/>
                  <a:ext cx="424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2197EB9-A36D-3D4B-DB81-EC7A6158CADE}"/>
                    </a:ext>
                  </a:extLst>
                </p14:cNvPr>
                <p14:cNvContentPartPr/>
                <p14:nvPr/>
              </p14:nvContentPartPr>
              <p14:xfrm>
                <a:off x="8143200" y="2241295"/>
                <a:ext cx="14760" cy="200880"/>
              </p14:xfrm>
            </p:contentPart>
          </mc:Choice>
          <mc:Fallback xmlns="">
            <p:pic>
              <p:nvPicPr>
                <p:cNvPr id="1122" name="Ink 1121">
                  <a:extLst>
                    <a:ext uri="{FF2B5EF4-FFF2-40B4-BE49-F238E27FC236}">
                      <a16:creationId xmlns:a16="http://schemas.microsoft.com/office/drawing/2014/main" id="{F8515F01-E0B5-3ACE-5726-696AF2E9364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134200" y="2232295"/>
                  <a:ext cx="32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2EA0DB4-0137-613B-67FB-5496AAA90B49}"/>
                    </a:ext>
                  </a:extLst>
                </p14:cNvPr>
                <p14:cNvContentPartPr/>
                <p14:nvPr/>
              </p14:nvContentPartPr>
              <p14:xfrm>
                <a:off x="8229600" y="2173975"/>
                <a:ext cx="241560" cy="252720"/>
              </p14:xfrm>
            </p:contentPart>
          </mc:Choice>
          <mc:Fallback xmlns=""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89035D25-5CD3-9C59-3DCD-31DDA69A431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220600" y="2165335"/>
                  <a:ext cx="2592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FC70034-5960-6A04-F493-2D244384BA49}"/>
                    </a:ext>
                  </a:extLst>
                </p14:cNvPr>
                <p14:cNvContentPartPr/>
                <p14:nvPr/>
              </p14:nvContentPartPr>
              <p14:xfrm>
                <a:off x="8366400" y="2316895"/>
                <a:ext cx="441360" cy="78840"/>
              </p14:xfrm>
            </p:contentPart>
          </mc:Choice>
          <mc:Fallback xmlns="">
            <p:pic>
              <p:nvPicPr>
                <p:cNvPr id="1124" name="Ink 1123">
                  <a:extLst>
                    <a:ext uri="{FF2B5EF4-FFF2-40B4-BE49-F238E27FC236}">
                      <a16:creationId xmlns:a16="http://schemas.microsoft.com/office/drawing/2014/main" id="{58AC1081-6C53-1102-1C80-99E4208B323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357400" y="2307895"/>
                  <a:ext cx="459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88A330A-EF6C-720C-2501-8EAD7443C7D7}"/>
                    </a:ext>
                  </a:extLst>
                </p14:cNvPr>
                <p14:cNvContentPartPr/>
                <p14:nvPr/>
              </p14:nvContentPartPr>
              <p14:xfrm>
                <a:off x="8556480" y="2189095"/>
                <a:ext cx="21600" cy="28800"/>
              </p14:xfrm>
            </p:contentPart>
          </mc:Choice>
          <mc:Fallback xmlns=""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EF094BF4-FF69-A78E-4A51-B60DB2F11CA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547480" y="2180455"/>
                  <a:ext cx="39240" cy="46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4FA4BC0C-A7E0-7C6A-06B8-3128F4CD833B}"/>
              </a:ext>
            </a:extLst>
          </p:cNvPr>
          <p:cNvSpPr txBox="1"/>
          <p:nvPr/>
        </p:nvSpPr>
        <p:spPr>
          <a:xfrm>
            <a:off x="635353" y="689089"/>
            <a:ext cx="2234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Example 2:</a:t>
            </a:r>
            <a:endParaRPr lang="en-AU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AF50709-E0FB-A2EC-B98A-547DCD324A59}"/>
                  </a:ext>
                </a:extLst>
              </p14:cNvPr>
              <p14:cNvContentPartPr/>
              <p14:nvPr/>
            </p14:nvContentPartPr>
            <p14:xfrm>
              <a:off x="374400" y="1169640"/>
              <a:ext cx="11557440" cy="44928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AF50709-E0FB-A2EC-B98A-547DCD324A59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65040" y="1160280"/>
                <a:ext cx="11576160" cy="451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0074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1B5705-3224-614B-E147-9B3D88042E70}"/>
                  </a:ext>
                </a:extLst>
              </p14:cNvPr>
              <p14:cNvContentPartPr/>
              <p14:nvPr/>
            </p14:nvContentPartPr>
            <p14:xfrm>
              <a:off x="2105640" y="671400"/>
              <a:ext cx="9911160" cy="3202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1B5705-3224-614B-E147-9B3D88042E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96280" y="662040"/>
                <a:ext cx="9929880" cy="322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4600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Using enhancement mode MOSFET (with threshold voltage (V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))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Since 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 = 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D , 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the condition of  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&gt; 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T  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is satisfied, and therefore the MOSFET is operating in saturation region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70D0B6A-5D29-E360-A92F-C223F024B8CC}"/>
                  </a:ext>
                </a:extLst>
              </p:cNvPr>
              <p:cNvSpPr/>
              <p:nvPr/>
            </p:nvSpPr>
            <p:spPr>
              <a:xfrm>
                <a:off x="2282798" y="2083758"/>
                <a:ext cx="6440577" cy="712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G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l-GR" sz="2800" b="0" i="0" dirty="0" smtClean="0">
                            <a:latin typeface="Cambria Math"/>
                            <a:ea typeface="Cambria Math"/>
                          </a:rPr>
                          <m:t>λ</m:t>
                        </m:r>
                        <m:sSub>
                          <m:sSubPr>
                            <m:ctrlPr>
                              <a:rPr lang="el-GR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DS</m:t>
                            </m:r>
                          </m:sub>
                        </m:sSub>
                      </m:e>
                    </m: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70D0B6A-5D29-E360-A92F-C223F024B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798" y="2083758"/>
                <a:ext cx="6440577" cy="7126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6A23342-258F-8848-F2EF-093162479B43}"/>
                  </a:ext>
                </a:extLst>
              </p:cNvPr>
              <p:cNvSpPr/>
              <p:nvPr/>
            </p:nvSpPr>
            <p:spPr>
              <a:xfrm>
                <a:off x="3343296" y="2953068"/>
                <a:ext cx="2774402" cy="984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800" b="0" i="0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D</m:t>
                              </m:r>
                            </m:sub>
                          </m:sSub>
                        </m:num>
                        <m:den>
                          <m:r>
                            <a:rPr lang="en-AU" sz="2800" b="0" i="0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DS</m:t>
                              </m:r>
                            </m:sub>
                          </m:sSub>
                        </m:den>
                      </m:f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b="0" i="0" dirty="0">
                          <a:latin typeface="Cambria Math"/>
                          <a:ea typeface="Cambria Math"/>
                        </a:rPr>
                        <m:t>λ</m:t>
                      </m:r>
                      <m:sSub>
                        <m:sSubPr>
                          <m:ctrlPr>
                            <a:rPr lang="el-GR" sz="28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  <a:ea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6A23342-258F-8848-F2EF-093162479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296" y="2953068"/>
                <a:ext cx="2774402" cy="9841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96C8EE-A3CE-E41A-A390-F12626F6890F}"/>
                  </a:ext>
                </a:extLst>
              </p:cNvPr>
              <p:cNvSpPr/>
              <p:nvPr/>
            </p:nvSpPr>
            <p:spPr>
              <a:xfrm>
                <a:off x="3343296" y="3986517"/>
                <a:ext cx="2774402" cy="9722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o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800" b="0" i="0" dirty="0">
                              <a:latin typeface="Cambria Math"/>
                              <a:ea typeface="Cambria Math"/>
                            </a:rPr>
                            <m:t>λ</m:t>
                          </m:r>
                          <m:sSub>
                            <m:sSubPr>
                              <m:ctrlPr>
                                <a:rPr lang="el-GR" sz="28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dirty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dirty="0">
                                  <a:latin typeface="Cambria Math"/>
                                  <a:ea typeface="Cambria Math"/>
                                </a:rPr>
                                <m:t>D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96C8EE-A3CE-E41A-A390-F12626F689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296" y="3986517"/>
                <a:ext cx="2774402" cy="9722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DF311488-0E1F-A1DF-9BE9-C165D608E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439" y="2507976"/>
            <a:ext cx="3227897" cy="3107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F205903-2A9F-1234-788F-7DB09EA97F38}"/>
                  </a:ext>
                </a:extLst>
              </p14:cNvPr>
              <p14:cNvContentPartPr/>
              <p14:nvPr/>
            </p14:nvContentPartPr>
            <p14:xfrm>
              <a:off x="311400" y="2625480"/>
              <a:ext cx="10828800" cy="3448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F205903-2A9F-1234-788F-7DB09EA97F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2040" y="2616120"/>
                <a:ext cx="10847520" cy="346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2169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452" y="596714"/>
                <a:ext cx="11867091" cy="5513168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AU" sz="5100" dirty="0">
                    <a:latin typeface="Arial" panose="020B0604020202020204" pitchFamily="34" charset="0"/>
                    <a:cs typeface="Arial" panose="020B0604020202020204" pitchFamily="34" charset="0"/>
                  </a:rPr>
                  <a:t>Simple current mirror (Q1 and Q2 in saturation)</a:t>
                </a:r>
              </a:p>
              <a:p>
                <a:pPr marL="914400" lvl="2" indent="0">
                  <a:buNone/>
                </a:pPr>
                <a:endParaRPr lang="en-AU" dirty="0"/>
              </a:p>
              <a:p>
                <a:pPr marL="914400" lvl="2" indent="0">
                  <a:buNone/>
                </a:pPr>
                <a:endParaRPr lang="en-AU" sz="2000" dirty="0">
                  <a:latin typeface="+mn-lt"/>
                </a:endParaRPr>
              </a:p>
              <a:p>
                <a:pPr marL="914400" lvl="2" indent="0">
                  <a:buNone/>
                </a:pPr>
                <a:endParaRPr lang="en-AU" dirty="0"/>
              </a:p>
              <a:p>
                <a:pPr marL="914400" lvl="2" indent="0">
                  <a:buNone/>
                </a:pPr>
                <a:endParaRPr lang="en-AU" sz="2000" dirty="0">
                  <a:latin typeface="+mn-lt"/>
                </a:endParaRPr>
              </a:p>
              <a:p>
                <a:pPr marL="914400" lvl="2" indent="0">
                  <a:buNone/>
                </a:pPr>
                <a:endParaRPr lang="en-AU" dirty="0"/>
              </a:p>
              <a:p>
                <a:pPr marL="914400" lvl="2" indent="0">
                  <a:buNone/>
                </a:pPr>
                <a:endParaRPr lang="en-AU" sz="2000" dirty="0">
                  <a:latin typeface="+mn-lt"/>
                </a:endParaRPr>
              </a:p>
              <a:p>
                <a:pPr marL="914400" lvl="2" indent="0">
                  <a:buNone/>
                </a:pPr>
                <a:endParaRPr lang="en-AU" dirty="0"/>
              </a:p>
              <a:p>
                <a:pPr marL="914400" lvl="2" indent="0">
                  <a:buNone/>
                </a:pPr>
                <a:endParaRPr lang="en-AU" sz="2000" dirty="0">
                  <a:latin typeface="+mn-lt"/>
                </a:endParaRPr>
              </a:p>
              <a:p>
                <a:pPr marL="914400" lvl="2" indent="0">
                  <a:buNone/>
                </a:pPr>
                <a:endParaRPr lang="en-A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dirty="0">
                  <a:effectLst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Usually,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5100" b="0" i="0" dirty="0">
                        <a:effectLst/>
                        <a:latin typeface="Cambria Math" panose="02040503050406030204" pitchFamily="18" charset="0"/>
                        <a:ea typeface="Cambria Math"/>
                      </a:rPr>
                      <m:t>λ</m:t>
                    </m:r>
                  </m:oMath>
                </a14:m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is sufficiently small such that the I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 I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REF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is determined by the aspect ratio of W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/L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 W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/L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AU" sz="5100" i="1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This flexibility is at the disposal of the IC designer i.e. One can determine the desired current ratio by choosing the transistor sizes.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Again, the output resistance is given by:</a:t>
                </a:r>
              </a:p>
              <a:p>
                <a:pPr marL="914400" lvl="2" indent="0">
                  <a:buNone/>
                </a:pPr>
                <a:endParaRPr lang="en-AU" sz="2000" dirty="0">
                  <a:latin typeface="+mn-lt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2" indent="0">
                  <a:buNone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452" y="596714"/>
                <a:ext cx="11867091" cy="5513168"/>
              </a:xfrm>
              <a:blipFill>
                <a:blip r:embed="rId3"/>
                <a:stretch>
                  <a:fillRect l="-925" t="-3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82B7A9D2-887A-F8AC-285D-FAC11F0AE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493" y="542703"/>
            <a:ext cx="3580787" cy="344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602C57-7826-09CF-4432-0B54C10E759A}"/>
                  </a:ext>
                </a:extLst>
              </p:cNvPr>
              <p:cNvSpPr/>
              <p:nvPr/>
            </p:nvSpPr>
            <p:spPr>
              <a:xfrm>
                <a:off x="3486305" y="897271"/>
                <a:ext cx="229123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GS</m:t>
                        </m:r>
                        <m:r>
                          <a:rPr lang="en-AU" sz="2800" b="0" i="0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GS</m:t>
                        </m:r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602C57-7826-09CF-4432-0B54C10E7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305" y="897271"/>
                <a:ext cx="229123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E1C11B9-70BF-BC3E-6F82-293359E5DEFB}"/>
                  </a:ext>
                </a:extLst>
              </p:cNvPr>
              <p:cNvSpPr/>
              <p:nvPr/>
            </p:nvSpPr>
            <p:spPr>
              <a:xfrm>
                <a:off x="1581415" y="1365333"/>
                <a:ext cx="7023173" cy="712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REF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  <m:r>
                              <a:rPr lang="en-AU" sz="2800" b="0" i="0" baseline="-25000" dirty="0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  <m:r>
                              <a:rPr lang="en-AU" sz="2800" b="0" i="0" baseline="-25000" dirty="0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G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S</m:t>
                            </m:r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l-GR" sz="2800" b="0" i="0" dirty="0" smtClean="0">
                            <a:latin typeface="Cambria Math"/>
                            <a:ea typeface="Cambria Math"/>
                          </a:rPr>
                          <m:t>λ</m:t>
                        </m:r>
                        <m:r>
                          <a:rPr lang="en-AU" sz="2800" b="0" i="0" baseline="-25000" dirty="0" smtClean="0">
                            <a:latin typeface="Cambria Math"/>
                            <a:ea typeface="Cambria Math"/>
                          </a:rPr>
                          <m:t>1</m:t>
                        </m:r>
                        <m:sSub>
                          <m:sSubPr>
                            <m:ctrlPr>
                              <a:rPr lang="el-GR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DS</m:t>
                            </m:r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E1C11B9-70BF-BC3E-6F82-293359E5DE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415" y="1365333"/>
                <a:ext cx="7023173" cy="712631"/>
              </a:xfrm>
              <a:prstGeom prst="rect">
                <a:avLst/>
              </a:prstGeom>
              <a:blipFill>
                <a:blip r:embed="rId8"/>
                <a:stretch>
                  <a:fillRect b="-42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432C5A6-9DCD-BE8E-4DAA-7A0C72384F5B}"/>
                  </a:ext>
                </a:extLst>
              </p:cNvPr>
              <p:cNvSpPr/>
              <p:nvPr/>
            </p:nvSpPr>
            <p:spPr>
              <a:xfrm>
                <a:off x="1891493" y="2050238"/>
                <a:ext cx="7023173" cy="712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a:rPr lang="en-AU" sz="2800" b="0" i="0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  <m:r>
                              <a:rPr lang="en-AU" sz="2800" b="0" i="0" baseline="-2500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  <m:r>
                              <a:rPr lang="en-AU" sz="2800" b="0" i="0" baseline="-2500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G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S</m:t>
                            </m:r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l-GR" sz="2800" b="0" i="0" dirty="0" smtClean="0">
                            <a:latin typeface="Cambria Math"/>
                            <a:ea typeface="Cambria Math"/>
                          </a:rPr>
                          <m:t>λ</m:t>
                        </m:r>
                        <m:r>
                          <a:rPr lang="en-AU" sz="2800" b="0" i="0" baseline="-25000" dirty="0" smtClean="0">
                            <a:latin typeface="Cambria Math"/>
                            <a:ea typeface="Cambria Math"/>
                          </a:rPr>
                          <m:t>2</m:t>
                        </m:r>
                        <m:sSub>
                          <m:sSubPr>
                            <m:ctrlPr>
                              <a:rPr lang="el-GR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DS</m:t>
                            </m:r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432C5A6-9DCD-BE8E-4DAA-7A0C72384F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493" y="2050238"/>
                <a:ext cx="7023173" cy="712631"/>
              </a:xfrm>
              <a:prstGeom prst="rect">
                <a:avLst/>
              </a:prstGeom>
              <a:blipFill>
                <a:blip r:embed="rId9"/>
                <a:stretch>
                  <a:fillRect b="-42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7BC8271-7FC4-6CFE-210E-F756C3F9F9D4}"/>
                  </a:ext>
                </a:extLst>
              </p:cNvPr>
              <p:cNvSpPr/>
              <p:nvPr/>
            </p:nvSpPr>
            <p:spPr>
              <a:xfrm>
                <a:off x="2497940" y="2556909"/>
                <a:ext cx="4528578" cy="13160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AU" sz="2400" dirty="0">
                              <a:ea typeface="Cambria Math"/>
                            </a:rPr>
                            <m:t> </m:t>
                          </m:r>
                          <m:d>
                            <m:dPr>
                              <m:ctrlPr>
                                <a:rPr lang="en-AU" sz="240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l-GR" sz="2400" b="0" i="0" dirty="0">
                                  <a:latin typeface="Cambria Math"/>
                                  <a:ea typeface="Cambria Math"/>
                                </a:rPr>
                                <m:t>λ</m:t>
                              </m:r>
                              <m:sSub>
                                <m:sSubPr>
                                  <m:ctrlPr>
                                    <a:rPr lang="el-GR" sz="2400" i="1" dirty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DS</m:t>
                                  </m:r>
                                  <m: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AU" sz="24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W</m:t>
                              </m:r>
                              <m:r>
                                <a:rPr lang="en-AU" sz="2400" b="0" i="0" baseline="-25000" dirty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L</m:t>
                              </m:r>
                              <m:r>
                                <a:rPr lang="en-AU" sz="2400" b="0" i="0" baseline="-25000" dirty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m:rPr>
                              <m:nor/>
                            </m:rPr>
                            <a:rPr lang="en-AU" sz="2400" dirty="0">
                              <a:ea typeface="Cambria Math"/>
                            </a:rPr>
                            <m:t> </m:t>
                          </m:r>
                          <m:d>
                            <m:dPr>
                              <m:ctrlPr>
                                <a:rPr lang="en-AU" sz="240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l-GR" sz="2400" b="0" i="0" dirty="0">
                                  <a:latin typeface="Cambria Math"/>
                                  <a:ea typeface="Cambria Math"/>
                                </a:rPr>
                                <m:t>λ</m:t>
                              </m:r>
                              <m:sSub>
                                <m:sSubPr>
                                  <m:ctrlPr>
                                    <a:rPr lang="el-GR" sz="2400" i="1" dirty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DS</m:t>
                                  </m:r>
                                  <m: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AU" sz="24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W</m:t>
                              </m:r>
                              <m:r>
                                <a:rPr lang="en-AU" sz="2400" b="0" i="0" baseline="-25000" dirty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L</m:t>
                              </m:r>
                              <m:r>
                                <a:rPr lang="en-AU" sz="2400" b="0" i="0" baseline="-25000" dirty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den>
                          </m:f>
                        </m:den>
                      </m:f>
                      <m:r>
                        <a:rPr lang="en-AU" sz="24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/>
                                  <a:ea typeface="Cambria Math"/>
                                </a:rPr>
                                <m:t>o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/>
                                  <a:ea typeface="Cambria Math"/>
                                </a:rPr>
                                <m:t>REF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7BC8271-7FC4-6CFE-210E-F756C3F9F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940" y="2556909"/>
                <a:ext cx="4528578" cy="1316066"/>
              </a:xfrm>
              <a:prstGeom prst="rect">
                <a:avLst/>
              </a:prstGeom>
              <a:blipFill>
                <a:blip r:embed="rId10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3E84CF2-D18F-C563-93B7-E2A9DEB16D73}"/>
                  </a:ext>
                </a:extLst>
              </p:cNvPr>
              <p:cNvSpPr/>
              <p:nvPr/>
            </p:nvSpPr>
            <p:spPr>
              <a:xfrm>
                <a:off x="7795830" y="4904370"/>
                <a:ext cx="2016224" cy="9743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o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800" b="0" i="0" dirty="0">
                              <a:latin typeface="Cambria Math"/>
                              <a:ea typeface="Cambria Math"/>
                            </a:rPr>
                            <m:t>λ</m:t>
                          </m:r>
                          <m:sSub>
                            <m:sSubPr>
                              <m:ctrlPr>
                                <a:rPr lang="el-GR" sz="28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dirty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dirty="0" smtClean="0">
                                  <a:latin typeface="Cambria Math"/>
                                  <a:ea typeface="Cambria Math"/>
                                </a:rPr>
                                <m:t>o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3E84CF2-D18F-C563-93B7-E2A9DEB16D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830" y="4904370"/>
                <a:ext cx="2016224" cy="9743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087762C-4D7B-4618-4388-1BE66A839683}"/>
                  </a:ext>
                </a:extLst>
              </p14:cNvPr>
              <p14:cNvContentPartPr/>
              <p14:nvPr/>
            </p14:nvContentPartPr>
            <p14:xfrm>
              <a:off x="9808128" y="2749608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087762C-4D7B-4618-4388-1BE66A8396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99488" y="27406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64F638D-0DC4-F69A-531E-510ED50FD439}"/>
                  </a:ext>
                </a:extLst>
              </p14:cNvPr>
              <p14:cNvContentPartPr/>
              <p14:nvPr/>
            </p14:nvContentPartPr>
            <p14:xfrm>
              <a:off x="9632448" y="293428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64F638D-0DC4-F69A-531E-510ED50FD4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23808" y="292528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E3FEFCE-38D9-ED32-C736-FC89FDB14701}"/>
                  </a:ext>
                </a:extLst>
              </p14:cNvPr>
              <p14:cNvContentPartPr/>
              <p14:nvPr/>
            </p14:nvContentPartPr>
            <p14:xfrm>
              <a:off x="177840" y="557280"/>
              <a:ext cx="11151720" cy="3139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E3FEFCE-38D9-ED32-C736-FC89FDB1470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8480" y="547920"/>
                <a:ext cx="11170440" cy="315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9558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endParaRPr lang="en-AU" sz="2000" dirty="0">
              <a:latin typeface="+mn-lt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29F4E924-414E-561A-F80F-30048C5A283F}"/>
              </a:ext>
            </a:extLst>
          </p:cNvPr>
          <p:cNvGrpSpPr/>
          <p:nvPr/>
        </p:nvGrpSpPr>
        <p:grpSpPr>
          <a:xfrm>
            <a:off x="1207872" y="815648"/>
            <a:ext cx="1318320" cy="413640"/>
            <a:chOff x="494640" y="1162375"/>
            <a:chExt cx="1318320" cy="4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291FBB-1606-BB7E-4C9B-3EB1AFCA1636}"/>
                    </a:ext>
                  </a:extLst>
                </p14:cNvPr>
                <p14:cNvContentPartPr/>
                <p14:nvPr/>
              </p14:nvContentPartPr>
              <p14:xfrm>
                <a:off x="494640" y="1283335"/>
                <a:ext cx="142560" cy="18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0CCCAA5-8B6C-E624-8504-7C5F7FFF2C4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5640" y="1274695"/>
                  <a:ext cx="160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955C3E-31E2-2595-2B30-672000B36CD5}"/>
                    </a:ext>
                  </a:extLst>
                </p14:cNvPr>
                <p14:cNvContentPartPr/>
                <p14:nvPr/>
              </p14:nvContentPartPr>
              <p14:xfrm>
                <a:off x="529560" y="1384135"/>
                <a:ext cx="121680" cy="37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F8F70C-B7BC-A33F-0B51-E1CCE69E99C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0560" y="1375135"/>
                  <a:ext cx="139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473656-BC4C-035F-9174-1D127633B9D9}"/>
                    </a:ext>
                  </a:extLst>
                </p14:cNvPr>
                <p14:cNvContentPartPr/>
                <p14:nvPr/>
              </p14:nvContentPartPr>
              <p14:xfrm>
                <a:off x="550800" y="1257775"/>
                <a:ext cx="271440" cy="168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4055F34-A95C-A25A-67CF-C2D05A1642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2160" y="1248775"/>
                  <a:ext cx="289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9280DD-36AF-130B-D366-1482C7FD40CC}"/>
                    </a:ext>
                  </a:extLst>
                </p14:cNvPr>
                <p14:cNvContentPartPr/>
                <p14:nvPr/>
              </p14:nvContentPartPr>
              <p14:xfrm>
                <a:off x="730440" y="1273615"/>
                <a:ext cx="136800" cy="156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F528BB4-A43A-D073-F5DE-4A63316A011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1800" y="1264975"/>
                  <a:ext cx="154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A30F96-BD20-70E5-D947-811F6849C630}"/>
                    </a:ext>
                  </a:extLst>
                </p14:cNvPr>
                <p14:cNvContentPartPr/>
                <p14:nvPr/>
              </p14:nvContentPartPr>
              <p14:xfrm>
                <a:off x="871920" y="1162375"/>
                <a:ext cx="941040" cy="413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6C737C-6548-8E45-AB1D-D62980AEDAD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2920" y="1153375"/>
                  <a:ext cx="958680" cy="43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87856C-2838-EF6E-D6D4-C862DA82B7F3}"/>
              </a:ext>
            </a:extLst>
          </p:cNvPr>
          <p:cNvGrpSpPr/>
          <p:nvPr/>
        </p:nvGrpSpPr>
        <p:grpSpPr>
          <a:xfrm>
            <a:off x="3449952" y="1699448"/>
            <a:ext cx="482760" cy="321120"/>
            <a:chOff x="2736720" y="2046175"/>
            <a:chExt cx="48276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3B17F7-B343-9F8C-B19C-CF0FFB745D46}"/>
                    </a:ext>
                  </a:extLst>
                </p14:cNvPr>
                <p14:cNvContentPartPr/>
                <p14:nvPr/>
              </p14:nvContentPartPr>
              <p14:xfrm>
                <a:off x="2736720" y="2143735"/>
                <a:ext cx="32760" cy="223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DFFA07-B2FE-50C2-8610-319A0C7C037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27720" y="2134735"/>
                  <a:ext cx="50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16098B6-AF89-CF31-F430-493F30A21E41}"/>
                    </a:ext>
                  </a:extLst>
                </p14:cNvPr>
                <p14:cNvContentPartPr/>
                <p14:nvPr/>
              </p14:nvContentPartPr>
              <p14:xfrm>
                <a:off x="2833200" y="2271895"/>
                <a:ext cx="11520" cy="19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CC0CE0-2044-379D-599C-302C1922C46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24200" y="2262895"/>
                  <a:ext cx="29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912EDC-812C-3640-E149-BC91EE844FAF}"/>
                    </a:ext>
                  </a:extLst>
                </p14:cNvPr>
                <p14:cNvContentPartPr/>
                <p14:nvPr/>
              </p14:nvContentPartPr>
              <p14:xfrm>
                <a:off x="2883240" y="2074975"/>
                <a:ext cx="123120" cy="252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01FDBF-E63F-7776-F194-0C0BDB9F039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74600" y="2066335"/>
                  <a:ext cx="1407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90BB093-B300-ED48-5A86-14F53B200076}"/>
                    </a:ext>
                  </a:extLst>
                </p14:cNvPr>
                <p14:cNvContentPartPr/>
                <p14:nvPr/>
              </p14:nvContentPartPr>
              <p14:xfrm>
                <a:off x="3107160" y="2046175"/>
                <a:ext cx="112320" cy="237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C16009-56A4-29A1-A7C4-962FB38836C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98520" y="2037535"/>
                  <a:ext cx="129960" cy="25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96FA62E-B0AB-86CF-D0ED-1464D9B10DE0}"/>
                  </a:ext>
                </a:extLst>
              </p14:cNvPr>
              <p14:cNvContentPartPr/>
              <p14:nvPr/>
            </p14:nvContentPartPr>
            <p14:xfrm>
              <a:off x="2915712" y="3378488"/>
              <a:ext cx="763920" cy="8002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96FA62E-B0AB-86CF-D0ED-1464D9B10DE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06716" y="3369484"/>
                <a:ext cx="781552" cy="817928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3956AB2-3A8A-1ECE-2090-A27B6AE4E325}"/>
              </a:ext>
            </a:extLst>
          </p:cNvPr>
          <p:cNvGrpSpPr/>
          <p:nvPr/>
        </p:nvGrpSpPr>
        <p:grpSpPr>
          <a:xfrm>
            <a:off x="1501632" y="2239808"/>
            <a:ext cx="2588040" cy="2729520"/>
            <a:chOff x="788400" y="2586535"/>
            <a:chExt cx="2588040" cy="272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8AAACDA-D0A6-98B3-0109-00938F1BCB05}"/>
                    </a:ext>
                  </a:extLst>
                </p14:cNvPr>
                <p14:cNvContentPartPr/>
                <p14:nvPr/>
              </p14:nvContentPartPr>
              <p14:xfrm>
                <a:off x="876240" y="2703895"/>
                <a:ext cx="263160" cy="1757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C94968-D232-B05F-36BA-2C0FE92F08B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7240" y="2695255"/>
                  <a:ext cx="280800" cy="17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BBF3B2-674A-962D-D880-890EDB0AC2E4}"/>
                    </a:ext>
                  </a:extLst>
                </p14:cNvPr>
                <p14:cNvContentPartPr/>
                <p14:nvPr/>
              </p14:nvContentPartPr>
              <p14:xfrm>
                <a:off x="1207080" y="3053455"/>
                <a:ext cx="124560" cy="262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F100332-1D5B-C956-CA65-568D2FCF728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98440" y="3044455"/>
                  <a:ext cx="142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3C8DC7F-1C96-79C5-F2CE-5F6B906423A6}"/>
                    </a:ext>
                  </a:extLst>
                </p14:cNvPr>
                <p14:cNvContentPartPr/>
                <p14:nvPr/>
              </p14:nvContentPartPr>
              <p14:xfrm>
                <a:off x="1354680" y="3237055"/>
                <a:ext cx="106560" cy="139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F6CED5-AE0D-FEA1-1F10-1CBD6C58019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45680" y="3228415"/>
                  <a:ext cx="124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A2A23A8-F0F0-1081-F24C-F8FF7D82C39D}"/>
                    </a:ext>
                  </a:extLst>
                </p14:cNvPr>
                <p14:cNvContentPartPr/>
                <p14:nvPr/>
              </p14:nvContentPartPr>
              <p14:xfrm>
                <a:off x="1320480" y="3247495"/>
                <a:ext cx="217080" cy="161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2D834FE-A92D-6A01-0009-C0612384218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11840" y="3238495"/>
                  <a:ext cx="2347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4AF85B-EB6B-A34E-146A-9411C403575D}"/>
                    </a:ext>
                  </a:extLst>
                </p14:cNvPr>
                <p14:cNvContentPartPr/>
                <p14:nvPr/>
              </p14:nvContentPartPr>
              <p14:xfrm>
                <a:off x="928080" y="2608855"/>
                <a:ext cx="156240" cy="16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1E44F1C-7B01-AD8E-F899-9D5C897931E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9440" y="2600215"/>
                  <a:ext cx="173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2D0238-B7E2-F5CD-E03D-C4920526BC5E}"/>
                    </a:ext>
                  </a:extLst>
                </p14:cNvPr>
                <p14:cNvContentPartPr/>
                <p14:nvPr/>
              </p14:nvContentPartPr>
              <p14:xfrm>
                <a:off x="1551960" y="4544935"/>
                <a:ext cx="14760" cy="107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B0603A2-6C7D-A4F0-AB68-D7111B765EF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42960" y="4535935"/>
                  <a:ext cx="32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8345D18-4285-300E-270F-62C3255C5FDB}"/>
                    </a:ext>
                  </a:extLst>
                </p14:cNvPr>
                <p14:cNvContentPartPr/>
                <p14:nvPr/>
              </p14:nvContentPartPr>
              <p14:xfrm>
                <a:off x="1417680" y="4385815"/>
                <a:ext cx="12960" cy="403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96C2D4-C166-5FC4-4293-200610DF860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409040" y="4376815"/>
                  <a:ext cx="306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2BBC1E-D7BB-33CB-5C4F-394350EAA3BE}"/>
                    </a:ext>
                  </a:extLst>
                </p14:cNvPr>
                <p14:cNvContentPartPr/>
                <p14:nvPr/>
              </p14:nvContentPartPr>
              <p14:xfrm>
                <a:off x="1220400" y="4688935"/>
                <a:ext cx="180000" cy="2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3CF9417-CF99-B24E-78E2-751D0A0E1E7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11760" y="4679935"/>
                  <a:ext cx="197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523D8E-494C-00DE-65D8-EB0F28AAB66A}"/>
                    </a:ext>
                  </a:extLst>
                </p14:cNvPr>
                <p14:cNvContentPartPr/>
                <p14:nvPr/>
              </p14:nvContentPartPr>
              <p14:xfrm>
                <a:off x="1200600" y="4718815"/>
                <a:ext cx="36720" cy="455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3759A0-0418-7D13-CDE1-8B65D02213F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91960" y="4710175"/>
                  <a:ext cx="543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2683C97-1DC7-8581-6A2F-0745E190D26E}"/>
                    </a:ext>
                  </a:extLst>
                </p14:cNvPr>
                <p14:cNvContentPartPr/>
                <p14:nvPr/>
              </p14:nvContentPartPr>
              <p14:xfrm>
                <a:off x="1137960" y="4947055"/>
                <a:ext cx="122760" cy="115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269900-7BED-57FE-06E6-22D0C56DA9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28960" y="4938415"/>
                  <a:ext cx="140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E76FC0-59C5-79CB-D321-752D21DA668F}"/>
                    </a:ext>
                  </a:extLst>
                </p14:cNvPr>
                <p14:cNvContentPartPr/>
                <p14:nvPr/>
              </p14:nvContentPartPr>
              <p14:xfrm>
                <a:off x="1038600" y="5182135"/>
                <a:ext cx="293760" cy="55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55FD8A-5A1C-C0C1-105D-C9F55A8CE61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29960" y="5173135"/>
                  <a:ext cx="311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6145C5F-A18D-8C35-4EC5-CE6B17B0799B}"/>
                    </a:ext>
                  </a:extLst>
                </p14:cNvPr>
                <p14:cNvContentPartPr/>
                <p14:nvPr/>
              </p14:nvContentPartPr>
              <p14:xfrm>
                <a:off x="1139400" y="5258095"/>
                <a:ext cx="161640" cy="1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39D1BA-ABA1-5B56-BFCA-1DB926EDAA6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30760" y="5249095"/>
                  <a:ext cx="179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6E19DA5-D895-62E6-D29D-AA5F321DA542}"/>
                    </a:ext>
                  </a:extLst>
                </p14:cNvPr>
                <p14:cNvContentPartPr/>
                <p14:nvPr/>
              </p14:nvContentPartPr>
              <p14:xfrm>
                <a:off x="1132200" y="5309575"/>
                <a:ext cx="124920" cy="6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CB219C-4D7A-5BB3-0816-23858619494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23200" y="5300935"/>
                  <a:ext cx="142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1F9C507-27E6-3CF7-10A8-58E0DC778580}"/>
                    </a:ext>
                  </a:extLst>
                </p14:cNvPr>
                <p14:cNvContentPartPr/>
                <p14:nvPr/>
              </p14:nvContentPartPr>
              <p14:xfrm>
                <a:off x="788400" y="4492015"/>
                <a:ext cx="113040" cy="210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85B8C20-0CEF-CD80-A7AA-F284983A5A0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79400" y="4483375"/>
                  <a:ext cx="1306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8CAD7C-94DB-00EE-FF47-DFE83D2491BE}"/>
                    </a:ext>
                  </a:extLst>
                </p14:cNvPr>
                <p14:cNvContentPartPr/>
                <p14:nvPr/>
              </p14:nvContentPartPr>
              <p14:xfrm>
                <a:off x="806400" y="4594975"/>
                <a:ext cx="76320" cy="102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B579EF-4956-1899-E513-C64A8DB77C1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97760" y="4585975"/>
                  <a:ext cx="93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D5C32E6-0BEC-2FFA-C4DB-67A6881D3BA9}"/>
                    </a:ext>
                  </a:extLst>
                </p14:cNvPr>
                <p14:cNvContentPartPr/>
                <p14:nvPr/>
              </p14:nvContentPartPr>
              <p14:xfrm>
                <a:off x="914400" y="4620535"/>
                <a:ext cx="61920" cy="121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9721473-708B-F78C-1C1C-1257FE3B9BC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05760" y="4611895"/>
                  <a:ext cx="79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FB59F4B-75EA-287E-2A96-2B70F33C4B09}"/>
                    </a:ext>
                  </a:extLst>
                </p14:cNvPr>
                <p14:cNvContentPartPr/>
                <p14:nvPr/>
              </p14:nvContentPartPr>
              <p14:xfrm>
                <a:off x="1093680" y="4450255"/>
                <a:ext cx="292320" cy="16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C6D2EC-B80B-F58B-65D3-A7FE9644F16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84680" y="4441255"/>
                  <a:ext cx="309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42D39C5-7ED9-69A2-9141-FFF435868E8F}"/>
                    </a:ext>
                  </a:extLst>
                </p14:cNvPr>
                <p14:cNvContentPartPr/>
                <p14:nvPr/>
              </p14:nvContentPartPr>
              <p14:xfrm>
                <a:off x="1514880" y="4496695"/>
                <a:ext cx="21240" cy="169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2E26417-A596-6A0E-1754-D2E70D12288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05880" y="4487695"/>
                  <a:ext cx="38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9A42546-C755-28E0-5BD1-E9309D6CBFF5}"/>
                    </a:ext>
                  </a:extLst>
                </p14:cNvPr>
                <p14:cNvContentPartPr/>
                <p14:nvPr/>
              </p14:nvContentPartPr>
              <p14:xfrm>
                <a:off x="1556280" y="4488415"/>
                <a:ext cx="987480" cy="103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77CB6A0-6102-565A-B350-533FF643C01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47640" y="4479775"/>
                  <a:ext cx="1005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798F442-DBB2-8122-3D5E-94A291F475B8}"/>
                    </a:ext>
                  </a:extLst>
                </p14:cNvPr>
                <p14:cNvContentPartPr/>
                <p14:nvPr/>
              </p14:nvContentPartPr>
              <p14:xfrm>
                <a:off x="2540520" y="4369615"/>
                <a:ext cx="10800" cy="183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FD1526-8AE4-CA27-48E9-BC4FDF21DAA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31880" y="4360615"/>
                  <a:ext cx="28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721EB0-A03F-6412-048D-F4E6B9998998}"/>
                    </a:ext>
                  </a:extLst>
                </p14:cNvPr>
                <p14:cNvContentPartPr/>
                <p14:nvPr/>
              </p14:nvContentPartPr>
              <p14:xfrm>
                <a:off x="2666160" y="4256935"/>
                <a:ext cx="33480" cy="315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230D24-8BE4-65C6-B8EE-C3D8E59106C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657520" y="4247935"/>
                  <a:ext cx="51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8523495-CFAA-A32D-87CE-5D5AE69E3AE1}"/>
                    </a:ext>
                  </a:extLst>
                </p14:cNvPr>
                <p14:cNvContentPartPr/>
                <p14:nvPr/>
              </p14:nvContentPartPr>
              <p14:xfrm>
                <a:off x="2712600" y="4432615"/>
                <a:ext cx="11520" cy="252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679423F-E0A0-2DC4-277B-8B283689E48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03960" y="4423615"/>
                  <a:ext cx="291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03A1299-6365-0071-2ECB-389D2EA2DF95}"/>
                    </a:ext>
                  </a:extLst>
                </p14:cNvPr>
                <p14:cNvContentPartPr/>
                <p14:nvPr/>
              </p14:nvContentPartPr>
              <p14:xfrm>
                <a:off x="2705760" y="4541695"/>
                <a:ext cx="300600" cy="27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CD76D2E-82D8-6D6B-DEC3-A4E37E41F70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696760" y="4532695"/>
                  <a:ext cx="318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F64E04-0C7E-C9E4-3096-645FBFC97391}"/>
                    </a:ext>
                  </a:extLst>
                </p14:cNvPr>
                <p14:cNvContentPartPr/>
                <p14:nvPr/>
              </p14:nvContentPartPr>
              <p14:xfrm>
                <a:off x="2859840" y="4504615"/>
                <a:ext cx="120600" cy="86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0294C0D-ACE3-97C9-C75C-7B0E6AADE1B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850840" y="4495975"/>
                  <a:ext cx="138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B2AF17A-886B-32DD-5F8B-904D9BEBEC28}"/>
                    </a:ext>
                  </a:extLst>
                </p14:cNvPr>
                <p14:cNvContentPartPr/>
                <p14:nvPr/>
              </p14:nvContentPartPr>
              <p14:xfrm>
                <a:off x="3003120" y="4516495"/>
                <a:ext cx="50040" cy="399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811394-98B6-996D-9AC8-11239FC40BC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94480" y="4507855"/>
                  <a:ext cx="676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C8743DE-4E81-4988-A1B8-541A8FC3E73F}"/>
                    </a:ext>
                  </a:extLst>
                </p14:cNvPr>
                <p14:cNvContentPartPr/>
                <p14:nvPr/>
              </p14:nvContentPartPr>
              <p14:xfrm>
                <a:off x="2857320" y="4942735"/>
                <a:ext cx="246240" cy="4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8F8FC19-3C52-4C44-EE06-89B17671673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848680" y="4933735"/>
                  <a:ext cx="263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0E9EC3E-9713-F21A-63B9-F89A5912523E}"/>
                    </a:ext>
                  </a:extLst>
                </p14:cNvPr>
                <p14:cNvContentPartPr/>
                <p14:nvPr/>
              </p14:nvContentPartPr>
              <p14:xfrm>
                <a:off x="2964600" y="5020855"/>
                <a:ext cx="28080" cy="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002D91-901D-A8BF-84C6-8C27A16BCEF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955600" y="5012215"/>
                  <a:ext cx="45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358B28-106F-6A1B-2AD1-B46280455A9F}"/>
                    </a:ext>
                  </a:extLst>
                </p14:cNvPr>
                <p14:cNvContentPartPr/>
                <p14:nvPr/>
              </p14:nvContentPartPr>
              <p14:xfrm>
                <a:off x="2694960" y="4288255"/>
                <a:ext cx="294840" cy="41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3CCB9E-68A1-DA00-13A4-CABFDB39C22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686320" y="4279615"/>
                  <a:ext cx="312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223253-7E97-F2C8-3F4A-136FA377D3AF}"/>
                    </a:ext>
                  </a:extLst>
                </p14:cNvPr>
                <p14:cNvContentPartPr/>
                <p14:nvPr/>
              </p14:nvContentPartPr>
              <p14:xfrm>
                <a:off x="2736720" y="2643415"/>
                <a:ext cx="244440" cy="1644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8E0601E-ECEB-C29A-7F9A-CCA2F298008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728080" y="2634775"/>
                  <a:ext cx="262080" cy="16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B54089E-F0AE-2190-D9A0-21132FC3DC4F}"/>
                    </a:ext>
                  </a:extLst>
                </p14:cNvPr>
                <p14:cNvContentPartPr/>
                <p14:nvPr/>
              </p14:nvContentPartPr>
              <p14:xfrm>
                <a:off x="3066480" y="3081175"/>
                <a:ext cx="193680" cy="229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DC9136-B50B-1835-02AC-C3245B55FAC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057840" y="3072535"/>
                  <a:ext cx="2113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B45C2A9-5C8D-BBAA-1CC4-3AA8C0134E73}"/>
                    </a:ext>
                  </a:extLst>
                </p14:cNvPr>
                <p14:cNvContentPartPr/>
                <p14:nvPr/>
              </p14:nvContentPartPr>
              <p14:xfrm>
                <a:off x="2762280" y="2586535"/>
                <a:ext cx="161640" cy="123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AB442D3-FD87-4748-30A1-490D35D33A7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753280" y="2577535"/>
                  <a:ext cx="179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5F9C94D-0410-9734-3CE3-7490D84DFE0F}"/>
                    </a:ext>
                  </a:extLst>
                </p14:cNvPr>
                <p14:cNvContentPartPr/>
                <p14:nvPr/>
              </p14:nvContentPartPr>
              <p14:xfrm>
                <a:off x="3179160" y="4086655"/>
                <a:ext cx="114840" cy="186840"/>
              </p14:xfrm>
            </p:contentPart>
          </mc:Choice>
          <mc:Fallback xmlns="">
            <p:pic>
              <p:nvPicPr>
                <p:cNvPr id="3073" name="Ink 3072">
                  <a:extLst>
                    <a:ext uri="{FF2B5EF4-FFF2-40B4-BE49-F238E27FC236}">
                      <a16:creationId xmlns:a16="http://schemas.microsoft.com/office/drawing/2014/main" id="{F4EC4FA9-24A6-EA0E-1A53-D72582DA12E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170520" y="4077655"/>
                  <a:ext cx="132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FCB1333-3FB6-196D-AFCB-50903C14900B}"/>
                    </a:ext>
                  </a:extLst>
                </p14:cNvPr>
                <p14:cNvContentPartPr/>
                <p14:nvPr/>
              </p14:nvContentPartPr>
              <p14:xfrm>
                <a:off x="3224880" y="4144615"/>
                <a:ext cx="48960" cy="104400"/>
              </p14:xfrm>
            </p:contentPart>
          </mc:Choice>
          <mc:Fallback xmlns="">
            <p:pic>
              <p:nvPicPr>
                <p:cNvPr id="3075" name="Ink 3074">
                  <a:extLst>
                    <a:ext uri="{FF2B5EF4-FFF2-40B4-BE49-F238E27FC236}">
                      <a16:creationId xmlns:a16="http://schemas.microsoft.com/office/drawing/2014/main" id="{D4D5A6AC-ADA2-78C1-B908-496BE1AF09C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215880" y="4135975"/>
                  <a:ext cx="66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BB96A10-22AC-B6CA-F454-566A38BDCCD6}"/>
                    </a:ext>
                  </a:extLst>
                </p14:cNvPr>
                <p14:cNvContentPartPr/>
                <p14:nvPr/>
              </p14:nvContentPartPr>
              <p14:xfrm>
                <a:off x="3351240" y="4156495"/>
                <a:ext cx="25200" cy="186840"/>
              </p14:xfrm>
            </p:contentPart>
          </mc:Choice>
          <mc:Fallback xmlns="">
            <p:pic>
              <p:nvPicPr>
                <p:cNvPr id="3076" name="Ink 3075">
                  <a:extLst>
                    <a:ext uri="{FF2B5EF4-FFF2-40B4-BE49-F238E27FC236}">
                      <a16:creationId xmlns:a16="http://schemas.microsoft.com/office/drawing/2014/main" id="{A928DD0A-1B3B-330C-3821-7B2686B0FA5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42240" y="4147495"/>
                  <a:ext cx="4284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C73FA47-AB03-0547-E72F-A4AC0FE1EF82}"/>
                  </a:ext>
                </a:extLst>
              </p14:cNvPr>
              <p14:cNvContentPartPr/>
              <p14:nvPr/>
            </p14:nvContentPartPr>
            <p14:xfrm>
              <a:off x="3824352" y="3217568"/>
              <a:ext cx="214560" cy="216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C73FA47-AB03-0547-E72F-A4AC0FE1EF8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815352" y="3208568"/>
                <a:ext cx="232200" cy="23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E179E631-16A3-1FAB-7B01-11A7004F3E49}"/>
              </a:ext>
            </a:extLst>
          </p:cNvPr>
          <p:cNvGrpSpPr/>
          <p:nvPr/>
        </p:nvGrpSpPr>
        <p:grpSpPr>
          <a:xfrm>
            <a:off x="4703832" y="673808"/>
            <a:ext cx="4583880" cy="3136680"/>
            <a:chOff x="3990600" y="1020535"/>
            <a:chExt cx="4583880" cy="313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D46F997-0CC8-EAF4-E6E7-070B84987686}"/>
                    </a:ext>
                  </a:extLst>
                </p14:cNvPr>
                <p14:cNvContentPartPr/>
                <p14:nvPr/>
              </p14:nvContentPartPr>
              <p14:xfrm>
                <a:off x="4123440" y="1267495"/>
                <a:ext cx="194400" cy="192240"/>
              </p14:xfrm>
            </p:contentPart>
          </mc:Choice>
          <mc:Fallback xmlns="">
            <p:pic>
              <p:nvPicPr>
                <p:cNvPr id="3077" name="Ink 3076">
                  <a:extLst>
                    <a:ext uri="{FF2B5EF4-FFF2-40B4-BE49-F238E27FC236}">
                      <a16:creationId xmlns:a16="http://schemas.microsoft.com/office/drawing/2014/main" id="{97497F82-3F82-3FE1-861E-2621B4F2574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14800" y="1258495"/>
                  <a:ext cx="212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5F711A7-8472-33AF-FDB6-91B8E36BC0D4}"/>
                    </a:ext>
                  </a:extLst>
                </p14:cNvPr>
                <p14:cNvContentPartPr/>
                <p14:nvPr/>
              </p14:nvContentPartPr>
              <p14:xfrm>
                <a:off x="4364640" y="1355695"/>
                <a:ext cx="20160" cy="189720"/>
              </p14:xfrm>
            </p:contentPart>
          </mc:Choice>
          <mc:Fallback xmlns="">
            <p:pic>
              <p:nvPicPr>
                <p:cNvPr id="3078" name="Ink 3077">
                  <a:extLst>
                    <a:ext uri="{FF2B5EF4-FFF2-40B4-BE49-F238E27FC236}">
                      <a16:creationId xmlns:a16="http://schemas.microsoft.com/office/drawing/2014/main" id="{212816A4-752B-36F4-B1D5-787E5CC560C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355640" y="1347055"/>
                  <a:ext cx="37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8407A9A-0C7A-0491-0687-0E1811AF382B}"/>
                    </a:ext>
                  </a:extLst>
                </p14:cNvPr>
                <p14:cNvContentPartPr/>
                <p14:nvPr/>
              </p14:nvContentPartPr>
              <p14:xfrm>
                <a:off x="4621320" y="1354255"/>
                <a:ext cx="179640" cy="90360"/>
              </p14:xfrm>
            </p:contentPart>
          </mc:Choice>
          <mc:Fallback xmlns="">
            <p:pic>
              <p:nvPicPr>
                <p:cNvPr id="3079" name="Ink 3078">
                  <a:extLst>
                    <a:ext uri="{FF2B5EF4-FFF2-40B4-BE49-F238E27FC236}">
                      <a16:creationId xmlns:a16="http://schemas.microsoft.com/office/drawing/2014/main" id="{70B29533-2DD5-EE0B-5B36-8CBFBA99728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612320" y="1345615"/>
                  <a:ext cx="1972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3D5B840-9AE7-82B2-B3AC-BE6CD880A312}"/>
                    </a:ext>
                  </a:extLst>
                </p14:cNvPr>
                <p14:cNvContentPartPr/>
                <p14:nvPr/>
              </p14:nvContentPartPr>
              <p14:xfrm>
                <a:off x="4602240" y="1243375"/>
                <a:ext cx="23760" cy="48600"/>
              </p14:xfrm>
            </p:contentPart>
          </mc:Choice>
          <mc:Fallback xmlns="">
            <p:pic>
              <p:nvPicPr>
                <p:cNvPr id="3080" name="Ink 3079">
                  <a:extLst>
                    <a:ext uri="{FF2B5EF4-FFF2-40B4-BE49-F238E27FC236}">
                      <a16:creationId xmlns:a16="http://schemas.microsoft.com/office/drawing/2014/main" id="{6F7F8181-23D8-2C74-B6A1-47B3C89C8B8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593600" y="1234375"/>
                  <a:ext cx="41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A9619A-083D-D37E-BE64-55E65289B0AE}"/>
                    </a:ext>
                  </a:extLst>
                </p14:cNvPr>
                <p14:cNvContentPartPr/>
                <p14:nvPr/>
              </p14:nvContentPartPr>
              <p14:xfrm>
                <a:off x="5079600" y="1225375"/>
                <a:ext cx="45720" cy="189360"/>
              </p14:xfrm>
            </p:contentPart>
          </mc:Choice>
          <mc:Fallback xmlns="">
            <p:pic>
              <p:nvPicPr>
                <p:cNvPr id="3081" name="Ink 3080">
                  <a:extLst>
                    <a:ext uri="{FF2B5EF4-FFF2-40B4-BE49-F238E27FC236}">
                      <a16:creationId xmlns:a16="http://schemas.microsoft.com/office/drawing/2014/main" id="{7295AB8A-FF66-7582-CA38-FA7AFA3960F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70960" y="1216735"/>
                  <a:ext cx="63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0320005-ECE4-61A4-CA84-191F2C93EB04}"/>
                    </a:ext>
                  </a:extLst>
                </p14:cNvPr>
                <p14:cNvContentPartPr/>
                <p14:nvPr/>
              </p14:nvContentPartPr>
              <p14:xfrm>
                <a:off x="5190480" y="1147615"/>
                <a:ext cx="586440" cy="275040"/>
              </p14:xfrm>
            </p:contentPart>
          </mc:Choice>
          <mc:Fallback xmlns="">
            <p:pic>
              <p:nvPicPr>
                <p:cNvPr id="3082" name="Ink 3081">
                  <a:extLst>
                    <a:ext uri="{FF2B5EF4-FFF2-40B4-BE49-F238E27FC236}">
                      <a16:creationId xmlns:a16="http://schemas.microsoft.com/office/drawing/2014/main" id="{163905CF-9FFA-5A9A-8065-B50A8E90E94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81840" y="1138615"/>
                  <a:ext cx="604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2FA5025-FD24-CC09-F071-DADB768E03C1}"/>
                    </a:ext>
                  </a:extLst>
                </p14:cNvPr>
                <p14:cNvContentPartPr/>
                <p14:nvPr/>
              </p14:nvContentPartPr>
              <p14:xfrm>
                <a:off x="5736240" y="1292695"/>
                <a:ext cx="138960" cy="101160"/>
              </p14:xfrm>
            </p:contentPart>
          </mc:Choice>
          <mc:Fallback xmlns="">
            <p:pic>
              <p:nvPicPr>
                <p:cNvPr id="3083" name="Ink 3082">
                  <a:extLst>
                    <a:ext uri="{FF2B5EF4-FFF2-40B4-BE49-F238E27FC236}">
                      <a16:creationId xmlns:a16="http://schemas.microsoft.com/office/drawing/2014/main" id="{8CCDD1ED-CC83-F323-591C-9A6645A31D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727600" y="1283695"/>
                  <a:ext cx="156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636FCF6-B276-7FD5-CE4C-856F96FB1908}"/>
                    </a:ext>
                  </a:extLst>
                </p14:cNvPr>
                <p14:cNvContentPartPr/>
                <p14:nvPr/>
              </p14:nvContentPartPr>
              <p14:xfrm>
                <a:off x="5935680" y="1087855"/>
                <a:ext cx="337320" cy="282960"/>
              </p14:xfrm>
            </p:contentPart>
          </mc:Choice>
          <mc:Fallback xmlns="">
            <p:pic>
              <p:nvPicPr>
                <p:cNvPr id="3084" name="Ink 3083">
                  <a:extLst>
                    <a:ext uri="{FF2B5EF4-FFF2-40B4-BE49-F238E27FC236}">
                      <a16:creationId xmlns:a16="http://schemas.microsoft.com/office/drawing/2014/main" id="{FCAF283B-2F79-105D-106F-3E551B4F0BD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927040" y="1079215"/>
                  <a:ext cx="354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2002125-3761-46E9-F4AC-152D8931F1BA}"/>
                    </a:ext>
                  </a:extLst>
                </p14:cNvPr>
                <p14:cNvContentPartPr/>
                <p14:nvPr/>
              </p14:nvContentPartPr>
              <p14:xfrm>
                <a:off x="5994000" y="1150855"/>
                <a:ext cx="18720" cy="23040"/>
              </p14:xfrm>
            </p:contentPart>
          </mc:Choice>
          <mc:Fallback xmlns="">
            <p:pic>
              <p:nvPicPr>
                <p:cNvPr id="3085" name="Ink 3084">
                  <a:extLst>
                    <a:ext uri="{FF2B5EF4-FFF2-40B4-BE49-F238E27FC236}">
                      <a16:creationId xmlns:a16="http://schemas.microsoft.com/office/drawing/2014/main" id="{20EF79CD-35CD-4374-6025-901C85C3129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5360" y="1141855"/>
                  <a:ext cx="36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1BD9AEF-BD0A-1FD9-FA3C-7DC196878EB5}"/>
                    </a:ext>
                  </a:extLst>
                </p14:cNvPr>
                <p14:cNvContentPartPr/>
                <p14:nvPr/>
              </p14:nvContentPartPr>
              <p14:xfrm>
                <a:off x="6455160" y="1064455"/>
                <a:ext cx="54000" cy="287640"/>
              </p14:xfrm>
            </p:contentPart>
          </mc:Choice>
          <mc:Fallback xmlns="">
            <p:pic>
              <p:nvPicPr>
                <p:cNvPr id="3086" name="Ink 3085">
                  <a:extLst>
                    <a:ext uri="{FF2B5EF4-FFF2-40B4-BE49-F238E27FC236}">
                      <a16:creationId xmlns:a16="http://schemas.microsoft.com/office/drawing/2014/main" id="{A363CCE7-27B9-A18B-67EC-CB636367307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46160" y="1055455"/>
                  <a:ext cx="716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7DF4EB9-CD04-7F22-DC96-FD4AA73D7F72}"/>
                    </a:ext>
                  </a:extLst>
                </p14:cNvPr>
                <p14:cNvContentPartPr/>
                <p14:nvPr/>
              </p14:nvContentPartPr>
              <p14:xfrm>
                <a:off x="6458400" y="1151215"/>
                <a:ext cx="221400" cy="135000"/>
              </p14:xfrm>
            </p:contentPart>
          </mc:Choice>
          <mc:Fallback xmlns="">
            <p:pic>
              <p:nvPicPr>
                <p:cNvPr id="3087" name="Ink 3086">
                  <a:extLst>
                    <a:ext uri="{FF2B5EF4-FFF2-40B4-BE49-F238E27FC236}">
                      <a16:creationId xmlns:a16="http://schemas.microsoft.com/office/drawing/2014/main" id="{BC82BD8C-ED1F-2332-7DF3-F85FE8191A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449760" y="1142575"/>
                  <a:ext cx="2390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B4F320D-064E-478B-8DF3-6FC00BA4D767}"/>
                    </a:ext>
                  </a:extLst>
                </p14:cNvPr>
                <p14:cNvContentPartPr/>
                <p14:nvPr/>
              </p14:nvContentPartPr>
              <p14:xfrm>
                <a:off x="6940080" y="1020535"/>
                <a:ext cx="179280" cy="220680"/>
              </p14:xfrm>
            </p:contentPart>
          </mc:Choice>
          <mc:Fallback xmlns="">
            <p:pic>
              <p:nvPicPr>
                <p:cNvPr id="3088" name="Ink 3087">
                  <a:extLst>
                    <a:ext uri="{FF2B5EF4-FFF2-40B4-BE49-F238E27FC236}">
                      <a16:creationId xmlns:a16="http://schemas.microsoft.com/office/drawing/2014/main" id="{B4694118-ED32-FA7A-9ACD-EBB239226F9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31440" y="1011535"/>
                  <a:ext cx="1969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79013E3-3F5F-E6F6-F913-021623057A53}"/>
                    </a:ext>
                  </a:extLst>
                </p14:cNvPr>
                <p14:cNvContentPartPr/>
                <p14:nvPr/>
              </p14:nvContentPartPr>
              <p14:xfrm>
                <a:off x="7250040" y="1154095"/>
                <a:ext cx="96840" cy="160560"/>
              </p14:xfrm>
            </p:contentPart>
          </mc:Choice>
          <mc:Fallback xmlns="">
            <p:pic>
              <p:nvPicPr>
                <p:cNvPr id="3089" name="Ink 3088">
                  <a:extLst>
                    <a:ext uri="{FF2B5EF4-FFF2-40B4-BE49-F238E27FC236}">
                      <a16:creationId xmlns:a16="http://schemas.microsoft.com/office/drawing/2014/main" id="{A4D41787-CDEC-A8BB-3992-4E8B6B7E428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41400" y="1145095"/>
                  <a:ext cx="114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77209CB-1EA1-1776-8BCD-A88B26A21678}"/>
                    </a:ext>
                  </a:extLst>
                </p14:cNvPr>
                <p14:cNvContentPartPr/>
                <p14:nvPr/>
              </p14:nvContentPartPr>
              <p14:xfrm>
                <a:off x="4038840" y="1772935"/>
                <a:ext cx="36360" cy="207360"/>
              </p14:xfrm>
            </p:contentPart>
          </mc:Choice>
          <mc:Fallback xmlns="">
            <p:pic>
              <p:nvPicPr>
                <p:cNvPr id="3096" name="Ink 3095">
                  <a:extLst>
                    <a:ext uri="{FF2B5EF4-FFF2-40B4-BE49-F238E27FC236}">
                      <a16:creationId xmlns:a16="http://schemas.microsoft.com/office/drawing/2014/main" id="{8FB6262B-0651-7CDD-3229-228468F4548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030200" y="1764295"/>
                  <a:ext cx="54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25B669C-F2B5-03EE-F68B-EA8AA64E19E1}"/>
                    </a:ext>
                  </a:extLst>
                </p14:cNvPr>
                <p14:cNvContentPartPr/>
                <p14:nvPr/>
              </p14:nvContentPartPr>
              <p14:xfrm>
                <a:off x="4027320" y="1774015"/>
                <a:ext cx="156600" cy="71280"/>
              </p14:xfrm>
            </p:contentPart>
          </mc:Choice>
          <mc:Fallback xmlns="">
            <p:pic>
              <p:nvPicPr>
                <p:cNvPr id="3097" name="Ink 3096">
                  <a:extLst>
                    <a:ext uri="{FF2B5EF4-FFF2-40B4-BE49-F238E27FC236}">
                      <a16:creationId xmlns:a16="http://schemas.microsoft.com/office/drawing/2014/main" id="{8F044519-D607-019C-4236-A03E2381C60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018680" y="1765375"/>
                  <a:ext cx="1742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B28E49-2D6E-8BEA-155C-228F04435D96}"/>
                    </a:ext>
                  </a:extLst>
                </p14:cNvPr>
                <p14:cNvContentPartPr/>
                <p14:nvPr/>
              </p14:nvContentPartPr>
              <p14:xfrm>
                <a:off x="3990600" y="1701295"/>
                <a:ext cx="685440" cy="263160"/>
              </p14:xfrm>
            </p:contentPart>
          </mc:Choice>
          <mc:Fallback xmlns="">
            <p:pic>
              <p:nvPicPr>
                <p:cNvPr id="3098" name="Ink 3097">
                  <a:extLst>
                    <a:ext uri="{FF2B5EF4-FFF2-40B4-BE49-F238E27FC236}">
                      <a16:creationId xmlns:a16="http://schemas.microsoft.com/office/drawing/2014/main" id="{75A629A0-C675-8AD5-66E2-A4B18A5E174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981600" y="1692655"/>
                  <a:ext cx="7030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596B703-1CFB-D97A-E4D4-7D6ECFBC7E1D}"/>
                    </a:ext>
                  </a:extLst>
                </p14:cNvPr>
                <p14:cNvContentPartPr/>
                <p14:nvPr/>
              </p14:nvContentPartPr>
              <p14:xfrm>
                <a:off x="4374720" y="1677535"/>
                <a:ext cx="5760" cy="12960"/>
              </p14:xfrm>
            </p:contentPart>
          </mc:Choice>
          <mc:Fallback xmlns="">
            <p:pic>
              <p:nvPicPr>
                <p:cNvPr id="3099" name="Ink 3098">
                  <a:extLst>
                    <a:ext uri="{FF2B5EF4-FFF2-40B4-BE49-F238E27FC236}">
                      <a16:creationId xmlns:a16="http://schemas.microsoft.com/office/drawing/2014/main" id="{A3AF4187-2791-0473-6BD7-04C835D2551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366080" y="1668895"/>
                  <a:ext cx="23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1786093-5929-E9FA-B3E4-A3A7292A0A03}"/>
                    </a:ext>
                  </a:extLst>
                </p14:cNvPr>
                <p14:cNvContentPartPr/>
                <p14:nvPr/>
              </p14:nvContentPartPr>
              <p14:xfrm>
                <a:off x="4982040" y="1644055"/>
                <a:ext cx="57960" cy="252720"/>
              </p14:xfrm>
            </p:contentPart>
          </mc:Choice>
          <mc:Fallback xmlns="">
            <p:pic>
              <p:nvPicPr>
                <p:cNvPr id="3100" name="Ink 3099">
                  <a:extLst>
                    <a:ext uri="{FF2B5EF4-FFF2-40B4-BE49-F238E27FC236}">
                      <a16:creationId xmlns:a16="http://schemas.microsoft.com/office/drawing/2014/main" id="{5A24F175-AA4E-DC08-BBE5-AB05014F862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973400" y="1635055"/>
                  <a:ext cx="75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ACEC1B9-734E-071F-C363-5AFF17661B13}"/>
                    </a:ext>
                  </a:extLst>
                </p14:cNvPr>
                <p14:cNvContentPartPr/>
                <p14:nvPr/>
              </p14:nvContentPartPr>
              <p14:xfrm>
                <a:off x="4962600" y="1675375"/>
                <a:ext cx="399240" cy="183960"/>
              </p14:xfrm>
            </p:contentPart>
          </mc:Choice>
          <mc:Fallback xmlns="">
            <p:pic>
              <p:nvPicPr>
                <p:cNvPr id="3101" name="Ink 3100">
                  <a:extLst>
                    <a:ext uri="{FF2B5EF4-FFF2-40B4-BE49-F238E27FC236}">
                      <a16:creationId xmlns:a16="http://schemas.microsoft.com/office/drawing/2014/main" id="{7FDBE9B6-BDA3-A14A-BEDD-EEA38B768FE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953960" y="1666375"/>
                  <a:ext cx="416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14A4589-186F-466E-A208-42983620E4D1}"/>
                    </a:ext>
                  </a:extLst>
                </p14:cNvPr>
                <p14:cNvContentPartPr/>
                <p14:nvPr/>
              </p14:nvContentPartPr>
              <p14:xfrm>
                <a:off x="5629320" y="1636855"/>
                <a:ext cx="122760" cy="189000"/>
              </p14:xfrm>
            </p:contentPart>
          </mc:Choice>
          <mc:Fallback xmlns="">
            <p:pic>
              <p:nvPicPr>
                <p:cNvPr id="3102" name="Ink 3101">
                  <a:extLst>
                    <a:ext uri="{FF2B5EF4-FFF2-40B4-BE49-F238E27FC236}">
                      <a16:creationId xmlns:a16="http://schemas.microsoft.com/office/drawing/2014/main" id="{604720B6-815F-FA06-6797-F082FA0FB72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620680" y="1628215"/>
                  <a:ext cx="140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139C3BD-230E-FA82-0869-5737FF6ED901}"/>
                    </a:ext>
                  </a:extLst>
                </p14:cNvPr>
                <p14:cNvContentPartPr/>
                <p14:nvPr/>
              </p14:nvContentPartPr>
              <p14:xfrm>
                <a:off x="5779080" y="1538215"/>
                <a:ext cx="631440" cy="233280"/>
              </p14:xfrm>
            </p:contentPart>
          </mc:Choice>
          <mc:Fallback xmlns="">
            <p:pic>
              <p:nvPicPr>
                <p:cNvPr id="3103" name="Ink 3102">
                  <a:extLst>
                    <a:ext uri="{FF2B5EF4-FFF2-40B4-BE49-F238E27FC236}">
                      <a16:creationId xmlns:a16="http://schemas.microsoft.com/office/drawing/2014/main" id="{42C5F2D1-62B1-CF36-6CDC-3B2057D50DB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70080" y="1529575"/>
                  <a:ext cx="649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1EC114-F96A-9CBC-2FAA-5186E39C8FE1}"/>
                    </a:ext>
                  </a:extLst>
                </p14:cNvPr>
                <p14:cNvContentPartPr/>
                <p14:nvPr/>
              </p14:nvContentPartPr>
              <p14:xfrm>
                <a:off x="6663960" y="1493575"/>
                <a:ext cx="165600" cy="312120"/>
              </p14:xfrm>
            </p:contentPart>
          </mc:Choice>
          <mc:Fallback xmlns="">
            <p:pic>
              <p:nvPicPr>
                <p:cNvPr id="3104" name="Ink 3103">
                  <a:extLst>
                    <a:ext uri="{FF2B5EF4-FFF2-40B4-BE49-F238E27FC236}">
                      <a16:creationId xmlns:a16="http://schemas.microsoft.com/office/drawing/2014/main" id="{D7FEAB61-26E4-7A0A-907A-0E7AD211B38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655320" y="1484935"/>
                  <a:ext cx="1832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19DE0F6-8475-8F1B-5B4E-6AC1F445619B}"/>
                    </a:ext>
                  </a:extLst>
                </p14:cNvPr>
                <p14:cNvContentPartPr/>
                <p14:nvPr/>
              </p14:nvContentPartPr>
              <p14:xfrm>
                <a:off x="7000200" y="1473055"/>
                <a:ext cx="184680" cy="192600"/>
              </p14:xfrm>
            </p:contentPart>
          </mc:Choice>
          <mc:Fallback xmlns="">
            <p:pic>
              <p:nvPicPr>
                <p:cNvPr id="3105" name="Ink 3104">
                  <a:extLst>
                    <a:ext uri="{FF2B5EF4-FFF2-40B4-BE49-F238E27FC236}">
                      <a16:creationId xmlns:a16="http://schemas.microsoft.com/office/drawing/2014/main" id="{6CD6996B-ECD3-AD02-B8C2-B4259146B09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991200" y="1464415"/>
                  <a:ext cx="202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C2408D7-033C-A90B-F14D-E86C1A759D45}"/>
                    </a:ext>
                  </a:extLst>
                </p14:cNvPr>
                <p14:cNvContentPartPr/>
                <p14:nvPr/>
              </p14:nvContentPartPr>
              <p14:xfrm>
                <a:off x="7234560" y="1601215"/>
                <a:ext cx="276480" cy="153720"/>
              </p14:xfrm>
            </p:contentPart>
          </mc:Choice>
          <mc:Fallback xmlns="">
            <p:pic>
              <p:nvPicPr>
                <p:cNvPr id="3106" name="Ink 3105">
                  <a:extLst>
                    <a:ext uri="{FF2B5EF4-FFF2-40B4-BE49-F238E27FC236}">
                      <a16:creationId xmlns:a16="http://schemas.microsoft.com/office/drawing/2014/main" id="{613588F3-2391-79E3-F554-0560207AB86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225560" y="1592215"/>
                  <a:ext cx="294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E9B7525-B9A3-7020-D992-0CD89DFD2297}"/>
                    </a:ext>
                  </a:extLst>
                </p14:cNvPr>
                <p14:cNvContentPartPr/>
                <p14:nvPr/>
              </p14:nvContentPartPr>
              <p14:xfrm>
                <a:off x="7707600" y="1358215"/>
                <a:ext cx="38160" cy="261360"/>
              </p14:xfrm>
            </p:contentPart>
          </mc:Choice>
          <mc:Fallback xmlns="">
            <p:pic>
              <p:nvPicPr>
                <p:cNvPr id="3111" name="Ink 3110">
                  <a:extLst>
                    <a:ext uri="{FF2B5EF4-FFF2-40B4-BE49-F238E27FC236}">
                      <a16:creationId xmlns:a16="http://schemas.microsoft.com/office/drawing/2014/main" id="{E0714A4D-C859-C133-422A-86B45E675BD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698600" y="1349575"/>
                  <a:ext cx="55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BCF90FD-73F5-41B5-B849-A1559E87C3AE}"/>
                    </a:ext>
                  </a:extLst>
                </p14:cNvPr>
                <p14:cNvContentPartPr/>
                <p14:nvPr/>
              </p14:nvContentPartPr>
              <p14:xfrm>
                <a:off x="7650720" y="1161655"/>
                <a:ext cx="704520" cy="410760"/>
              </p14:xfrm>
            </p:contentPart>
          </mc:Choice>
          <mc:Fallback xmlns="">
            <p:pic>
              <p:nvPicPr>
                <p:cNvPr id="3112" name="Ink 3111">
                  <a:extLst>
                    <a:ext uri="{FF2B5EF4-FFF2-40B4-BE49-F238E27FC236}">
                      <a16:creationId xmlns:a16="http://schemas.microsoft.com/office/drawing/2014/main" id="{B5DA2802-7CF6-EF64-C8D8-CC4019A4606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642080" y="1153015"/>
                  <a:ext cx="7221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4557ECA-A0ED-99F9-7FBC-CCC537A591B3}"/>
                    </a:ext>
                  </a:extLst>
                </p14:cNvPr>
                <p14:cNvContentPartPr/>
                <p14:nvPr/>
              </p14:nvContentPartPr>
              <p14:xfrm>
                <a:off x="8102160" y="1296655"/>
                <a:ext cx="249480" cy="35280"/>
              </p14:xfrm>
            </p:contentPart>
          </mc:Choice>
          <mc:Fallback xmlns="">
            <p:pic>
              <p:nvPicPr>
                <p:cNvPr id="3113" name="Ink 3112">
                  <a:extLst>
                    <a:ext uri="{FF2B5EF4-FFF2-40B4-BE49-F238E27FC236}">
                      <a16:creationId xmlns:a16="http://schemas.microsoft.com/office/drawing/2014/main" id="{E26B1FDD-2191-CBF8-C47B-1707EA983D8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093520" y="1288015"/>
                  <a:ext cx="267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3031176-AB23-EC2C-7F77-8799811F1D6B}"/>
                    </a:ext>
                  </a:extLst>
                </p14:cNvPr>
                <p14:cNvContentPartPr/>
                <p14:nvPr/>
              </p14:nvContentPartPr>
              <p14:xfrm>
                <a:off x="4096440" y="2211775"/>
                <a:ext cx="114120" cy="229320"/>
              </p14:xfrm>
            </p:contentPart>
          </mc:Choice>
          <mc:Fallback xmlns="">
            <p:pic>
              <p:nvPicPr>
                <p:cNvPr id="3117" name="Ink 3116">
                  <a:extLst>
                    <a:ext uri="{FF2B5EF4-FFF2-40B4-BE49-F238E27FC236}">
                      <a16:creationId xmlns:a16="http://schemas.microsoft.com/office/drawing/2014/main" id="{B9BC6C5F-1A82-6F76-5291-93716004A4D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087800" y="2203135"/>
                  <a:ext cx="131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12BF8CA-0F91-73DC-7B47-03E578B4E5E5}"/>
                    </a:ext>
                  </a:extLst>
                </p14:cNvPr>
                <p14:cNvContentPartPr/>
                <p14:nvPr/>
              </p14:nvContentPartPr>
              <p14:xfrm>
                <a:off x="4228560" y="2082175"/>
                <a:ext cx="680760" cy="271800"/>
              </p14:xfrm>
            </p:contentPart>
          </mc:Choice>
          <mc:Fallback xmlns="">
            <p:pic>
              <p:nvPicPr>
                <p:cNvPr id="3118" name="Ink 3117">
                  <a:extLst>
                    <a:ext uri="{FF2B5EF4-FFF2-40B4-BE49-F238E27FC236}">
                      <a16:creationId xmlns:a16="http://schemas.microsoft.com/office/drawing/2014/main" id="{80E38DDF-3FAA-9535-55C9-D84E70A1DBA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219560" y="2073175"/>
                  <a:ext cx="6984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ED403A-1B2F-1397-5797-CFBB67A6ECDF}"/>
                    </a:ext>
                  </a:extLst>
                </p14:cNvPr>
                <p14:cNvContentPartPr/>
                <p14:nvPr/>
              </p14:nvContentPartPr>
              <p14:xfrm>
                <a:off x="4854960" y="2156695"/>
                <a:ext cx="165960" cy="141480"/>
              </p14:xfrm>
            </p:contentPart>
          </mc:Choice>
          <mc:Fallback xmlns="">
            <p:pic>
              <p:nvPicPr>
                <p:cNvPr id="3119" name="Ink 3118">
                  <a:extLst>
                    <a:ext uri="{FF2B5EF4-FFF2-40B4-BE49-F238E27FC236}">
                      <a16:creationId xmlns:a16="http://schemas.microsoft.com/office/drawing/2014/main" id="{2FDBE087-C98D-0177-ECAD-B8089116EE3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846320" y="2147695"/>
                  <a:ext cx="183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0DAE92E-47D5-8DBA-FF8D-69799C483524}"/>
                    </a:ext>
                  </a:extLst>
                </p14:cNvPr>
                <p14:cNvContentPartPr/>
                <p14:nvPr/>
              </p14:nvContentPartPr>
              <p14:xfrm>
                <a:off x="5234760" y="2139055"/>
                <a:ext cx="32400" cy="144360"/>
              </p14:xfrm>
            </p:contentPart>
          </mc:Choice>
          <mc:Fallback xmlns="">
            <p:pic>
              <p:nvPicPr>
                <p:cNvPr id="3120" name="Ink 3119">
                  <a:extLst>
                    <a:ext uri="{FF2B5EF4-FFF2-40B4-BE49-F238E27FC236}">
                      <a16:creationId xmlns:a16="http://schemas.microsoft.com/office/drawing/2014/main" id="{F2A75866-4A88-0D7C-0C3E-31E1451E9EF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226120" y="2130055"/>
                  <a:ext cx="50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E06662E-BDDB-3B99-6D67-017B551BEDA2}"/>
                    </a:ext>
                  </a:extLst>
                </p14:cNvPr>
                <p14:cNvContentPartPr/>
                <p14:nvPr/>
              </p14:nvContentPartPr>
              <p14:xfrm>
                <a:off x="5310360" y="2069935"/>
                <a:ext cx="12960" cy="7560"/>
              </p14:xfrm>
            </p:contentPart>
          </mc:Choice>
          <mc:Fallback xmlns="">
            <p:pic>
              <p:nvPicPr>
                <p:cNvPr id="3121" name="Ink 3120">
                  <a:extLst>
                    <a:ext uri="{FF2B5EF4-FFF2-40B4-BE49-F238E27FC236}">
                      <a16:creationId xmlns:a16="http://schemas.microsoft.com/office/drawing/2014/main" id="{74E74A4D-8E0D-49D8-F3C1-0374B30FC5E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301360" y="2061295"/>
                  <a:ext cx="30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8BFFA6B-823A-6C8B-1B98-2948B14272A3}"/>
                    </a:ext>
                  </a:extLst>
                </p14:cNvPr>
                <p14:cNvContentPartPr/>
                <p14:nvPr/>
              </p14:nvContentPartPr>
              <p14:xfrm>
                <a:off x="5360040" y="2137615"/>
                <a:ext cx="143280" cy="77400"/>
              </p14:xfrm>
            </p:contentPart>
          </mc:Choice>
          <mc:Fallback xmlns="">
            <p:pic>
              <p:nvPicPr>
                <p:cNvPr id="3122" name="Ink 3121">
                  <a:extLst>
                    <a:ext uri="{FF2B5EF4-FFF2-40B4-BE49-F238E27FC236}">
                      <a16:creationId xmlns:a16="http://schemas.microsoft.com/office/drawing/2014/main" id="{CB60A321-85CA-4305-5229-A40F95D47C0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351400" y="2128975"/>
                  <a:ext cx="1609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2042ECB-5DF9-9CBF-AABA-4BD969BBECE1}"/>
                    </a:ext>
                  </a:extLst>
                </p14:cNvPr>
                <p14:cNvContentPartPr/>
                <p14:nvPr/>
              </p14:nvContentPartPr>
              <p14:xfrm>
                <a:off x="5693400" y="2001535"/>
                <a:ext cx="216000" cy="221400"/>
              </p14:xfrm>
            </p:contentPart>
          </mc:Choice>
          <mc:Fallback xmlns="">
            <p:pic>
              <p:nvPicPr>
                <p:cNvPr id="3124" name="Ink 3123">
                  <a:extLst>
                    <a:ext uri="{FF2B5EF4-FFF2-40B4-BE49-F238E27FC236}">
                      <a16:creationId xmlns:a16="http://schemas.microsoft.com/office/drawing/2014/main" id="{B81A190F-BEFB-90D0-502E-AFCEBDD6AF5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684400" y="1992895"/>
                  <a:ext cx="2336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7F18DCF-4432-5C6B-91B0-63AEF27971C7}"/>
                    </a:ext>
                  </a:extLst>
                </p14:cNvPr>
                <p14:cNvContentPartPr/>
                <p14:nvPr/>
              </p14:nvContentPartPr>
              <p14:xfrm>
                <a:off x="5769000" y="2140855"/>
                <a:ext cx="58680" cy="61200"/>
              </p14:xfrm>
            </p:contentPart>
          </mc:Choice>
          <mc:Fallback xmlns="">
            <p:pic>
              <p:nvPicPr>
                <p:cNvPr id="3125" name="Ink 3124">
                  <a:extLst>
                    <a:ext uri="{FF2B5EF4-FFF2-40B4-BE49-F238E27FC236}">
                      <a16:creationId xmlns:a16="http://schemas.microsoft.com/office/drawing/2014/main" id="{239D0C15-ECC7-EF88-272F-806CA957525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760360" y="2132215"/>
                  <a:ext cx="76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E0DC48E-624C-3584-1EFD-14B4C9E27A15}"/>
                    </a:ext>
                  </a:extLst>
                </p14:cNvPr>
                <p14:cNvContentPartPr/>
                <p14:nvPr/>
              </p14:nvContentPartPr>
              <p14:xfrm>
                <a:off x="5942520" y="2130055"/>
                <a:ext cx="112680" cy="119880"/>
              </p14:xfrm>
            </p:contentPart>
          </mc:Choice>
          <mc:Fallback xmlns="">
            <p:pic>
              <p:nvPicPr>
                <p:cNvPr id="3126" name="Ink 3125">
                  <a:extLst>
                    <a:ext uri="{FF2B5EF4-FFF2-40B4-BE49-F238E27FC236}">
                      <a16:creationId xmlns:a16="http://schemas.microsoft.com/office/drawing/2014/main" id="{35954D9F-21EF-7768-D8B2-61E368BE89E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933880" y="2121055"/>
                  <a:ext cx="130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FAC3C6E-1351-3BB9-D333-05D63F523EA5}"/>
                    </a:ext>
                  </a:extLst>
                </p14:cNvPr>
                <p14:cNvContentPartPr/>
                <p14:nvPr/>
              </p14:nvContentPartPr>
              <p14:xfrm>
                <a:off x="6204240" y="2080015"/>
                <a:ext cx="155520" cy="115200"/>
              </p14:xfrm>
            </p:contentPart>
          </mc:Choice>
          <mc:Fallback xmlns="">
            <p:pic>
              <p:nvPicPr>
                <p:cNvPr id="3127" name="Ink 3126">
                  <a:extLst>
                    <a:ext uri="{FF2B5EF4-FFF2-40B4-BE49-F238E27FC236}">
                      <a16:creationId xmlns:a16="http://schemas.microsoft.com/office/drawing/2014/main" id="{70F225A2-7960-608B-80D5-DB524219E31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195240" y="2071375"/>
                  <a:ext cx="173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81B246B-79AC-E04A-7E4E-9828F1F28E1A}"/>
                    </a:ext>
                  </a:extLst>
                </p14:cNvPr>
                <p14:cNvContentPartPr/>
                <p14:nvPr/>
              </p14:nvContentPartPr>
              <p14:xfrm>
                <a:off x="6402960" y="2046175"/>
                <a:ext cx="56880" cy="236880"/>
              </p14:xfrm>
            </p:contentPart>
          </mc:Choice>
          <mc:Fallback xmlns="">
            <p:pic>
              <p:nvPicPr>
                <p:cNvPr id="3128" name="Ink 3127">
                  <a:extLst>
                    <a:ext uri="{FF2B5EF4-FFF2-40B4-BE49-F238E27FC236}">
                      <a16:creationId xmlns:a16="http://schemas.microsoft.com/office/drawing/2014/main" id="{EB66E759-6B95-E35A-C5C7-D05870C1799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394320" y="2037535"/>
                  <a:ext cx="745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12D85B6-BD0E-8F6F-8638-03CF407BE338}"/>
                    </a:ext>
                  </a:extLst>
                </p14:cNvPr>
                <p14:cNvContentPartPr/>
                <p14:nvPr/>
              </p14:nvContentPartPr>
              <p14:xfrm>
                <a:off x="6418080" y="2050135"/>
                <a:ext cx="75240" cy="113760"/>
              </p14:xfrm>
            </p:contentPart>
          </mc:Choice>
          <mc:Fallback xmlns="">
            <p:pic>
              <p:nvPicPr>
                <p:cNvPr id="3129" name="Ink 3128">
                  <a:extLst>
                    <a:ext uri="{FF2B5EF4-FFF2-40B4-BE49-F238E27FC236}">
                      <a16:creationId xmlns:a16="http://schemas.microsoft.com/office/drawing/2014/main" id="{586EB33F-4511-6955-B4B6-3A40CD96EE5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409080" y="2041495"/>
                  <a:ext cx="92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DF26AF9-7990-AB76-FE1B-52251DCDFDCC}"/>
                    </a:ext>
                  </a:extLst>
                </p14:cNvPr>
                <p14:cNvContentPartPr/>
                <p14:nvPr/>
              </p14:nvContentPartPr>
              <p14:xfrm>
                <a:off x="6528960" y="1883095"/>
                <a:ext cx="558000" cy="273240"/>
              </p14:xfrm>
            </p:contentPart>
          </mc:Choice>
          <mc:Fallback xmlns="">
            <p:pic>
              <p:nvPicPr>
                <p:cNvPr id="3130" name="Ink 3129">
                  <a:extLst>
                    <a:ext uri="{FF2B5EF4-FFF2-40B4-BE49-F238E27FC236}">
                      <a16:creationId xmlns:a16="http://schemas.microsoft.com/office/drawing/2014/main" id="{535E66F0-4B95-1213-9BA8-1BD7227191A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519960" y="1874455"/>
                  <a:ext cx="5756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EC6D54-DBB7-D47E-CF02-1C315659E0DC}"/>
                    </a:ext>
                  </a:extLst>
                </p14:cNvPr>
                <p14:cNvContentPartPr/>
                <p14:nvPr/>
              </p14:nvContentPartPr>
              <p14:xfrm>
                <a:off x="7019280" y="1942855"/>
                <a:ext cx="401400" cy="254520"/>
              </p14:xfrm>
            </p:contentPart>
          </mc:Choice>
          <mc:Fallback xmlns="">
            <p:pic>
              <p:nvPicPr>
                <p:cNvPr id="3131" name="Ink 3130">
                  <a:extLst>
                    <a:ext uri="{FF2B5EF4-FFF2-40B4-BE49-F238E27FC236}">
                      <a16:creationId xmlns:a16="http://schemas.microsoft.com/office/drawing/2014/main" id="{1A8533C9-6F5D-8CC0-DB36-412D3615D4F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010280" y="1934215"/>
                  <a:ext cx="419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A08D8CC-ED5D-9F33-C439-B01F4226AF72}"/>
                    </a:ext>
                  </a:extLst>
                </p14:cNvPr>
                <p14:cNvContentPartPr/>
                <p14:nvPr/>
              </p14:nvContentPartPr>
              <p14:xfrm>
                <a:off x="7167240" y="1898215"/>
                <a:ext cx="10440" cy="24840"/>
              </p14:xfrm>
            </p:contentPart>
          </mc:Choice>
          <mc:Fallback xmlns="">
            <p:pic>
              <p:nvPicPr>
                <p:cNvPr id="3132" name="Ink 3131">
                  <a:extLst>
                    <a:ext uri="{FF2B5EF4-FFF2-40B4-BE49-F238E27FC236}">
                      <a16:creationId xmlns:a16="http://schemas.microsoft.com/office/drawing/2014/main" id="{493156F3-6102-4FC8-37DE-1AC81F9C5C8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158240" y="1889575"/>
                  <a:ext cx="28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E38CE6F-7937-1A0B-C0DC-0F7D2CEDBFAD}"/>
                    </a:ext>
                  </a:extLst>
                </p14:cNvPr>
                <p14:cNvContentPartPr/>
                <p14:nvPr/>
              </p14:nvContentPartPr>
              <p14:xfrm>
                <a:off x="7600680" y="1722175"/>
                <a:ext cx="311760" cy="272880"/>
              </p14:xfrm>
            </p:contentPart>
          </mc:Choice>
          <mc:Fallback xmlns="">
            <p:pic>
              <p:nvPicPr>
                <p:cNvPr id="3134" name="Ink 3133">
                  <a:extLst>
                    <a:ext uri="{FF2B5EF4-FFF2-40B4-BE49-F238E27FC236}">
                      <a16:creationId xmlns:a16="http://schemas.microsoft.com/office/drawing/2014/main" id="{ACFFE66D-5406-FD82-4727-A1E694E3E50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592040" y="1713175"/>
                  <a:ext cx="329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1D3BDC1-850A-D0B8-0E32-2D20B2DD2F17}"/>
                    </a:ext>
                  </a:extLst>
                </p14:cNvPr>
                <p14:cNvContentPartPr/>
                <p14:nvPr/>
              </p14:nvContentPartPr>
              <p14:xfrm>
                <a:off x="7814880" y="1833775"/>
                <a:ext cx="109080" cy="24120"/>
              </p14:xfrm>
            </p:contentPart>
          </mc:Choice>
          <mc:Fallback xmlns="">
            <p:pic>
              <p:nvPicPr>
                <p:cNvPr id="3135" name="Ink 3134">
                  <a:extLst>
                    <a:ext uri="{FF2B5EF4-FFF2-40B4-BE49-F238E27FC236}">
                      <a16:creationId xmlns:a16="http://schemas.microsoft.com/office/drawing/2014/main" id="{F129218E-84DA-98AD-592C-A3C88C75096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805880" y="1825135"/>
                  <a:ext cx="126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4AF734A-AE81-365B-F71A-F9E0ACE551B3}"/>
                    </a:ext>
                  </a:extLst>
                </p14:cNvPr>
                <p14:cNvContentPartPr/>
                <p14:nvPr/>
              </p14:nvContentPartPr>
              <p14:xfrm>
                <a:off x="8173440" y="1708135"/>
                <a:ext cx="84600" cy="192600"/>
              </p14:xfrm>
            </p:contentPart>
          </mc:Choice>
          <mc:Fallback xmlns="">
            <p:pic>
              <p:nvPicPr>
                <p:cNvPr id="3136" name="Ink 3135">
                  <a:extLst>
                    <a:ext uri="{FF2B5EF4-FFF2-40B4-BE49-F238E27FC236}">
                      <a16:creationId xmlns:a16="http://schemas.microsoft.com/office/drawing/2014/main" id="{FE5BFC11-3232-FD25-B667-49DE125C4C7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164800" y="1699495"/>
                  <a:ext cx="102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C84F768-FE85-A203-A58A-D0704B55B9AA}"/>
                    </a:ext>
                  </a:extLst>
                </p14:cNvPr>
                <p14:cNvContentPartPr/>
                <p14:nvPr/>
              </p14:nvContentPartPr>
              <p14:xfrm>
                <a:off x="8148600" y="1714255"/>
                <a:ext cx="425880" cy="168120"/>
              </p14:xfrm>
            </p:contentPart>
          </mc:Choice>
          <mc:Fallback xmlns="">
            <p:pic>
              <p:nvPicPr>
                <p:cNvPr id="3137" name="Ink 3136">
                  <a:extLst>
                    <a:ext uri="{FF2B5EF4-FFF2-40B4-BE49-F238E27FC236}">
                      <a16:creationId xmlns:a16="http://schemas.microsoft.com/office/drawing/2014/main" id="{C13A41FA-8A32-2937-E162-1EDE20AFE4D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39960" y="1705255"/>
                  <a:ext cx="443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4EACFD7-F04D-24ED-A4E8-DFFD9BE2078E}"/>
                    </a:ext>
                  </a:extLst>
                </p14:cNvPr>
                <p14:cNvContentPartPr/>
                <p14:nvPr/>
              </p14:nvContentPartPr>
              <p14:xfrm>
                <a:off x="4081320" y="2553775"/>
                <a:ext cx="516600" cy="266400"/>
              </p14:xfrm>
            </p:contentPart>
          </mc:Choice>
          <mc:Fallback xmlns="">
            <p:pic>
              <p:nvPicPr>
                <p:cNvPr id="3139" name="Ink 3138">
                  <a:extLst>
                    <a:ext uri="{FF2B5EF4-FFF2-40B4-BE49-F238E27FC236}">
                      <a16:creationId xmlns:a16="http://schemas.microsoft.com/office/drawing/2014/main" id="{25199DDA-D392-FD58-3E38-7B9CAB05199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072680" y="2545135"/>
                  <a:ext cx="5342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04904E3-EC81-1FAC-BCDC-0249F5F14201}"/>
                    </a:ext>
                  </a:extLst>
                </p14:cNvPr>
                <p14:cNvContentPartPr/>
                <p14:nvPr/>
              </p14:nvContentPartPr>
              <p14:xfrm>
                <a:off x="4772160" y="2537575"/>
                <a:ext cx="224280" cy="280800"/>
              </p14:xfrm>
            </p:contentPart>
          </mc:Choice>
          <mc:Fallback xmlns="">
            <p:pic>
              <p:nvPicPr>
                <p:cNvPr id="3140" name="Ink 3139">
                  <a:extLst>
                    <a:ext uri="{FF2B5EF4-FFF2-40B4-BE49-F238E27FC236}">
                      <a16:creationId xmlns:a16="http://schemas.microsoft.com/office/drawing/2014/main" id="{F708DB65-748F-22A9-916E-CCB759BE4CB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63160" y="2528935"/>
                  <a:ext cx="2419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EC2587-D253-201E-4B53-5BB668471327}"/>
                    </a:ext>
                  </a:extLst>
                </p14:cNvPr>
                <p14:cNvContentPartPr/>
                <p14:nvPr/>
              </p14:nvContentPartPr>
              <p14:xfrm>
                <a:off x="5233320" y="2458375"/>
                <a:ext cx="82080" cy="217800"/>
              </p14:xfrm>
            </p:contentPart>
          </mc:Choice>
          <mc:Fallback xmlns="">
            <p:pic>
              <p:nvPicPr>
                <p:cNvPr id="3142" name="Ink 3141">
                  <a:extLst>
                    <a:ext uri="{FF2B5EF4-FFF2-40B4-BE49-F238E27FC236}">
                      <a16:creationId xmlns:a16="http://schemas.microsoft.com/office/drawing/2014/main" id="{44EF502E-18FA-CFE0-BA24-0E32927774E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224320" y="2449735"/>
                  <a:ext cx="997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E798AA5-DD44-4ACF-5BF5-B04D1CDFC0BA}"/>
                    </a:ext>
                  </a:extLst>
                </p14:cNvPr>
                <p14:cNvContentPartPr/>
                <p14:nvPr/>
              </p14:nvContentPartPr>
              <p14:xfrm>
                <a:off x="5119560" y="2471335"/>
                <a:ext cx="449640" cy="151920"/>
              </p14:xfrm>
            </p:contentPart>
          </mc:Choice>
          <mc:Fallback xmlns="">
            <p:pic>
              <p:nvPicPr>
                <p:cNvPr id="3143" name="Ink 3142">
                  <a:extLst>
                    <a:ext uri="{FF2B5EF4-FFF2-40B4-BE49-F238E27FC236}">
                      <a16:creationId xmlns:a16="http://schemas.microsoft.com/office/drawing/2014/main" id="{E62EE22A-B798-AAA8-1842-67E37517C7E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10560" y="2462335"/>
                  <a:ext cx="467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1B19616-959A-D987-9AEF-7E31256C4645}"/>
                    </a:ext>
                  </a:extLst>
                </p14:cNvPr>
                <p14:cNvContentPartPr/>
                <p14:nvPr/>
              </p14:nvContentPartPr>
              <p14:xfrm>
                <a:off x="5713560" y="2379895"/>
                <a:ext cx="464040" cy="234720"/>
              </p14:xfrm>
            </p:contentPart>
          </mc:Choice>
          <mc:Fallback xmlns="">
            <p:pic>
              <p:nvPicPr>
                <p:cNvPr id="3144" name="Ink 3143">
                  <a:extLst>
                    <a:ext uri="{FF2B5EF4-FFF2-40B4-BE49-F238E27FC236}">
                      <a16:creationId xmlns:a16="http://schemas.microsoft.com/office/drawing/2014/main" id="{F9681370-8E00-5911-0FE2-3D87D602924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704920" y="2370895"/>
                  <a:ext cx="481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E6C6D7E-D8CD-4B66-18BB-D07349BAF093}"/>
                    </a:ext>
                  </a:extLst>
                </p14:cNvPr>
                <p14:cNvContentPartPr/>
                <p14:nvPr/>
              </p14:nvContentPartPr>
              <p14:xfrm>
                <a:off x="6042960" y="2301055"/>
                <a:ext cx="834840" cy="270360"/>
              </p14:xfrm>
            </p:contentPart>
          </mc:Choice>
          <mc:Fallback xmlns="">
            <p:pic>
              <p:nvPicPr>
                <p:cNvPr id="3145" name="Ink 3144">
                  <a:extLst>
                    <a:ext uri="{FF2B5EF4-FFF2-40B4-BE49-F238E27FC236}">
                      <a16:creationId xmlns:a16="http://schemas.microsoft.com/office/drawing/2014/main" id="{EAA667FC-7D95-C499-7354-C9DD52973D7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34320" y="2292415"/>
                  <a:ext cx="852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619423D-DACF-F760-B4E7-082B2C5F5BC9}"/>
                    </a:ext>
                  </a:extLst>
                </p14:cNvPr>
                <p14:cNvContentPartPr/>
                <p14:nvPr/>
              </p14:nvContentPartPr>
              <p14:xfrm>
                <a:off x="6771600" y="2402935"/>
                <a:ext cx="552600" cy="97920"/>
              </p14:xfrm>
            </p:contentPart>
          </mc:Choice>
          <mc:Fallback xmlns="">
            <p:pic>
              <p:nvPicPr>
                <p:cNvPr id="3146" name="Ink 3145">
                  <a:extLst>
                    <a:ext uri="{FF2B5EF4-FFF2-40B4-BE49-F238E27FC236}">
                      <a16:creationId xmlns:a16="http://schemas.microsoft.com/office/drawing/2014/main" id="{9773D527-FA31-B368-2F58-5325CB645D9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762960" y="2394295"/>
                  <a:ext cx="570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2D435E-A593-0526-4AB1-19699DF5671C}"/>
                    </a:ext>
                  </a:extLst>
                </p14:cNvPr>
                <p14:cNvContentPartPr/>
                <p14:nvPr/>
              </p14:nvContentPartPr>
              <p14:xfrm>
                <a:off x="7148520" y="2352535"/>
                <a:ext cx="3240" cy="6840"/>
              </p14:xfrm>
            </p:contentPart>
          </mc:Choice>
          <mc:Fallback xmlns="">
            <p:pic>
              <p:nvPicPr>
                <p:cNvPr id="3147" name="Ink 3146">
                  <a:extLst>
                    <a:ext uri="{FF2B5EF4-FFF2-40B4-BE49-F238E27FC236}">
                      <a16:creationId xmlns:a16="http://schemas.microsoft.com/office/drawing/2014/main" id="{5B581827-60F9-A7EC-D0BC-2E706CD9030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139520" y="2343895"/>
                  <a:ext cx="20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3FCE327-B7A7-78F4-783C-3A72D8548288}"/>
                    </a:ext>
                  </a:extLst>
                </p14:cNvPr>
                <p14:cNvContentPartPr/>
                <p14:nvPr/>
              </p14:nvContentPartPr>
              <p14:xfrm>
                <a:off x="7523640" y="2274055"/>
                <a:ext cx="1003680" cy="243360"/>
              </p14:xfrm>
            </p:contentPart>
          </mc:Choice>
          <mc:Fallback xmlns="">
            <p:pic>
              <p:nvPicPr>
                <p:cNvPr id="3148" name="Ink 3147">
                  <a:extLst>
                    <a:ext uri="{FF2B5EF4-FFF2-40B4-BE49-F238E27FC236}">
                      <a16:creationId xmlns:a16="http://schemas.microsoft.com/office/drawing/2014/main" id="{227CD0E7-560B-F061-37A1-92779C9131D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514640" y="2265415"/>
                  <a:ext cx="10213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FFBF482-3182-E263-96A2-3B25A98DD56D}"/>
                    </a:ext>
                  </a:extLst>
                </p14:cNvPr>
                <p14:cNvContentPartPr/>
                <p14:nvPr/>
              </p14:nvContentPartPr>
              <p14:xfrm>
                <a:off x="8236800" y="2241655"/>
                <a:ext cx="13680" cy="18000"/>
              </p14:xfrm>
            </p:contentPart>
          </mc:Choice>
          <mc:Fallback xmlns="">
            <p:pic>
              <p:nvPicPr>
                <p:cNvPr id="3149" name="Ink 3148">
                  <a:extLst>
                    <a:ext uri="{FF2B5EF4-FFF2-40B4-BE49-F238E27FC236}">
                      <a16:creationId xmlns:a16="http://schemas.microsoft.com/office/drawing/2014/main" id="{32C53502-B5A9-9F1F-A727-36D1E9D59A9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227800" y="2233015"/>
                  <a:ext cx="31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09A6DF0-66BC-E7E7-7B1D-CF24A6BAC8C7}"/>
                    </a:ext>
                  </a:extLst>
                </p14:cNvPr>
                <p14:cNvContentPartPr/>
                <p14:nvPr/>
              </p14:nvContentPartPr>
              <p14:xfrm>
                <a:off x="4519440" y="3004855"/>
                <a:ext cx="129960" cy="267120"/>
              </p14:xfrm>
            </p:contentPart>
          </mc:Choice>
          <mc:Fallback xmlns="">
            <p:pic>
              <p:nvPicPr>
                <p:cNvPr id="3152" name="Ink 3151">
                  <a:extLst>
                    <a:ext uri="{FF2B5EF4-FFF2-40B4-BE49-F238E27FC236}">
                      <a16:creationId xmlns:a16="http://schemas.microsoft.com/office/drawing/2014/main" id="{43736A90-34CD-8B97-6F0E-AC8403CB97F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510440" y="2996215"/>
                  <a:ext cx="1476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331376E-DC9F-5C5E-2025-3783951CCC1B}"/>
                    </a:ext>
                  </a:extLst>
                </p14:cNvPr>
                <p14:cNvContentPartPr/>
                <p14:nvPr/>
              </p14:nvContentPartPr>
              <p14:xfrm>
                <a:off x="4531680" y="3156055"/>
                <a:ext cx="189360" cy="181080"/>
              </p14:xfrm>
            </p:contentPart>
          </mc:Choice>
          <mc:Fallback xmlns="">
            <p:pic>
              <p:nvPicPr>
                <p:cNvPr id="3153" name="Ink 3152">
                  <a:extLst>
                    <a:ext uri="{FF2B5EF4-FFF2-40B4-BE49-F238E27FC236}">
                      <a16:creationId xmlns:a16="http://schemas.microsoft.com/office/drawing/2014/main" id="{4764BE16-4B22-2BC2-AA4F-4A2C14EA1A8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523040" y="3147055"/>
                  <a:ext cx="207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EE8F291-F700-417F-25AF-31726181837A}"/>
                    </a:ext>
                  </a:extLst>
                </p14:cNvPr>
                <p14:cNvContentPartPr/>
                <p14:nvPr/>
              </p14:nvContentPartPr>
              <p14:xfrm>
                <a:off x="4785480" y="3100255"/>
                <a:ext cx="143640" cy="24480"/>
              </p14:xfrm>
            </p:contentPart>
          </mc:Choice>
          <mc:Fallback xmlns="">
            <p:pic>
              <p:nvPicPr>
                <p:cNvPr id="3154" name="Ink 3153">
                  <a:extLst>
                    <a:ext uri="{FF2B5EF4-FFF2-40B4-BE49-F238E27FC236}">
                      <a16:creationId xmlns:a16="http://schemas.microsoft.com/office/drawing/2014/main" id="{BE64FE4E-A2AD-4C86-BFD9-9744EDEB41D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776480" y="3091615"/>
                  <a:ext cx="161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106BD50-FFFB-56A7-CADE-61D2DBF01467}"/>
                    </a:ext>
                  </a:extLst>
                </p14:cNvPr>
                <p14:cNvContentPartPr/>
                <p14:nvPr/>
              </p14:nvContentPartPr>
              <p14:xfrm>
                <a:off x="4794480" y="3167935"/>
                <a:ext cx="105120" cy="7560"/>
              </p14:xfrm>
            </p:contentPart>
          </mc:Choice>
          <mc:Fallback xmlns="">
            <p:pic>
              <p:nvPicPr>
                <p:cNvPr id="3155" name="Ink 3154">
                  <a:extLst>
                    <a:ext uri="{FF2B5EF4-FFF2-40B4-BE49-F238E27FC236}">
                      <a16:creationId xmlns:a16="http://schemas.microsoft.com/office/drawing/2014/main" id="{CC0E09E6-20D7-8163-25E7-7763CED829F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785480" y="3158935"/>
                  <a:ext cx="122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5F32790-EA86-96BF-D101-1CE874C20EF4}"/>
                    </a:ext>
                  </a:extLst>
                </p14:cNvPr>
                <p14:cNvContentPartPr/>
                <p14:nvPr/>
              </p14:nvContentPartPr>
              <p14:xfrm>
                <a:off x="5056920" y="2987935"/>
                <a:ext cx="153720" cy="182520"/>
              </p14:xfrm>
            </p:contentPart>
          </mc:Choice>
          <mc:Fallback xmlns="">
            <p:pic>
              <p:nvPicPr>
                <p:cNvPr id="3157" name="Ink 3156">
                  <a:extLst>
                    <a:ext uri="{FF2B5EF4-FFF2-40B4-BE49-F238E27FC236}">
                      <a16:creationId xmlns:a16="http://schemas.microsoft.com/office/drawing/2014/main" id="{661135FB-52EC-7132-5B6E-885643E0754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048280" y="2979295"/>
                  <a:ext cx="171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F601093-87E3-96FE-5955-E6F5A77FF819}"/>
                    </a:ext>
                  </a:extLst>
                </p14:cNvPr>
                <p14:cNvContentPartPr/>
                <p14:nvPr/>
              </p14:nvContentPartPr>
              <p14:xfrm>
                <a:off x="5232600" y="3084775"/>
                <a:ext cx="31320" cy="27000"/>
              </p14:xfrm>
            </p:contentPart>
          </mc:Choice>
          <mc:Fallback xmlns="">
            <p:pic>
              <p:nvPicPr>
                <p:cNvPr id="3158" name="Ink 3157">
                  <a:extLst>
                    <a:ext uri="{FF2B5EF4-FFF2-40B4-BE49-F238E27FC236}">
                      <a16:creationId xmlns:a16="http://schemas.microsoft.com/office/drawing/2014/main" id="{95F47FE9-678E-17B7-23A6-DFF207270A6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223960" y="3075775"/>
                  <a:ext cx="48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6CCCBB8-7088-4AD8-61AD-D9F5AB48D549}"/>
                    </a:ext>
                  </a:extLst>
                </p14:cNvPr>
                <p14:cNvContentPartPr/>
                <p14:nvPr/>
              </p14:nvContentPartPr>
              <p14:xfrm>
                <a:off x="5302080" y="2919895"/>
                <a:ext cx="163080" cy="180000"/>
              </p14:xfrm>
            </p:contentPart>
          </mc:Choice>
          <mc:Fallback xmlns="">
            <p:pic>
              <p:nvPicPr>
                <p:cNvPr id="3159" name="Ink 3158">
                  <a:extLst>
                    <a:ext uri="{FF2B5EF4-FFF2-40B4-BE49-F238E27FC236}">
                      <a16:creationId xmlns:a16="http://schemas.microsoft.com/office/drawing/2014/main" id="{CDECB751-4FA6-2F51-A3EC-66DA9587448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293440" y="2911255"/>
                  <a:ext cx="180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D79C9BD-B37E-F67C-30FA-E00BDE63378A}"/>
                    </a:ext>
                  </a:extLst>
                </p14:cNvPr>
                <p14:cNvContentPartPr/>
                <p14:nvPr/>
              </p14:nvContentPartPr>
              <p14:xfrm>
                <a:off x="5317560" y="2852935"/>
                <a:ext cx="426240" cy="208080"/>
              </p14:xfrm>
            </p:contentPart>
          </mc:Choice>
          <mc:Fallback xmlns="">
            <p:pic>
              <p:nvPicPr>
                <p:cNvPr id="3160" name="Ink 3159">
                  <a:extLst>
                    <a:ext uri="{FF2B5EF4-FFF2-40B4-BE49-F238E27FC236}">
                      <a16:creationId xmlns:a16="http://schemas.microsoft.com/office/drawing/2014/main" id="{B2DC21C9-726C-43FE-0E00-D65D912C887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308920" y="2844295"/>
                  <a:ext cx="443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AA3F573-4243-5C82-9A07-F39A9890322E}"/>
                    </a:ext>
                  </a:extLst>
                </p14:cNvPr>
                <p14:cNvContentPartPr/>
                <p14:nvPr/>
              </p14:nvContentPartPr>
              <p14:xfrm>
                <a:off x="5780520" y="3066775"/>
                <a:ext cx="133200" cy="88920"/>
              </p14:xfrm>
            </p:contentPart>
          </mc:Choice>
          <mc:Fallback xmlns="">
            <p:pic>
              <p:nvPicPr>
                <p:cNvPr id="3162" name="Ink 3161">
                  <a:extLst>
                    <a:ext uri="{FF2B5EF4-FFF2-40B4-BE49-F238E27FC236}">
                      <a16:creationId xmlns:a16="http://schemas.microsoft.com/office/drawing/2014/main" id="{EEF1A027-4CA9-2D61-792B-A4BBA46B64B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771880" y="3057775"/>
                  <a:ext cx="150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010F6A4-4701-ACC0-9CA8-F354BE31107C}"/>
                    </a:ext>
                  </a:extLst>
                </p14:cNvPr>
                <p14:cNvContentPartPr/>
                <p14:nvPr/>
              </p14:nvContentPartPr>
              <p14:xfrm>
                <a:off x="6156000" y="2798575"/>
                <a:ext cx="135000" cy="225720"/>
              </p14:xfrm>
            </p:contentPart>
          </mc:Choice>
          <mc:Fallback xmlns="">
            <p:pic>
              <p:nvPicPr>
                <p:cNvPr id="3163" name="Ink 3162">
                  <a:extLst>
                    <a:ext uri="{FF2B5EF4-FFF2-40B4-BE49-F238E27FC236}">
                      <a16:creationId xmlns:a16="http://schemas.microsoft.com/office/drawing/2014/main" id="{A175B56A-4596-617B-BAD9-92A7DF43255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147000" y="2789935"/>
                  <a:ext cx="1526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F82003C-13EF-A3B0-3731-FBBE5B625CEC}"/>
                    </a:ext>
                  </a:extLst>
                </p14:cNvPr>
                <p14:cNvContentPartPr/>
                <p14:nvPr/>
              </p14:nvContentPartPr>
              <p14:xfrm>
                <a:off x="6241680" y="2895775"/>
                <a:ext cx="127800" cy="173520"/>
              </p14:xfrm>
            </p:contentPart>
          </mc:Choice>
          <mc:Fallback xmlns="">
            <p:pic>
              <p:nvPicPr>
                <p:cNvPr id="3164" name="Ink 3163">
                  <a:extLst>
                    <a:ext uri="{FF2B5EF4-FFF2-40B4-BE49-F238E27FC236}">
                      <a16:creationId xmlns:a16="http://schemas.microsoft.com/office/drawing/2014/main" id="{DC13268E-0483-A30B-902E-949D538A445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233040" y="2887135"/>
                  <a:ext cx="145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CDBE839-BACF-352E-0545-B867EF784EC8}"/>
                    </a:ext>
                  </a:extLst>
                </p14:cNvPr>
                <p14:cNvContentPartPr/>
                <p14:nvPr/>
              </p14:nvContentPartPr>
              <p14:xfrm>
                <a:off x="6216840" y="2869135"/>
                <a:ext cx="287280" cy="178200"/>
              </p14:xfrm>
            </p:contentPart>
          </mc:Choice>
          <mc:Fallback xmlns="">
            <p:pic>
              <p:nvPicPr>
                <p:cNvPr id="3165" name="Ink 3164">
                  <a:extLst>
                    <a:ext uri="{FF2B5EF4-FFF2-40B4-BE49-F238E27FC236}">
                      <a16:creationId xmlns:a16="http://schemas.microsoft.com/office/drawing/2014/main" id="{BFE6D572-BF39-A0F9-8B82-C95023653CB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207840" y="2860495"/>
                  <a:ext cx="304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B2FE33B-E365-2EAC-4C16-9A55597FC1FD}"/>
                    </a:ext>
                  </a:extLst>
                </p14:cNvPr>
                <p14:cNvContentPartPr/>
                <p14:nvPr/>
              </p14:nvContentPartPr>
              <p14:xfrm>
                <a:off x="6582960" y="2843215"/>
                <a:ext cx="84960" cy="11520"/>
              </p14:xfrm>
            </p:contentPart>
          </mc:Choice>
          <mc:Fallback xmlns="">
            <p:pic>
              <p:nvPicPr>
                <p:cNvPr id="3166" name="Ink 3165">
                  <a:extLst>
                    <a:ext uri="{FF2B5EF4-FFF2-40B4-BE49-F238E27FC236}">
                      <a16:creationId xmlns:a16="http://schemas.microsoft.com/office/drawing/2014/main" id="{8C111873-74FC-21ED-D2ED-BDE369E7058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573960" y="2834215"/>
                  <a:ext cx="102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362FFDC-E6EF-CE41-92A8-559E097C3C4D}"/>
                    </a:ext>
                  </a:extLst>
                </p14:cNvPr>
                <p14:cNvContentPartPr/>
                <p14:nvPr/>
              </p14:nvContentPartPr>
              <p14:xfrm>
                <a:off x="6544800" y="2888935"/>
                <a:ext cx="82440" cy="16560"/>
              </p14:xfrm>
            </p:contentPart>
          </mc:Choice>
          <mc:Fallback xmlns="">
            <p:pic>
              <p:nvPicPr>
                <p:cNvPr id="3167" name="Ink 3166">
                  <a:extLst>
                    <a:ext uri="{FF2B5EF4-FFF2-40B4-BE49-F238E27FC236}">
                      <a16:creationId xmlns:a16="http://schemas.microsoft.com/office/drawing/2014/main" id="{4B2A282D-1FC4-C501-9C93-BBB35574A98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536160" y="2880295"/>
                  <a:ext cx="100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F267D87-0EC9-7718-8C5B-560C346CEF55}"/>
                    </a:ext>
                  </a:extLst>
                </p14:cNvPr>
                <p14:cNvContentPartPr/>
                <p14:nvPr/>
              </p14:nvContentPartPr>
              <p14:xfrm>
                <a:off x="6783480" y="2746015"/>
                <a:ext cx="142920" cy="177480"/>
              </p14:xfrm>
            </p:contentPart>
          </mc:Choice>
          <mc:Fallback xmlns="">
            <p:pic>
              <p:nvPicPr>
                <p:cNvPr id="3169" name="Ink 3168">
                  <a:extLst>
                    <a:ext uri="{FF2B5EF4-FFF2-40B4-BE49-F238E27FC236}">
                      <a16:creationId xmlns:a16="http://schemas.microsoft.com/office/drawing/2014/main" id="{F18C036C-0C6A-C618-E371-21B30CEEF75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774480" y="2737375"/>
                  <a:ext cx="160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0CC3877-510A-69DA-E131-24C4A32ACC94}"/>
                    </a:ext>
                  </a:extLst>
                </p14:cNvPr>
                <p14:cNvContentPartPr/>
                <p14:nvPr/>
              </p14:nvContentPartPr>
              <p14:xfrm>
                <a:off x="6936840" y="2822335"/>
                <a:ext cx="91080" cy="27720"/>
              </p14:xfrm>
            </p:contentPart>
          </mc:Choice>
          <mc:Fallback xmlns="">
            <p:pic>
              <p:nvPicPr>
                <p:cNvPr id="3170" name="Ink 3169">
                  <a:extLst>
                    <a:ext uri="{FF2B5EF4-FFF2-40B4-BE49-F238E27FC236}">
                      <a16:creationId xmlns:a16="http://schemas.microsoft.com/office/drawing/2014/main" id="{0F7045B0-1E33-323D-2FBC-1993977DF9C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928200" y="2813695"/>
                  <a:ext cx="108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8FCF021-BF18-33B5-9B88-A19C7420B15E}"/>
                    </a:ext>
                  </a:extLst>
                </p14:cNvPr>
                <p14:cNvContentPartPr/>
                <p14:nvPr/>
              </p14:nvContentPartPr>
              <p14:xfrm>
                <a:off x="7071840" y="2670775"/>
                <a:ext cx="83520" cy="199800"/>
              </p14:xfrm>
            </p:contentPart>
          </mc:Choice>
          <mc:Fallback xmlns="">
            <p:pic>
              <p:nvPicPr>
                <p:cNvPr id="3171" name="Ink 3170">
                  <a:extLst>
                    <a:ext uri="{FF2B5EF4-FFF2-40B4-BE49-F238E27FC236}">
                      <a16:creationId xmlns:a16="http://schemas.microsoft.com/office/drawing/2014/main" id="{DCBB8F53-B69F-DCAB-4BEB-6500430E37B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063200" y="2661775"/>
                  <a:ext cx="101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A989AFB-5328-B9B0-2CE7-C5F6ACB3675C}"/>
                    </a:ext>
                  </a:extLst>
                </p14:cNvPr>
                <p14:cNvContentPartPr/>
                <p14:nvPr/>
              </p14:nvContentPartPr>
              <p14:xfrm>
                <a:off x="7319520" y="2621815"/>
                <a:ext cx="231480" cy="198720"/>
              </p14:xfrm>
            </p:contentPart>
          </mc:Choice>
          <mc:Fallback xmlns="">
            <p:pic>
              <p:nvPicPr>
                <p:cNvPr id="3172" name="Ink 3171">
                  <a:extLst>
                    <a:ext uri="{FF2B5EF4-FFF2-40B4-BE49-F238E27FC236}">
                      <a16:creationId xmlns:a16="http://schemas.microsoft.com/office/drawing/2014/main" id="{465C04C7-8482-C41C-D9A6-E4C027DFE58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310880" y="2613175"/>
                  <a:ext cx="2491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F044C71-10DF-EEBD-6338-317E1EAB8D5F}"/>
                    </a:ext>
                  </a:extLst>
                </p14:cNvPr>
                <p14:cNvContentPartPr/>
                <p14:nvPr/>
              </p14:nvContentPartPr>
              <p14:xfrm>
                <a:off x="4991400" y="3350815"/>
                <a:ext cx="260640" cy="225720"/>
              </p14:xfrm>
            </p:contentPart>
          </mc:Choice>
          <mc:Fallback xmlns="">
            <p:pic>
              <p:nvPicPr>
                <p:cNvPr id="3174" name="Ink 3173">
                  <a:extLst>
                    <a:ext uri="{FF2B5EF4-FFF2-40B4-BE49-F238E27FC236}">
                      <a16:creationId xmlns:a16="http://schemas.microsoft.com/office/drawing/2014/main" id="{4D9249C5-A319-E05F-207A-A733656A59E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982400" y="3341815"/>
                  <a:ext cx="2782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7E4D617-CCD0-F0E6-0886-2ECC3E57D2C0}"/>
                    </a:ext>
                  </a:extLst>
                </p14:cNvPr>
                <p14:cNvContentPartPr/>
                <p14:nvPr/>
              </p14:nvContentPartPr>
              <p14:xfrm>
                <a:off x="5272920" y="3480775"/>
                <a:ext cx="89640" cy="105840"/>
              </p14:xfrm>
            </p:contentPart>
          </mc:Choice>
          <mc:Fallback xmlns="">
            <p:pic>
              <p:nvPicPr>
                <p:cNvPr id="3175" name="Ink 3174">
                  <a:extLst>
                    <a:ext uri="{FF2B5EF4-FFF2-40B4-BE49-F238E27FC236}">
                      <a16:creationId xmlns:a16="http://schemas.microsoft.com/office/drawing/2014/main" id="{B84E223B-03BA-69BD-D013-FA2E9CAAF82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263920" y="3472135"/>
                  <a:ext cx="107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67FA15-09BD-BB2A-E2EF-7AAF790E97CC}"/>
                    </a:ext>
                  </a:extLst>
                </p14:cNvPr>
                <p14:cNvContentPartPr/>
                <p14:nvPr/>
              </p14:nvContentPartPr>
              <p14:xfrm>
                <a:off x="5461200" y="3325255"/>
                <a:ext cx="383400" cy="192240"/>
              </p14:xfrm>
            </p:contentPart>
          </mc:Choice>
          <mc:Fallback xmlns="">
            <p:pic>
              <p:nvPicPr>
                <p:cNvPr id="3176" name="Ink 3175">
                  <a:extLst>
                    <a:ext uri="{FF2B5EF4-FFF2-40B4-BE49-F238E27FC236}">
                      <a16:creationId xmlns:a16="http://schemas.microsoft.com/office/drawing/2014/main" id="{C216CD40-F94C-EAB2-71C8-248E91BF5C5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452200" y="3316255"/>
                  <a:ext cx="401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AED5956-397D-CE8A-527E-0E5F8872FA3B}"/>
                    </a:ext>
                  </a:extLst>
                </p14:cNvPr>
                <p14:cNvContentPartPr/>
                <p14:nvPr/>
              </p14:nvContentPartPr>
              <p14:xfrm>
                <a:off x="5986440" y="3297175"/>
                <a:ext cx="115920" cy="21600"/>
              </p14:xfrm>
            </p:contentPart>
          </mc:Choice>
          <mc:Fallback xmlns="">
            <p:pic>
              <p:nvPicPr>
                <p:cNvPr id="3178" name="Ink 3177">
                  <a:extLst>
                    <a:ext uri="{FF2B5EF4-FFF2-40B4-BE49-F238E27FC236}">
                      <a16:creationId xmlns:a16="http://schemas.microsoft.com/office/drawing/2014/main" id="{6FF87240-9307-68DA-2123-0CA4DA029E7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977440" y="3288535"/>
                  <a:ext cx="133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7CA9264-862D-BEDB-5689-5C215755F32E}"/>
                    </a:ext>
                  </a:extLst>
                </p14:cNvPr>
                <p14:cNvContentPartPr/>
                <p14:nvPr/>
              </p14:nvContentPartPr>
              <p14:xfrm>
                <a:off x="5965200" y="3347215"/>
                <a:ext cx="121320" cy="38160"/>
              </p14:xfrm>
            </p:contentPart>
          </mc:Choice>
          <mc:Fallback xmlns="">
            <p:pic>
              <p:nvPicPr>
                <p:cNvPr id="3179" name="Ink 3178">
                  <a:extLst>
                    <a:ext uri="{FF2B5EF4-FFF2-40B4-BE49-F238E27FC236}">
                      <a16:creationId xmlns:a16="http://schemas.microsoft.com/office/drawing/2014/main" id="{DD214B84-6487-B630-AC38-901E6CAB218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956560" y="3338575"/>
                  <a:ext cx="138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803AEC2-2A4F-44A9-D516-1A9A15525FCD}"/>
                    </a:ext>
                  </a:extLst>
                </p14:cNvPr>
                <p14:cNvContentPartPr/>
                <p14:nvPr/>
              </p14:nvContentPartPr>
              <p14:xfrm>
                <a:off x="6225120" y="3168295"/>
                <a:ext cx="167400" cy="180720"/>
              </p14:xfrm>
            </p:contentPart>
          </mc:Choice>
          <mc:Fallback xmlns="">
            <p:pic>
              <p:nvPicPr>
                <p:cNvPr id="3180" name="Ink 3179">
                  <a:extLst>
                    <a:ext uri="{FF2B5EF4-FFF2-40B4-BE49-F238E27FC236}">
                      <a16:creationId xmlns:a16="http://schemas.microsoft.com/office/drawing/2014/main" id="{316A6326-6517-C1C7-7D92-B475D127069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216480" y="3159655"/>
                  <a:ext cx="185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D060CE-54B8-6229-4188-1158E95D4070}"/>
                    </a:ext>
                  </a:extLst>
                </p14:cNvPr>
                <p14:cNvContentPartPr/>
                <p14:nvPr/>
              </p14:nvContentPartPr>
              <p14:xfrm>
                <a:off x="6427800" y="3269815"/>
                <a:ext cx="33480" cy="6120"/>
              </p14:xfrm>
            </p:contentPart>
          </mc:Choice>
          <mc:Fallback xmlns="">
            <p:pic>
              <p:nvPicPr>
                <p:cNvPr id="3181" name="Ink 3180">
                  <a:extLst>
                    <a:ext uri="{FF2B5EF4-FFF2-40B4-BE49-F238E27FC236}">
                      <a16:creationId xmlns:a16="http://schemas.microsoft.com/office/drawing/2014/main" id="{8DA4BF79-0FEF-F9A2-ED47-6EE310A18F6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419160" y="3260815"/>
                  <a:ext cx="51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802CA26-745C-B580-788C-A64C69500EED}"/>
                    </a:ext>
                  </a:extLst>
                </p14:cNvPr>
                <p14:cNvContentPartPr/>
                <p14:nvPr/>
              </p14:nvContentPartPr>
              <p14:xfrm>
                <a:off x="6542640" y="3152815"/>
                <a:ext cx="195120" cy="219240"/>
              </p14:xfrm>
            </p:contentPart>
          </mc:Choice>
          <mc:Fallback xmlns="">
            <p:pic>
              <p:nvPicPr>
                <p:cNvPr id="3182" name="Ink 3181">
                  <a:extLst>
                    <a:ext uri="{FF2B5EF4-FFF2-40B4-BE49-F238E27FC236}">
                      <a16:creationId xmlns:a16="http://schemas.microsoft.com/office/drawing/2014/main" id="{E59FCA9A-5E6C-9B70-7E0F-0F4BFAE903A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533640" y="3144175"/>
                  <a:ext cx="2127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4DAEBBE-97C4-A482-0D23-97C209F356FF}"/>
                    </a:ext>
                  </a:extLst>
                </p14:cNvPr>
                <p14:cNvContentPartPr/>
                <p14:nvPr/>
              </p14:nvContentPartPr>
              <p14:xfrm>
                <a:off x="6757560" y="3174775"/>
                <a:ext cx="174600" cy="127800"/>
              </p14:xfrm>
            </p:contentPart>
          </mc:Choice>
          <mc:Fallback xmlns="">
            <p:pic>
              <p:nvPicPr>
                <p:cNvPr id="3183" name="Ink 3182">
                  <a:extLst>
                    <a:ext uri="{FF2B5EF4-FFF2-40B4-BE49-F238E27FC236}">
                      <a16:creationId xmlns:a16="http://schemas.microsoft.com/office/drawing/2014/main" id="{55F5FBF9-66AB-9BBD-0C93-0BEF33B1538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748920" y="3166135"/>
                  <a:ext cx="192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B066548-F26D-006C-DAC9-D152E60AF0F6}"/>
                    </a:ext>
                  </a:extLst>
                </p14:cNvPr>
                <p14:cNvContentPartPr/>
                <p14:nvPr/>
              </p14:nvContentPartPr>
              <p14:xfrm>
                <a:off x="6979680" y="3102775"/>
                <a:ext cx="133920" cy="150480"/>
              </p14:xfrm>
            </p:contentPart>
          </mc:Choice>
          <mc:Fallback xmlns="">
            <p:pic>
              <p:nvPicPr>
                <p:cNvPr id="3184" name="Ink 3183">
                  <a:extLst>
                    <a:ext uri="{FF2B5EF4-FFF2-40B4-BE49-F238E27FC236}">
                      <a16:creationId xmlns:a16="http://schemas.microsoft.com/office/drawing/2014/main" id="{BAE473F2-EF1E-EE4D-A6FF-396F966BC5B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971040" y="3094135"/>
                  <a:ext cx="151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0885E56-ECAE-6A5F-9586-0446357A601C}"/>
                    </a:ext>
                  </a:extLst>
                </p14:cNvPr>
                <p14:cNvContentPartPr/>
                <p14:nvPr/>
              </p14:nvContentPartPr>
              <p14:xfrm>
                <a:off x="7030800" y="3131215"/>
                <a:ext cx="141120" cy="48960"/>
              </p14:xfrm>
            </p:contentPart>
          </mc:Choice>
          <mc:Fallback xmlns="">
            <p:pic>
              <p:nvPicPr>
                <p:cNvPr id="3185" name="Ink 3184">
                  <a:extLst>
                    <a:ext uri="{FF2B5EF4-FFF2-40B4-BE49-F238E27FC236}">
                      <a16:creationId xmlns:a16="http://schemas.microsoft.com/office/drawing/2014/main" id="{0BABBDEA-2C62-2A15-D840-64960D897B3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022160" y="3122215"/>
                  <a:ext cx="158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3D26251-C90F-C537-8199-6B590A8E5243}"/>
                    </a:ext>
                  </a:extLst>
                </p14:cNvPr>
                <p14:cNvContentPartPr/>
                <p14:nvPr/>
              </p14:nvContentPartPr>
              <p14:xfrm>
                <a:off x="7128360" y="3068575"/>
                <a:ext cx="169200" cy="267840"/>
              </p14:xfrm>
            </p:contentPart>
          </mc:Choice>
          <mc:Fallback xmlns="">
            <p:pic>
              <p:nvPicPr>
                <p:cNvPr id="3186" name="Ink 3185">
                  <a:extLst>
                    <a:ext uri="{FF2B5EF4-FFF2-40B4-BE49-F238E27FC236}">
                      <a16:creationId xmlns:a16="http://schemas.microsoft.com/office/drawing/2014/main" id="{9E5F5096-2AA0-C88D-42F2-E30864B94EB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119720" y="3059935"/>
                  <a:ext cx="186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EE2EFE6-FC5A-C32E-74DB-9424AB7D7224}"/>
                    </a:ext>
                  </a:extLst>
                </p14:cNvPr>
                <p14:cNvContentPartPr/>
                <p14:nvPr/>
              </p14:nvContentPartPr>
              <p14:xfrm>
                <a:off x="7305120" y="3093775"/>
                <a:ext cx="235440" cy="239760"/>
              </p14:xfrm>
            </p:contentPart>
          </mc:Choice>
          <mc:Fallback xmlns="">
            <p:pic>
              <p:nvPicPr>
                <p:cNvPr id="3187" name="Ink 3186">
                  <a:extLst>
                    <a:ext uri="{FF2B5EF4-FFF2-40B4-BE49-F238E27FC236}">
                      <a16:creationId xmlns:a16="http://schemas.microsoft.com/office/drawing/2014/main" id="{A9A058BC-4D30-76AA-1E4A-348203FFB78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296480" y="3085135"/>
                  <a:ext cx="253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2953032-4966-2BEB-093C-B4952186FB26}"/>
                    </a:ext>
                  </a:extLst>
                </p14:cNvPr>
                <p14:cNvContentPartPr/>
                <p14:nvPr/>
              </p14:nvContentPartPr>
              <p14:xfrm>
                <a:off x="4785840" y="3788215"/>
                <a:ext cx="213120" cy="187200"/>
              </p14:xfrm>
            </p:contentPart>
          </mc:Choice>
          <mc:Fallback xmlns="">
            <p:pic>
              <p:nvPicPr>
                <p:cNvPr id="3189" name="Ink 3188">
                  <a:extLst>
                    <a:ext uri="{FF2B5EF4-FFF2-40B4-BE49-F238E27FC236}">
                      <a16:creationId xmlns:a16="http://schemas.microsoft.com/office/drawing/2014/main" id="{2E118927-DF24-120B-2D4A-ECD43E88CFD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777200" y="3779215"/>
                  <a:ext cx="230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4A91368-A615-A5F6-2A9B-A6BAA964DB38}"/>
                    </a:ext>
                  </a:extLst>
                </p14:cNvPr>
                <p14:cNvContentPartPr/>
                <p14:nvPr/>
              </p14:nvContentPartPr>
              <p14:xfrm>
                <a:off x="4884120" y="3822055"/>
                <a:ext cx="237600" cy="319680"/>
              </p14:xfrm>
            </p:contentPart>
          </mc:Choice>
          <mc:Fallback xmlns="">
            <p:pic>
              <p:nvPicPr>
                <p:cNvPr id="3190" name="Ink 3189">
                  <a:extLst>
                    <a:ext uri="{FF2B5EF4-FFF2-40B4-BE49-F238E27FC236}">
                      <a16:creationId xmlns:a16="http://schemas.microsoft.com/office/drawing/2014/main" id="{91EFA152-BF68-260D-4BE0-A98B7C0A311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875120" y="3813055"/>
                  <a:ext cx="2552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44C16E5-EA34-A518-EADC-A2B059C42700}"/>
                    </a:ext>
                  </a:extLst>
                </p14:cNvPr>
                <p14:cNvContentPartPr/>
                <p14:nvPr/>
              </p14:nvContentPartPr>
              <p14:xfrm>
                <a:off x="5024520" y="3971815"/>
                <a:ext cx="124200" cy="185400"/>
              </p14:xfrm>
            </p:contentPart>
          </mc:Choice>
          <mc:Fallback xmlns="">
            <p:pic>
              <p:nvPicPr>
                <p:cNvPr id="3191" name="Ink 3190">
                  <a:extLst>
                    <a:ext uri="{FF2B5EF4-FFF2-40B4-BE49-F238E27FC236}">
                      <a16:creationId xmlns:a16="http://schemas.microsoft.com/office/drawing/2014/main" id="{C136725F-E5A1-6729-5CC0-713090AA826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015520" y="3963175"/>
                  <a:ext cx="141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71560C0-957A-E9C1-0633-A08881D4B7D6}"/>
                    </a:ext>
                  </a:extLst>
                </p14:cNvPr>
                <p14:cNvContentPartPr/>
                <p14:nvPr/>
              </p14:nvContentPartPr>
              <p14:xfrm>
                <a:off x="5245200" y="3911335"/>
                <a:ext cx="107280" cy="45360"/>
              </p14:xfrm>
            </p:contentPart>
          </mc:Choice>
          <mc:Fallback xmlns="">
            <p:pic>
              <p:nvPicPr>
                <p:cNvPr id="3192" name="Ink 3191">
                  <a:extLst>
                    <a:ext uri="{FF2B5EF4-FFF2-40B4-BE49-F238E27FC236}">
                      <a16:creationId xmlns:a16="http://schemas.microsoft.com/office/drawing/2014/main" id="{C1C1514E-2C3D-0F4C-6525-0B7F6D4BA48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236560" y="3902695"/>
                  <a:ext cx="124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9C9FBA7-ADE7-2ADE-7C5F-1FBD0E76F149}"/>
                    </a:ext>
                  </a:extLst>
                </p14:cNvPr>
                <p14:cNvContentPartPr/>
                <p14:nvPr/>
              </p14:nvContentPartPr>
              <p14:xfrm>
                <a:off x="5254200" y="3967855"/>
                <a:ext cx="90000" cy="23040"/>
              </p14:xfrm>
            </p:contentPart>
          </mc:Choice>
          <mc:Fallback xmlns="">
            <p:pic>
              <p:nvPicPr>
                <p:cNvPr id="3193" name="Ink 3192">
                  <a:extLst>
                    <a:ext uri="{FF2B5EF4-FFF2-40B4-BE49-F238E27FC236}">
                      <a16:creationId xmlns:a16="http://schemas.microsoft.com/office/drawing/2014/main" id="{D5738A65-0C5C-7DB1-87F2-790EB27E5E6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245560" y="3959215"/>
                  <a:ext cx="107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AE41C2D-8968-8062-757A-576E912CB602}"/>
                    </a:ext>
                  </a:extLst>
                </p14:cNvPr>
                <p14:cNvContentPartPr/>
                <p14:nvPr/>
              </p14:nvContentPartPr>
              <p14:xfrm>
                <a:off x="5554440" y="3699655"/>
                <a:ext cx="138960" cy="188280"/>
              </p14:xfrm>
            </p:contentPart>
          </mc:Choice>
          <mc:Fallback xmlns="">
            <p:pic>
              <p:nvPicPr>
                <p:cNvPr id="3195" name="Ink 3194">
                  <a:extLst>
                    <a:ext uri="{FF2B5EF4-FFF2-40B4-BE49-F238E27FC236}">
                      <a16:creationId xmlns:a16="http://schemas.microsoft.com/office/drawing/2014/main" id="{F1A6022A-FE40-9A42-C06E-F16E2718D06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545800" y="3691015"/>
                  <a:ext cx="156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35A5DC1-E6ED-DA96-9FA2-1AB31357C5E6}"/>
                    </a:ext>
                  </a:extLst>
                </p14:cNvPr>
                <p14:cNvContentPartPr/>
                <p14:nvPr/>
              </p14:nvContentPartPr>
              <p14:xfrm>
                <a:off x="5744160" y="3788215"/>
                <a:ext cx="15840" cy="4680"/>
              </p14:xfrm>
            </p:contentPart>
          </mc:Choice>
          <mc:Fallback xmlns="">
            <p:pic>
              <p:nvPicPr>
                <p:cNvPr id="3196" name="Ink 3195">
                  <a:extLst>
                    <a:ext uri="{FF2B5EF4-FFF2-40B4-BE49-F238E27FC236}">
                      <a16:creationId xmlns:a16="http://schemas.microsoft.com/office/drawing/2014/main" id="{FD1FC01A-9A2E-949C-D0D2-185E76A1EBB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735160" y="3779575"/>
                  <a:ext cx="33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50EA7DA-3A1B-54F0-631E-191E9B12ABB2}"/>
                    </a:ext>
                  </a:extLst>
                </p14:cNvPr>
                <p14:cNvContentPartPr/>
                <p14:nvPr/>
              </p14:nvContentPartPr>
              <p14:xfrm>
                <a:off x="5811120" y="3656095"/>
                <a:ext cx="80640" cy="187560"/>
              </p14:xfrm>
            </p:contentPart>
          </mc:Choice>
          <mc:Fallback xmlns="">
            <p:pic>
              <p:nvPicPr>
                <p:cNvPr id="3197" name="Ink 3196">
                  <a:extLst>
                    <a:ext uri="{FF2B5EF4-FFF2-40B4-BE49-F238E27FC236}">
                      <a16:creationId xmlns:a16="http://schemas.microsoft.com/office/drawing/2014/main" id="{C2DC865D-D0BF-4E43-1D55-A435255DDB6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802480" y="3647095"/>
                  <a:ext cx="98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60DBD25-6AE8-2CC8-F8F6-8BDC98956662}"/>
                    </a:ext>
                  </a:extLst>
                </p14:cNvPr>
                <p14:cNvContentPartPr/>
                <p14:nvPr/>
              </p14:nvContentPartPr>
              <p14:xfrm>
                <a:off x="5775120" y="3760855"/>
                <a:ext cx="135000" cy="40680"/>
              </p14:xfrm>
            </p:contentPart>
          </mc:Choice>
          <mc:Fallback xmlns="">
            <p:pic>
              <p:nvPicPr>
                <p:cNvPr id="3198" name="Ink 3197">
                  <a:extLst>
                    <a:ext uri="{FF2B5EF4-FFF2-40B4-BE49-F238E27FC236}">
                      <a16:creationId xmlns:a16="http://schemas.microsoft.com/office/drawing/2014/main" id="{37F9FCE1-3C67-BC32-FB51-BDD57FEEA66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766480" y="3751855"/>
                  <a:ext cx="152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C0EA3CB-5A84-474B-E920-306D862176C6}"/>
                    </a:ext>
                  </a:extLst>
                </p14:cNvPr>
                <p14:cNvContentPartPr/>
                <p14:nvPr/>
              </p14:nvContentPartPr>
              <p14:xfrm>
                <a:off x="5952600" y="3634135"/>
                <a:ext cx="121320" cy="137160"/>
              </p14:xfrm>
            </p:contentPart>
          </mc:Choice>
          <mc:Fallback xmlns="">
            <p:pic>
              <p:nvPicPr>
                <p:cNvPr id="3199" name="Ink 3198">
                  <a:extLst>
                    <a:ext uri="{FF2B5EF4-FFF2-40B4-BE49-F238E27FC236}">
                      <a16:creationId xmlns:a16="http://schemas.microsoft.com/office/drawing/2014/main" id="{EFD9BE01-6444-59B6-0B93-DE1FBCB0F1B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943960" y="3625135"/>
                  <a:ext cx="138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02F1E79-D6E5-AE55-080F-98F0E844E228}"/>
                    </a:ext>
                  </a:extLst>
                </p14:cNvPr>
                <p14:cNvContentPartPr/>
                <p14:nvPr/>
              </p14:nvContentPartPr>
              <p14:xfrm>
                <a:off x="6153480" y="3587335"/>
                <a:ext cx="175320" cy="202680"/>
              </p14:xfrm>
            </p:contentPart>
          </mc:Choice>
          <mc:Fallback xmlns="">
            <p:pic>
              <p:nvPicPr>
                <p:cNvPr id="3200" name="Ink 3199">
                  <a:extLst>
                    <a:ext uri="{FF2B5EF4-FFF2-40B4-BE49-F238E27FC236}">
                      <a16:creationId xmlns:a16="http://schemas.microsoft.com/office/drawing/2014/main" id="{A841F284-7EED-5C57-377E-F6C1CD81470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144840" y="3578695"/>
                  <a:ext cx="1929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223A628-6A72-6042-3F17-EFFD2B1563DD}"/>
                    </a:ext>
                  </a:extLst>
                </p14:cNvPr>
                <p14:cNvContentPartPr/>
                <p14:nvPr/>
              </p14:nvContentPartPr>
              <p14:xfrm>
                <a:off x="6351120" y="3586255"/>
                <a:ext cx="222480" cy="109440"/>
              </p14:xfrm>
            </p:contentPart>
          </mc:Choice>
          <mc:Fallback xmlns="">
            <p:pic>
              <p:nvPicPr>
                <p:cNvPr id="3201" name="Ink 3200">
                  <a:extLst>
                    <a:ext uri="{FF2B5EF4-FFF2-40B4-BE49-F238E27FC236}">
                      <a16:creationId xmlns:a16="http://schemas.microsoft.com/office/drawing/2014/main" id="{21DF4672-7F3C-DF5A-3585-205926F39C2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342480" y="3577255"/>
                  <a:ext cx="240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46E0FD1-B3D4-FA7B-3DD4-CDCE836BBBF0}"/>
                    </a:ext>
                  </a:extLst>
                </p14:cNvPr>
                <p14:cNvContentPartPr/>
                <p14:nvPr/>
              </p14:nvContentPartPr>
              <p14:xfrm>
                <a:off x="5588280" y="3809095"/>
                <a:ext cx="674280" cy="162720"/>
              </p14:xfrm>
            </p:contentPart>
          </mc:Choice>
          <mc:Fallback xmlns="">
            <p:pic>
              <p:nvPicPr>
                <p:cNvPr id="3202" name="Ink 3201">
                  <a:extLst>
                    <a:ext uri="{FF2B5EF4-FFF2-40B4-BE49-F238E27FC236}">
                      <a16:creationId xmlns:a16="http://schemas.microsoft.com/office/drawing/2014/main" id="{E33704D5-337B-C7E5-2E30-27363169AC8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579280" y="3800095"/>
                  <a:ext cx="691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103EFFF-714F-2DA8-1D36-25C8DC00B344}"/>
                    </a:ext>
                  </a:extLst>
                </p14:cNvPr>
                <p14:cNvContentPartPr/>
                <p14:nvPr/>
              </p14:nvContentPartPr>
              <p14:xfrm>
                <a:off x="5536440" y="3987295"/>
                <a:ext cx="164160" cy="140040"/>
              </p14:xfrm>
            </p:contentPart>
          </mc:Choice>
          <mc:Fallback xmlns="">
            <p:pic>
              <p:nvPicPr>
                <p:cNvPr id="3203" name="Ink 3202">
                  <a:extLst>
                    <a:ext uri="{FF2B5EF4-FFF2-40B4-BE49-F238E27FC236}">
                      <a16:creationId xmlns:a16="http://schemas.microsoft.com/office/drawing/2014/main" id="{E8FC00E0-5F34-3A60-9442-DF4DCEA0FB7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527440" y="3978655"/>
                  <a:ext cx="181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5C5069A-0385-7CEF-A768-D03A7FACD87D}"/>
                    </a:ext>
                  </a:extLst>
                </p14:cNvPr>
                <p14:cNvContentPartPr/>
                <p14:nvPr/>
              </p14:nvContentPartPr>
              <p14:xfrm>
                <a:off x="5736960" y="4071895"/>
                <a:ext cx="31320" cy="7200"/>
              </p14:xfrm>
            </p:contentPart>
          </mc:Choice>
          <mc:Fallback xmlns="">
            <p:pic>
              <p:nvPicPr>
                <p:cNvPr id="3204" name="Ink 3203">
                  <a:extLst>
                    <a:ext uri="{FF2B5EF4-FFF2-40B4-BE49-F238E27FC236}">
                      <a16:creationId xmlns:a16="http://schemas.microsoft.com/office/drawing/2014/main" id="{F8165C97-F463-A988-F376-3744636DC39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727960" y="4063255"/>
                  <a:ext cx="48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960F5C0-003E-2263-B9B7-90EE3EAF4400}"/>
                    </a:ext>
                  </a:extLst>
                </p14:cNvPr>
                <p14:cNvContentPartPr/>
                <p14:nvPr/>
              </p14:nvContentPartPr>
              <p14:xfrm>
                <a:off x="5829840" y="3940495"/>
                <a:ext cx="110880" cy="165240"/>
              </p14:xfrm>
            </p:contentPart>
          </mc:Choice>
          <mc:Fallback xmlns="">
            <p:pic>
              <p:nvPicPr>
                <p:cNvPr id="3205" name="Ink 3204">
                  <a:extLst>
                    <a:ext uri="{FF2B5EF4-FFF2-40B4-BE49-F238E27FC236}">
                      <a16:creationId xmlns:a16="http://schemas.microsoft.com/office/drawing/2014/main" id="{6C930B25-E704-DC27-2B12-66CB79E03FF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821200" y="3931855"/>
                  <a:ext cx="128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E3603EA-9B1C-CC0F-435A-15AE76FF6FE7}"/>
                    </a:ext>
                  </a:extLst>
                </p14:cNvPr>
                <p14:cNvContentPartPr/>
                <p14:nvPr/>
              </p14:nvContentPartPr>
              <p14:xfrm>
                <a:off x="5954400" y="3926815"/>
                <a:ext cx="93960" cy="167040"/>
              </p14:xfrm>
            </p:contentPart>
          </mc:Choice>
          <mc:Fallback xmlns="">
            <p:pic>
              <p:nvPicPr>
                <p:cNvPr id="3206" name="Ink 3205">
                  <a:extLst>
                    <a:ext uri="{FF2B5EF4-FFF2-40B4-BE49-F238E27FC236}">
                      <a16:creationId xmlns:a16="http://schemas.microsoft.com/office/drawing/2014/main" id="{32E68D42-98EC-27EA-476F-D66CC57DC5F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945400" y="3918175"/>
                  <a:ext cx="111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0B584E9-6C60-F840-64F2-7619B0D5FADB}"/>
                    </a:ext>
                  </a:extLst>
                </p14:cNvPr>
                <p14:cNvContentPartPr/>
                <p14:nvPr/>
              </p14:nvContentPartPr>
              <p14:xfrm>
                <a:off x="6100920" y="3894775"/>
                <a:ext cx="198360" cy="182160"/>
              </p14:xfrm>
            </p:contentPart>
          </mc:Choice>
          <mc:Fallback xmlns="">
            <p:pic>
              <p:nvPicPr>
                <p:cNvPr id="3207" name="Ink 3206">
                  <a:extLst>
                    <a:ext uri="{FF2B5EF4-FFF2-40B4-BE49-F238E27FC236}">
                      <a16:creationId xmlns:a16="http://schemas.microsoft.com/office/drawing/2014/main" id="{2D440BB1-4C02-DF6B-136C-C205993353B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092280" y="3886135"/>
                  <a:ext cx="216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1769976-21CD-5845-AC62-52F8AEE3F9FA}"/>
                    </a:ext>
                  </a:extLst>
                </p14:cNvPr>
                <p14:cNvContentPartPr/>
                <p14:nvPr/>
              </p14:nvContentPartPr>
              <p14:xfrm>
                <a:off x="6307920" y="3880375"/>
                <a:ext cx="200520" cy="146520"/>
              </p14:xfrm>
            </p:contentPart>
          </mc:Choice>
          <mc:Fallback xmlns="">
            <p:pic>
              <p:nvPicPr>
                <p:cNvPr id="3208" name="Ink 3207">
                  <a:extLst>
                    <a:ext uri="{FF2B5EF4-FFF2-40B4-BE49-F238E27FC236}">
                      <a16:creationId xmlns:a16="http://schemas.microsoft.com/office/drawing/2014/main" id="{0D3CCD4D-5C35-48E2-C779-974298CFEBA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299280" y="3871735"/>
                  <a:ext cx="21816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4AE4A30-4B95-887F-9D41-DCC5BA965C7B}"/>
                  </a:ext>
                </a:extLst>
              </p14:cNvPr>
              <p14:cNvContentPartPr/>
              <p14:nvPr/>
            </p14:nvContentPartPr>
            <p14:xfrm>
              <a:off x="817272" y="1828033"/>
              <a:ext cx="7533360" cy="28252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4AE4A30-4B95-887F-9D41-DCC5BA965C7B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807912" y="1818673"/>
                <a:ext cx="7552080" cy="28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FF5B74-8774-C433-EDD5-F87C12615BE0}"/>
                  </a:ext>
                </a:extLst>
              </p14:cNvPr>
              <p14:cNvContentPartPr/>
              <p14:nvPr/>
            </p14:nvContentPartPr>
            <p14:xfrm>
              <a:off x="914400" y="399960"/>
              <a:ext cx="11043360" cy="55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FF5B74-8774-C433-EDD5-F87C12615BE0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905040" y="390600"/>
                <a:ext cx="11062080" cy="553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7079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DFC723-B4A0-39C1-2C05-4840B0180518}"/>
                  </a:ext>
                </a:extLst>
              </p14:cNvPr>
              <p14:cNvContentPartPr/>
              <p14:nvPr/>
            </p14:nvContentPartPr>
            <p14:xfrm>
              <a:off x="1267920" y="793080"/>
              <a:ext cx="8578440" cy="3324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DFC723-B4A0-39C1-2C05-4840B01805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8560" y="783720"/>
                <a:ext cx="8597160" cy="334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1586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301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1004</Words>
  <Application>Microsoft Office PowerPoint</Application>
  <PresentationFormat>Widescreen</PresentationFormat>
  <Paragraphs>450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Cambria Math</vt:lpstr>
      <vt:lpstr>Wingdings</vt:lpstr>
      <vt:lpstr>Office Theme</vt:lpstr>
      <vt:lpstr>WEEK 4  Transistor Model - MOSFET</vt:lpstr>
      <vt:lpstr>PowerPoint Presentation</vt:lpstr>
      <vt:lpstr>Learning Outcomes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Aron Michael</cp:lastModifiedBy>
  <cp:revision>4</cp:revision>
  <dcterms:created xsi:type="dcterms:W3CDTF">2018-04-12T05:54:00Z</dcterms:created>
  <dcterms:modified xsi:type="dcterms:W3CDTF">2023-06-27T00:14:24Z</dcterms:modified>
</cp:coreProperties>
</file>